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notesSlides/notesSlide3.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0" r:id="rId2"/>
  </p:sldMasterIdLst>
  <p:notesMasterIdLst>
    <p:notesMasterId r:id="rId10"/>
  </p:notesMasterIdLst>
  <p:sldIdLst>
    <p:sldId id="949" r:id="rId3"/>
    <p:sldId id="1003" r:id="rId4"/>
    <p:sldId id="1004" r:id="rId5"/>
    <p:sldId id="1005" r:id="rId6"/>
    <p:sldId id="1007" r:id="rId7"/>
    <p:sldId id="256" r:id="rId8"/>
    <p:sldId id="257" r:id="rId9"/>
  </p:sldIdLst>
  <p:sldSz cx="6858000" cy="9906000" type="A4"/>
  <p:notesSz cx="6858000" cy="9144000"/>
  <p:defaultTextStyle>
    <a:defPPr>
      <a:defRPr lang="en-US"/>
    </a:defPPr>
    <a:lvl1pPr marL="0" algn="l" defTabSz="612775" rtl="0" eaLnBrk="1" latinLnBrk="0" hangingPunct="1">
      <a:defRPr sz="2410" kern="1200">
        <a:solidFill>
          <a:schemeClr val="tx1"/>
        </a:solidFill>
        <a:latin typeface="+mn-lt"/>
        <a:ea typeface="+mn-ea"/>
        <a:cs typeface="+mn-cs"/>
      </a:defRPr>
    </a:lvl1pPr>
    <a:lvl2pPr marL="612775" algn="l" defTabSz="612775" rtl="0" eaLnBrk="1" latinLnBrk="0" hangingPunct="1">
      <a:defRPr sz="2410" kern="1200">
        <a:solidFill>
          <a:schemeClr val="tx1"/>
        </a:solidFill>
        <a:latin typeface="+mn-lt"/>
        <a:ea typeface="+mn-ea"/>
        <a:cs typeface="+mn-cs"/>
      </a:defRPr>
    </a:lvl2pPr>
    <a:lvl3pPr marL="1225550" algn="l" defTabSz="612775" rtl="0" eaLnBrk="1" latinLnBrk="0" hangingPunct="1">
      <a:defRPr sz="2410" kern="1200">
        <a:solidFill>
          <a:schemeClr val="tx1"/>
        </a:solidFill>
        <a:latin typeface="+mn-lt"/>
        <a:ea typeface="+mn-ea"/>
        <a:cs typeface="+mn-cs"/>
      </a:defRPr>
    </a:lvl3pPr>
    <a:lvl4pPr marL="1838325" algn="l" defTabSz="612775" rtl="0" eaLnBrk="1" latinLnBrk="0" hangingPunct="1">
      <a:defRPr sz="2410" kern="1200">
        <a:solidFill>
          <a:schemeClr val="tx1"/>
        </a:solidFill>
        <a:latin typeface="+mn-lt"/>
        <a:ea typeface="+mn-ea"/>
        <a:cs typeface="+mn-cs"/>
      </a:defRPr>
    </a:lvl4pPr>
    <a:lvl5pPr marL="2450465" algn="l" defTabSz="612775" rtl="0" eaLnBrk="1" latinLnBrk="0" hangingPunct="1">
      <a:defRPr sz="2410" kern="1200">
        <a:solidFill>
          <a:schemeClr val="tx1"/>
        </a:solidFill>
        <a:latin typeface="+mn-lt"/>
        <a:ea typeface="+mn-ea"/>
        <a:cs typeface="+mn-cs"/>
      </a:defRPr>
    </a:lvl5pPr>
    <a:lvl6pPr marL="3063240" algn="l" defTabSz="612775" rtl="0" eaLnBrk="1" latinLnBrk="0" hangingPunct="1">
      <a:defRPr sz="2410" kern="1200">
        <a:solidFill>
          <a:schemeClr val="tx1"/>
        </a:solidFill>
        <a:latin typeface="+mn-lt"/>
        <a:ea typeface="+mn-ea"/>
        <a:cs typeface="+mn-cs"/>
      </a:defRPr>
    </a:lvl6pPr>
    <a:lvl7pPr marL="3676015" algn="l" defTabSz="612775" rtl="0" eaLnBrk="1" latinLnBrk="0" hangingPunct="1">
      <a:defRPr sz="2410" kern="1200">
        <a:solidFill>
          <a:schemeClr val="tx1"/>
        </a:solidFill>
        <a:latin typeface="+mn-lt"/>
        <a:ea typeface="+mn-ea"/>
        <a:cs typeface="+mn-cs"/>
      </a:defRPr>
    </a:lvl7pPr>
    <a:lvl8pPr marL="4288790" algn="l" defTabSz="612775" rtl="0" eaLnBrk="1" latinLnBrk="0" hangingPunct="1">
      <a:defRPr sz="2410" kern="1200">
        <a:solidFill>
          <a:schemeClr val="tx1"/>
        </a:solidFill>
        <a:latin typeface="+mn-lt"/>
        <a:ea typeface="+mn-ea"/>
        <a:cs typeface="+mn-cs"/>
      </a:defRPr>
    </a:lvl8pPr>
    <a:lvl9pPr marL="4901565" algn="l" defTabSz="612775" rtl="0" eaLnBrk="1" latinLnBrk="0" hangingPunct="1">
      <a:defRPr sz="241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165" userDrawn="1">
          <p15:clr>
            <a:srgbClr val="A4A3A4"/>
          </p15:clr>
        </p15:guide>
        <p15:guide id="2" pos="2455"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608" autoAdjust="0"/>
    <p:restoredTop sz="94521" autoAdjust="0"/>
  </p:normalViewPr>
  <p:slideViewPr>
    <p:cSldViewPr snapToGrid="0" showGuides="1">
      <p:cViewPr>
        <p:scale>
          <a:sx n="100" d="100"/>
          <a:sy n="100" d="100"/>
        </p:scale>
        <p:origin x="1287" y="-2649"/>
      </p:cViewPr>
      <p:guideLst>
        <p:guide orient="horz" pos="3165"/>
        <p:guide pos="2455"/>
      </p:guideLst>
    </p:cSldViewPr>
  </p:slideViewPr>
  <p:outlineViewPr>
    <p:cViewPr>
      <p:scale>
        <a:sx n="33" d="100"/>
        <a:sy n="33" d="100"/>
      </p:scale>
      <p:origin x="0" y="0"/>
    </p:cViewPr>
  </p:outlineViewPr>
  <p:notesTextViewPr>
    <p:cViewPr>
      <p:scale>
        <a:sx n="3" d="2"/>
        <a:sy n="3" d="2"/>
      </p:scale>
      <p:origin x="0" y="0"/>
    </p:cViewPr>
  </p:notesTextViewPr>
  <p:sorterViewPr>
    <p:cViewPr>
      <p:scale>
        <a:sx n="200" d="100"/>
        <a:sy n="200" d="100"/>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theme" Target="theme/theme1.xml"/><Relationship Id="rId3" Type="http://schemas.openxmlformats.org/officeDocument/2006/relationships/slide" Target="slides/slide1.xml"/><Relationship Id="rId7" Type="http://schemas.openxmlformats.org/officeDocument/2006/relationships/slide" Target="slides/slide5.xml"/><Relationship Id="rId12" Type="http://schemas.openxmlformats.org/officeDocument/2006/relationships/viewProps" Target="viewProps.xml"/><Relationship Id="rId2" Type="http://schemas.openxmlformats.org/officeDocument/2006/relationships/slideMaster" Target="slideMasters/slideMaster2.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presProps" Target="presProps.xml"/><Relationship Id="rId5" Type="http://schemas.openxmlformats.org/officeDocument/2006/relationships/slide" Target="slides/slide3.xml"/><Relationship Id="rId10"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C8647BF-2192-41F0-9F4C-9C70C162CAAC}" type="datetimeFigureOut">
              <a:rPr lang="zh-CN" altLang="en-US" smtClean="0"/>
              <a:t>2026/8/21</a:t>
            </a:fld>
            <a:endParaRPr lang="zh-CN" altLang="en-US"/>
          </a:p>
        </p:txBody>
      </p:sp>
      <p:sp>
        <p:nvSpPr>
          <p:cNvPr id="4" name="幻灯片图像占位符 3"/>
          <p:cNvSpPr>
            <a:spLocks noGrp="1" noRot="1" noChangeAspect="1"/>
          </p:cNvSpPr>
          <p:nvPr>
            <p:ph type="sldImg" idx="2"/>
          </p:nvPr>
        </p:nvSpPr>
        <p:spPr>
          <a:xfrm>
            <a:off x="2362200" y="1143000"/>
            <a:ext cx="21336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F8AC35E-4923-4AFA-A44F-CEB802ACA45F}"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1225550" rtl="0" eaLnBrk="1" latinLnBrk="0" hangingPunct="1">
      <a:defRPr sz="1610" kern="1200">
        <a:solidFill>
          <a:schemeClr val="tx1"/>
        </a:solidFill>
        <a:latin typeface="+mn-lt"/>
        <a:ea typeface="+mn-ea"/>
        <a:cs typeface="+mn-cs"/>
      </a:defRPr>
    </a:lvl1pPr>
    <a:lvl2pPr marL="612775" algn="l" defTabSz="1225550" rtl="0" eaLnBrk="1" latinLnBrk="0" hangingPunct="1">
      <a:defRPr sz="1610" kern="1200">
        <a:solidFill>
          <a:schemeClr val="tx1"/>
        </a:solidFill>
        <a:latin typeface="+mn-lt"/>
        <a:ea typeface="+mn-ea"/>
        <a:cs typeface="+mn-cs"/>
      </a:defRPr>
    </a:lvl2pPr>
    <a:lvl3pPr marL="1225550" algn="l" defTabSz="1225550" rtl="0" eaLnBrk="1" latinLnBrk="0" hangingPunct="1">
      <a:defRPr sz="1610" kern="1200">
        <a:solidFill>
          <a:schemeClr val="tx1"/>
        </a:solidFill>
        <a:latin typeface="+mn-lt"/>
        <a:ea typeface="+mn-ea"/>
        <a:cs typeface="+mn-cs"/>
      </a:defRPr>
    </a:lvl3pPr>
    <a:lvl4pPr marL="1838325" algn="l" defTabSz="1225550" rtl="0" eaLnBrk="1" latinLnBrk="0" hangingPunct="1">
      <a:defRPr sz="1610" kern="1200">
        <a:solidFill>
          <a:schemeClr val="tx1"/>
        </a:solidFill>
        <a:latin typeface="+mn-lt"/>
        <a:ea typeface="+mn-ea"/>
        <a:cs typeface="+mn-cs"/>
      </a:defRPr>
    </a:lvl4pPr>
    <a:lvl5pPr marL="2450465" algn="l" defTabSz="1225550" rtl="0" eaLnBrk="1" latinLnBrk="0" hangingPunct="1">
      <a:defRPr sz="1610" kern="1200">
        <a:solidFill>
          <a:schemeClr val="tx1"/>
        </a:solidFill>
        <a:latin typeface="+mn-lt"/>
        <a:ea typeface="+mn-ea"/>
        <a:cs typeface="+mn-cs"/>
      </a:defRPr>
    </a:lvl5pPr>
    <a:lvl6pPr marL="3063240" algn="l" defTabSz="1225550" rtl="0" eaLnBrk="1" latinLnBrk="0" hangingPunct="1">
      <a:defRPr sz="1610" kern="1200">
        <a:solidFill>
          <a:schemeClr val="tx1"/>
        </a:solidFill>
        <a:latin typeface="+mn-lt"/>
        <a:ea typeface="+mn-ea"/>
        <a:cs typeface="+mn-cs"/>
      </a:defRPr>
    </a:lvl6pPr>
    <a:lvl7pPr marL="3676015" algn="l" defTabSz="1225550" rtl="0" eaLnBrk="1" latinLnBrk="0" hangingPunct="1">
      <a:defRPr sz="1610" kern="1200">
        <a:solidFill>
          <a:schemeClr val="tx1"/>
        </a:solidFill>
        <a:latin typeface="+mn-lt"/>
        <a:ea typeface="+mn-ea"/>
        <a:cs typeface="+mn-cs"/>
      </a:defRPr>
    </a:lvl7pPr>
    <a:lvl8pPr marL="4288790" algn="l" defTabSz="1225550" rtl="0" eaLnBrk="1" latinLnBrk="0" hangingPunct="1">
      <a:defRPr sz="1610" kern="1200">
        <a:solidFill>
          <a:schemeClr val="tx1"/>
        </a:solidFill>
        <a:latin typeface="+mn-lt"/>
        <a:ea typeface="+mn-ea"/>
        <a:cs typeface="+mn-cs"/>
      </a:defRPr>
    </a:lvl8pPr>
    <a:lvl9pPr marL="4901565" algn="l" defTabSz="1225550" rtl="0" eaLnBrk="1" latinLnBrk="0" hangingPunct="1">
      <a:defRPr sz="161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989FC78B-FB40-4CF4-AA7D-73760B2C5710}" type="slidenum">
              <a:rPr lang="zh-CN" altLang="en-US" smtClean="0"/>
              <a:t>3</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0613" y="1143000"/>
            <a:ext cx="2136775" cy="3086100"/>
          </a:xfrm>
        </p:spPr>
      </p:sp>
      <p:sp>
        <p:nvSpPr>
          <p:cNvPr id="3" name="备注占位符 2"/>
          <p:cNvSpPr>
            <a:spLocks noGrp="1"/>
          </p:cNvSpPr>
          <p:nvPr>
            <p:ph type="body" idx="1"/>
          </p:nvPr>
        </p:nvSpPr>
        <p:spPr/>
        <p:txBody>
          <a:bodyPr/>
          <a:lstStyle/>
          <a:p>
            <a:r>
              <a:rPr lang="zh-CN" altLang="en-US" dirty="0"/>
              <a:t>结构</a:t>
            </a:r>
          </a:p>
        </p:txBody>
      </p:sp>
      <p:sp>
        <p:nvSpPr>
          <p:cNvPr id="4" name="灯片编号占位符 3"/>
          <p:cNvSpPr>
            <a:spLocks noGrp="1"/>
          </p:cNvSpPr>
          <p:nvPr>
            <p:ph type="sldNum" sz="quarter" idx="5"/>
          </p:nvPr>
        </p:nvSpPr>
        <p:spPr/>
        <p:txBody>
          <a:bodyPr/>
          <a:lstStyle/>
          <a:p>
            <a:fld id="{ABCFC6FB-284F-417E-BEBE-BBF580168880}" type="slidenum">
              <a:rPr lang="zh-CN" altLang="en-US" smtClean="0"/>
              <a:t>5</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2200" y="1143000"/>
            <a:ext cx="21336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BF8AC35E-4923-4AFA-A44F-CEB802ACA45F}" type="slidenum">
              <a:rPr lang="zh-CN" altLang="en-US" smtClean="0"/>
              <a:t>6</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2200" y="1143000"/>
            <a:ext cx="21336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BF8AC35E-4923-4AFA-A44F-CEB802ACA45F}" type="slidenum">
              <a:rPr lang="zh-CN" altLang="en-US" smtClean="0"/>
              <a:t>7</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zh-CN" altLang="en-US"/>
              <a:t>单击此处编辑母版标题样式</a:t>
            </a:r>
            <a:endParaRPr lang="en-US"/>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zh-CN" altLang="en-US"/>
              <a:t>单击此处编辑母版标题样式</a:t>
            </a:r>
            <a:endParaRPr lang="en-US"/>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sz="half" idx="1"/>
          </p:nvPr>
        </p:nvSpPr>
        <p:spPr>
          <a:xfrm>
            <a:off x="471488"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Content Placeholder 3"/>
          <p:cNvSpPr>
            <a:spLocks noGrp="1"/>
          </p:cNvSpPr>
          <p:nvPr>
            <p:ph sz="half" idx="2"/>
          </p:nvPr>
        </p:nvSpPr>
        <p:spPr>
          <a:xfrm>
            <a:off x="3471863"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zh-CN" altLang="en-US"/>
              <a:t>单击此处编辑母版标题样式</a:t>
            </a:r>
            <a:endParaRPr lang="en-US"/>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472381" y="3618442"/>
            <a:ext cx="2901255"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3471863" y="3618442"/>
            <a:ext cx="2915543"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7" name="Date Placeholder 6"/>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Date Placeholder 2"/>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zh-CN" altLang="en-US"/>
              <a:t>单击此处编辑母版标题样式</a:t>
            </a:r>
            <a:endParaRPr lang="en-US"/>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zh-CN" altLang="en-US"/>
              <a:t>单击此处编辑母版标题样式</a:t>
            </a:r>
            <a:endParaRPr lang="en-US"/>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zh-CN" altLang="en-US"/>
              <a:t>单击此处编辑母版标题样式</a:t>
            </a:r>
            <a:endParaRPr lang="en-US"/>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sz="half" idx="1"/>
          </p:nvPr>
        </p:nvSpPr>
        <p:spPr>
          <a:xfrm>
            <a:off x="471488"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Content Placeholder 3"/>
          <p:cNvSpPr>
            <a:spLocks noGrp="1"/>
          </p:cNvSpPr>
          <p:nvPr>
            <p:ph sz="half" idx="2"/>
          </p:nvPr>
        </p:nvSpPr>
        <p:spPr>
          <a:xfrm>
            <a:off x="3471863"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zh-CN" altLang="en-US"/>
              <a:t>单击此处编辑母版标题样式</a:t>
            </a:r>
            <a:endParaRPr lang="en-US"/>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472381" y="3618442"/>
            <a:ext cx="2901255"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3471863" y="3618442"/>
            <a:ext cx="2915543"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7" name="Date Placeholder 6"/>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Date Placeholder 2"/>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zh-CN" altLang="en-US"/>
              <a:t>单击此处编辑母版标题样式</a:t>
            </a:r>
            <a:endParaRPr lang="en-US"/>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zh-CN" altLang="en-US"/>
              <a:t>单击此处编辑母版标题样式</a:t>
            </a:r>
            <a:endParaRPr lang="en-US"/>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2"/>
          </p:nvPr>
        </p:nvSpPr>
        <p:spPr>
          <a:xfrm>
            <a:off x="471488" y="9181397"/>
            <a:ext cx="1543050" cy="527403"/>
          </a:xfrm>
          <a:prstGeom prst="rect">
            <a:avLst/>
          </a:prstGeom>
        </p:spPr>
        <p:txBody>
          <a:bodyPr vert="horz" lIns="91440" tIns="45720" rIns="91440" bIns="45720" rtlCol="0" anchor="ctr"/>
          <a:lstStyle>
            <a:lvl1pPr algn="l">
              <a:defRPr sz="900">
                <a:solidFill>
                  <a:schemeClr val="tx1">
                    <a:tint val="75000"/>
                  </a:schemeClr>
                </a:solidFill>
              </a:defRPr>
            </a:lvl1p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3"/>
          </p:nvPr>
        </p:nvSpPr>
        <p:spPr>
          <a:xfrm>
            <a:off x="2271713" y="9181397"/>
            <a:ext cx="2314575" cy="527403"/>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4843463" y="9181397"/>
            <a:ext cx="1543050" cy="527403"/>
          </a:xfrm>
          <a:prstGeom prst="rect">
            <a:avLst/>
          </a:prstGeom>
        </p:spPr>
        <p:txBody>
          <a:bodyPr vert="horz" lIns="91440" tIns="45720" rIns="91440" bIns="45720" rtlCol="0" anchor="ctr"/>
          <a:lstStyle>
            <a:lvl1pPr algn="r">
              <a:defRPr sz="900">
                <a:solidFill>
                  <a:schemeClr val="tx1">
                    <a:tint val="75000"/>
                  </a:schemeClr>
                </a:solidFill>
              </a:defRPr>
            </a:lvl1pPr>
          </a:lstStyle>
          <a:p>
            <a:fld id="{38068466-2A95-49AE-857A-9CE8FF1BEE1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9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9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9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zh-CN" altLang="en-US"/>
              <a:t>单击此处编辑母版标题样式</a:t>
            </a:r>
            <a:endParaRPr lang="en-US"/>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2"/>
          </p:nvPr>
        </p:nvSpPr>
        <p:spPr>
          <a:xfrm>
            <a:off x="471488" y="9181397"/>
            <a:ext cx="1543050" cy="527403"/>
          </a:xfrm>
          <a:prstGeom prst="rect">
            <a:avLst/>
          </a:prstGeom>
        </p:spPr>
        <p:txBody>
          <a:bodyPr vert="horz" lIns="91440" tIns="45720" rIns="91440" bIns="45720" rtlCol="0" anchor="ctr"/>
          <a:lstStyle>
            <a:lvl1pPr algn="l">
              <a:defRPr sz="900">
                <a:solidFill>
                  <a:schemeClr val="tx1">
                    <a:tint val="75000"/>
                  </a:schemeClr>
                </a:solidFill>
              </a:defRPr>
            </a:lvl1p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3"/>
          </p:nvPr>
        </p:nvSpPr>
        <p:spPr>
          <a:xfrm>
            <a:off x="2271713" y="9181397"/>
            <a:ext cx="2314575" cy="527403"/>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4843463" y="9181397"/>
            <a:ext cx="1543050" cy="527403"/>
          </a:xfrm>
          <a:prstGeom prst="rect">
            <a:avLst/>
          </a:prstGeom>
        </p:spPr>
        <p:txBody>
          <a:bodyPr vert="horz" lIns="91440" tIns="45720" rIns="91440" bIns="45720" rtlCol="0" anchor="ctr"/>
          <a:lstStyle>
            <a:lvl1pPr algn="r">
              <a:defRPr sz="900">
                <a:solidFill>
                  <a:schemeClr val="tx1">
                    <a:tint val="75000"/>
                  </a:schemeClr>
                </a:solidFill>
              </a:defRPr>
            </a:lvl1pPr>
          </a:lstStyle>
          <a:p>
            <a:fld id="{38068466-2A95-49AE-857A-9CE8FF1BEE1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9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9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9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s/_rels/slide6.xml.rels><?xml version="1.0" encoding="UTF-8" standalone="yes"?>
<Relationships xmlns="http://schemas.openxmlformats.org/package/2006/relationships"><Relationship Id="rId26" Type="http://schemas.openxmlformats.org/officeDocument/2006/relationships/tags" Target="../tags/tag26.xml"/><Relationship Id="rId21" Type="http://schemas.openxmlformats.org/officeDocument/2006/relationships/tags" Target="../tags/tag21.xml"/><Relationship Id="rId42" Type="http://schemas.openxmlformats.org/officeDocument/2006/relationships/image" Target="../media/image17.png"/><Relationship Id="rId47" Type="http://schemas.openxmlformats.org/officeDocument/2006/relationships/image" Target="../media/image22.png"/><Relationship Id="rId63" Type="http://schemas.openxmlformats.org/officeDocument/2006/relationships/image" Target="../media/image37.png"/><Relationship Id="rId68" Type="http://schemas.openxmlformats.org/officeDocument/2006/relationships/image" Target="../media/image42.png"/><Relationship Id="rId84" Type="http://schemas.openxmlformats.org/officeDocument/2006/relationships/image" Target="../media/image58.png"/><Relationship Id="rId89" Type="http://schemas.openxmlformats.org/officeDocument/2006/relationships/image" Target="../media/image63.tiff"/><Relationship Id="rId16" Type="http://schemas.openxmlformats.org/officeDocument/2006/relationships/tags" Target="../tags/tag16.xml"/><Relationship Id="rId11" Type="http://schemas.openxmlformats.org/officeDocument/2006/relationships/tags" Target="../tags/tag11.xml"/><Relationship Id="rId32" Type="http://schemas.openxmlformats.org/officeDocument/2006/relationships/tags" Target="../tags/tag32.xml"/><Relationship Id="rId37" Type="http://schemas.openxmlformats.org/officeDocument/2006/relationships/tags" Target="../tags/tag37.xml"/><Relationship Id="rId53" Type="http://schemas.openxmlformats.org/officeDocument/2006/relationships/image" Target="../media/image27.emf"/><Relationship Id="rId58" Type="http://schemas.openxmlformats.org/officeDocument/2006/relationships/image" Target="../media/image32.png"/><Relationship Id="rId74" Type="http://schemas.openxmlformats.org/officeDocument/2006/relationships/image" Target="../media/image48.png"/><Relationship Id="rId79" Type="http://schemas.openxmlformats.org/officeDocument/2006/relationships/image" Target="../media/image53.png"/><Relationship Id="rId5" Type="http://schemas.openxmlformats.org/officeDocument/2006/relationships/tags" Target="../tags/tag5.xml"/><Relationship Id="rId90" Type="http://schemas.openxmlformats.org/officeDocument/2006/relationships/image" Target="../media/image64.tiff"/><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43" Type="http://schemas.openxmlformats.org/officeDocument/2006/relationships/image" Target="../media/image18.png"/><Relationship Id="rId48" Type="http://schemas.openxmlformats.org/officeDocument/2006/relationships/image" Target="../media/image23.png"/><Relationship Id="rId56" Type="http://schemas.openxmlformats.org/officeDocument/2006/relationships/image" Target="../media/image30.png"/><Relationship Id="rId64" Type="http://schemas.openxmlformats.org/officeDocument/2006/relationships/image" Target="../media/image38.png"/><Relationship Id="rId69" Type="http://schemas.openxmlformats.org/officeDocument/2006/relationships/image" Target="../media/image43.png"/><Relationship Id="rId77" Type="http://schemas.openxmlformats.org/officeDocument/2006/relationships/image" Target="../media/image51.png"/><Relationship Id="rId8" Type="http://schemas.openxmlformats.org/officeDocument/2006/relationships/tags" Target="../tags/tag8.xml"/><Relationship Id="rId51" Type="http://schemas.openxmlformats.org/officeDocument/2006/relationships/image" Target="../media/image26.png"/><Relationship Id="rId72" Type="http://schemas.openxmlformats.org/officeDocument/2006/relationships/image" Target="../media/image46.png"/><Relationship Id="rId80" Type="http://schemas.openxmlformats.org/officeDocument/2006/relationships/image" Target="../media/image54.png"/><Relationship Id="rId85" Type="http://schemas.openxmlformats.org/officeDocument/2006/relationships/image" Target="../media/image59.png"/><Relationship Id="rId3" Type="http://schemas.openxmlformats.org/officeDocument/2006/relationships/tags" Target="../tags/tag3.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tags" Target="../tags/tag38.xml"/><Relationship Id="rId46" Type="http://schemas.openxmlformats.org/officeDocument/2006/relationships/image" Target="../media/image21.png"/><Relationship Id="rId59" Type="http://schemas.openxmlformats.org/officeDocument/2006/relationships/image" Target="../media/image33.png"/><Relationship Id="rId67" Type="http://schemas.openxmlformats.org/officeDocument/2006/relationships/image" Target="../media/image41.png"/><Relationship Id="rId20" Type="http://schemas.openxmlformats.org/officeDocument/2006/relationships/tags" Target="../tags/tag20.xml"/><Relationship Id="rId41" Type="http://schemas.openxmlformats.org/officeDocument/2006/relationships/notesSlide" Target="../notesSlides/notesSlide3.xml"/><Relationship Id="rId54" Type="http://schemas.openxmlformats.org/officeDocument/2006/relationships/image" Target="../media/image28.png"/><Relationship Id="rId62" Type="http://schemas.openxmlformats.org/officeDocument/2006/relationships/image" Target="../media/image36.png"/><Relationship Id="rId70" Type="http://schemas.openxmlformats.org/officeDocument/2006/relationships/image" Target="../media/image44.png"/><Relationship Id="rId75" Type="http://schemas.openxmlformats.org/officeDocument/2006/relationships/image" Target="../media/image49.png"/><Relationship Id="rId83" Type="http://schemas.openxmlformats.org/officeDocument/2006/relationships/image" Target="../media/image57.png"/><Relationship Id="rId88" Type="http://schemas.openxmlformats.org/officeDocument/2006/relationships/image" Target="../media/image62.png"/><Relationship Id="rId91" Type="http://schemas.openxmlformats.org/officeDocument/2006/relationships/image" Target="../media/image65.tiff"/><Relationship Id="rId1" Type="http://schemas.openxmlformats.org/officeDocument/2006/relationships/tags" Target="../tags/tag1.xml"/><Relationship Id="rId6" Type="http://schemas.openxmlformats.org/officeDocument/2006/relationships/tags" Target="../tags/tag6.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49" Type="http://schemas.openxmlformats.org/officeDocument/2006/relationships/image" Target="../media/image24.png"/><Relationship Id="rId57" Type="http://schemas.openxmlformats.org/officeDocument/2006/relationships/image" Target="../media/image31.png"/><Relationship Id="rId10" Type="http://schemas.openxmlformats.org/officeDocument/2006/relationships/tags" Target="../tags/tag10.xml"/><Relationship Id="rId31" Type="http://schemas.openxmlformats.org/officeDocument/2006/relationships/tags" Target="../tags/tag31.xml"/><Relationship Id="rId44" Type="http://schemas.openxmlformats.org/officeDocument/2006/relationships/image" Target="../media/image19.png"/><Relationship Id="rId52" Type="http://schemas.openxmlformats.org/officeDocument/2006/relationships/oleObject" Target="../embeddings/oleObject1.bin"/><Relationship Id="rId60" Type="http://schemas.openxmlformats.org/officeDocument/2006/relationships/image" Target="../media/image34.png"/><Relationship Id="rId65" Type="http://schemas.openxmlformats.org/officeDocument/2006/relationships/image" Target="../media/image39.png"/><Relationship Id="rId73" Type="http://schemas.openxmlformats.org/officeDocument/2006/relationships/image" Target="../media/image47.png"/><Relationship Id="rId78" Type="http://schemas.openxmlformats.org/officeDocument/2006/relationships/image" Target="../media/image52.png"/><Relationship Id="rId81" Type="http://schemas.openxmlformats.org/officeDocument/2006/relationships/image" Target="../media/image55.png"/><Relationship Id="rId86" Type="http://schemas.openxmlformats.org/officeDocument/2006/relationships/image" Target="../media/image60.png"/><Relationship Id="rId4" Type="http://schemas.openxmlformats.org/officeDocument/2006/relationships/tags" Target="../tags/tag4.xml"/><Relationship Id="rId9" Type="http://schemas.openxmlformats.org/officeDocument/2006/relationships/tags" Target="../tags/tag9.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 Id="rId34" Type="http://schemas.openxmlformats.org/officeDocument/2006/relationships/tags" Target="../tags/tag34.xml"/><Relationship Id="rId50" Type="http://schemas.openxmlformats.org/officeDocument/2006/relationships/image" Target="../media/image25.png"/><Relationship Id="rId55" Type="http://schemas.openxmlformats.org/officeDocument/2006/relationships/image" Target="../media/image29.png"/><Relationship Id="rId76" Type="http://schemas.openxmlformats.org/officeDocument/2006/relationships/image" Target="../media/image50.png"/><Relationship Id="rId7" Type="http://schemas.openxmlformats.org/officeDocument/2006/relationships/tags" Target="../tags/tag7.xml"/><Relationship Id="rId71" Type="http://schemas.openxmlformats.org/officeDocument/2006/relationships/image" Target="../media/image45.png"/><Relationship Id="rId2" Type="http://schemas.openxmlformats.org/officeDocument/2006/relationships/tags" Target="../tags/tag2.xml"/><Relationship Id="rId29" Type="http://schemas.openxmlformats.org/officeDocument/2006/relationships/tags" Target="../tags/tag29.xml"/><Relationship Id="rId24" Type="http://schemas.openxmlformats.org/officeDocument/2006/relationships/tags" Target="../tags/tag24.xml"/><Relationship Id="rId40" Type="http://schemas.openxmlformats.org/officeDocument/2006/relationships/slideLayout" Target="../slideLayouts/slideLayout12.xml"/><Relationship Id="rId45" Type="http://schemas.openxmlformats.org/officeDocument/2006/relationships/image" Target="../media/image20.png"/><Relationship Id="rId66" Type="http://schemas.openxmlformats.org/officeDocument/2006/relationships/image" Target="../media/image40.png"/><Relationship Id="rId87" Type="http://schemas.openxmlformats.org/officeDocument/2006/relationships/image" Target="../media/image61.png"/><Relationship Id="rId61" Type="http://schemas.openxmlformats.org/officeDocument/2006/relationships/image" Target="../media/image35.png"/><Relationship Id="rId82" Type="http://schemas.openxmlformats.org/officeDocument/2006/relationships/image" Target="../media/image56.png"/><Relationship Id="rId19" Type="http://schemas.openxmlformats.org/officeDocument/2006/relationships/tags" Target="../tags/tag19.xml"/></Relationships>
</file>

<file path=ppt/slides/_rels/slide7.xml.rels><?xml version="1.0" encoding="UTF-8" standalone="yes"?>
<Relationships xmlns="http://schemas.openxmlformats.org/package/2006/relationships"><Relationship Id="rId26" Type="http://schemas.openxmlformats.org/officeDocument/2006/relationships/tags" Target="../tags/tag65.xml"/><Relationship Id="rId21" Type="http://schemas.openxmlformats.org/officeDocument/2006/relationships/tags" Target="../tags/tag60.xml"/><Relationship Id="rId34" Type="http://schemas.openxmlformats.org/officeDocument/2006/relationships/image" Target="../media/image69.png"/><Relationship Id="rId42" Type="http://schemas.openxmlformats.org/officeDocument/2006/relationships/image" Target="../media/image77.png"/><Relationship Id="rId47" Type="http://schemas.openxmlformats.org/officeDocument/2006/relationships/image" Target="../media/image82.png"/><Relationship Id="rId50" Type="http://schemas.openxmlformats.org/officeDocument/2006/relationships/image" Target="../media/image85.png"/><Relationship Id="rId55" Type="http://schemas.openxmlformats.org/officeDocument/2006/relationships/image" Target="../media/image90.png"/><Relationship Id="rId63" Type="http://schemas.openxmlformats.org/officeDocument/2006/relationships/image" Target="../media/image98.png"/><Relationship Id="rId7" Type="http://schemas.openxmlformats.org/officeDocument/2006/relationships/tags" Target="../tags/tag46.xml"/><Relationship Id="rId2" Type="http://schemas.openxmlformats.org/officeDocument/2006/relationships/tags" Target="../tags/tag41.xml"/><Relationship Id="rId16" Type="http://schemas.openxmlformats.org/officeDocument/2006/relationships/tags" Target="../tags/tag55.xml"/><Relationship Id="rId29" Type="http://schemas.openxmlformats.org/officeDocument/2006/relationships/slideLayout" Target="../slideLayouts/slideLayout18.xml"/><Relationship Id="rId11" Type="http://schemas.openxmlformats.org/officeDocument/2006/relationships/tags" Target="../tags/tag50.xml"/><Relationship Id="rId24" Type="http://schemas.openxmlformats.org/officeDocument/2006/relationships/tags" Target="../tags/tag63.xml"/><Relationship Id="rId32" Type="http://schemas.openxmlformats.org/officeDocument/2006/relationships/image" Target="../media/image67.png"/><Relationship Id="rId37" Type="http://schemas.openxmlformats.org/officeDocument/2006/relationships/image" Target="../media/image72.png"/><Relationship Id="rId40" Type="http://schemas.openxmlformats.org/officeDocument/2006/relationships/image" Target="../media/image75.png"/><Relationship Id="rId45" Type="http://schemas.openxmlformats.org/officeDocument/2006/relationships/image" Target="../media/image80.png"/><Relationship Id="rId53" Type="http://schemas.openxmlformats.org/officeDocument/2006/relationships/image" Target="../media/image88.png"/><Relationship Id="rId58" Type="http://schemas.openxmlformats.org/officeDocument/2006/relationships/image" Target="../media/image93.png"/><Relationship Id="rId66" Type="http://schemas.openxmlformats.org/officeDocument/2006/relationships/image" Target="../media/image101.png"/><Relationship Id="rId5" Type="http://schemas.openxmlformats.org/officeDocument/2006/relationships/tags" Target="../tags/tag44.xml"/><Relationship Id="rId61" Type="http://schemas.openxmlformats.org/officeDocument/2006/relationships/image" Target="../media/image96.png"/><Relationship Id="rId19" Type="http://schemas.openxmlformats.org/officeDocument/2006/relationships/tags" Target="../tags/tag58.xml"/><Relationship Id="rId14" Type="http://schemas.openxmlformats.org/officeDocument/2006/relationships/tags" Target="../tags/tag53.xml"/><Relationship Id="rId22" Type="http://schemas.openxmlformats.org/officeDocument/2006/relationships/tags" Target="../tags/tag61.xml"/><Relationship Id="rId27" Type="http://schemas.openxmlformats.org/officeDocument/2006/relationships/tags" Target="../tags/tag66.xml"/><Relationship Id="rId30" Type="http://schemas.openxmlformats.org/officeDocument/2006/relationships/notesSlide" Target="../notesSlides/notesSlide4.xml"/><Relationship Id="rId35" Type="http://schemas.openxmlformats.org/officeDocument/2006/relationships/image" Target="../media/image70.png"/><Relationship Id="rId43" Type="http://schemas.openxmlformats.org/officeDocument/2006/relationships/image" Target="../media/image78.png"/><Relationship Id="rId48" Type="http://schemas.openxmlformats.org/officeDocument/2006/relationships/image" Target="../media/image83.png"/><Relationship Id="rId56" Type="http://schemas.openxmlformats.org/officeDocument/2006/relationships/image" Target="../media/image91.png"/><Relationship Id="rId64" Type="http://schemas.openxmlformats.org/officeDocument/2006/relationships/image" Target="../media/image99.png"/><Relationship Id="rId8" Type="http://schemas.openxmlformats.org/officeDocument/2006/relationships/tags" Target="../tags/tag47.xml"/><Relationship Id="rId51" Type="http://schemas.openxmlformats.org/officeDocument/2006/relationships/image" Target="../media/image86.png"/><Relationship Id="rId3" Type="http://schemas.openxmlformats.org/officeDocument/2006/relationships/tags" Target="../tags/tag42.xml"/><Relationship Id="rId12" Type="http://schemas.openxmlformats.org/officeDocument/2006/relationships/tags" Target="../tags/tag51.xml"/><Relationship Id="rId17" Type="http://schemas.openxmlformats.org/officeDocument/2006/relationships/tags" Target="../tags/tag56.xml"/><Relationship Id="rId25" Type="http://schemas.openxmlformats.org/officeDocument/2006/relationships/tags" Target="../tags/tag64.xml"/><Relationship Id="rId33" Type="http://schemas.openxmlformats.org/officeDocument/2006/relationships/image" Target="../media/image68.png"/><Relationship Id="rId38" Type="http://schemas.openxmlformats.org/officeDocument/2006/relationships/image" Target="../media/image73.png"/><Relationship Id="rId46" Type="http://schemas.openxmlformats.org/officeDocument/2006/relationships/image" Target="../media/image81.png"/><Relationship Id="rId59" Type="http://schemas.openxmlformats.org/officeDocument/2006/relationships/image" Target="../media/image94.png"/><Relationship Id="rId67" Type="http://schemas.openxmlformats.org/officeDocument/2006/relationships/image" Target="../media/image102.png"/><Relationship Id="rId20" Type="http://schemas.openxmlformats.org/officeDocument/2006/relationships/tags" Target="../tags/tag59.xml"/><Relationship Id="rId41" Type="http://schemas.openxmlformats.org/officeDocument/2006/relationships/image" Target="../media/image76.png"/><Relationship Id="rId54" Type="http://schemas.openxmlformats.org/officeDocument/2006/relationships/image" Target="../media/image89.png"/><Relationship Id="rId62" Type="http://schemas.openxmlformats.org/officeDocument/2006/relationships/image" Target="../media/image97.png"/><Relationship Id="rId1" Type="http://schemas.openxmlformats.org/officeDocument/2006/relationships/tags" Target="../tags/tag40.xml"/><Relationship Id="rId6" Type="http://schemas.openxmlformats.org/officeDocument/2006/relationships/tags" Target="../tags/tag45.xml"/><Relationship Id="rId15" Type="http://schemas.openxmlformats.org/officeDocument/2006/relationships/tags" Target="../tags/tag54.xml"/><Relationship Id="rId23" Type="http://schemas.openxmlformats.org/officeDocument/2006/relationships/tags" Target="../tags/tag62.xml"/><Relationship Id="rId28" Type="http://schemas.openxmlformats.org/officeDocument/2006/relationships/tags" Target="../tags/tag67.xml"/><Relationship Id="rId36" Type="http://schemas.openxmlformats.org/officeDocument/2006/relationships/image" Target="../media/image71.png"/><Relationship Id="rId49" Type="http://schemas.openxmlformats.org/officeDocument/2006/relationships/image" Target="../media/image84.png"/><Relationship Id="rId57" Type="http://schemas.openxmlformats.org/officeDocument/2006/relationships/image" Target="../media/image92.png"/><Relationship Id="rId10" Type="http://schemas.openxmlformats.org/officeDocument/2006/relationships/tags" Target="../tags/tag49.xml"/><Relationship Id="rId31" Type="http://schemas.openxmlformats.org/officeDocument/2006/relationships/image" Target="../media/image66.png"/><Relationship Id="rId44" Type="http://schemas.openxmlformats.org/officeDocument/2006/relationships/image" Target="../media/image79.png"/><Relationship Id="rId52" Type="http://schemas.openxmlformats.org/officeDocument/2006/relationships/image" Target="../media/image87.png"/><Relationship Id="rId60" Type="http://schemas.openxmlformats.org/officeDocument/2006/relationships/image" Target="../media/image95.png"/><Relationship Id="rId65" Type="http://schemas.openxmlformats.org/officeDocument/2006/relationships/image" Target="../media/image100.png"/><Relationship Id="rId4" Type="http://schemas.openxmlformats.org/officeDocument/2006/relationships/tags" Target="../tags/tag43.xml"/><Relationship Id="rId9" Type="http://schemas.openxmlformats.org/officeDocument/2006/relationships/tags" Target="../tags/tag48.xml"/><Relationship Id="rId13" Type="http://schemas.openxmlformats.org/officeDocument/2006/relationships/tags" Target="../tags/tag52.xml"/><Relationship Id="rId18" Type="http://schemas.openxmlformats.org/officeDocument/2006/relationships/tags" Target="../tags/tag57.xml"/><Relationship Id="rId39" Type="http://schemas.openxmlformats.org/officeDocument/2006/relationships/image" Target="../media/image7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nvSpPr>
        <p:spPr>
          <a:xfrm>
            <a:off x="749055" y="1469062"/>
            <a:ext cx="5359890" cy="6417141"/>
          </a:xfrm>
          <a:prstGeom prst="rect">
            <a:avLst/>
          </a:prstGeom>
          <a:noFill/>
        </p:spPr>
        <p:txBody>
          <a:bodyPr wrap="square">
            <a:spAutoFit/>
          </a:bodyPr>
          <a:lstStyle/>
          <a:p>
            <a:pPr algn="ct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Long-Read Sequencing-Enhanced </a:t>
            </a:r>
            <a:r>
              <a:rPr lang="en-US" altLang="zh-CN" sz="4110" b="1" kern="2200" dirty="0" err="1">
                <a:latin typeface="Arial" panose="020B0604020202090204" pitchFamily="34" charset="0"/>
                <a:ea typeface="Microsoft YaHei" panose="020B0503020204020204" pitchFamily="34" charset="-122"/>
                <a:cs typeface="Times New Roman" panose="02020503050405090304" pitchFamily="18" charset="0"/>
              </a:rPr>
              <a:t>Immunopeptidomics</a:t>
            </a: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 Unveils</a:t>
            </a:r>
          </a:p>
          <a:p>
            <a:pPr algn="ct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Non-Canonical Neoepitopes for mRNA-</a:t>
            </a:r>
            <a:r>
              <a:rPr lang="en-US" altLang="zh-CN" sz="4110" b="1" kern="2200" dirty="0" err="1">
                <a:latin typeface="Arial" panose="020B0604020202090204" pitchFamily="34" charset="0"/>
                <a:ea typeface="Microsoft YaHei" panose="020B0503020204020204" pitchFamily="34" charset="-122"/>
                <a:cs typeface="Times New Roman" panose="02020503050405090304" pitchFamily="18" charset="0"/>
              </a:rPr>
              <a:t>LNP</a:t>
            </a: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 Vaccination against Pancreatic Cancer</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6" name="组合 1865"/>
          <p:cNvGrpSpPr/>
          <p:nvPr/>
        </p:nvGrpSpPr>
        <p:grpSpPr>
          <a:xfrm>
            <a:off x="411525" y="540632"/>
            <a:ext cx="6032750" cy="8794013"/>
            <a:chOff x="182238" y="338163"/>
            <a:chExt cx="6649991" cy="9693771"/>
          </a:xfrm>
        </p:grpSpPr>
        <p:sp>
          <p:nvSpPr>
            <p:cNvPr id="120" name="任意多边形: 形状 119"/>
            <p:cNvSpPr/>
            <p:nvPr/>
          </p:nvSpPr>
          <p:spPr>
            <a:xfrm>
              <a:off x="610062" y="2330972"/>
              <a:ext cx="323850" cy="161925"/>
            </a:xfrm>
            <a:custGeom>
              <a:avLst/>
              <a:gdLst>
                <a:gd name="csX0" fmla="*/ -19 w 323850"/>
                <a:gd name="csY0" fmla="*/ -30 h 161925"/>
                <a:gd name="csX1" fmla="*/ 323832 w 323850"/>
                <a:gd name="csY1" fmla="*/ -30 h 161925"/>
                <a:gd name="csX2" fmla="*/ 323832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2" y="-30"/>
                  </a:lnTo>
                  <a:lnTo>
                    <a:pt x="323832" y="161895"/>
                  </a:lnTo>
                  <a:lnTo>
                    <a:pt x="-19" y="161895"/>
                  </a:lnTo>
                  <a:close/>
                </a:path>
              </a:pathLst>
            </a:custGeom>
            <a:solidFill>
              <a:srgbClr val="221F20"/>
            </a:solidFill>
            <a:ln w="9525" cap="flat">
              <a:noFill/>
              <a:prstDash val="solid"/>
              <a:round/>
            </a:ln>
          </p:spPr>
          <p:txBody>
            <a:bodyPr/>
            <a:lstStyle/>
            <a:p>
              <a:endParaRPr lang="zh-CN" altLang="en-US" sz="2190"/>
            </a:p>
          </p:txBody>
        </p:sp>
        <p:sp>
          <p:nvSpPr>
            <p:cNvPr id="121" name="任意多边形: 形状 120"/>
            <p:cNvSpPr/>
            <p:nvPr/>
          </p:nvSpPr>
          <p:spPr>
            <a:xfrm>
              <a:off x="1124412" y="2330972"/>
              <a:ext cx="323850" cy="161925"/>
            </a:xfrm>
            <a:custGeom>
              <a:avLst/>
              <a:gdLst>
                <a:gd name="csX0" fmla="*/ -19 w 323850"/>
                <a:gd name="csY0" fmla="*/ -30 h 161925"/>
                <a:gd name="csX1" fmla="*/ 323831 w 323850"/>
                <a:gd name="csY1" fmla="*/ -30 h 161925"/>
                <a:gd name="csX2" fmla="*/ 323831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1" y="-30"/>
                  </a:lnTo>
                  <a:lnTo>
                    <a:pt x="323831" y="161895"/>
                  </a:lnTo>
                  <a:lnTo>
                    <a:pt x="-19" y="161895"/>
                  </a:lnTo>
                  <a:close/>
                </a:path>
              </a:pathLst>
            </a:custGeom>
            <a:solidFill>
              <a:srgbClr val="221F20"/>
            </a:solidFill>
            <a:ln w="9525" cap="flat">
              <a:noFill/>
              <a:prstDash val="solid"/>
              <a:round/>
            </a:ln>
          </p:spPr>
          <p:txBody>
            <a:bodyPr/>
            <a:lstStyle/>
            <a:p>
              <a:endParaRPr lang="zh-CN" altLang="en-US" sz="2190"/>
            </a:p>
          </p:txBody>
        </p:sp>
        <p:sp>
          <p:nvSpPr>
            <p:cNvPr id="122" name="任意多边形: 形状 121"/>
            <p:cNvSpPr/>
            <p:nvPr/>
          </p:nvSpPr>
          <p:spPr>
            <a:xfrm>
              <a:off x="1610187" y="233097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221F20"/>
            </a:solidFill>
            <a:ln w="9525" cap="flat">
              <a:noFill/>
              <a:prstDash val="solid"/>
              <a:round/>
            </a:ln>
          </p:spPr>
          <p:txBody>
            <a:bodyPr/>
            <a:lstStyle/>
            <a:p>
              <a:endParaRPr lang="zh-CN" altLang="en-US" sz="2190"/>
            </a:p>
          </p:txBody>
        </p:sp>
        <p:sp>
          <p:nvSpPr>
            <p:cNvPr id="123" name="任意多边形: 形状 122"/>
            <p:cNvSpPr/>
            <p:nvPr/>
          </p:nvSpPr>
          <p:spPr>
            <a:xfrm>
              <a:off x="1019637" y="2169048"/>
              <a:ext cx="200029" cy="304800"/>
            </a:xfrm>
            <a:custGeom>
              <a:avLst/>
              <a:gdLst>
                <a:gd name="csX0" fmla="*/ 102 w 200029"/>
                <a:gd name="csY0" fmla="*/ 10713 h 304800"/>
                <a:gd name="csX1" fmla="*/ 188795 w 200029"/>
                <a:gd name="csY1" fmla="*/ 304683 h 304800"/>
                <a:gd name="csX2" fmla="*/ 199939 w 200029"/>
                <a:gd name="csY2" fmla="*/ 293729 h 304800"/>
                <a:gd name="csX3" fmla="*/ 11243 w 200029"/>
                <a:gd name="csY3" fmla="*/ 121 h 304800"/>
                <a:gd name="csX4" fmla="*/ 102 w 200029"/>
                <a:gd name="csY4" fmla="*/ 10713 h 304800"/>
              </a:gdLst>
              <a:ahLst/>
              <a:cxnLst>
                <a:cxn ang="0">
                  <a:pos x="csX0" y="csY0"/>
                </a:cxn>
                <a:cxn ang="0">
                  <a:pos x="csX1" y="csY1"/>
                </a:cxn>
                <a:cxn ang="0">
                  <a:pos x="csX2" y="csY2"/>
                </a:cxn>
                <a:cxn ang="0">
                  <a:pos x="csX3" y="csY3"/>
                </a:cxn>
                <a:cxn ang="0">
                  <a:pos x="csX4" y="csY4"/>
                </a:cxn>
              </a:cxnLst>
              <a:rect l="l" t="t" r="r" b="b"/>
              <a:pathLst>
                <a:path w="200029" h="304800">
                  <a:moveTo>
                    <a:pt x="102" y="10713"/>
                  </a:moveTo>
                  <a:lnTo>
                    <a:pt x="188795" y="304683"/>
                  </a:lnTo>
                  <a:cubicBezTo>
                    <a:pt x="189509" y="305779"/>
                    <a:pt x="201016" y="296282"/>
                    <a:pt x="199939" y="293729"/>
                  </a:cubicBezTo>
                  <a:lnTo>
                    <a:pt x="11243" y="121"/>
                  </a:lnTo>
                  <a:cubicBezTo>
                    <a:pt x="10525" y="-1336"/>
                    <a:pt x="-1336" y="8151"/>
                    <a:pt x="102" y="10713"/>
                  </a:cubicBezTo>
                </a:path>
              </a:pathLst>
            </a:custGeom>
            <a:solidFill>
              <a:srgbClr val="221F20"/>
            </a:solidFill>
            <a:ln w="9525" cap="flat">
              <a:noFill/>
              <a:prstDash val="solid"/>
              <a:round/>
            </a:ln>
          </p:spPr>
          <p:txBody>
            <a:bodyPr/>
            <a:lstStyle/>
            <a:p>
              <a:endParaRPr lang="zh-CN" altLang="en-US" sz="2190"/>
            </a:p>
          </p:txBody>
        </p:sp>
        <p:sp>
          <p:nvSpPr>
            <p:cNvPr id="124" name="任意多边形: 形状 123"/>
            <p:cNvSpPr/>
            <p:nvPr/>
          </p:nvSpPr>
          <p:spPr>
            <a:xfrm>
              <a:off x="838661" y="2169044"/>
              <a:ext cx="200026" cy="295279"/>
            </a:xfrm>
            <a:custGeom>
              <a:avLst/>
              <a:gdLst>
                <a:gd name="csX0" fmla="*/ 199885 w 200026"/>
                <a:gd name="csY0" fmla="*/ 10326 h 295279"/>
                <a:gd name="csX1" fmla="*/ 11744 w 200026"/>
                <a:gd name="csY1" fmla="*/ 295104 h 295279"/>
                <a:gd name="csX2" fmla="*/ 100 w 200026"/>
                <a:gd name="csY2" fmla="*/ 284541 h 295279"/>
                <a:gd name="csX3" fmla="*/ 188239 w 200026"/>
                <a:gd name="csY3" fmla="*/ 115 h 295279"/>
                <a:gd name="csX4" fmla="*/ 199885 w 200026"/>
                <a:gd name="csY4" fmla="*/ 10326 h 295279"/>
              </a:gdLst>
              <a:ahLst/>
              <a:cxnLst>
                <a:cxn ang="0">
                  <a:pos x="csX0" y="csY0"/>
                </a:cxn>
                <a:cxn ang="0">
                  <a:pos x="csX1" y="csY1"/>
                </a:cxn>
                <a:cxn ang="0">
                  <a:pos x="csX2" y="csY2"/>
                </a:cxn>
                <a:cxn ang="0">
                  <a:pos x="csX3" y="csY3"/>
                </a:cxn>
                <a:cxn ang="0">
                  <a:pos x="csX4" y="csY4"/>
                </a:cxn>
              </a:cxnLst>
              <a:rect l="l" t="t" r="r" b="b"/>
              <a:pathLst>
                <a:path w="200026" h="295279">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5" name="任意多边形: 形状 124"/>
            <p:cNvSpPr/>
            <p:nvPr/>
          </p:nvSpPr>
          <p:spPr>
            <a:xfrm>
              <a:off x="1524461" y="2178572"/>
              <a:ext cx="180980" cy="257176"/>
            </a:xfrm>
            <a:custGeom>
              <a:avLst/>
              <a:gdLst>
                <a:gd name="csX0" fmla="*/ 106 w 180980"/>
                <a:gd name="csY0" fmla="*/ 10324 h 257176"/>
                <a:gd name="csX1" fmla="*/ 168984 w 180980"/>
                <a:gd name="csY1" fmla="*/ 257107 h 257176"/>
                <a:gd name="csX2" fmla="*/ 180890 w 180980"/>
                <a:gd name="csY2" fmla="*/ 246839 h 257176"/>
                <a:gd name="csX3" fmla="*/ 12012 w 180980"/>
                <a:gd name="csY3" fmla="*/ 56 h 257176"/>
                <a:gd name="csX4" fmla="*/ 106 w 180980"/>
                <a:gd name="csY4" fmla="*/ 10324 h 257176"/>
              </a:gdLst>
              <a:ahLst/>
              <a:cxnLst>
                <a:cxn ang="0">
                  <a:pos x="csX0" y="csY0"/>
                </a:cxn>
                <a:cxn ang="0">
                  <a:pos x="csX1" y="csY1"/>
                </a:cxn>
                <a:cxn ang="0">
                  <a:pos x="csX2" y="csY2"/>
                </a:cxn>
                <a:cxn ang="0">
                  <a:pos x="csX3" y="csY3"/>
                </a:cxn>
                <a:cxn ang="0">
                  <a:pos x="csX4" y="csY4"/>
                </a:cxn>
              </a:cxnLst>
              <a:rect l="l" t="t" r="r" b="b"/>
              <a:pathLst>
                <a:path w="180980" h="257176">
                  <a:moveTo>
                    <a:pt x="106" y="10324"/>
                  </a:moveTo>
                  <a:lnTo>
                    <a:pt x="168984" y="257107"/>
                  </a:lnTo>
                  <a:cubicBezTo>
                    <a:pt x="169727" y="257812"/>
                    <a:pt x="182004" y="248963"/>
                    <a:pt x="180890" y="246839"/>
                  </a:cubicBezTo>
                  <a:lnTo>
                    <a:pt x="12012" y="56"/>
                  </a:lnTo>
                  <a:cubicBezTo>
                    <a:pt x="10897" y="-1011"/>
                    <a:pt x="-1380" y="8199"/>
                    <a:pt x="106" y="10324"/>
                  </a:cubicBezTo>
                </a:path>
              </a:pathLst>
            </a:custGeom>
            <a:solidFill>
              <a:srgbClr val="221F20"/>
            </a:solidFill>
            <a:ln w="9525" cap="flat">
              <a:noFill/>
              <a:prstDash val="solid"/>
              <a:round/>
            </a:ln>
          </p:spPr>
          <p:txBody>
            <a:bodyPr/>
            <a:lstStyle/>
            <a:p>
              <a:endParaRPr lang="zh-CN" altLang="en-US" sz="2190"/>
            </a:p>
          </p:txBody>
        </p:sp>
        <p:sp>
          <p:nvSpPr>
            <p:cNvPr id="126" name="任意多边形: 形状 125"/>
            <p:cNvSpPr/>
            <p:nvPr/>
          </p:nvSpPr>
          <p:spPr>
            <a:xfrm>
              <a:off x="1343483" y="2169043"/>
              <a:ext cx="200026" cy="295276"/>
            </a:xfrm>
            <a:custGeom>
              <a:avLst/>
              <a:gdLst>
                <a:gd name="csX0" fmla="*/ 199885 w 200026"/>
                <a:gd name="csY0" fmla="*/ 10365 h 295276"/>
                <a:gd name="csX1" fmla="*/ 11624 w 200026"/>
                <a:gd name="csY1" fmla="*/ 295163 h 295276"/>
                <a:gd name="csX2" fmla="*/ 98 w 200026"/>
                <a:gd name="csY2" fmla="*/ 284561 h 295276"/>
                <a:gd name="csX3" fmla="*/ 188731 w 200026"/>
                <a:gd name="csY3" fmla="*/ 116 h 295276"/>
                <a:gd name="csX4" fmla="*/ 199885 w 200026"/>
                <a:gd name="csY4" fmla="*/ 10365 h 295276"/>
              </a:gdLst>
              <a:ahLst/>
              <a:cxnLst>
                <a:cxn ang="0">
                  <a:pos x="csX0" y="csY0"/>
                </a:cxn>
                <a:cxn ang="0">
                  <a:pos x="csX1" y="csY1"/>
                </a:cxn>
                <a:cxn ang="0">
                  <a:pos x="csX2" y="csY2"/>
                </a:cxn>
                <a:cxn ang="0">
                  <a:pos x="csX3" y="csY3"/>
                </a:cxn>
                <a:cxn ang="0">
                  <a:pos x="csX4" y="csY4"/>
                </a:cxn>
              </a:cxnLst>
              <a:rect l="l" t="t" r="r" b="b"/>
              <a:pathLst>
                <a:path w="200026" h="295276">
                  <a:moveTo>
                    <a:pt x="199885" y="10365"/>
                  </a:moveTo>
                  <a:lnTo>
                    <a:pt x="11624" y="295163"/>
                  </a:lnTo>
                  <a:cubicBezTo>
                    <a:pt x="10900" y="296220"/>
                    <a:pt x="-1340" y="287038"/>
                    <a:pt x="98" y="284561"/>
                  </a:cubicBezTo>
                  <a:lnTo>
                    <a:pt x="188731" y="116"/>
                  </a:lnTo>
                  <a:cubicBezTo>
                    <a:pt x="189446" y="-1294"/>
                    <a:pt x="201333" y="7898"/>
                    <a:pt x="199885" y="10365"/>
                  </a:cubicBezTo>
                </a:path>
              </a:pathLst>
            </a:custGeom>
            <a:solidFill>
              <a:srgbClr val="221F20"/>
            </a:solidFill>
            <a:ln w="9525" cap="flat">
              <a:noFill/>
              <a:prstDash val="solid"/>
              <a:round/>
            </a:ln>
          </p:spPr>
          <p:txBody>
            <a:bodyPr/>
            <a:lstStyle/>
            <a:p>
              <a:endParaRPr lang="zh-CN" altLang="en-US" sz="2190"/>
            </a:p>
          </p:txBody>
        </p:sp>
        <p:sp>
          <p:nvSpPr>
            <p:cNvPr id="127" name="任意多边形: 形状 126"/>
            <p:cNvSpPr/>
            <p:nvPr/>
          </p:nvSpPr>
          <p:spPr>
            <a:xfrm>
              <a:off x="838661" y="2816745"/>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8" name="任意多边形: 形状 127"/>
            <p:cNvSpPr/>
            <p:nvPr/>
          </p:nvSpPr>
          <p:spPr>
            <a:xfrm>
              <a:off x="838661" y="2483369"/>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9" name="任意多边形: 形状 128"/>
            <p:cNvSpPr/>
            <p:nvPr/>
          </p:nvSpPr>
          <p:spPr>
            <a:xfrm>
              <a:off x="610062" y="2654822"/>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0" name="任意多边形: 形状 129"/>
            <p:cNvSpPr/>
            <p:nvPr/>
          </p:nvSpPr>
          <p:spPr>
            <a:xfrm>
              <a:off x="1019637" y="2492893"/>
              <a:ext cx="200029" cy="295278"/>
            </a:xfrm>
            <a:custGeom>
              <a:avLst/>
              <a:gdLst>
                <a:gd name="csX0" fmla="*/ 102 w 200029"/>
                <a:gd name="csY0" fmla="*/ 10374 h 295278"/>
                <a:gd name="csX1" fmla="*/ 188795 w 200029"/>
                <a:gd name="csY1" fmla="*/ 295162 h 295278"/>
                <a:gd name="csX2" fmla="*/ 199939 w 200029"/>
                <a:gd name="csY2" fmla="*/ 284552 h 295278"/>
                <a:gd name="csX3" fmla="*/ 11243 w 200029"/>
                <a:gd name="csY3" fmla="*/ 116 h 295278"/>
                <a:gd name="csX4" fmla="*/ 102 w 200029"/>
                <a:gd name="csY4" fmla="*/ 10374 h 295278"/>
              </a:gdLst>
              <a:ahLst/>
              <a:cxnLst>
                <a:cxn ang="0">
                  <a:pos x="csX0" y="csY0"/>
                </a:cxn>
                <a:cxn ang="0">
                  <a:pos x="csX1" y="csY1"/>
                </a:cxn>
                <a:cxn ang="0">
                  <a:pos x="csX2" y="csY2"/>
                </a:cxn>
                <a:cxn ang="0">
                  <a:pos x="csX3" y="csY3"/>
                </a:cxn>
                <a:cxn ang="0">
                  <a:pos x="csX4" y="csY4"/>
                </a:cxn>
              </a:cxnLst>
              <a:rect l="l" t="t" r="r" b="b"/>
              <a:pathLst>
                <a:path w="200029" h="295278">
                  <a:moveTo>
                    <a:pt x="102" y="10374"/>
                  </a:moveTo>
                  <a:lnTo>
                    <a:pt x="188795" y="295162"/>
                  </a:lnTo>
                  <a:cubicBezTo>
                    <a:pt x="189509" y="296229"/>
                    <a:pt x="201016" y="287028"/>
                    <a:pt x="199939" y="284552"/>
                  </a:cubicBezTo>
                  <a:lnTo>
                    <a:pt x="11243" y="116"/>
                  </a:lnTo>
                  <a:cubicBezTo>
                    <a:pt x="10524"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31" name="任意多边形: 形状 130"/>
            <p:cNvSpPr/>
            <p:nvPr/>
          </p:nvSpPr>
          <p:spPr>
            <a:xfrm>
              <a:off x="1343483" y="2483373"/>
              <a:ext cx="200026" cy="304800"/>
            </a:xfrm>
            <a:custGeom>
              <a:avLst/>
              <a:gdLst>
                <a:gd name="csX0" fmla="*/ 199885 w 200026"/>
                <a:gd name="csY0" fmla="*/ 10694 h 304800"/>
                <a:gd name="csX1" fmla="*/ 11624 w 200026"/>
                <a:gd name="csY1" fmla="*/ 304683 h 304800"/>
                <a:gd name="csX2" fmla="*/ 98 w 200026"/>
                <a:gd name="csY2" fmla="*/ 293739 h 304800"/>
                <a:gd name="csX3" fmla="*/ 188731 w 200026"/>
                <a:gd name="csY3" fmla="*/ 121 h 304800"/>
                <a:gd name="csX4" fmla="*/ 199885 w 200026"/>
                <a:gd name="csY4" fmla="*/ 10694 h 304800"/>
              </a:gdLst>
              <a:ahLst/>
              <a:cxnLst>
                <a:cxn ang="0">
                  <a:pos x="csX0" y="csY0"/>
                </a:cxn>
                <a:cxn ang="0">
                  <a:pos x="csX1" y="csY1"/>
                </a:cxn>
                <a:cxn ang="0">
                  <a:pos x="csX2" y="csY2"/>
                </a:cxn>
                <a:cxn ang="0">
                  <a:pos x="csX3" y="csY3"/>
                </a:cxn>
                <a:cxn ang="0">
                  <a:pos x="csX4" y="csY4"/>
                </a:cxn>
              </a:cxnLst>
              <a:rect l="l" t="t" r="r" b="b"/>
              <a:pathLst>
                <a:path w="200026" h="304800">
                  <a:moveTo>
                    <a:pt x="199885" y="10694"/>
                  </a:moveTo>
                  <a:lnTo>
                    <a:pt x="11624" y="304683"/>
                  </a:lnTo>
                  <a:cubicBezTo>
                    <a:pt x="10900" y="305779"/>
                    <a:pt x="-1340" y="296292"/>
                    <a:pt x="98" y="293739"/>
                  </a:cubicBezTo>
                  <a:lnTo>
                    <a:pt x="188731" y="121"/>
                  </a:lnTo>
                  <a:cubicBezTo>
                    <a:pt x="189446" y="-1336"/>
                    <a:pt x="201333" y="8141"/>
                    <a:pt x="199885" y="10694"/>
                  </a:cubicBezTo>
                </a:path>
              </a:pathLst>
            </a:custGeom>
            <a:solidFill>
              <a:srgbClr val="221F20"/>
            </a:solidFill>
            <a:ln w="9525" cap="flat">
              <a:noFill/>
              <a:prstDash val="solid"/>
              <a:round/>
            </a:ln>
          </p:spPr>
          <p:txBody>
            <a:bodyPr/>
            <a:lstStyle/>
            <a:p>
              <a:endParaRPr lang="zh-CN" altLang="en-US" sz="2190"/>
            </a:p>
          </p:txBody>
        </p:sp>
        <p:sp>
          <p:nvSpPr>
            <p:cNvPr id="132" name="任意多边形: 形状 131"/>
            <p:cNvSpPr/>
            <p:nvPr/>
          </p:nvSpPr>
          <p:spPr>
            <a:xfrm>
              <a:off x="1524464" y="2492893"/>
              <a:ext cx="200026" cy="295278"/>
            </a:xfrm>
            <a:custGeom>
              <a:avLst/>
              <a:gdLst>
                <a:gd name="csX0" fmla="*/ 102 w 200026"/>
                <a:gd name="csY0" fmla="*/ 10374 h 295278"/>
                <a:gd name="csX1" fmla="*/ 188792 w 200026"/>
                <a:gd name="csY1" fmla="*/ 295162 h 295278"/>
                <a:gd name="csX2" fmla="*/ 199936 w 200026"/>
                <a:gd name="csY2" fmla="*/ 284552 h 295278"/>
                <a:gd name="csX3" fmla="*/ 11237 w 200026"/>
                <a:gd name="csY3" fmla="*/ 116 h 295278"/>
                <a:gd name="csX4" fmla="*/ 102 w 200026"/>
                <a:gd name="csY4" fmla="*/ 10374 h 295278"/>
              </a:gdLst>
              <a:ahLst/>
              <a:cxnLst>
                <a:cxn ang="0">
                  <a:pos x="csX0" y="csY0"/>
                </a:cxn>
                <a:cxn ang="0">
                  <a:pos x="csX1" y="csY1"/>
                </a:cxn>
                <a:cxn ang="0">
                  <a:pos x="csX2" y="csY2"/>
                </a:cxn>
                <a:cxn ang="0">
                  <a:pos x="csX3" y="csY3"/>
                </a:cxn>
                <a:cxn ang="0">
                  <a:pos x="csX4" y="csY4"/>
                </a:cxn>
              </a:cxnLst>
              <a:rect l="l" t="t" r="r" b="b"/>
              <a:pathLst>
                <a:path w="200026" h="295278">
                  <a:moveTo>
                    <a:pt x="102" y="10374"/>
                  </a:moveTo>
                  <a:lnTo>
                    <a:pt x="188792" y="295162"/>
                  </a:lnTo>
                  <a:cubicBezTo>
                    <a:pt x="189506" y="296229"/>
                    <a:pt x="201013" y="287028"/>
                    <a:pt x="199936" y="284552"/>
                  </a:cubicBezTo>
                  <a:lnTo>
                    <a:pt x="11237" y="116"/>
                  </a:lnTo>
                  <a:cubicBezTo>
                    <a:pt x="10522"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33" name="任意多边形: 形状 132"/>
            <p:cNvSpPr/>
            <p:nvPr/>
          </p:nvSpPr>
          <p:spPr>
            <a:xfrm>
              <a:off x="1124412" y="265482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4" name="任意多边形: 形状 133"/>
            <p:cNvSpPr/>
            <p:nvPr/>
          </p:nvSpPr>
          <p:spPr>
            <a:xfrm>
              <a:off x="1019637" y="2816748"/>
              <a:ext cx="200029" cy="304800"/>
            </a:xfrm>
            <a:custGeom>
              <a:avLst/>
              <a:gdLst>
                <a:gd name="csX0" fmla="*/ 102 w 200029"/>
                <a:gd name="csY0" fmla="*/ 10713 h 304800"/>
                <a:gd name="csX1" fmla="*/ 188795 w 200029"/>
                <a:gd name="csY1" fmla="*/ 304683 h 304800"/>
                <a:gd name="csX2" fmla="*/ 199939 w 200029"/>
                <a:gd name="csY2" fmla="*/ 293730 h 304800"/>
                <a:gd name="csX3" fmla="*/ 11243 w 200029"/>
                <a:gd name="csY3" fmla="*/ 121 h 304800"/>
                <a:gd name="csX4" fmla="*/ 102 w 200029"/>
                <a:gd name="csY4" fmla="*/ 10713 h 304800"/>
              </a:gdLst>
              <a:ahLst/>
              <a:cxnLst>
                <a:cxn ang="0">
                  <a:pos x="csX0" y="csY0"/>
                </a:cxn>
                <a:cxn ang="0">
                  <a:pos x="csX1" y="csY1"/>
                </a:cxn>
                <a:cxn ang="0">
                  <a:pos x="csX2" y="csY2"/>
                </a:cxn>
                <a:cxn ang="0">
                  <a:pos x="csX3" y="csY3"/>
                </a:cxn>
                <a:cxn ang="0">
                  <a:pos x="csX4" y="csY4"/>
                </a:cxn>
              </a:cxnLst>
              <a:rect l="l" t="t" r="r" b="b"/>
              <a:pathLst>
                <a:path w="200029" h="304800">
                  <a:moveTo>
                    <a:pt x="102" y="10713"/>
                  </a:moveTo>
                  <a:lnTo>
                    <a:pt x="188795" y="304683"/>
                  </a:lnTo>
                  <a:cubicBezTo>
                    <a:pt x="189509" y="305779"/>
                    <a:pt x="201016" y="296282"/>
                    <a:pt x="199939" y="293730"/>
                  </a:cubicBezTo>
                  <a:lnTo>
                    <a:pt x="11243" y="121"/>
                  </a:lnTo>
                  <a:cubicBezTo>
                    <a:pt x="10525" y="-1336"/>
                    <a:pt x="-1336" y="8151"/>
                    <a:pt x="102" y="10713"/>
                  </a:cubicBezTo>
                </a:path>
              </a:pathLst>
            </a:custGeom>
            <a:solidFill>
              <a:srgbClr val="221F20"/>
            </a:solidFill>
            <a:ln w="9525" cap="flat">
              <a:noFill/>
              <a:prstDash val="solid"/>
              <a:round/>
            </a:ln>
          </p:spPr>
          <p:txBody>
            <a:bodyPr/>
            <a:lstStyle/>
            <a:p>
              <a:endParaRPr lang="zh-CN" altLang="en-US" sz="2190"/>
            </a:p>
          </p:txBody>
        </p:sp>
        <p:sp>
          <p:nvSpPr>
            <p:cNvPr id="135" name="任意多边形: 形状 134"/>
            <p:cNvSpPr/>
            <p:nvPr/>
          </p:nvSpPr>
          <p:spPr>
            <a:xfrm>
              <a:off x="1610187" y="265482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6" name="任意多边形: 形状 135"/>
            <p:cNvSpPr/>
            <p:nvPr/>
          </p:nvSpPr>
          <p:spPr>
            <a:xfrm>
              <a:off x="610062" y="2988197"/>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A8DADC"/>
            </a:solidFill>
            <a:ln w="9525" cap="flat">
              <a:noFill/>
              <a:prstDash val="solid"/>
              <a:round/>
            </a:ln>
          </p:spPr>
          <p:txBody>
            <a:bodyPr/>
            <a:lstStyle/>
            <a:p>
              <a:endParaRPr lang="zh-CN" altLang="en-US" sz="2190"/>
            </a:p>
          </p:txBody>
        </p:sp>
        <p:sp>
          <p:nvSpPr>
            <p:cNvPr id="137" name="任意多边形: 形状 136"/>
            <p:cNvSpPr/>
            <p:nvPr/>
          </p:nvSpPr>
          <p:spPr>
            <a:xfrm>
              <a:off x="1124412" y="2988197"/>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A8DADC"/>
            </a:solidFill>
            <a:ln w="9525" cap="flat">
              <a:noFill/>
              <a:prstDash val="solid"/>
              <a:round/>
            </a:ln>
          </p:spPr>
          <p:txBody>
            <a:bodyPr/>
            <a:lstStyle/>
            <a:p>
              <a:endParaRPr lang="zh-CN" altLang="en-US" sz="2190"/>
            </a:p>
          </p:txBody>
        </p:sp>
        <p:sp>
          <p:nvSpPr>
            <p:cNvPr id="138" name="任意多边形: 形状 137"/>
            <p:cNvSpPr/>
            <p:nvPr/>
          </p:nvSpPr>
          <p:spPr>
            <a:xfrm>
              <a:off x="1772107" y="343587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39" name="任意多边形: 形状 138"/>
            <p:cNvSpPr/>
            <p:nvPr/>
          </p:nvSpPr>
          <p:spPr>
            <a:xfrm>
              <a:off x="1734015" y="3426347"/>
              <a:ext cx="28573" cy="9526"/>
            </a:xfrm>
            <a:custGeom>
              <a:avLst/>
              <a:gdLst>
                <a:gd name="csX0" fmla="*/ 20037 w 28573"/>
                <a:gd name="csY0" fmla="*/ 9399 h 9526"/>
                <a:gd name="csX1" fmla="*/ 301 w 28573"/>
                <a:gd name="csY1" fmla="*/ 2988 h 9526"/>
                <a:gd name="csX2" fmla="*/ 8331 w 28573"/>
                <a:gd name="csY2" fmla="*/ 141 h 9526"/>
                <a:gd name="csX3" fmla="*/ 28400 w 28573"/>
                <a:gd name="csY3" fmla="*/ 6313 h 9526"/>
                <a:gd name="csX4" fmla="*/ 20037 w 28573"/>
                <a:gd name="csY4" fmla="*/ 9399 h 9526"/>
              </a:gdLst>
              <a:ahLst/>
              <a:cxnLst>
                <a:cxn ang="0">
                  <a:pos x="csX0" y="csY0"/>
                </a:cxn>
                <a:cxn ang="0">
                  <a:pos x="csX1" y="csY1"/>
                </a:cxn>
                <a:cxn ang="0">
                  <a:pos x="csX2" y="csY2"/>
                </a:cxn>
                <a:cxn ang="0">
                  <a:pos x="csX3" y="csY3"/>
                </a:cxn>
                <a:cxn ang="0">
                  <a:pos x="csX4" y="csY4"/>
                </a:cxn>
              </a:cxnLst>
              <a:rect l="l" t="t" r="r" b="b"/>
              <a:pathLst>
                <a:path w="28573" h="9526">
                  <a:moveTo>
                    <a:pt x="20037" y="9399"/>
                  </a:moveTo>
                  <a:lnTo>
                    <a:pt x="301" y="2988"/>
                  </a:lnTo>
                  <a:cubicBezTo>
                    <a:pt x="-1709" y="2512"/>
                    <a:pt x="6321" y="-812"/>
                    <a:pt x="8331" y="141"/>
                  </a:cubicBezTo>
                  <a:lnTo>
                    <a:pt x="28400" y="6313"/>
                  </a:lnTo>
                  <a:cubicBezTo>
                    <a:pt x="29733" y="6779"/>
                    <a:pt x="22037" y="10104"/>
                    <a:pt x="20037" y="9399"/>
                  </a:cubicBezTo>
                </a:path>
              </a:pathLst>
            </a:custGeom>
            <a:solidFill>
              <a:srgbClr val="221F20"/>
            </a:solidFill>
            <a:ln w="9525" cap="flat">
              <a:noFill/>
              <a:prstDash val="solid"/>
              <a:round/>
            </a:ln>
          </p:spPr>
          <p:txBody>
            <a:bodyPr/>
            <a:lstStyle/>
            <a:p>
              <a:endParaRPr lang="zh-CN" altLang="en-US" sz="2190"/>
            </a:p>
          </p:txBody>
        </p:sp>
        <p:sp>
          <p:nvSpPr>
            <p:cNvPr id="140" name="任意多边形: 形状 139"/>
            <p:cNvSpPr/>
            <p:nvPr/>
          </p:nvSpPr>
          <p:spPr>
            <a:xfrm>
              <a:off x="1695907" y="3407294"/>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1" name="任意多边形: 形状 140"/>
            <p:cNvSpPr/>
            <p:nvPr/>
          </p:nvSpPr>
          <p:spPr>
            <a:xfrm>
              <a:off x="1667340" y="3388248"/>
              <a:ext cx="28573" cy="19048"/>
            </a:xfrm>
            <a:custGeom>
              <a:avLst/>
              <a:gdLst>
                <a:gd name="csX0" fmla="*/ 20037 w 28573"/>
                <a:gd name="csY0" fmla="*/ 18818 h 19048"/>
                <a:gd name="csX1" fmla="*/ 301 w 28573"/>
                <a:gd name="csY1" fmla="*/ 6007 h 19048"/>
                <a:gd name="csX2" fmla="*/ 833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3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2" name="任意多边形: 形状 141"/>
            <p:cNvSpPr/>
            <p:nvPr/>
          </p:nvSpPr>
          <p:spPr>
            <a:xfrm>
              <a:off x="1629240" y="3378719"/>
              <a:ext cx="28575" cy="9530"/>
            </a:xfrm>
            <a:custGeom>
              <a:avLst/>
              <a:gdLst>
                <a:gd name="csX0" fmla="*/ 19142 w 28575"/>
                <a:gd name="csY0" fmla="*/ 9393 h 9530"/>
                <a:gd name="csX1" fmla="*/ 149 w 28575"/>
                <a:gd name="csY1" fmla="*/ 3440 h 9530"/>
                <a:gd name="csX2" fmla="*/ 9455 w 28575"/>
                <a:gd name="csY2" fmla="*/ 77 h 9530"/>
                <a:gd name="csX3" fmla="*/ 28457 w 28575"/>
                <a:gd name="csY3" fmla="*/ 6031 h 9530"/>
                <a:gd name="csX4" fmla="*/ 19142 w 28575"/>
                <a:gd name="csY4" fmla="*/ 9393 h 9530"/>
              </a:gdLst>
              <a:ahLst/>
              <a:cxnLst>
                <a:cxn ang="0">
                  <a:pos x="csX0" y="csY0"/>
                </a:cxn>
                <a:cxn ang="0">
                  <a:pos x="csX1" y="csY1"/>
                </a:cxn>
                <a:cxn ang="0">
                  <a:pos x="csX2" y="csY2"/>
                </a:cxn>
                <a:cxn ang="0">
                  <a:pos x="csX3" y="csY3"/>
                </a:cxn>
                <a:cxn ang="0">
                  <a:pos x="csX4" y="csY4"/>
                </a:cxn>
              </a:cxnLst>
              <a:rect l="l" t="t" r="r" b="b"/>
              <a:pathLst>
                <a:path w="28575" h="9530">
                  <a:moveTo>
                    <a:pt x="19142" y="9393"/>
                  </a:moveTo>
                  <a:lnTo>
                    <a:pt x="149" y="3440"/>
                  </a:lnTo>
                  <a:cubicBezTo>
                    <a:pt x="-1347" y="2925"/>
                    <a:pt x="7597" y="-694"/>
                    <a:pt x="9455" y="77"/>
                  </a:cubicBezTo>
                  <a:lnTo>
                    <a:pt x="28457" y="6031"/>
                  </a:lnTo>
                  <a:cubicBezTo>
                    <a:pt x="29571" y="6545"/>
                    <a:pt x="20999" y="10165"/>
                    <a:pt x="19142" y="9393"/>
                  </a:cubicBezTo>
                </a:path>
              </a:pathLst>
            </a:custGeom>
            <a:solidFill>
              <a:srgbClr val="221F20"/>
            </a:solidFill>
            <a:ln w="9525" cap="flat">
              <a:noFill/>
              <a:prstDash val="solid"/>
              <a:round/>
            </a:ln>
          </p:spPr>
          <p:txBody>
            <a:bodyPr/>
            <a:lstStyle/>
            <a:p>
              <a:endParaRPr lang="zh-CN" altLang="en-US" sz="2190"/>
            </a:p>
          </p:txBody>
        </p:sp>
        <p:sp>
          <p:nvSpPr>
            <p:cNvPr id="143" name="任意多边形: 形状 142"/>
            <p:cNvSpPr/>
            <p:nvPr/>
          </p:nvSpPr>
          <p:spPr>
            <a:xfrm>
              <a:off x="1591140" y="3359673"/>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4" name="任意多边形: 形状 143"/>
            <p:cNvSpPr/>
            <p:nvPr/>
          </p:nvSpPr>
          <p:spPr>
            <a:xfrm>
              <a:off x="1562557" y="334062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45" name="任意多边形: 形状 144"/>
            <p:cNvSpPr/>
            <p:nvPr/>
          </p:nvSpPr>
          <p:spPr>
            <a:xfrm>
              <a:off x="1524463" y="3331097"/>
              <a:ext cx="28576" cy="9526"/>
            </a:xfrm>
            <a:custGeom>
              <a:avLst/>
              <a:gdLst>
                <a:gd name="csX0" fmla="*/ 20087 w 28576"/>
                <a:gd name="csY0" fmla="*/ 9399 h 9526"/>
                <a:gd name="csX1" fmla="*/ 303 w 28576"/>
                <a:gd name="csY1" fmla="*/ 2988 h 9526"/>
                <a:gd name="csX2" fmla="*/ 8343 w 28576"/>
                <a:gd name="csY2" fmla="*/ 141 h 9526"/>
                <a:gd name="csX3" fmla="*/ 28469 w 28576"/>
                <a:gd name="csY3" fmla="*/ 6313 h 9526"/>
                <a:gd name="csX4" fmla="*/ 20087 w 28576"/>
                <a:gd name="csY4" fmla="*/ 9399 h 9526"/>
              </a:gdLst>
              <a:ahLst/>
              <a:cxnLst>
                <a:cxn ang="0">
                  <a:pos x="csX0" y="csY0"/>
                </a:cxn>
                <a:cxn ang="0">
                  <a:pos x="csX1" y="csY1"/>
                </a:cxn>
                <a:cxn ang="0">
                  <a:pos x="csX2" y="csY2"/>
                </a:cxn>
                <a:cxn ang="0">
                  <a:pos x="csX3" y="csY3"/>
                </a:cxn>
                <a:cxn ang="0">
                  <a:pos x="csX4" y="csY4"/>
                </a:cxn>
              </a:cxnLst>
              <a:rect l="l" t="t" r="r" b="b"/>
              <a:pathLst>
                <a:path w="28576" h="9526">
                  <a:moveTo>
                    <a:pt x="20087" y="9399"/>
                  </a:moveTo>
                  <a:lnTo>
                    <a:pt x="303" y="2988"/>
                  </a:lnTo>
                  <a:cubicBezTo>
                    <a:pt x="-1716" y="2512"/>
                    <a:pt x="6333" y="-812"/>
                    <a:pt x="8343" y="141"/>
                  </a:cubicBezTo>
                  <a:lnTo>
                    <a:pt x="28469" y="6313"/>
                  </a:lnTo>
                  <a:cubicBezTo>
                    <a:pt x="29469" y="6789"/>
                    <a:pt x="21763" y="10104"/>
                    <a:pt x="20087" y="9399"/>
                  </a:cubicBezTo>
                </a:path>
              </a:pathLst>
            </a:custGeom>
            <a:solidFill>
              <a:srgbClr val="221F20"/>
            </a:solidFill>
            <a:ln w="9525" cap="flat">
              <a:noFill/>
              <a:prstDash val="solid"/>
              <a:round/>
            </a:ln>
          </p:spPr>
          <p:txBody>
            <a:bodyPr/>
            <a:lstStyle/>
            <a:p>
              <a:endParaRPr lang="zh-CN" altLang="en-US" sz="2190"/>
            </a:p>
          </p:txBody>
        </p:sp>
        <p:sp>
          <p:nvSpPr>
            <p:cNvPr id="146" name="任意多边形: 形状 145"/>
            <p:cNvSpPr/>
            <p:nvPr/>
          </p:nvSpPr>
          <p:spPr>
            <a:xfrm>
              <a:off x="1486357" y="3312044"/>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7" name="任意多边形: 形状 146"/>
            <p:cNvSpPr/>
            <p:nvPr/>
          </p:nvSpPr>
          <p:spPr>
            <a:xfrm>
              <a:off x="1457790" y="3292998"/>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8" name="任意多边形: 形状 147"/>
            <p:cNvSpPr/>
            <p:nvPr/>
          </p:nvSpPr>
          <p:spPr>
            <a:xfrm>
              <a:off x="1419682" y="3283469"/>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9" name="任意多边形: 形状 148"/>
            <p:cNvSpPr/>
            <p:nvPr/>
          </p:nvSpPr>
          <p:spPr>
            <a:xfrm>
              <a:off x="1381589" y="3264422"/>
              <a:ext cx="38096" cy="9526"/>
            </a:xfrm>
            <a:custGeom>
              <a:avLst/>
              <a:gdLst>
                <a:gd name="csX0" fmla="*/ 26725 w 38096"/>
                <a:gd name="csY0" fmla="*/ 9399 h 9526"/>
                <a:gd name="csX1" fmla="*/ 407 w 38096"/>
                <a:gd name="csY1" fmla="*/ 2988 h 9526"/>
                <a:gd name="csX2" fmla="*/ 11113 w 38096"/>
                <a:gd name="csY2" fmla="*/ 141 h 9526"/>
                <a:gd name="csX3" fmla="*/ 37869 w 38096"/>
                <a:gd name="csY3" fmla="*/ 6313 h 9526"/>
                <a:gd name="csX4" fmla="*/ 26725 w 38096"/>
                <a:gd name="csY4" fmla="*/ 9399 h 9526"/>
              </a:gdLst>
              <a:ahLst/>
              <a:cxnLst>
                <a:cxn ang="0">
                  <a:pos x="csX0" y="csY0"/>
                </a:cxn>
                <a:cxn ang="0">
                  <a:pos x="csX1" y="csY1"/>
                </a:cxn>
                <a:cxn ang="0">
                  <a:pos x="csX2" y="csY2"/>
                </a:cxn>
                <a:cxn ang="0">
                  <a:pos x="csX3" y="csY3"/>
                </a:cxn>
                <a:cxn ang="0">
                  <a:pos x="csX4" y="csY4"/>
                </a:cxn>
              </a:cxnLst>
              <a:rect l="l" t="t" r="r" b="b"/>
              <a:pathLst>
                <a:path w="38096" h="9526">
                  <a:moveTo>
                    <a:pt x="26725" y="9399"/>
                  </a:moveTo>
                  <a:lnTo>
                    <a:pt x="407" y="2988"/>
                  </a:lnTo>
                  <a:cubicBezTo>
                    <a:pt x="-2269" y="2512"/>
                    <a:pt x="8437" y="-812"/>
                    <a:pt x="11113" y="141"/>
                  </a:cubicBezTo>
                  <a:lnTo>
                    <a:pt x="37869" y="6313"/>
                  </a:lnTo>
                  <a:cubicBezTo>
                    <a:pt x="39659" y="6779"/>
                    <a:pt x="29401" y="10104"/>
                    <a:pt x="26725" y="9399"/>
                  </a:cubicBezTo>
                </a:path>
              </a:pathLst>
            </a:custGeom>
            <a:solidFill>
              <a:srgbClr val="221F20"/>
            </a:solidFill>
            <a:ln w="9525" cap="flat">
              <a:noFill/>
              <a:prstDash val="solid"/>
              <a:round/>
            </a:ln>
          </p:spPr>
          <p:txBody>
            <a:bodyPr/>
            <a:lstStyle/>
            <a:p>
              <a:endParaRPr lang="zh-CN" altLang="en-US" sz="2190"/>
            </a:p>
          </p:txBody>
        </p:sp>
        <p:sp>
          <p:nvSpPr>
            <p:cNvPr id="150" name="任意多边形: 形状 149"/>
            <p:cNvSpPr/>
            <p:nvPr/>
          </p:nvSpPr>
          <p:spPr>
            <a:xfrm>
              <a:off x="1353007" y="324537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51" name="任意多边形: 形状 150"/>
            <p:cNvSpPr/>
            <p:nvPr/>
          </p:nvSpPr>
          <p:spPr>
            <a:xfrm>
              <a:off x="1314915" y="3235847"/>
              <a:ext cx="28573" cy="9526"/>
            </a:xfrm>
            <a:custGeom>
              <a:avLst/>
              <a:gdLst>
                <a:gd name="csX0" fmla="*/ 20037 w 28573"/>
                <a:gd name="csY0" fmla="*/ 9399 h 9526"/>
                <a:gd name="csX1" fmla="*/ 301 w 28573"/>
                <a:gd name="csY1" fmla="*/ 2988 h 9526"/>
                <a:gd name="csX2" fmla="*/ 8331 w 28573"/>
                <a:gd name="csY2" fmla="*/ 141 h 9526"/>
                <a:gd name="csX3" fmla="*/ 28400 w 28573"/>
                <a:gd name="csY3" fmla="*/ 6313 h 9526"/>
                <a:gd name="csX4" fmla="*/ 20037 w 28573"/>
                <a:gd name="csY4" fmla="*/ 9399 h 9526"/>
              </a:gdLst>
              <a:ahLst/>
              <a:cxnLst>
                <a:cxn ang="0">
                  <a:pos x="csX0" y="csY0"/>
                </a:cxn>
                <a:cxn ang="0">
                  <a:pos x="csX1" y="csY1"/>
                </a:cxn>
                <a:cxn ang="0">
                  <a:pos x="csX2" y="csY2"/>
                </a:cxn>
                <a:cxn ang="0">
                  <a:pos x="csX3" y="csY3"/>
                </a:cxn>
                <a:cxn ang="0">
                  <a:pos x="csX4" y="csY4"/>
                </a:cxn>
              </a:cxnLst>
              <a:rect l="l" t="t" r="r" b="b"/>
              <a:pathLst>
                <a:path w="28573" h="9526">
                  <a:moveTo>
                    <a:pt x="20037" y="9399"/>
                  </a:moveTo>
                  <a:lnTo>
                    <a:pt x="301" y="2988"/>
                  </a:lnTo>
                  <a:cubicBezTo>
                    <a:pt x="-1709" y="2512"/>
                    <a:pt x="6321" y="-812"/>
                    <a:pt x="8331" y="141"/>
                  </a:cubicBezTo>
                  <a:lnTo>
                    <a:pt x="28400" y="6313"/>
                  </a:lnTo>
                  <a:cubicBezTo>
                    <a:pt x="29733" y="6779"/>
                    <a:pt x="22037" y="10104"/>
                    <a:pt x="20037" y="9399"/>
                  </a:cubicBezTo>
                </a:path>
              </a:pathLst>
            </a:custGeom>
            <a:solidFill>
              <a:srgbClr val="221F20"/>
            </a:solidFill>
            <a:ln w="9525" cap="flat">
              <a:noFill/>
              <a:prstDash val="solid"/>
              <a:round/>
            </a:ln>
          </p:spPr>
          <p:txBody>
            <a:bodyPr/>
            <a:lstStyle/>
            <a:p>
              <a:endParaRPr lang="zh-CN" altLang="en-US" sz="2190"/>
            </a:p>
          </p:txBody>
        </p:sp>
        <p:sp>
          <p:nvSpPr>
            <p:cNvPr id="152" name="任意多边形: 形状 151"/>
            <p:cNvSpPr/>
            <p:nvPr/>
          </p:nvSpPr>
          <p:spPr>
            <a:xfrm>
              <a:off x="1286340" y="3216794"/>
              <a:ext cx="19047" cy="9530"/>
            </a:xfrm>
            <a:custGeom>
              <a:avLst/>
              <a:gdLst>
                <a:gd name="csX0" fmla="*/ 12722 w 19047"/>
                <a:gd name="csY0" fmla="*/ 9393 h 9530"/>
                <a:gd name="csX1" fmla="*/ 92 w 19047"/>
                <a:gd name="csY1" fmla="*/ 3440 h 9530"/>
                <a:gd name="csX2" fmla="*/ 6283 w 19047"/>
                <a:gd name="csY2" fmla="*/ 77 h 9530"/>
                <a:gd name="csX3" fmla="*/ 18913 w 19047"/>
                <a:gd name="csY3" fmla="*/ 6031 h 9530"/>
                <a:gd name="csX4" fmla="*/ 12722 w 19047"/>
                <a:gd name="csY4" fmla="*/ 9393 h 9530"/>
              </a:gdLst>
              <a:ahLst/>
              <a:cxnLst>
                <a:cxn ang="0">
                  <a:pos x="csX0" y="csY0"/>
                </a:cxn>
                <a:cxn ang="0">
                  <a:pos x="csX1" y="csY1"/>
                </a:cxn>
                <a:cxn ang="0">
                  <a:pos x="csX2" y="csY2"/>
                </a:cxn>
                <a:cxn ang="0">
                  <a:pos x="csX3" y="csY3"/>
                </a:cxn>
                <a:cxn ang="0">
                  <a:pos x="csX4" y="csY4"/>
                </a:cxn>
              </a:cxnLst>
              <a:rect l="l" t="t" r="r" b="b"/>
              <a:pathLst>
                <a:path w="19047" h="9530">
                  <a:moveTo>
                    <a:pt x="12722" y="9393"/>
                  </a:moveTo>
                  <a:lnTo>
                    <a:pt x="92" y="3440"/>
                  </a:lnTo>
                  <a:cubicBezTo>
                    <a:pt x="-899" y="2925"/>
                    <a:pt x="5045" y="-694"/>
                    <a:pt x="6283" y="77"/>
                  </a:cubicBezTo>
                  <a:lnTo>
                    <a:pt x="18913" y="6031"/>
                  </a:lnTo>
                  <a:cubicBezTo>
                    <a:pt x="19904" y="6545"/>
                    <a:pt x="14208" y="10165"/>
                    <a:pt x="12722" y="9393"/>
                  </a:cubicBezTo>
                </a:path>
              </a:pathLst>
            </a:custGeom>
            <a:solidFill>
              <a:srgbClr val="221F20"/>
            </a:solidFill>
            <a:ln w="9525" cap="flat">
              <a:noFill/>
              <a:prstDash val="solid"/>
              <a:round/>
            </a:ln>
          </p:spPr>
          <p:txBody>
            <a:bodyPr/>
            <a:lstStyle/>
            <a:p>
              <a:endParaRPr lang="zh-CN" altLang="en-US" sz="2190"/>
            </a:p>
          </p:txBody>
        </p:sp>
        <p:sp>
          <p:nvSpPr>
            <p:cNvPr id="153" name="任意多边形: 形状 152"/>
            <p:cNvSpPr/>
            <p:nvPr/>
          </p:nvSpPr>
          <p:spPr>
            <a:xfrm>
              <a:off x="1248240" y="3197748"/>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54" name="任意多边形: 形状 153"/>
            <p:cNvSpPr/>
            <p:nvPr/>
          </p:nvSpPr>
          <p:spPr>
            <a:xfrm>
              <a:off x="810087" y="3445394"/>
              <a:ext cx="19050" cy="9530"/>
            </a:xfrm>
            <a:custGeom>
              <a:avLst/>
              <a:gdLst>
                <a:gd name="csX0" fmla="*/ 6159 w 19050"/>
                <a:gd name="csY0" fmla="*/ 9393 h 9530"/>
                <a:gd name="csX1" fmla="*/ 18932 w 19050"/>
                <a:gd name="csY1" fmla="*/ 3183 h 9530"/>
                <a:gd name="csX2" fmla="*/ 12701 w 19050"/>
                <a:gd name="csY2" fmla="*/ 78 h 9530"/>
                <a:gd name="csX3" fmla="*/ 240 w 19050"/>
                <a:gd name="csY3" fmla="*/ 6031 h 9530"/>
                <a:gd name="csX4" fmla="*/ 6159 w 19050"/>
                <a:gd name="csY4" fmla="*/ 9393 h 9530"/>
              </a:gdLst>
              <a:ahLst/>
              <a:cxnLst>
                <a:cxn ang="0">
                  <a:pos x="csX0" y="csY0"/>
                </a:cxn>
                <a:cxn ang="0">
                  <a:pos x="csX1" y="csY1"/>
                </a:cxn>
                <a:cxn ang="0">
                  <a:pos x="csX2" y="csY2"/>
                </a:cxn>
                <a:cxn ang="0">
                  <a:pos x="csX3" y="csY3"/>
                </a:cxn>
                <a:cxn ang="0">
                  <a:pos x="csX4" y="csY4"/>
                </a:cxn>
              </a:cxnLst>
              <a:rect l="l" t="t" r="r" b="b"/>
              <a:pathLst>
                <a:path w="19050" h="9530">
                  <a:moveTo>
                    <a:pt x="6159" y="9393"/>
                  </a:moveTo>
                  <a:lnTo>
                    <a:pt x="18932" y="3183"/>
                  </a:lnTo>
                  <a:cubicBezTo>
                    <a:pt x="19866" y="2926"/>
                    <a:pt x="13947" y="-694"/>
                    <a:pt x="12701" y="78"/>
                  </a:cubicBezTo>
                  <a:lnTo>
                    <a:pt x="240" y="6031"/>
                  </a:lnTo>
                  <a:cubicBezTo>
                    <a:pt x="-1318" y="6545"/>
                    <a:pt x="4601" y="10165"/>
                    <a:pt x="6159" y="9393"/>
                  </a:cubicBezTo>
                </a:path>
              </a:pathLst>
            </a:custGeom>
            <a:solidFill>
              <a:srgbClr val="221F20"/>
            </a:solidFill>
            <a:ln w="9525" cap="flat">
              <a:noFill/>
              <a:prstDash val="solid"/>
              <a:round/>
            </a:ln>
          </p:spPr>
          <p:txBody>
            <a:bodyPr/>
            <a:lstStyle/>
            <a:p>
              <a:endParaRPr lang="zh-CN" altLang="en-US" sz="2190"/>
            </a:p>
          </p:txBody>
        </p:sp>
        <p:sp>
          <p:nvSpPr>
            <p:cNvPr id="155" name="任意多边形: 形状 154"/>
            <p:cNvSpPr/>
            <p:nvPr/>
          </p:nvSpPr>
          <p:spPr>
            <a:xfrm>
              <a:off x="829136" y="3426348"/>
              <a:ext cx="28575" cy="19047"/>
            </a:xfrm>
            <a:custGeom>
              <a:avLst/>
              <a:gdLst>
                <a:gd name="csX0" fmla="*/ 8269 w 28575"/>
                <a:gd name="csY0" fmla="*/ 18828 h 19047"/>
                <a:gd name="csX1" fmla="*/ 28328 w 28575"/>
                <a:gd name="csY1" fmla="*/ 6074 h 19047"/>
                <a:gd name="csX2" fmla="*/ 19969 w 28575"/>
                <a:gd name="csY2" fmla="*/ 149 h 19047"/>
                <a:gd name="csX3" fmla="*/ 328 w 28575"/>
                <a:gd name="csY3" fmla="*/ 12903 h 19047"/>
                <a:gd name="csX4" fmla="*/ 8269 w 28575"/>
                <a:gd name="csY4" fmla="*/ 18828 h 19047"/>
              </a:gdLst>
              <a:ahLst/>
              <a:cxnLst>
                <a:cxn ang="0">
                  <a:pos x="csX0" y="csY0"/>
                </a:cxn>
                <a:cxn ang="0">
                  <a:pos x="csX1" y="csY1"/>
                </a:cxn>
                <a:cxn ang="0">
                  <a:pos x="csX2" y="csY2"/>
                </a:cxn>
                <a:cxn ang="0">
                  <a:pos x="csX3" y="csY3"/>
                </a:cxn>
                <a:cxn ang="0">
                  <a:pos x="csX4" y="csY4"/>
                </a:cxn>
              </a:cxnLst>
              <a:rect l="l" t="t" r="r" b="b"/>
              <a:pathLst>
                <a:path w="28575" h="19047">
                  <a:moveTo>
                    <a:pt x="8269" y="18828"/>
                  </a:moveTo>
                  <a:lnTo>
                    <a:pt x="28328" y="6074"/>
                  </a:lnTo>
                  <a:cubicBezTo>
                    <a:pt x="29998" y="5616"/>
                    <a:pt x="22059" y="-1213"/>
                    <a:pt x="19969" y="149"/>
                  </a:cubicBezTo>
                  <a:lnTo>
                    <a:pt x="328" y="12903"/>
                  </a:lnTo>
                  <a:cubicBezTo>
                    <a:pt x="-1761" y="13818"/>
                    <a:pt x="6179" y="20190"/>
                    <a:pt x="8269" y="18828"/>
                  </a:cubicBezTo>
                </a:path>
              </a:pathLst>
            </a:custGeom>
            <a:solidFill>
              <a:srgbClr val="221F20"/>
            </a:solidFill>
            <a:ln w="9525" cap="flat">
              <a:noFill/>
              <a:prstDash val="solid"/>
              <a:round/>
            </a:ln>
          </p:spPr>
          <p:txBody>
            <a:bodyPr/>
            <a:lstStyle/>
            <a:p>
              <a:endParaRPr lang="zh-CN" altLang="en-US" sz="2190"/>
            </a:p>
          </p:txBody>
        </p:sp>
        <p:sp>
          <p:nvSpPr>
            <p:cNvPr id="156" name="任意多边形: 形状 155"/>
            <p:cNvSpPr/>
            <p:nvPr/>
          </p:nvSpPr>
          <p:spPr>
            <a:xfrm>
              <a:off x="867237" y="3407298"/>
              <a:ext cx="19049" cy="19046"/>
            </a:xfrm>
            <a:custGeom>
              <a:avLst/>
              <a:gdLst>
                <a:gd name="csX0" fmla="*/ 6158 w 19049"/>
                <a:gd name="csY0" fmla="*/ 18800 h 19046"/>
                <a:gd name="csX1" fmla="*/ 18931 w 19049"/>
                <a:gd name="csY1" fmla="*/ 6389 h 19046"/>
                <a:gd name="csX2" fmla="*/ 12700 w 19049"/>
                <a:gd name="csY2" fmla="*/ 188 h 19046"/>
                <a:gd name="csX3" fmla="*/ 240 w 19049"/>
                <a:gd name="csY3" fmla="*/ 12085 h 19046"/>
                <a:gd name="csX4" fmla="*/ 6158 w 19049"/>
                <a:gd name="csY4" fmla="*/ 18800 h 19046"/>
              </a:gdLst>
              <a:ahLst/>
              <a:cxnLst>
                <a:cxn ang="0">
                  <a:pos x="csX0" y="csY0"/>
                </a:cxn>
                <a:cxn ang="0">
                  <a:pos x="csX1" y="csY1"/>
                </a:cxn>
                <a:cxn ang="0">
                  <a:pos x="csX2" y="csY2"/>
                </a:cxn>
                <a:cxn ang="0">
                  <a:pos x="csX3" y="csY3"/>
                </a:cxn>
                <a:cxn ang="0">
                  <a:pos x="csX4" y="csY4"/>
                </a:cxn>
              </a:cxnLst>
              <a:rect l="l" t="t" r="r" b="b"/>
              <a:pathLst>
                <a:path w="19049" h="19046">
                  <a:moveTo>
                    <a:pt x="6158" y="18800"/>
                  </a:moveTo>
                  <a:lnTo>
                    <a:pt x="18931" y="6389"/>
                  </a:lnTo>
                  <a:cubicBezTo>
                    <a:pt x="19865" y="5874"/>
                    <a:pt x="13947" y="-1365"/>
                    <a:pt x="12700" y="188"/>
                  </a:cubicBezTo>
                  <a:lnTo>
                    <a:pt x="240" y="12085"/>
                  </a:lnTo>
                  <a:cubicBezTo>
                    <a:pt x="-1318" y="13113"/>
                    <a:pt x="4601" y="20352"/>
                    <a:pt x="6158" y="18800"/>
                  </a:cubicBezTo>
                </a:path>
              </a:pathLst>
            </a:custGeom>
            <a:solidFill>
              <a:srgbClr val="221F20"/>
            </a:solidFill>
            <a:ln w="9525" cap="flat">
              <a:noFill/>
              <a:prstDash val="solid"/>
              <a:round/>
            </a:ln>
          </p:spPr>
          <p:txBody>
            <a:bodyPr/>
            <a:lstStyle/>
            <a:p>
              <a:endParaRPr lang="zh-CN" altLang="en-US" sz="2190"/>
            </a:p>
          </p:txBody>
        </p:sp>
        <p:sp>
          <p:nvSpPr>
            <p:cNvPr id="157" name="任意多边形: 形状 156"/>
            <p:cNvSpPr/>
            <p:nvPr/>
          </p:nvSpPr>
          <p:spPr>
            <a:xfrm>
              <a:off x="886286" y="3397769"/>
              <a:ext cx="28575" cy="9528"/>
            </a:xfrm>
            <a:custGeom>
              <a:avLst/>
              <a:gdLst>
                <a:gd name="csX0" fmla="*/ 8269 w 28575"/>
                <a:gd name="csY0" fmla="*/ 9403 h 9528"/>
                <a:gd name="csX1" fmla="*/ 28328 w 28575"/>
                <a:gd name="csY1" fmla="*/ 3021 h 9528"/>
                <a:gd name="csX2" fmla="*/ 19969 w 28575"/>
                <a:gd name="csY2" fmla="*/ 59 h 9528"/>
                <a:gd name="csX3" fmla="*/ 328 w 28575"/>
                <a:gd name="csY3" fmla="*/ 6440 h 9528"/>
                <a:gd name="csX4" fmla="*/ 8269 w 28575"/>
                <a:gd name="csY4" fmla="*/ 9403 h 9528"/>
              </a:gdLst>
              <a:ahLst/>
              <a:cxnLst>
                <a:cxn ang="0">
                  <a:pos x="csX0" y="csY0"/>
                </a:cxn>
                <a:cxn ang="0">
                  <a:pos x="csX1" y="csY1"/>
                </a:cxn>
                <a:cxn ang="0">
                  <a:pos x="csX2" y="csY2"/>
                </a:cxn>
                <a:cxn ang="0">
                  <a:pos x="csX3" y="csY3"/>
                </a:cxn>
                <a:cxn ang="0">
                  <a:pos x="csX4" y="csY4"/>
                </a:cxn>
              </a:cxnLst>
              <a:rect l="l" t="t" r="r" b="b"/>
              <a:pathLst>
                <a:path w="28575" h="9528">
                  <a:moveTo>
                    <a:pt x="8269" y="9403"/>
                  </a:moveTo>
                  <a:lnTo>
                    <a:pt x="28328" y="3021"/>
                  </a:lnTo>
                  <a:cubicBezTo>
                    <a:pt x="29998" y="2792"/>
                    <a:pt x="22059" y="-618"/>
                    <a:pt x="19969" y="59"/>
                  </a:cubicBezTo>
                  <a:lnTo>
                    <a:pt x="328" y="6440"/>
                  </a:lnTo>
                  <a:cubicBezTo>
                    <a:pt x="-1761" y="6897"/>
                    <a:pt x="6179" y="10089"/>
                    <a:pt x="8269" y="9403"/>
                  </a:cubicBezTo>
                </a:path>
              </a:pathLst>
            </a:custGeom>
            <a:solidFill>
              <a:srgbClr val="221F20"/>
            </a:solidFill>
            <a:ln w="9525" cap="flat">
              <a:noFill/>
              <a:prstDash val="solid"/>
              <a:round/>
            </a:ln>
          </p:spPr>
          <p:txBody>
            <a:bodyPr/>
            <a:lstStyle/>
            <a:p>
              <a:endParaRPr lang="zh-CN" altLang="en-US" sz="2190"/>
            </a:p>
          </p:txBody>
        </p:sp>
        <p:sp>
          <p:nvSpPr>
            <p:cNvPr id="158" name="任意多边形: 形状 157"/>
            <p:cNvSpPr/>
            <p:nvPr/>
          </p:nvSpPr>
          <p:spPr>
            <a:xfrm>
              <a:off x="914861" y="3378719"/>
              <a:ext cx="28576" cy="9530"/>
            </a:xfrm>
            <a:custGeom>
              <a:avLst/>
              <a:gdLst>
                <a:gd name="csX0" fmla="*/ 9249 w 28576"/>
                <a:gd name="csY0" fmla="*/ 9393 h 9530"/>
                <a:gd name="csX1" fmla="*/ 28408 w 28576"/>
                <a:gd name="csY1" fmla="*/ 3183 h 9530"/>
                <a:gd name="csX2" fmla="*/ 19062 w 28576"/>
                <a:gd name="csY2" fmla="*/ 78 h 9530"/>
                <a:gd name="csX3" fmla="*/ 369 w 28576"/>
                <a:gd name="csY3" fmla="*/ 6031 h 9530"/>
                <a:gd name="csX4" fmla="*/ 9249 w 28576"/>
                <a:gd name="csY4" fmla="*/ 9393 h 9530"/>
              </a:gdLst>
              <a:ahLst/>
              <a:cxnLst>
                <a:cxn ang="0">
                  <a:pos x="csX0" y="csY0"/>
                </a:cxn>
                <a:cxn ang="0">
                  <a:pos x="csX1" y="csY1"/>
                </a:cxn>
                <a:cxn ang="0">
                  <a:pos x="csX2" y="csY2"/>
                </a:cxn>
                <a:cxn ang="0">
                  <a:pos x="csX3" y="csY3"/>
                </a:cxn>
                <a:cxn ang="0">
                  <a:pos x="csX4" y="csY4"/>
                </a:cxn>
              </a:cxnLst>
              <a:rect l="l" t="t" r="r" b="b"/>
              <a:pathLst>
                <a:path w="28576" h="9530">
                  <a:moveTo>
                    <a:pt x="9249" y="9393"/>
                  </a:moveTo>
                  <a:lnTo>
                    <a:pt x="28408" y="3183"/>
                  </a:lnTo>
                  <a:cubicBezTo>
                    <a:pt x="29810" y="2926"/>
                    <a:pt x="20932" y="-694"/>
                    <a:pt x="19062" y="78"/>
                  </a:cubicBezTo>
                  <a:lnTo>
                    <a:pt x="369" y="6031"/>
                  </a:lnTo>
                  <a:cubicBezTo>
                    <a:pt x="-1967" y="6545"/>
                    <a:pt x="6912" y="10165"/>
                    <a:pt x="9249" y="9393"/>
                  </a:cubicBezTo>
                </a:path>
              </a:pathLst>
            </a:custGeom>
            <a:solidFill>
              <a:srgbClr val="221F20"/>
            </a:solidFill>
            <a:ln w="9525" cap="flat">
              <a:noFill/>
              <a:prstDash val="solid"/>
              <a:round/>
            </a:ln>
          </p:spPr>
          <p:txBody>
            <a:bodyPr/>
            <a:lstStyle/>
            <a:p>
              <a:endParaRPr lang="zh-CN" altLang="en-US" sz="2190"/>
            </a:p>
          </p:txBody>
        </p:sp>
        <p:sp>
          <p:nvSpPr>
            <p:cNvPr id="159" name="任意多边形: 形状 158"/>
            <p:cNvSpPr/>
            <p:nvPr/>
          </p:nvSpPr>
          <p:spPr>
            <a:xfrm>
              <a:off x="943436" y="3359673"/>
              <a:ext cx="28576" cy="19050"/>
            </a:xfrm>
            <a:custGeom>
              <a:avLst/>
              <a:gdLst>
                <a:gd name="csX0" fmla="*/ 8269 w 28576"/>
                <a:gd name="csY0" fmla="*/ 18828 h 19050"/>
                <a:gd name="csX1" fmla="*/ 28328 w 28576"/>
                <a:gd name="csY1" fmla="*/ 6074 h 19050"/>
                <a:gd name="csX2" fmla="*/ 19970 w 28576"/>
                <a:gd name="csY2" fmla="*/ 149 h 19050"/>
                <a:gd name="csX3" fmla="*/ 328 w 28576"/>
                <a:gd name="csY3" fmla="*/ 12903 h 19050"/>
                <a:gd name="csX4" fmla="*/ 8269 w 28576"/>
                <a:gd name="csY4" fmla="*/ 18828 h 19050"/>
              </a:gdLst>
              <a:ahLst/>
              <a:cxnLst>
                <a:cxn ang="0">
                  <a:pos x="csX0" y="csY0"/>
                </a:cxn>
                <a:cxn ang="0">
                  <a:pos x="csX1" y="csY1"/>
                </a:cxn>
                <a:cxn ang="0">
                  <a:pos x="csX2" y="csY2"/>
                </a:cxn>
                <a:cxn ang="0">
                  <a:pos x="csX3" y="csY3"/>
                </a:cxn>
                <a:cxn ang="0">
                  <a:pos x="csX4" y="csY4"/>
                </a:cxn>
              </a:cxnLst>
              <a:rect l="l" t="t" r="r" b="b"/>
              <a:pathLst>
                <a:path w="28576" h="19050">
                  <a:moveTo>
                    <a:pt x="8269" y="18828"/>
                  </a:moveTo>
                  <a:lnTo>
                    <a:pt x="28328" y="6074"/>
                  </a:lnTo>
                  <a:cubicBezTo>
                    <a:pt x="29999" y="5616"/>
                    <a:pt x="22059" y="-1213"/>
                    <a:pt x="19970" y="149"/>
                  </a:cubicBezTo>
                  <a:lnTo>
                    <a:pt x="328" y="12903"/>
                  </a:lnTo>
                  <a:cubicBezTo>
                    <a:pt x="-1762" y="13818"/>
                    <a:pt x="6179" y="20199"/>
                    <a:pt x="8269" y="18828"/>
                  </a:cubicBezTo>
                </a:path>
              </a:pathLst>
            </a:custGeom>
            <a:solidFill>
              <a:srgbClr val="221F20"/>
            </a:solidFill>
            <a:ln w="9525" cap="flat">
              <a:noFill/>
              <a:prstDash val="solid"/>
              <a:round/>
            </a:ln>
          </p:spPr>
          <p:txBody>
            <a:bodyPr/>
            <a:lstStyle/>
            <a:p>
              <a:endParaRPr lang="zh-CN" altLang="en-US" sz="2190"/>
            </a:p>
          </p:txBody>
        </p:sp>
        <p:sp>
          <p:nvSpPr>
            <p:cNvPr id="160" name="任意多边形: 形状 159"/>
            <p:cNvSpPr/>
            <p:nvPr/>
          </p:nvSpPr>
          <p:spPr>
            <a:xfrm>
              <a:off x="972011" y="3350144"/>
              <a:ext cx="28575" cy="9530"/>
            </a:xfrm>
            <a:custGeom>
              <a:avLst/>
              <a:gdLst>
                <a:gd name="csX0" fmla="*/ 9249 w 28575"/>
                <a:gd name="csY0" fmla="*/ 9393 h 9530"/>
                <a:gd name="csX1" fmla="*/ 28408 w 28575"/>
                <a:gd name="csY1" fmla="*/ 3183 h 9530"/>
                <a:gd name="csX2" fmla="*/ 19062 w 28575"/>
                <a:gd name="csY2" fmla="*/ 78 h 9530"/>
                <a:gd name="csX3" fmla="*/ 369 w 28575"/>
                <a:gd name="csY3" fmla="*/ 6031 h 9530"/>
                <a:gd name="csX4" fmla="*/ 9249 w 28575"/>
                <a:gd name="csY4" fmla="*/ 9393 h 9530"/>
              </a:gdLst>
              <a:ahLst/>
              <a:cxnLst>
                <a:cxn ang="0">
                  <a:pos x="csX0" y="csY0"/>
                </a:cxn>
                <a:cxn ang="0">
                  <a:pos x="csX1" y="csY1"/>
                </a:cxn>
                <a:cxn ang="0">
                  <a:pos x="csX2" y="csY2"/>
                </a:cxn>
                <a:cxn ang="0">
                  <a:pos x="csX3" y="csY3"/>
                </a:cxn>
                <a:cxn ang="0">
                  <a:pos x="csX4" y="csY4"/>
                </a:cxn>
              </a:cxnLst>
              <a:rect l="l" t="t" r="r" b="b"/>
              <a:pathLst>
                <a:path w="28575" h="9530">
                  <a:moveTo>
                    <a:pt x="9249" y="9393"/>
                  </a:moveTo>
                  <a:lnTo>
                    <a:pt x="28408" y="3183"/>
                  </a:lnTo>
                  <a:cubicBezTo>
                    <a:pt x="29810" y="2926"/>
                    <a:pt x="20931" y="-694"/>
                    <a:pt x="19062" y="78"/>
                  </a:cubicBezTo>
                  <a:lnTo>
                    <a:pt x="369" y="6031"/>
                  </a:lnTo>
                  <a:cubicBezTo>
                    <a:pt x="-1967" y="6545"/>
                    <a:pt x="6912" y="10165"/>
                    <a:pt x="9249" y="9393"/>
                  </a:cubicBezTo>
                </a:path>
              </a:pathLst>
            </a:custGeom>
            <a:solidFill>
              <a:srgbClr val="221F20"/>
            </a:solidFill>
            <a:ln w="9525" cap="flat">
              <a:noFill/>
              <a:prstDash val="solid"/>
              <a:round/>
            </a:ln>
          </p:spPr>
          <p:txBody>
            <a:bodyPr/>
            <a:lstStyle/>
            <a:p>
              <a:endParaRPr lang="zh-CN" altLang="en-US" sz="2190"/>
            </a:p>
          </p:txBody>
        </p:sp>
        <p:sp>
          <p:nvSpPr>
            <p:cNvPr id="161" name="任意多边形: 形状 160"/>
            <p:cNvSpPr/>
            <p:nvPr/>
          </p:nvSpPr>
          <p:spPr>
            <a:xfrm>
              <a:off x="1000586" y="3331093"/>
              <a:ext cx="28575" cy="9527"/>
            </a:xfrm>
            <a:custGeom>
              <a:avLst/>
              <a:gdLst>
                <a:gd name="csX0" fmla="*/ 8269 w 28575"/>
                <a:gd name="csY0" fmla="*/ 9336 h 9527"/>
                <a:gd name="csX1" fmla="*/ 28328 w 28575"/>
                <a:gd name="csY1" fmla="*/ 3002 h 9527"/>
                <a:gd name="csX2" fmla="*/ 19969 w 28575"/>
                <a:gd name="csY2" fmla="*/ 59 h 9527"/>
                <a:gd name="csX3" fmla="*/ 328 w 28575"/>
                <a:gd name="csY3" fmla="*/ 6393 h 9527"/>
                <a:gd name="csX4" fmla="*/ 8269 w 28575"/>
                <a:gd name="csY4" fmla="*/ 9336 h 9527"/>
              </a:gdLst>
              <a:ahLst/>
              <a:cxnLst>
                <a:cxn ang="0">
                  <a:pos x="csX0" y="csY0"/>
                </a:cxn>
                <a:cxn ang="0">
                  <a:pos x="csX1" y="csY1"/>
                </a:cxn>
                <a:cxn ang="0">
                  <a:pos x="csX2" y="csY2"/>
                </a:cxn>
                <a:cxn ang="0">
                  <a:pos x="csX3" y="csY3"/>
                </a:cxn>
                <a:cxn ang="0">
                  <a:pos x="csX4" y="csY4"/>
                </a:cxn>
              </a:cxnLst>
              <a:rect l="l" t="t" r="r" b="b"/>
              <a:pathLst>
                <a:path w="28575" h="9527">
                  <a:moveTo>
                    <a:pt x="8269" y="9336"/>
                  </a:moveTo>
                  <a:lnTo>
                    <a:pt x="28328" y="3002"/>
                  </a:lnTo>
                  <a:cubicBezTo>
                    <a:pt x="29998" y="2774"/>
                    <a:pt x="22059" y="-617"/>
                    <a:pt x="19969" y="59"/>
                  </a:cubicBezTo>
                  <a:lnTo>
                    <a:pt x="328" y="6393"/>
                  </a:lnTo>
                  <a:cubicBezTo>
                    <a:pt x="-1761" y="7079"/>
                    <a:pt x="6179" y="10241"/>
                    <a:pt x="8269" y="9336"/>
                  </a:cubicBezTo>
                </a:path>
              </a:pathLst>
            </a:custGeom>
            <a:solidFill>
              <a:srgbClr val="221F20"/>
            </a:solidFill>
            <a:ln w="9525" cap="flat">
              <a:noFill/>
              <a:prstDash val="solid"/>
              <a:round/>
            </a:ln>
          </p:spPr>
          <p:txBody>
            <a:bodyPr/>
            <a:lstStyle/>
            <a:p>
              <a:endParaRPr lang="zh-CN" altLang="en-US" sz="2190"/>
            </a:p>
          </p:txBody>
        </p:sp>
        <p:sp>
          <p:nvSpPr>
            <p:cNvPr id="162" name="任意多边形: 形状 161"/>
            <p:cNvSpPr/>
            <p:nvPr/>
          </p:nvSpPr>
          <p:spPr>
            <a:xfrm>
              <a:off x="1029162" y="3312048"/>
              <a:ext cx="19050" cy="19046"/>
            </a:xfrm>
            <a:custGeom>
              <a:avLst/>
              <a:gdLst>
                <a:gd name="csX0" fmla="*/ 6159 w 19050"/>
                <a:gd name="csY0" fmla="*/ 18800 h 19046"/>
                <a:gd name="csX1" fmla="*/ 18932 w 19050"/>
                <a:gd name="csY1" fmla="*/ 6389 h 19046"/>
                <a:gd name="csX2" fmla="*/ 12701 w 19050"/>
                <a:gd name="csY2" fmla="*/ 188 h 19046"/>
                <a:gd name="csX3" fmla="*/ 240 w 19050"/>
                <a:gd name="csY3" fmla="*/ 12085 h 19046"/>
                <a:gd name="csX4" fmla="*/ 6159 w 19050"/>
                <a:gd name="csY4" fmla="*/ 18800 h 19046"/>
              </a:gdLst>
              <a:ahLst/>
              <a:cxnLst>
                <a:cxn ang="0">
                  <a:pos x="csX0" y="csY0"/>
                </a:cxn>
                <a:cxn ang="0">
                  <a:pos x="csX1" y="csY1"/>
                </a:cxn>
                <a:cxn ang="0">
                  <a:pos x="csX2" y="csY2"/>
                </a:cxn>
                <a:cxn ang="0">
                  <a:pos x="csX3" y="csY3"/>
                </a:cxn>
                <a:cxn ang="0">
                  <a:pos x="csX4" y="csY4"/>
                </a:cxn>
              </a:cxnLst>
              <a:rect l="l" t="t" r="r" b="b"/>
              <a:pathLst>
                <a:path w="19050" h="19046">
                  <a:moveTo>
                    <a:pt x="6159" y="18800"/>
                  </a:moveTo>
                  <a:lnTo>
                    <a:pt x="18932" y="6389"/>
                  </a:lnTo>
                  <a:cubicBezTo>
                    <a:pt x="19866" y="5874"/>
                    <a:pt x="13947" y="-1365"/>
                    <a:pt x="12701" y="188"/>
                  </a:cubicBezTo>
                  <a:lnTo>
                    <a:pt x="240" y="12085"/>
                  </a:lnTo>
                  <a:cubicBezTo>
                    <a:pt x="-1318" y="13113"/>
                    <a:pt x="4601" y="20352"/>
                    <a:pt x="6159" y="18800"/>
                  </a:cubicBezTo>
                </a:path>
              </a:pathLst>
            </a:custGeom>
            <a:solidFill>
              <a:srgbClr val="221F20"/>
            </a:solidFill>
            <a:ln w="9525" cap="flat">
              <a:noFill/>
              <a:prstDash val="solid"/>
              <a:round/>
            </a:ln>
          </p:spPr>
          <p:txBody>
            <a:bodyPr/>
            <a:lstStyle/>
            <a:p>
              <a:endParaRPr lang="zh-CN" altLang="en-US" sz="2190"/>
            </a:p>
          </p:txBody>
        </p:sp>
        <p:sp>
          <p:nvSpPr>
            <p:cNvPr id="163" name="任意多边形: 形状 162"/>
            <p:cNvSpPr/>
            <p:nvPr/>
          </p:nvSpPr>
          <p:spPr>
            <a:xfrm>
              <a:off x="1057736" y="3292996"/>
              <a:ext cx="28575" cy="19052"/>
            </a:xfrm>
            <a:custGeom>
              <a:avLst/>
              <a:gdLst>
                <a:gd name="csX0" fmla="*/ 8269 w 28575"/>
                <a:gd name="csY0" fmla="*/ 18830 h 19052"/>
                <a:gd name="csX1" fmla="*/ 28328 w 28575"/>
                <a:gd name="csY1" fmla="*/ 6076 h 19052"/>
                <a:gd name="csX2" fmla="*/ 19970 w 28575"/>
                <a:gd name="csY2" fmla="*/ 152 h 19052"/>
                <a:gd name="csX3" fmla="*/ 328 w 28575"/>
                <a:gd name="csY3" fmla="*/ 12905 h 19052"/>
                <a:gd name="csX4" fmla="*/ 8269 w 28575"/>
                <a:gd name="csY4" fmla="*/ 18830 h 19052"/>
              </a:gdLst>
              <a:ahLst/>
              <a:cxnLst>
                <a:cxn ang="0">
                  <a:pos x="csX0" y="csY0"/>
                </a:cxn>
                <a:cxn ang="0">
                  <a:pos x="csX1" y="csY1"/>
                </a:cxn>
                <a:cxn ang="0">
                  <a:pos x="csX2" y="csY2"/>
                </a:cxn>
                <a:cxn ang="0">
                  <a:pos x="csX3" y="csY3"/>
                </a:cxn>
                <a:cxn ang="0">
                  <a:pos x="csX4" y="csY4"/>
                </a:cxn>
              </a:cxnLst>
              <a:rect l="l" t="t" r="r" b="b"/>
              <a:pathLst>
                <a:path w="28575" h="19052">
                  <a:moveTo>
                    <a:pt x="8269" y="18830"/>
                  </a:moveTo>
                  <a:lnTo>
                    <a:pt x="28328" y="6076"/>
                  </a:lnTo>
                  <a:cubicBezTo>
                    <a:pt x="29995" y="5619"/>
                    <a:pt x="22059" y="-1220"/>
                    <a:pt x="19970" y="152"/>
                  </a:cubicBezTo>
                  <a:lnTo>
                    <a:pt x="328" y="12905"/>
                  </a:lnTo>
                  <a:cubicBezTo>
                    <a:pt x="-1762" y="13820"/>
                    <a:pt x="6179" y="20201"/>
                    <a:pt x="8269" y="18830"/>
                  </a:cubicBezTo>
                </a:path>
              </a:pathLst>
            </a:custGeom>
            <a:solidFill>
              <a:srgbClr val="221F20"/>
            </a:solidFill>
            <a:ln w="9525" cap="flat">
              <a:noFill/>
              <a:prstDash val="solid"/>
              <a:round/>
            </a:ln>
          </p:spPr>
          <p:txBody>
            <a:bodyPr/>
            <a:lstStyle/>
            <a:p>
              <a:endParaRPr lang="zh-CN" altLang="en-US" sz="2190"/>
            </a:p>
          </p:txBody>
        </p:sp>
        <p:sp>
          <p:nvSpPr>
            <p:cNvPr id="164" name="任意多边形: 形状 163"/>
            <p:cNvSpPr/>
            <p:nvPr/>
          </p:nvSpPr>
          <p:spPr>
            <a:xfrm>
              <a:off x="1086310" y="3283469"/>
              <a:ext cx="19055" cy="9530"/>
            </a:xfrm>
            <a:custGeom>
              <a:avLst/>
              <a:gdLst>
                <a:gd name="csX0" fmla="*/ 6164 w 19055"/>
                <a:gd name="csY0" fmla="*/ 9393 h 9530"/>
                <a:gd name="csX1" fmla="*/ 18937 w 19055"/>
                <a:gd name="csY1" fmla="*/ 3183 h 9530"/>
                <a:gd name="csX2" fmla="*/ 12698 w 19055"/>
                <a:gd name="csY2" fmla="*/ 78 h 9530"/>
                <a:gd name="csX3" fmla="*/ 239 w 19055"/>
                <a:gd name="csY3" fmla="*/ 6031 h 9530"/>
                <a:gd name="csX4" fmla="*/ 6164 w 19055"/>
                <a:gd name="csY4" fmla="*/ 9393 h 9530"/>
              </a:gdLst>
              <a:ahLst/>
              <a:cxnLst>
                <a:cxn ang="0">
                  <a:pos x="csX0" y="csY0"/>
                </a:cxn>
                <a:cxn ang="0">
                  <a:pos x="csX1" y="csY1"/>
                </a:cxn>
                <a:cxn ang="0">
                  <a:pos x="csX2" y="csY2"/>
                </a:cxn>
                <a:cxn ang="0">
                  <a:pos x="csX3" y="csY3"/>
                </a:cxn>
                <a:cxn ang="0">
                  <a:pos x="csX4" y="csY4"/>
                </a:cxn>
              </a:cxnLst>
              <a:rect l="l" t="t" r="r" b="b"/>
              <a:pathLst>
                <a:path w="19055" h="9530">
                  <a:moveTo>
                    <a:pt x="6164" y="9393"/>
                  </a:moveTo>
                  <a:lnTo>
                    <a:pt x="18937" y="3183"/>
                  </a:lnTo>
                  <a:cubicBezTo>
                    <a:pt x="19870" y="2926"/>
                    <a:pt x="13946" y="-694"/>
                    <a:pt x="12698" y="78"/>
                  </a:cubicBezTo>
                  <a:lnTo>
                    <a:pt x="239" y="6031"/>
                  </a:lnTo>
                  <a:cubicBezTo>
                    <a:pt x="-1317" y="6545"/>
                    <a:pt x="4602" y="10165"/>
                    <a:pt x="6164" y="9393"/>
                  </a:cubicBezTo>
                </a:path>
              </a:pathLst>
            </a:custGeom>
            <a:solidFill>
              <a:srgbClr val="221F20"/>
            </a:solidFill>
            <a:ln w="9525" cap="flat">
              <a:noFill/>
              <a:prstDash val="solid"/>
              <a:round/>
            </a:ln>
          </p:spPr>
          <p:txBody>
            <a:bodyPr/>
            <a:lstStyle/>
            <a:p>
              <a:endParaRPr lang="zh-CN" altLang="en-US" sz="2190"/>
            </a:p>
          </p:txBody>
        </p:sp>
        <p:sp>
          <p:nvSpPr>
            <p:cNvPr id="165" name="任意多边形: 形状 164"/>
            <p:cNvSpPr/>
            <p:nvPr/>
          </p:nvSpPr>
          <p:spPr>
            <a:xfrm>
              <a:off x="1114885" y="3264423"/>
              <a:ext cx="19052" cy="19047"/>
            </a:xfrm>
            <a:custGeom>
              <a:avLst/>
              <a:gdLst>
                <a:gd name="csX0" fmla="*/ 5508 w 19052"/>
                <a:gd name="csY0" fmla="*/ 18828 h 19047"/>
                <a:gd name="csX1" fmla="*/ 18881 w 19052"/>
                <a:gd name="csY1" fmla="*/ 6074 h 19047"/>
                <a:gd name="csX2" fmla="*/ 13308 w 19052"/>
                <a:gd name="csY2" fmla="*/ 149 h 19047"/>
                <a:gd name="csX3" fmla="*/ 212 w 19052"/>
                <a:gd name="csY3" fmla="*/ 12903 h 19047"/>
                <a:gd name="csX4" fmla="*/ 5508 w 19052"/>
                <a:gd name="csY4" fmla="*/ 18828 h 19047"/>
              </a:gdLst>
              <a:ahLst/>
              <a:cxnLst>
                <a:cxn ang="0">
                  <a:pos x="csX0" y="csY0"/>
                </a:cxn>
                <a:cxn ang="0">
                  <a:pos x="csX1" y="csY1"/>
                </a:cxn>
                <a:cxn ang="0">
                  <a:pos x="csX2" y="csY2"/>
                </a:cxn>
                <a:cxn ang="0">
                  <a:pos x="csX3" y="csY3"/>
                </a:cxn>
                <a:cxn ang="0">
                  <a:pos x="csX4" y="csY4"/>
                </a:cxn>
              </a:cxnLst>
              <a:rect l="l" t="t" r="r" b="b"/>
              <a:pathLst>
                <a:path w="19052" h="19047">
                  <a:moveTo>
                    <a:pt x="5508" y="18828"/>
                  </a:moveTo>
                  <a:lnTo>
                    <a:pt x="18881" y="6074"/>
                  </a:lnTo>
                  <a:cubicBezTo>
                    <a:pt x="19995" y="5616"/>
                    <a:pt x="14699" y="-1213"/>
                    <a:pt x="13308" y="149"/>
                  </a:cubicBezTo>
                  <a:lnTo>
                    <a:pt x="212" y="12903"/>
                  </a:lnTo>
                  <a:cubicBezTo>
                    <a:pt x="-1179" y="13818"/>
                    <a:pt x="4117" y="20190"/>
                    <a:pt x="5508" y="18828"/>
                  </a:cubicBezTo>
                </a:path>
              </a:pathLst>
            </a:custGeom>
            <a:solidFill>
              <a:srgbClr val="221F20"/>
            </a:solidFill>
            <a:ln w="9525" cap="flat">
              <a:noFill/>
              <a:prstDash val="solid"/>
              <a:round/>
            </a:ln>
          </p:spPr>
          <p:txBody>
            <a:bodyPr/>
            <a:lstStyle/>
            <a:p>
              <a:endParaRPr lang="zh-CN" altLang="en-US" sz="2190"/>
            </a:p>
          </p:txBody>
        </p:sp>
        <p:sp>
          <p:nvSpPr>
            <p:cNvPr id="166" name="任意多边形: 形状 165"/>
            <p:cNvSpPr/>
            <p:nvPr/>
          </p:nvSpPr>
          <p:spPr>
            <a:xfrm>
              <a:off x="1143461" y="3254894"/>
              <a:ext cx="19054" cy="9530"/>
            </a:xfrm>
            <a:custGeom>
              <a:avLst/>
              <a:gdLst>
                <a:gd name="csX0" fmla="*/ 6163 w 19054"/>
                <a:gd name="csY0" fmla="*/ 9393 h 9530"/>
                <a:gd name="csX1" fmla="*/ 18936 w 19054"/>
                <a:gd name="csY1" fmla="*/ 3183 h 9530"/>
                <a:gd name="csX2" fmla="*/ 12697 w 19054"/>
                <a:gd name="csY2" fmla="*/ 78 h 9530"/>
                <a:gd name="csX3" fmla="*/ 238 w 19054"/>
                <a:gd name="csY3" fmla="*/ 6031 h 9530"/>
                <a:gd name="csX4" fmla="*/ 6163 w 19054"/>
                <a:gd name="csY4" fmla="*/ 9393 h 9530"/>
              </a:gdLst>
              <a:ahLst/>
              <a:cxnLst>
                <a:cxn ang="0">
                  <a:pos x="csX0" y="csY0"/>
                </a:cxn>
                <a:cxn ang="0">
                  <a:pos x="csX1" y="csY1"/>
                </a:cxn>
                <a:cxn ang="0">
                  <a:pos x="csX2" y="csY2"/>
                </a:cxn>
                <a:cxn ang="0">
                  <a:pos x="csX3" y="csY3"/>
                </a:cxn>
                <a:cxn ang="0">
                  <a:pos x="csX4" y="csY4"/>
                </a:cxn>
              </a:cxnLst>
              <a:rect l="l" t="t" r="r" b="b"/>
              <a:pathLst>
                <a:path w="19054" h="9530">
                  <a:moveTo>
                    <a:pt x="6163" y="9393"/>
                  </a:moveTo>
                  <a:lnTo>
                    <a:pt x="18936" y="3183"/>
                  </a:lnTo>
                  <a:cubicBezTo>
                    <a:pt x="19869" y="2926"/>
                    <a:pt x="13945" y="-694"/>
                    <a:pt x="12697" y="78"/>
                  </a:cubicBezTo>
                  <a:lnTo>
                    <a:pt x="238" y="6031"/>
                  </a:lnTo>
                  <a:cubicBezTo>
                    <a:pt x="-1314" y="6545"/>
                    <a:pt x="4601" y="10165"/>
                    <a:pt x="6163" y="9393"/>
                  </a:cubicBezTo>
                </a:path>
              </a:pathLst>
            </a:custGeom>
            <a:solidFill>
              <a:srgbClr val="221F20"/>
            </a:solidFill>
            <a:ln w="9525" cap="flat">
              <a:noFill/>
              <a:prstDash val="solid"/>
              <a:round/>
            </a:ln>
          </p:spPr>
          <p:txBody>
            <a:bodyPr/>
            <a:lstStyle/>
            <a:p>
              <a:endParaRPr lang="zh-CN" altLang="en-US" sz="2190"/>
            </a:p>
          </p:txBody>
        </p:sp>
        <p:sp>
          <p:nvSpPr>
            <p:cNvPr id="167" name="任意多边形: 形状 166"/>
            <p:cNvSpPr/>
            <p:nvPr/>
          </p:nvSpPr>
          <p:spPr>
            <a:xfrm>
              <a:off x="1172035" y="3235843"/>
              <a:ext cx="19052" cy="9527"/>
            </a:xfrm>
            <a:custGeom>
              <a:avLst/>
              <a:gdLst>
                <a:gd name="csX0" fmla="*/ 5508 w 19052"/>
                <a:gd name="csY0" fmla="*/ 9336 h 9527"/>
                <a:gd name="csX1" fmla="*/ 18881 w 19052"/>
                <a:gd name="csY1" fmla="*/ 3002 h 9527"/>
                <a:gd name="csX2" fmla="*/ 13308 w 19052"/>
                <a:gd name="csY2" fmla="*/ 59 h 9527"/>
                <a:gd name="csX3" fmla="*/ 212 w 19052"/>
                <a:gd name="csY3" fmla="*/ 6393 h 9527"/>
                <a:gd name="csX4" fmla="*/ 5508 w 19052"/>
                <a:gd name="csY4" fmla="*/ 9336 h 9527"/>
              </a:gdLst>
              <a:ahLst/>
              <a:cxnLst>
                <a:cxn ang="0">
                  <a:pos x="csX0" y="csY0"/>
                </a:cxn>
                <a:cxn ang="0">
                  <a:pos x="csX1" y="csY1"/>
                </a:cxn>
                <a:cxn ang="0">
                  <a:pos x="csX2" y="csY2"/>
                </a:cxn>
                <a:cxn ang="0">
                  <a:pos x="csX3" y="csY3"/>
                </a:cxn>
                <a:cxn ang="0">
                  <a:pos x="csX4" y="csY4"/>
                </a:cxn>
              </a:cxnLst>
              <a:rect l="l" t="t" r="r" b="b"/>
              <a:pathLst>
                <a:path w="19052" h="9527">
                  <a:moveTo>
                    <a:pt x="5508" y="9336"/>
                  </a:moveTo>
                  <a:lnTo>
                    <a:pt x="18881" y="3002"/>
                  </a:lnTo>
                  <a:cubicBezTo>
                    <a:pt x="19995" y="2774"/>
                    <a:pt x="14699" y="-617"/>
                    <a:pt x="13308" y="59"/>
                  </a:cubicBezTo>
                  <a:lnTo>
                    <a:pt x="212" y="6393"/>
                  </a:lnTo>
                  <a:cubicBezTo>
                    <a:pt x="-1179" y="7079"/>
                    <a:pt x="4117" y="10241"/>
                    <a:pt x="5508" y="9336"/>
                  </a:cubicBezTo>
                </a:path>
              </a:pathLst>
            </a:custGeom>
            <a:solidFill>
              <a:srgbClr val="221F20"/>
            </a:solidFill>
            <a:ln w="9525" cap="flat">
              <a:noFill/>
              <a:prstDash val="solid"/>
              <a:round/>
            </a:ln>
          </p:spPr>
          <p:txBody>
            <a:bodyPr/>
            <a:lstStyle/>
            <a:p>
              <a:endParaRPr lang="zh-CN" altLang="en-US" sz="2190"/>
            </a:p>
          </p:txBody>
        </p:sp>
        <p:sp>
          <p:nvSpPr>
            <p:cNvPr id="168" name="任意多边形: 形状 167"/>
            <p:cNvSpPr/>
            <p:nvPr/>
          </p:nvSpPr>
          <p:spPr>
            <a:xfrm>
              <a:off x="1200611" y="3216794"/>
              <a:ext cx="19054" cy="9530"/>
            </a:xfrm>
            <a:custGeom>
              <a:avLst/>
              <a:gdLst>
                <a:gd name="csX0" fmla="*/ 6163 w 19054"/>
                <a:gd name="csY0" fmla="*/ 9393 h 9530"/>
                <a:gd name="csX1" fmla="*/ 18936 w 19054"/>
                <a:gd name="csY1" fmla="*/ 3183 h 9530"/>
                <a:gd name="csX2" fmla="*/ 12697 w 19054"/>
                <a:gd name="csY2" fmla="*/ 78 h 9530"/>
                <a:gd name="csX3" fmla="*/ 238 w 19054"/>
                <a:gd name="csY3" fmla="*/ 6031 h 9530"/>
                <a:gd name="csX4" fmla="*/ 6163 w 19054"/>
                <a:gd name="csY4" fmla="*/ 9393 h 9530"/>
              </a:gdLst>
              <a:ahLst/>
              <a:cxnLst>
                <a:cxn ang="0">
                  <a:pos x="csX0" y="csY0"/>
                </a:cxn>
                <a:cxn ang="0">
                  <a:pos x="csX1" y="csY1"/>
                </a:cxn>
                <a:cxn ang="0">
                  <a:pos x="csX2" y="csY2"/>
                </a:cxn>
                <a:cxn ang="0">
                  <a:pos x="csX3" y="csY3"/>
                </a:cxn>
                <a:cxn ang="0">
                  <a:pos x="csX4" y="csY4"/>
                </a:cxn>
              </a:cxnLst>
              <a:rect l="l" t="t" r="r" b="b"/>
              <a:pathLst>
                <a:path w="19054" h="9530">
                  <a:moveTo>
                    <a:pt x="6163" y="9393"/>
                  </a:moveTo>
                  <a:lnTo>
                    <a:pt x="18936" y="3183"/>
                  </a:lnTo>
                  <a:cubicBezTo>
                    <a:pt x="19869" y="2926"/>
                    <a:pt x="13945" y="-694"/>
                    <a:pt x="12697" y="78"/>
                  </a:cubicBezTo>
                  <a:lnTo>
                    <a:pt x="238" y="6031"/>
                  </a:lnTo>
                  <a:cubicBezTo>
                    <a:pt x="-1314" y="6545"/>
                    <a:pt x="4601" y="10165"/>
                    <a:pt x="6163" y="9393"/>
                  </a:cubicBezTo>
                </a:path>
              </a:pathLst>
            </a:custGeom>
            <a:solidFill>
              <a:srgbClr val="221F20"/>
            </a:solidFill>
            <a:ln w="9525" cap="flat">
              <a:noFill/>
              <a:prstDash val="solid"/>
              <a:round/>
            </a:ln>
          </p:spPr>
          <p:txBody>
            <a:bodyPr/>
            <a:lstStyle/>
            <a:p>
              <a:endParaRPr lang="zh-CN" altLang="en-US" sz="2190"/>
            </a:p>
          </p:txBody>
        </p:sp>
        <p:sp>
          <p:nvSpPr>
            <p:cNvPr id="169" name="任意多边形: 形状 168"/>
            <p:cNvSpPr/>
            <p:nvPr/>
          </p:nvSpPr>
          <p:spPr>
            <a:xfrm>
              <a:off x="1229185" y="3197748"/>
              <a:ext cx="19052" cy="19050"/>
            </a:xfrm>
            <a:custGeom>
              <a:avLst/>
              <a:gdLst>
                <a:gd name="csX0" fmla="*/ 5508 w 19052"/>
                <a:gd name="csY0" fmla="*/ 18828 h 19050"/>
                <a:gd name="csX1" fmla="*/ 18881 w 19052"/>
                <a:gd name="csY1" fmla="*/ 6074 h 19050"/>
                <a:gd name="csX2" fmla="*/ 13308 w 19052"/>
                <a:gd name="csY2" fmla="*/ 149 h 19050"/>
                <a:gd name="csX3" fmla="*/ 212 w 19052"/>
                <a:gd name="csY3" fmla="*/ 12903 h 19050"/>
                <a:gd name="csX4" fmla="*/ 5508 w 19052"/>
                <a:gd name="csY4" fmla="*/ 18828 h 19050"/>
              </a:gdLst>
              <a:ahLst/>
              <a:cxnLst>
                <a:cxn ang="0">
                  <a:pos x="csX0" y="csY0"/>
                </a:cxn>
                <a:cxn ang="0">
                  <a:pos x="csX1" y="csY1"/>
                </a:cxn>
                <a:cxn ang="0">
                  <a:pos x="csX2" y="csY2"/>
                </a:cxn>
                <a:cxn ang="0">
                  <a:pos x="csX3" y="csY3"/>
                </a:cxn>
                <a:cxn ang="0">
                  <a:pos x="csX4" y="csY4"/>
                </a:cxn>
              </a:cxnLst>
              <a:rect l="l" t="t" r="r" b="b"/>
              <a:pathLst>
                <a:path w="19052" h="19050">
                  <a:moveTo>
                    <a:pt x="5508" y="18828"/>
                  </a:moveTo>
                  <a:lnTo>
                    <a:pt x="18881" y="6074"/>
                  </a:lnTo>
                  <a:cubicBezTo>
                    <a:pt x="19995" y="5616"/>
                    <a:pt x="14699" y="-1213"/>
                    <a:pt x="13308" y="149"/>
                  </a:cubicBezTo>
                  <a:lnTo>
                    <a:pt x="212" y="12903"/>
                  </a:lnTo>
                  <a:cubicBezTo>
                    <a:pt x="-1179" y="13818"/>
                    <a:pt x="4117" y="20199"/>
                    <a:pt x="5508" y="18828"/>
                  </a:cubicBezTo>
                </a:path>
              </a:pathLst>
            </a:custGeom>
            <a:solidFill>
              <a:srgbClr val="221F20"/>
            </a:solidFill>
            <a:ln w="9525" cap="flat">
              <a:noFill/>
              <a:prstDash val="solid"/>
              <a:round/>
            </a:ln>
          </p:spPr>
          <p:txBody>
            <a:bodyPr/>
            <a:lstStyle/>
            <a:p>
              <a:endParaRPr lang="zh-CN" altLang="en-US" sz="2190"/>
            </a:p>
          </p:txBody>
        </p:sp>
        <p:sp>
          <p:nvSpPr>
            <p:cNvPr id="170" name="任意多边形: 形状 169"/>
            <p:cNvSpPr/>
            <p:nvPr/>
          </p:nvSpPr>
          <p:spPr>
            <a:xfrm>
              <a:off x="610062" y="3359672"/>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171" name="任意多边形: 形状 170"/>
            <p:cNvSpPr/>
            <p:nvPr/>
          </p:nvSpPr>
          <p:spPr>
            <a:xfrm>
              <a:off x="1610187" y="335967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172" name="任意多边形: 形状 171"/>
            <p:cNvSpPr/>
            <p:nvPr/>
          </p:nvSpPr>
          <p:spPr>
            <a:xfrm>
              <a:off x="1019637" y="3512068"/>
              <a:ext cx="200029" cy="295277"/>
            </a:xfrm>
            <a:custGeom>
              <a:avLst/>
              <a:gdLst>
                <a:gd name="csX0" fmla="*/ 102 w 200029"/>
                <a:gd name="csY0" fmla="*/ 10374 h 295277"/>
                <a:gd name="csX1" fmla="*/ 188795 w 200029"/>
                <a:gd name="csY1" fmla="*/ 295162 h 295277"/>
                <a:gd name="csX2" fmla="*/ 199939 w 200029"/>
                <a:gd name="csY2" fmla="*/ 284552 h 295277"/>
                <a:gd name="csX3" fmla="*/ 11243 w 200029"/>
                <a:gd name="csY3" fmla="*/ 116 h 295277"/>
                <a:gd name="csX4" fmla="*/ 102 w 200029"/>
                <a:gd name="csY4" fmla="*/ 10374 h 295277"/>
              </a:gdLst>
              <a:ahLst/>
              <a:cxnLst>
                <a:cxn ang="0">
                  <a:pos x="csX0" y="csY0"/>
                </a:cxn>
                <a:cxn ang="0">
                  <a:pos x="csX1" y="csY1"/>
                </a:cxn>
                <a:cxn ang="0">
                  <a:pos x="csX2" y="csY2"/>
                </a:cxn>
                <a:cxn ang="0">
                  <a:pos x="csX3" y="csY3"/>
                </a:cxn>
                <a:cxn ang="0">
                  <a:pos x="csX4" y="csY4"/>
                </a:cxn>
              </a:cxnLst>
              <a:rect l="l" t="t" r="r" b="b"/>
              <a:pathLst>
                <a:path w="200029" h="295277">
                  <a:moveTo>
                    <a:pt x="102" y="10374"/>
                  </a:moveTo>
                  <a:lnTo>
                    <a:pt x="188795" y="295162"/>
                  </a:lnTo>
                  <a:cubicBezTo>
                    <a:pt x="189509" y="296229"/>
                    <a:pt x="201016" y="287028"/>
                    <a:pt x="199939" y="284552"/>
                  </a:cubicBezTo>
                  <a:lnTo>
                    <a:pt x="11243" y="116"/>
                  </a:lnTo>
                  <a:cubicBezTo>
                    <a:pt x="10524"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73" name="任意多边形: 形状 172"/>
            <p:cNvSpPr/>
            <p:nvPr/>
          </p:nvSpPr>
          <p:spPr>
            <a:xfrm>
              <a:off x="838661" y="3502545"/>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74" name="任意多边形: 形状 173"/>
            <p:cNvSpPr/>
            <p:nvPr/>
          </p:nvSpPr>
          <p:spPr>
            <a:xfrm>
              <a:off x="1619711" y="3683521"/>
              <a:ext cx="19051" cy="28574"/>
            </a:xfrm>
            <a:custGeom>
              <a:avLst/>
              <a:gdLst>
                <a:gd name="csX0" fmla="*/ 11459 w 19051"/>
                <a:gd name="csY0" fmla="*/ 28098 h 28574"/>
                <a:gd name="csX1" fmla="*/ 58 w 19051"/>
                <a:gd name="csY1" fmla="*/ 6400 h 28574"/>
                <a:gd name="csX2" fmla="*/ 7554 w 19051"/>
                <a:gd name="csY2" fmla="*/ 552 h 28574"/>
                <a:gd name="csX3" fmla="*/ 18956 w 19051"/>
                <a:gd name="csY3" fmla="*/ 22259 h 28574"/>
                <a:gd name="csX4" fmla="*/ 11459 w 19051"/>
                <a:gd name="csY4" fmla="*/ 28098 h 28574"/>
              </a:gdLst>
              <a:ahLst/>
              <a:cxnLst>
                <a:cxn ang="0">
                  <a:pos x="csX0" y="csY0"/>
                </a:cxn>
                <a:cxn ang="0">
                  <a:pos x="csX1" y="csY1"/>
                </a:cxn>
                <a:cxn ang="0">
                  <a:pos x="csX2" y="csY2"/>
                </a:cxn>
                <a:cxn ang="0">
                  <a:pos x="csX3" y="csY3"/>
                </a:cxn>
                <a:cxn ang="0">
                  <a:pos x="csX4" y="csY4"/>
                </a:cxn>
              </a:cxnLst>
              <a:rect l="l" t="t" r="r" b="b"/>
              <a:pathLst>
                <a:path w="19051" h="28574">
                  <a:moveTo>
                    <a:pt x="11459" y="28098"/>
                  </a:moveTo>
                  <a:lnTo>
                    <a:pt x="58" y="6400"/>
                  </a:lnTo>
                  <a:cubicBezTo>
                    <a:pt x="-837" y="4314"/>
                    <a:pt x="6354" y="-1953"/>
                    <a:pt x="7554" y="552"/>
                  </a:cubicBezTo>
                  <a:lnTo>
                    <a:pt x="18956" y="22259"/>
                  </a:lnTo>
                  <a:cubicBezTo>
                    <a:pt x="19851" y="24345"/>
                    <a:pt x="12659" y="30194"/>
                    <a:pt x="11459" y="28098"/>
                  </a:cubicBezTo>
                </a:path>
              </a:pathLst>
            </a:custGeom>
            <a:solidFill>
              <a:srgbClr val="221F20"/>
            </a:solidFill>
            <a:ln w="9525" cap="flat">
              <a:noFill/>
              <a:prstDash val="solid"/>
              <a:round/>
            </a:ln>
          </p:spPr>
          <p:txBody>
            <a:bodyPr/>
            <a:lstStyle/>
            <a:p>
              <a:endParaRPr lang="zh-CN" altLang="en-US" sz="2190"/>
            </a:p>
          </p:txBody>
        </p:sp>
        <p:sp>
          <p:nvSpPr>
            <p:cNvPr id="175" name="任意多边形: 形状 174"/>
            <p:cNvSpPr/>
            <p:nvPr/>
          </p:nvSpPr>
          <p:spPr>
            <a:xfrm>
              <a:off x="1600662" y="3654948"/>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76" name="任意多边形: 形状 175"/>
            <p:cNvSpPr/>
            <p:nvPr/>
          </p:nvSpPr>
          <p:spPr>
            <a:xfrm>
              <a:off x="1572084" y="3626372"/>
              <a:ext cx="28573" cy="19049"/>
            </a:xfrm>
            <a:custGeom>
              <a:avLst/>
              <a:gdLst>
                <a:gd name="csX0" fmla="*/ 17233 w 28573"/>
                <a:gd name="csY0" fmla="*/ 18725 h 19049"/>
                <a:gd name="csX1" fmla="*/ 98 w 28573"/>
                <a:gd name="csY1" fmla="*/ 4256 h 19049"/>
                <a:gd name="csX2" fmla="*/ 11375 w 28573"/>
                <a:gd name="csY2" fmla="*/ 360 h 19049"/>
                <a:gd name="csX3" fmla="*/ 28501 w 28573"/>
                <a:gd name="csY3" fmla="*/ 14829 h 19049"/>
                <a:gd name="csX4" fmla="*/ 17233 w 28573"/>
                <a:gd name="csY4" fmla="*/ 18725 h 19049"/>
              </a:gdLst>
              <a:ahLst/>
              <a:cxnLst>
                <a:cxn ang="0">
                  <a:pos x="csX0" y="csY0"/>
                </a:cxn>
                <a:cxn ang="0">
                  <a:pos x="csX1" y="csY1"/>
                </a:cxn>
                <a:cxn ang="0">
                  <a:pos x="csX2" y="csY2"/>
                </a:cxn>
                <a:cxn ang="0">
                  <a:pos x="csX3" y="csY3"/>
                </a:cxn>
                <a:cxn ang="0">
                  <a:pos x="csX4" y="csY4"/>
                </a:cxn>
              </a:cxnLst>
              <a:rect l="l" t="t" r="r" b="b"/>
              <a:pathLst>
                <a:path w="28573" h="19049">
                  <a:moveTo>
                    <a:pt x="17233" y="18725"/>
                  </a:moveTo>
                  <a:lnTo>
                    <a:pt x="98" y="4256"/>
                  </a:lnTo>
                  <a:cubicBezTo>
                    <a:pt x="-1255" y="2865"/>
                    <a:pt x="9566" y="-1316"/>
                    <a:pt x="11375" y="360"/>
                  </a:cubicBezTo>
                  <a:lnTo>
                    <a:pt x="28501" y="14829"/>
                  </a:lnTo>
                  <a:cubicBezTo>
                    <a:pt x="29406" y="16219"/>
                    <a:pt x="18586" y="20115"/>
                    <a:pt x="17233" y="18725"/>
                  </a:cubicBezTo>
                </a:path>
              </a:pathLst>
            </a:custGeom>
            <a:solidFill>
              <a:srgbClr val="221F20"/>
            </a:solidFill>
            <a:ln w="9525" cap="flat">
              <a:noFill/>
              <a:prstDash val="solid"/>
              <a:round/>
            </a:ln>
          </p:spPr>
          <p:txBody>
            <a:bodyPr/>
            <a:lstStyle/>
            <a:p>
              <a:endParaRPr lang="zh-CN" altLang="en-US" sz="2190"/>
            </a:p>
          </p:txBody>
        </p:sp>
        <p:sp>
          <p:nvSpPr>
            <p:cNvPr id="177" name="任意多边形: 形状 176"/>
            <p:cNvSpPr/>
            <p:nvPr/>
          </p:nvSpPr>
          <p:spPr>
            <a:xfrm>
              <a:off x="1553037" y="3597798"/>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78" name="任意多边形: 形状 177"/>
            <p:cNvSpPr/>
            <p:nvPr/>
          </p:nvSpPr>
          <p:spPr>
            <a:xfrm>
              <a:off x="1533986" y="3559696"/>
              <a:ext cx="19051" cy="28574"/>
            </a:xfrm>
            <a:custGeom>
              <a:avLst/>
              <a:gdLst>
                <a:gd name="csX0" fmla="*/ 11459 w 19051"/>
                <a:gd name="csY0" fmla="*/ 28098 h 28574"/>
                <a:gd name="csX1" fmla="*/ 58 w 19051"/>
                <a:gd name="csY1" fmla="*/ 6400 h 28574"/>
                <a:gd name="csX2" fmla="*/ 7554 w 19051"/>
                <a:gd name="csY2" fmla="*/ 552 h 28574"/>
                <a:gd name="csX3" fmla="*/ 18956 w 19051"/>
                <a:gd name="csY3" fmla="*/ 22259 h 28574"/>
                <a:gd name="csX4" fmla="*/ 11459 w 19051"/>
                <a:gd name="csY4" fmla="*/ 28098 h 28574"/>
              </a:gdLst>
              <a:ahLst/>
              <a:cxnLst>
                <a:cxn ang="0">
                  <a:pos x="csX0" y="csY0"/>
                </a:cxn>
                <a:cxn ang="0">
                  <a:pos x="csX1" y="csY1"/>
                </a:cxn>
                <a:cxn ang="0">
                  <a:pos x="csX2" y="csY2"/>
                </a:cxn>
                <a:cxn ang="0">
                  <a:pos x="csX3" y="csY3"/>
                </a:cxn>
                <a:cxn ang="0">
                  <a:pos x="csX4" y="csY4"/>
                </a:cxn>
              </a:cxnLst>
              <a:rect l="l" t="t" r="r" b="b"/>
              <a:pathLst>
                <a:path w="19051" h="28574">
                  <a:moveTo>
                    <a:pt x="11459" y="28098"/>
                  </a:moveTo>
                  <a:lnTo>
                    <a:pt x="58" y="6400"/>
                  </a:lnTo>
                  <a:cubicBezTo>
                    <a:pt x="-837" y="4314"/>
                    <a:pt x="6354" y="-1953"/>
                    <a:pt x="7554" y="552"/>
                  </a:cubicBezTo>
                  <a:lnTo>
                    <a:pt x="18956" y="22259"/>
                  </a:lnTo>
                  <a:cubicBezTo>
                    <a:pt x="19851" y="24345"/>
                    <a:pt x="12659" y="30194"/>
                    <a:pt x="11459" y="28098"/>
                  </a:cubicBezTo>
                </a:path>
              </a:pathLst>
            </a:custGeom>
            <a:solidFill>
              <a:srgbClr val="221F20"/>
            </a:solidFill>
            <a:ln w="9525" cap="flat">
              <a:noFill/>
              <a:prstDash val="solid"/>
              <a:round/>
            </a:ln>
          </p:spPr>
          <p:txBody>
            <a:bodyPr/>
            <a:lstStyle/>
            <a:p>
              <a:endParaRPr lang="zh-CN" altLang="en-US" sz="2190"/>
            </a:p>
          </p:txBody>
        </p:sp>
        <p:sp>
          <p:nvSpPr>
            <p:cNvPr id="179" name="任意多边形: 形状 178"/>
            <p:cNvSpPr/>
            <p:nvPr/>
          </p:nvSpPr>
          <p:spPr>
            <a:xfrm>
              <a:off x="1514937" y="3531123"/>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80" name="任意多边形: 形状 179"/>
            <p:cNvSpPr/>
            <p:nvPr/>
          </p:nvSpPr>
          <p:spPr>
            <a:xfrm>
              <a:off x="1486359" y="3502547"/>
              <a:ext cx="28575" cy="19049"/>
            </a:xfrm>
            <a:custGeom>
              <a:avLst/>
              <a:gdLst>
                <a:gd name="csX0" fmla="*/ 17195 w 28575"/>
                <a:gd name="csY0" fmla="*/ 18725 h 19049"/>
                <a:gd name="csX1" fmla="*/ 98 w 28575"/>
                <a:gd name="csY1" fmla="*/ 4256 h 19049"/>
                <a:gd name="csX2" fmla="*/ 11347 w 28575"/>
                <a:gd name="csY2" fmla="*/ 360 h 19049"/>
                <a:gd name="csX3" fmla="*/ 28444 w 28575"/>
                <a:gd name="csY3" fmla="*/ 14829 h 19049"/>
                <a:gd name="csX4" fmla="*/ 17195 w 28575"/>
                <a:gd name="csY4" fmla="*/ 18725 h 19049"/>
              </a:gdLst>
              <a:ahLst/>
              <a:cxnLst>
                <a:cxn ang="0">
                  <a:pos x="csX0" y="csY0"/>
                </a:cxn>
                <a:cxn ang="0">
                  <a:pos x="csX1" y="csY1"/>
                </a:cxn>
                <a:cxn ang="0">
                  <a:pos x="csX2" y="csY2"/>
                </a:cxn>
                <a:cxn ang="0">
                  <a:pos x="csX3" y="csY3"/>
                </a:cxn>
                <a:cxn ang="0">
                  <a:pos x="csX4" y="csY4"/>
                </a:cxn>
              </a:cxnLst>
              <a:rect l="l" t="t" r="r" b="b"/>
              <a:pathLst>
                <a:path w="28575" h="19049">
                  <a:moveTo>
                    <a:pt x="17195" y="18725"/>
                  </a:moveTo>
                  <a:lnTo>
                    <a:pt x="98" y="4256"/>
                  </a:lnTo>
                  <a:cubicBezTo>
                    <a:pt x="-1255" y="2865"/>
                    <a:pt x="9547" y="-1316"/>
                    <a:pt x="11347" y="360"/>
                  </a:cubicBezTo>
                  <a:lnTo>
                    <a:pt x="28444" y="14829"/>
                  </a:lnTo>
                  <a:cubicBezTo>
                    <a:pt x="29797" y="16219"/>
                    <a:pt x="18548" y="20115"/>
                    <a:pt x="17195" y="18725"/>
                  </a:cubicBezTo>
                </a:path>
              </a:pathLst>
            </a:custGeom>
            <a:solidFill>
              <a:srgbClr val="221F20"/>
            </a:solidFill>
            <a:ln w="9525" cap="flat">
              <a:noFill/>
              <a:prstDash val="solid"/>
              <a:round/>
            </a:ln>
          </p:spPr>
          <p:txBody>
            <a:bodyPr/>
            <a:lstStyle/>
            <a:p>
              <a:endParaRPr lang="zh-CN" altLang="en-US" sz="2190"/>
            </a:p>
          </p:txBody>
        </p:sp>
        <p:sp>
          <p:nvSpPr>
            <p:cNvPr id="181" name="任意多边形: 形状 180"/>
            <p:cNvSpPr/>
            <p:nvPr/>
          </p:nvSpPr>
          <p:spPr>
            <a:xfrm>
              <a:off x="1324438" y="367399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2" name="任意多边形: 形状 181"/>
            <p:cNvSpPr/>
            <p:nvPr/>
          </p:nvSpPr>
          <p:spPr>
            <a:xfrm>
              <a:off x="1353013" y="3645425"/>
              <a:ext cx="19047" cy="19045"/>
            </a:xfrm>
            <a:custGeom>
              <a:avLst/>
              <a:gdLst>
                <a:gd name="csX0" fmla="*/ 7971 w 19047"/>
                <a:gd name="csY0" fmla="*/ 18627 h 19045"/>
                <a:gd name="csX1" fmla="*/ 18992 w 19047"/>
                <a:gd name="csY1" fmla="*/ 4482 h 19045"/>
                <a:gd name="csX2" fmla="*/ 10734 w 19047"/>
                <a:gd name="csY2" fmla="*/ 338 h 19045"/>
                <a:gd name="csX3" fmla="*/ 18 w 19047"/>
                <a:gd name="csY3" fmla="*/ 14483 h 19045"/>
                <a:gd name="csX4" fmla="*/ 7971 w 19047"/>
                <a:gd name="csY4" fmla="*/ 18627 h 19045"/>
              </a:gdLst>
              <a:ahLst/>
              <a:cxnLst>
                <a:cxn ang="0">
                  <a:pos x="csX0" y="csY0"/>
                </a:cxn>
                <a:cxn ang="0">
                  <a:pos x="csX1" y="csY1"/>
                </a:cxn>
                <a:cxn ang="0">
                  <a:pos x="csX2" y="csY2"/>
                </a:cxn>
                <a:cxn ang="0">
                  <a:pos x="csX3" y="csY3"/>
                </a:cxn>
                <a:cxn ang="0">
                  <a:pos x="csX4" y="csY4"/>
                </a:cxn>
              </a:cxnLst>
              <a:rect l="l" t="t" r="r" b="b"/>
              <a:pathLst>
                <a:path w="19047" h="19045">
                  <a:moveTo>
                    <a:pt x="7971" y="18627"/>
                  </a:moveTo>
                  <a:lnTo>
                    <a:pt x="18992" y="4482"/>
                  </a:lnTo>
                  <a:cubicBezTo>
                    <a:pt x="19611" y="3443"/>
                    <a:pt x="12258" y="-1386"/>
                    <a:pt x="10734" y="338"/>
                  </a:cubicBezTo>
                  <a:lnTo>
                    <a:pt x="18" y="14483"/>
                  </a:lnTo>
                  <a:cubicBezTo>
                    <a:pt x="-601" y="15864"/>
                    <a:pt x="6752" y="20351"/>
                    <a:pt x="7971" y="18627"/>
                  </a:cubicBezTo>
                </a:path>
              </a:pathLst>
            </a:custGeom>
            <a:solidFill>
              <a:srgbClr val="221F20"/>
            </a:solidFill>
            <a:ln w="9525" cap="flat">
              <a:noFill/>
              <a:prstDash val="solid"/>
              <a:round/>
            </a:ln>
          </p:spPr>
          <p:txBody>
            <a:bodyPr/>
            <a:lstStyle/>
            <a:p>
              <a:endParaRPr lang="zh-CN" altLang="en-US" sz="2190"/>
            </a:p>
          </p:txBody>
        </p:sp>
        <p:sp>
          <p:nvSpPr>
            <p:cNvPr id="183" name="任意多边形: 形状 182"/>
            <p:cNvSpPr/>
            <p:nvPr/>
          </p:nvSpPr>
          <p:spPr>
            <a:xfrm>
              <a:off x="1372063" y="361684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4" name="任意多边形: 形状 183"/>
            <p:cNvSpPr/>
            <p:nvPr/>
          </p:nvSpPr>
          <p:spPr>
            <a:xfrm>
              <a:off x="1400639" y="3588275"/>
              <a:ext cx="19046" cy="19045"/>
            </a:xfrm>
            <a:custGeom>
              <a:avLst/>
              <a:gdLst>
                <a:gd name="csX0" fmla="*/ 7970 w 19046"/>
                <a:gd name="csY0" fmla="*/ 18627 h 19045"/>
                <a:gd name="csX1" fmla="*/ 18991 w 19046"/>
                <a:gd name="csY1" fmla="*/ 4482 h 19045"/>
                <a:gd name="csX2" fmla="*/ 10732 w 19046"/>
                <a:gd name="csY2" fmla="*/ 338 h 19045"/>
                <a:gd name="csX3" fmla="*/ 17 w 19046"/>
                <a:gd name="csY3" fmla="*/ 14483 h 19045"/>
                <a:gd name="csX4" fmla="*/ 7970 w 19046"/>
                <a:gd name="csY4" fmla="*/ 18627 h 19045"/>
              </a:gdLst>
              <a:ahLst/>
              <a:cxnLst>
                <a:cxn ang="0">
                  <a:pos x="csX0" y="csY0"/>
                </a:cxn>
                <a:cxn ang="0">
                  <a:pos x="csX1" y="csY1"/>
                </a:cxn>
                <a:cxn ang="0">
                  <a:pos x="csX2" y="csY2"/>
                </a:cxn>
                <a:cxn ang="0">
                  <a:pos x="csX3" y="csY3"/>
                </a:cxn>
                <a:cxn ang="0">
                  <a:pos x="csX4" y="csY4"/>
                </a:cxn>
              </a:cxnLst>
              <a:rect l="l" t="t" r="r" b="b"/>
              <a:pathLst>
                <a:path w="19046" h="19045">
                  <a:moveTo>
                    <a:pt x="7970" y="18627"/>
                  </a:moveTo>
                  <a:lnTo>
                    <a:pt x="18991" y="4482"/>
                  </a:lnTo>
                  <a:cubicBezTo>
                    <a:pt x="19610" y="3443"/>
                    <a:pt x="12257" y="-1386"/>
                    <a:pt x="10732" y="338"/>
                  </a:cubicBezTo>
                  <a:lnTo>
                    <a:pt x="17" y="14483"/>
                  </a:lnTo>
                  <a:cubicBezTo>
                    <a:pt x="-593" y="15864"/>
                    <a:pt x="6751" y="20351"/>
                    <a:pt x="7970" y="18627"/>
                  </a:cubicBezTo>
                </a:path>
              </a:pathLst>
            </a:custGeom>
            <a:solidFill>
              <a:srgbClr val="221F20"/>
            </a:solidFill>
            <a:ln w="9525" cap="flat">
              <a:noFill/>
              <a:prstDash val="solid"/>
              <a:round/>
            </a:ln>
          </p:spPr>
          <p:txBody>
            <a:bodyPr/>
            <a:lstStyle/>
            <a:p>
              <a:endParaRPr lang="zh-CN" altLang="en-US" sz="2190"/>
            </a:p>
          </p:txBody>
        </p:sp>
        <p:sp>
          <p:nvSpPr>
            <p:cNvPr id="185" name="任意多边形: 形状 184"/>
            <p:cNvSpPr/>
            <p:nvPr/>
          </p:nvSpPr>
          <p:spPr>
            <a:xfrm>
              <a:off x="1419688" y="355969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6" name="任意多边形: 形状 185"/>
            <p:cNvSpPr/>
            <p:nvPr/>
          </p:nvSpPr>
          <p:spPr>
            <a:xfrm>
              <a:off x="1448263" y="3531125"/>
              <a:ext cx="19047" cy="19045"/>
            </a:xfrm>
            <a:custGeom>
              <a:avLst/>
              <a:gdLst>
                <a:gd name="csX0" fmla="*/ 7971 w 19047"/>
                <a:gd name="csY0" fmla="*/ 18627 h 19045"/>
                <a:gd name="csX1" fmla="*/ 18992 w 19047"/>
                <a:gd name="csY1" fmla="*/ 4482 h 19045"/>
                <a:gd name="csX2" fmla="*/ 10734 w 19047"/>
                <a:gd name="csY2" fmla="*/ 338 h 19045"/>
                <a:gd name="csX3" fmla="*/ 18 w 19047"/>
                <a:gd name="csY3" fmla="*/ 14483 h 19045"/>
                <a:gd name="csX4" fmla="*/ 7971 w 19047"/>
                <a:gd name="csY4" fmla="*/ 18627 h 19045"/>
              </a:gdLst>
              <a:ahLst/>
              <a:cxnLst>
                <a:cxn ang="0">
                  <a:pos x="csX0" y="csY0"/>
                </a:cxn>
                <a:cxn ang="0">
                  <a:pos x="csX1" y="csY1"/>
                </a:cxn>
                <a:cxn ang="0">
                  <a:pos x="csX2" y="csY2"/>
                </a:cxn>
                <a:cxn ang="0">
                  <a:pos x="csX3" y="csY3"/>
                </a:cxn>
                <a:cxn ang="0">
                  <a:pos x="csX4" y="csY4"/>
                </a:cxn>
              </a:cxnLst>
              <a:rect l="l" t="t" r="r" b="b"/>
              <a:pathLst>
                <a:path w="19047" h="19045">
                  <a:moveTo>
                    <a:pt x="7971" y="18627"/>
                  </a:moveTo>
                  <a:lnTo>
                    <a:pt x="18992" y="4482"/>
                  </a:lnTo>
                  <a:cubicBezTo>
                    <a:pt x="19611" y="3443"/>
                    <a:pt x="12258" y="-1386"/>
                    <a:pt x="10734" y="338"/>
                  </a:cubicBezTo>
                  <a:lnTo>
                    <a:pt x="18" y="14483"/>
                  </a:lnTo>
                  <a:cubicBezTo>
                    <a:pt x="-601" y="15864"/>
                    <a:pt x="6752" y="20351"/>
                    <a:pt x="7971" y="18627"/>
                  </a:cubicBezTo>
                </a:path>
              </a:pathLst>
            </a:custGeom>
            <a:solidFill>
              <a:srgbClr val="221F20"/>
            </a:solidFill>
            <a:ln w="9525" cap="flat">
              <a:noFill/>
              <a:prstDash val="solid"/>
              <a:round/>
            </a:ln>
          </p:spPr>
          <p:txBody>
            <a:bodyPr/>
            <a:lstStyle/>
            <a:p>
              <a:endParaRPr lang="zh-CN" altLang="en-US" sz="2190"/>
            </a:p>
          </p:txBody>
        </p:sp>
        <p:sp>
          <p:nvSpPr>
            <p:cNvPr id="187" name="任意多边形: 形状 186"/>
            <p:cNvSpPr/>
            <p:nvPr/>
          </p:nvSpPr>
          <p:spPr>
            <a:xfrm>
              <a:off x="1476835" y="3502544"/>
              <a:ext cx="19048" cy="19051"/>
            </a:xfrm>
            <a:custGeom>
              <a:avLst/>
              <a:gdLst>
                <a:gd name="csX0" fmla="*/ 7279 w 19048"/>
                <a:gd name="csY0" fmla="*/ 18670 h 19051"/>
                <a:gd name="csX1" fmla="*/ 18957 w 19048"/>
                <a:gd name="csY1" fmla="*/ 3849 h 19051"/>
                <a:gd name="csX2" fmla="*/ 11727 w 19048"/>
                <a:gd name="csY2" fmla="*/ 449 h 19051"/>
                <a:gd name="csX3" fmla="*/ 49 w 19048"/>
                <a:gd name="csY3" fmla="*/ 14965 h 19051"/>
                <a:gd name="csX4" fmla="*/ 7279 w 19048"/>
                <a:gd name="csY4" fmla="*/ 18670 h 19051"/>
              </a:gdLst>
              <a:ahLst/>
              <a:cxnLst>
                <a:cxn ang="0">
                  <a:pos x="csX0" y="csY0"/>
                </a:cxn>
                <a:cxn ang="0">
                  <a:pos x="csX1" y="csY1"/>
                </a:cxn>
                <a:cxn ang="0">
                  <a:pos x="csX2" y="csY2"/>
                </a:cxn>
                <a:cxn ang="0">
                  <a:pos x="csX3" y="csY3"/>
                </a:cxn>
                <a:cxn ang="0">
                  <a:pos x="csX4" y="csY4"/>
                </a:cxn>
              </a:cxnLst>
              <a:rect l="l" t="t" r="r" b="b"/>
              <a:pathLst>
                <a:path w="19048" h="19051">
                  <a:moveTo>
                    <a:pt x="7279" y="18670"/>
                  </a:moveTo>
                  <a:lnTo>
                    <a:pt x="18957" y="3849"/>
                  </a:lnTo>
                  <a:cubicBezTo>
                    <a:pt x="19795" y="2611"/>
                    <a:pt x="13118" y="-1399"/>
                    <a:pt x="11727" y="449"/>
                  </a:cubicBezTo>
                  <a:lnTo>
                    <a:pt x="49" y="14965"/>
                  </a:lnTo>
                  <a:cubicBezTo>
                    <a:pt x="-779" y="16203"/>
                    <a:pt x="6174" y="20223"/>
                    <a:pt x="7279" y="18670"/>
                  </a:cubicBezTo>
                </a:path>
              </a:pathLst>
            </a:custGeom>
            <a:solidFill>
              <a:srgbClr val="221F20"/>
            </a:solidFill>
            <a:ln w="9525" cap="flat">
              <a:noFill/>
              <a:prstDash val="solid"/>
              <a:round/>
            </a:ln>
          </p:spPr>
          <p:txBody>
            <a:bodyPr/>
            <a:lstStyle/>
            <a:p>
              <a:endParaRPr lang="zh-CN" altLang="en-US" sz="2190"/>
            </a:p>
          </p:txBody>
        </p:sp>
        <p:sp>
          <p:nvSpPr>
            <p:cNvPr id="188" name="任意多边形: 形状 187"/>
            <p:cNvSpPr/>
            <p:nvPr/>
          </p:nvSpPr>
          <p:spPr>
            <a:xfrm>
              <a:off x="610062" y="3673997"/>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189" name="任意多边形: 形状 188"/>
            <p:cNvSpPr/>
            <p:nvPr/>
          </p:nvSpPr>
          <p:spPr>
            <a:xfrm>
              <a:off x="1133937" y="3673997"/>
              <a:ext cx="228600" cy="152400"/>
            </a:xfrm>
            <a:custGeom>
              <a:avLst/>
              <a:gdLst>
                <a:gd name="csX0" fmla="*/ -19 w 228600"/>
                <a:gd name="csY0" fmla="*/ -30 h 152400"/>
                <a:gd name="csX1" fmla="*/ 228581 w 228600"/>
                <a:gd name="csY1" fmla="*/ -30 h 152400"/>
                <a:gd name="csX2" fmla="*/ 228581 w 228600"/>
                <a:gd name="csY2" fmla="*/ 152370 h 152400"/>
                <a:gd name="csX3" fmla="*/ -19 w 228600"/>
                <a:gd name="csY3" fmla="*/ 152370 h 152400"/>
              </a:gdLst>
              <a:ahLst/>
              <a:cxnLst>
                <a:cxn ang="0">
                  <a:pos x="csX0" y="csY0"/>
                </a:cxn>
                <a:cxn ang="0">
                  <a:pos x="csX1" y="csY1"/>
                </a:cxn>
                <a:cxn ang="0">
                  <a:pos x="csX2" y="csY2"/>
                </a:cxn>
                <a:cxn ang="0">
                  <a:pos x="csX3" y="csY3"/>
                </a:cxn>
              </a:cxnLst>
              <a:rect l="l" t="t" r="r" b="b"/>
              <a:pathLst>
                <a:path w="228600" h="152400">
                  <a:moveTo>
                    <a:pt x="-19" y="-30"/>
                  </a:moveTo>
                  <a:lnTo>
                    <a:pt x="228581" y="-30"/>
                  </a:lnTo>
                  <a:lnTo>
                    <a:pt x="228581"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190" name="任意多边形: 形状 189"/>
            <p:cNvSpPr/>
            <p:nvPr/>
          </p:nvSpPr>
          <p:spPr>
            <a:xfrm>
              <a:off x="1610187" y="3664472"/>
              <a:ext cx="323850" cy="161925"/>
            </a:xfrm>
            <a:custGeom>
              <a:avLst/>
              <a:gdLst>
                <a:gd name="csX0" fmla="*/ -19 w 323850"/>
                <a:gd name="csY0" fmla="*/ -30 h 161925"/>
                <a:gd name="csX1" fmla="*/ 323831 w 323850"/>
                <a:gd name="csY1" fmla="*/ -30 h 161925"/>
                <a:gd name="csX2" fmla="*/ 323831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1" y="-30"/>
                  </a:lnTo>
                  <a:lnTo>
                    <a:pt x="323831" y="161895"/>
                  </a:lnTo>
                  <a:lnTo>
                    <a:pt x="-19" y="161895"/>
                  </a:lnTo>
                  <a:close/>
                </a:path>
              </a:pathLst>
            </a:custGeom>
            <a:solidFill>
              <a:srgbClr val="D83B44"/>
            </a:solidFill>
            <a:ln w="9525" cap="flat">
              <a:noFill/>
              <a:prstDash val="solid"/>
              <a:round/>
            </a:ln>
          </p:spPr>
          <p:txBody>
            <a:bodyPr/>
            <a:lstStyle/>
            <a:p>
              <a:endParaRPr lang="zh-CN" altLang="en-US" sz="2190"/>
            </a:p>
          </p:txBody>
        </p:sp>
        <p:sp>
          <p:nvSpPr>
            <p:cNvPr id="191" name="任意多边形: 形状 190"/>
            <p:cNvSpPr/>
            <p:nvPr/>
          </p:nvSpPr>
          <p:spPr>
            <a:xfrm>
              <a:off x="3734261" y="3473972"/>
              <a:ext cx="38100" cy="9525"/>
            </a:xfrm>
            <a:custGeom>
              <a:avLst/>
              <a:gdLst>
                <a:gd name="csX0" fmla="*/ 4925 w 38100"/>
                <a:gd name="csY0" fmla="*/ 9219 h 9525"/>
                <a:gd name="csX1" fmla="*/ 37167 w 38100"/>
                <a:gd name="csY1" fmla="*/ 9495 h 9525"/>
                <a:gd name="csX2" fmla="*/ 33138 w 38100"/>
                <a:gd name="csY2" fmla="*/ -30 h 9525"/>
                <a:gd name="csX3" fmla="*/ 896 w 38100"/>
                <a:gd name="csY3" fmla="*/ -30 h 9525"/>
                <a:gd name="csX4" fmla="*/ 4925 w 38100"/>
                <a:gd name="csY4" fmla="*/ 9219 h 9525"/>
              </a:gdLst>
              <a:ahLst/>
              <a:cxnLst>
                <a:cxn ang="0">
                  <a:pos x="csX0" y="csY0"/>
                </a:cxn>
                <a:cxn ang="0">
                  <a:pos x="csX1" y="csY1"/>
                </a:cxn>
                <a:cxn ang="0">
                  <a:pos x="csX2" y="csY2"/>
                </a:cxn>
                <a:cxn ang="0">
                  <a:pos x="csX3" y="csY3"/>
                </a:cxn>
                <a:cxn ang="0">
                  <a:pos x="csX4" y="csY4"/>
                </a:cxn>
              </a:cxnLst>
              <a:rect l="l" t="t" r="r" b="b"/>
              <a:pathLst>
                <a:path w="38100" h="9525">
                  <a:moveTo>
                    <a:pt x="4925" y="9219"/>
                  </a:moveTo>
                  <a:lnTo>
                    <a:pt x="37167" y="9495"/>
                  </a:lnTo>
                  <a:cubicBezTo>
                    <a:pt x="39729" y="9495"/>
                    <a:pt x="36434" y="-30"/>
                    <a:pt x="33138" y="-30"/>
                  </a:cubicBezTo>
                  <a:lnTo>
                    <a:pt x="896" y="-30"/>
                  </a:lnTo>
                  <a:cubicBezTo>
                    <a:pt x="-1666" y="-30"/>
                    <a:pt x="1629" y="9219"/>
                    <a:pt x="4925" y="9219"/>
                  </a:cubicBezTo>
                </a:path>
              </a:pathLst>
            </a:custGeom>
            <a:solidFill>
              <a:srgbClr val="221F20"/>
            </a:solidFill>
            <a:ln w="9525" cap="flat">
              <a:noFill/>
              <a:prstDash val="solid"/>
              <a:round/>
            </a:ln>
          </p:spPr>
          <p:txBody>
            <a:bodyPr/>
            <a:lstStyle/>
            <a:p>
              <a:endParaRPr lang="zh-CN" altLang="en-US" sz="2190"/>
            </a:p>
          </p:txBody>
        </p:sp>
        <p:sp>
          <p:nvSpPr>
            <p:cNvPr id="192" name="任意多边形: 形状 191"/>
            <p:cNvSpPr/>
            <p:nvPr/>
          </p:nvSpPr>
          <p:spPr>
            <a:xfrm>
              <a:off x="3791408" y="3473972"/>
              <a:ext cx="28576" cy="9525"/>
            </a:xfrm>
            <a:custGeom>
              <a:avLst/>
              <a:gdLst>
                <a:gd name="csX0" fmla="*/ 4194 w 28576"/>
                <a:gd name="csY0" fmla="*/ 9219 h 9525"/>
                <a:gd name="csX1" fmla="*/ 28016 w 28576"/>
                <a:gd name="csY1" fmla="*/ 9495 h 9525"/>
                <a:gd name="csX2" fmla="*/ 24797 w 28576"/>
                <a:gd name="csY2" fmla="*/ -30 h 9525"/>
                <a:gd name="csX3" fmla="*/ 651 w 28576"/>
                <a:gd name="csY3" fmla="*/ -30 h 9525"/>
                <a:gd name="csX4" fmla="*/ 4194 w 28576"/>
                <a:gd name="csY4" fmla="*/ 9219 h 9525"/>
              </a:gdLst>
              <a:ahLst/>
              <a:cxnLst>
                <a:cxn ang="0">
                  <a:pos x="csX0" y="csY0"/>
                </a:cxn>
                <a:cxn ang="0">
                  <a:pos x="csX1" y="csY1"/>
                </a:cxn>
                <a:cxn ang="0">
                  <a:pos x="csX2" y="csY2"/>
                </a:cxn>
                <a:cxn ang="0">
                  <a:pos x="csX3" y="csY3"/>
                </a:cxn>
                <a:cxn ang="0">
                  <a:pos x="csX4" y="csY4"/>
                </a:cxn>
              </a:cxnLst>
              <a:rect l="l" t="t" r="r" b="b"/>
              <a:pathLst>
                <a:path w="28576" h="9525">
                  <a:moveTo>
                    <a:pt x="4194" y="9219"/>
                  </a:moveTo>
                  <a:lnTo>
                    <a:pt x="28016" y="9495"/>
                  </a:lnTo>
                  <a:cubicBezTo>
                    <a:pt x="29626" y="9495"/>
                    <a:pt x="27378" y="-30"/>
                    <a:pt x="24797" y="-30"/>
                  </a:cubicBezTo>
                  <a:lnTo>
                    <a:pt x="651" y="-30"/>
                  </a:lnTo>
                  <a:cubicBezTo>
                    <a:pt x="-1282" y="-30"/>
                    <a:pt x="1299" y="9219"/>
                    <a:pt x="4194" y="9219"/>
                  </a:cubicBezTo>
                </a:path>
              </a:pathLst>
            </a:custGeom>
            <a:solidFill>
              <a:srgbClr val="221F20"/>
            </a:solidFill>
            <a:ln w="9525" cap="flat">
              <a:noFill/>
              <a:prstDash val="solid"/>
              <a:round/>
            </a:ln>
          </p:spPr>
          <p:txBody>
            <a:bodyPr/>
            <a:lstStyle/>
            <a:p>
              <a:endParaRPr lang="zh-CN" altLang="en-US" sz="2190"/>
            </a:p>
          </p:txBody>
        </p:sp>
        <p:sp>
          <p:nvSpPr>
            <p:cNvPr id="193" name="任意多边形: 形状 192"/>
            <p:cNvSpPr/>
            <p:nvPr/>
          </p:nvSpPr>
          <p:spPr>
            <a:xfrm>
              <a:off x="3839036" y="3473972"/>
              <a:ext cx="38100" cy="9525"/>
            </a:xfrm>
            <a:custGeom>
              <a:avLst/>
              <a:gdLst>
                <a:gd name="csX0" fmla="*/ 4925 w 38100"/>
                <a:gd name="csY0" fmla="*/ 9219 h 9525"/>
                <a:gd name="csX1" fmla="*/ 37167 w 38100"/>
                <a:gd name="csY1" fmla="*/ 9495 h 9525"/>
                <a:gd name="csX2" fmla="*/ 33138 w 38100"/>
                <a:gd name="csY2" fmla="*/ -30 h 9525"/>
                <a:gd name="csX3" fmla="*/ 896 w 38100"/>
                <a:gd name="csY3" fmla="*/ -30 h 9525"/>
                <a:gd name="csX4" fmla="*/ 4925 w 38100"/>
                <a:gd name="csY4" fmla="*/ 9219 h 9525"/>
              </a:gdLst>
              <a:ahLst/>
              <a:cxnLst>
                <a:cxn ang="0">
                  <a:pos x="csX0" y="csY0"/>
                </a:cxn>
                <a:cxn ang="0">
                  <a:pos x="csX1" y="csY1"/>
                </a:cxn>
                <a:cxn ang="0">
                  <a:pos x="csX2" y="csY2"/>
                </a:cxn>
                <a:cxn ang="0">
                  <a:pos x="csX3" y="csY3"/>
                </a:cxn>
                <a:cxn ang="0">
                  <a:pos x="csX4" y="csY4"/>
                </a:cxn>
              </a:cxnLst>
              <a:rect l="l" t="t" r="r" b="b"/>
              <a:pathLst>
                <a:path w="38100" h="9525">
                  <a:moveTo>
                    <a:pt x="4925" y="9219"/>
                  </a:moveTo>
                  <a:lnTo>
                    <a:pt x="37167" y="9495"/>
                  </a:lnTo>
                  <a:cubicBezTo>
                    <a:pt x="39729" y="9495"/>
                    <a:pt x="36434" y="-30"/>
                    <a:pt x="33138" y="-30"/>
                  </a:cubicBezTo>
                  <a:lnTo>
                    <a:pt x="896" y="-30"/>
                  </a:lnTo>
                  <a:cubicBezTo>
                    <a:pt x="-1666" y="-30"/>
                    <a:pt x="1629" y="9219"/>
                    <a:pt x="4925" y="9219"/>
                  </a:cubicBezTo>
                </a:path>
              </a:pathLst>
            </a:custGeom>
            <a:solidFill>
              <a:srgbClr val="221F20"/>
            </a:solidFill>
            <a:ln w="9525" cap="flat">
              <a:noFill/>
              <a:prstDash val="solid"/>
              <a:round/>
            </a:ln>
          </p:spPr>
          <p:txBody>
            <a:bodyPr/>
            <a:lstStyle/>
            <a:p>
              <a:endParaRPr lang="zh-CN" altLang="en-US" sz="2190"/>
            </a:p>
          </p:txBody>
        </p:sp>
        <p:sp>
          <p:nvSpPr>
            <p:cNvPr id="194" name="任意多边形: 形状 193"/>
            <p:cNvSpPr/>
            <p:nvPr/>
          </p:nvSpPr>
          <p:spPr>
            <a:xfrm>
              <a:off x="3886661" y="3473972"/>
              <a:ext cx="38100" cy="19050"/>
            </a:xfrm>
            <a:custGeom>
              <a:avLst/>
              <a:gdLst>
                <a:gd name="csX0" fmla="*/ 5592 w 38100"/>
                <a:gd name="csY0" fmla="*/ 18458 h 19050"/>
                <a:gd name="csX1" fmla="*/ 37358 w 38100"/>
                <a:gd name="csY1" fmla="*/ 19020 h 19050"/>
                <a:gd name="csX2" fmla="*/ 33071 w 38100"/>
                <a:gd name="csY2" fmla="*/ -30 h 19050"/>
                <a:gd name="csX3" fmla="*/ 877 w 38100"/>
                <a:gd name="csY3" fmla="*/ -30 h 19050"/>
                <a:gd name="csX4" fmla="*/ 5592 w 38100"/>
                <a:gd name="csY4" fmla="*/ 18458 h 19050"/>
              </a:gdLst>
              <a:ahLst/>
              <a:cxnLst>
                <a:cxn ang="0">
                  <a:pos x="csX0" y="csY0"/>
                </a:cxn>
                <a:cxn ang="0">
                  <a:pos x="csX1" y="csY1"/>
                </a:cxn>
                <a:cxn ang="0">
                  <a:pos x="csX2" y="csY2"/>
                </a:cxn>
                <a:cxn ang="0">
                  <a:pos x="csX3" y="csY3"/>
                </a:cxn>
                <a:cxn ang="0">
                  <a:pos x="csX4" y="csY4"/>
                </a:cxn>
              </a:cxnLst>
              <a:rect l="l" t="t" r="r" b="b"/>
              <a:pathLst>
                <a:path w="38100" h="19050">
                  <a:moveTo>
                    <a:pt x="5592" y="18458"/>
                  </a:moveTo>
                  <a:lnTo>
                    <a:pt x="37358" y="19020"/>
                  </a:lnTo>
                  <a:cubicBezTo>
                    <a:pt x="39510" y="19020"/>
                    <a:pt x="36500" y="-30"/>
                    <a:pt x="33071" y="-30"/>
                  </a:cubicBezTo>
                  <a:lnTo>
                    <a:pt x="877" y="-30"/>
                  </a:lnTo>
                  <a:cubicBezTo>
                    <a:pt x="-1704" y="-30"/>
                    <a:pt x="1734" y="18458"/>
                    <a:pt x="5592" y="18458"/>
                  </a:cubicBezTo>
                </a:path>
              </a:pathLst>
            </a:custGeom>
            <a:solidFill>
              <a:srgbClr val="221F20"/>
            </a:solidFill>
            <a:ln w="9525" cap="flat">
              <a:noFill/>
              <a:prstDash val="solid"/>
              <a:round/>
            </a:ln>
          </p:spPr>
          <p:txBody>
            <a:bodyPr/>
            <a:lstStyle/>
            <a:p>
              <a:endParaRPr lang="zh-CN" altLang="en-US" sz="2190"/>
            </a:p>
          </p:txBody>
        </p:sp>
        <p:sp>
          <p:nvSpPr>
            <p:cNvPr id="195" name="任意多边形: 形状 194"/>
            <p:cNvSpPr/>
            <p:nvPr/>
          </p:nvSpPr>
          <p:spPr>
            <a:xfrm>
              <a:off x="3943810" y="3473972"/>
              <a:ext cx="28577" cy="19050"/>
            </a:xfrm>
            <a:custGeom>
              <a:avLst/>
              <a:gdLst>
                <a:gd name="csX0" fmla="*/ 3687 w 28577"/>
                <a:gd name="csY0" fmla="*/ 18458 h 19050"/>
                <a:gd name="csX1" fmla="*/ 27871 w 28577"/>
                <a:gd name="csY1" fmla="*/ 19020 h 19050"/>
                <a:gd name="csX2" fmla="*/ 24852 w 28577"/>
                <a:gd name="csY2" fmla="*/ -30 h 19050"/>
                <a:gd name="csX3" fmla="*/ 668 w 28577"/>
                <a:gd name="csY3" fmla="*/ -30 h 19050"/>
                <a:gd name="csX4" fmla="*/ 3687 w 28577"/>
                <a:gd name="csY4" fmla="*/ 18458 h 19050"/>
              </a:gdLst>
              <a:ahLst/>
              <a:cxnLst>
                <a:cxn ang="0">
                  <a:pos x="csX0" y="csY0"/>
                </a:cxn>
                <a:cxn ang="0">
                  <a:pos x="csX1" y="csY1"/>
                </a:cxn>
                <a:cxn ang="0">
                  <a:pos x="csX2" y="csY2"/>
                </a:cxn>
                <a:cxn ang="0">
                  <a:pos x="csX3" y="csY3"/>
                </a:cxn>
                <a:cxn ang="0">
                  <a:pos x="csX4" y="csY4"/>
                </a:cxn>
              </a:cxnLst>
              <a:rect l="l" t="t" r="r" b="b"/>
              <a:pathLst>
                <a:path w="28577" h="19050">
                  <a:moveTo>
                    <a:pt x="3687" y="18458"/>
                  </a:moveTo>
                  <a:lnTo>
                    <a:pt x="27871" y="19020"/>
                  </a:lnTo>
                  <a:cubicBezTo>
                    <a:pt x="29795" y="19020"/>
                    <a:pt x="27319" y="-30"/>
                    <a:pt x="24852" y="-30"/>
                  </a:cubicBezTo>
                  <a:lnTo>
                    <a:pt x="668" y="-30"/>
                  </a:lnTo>
                  <a:cubicBezTo>
                    <a:pt x="-1256" y="-30"/>
                    <a:pt x="1220" y="18458"/>
                    <a:pt x="3687" y="18458"/>
                  </a:cubicBezTo>
                </a:path>
              </a:pathLst>
            </a:custGeom>
            <a:solidFill>
              <a:srgbClr val="221F20"/>
            </a:solidFill>
            <a:ln w="9525" cap="flat">
              <a:noFill/>
              <a:prstDash val="solid"/>
              <a:round/>
            </a:ln>
          </p:spPr>
          <p:txBody>
            <a:bodyPr/>
            <a:lstStyle/>
            <a:p>
              <a:endParaRPr lang="zh-CN" altLang="en-US" sz="2190"/>
            </a:p>
          </p:txBody>
        </p:sp>
        <p:sp>
          <p:nvSpPr>
            <p:cNvPr id="196" name="任意多边形: 形状 195"/>
            <p:cNvSpPr/>
            <p:nvPr/>
          </p:nvSpPr>
          <p:spPr>
            <a:xfrm>
              <a:off x="3991433" y="3473972"/>
              <a:ext cx="28576" cy="19050"/>
            </a:xfrm>
            <a:custGeom>
              <a:avLst/>
              <a:gdLst>
                <a:gd name="csX0" fmla="*/ 4194 w 28576"/>
                <a:gd name="csY0" fmla="*/ 18458 h 19050"/>
                <a:gd name="csX1" fmla="*/ 28016 w 28576"/>
                <a:gd name="csY1" fmla="*/ 19020 h 19050"/>
                <a:gd name="csX2" fmla="*/ 24797 w 28576"/>
                <a:gd name="csY2" fmla="*/ -30 h 19050"/>
                <a:gd name="csX3" fmla="*/ 651 w 28576"/>
                <a:gd name="csY3" fmla="*/ -30 h 19050"/>
                <a:gd name="csX4" fmla="*/ 4194 w 28576"/>
                <a:gd name="csY4" fmla="*/ 18458 h 19050"/>
              </a:gdLst>
              <a:ahLst/>
              <a:cxnLst>
                <a:cxn ang="0">
                  <a:pos x="csX0" y="csY0"/>
                </a:cxn>
                <a:cxn ang="0">
                  <a:pos x="csX1" y="csY1"/>
                </a:cxn>
                <a:cxn ang="0">
                  <a:pos x="csX2" y="csY2"/>
                </a:cxn>
                <a:cxn ang="0">
                  <a:pos x="csX3" y="csY3"/>
                </a:cxn>
                <a:cxn ang="0">
                  <a:pos x="csX4" y="csY4"/>
                </a:cxn>
              </a:cxnLst>
              <a:rect l="l" t="t" r="r" b="b"/>
              <a:pathLst>
                <a:path w="28576" h="19050">
                  <a:moveTo>
                    <a:pt x="4194" y="18458"/>
                  </a:moveTo>
                  <a:lnTo>
                    <a:pt x="28016" y="19020"/>
                  </a:lnTo>
                  <a:cubicBezTo>
                    <a:pt x="29626" y="19020"/>
                    <a:pt x="27378" y="-30"/>
                    <a:pt x="24797" y="-30"/>
                  </a:cubicBezTo>
                  <a:lnTo>
                    <a:pt x="651" y="-30"/>
                  </a:lnTo>
                  <a:cubicBezTo>
                    <a:pt x="-1282" y="-30"/>
                    <a:pt x="1299" y="18458"/>
                    <a:pt x="4194" y="18458"/>
                  </a:cubicBezTo>
                </a:path>
              </a:pathLst>
            </a:custGeom>
            <a:solidFill>
              <a:srgbClr val="221F20"/>
            </a:solidFill>
            <a:ln w="9525" cap="flat">
              <a:noFill/>
              <a:prstDash val="solid"/>
              <a:round/>
            </a:ln>
          </p:spPr>
          <p:txBody>
            <a:bodyPr/>
            <a:lstStyle/>
            <a:p>
              <a:endParaRPr lang="zh-CN" altLang="en-US" sz="2190"/>
            </a:p>
          </p:txBody>
        </p:sp>
        <p:sp>
          <p:nvSpPr>
            <p:cNvPr id="197" name="任意多边形: 形状 196"/>
            <p:cNvSpPr/>
            <p:nvPr/>
          </p:nvSpPr>
          <p:spPr>
            <a:xfrm>
              <a:off x="4039061" y="3473972"/>
              <a:ext cx="38100" cy="19050"/>
            </a:xfrm>
            <a:custGeom>
              <a:avLst/>
              <a:gdLst>
                <a:gd name="csX0" fmla="*/ 4925 w 38100"/>
                <a:gd name="csY0" fmla="*/ 18458 h 19050"/>
                <a:gd name="csX1" fmla="*/ 37167 w 38100"/>
                <a:gd name="csY1" fmla="*/ 19020 h 19050"/>
                <a:gd name="csX2" fmla="*/ 33138 w 38100"/>
                <a:gd name="csY2" fmla="*/ -30 h 19050"/>
                <a:gd name="csX3" fmla="*/ 896 w 38100"/>
                <a:gd name="csY3" fmla="*/ -30 h 19050"/>
                <a:gd name="csX4" fmla="*/ 4925 w 38100"/>
                <a:gd name="csY4" fmla="*/ 18458 h 19050"/>
              </a:gdLst>
              <a:ahLst/>
              <a:cxnLst>
                <a:cxn ang="0">
                  <a:pos x="csX0" y="csY0"/>
                </a:cxn>
                <a:cxn ang="0">
                  <a:pos x="csX1" y="csY1"/>
                </a:cxn>
                <a:cxn ang="0">
                  <a:pos x="csX2" y="csY2"/>
                </a:cxn>
                <a:cxn ang="0">
                  <a:pos x="csX3" y="csY3"/>
                </a:cxn>
                <a:cxn ang="0">
                  <a:pos x="csX4" y="csY4"/>
                </a:cxn>
              </a:cxnLst>
              <a:rect l="l" t="t" r="r" b="b"/>
              <a:pathLst>
                <a:path w="38100" h="19050">
                  <a:moveTo>
                    <a:pt x="4925" y="18458"/>
                  </a:moveTo>
                  <a:lnTo>
                    <a:pt x="37167" y="19020"/>
                  </a:lnTo>
                  <a:cubicBezTo>
                    <a:pt x="39729" y="19020"/>
                    <a:pt x="36434" y="-30"/>
                    <a:pt x="33138" y="-30"/>
                  </a:cubicBezTo>
                  <a:lnTo>
                    <a:pt x="896" y="-30"/>
                  </a:lnTo>
                  <a:cubicBezTo>
                    <a:pt x="-1666" y="-30"/>
                    <a:pt x="1629" y="18458"/>
                    <a:pt x="4925" y="18458"/>
                  </a:cubicBezTo>
                </a:path>
              </a:pathLst>
            </a:custGeom>
            <a:solidFill>
              <a:srgbClr val="221F20"/>
            </a:solidFill>
            <a:ln w="9525" cap="flat">
              <a:noFill/>
              <a:prstDash val="solid"/>
              <a:round/>
            </a:ln>
          </p:spPr>
          <p:txBody>
            <a:bodyPr/>
            <a:lstStyle/>
            <a:p>
              <a:endParaRPr lang="zh-CN" altLang="en-US" sz="2190"/>
            </a:p>
          </p:txBody>
        </p:sp>
        <p:sp>
          <p:nvSpPr>
            <p:cNvPr id="198" name="任意多边形: 形状 197"/>
            <p:cNvSpPr/>
            <p:nvPr/>
          </p:nvSpPr>
          <p:spPr>
            <a:xfrm>
              <a:off x="3267538" y="3473972"/>
              <a:ext cx="342903" cy="19050"/>
            </a:xfrm>
            <a:custGeom>
              <a:avLst/>
              <a:gdLst>
                <a:gd name="csX0" fmla="*/ 339480 w 342903"/>
                <a:gd name="csY0" fmla="*/ 19020 h 19050"/>
                <a:gd name="csX1" fmla="*/ 542 w 342903"/>
                <a:gd name="csY1" fmla="*/ 19020 h 19050"/>
                <a:gd name="csX2" fmla="*/ 3380 w 342903"/>
                <a:gd name="csY2" fmla="*/ -30 h 19050"/>
                <a:gd name="csX3" fmla="*/ 342327 w 342903"/>
                <a:gd name="csY3" fmla="*/ -30 h 19050"/>
                <a:gd name="csX4" fmla="*/ 339480 w 342903"/>
                <a:gd name="csY4" fmla="*/ 19020 h 19050"/>
              </a:gdLst>
              <a:ahLst/>
              <a:cxnLst>
                <a:cxn ang="0">
                  <a:pos x="csX0" y="csY0"/>
                </a:cxn>
                <a:cxn ang="0">
                  <a:pos x="csX1" y="csY1"/>
                </a:cxn>
                <a:cxn ang="0">
                  <a:pos x="csX2" y="csY2"/>
                </a:cxn>
                <a:cxn ang="0">
                  <a:pos x="csX3" y="csY3"/>
                </a:cxn>
                <a:cxn ang="0">
                  <a:pos x="csX4" y="csY4"/>
                </a:cxn>
              </a:cxnLst>
              <a:rect l="l" t="t" r="r" b="b"/>
              <a:pathLst>
                <a:path w="342903" h="19050">
                  <a:moveTo>
                    <a:pt x="339480" y="19020"/>
                  </a:moveTo>
                  <a:lnTo>
                    <a:pt x="542" y="19020"/>
                  </a:lnTo>
                  <a:cubicBezTo>
                    <a:pt x="-887" y="19020"/>
                    <a:pt x="542" y="-30"/>
                    <a:pt x="3380" y="-30"/>
                  </a:cubicBezTo>
                  <a:lnTo>
                    <a:pt x="342327" y="-30"/>
                  </a:lnTo>
                  <a:cubicBezTo>
                    <a:pt x="343747" y="-30"/>
                    <a:pt x="342327" y="19020"/>
                    <a:pt x="339480" y="19020"/>
                  </a:cubicBezTo>
                </a:path>
              </a:pathLst>
            </a:custGeom>
            <a:solidFill>
              <a:srgbClr val="221F20"/>
            </a:solidFill>
            <a:ln w="9525" cap="flat">
              <a:noFill/>
              <a:prstDash val="solid"/>
              <a:round/>
            </a:ln>
          </p:spPr>
          <p:txBody>
            <a:bodyPr/>
            <a:lstStyle/>
            <a:p>
              <a:endParaRPr lang="zh-CN" altLang="en-US" sz="2190"/>
            </a:p>
          </p:txBody>
        </p:sp>
        <p:sp>
          <p:nvSpPr>
            <p:cNvPr id="199" name="文本框 198"/>
            <p:cNvSpPr txBox="1"/>
            <p:nvPr/>
          </p:nvSpPr>
          <p:spPr>
            <a:xfrm>
              <a:off x="1899948" y="2284748"/>
              <a:ext cx="685955"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GENCODE</a:t>
              </a:r>
            </a:p>
          </p:txBody>
        </p:sp>
        <p:sp>
          <p:nvSpPr>
            <p:cNvPr id="200" name="文本框 199"/>
            <p:cNvSpPr txBox="1"/>
            <p:nvPr/>
          </p:nvSpPr>
          <p:spPr>
            <a:xfrm>
              <a:off x="1899948" y="2608599"/>
              <a:ext cx="40499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FSM</a:t>
              </a:r>
            </a:p>
          </p:txBody>
        </p:sp>
        <p:sp>
          <p:nvSpPr>
            <p:cNvPr id="201" name="文本框 200"/>
            <p:cNvSpPr txBox="1"/>
            <p:nvPr/>
          </p:nvSpPr>
          <p:spPr>
            <a:xfrm>
              <a:off x="1899948" y="2941974"/>
              <a:ext cx="37319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ISM</a:t>
              </a:r>
            </a:p>
          </p:txBody>
        </p:sp>
        <p:sp>
          <p:nvSpPr>
            <p:cNvPr id="202" name="文本框 201"/>
            <p:cNvSpPr txBox="1"/>
            <p:nvPr/>
          </p:nvSpPr>
          <p:spPr>
            <a:xfrm>
              <a:off x="1899948" y="3313449"/>
              <a:ext cx="36789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NIC</a:t>
              </a:r>
            </a:p>
          </p:txBody>
        </p:sp>
        <p:sp>
          <p:nvSpPr>
            <p:cNvPr id="203" name="文本框 202"/>
            <p:cNvSpPr txBox="1"/>
            <p:nvPr/>
          </p:nvSpPr>
          <p:spPr>
            <a:xfrm>
              <a:off x="1899948" y="3637299"/>
              <a:ext cx="4103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NNC</a:t>
              </a:r>
            </a:p>
          </p:txBody>
        </p:sp>
        <p:sp>
          <p:nvSpPr>
            <p:cNvPr id="204" name="文本框 203"/>
            <p:cNvSpPr txBox="1"/>
            <p:nvPr/>
          </p:nvSpPr>
          <p:spPr>
            <a:xfrm>
              <a:off x="655709" y="1915079"/>
              <a:ext cx="1385692"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Isoform classification</a:t>
              </a:r>
            </a:p>
          </p:txBody>
        </p:sp>
        <p:sp>
          <p:nvSpPr>
            <p:cNvPr id="205" name="文本框 204"/>
            <p:cNvSpPr txBox="1"/>
            <p:nvPr/>
          </p:nvSpPr>
          <p:spPr>
            <a:xfrm>
              <a:off x="1917768" y="1915079"/>
              <a:ext cx="2345180"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and master transcriptome construction</a:t>
              </a:r>
            </a:p>
          </p:txBody>
        </p:sp>
        <p:sp>
          <p:nvSpPr>
            <p:cNvPr id="206" name="任意多边形: 形状 205"/>
            <p:cNvSpPr/>
            <p:nvPr/>
          </p:nvSpPr>
          <p:spPr>
            <a:xfrm>
              <a:off x="2791287" y="2492897"/>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207" name="任意多边形: 形状 206"/>
            <p:cNvSpPr/>
            <p:nvPr/>
          </p:nvSpPr>
          <p:spPr>
            <a:xfrm>
              <a:off x="2791287" y="2692922"/>
              <a:ext cx="200025" cy="161925"/>
            </a:xfrm>
            <a:custGeom>
              <a:avLst/>
              <a:gdLst>
                <a:gd name="csX0" fmla="*/ -19 w 200025"/>
                <a:gd name="csY0" fmla="*/ -30 h 161925"/>
                <a:gd name="csX1" fmla="*/ 200006 w 200025"/>
                <a:gd name="csY1" fmla="*/ -30 h 161925"/>
                <a:gd name="csX2" fmla="*/ 200006 w 200025"/>
                <a:gd name="csY2" fmla="*/ 161895 h 161925"/>
                <a:gd name="csX3" fmla="*/ -19 w 200025"/>
                <a:gd name="csY3" fmla="*/ 161895 h 161925"/>
              </a:gdLst>
              <a:ahLst/>
              <a:cxnLst>
                <a:cxn ang="0">
                  <a:pos x="csX0" y="csY0"/>
                </a:cxn>
                <a:cxn ang="0">
                  <a:pos x="csX1" y="csY1"/>
                </a:cxn>
                <a:cxn ang="0">
                  <a:pos x="csX2" y="csY2"/>
                </a:cxn>
                <a:cxn ang="0">
                  <a:pos x="csX3" y="csY3"/>
                </a:cxn>
              </a:cxnLst>
              <a:rect l="l" t="t" r="r" b="b"/>
              <a:pathLst>
                <a:path w="200025" h="161925">
                  <a:moveTo>
                    <a:pt x="-19" y="-30"/>
                  </a:moveTo>
                  <a:lnTo>
                    <a:pt x="200006" y="-30"/>
                  </a:lnTo>
                  <a:lnTo>
                    <a:pt x="200006" y="161895"/>
                  </a:lnTo>
                  <a:lnTo>
                    <a:pt x="-19" y="161895"/>
                  </a:lnTo>
                  <a:close/>
                </a:path>
              </a:pathLst>
            </a:custGeom>
            <a:solidFill>
              <a:srgbClr val="A8DADC"/>
            </a:solidFill>
            <a:ln w="9525" cap="flat">
              <a:noFill/>
              <a:prstDash val="solid"/>
              <a:round/>
            </a:ln>
          </p:spPr>
          <p:txBody>
            <a:bodyPr/>
            <a:lstStyle/>
            <a:p>
              <a:endParaRPr lang="zh-CN" altLang="en-US" sz="2190"/>
            </a:p>
          </p:txBody>
        </p:sp>
        <p:sp>
          <p:nvSpPr>
            <p:cNvPr id="208" name="任意多边形: 形状 207"/>
            <p:cNvSpPr/>
            <p:nvPr/>
          </p:nvSpPr>
          <p:spPr>
            <a:xfrm>
              <a:off x="2791287" y="2959622"/>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209" name="任意多边形: 形状 208"/>
            <p:cNvSpPr/>
            <p:nvPr/>
          </p:nvSpPr>
          <p:spPr>
            <a:xfrm>
              <a:off x="2791287" y="3216797"/>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210" name="文本框 209"/>
            <p:cNvSpPr txBox="1"/>
            <p:nvPr/>
          </p:nvSpPr>
          <p:spPr>
            <a:xfrm>
              <a:off x="2942077" y="2475249"/>
              <a:ext cx="120545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Full splice match (FSM)</a:t>
              </a:r>
            </a:p>
          </p:txBody>
        </p:sp>
        <p:sp>
          <p:nvSpPr>
            <p:cNvPr id="211" name="文本框 210"/>
            <p:cNvSpPr txBox="1"/>
            <p:nvPr/>
          </p:nvSpPr>
          <p:spPr>
            <a:xfrm>
              <a:off x="2942077" y="2665749"/>
              <a:ext cx="1486412"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Incomplete splice match (ISM)</a:t>
              </a:r>
            </a:p>
          </p:txBody>
        </p:sp>
        <p:sp>
          <p:nvSpPr>
            <p:cNvPr id="212" name="文本框 211"/>
            <p:cNvSpPr txBox="1"/>
            <p:nvPr/>
          </p:nvSpPr>
          <p:spPr>
            <a:xfrm>
              <a:off x="2942077" y="2932449"/>
              <a:ext cx="113654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 in catalog (NIC)</a:t>
              </a:r>
            </a:p>
          </p:txBody>
        </p:sp>
        <p:sp>
          <p:nvSpPr>
            <p:cNvPr id="213" name="文本框 212"/>
            <p:cNvSpPr txBox="1"/>
            <p:nvPr/>
          </p:nvSpPr>
          <p:spPr>
            <a:xfrm>
              <a:off x="2942077" y="3189624"/>
              <a:ext cx="133798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 not in catalog (NNC)</a:t>
              </a:r>
            </a:p>
          </p:txBody>
        </p:sp>
        <p:sp>
          <p:nvSpPr>
            <p:cNvPr id="214" name="文本框 213"/>
            <p:cNvSpPr txBox="1"/>
            <p:nvPr/>
          </p:nvSpPr>
          <p:spPr>
            <a:xfrm>
              <a:off x="2287519" y="2465724"/>
              <a:ext cx="49511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Known</a:t>
              </a:r>
            </a:p>
          </p:txBody>
        </p:sp>
        <p:sp>
          <p:nvSpPr>
            <p:cNvPr id="215" name="文本框 214"/>
            <p:cNvSpPr txBox="1"/>
            <p:nvPr/>
          </p:nvSpPr>
          <p:spPr>
            <a:xfrm>
              <a:off x="2285785" y="294197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a:t>
              </a:r>
            </a:p>
          </p:txBody>
        </p:sp>
        <p:sp>
          <p:nvSpPr>
            <p:cNvPr id="216" name="文本框 215"/>
            <p:cNvSpPr txBox="1"/>
            <p:nvPr/>
          </p:nvSpPr>
          <p:spPr>
            <a:xfrm>
              <a:off x="3214892" y="3484899"/>
              <a:ext cx="4421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Know</a:t>
              </a:r>
            </a:p>
          </p:txBody>
        </p:sp>
        <p:sp>
          <p:nvSpPr>
            <p:cNvPr id="217" name="文本框 216"/>
            <p:cNvSpPr txBox="1"/>
            <p:nvPr/>
          </p:nvSpPr>
          <p:spPr>
            <a:xfrm>
              <a:off x="3451426" y="3484899"/>
              <a:ext cx="256570"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a:t>
              </a:r>
            </a:p>
          </p:txBody>
        </p:sp>
        <p:sp>
          <p:nvSpPr>
            <p:cNvPr id="218" name="文本框 217"/>
            <p:cNvSpPr txBox="1"/>
            <p:nvPr/>
          </p:nvSpPr>
          <p:spPr>
            <a:xfrm>
              <a:off x="3711516" y="349442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a:t>
              </a:r>
            </a:p>
          </p:txBody>
        </p:sp>
        <p:sp>
          <p:nvSpPr>
            <p:cNvPr id="219" name="文本框 218"/>
            <p:cNvSpPr txBox="1"/>
            <p:nvPr/>
          </p:nvSpPr>
          <p:spPr>
            <a:xfrm>
              <a:off x="2274345" y="3370599"/>
              <a:ext cx="81848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Spilce junction</a:t>
              </a:r>
            </a:p>
          </p:txBody>
        </p:sp>
        <p:sp>
          <p:nvSpPr>
            <p:cNvPr id="220" name="任意多边形: 形状 219"/>
            <p:cNvSpPr/>
            <p:nvPr/>
          </p:nvSpPr>
          <p:spPr>
            <a:xfrm>
              <a:off x="414800" y="2145234"/>
              <a:ext cx="4162424" cy="1752600"/>
            </a:xfrm>
            <a:custGeom>
              <a:avLst/>
              <a:gdLst>
                <a:gd name="csX0" fmla="*/ 3926976 w 4162424"/>
                <a:gd name="csY0" fmla="*/ 1752570 h 1752600"/>
                <a:gd name="csX1" fmla="*/ 235771 w 4162424"/>
                <a:gd name="csY1" fmla="*/ 1752570 h 1752600"/>
                <a:gd name="csX2" fmla="*/ -19 w 4162424"/>
                <a:gd name="csY2" fmla="*/ 1529790 h 1752600"/>
                <a:gd name="csX3" fmla="*/ -19 w 4162424"/>
                <a:gd name="csY3" fmla="*/ 222750 h 1752600"/>
                <a:gd name="csX4" fmla="*/ 235771 w 4162424"/>
                <a:gd name="csY4" fmla="*/ -30 h 1752600"/>
                <a:gd name="csX5" fmla="*/ 3926976 w 4162424"/>
                <a:gd name="csY5" fmla="*/ -30 h 1752600"/>
                <a:gd name="csX6" fmla="*/ 4162405 w 4162424"/>
                <a:gd name="csY6" fmla="*/ 222750 h 1752600"/>
                <a:gd name="csX7" fmla="*/ 4162405 w 4162424"/>
                <a:gd name="csY7" fmla="*/ 1529790 h 1752600"/>
                <a:gd name="csX8" fmla="*/ 3926976 w 4162424"/>
                <a:gd name="csY8" fmla="*/ 1752570 h 1752600"/>
                <a:gd name="csX9" fmla="*/ 3926976 w 4162424"/>
                <a:gd name="csY9" fmla="*/ 1752570 h 1752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162424" h="1752600">
                  <a:moveTo>
                    <a:pt x="3926976" y="1752570"/>
                  </a:moveTo>
                  <a:lnTo>
                    <a:pt x="235771" y="1752570"/>
                  </a:lnTo>
                  <a:cubicBezTo>
                    <a:pt x="105607" y="1752570"/>
                    <a:pt x="-19" y="1652624"/>
                    <a:pt x="-19" y="1529790"/>
                  </a:cubicBezTo>
                  <a:lnTo>
                    <a:pt x="-19" y="222750"/>
                  </a:lnTo>
                  <a:cubicBezTo>
                    <a:pt x="-19" y="99582"/>
                    <a:pt x="105607" y="-30"/>
                    <a:pt x="235771" y="-30"/>
                  </a:cubicBezTo>
                  <a:lnTo>
                    <a:pt x="3926976" y="-30"/>
                  </a:lnTo>
                  <a:cubicBezTo>
                    <a:pt x="4057135" y="-30"/>
                    <a:pt x="4162405" y="99582"/>
                    <a:pt x="4162405" y="222750"/>
                  </a:cubicBezTo>
                  <a:lnTo>
                    <a:pt x="4162405" y="1529790"/>
                  </a:lnTo>
                  <a:cubicBezTo>
                    <a:pt x="4162405" y="1652624"/>
                    <a:pt x="4057135" y="1752570"/>
                    <a:pt x="3926976" y="1752570"/>
                  </a:cubicBezTo>
                  <a:cubicBezTo>
                    <a:pt x="3926976" y="1752570"/>
                    <a:pt x="4057135" y="1752570"/>
                    <a:pt x="3926976" y="1752570"/>
                  </a:cubicBezTo>
                  <a:close/>
                </a:path>
              </a:pathLst>
            </a:custGeom>
            <a:noFill/>
            <a:ln w="6477" cap="flat">
              <a:solidFill>
                <a:srgbClr val="221815"/>
              </a:solidFill>
              <a:custDash>
                <a:ds d="155295" sp="77648"/>
                <a:ds d="38824" sp="77648"/>
                <a:ds d="155295" sp="38824"/>
              </a:custDash>
              <a:round/>
            </a:ln>
          </p:spPr>
          <p:txBody>
            <a:bodyPr/>
            <a:lstStyle/>
            <a:p>
              <a:endParaRPr lang="zh-CN" altLang="en-US" sz="2190"/>
            </a:p>
          </p:txBody>
        </p:sp>
        <p:sp>
          <p:nvSpPr>
            <p:cNvPr id="221" name="任意多边形: 形状 220"/>
            <p:cNvSpPr/>
            <p:nvPr/>
          </p:nvSpPr>
          <p:spPr>
            <a:xfrm>
              <a:off x="4662949" y="2145234"/>
              <a:ext cx="1971675" cy="1752600"/>
            </a:xfrm>
            <a:custGeom>
              <a:avLst/>
              <a:gdLst>
                <a:gd name="csX0" fmla="*/ 1721034 w 1971675"/>
                <a:gd name="csY0" fmla="*/ 1752570 h 1752600"/>
                <a:gd name="csX1" fmla="*/ 250984 w 1971675"/>
                <a:gd name="csY1" fmla="*/ 1752570 h 1752600"/>
                <a:gd name="csX2" fmla="*/ -19 w 1971675"/>
                <a:gd name="csY2" fmla="*/ 1529790 h 1752600"/>
                <a:gd name="csX3" fmla="*/ -19 w 1971675"/>
                <a:gd name="csY3" fmla="*/ 222750 h 1752600"/>
                <a:gd name="csX4" fmla="*/ 250984 w 1971675"/>
                <a:gd name="csY4" fmla="*/ -30 h 1752600"/>
                <a:gd name="csX5" fmla="*/ 1721034 w 1971675"/>
                <a:gd name="csY5" fmla="*/ -30 h 1752600"/>
                <a:gd name="csX6" fmla="*/ 1971656 w 1971675"/>
                <a:gd name="csY6" fmla="*/ 222750 h 1752600"/>
                <a:gd name="csX7" fmla="*/ 1971656 w 1971675"/>
                <a:gd name="csY7" fmla="*/ 1529790 h 1752600"/>
                <a:gd name="csX8" fmla="*/ 1721034 w 1971675"/>
                <a:gd name="csY8" fmla="*/ 1752570 h 1752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71675" h="1752600">
                  <a:moveTo>
                    <a:pt x="1721034" y="1752570"/>
                  </a:moveTo>
                  <a:lnTo>
                    <a:pt x="250984" y="1752570"/>
                  </a:lnTo>
                  <a:cubicBezTo>
                    <a:pt x="112424" y="1752570"/>
                    <a:pt x="-19" y="1652624"/>
                    <a:pt x="-19" y="1529790"/>
                  </a:cubicBezTo>
                  <a:lnTo>
                    <a:pt x="-19" y="222750"/>
                  </a:lnTo>
                  <a:cubicBezTo>
                    <a:pt x="-19" y="99582"/>
                    <a:pt x="112424" y="-30"/>
                    <a:pt x="250984" y="-30"/>
                  </a:cubicBezTo>
                  <a:lnTo>
                    <a:pt x="1721034" y="-30"/>
                  </a:lnTo>
                  <a:cubicBezTo>
                    <a:pt x="1859594" y="-30"/>
                    <a:pt x="1971656" y="99582"/>
                    <a:pt x="1971656" y="222750"/>
                  </a:cubicBezTo>
                  <a:lnTo>
                    <a:pt x="1971656" y="1529790"/>
                  </a:lnTo>
                  <a:cubicBezTo>
                    <a:pt x="1971656" y="1652624"/>
                    <a:pt x="1859594" y="1752570"/>
                    <a:pt x="1721034" y="1752570"/>
                  </a:cubicBezTo>
                  <a:close/>
                </a:path>
              </a:pathLst>
            </a:custGeom>
            <a:noFill/>
            <a:ln w="6477" cap="flat">
              <a:solidFill>
                <a:srgbClr val="221815"/>
              </a:solidFill>
              <a:prstDash val="dash"/>
              <a:round/>
            </a:ln>
          </p:spPr>
          <p:txBody>
            <a:bodyPr/>
            <a:lstStyle/>
            <a:p>
              <a:endParaRPr lang="zh-CN" altLang="en-US" sz="2190"/>
            </a:p>
          </p:txBody>
        </p:sp>
        <p:sp>
          <p:nvSpPr>
            <p:cNvPr id="222" name="文本框 221"/>
            <p:cNvSpPr txBox="1"/>
            <p:nvPr/>
          </p:nvSpPr>
          <p:spPr>
            <a:xfrm>
              <a:off x="4784278" y="2722899"/>
              <a:ext cx="4156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AMC</a:t>
              </a:r>
            </a:p>
          </p:txBody>
        </p:sp>
        <p:sp>
          <p:nvSpPr>
            <p:cNvPr id="223" name="任意多边形: 形状 222"/>
            <p:cNvSpPr/>
            <p:nvPr/>
          </p:nvSpPr>
          <p:spPr>
            <a:xfrm>
              <a:off x="2672224" y="2745309"/>
              <a:ext cx="104775" cy="609600"/>
            </a:xfrm>
            <a:custGeom>
              <a:avLst/>
              <a:gdLst>
                <a:gd name="csX0" fmla="*/ 104756 w 104775"/>
                <a:gd name="csY0" fmla="*/ 609570 h 609600"/>
                <a:gd name="csX1" fmla="*/ 52369 w 104775"/>
                <a:gd name="csY1" fmla="*/ 600836 h 609600"/>
                <a:gd name="csX2" fmla="*/ 52369 w 104775"/>
                <a:gd name="csY2" fmla="*/ 313504 h 609600"/>
                <a:gd name="csX3" fmla="*/ -19 w 104775"/>
                <a:gd name="csY3" fmla="*/ 304770 h 609600"/>
                <a:gd name="csX4" fmla="*/ 52369 w 104775"/>
                <a:gd name="csY4" fmla="*/ 296036 h 609600"/>
                <a:gd name="csX5" fmla="*/ 52369 w 104775"/>
                <a:gd name="csY5" fmla="*/ 8704 h 609600"/>
                <a:gd name="csX6" fmla="*/ 104756 w 104775"/>
                <a:gd name="csY6" fmla="*/ -30 h 60960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4775" h="609600">
                  <a:moveTo>
                    <a:pt x="104756" y="609570"/>
                  </a:moveTo>
                  <a:cubicBezTo>
                    <a:pt x="75819" y="609570"/>
                    <a:pt x="52369" y="605665"/>
                    <a:pt x="52369" y="600836"/>
                  </a:cubicBezTo>
                  <a:lnTo>
                    <a:pt x="52369" y="313504"/>
                  </a:lnTo>
                  <a:cubicBezTo>
                    <a:pt x="52369" y="308675"/>
                    <a:pt x="28918" y="304770"/>
                    <a:pt x="-19" y="304770"/>
                  </a:cubicBezTo>
                  <a:cubicBezTo>
                    <a:pt x="28918" y="304770"/>
                    <a:pt x="52369" y="300865"/>
                    <a:pt x="52369" y="296036"/>
                  </a:cubicBezTo>
                  <a:lnTo>
                    <a:pt x="52369" y="8704"/>
                  </a:lnTo>
                  <a:cubicBezTo>
                    <a:pt x="52369" y="3875"/>
                    <a:pt x="75819" y="-30"/>
                    <a:pt x="104756" y="-30"/>
                  </a:cubicBezTo>
                </a:path>
              </a:pathLst>
            </a:custGeom>
            <a:noFill/>
            <a:ln w="12700" cap="flat">
              <a:solidFill>
                <a:srgbClr val="000000"/>
              </a:solidFill>
              <a:prstDash val="solid"/>
              <a:round/>
            </a:ln>
          </p:spPr>
          <p:txBody>
            <a:bodyPr/>
            <a:lstStyle/>
            <a:p>
              <a:endParaRPr lang="zh-CN" altLang="en-US" sz="2190"/>
            </a:p>
          </p:txBody>
        </p:sp>
        <p:sp>
          <p:nvSpPr>
            <p:cNvPr id="224" name="文本框 223"/>
            <p:cNvSpPr txBox="1"/>
            <p:nvPr/>
          </p:nvSpPr>
          <p:spPr>
            <a:xfrm>
              <a:off x="1760786" y="1667429"/>
              <a:ext cx="556963"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Pacbio</a:t>
              </a:r>
            </a:p>
          </p:txBody>
        </p:sp>
        <p:sp>
          <p:nvSpPr>
            <p:cNvPr id="225" name="文本框 224"/>
            <p:cNvSpPr txBox="1"/>
            <p:nvPr/>
          </p:nvSpPr>
          <p:spPr>
            <a:xfrm>
              <a:off x="2159246" y="1667429"/>
              <a:ext cx="632945"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Platform</a:t>
              </a:r>
            </a:p>
          </p:txBody>
        </p:sp>
        <p:sp>
          <p:nvSpPr>
            <p:cNvPr id="226" name="任意多边形: 形状 225"/>
            <p:cNvSpPr/>
            <p:nvPr/>
          </p:nvSpPr>
          <p:spPr>
            <a:xfrm>
              <a:off x="3438987"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7" name="任意多边形: 形状 226"/>
            <p:cNvSpPr/>
            <p:nvPr/>
          </p:nvSpPr>
          <p:spPr>
            <a:xfrm>
              <a:off x="3886662" y="1083197"/>
              <a:ext cx="333375" cy="104775"/>
            </a:xfrm>
            <a:custGeom>
              <a:avLst/>
              <a:gdLst>
                <a:gd name="csX0" fmla="*/ -19 w 333375"/>
                <a:gd name="csY0" fmla="*/ -30 h 104775"/>
                <a:gd name="csX1" fmla="*/ 333356 w 333375"/>
                <a:gd name="csY1" fmla="*/ -30 h 104775"/>
                <a:gd name="csX2" fmla="*/ 333356 w 333375"/>
                <a:gd name="csY2" fmla="*/ 104745 h 104775"/>
                <a:gd name="csX3" fmla="*/ -19 w 333375"/>
                <a:gd name="csY3" fmla="*/ 104745 h 104775"/>
              </a:gdLst>
              <a:ahLst/>
              <a:cxnLst>
                <a:cxn ang="0">
                  <a:pos x="csX0" y="csY0"/>
                </a:cxn>
                <a:cxn ang="0">
                  <a:pos x="csX1" y="csY1"/>
                </a:cxn>
                <a:cxn ang="0">
                  <a:pos x="csX2" y="csY2"/>
                </a:cxn>
                <a:cxn ang="0">
                  <a:pos x="csX3" y="csY3"/>
                </a:cxn>
              </a:cxnLst>
              <a:rect l="l" t="t" r="r" b="b"/>
              <a:pathLst>
                <a:path w="333375" h="104775">
                  <a:moveTo>
                    <a:pt x="-19" y="-30"/>
                  </a:moveTo>
                  <a:lnTo>
                    <a:pt x="333356" y="-30"/>
                  </a:lnTo>
                  <a:lnTo>
                    <a:pt x="3333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8" name="任意多边形: 形状 227"/>
            <p:cNvSpPr/>
            <p:nvPr/>
          </p:nvSpPr>
          <p:spPr>
            <a:xfrm>
              <a:off x="3162762" y="1083197"/>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9" name="任意多边形: 形状 228"/>
            <p:cNvSpPr/>
            <p:nvPr/>
          </p:nvSpPr>
          <p:spPr>
            <a:xfrm>
              <a:off x="4629612"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30" name="任意多边形: 形状 229"/>
            <p:cNvSpPr/>
            <p:nvPr/>
          </p:nvSpPr>
          <p:spPr>
            <a:xfrm>
              <a:off x="3200859" y="1273697"/>
              <a:ext cx="1009655" cy="19050"/>
            </a:xfrm>
            <a:custGeom>
              <a:avLst/>
              <a:gdLst>
                <a:gd name="csX0" fmla="*/ 9985 w 1009655"/>
                <a:gd name="csY0" fmla="*/ 19020 h 19050"/>
                <a:gd name="csX1" fmla="*/ 1008167 w 1009655"/>
                <a:gd name="csY1" fmla="*/ 19020 h 19050"/>
                <a:gd name="csX2" fmla="*/ 999633 w 1009655"/>
                <a:gd name="csY2" fmla="*/ -30 h 19050"/>
                <a:gd name="csX3" fmla="*/ 1450 w 1009655"/>
                <a:gd name="csY3" fmla="*/ -30 h 19050"/>
                <a:gd name="csX4" fmla="*/ 9985 w 1009655"/>
                <a:gd name="csY4" fmla="*/ 19020 h 19050"/>
              </a:gdLst>
              <a:ahLst/>
              <a:cxnLst>
                <a:cxn ang="0">
                  <a:pos x="csX0" y="csY0"/>
                </a:cxn>
                <a:cxn ang="0">
                  <a:pos x="csX1" y="csY1"/>
                </a:cxn>
                <a:cxn ang="0">
                  <a:pos x="csX2" y="csY2"/>
                </a:cxn>
                <a:cxn ang="0">
                  <a:pos x="csX3" y="csY3"/>
                </a:cxn>
                <a:cxn ang="0">
                  <a:pos x="csX4" y="csY4"/>
                </a:cxn>
              </a:cxnLst>
              <a:rect l="l" t="t" r="r" b="b"/>
              <a:pathLst>
                <a:path w="1009655" h="19050">
                  <a:moveTo>
                    <a:pt x="9985" y="19020"/>
                  </a:moveTo>
                  <a:lnTo>
                    <a:pt x="1008167" y="19020"/>
                  </a:lnTo>
                  <a:cubicBezTo>
                    <a:pt x="1012081" y="19020"/>
                    <a:pt x="1007814" y="-30"/>
                    <a:pt x="999633" y="-30"/>
                  </a:cubicBezTo>
                  <a:lnTo>
                    <a:pt x="1450" y="-30"/>
                  </a:lnTo>
                  <a:cubicBezTo>
                    <a:pt x="-2464" y="-30"/>
                    <a:pt x="1803" y="19020"/>
                    <a:pt x="9985" y="19020"/>
                  </a:cubicBezTo>
                </a:path>
              </a:pathLst>
            </a:custGeom>
            <a:solidFill>
              <a:srgbClr val="898989"/>
            </a:solidFill>
            <a:ln w="9525" cap="flat">
              <a:noFill/>
              <a:prstDash val="solid"/>
              <a:round/>
            </a:ln>
          </p:spPr>
          <p:txBody>
            <a:bodyPr/>
            <a:lstStyle/>
            <a:p>
              <a:endParaRPr lang="zh-CN" altLang="en-US" sz="2190"/>
            </a:p>
          </p:txBody>
        </p:sp>
        <p:sp>
          <p:nvSpPr>
            <p:cNvPr id="231" name="任意多边形: 形状 230"/>
            <p:cNvSpPr/>
            <p:nvPr/>
          </p:nvSpPr>
          <p:spPr>
            <a:xfrm>
              <a:off x="3400887" y="1235597"/>
              <a:ext cx="257175" cy="104775"/>
            </a:xfrm>
            <a:custGeom>
              <a:avLst/>
              <a:gdLst>
                <a:gd name="csX0" fmla="*/ -19 w 257175"/>
                <a:gd name="csY0" fmla="*/ -30 h 104775"/>
                <a:gd name="csX1" fmla="*/ 257156 w 257175"/>
                <a:gd name="csY1" fmla="*/ -30 h 104775"/>
                <a:gd name="csX2" fmla="*/ 257156 w 257175"/>
                <a:gd name="csY2" fmla="*/ 104745 h 104775"/>
                <a:gd name="csX3" fmla="*/ -19 w 257175"/>
                <a:gd name="csY3" fmla="*/ 104745 h 104775"/>
              </a:gdLst>
              <a:ahLst/>
              <a:cxnLst>
                <a:cxn ang="0">
                  <a:pos x="csX0" y="csY0"/>
                </a:cxn>
                <a:cxn ang="0">
                  <a:pos x="csX1" y="csY1"/>
                </a:cxn>
                <a:cxn ang="0">
                  <a:pos x="csX2" y="csY2"/>
                </a:cxn>
                <a:cxn ang="0">
                  <a:pos x="csX3" y="csY3"/>
                </a:cxn>
              </a:cxnLst>
              <a:rect l="l" t="t" r="r" b="b"/>
              <a:pathLst>
                <a:path w="257175" h="104775">
                  <a:moveTo>
                    <a:pt x="-19" y="-30"/>
                  </a:moveTo>
                  <a:lnTo>
                    <a:pt x="257156" y="-30"/>
                  </a:lnTo>
                  <a:lnTo>
                    <a:pt x="2571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2" name="任意多边形: 形状 231"/>
            <p:cNvSpPr/>
            <p:nvPr/>
          </p:nvSpPr>
          <p:spPr>
            <a:xfrm>
              <a:off x="3896187" y="1226072"/>
              <a:ext cx="323850" cy="104775"/>
            </a:xfrm>
            <a:custGeom>
              <a:avLst/>
              <a:gdLst>
                <a:gd name="csX0" fmla="*/ -19 w 323850"/>
                <a:gd name="csY0" fmla="*/ -30 h 104775"/>
                <a:gd name="csX1" fmla="*/ 323831 w 323850"/>
                <a:gd name="csY1" fmla="*/ -30 h 104775"/>
                <a:gd name="csX2" fmla="*/ 323831 w 323850"/>
                <a:gd name="csY2" fmla="*/ 104745 h 104775"/>
                <a:gd name="csX3" fmla="*/ -19 w 323850"/>
                <a:gd name="csY3" fmla="*/ 104745 h 104775"/>
              </a:gdLst>
              <a:ahLst/>
              <a:cxnLst>
                <a:cxn ang="0">
                  <a:pos x="csX0" y="csY0"/>
                </a:cxn>
                <a:cxn ang="0">
                  <a:pos x="csX1" y="csY1"/>
                </a:cxn>
                <a:cxn ang="0">
                  <a:pos x="csX2" y="csY2"/>
                </a:cxn>
                <a:cxn ang="0">
                  <a:pos x="csX3" y="csY3"/>
                </a:cxn>
              </a:cxnLst>
              <a:rect l="l" t="t" r="r" b="b"/>
              <a:pathLst>
                <a:path w="323850" h="104775">
                  <a:moveTo>
                    <a:pt x="-19" y="-30"/>
                  </a:moveTo>
                  <a:lnTo>
                    <a:pt x="323831" y="-30"/>
                  </a:lnTo>
                  <a:lnTo>
                    <a:pt x="32383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3" name="任意多边形: 形状 232"/>
            <p:cNvSpPr/>
            <p:nvPr/>
          </p:nvSpPr>
          <p:spPr>
            <a:xfrm>
              <a:off x="3172287" y="1226072"/>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4" name="任意多边形: 形状 233"/>
            <p:cNvSpPr/>
            <p:nvPr/>
          </p:nvSpPr>
          <p:spPr>
            <a:xfrm>
              <a:off x="3238961" y="1416572"/>
              <a:ext cx="1514475" cy="19050"/>
            </a:xfrm>
            <a:custGeom>
              <a:avLst/>
              <a:gdLst>
                <a:gd name="csX0" fmla="*/ 14946 w 1514475"/>
                <a:gd name="csY0" fmla="*/ 19020 h 19050"/>
                <a:gd name="csX1" fmla="*/ 1512295 w 1514475"/>
                <a:gd name="csY1" fmla="*/ 19020 h 19050"/>
                <a:gd name="csX2" fmla="*/ 1499846 w 1514475"/>
                <a:gd name="csY2" fmla="*/ -30 h 19050"/>
                <a:gd name="csX3" fmla="*/ 2135 w 1514475"/>
                <a:gd name="csY3" fmla="*/ -30 h 19050"/>
                <a:gd name="csX4" fmla="*/ 14946 w 1514475"/>
                <a:gd name="csY4" fmla="*/ 19020 h 19050"/>
              </a:gdLst>
              <a:ahLst/>
              <a:cxnLst>
                <a:cxn ang="0">
                  <a:pos x="csX0" y="csY0"/>
                </a:cxn>
                <a:cxn ang="0">
                  <a:pos x="csX1" y="csY1"/>
                </a:cxn>
                <a:cxn ang="0">
                  <a:pos x="csX2" y="csY2"/>
                </a:cxn>
                <a:cxn ang="0">
                  <a:pos x="csX3" y="csY3"/>
                </a:cxn>
                <a:cxn ang="0">
                  <a:pos x="csX4" y="csY4"/>
                </a:cxn>
              </a:cxnLst>
              <a:rect l="l" t="t" r="r" b="b"/>
              <a:pathLst>
                <a:path w="1514475" h="19050">
                  <a:moveTo>
                    <a:pt x="14946" y="19020"/>
                  </a:moveTo>
                  <a:lnTo>
                    <a:pt x="1512295" y="19020"/>
                  </a:lnTo>
                  <a:cubicBezTo>
                    <a:pt x="1517991" y="19020"/>
                    <a:pt x="1511942" y="-30"/>
                    <a:pt x="1499846" y="-30"/>
                  </a:cubicBezTo>
                  <a:lnTo>
                    <a:pt x="2135" y="-30"/>
                  </a:lnTo>
                  <a:cubicBezTo>
                    <a:pt x="-3561" y="-30"/>
                    <a:pt x="2497" y="19020"/>
                    <a:pt x="14946" y="19020"/>
                  </a:cubicBezTo>
                </a:path>
              </a:pathLst>
            </a:custGeom>
            <a:solidFill>
              <a:srgbClr val="898989"/>
            </a:solidFill>
            <a:ln w="9525" cap="flat">
              <a:noFill/>
              <a:prstDash val="solid"/>
              <a:round/>
            </a:ln>
          </p:spPr>
          <p:txBody>
            <a:bodyPr/>
            <a:lstStyle/>
            <a:p>
              <a:endParaRPr lang="zh-CN" altLang="en-US" sz="2190"/>
            </a:p>
          </p:txBody>
        </p:sp>
        <p:sp>
          <p:nvSpPr>
            <p:cNvPr id="235" name="任意多边形: 形状 234"/>
            <p:cNvSpPr/>
            <p:nvPr/>
          </p:nvSpPr>
          <p:spPr>
            <a:xfrm>
              <a:off x="3448512" y="13784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6" name="任意多边形: 形状 235"/>
            <p:cNvSpPr/>
            <p:nvPr/>
          </p:nvSpPr>
          <p:spPr>
            <a:xfrm>
              <a:off x="3172287" y="1378472"/>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7" name="任意多边形: 形状 236"/>
            <p:cNvSpPr/>
            <p:nvPr/>
          </p:nvSpPr>
          <p:spPr>
            <a:xfrm>
              <a:off x="4639137" y="13784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8" name="任意多边形: 形状 237"/>
            <p:cNvSpPr/>
            <p:nvPr/>
          </p:nvSpPr>
          <p:spPr>
            <a:xfrm>
              <a:off x="4991562" y="12832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39" name="任意多边形: 形状 238"/>
            <p:cNvSpPr/>
            <p:nvPr/>
          </p:nvSpPr>
          <p:spPr>
            <a:xfrm>
              <a:off x="5048712" y="13498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0" name="任意多边形: 形状 239"/>
            <p:cNvSpPr/>
            <p:nvPr/>
          </p:nvSpPr>
          <p:spPr>
            <a:xfrm>
              <a:off x="6458412" y="11974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1" name="任意多边形: 形状 240"/>
            <p:cNvSpPr/>
            <p:nvPr/>
          </p:nvSpPr>
          <p:spPr>
            <a:xfrm>
              <a:off x="5143962" y="13022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2" name="任意多边形: 形状 241"/>
            <p:cNvSpPr/>
            <p:nvPr/>
          </p:nvSpPr>
          <p:spPr>
            <a:xfrm>
              <a:off x="5601162" y="13022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3" name="任意多边形: 形状 242"/>
            <p:cNvSpPr/>
            <p:nvPr/>
          </p:nvSpPr>
          <p:spPr>
            <a:xfrm>
              <a:off x="5486862" y="1245122"/>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4" name="任意多边形: 形状 243"/>
            <p:cNvSpPr/>
            <p:nvPr/>
          </p:nvSpPr>
          <p:spPr>
            <a:xfrm>
              <a:off x="5648787" y="13403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5" name="任意多边形: 形状 244"/>
            <p:cNvSpPr/>
            <p:nvPr/>
          </p:nvSpPr>
          <p:spPr>
            <a:xfrm>
              <a:off x="5201112" y="12451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6" name="任意多边形: 形状 245"/>
            <p:cNvSpPr/>
            <p:nvPr/>
          </p:nvSpPr>
          <p:spPr>
            <a:xfrm>
              <a:off x="5248737" y="128322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7" name="任意多边形: 形状 246"/>
            <p:cNvSpPr/>
            <p:nvPr/>
          </p:nvSpPr>
          <p:spPr>
            <a:xfrm>
              <a:off x="5429712" y="13213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8" name="任意多边形: 形状 247"/>
            <p:cNvSpPr/>
            <p:nvPr/>
          </p:nvSpPr>
          <p:spPr>
            <a:xfrm>
              <a:off x="6372687" y="12546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9" name="任意多边形: 形状 248"/>
            <p:cNvSpPr/>
            <p:nvPr/>
          </p:nvSpPr>
          <p:spPr>
            <a:xfrm>
              <a:off x="6306012" y="13022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0" name="任意多边形: 形状 249"/>
            <p:cNvSpPr/>
            <p:nvPr/>
          </p:nvSpPr>
          <p:spPr>
            <a:xfrm>
              <a:off x="6229812" y="125464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1" name="任意多边形: 形状 250"/>
            <p:cNvSpPr/>
            <p:nvPr/>
          </p:nvSpPr>
          <p:spPr>
            <a:xfrm>
              <a:off x="6258387" y="134989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2" name="任意多边形: 形状 251"/>
            <p:cNvSpPr/>
            <p:nvPr/>
          </p:nvSpPr>
          <p:spPr>
            <a:xfrm>
              <a:off x="6134562" y="13308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3" name="任意多边形: 形状 252"/>
            <p:cNvSpPr/>
            <p:nvPr/>
          </p:nvSpPr>
          <p:spPr>
            <a:xfrm>
              <a:off x="6039312" y="12736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4" name="任意多边形: 形状 253"/>
            <p:cNvSpPr/>
            <p:nvPr/>
          </p:nvSpPr>
          <p:spPr>
            <a:xfrm>
              <a:off x="5982162" y="12165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5" name="任意多边形: 形状 254"/>
            <p:cNvSpPr/>
            <p:nvPr/>
          </p:nvSpPr>
          <p:spPr>
            <a:xfrm>
              <a:off x="5934537" y="12641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6" name="任意多边形: 形状 255"/>
            <p:cNvSpPr/>
            <p:nvPr/>
          </p:nvSpPr>
          <p:spPr>
            <a:xfrm>
              <a:off x="5067762" y="14165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7" name="任意多边形: 形状 256"/>
            <p:cNvSpPr/>
            <p:nvPr/>
          </p:nvSpPr>
          <p:spPr>
            <a:xfrm>
              <a:off x="5124912" y="1464197"/>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58" name="任意多边形: 形状 257"/>
            <p:cNvSpPr/>
            <p:nvPr/>
          </p:nvSpPr>
          <p:spPr>
            <a:xfrm>
              <a:off x="5239212" y="1445147"/>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59" name="任意多边形: 形状 258"/>
            <p:cNvSpPr/>
            <p:nvPr/>
          </p:nvSpPr>
          <p:spPr>
            <a:xfrm>
              <a:off x="5334462" y="138799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60" name="任意多边形: 形状 259"/>
            <p:cNvSpPr/>
            <p:nvPr/>
          </p:nvSpPr>
          <p:spPr>
            <a:xfrm>
              <a:off x="5696412" y="14260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61" name="任意多边形: 形状 260"/>
            <p:cNvSpPr/>
            <p:nvPr/>
          </p:nvSpPr>
          <p:spPr>
            <a:xfrm>
              <a:off x="5772612" y="13784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2" name="任意多边形: 形状 261"/>
            <p:cNvSpPr/>
            <p:nvPr/>
          </p:nvSpPr>
          <p:spPr>
            <a:xfrm>
              <a:off x="5744037" y="14737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3" name="任意多边形: 形状 262"/>
            <p:cNvSpPr/>
            <p:nvPr/>
          </p:nvSpPr>
          <p:spPr>
            <a:xfrm>
              <a:off x="5934537" y="14356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4" name="任意多边形: 形状 263"/>
            <p:cNvSpPr/>
            <p:nvPr/>
          </p:nvSpPr>
          <p:spPr>
            <a:xfrm>
              <a:off x="6001212" y="1378472"/>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5" name="任意多边形: 形状 264"/>
            <p:cNvSpPr/>
            <p:nvPr/>
          </p:nvSpPr>
          <p:spPr>
            <a:xfrm>
              <a:off x="6048837" y="1426097"/>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6" name="任意多边形: 形状 265"/>
            <p:cNvSpPr/>
            <p:nvPr/>
          </p:nvSpPr>
          <p:spPr>
            <a:xfrm>
              <a:off x="3210389" y="1121297"/>
              <a:ext cx="1504950" cy="19050"/>
            </a:xfrm>
            <a:custGeom>
              <a:avLst/>
              <a:gdLst>
                <a:gd name="csX0" fmla="*/ 14847 w 1504950"/>
                <a:gd name="csY0" fmla="*/ 19020 h 19050"/>
                <a:gd name="csX1" fmla="*/ 1502785 w 1504950"/>
                <a:gd name="csY1" fmla="*/ 19020 h 19050"/>
                <a:gd name="csX2" fmla="*/ 1490403 w 1504950"/>
                <a:gd name="csY2" fmla="*/ -30 h 19050"/>
                <a:gd name="csX3" fmla="*/ 2121 w 1504950"/>
                <a:gd name="csY3" fmla="*/ -30 h 19050"/>
                <a:gd name="csX4" fmla="*/ 14847 w 1504950"/>
                <a:gd name="csY4" fmla="*/ 19020 h 19050"/>
              </a:gdLst>
              <a:ahLst/>
              <a:cxnLst>
                <a:cxn ang="0">
                  <a:pos x="csX0" y="csY0"/>
                </a:cxn>
                <a:cxn ang="0">
                  <a:pos x="csX1" y="csY1"/>
                </a:cxn>
                <a:cxn ang="0">
                  <a:pos x="csX2" y="csY2"/>
                </a:cxn>
                <a:cxn ang="0">
                  <a:pos x="csX3" y="csY3"/>
                </a:cxn>
                <a:cxn ang="0">
                  <a:pos x="csX4" y="csY4"/>
                </a:cxn>
              </a:cxnLst>
              <a:rect l="l" t="t" r="r" b="b"/>
              <a:pathLst>
                <a:path w="1504950" h="19050">
                  <a:moveTo>
                    <a:pt x="14847" y="19020"/>
                  </a:moveTo>
                  <a:lnTo>
                    <a:pt x="1502785" y="19020"/>
                  </a:lnTo>
                  <a:cubicBezTo>
                    <a:pt x="1508443" y="19020"/>
                    <a:pt x="1502433" y="-30"/>
                    <a:pt x="1490403" y="-30"/>
                  </a:cubicBezTo>
                  <a:lnTo>
                    <a:pt x="2121" y="-30"/>
                  </a:lnTo>
                  <a:cubicBezTo>
                    <a:pt x="-3537" y="-30"/>
                    <a:pt x="2474" y="19020"/>
                    <a:pt x="14847" y="19020"/>
                  </a:cubicBezTo>
                </a:path>
              </a:pathLst>
            </a:custGeom>
            <a:solidFill>
              <a:srgbClr val="221F20"/>
            </a:solidFill>
            <a:ln w="9525" cap="flat">
              <a:noFill/>
              <a:prstDash val="solid"/>
              <a:round/>
            </a:ln>
          </p:spPr>
          <p:txBody>
            <a:bodyPr/>
            <a:lstStyle/>
            <a:p>
              <a:endParaRPr lang="zh-CN" altLang="en-US" sz="2190"/>
            </a:p>
          </p:txBody>
        </p:sp>
        <p:sp>
          <p:nvSpPr>
            <p:cNvPr id="267" name="任意多边形: 形状 266"/>
            <p:cNvSpPr/>
            <p:nvPr/>
          </p:nvSpPr>
          <p:spPr>
            <a:xfrm>
              <a:off x="5020138" y="1121297"/>
              <a:ext cx="1514472" cy="19050"/>
            </a:xfrm>
            <a:custGeom>
              <a:avLst/>
              <a:gdLst>
                <a:gd name="csX0" fmla="*/ 14896 w 1514472"/>
                <a:gd name="csY0" fmla="*/ 19020 h 19050"/>
                <a:gd name="csX1" fmla="*/ 1512293 w 1514472"/>
                <a:gd name="csY1" fmla="*/ 19020 h 19050"/>
                <a:gd name="csX2" fmla="*/ 1499844 w 1514472"/>
                <a:gd name="csY2" fmla="*/ -30 h 19050"/>
                <a:gd name="csX3" fmla="*/ 2085 w 1514472"/>
                <a:gd name="csY3" fmla="*/ -30 h 19050"/>
                <a:gd name="csX4" fmla="*/ 14896 w 1514472"/>
                <a:gd name="csY4" fmla="*/ 19020 h 19050"/>
              </a:gdLst>
              <a:ahLst/>
              <a:cxnLst>
                <a:cxn ang="0">
                  <a:pos x="csX0" y="csY0"/>
                </a:cxn>
                <a:cxn ang="0">
                  <a:pos x="csX1" y="csY1"/>
                </a:cxn>
                <a:cxn ang="0">
                  <a:pos x="csX2" y="csY2"/>
                </a:cxn>
                <a:cxn ang="0">
                  <a:pos x="csX3" y="csY3"/>
                </a:cxn>
                <a:cxn ang="0">
                  <a:pos x="csX4" y="csY4"/>
                </a:cxn>
              </a:cxnLst>
              <a:rect l="l" t="t" r="r" b="b"/>
              <a:pathLst>
                <a:path w="1514472" h="19050">
                  <a:moveTo>
                    <a:pt x="14896" y="19020"/>
                  </a:moveTo>
                  <a:lnTo>
                    <a:pt x="1512293" y="19020"/>
                  </a:lnTo>
                  <a:cubicBezTo>
                    <a:pt x="1517988" y="19020"/>
                    <a:pt x="1511941" y="-30"/>
                    <a:pt x="1499844" y="-30"/>
                  </a:cubicBezTo>
                  <a:lnTo>
                    <a:pt x="2085" y="-30"/>
                  </a:lnTo>
                  <a:cubicBezTo>
                    <a:pt x="-3611" y="-30"/>
                    <a:pt x="2790" y="19020"/>
                    <a:pt x="14896" y="19020"/>
                  </a:cubicBezTo>
                </a:path>
              </a:pathLst>
            </a:custGeom>
            <a:solidFill>
              <a:srgbClr val="221F20"/>
            </a:solidFill>
            <a:ln w="9525" cap="flat">
              <a:noFill/>
              <a:prstDash val="solid"/>
              <a:round/>
            </a:ln>
          </p:spPr>
          <p:txBody>
            <a:bodyPr/>
            <a:lstStyle/>
            <a:p>
              <a:endParaRPr lang="zh-CN" altLang="en-US" sz="2190"/>
            </a:p>
          </p:txBody>
        </p:sp>
        <p:sp>
          <p:nvSpPr>
            <p:cNvPr id="268" name="任意多边形: 形状 267"/>
            <p:cNvSpPr/>
            <p:nvPr/>
          </p:nvSpPr>
          <p:spPr>
            <a:xfrm>
              <a:off x="5239212"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69" name="任意多边形: 形状 268"/>
            <p:cNvSpPr/>
            <p:nvPr/>
          </p:nvSpPr>
          <p:spPr>
            <a:xfrm>
              <a:off x="5677362" y="1073672"/>
              <a:ext cx="333375" cy="104775"/>
            </a:xfrm>
            <a:custGeom>
              <a:avLst/>
              <a:gdLst>
                <a:gd name="csX0" fmla="*/ -19 w 333375"/>
                <a:gd name="csY0" fmla="*/ -30 h 104775"/>
                <a:gd name="csX1" fmla="*/ 333356 w 333375"/>
                <a:gd name="csY1" fmla="*/ -30 h 104775"/>
                <a:gd name="csX2" fmla="*/ 333356 w 333375"/>
                <a:gd name="csY2" fmla="*/ 104745 h 104775"/>
                <a:gd name="csX3" fmla="*/ -19 w 333375"/>
                <a:gd name="csY3" fmla="*/ 104745 h 104775"/>
              </a:gdLst>
              <a:ahLst/>
              <a:cxnLst>
                <a:cxn ang="0">
                  <a:pos x="csX0" y="csY0"/>
                </a:cxn>
                <a:cxn ang="0">
                  <a:pos x="csX1" y="csY1"/>
                </a:cxn>
                <a:cxn ang="0">
                  <a:pos x="csX2" y="csY2"/>
                </a:cxn>
                <a:cxn ang="0">
                  <a:pos x="csX3" y="csY3"/>
                </a:cxn>
              </a:cxnLst>
              <a:rect l="l" t="t" r="r" b="b"/>
              <a:pathLst>
                <a:path w="333375" h="104775">
                  <a:moveTo>
                    <a:pt x="-19" y="-30"/>
                  </a:moveTo>
                  <a:lnTo>
                    <a:pt x="333356" y="-30"/>
                  </a:lnTo>
                  <a:lnTo>
                    <a:pt x="3333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0" name="任意多边形: 形状 269"/>
            <p:cNvSpPr/>
            <p:nvPr/>
          </p:nvSpPr>
          <p:spPr>
            <a:xfrm>
              <a:off x="4962987" y="1073672"/>
              <a:ext cx="95250" cy="104775"/>
            </a:xfrm>
            <a:custGeom>
              <a:avLst/>
              <a:gdLst>
                <a:gd name="csX0" fmla="*/ -19 w 95250"/>
                <a:gd name="csY0" fmla="*/ -30 h 104775"/>
                <a:gd name="csX1" fmla="*/ 95231 w 95250"/>
                <a:gd name="csY1" fmla="*/ -30 h 104775"/>
                <a:gd name="csX2" fmla="*/ 95231 w 95250"/>
                <a:gd name="csY2" fmla="*/ 104745 h 104775"/>
                <a:gd name="csX3" fmla="*/ -19 w 95250"/>
                <a:gd name="csY3" fmla="*/ 104745 h 104775"/>
              </a:gdLst>
              <a:ahLst/>
              <a:cxnLst>
                <a:cxn ang="0">
                  <a:pos x="csX0" y="csY0"/>
                </a:cxn>
                <a:cxn ang="0">
                  <a:pos x="csX1" y="csY1"/>
                </a:cxn>
                <a:cxn ang="0">
                  <a:pos x="csX2" y="csY2"/>
                </a:cxn>
                <a:cxn ang="0">
                  <a:pos x="csX3" y="csY3"/>
                </a:cxn>
              </a:cxnLst>
              <a:rect l="l" t="t" r="r" b="b"/>
              <a:pathLst>
                <a:path w="95250" h="104775">
                  <a:moveTo>
                    <a:pt x="-19" y="-30"/>
                  </a:moveTo>
                  <a:lnTo>
                    <a:pt x="95231" y="-30"/>
                  </a:lnTo>
                  <a:lnTo>
                    <a:pt x="9523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1" name="任意多边形: 形状 270"/>
            <p:cNvSpPr/>
            <p:nvPr/>
          </p:nvSpPr>
          <p:spPr>
            <a:xfrm>
              <a:off x="6429837" y="10736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2" name="文本框 271"/>
            <p:cNvSpPr txBox="1"/>
            <p:nvPr/>
          </p:nvSpPr>
          <p:spPr>
            <a:xfrm>
              <a:off x="3660939" y="1465598"/>
              <a:ext cx="4156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Long</a:t>
              </a:r>
            </a:p>
          </p:txBody>
        </p:sp>
        <p:sp>
          <p:nvSpPr>
            <p:cNvPr id="273" name="文本框 272"/>
            <p:cNvSpPr txBox="1"/>
            <p:nvPr/>
          </p:nvSpPr>
          <p:spPr>
            <a:xfrm>
              <a:off x="3864144" y="1465598"/>
              <a:ext cx="23536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t>
              </a:r>
            </a:p>
          </p:txBody>
        </p:sp>
        <p:sp>
          <p:nvSpPr>
            <p:cNvPr id="274" name="文本框 273"/>
            <p:cNvSpPr txBox="1"/>
            <p:nvPr/>
          </p:nvSpPr>
          <p:spPr>
            <a:xfrm>
              <a:off x="3894301" y="1465598"/>
              <a:ext cx="39439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read</a:t>
              </a:r>
            </a:p>
          </p:txBody>
        </p:sp>
        <p:sp>
          <p:nvSpPr>
            <p:cNvPr id="275" name="文本框 274"/>
            <p:cNvSpPr txBox="1"/>
            <p:nvPr/>
          </p:nvSpPr>
          <p:spPr>
            <a:xfrm>
              <a:off x="5476879" y="1465598"/>
              <a:ext cx="43150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Short</a:t>
              </a:r>
            </a:p>
          </p:txBody>
        </p:sp>
        <p:sp>
          <p:nvSpPr>
            <p:cNvPr id="276" name="文本框 275"/>
            <p:cNvSpPr txBox="1"/>
            <p:nvPr/>
          </p:nvSpPr>
          <p:spPr>
            <a:xfrm>
              <a:off x="5694364" y="1465598"/>
              <a:ext cx="23536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t>
              </a:r>
            </a:p>
          </p:txBody>
        </p:sp>
        <p:sp>
          <p:nvSpPr>
            <p:cNvPr id="277" name="文本框 276"/>
            <p:cNvSpPr txBox="1"/>
            <p:nvPr/>
          </p:nvSpPr>
          <p:spPr>
            <a:xfrm>
              <a:off x="5724529" y="1465598"/>
              <a:ext cx="39439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read</a:t>
              </a:r>
            </a:p>
          </p:txBody>
        </p:sp>
        <p:sp>
          <p:nvSpPr>
            <p:cNvPr id="278" name="文本框 277"/>
            <p:cNvSpPr txBox="1"/>
            <p:nvPr/>
          </p:nvSpPr>
          <p:spPr>
            <a:xfrm>
              <a:off x="4242249" y="781604"/>
              <a:ext cx="1177185"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Hybrid Sequencing</a:t>
              </a:r>
            </a:p>
          </p:txBody>
        </p:sp>
        <p:pic>
          <p:nvPicPr>
            <p:cNvPr id="279" name="图片 278"/>
            <p:cNvPicPr>
              <a:picLocks noChangeAspect="1"/>
            </p:cNvPicPr>
            <p:nvPr/>
          </p:nvPicPr>
          <p:blipFill>
            <a:blip r:embed="rId2"/>
            <a:stretch>
              <a:fillRect/>
            </a:stretch>
          </p:blipFill>
          <p:spPr>
            <a:xfrm>
              <a:off x="1895697" y="606344"/>
              <a:ext cx="676279" cy="1057277"/>
            </a:xfrm>
            <a:custGeom>
              <a:avLst/>
              <a:gdLst>
                <a:gd name="csX0" fmla="*/ 157 w 676279"/>
                <a:gd name="csY0" fmla="*/ 10 h 1057277"/>
                <a:gd name="csX1" fmla="*/ 676437 w 676279"/>
                <a:gd name="csY1" fmla="*/ 10 h 1057277"/>
                <a:gd name="csX2" fmla="*/ 676437 w 676279"/>
                <a:gd name="csY2" fmla="*/ 1057288 h 1057277"/>
                <a:gd name="csX3" fmla="*/ 157 w 676279"/>
                <a:gd name="csY3" fmla="*/ 1057288 h 1057277"/>
              </a:gdLst>
              <a:ahLst/>
              <a:cxnLst>
                <a:cxn ang="0">
                  <a:pos x="csX0" y="csY0"/>
                </a:cxn>
                <a:cxn ang="0">
                  <a:pos x="csX1" y="csY1"/>
                </a:cxn>
                <a:cxn ang="0">
                  <a:pos x="csX2" y="csY2"/>
                </a:cxn>
                <a:cxn ang="0">
                  <a:pos x="csX3" y="csY3"/>
                </a:cxn>
              </a:cxnLst>
              <a:rect l="l" t="t" r="r" b="b"/>
              <a:pathLst>
                <a:path w="676279" h="1057277">
                  <a:moveTo>
                    <a:pt x="157" y="10"/>
                  </a:moveTo>
                  <a:lnTo>
                    <a:pt x="676437" y="10"/>
                  </a:lnTo>
                  <a:lnTo>
                    <a:pt x="676437" y="1057288"/>
                  </a:lnTo>
                  <a:lnTo>
                    <a:pt x="157" y="1057288"/>
                  </a:lnTo>
                  <a:close/>
                </a:path>
              </a:pathLst>
            </a:custGeom>
          </p:spPr>
        </p:pic>
        <p:sp>
          <p:nvSpPr>
            <p:cNvPr id="280" name="文本框 279"/>
            <p:cNvSpPr txBox="1"/>
            <p:nvPr/>
          </p:nvSpPr>
          <p:spPr>
            <a:xfrm>
              <a:off x="4824464" y="1915079"/>
              <a:ext cx="1597735"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Multiple cohort validation</a:t>
              </a:r>
            </a:p>
          </p:txBody>
        </p:sp>
        <p:sp>
          <p:nvSpPr>
            <p:cNvPr id="281" name="任意多边形: 形状 280"/>
            <p:cNvSpPr/>
            <p:nvPr/>
          </p:nvSpPr>
          <p:spPr>
            <a:xfrm>
              <a:off x="5586874" y="2469084"/>
              <a:ext cx="285750" cy="66675"/>
            </a:xfrm>
            <a:custGeom>
              <a:avLst/>
              <a:gdLst>
                <a:gd name="csX0" fmla="*/ -19 w 285750"/>
                <a:gd name="csY0" fmla="*/ 64645 h 66675"/>
                <a:gd name="csX1" fmla="*/ -19 w 285750"/>
                <a:gd name="csY1" fmla="*/ 62654 h 66675"/>
                <a:gd name="csX2" fmla="*/ -19 w 285750"/>
                <a:gd name="csY2" fmla="*/ 3161 h 66675"/>
                <a:gd name="csX3" fmla="*/ -19 w 285750"/>
                <a:gd name="csY3" fmla="*/ 770 h 66675"/>
                <a:gd name="csX4" fmla="*/ 285007 w 285750"/>
                <a:gd name="csY4" fmla="*/ -30 h 66675"/>
                <a:gd name="csX5" fmla="*/ 285369 w 285750"/>
                <a:gd name="csY5" fmla="*/ 770 h 66675"/>
                <a:gd name="csX6" fmla="*/ 285731 w 285750"/>
                <a:gd name="csY6" fmla="*/ 63454 h 66675"/>
                <a:gd name="csX7" fmla="*/ 285369 w 285750"/>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66675">
                  <a:moveTo>
                    <a:pt x="-19" y="64645"/>
                  </a:moveTo>
                  <a:lnTo>
                    <a:pt x="-19" y="62654"/>
                  </a:lnTo>
                  <a:lnTo>
                    <a:pt x="-19" y="3161"/>
                  </a:lnTo>
                  <a:lnTo>
                    <a:pt x="-19" y="770"/>
                  </a:lnTo>
                  <a:moveTo>
                    <a:pt x="285007" y="-30"/>
                  </a:moveTo>
                  <a:cubicBezTo>
                    <a:pt x="285369" y="-30"/>
                    <a:pt x="285369" y="370"/>
                    <a:pt x="285369" y="770"/>
                  </a:cubicBezTo>
                  <a:lnTo>
                    <a:pt x="285731" y="63454"/>
                  </a:lnTo>
                  <a:lnTo>
                    <a:pt x="285369" y="66645"/>
                  </a:lnTo>
                </a:path>
              </a:pathLst>
            </a:custGeom>
            <a:noFill/>
            <a:ln w="6477" cap="flat">
              <a:solidFill>
                <a:srgbClr val="040000"/>
              </a:solidFill>
              <a:prstDash val="solid"/>
              <a:round/>
            </a:ln>
          </p:spPr>
          <p:txBody>
            <a:bodyPr/>
            <a:lstStyle/>
            <a:p>
              <a:endParaRPr lang="zh-CN" altLang="en-US" sz="2190"/>
            </a:p>
          </p:txBody>
        </p:sp>
        <p:sp>
          <p:nvSpPr>
            <p:cNvPr id="282" name="任意多边形: 形状 281"/>
            <p:cNvSpPr/>
            <p:nvPr/>
          </p:nvSpPr>
          <p:spPr>
            <a:xfrm>
              <a:off x="5582110" y="2492897"/>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1" y="73922"/>
                    <a:pt x="201026" y="72865"/>
                  </a:cubicBezTo>
                  <a:cubicBezTo>
                    <a:pt x="247556" y="67226"/>
                    <a:pt x="281008" y="55253"/>
                    <a:pt x="285370" y="41175"/>
                  </a:cubicBezTo>
                  <a:lnTo>
                    <a:pt x="285732" y="38003"/>
                  </a:lnTo>
                  <a:cubicBezTo>
                    <a:pt x="285732" y="16877"/>
                    <a:pt x="221743" y="-30"/>
                    <a:pt x="142857" y="-30"/>
                  </a:cubicBezTo>
                  <a:cubicBezTo>
                    <a:pt x="74877" y="-30"/>
                    <a:pt x="-380" y="20039"/>
                    <a:pt x="-18" y="38003"/>
                  </a:cubicBezTo>
                  <a:cubicBezTo>
                    <a:pt x="-18" y="54548"/>
                    <a:pt x="64333" y="70750"/>
                    <a:pt x="109415" y="74979"/>
                  </a:cubicBezTo>
                  <a:cubicBezTo>
                    <a:pt x="123227" y="76380"/>
                    <a:pt x="134856" y="76037"/>
                    <a:pt x="142857" y="76037"/>
                  </a:cubicBezTo>
                  <a:cubicBezTo>
                    <a:pt x="153401" y="76380"/>
                    <a:pt x="164308" y="76037"/>
                    <a:pt x="174852" y="75332"/>
                  </a:cubicBezTo>
                </a:path>
              </a:pathLst>
            </a:custGeom>
            <a:solidFill>
              <a:srgbClr val="4385C6"/>
            </a:solidFill>
            <a:ln w="9525" cap="flat">
              <a:noFill/>
              <a:prstDash val="solid"/>
              <a:round/>
            </a:ln>
          </p:spPr>
          <p:txBody>
            <a:bodyPr/>
            <a:lstStyle/>
            <a:p>
              <a:endParaRPr lang="zh-CN" altLang="en-US" sz="2190"/>
            </a:p>
          </p:txBody>
        </p:sp>
        <p:sp>
          <p:nvSpPr>
            <p:cNvPr id="283" name="任意多边形: 形状 282"/>
            <p:cNvSpPr/>
            <p:nvPr/>
          </p:nvSpPr>
          <p:spPr>
            <a:xfrm>
              <a:off x="5586874" y="2440509"/>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284" name="任意多边形: 形状 283"/>
            <p:cNvSpPr/>
            <p:nvPr/>
          </p:nvSpPr>
          <p:spPr>
            <a:xfrm>
              <a:off x="5729749" y="2526234"/>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285" name="任意多边形: 形状 284"/>
            <p:cNvSpPr/>
            <p:nvPr/>
          </p:nvSpPr>
          <p:spPr>
            <a:xfrm>
              <a:off x="5586874" y="2526234"/>
              <a:ext cx="142875" cy="47629"/>
            </a:xfrm>
            <a:custGeom>
              <a:avLst/>
              <a:gdLst>
                <a:gd name="csX0" fmla="*/ -19 w 142875"/>
                <a:gd name="csY0" fmla="*/ -30 h 47629"/>
                <a:gd name="csX1" fmla="*/ 142856 w 142875"/>
                <a:gd name="csY1" fmla="*/ 47519 h 47629"/>
              </a:gdLst>
              <a:ahLst/>
              <a:cxnLst>
                <a:cxn ang="0">
                  <a:pos x="csX0" y="csY0"/>
                </a:cxn>
                <a:cxn ang="0">
                  <a:pos x="csX1" y="csY1"/>
                </a:cxn>
              </a:cxnLst>
              <a:rect l="l" t="t" r="r" b="b"/>
              <a:pathLst>
                <a:path w="142875" h="47629">
                  <a:moveTo>
                    <a:pt x="-19" y="-30"/>
                  </a:moveTo>
                  <a:cubicBezTo>
                    <a:pt x="19155" y="51691"/>
                    <a:pt x="108852" y="47519"/>
                    <a:pt x="142856" y="47519"/>
                  </a:cubicBezTo>
                </a:path>
              </a:pathLst>
            </a:custGeom>
            <a:noFill/>
            <a:ln w="6477" cap="flat">
              <a:solidFill>
                <a:srgbClr val="040000"/>
              </a:solidFill>
              <a:prstDash val="solid"/>
              <a:round/>
            </a:ln>
          </p:spPr>
          <p:txBody>
            <a:bodyPr/>
            <a:lstStyle/>
            <a:p>
              <a:endParaRPr lang="zh-CN" altLang="en-US" sz="2190"/>
            </a:p>
          </p:txBody>
        </p:sp>
        <p:sp>
          <p:nvSpPr>
            <p:cNvPr id="286" name="任意多边形: 形状 285"/>
            <p:cNvSpPr/>
            <p:nvPr/>
          </p:nvSpPr>
          <p:spPr>
            <a:xfrm>
              <a:off x="5591637" y="2530998"/>
              <a:ext cx="266700" cy="28573"/>
            </a:xfrm>
            <a:custGeom>
              <a:avLst/>
              <a:gdLst>
                <a:gd name="csX0" fmla="*/ 266681 w 266700"/>
                <a:gd name="csY0" fmla="*/ 1016 h 28573"/>
                <a:gd name="csX1" fmla="*/ 134779 w 266700"/>
                <a:gd name="csY1" fmla="*/ 28543 h 28573"/>
                <a:gd name="csX2" fmla="*/ -19 w 266700"/>
                <a:gd name="csY2" fmla="*/ 1683 h 28573"/>
                <a:gd name="csX3" fmla="*/ 134055 w 266700"/>
                <a:gd name="csY3" fmla="*/ 24848 h 28573"/>
                <a:gd name="csX4" fmla="*/ 266681 w 266700"/>
                <a:gd name="csY4" fmla="*/ 1016 h 28573"/>
              </a:gdLst>
              <a:ahLst/>
              <a:cxnLst>
                <a:cxn ang="0">
                  <a:pos x="csX0" y="csY0"/>
                </a:cxn>
                <a:cxn ang="0">
                  <a:pos x="csX1" y="csY1"/>
                </a:cxn>
                <a:cxn ang="0">
                  <a:pos x="csX2" y="csY2"/>
                </a:cxn>
                <a:cxn ang="0">
                  <a:pos x="csX3" y="csY3"/>
                </a:cxn>
                <a:cxn ang="0">
                  <a:pos x="csX4" y="csY4"/>
                </a:cxn>
              </a:cxnLst>
              <a:rect l="l" t="t" r="r" b="b"/>
              <a:pathLst>
                <a:path w="266700" h="28573">
                  <a:moveTo>
                    <a:pt x="266681" y="1016"/>
                  </a:moveTo>
                  <a:cubicBezTo>
                    <a:pt x="266681" y="8065"/>
                    <a:pt x="204159" y="28543"/>
                    <a:pt x="134779" y="28543"/>
                  </a:cubicBezTo>
                  <a:cubicBezTo>
                    <a:pt x="65389" y="28543"/>
                    <a:pt x="-19" y="8398"/>
                    <a:pt x="-19" y="1683"/>
                  </a:cubicBezTo>
                  <a:cubicBezTo>
                    <a:pt x="-19" y="-5366"/>
                    <a:pt x="64665" y="24848"/>
                    <a:pt x="134055" y="24848"/>
                  </a:cubicBezTo>
                  <a:cubicBezTo>
                    <a:pt x="203435" y="24848"/>
                    <a:pt x="266681" y="-6032"/>
                    <a:pt x="266681" y="1016"/>
                  </a:cubicBezTo>
                </a:path>
              </a:pathLst>
            </a:custGeom>
            <a:solidFill>
              <a:srgbClr val="4385C6"/>
            </a:solidFill>
            <a:ln w="9525" cap="flat">
              <a:noFill/>
              <a:prstDash val="solid"/>
              <a:round/>
            </a:ln>
          </p:spPr>
          <p:txBody>
            <a:bodyPr/>
            <a:lstStyle/>
            <a:p>
              <a:endParaRPr lang="zh-CN" altLang="en-US" sz="2190"/>
            </a:p>
          </p:txBody>
        </p:sp>
        <p:sp>
          <p:nvSpPr>
            <p:cNvPr id="287" name="任意多边形: 形状 286"/>
            <p:cNvSpPr/>
            <p:nvPr/>
          </p:nvSpPr>
          <p:spPr>
            <a:xfrm>
              <a:off x="5715462" y="2511944"/>
              <a:ext cx="38099" cy="38104"/>
            </a:xfrm>
            <a:custGeom>
              <a:avLst/>
              <a:gdLst>
                <a:gd name="csX0" fmla="*/ 38071 w 38099"/>
                <a:gd name="csY0" fmla="*/ 19927 h 38104"/>
                <a:gd name="csX1" fmla="*/ 19517 w 38099"/>
                <a:gd name="csY1" fmla="*/ 38063 h 38104"/>
                <a:gd name="csX2" fmla="*/ -10 w 38099"/>
                <a:gd name="csY2" fmla="*/ 18117 h 38104"/>
                <a:gd name="csX3" fmla="*/ 18545 w 38099"/>
                <a:gd name="csY3" fmla="*/ -18 h 38104"/>
                <a:gd name="csX4" fmla="*/ 38071 w 38099"/>
                <a:gd name="csY4" fmla="*/ 19927 h 38104"/>
              </a:gdLst>
              <a:ahLst/>
              <a:cxnLst>
                <a:cxn ang="0">
                  <a:pos x="csX0" y="csY0"/>
                </a:cxn>
                <a:cxn ang="0">
                  <a:pos x="csX1" y="csY1"/>
                </a:cxn>
                <a:cxn ang="0">
                  <a:pos x="csX2" y="csY2"/>
                </a:cxn>
                <a:cxn ang="0">
                  <a:pos x="csX3" y="csY3"/>
                </a:cxn>
                <a:cxn ang="0">
                  <a:pos x="csX4" y="csY4"/>
                </a:cxn>
              </a:cxnLst>
              <a:rect l="l" t="t" r="r" b="b"/>
              <a:pathLst>
                <a:path w="38099" h="38104">
                  <a:moveTo>
                    <a:pt x="38071" y="19927"/>
                  </a:moveTo>
                  <a:cubicBezTo>
                    <a:pt x="38395" y="30443"/>
                    <a:pt x="29937" y="38425"/>
                    <a:pt x="19517" y="38063"/>
                  </a:cubicBezTo>
                  <a:cubicBezTo>
                    <a:pt x="9106" y="37701"/>
                    <a:pt x="314" y="28633"/>
                    <a:pt x="-10" y="18117"/>
                  </a:cubicBezTo>
                  <a:cubicBezTo>
                    <a:pt x="-334" y="7602"/>
                    <a:pt x="8124" y="-380"/>
                    <a:pt x="18545" y="-18"/>
                  </a:cubicBezTo>
                  <a:cubicBezTo>
                    <a:pt x="28956" y="706"/>
                    <a:pt x="37748" y="9411"/>
                    <a:pt x="38071" y="19927"/>
                  </a:cubicBezTo>
                </a:path>
              </a:pathLst>
            </a:custGeom>
            <a:solidFill>
              <a:srgbClr val="E58E8E"/>
            </a:solidFill>
            <a:ln w="9525" cap="flat">
              <a:noFill/>
              <a:prstDash val="solid"/>
              <a:round/>
            </a:ln>
          </p:spPr>
          <p:txBody>
            <a:bodyPr/>
            <a:lstStyle/>
            <a:p>
              <a:endParaRPr lang="zh-CN" altLang="en-US" sz="2190"/>
            </a:p>
          </p:txBody>
        </p:sp>
        <p:sp>
          <p:nvSpPr>
            <p:cNvPr id="288" name="任意多边形: 形状 287"/>
            <p:cNvSpPr/>
            <p:nvPr/>
          </p:nvSpPr>
          <p:spPr>
            <a:xfrm>
              <a:off x="5724987" y="2521469"/>
              <a:ext cx="19050" cy="19053"/>
            </a:xfrm>
            <a:custGeom>
              <a:avLst/>
              <a:gdLst>
                <a:gd name="csX0" fmla="*/ 19031 w 19050"/>
                <a:gd name="csY0" fmla="*/ 10041 h 19053"/>
                <a:gd name="csX1" fmla="*/ 9668 w 19050"/>
                <a:gd name="csY1" fmla="*/ 19004 h 19053"/>
                <a:gd name="csX2" fmla="*/ -19 w 19050"/>
                <a:gd name="csY2" fmla="*/ 8964 h 19053"/>
                <a:gd name="csX3" fmla="*/ 9020 w 19050"/>
                <a:gd name="csY3" fmla="*/ -8 h 19053"/>
                <a:gd name="csX4" fmla="*/ 19031 w 19050"/>
                <a:gd name="csY4" fmla="*/ 10041 h 19053"/>
              </a:gdLst>
              <a:ahLst/>
              <a:cxnLst>
                <a:cxn ang="0">
                  <a:pos x="csX0" y="csY0"/>
                </a:cxn>
                <a:cxn ang="0">
                  <a:pos x="csX1" y="csY1"/>
                </a:cxn>
                <a:cxn ang="0">
                  <a:pos x="csX2" y="csY2"/>
                </a:cxn>
                <a:cxn ang="0">
                  <a:pos x="csX3" y="csY3"/>
                </a:cxn>
                <a:cxn ang="0">
                  <a:pos x="csX4" y="csY4"/>
                </a:cxn>
              </a:cxnLst>
              <a:rect l="l" t="t" r="r" b="b"/>
              <a:pathLst>
                <a:path w="19050" h="19053">
                  <a:moveTo>
                    <a:pt x="19031" y="10041"/>
                  </a:moveTo>
                  <a:cubicBezTo>
                    <a:pt x="19031" y="15060"/>
                    <a:pt x="15154" y="19356"/>
                    <a:pt x="9668" y="19004"/>
                  </a:cubicBezTo>
                  <a:cubicBezTo>
                    <a:pt x="4505" y="18642"/>
                    <a:pt x="305" y="14336"/>
                    <a:pt x="-19" y="8964"/>
                  </a:cubicBezTo>
                  <a:cubicBezTo>
                    <a:pt x="-19" y="3583"/>
                    <a:pt x="3858" y="-361"/>
                    <a:pt x="9020" y="-8"/>
                  </a:cubicBezTo>
                  <a:cubicBezTo>
                    <a:pt x="14507" y="354"/>
                    <a:pt x="18707" y="4659"/>
                    <a:pt x="19031" y="10041"/>
                  </a:cubicBezTo>
                </a:path>
              </a:pathLst>
            </a:custGeom>
            <a:solidFill>
              <a:srgbClr val="E16262"/>
            </a:solidFill>
            <a:ln w="9525" cap="flat">
              <a:noFill/>
              <a:prstDash val="solid"/>
              <a:round/>
            </a:ln>
          </p:spPr>
          <p:txBody>
            <a:bodyPr/>
            <a:lstStyle/>
            <a:p>
              <a:endParaRPr lang="zh-CN" altLang="en-US" sz="2190"/>
            </a:p>
          </p:txBody>
        </p:sp>
        <p:sp>
          <p:nvSpPr>
            <p:cNvPr id="289" name="任意多边形: 形状 288"/>
            <p:cNvSpPr/>
            <p:nvPr/>
          </p:nvSpPr>
          <p:spPr>
            <a:xfrm>
              <a:off x="5715463" y="2511945"/>
              <a:ext cx="9523" cy="9526"/>
            </a:xfrm>
            <a:custGeom>
              <a:avLst/>
              <a:gdLst>
                <a:gd name="csX0" fmla="*/ 8123 w 9523"/>
                <a:gd name="csY0" fmla="*/ 286 h 9526"/>
                <a:gd name="csX1" fmla="*/ 9276 w 9523"/>
                <a:gd name="csY1" fmla="*/ 3829 h 9526"/>
                <a:gd name="csX2" fmla="*/ 37 w 9523"/>
                <a:gd name="csY2" fmla="*/ 9496 h 9526"/>
                <a:gd name="csX3" fmla="*/ 8123 w 9523"/>
                <a:gd name="csY3" fmla="*/ 286 h 9526"/>
              </a:gdLst>
              <a:ahLst/>
              <a:cxnLst>
                <a:cxn ang="0">
                  <a:pos x="csX0" y="csY0"/>
                </a:cxn>
                <a:cxn ang="0">
                  <a:pos x="csX1" y="csY1"/>
                </a:cxn>
                <a:cxn ang="0">
                  <a:pos x="csX2" y="csY2"/>
                </a:cxn>
                <a:cxn ang="0">
                  <a:pos x="csX3" y="csY3"/>
                </a:cxn>
              </a:cxnLst>
              <a:rect l="l" t="t" r="r" b="b"/>
              <a:pathLst>
                <a:path w="9523" h="9526">
                  <a:moveTo>
                    <a:pt x="8123" y="286"/>
                  </a:moveTo>
                  <a:cubicBezTo>
                    <a:pt x="9276" y="1000"/>
                    <a:pt x="9857" y="2410"/>
                    <a:pt x="9276" y="3829"/>
                  </a:cubicBezTo>
                  <a:cubicBezTo>
                    <a:pt x="8123" y="6667"/>
                    <a:pt x="2342" y="9496"/>
                    <a:pt x="37" y="9496"/>
                  </a:cubicBezTo>
                  <a:cubicBezTo>
                    <a:pt x="-544" y="7372"/>
                    <a:pt x="3504" y="-1838"/>
                    <a:pt x="8123" y="286"/>
                  </a:cubicBezTo>
                </a:path>
              </a:pathLst>
            </a:custGeom>
            <a:solidFill>
              <a:srgbClr val="F9DFDF"/>
            </a:solidFill>
            <a:ln w="9525" cap="flat">
              <a:noFill/>
              <a:prstDash val="solid"/>
              <a:round/>
            </a:ln>
          </p:spPr>
          <p:txBody>
            <a:bodyPr/>
            <a:lstStyle/>
            <a:p>
              <a:endParaRPr lang="zh-CN" altLang="en-US" sz="2190"/>
            </a:p>
          </p:txBody>
        </p:sp>
        <p:sp>
          <p:nvSpPr>
            <p:cNvPr id="290" name="任意多边形: 形状 289"/>
            <p:cNvSpPr/>
            <p:nvPr/>
          </p:nvSpPr>
          <p:spPr>
            <a:xfrm>
              <a:off x="5724987" y="2511947"/>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690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291" name="任意多边形: 形状 290"/>
            <p:cNvSpPr/>
            <p:nvPr/>
          </p:nvSpPr>
          <p:spPr>
            <a:xfrm>
              <a:off x="5667839"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292" name="任意多边形: 形状 291"/>
            <p:cNvSpPr/>
            <p:nvPr/>
          </p:nvSpPr>
          <p:spPr>
            <a:xfrm>
              <a:off x="5677366" y="24833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293" name="任意多边形: 形状 292"/>
            <p:cNvSpPr/>
            <p:nvPr/>
          </p:nvSpPr>
          <p:spPr>
            <a:xfrm>
              <a:off x="5667837" y="2483374"/>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294" name="任意多边形: 形状 293"/>
            <p:cNvSpPr/>
            <p:nvPr/>
          </p:nvSpPr>
          <p:spPr>
            <a:xfrm>
              <a:off x="5677362" y="24833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295" name="任意多边形: 形状 294"/>
            <p:cNvSpPr/>
            <p:nvPr/>
          </p:nvSpPr>
          <p:spPr>
            <a:xfrm>
              <a:off x="5715464"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296" name="任意多边形: 形状 295"/>
            <p:cNvSpPr/>
            <p:nvPr/>
          </p:nvSpPr>
          <p:spPr>
            <a:xfrm>
              <a:off x="5724991"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297" name="任意多边形: 形状 296"/>
            <p:cNvSpPr/>
            <p:nvPr/>
          </p:nvSpPr>
          <p:spPr>
            <a:xfrm>
              <a:off x="5715463" y="2483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2"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298" name="任意多边形: 形状 297"/>
            <p:cNvSpPr/>
            <p:nvPr/>
          </p:nvSpPr>
          <p:spPr>
            <a:xfrm>
              <a:off x="5724987" y="24833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299" name="任意多边形: 形状 298"/>
            <p:cNvSpPr/>
            <p:nvPr/>
          </p:nvSpPr>
          <p:spPr>
            <a:xfrm>
              <a:off x="5696414" y="242621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00" name="任意多边形: 形状 299"/>
            <p:cNvSpPr/>
            <p:nvPr/>
          </p:nvSpPr>
          <p:spPr>
            <a:xfrm>
              <a:off x="5705941" y="2435749"/>
              <a:ext cx="19045" cy="19044"/>
            </a:xfrm>
            <a:custGeom>
              <a:avLst/>
              <a:gdLst>
                <a:gd name="csX0" fmla="*/ 19008 w 19045"/>
                <a:gd name="csY0" fmla="*/ 10940 h 19044"/>
                <a:gd name="csX1" fmla="*/ 8549 w 19045"/>
                <a:gd name="csY1" fmla="*/ 18922 h 19044"/>
                <a:gd name="csX2" fmla="*/ 53 w 19045"/>
                <a:gd name="csY2" fmla="*/ 8044 h 19044"/>
                <a:gd name="csX3" fmla="*/ 10512 w 19045"/>
                <a:gd name="csY3" fmla="*/ 62 h 19044"/>
                <a:gd name="csX4" fmla="*/ 19008 w 19045"/>
                <a:gd name="csY4" fmla="*/ 10940 h 19044"/>
              </a:gdLst>
              <a:ahLst/>
              <a:cxnLst>
                <a:cxn ang="0">
                  <a:pos x="csX0" y="csY0"/>
                </a:cxn>
                <a:cxn ang="0">
                  <a:pos x="csX1" y="csY1"/>
                </a:cxn>
                <a:cxn ang="0">
                  <a:pos x="csX2" y="csY2"/>
                </a:cxn>
                <a:cxn ang="0">
                  <a:pos x="csX3" y="csY3"/>
                </a:cxn>
                <a:cxn ang="0">
                  <a:pos x="csX4" y="csY4"/>
                </a:cxn>
              </a:cxnLst>
              <a:rect l="l" t="t" r="r" b="b"/>
              <a:pathLst>
                <a:path w="19045" h="19044">
                  <a:moveTo>
                    <a:pt x="19008" y="10940"/>
                  </a:moveTo>
                  <a:cubicBezTo>
                    <a:pt x="18684" y="16026"/>
                    <a:pt x="13778" y="19646"/>
                    <a:pt x="8549" y="18922"/>
                  </a:cubicBezTo>
                  <a:cubicBezTo>
                    <a:pt x="3320" y="18198"/>
                    <a:pt x="-604" y="13121"/>
                    <a:pt x="53" y="8044"/>
                  </a:cubicBezTo>
                  <a:cubicBezTo>
                    <a:pt x="377" y="2958"/>
                    <a:pt x="5282" y="-662"/>
                    <a:pt x="10512" y="62"/>
                  </a:cubicBezTo>
                  <a:cubicBezTo>
                    <a:pt x="15407"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01" name="任意多边形: 形状 300"/>
            <p:cNvSpPr/>
            <p:nvPr/>
          </p:nvSpPr>
          <p:spPr>
            <a:xfrm>
              <a:off x="5696412" y="2435746"/>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302" name="任意多边形: 形状 301"/>
            <p:cNvSpPr/>
            <p:nvPr/>
          </p:nvSpPr>
          <p:spPr>
            <a:xfrm>
              <a:off x="5705937" y="243574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86" y="9257"/>
                    <a:pt x="-19" y="6466"/>
                    <a:pt x="-19" y="3685"/>
                  </a:cubicBezTo>
                  <a:cubicBezTo>
                    <a:pt x="-19" y="904"/>
                    <a:pt x="2534" y="-30"/>
                    <a:pt x="5087" y="-30"/>
                  </a:cubicBezTo>
                  <a:cubicBezTo>
                    <a:pt x="7639" y="904"/>
                    <a:pt x="10192" y="2761"/>
                    <a:pt x="9344" y="5542"/>
                  </a:cubicBezTo>
                </a:path>
              </a:pathLst>
            </a:custGeom>
            <a:solidFill>
              <a:srgbClr val="F9DFDF"/>
            </a:solidFill>
            <a:ln w="9525" cap="flat">
              <a:noFill/>
              <a:prstDash val="solid"/>
              <a:round/>
            </a:ln>
          </p:spPr>
          <p:txBody>
            <a:bodyPr/>
            <a:lstStyle/>
            <a:p>
              <a:endParaRPr lang="zh-CN" altLang="en-US" sz="2190"/>
            </a:p>
          </p:txBody>
        </p:sp>
        <p:sp>
          <p:nvSpPr>
            <p:cNvPr id="303" name="任意多边形: 形状 302"/>
            <p:cNvSpPr/>
            <p:nvPr/>
          </p:nvSpPr>
          <p:spPr>
            <a:xfrm>
              <a:off x="5744037" y="2492892"/>
              <a:ext cx="47623" cy="38108"/>
            </a:xfrm>
            <a:custGeom>
              <a:avLst/>
              <a:gdLst>
                <a:gd name="csX0" fmla="*/ 47501 w 47623"/>
                <a:gd name="csY0" fmla="*/ 22120 h 38108"/>
                <a:gd name="csX1" fmla="*/ 2175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04" name="任意多边形: 形状 303"/>
            <p:cNvSpPr/>
            <p:nvPr/>
          </p:nvSpPr>
          <p:spPr>
            <a:xfrm>
              <a:off x="5763091"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05" name="任意多边形: 形状 304"/>
            <p:cNvSpPr/>
            <p:nvPr/>
          </p:nvSpPr>
          <p:spPr>
            <a:xfrm>
              <a:off x="5753563" y="2492899"/>
              <a:ext cx="9520" cy="9522"/>
            </a:xfrm>
            <a:custGeom>
              <a:avLst/>
              <a:gdLst>
                <a:gd name="csX0" fmla="*/ 8609 w 9520"/>
                <a:gd name="csY0" fmla="*/ 606 h 9522"/>
                <a:gd name="csX1" fmla="*/ 9152 w 9520"/>
                <a:gd name="csY1" fmla="*/ 4311 h 9522"/>
                <a:gd name="csX2" fmla="*/ 18 w 9520"/>
                <a:gd name="csY2" fmla="*/ 9493 h 9522"/>
                <a:gd name="csX3" fmla="*/ 8609 w 9520"/>
                <a:gd name="csY3" fmla="*/ 606 h 9522"/>
              </a:gdLst>
              <a:ahLst/>
              <a:cxnLst>
                <a:cxn ang="0">
                  <a:pos x="csX0" y="csY0"/>
                </a:cxn>
                <a:cxn ang="0">
                  <a:pos x="csX1" y="csY1"/>
                </a:cxn>
                <a:cxn ang="0">
                  <a:pos x="csX2" y="csY2"/>
                </a:cxn>
                <a:cxn ang="0">
                  <a:pos x="csX3" y="csY3"/>
                </a:cxn>
              </a:cxnLst>
              <a:rect l="l" t="t" r="r" b="b"/>
              <a:pathLst>
                <a:path w="9520" h="9522">
                  <a:moveTo>
                    <a:pt x="8609" y="606"/>
                  </a:moveTo>
                  <a:cubicBezTo>
                    <a:pt x="9685" y="1349"/>
                    <a:pt x="9685" y="2825"/>
                    <a:pt x="9152" y="4311"/>
                  </a:cubicBez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306" name="任意多边形: 形状 305"/>
            <p:cNvSpPr/>
            <p:nvPr/>
          </p:nvSpPr>
          <p:spPr>
            <a:xfrm>
              <a:off x="5763087" y="2492897"/>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7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07" name="任意多边形: 形状 306"/>
            <p:cNvSpPr/>
            <p:nvPr/>
          </p:nvSpPr>
          <p:spPr>
            <a:xfrm>
              <a:off x="5667839" y="244526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08" name="任意多边形: 形状 307"/>
            <p:cNvSpPr/>
            <p:nvPr/>
          </p:nvSpPr>
          <p:spPr>
            <a:xfrm>
              <a:off x="5677366" y="24547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09" name="任意多边形: 形状 308"/>
            <p:cNvSpPr/>
            <p:nvPr/>
          </p:nvSpPr>
          <p:spPr>
            <a:xfrm>
              <a:off x="5677362" y="2454796"/>
              <a:ext cx="9529" cy="9525"/>
            </a:xfrm>
            <a:custGeom>
              <a:avLst/>
              <a:gdLst>
                <a:gd name="csX0" fmla="*/ 8620 w 9529"/>
                <a:gd name="csY0" fmla="*/ 571 h 9525"/>
                <a:gd name="csX1" fmla="*/ 9153 w 9529"/>
                <a:gd name="csY1" fmla="*/ 4285 h 9525"/>
                <a:gd name="csX2" fmla="*/ 9153 w 9529"/>
                <a:gd name="csY2" fmla="*/ 4285 h 9525"/>
                <a:gd name="csX3" fmla="*/ 19 w 9529"/>
                <a:gd name="csY3" fmla="*/ 9495 h 9525"/>
                <a:gd name="csX4" fmla="*/ 8620 w 9529"/>
                <a:gd name="csY4" fmla="*/ 571 h 9525"/>
              </a:gdLst>
              <a:ahLst/>
              <a:cxnLst>
                <a:cxn ang="0">
                  <a:pos x="csX0" y="csY0"/>
                </a:cxn>
                <a:cxn ang="0">
                  <a:pos x="csX1" y="csY1"/>
                </a:cxn>
                <a:cxn ang="0">
                  <a:pos x="csX2" y="csY2"/>
                </a:cxn>
                <a:cxn ang="0">
                  <a:pos x="csX3" y="csY3"/>
                </a:cxn>
                <a:cxn ang="0">
                  <a:pos x="csX4" y="csY4"/>
                </a:cxn>
              </a:cxnLst>
              <a:rect l="l" t="t" r="r" b="b"/>
              <a:pathLst>
                <a:path w="9529" h="9525">
                  <a:moveTo>
                    <a:pt x="8620" y="571"/>
                  </a:moveTo>
                  <a:cubicBezTo>
                    <a:pt x="9696" y="1314"/>
                    <a:pt x="9696" y="2799"/>
                    <a:pt x="9153" y="4285"/>
                  </a:cubicBezTo>
                  <a:cubicBezTo>
                    <a:pt x="9153" y="4285"/>
                    <a:pt x="9153" y="4285"/>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310" name="任意多边形: 形状 309"/>
            <p:cNvSpPr/>
            <p:nvPr/>
          </p:nvSpPr>
          <p:spPr>
            <a:xfrm>
              <a:off x="5677362" y="24452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11" name="任意多边形: 形状 310"/>
            <p:cNvSpPr/>
            <p:nvPr/>
          </p:nvSpPr>
          <p:spPr>
            <a:xfrm>
              <a:off x="5686889" y="2454795"/>
              <a:ext cx="38094" cy="38103"/>
            </a:xfrm>
            <a:custGeom>
              <a:avLst/>
              <a:gdLst>
                <a:gd name="csX0" fmla="*/ 37993 w 38094"/>
                <a:gd name="csY0" fmla="*/ 22174 h 38103"/>
                <a:gd name="csX1" fmla="*/ 17390 w 38094"/>
                <a:gd name="csY1" fmla="*/ 37776 h 38103"/>
                <a:gd name="csX2" fmla="*/ 64 w 38094"/>
                <a:gd name="csY2" fmla="*/ 15869 h 38103"/>
                <a:gd name="csX3" fmla="*/ 20667 w 38094"/>
                <a:gd name="csY3" fmla="*/ 267 h 38103"/>
                <a:gd name="csX4" fmla="*/ 37993 w 38094"/>
                <a:gd name="csY4" fmla="*/ 22174 h 38103"/>
              </a:gdLst>
              <a:ahLst/>
              <a:cxnLst>
                <a:cxn ang="0">
                  <a:pos x="csX0" y="csY0"/>
                </a:cxn>
                <a:cxn ang="0">
                  <a:pos x="csX1" y="csY1"/>
                </a:cxn>
                <a:cxn ang="0">
                  <a:pos x="csX2" y="csY2"/>
                </a:cxn>
                <a:cxn ang="0">
                  <a:pos x="csX3" y="csY3"/>
                </a:cxn>
                <a:cxn ang="0">
                  <a:pos x="csX4" y="csY4"/>
                </a:cxn>
              </a:cxnLst>
              <a:rect l="l" t="t" r="r" b="b"/>
              <a:pathLst>
                <a:path w="38094" h="38103">
                  <a:moveTo>
                    <a:pt x="37993" y="22174"/>
                  </a:moveTo>
                  <a:cubicBezTo>
                    <a:pt x="37012" y="32576"/>
                    <a:pt x="27858" y="39634"/>
                    <a:pt x="17390" y="37776"/>
                  </a:cubicBezTo>
                  <a:cubicBezTo>
                    <a:pt x="6931" y="35919"/>
                    <a:pt x="-917" y="26260"/>
                    <a:pt x="64" y="15869"/>
                  </a:cubicBezTo>
                  <a:cubicBezTo>
                    <a:pt x="1045" y="5467"/>
                    <a:pt x="10199" y="-1591"/>
                    <a:pt x="20667" y="267"/>
                  </a:cubicBezTo>
                  <a:cubicBezTo>
                    <a:pt x="31125" y="1753"/>
                    <a:pt x="38974" y="11783"/>
                    <a:pt x="37993" y="22174"/>
                  </a:cubicBezTo>
                </a:path>
              </a:pathLst>
            </a:custGeom>
            <a:solidFill>
              <a:srgbClr val="E58E8E"/>
            </a:solidFill>
            <a:ln w="9525" cap="flat">
              <a:noFill/>
              <a:prstDash val="solid"/>
              <a:round/>
            </a:ln>
          </p:spPr>
          <p:txBody>
            <a:bodyPr/>
            <a:lstStyle/>
            <a:p>
              <a:endParaRPr lang="zh-CN" altLang="en-US" sz="2190"/>
            </a:p>
          </p:txBody>
        </p:sp>
        <p:sp>
          <p:nvSpPr>
            <p:cNvPr id="312" name="任意多边形: 形状 311"/>
            <p:cNvSpPr/>
            <p:nvPr/>
          </p:nvSpPr>
          <p:spPr>
            <a:xfrm>
              <a:off x="5696412" y="2464322"/>
              <a:ext cx="19051" cy="19048"/>
            </a:xfrm>
            <a:custGeom>
              <a:avLst/>
              <a:gdLst>
                <a:gd name="csX0" fmla="*/ 18964 w 19051"/>
                <a:gd name="csY0" fmla="*/ 10999 h 19048"/>
                <a:gd name="csX1" fmla="*/ 8677 w 19051"/>
                <a:gd name="csY1" fmla="*/ 18915 h 19048"/>
                <a:gd name="csX2" fmla="*/ 0 w 19051"/>
                <a:gd name="csY2" fmla="*/ 7989 h 19048"/>
                <a:gd name="csX3" fmla="*/ 10287 w 19051"/>
                <a:gd name="csY3" fmla="*/ 74 h 19048"/>
                <a:gd name="csX4" fmla="*/ 18964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8964" y="10999"/>
                  </a:moveTo>
                  <a:cubicBezTo>
                    <a:pt x="18640" y="16276"/>
                    <a:pt x="13821" y="19667"/>
                    <a:pt x="8677" y="18915"/>
                  </a:cubicBezTo>
                  <a:cubicBezTo>
                    <a:pt x="3533" y="18162"/>
                    <a:pt x="-324" y="12885"/>
                    <a:pt x="0" y="7989"/>
                  </a:cubicBezTo>
                  <a:cubicBezTo>
                    <a:pt x="324" y="2713"/>
                    <a:pt x="4819" y="-678"/>
                    <a:pt x="10287" y="74"/>
                  </a:cubicBezTo>
                  <a:cubicBezTo>
                    <a:pt x="15745" y="827"/>
                    <a:pt x="19602" y="5723"/>
                    <a:pt x="18964" y="10999"/>
                  </a:cubicBezTo>
                </a:path>
              </a:pathLst>
            </a:custGeom>
            <a:solidFill>
              <a:srgbClr val="E16262"/>
            </a:solidFill>
            <a:ln w="9525" cap="flat">
              <a:noFill/>
              <a:prstDash val="solid"/>
              <a:round/>
            </a:ln>
          </p:spPr>
          <p:txBody>
            <a:bodyPr/>
            <a:lstStyle/>
            <a:p>
              <a:endParaRPr lang="zh-CN" altLang="en-US" sz="2190"/>
            </a:p>
          </p:txBody>
        </p:sp>
        <p:sp>
          <p:nvSpPr>
            <p:cNvPr id="313" name="任意多边形: 形状 312"/>
            <p:cNvSpPr/>
            <p:nvPr/>
          </p:nvSpPr>
          <p:spPr>
            <a:xfrm>
              <a:off x="5696413" y="2464322"/>
              <a:ext cx="9528" cy="9524"/>
            </a:xfrm>
            <a:custGeom>
              <a:avLst/>
              <a:gdLst>
                <a:gd name="csX0" fmla="*/ 8619 w 9528"/>
                <a:gd name="csY0" fmla="*/ 664 h 9524"/>
                <a:gd name="csX1" fmla="*/ 9152 w 9528"/>
                <a:gd name="csY1" fmla="*/ 4675 h 9524"/>
                <a:gd name="csX2" fmla="*/ 18 w 9528"/>
                <a:gd name="csY2" fmla="*/ 9494 h 9524"/>
                <a:gd name="csX3" fmla="*/ 8619 w 9528"/>
                <a:gd name="csY3" fmla="*/ 664 h 9524"/>
              </a:gdLst>
              <a:ahLst/>
              <a:cxnLst>
                <a:cxn ang="0">
                  <a:pos x="csX0" y="csY0"/>
                </a:cxn>
                <a:cxn ang="0">
                  <a:pos x="csX1" y="csY1"/>
                </a:cxn>
                <a:cxn ang="0">
                  <a:pos x="csX2" y="csY2"/>
                </a:cxn>
                <a:cxn ang="0">
                  <a:pos x="csX3" y="csY3"/>
                </a:cxn>
              </a:cxnLst>
              <a:rect l="l" t="t" r="r" b="b"/>
              <a:pathLst>
                <a:path w="9528" h="9524">
                  <a:moveTo>
                    <a:pt x="8619" y="664"/>
                  </a:moveTo>
                  <a:cubicBezTo>
                    <a:pt x="9695" y="1465"/>
                    <a:pt x="9695" y="3074"/>
                    <a:pt x="9152" y="4675"/>
                  </a:cubicBezTo>
                  <a:cubicBezTo>
                    <a:pt x="7542" y="7894"/>
                    <a:pt x="2170" y="9494"/>
                    <a:pt x="18" y="9494"/>
                  </a:cubicBezTo>
                  <a:cubicBezTo>
                    <a:pt x="-516" y="6284"/>
                    <a:pt x="4857" y="-2555"/>
                    <a:pt x="8619" y="664"/>
                  </a:cubicBezTo>
                </a:path>
              </a:pathLst>
            </a:custGeom>
            <a:solidFill>
              <a:srgbClr val="F9DFDF"/>
            </a:solidFill>
            <a:ln w="9525" cap="flat">
              <a:noFill/>
              <a:prstDash val="solid"/>
              <a:round/>
            </a:ln>
          </p:spPr>
          <p:txBody>
            <a:bodyPr/>
            <a:lstStyle/>
            <a:p>
              <a:endParaRPr lang="zh-CN" altLang="en-US" sz="2190"/>
            </a:p>
          </p:txBody>
        </p:sp>
        <p:sp>
          <p:nvSpPr>
            <p:cNvPr id="314" name="任意多边形: 形状 313"/>
            <p:cNvSpPr/>
            <p:nvPr/>
          </p:nvSpPr>
          <p:spPr>
            <a:xfrm>
              <a:off x="5696412" y="24547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8542"/>
                    <a:pt x="-19" y="6637"/>
                    <a:pt x="-19" y="3780"/>
                  </a:cubicBezTo>
                  <a:cubicBezTo>
                    <a:pt x="-19" y="923"/>
                    <a:pt x="2581" y="-30"/>
                    <a:pt x="518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15" name="任意多边形: 形状 314"/>
            <p:cNvSpPr/>
            <p:nvPr/>
          </p:nvSpPr>
          <p:spPr>
            <a:xfrm>
              <a:off x="568688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16" name="任意多边形: 形状 315"/>
            <p:cNvSpPr/>
            <p:nvPr/>
          </p:nvSpPr>
          <p:spPr>
            <a:xfrm>
              <a:off x="5696411" y="25024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17" name="任意多边形: 形状 316"/>
            <p:cNvSpPr/>
            <p:nvPr/>
          </p:nvSpPr>
          <p:spPr>
            <a:xfrm>
              <a:off x="5696413" y="2492899"/>
              <a:ext cx="9520" cy="9522"/>
            </a:xfrm>
            <a:custGeom>
              <a:avLst/>
              <a:gdLst>
                <a:gd name="csX0" fmla="*/ 8609 w 9520"/>
                <a:gd name="csY0" fmla="*/ 606 h 9522"/>
                <a:gd name="csX1" fmla="*/ 9152 w 9520"/>
                <a:gd name="csY1" fmla="*/ 4311 h 9522"/>
                <a:gd name="csX2" fmla="*/ 9152 w 9520"/>
                <a:gd name="csY2" fmla="*/ 4311 h 9522"/>
                <a:gd name="csX3" fmla="*/ 18 w 9520"/>
                <a:gd name="csY3" fmla="*/ 9493 h 9522"/>
                <a:gd name="csX4" fmla="*/ 8609 w 9520"/>
                <a:gd name="csY4" fmla="*/ 606 h 9522"/>
              </a:gdLst>
              <a:ahLst/>
              <a:cxnLst>
                <a:cxn ang="0">
                  <a:pos x="csX0" y="csY0"/>
                </a:cxn>
                <a:cxn ang="0">
                  <a:pos x="csX1" y="csY1"/>
                </a:cxn>
                <a:cxn ang="0">
                  <a:pos x="csX2" y="csY2"/>
                </a:cxn>
                <a:cxn ang="0">
                  <a:pos x="csX3" y="csY3"/>
                </a:cxn>
                <a:cxn ang="0">
                  <a:pos x="csX4" y="csY4"/>
                </a:cxn>
              </a:cxnLst>
              <a:rect l="l" t="t" r="r" b="b"/>
              <a:pathLst>
                <a:path w="9520" h="9522">
                  <a:moveTo>
                    <a:pt x="8609" y="606"/>
                  </a:moveTo>
                  <a:cubicBezTo>
                    <a:pt x="9685" y="1349"/>
                    <a:pt x="9685" y="2825"/>
                    <a:pt x="9152" y="4311"/>
                  </a:cubicBezTo>
                  <a:lnTo>
                    <a:pt x="9152" y="4311"/>
                  </a:ln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318" name="任意多边形: 形状 317"/>
            <p:cNvSpPr/>
            <p:nvPr/>
          </p:nvSpPr>
          <p:spPr>
            <a:xfrm>
              <a:off x="5705937"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19" name="任意多边形: 形状 318"/>
            <p:cNvSpPr/>
            <p:nvPr/>
          </p:nvSpPr>
          <p:spPr>
            <a:xfrm>
              <a:off x="5744039" y="2473842"/>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20" name="任意多边形: 形状 319"/>
            <p:cNvSpPr/>
            <p:nvPr/>
          </p:nvSpPr>
          <p:spPr>
            <a:xfrm>
              <a:off x="5753566" y="248337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21" name="任意多边形: 形状 320"/>
            <p:cNvSpPr/>
            <p:nvPr/>
          </p:nvSpPr>
          <p:spPr>
            <a:xfrm>
              <a:off x="5753562" y="2473847"/>
              <a:ext cx="9529" cy="9524"/>
            </a:xfrm>
            <a:custGeom>
              <a:avLst/>
              <a:gdLst>
                <a:gd name="csX0" fmla="*/ 8611 w 9529"/>
                <a:gd name="csY0" fmla="*/ 836 h 9524"/>
                <a:gd name="csX1" fmla="*/ 9154 w 9529"/>
                <a:gd name="csY1" fmla="*/ 4436 h 9524"/>
                <a:gd name="csX2" fmla="*/ -19 w 9529"/>
                <a:gd name="csY2" fmla="*/ 9494 h 9524"/>
                <a:gd name="csX3" fmla="*/ 8611 w 9529"/>
                <a:gd name="csY3" fmla="*/ 836 h 9524"/>
              </a:gdLst>
              <a:ahLst/>
              <a:cxnLst>
                <a:cxn ang="0">
                  <a:pos x="csX0" y="csY0"/>
                </a:cxn>
                <a:cxn ang="0">
                  <a:pos x="csX1" y="csY1"/>
                </a:cxn>
                <a:cxn ang="0">
                  <a:pos x="csX2" y="csY2"/>
                </a:cxn>
                <a:cxn ang="0">
                  <a:pos x="csX3" y="csY3"/>
                </a:cxn>
              </a:cxnLst>
              <a:rect l="l" t="t" r="r" b="b"/>
              <a:pathLst>
                <a:path w="9529" h="9524">
                  <a:moveTo>
                    <a:pt x="8611" y="836"/>
                  </a:moveTo>
                  <a:cubicBezTo>
                    <a:pt x="9697" y="1550"/>
                    <a:pt x="9697" y="2998"/>
                    <a:pt x="9154" y="4436"/>
                  </a:cubicBezTo>
                  <a:cubicBezTo>
                    <a:pt x="7535" y="7332"/>
                    <a:pt x="2134" y="8770"/>
                    <a:pt x="-19" y="9494"/>
                  </a:cubicBezTo>
                  <a:cubicBezTo>
                    <a:pt x="-19" y="5884"/>
                    <a:pt x="4839" y="-2783"/>
                    <a:pt x="8611" y="836"/>
                  </a:cubicBezTo>
                </a:path>
              </a:pathLst>
            </a:custGeom>
            <a:solidFill>
              <a:srgbClr val="F9DFDF"/>
            </a:solidFill>
            <a:ln w="9525" cap="flat">
              <a:noFill/>
              <a:prstDash val="solid"/>
              <a:round/>
            </a:ln>
          </p:spPr>
          <p:txBody>
            <a:bodyPr/>
            <a:lstStyle/>
            <a:p>
              <a:endParaRPr lang="zh-CN" altLang="en-US" sz="2190"/>
            </a:p>
          </p:txBody>
        </p:sp>
        <p:sp>
          <p:nvSpPr>
            <p:cNvPr id="322" name="任意多边形: 形状 321"/>
            <p:cNvSpPr/>
            <p:nvPr/>
          </p:nvSpPr>
          <p:spPr>
            <a:xfrm>
              <a:off x="5753562" y="2473847"/>
              <a:ext cx="9528" cy="9526"/>
            </a:xfrm>
            <a:custGeom>
              <a:avLst/>
              <a:gdLst>
                <a:gd name="csX0" fmla="*/ 9344 w 9528"/>
                <a:gd name="csY0" fmla="*/ 5542 h 9526"/>
                <a:gd name="csX1" fmla="*/ 422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29" y="9257"/>
                  </a:cubicBezTo>
                  <a:cubicBezTo>
                    <a:pt x="1676" y="9257"/>
                    <a:pt x="-19" y="6466"/>
                    <a:pt x="-19" y="3685"/>
                  </a:cubicBezTo>
                  <a:cubicBezTo>
                    <a:pt x="-19" y="904"/>
                    <a:pt x="2534" y="-30"/>
                    <a:pt x="5087" y="-30"/>
                  </a:cubicBezTo>
                  <a:cubicBezTo>
                    <a:pt x="7639" y="904"/>
                    <a:pt x="10192" y="3685"/>
                    <a:pt x="9344" y="5542"/>
                  </a:cubicBezTo>
                </a:path>
              </a:pathLst>
            </a:custGeom>
            <a:solidFill>
              <a:srgbClr val="F9DFDF"/>
            </a:solidFill>
            <a:ln w="9525" cap="flat">
              <a:noFill/>
              <a:prstDash val="solid"/>
              <a:round/>
            </a:ln>
          </p:spPr>
          <p:txBody>
            <a:bodyPr/>
            <a:lstStyle/>
            <a:p>
              <a:endParaRPr lang="zh-CN" altLang="en-US" sz="2190"/>
            </a:p>
          </p:txBody>
        </p:sp>
        <p:sp>
          <p:nvSpPr>
            <p:cNvPr id="323" name="任意多边形: 形状 322"/>
            <p:cNvSpPr/>
            <p:nvPr/>
          </p:nvSpPr>
          <p:spPr>
            <a:xfrm>
              <a:off x="5705937" y="2445267"/>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24" name="任意多边形: 形状 323"/>
            <p:cNvSpPr/>
            <p:nvPr/>
          </p:nvSpPr>
          <p:spPr>
            <a:xfrm>
              <a:off x="5715461" y="245479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25" name="任意多边形: 形状 324"/>
            <p:cNvSpPr/>
            <p:nvPr/>
          </p:nvSpPr>
          <p:spPr>
            <a:xfrm>
              <a:off x="5715459" y="2454799"/>
              <a:ext cx="9532" cy="9522"/>
            </a:xfrm>
            <a:custGeom>
              <a:avLst/>
              <a:gdLst>
                <a:gd name="csX0" fmla="*/ 8622 w 9532"/>
                <a:gd name="csY0" fmla="*/ 606 h 9522"/>
                <a:gd name="csX1" fmla="*/ 9156 w 9532"/>
                <a:gd name="csY1" fmla="*/ 4311 h 9522"/>
                <a:gd name="csX2" fmla="*/ 22 w 9532"/>
                <a:gd name="csY2" fmla="*/ 9493 h 9522"/>
                <a:gd name="csX3" fmla="*/ 8622 w 9532"/>
                <a:gd name="csY3" fmla="*/ 606 h 9522"/>
              </a:gdLst>
              <a:ahLst/>
              <a:cxnLst>
                <a:cxn ang="0">
                  <a:pos x="csX0" y="csY0"/>
                </a:cxn>
                <a:cxn ang="0">
                  <a:pos x="csX1" y="csY1"/>
                </a:cxn>
                <a:cxn ang="0">
                  <a:pos x="csX2" y="csY2"/>
                </a:cxn>
                <a:cxn ang="0">
                  <a:pos x="csX3" y="csY3"/>
                </a:cxn>
              </a:cxnLst>
              <a:rect l="l" t="t" r="r" b="b"/>
              <a:pathLst>
                <a:path w="9532" h="9522">
                  <a:moveTo>
                    <a:pt x="8622" y="606"/>
                  </a:moveTo>
                  <a:cubicBezTo>
                    <a:pt x="9699" y="1349"/>
                    <a:pt x="9699" y="2825"/>
                    <a:pt x="9156" y="4311"/>
                  </a:cubicBezTo>
                  <a:cubicBezTo>
                    <a:pt x="7546" y="7273"/>
                    <a:pt x="2174" y="8750"/>
                    <a:pt x="22" y="9493"/>
                  </a:cubicBezTo>
                  <a:cubicBezTo>
                    <a:pt x="-512" y="5787"/>
                    <a:pt x="4326" y="-2356"/>
                    <a:pt x="8622" y="606"/>
                  </a:cubicBezTo>
                </a:path>
              </a:pathLst>
            </a:custGeom>
            <a:solidFill>
              <a:srgbClr val="F9DFDF"/>
            </a:solidFill>
            <a:ln w="9525" cap="flat">
              <a:noFill/>
              <a:prstDash val="solid"/>
              <a:round/>
            </a:ln>
          </p:spPr>
          <p:txBody>
            <a:bodyPr/>
            <a:lstStyle/>
            <a:p>
              <a:endParaRPr lang="zh-CN" altLang="en-US" sz="2190"/>
            </a:p>
          </p:txBody>
        </p:sp>
        <p:sp>
          <p:nvSpPr>
            <p:cNvPr id="326" name="任意多边形: 形状 325"/>
            <p:cNvSpPr/>
            <p:nvPr/>
          </p:nvSpPr>
          <p:spPr>
            <a:xfrm>
              <a:off x="5724987" y="24547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30"/>
                    <a:pt x="9506" y="2828"/>
                    <a:pt x="9506" y="5685"/>
                  </a:cubicBezTo>
                </a:path>
              </a:pathLst>
            </a:custGeom>
            <a:solidFill>
              <a:srgbClr val="F9DFDF"/>
            </a:solidFill>
            <a:ln w="9525" cap="flat">
              <a:noFill/>
              <a:prstDash val="solid"/>
              <a:round/>
            </a:ln>
          </p:spPr>
          <p:txBody>
            <a:bodyPr/>
            <a:lstStyle/>
            <a:p>
              <a:endParaRPr lang="zh-CN" altLang="en-US" sz="2190"/>
            </a:p>
          </p:txBody>
        </p:sp>
        <p:sp>
          <p:nvSpPr>
            <p:cNvPr id="327" name="任意多边形: 形状 326"/>
            <p:cNvSpPr/>
            <p:nvPr/>
          </p:nvSpPr>
          <p:spPr>
            <a:xfrm>
              <a:off x="5734514" y="250241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28" name="任意多边形: 形状 327"/>
            <p:cNvSpPr/>
            <p:nvPr/>
          </p:nvSpPr>
          <p:spPr>
            <a:xfrm>
              <a:off x="5744041" y="2511949"/>
              <a:ext cx="19049" cy="19043"/>
            </a:xfrm>
            <a:custGeom>
              <a:avLst/>
              <a:gdLst>
                <a:gd name="csX0" fmla="*/ 18960 w 19049"/>
                <a:gd name="csY0" fmla="*/ 10940 h 19043"/>
                <a:gd name="csX1" fmla="*/ 8521 w 19049"/>
                <a:gd name="csY1" fmla="*/ 18922 h 19043"/>
                <a:gd name="csX2" fmla="*/ 53 w 19049"/>
                <a:gd name="csY2" fmla="*/ 8044 h 19043"/>
                <a:gd name="csX3" fmla="*/ 10483 w 19049"/>
                <a:gd name="csY3" fmla="*/ 62 h 19043"/>
                <a:gd name="csX4" fmla="*/ 18960 w 19049"/>
                <a:gd name="csY4" fmla="*/ 10940 h 19043"/>
              </a:gdLst>
              <a:ahLst/>
              <a:cxnLst>
                <a:cxn ang="0">
                  <a:pos x="csX0" y="csY0"/>
                </a:cxn>
                <a:cxn ang="0">
                  <a:pos x="csX1" y="csY1"/>
                </a:cxn>
                <a:cxn ang="0">
                  <a:pos x="csX2" y="csY2"/>
                </a:cxn>
                <a:cxn ang="0">
                  <a:pos x="csX3" y="csY3"/>
                </a:cxn>
                <a:cxn ang="0">
                  <a:pos x="csX4" y="csY4"/>
                </a:cxn>
              </a:cxnLst>
              <a:rect l="l" t="t" r="r" b="b"/>
              <a:pathLst>
                <a:path w="19049" h="19043">
                  <a:moveTo>
                    <a:pt x="18960" y="10940"/>
                  </a:moveTo>
                  <a:cubicBezTo>
                    <a:pt x="18627" y="16026"/>
                    <a:pt x="13741" y="19646"/>
                    <a:pt x="8521" y="18922"/>
                  </a:cubicBezTo>
                  <a:cubicBezTo>
                    <a:pt x="3310"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29" name="任意多边形: 形状 328"/>
            <p:cNvSpPr/>
            <p:nvPr/>
          </p:nvSpPr>
          <p:spPr>
            <a:xfrm>
              <a:off x="5744038" y="2511946"/>
              <a:ext cx="9520" cy="9525"/>
            </a:xfrm>
            <a:custGeom>
              <a:avLst/>
              <a:gdLst>
                <a:gd name="csX0" fmla="*/ 8609 w 9520"/>
                <a:gd name="csY0" fmla="*/ 571 h 9525"/>
                <a:gd name="csX1" fmla="*/ 9152 w 9520"/>
                <a:gd name="csY1" fmla="*/ 4285 h 9525"/>
                <a:gd name="csX2" fmla="*/ 18 w 9520"/>
                <a:gd name="csY2" fmla="*/ 9495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330" name="任意多边形: 形状 329"/>
            <p:cNvSpPr/>
            <p:nvPr/>
          </p:nvSpPr>
          <p:spPr>
            <a:xfrm>
              <a:off x="5744037" y="2511947"/>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331" name="任意多边形: 形状 330"/>
            <p:cNvSpPr/>
            <p:nvPr/>
          </p:nvSpPr>
          <p:spPr>
            <a:xfrm>
              <a:off x="5677364"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32" name="任意多边形: 形状 331"/>
            <p:cNvSpPr/>
            <p:nvPr/>
          </p:nvSpPr>
          <p:spPr>
            <a:xfrm>
              <a:off x="56868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333" name="任意多边形: 形状 332"/>
            <p:cNvSpPr/>
            <p:nvPr/>
          </p:nvSpPr>
          <p:spPr>
            <a:xfrm>
              <a:off x="5686887" y="2521476"/>
              <a:ext cx="9522" cy="9520"/>
            </a:xfrm>
            <a:custGeom>
              <a:avLst/>
              <a:gdLst>
                <a:gd name="csX0" fmla="*/ 8611 w 9522"/>
                <a:gd name="csY0" fmla="*/ 833 h 9520"/>
                <a:gd name="csX1" fmla="*/ 9154 w 9522"/>
                <a:gd name="csY1" fmla="*/ 4443 h 9520"/>
                <a:gd name="csX2" fmla="*/ -19 w 9522"/>
                <a:gd name="csY2" fmla="*/ 9491 h 9520"/>
                <a:gd name="csX3" fmla="*/ 8611 w 9522"/>
                <a:gd name="csY3" fmla="*/ 833 h 9520"/>
              </a:gdLst>
              <a:ahLst/>
              <a:cxnLst>
                <a:cxn ang="0">
                  <a:pos x="csX0" y="csY0"/>
                </a:cxn>
                <a:cxn ang="0">
                  <a:pos x="csX1" y="csY1"/>
                </a:cxn>
                <a:cxn ang="0">
                  <a:pos x="csX2" y="csY2"/>
                </a:cxn>
                <a:cxn ang="0">
                  <a:pos x="csX3" y="csY3"/>
                </a:cxn>
              </a:cxnLst>
              <a:rect l="l" t="t" r="r" b="b"/>
              <a:pathLst>
                <a:path w="9522" h="9520">
                  <a:moveTo>
                    <a:pt x="8611" y="833"/>
                  </a:moveTo>
                  <a:cubicBezTo>
                    <a:pt x="9687" y="1547"/>
                    <a:pt x="9687" y="2995"/>
                    <a:pt x="9154" y="4443"/>
                  </a:cubicBezTo>
                  <a:cubicBezTo>
                    <a:pt x="7535" y="7329"/>
                    <a:pt x="2134" y="8767"/>
                    <a:pt x="-19" y="9491"/>
                  </a:cubicBezTo>
                  <a:cubicBezTo>
                    <a:pt x="-19" y="5881"/>
                    <a:pt x="4839" y="-2777"/>
                    <a:pt x="8611" y="833"/>
                  </a:cubicBezTo>
                </a:path>
              </a:pathLst>
            </a:custGeom>
            <a:solidFill>
              <a:srgbClr val="F9DFDF"/>
            </a:solidFill>
            <a:ln w="9525" cap="flat">
              <a:noFill/>
              <a:prstDash val="solid"/>
              <a:round/>
            </a:ln>
          </p:spPr>
          <p:txBody>
            <a:bodyPr/>
            <a:lstStyle/>
            <a:p>
              <a:endParaRPr lang="zh-CN" altLang="en-US" sz="2190"/>
            </a:p>
          </p:txBody>
        </p:sp>
        <p:sp>
          <p:nvSpPr>
            <p:cNvPr id="334" name="任意多边形: 形状 333"/>
            <p:cNvSpPr/>
            <p:nvPr/>
          </p:nvSpPr>
          <p:spPr>
            <a:xfrm>
              <a:off x="5686887" y="25214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8"/>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35" name="任意多边形: 形状 334"/>
            <p:cNvSpPr/>
            <p:nvPr/>
          </p:nvSpPr>
          <p:spPr>
            <a:xfrm>
              <a:off x="5724987" y="243574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36" name="任意多边形: 形状 335"/>
            <p:cNvSpPr/>
            <p:nvPr/>
          </p:nvSpPr>
          <p:spPr>
            <a:xfrm>
              <a:off x="5734509" y="2445274"/>
              <a:ext cx="28577" cy="19046"/>
            </a:xfrm>
            <a:custGeom>
              <a:avLst/>
              <a:gdLst>
                <a:gd name="csX0" fmla="*/ 28530 w 28577"/>
                <a:gd name="csY0" fmla="*/ 10940 h 19046"/>
                <a:gd name="csX1" fmla="*/ 12842 w 28577"/>
                <a:gd name="csY1" fmla="*/ 18922 h 19046"/>
                <a:gd name="csX2" fmla="*/ 88 w 28577"/>
                <a:gd name="csY2" fmla="*/ 8044 h 19046"/>
                <a:gd name="csX3" fmla="*/ 15785 w 28577"/>
                <a:gd name="csY3" fmla="*/ 62 h 19046"/>
                <a:gd name="csX4" fmla="*/ 28530 w 28577"/>
                <a:gd name="csY4" fmla="*/ 10940 h 19046"/>
              </a:gdLst>
              <a:ahLst/>
              <a:cxnLst>
                <a:cxn ang="0">
                  <a:pos x="csX0" y="csY0"/>
                </a:cxn>
                <a:cxn ang="0">
                  <a:pos x="csX1" y="csY1"/>
                </a:cxn>
                <a:cxn ang="0">
                  <a:pos x="csX2" y="csY2"/>
                </a:cxn>
                <a:cxn ang="0">
                  <a:pos x="csX3" y="csY3"/>
                </a:cxn>
                <a:cxn ang="0">
                  <a:pos x="csX4" y="csY4"/>
                </a:cxn>
              </a:cxnLst>
              <a:rect l="l" t="t" r="r" b="b"/>
              <a:pathLst>
                <a:path w="28577" h="19046">
                  <a:moveTo>
                    <a:pt x="28530" y="10940"/>
                  </a:moveTo>
                  <a:cubicBezTo>
                    <a:pt x="28044" y="16026"/>
                    <a:pt x="20691" y="19655"/>
                    <a:pt x="12842" y="18922"/>
                  </a:cubicBezTo>
                  <a:cubicBezTo>
                    <a:pt x="4993" y="18198"/>
                    <a:pt x="-893" y="13121"/>
                    <a:pt x="88" y="8044"/>
                  </a:cubicBezTo>
                  <a:cubicBezTo>
                    <a:pt x="583" y="2958"/>
                    <a:pt x="7937" y="-662"/>
                    <a:pt x="15785" y="62"/>
                  </a:cubicBezTo>
                  <a:cubicBezTo>
                    <a:pt x="23139" y="786"/>
                    <a:pt x="29025" y="5863"/>
                    <a:pt x="28530" y="10940"/>
                  </a:cubicBezTo>
                </a:path>
              </a:pathLst>
            </a:custGeom>
            <a:solidFill>
              <a:srgbClr val="E16262"/>
            </a:solidFill>
            <a:ln w="9525" cap="flat">
              <a:noFill/>
              <a:prstDash val="solid"/>
              <a:round/>
            </a:ln>
          </p:spPr>
          <p:txBody>
            <a:bodyPr/>
            <a:lstStyle/>
            <a:p>
              <a:endParaRPr lang="zh-CN" altLang="en-US" sz="2190"/>
            </a:p>
          </p:txBody>
        </p:sp>
        <p:sp>
          <p:nvSpPr>
            <p:cNvPr id="337" name="任意多边形: 形状 336"/>
            <p:cNvSpPr/>
            <p:nvPr/>
          </p:nvSpPr>
          <p:spPr>
            <a:xfrm>
              <a:off x="5734512" y="2435749"/>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38" name="任意多边形: 形状 337"/>
            <p:cNvSpPr/>
            <p:nvPr/>
          </p:nvSpPr>
          <p:spPr>
            <a:xfrm>
              <a:off x="5744037" y="24357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39" name="任意多边形: 形状 338"/>
            <p:cNvSpPr/>
            <p:nvPr/>
          </p:nvSpPr>
          <p:spPr>
            <a:xfrm>
              <a:off x="5734512" y="2445267"/>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40" name="任意多边形: 形状 339"/>
            <p:cNvSpPr/>
            <p:nvPr/>
          </p:nvSpPr>
          <p:spPr>
            <a:xfrm>
              <a:off x="5744034" y="2454799"/>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9" y="786"/>
                    <a:pt x="29015" y="5863"/>
                    <a:pt x="28530" y="10940"/>
                  </a:cubicBezTo>
                </a:path>
              </a:pathLst>
            </a:custGeom>
            <a:solidFill>
              <a:srgbClr val="E16262"/>
            </a:solidFill>
            <a:ln w="9525" cap="flat">
              <a:noFill/>
              <a:prstDash val="solid"/>
              <a:round/>
            </a:ln>
          </p:spPr>
          <p:txBody>
            <a:bodyPr/>
            <a:lstStyle/>
            <a:p>
              <a:endParaRPr lang="zh-CN" altLang="en-US" sz="2190"/>
            </a:p>
          </p:txBody>
        </p:sp>
        <p:sp>
          <p:nvSpPr>
            <p:cNvPr id="341" name="任意多边形: 形状 340"/>
            <p:cNvSpPr/>
            <p:nvPr/>
          </p:nvSpPr>
          <p:spPr>
            <a:xfrm>
              <a:off x="5744037" y="2454799"/>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42" name="任意多边形: 形状 341"/>
            <p:cNvSpPr/>
            <p:nvPr/>
          </p:nvSpPr>
          <p:spPr>
            <a:xfrm>
              <a:off x="5753562" y="2454797"/>
              <a:ext cx="9525" cy="9525"/>
            </a:xfrm>
            <a:custGeom>
              <a:avLst/>
              <a:gdLst>
                <a:gd name="csX0" fmla="*/ 9506 w 9525"/>
                <a:gd name="csY0" fmla="*/ 5685 h 9525"/>
                <a:gd name="csX1" fmla="*/ 430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05" y="9495"/>
                  </a:cubicBezTo>
                  <a:cubicBezTo>
                    <a:pt x="1715" y="9495"/>
                    <a:pt x="-19" y="6637"/>
                    <a:pt x="-19" y="3780"/>
                  </a:cubicBezTo>
                  <a:cubicBezTo>
                    <a:pt x="-19" y="923"/>
                    <a:pt x="2581" y="-30"/>
                    <a:pt x="5172" y="-30"/>
                  </a:cubicBezTo>
                  <a:cubicBezTo>
                    <a:pt x="7772" y="-30"/>
                    <a:pt x="9506" y="2828"/>
                    <a:pt x="9506" y="5685"/>
                  </a:cubicBezTo>
                </a:path>
              </a:pathLst>
            </a:custGeom>
            <a:solidFill>
              <a:srgbClr val="F9DFDF"/>
            </a:solidFill>
            <a:ln w="9525" cap="flat">
              <a:noFill/>
              <a:prstDash val="solid"/>
              <a:round/>
            </a:ln>
          </p:spPr>
          <p:txBody>
            <a:bodyPr/>
            <a:lstStyle/>
            <a:p>
              <a:endParaRPr lang="zh-CN" altLang="en-US" sz="2190"/>
            </a:p>
          </p:txBody>
        </p:sp>
        <p:sp>
          <p:nvSpPr>
            <p:cNvPr id="343" name="任意多边形: 形状 342"/>
            <p:cNvSpPr/>
            <p:nvPr/>
          </p:nvSpPr>
          <p:spPr>
            <a:xfrm>
              <a:off x="5320174" y="2469084"/>
              <a:ext cx="285750" cy="66675"/>
            </a:xfrm>
            <a:custGeom>
              <a:avLst/>
              <a:gdLst>
                <a:gd name="csX0" fmla="*/ -19 w 285750"/>
                <a:gd name="csY0" fmla="*/ 64645 h 66675"/>
                <a:gd name="csX1" fmla="*/ -19 w 285750"/>
                <a:gd name="csY1" fmla="*/ 62654 h 66675"/>
                <a:gd name="csX2" fmla="*/ -19 w 285750"/>
                <a:gd name="csY2" fmla="*/ 3161 h 66675"/>
                <a:gd name="csX3" fmla="*/ -19 w 285750"/>
                <a:gd name="csY3" fmla="*/ 770 h 66675"/>
                <a:gd name="csX4" fmla="*/ 285007 w 285750"/>
                <a:gd name="csY4" fmla="*/ -30 h 66675"/>
                <a:gd name="csX5" fmla="*/ 285369 w 285750"/>
                <a:gd name="csY5" fmla="*/ 770 h 66675"/>
                <a:gd name="csX6" fmla="*/ 285731 w 285750"/>
                <a:gd name="csY6" fmla="*/ 63454 h 66675"/>
                <a:gd name="csX7" fmla="*/ 285369 w 285750"/>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66675">
                  <a:moveTo>
                    <a:pt x="-19" y="64645"/>
                  </a:moveTo>
                  <a:lnTo>
                    <a:pt x="-19" y="62654"/>
                  </a:lnTo>
                  <a:lnTo>
                    <a:pt x="-19" y="3161"/>
                  </a:lnTo>
                  <a:lnTo>
                    <a:pt x="-19" y="770"/>
                  </a:lnTo>
                  <a:moveTo>
                    <a:pt x="285007" y="-30"/>
                  </a:moveTo>
                  <a:cubicBezTo>
                    <a:pt x="285369" y="-30"/>
                    <a:pt x="285369" y="370"/>
                    <a:pt x="285369" y="770"/>
                  </a:cubicBezTo>
                  <a:lnTo>
                    <a:pt x="285731" y="63454"/>
                  </a:lnTo>
                  <a:lnTo>
                    <a:pt x="285369" y="66645"/>
                  </a:lnTo>
                </a:path>
              </a:pathLst>
            </a:custGeom>
            <a:noFill/>
            <a:ln w="6477" cap="flat">
              <a:solidFill>
                <a:srgbClr val="040000"/>
              </a:solidFill>
              <a:prstDash val="solid"/>
              <a:round/>
            </a:ln>
          </p:spPr>
          <p:txBody>
            <a:bodyPr/>
            <a:lstStyle/>
            <a:p>
              <a:endParaRPr lang="zh-CN" altLang="en-US" sz="2190"/>
            </a:p>
          </p:txBody>
        </p:sp>
        <p:sp>
          <p:nvSpPr>
            <p:cNvPr id="344" name="任意多边形: 形状 343"/>
            <p:cNvSpPr/>
            <p:nvPr/>
          </p:nvSpPr>
          <p:spPr>
            <a:xfrm>
              <a:off x="5315410" y="2492897"/>
              <a:ext cx="285751" cy="76204"/>
            </a:xfrm>
            <a:custGeom>
              <a:avLst/>
              <a:gdLst>
                <a:gd name="csX0" fmla="*/ 174852 w 285751"/>
                <a:gd name="csY0" fmla="*/ 75332 h 76204"/>
                <a:gd name="csX1" fmla="*/ 201026 w 285751"/>
                <a:gd name="csY1" fmla="*/ 72865 h 76204"/>
                <a:gd name="csX2" fmla="*/ 285370 w 285751"/>
                <a:gd name="csY2" fmla="*/ 41175 h 76204"/>
                <a:gd name="csX3" fmla="*/ 285732 w 285751"/>
                <a:gd name="csY3" fmla="*/ 38003 h 76204"/>
                <a:gd name="csX4" fmla="*/ 142857 w 285751"/>
                <a:gd name="csY4" fmla="*/ -30 h 76204"/>
                <a:gd name="csX5" fmla="*/ -18 w 285751"/>
                <a:gd name="csY5" fmla="*/ 38003 h 76204"/>
                <a:gd name="csX6" fmla="*/ 109415 w 285751"/>
                <a:gd name="csY6" fmla="*/ 74979 h 76204"/>
                <a:gd name="csX7" fmla="*/ 142857 w 285751"/>
                <a:gd name="csY7" fmla="*/ 76037 h 76204"/>
                <a:gd name="csX8" fmla="*/ 174852 w 285751"/>
                <a:gd name="csY8" fmla="*/ 75332 h 76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4">
                  <a:moveTo>
                    <a:pt x="174852" y="75332"/>
                  </a:moveTo>
                  <a:cubicBezTo>
                    <a:pt x="183577" y="74627"/>
                    <a:pt x="192301"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7" y="76037"/>
                    <a:pt x="134856" y="76037"/>
                    <a:pt x="142857" y="76037"/>
                  </a:cubicBezTo>
                  <a:cubicBezTo>
                    <a:pt x="153401" y="76389"/>
                    <a:pt x="164308" y="76037"/>
                    <a:pt x="174852" y="75332"/>
                  </a:cubicBezTo>
                </a:path>
              </a:pathLst>
            </a:custGeom>
            <a:solidFill>
              <a:srgbClr val="4385C6"/>
            </a:solidFill>
            <a:ln w="9525" cap="flat">
              <a:noFill/>
              <a:prstDash val="solid"/>
              <a:round/>
            </a:ln>
          </p:spPr>
          <p:txBody>
            <a:bodyPr/>
            <a:lstStyle/>
            <a:p>
              <a:endParaRPr lang="zh-CN" altLang="en-US" sz="2190"/>
            </a:p>
          </p:txBody>
        </p:sp>
        <p:sp>
          <p:nvSpPr>
            <p:cNvPr id="345" name="任意多边形: 形状 344"/>
            <p:cNvSpPr/>
            <p:nvPr/>
          </p:nvSpPr>
          <p:spPr>
            <a:xfrm>
              <a:off x="5320174" y="2440509"/>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346" name="任意多边形: 形状 345"/>
            <p:cNvSpPr/>
            <p:nvPr/>
          </p:nvSpPr>
          <p:spPr>
            <a:xfrm>
              <a:off x="5463049" y="2526234"/>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347" name="任意多边形: 形状 346"/>
            <p:cNvSpPr/>
            <p:nvPr/>
          </p:nvSpPr>
          <p:spPr>
            <a:xfrm>
              <a:off x="5320174" y="2526234"/>
              <a:ext cx="142875" cy="47629"/>
            </a:xfrm>
            <a:custGeom>
              <a:avLst/>
              <a:gdLst>
                <a:gd name="csX0" fmla="*/ -19 w 142875"/>
                <a:gd name="csY0" fmla="*/ -30 h 47629"/>
                <a:gd name="csX1" fmla="*/ 142856 w 142875"/>
                <a:gd name="csY1" fmla="*/ 47519 h 47629"/>
              </a:gdLst>
              <a:ahLst/>
              <a:cxnLst>
                <a:cxn ang="0">
                  <a:pos x="csX0" y="csY0"/>
                </a:cxn>
                <a:cxn ang="0">
                  <a:pos x="csX1" y="csY1"/>
                </a:cxn>
              </a:cxnLst>
              <a:rect l="l" t="t" r="r" b="b"/>
              <a:pathLst>
                <a:path w="142875" h="47629">
                  <a:moveTo>
                    <a:pt x="-19" y="-30"/>
                  </a:moveTo>
                  <a:cubicBezTo>
                    <a:pt x="19155" y="51691"/>
                    <a:pt x="108862" y="47519"/>
                    <a:pt x="142856" y="47519"/>
                  </a:cubicBezTo>
                </a:path>
              </a:pathLst>
            </a:custGeom>
            <a:noFill/>
            <a:ln w="6477" cap="flat">
              <a:solidFill>
                <a:srgbClr val="040000"/>
              </a:solidFill>
              <a:prstDash val="solid"/>
              <a:round/>
            </a:ln>
          </p:spPr>
          <p:txBody>
            <a:bodyPr/>
            <a:lstStyle/>
            <a:p>
              <a:endParaRPr lang="zh-CN" altLang="en-US" sz="2190"/>
            </a:p>
          </p:txBody>
        </p:sp>
        <p:sp>
          <p:nvSpPr>
            <p:cNvPr id="348" name="任意多边形: 形状 347"/>
            <p:cNvSpPr/>
            <p:nvPr/>
          </p:nvSpPr>
          <p:spPr>
            <a:xfrm>
              <a:off x="5324937" y="2530998"/>
              <a:ext cx="266700" cy="28573"/>
            </a:xfrm>
            <a:custGeom>
              <a:avLst/>
              <a:gdLst>
                <a:gd name="csX0" fmla="*/ 266681 w 266700"/>
                <a:gd name="csY0" fmla="*/ 1016 h 28573"/>
                <a:gd name="csX1" fmla="*/ 134779 w 266700"/>
                <a:gd name="csY1" fmla="*/ 28543 h 28573"/>
                <a:gd name="csX2" fmla="*/ -19 w 266700"/>
                <a:gd name="csY2" fmla="*/ 1683 h 28573"/>
                <a:gd name="csX3" fmla="*/ 134055 w 266700"/>
                <a:gd name="csY3" fmla="*/ 24848 h 28573"/>
                <a:gd name="csX4" fmla="*/ 266681 w 266700"/>
                <a:gd name="csY4" fmla="*/ 1016 h 28573"/>
              </a:gdLst>
              <a:ahLst/>
              <a:cxnLst>
                <a:cxn ang="0">
                  <a:pos x="csX0" y="csY0"/>
                </a:cxn>
                <a:cxn ang="0">
                  <a:pos x="csX1" y="csY1"/>
                </a:cxn>
                <a:cxn ang="0">
                  <a:pos x="csX2" y="csY2"/>
                </a:cxn>
                <a:cxn ang="0">
                  <a:pos x="csX3" y="csY3"/>
                </a:cxn>
                <a:cxn ang="0">
                  <a:pos x="csX4" y="csY4"/>
                </a:cxn>
              </a:cxnLst>
              <a:rect l="l" t="t" r="r" b="b"/>
              <a:pathLst>
                <a:path w="266700" h="28573">
                  <a:moveTo>
                    <a:pt x="266681" y="1016"/>
                  </a:moveTo>
                  <a:cubicBezTo>
                    <a:pt x="266681" y="8065"/>
                    <a:pt x="204159" y="28543"/>
                    <a:pt x="134779" y="28543"/>
                  </a:cubicBezTo>
                  <a:cubicBezTo>
                    <a:pt x="65027" y="28543"/>
                    <a:pt x="-19" y="8398"/>
                    <a:pt x="-19" y="1683"/>
                  </a:cubicBezTo>
                  <a:cubicBezTo>
                    <a:pt x="-19" y="-5366"/>
                    <a:pt x="64665" y="24848"/>
                    <a:pt x="134055" y="24848"/>
                  </a:cubicBezTo>
                  <a:cubicBezTo>
                    <a:pt x="203435" y="24848"/>
                    <a:pt x="266681" y="-6032"/>
                    <a:pt x="266681" y="1016"/>
                  </a:cubicBezTo>
                </a:path>
              </a:pathLst>
            </a:custGeom>
            <a:solidFill>
              <a:srgbClr val="4385C6"/>
            </a:solidFill>
            <a:ln w="9525" cap="flat">
              <a:noFill/>
              <a:prstDash val="solid"/>
              <a:round/>
            </a:ln>
          </p:spPr>
          <p:txBody>
            <a:bodyPr/>
            <a:lstStyle/>
            <a:p>
              <a:endParaRPr lang="zh-CN" altLang="en-US" sz="2190"/>
            </a:p>
          </p:txBody>
        </p:sp>
        <p:sp>
          <p:nvSpPr>
            <p:cNvPr id="349" name="任意多边形: 形状 348"/>
            <p:cNvSpPr/>
            <p:nvPr/>
          </p:nvSpPr>
          <p:spPr>
            <a:xfrm>
              <a:off x="5448762" y="2511944"/>
              <a:ext cx="38099" cy="38104"/>
            </a:xfrm>
            <a:custGeom>
              <a:avLst/>
              <a:gdLst>
                <a:gd name="csX0" fmla="*/ 38071 w 38099"/>
                <a:gd name="csY0" fmla="*/ 19927 h 38104"/>
                <a:gd name="csX1" fmla="*/ 19517 w 38099"/>
                <a:gd name="csY1" fmla="*/ 38063 h 38104"/>
                <a:gd name="csX2" fmla="*/ -10 w 38099"/>
                <a:gd name="csY2" fmla="*/ 18117 h 38104"/>
                <a:gd name="csX3" fmla="*/ 18545 w 38099"/>
                <a:gd name="csY3" fmla="*/ -18 h 38104"/>
                <a:gd name="csX4" fmla="*/ 38071 w 38099"/>
                <a:gd name="csY4" fmla="*/ 19927 h 38104"/>
              </a:gdLst>
              <a:ahLst/>
              <a:cxnLst>
                <a:cxn ang="0">
                  <a:pos x="csX0" y="csY0"/>
                </a:cxn>
                <a:cxn ang="0">
                  <a:pos x="csX1" y="csY1"/>
                </a:cxn>
                <a:cxn ang="0">
                  <a:pos x="csX2" y="csY2"/>
                </a:cxn>
                <a:cxn ang="0">
                  <a:pos x="csX3" y="csY3"/>
                </a:cxn>
                <a:cxn ang="0">
                  <a:pos x="csX4" y="csY4"/>
                </a:cxn>
              </a:cxnLst>
              <a:rect l="l" t="t" r="r" b="b"/>
              <a:pathLst>
                <a:path w="38099" h="38104">
                  <a:moveTo>
                    <a:pt x="38071" y="19927"/>
                  </a:moveTo>
                  <a:cubicBezTo>
                    <a:pt x="38395" y="30443"/>
                    <a:pt x="29937" y="38425"/>
                    <a:pt x="19517" y="38063"/>
                  </a:cubicBezTo>
                  <a:cubicBezTo>
                    <a:pt x="9106" y="37701"/>
                    <a:pt x="314" y="28633"/>
                    <a:pt x="-10" y="18117"/>
                  </a:cubicBezTo>
                  <a:cubicBezTo>
                    <a:pt x="-334" y="7602"/>
                    <a:pt x="8124" y="-380"/>
                    <a:pt x="18545" y="-18"/>
                  </a:cubicBezTo>
                  <a:cubicBezTo>
                    <a:pt x="28956" y="706"/>
                    <a:pt x="37748" y="9411"/>
                    <a:pt x="38071" y="19927"/>
                  </a:cubicBezTo>
                </a:path>
              </a:pathLst>
            </a:custGeom>
            <a:solidFill>
              <a:srgbClr val="E58E8E"/>
            </a:solidFill>
            <a:ln w="9525" cap="flat">
              <a:noFill/>
              <a:prstDash val="solid"/>
              <a:round/>
            </a:ln>
          </p:spPr>
          <p:txBody>
            <a:bodyPr/>
            <a:lstStyle/>
            <a:p>
              <a:endParaRPr lang="zh-CN" altLang="en-US" sz="2190"/>
            </a:p>
          </p:txBody>
        </p:sp>
        <p:sp>
          <p:nvSpPr>
            <p:cNvPr id="350" name="任意多边形: 形状 349"/>
            <p:cNvSpPr/>
            <p:nvPr/>
          </p:nvSpPr>
          <p:spPr>
            <a:xfrm>
              <a:off x="5458287" y="2521468"/>
              <a:ext cx="19050" cy="19055"/>
            </a:xfrm>
            <a:custGeom>
              <a:avLst/>
              <a:gdLst>
                <a:gd name="csX0" fmla="*/ 19031 w 19050"/>
                <a:gd name="csY0" fmla="*/ 9860 h 19055"/>
                <a:gd name="csX1" fmla="*/ 9668 w 19050"/>
                <a:gd name="csY1" fmla="*/ 19004 h 19055"/>
                <a:gd name="csX2" fmla="*/ -19 w 19050"/>
                <a:gd name="csY2" fmla="*/ 9137 h 19055"/>
                <a:gd name="csX3" fmla="*/ 9020 w 19050"/>
                <a:gd name="csY3" fmla="*/ -7 h 19055"/>
                <a:gd name="csX4" fmla="*/ 19031 w 19050"/>
                <a:gd name="csY4" fmla="*/ 9860 h 19055"/>
              </a:gdLst>
              <a:ahLst/>
              <a:cxnLst>
                <a:cxn ang="0">
                  <a:pos x="csX0" y="csY0"/>
                </a:cxn>
                <a:cxn ang="0">
                  <a:pos x="csX1" y="csY1"/>
                </a:cxn>
                <a:cxn ang="0">
                  <a:pos x="csX2" y="csY2"/>
                </a:cxn>
                <a:cxn ang="0">
                  <a:pos x="csX3" y="csY3"/>
                </a:cxn>
                <a:cxn ang="0">
                  <a:pos x="csX4" y="csY4"/>
                </a:cxn>
              </a:cxnLst>
              <a:rect l="l" t="t" r="r" b="b"/>
              <a:pathLst>
                <a:path w="19050" h="19055">
                  <a:moveTo>
                    <a:pt x="19031" y="9860"/>
                  </a:moveTo>
                  <a:cubicBezTo>
                    <a:pt x="19031" y="14985"/>
                    <a:pt x="15154" y="19366"/>
                    <a:pt x="9668" y="19004"/>
                  </a:cubicBezTo>
                  <a:cubicBezTo>
                    <a:pt x="4505" y="18633"/>
                    <a:pt x="305" y="14251"/>
                    <a:pt x="-19" y="9137"/>
                  </a:cubicBezTo>
                  <a:cubicBezTo>
                    <a:pt x="-19" y="3650"/>
                    <a:pt x="3858" y="-369"/>
                    <a:pt x="9020" y="-7"/>
                  </a:cubicBezTo>
                  <a:cubicBezTo>
                    <a:pt x="14507" y="-7"/>
                    <a:pt x="18707" y="4746"/>
                    <a:pt x="19031" y="9860"/>
                  </a:cubicBezTo>
                </a:path>
              </a:pathLst>
            </a:custGeom>
            <a:solidFill>
              <a:srgbClr val="E16262"/>
            </a:solidFill>
            <a:ln w="9525" cap="flat">
              <a:noFill/>
              <a:prstDash val="solid"/>
              <a:round/>
            </a:ln>
          </p:spPr>
          <p:txBody>
            <a:bodyPr/>
            <a:lstStyle/>
            <a:p>
              <a:endParaRPr lang="zh-CN" altLang="en-US" sz="2190"/>
            </a:p>
          </p:txBody>
        </p:sp>
        <p:sp>
          <p:nvSpPr>
            <p:cNvPr id="351" name="任意多边形: 形状 350"/>
            <p:cNvSpPr/>
            <p:nvPr/>
          </p:nvSpPr>
          <p:spPr>
            <a:xfrm>
              <a:off x="5448764" y="2511947"/>
              <a:ext cx="9523" cy="9524"/>
            </a:xfrm>
            <a:custGeom>
              <a:avLst/>
              <a:gdLst>
                <a:gd name="csX0" fmla="*/ 8141 w 9523"/>
                <a:gd name="csY0" fmla="*/ 494 h 9524"/>
                <a:gd name="csX1" fmla="*/ 9284 w 9523"/>
                <a:gd name="csY1" fmla="*/ 3951 h 9524"/>
                <a:gd name="csX2" fmla="*/ 159 w 9523"/>
                <a:gd name="csY2" fmla="*/ 9495 h 9524"/>
                <a:gd name="csX3" fmla="*/ 8141 w 9523"/>
                <a:gd name="csY3" fmla="*/ 494 h 9524"/>
              </a:gdLst>
              <a:ahLst/>
              <a:cxnLst>
                <a:cxn ang="0">
                  <a:pos x="csX0" y="csY0"/>
                </a:cxn>
                <a:cxn ang="0">
                  <a:pos x="csX1" y="csY1"/>
                </a:cxn>
                <a:cxn ang="0">
                  <a:pos x="csX2" y="csY2"/>
                </a:cxn>
                <a:cxn ang="0">
                  <a:pos x="csX3" y="csY3"/>
                </a:cxn>
              </a:cxnLst>
              <a:rect l="l" t="t" r="r" b="b"/>
              <a:pathLst>
                <a:path w="9523" h="9524">
                  <a:moveTo>
                    <a:pt x="8141" y="494"/>
                  </a:moveTo>
                  <a:cubicBezTo>
                    <a:pt x="9284" y="1189"/>
                    <a:pt x="9846" y="2570"/>
                    <a:pt x="9284" y="3951"/>
                  </a:cubicBezTo>
                  <a:cubicBezTo>
                    <a:pt x="8141" y="6723"/>
                    <a:pt x="2436" y="9495"/>
                    <a:pt x="159" y="9495"/>
                  </a:cubicBezTo>
                  <a:cubicBezTo>
                    <a:pt x="-984" y="6723"/>
                    <a:pt x="3578" y="-2278"/>
                    <a:pt x="8141" y="494"/>
                  </a:cubicBezTo>
                </a:path>
              </a:pathLst>
            </a:custGeom>
            <a:solidFill>
              <a:srgbClr val="F9DFDF"/>
            </a:solidFill>
            <a:ln w="9525" cap="flat">
              <a:noFill/>
              <a:prstDash val="solid"/>
              <a:round/>
            </a:ln>
          </p:spPr>
          <p:txBody>
            <a:bodyPr/>
            <a:lstStyle/>
            <a:p>
              <a:endParaRPr lang="zh-CN" altLang="en-US" sz="2190"/>
            </a:p>
          </p:txBody>
        </p:sp>
        <p:sp>
          <p:nvSpPr>
            <p:cNvPr id="352" name="任意多边形: 形状 351"/>
            <p:cNvSpPr/>
            <p:nvPr/>
          </p:nvSpPr>
          <p:spPr>
            <a:xfrm>
              <a:off x="5458287" y="2511947"/>
              <a:ext cx="9525" cy="9525"/>
            </a:xfrm>
            <a:custGeom>
              <a:avLst/>
              <a:gdLst>
                <a:gd name="csX0" fmla="*/ 9506 w 9525"/>
                <a:gd name="csY0" fmla="*/ 4733 h 9525"/>
                <a:gd name="csX1" fmla="*/ 517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72" y="9495"/>
                  </a:cubicBezTo>
                  <a:cubicBezTo>
                    <a:pt x="2581" y="9495"/>
                    <a:pt x="-19" y="7590"/>
                    <a:pt x="-19" y="4733"/>
                  </a:cubicBezTo>
                  <a:cubicBezTo>
                    <a:pt x="-19" y="1875"/>
                    <a:pt x="1715" y="-30"/>
                    <a:pt x="4315" y="-30"/>
                  </a:cubicBezTo>
                  <a:cubicBezTo>
                    <a:pt x="690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353" name="任意多边形: 形状 352"/>
            <p:cNvSpPr/>
            <p:nvPr/>
          </p:nvSpPr>
          <p:spPr>
            <a:xfrm>
              <a:off x="5401139" y="2473842"/>
              <a:ext cx="38098" cy="38108"/>
            </a:xfrm>
            <a:custGeom>
              <a:avLst/>
              <a:gdLst>
                <a:gd name="csX0" fmla="*/ 38040 w 38098"/>
                <a:gd name="csY0" fmla="*/ 22120 h 38108"/>
                <a:gd name="csX1" fmla="*/ 17409 w 38098"/>
                <a:gd name="csY1" fmla="*/ 37788 h 38108"/>
                <a:gd name="csX2" fmla="*/ 64 w 38098"/>
                <a:gd name="csY2" fmla="*/ 15929 h 38108"/>
                <a:gd name="csX3" fmla="*/ 20686 w 38098"/>
                <a:gd name="csY3" fmla="*/ 260 h 38108"/>
                <a:gd name="csX4" fmla="*/ 38040 w 38098"/>
                <a:gd name="csY4" fmla="*/ 22120 h 38108"/>
              </a:gdLst>
              <a:ahLst/>
              <a:cxnLst>
                <a:cxn ang="0">
                  <a:pos x="csX0" y="csY0"/>
                </a:cxn>
                <a:cxn ang="0">
                  <a:pos x="csX1" y="csY1"/>
                </a:cxn>
                <a:cxn ang="0">
                  <a:pos x="csX2" y="csY2"/>
                </a:cxn>
                <a:cxn ang="0">
                  <a:pos x="csX3" y="csY3"/>
                </a:cxn>
                <a:cxn ang="0">
                  <a:pos x="csX4" y="csY4"/>
                </a:cxn>
              </a:cxnLst>
              <a:rect l="l" t="t" r="r" b="b"/>
              <a:pathLst>
                <a:path w="38098" h="38108">
                  <a:moveTo>
                    <a:pt x="38040" y="22120"/>
                  </a:moveTo>
                  <a:cubicBezTo>
                    <a:pt x="37059" y="32683"/>
                    <a:pt x="27886" y="39608"/>
                    <a:pt x="17409" y="37788"/>
                  </a:cubicBezTo>
                  <a:cubicBezTo>
                    <a:pt x="6941" y="35960"/>
                    <a:pt x="-917" y="26130"/>
                    <a:pt x="64" y="15929"/>
                  </a:cubicBezTo>
                  <a:cubicBezTo>
                    <a:pt x="1045" y="5365"/>
                    <a:pt x="10208" y="-1559"/>
                    <a:pt x="20686" y="260"/>
                  </a:cubicBezTo>
                  <a:cubicBezTo>
                    <a:pt x="31163" y="1717"/>
                    <a:pt x="38697" y="11557"/>
                    <a:pt x="38040" y="22120"/>
                  </a:cubicBezTo>
                </a:path>
              </a:pathLst>
            </a:custGeom>
            <a:solidFill>
              <a:srgbClr val="E58E8E"/>
            </a:solidFill>
            <a:ln w="9525" cap="flat">
              <a:noFill/>
              <a:prstDash val="solid"/>
              <a:round/>
            </a:ln>
          </p:spPr>
          <p:txBody>
            <a:bodyPr/>
            <a:lstStyle/>
            <a:p>
              <a:endParaRPr lang="zh-CN" altLang="en-US" sz="2190"/>
            </a:p>
          </p:txBody>
        </p:sp>
        <p:sp>
          <p:nvSpPr>
            <p:cNvPr id="354" name="任意多边形: 形状 353"/>
            <p:cNvSpPr/>
            <p:nvPr/>
          </p:nvSpPr>
          <p:spPr>
            <a:xfrm>
              <a:off x="5410666" y="24833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17"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55" name="任意多边形: 形状 354"/>
            <p:cNvSpPr/>
            <p:nvPr/>
          </p:nvSpPr>
          <p:spPr>
            <a:xfrm>
              <a:off x="5401137" y="24833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356" name="任意多边形: 形状 355"/>
            <p:cNvSpPr/>
            <p:nvPr/>
          </p:nvSpPr>
          <p:spPr>
            <a:xfrm>
              <a:off x="5410662" y="24833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357" name="任意多边形: 形状 356"/>
            <p:cNvSpPr/>
            <p:nvPr/>
          </p:nvSpPr>
          <p:spPr>
            <a:xfrm>
              <a:off x="5448764"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58" name="任意多边形: 形状 357"/>
            <p:cNvSpPr/>
            <p:nvPr/>
          </p:nvSpPr>
          <p:spPr>
            <a:xfrm>
              <a:off x="5458291"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59" name="任意多边形: 形状 358"/>
            <p:cNvSpPr/>
            <p:nvPr/>
          </p:nvSpPr>
          <p:spPr>
            <a:xfrm>
              <a:off x="5448762" y="2483371"/>
              <a:ext cx="9529" cy="9525"/>
            </a:xfrm>
            <a:custGeom>
              <a:avLst/>
              <a:gdLst>
                <a:gd name="csX0" fmla="*/ 8620 w 9529"/>
                <a:gd name="csY0" fmla="*/ 571 h 9525"/>
                <a:gd name="csX1" fmla="*/ 9153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360" name="任意多边形: 形状 359"/>
            <p:cNvSpPr/>
            <p:nvPr/>
          </p:nvSpPr>
          <p:spPr>
            <a:xfrm>
              <a:off x="5458287" y="24833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61" name="任意多边形: 形状 360"/>
            <p:cNvSpPr/>
            <p:nvPr/>
          </p:nvSpPr>
          <p:spPr>
            <a:xfrm>
              <a:off x="5420187" y="2426217"/>
              <a:ext cx="47626" cy="38108"/>
            </a:xfrm>
            <a:custGeom>
              <a:avLst/>
              <a:gdLst>
                <a:gd name="csX0" fmla="*/ 47557 w 47626"/>
                <a:gd name="csY0" fmla="*/ 22120 h 38108"/>
                <a:gd name="csX1" fmla="*/ 21774 w 47626"/>
                <a:gd name="csY1" fmla="*/ 37788 h 38108"/>
                <a:gd name="csX2" fmla="*/ 85 w 47626"/>
                <a:gd name="csY2" fmla="*/ 15929 h 38108"/>
                <a:gd name="csX3" fmla="*/ 25869 w 47626"/>
                <a:gd name="csY3" fmla="*/ 260 h 38108"/>
                <a:gd name="csX4" fmla="*/ 47557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57" y="22120"/>
                  </a:moveTo>
                  <a:cubicBezTo>
                    <a:pt x="46329" y="32683"/>
                    <a:pt x="34870" y="39608"/>
                    <a:pt x="21774" y="37788"/>
                  </a:cubicBezTo>
                  <a:cubicBezTo>
                    <a:pt x="8677" y="35960"/>
                    <a:pt x="-1144" y="26130"/>
                    <a:pt x="85" y="15929"/>
                  </a:cubicBezTo>
                  <a:cubicBezTo>
                    <a:pt x="1314" y="5365"/>
                    <a:pt x="12772" y="-1559"/>
                    <a:pt x="25869" y="260"/>
                  </a:cubicBezTo>
                  <a:cubicBezTo>
                    <a:pt x="38956" y="1717"/>
                    <a:pt x="48377" y="11557"/>
                    <a:pt x="47557" y="22120"/>
                  </a:cubicBezTo>
                </a:path>
              </a:pathLst>
            </a:custGeom>
            <a:solidFill>
              <a:srgbClr val="E58E8E"/>
            </a:solidFill>
            <a:ln w="9525" cap="flat">
              <a:noFill/>
              <a:prstDash val="solid"/>
              <a:round/>
            </a:ln>
          </p:spPr>
          <p:txBody>
            <a:bodyPr/>
            <a:lstStyle/>
            <a:p>
              <a:endParaRPr lang="zh-CN" altLang="en-US" sz="2190"/>
            </a:p>
          </p:txBody>
        </p:sp>
        <p:sp>
          <p:nvSpPr>
            <p:cNvPr id="362" name="任意多边形: 形状 361"/>
            <p:cNvSpPr/>
            <p:nvPr/>
          </p:nvSpPr>
          <p:spPr>
            <a:xfrm>
              <a:off x="5429711" y="2435749"/>
              <a:ext cx="28578" cy="19044"/>
            </a:xfrm>
            <a:custGeom>
              <a:avLst/>
              <a:gdLst>
                <a:gd name="csX0" fmla="*/ 28452 w 28578"/>
                <a:gd name="csY0" fmla="*/ 10940 h 19044"/>
                <a:gd name="csX1" fmla="*/ 12802 w 28578"/>
                <a:gd name="csY1" fmla="*/ 18922 h 19044"/>
                <a:gd name="csX2" fmla="*/ 86 w 28578"/>
                <a:gd name="csY2" fmla="*/ 8044 h 19044"/>
                <a:gd name="csX3" fmla="*/ 15736 w 28578"/>
                <a:gd name="csY3" fmla="*/ 62 h 19044"/>
                <a:gd name="csX4" fmla="*/ 28452 w 28578"/>
                <a:gd name="csY4" fmla="*/ 10940 h 19044"/>
              </a:gdLst>
              <a:ahLst/>
              <a:cxnLst>
                <a:cxn ang="0">
                  <a:pos x="csX0" y="csY0"/>
                </a:cxn>
                <a:cxn ang="0">
                  <a:pos x="csX1" y="csY1"/>
                </a:cxn>
                <a:cxn ang="0">
                  <a:pos x="csX2" y="csY2"/>
                </a:cxn>
                <a:cxn ang="0">
                  <a:pos x="csX3" y="csY3"/>
                </a:cxn>
                <a:cxn ang="0">
                  <a:pos x="csX4" y="csY4"/>
                </a:cxn>
              </a:cxnLst>
              <a:rect l="l" t="t" r="r" b="b"/>
              <a:pathLst>
                <a:path w="28578" h="19044">
                  <a:moveTo>
                    <a:pt x="28452" y="10940"/>
                  </a:moveTo>
                  <a:cubicBezTo>
                    <a:pt x="27966" y="16026"/>
                    <a:pt x="20622" y="19646"/>
                    <a:pt x="12802" y="18922"/>
                  </a:cubicBezTo>
                  <a:cubicBezTo>
                    <a:pt x="4983" y="18198"/>
                    <a:pt x="-885" y="13121"/>
                    <a:pt x="86" y="8044"/>
                  </a:cubicBezTo>
                  <a:cubicBezTo>
                    <a:pt x="572" y="2958"/>
                    <a:pt x="7916" y="-662"/>
                    <a:pt x="15736" y="62"/>
                  </a:cubicBezTo>
                  <a:cubicBezTo>
                    <a:pt x="23566"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363" name="任意多边形: 形状 362"/>
            <p:cNvSpPr/>
            <p:nvPr/>
          </p:nvSpPr>
          <p:spPr>
            <a:xfrm>
              <a:off x="5429712" y="2435747"/>
              <a:ext cx="9529" cy="9524"/>
            </a:xfrm>
            <a:custGeom>
              <a:avLst/>
              <a:gdLst>
                <a:gd name="csX0" fmla="*/ 8611 w 9529"/>
                <a:gd name="csY0" fmla="*/ 836 h 9524"/>
                <a:gd name="csX1" fmla="*/ 9154 w 9529"/>
                <a:gd name="csY1" fmla="*/ 4436 h 9524"/>
                <a:gd name="csX2" fmla="*/ -19 w 9529"/>
                <a:gd name="csY2" fmla="*/ 9494 h 9524"/>
                <a:gd name="csX3" fmla="*/ 8611 w 9529"/>
                <a:gd name="csY3" fmla="*/ 836 h 9524"/>
              </a:gdLst>
              <a:ahLst/>
              <a:cxnLst>
                <a:cxn ang="0">
                  <a:pos x="csX0" y="csY0"/>
                </a:cxn>
                <a:cxn ang="0">
                  <a:pos x="csX1" y="csY1"/>
                </a:cxn>
                <a:cxn ang="0">
                  <a:pos x="csX2" y="csY2"/>
                </a:cxn>
                <a:cxn ang="0">
                  <a:pos x="csX3" y="csY3"/>
                </a:cxn>
              </a:cxnLst>
              <a:rect l="l" t="t" r="r" b="b"/>
              <a:pathLst>
                <a:path w="9529" h="9524">
                  <a:moveTo>
                    <a:pt x="8611" y="836"/>
                  </a:moveTo>
                  <a:cubicBezTo>
                    <a:pt x="9697" y="1550"/>
                    <a:pt x="9697" y="2998"/>
                    <a:pt x="9154" y="4436"/>
                  </a:cubicBezTo>
                  <a:cubicBezTo>
                    <a:pt x="7535" y="7332"/>
                    <a:pt x="2143" y="8770"/>
                    <a:pt x="-19" y="9494"/>
                  </a:cubicBezTo>
                  <a:cubicBezTo>
                    <a:pt x="-19" y="5884"/>
                    <a:pt x="4839" y="-2783"/>
                    <a:pt x="8611" y="836"/>
                  </a:cubicBezTo>
                </a:path>
              </a:pathLst>
            </a:custGeom>
            <a:solidFill>
              <a:srgbClr val="F9DFDF"/>
            </a:solidFill>
            <a:ln w="9525" cap="flat">
              <a:noFill/>
              <a:prstDash val="solid"/>
              <a:round/>
            </a:ln>
          </p:spPr>
          <p:txBody>
            <a:bodyPr/>
            <a:lstStyle/>
            <a:p>
              <a:endParaRPr lang="zh-CN" altLang="en-US" sz="2190"/>
            </a:p>
          </p:txBody>
        </p:sp>
        <p:sp>
          <p:nvSpPr>
            <p:cNvPr id="364" name="任意多边形: 形状 363"/>
            <p:cNvSpPr/>
            <p:nvPr/>
          </p:nvSpPr>
          <p:spPr>
            <a:xfrm>
              <a:off x="5439237" y="243574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76" y="9257"/>
                    <a:pt x="-19" y="6466"/>
                    <a:pt x="-19" y="3685"/>
                  </a:cubicBezTo>
                  <a:cubicBezTo>
                    <a:pt x="-19" y="904"/>
                    <a:pt x="2534" y="-30"/>
                    <a:pt x="5087" y="-30"/>
                  </a:cubicBezTo>
                  <a:cubicBezTo>
                    <a:pt x="7639" y="904"/>
                    <a:pt x="10192" y="3685"/>
                    <a:pt x="9344" y="5542"/>
                  </a:cubicBezTo>
                </a:path>
              </a:pathLst>
            </a:custGeom>
            <a:solidFill>
              <a:srgbClr val="F9DFDF"/>
            </a:solidFill>
            <a:ln w="9525" cap="flat">
              <a:noFill/>
              <a:prstDash val="solid"/>
              <a:round/>
            </a:ln>
          </p:spPr>
          <p:txBody>
            <a:bodyPr/>
            <a:lstStyle/>
            <a:p>
              <a:endParaRPr lang="zh-CN" altLang="en-US" sz="2190"/>
            </a:p>
          </p:txBody>
        </p:sp>
        <p:sp>
          <p:nvSpPr>
            <p:cNvPr id="365" name="任意多边形: 形状 364"/>
            <p:cNvSpPr/>
            <p:nvPr/>
          </p:nvSpPr>
          <p:spPr>
            <a:xfrm>
              <a:off x="547733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66" name="任意多边形: 形状 365"/>
            <p:cNvSpPr/>
            <p:nvPr/>
          </p:nvSpPr>
          <p:spPr>
            <a:xfrm>
              <a:off x="5486861" y="25024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67" name="任意多边形: 形状 366"/>
            <p:cNvSpPr/>
            <p:nvPr/>
          </p:nvSpPr>
          <p:spPr>
            <a:xfrm>
              <a:off x="5486862" y="2492899"/>
              <a:ext cx="9529" cy="9522"/>
            </a:xfrm>
            <a:custGeom>
              <a:avLst/>
              <a:gdLst>
                <a:gd name="csX0" fmla="*/ 8620 w 9529"/>
                <a:gd name="csY0" fmla="*/ 606 h 9522"/>
                <a:gd name="csX1" fmla="*/ 9153 w 9529"/>
                <a:gd name="csY1" fmla="*/ 4311 h 9522"/>
                <a:gd name="csX2" fmla="*/ 19 w 9529"/>
                <a:gd name="csY2" fmla="*/ 9493 h 9522"/>
                <a:gd name="csX3" fmla="*/ 8620 w 9529"/>
                <a:gd name="csY3" fmla="*/ 606 h 9522"/>
              </a:gdLst>
              <a:ahLst/>
              <a:cxnLst>
                <a:cxn ang="0">
                  <a:pos x="csX0" y="csY0"/>
                </a:cxn>
                <a:cxn ang="0">
                  <a:pos x="csX1" y="csY1"/>
                </a:cxn>
                <a:cxn ang="0">
                  <a:pos x="csX2" y="csY2"/>
                </a:cxn>
                <a:cxn ang="0">
                  <a:pos x="csX3" y="csY3"/>
                </a:cxn>
              </a:cxnLst>
              <a:rect l="l" t="t" r="r" b="b"/>
              <a:pathLst>
                <a:path w="9529" h="9522">
                  <a:moveTo>
                    <a:pt x="8620" y="606"/>
                  </a:moveTo>
                  <a:cubicBezTo>
                    <a:pt x="9696" y="1349"/>
                    <a:pt x="9696" y="2825"/>
                    <a:pt x="9153" y="4311"/>
                  </a:cubicBezTo>
                  <a:cubicBezTo>
                    <a:pt x="7544" y="7273"/>
                    <a:pt x="2171" y="8750"/>
                    <a:pt x="19" y="9493"/>
                  </a:cubicBezTo>
                  <a:cubicBezTo>
                    <a:pt x="-524" y="5787"/>
                    <a:pt x="4858" y="-2356"/>
                    <a:pt x="8620" y="606"/>
                  </a:cubicBezTo>
                </a:path>
              </a:pathLst>
            </a:custGeom>
            <a:solidFill>
              <a:srgbClr val="F9DFDF"/>
            </a:solidFill>
            <a:ln w="9525" cap="flat">
              <a:noFill/>
              <a:prstDash val="solid"/>
              <a:round/>
            </a:ln>
          </p:spPr>
          <p:txBody>
            <a:bodyPr/>
            <a:lstStyle/>
            <a:p>
              <a:endParaRPr lang="zh-CN" altLang="en-US" sz="2190"/>
            </a:p>
          </p:txBody>
        </p:sp>
        <p:sp>
          <p:nvSpPr>
            <p:cNvPr id="368" name="任意多边形: 形状 367"/>
            <p:cNvSpPr/>
            <p:nvPr/>
          </p:nvSpPr>
          <p:spPr>
            <a:xfrm>
              <a:off x="5496387"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369" name="任意多边形: 形状 368"/>
            <p:cNvSpPr/>
            <p:nvPr/>
          </p:nvSpPr>
          <p:spPr>
            <a:xfrm>
              <a:off x="5401139" y="244526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70" name="任意多边形: 形状 369"/>
            <p:cNvSpPr/>
            <p:nvPr/>
          </p:nvSpPr>
          <p:spPr>
            <a:xfrm>
              <a:off x="5410666" y="24547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71" name="任意多边形: 形状 370"/>
            <p:cNvSpPr/>
            <p:nvPr/>
          </p:nvSpPr>
          <p:spPr>
            <a:xfrm>
              <a:off x="5401138" y="2454801"/>
              <a:ext cx="9520" cy="9520"/>
            </a:xfrm>
            <a:custGeom>
              <a:avLst/>
              <a:gdLst>
                <a:gd name="csX0" fmla="*/ 8609 w 9520"/>
                <a:gd name="csY0" fmla="*/ 833 h 9520"/>
                <a:gd name="csX1" fmla="*/ 9152 w 9520"/>
                <a:gd name="csY1" fmla="*/ 4433 h 9520"/>
                <a:gd name="csX2" fmla="*/ 9152 w 9520"/>
                <a:gd name="csY2" fmla="*/ 4433 h 9520"/>
                <a:gd name="csX3" fmla="*/ 18 w 9520"/>
                <a:gd name="csY3" fmla="*/ 9491 h 9520"/>
                <a:gd name="csX4" fmla="*/ 8609 w 9520"/>
                <a:gd name="csY4" fmla="*/ 833 h 9520"/>
              </a:gdLst>
              <a:ahLst/>
              <a:cxnLst>
                <a:cxn ang="0">
                  <a:pos x="csX0" y="csY0"/>
                </a:cxn>
                <a:cxn ang="0">
                  <a:pos x="csX1" y="csY1"/>
                </a:cxn>
                <a:cxn ang="0">
                  <a:pos x="csX2" y="csY2"/>
                </a:cxn>
                <a:cxn ang="0">
                  <a:pos x="csX3" y="csY3"/>
                </a:cxn>
                <a:cxn ang="0">
                  <a:pos x="csX4" y="csY4"/>
                </a:cxn>
              </a:cxnLst>
              <a:rect l="l" t="t" r="r" b="b"/>
              <a:pathLst>
                <a:path w="9520" h="9520">
                  <a:moveTo>
                    <a:pt x="8609" y="833"/>
                  </a:moveTo>
                  <a:cubicBezTo>
                    <a:pt x="9685" y="1547"/>
                    <a:pt x="9685" y="2995"/>
                    <a:pt x="9152" y="4433"/>
                  </a:cubicBezTo>
                  <a:lnTo>
                    <a:pt x="9152" y="4433"/>
                  </a:lnTo>
                  <a:cubicBezTo>
                    <a:pt x="7542" y="7329"/>
                    <a:pt x="2170" y="8767"/>
                    <a:pt x="18" y="9491"/>
                  </a:cubicBezTo>
                  <a:cubicBezTo>
                    <a:pt x="-516" y="5881"/>
                    <a:pt x="4857" y="-2777"/>
                    <a:pt x="8609" y="833"/>
                  </a:cubicBezTo>
                </a:path>
              </a:pathLst>
            </a:custGeom>
            <a:solidFill>
              <a:srgbClr val="F9DFDF"/>
            </a:solidFill>
            <a:ln w="9525" cap="flat">
              <a:noFill/>
              <a:prstDash val="solid"/>
              <a:round/>
            </a:ln>
          </p:spPr>
          <p:txBody>
            <a:bodyPr/>
            <a:lstStyle/>
            <a:p>
              <a:endParaRPr lang="zh-CN" altLang="en-US" sz="2190"/>
            </a:p>
          </p:txBody>
        </p:sp>
        <p:sp>
          <p:nvSpPr>
            <p:cNvPr id="372" name="任意多边形: 形状 371"/>
            <p:cNvSpPr/>
            <p:nvPr/>
          </p:nvSpPr>
          <p:spPr>
            <a:xfrm>
              <a:off x="5410662" y="24452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73" name="任意多边形: 形状 372"/>
            <p:cNvSpPr/>
            <p:nvPr/>
          </p:nvSpPr>
          <p:spPr>
            <a:xfrm>
              <a:off x="5420189" y="2454795"/>
              <a:ext cx="38094" cy="38099"/>
            </a:xfrm>
            <a:custGeom>
              <a:avLst/>
              <a:gdLst>
                <a:gd name="csX0" fmla="*/ 37993 w 38094"/>
                <a:gd name="csY0" fmla="*/ 22231 h 38099"/>
                <a:gd name="csX1" fmla="*/ 17390 w 38094"/>
                <a:gd name="csY1" fmla="*/ 37862 h 38099"/>
                <a:gd name="csX2" fmla="*/ 64 w 38094"/>
                <a:gd name="csY2" fmla="*/ 15907 h 38099"/>
                <a:gd name="csX3" fmla="*/ 20667 w 38094"/>
                <a:gd name="csY3" fmla="*/ 267 h 38099"/>
                <a:gd name="csX4" fmla="*/ 37993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3" y="22231"/>
                  </a:moveTo>
                  <a:cubicBezTo>
                    <a:pt x="37012" y="32651"/>
                    <a:pt x="27858" y="39357"/>
                    <a:pt x="17390" y="37862"/>
                  </a:cubicBezTo>
                  <a:cubicBezTo>
                    <a:pt x="6931" y="36004"/>
                    <a:pt x="-917" y="26327"/>
                    <a:pt x="64" y="15907"/>
                  </a:cubicBezTo>
                  <a:cubicBezTo>
                    <a:pt x="1045" y="5477"/>
                    <a:pt x="10199" y="-1591"/>
                    <a:pt x="20667" y="267"/>
                  </a:cubicBezTo>
                  <a:cubicBezTo>
                    <a:pt x="31125" y="2133"/>
                    <a:pt x="38974" y="11811"/>
                    <a:pt x="37993" y="22231"/>
                  </a:cubicBezTo>
                </a:path>
              </a:pathLst>
            </a:custGeom>
            <a:solidFill>
              <a:srgbClr val="E58E8E"/>
            </a:solidFill>
            <a:ln w="9525" cap="flat">
              <a:noFill/>
              <a:prstDash val="solid"/>
              <a:round/>
            </a:ln>
          </p:spPr>
          <p:txBody>
            <a:bodyPr/>
            <a:lstStyle/>
            <a:p>
              <a:endParaRPr lang="zh-CN" altLang="en-US" sz="2190"/>
            </a:p>
          </p:txBody>
        </p:sp>
        <p:sp>
          <p:nvSpPr>
            <p:cNvPr id="374" name="任意多边形: 形状 373"/>
            <p:cNvSpPr/>
            <p:nvPr/>
          </p:nvSpPr>
          <p:spPr>
            <a:xfrm>
              <a:off x="5429712" y="2464322"/>
              <a:ext cx="19051" cy="19048"/>
            </a:xfrm>
            <a:custGeom>
              <a:avLst/>
              <a:gdLst>
                <a:gd name="csX0" fmla="*/ 18964 w 19051"/>
                <a:gd name="csY0" fmla="*/ 10999 h 19048"/>
                <a:gd name="csX1" fmla="*/ 8677 w 19051"/>
                <a:gd name="csY1" fmla="*/ 18915 h 19048"/>
                <a:gd name="csX2" fmla="*/ 0 w 19051"/>
                <a:gd name="csY2" fmla="*/ 7989 h 19048"/>
                <a:gd name="csX3" fmla="*/ 10287 w 19051"/>
                <a:gd name="csY3" fmla="*/ 74 h 19048"/>
                <a:gd name="csX4" fmla="*/ 18964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8964" y="10999"/>
                  </a:moveTo>
                  <a:cubicBezTo>
                    <a:pt x="18640" y="16276"/>
                    <a:pt x="13821" y="19667"/>
                    <a:pt x="8677" y="18915"/>
                  </a:cubicBezTo>
                  <a:cubicBezTo>
                    <a:pt x="3533" y="18162"/>
                    <a:pt x="-324" y="12885"/>
                    <a:pt x="0" y="7989"/>
                  </a:cubicBezTo>
                  <a:cubicBezTo>
                    <a:pt x="324" y="2713"/>
                    <a:pt x="4819" y="-678"/>
                    <a:pt x="10287" y="74"/>
                  </a:cubicBezTo>
                  <a:cubicBezTo>
                    <a:pt x="15745" y="827"/>
                    <a:pt x="19602" y="5723"/>
                    <a:pt x="18964" y="10999"/>
                  </a:cubicBezTo>
                </a:path>
              </a:pathLst>
            </a:custGeom>
            <a:solidFill>
              <a:srgbClr val="E16262"/>
            </a:solidFill>
            <a:ln w="9525" cap="flat">
              <a:noFill/>
              <a:prstDash val="solid"/>
              <a:round/>
            </a:ln>
          </p:spPr>
          <p:txBody>
            <a:bodyPr/>
            <a:lstStyle/>
            <a:p>
              <a:endParaRPr lang="zh-CN" altLang="en-US" sz="2190"/>
            </a:p>
          </p:txBody>
        </p:sp>
        <p:sp>
          <p:nvSpPr>
            <p:cNvPr id="375" name="任意多边形: 形状 374"/>
            <p:cNvSpPr/>
            <p:nvPr/>
          </p:nvSpPr>
          <p:spPr>
            <a:xfrm>
              <a:off x="5420184" y="2464326"/>
              <a:ext cx="9524" cy="9520"/>
            </a:xfrm>
            <a:custGeom>
              <a:avLst/>
              <a:gdLst>
                <a:gd name="csX0" fmla="*/ 8613 w 9524"/>
                <a:gd name="csY0" fmla="*/ 623 h 9520"/>
                <a:gd name="csX1" fmla="*/ 9156 w 9524"/>
                <a:gd name="csY1" fmla="*/ 4652 h 9520"/>
                <a:gd name="csX2" fmla="*/ 22 w 9524"/>
                <a:gd name="csY2" fmla="*/ 9490 h 9520"/>
                <a:gd name="csX3" fmla="*/ 8613 w 9524"/>
                <a:gd name="csY3" fmla="*/ 623 h 9520"/>
              </a:gdLst>
              <a:ahLst/>
              <a:cxnLst>
                <a:cxn ang="0">
                  <a:pos x="csX0" y="csY0"/>
                </a:cxn>
                <a:cxn ang="0">
                  <a:pos x="csX1" y="csY1"/>
                </a:cxn>
                <a:cxn ang="0">
                  <a:pos x="csX2" y="csY2"/>
                </a:cxn>
                <a:cxn ang="0">
                  <a:pos x="csX3" y="csY3"/>
                </a:cxn>
              </a:cxnLst>
              <a:rect l="l" t="t" r="r" b="b"/>
              <a:pathLst>
                <a:path w="9524" h="9520">
                  <a:moveTo>
                    <a:pt x="8613" y="623"/>
                  </a:moveTo>
                  <a:cubicBezTo>
                    <a:pt x="9689" y="1423"/>
                    <a:pt x="9689" y="3042"/>
                    <a:pt x="9156" y="4652"/>
                  </a:cubicBezTo>
                  <a:cubicBezTo>
                    <a:pt x="7546" y="7881"/>
                    <a:pt x="2174" y="9490"/>
                    <a:pt x="22" y="9490"/>
                  </a:cubicBezTo>
                  <a:cubicBezTo>
                    <a:pt x="-512" y="7071"/>
                    <a:pt x="4317" y="-2606"/>
                    <a:pt x="8613" y="623"/>
                  </a:cubicBezTo>
                </a:path>
              </a:pathLst>
            </a:custGeom>
            <a:solidFill>
              <a:srgbClr val="F9DFDF"/>
            </a:solidFill>
            <a:ln w="9525" cap="flat">
              <a:noFill/>
              <a:prstDash val="solid"/>
              <a:round/>
            </a:ln>
          </p:spPr>
          <p:txBody>
            <a:bodyPr/>
            <a:lstStyle/>
            <a:p>
              <a:endParaRPr lang="zh-CN" altLang="en-US" sz="2190"/>
            </a:p>
          </p:txBody>
        </p:sp>
        <p:sp>
          <p:nvSpPr>
            <p:cNvPr id="376" name="任意多边形: 形状 375"/>
            <p:cNvSpPr/>
            <p:nvPr/>
          </p:nvSpPr>
          <p:spPr>
            <a:xfrm>
              <a:off x="5429712" y="24547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8542"/>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77" name="任意多边形: 形状 376"/>
            <p:cNvSpPr/>
            <p:nvPr/>
          </p:nvSpPr>
          <p:spPr>
            <a:xfrm>
              <a:off x="542018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78" name="任意多边形: 形状 377"/>
            <p:cNvSpPr/>
            <p:nvPr/>
          </p:nvSpPr>
          <p:spPr>
            <a:xfrm>
              <a:off x="5429716"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79" name="任意多边形: 形状 378"/>
            <p:cNvSpPr/>
            <p:nvPr/>
          </p:nvSpPr>
          <p:spPr>
            <a:xfrm>
              <a:off x="5429709" y="2492900"/>
              <a:ext cx="9525" cy="9521"/>
            </a:xfrm>
            <a:custGeom>
              <a:avLst/>
              <a:gdLst>
                <a:gd name="csX0" fmla="*/ 8622 w 9525"/>
                <a:gd name="csY0" fmla="*/ 661 h 9521"/>
                <a:gd name="csX1" fmla="*/ 9156 w 9525"/>
                <a:gd name="csY1" fmla="*/ 4671 h 9521"/>
                <a:gd name="csX2" fmla="*/ 9156 w 9525"/>
                <a:gd name="csY2" fmla="*/ 4671 h 9521"/>
                <a:gd name="csX3" fmla="*/ 22 w 9525"/>
                <a:gd name="csY3" fmla="*/ 9491 h 9521"/>
                <a:gd name="csX4" fmla="*/ 8622 w 9525"/>
                <a:gd name="csY4" fmla="*/ 661 h 9521"/>
              </a:gdLst>
              <a:ahLst/>
              <a:cxnLst>
                <a:cxn ang="0">
                  <a:pos x="csX0" y="csY0"/>
                </a:cxn>
                <a:cxn ang="0">
                  <a:pos x="csX1" y="csY1"/>
                </a:cxn>
                <a:cxn ang="0">
                  <a:pos x="csX2" y="csY2"/>
                </a:cxn>
                <a:cxn ang="0">
                  <a:pos x="csX3" y="csY3"/>
                </a:cxn>
                <a:cxn ang="0">
                  <a:pos x="csX4" y="csY4"/>
                </a:cxn>
              </a:cxnLst>
              <a:rect l="l" t="t" r="r" b="b"/>
              <a:pathLst>
                <a:path w="9525" h="9521">
                  <a:moveTo>
                    <a:pt x="8622" y="661"/>
                  </a:moveTo>
                  <a:cubicBezTo>
                    <a:pt x="9689" y="1462"/>
                    <a:pt x="9689" y="3071"/>
                    <a:pt x="9156" y="4671"/>
                  </a:cubicBezTo>
                  <a:lnTo>
                    <a:pt x="9156" y="4671"/>
                  </a:lnTo>
                  <a:cubicBezTo>
                    <a:pt x="7546" y="7881"/>
                    <a:pt x="2174" y="9491"/>
                    <a:pt x="22" y="9491"/>
                  </a:cubicBezTo>
                  <a:cubicBezTo>
                    <a:pt x="-512" y="6281"/>
                    <a:pt x="4317" y="-2549"/>
                    <a:pt x="8622" y="661"/>
                  </a:cubicBezTo>
                </a:path>
              </a:pathLst>
            </a:custGeom>
            <a:solidFill>
              <a:srgbClr val="F9DFDF"/>
            </a:solidFill>
            <a:ln w="9525" cap="flat">
              <a:noFill/>
              <a:prstDash val="solid"/>
              <a:round/>
            </a:ln>
          </p:spPr>
          <p:txBody>
            <a:bodyPr/>
            <a:lstStyle/>
            <a:p>
              <a:endParaRPr lang="zh-CN" altLang="en-US" sz="2190"/>
            </a:p>
          </p:txBody>
        </p:sp>
        <p:sp>
          <p:nvSpPr>
            <p:cNvPr id="380" name="任意多边形: 形状 379"/>
            <p:cNvSpPr/>
            <p:nvPr/>
          </p:nvSpPr>
          <p:spPr>
            <a:xfrm>
              <a:off x="5429712"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381" name="任意多边形: 形状 380"/>
            <p:cNvSpPr/>
            <p:nvPr/>
          </p:nvSpPr>
          <p:spPr>
            <a:xfrm>
              <a:off x="5477339"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382" name="任意多边形: 形状 381"/>
            <p:cNvSpPr/>
            <p:nvPr/>
          </p:nvSpPr>
          <p:spPr>
            <a:xfrm>
              <a:off x="5486866"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83" name="任意多边形: 形状 382"/>
            <p:cNvSpPr/>
            <p:nvPr/>
          </p:nvSpPr>
          <p:spPr>
            <a:xfrm>
              <a:off x="5486862" y="2473849"/>
              <a:ext cx="9529" cy="9522"/>
            </a:xfrm>
            <a:custGeom>
              <a:avLst/>
              <a:gdLst>
                <a:gd name="csX0" fmla="*/ 8620 w 9529"/>
                <a:gd name="csY0" fmla="*/ 606 h 9522"/>
                <a:gd name="csX1" fmla="*/ 9153 w 9529"/>
                <a:gd name="csY1" fmla="*/ 4311 h 9522"/>
                <a:gd name="csX2" fmla="*/ 19 w 9529"/>
                <a:gd name="csY2" fmla="*/ 9493 h 9522"/>
                <a:gd name="csX3" fmla="*/ 8620 w 9529"/>
                <a:gd name="csY3" fmla="*/ 606 h 9522"/>
              </a:gdLst>
              <a:ahLst/>
              <a:cxnLst>
                <a:cxn ang="0">
                  <a:pos x="csX0" y="csY0"/>
                </a:cxn>
                <a:cxn ang="0">
                  <a:pos x="csX1" y="csY1"/>
                </a:cxn>
                <a:cxn ang="0">
                  <a:pos x="csX2" y="csY2"/>
                </a:cxn>
                <a:cxn ang="0">
                  <a:pos x="csX3" y="csY3"/>
                </a:cxn>
              </a:cxnLst>
              <a:rect l="l" t="t" r="r" b="b"/>
              <a:pathLst>
                <a:path w="9529" h="9522">
                  <a:moveTo>
                    <a:pt x="8620" y="606"/>
                  </a:moveTo>
                  <a:cubicBezTo>
                    <a:pt x="9696" y="1349"/>
                    <a:pt x="9696" y="2825"/>
                    <a:pt x="9153" y="4311"/>
                  </a:cubicBezTo>
                  <a:cubicBezTo>
                    <a:pt x="7544" y="7273"/>
                    <a:pt x="2171" y="8750"/>
                    <a:pt x="19" y="9493"/>
                  </a:cubicBezTo>
                  <a:cubicBezTo>
                    <a:pt x="-524" y="5787"/>
                    <a:pt x="4858" y="-2356"/>
                    <a:pt x="8620" y="606"/>
                  </a:cubicBezTo>
                </a:path>
              </a:pathLst>
            </a:custGeom>
            <a:solidFill>
              <a:srgbClr val="F9DFDF"/>
            </a:solidFill>
            <a:ln w="9525" cap="flat">
              <a:noFill/>
              <a:prstDash val="solid"/>
              <a:round/>
            </a:ln>
          </p:spPr>
          <p:txBody>
            <a:bodyPr/>
            <a:lstStyle/>
            <a:p>
              <a:endParaRPr lang="zh-CN" altLang="en-US" sz="2190"/>
            </a:p>
          </p:txBody>
        </p:sp>
        <p:sp>
          <p:nvSpPr>
            <p:cNvPr id="384" name="任意多边形: 形状 383"/>
            <p:cNvSpPr/>
            <p:nvPr/>
          </p:nvSpPr>
          <p:spPr>
            <a:xfrm>
              <a:off x="5486862" y="24738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85" name="任意多边形: 形状 384"/>
            <p:cNvSpPr/>
            <p:nvPr/>
          </p:nvSpPr>
          <p:spPr>
            <a:xfrm>
              <a:off x="5439239" y="244526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386" name="任意多边形: 形状 385"/>
            <p:cNvSpPr/>
            <p:nvPr/>
          </p:nvSpPr>
          <p:spPr>
            <a:xfrm>
              <a:off x="5448766" y="2454799"/>
              <a:ext cx="19046" cy="19044"/>
            </a:xfrm>
            <a:custGeom>
              <a:avLst/>
              <a:gdLst>
                <a:gd name="csX0" fmla="*/ 19008 w 19046"/>
                <a:gd name="csY0" fmla="*/ 10940 h 19044"/>
                <a:gd name="csX1" fmla="*/ 8549 w 19046"/>
                <a:gd name="csY1" fmla="*/ 18922 h 19044"/>
                <a:gd name="csX2" fmla="*/ 53 w 19046"/>
                <a:gd name="csY2" fmla="*/ 8044 h 19044"/>
                <a:gd name="csX3" fmla="*/ 10512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87" name="任意多边形: 形状 386"/>
            <p:cNvSpPr/>
            <p:nvPr/>
          </p:nvSpPr>
          <p:spPr>
            <a:xfrm>
              <a:off x="5448759" y="2454799"/>
              <a:ext cx="9524" cy="9522"/>
            </a:xfrm>
            <a:custGeom>
              <a:avLst/>
              <a:gdLst>
                <a:gd name="csX0" fmla="*/ 8613 w 9524"/>
                <a:gd name="csY0" fmla="*/ 606 h 9522"/>
                <a:gd name="csX1" fmla="*/ 9156 w 9524"/>
                <a:gd name="csY1" fmla="*/ 4311 h 9522"/>
                <a:gd name="csX2" fmla="*/ 22 w 9524"/>
                <a:gd name="csY2" fmla="*/ 9493 h 9522"/>
                <a:gd name="csX3" fmla="*/ 8613 w 9524"/>
                <a:gd name="csY3" fmla="*/ 606 h 9522"/>
              </a:gdLst>
              <a:ahLst/>
              <a:cxnLst>
                <a:cxn ang="0">
                  <a:pos x="csX0" y="csY0"/>
                </a:cxn>
                <a:cxn ang="0">
                  <a:pos x="csX1" y="csY1"/>
                </a:cxn>
                <a:cxn ang="0">
                  <a:pos x="csX2" y="csY2"/>
                </a:cxn>
                <a:cxn ang="0">
                  <a:pos x="csX3" y="csY3"/>
                </a:cxn>
              </a:cxnLst>
              <a:rect l="l" t="t" r="r" b="b"/>
              <a:pathLst>
                <a:path w="9524" h="9522">
                  <a:moveTo>
                    <a:pt x="8613" y="606"/>
                  </a:moveTo>
                  <a:cubicBezTo>
                    <a:pt x="9689" y="1349"/>
                    <a:pt x="9689" y="2825"/>
                    <a:pt x="9156" y="4311"/>
                  </a:cubicBezTo>
                  <a:cubicBezTo>
                    <a:pt x="7546" y="7273"/>
                    <a:pt x="2174" y="8750"/>
                    <a:pt x="22" y="9493"/>
                  </a:cubicBezTo>
                  <a:cubicBezTo>
                    <a:pt x="-512" y="5787"/>
                    <a:pt x="4317" y="-2356"/>
                    <a:pt x="8613" y="606"/>
                  </a:cubicBezTo>
                </a:path>
              </a:pathLst>
            </a:custGeom>
            <a:solidFill>
              <a:srgbClr val="F9DFDF"/>
            </a:solidFill>
            <a:ln w="9525" cap="flat">
              <a:noFill/>
              <a:prstDash val="solid"/>
              <a:round/>
            </a:ln>
          </p:spPr>
          <p:txBody>
            <a:bodyPr/>
            <a:lstStyle/>
            <a:p>
              <a:endParaRPr lang="zh-CN" altLang="en-US" sz="2190"/>
            </a:p>
          </p:txBody>
        </p:sp>
        <p:sp>
          <p:nvSpPr>
            <p:cNvPr id="388" name="任意多边形: 形状 387"/>
            <p:cNvSpPr/>
            <p:nvPr/>
          </p:nvSpPr>
          <p:spPr>
            <a:xfrm>
              <a:off x="5448762" y="24547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389" name="任意多边形: 形状 388"/>
            <p:cNvSpPr/>
            <p:nvPr/>
          </p:nvSpPr>
          <p:spPr>
            <a:xfrm>
              <a:off x="5467814" y="250241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90" name="任意多边形: 形状 389"/>
            <p:cNvSpPr/>
            <p:nvPr/>
          </p:nvSpPr>
          <p:spPr>
            <a:xfrm>
              <a:off x="5477341" y="2511949"/>
              <a:ext cx="19049" cy="19043"/>
            </a:xfrm>
            <a:custGeom>
              <a:avLst/>
              <a:gdLst>
                <a:gd name="csX0" fmla="*/ 18960 w 19049"/>
                <a:gd name="csY0" fmla="*/ 10940 h 19043"/>
                <a:gd name="csX1" fmla="*/ 8521 w 19049"/>
                <a:gd name="csY1" fmla="*/ 18922 h 19043"/>
                <a:gd name="csX2" fmla="*/ 53 w 19049"/>
                <a:gd name="csY2" fmla="*/ 8044 h 19043"/>
                <a:gd name="csX3" fmla="*/ 10483 w 19049"/>
                <a:gd name="csY3" fmla="*/ 62 h 19043"/>
                <a:gd name="csX4" fmla="*/ 18960 w 19049"/>
                <a:gd name="csY4" fmla="*/ 10940 h 19043"/>
              </a:gdLst>
              <a:ahLst/>
              <a:cxnLst>
                <a:cxn ang="0">
                  <a:pos x="csX0" y="csY0"/>
                </a:cxn>
                <a:cxn ang="0">
                  <a:pos x="csX1" y="csY1"/>
                </a:cxn>
                <a:cxn ang="0">
                  <a:pos x="csX2" y="csY2"/>
                </a:cxn>
                <a:cxn ang="0">
                  <a:pos x="csX3" y="csY3"/>
                </a:cxn>
                <a:cxn ang="0">
                  <a:pos x="csX4" y="csY4"/>
                </a:cxn>
              </a:cxnLst>
              <a:rect l="l" t="t" r="r" b="b"/>
              <a:pathLst>
                <a:path w="19049" h="19043">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91" name="任意多边形: 形状 390"/>
            <p:cNvSpPr/>
            <p:nvPr/>
          </p:nvSpPr>
          <p:spPr>
            <a:xfrm>
              <a:off x="5477338" y="2511947"/>
              <a:ext cx="9528" cy="9524"/>
            </a:xfrm>
            <a:custGeom>
              <a:avLst/>
              <a:gdLst>
                <a:gd name="csX0" fmla="*/ 8619 w 9528"/>
                <a:gd name="csY0" fmla="*/ 836 h 9524"/>
                <a:gd name="csX1" fmla="*/ 9152 w 9528"/>
                <a:gd name="csY1" fmla="*/ 4446 h 9524"/>
                <a:gd name="csX2" fmla="*/ 18 w 9528"/>
                <a:gd name="csY2" fmla="*/ 9494 h 9524"/>
                <a:gd name="csX3" fmla="*/ 8619 w 9528"/>
                <a:gd name="csY3" fmla="*/ 836 h 9524"/>
              </a:gdLst>
              <a:ahLst/>
              <a:cxnLst>
                <a:cxn ang="0">
                  <a:pos x="csX0" y="csY0"/>
                </a:cxn>
                <a:cxn ang="0">
                  <a:pos x="csX1" y="csY1"/>
                </a:cxn>
                <a:cxn ang="0">
                  <a:pos x="csX2" y="csY2"/>
                </a:cxn>
                <a:cxn ang="0">
                  <a:pos x="csX3" y="csY3"/>
                </a:cxn>
              </a:cxnLst>
              <a:rect l="l" t="t" r="r" b="b"/>
              <a:pathLst>
                <a:path w="9528" h="9524">
                  <a:moveTo>
                    <a:pt x="8619" y="836"/>
                  </a:moveTo>
                  <a:cubicBezTo>
                    <a:pt x="9695" y="1550"/>
                    <a:pt x="9695" y="2998"/>
                    <a:pt x="9152" y="4446"/>
                  </a:cubicBezTo>
                  <a:cubicBezTo>
                    <a:pt x="7542" y="7332"/>
                    <a:pt x="2170" y="8770"/>
                    <a:pt x="18" y="9494"/>
                  </a:cubicBezTo>
                  <a:cubicBezTo>
                    <a:pt x="-516" y="5884"/>
                    <a:pt x="4857" y="-2783"/>
                    <a:pt x="8619" y="836"/>
                  </a:cubicBezTo>
                </a:path>
              </a:pathLst>
            </a:custGeom>
            <a:solidFill>
              <a:srgbClr val="F9DFDF"/>
            </a:solidFill>
            <a:ln w="9525" cap="flat">
              <a:noFill/>
              <a:prstDash val="solid"/>
              <a:round/>
            </a:ln>
          </p:spPr>
          <p:txBody>
            <a:bodyPr/>
            <a:lstStyle/>
            <a:p>
              <a:endParaRPr lang="zh-CN" altLang="en-US" sz="2190"/>
            </a:p>
          </p:txBody>
        </p:sp>
        <p:sp>
          <p:nvSpPr>
            <p:cNvPr id="392" name="任意多边形: 形状 391"/>
            <p:cNvSpPr/>
            <p:nvPr/>
          </p:nvSpPr>
          <p:spPr>
            <a:xfrm>
              <a:off x="5477337" y="251194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93" name="任意多边形: 形状 392"/>
            <p:cNvSpPr/>
            <p:nvPr/>
          </p:nvSpPr>
          <p:spPr>
            <a:xfrm>
              <a:off x="5410664" y="2511942"/>
              <a:ext cx="38098" cy="38108"/>
            </a:xfrm>
            <a:custGeom>
              <a:avLst/>
              <a:gdLst>
                <a:gd name="csX0" fmla="*/ 38040 w 38098"/>
                <a:gd name="csY0" fmla="*/ 22120 h 38108"/>
                <a:gd name="csX1" fmla="*/ 17409 w 38098"/>
                <a:gd name="csY1" fmla="*/ 37788 h 38108"/>
                <a:gd name="csX2" fmla="*/ 64 w 38098"/>
                <a:gd name="csY2" fmla="*/ 15928 h 38108"/>
                <a:gd name="csX3" fmla="*/ 20686 w 38098"/>
                <a:gd name="csY3" fmla="*/ 260 h 38108"/>
                <a:gd name="csX4" fmla="*/ 38040 w 38098"/>
                <a:gd name="csY4" fmla="*/ 22120 h 38108"/>
              </a:gdLst>
              <a:ahLst/>
              <a:cxnLst>
                <a:cxn ang="0">
                  <a:pos x="csX0" y="csY0"/>
                </a:cxn>
                <a:cxn ang="0">
                  <a:pos x="csX1" y="csY1"/>
                </a:cxn>
                <a:cxn ang="0">
                  <a:pos x="csX2" y="csY2"/>
                </a:cxn>
                <a:cxn ang="0">
                  <a:pos x="csX3" y="csY3"/>
                </a:cxn>
                <a:cxn ang="0">
                  <a:pos x="csX4" y="csY4"/>
                </a:cxn>
              </a:cxnLst>
              <a:rect l="l" t="t" r="r" b="b"/>
              <a:pathLst>
                <a:path w="38098" h="38108">
                  <a:moveTo>
                    <a:pt x="38040" y="22120"/>
                  </a:moveTo>
                  <a:cubicBezTo>
                    <a:pt x="37059" y="32683"/>
                    <a:pt x="27886" y="39608"/>
                    <a:pt x="17409" y="37788"/>
                  </a:cubicBezTo>
                  <a:cubicBezTo>
                    <a:pt x="6941" y="35960"/>
                    <a:pt x="-917" y="26130"/>
                    <a:pt x="64" y="15928"/>
                  </a:cubicBezTo>
                  <a:cubicBezTo>
                    <a:pt x="1045" y="5365"/>
                    <a:pt x="10208" y="-1559"/>
                    <a:pt x="20686" y="260"/>
                  </a:cubicBezTo>
                  <a:cubicBezTo>
                    <a:pt x="31163" y="2089"/>
                    <a:pt x="38697" y="11918"/>
                    <a:pt x="38040" y="22120"/>
                  </a:cubicBezTo>
                </a:path>
              </a:pathLst>
            </a:custGeom>
            <a:solidFill>
              <a:srgbClr val="E58E8E"/>
            </a:solidFill>
            <a:ln w="9525" cap="flat">
              <a:noFill/>
              <a:prstDash val="solid"/>
              <a:round/>
            </a:ln>
          </p:spPr>
          <p:txBody>
            <a:bodyPr/>
            <a:lstStyle/>
            <a:p>
              <a:endParaRPr lang="zh-CN" altLang="en-US" sz="2190"/>
            </a:p>
          </p:txBody>
        </p:sp>
        <p:sp>
          <p:nvSpPr>
            <p:cNvPr id="394" name="任意多边形: 形状 393"/>
            <p:cNvSpPr/>
            <p:nvPr/>
          </p:nvSpPr>
          <p:spPr>
            <a:xfrm>
              <a:off x="54201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1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95" name="任意多边形: 形状 394"/>
            <p:cNvSpPr/>
            <p:nvPr/>
          </p:nvSpPr>
          <p:spPr>
            <a:xfrm>
              <a:off x="5410662" y="2521474"/>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96" name="任意多边形: 形状 395"/>
            <p:cNvSpPr/>
            <p:nvPr/>
          </p:nvSpPr>
          <p:spPr>
            <a:xfrm>
              <a:off x="5420187" y="2521472"/>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4"/>
                    <a:pt x="6792" y="10181"/>
                    <a:pt x="4239" y="9257"/>
                  </a:cubicBezTo>
                  <a:cubicBezTo>
                    <a:pt x="1686" y="9257"/>
                    <a:pt x="-19" y="6466"/>
                    <a:pt x="-19" y="3685"/>
                  </a:cubicBezTo>
                  <a:cubicBezTo>
                    <a:pt x="-19" y="903"/>
                    <a:pt x="2534" y="-30"/>
                    <a:pt x="5087" y="-30"/>
                  </a:cubicBezTo>
                  <a:cubicBezTo>
                    <a:pt x="7639" y="-30"/>
                    <a:pt x="10192" y="2761"/>
                    <a:pt x="9344" y="5542"/>
                  </a:cubicBezTo>
                </a:path>
              </a:pathLst>
            </a:custGeom>
            <a:solidFill>
              <a:srgbClr val="F9DFDF"/>
            </a:solidFill>
            <a:ln w="9525" cap="flat">
              <a:noFill/>
              <a:prstDash val="solid"/>
              <a:round/>
            </a:ln>
          </p:spPr>
          <p:txBody>
            <a:bodyPr/>
            <a:lstStyle/>
            <a:p>
              <a:endParaRPr lang="zh-CN" altLang="en-US" sz="2190"/>
            </a:p>
          </p:txBody>
        </p:sp>
        <p:sp>
          <p:nvSpPr>
            <p:cNvPr id="397" name="任意多边形: 形状 396"/>
            <p:cNvSpPr/>
            <p:nvPr/>
          </p:nvSpPr>
          <p:spPr>
            <a:xfrm>
              <a:off x="5458287" y="2435742"/>
              <a:ext cx="47623" cy="38108"/>
            </a:xfrm>
            <a:custGeom>
              <a:avLst/>
              <a:gdLst>
                <a:gd name="csX0" fmla="*/ 47501 w 47623"/>
                <a:gd name="csY0" fmla="*/ 22120 h 38108"/>
                <a:gd name="csX1" fmla="*/ 2175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98" name="任意多边形: 形状 397"/>
            <p:cNvSpPr/>
            <p:nvPr/>
          </p:nvSpPr>
          <p:spPr>
            <a:xfrm>
              <a:off x="5467816" y="24452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99" name="任意多边形: 形状 398"/>
            <p:cNvSpPr/>
            <p:nvPr/>
          </p:nvSpPr>
          <p:spPr>
            <a:xfrm>
              <a:off x="5467812" y="2435749"/>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400" name="任意多边形: 形状 399"/>
            <p:cNvSpPr/>
            <p:nvPr/>
          </p:nvSpPr>
          <p:spPr>
            <a:xfrm>
              <a:off x="5467812" y="24357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401" name="任意多边形: 形状 400"/>
            <p:cNvSpPr/>
            <p:nvPr/>
          </p:nvSpPr>
          <p:spPr>
            <a:xfrm>
              <a:off x="5467812" y="2445267"/>
              <a:ext cx="47626" cy="38108"/>
            </a:xfrm>
            <a:custGeom>
              <a:avLst/>
              <a:gdLst>
                <a:gd name="csX0" fmla="*/ 47557 w 47626"/>
                <a:gd name="csY0" fmla="*/ 22120 h 38108"/>
                <a:gd name="csX1" fmla="*/ 21774 w 47626"/>
                <a:gd name="csY1" fmla="*/ 37788 h 38108"/>
                <a:gd name="csX2" fmla="*/ 85 w 47626"/>
                <a:gd name="csY2" fmla="*/ 15929 h 38108"/>
                <a:gd name="csX3" fmla="*/ 25869 w 47626"/>
                <a:gd name="csY3" fmla="*/ 260 h 38108"/>
                <a:gd name="csX4" fmla="*/ 47557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57" y="22120"/>
                  </a:moveTo>
                  <a:cubicBezTo>
                    <a:pt x="46329" y="32683"/>
                    <a:pt x="34870" y="39608"/>
                    <a:pt x="21774" y="37788"/>
                  </a:cubicBezTo>
                  <a:cubicBezTo>
                    <a:pt x="8677" y="35960"/>
                    <a:pt x="-1144" y="26130"/>
                    <a:pt x="85" y="15929"/>
                  </a:cubicBezTo>
                  <a:cubicBezTo>
                    <a:pt x="1314" y="5365"/>
                    <a:pt x="12772" y="-1559"/>
                    <a:pt x="25869" y="260"/>
                  </a:cubicBezTo>
                  <a:cubicBezTo>
                    <a:pt x="38956" y="2089"/>
                    <a:pt x="48377" y="11918"/>
                    <a:pt x="47557" y="22120"/>
                  </a:cubicBezTo>
                </a:path>
              </a:pathLst>
            </a:custGeom>
            <a:solidFill>
              <a:srgbClr val="E58E8E"/>
            </a:solidFill>
            <a:ln w="9525" cap="flat">
              <a:noFill/>
              <a:prstDash val="solid"/>
              <a:round/>
            </a:ln>
          </p:spPr>
          <p:txBody>
            <a:bodyPr/>
            <a:lstStyle/>
            <a:p>
              <a:endParaRPr lang="zh-CN" altLang="en-US" sz="2190"/>
            </a:p>
          </p:txBody>
        </p:sp>
        <p:sp>
          <p:nvSpPr>
            <p:cNvPr id="402" name="任意多边形: 形状 401"/>
            <p:cNvSpPr/>
            <p:nvPr/>
          </p:nvSpPr>
          <p:spPr>
            <a:xfrm>
              <a:off x="5477341" y="2454799"/>
              <a:ext cx="19045" cy="19044"/>
            </a:xfrm>
            <a:custGeom>
              <a:avLst/>
              <a:gdLst>
                <a:gd name="csX0" fmla="*/ 19008 w 19045"/>
                <a:gd name="csY0" fmla="*/ 10940 h 19044"/>
                <a:gd name="csX1" fmla="*/ 8549 w 19045"/>
                <a:gd name="csY1" fmla="*/ 18922 h 19044"/>
                <a:gd name="csX2" fmla="*/ 53 w 19045"/>
                <a:gd name="csY2" fmla="*/ 8044 h 19044"/>
                <a:gd name="csX3" fmla="*/ 10512 w 19045"/>
                <a:gd name="csY3" fmla="*/ 62 h 19044"/>
                <a:gd name="csX4" fmla="*/ 19008 w 19045"/>
                <a:gd name="csY4" fmla="*/ 10940 h 19044"/>
              </a:gdLst>
              <a:ahLst/>
              <a:cxnLst>
                <a:cxn ang="0">
                  <a:pos x="csX0" y="csY0"/>
                </a:cxn>
                <a:cxn ang="0">
                  <a:pos x="csX1" y="csY1"/>
                </a:cxn>
                <a:cxn ang="0">
                  <a:pos x="csX2" y="csY2"/>
                </a:cxn>
                <a:cxn ang="0">
                  <a:pos x="csX3" y="csY3"/>
                </a:cxn>
                <a:cxn ang="0">
                  <a:pos x="csX4" y="csY4"/>
                </a:cxn>
              </a:cxnLst>
              <a:rect l="l" t="t" r="r" b="b"/>
              <a:pathLst>
                <a:path w="19045" h="19044">
                  <a:moveTo>
                    <a:pt x="19008" y="10940"/>
                  </a:moveTo>
                  <a:cubicBezTo>
                    <a:pt x="18684" y="16026"/>
                    <a:pt x="13778" y="19646"/>
                    <a:pt x="8549" y="18922"/>
                  </a:cubicBezTo>
                  <a:cubicBezTo>
                    <a:pt x="3320" y="18198"/>
                    <a:pt x="-604" y="13121"/>
                    <a:pt x="53" y="8044"/>
                  </a:cubicBezTo>
                  <a:cubicBezTo>
                    <a:pt x="377" y="2958"/>
                    <a:pt x="5282" y="-662"/>
                    <a:pt x="10512" y="62"/>
                  </a:cubicBezTo>
                  <a:cubicBezTo>
                    <a:pt x="1541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03" name="任意多边形: 形状 402"/>
            <p:cNvSpPr/>
            <p:nvPr/>
          </p:nvSpPr>
          <p:spPr>
            <a:xfrm>
              <a:off x="5477337" y="2454799"/>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404" name="任意多边形: 形状 403"/>
            <p:cNvSpPr/>
            <p:nvPr/>
          </p:nvSpPr>
          <p:spPr>
            <a:xfrm>
              <a:off x="5477337" y="245479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86" y="9257"/>
                    <a:pt x="-19" y="6476"/>
                    <a:pt x="-19" y="3685"/>
                  </a:cubicBezTo>
                  <a:cubicBezTo>
                    <a:pt x="-19" y="904"/>
                    <a:pt x="2534" y="-30"/>
                    <a:pt x="5087" y="-30"/>
                  </a:cubicBezTo>
                  <a:cubicBezTo>
                    <a:pt x="7639" y="904"/>
                    <a:pt x="10192" y="2761"/>
                    <a:pt x="9344" y="5542"/>
                  </a:cubicBezTo>
                </a:path>
              </a:pathLst>
            </a:custGeom>
            <a:solidFill>
              <a:srgbClr val="F9DFDF"/>
            </a:solidFill>
            <a:ln w="9525" cap="flat">
              <a:noFill/>
              <a:prstDash val="solid"/>
              <a:round/>
            </a:ln>
          </p:spPr>
          <p:txBody>
            <a:bodyPr/>
            <a:lstStyle/>
            <a:p>
              <a:endParaRPr lang="zh-CN" altLang="en-US" sz="2190"/>
            </a:p>
          </p:txBody>
        </p:sp>
        <p:sp>
          <p:nvSpPr>
            <p:cNvPr id="405" name="任意多边形: 形状 404"/>
            <p:cNvSpPr/>
            <p:nvPr/>
          </p:nvSpPr>
          <p:spPr>
            <a:xfrm>
              <a:off x="5482099" y="2535759"/>
              <a:ext cx="276225" cy="66675"/>
            </a:xfrm>
            <a:custGeom>
              <a:avLst/>
              <a:gdLst>
                <a:gd name="csX0" fmla="*/ -19 w 276225"/>
                <a:gd name="csY0" fmla="*/ 64645 h 66675"/>
                <a:gd name="csX1" fmla="*/ -19 w 276225"/>
                <a:gd name="csY1" fmla="*/ 62654 h 66675"/>
                <a:gd name="csX2" fmla="*/ -19 w 276225"/>
                <a:gd name="csY2" fmla="*/ 3161 h 66675"/>
                <a:gd name="csX3" fmla="*/ -19 w 276225"/>
                <a:gd name="csY3" fmla="*/ 770 h 66675"/>
                <a:gd name="csX4" fmla="*/ 275501 w 276225"/>
                <a:gd name="csY4" fmla="*/ -30 h 66675"/>
                <a:gd name="csX5" fmla="*/ 275854 w 276225"/>
                <a:gd name="csY5" fmla="*/ 770 h 66675"/>
                <a:gd name="csX6" fmla="*/ 276206 w 276225"/>
                <a:gd name="csY6" fmla="*/ 63454 h 66675"/>
                <a:gd name="csX7" fmla="*/ 275854 w 276225"/>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66675">
                  <a:moveTo>
                    <a:pt x="-19" y="64645"/>
                  </a:moveTo>
                  <a:lnTo>
                    <a:pt x="-19" y="62654"/>
                  </a:lnTo>
                  <a:lnTo>
                    <a:pt x="-19" y="3161"/>
                  </a:lnTo>
                  <a:lnTo>
                    <a:pt x="-19" y="770"/>
                  </a:lnTo>
                  <a:moveTo>
                    <a:pt x="275501" y="-30"/>
                  </a:moveTo>
                  <a:cubicBezTo>
                    <a:pt x="275854" y="-30"/>
                    <a:pt x="275854" y="370"/>
                    <a:pt x="275854" y="770"/>
                  </a:cubicBezTo>
                  <a:lnTo>
                    <a:pt x="276206" y="63454"/>
                  </a:lnTo>
                  <a:lnTo>
                    <a:pt x="275854" y="66645"/>
                  </a:lnTo>
                </a:path>
              </a:pathLst>
            </a:custGeom>
            <a:noFill/>
            <a:ln w="6477" cap="flat">
              <a:solidFill>
                <a:srgbClr val="040000"/>
              </a:solidFill>
              <a:prstDash val="solid"/>
              <a:round/>
            </a:ln>
          </p:spPr>
          <p:txBody>
            <a:bodyPr/>
            <a:lstStyle/>
            <a:p>
              <a:endParaRPr lang="zh-CN" altLang="en-US" sz="2190"/>
            </a:p>
          </p:txBody>
        </p:sp>
        <p:sp>
          <p:nvSpPr>
            <p:cNvPr id="406" name="任意多边形: 形状 405"/>
            <p:cNvSpPr/>
            <p:nvPr/>
          </p:nvSpPr>
          <p:spPr>
            <a:xfrm>
              <a:off x="5477335" y="2559572"/>
              <a:ext cx="276226" cy="76200"/>
            </a:xfrm>
            <a:custGeom>
              <a:avLst/>
              <a:gdLst>
                <a:gd name="csX0" fmla="*/ 169023 w 276226"/>
                <a:gd name="csY0" fmla="*/ 75332 h 76200"/>
                <a:gd name="csX1" fmla="*/ 194321 w 276226"/>
                <a:gd name="csY1" fmla="*/ 72865 h 76200"/>
                <a:gd name="csX2" fmla="*/ 275855 w 276226"/>
                <a:gd name="csY2" fmla="*/ 41175 h 76200"/>
                <a:gd name="csX3" fmla="*/ 276207 w 276226"/>
                <a:gd name="csY3" fmla="*/ 38003 h 76200"/>
                <a:gd name="csX4" fmla="*/ 138095 w 276226"/>
                <a:gd name="csY4" fmla="*/ -30 h 76200"/>
                <a:gd name="csX5" fmla="*/ -18 w 276226"/>
                <a:gd name="csY5" fmla="*/ 38003 h 76200"/>
                <a:gd name="csX6" fmla="*/ 105767 w 276226"/>
                <a:gd name="csY6" fmla="*/ 74979 h 76200"/>
                <a:gd name="csX7" fmla="*/ 138095 w 276226"/>
                <a:gd name="csY7" fmla="*/ 76037 h 76200"/>
                <a:gd name="csX8" fmla="*/ 169023 w 276226"/>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6" h="76200">
                  <a:moveTo>
                    <a:pt x="169023" y="75332"/>
                  </a:moveTo>
                  <a:cubicBezTo>
                    <a:pt x="177452" y="74627"/>
                    <a:pt x="185891" y="73922"/>
                    <a:pt x="194321" y="72865"/>
                  </a:cubicBezTo>
                  <a:cubicBezTo>
                    <a:pt x="239307" y="67226"/>
                    <a:pt x="271635" y="55253"/>
                    <a:pt x="275855" y="41175"/>
                  </a:cubicBezTo>
                  <a:lnTo>
                    <a:pt x="276207" y="38003"/>
                  </a:lnTo>
                  <a:cubicBezTo>
                    <a:pt x="276207" y="17229"/>
                    <a:pt x="214352" y="-30"/>
                    <a:pt x="138095" y="-30"/>
                  </a:cubicBezTo>
                  <a:cubicBezTo>
                    <a:pt x="72382" y="-30"/>
                    <a:pt x="-370" y="20039"/>
                    <a:pt x="-18" y="38003"/>
                  </a:cubicBezTo>
                  <a:cubicBezTo>
                    <a:pt x="-18" y="54548"/>
                    <a:pt x="62190" y="71103"/>
                    <a:pt x="105767" y="74979"/>
                  </a:cubicBezTo>
                  <a:cubicBezTo>
                    <a:pt x="119121" y="76037"/>
                    <a:pt x="130360" y="76037"/>
                    <a:pt x="138095" y="76037"/>
                  </a:cubicBezTo>
                  <a:cubicBezTo>
                    <a:pt x="148639" y="76380"/>
                    <a:pt x="159183" y="76037"/>
                    <a:pt x="169023" y="75332"/>
                  </a:cubicBezTo>
                </a:path>
              </a:pathLst>
            </a:custGeom>
            <a:solidFill>
              <a:srgbClr val="4385C6"/>
            </a:solidFill>
            <a:ln w="9525" cap="flat">
              <a:noFill/>
              <a:prstDash val="solid"/>
              <a:round/>
            </a:ln>
          </p:spPr>
          <p:txBody>
            <a:bodyPr/>
            <a:lstStyle/>
            <a:p>
              <a:endParaRPr lang="zh-CN" altLang="en-US" sz="2190"/>
            </a:p>
          </p:txBody>
        </p:sp>
        <p:sp>
          <p:nvSpPr>
            <p:cNvPr id="407" name="任意多边形: 形状 406"/>
            <p:cNvSpPr/>
            <p:nvPr/>
          </p:nvSpPr>
          <p:spPr>
            <a:xfrm>
              <a:off x="5482099" y="2507184"/>
              <a:ext cx="276225" cy="66675"/>
            </a:xfrm>
            <a:custGeom>
              <a:avLst/>
              <a:gdLst>
                <a:gd name="csX0" fmla="*/ 276206 w 276225"/>
                <a:gd name="csY0" fmla="*/ 33308 h 66675"/>
                <a:gd name="csX1" fmla="*/ 138094 w 276225"/>
                <a:gd name="csY1" fmla="*/ 66645 h 66675"/>
                <a:gd name="csX2" fmla="*/ -19 w 276225"/>
                <a:gd name="csY2" fmla="*/ 33308 h 66675"/>
                <a:gd name="csX3" fmla="*/ 138094 w 276225"/>
                <a:gd name="csY3" fmla="*/ -30 h 66675"/>
                <a:gd name="csX4" fmla="*/ 276206 w 276225"/>
                <a:gd name="csY4" fmla="*/ 33308 h 66675"/>
              </a:gdLst>
              <a:ahLst/>
              <a:cxnLst>
                <a:cxn ang="0">
                  <a:pos x="csX0" y="csY0"/>
                </a:cxn>
                <a:cxn ang="0">
                  <a:pos x="csX1" y="csY1"/>
                </a:cxn>
                <a:cxn ang="0">
                  <a:pos x="csX2" y="csY2"/>
                </a:cxn>
                <a:cxn ang="0">
                  <a:pos x="csX3" y="csY3"/>
                </a:cxn>
                <a:cxn ang="0">
                  <a:pos x="csX4" y="csY4"/>
                </a:cxn>
              </a:cxnLst>
              <a:rect l="l" t="t" r="r" b="b"/>
              <a:pathLst>
                <a:path w="276225" h="66675">
                  <a:moveTo>
                    <a:pt x="276206" y="33308"/>
                  </a:moveTo>
                  <a:cubicBezTo>
                    <a:pt x="276206" y="51719"/>
                    <a:pt x="214370" y="66645"/>
                    <a:pt x="138094" y="66645"/>
                  </a:cubicBezTo>
                  <a:cubicBezTo>
                    <a:pt x="61817" y="66645"/>
                    <a:pt x="-19" y="51719"/>
                    <a:pt x="-19" y="33308"/>
                  </a:cubicBezTo>
                  <a:cubicBezTo>
                    <a:pt x="-19" y="14896"/>
                    <a:pt x="61817" y="-30"/>
                    <a:pt x="138094" y="-30"/>
                  </a:cubicBezTo>
                  <a:cubicBezTo>
                    <a:pt x="214370" y="-30"/>
                    <a:pt x="276206" y="14896"/>
                    <a:pt x="276206" y="33308"/>
                  </a:cubicBezTo>
                  <a:close/>
                </a:path>
              </a:pathLst>
            </a:custGeom>
            <a:noFill/>
            <a:ln w="6477" cap="flat">
              <a:solidFill>
                <a:srgbClr val="040000"/>
              </a:solidFill>
              <a:prstDash val="solid"/>
              <a:round/>
            </a:ln>
          </p:spPr>
          <p:txBody>
            <a:bodyPr/>
            <a:lstStyle/>
            <a:p>
              <a:endParaRPr lang="zh-CN" altLang="en-US" sz="2190"/>
            </a:p>
          </p:txBody>
        </p:sp>
        <p:sp>
          <p:nvSpPr>
            <p:cNvPr id="408" name="任意多边形: 形状 407"/>
            <p:cNvSpPr/>
            <p:nvPr/>
          </p:nvSpPr>
          <p:spPr>
            <a:xfrm>
              <a:off x="5615449" y="259290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409" name="任意多边形: 形状 408"/>
            <p:cNvSpPr/>
            <p:nvPr/>
          </p:nvSpPr>
          <p:spPr>
            <a:xfrm>
              <a:off x="5482099" y="2592909"/>
              <a:ext cx="133350" cy="47627"/>
            </a:xfrm>
            <a:custGeom>
              <a:avLst/>
              <a:gdLst>
                <a:gd name="csX0" fmla="*/ -19 w 133350"/>
                <a:gd name="csY0" fmla="*/ -30 h 47627"/>
                <a:gd name="csX1" fmla="*/ 133331 w 133350"/>
                <a:gd name="csY1" fmla="*/ 47538 h 47627"/>
              </a:gdLst>
              <a:ahLst/>
              <a:cxnLst>
                <a:cxn ang="0">
                  <a:pos x="csX0" y="csY0"/>
                </a:cxn>
                <a:cxn ang="0">
                  <a:pos x="csX1" y="csY1"/>
                </a:cxn>
              </a:cxnLst>
              <a:rect l="l" t="t" r="r" b="b"/>
              <a:pathLst>
                <a:path w="133350" h="47627">
                  <a:moveTo>
                    <a:pt x="-19" y="-30"/>
                  </a:moveTo>
                  <a:cubicBezTo>
                    <a:pt x="17879" y="51262"/>
                    <a:pt x="101594" y="47538"/>
                    <a:pt x="133331" y="47538"/>
                  </a:cubicBezTo>
                </a:path>
              </a:pathLst>
            </a:custGeom>
            <a:noFill/>
            <a:ln w="6477" cap="flat">
              <a:solidFill>
                <a:srgbClr val="040000"/>
              </a:solidFill>
              <a:prstDash val="solid"/>
              <a:round/>
            </a:ln>
          </p:spPr>
          <p:txBody>
            <a:bodyPr/>
            <a:lstStyle/>
            <a:p>
              <a:endParaRPr lang="zh-CN" altLang="en-US" sz="2190"/>
            </a:p>
          </p:txBody>
        </p:sp>
        <p:sp>
          <p:nvSpPr>
            <p:cNvPr id="410" name="任意多边形: 形状 409"/>
            <p:cNvSpPr/>
            <p:nvPr/>
          </p:nvSpPr>
          <p:spPr>
            <a:xfrm>
              <a:off x="5486862" y="2597676"/>
              <a:ext cx="257175" cy="28570"/>
            </a:xfrm>
            <a:custGeom>
              <a:avLst/>
              <a:gdLst>
                <a:gd name="csX0" fmla="*/ 257156 w 257175"/>
                <a:gd name="csY0" fmla="*/ 937 h 28570"/>
                <a:gd name="csX1" fmla="*/ 129959 w 257175"/>
                <a:gd name="csY1" fmla="*/ 28541 h 28570"/>
                <a:gd name="csX2" fmla="*/ -19 w 257175"/>
                <a:gd name="csY2" fmla="*/ 1604 h 28570"/>
                <a:gd name="csX3" fmla="*/ 129264 w 257175"/>
                <a:gd name="csY3" fmla="*/ 24836 h 28570"/>
                <a:gd name="csX4" fmla="*/ 257156 w 257175"/>
                <a:gd name="csY4" fmla="*/ 937 h 28570"/>
              </a:gdLst>
              <a:ahLst/>
              <a:cxnLst>
                <a:cxn ang="0">
                  <a:pos x="csX0" y="csY0"/>
                </a:cxn>
                <a:cxn ang="0">
                  <a:pos x="csX1" y="csY1"/>
                </a:cxn>
                <a:cxn ang="0">
                  <a:pos x="csX2" y="csY2"/>
                </a:cxn>
                <a:cxn ang="0">
                  <a:pos x="csX3" y="csY3"/>
                </a:cxn>
                <a:cxn ang="0">
                  <a:pos x="csX4" y="csY4"/>
                </a:cxn>
              </a:cxnLst>
              <a:rect l="l" t="t" r="r" b="b"/>
              <a:pathLst>
                <a:path w="257175" h="28570">
                  <a:moveTo>
                    <a:pt x="257156" y="937"/>
                  </a:moveTo>
                  <a:cubicBezTo>
                    <a:pt x="257156" y="8005"/>
                    <a:pt x="196872" y="28541"/>
                    <a:pt x="129959" y="28541"/>
                  </a:cubicBezTo>
                  <a:cubicBezTo>
                    <a:pt x="62703" y="28541"/>
                    <a:pt x="-19" y="8338"/>
                    <a:pt x="-19" y="1604"/>
                  </a:cubicBezTo>
                  <a:cubicBezTo>
                    <a:pt x="-19" y="-5463"/>
                    <a:pt x="62360" y="24836"/>
                    <a:pt x="129264" y="24836"/>
                  </a:cubicBezTo>
                  <a:cubicBezTo>
                    <a:pt x="196177" y="24836"/>
                    <a:pt x="257156" y="-5797"/>
                    <a:pt x="257156" y="937"/>
                  </a:cubicBezTo>
                  <a:close/>
                </a:path>
              </a:pathLst>
            </a:custGeom>
            <a:solidFill>
              <a:srgbClr val="4385C6"/>
            </a:solidFill>
            <a:ln w="9525" cap="flat">
              <a:noFill/>
              <a:prstDash val="solid"/>
              <a:round/>
            </a:ln>
          </p:spPr>
          <p:txBody>
            <a:bodyPr/>
            <a:lstStyle/>
            <a:p>
              <a:endParaRPr lang="zh-CN" altLang="en-US" sz="2190"/>
            </a:p>
          </p:txBody>
        </p:sp>
        <p:sp>
          <p:nvSpPr>
            <p:cNvPr id="411" name="任意多边形: 形状 410"/>
            <p:cNvSpPr/>
            <p:nvPr/>
          </p:nvSpPr>
          <p:spPr>
            <a:xfrm>
              <a:off x="5601159" y="2578619"/>
              <a:ext cx="47629" cy="38104"/>
            </a:xfrm>
            <a:custGeom>
              <a:avLst/>
              <a:gdLst>
                <a:gd name="csX0" fmla="*/ 47599 w 47629"/>
                <a:gd name="csY0" fmla="*/ 19927 h 38104"/>
                <a:gd name="csX1" fmla="*/ 24406 w 47629"/>
                <a:gd name="csY1" fmla="*/ 38063 h 38104"/>
                <a:gd name="csX2" fmla="*/ -8 w 47629"/>
                <a:gd name="csY2" fmla="*/ 18117 h 38104"/>
                <a:gd name="csX3" fmla="*/ 23186 w 47629"/>
                <a:gd name="csY3" fmla="*/ -18 h 38104"/>
                <a:gd name="csX4" fmla="*/ 47599 w 47629"/>
                <a:gd name="csY4" fmla="*/ 19927 h 38104"/>
              </a:gdLst>
              <a:ahLst/>
              <a:cxnLst>
                <a:cxn ang="0">
                  <a:pos x="csX0" y="csY0"/>
                </a:cxn>
                <a:cxn ang="0">
                  <a:pos x="csX1" y="csY1"/>
                </a:cxn>
                <a:cxn ang="0">
                  <a:pos x="csX2" y="csY2"/>
                </a:cxn>
                <a:cxn ang="0">
                  <a:pos x="csX3" y="csY3"/>
                </a:cxn>
                <a:cxn ang="0">
                  <a:pos x="csX4" y="csY4"/>
                </a:cxn>
              </a:cxnLst>
              <a:rect l="l" t="t" r="r" b="b"/>
              <a:pathLst>
                <a:path w="47629" h="38104">
                  <a:moveTo>
                    <a:pt x="47599" y="19927"/>
                  </a:moveTo>
                  <a:cubicBezTo>
                    <a:pt x="48008" y="30443"/>
                    <a:pt x="37426" y="38425"/>
                    <a:pt x="24406" y="38063"/>
                  </a:cubicBezTo>
                  <a:cubicBezTo>
                    <a:pt x="11385" y="37701"/>
                    <a:pt x="402" y="28633"/>
                    <a:pt x="-8" y="18117"/>
                  </a:cubicBezTo>
                  <a:cubicBezTo>
                    <a:pt x="-417" y="7602"/>
                    <a:pt x="10165" y="-380"/>
                    <a:pt x="23186" y="-18"/>
                  </a:cubicBezTo>
                  <a:cubicBezTo>
                    <a:pt x="36207" y="344"/>
                    <a:pt x="47189" y="9411"/>
                    <a:pt x="47599" y="19927"/>
                  </a:cubicBezTo>
                </a:path>
              </a:pathLst>
            </a:custGeom>
            <a:solidFill>
              <a:srgbClr val="E58E8E"/>
            </a:solidFill>
            <a:ln w="9525" cap="flat">
              <a:noFill/>
              <a:prstDash val="solid"/>
              <a:round/>
            </a:ln>
          </p:spPr>
          <p:txBody>
            <a:bodyPr/>
            <a:lstStyle/>
            <a:p>
              <a:endParaRPr lang="zh-CN" altLang="en-US" sz="2190"/>
            </a:p>
          </p:txBody>
        </p:sp>
        <p:sp>
          <p:nvSpPr>
            <p:cNvPr id="412" name="任意多边形: 形状 411"/>
            <p:cNvSpPr/>
            <p:nvPr/>
          </p:nvSpPr>
          <p:spPr>
            <a:xfrm>
              <a:off x="5610687" y="2588145"/>
              <a:ext cx="19050" cy="19053"/>
            </a:xfrm>
            <a:custGeom>
              <a:avLst/>
              <a:gdLst>
                <a:gd name="csX0" fmla="*/ 19031 w 19050"/>
                <a:gd name="csY0" fmla="*/ 10029 h 19053"/>
                <a:gd name="csX1" fmla="*/ 9668 w 19050"/>
                <a:gd name="csY1" fmla="*/ 19002 h 19053"/>
                <a:gd name="csX2" fmla="*/ -19 w 19050"/>
                <a:gd name="csY2" fmla="*/ 8953 h 19053"/>
                <a:gd name="csX3" fmla="*/ 9020 w 19050"/>
                <a:gd name="csY3" fmla="*/ -10 h 19053"/>
                <a:gd name="csX4" fmla="*/ 19031 w 19050"/>
                <a:gd name="csY4" fmla="*/ 10029 h 19053"/>
              </a:gdLst>
              <a:ahLst/>
              <a:cxnLst>
                <a:cxn ang="0">
                  <a:pos x="csX0" y="csY0"/>
                </a:cxn>
                <a:cxn ang="0">
                  <a:pos x="csX1" y="csY1"/>
                </a:cxn>
                <a:cxn ang="0">
                  <a:pos x="csX2" y="csY2"/>
                </a:cxn>
                <a:cxn ang="0">
                  <a:pos x="csX3" y="csY3"/>
                </a:cxn>
                <a:cxn ang="0">
                  <a:pos x="csX4" y="csY4"/>
                </a:cxn>
              </a:cxnLst>
              <a:rect l="l" t="t" r="r" b="b"/>
              <a:pathLst>
                <a:path w="19050" h="19053">
                  <a:moveTo>
                    <a:pt x="19031" y="10029"/>
                  </a:moveTo>
                  <a:cubicBezTo>
                    <a:pt x="19031" y="15411"/>
                    <a:pt x="15154" y="19355"/>
                    <a:pt x="9668" y="19002"/>
                  </a:cubicBezTo>
                  <a:cubicBezTo>
                    <a:pt x="4505" y="18640"/>
                    <a:pt x="305" y="14335"/>
                    <a:pt x="-19" y="8953"/>
                  </a:cubicBezTo>
                  <a:cubicBezTo>
                    <a:pt x="-19" y="3933"/>
                    <a:pt x="3858" y="-362"/>
                    <a:pt x="9020" y="-10"/>
                  </a:cubicBezTo>
                  <a:cubicBezTo>
                    <a:pt x="14831" y="352"/>
                    <a:pt x="19031" y="4657"/>
                    <a:pt x="19031" y="10029"/>
                  </a:cubicBezTo>
                </a:path>
              </a:pathLst>
            </a:custGeom>
            <a:solidFill>
              <a:srgbClr val="E16262"/>
            </a:solidFill>
            <a:ln w="9525" cap="flat">
              <a:noFill/>
              <a:prstDash val="solid"/>
              <a:round/>
            </a:ln>
          </p:spPr>
          <p:txBody>
            <a:bodyPr/>
            <a:lstStyle/>
            <a:p>
              <a:endParaRPr lang="zh-CN" altLang="en-US" sz="2190"/>
            </a:p>
          </p:txBody>
        </p:sp>
        <p:sp>
          <p:nvSpPr>
            <p:cNvPr id="413" name="任意多边形: 形状 412"/>
            <p:cNvSpPr/>
            <p:nvPr/>
          </p:nvSpPr>
          <p:spPr>
            <a:xfrm>
              <a:off x="5610684" y="2578620"/>
              <a:ext cx="9526" cy="9526"/>
            </a:xfrm>
            <a:custGeom>
              <a:avLst/>
              <a:gdLst>
                <a:gd name="csX0" fmla="*/ 8127 w 9526"/>
                <a:gd name="csY0" fmla="*/ 305 h 9526"/>
                <a:gd name="csX1" fmla="*/ 9280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80" y="1010"/>
                    <a:pt x="9860" y="2429"/>
                    <a:pt x="9280" y="3839"/>
                  </a:cubicBezTo>
                  <a:cubicBezTo>
                    <a:pt x="8127" y="6668"/>
                    <a:pt x="2345" y="9497"/>
                    <a:pt x="31" y="9497"/>
                  </a:cubicBezTo>
                  <a:cubicBezTo>
                    <a:pt x="-551"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414" name="任意多边形: 形状 413"/>
            <p:cNvSpPr/>
            <p:nvPr/>
          </p:nvSpPr>
          <p:spPr>
            <a:xfrm>
              <a:off x="5610687" y="25786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415" name="任意多边形: 形状 414"/>
            <p:cNvSpPr/>
            <p:nvPr/>
          </p:nvSpPr>
          <p:spPr>
            <a:xfrm>
              <a:off x="5553539" y="254051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16" name="任意多边形: 形状 415"/>
            <p:cNvSpPr/>
            <p:nvPr/>
          </p:nvSpPr>
          <p:spPr>
            <a:xfrm>
              <a:off x="5563066" y="2550050"/>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417" name="任意多边形: 形状 416"/>
            <p:cNvSpPr/>
            <p:nvPr/>
          </p:nvSpPr>
          <p:spPr>
            <a:xfrm>
              <a:off x="5563063" y="2550049"/>
              <a:ext cx="9520" cy="9522"/>
            </a:xfrm>
            <a:custGeom>
              <a:avLst/>
              <a:gdLst>
                <a:gd name="csX0" fmla="*/ 8609 w 9520"/>
                <a:gd name="csY0" fmla="*/ 606 h 9522"/>
                <a:gd name="csX1" fmla="*/ 9152 w 9520"/>
                <a:gd name="csY1" fmla="*/ 4311 h 9522"/>
                <a:gd name="csX2" fmla="*/ 18 w 9520"/>
                <a:gd name="csY2" fmla="*/ 9493 h 9522"/>
                <a:gd name="csX3" fmla="*/ 8609 w 9520"/>
                <a:gd name="csY3" fmla="*/ 606 h 9522"/>
              </a:gdLst>
              <a:ahLst/>
              <a:cxnLst>
                <a:cxn ang="0">
                  <a:pos x="csX0" y="csY0"/>
                </a:cxn>
                <a:cxn ang="0">
                  <a:pos x="csX1" y="csY1"/>
                </a:cxn>
                <a:cxn ang="0">
                  <a:pos x="csX2" y="csY2"/>
                </a:cxn>
                <a:cxn ang="0">
                  <a:pos x="csX3" y="csY3"/>
                </a:cxn>
              </a:cxnLst>
              <a:rect l="l" t="t" r="r" b="b"/>
              <a:pathLst>
                <a:path w="9520" h="9522">
                  <a:moveTo>
                    <a:pt x="8609" y="606"/>
                  </a:moveTo>
                  <a:cubicBezTo>
                    <a:pt x="9685" y="1349"/>
                    <a:pt x="9685" y="2825"/>
                    <a:pt x="9152" y="4311"/>
                  </a:cubicBez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418" name="任意多边形: 形状 417"/>
            <p:cNvSpPr/>
            <p:nvPr/>
          </p:nvSpPr>
          <p:spPr>
            <a:xfrm>
              <a:off x="5563062" y="25500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419" name="任意多边形: 形状 418"/>
            <p:cNvSpPr/>
            <p:nvPr/>
          </p:nvSpPr>
          <p:spPr>
            <a:xfrm>
              <a:off x="5601164" y="254051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2089"/>
                    <a:pt x="38974" y="11919"/>
                    <a:pt x="37993" y="22120"/>
                  </a:cubicBezTo>
                </a:path>
              </a:pathLst>
            </a:custGeom>
            <a:solidFill>
              <a:srgbClr val="E58E8E"/>
            </a:solidFill>
            <a:ln w="9525" cap="flat">
              <a:noFill/>
              <a:prstDash val="solid"/>
              <a:round/>
            </a:ln>
          </p:spPr>
          <p:txBody>
            <a:bodyPr/>
            <a:lstStyle/>
            <a:p>
              <a:endParaRPr lang="zh-CN" altLang="en-US" sz="2190"/>
            </a:p>
          </p:txBody>
        </p:sp>
        <p:sp>
          <p:nvSpPr>
            <p:cNvPr id="420" name="任意多边形: 形状 419"/>
            <p:cNvSpPr/>
            <p:nvPr/>
          </p:nvSpPr>
          <p:spPr>
            <a:xfrm>
              <a:off x="5610691" y="255005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21" name="任意多边形: 形状 420"/>
            <p:cNvSpPr/>
            <p:nvPr/>
          </p:nvSpPr>
          <p:spPr>
            <a:xfrm>
              <a:off x="5610684" y="2550049"/>
              <a:ext cx="9525" cy="9522"/>
            </a:xfrm>
            <a:custGeom>
              <a:avLst/>
              <a:gdLst>
                <a:gd name="csX0" fmla="*/ 8622 w 9525"/>
                <a:gd name="csY0" fmla="*/ 606 h 9522"/>
                <a:gd name="csX1" fmla="*/ 9156 w 9525"/>
                <a:gd name="csY1" fmla="*/ 4311 h 9522"/>
                <a:gd name="csX2" fmla="*/ 22 w 9525"/>
                <a:gd name="csY2" fmla="*/ 9493 h 9522"/>
                <a:gd name="csX3" fmla="*/ 8622 w 9525"/>
                <a:gd name="csY3" fmla="*/ 606 h 9522"/>
              </a:gdLst>
              <a:ahLst/>
              <a:cxnLst>
                <a:cxn ang="0">
                  <a:pos x="csX0" y="csY0"/>
                </a:cxn>
                <a:cxn ang="0">
                  <a:pos x="csX1" y="csY1"/>
                </a:cxn>
                <a:cxn ang="0">
                  <a:pos x="csX2" y="csY2"/>
                </a:cxn>
                <a:cxn ang="0">
                  <a:pos x="csX3" y="csY3"/>
                </a:cxn>
              </a:cxnLst>
              <a:rect l="l" t="t" r="r" b="b"/>
              <a:pathLst>
                <a:path w="9525" h="9522">
                  <a:moveTo>
                    <a:pt x="8622" y="606"/>
                  </a:moveTo>
                  <a:cubicBezTo>
                    <a:pt x="9689" y="1349"/>
                    <a:pt x="9689" y="2825"/>
                    <a:pt x="9156" y="4311"/>
                  </a:cubicBezTo>
                  <a:cubicBezTo>
                    <a:pt x="7546" y="7273"/>
                    <a:pt x="2174" y="8750"/>
                    <a:pt x="22" y="9493"/>
                  </a:cubicBezTo>
                  <a:cubicBezTo>
                    <a:pt x="-512" y="5787"/>
                    <a:pt x="4317" y="-2356"/>
                    <a:pt x="8622" y="606"/>
                  </a:cubicBezTo>
                </a:path>
              </a:pathLst>
            </a:custGeom>
            <a:solidFill>
              <a:srgbClr val="F9DFDF"/>
            </a:solidFill>
            <a:ln w="9525" cap="flat">
              <a:noFill/>
              <a:prstDash val="solid"/>
              <a:round/>
            </a:ln>
          </p:spPr>
          <p:txBody>
            <a:bodyPr/>
            <a:lstStyle/>
            <a:p>
              <a:endParaRPr lang="zh-CN" altLang="en-US" sz="2190"/>
            </a:p>
          </p:txBody>
        </p:sp>
        <p:sp>
          <p:nvSpPr>
            <p:cNvPr id="422" name="任意多边形: 形状 421"/>
            <p:cNvSpPr/>
            <p:nvPr/>
          </p:nvSpPr>
          <p:spPr>
            <a:xfrm>
              <a:off x="5610687" y="25500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423" name="任意多边形: 形状 422"/>
            <p:cNvSpPr/>
            <p:nvPr/>
          </p:nvSpPr>
          <p:spPr>
            <a:xfrm>
              <a:off x="5582114" y="249289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424" name="任意多边形: 形状 423"/>
            <p:cNvSpPr/>
            <p:nvPr/>
          </p:nvSpPr>
          <p:spPr>
            <a:xfrm>
              <a:off x="5591641"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425" name="任意多边形: 形状 424"/>
            <p:cNvSpPr/>
            <p:nvPr/>
          </p:nvSpPr>
          <p:spPr>
            <a:xfrm>
              <a:off x="5582113" y="250242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2"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426" name="任意多边形: 形状 425"/>
            <p:cNvSpPr/>
            <p:nvPr/>
          </p:nvSpPr>
          <p:spPr>
            <a:xfrm>
              <a:off x="5591637" y="250242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427" name="任意多边形: 形状 426"/>
            <p:cNvSpPr/>
            <p:nvPr/>
          </p:nvSpPr>
          <p:spPr>
            <a:xfrm>
              <a:off x="5639264" y="255956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28" name="任意多边形: 形状 427"/>
            <p:cNvSpPr/>
            <p:nvPr/>
          </p:nvSpPr>
          <p:spPr>
            <a:xfrm>
              <a:off x="5648791" y="2569100"/>
              <a:ext cx="19046" cy="19043"/>
            </a:xfrm>
            <a:custGeom>
              <a:avLst/>
              <a:gdLst>
                <a:gd name="csX0" fmla="*/ 19008 w 19046"/>
                <a:gd name="csY0" fmla="*/ 10940 h 19043"/>
                <a:gd name="csX1" fmla="*/ 8549 w 19046"/>
                <a:gd name="csY1" fmla="*/ 18922 h 19043"/>
                <a:gd name="csX2" fmla="*/ 53 w 19046"/>
                <a:gd name="csY2" fmla="*/ 8044 h 19043"/>
                <a:gd name="csX3" fmla="*/ 10512 w 19046"/>
                <a:gd name="csY3" fmla="*/ 62 h 19043"/>
                <a:gd name="csX4" fmla="*/ 19008 w 19046"/>
                <a:gd name="csY4" fmla="*/ 10940 h 19043"/>
              </a:gdLst>
              <a:ahLst/>
              <a:cxnLst>
                <a:cxn ang="0">
                  <a:pos x="csX0" y="csY0"/>
                </a:cxn>
                <a:cxn ang="0">
                  <a:pos x="csX1" y="csY1"/>
                </a:cxn>
                <a:cxn ang="0">
                  <a:pos x="csX2" y="csY2"/>
                </a:cxn>
                <a:cxn ang="0">
                  <a:pos x="csX3" y="csY3"/>
                </a:cxn>
                <a:cxn ang="0">
                  <a:pos x="csX4" y="csY4"/>
                </a:cxn>
              </a:cxnLst>
              <a:rect l="l" t="t" r="r" b="b"/>
              <a:pathLst>
                <a:path w="19046" h="19043">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29" name="任意多边形: 形状 428"/>
            <p:cNvSpPr/>
            <p:nvPr/>
          </p:nvSpPr>
          <p:spPr>
            <a:xfrm>
              <a:off x="5639259" y="2559576"/>
              <a:ext cx="9524" cy="9520"/>
            </a:xfrm>
            <a:custGeom>
              <a:avLst/>
              <a:gdLst>
                <a:gd name="csX0" fmla="*/ 8613 w 9524"/>
                <a:gd name="csY0" fmla="*/ 623 h 9520"/>
                <a:gd name="csX1" fmla="*/ 9156 w 9524"/>
                <a:gd name="csY1" fmla="*/ 4652 h 9520"/>
                <a:gd name="csX2" fmla="*/ 22 w 9524"/>
                <a:gd name="csY2" fmla="*/ 9490 h 9520"/>
                <a:gd name="csX3" fmla="*/ 8613 w 9524"/>
                <a:gd name="csY3" fmla="*/ 623 h 9520"/>
              </a:gdLst>
              <a:ahLst/>
              <a:cxnLst>
                <a:cxn ang="0">
                  <a:pos x="csX0" y="csY0"/>
                </a:cxn>
                <a:cxn ang="0">
                  <a:pos x="csX1" y="csY1"/>
                </a:cxn>
                <a:cxn ang="0">
                  <a:pos x="csX2" y="csY2"/>
                </a:cxn>
                <a:cxn ang="0">
                  <a:pos x="csX3" y="csY3"/>
                </a:cxn>
              </a:cxnLst>
              <a:rect l="l" t="t" r="r" b="b"/>
              <a:pathLst>
                <a:path w="9524" h="9520">
                  <a:moveTo>
                    <a:pt x="8613" y="623"/>
                  </a:moveTo>
                  <a:cubicBezTo>
                    <a:pt x="9689" y="1423"/>
                    <a:pt x="9689" y="3032"/>
                    <a:pt x="9156" y="4652"/>
                  </a:cubicBezTo>
                  <a:cubicBezTo>
                    <a:pt x="7546" y="7881"/>
                    <a:pt x="2174" y="9490"/>
                    <a:pt x="22" y="9490"/>
                  </a:cubicBezTo>
                  <a:cubicBezTo>
                    <a:pt x="-512" y="7071"/>
                    <a:pt x="4317" y="-2606"/>
                    <a:pt x="8613" y="623"/>
                  </a:cubicBezTo>
                </a:path>
              </a:pathLst>
            </a:custGeom>
            <a:solidFill>
              <a:srgbClr val="F9DFDF"/>
            </a:solidFill>
            <a:ln w="9525" cap="flat">
              <a:noFill/>
              <a:prstDash val="solid"/>
              <a:round/>
            </a:ln>
          </p:spPr>
          <p:txBody>
            <a:bodyPr/>
            <a:lstStyle/>
            <a:p>
              <a:endParaRPr lang="zh-CN" altLang="en-US" sz="2190"/>
            </a:p>
          </p:txBody>
        </p:sp>
        <p:sp>
          <p:nvSpPr>
            <p:cNvPr id="430" name="任意多边形: 形状 429"/>
            <p:cNvSpPr/>
            <p:nvPr/>
          </p:nvSpPr>
          <p:spPr>
            <a:xfrm>
              <a:off x="5648787" y="2559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431" name="任意多边形: 形状 430"/>
            <p:cNvSpPr/>
            <p:nvPr/>
          </p:nvSpPr>
          <p:spPr>
            <a:xfrm>
              <a:off x="5553537" y="2511942"/>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432" name="任意多边形: 形状 431"/>
            <p:cNvSpPr/>
            <p:nvPr/>
          </p:nvSpPr>
          <p:spPr>
            <a:xfrm>
              <a:off x="5563066" y="2521475"/>
              <a:ext cx="19046" cy="19043"/>
            </a:xfrm>
            <a:custGeom>
              <a:avLst/>
              <a:gdLst>
                <a:gd name="csX0" fmla="*/ 19008 w 19046"/>
                <a:gd name="csY0" fmla="*/ 10940 h 19043"/>
                <a:gd name="csX1" fmla="*/ 8549 w 19046"/>
                <a:gd name="csY1" fmla="*/ 18922 h 19043"/>
                <a:gd name="csX2" fmla="*/ 53 w 19046"/>
                <a:gd name="csY2" fmla="*/ 8044 h 19043"/>
                <a:gd name="csX3" fmla="*/ 10512 w 19046"/>
                <a:gd name="csY3" fmla="*/ 62 h 19043"/>
                <a:gd name="csX4" fmla="*/ 19008 w 19046"/>
                <a:gd name="csY4" fmla="*/ 10940 h 19043"/>
              </a:gdLst>
              <a:ahLst/>
              <a:cxnLst>
                <a:cxn ang="0">
                  <a:pos x="csX0" y="csY0"/>
                </a:cxn>
                <a:cxn ang="0">
                  <a:pos x="csX1" y="csY1"/>
                </a:cxn>
                <a:cxn ang="0">
                  <a:pos x="csX2" y="csY2"/>
                </a:cxn>
                <a:cxn ang="0">
                  <a:pos x="csX3" y="csY3"/>
                </a:cxn>
                <a:cxn ang="0">
                  <a:pos x="csX4" y="csY4"/>
                </a:cxn>
              </a:cxnLst>
              <a:rect l="l" t="t" r="r" b="b"/>
              <a:pathLst>
                <a:path w="19046" h="19043">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33" name="任意多边形: 形状 432"/>
            <p:cNvSpPr/>
            <p:nvPr/>
          </p:nvSpPr>
          <p:spPr>
            <a:xfrm>
              <a:off x="5563059" y="2511949"/>
              <a:ext cx="9525" cy="9522"/>
            </a:xfrm>
            <a:custGeom>
              <a:avLst/>
              <a:gdLst>
                <a:gd name="csX0" fmla="*/ 8622 w 9525"/>
                <a:gd name="csY0" fmla="*/ 606 h 9522"/>
                <a:gd name="csX1" fmla="*/ 9156 w 9525"/>
                <a:gd name="csY1" fmla="*/ 4311 h 9522"/>
                <a:gd name="csX2" fmla="*/ 22 w 9525"/>
                <a:gd name="csY2" fmla="*/ 9493 h 9522"/>
                <a:gd name="csX3" fmla="*/ 8622 w 9525"/>
                <a:gd name="csY3" fmla="*/ 606 h 9522"/>
              </a:gdLst>
              <a:ahLst/>
              <a:cxnLst>
                <a:cxn ang="0">
                  <a:pos x="csX0" y="csY0"/>
                </a:cxn>
                <a:cxn ang="0">
                  <a:pos x="csX1" y="csY1"/>
                </a:cxn>
                <a:cxn ang="0">
                  <a:pos x="csX2" y="csY2"/>
                </a:cxn>
                <a:cxn ang="0">
                  <a:pos x="csX3" y="csY3"/>
                </a:cxn>
              </a:cxnLst>
              <a:rect l="l" t="t" r="r" b="b"/>
              <a:pathLst>
                <a:path w="9525" h="9522">
                  <a:moveTo>
                    <a:pt x="8622" y="606"/>
                  </a:moveTo>
                  <a:cubicBezTo>
                    <a:pt x="9689" y="1349"/>
                    <a:pt x="9689" y="2825"/>
                    <a:pt x="9156" y="4311"/>
                  </a:cubicBezTo>
                  <a:cubicBezTo>
                    <a:pt x="7546" y="7273"/>
                    <a:pt x="2174" y="8750"/>
                    <a:pt x="22" y="9493"/>
                  </a:cubicBezTo>
                  <a:cubicBezTo>
                    <a:pt x="-512" y="5787"/>
                    <a:pt x="4317" y="-2356"/>
                    <a:pt x="8622" y="606"/>
                  </a:cubicBezTo>
                </a:path>
              </a:pathLst>
            </a:custGeom>
            <a:solidFill>
              <a:srgbClr val="F9DFDF"/>
            </a:solidFill>
            <a:ln w="9525" cap="flat">
              <a:noFill/>
              <a:prstDash val="solid"/>
              <a:round/>
            </a:ln>
          </p:spPr>
          <p:txBody>
            <a:bodyPr/>
            <a:lstStyle/>
            <a:p>
              <a:endParaRPr lang="zh-CN" altLang="en-US" sz="2190"/>
            </a:p>
          </p:txBody>
        </p:sp>
        <p:sp>
          <p:nvSpPr>
            <p:cNvPr id="434" name="任意多边形: 形状 433"/>
            <p:cNvSpPr/>
            <p:nvPr/>
          </p:nvSpPr>
          <p:spPr>
            <a:xfrm>
              <a:off x="5572587" y="25119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435" name="任意多边形: 形状 434"/>
            <p:cNvSpPr/>
            <p:nvPr/>
          </p:nvSpPr>
          <p:spPr>
            <a:xfrm>
              <a:off x="5572587" y="2521470"/>
              <a:ext cx="47623" cy="38099"/>
            </a:xfrm>
            <a:custGeom>
              <a:avLst/>
              <a:gdLst>
                <a:gd name="csX0" fmla="*/ 47501 w 47623"/>
                <a:gd name="csY0" fmla="*/ 22231 h 38099"/>
                <a:gd name="csX1" fmla="*/ 21755 w 47623"/>
                <a:gd name="csY1" fmla="*/ 37862 h 38099"/>
                <a:gd name="csX2" fmla="*/ 85 w 47623"/>
                <a:gd name="csY2" fmla="*/ 15907 h 38099"/>
                <a:gd name="csX3" fmla="*/ 25841 w 47623"/>
                <a:gd name="csY3" fmla="*/ 267 h 38099"/>
                <a:gd name="csX4" fmla="*/ 47501 w 47623"/>
                <a:gd name="csY4" fmla="*/ 22231 h 38099"/>
              </a:gdLst>
              <a:ahLst/>
              <a:cxnLst>
                <a:cxn ang="0">
                  <a:pos x="csX0" y="csY0"/>
                </a:cxn>
                <a:cxn ang="0">
                  <a:pos x="csX1" y="csY1"/>
                </a:cxn>
                <a:cxn ang="0">
                  <a:pos x="csX2" y="csY2"/>
                </a:cxn>
                <a:cxn ang="0">
                  <a:pos x="csX3" y="csY3"/>
                </a:cxn>
                <a:cxn ang="0">
                  <a:pos x="csX4" y="csY4"/>
                </a:cxn>
              </a:cxnLst>
              <a:rect l="l" t="t" r="r" b="b"/>
              <a:pathLst>
                <a:path w="47623" h="38099">
                  <a:moveTo>
                    <a:pt x="47501" y="22231"/>
                  </a:moveTo>
                  <a:cubicBezTo>
                    <a:pt x="46272" y="32651"/>
                    <a:pt x="34832" y="39357"/>
                    <a:pt x="21755" y="37862"/>
                  </a:cubicBezTo>
                  <a:cubicBezTo>
                    <a:pt x="8667" y="36004"/>
                    <a:pt x="-1144" y="26327"/>
                    <a:pt x="85" y="15907"/>
                  </a:cubicBezTo>
                  <a:cubicBezTo>
                    <a:pt x="1314" y="5477"/>
                    <a:pt x="12753" y="-1591"/>
                    <a:pt x="25841" y="267"/>
                  </a:cubicBezTo>
                  <a:cubicBezTo>
                    <a:pt x="38919" y="2133"/>
                    <a:pt x="48729" y="11811"/>
                    <a:pt x="47501" y="22231"/>
                  </a:cubicBezTo>
                </a:path>
              </a:pathLst>
            </a:custGeom>
            <a:solidFill>
              <a:srgbClr val="E58E8E"/>
            </a:solidFill>
            <a:ln w="9525" cap="flat">
              <a:noFill/>
              <a:prstDash val="solid"/>
              <a:round/>
            </a:ln>
          </p:spPr>
          <p:txBody>
            <a:bodyPr/>
            <a:lstStyle/>
            <a:p>
              <a:endParaRPr lang="zh-CN" altLang="en-US" sz="2190"/>
            </a:p>
          </p:txBody>
        </p:sp>
        <p:sp>
          <p:nvSpPr>
            <p:cNvPr id="436" name="任意多边形: 形状 435"/>
            <p:cNvSpPr/>
            <p:nvPr/>
          </p:nvSpPr>
          <p:spPr>
            <a:xfrm>
              <a:off x="5582112" y="2530997"/>
              <a:ext cx="28577" cy="19049"/>
            </a:xfrm>
            <a:custGeom>
              <a:avLst/>
              <a:gdLst>
                <a:gd name="csX0" fmla="*/ 28527 w 28577"/>
                <a:gd name="csY0" fmla="*/ 10999 h 19049"/>
                <a:gd name="csX1" fmla="*/ 13059 w 28577"/>
                <a:gd name="csY1" fmla="*/ 18915 h 19049"/>
                <a:gd name="csX2" fmla="*/ 9 w 28577"/>
                <a:gd name="csY2" fmla="*/ 7990 h 19049"/>
                <a:gd name="csX3" fmla="*/ 15478 w 28577"/>
                <a:gd name="csY3" fmla="*/ 74 h 19049"/>
                <a:gd name="csX4" fmla="*/ 28527 w 28577"/>
                <a:gd name="csY4" fmla="*/ 10999 h 19049"/>
              </a:gdLst>
              <a:ahLst/>
              <a:cxnLst>
                <a:cxn ang="0">
                  <a:pos x="csX0" y="csY0"/>
                </a:cxn>
                <a:cxn ang="0">
                  <a:pos x="csX1" y="csY1"/>
                </a:cxn>
                <a:cxn ang="0">
                  <a:pos x="csX2" y="csY2"/>
                </a:cxn>
                <a:cxn ang="0">
                  <a:pos x="csX3" y="csY3"/>
                </a:cxn>
                <a:cxn ang="0">
                  <a:pos x="csX4" y="csY4"/>
                </a:cxn>
              </a:cxnLst>
              <a:rect l="l" t="t" r="r" b="b"/>
              <a:pathLst>
                <a:path w="28577" h="19049">
                  <a:moveTo>
                    <a:pt x="28527" y="10999"/>
                  </a:moveTo>
                  <a:cubicBezTo>
                    <a:pt x="28041" y="16276"/>
                    <a:pt x="20793" y="19667"/>
                    <a:pt x="13059" y="18915"/>
                  </a:cubicBezTo>
                  <a:cubicBezTo>
                    <a:pt x="5324" y="18162"/>
                    <a:pt x="-476" y="13266"/>
                    <a:pt x="9" y="7990"/>
                  </a:cubicBezTo>
                  <a:cubicBezTo>
                    <a:pt x="495" y="2713"/>
                    <a:pt x="7258" y="-678"/>
                    <a:pt x="15478" y="74"/>
                  </a:cubicBezTo>
                  <a:cubicBezTo>
                    <a:pt x="23689" y="827"/>
                    <a:pt x="29013" y="5723"/>
                    <a:pt x="28527" y="10999"/>
                  </a:cubicBezTo>
                </a:path>
              </a:pathLst>
            </a:custGeom>
            <a:solidFill>
              <a:srgbClr val="E16262"/>
            </a:solidFill>
            <a:ln w="9525" cap="flat">
              <a:noFill/>
              <a:prstDash val="solid"/>
              <a:round/>
            </a:ln>
          </p:spPr>
          <p:txBody>
            <a:bodyPr/>
            <a:lstStyle/>
            <a:p>
              <a:endParaRPr lang="zh-CN" altLang="en-US" sz="2190"/>
            </a:p>
          </p:txBody>
        </p:sp>
        <p:sp>
          <p:nvSpPr>
            <p:cNvPr id="437" name="任意多边形: 形状 436"/>
            <p:cNvSpPr/>
            <p:nvPr/>
          </p:nvSpPr>
          <p:spPr>
            <a:xfrm>
              <a:off x="5582112" y="2530997"/>
              <a:ext cx="9522" cy="9524"/>
            </a:xfrm>
            <a:custGeom>
              <a:avLst/>
              <a:gdLst>
                <a:gd name="csX0" fmla="*/ 8611 w 9522"/>
                <a:gd name="csY0" fmla="*/ 665 h 9524"/>
                <a:gd name="csX1" fmla="*/ 9154 w 9522"/>
                <a:gd name="csY1" fmla="*/ 4674 h 9524"/>
                <a:gd name="csX2" fmla="*/ -19 w 9522"/>
                <a:gd name="csY2" fmla="*/ 9494 h 9524"/>
                <a:gd name="csX3" fmla="*/ 8611 w 9522"/>
                <a:gd name="csY3" fmla="*/ 665 h 9524"/>
              </a:gdLst>
              <a:ahLst/>
              <a:cxnLst>
                <a:cxn ang="0">
                  <a:pos x="csX0" y="csY0"/>
                </a:cxn>
                <a:cxn ang="0">
                  <a:pos x="csX1" y="csY1"/>
                </a:cxn>
                <a:cxn ang="0">
                  <a:pos x="csX2" y="csY2"/>
                </a:cxn>
                <a:cxn ang="0">
                  <a:pos x="csX3" y="csY3"/>
                </a:cxn>
              </a:cxnLst>
              <a:rect l="l" t="t" r="r" b="b"/>
              <a:pathLst>
                <a:path w="9522" h="9524">
                  <a:moveTo>
                    <a:pt x="8611" y="665"/>
                  </a:moveTo>
                  <a:cubicBezTo>
                    <a:pt x="9687" y="1465"/>
                    <a:pt x="9687" y="3074"/>
                    <a:pt x="9154" y="4674"/>
                  </a:cubicBezTo>
                  <a:cubicBezTo>
                    <a:pt x="7535" y="7894"/>
                    <a:pt x="2134" y="9494"/>
                    <a:pt x="-19" y="9494"/>
                  </a:cubicBezTo>
                  <a:cubicBezTo>
                    <a:pt x="-19" y="6284"/>
                    <a:pt x="4839" y="-2555"/>
                    <a:pt x="8611" y="665"/>
                  </a:cubicBezTo>
                </a:path>
              </a:pathLst>
            </a:custGeom>
            <a:solidFill>
              <a:srgbClr val="F9DFDF"/>
            </a:solidFill>
            <a:ln w="9525" cap="flat">
              <a:noFill/>
              <a:prstDash val="solid"/>
              <a:round/>
            </a:ln>
          </p:spPr>
          <p:txBody>
            <a:bodyPr/>
            <a:lstStyle/>
            <a:p>
              <a:endParaRPr lang="zh-CN" altLang="en-US" sz="2190"/>
            </a:p>
          </p:txBody>
        </p:sp>
        <p:sp>
          <p:nvSpPr>
            <p:cNvPr id="438" name="任意多边形: 形状 437"/>
            <p:cNvSpPr/>
            <p:nvPr/>
          </p:nvSpPr>
          <p:spPr>
            <a:xfrm>
              <a:off x="5591637" y="2521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39" name="任意多边形: 形状 438"/>
            <p:cNvSpPr/>
            <p:nvPr/>
          </p:nvSpPr>
          <p:spPr>
            <a:xfrm>
              <a:off x="5582114" y="2559571"/>
              <a:ext cx="38094" cy="28575"/>
            </a:xfrm>
            <a:custGeom>
              <a:avLst/>
              <a:gdLst>
                <a:gd name="csX0" fmla="*/ 37993 w 38094"/>
                <a:gd name="csY0" fmla="*/ 16582 h 28575"/>
                <a:gd name="csX1" fmla="*/ 17390 w 38094"/>
                <a:gd name="csY1" fmla="*/ 28326 h 28575"/>
                <a:gd name="csX2" fmla="*/ 64 w 38094"/>
                <a:gd name="csY2" fmla="*/ 11934 h 28575"/>
                <a:gd name="csX3" fmla="*/ 20667 w 38094"/>
                <a:gd name="csY3" fmla="*/ 190 h 28575"/>
                <a:gd name="csX4" fmla="*/ 37993 w 38094"/>
                <a:gd name="csY4" fmla="*/ 16582 h 28575"/>
              </a:gdLst>
              <a:ahLst/>
              <a:cxnLst>
                <a:cxn ang="0">
                  <a:pos x="csX0" y="csY0"/>
                </a:cxn>
                <a:cxn ang="0">
                  <a:pos x="csX1" y="csY1"/>
                </a:cxn>
                <a:cxn ang="0">
                  <a:pos x="csX2" y="csY2"/>
                </a:cxn>
                <a:cxn ang="0">
                  <a:pos x="csX3" y="csY3"/>
                </a:cxn>
                <a:cxn ang="0">
                  <a:pos x="csX4" y="csY4"/>
                </a:cxn>
              </a:cxnLst>
              <a:rect l="l" t="t" r="r" b="b"/>
              <a:pathLst>
                <a:path w="38094" h="28575">
                  <a:moveTo>
                    <a:pt x="37993" y="16582"/>
                  </a:moveTo>
                  <a:cubicBezTo>
                    <a:pt x="37012" y="24507"/>
                    <a:pt x="27858" y="29698"/>
                    <a:pt x="17390" y="28326"/>
                  </a:cubicBezTo>
                  <a:cubicBezTo>
                    <a:pt x="6931" y="26964"/>
                    <a:pt x="-917" y="19582"/>
                    <a:pt x="64" y="11934"/>
                  </a:cubicBezTo>
                  <a:cubicBezTo>
                    <a:pt x="1045" y="4009"/>
                    <a:pt x="10199" y="-1182"/>
                    <a:pt x="20667" y="190"/>
                  </a:cubicBezTo>
                  <a:cubicBezTo>
                    <a:pt x="31125" y="1285"/>
                    <a:pt x="38974" y="8657"/>
                    <a:pt x="37993" y="16582"/>
                  </a:cubicBezTo>
                </a:path>
              </a:pathLst>
            </a:custGeom>
            <a:solidFill>
              <a:srgbClr val="E58E8E"/>
            </a:solidFill>
            <a:ln w="9525" cap="flat">
              <a:noFill/>
              <a:prstDash val="solid"/>
              <a:round/>
            </a:ln>
          </p:spPr>
          <p:txBody>
            <a:bodyPr/>
            <a:lstStyle/>
            <a:p>
              <a:endParaRPr lang="zh-CN" altLang="en-US" sz="2190"/>
            </a:p>
          </p:txBody>
        </p:sp>
        <p:sp>
          <p:nvSpPr>
            <p:cNvPr id="440" name="任意多边形: 形状 439"/>
            <p:cNvSpPr/>
            <p:nvPr/>
          </p:nvSpPr>
          <p:spPr>
            <a:xfrm>
              <a:off x="5591641" y="256910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41" name="任意多边形: 形状 440"/>
            <p:cNvSpPr/>
            <p:nvPr/>
          </p:nvSpPr>
          <p:spPr>
            <a:xfrm>
              <a:off x="5582109" y="2559576"/>
              <a:ext cx="9524" cy="9520"/>
            </a:xfrm>
            <a:custGeom>
              <a:avLst/>
              <a:gdLst>
                <a:gd name="csX0" fmla="*/ 8613 w 9524"/>
                <a:gd name="csY0" fmla="*/ 833 h 9520"/>
                <a:gd name="csX1" fmla="*/ 9156 w 9524"/>
                <a:gd name="csY1" fmla="*/ 4443 h 9520"/>
                <a:gd name="csX2" fmla="*/ 22 w 9524"/>
                <a:gd name="csY2" fmla="*/ 9491 h 9520"/>
                <a:gd name="csX3" fmla="*/ 8613 w 9524"/>
                <a:gd name="csY3" fmla="*/ 833 h 9520"/>
              </a:gdLst>
              <a:ahLst/>
              <a:cxnLst>
                <a:cxn ang="0">
                  <a:pos x="csX0" y="csY0"/>
                </a:cxn>
                <a:cxn ang="0">
                  <a:pos x="csX1" y="csY1"/>
                </a:cxn>
                <a:cxn ang="0">
                  <a:pos x="csX2" y="csY2"/>
                </a:cxn>
                <a:cxn ang="0">
                  <a:pos x="csX3" y="csY3"/>
                </a:cxn>
              </a:cxnLst>
              <a:rect l="l" t="t" r="r" b="b"/>
              <a:pathLst>
                <a:path w="9524" h="9520">
                  <a:moveTo>
                    <a:pt x="8613" y="833"/>
                  </a:moveTo>
                  <a:cubicBezTo>
                    <a:pt x="9689" y="1547"/>
                    <a:pt x="9689" y="2995"/>
                    <a:pt x="9156" y="4443"/>
                  </a:cubicBezTo>
                  <a:cubicBezTo>
                    <a:pt x="7546" y="7329"/>
                    <a:pt x="2174" y="8767"/>
                    <a:pt x="22" y="9491"/>
                  </a:cubicBezTo>
                  <a:cubicBezTo>
                    <a:pt x="-512" y="5881"/>
                    <a:pt x="4317" y="-2777"/>
                    <a:pt x="8613" y="833"/>
                  </a:cubicBezTo>
                </a:path>
              </a:pathLst>
            </a:custGeom>
            <a:solidFill>
              <a:srgbClr val="F9DFDF"/>
            </a:solidFill>
            <a:ln w="9525" cap="flat">
              <a:noFill/>
              <a:prstDash val="solid"/>
              <a:round/>
            </a:ln>
          </p:spPr>
          <p:txBody>
            <a:bodyPr/>
            <a:lstStyle/>
            <a:p>
              <a:endParaRPr lang="zh-CN" altLang="en-US" sz="2190"/>
            </a:p>
          </p:txBody>
        </p:sp>
        <p:sp>
          <p:nvSpPr>
            <p:cNvPr id="442" name="任意多边形: 形状 441"/>
            <p:cNvSpPr/>
            <p:nvPr/>
          </p:nvSpPr>
          <p:spPr>
            <a:xfrm>
              <a:off x="5591637" y="25595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443" name="任意多边形: 形状 442"/>
            <p:cNvSpPr/>
            <p:nvPr/>
          </p:nvSpPr>
          <p:spPr>
            <a:xfrm>
              <a:off x="5629737" y="2540517"/>
              <a:ext cx="47623" cy="38108"/>
            </a:xfrm>
            <a:custGeom>
              <a:avLst/>
              <a:gdLst>
                <a:gd name="csX0" fmla="*/ 47501 w 47623"/>
                <a:gd name="csY0" fmla="*/ 22120 h 38108"/>
                <a:gd name="csX1" fmla="*/ 2175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8"/>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444" name="任意多边形: 形状 443"/>
            <p:cNvSpPr/>
            <p:nvPr/>
          </p:nvSpPr>
          <p:spPr>
            <a:xfrm>
              <a:off x="5648791" y="255005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45" name="任意多边形: 形状 444"/>
            <p:cNvSpPr/>
            <p:nvPr/>
          </p:nvSpPr>
          <p:spPr>
            <a:xfrm>
              <a:off x="5639259" y="2540521"/>
              <a:ext cx="9525" cy="9525"/>
            </a:xfrm>
            <a:custGeom>
              <a:avLst/>
              <a:gdLst>
                <a:gd name="csX0" fmla="*/ 8622 w 9525"/>
                <a:gd name="csY0" fmla="*/ 571 h 9525"/>
                <a:gd name="csX1" fmla="*/ 9156 w 9525"/>
                <a:gd name="csY1" fmla="*/ 4285 h 9525"/>
                <a:gd name="csX2" fmla="*/ 22 w 9525"/>
                <a:gd name="csY2" fmla="*/ 9496 h 9525"/>
                <a:gd name="csX3" fmla="*/ 8622 w 9525"/>
                <a:gd name="csY3" fmla="*/ 571 h 9525"/>
              </a:gdLst>
              <a:ahLst/>
              <a:cxnLst>
                <a:cxn ang="0">
                  <a:pos x="csX0" y="csY0"/>
                </a:cxn>
                <a:cxn ang="0">
                  <a:pos x="csX1" y="csY1"/>
                </a:cxn>
                <a:cxn ang="0">
                  <a:pos x="csX2" y="csY2"/>
                </a:cxn>
                <a:cxn ang="0">
                  <a:pos x="csX3" y="csY3"/>
                </a:cxn>
              </a:cxnLst>
              <a:rect l="l" t="t" r="r" b="b"/>
              <a:pathLst>
                <a:path w="9525" h="9525">
                  <a:moveTo>
                    <a:pt x="8622" y="571"/>
                  </a:moveTo>
                  <a:cubicBezTo>
                    <a:pt x="9689" y="1314"/>
                    <a:pt x="9689" y="2799"/>
                    <a:pt x="9156" y="4285"/>
                  </a:cubicBezTo>
                  <a:cubicBezTo>
                    <a:pt x="7546" y="7267"/>
                    <a:pt x="2174" y="8753"/>
                    <a:pt x="22" y="9496"/>
                  </a:cubicBezTo>
                  <a:cubicBezTo>
                    <a:pt x="-512" y="6524"/>
                    <a:pt x="4317" y="-2411"/>
                    <a:pt x="8622" y="571"/>
                  </a:cubicBezTo>
                </a:path>
              </a:pathLst>
            </a:custGeom>
            <a:solidFill>
              <a:srgbClr val="F9DFDF"/>
            </a:solidFill>
            <a:ln w="9525" cap="flat">
              <a:noFill/>
              <a:prstDash val="solid"/>
              <a:round/>
            </a:ln>
          </p:spPr>
          <p:txBody>
            <a:bodyPr/>
            <a:lstStyle/>
            <a:p>
              <a:endParaRPr lang="zh-CN" altLang="en-US" sz="2190"/>
            </a:p>
          </p:txBody>
        </p:sp>
        <p:sp>
          <p:nvSpPr>
            <p:cNvPr id="446" name="任意多边形: 形状 445"/>
            <p:cNvSpPr/>
            <p:nvPr/>
          </p:nvSpPr>
          <p:spPr>
            <a:xfrm>
              <a:off x="5648787" y="2540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47" name="任意多边形: 形状 446"/>
            <p:cNvSpPr/>
            <p:nvPr/>
          </p:nvSpPr>
          <p:spPr>
            <a:xfrm>
              <a:off x="5601164"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48" name="任意多边形: 形状 447"/>
            <p:cNvSpPr/>
            <p:nvPr/>
          </p:nvSpPr>
          <p:spPr>
            <a:xfrm>
              <a:off x="56106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49" name="任意多边形: 形状 448"/>
            <p:cNvSpPr/>
            <p:nvPr/>
          </p:nvSpPr>
          <p:spPr>
            <a:xfrm>
              <a:off x="5601162" y="2521471"/>
              <a:ext cx="9522" cy="9525"/>
            </a:xfrm>
            <a:custGeom>
              <a:avLst/>
              <a:gdLst>
                <a:gd name="csX0" fmla="*/ 8611 w 9522"/>
                <a:gd name="csY0" fmla="*/ 571 h 9525"/>
                <a:gd name="csX1" fmla="*/ 9154 w 9522"/>
                <a:gd name="csY1" fmla="*/ 4285 h 9525"/>
                <a:gd name="csX2" fmla="*/ -19 w 9522"/>
                <a:gd name="csY2" fmla="*/ 9496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3"/>
                    <a:pt x="-19" y="9496"/>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450" name="任意多边形: 形状 449"/>
            <p:cNvSpPr/>
            <p:nvPr/>
          </p:nvSpPr>
          <p:spPr>
            <a:xfrm>
              <a:off x="5610687" y="25214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903"/>
                    <a:pt x="9506" y="3685"/>
                    <a:pt x="9506" y="5542"/>
                  </a:cubicBezTo>
                </a:path>
              </a:pathLst>
            </a:custGeom>
            <a:solidFill>
              <a:srgbClr val="F9DFDF"/>
            </a:solidFill>
            <a:ln w="9525" cap="flat">
              <a:noFill/>
              <a:prstDash val="solid"/>
              <a:round/>
            </a:ln>
          </p:spPr>
          <p:txBody>
            <a:bodyPr/>
            <a:lstStyle/>
            <a:p>
              <a:endParaRPr lang="zh-CN" altLang="en-US" sz="2190"/>
            </a:p>
          </p:txBody>
        </p:sp>
        <p:sp>
          <p:nvSpPr>
            <p:cNvPr id="451" name="任意多边形: 形状 450"/>
            <p:cNvSpPr/>
            <p:nvPr/>
          </p:nvSpPr>
          <p:spPr>
            <a:xfrm>
              <a:off x="5620212" y="2569092"/>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2089"/>
                    <a:pt x="48729" y="11919"/>
                    <a:pt x="47501" y="22120"/>
                  </a:cubicBezTo>
                </a:path>
              </a:pathLst>
            </a:custGeom>
            <a:solidFill>
              <a:srgbClr val="E58E8E"/>
            </a:solidFill>
            <a:ln w="9525" cap="flat">
              <a:noFill/>
              <a:prstDash val="solid"/>
              <a:round/>
            </a:ln>
          </p:spPr>
          <p:txBody>
            <a:bodyPr/>
            <a:lstStyle/>
            <a:p>
              <a:endParaRPr lang="zh-CN" altLang="en-US" sz="2190"/>
            </a:p>
          </p:txBody>
        </p:sp>
        <p:sp>
          <p:nvSpPr>
            <p:cNvPr id="452" name="任意多边形: 形状 451"/>
            <p:cNvSpPr/>
            <p:nvPr/>
          </p:nvSpPr>
          <p:spPr>
            <a:xfrm>
              <a:off x="5639266" y="2578625"/>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53" name="任意多边形: 形状 452"/>
            <p:cNvSpPr/>
            <p:nvPr/>
          </p:nvSpPr>
          <p:spPr>
            <a:xfrm>
              <a:off x="5629734" y="2578624"/>
              <a:ext cx="9524" cy="9522"/>
            </a:xfrm>
            <a:custGeom>
              <a:avLst/>
              <a:gdLst>
                <a:gd name="csX0" fmla="*/ 8613 w 9524"/>
                <a:gd name="csY0" fmla="*/ 606 h 9522"/>
                <a:gd name="csX1" fmla="*/ 9156 w 9524"/>
                <a:gd name="csY1" fmla="*/ 4311 h 9522"/>
                <a:gd name="csX2" fmla="*/ 22 w 9524"/>
                <a:gd name="csY2" fmla="*/ 9493 h 9522"/>
                <a:gd name="csX3" fmla="*/ 8613 w 9524"/>
                <a:gd name="csY3" fmla="*/ 606 h 9522"/>
              </a:gdLst>
              <a:ahLst/>
              <a:cxnLst>
                <a:cxn ang="0">
                  <a:pos x="csX0" y="csY0"/>
                </a:cxn>
                <a:cxn ang="0">
                  <a:pos x="csX1" y="csY1"/>
                </a:cxn>
                <a:cxn ang="0">
                  <a:pos x="csX2" y="csY2"/>
                </a:cxn>
                <a:cxn ang="0">
                  <a:pos x="csX3" y="csY3"/>
                </a:cxn>
              </a:cxnLst>
              <a:rect l="l" t="t" r="r" b="b"/>
              <a:pathLst>
                <a:path w="9524" h="9522">
                  <a:moveTo>
                    <a:pt x="8613" y="606"/>
                  </a:moveTo>
                  <a:cubicBezTo>
                    <a:pt x="9689" y="1349"/>
                    <a:pt x="9689" y="2825"/>
                    <a:pt x="9156" y="4311"/>
                  </a:cubicBezTo>
                  <a:cubicBezTo>
                    <a:pt x="7546" y="7273"/>
                    <a:pt x="2174" y="8750"/>
                    <a:pt x="22" y="9493"/>
                  </a:cubicBezTo>
                  <a:cubicBezTo>
                    <a:pt x="-512" y="5787"/>
                    <a:pt x="4317" y="-2356"/>
                    <a:pt x="8613" y="606"/>
                  </a:cubicBezTo>
                </a:path>
              </a:pathLst>
            </a:custGeom>
            <a:solidFill>
              <a:srgbClr val="F9DFDF"/>
            </a:solidFill>
            <a:ln w="9525" cap="flat">
              <a:noFill/>
              <a:prstDash val="solid"/>
              <a:round/>
            </a:ln>
          </p:spPr>
          <p:txBody>
            <a:bodyPr/>
            <a:lstStyle/>
            <a:p>
              <a:endParaRPr lang="zh-CN" altLang="en-US" sz="2190"/>
            </a:p>
          </p:txBody>
        </p:sp>
        <p:sp>
          <p:nvSpPr>
            <p:cNvPr id="454" name="任意多边形: 形状 453"/>
            <p:cNvSpPr/>
            <p:nvPr/>
          </p:nvSpPr>
          <p:spPr>
            <a:xfrm>
              <a:off x="5639262" y="25786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903"/>
                    <a:pt x="9506" y="2761"/>
                    <a:pt x="9506" y="5542"/>
                  </a:cubicBezTo>
                </a:path>
              </a:pathLst>
            </a:custGeom>
            <a:solidFill>
              <a:srgbClr val="F9DFDF"/>
            </a:solidFill>
            <a:ln w="9525" cap="flat">
              <a:noFill/>
              <a:prstDash val="solid"/>
              <a:round/>
            </a:ln>
          </p:spPr>
          <p:txBody>
            <a:bodyPr/>
            <a:lstStyle/>
            <a:p>
              <a:endParaRPr lang="zh-CN" altLang="en-US" sz="2190"/>
            </a:p>
          </p:txBody>
        </p:sp>
        <p:sp>
          <p:nvSpPr>
            <p:cNvPr id="455" name="任意多边形: 形状 454"/>
            <p:cNvSpPr/>
            <p:nvPr/>
          </p:nvSpPr>
          <p:spPr>
            <a:xfrm>
              <a:off x="5563062" y="2578617"/>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456" name="任意多边形: 形状 455"/>
            <p:cNvSpPr/>
            <p:nvPr/>
          </p:nvSpPr>
          <p:spPr>
            <a:xfrm>
              <a:off x="5572586" y="2588150"/>
              <a:ext cx="28578" cy="19045"/>
            </a:xfrm>
            <a:custGeom>
              <a:avLst/>
              <a:gdLst>
                <a:gd name="csX0" fmla="*/ 28452 w 28578"/>
                <a:gd name="csY0" fmla="*/ 10940 h 19045"/>
                <a:gd name="csX1" fmla="*/ 12802 w 28578"/>
                <a:gd name="csY1" fmla="*/ 18922 h 19045"/>
                <a:gd name="csX2" fmla="*/ 86 w 28578"/>
                <a:gd name="csY2" fmla="*/ 8044 h 19045"/>
                <a:gd name="csX3" fmla="*/ 15736 w 28578"/>
                <a:gd name="csY3" fmla="*/ 62 h 19045"/>
                <a:gd name="csX4" fmla="*/ 28452 w 28578"/>
                <a:gd name="csY4" fmla="*/ 10940 h 19045"/>
              </a:gdLst>
              <a:ahLst/>
              <a:cxnLst>
                <a:cxn ang="0">
                  <a:pos x="csX0" y="csY0"/>
                </a:cxn>
                <a:cxn ang="0">
                  <a:pos x="csX1" y="csY1"/>
                </a:cxn>
                <a:cxn ang="0">
                  <a:pos x="csX2" y="csY2"/>
                </a:cxn>
                <a:cxn ang="0">
                  <a:pos x="csX3" y="csY3"/>
                </a:cxn>
                <a:cxn ang="0">
                  <a:pos x="csX4" y="csY4"/>
                </a:cxn>
              </a:cxnLst>
              <a:rect l="l" t="t" r="r" b="b"/>
              <a:pathLst>
                <a:path w="28578" h="19045">
                  <a:moveTo>
                    <a:pt x="28452" y="10940"/>
                  </a:moveTo>
                  <a:cubicBezTo>
                    <a:pt x="27966" y="16026"/>
                    <a:pt x="20622" y="19655"/>
                    <a:pt x="12802" y="18922"/>
                  </a:cubicBezTo>
                  <a:cubicBezTo>
                    <a:pt x="4983" y="18198"/>
                    <a:pt x="-885" y="13121"/>
                    <a:pt x="86" y="8044"/>
                  </a:cubicBezTo>
                  <a:cubicBezTo>
                    <a:pt x="572" y="2958"/>
                    <a:pt x="7916" y="-662"/>
                    <a:pt x="15736" y="62"/>
                  </a:cubicBezTo>
                  <a:cubicBezTo>
                    <a:pt x="23566" y="1148"/>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457" name="任意多边形: 形状 456"/>
            <p:cNvSpPr/>
            <p:nvPr/>
          </p:nvSpPr>
          <p:spPr>
            <a:xfrm>
              <a:off x="5572588" y="2588146"/>
              <a:ext cx="9520" cy="9525"/>
            </a:xfrm>
            <a:custGeom>
              <a:avLst/>
              <a:gdLst>
                <a:gd name="csX0" fmla="*/ 8609 w 9520"/>
                <a:gd name="csY0" fmla="*/ 571 h 9525"/>
                <a:gd name="csX1" fmla="*/ 9152 w 9520"/>
                <a:gd name="csY1" fmla="*/ 4285 h 9525"/>
                <a:gd name="csX2" fmla="*/ 18 w 9520"/>
                <a:gd name="csY2" fmla="*/ 9496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3"/>
                    <a:pt x="18" y="9496"/>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458" name="任意多边形: 形状 457"/>
            <p:cNvSpPr/>
            <p:nvPr/>
          </p:nvSpPr>
          <p:spPr>
            <a:xfrm>
              <a:off x="5582112" y="25881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59" name="任意多边形: 形状 458"/>
            <p:cNvSpPr/>
            <p:nvPr/>
          </p:nvSpPr>
          <p:spPr>
            <a:xfrm>
              <a:off x="5620214" y="250241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60" name="任意多边形: 形状 459"/>
            <p:cNvSpPr/>
            <p:nvPr/>
          </p:nvSpPr>
          <p:spPr>
            <a:xfrm>
              <a:off x="5629741" y="2511949"/>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461" name="任意多边形: 形状 460"/>
            <p:cNvSpPr/>
            <p:nvPr/>
          </p:nvSpPr>
          <p:spPr>
            <a:xfrm>
              <a:off x="5620212" y="2502421"/>
              <a:ext cx="9529" cy="9525"/>
            </a:xfrm>
            <a:custGeom>
              <a:avLst/>
              <a:gdLst>
                <a:gd name="csX0" fmla="*/ 8620 w 9529"/>
                <a:gd name="csY0" fmla="*/ 571 h 9525"/>
                <a:gd name="csX1" fmla="*/ 9153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462" name="任意多边形: 形状 461"/>
            <p:cNvSpPr/>
            <p:nvPr/>
          </p:nvSpPr>
          <p:spPr>
            <a:xfrm>
              <a:off x="5629737" y="250242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463" name="任意多边形: 形状 462"/>
            <p:cNvSpPr/>
            <p:nvPr/>
          </p:nvSpPr>
          <p:spPr>
            <a:xfrm>
              <a:off x="5629739"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64" name="任意多边形: 形状 463"/>
            <p:cNvSpPr/>
            <p:nvPr/>
          </p:nvSpPr>
          <p:spPr>
            <a:xfrm>
              <a:off x="5639266" y="2521475"/>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465" name="任意多边形: 形状 464"/>
            <p:cNvSpPr/>
            <p:nvPr/>
          </p:nvSpPr>
          <p:spPr>
            <a:xfrm>
              <a:off x="5629738" y="2521471"/>
              <a:ext cx="9520" cy="9525"/>
            </a:xfrm>
            <a:custGeom>
              <a:avLst/>
              <a:gdLst>
                <a:gd name="csX0" fmla="*/ 8609 w 9520"/>
                <a:gd name="csY0" fmla="*/ 571 h 9525"/>
                <a:gd name="csX1" fmla="*/ 9152 w 9520"/>
                <a:gd name="csY1" fmla="*/ 4285 h 9525"/>
                <a:gd name="csX2" fmla="*/ 18 w 9520"/>
                <a:gd name="csY2" fmla="*/ 9496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3"/>
                    <a:pt x="18" y="9496"/>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466" name="任意多边形: 形状 465"/>
            <p:cNvSpPr/>
            <p:nvPr/>
          </p:nvSpPr>
          <p:spPr>
            <a:xfrm>
              <a:off x="5639262" y="252147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05" y="9257"/>
                  </a:cubicBezTo>
                  <a:cubicBezTo>
                    <a:pt x="1715" y="9257"/>
                    <a:pt x="-19" y="6466"/>
                    <a:pt x="-19" y="3685"/>
                  </a:cubicBezTo>
                  <a:cubicBezTo>
                    <a:pt x="-19" y="903"/>
                    <a:pt x="2581" y="-30"/>
                    <a:pt x="5172" y="-30"/>
                  </a:cubicBezTo>
                  <a:cubicBezTo>
                    <a:pt x="7772" y="903"/>
                    <a:pt x="9506" y="3685"/>
                    <a:pt x="9506" y="5542"/>
                  </a:cubicBezTo>
                </a:path>
              </a:pathLst>
            </a:custGeom>
            <a:solidFill>
              <a:srgbClr val="F9DFDF"/>
            </a:solidFill>
            <a:ln w="9525" cap="flat">
              <a:noFill/>
              <a:prstDash val="solid"/>
              <a:round/>
            </a:ln>
          </p:spPr>
          <p:txBody>
            <a:bodyPr/>
            <a:lstStyle/>
            <a:p>
              <a:endParaRPr lang="zh-CN" altLang="en-US" sz="2190"/>
            </a:p>
          </p:txBody>
        </p:sp>
        <p:sp>
          <p:nvSpPr>
            <p:cNvPr id="467" name="任意多边形: 形状 466"/>
            <p:cNvSpPr/>
            <p:nvPr/>
          </p:nvSpPr>
          <p:spPr>
            <a:xfrm>
              <a:off x="5048712" y="3331097"/>
              <a:ext cx="19050" cy="133349"/>
            </a:xfrm>
            <a:custGeom>
              <a:avLst/>
              <a:gdLst>
                <a:gd name="csX0" fmla="*/ 19031 w 19050"/>
                <a:gd name="csY0" fmla="*/ 9914 h 133349"/>
                <a:gd name="csX1" fmla="*/ 19031 w 19050"/>
                <a:gd name="csY1" fmla="*/ 122623 h 133349"/>
                <a:gd name="csX2" fmla="*/ 13402 w 19050"/>
                <a:gd name="csY2" fmla="*/ 133320 h 133349"/>
                <a:gd name="csX3" fmla="*/ -19 w 19050"/>
                <a:gd name="csY3" fmla="*/ 121194 h 133349"/>
                <a:gd name="csX4" fmla="*/ -19 w 19050"/>
                <a:gd name="csY4" fmla="*/ 8494 h 133349"/>
                <a:gd name="csX5" fmla="*/ 19031 w 19050"/>
                <a:gd name="csY5" fmla="*/ 9914 h 133349"/>
              </a:gdLst>
              <a:ahLst/>
              <a:cxnLst>
                <a:cxn ang="0">
                  <a:pos x="csX0" y="csY0"/>
                </a:cxn>
                <a:cxn ang="0">
                  <a:pos x="csX1" y="csY1"/>
                </a:cxn>
                <a:cxn ang="0">
                  <a:pos x="csX2" y="csY2"/>
                </a:cxn>
                <a:cxn ang="0">
                  <a:pos x="csX3" y="csY3"/>
                </a:cxn>
                <a:cxn ang="0">
                  <a:pos x="csX4" y="csY4"/>
                </a:cxn>
                <a:cxn ang="0">
                  <a:pos x="csX5" y="csY5"/>
                </a:cxn>
              </a:cxnLst>
              <a:rect l="l" t="t" r="r" b="b"/>
              <a:pathLst>
                <a:path w="19050" h="133349">
                  <a:moveTo>
                    <a:pt x="19031" y="9914"/>
                  </a:moveTo>
                  <a:lnTo>
                    <a:pt x="19031" y="122623"/>
                  </a:lnTo>
                  <a:cubicBezTo>
                    <a:pt x="19031" y="129043"/>
                    <a:pt x="17297" y="129395"/>
                    <a:pt x="13402" y="133320"/>
                  </a:cubicBezTo>
                  <a:cubicBezTo>
                    <a:pt x="1276" y="133320"/>
                    <a:pt x="-19" y="130471"/>
                    <a:pt x="-19" y="121194"/>
                  </a:cubicBezTo>
                  <a:lnTo>
                    <a:pt x="-19" y="8494"/>
                  </a:lnTo>
                  <a:cubicBezTo>
                    <a:pt x="-19" y="-2926"/>
                    <a:pt x="19031" y="-3279"/>
                    <a:pt x="19031" y="9914"/>
                  </a:cubicBezTo>
                </a:path>
              </a:pathLst>
            </a:custGeom>
            <a:solidFill>
              <a:srgbClr val="13AE67"/>
            </a:solidFill>
            <a:ln w="9525" cap="flat">
              <a:noFill/>
              <a:prstDash val="solid"/>
              <a:round/>
            </a:ln>
          </p:spPr>
          <p:txBody>
            <a:bodyPr/>
            <a:lstStyle/>
            <a:p>
              <a:endParaRPr lang="zh-CN" altLang="en-US" sz="2190"/>
            </a:p>
          </p:txBody>
        </p:sp>
        <p:sp>
          <p:nvSpPr>
            <p:cNvPr id="468" name="任意多边形: 形状 467"/>
            <p:cNvSpPr/>
            <p:nvPr/>
          </p:nvSpPr>
          <p:spPr>
            <a:xfrm>
              <a:off x="4886787" y="3331096"/>
              <a:ext cx="19050" cy="133351"/>
            </a:xfrm>
            <a:custGeom>
              <a:avLst/>
              <a:gdLst>
                <a:gd name="csX0" fmla="*/ 19031 w 19050"/>
                <a:gd name="csY0" fmla="*/ 11277 h 133351"/>
                <a:gd name="csX1" fmla="*/ 19031 w 19050"/>
                <a:gd name="csY1" fmla="*/ 120710 h 133351"/>
                <a:gd name="csX2" fmla="*/ -19 w 19050"/>
                <a:gd name="csY2" fmla="*/ 122138 h 133351"/>
                <a:gd name="csX3" fmla="*/ -19 w 19050"/>
                <a:gd name="csY3" fmla="*/ 9496 h 133351"/>
                <a:gd name="csX4" fmla="*/ 1219 w 19050"/>
                <a:gd name="csY4" fmla="*/ 1295 h 133351"/>
                <a:gd name="csX5" fmla="*/ 19031 w 19050"/>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19050" h="133351">
                  <a:moveTo>
                    <a:pt x="19031" y="11277"/>
                  </a:moveTo>
                  <a:lnTo>
                    <a:pt x="19031" y="120710"/>
                  </a:lnTo>
                  <a:cubicBezTo>
                    <a:pt x="19031" y="137464"/>
                    <a:pt x="-19" y="137102"/>
                    <a:pt x="-19" y="122138"/>
                  </a:cubicBezTo>
                  <a:lnTo>
                    <a:pt x="-19" y="9496"/>
                  </a:lnTo>
                  <a:lnTo>
                    <a:pt x="1219" y="1295"/>
                  </a:lnTo>
                  <a:cubicBezTo>
                    <a:pt x="13649" y="-1553"/>
                    <a:pt x="19031" y="-487"/>
                    <a:pt x="19031" y="11277"/>
                  </a:cubicBezTo>
                </a:path>
              </a:pathLst>
            </a:custGeom>
            <a:solidFill>
              <a:srgbClr val="13AE67"/>
            </a:solidFill>
            <a:ln w="9525" cap="flat">
              <a:noFill/>
              <a:prstDash val="solid"/>
              <a:round/>
            </a:ln>
          </p:spPr>
          <p:txBody>
            <a:bodyPr/>
            <a:lstStyle/>
            <a:p>
              <a:endParaRPr lang="zh-CN" altLang="en-US" sz="2190"/>
            </a:p>
          </p:txBody>
        </p:sp>
        <p:sp>
          <p:nvSpPr>
            <p:cNvPr id="469" name="任意多边形: 形状 468"/>
            <p:cNvSpPr/>
            <p:nvPr/>
          </p:nvSpPr>
          <p:spPr>
            <a:xfrm>
              <a:off x="4734383" y="3016772"/>
              <a:ext cx="485782" cy="447671"/>
            </a:xfrm>
            <a:custGeom>
              <a:avLst/>
              <a:gdLst>
                <a:gd name="csX0" fmla="*/ 330578 w 485782"/>
                <a:gd name="csY0" fmla="*/ 93734 h 447671"/>
                <a:gd name="csX1" fmla="*/ 311909 w 485782"/>
                <a:gd name="csY1" fmla="*/ 161513 h 447671"/>
                <a:gd name="csX2" fmla="*/ 330578 w 485782"/>
                <a:gd name="csY2" fmla="*/ 93734 h 447671"/>
                <a:gd name="csX3" fmla="*/ 174501 w 485782"/>
                <a:gd name="csY3" fmla="*/ 94095 h 447671"/>
                <a:gd name="csX4" fmla="*/ 155127 w 485782"/>
                <a:gd name="csY4" fmla="*/ 161513 h 447671"/>
                <a:gd name="csX5" fmla="*/ 174501 w 485782"/>
                <a:gd name="csY5" fmla="*/ 94095 h 447671"/>
                <a:gd name="csX6" fmla="*/ 200571 w 485782"/>
                <a:gd name="csY6" fmla="*/ 166867 h 447671"/>
                <a:gd name="csX7" fmla="*/ 213963 w 485782"/>
                <a:gd name="csY7" fmla="*/ 173648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15 w 485782"/>
                <a:gd name="csY15" fmla="*/ 17753 h 447671"/>
                <a:gd name="csX16" fmla="*/ 51191 w 485782"/>
                <a:gd name="csY16" fmla="*/ 44156 h 447671"/>
                <a:gd name="csX17" fmla="*/ 79728 w 485782"/>
                <a:gd name="csY17" fmla="*/ 86599 h 447671"/>
                <a:gd name="csX18" fmla="*/ 93815 w 485782"/>
                <a:gd name="csY18" fmla="*/ 17753 h 447671"/>
                <a:gd name="csX19" fmla="*/ 249196 w 485782"/>
                <a:gd name="csY19" fmla="*/ 17038 h 447671"/>
                <a:gd name="csX20" fmla="*/ 237214 w 485782"/>
                <a:gd name="csY20" fmla="*/ 86247 h 447671"/>
                <a:gd name="csX21" fmla="*/ 249196 w 485782"/>
                <a:gd name="csY21" fmla="*/ 17038 h 447671"/>
                <a:gd name="csX22" fmla="*/ 407387 w 485782"/>
                <a:gd name="csY22" fmla="*/ 17400 h 447671"/>
                <a:gd name="csX23" fmla="*/ 364754 w 485782"/>
                <a:gd name="csY23" fmla="*/ 43794 h 447671"/>
                <a:gd name="csX24" fmla="*/ 393290 w 485782"/>
                <a:gd name="csY24" fmla="*/ 86247 h 447671"/>
                <a:gd name="csX25" fmla="*/ 407387 w 485782"/>
                <a:gd name="csY25" fmla="*/ 17400 h 447671"/>
                <a:gd name="csX26" fmla="*/ 434867 w 485782"/>
                <a:gd name="csY26" fmla="*/ 90171 h 447671"/>
                <a:gd name="csX27" fmla="*/ 435572 w 485782"/>
                <a:gd name="csY27" fmla="*/ 90886 h 447671"/>
                <a:gd name="csX28" fmla="*/ 454955 w 485782"/>
                <a:gd name="csY28" fmla="*/ 102297 h 447671"/>
                <a:gd name="csX29" fmla="*/ 471157 w 485782"/>
                <a:gd name="csY29" fmla="*/ 117994 h 447671"/>
                <a:gd name="csX30" fmla="*/ 485607 w 485782"/>
                <a:gd name="csY30" fmla="*/ 167933 h 447671"/>
                <a:gd name="csX31" fmla="*/ 485607 w 485782"/>
                <a:gd name="csY31" fmla="*/ 231075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1 h 447671"/>
                <a:gd name="csX37" fmla="*/ 444735 w 485782"/>
                <a:gd name="csY37" fmla="*/ 155446 h 447671"/>
                <a:gd name="csX38" fmla="*/ 446497 w 485782"/>
                <a:gd name="csY38" fmla="*/ 203966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799 w 485782"/>
                <a:gd name="csY66" fmla="*/ 333459 h 447671"/>
                <a:gd name="csX67" fmla="*/ 243557 w 485782"/>
                <a:gd name="csY67" fmla="*/ 328106 h 447671"/>
                <a:gd name="csX68" fmla="*/ 212906 w 485782"/>
                <a:gd name="csY68" fmla="*/ 333459 h 447671"/>
                <a:gd name="csX69" fmla="*/ 212201 w 485782"/>
                <a:gd name="csY69" fmla="*/ 429052 h 447671"/>
                <a:gd name="csX70" fmla="*/ 198104 w 485782"/>
                <a:gd name="csY70" fmla="*/ 445825 h 447671"/>
                <a:gd name="csX71" fmla="*/ 195637 w 485782"/>
                <a:gd name="csY71" fmla="*/ 433338 h 447671"/>
                <a:gd name="csX72" fmla="*/ 195637 w 485782"/>
                <a:gd name="csY72" fmla="*/ 242495 h 447671"/>
                <a:gd name="csX73" fmla="*/ 199162 w 485782"/>
                <a:gd name="csY73" fmla="*/ 230360 h 447671"/>
                <a:gd name="csX74" fmla="*/ 209029 w 485782"/>
                <a:gd name="csY74" fmla="*/ 230360 h 447671"/>
                <a:gd name="csX75" fmla="*/ 212906 w 485782"/>
                <a:gd name="csY75" fmla="*/ 312409 h 447671"/>
                <a:gd name="csX76" fmla="*/ 232985 w 485782"/>
                <a:gd name="csY76" fmla="*/ 315266 h 447671"/>
                <a:gd name="csX77" fmla="*/ 234394 w 485782"/>
                <a:gd name="csY77" fmla="*/ 238209 h 447671"/>
                <a:gd name="csX78" fmla="*/ 175206 w 485782"/>
                <a:gd name="csY78" fmla="*/ 178278 h 447671"/>
                <a:gd name="csX79" fmla="*/ 106855 w 485782"/>
                <a:gd name="csY79" fmla="*/ 201471 h 447671"/>
                <a:gd name="csX80" fmla="*/ 94167 w 485782"/>
                <a:gd name="csY80" fmla="*/ 256049 h 447671"/>
                <a:gd name="csX81" fmla="*/ 100159 w 485782"/>
                <a:gd name="csY81" fmla="*/ 317400 h 447671"/>
                <a:gd name="csX82" fmla="*/ 129048 w 485782"/>
                <a:gd name="csY82" fmla="*/ 231075 h 447671"/>
                <a:gd name="csX83" fmla="*/ 132925 w 485782"/>
                <a:gd name="csY83" fmla="*/ 245343 h 447671"/>
                <a:gd name="csX84" fmla="*/ 130810 w 485782"/>
                <a:gd name="csY84" fmla="*/ 445463 h 447671"/>
                <a:gd name="csX85" fmla="*/ 119190 w 485782"/>
                <a:gd name="csY85" fmla="*/ 445463 h 447671"/>
                <a:gd name="csX86" fmla="*/ 117427 w 485782"/>
                <a:gd name="csY86" fmla="*/ 333459 h 447671"/>
                <a:gd name="csX87" fmla="*/ 91357 w 485782"/>
                <a:gd name="csY87" fmla="*/ 330249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9 h 447671"/>
                <a:gd name="csX93" fmla="*/ 25121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3 w 485782"/>
                <a:gd name="csY98" fmla="*/ 162942 h 447671"/>
                <a:gd name="csX99" fmla="*/ 54363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1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65 w 485782"/>
                <a:gd name="csY112" fmla="*/ 47004 h 447671"/>
                <a:gd name="csX113" fmla="*/ 241795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3734"/>
                  </a:moveTo>
                  <a:cubicBezTo>
                    <a:pt x="284077" y="80894"/>
                    <a:pt x="266808" y="150817"/>
                    <a:pt x="311909" y="161513"/>
                  </a:cubicBezTo>
                  <a:cubicBezTo>
                    <a:pt x="358762" y="172934"/>
                    <a:pt x="376031" y="106221"/>
                    <a:pt x="330578" y="93734"/>
                  </a:cubicBezTo>
                  <a:moveTo>
                    <a:pt x="174501" y="94095"/>
                  </a:moveTo>
                  <a:cubicBezTo>
                    <a:pt x="127638" y="80894"/>
                    <a:pt x="111436" y="150817"/>
                    <a:pt x="155127" y="161513"/>
                  </a:cubicBezTo>
                  <a:cubicBezTo>
                    <a:pt x="202686" y="173648"/>
                    <a:pt x="220307" y="106935"/>
                    <a:pt x="174501" y="94095"/>
                  </a:cubicBezTo>
                  <a:moveTo>
                    <a:pt x="200571" y="166867"/>
                  </a:moveTo>
                  <a:cubicBezTo>
                    <a:pt x="204800" y="170077"/>
                    <a:pt x="209734" y="171505"/>
                    <a:pt x="213963" y="173648"/>
                  </a:cubicBezTo>
                  <a:cubicBezTo>
                    <a:pt x="236509" y="186126"/>
                    <a:pt x="236509" y="198613"/>
                    <a:pt x="244615" y="202890"/>
                  </a:cubicBezTo>
                  <a:cubicBezTo>
                    <a:pt x="266103" y="170791"/>
                    <a:pt x="274561" y="175429"/>
                    <a:pt x="286896" y="166867"/>
                  </a:cubicBezTo>
                  <a:cubicBezTo>
                    <a:pt x="284429" y="161161"/>
                    <a:pt x="279143" y="159018"/>
                    <a:pt x="275266" y="151522"/>
                  </a:cubicBezTo>
                  <a:cubicBezTo>
                    <a:pt x="266103" y="133329"/>
                    <a:pt x="270332" y="121918"/>
                    <a:pt x="273504" y="106221"/>
                  </a:cubicBezTo>
                  <a:cubicBezTo>
                    <a:pt x="255187" y="101230"/>
                    <a:pt x="231575" y="99449"/>
                    <a:pt x="213611" y="106583"/>
                  </a:cubicBezTo>
                  <a:cubicBezTo>
                    <a:pt x="214668" y="113003"/>
                    <a:pt x="217135" y="116927"/>
                    <a:pt x="217135" y="124414"/>
                  </a:cubicBezTo>
                  <a:cubicBezTo>
                    <a:pt x="216783" y="155446"/>
                    <a:pt x="205505" y="154741"/>
                    <a:pt x="200571" y="166867"/>
                  </a:cubicBezTo>
                  <a:moveTo>
                    <a:pt x="93815" y="17753"/>
                  </a:moveTo>
                  <a:cubicBezTo>
                    <a:pt x="73031" y="12761"/>
                    <a:pt x="55067" y="28097"/>
                    <a:pt x="51191" y="44156"/>
                  </a:cubicBezTo>
                  <a:cubicBezTo>
                    <a:pt x="45904" y="66273"/>
                    <a:pt x="62106" y="82675"/>
                    <a:pt x="79728" y="86599"/>
                  </a:cubicBezTo>
                  <a:cubicBezTo>
                    <a:pt x="122361" y="95524"/>
                    <a:pt x="143497" y="29887"/>
                    <a:pt x="93815" y="17753"/>
                  </a:cubicBezTo>
                  <a:moveTo>
                    <a:pt x="249196" y="17038"/>
                  </a:moveTo>
                  <a:cubicBezTo>
                    <a:pt x="207972" y="7409"/>
                    <a:pt x="185779" y="75541"/>
                    <a:pt x="237214" y="86247"/>
                  </a:cubicBezTo>
                  <a:cubicBezTo>
                    <a:pt x="279143" y="95162"/>
                    <a:pt x="300984" y="29173"/>
                    <a:pt x="249196" y="17038"/>
                  </a:cubicBezTo>
                  <a:moveTo>
                    <a:pt x="407387" y="17400"/>
                  </a:moveTo>
                  <a:cubicBezTo>
                    <a:pt x="386251" y="12761"/>
                    <a:pt x="368630" y="27392"/>
                    <a:pt x="364754" y="43794"/>
                  </a:cubicBezTo>
                  <a:cubicBezTo>
                    <a:pt x="359467" y="65559"/>
                    <a:pt x="375679" y="82323"/>
                    <a:pt x="393290" y="86247"/>
                  </a:cubicBezTo>
                  <a:cubicBezTo>
                    <a:pt x="436277" y="95877"/>
                    <a:pt x="456717" y="28459"/>
                    <a:pt x="407387" y="17400"/>
                  </a:cubicBezTo>
                  <a:moveTo>
                    <a:pt x="434867" y="90171"/>
                  </a:moveTo>
                  <a:cubicBezTo>
                    <a:pt x="435219" y="90524"/>
                    <a:pt x="435572" y="90524"/>
                    <a:pt x="435572" y="90886"/>
                  </a:cubicBezTo>
                  <a:lnTo>
                    <a:pt x="454955" y="102297"/>
                  </a:lnTo>
                  <a:cubicBezTo>
                    <a:pt x="463756" y="108364"/>
                    <a:pt x="464461" y="109431"/>
                    <a:pt x="471157" y="117994"/>
                  </a:cubicBezTo>
                  <a:cubicBezTo>
                    <a:pt x="482435" y="133329"/>
                    <a:pt x="485607" y="145102"/>
                    <a:pt x="485607" y="167933"/>
                  </a:cubicBezTo>
                  <a:cubicBezTo>
                    <a:pt x="485607" y="188984"/>
                    <a:pt x="485959" y="210024"/>
                    <a:pt x="485607" y="231075"/>
                  </a:cubicBezTo>
                  <a:cubicBezTo>
                    <a:pt x="485607" y="242847"/>
                    <a:pt x="482435" y="247124"/>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1"/>
                  </a:cubicBezTo>
                  <a:cubicBezTo>
                    <a:pt x="436629" y="155094"/>
                    <a:pt x="440506" y="154741"/>
                    <a:pt x="444735" y="155446"/>
                  </a:cubicBezTo>
                  <a:cubicBezTo>
                    <a:pt x="448964" y="166867"/>
                    <a:pt x="446497" y="189336"/>
                    <a:pt x="446497" y="203966"/>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2"/>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467"/>
                    <a:pt x="394700" y="334878"/>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89" y="430128"/>
                    <a:pt x="276676" y="352356"/>
                    <a:pt x="272799" y="333459"/>
                  </a:cubicBezTo>
                  <a:cubicBezTo>
                    <a:pt x="256597" y="334878"/>
                    <a:pt x="255892" y="336307"/>
                    <a:pt x="243557" y="328106"/>
                  </a:cubicBezTo>
                  <a:cubicBezTo>
                    <a:pt x="225936" y="333811"/>
                    <a:pt x="240386" y="335954"/>
                    <a:pt x="212906" y="333459"/>
                  </a:cubicBezTo>
                  <a:cubicBezTo>
                    <a:pt x="210791" y="344155"/>
                    <a:pt x="212201" y="409792"/>
                    <a:pt x="212201" y="429052"/>
                  </a:cubicBezTo>
                  <a:cubicBezTo>
                    <a:pt x="212201" y="442615"/>
                    <a:pt x="212906" y="449035"/>
                    <a:pt x="198104" y="445825"/>
                  </a:cubicBezTo>
                  <a:cubicBezTo>
                    <a:pt x="196695" y="441901"/>
                    <a:pt x="195637" y="438691"/>
                    <a:pt x="195637" y="433338"/>
                  </a:cubicBezTo>
                  <a:lnTo>
                    <a:pt x="195637" y="242495"/>
                  </a:lnTo>
                  <a:cubicBezTo>
                    <a:pt x="195637" y="236428"/>
                    <a:pt x="197399" y="234646"/>
                    <a:pt x="199162" y="230360"/>
                  </a:cubicBezTo>
                  <a:lnTo>
                    <a:pt x="209029" y="230360"/>
                  </a:lnTo>
                  <a:cubicBezTo>
                    <a:pt x="217487" y="244991"/>
                    <a:pt x="208677" y="301350"/>
                    <a:pt x="212906" y="312409"/>
                  </a:cubicBezTo>
                  <a:cubicBezTo>
                    <a:pt x="216078" y="320610"/>
                    <a:pt x="227003" y="318476"/>
                    <a:pt x="232985" y="315266"/>
                  </a:cubicBezTo>
                  <a:cubicBezTo>
                    <a:pt x="236861" y="292435"/>
                    <a:pt x="234747" y="261755"/>
                    <a:pt x="234394" y="238209"/>
                  </a:cubicBezTo>
                  <a:cubicBezTo>
                    <a:pt x="234394" y="206110"/>
                    <a:pt x="207620" y="178278"/>
                    <a:pt x="175206" y="178278"/>
                  </a:cubicBezTo>
                  <a:cubicBezTo>
                    <a:pt x="149489" y="178278"/>
                    <a:pt x="125885" y="176496"/>
                    <a:pt x="106855" y="201471"/>
                  </a:cubicBezTo>
                  <a:cubicBezTo>
                    <a:pt x="94167" y="217873"/>
                    <a:pt x="94167" y="231789"/>
                    <a:pt x="94167" y="256049"/>
                  </a:cubicBezTo>
                  <a:cubicBezTo>
                    <a:pt x="94167" y="269603"/>
                    <a:pt x="90300" y="312761"/>
                    <a:pt x="100159" y="317400"/>
                  </a:cubicBezTo>
                  <a:cubicBezTo>
                    <a:pt x="138564" y="334526"/>
                    <a:pt x="99806" y="215025"/>
                    <a:pt x="129048" y="231075"/>
                  </a:cubicBezTo>
                  <a:cubicBezTo>
                    <a:pt x="133982" y="233570"/>
                    <a:pt x="132925" y="239637"/>
                    <a:pt x="132925" y="245343"/>
                  </a:cubicBezTo>
                  <a:cubicBezTo>
                    <a:pt x="132572" y="279585"/>
                    <a:pt x="135392" y="434767"/>
                    <a:pt x="130810" y="445463"/>
                  </a:cubicBezTo>
                  <a:cubicBezTo>
                    <a:pt x="125885" y="446892"/>
                    <a:pt x="123771" y="446892"/>
                    <a:pt x="119190" y="445463"/>
                  </a:cubicBezTo>
                  <a:cubicBezTo>
                    <a:pt x="113551" y="430480"/>
                    <a:pt x="120952" y="356995"/>
                    <a:pt x="117427" y="333459"/>
                  </a:cubicBezTo>
                  <a:cubicBezTo>
                    <a:pt x="105797" y="332382"/>
                    <a:pt x="105093" y="338088"/>
                    <a:pt x="91357" y="330249"/>
                  </a:cubicBezTo>
                  <a:cubicBezTo>
                    <a:pt x="83604" y="325963"/>
                    <a:pt x="79375" y="319543"/>
                    <a:pt x="78670" y="309913"/>
                  </a:cubicBezTo>
                  <a:cubicBezTo>
                    <a:pt x="77261" y="290292"/>
                    <a:pt x="78670" y="265679"/>
                    <a:pt x="78670" y="245343"/>
                  </a:cubicBezTo>
                  <a:cubicBezTo>
                    <a:pt x="78670" y="183993"/>
                    <a:pt x="112846" y="177925"/>
                    <a:pt x="129048" y="165800"/>
                  </a:cubicBezTo>
                  <a:cubicBezTo>
                    <a:pt x="126590" y="158666"/>
                    <a:pt x="118132" y="154027"/>
                    <a:pt x="114256" y="139758"/>
                  </a:cubicBezTo>
                  <a:cubicBezTo>
                    <a:pt x="110027" y="123699"/>
                    <a:pt x="113551" y="119775"/>
                    <a:pt x="116370" y="105869"/>
                  </a:cubicBezTo>
                  <a:cubicBezTo>
                    <a:pt x="91357" y="94810"/>
                    <a:pt x="42732" y="100163"/>
                    <a:pt x="25121" y="130481"/>
                  </a:cubicBezTo>
                  <a:cubicBezTo>
                    <a:pt x="12081" y="152236"/>
                    <a:pt x="15958" y="178639"/>
                    <a:pt x="15958" y="206462"/>
                  </a:cubicBezTo>
                  <a:cubicBezTo>
                    <a:pt x="15958" y="217520"/>
                    <a:pt x="12786" y="238209"/>
                    <a:pt x="23711" y="241781"/>
                  </a:cubicBezTo>
                  <a:cubicBezTo>
                    <a:pt x="40265" y="247486"/>
                    <a:pt x="39208" y="228217"/>
                    <a:pt x="39208" y="216806"/>
                  </a:cubicBezTo>
                  <a:cubicBezTo>
                    <a:pt x="39208" y="208958"/>
                    <a:pt x="36741" y="159732"/>
                    <a:pt x="41675" y="155446"/>
                  </a:cubicBezTo>
                  <a:cubicBezTo>
                    <a:pt x="46962" y="151169"/>
                    <a:pt x="54363" y="154027"/>
                    <a:pt x="54363" y="162942"/>
                  </a:cubicBezTo>
                  <a:lnTo>
                    <a:pt x="54363" y="361281"/>
                  </a:lnTo>
                  <a:cubicBezTo>
                    <a:pt x="54363" y="371626"/>
                    <a:pt x="49429"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45" y="97305"/>
                    <a:pt x="44495" y="95162"/>
                    <a:pt x="51191" y="89104"/>
                  </a:cubicBezTo>
                  <a:cubicBezTo>
                    <a:pt x="43085" y="74122"/>
                    <a:pt x="34274" y="76617"/>
                    <a:pt x="34274" y="48433"/>
                  </a:cubicBezTo>
                  <a:cubicBezTo>
                    <a:pt x="34274" y="-13994"/>
                    <a:pt x="137506" y="-17204"/>
                    <a:pt x="137506" y="49862"/>
                  </a:cubicBezTo>
                  <a:cubicBezTo>
                    <a:pt x="137506" y="78398"/>
                    <a:pt x="124828" y="80179"/>
                    <a:pt x="120952" y="90524"/>
                  </a:cubicBezTo>
                  <a:cubicBezTo>
                    <a:pt x="135392" y="93381"/>
                    <a:pt x="129753" y="76255"/>
                    <a:pt x="167805" y="76255"/>
                  </a:cubicBezTo>
                  <a:cubicBezTo>
                    <a:pt x="176263" y="76255"/>
                    <a:pt x="184369" y="79113"/>
                    <a:pt x="190360" y="82323"/>
                  </a:cubicBezTo>
                  <a:cubicBezTo>
                    <a:pt x="198457" y="86599"/>
                    <a:pt x="199514" y="92667"/>
                    <a:pt x="207972" y="90524"/>
                  </a:cubicBezTo>
                  <a:cubicBezTo>
                    <a:pt x="204095" y="78398"/>
                    <a:pt x="191065" y="80894"/>
                    <a:pt x="191065" y="47004"/>
                  </a:cubicBezTo>
                  <a:cubicBezTo>
                    <a:pt x="191065" y="21677"/>
                    <a:pt x="214668" y="636"/>
                    <a:pt x="241795" y="274"/>
                  </a:cubicBezTo>
                  <a:cubicBezTo>
                    <a:pt x="269980" y="-78"/>
                    <a:pt x="294288" y="20610"/>
                    <a:pt x="294288" y="47004"/>
                  </a:cubicBezTo>
                  <a:cubicBezTo>
                    <a:pt x="294288" y="80179"/>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608"/>
                    <a:pt x="438744" y="83389"/>
                    <a:pt x="434867" y="90171"/>
                  </a:cubicBezTo>
                </a:path>
              </a:pathLst>
            </a:custGeom>
            <a:solidFill>
              <a:srgbClr val="13AE67"/>
            </a:solidFill>
            <a:ln w="9525" cap="flat">
              <a:noFill/>
              <a:prstDash val="solid"/>
              <a:round/>
            </a:ln>
          </p:spPr>
          <p:txBody>
            <a:bodyPr/>
            <a:lstStyle/>
            <a:p>
              <a:endParaRPr lang="zh-CN" altLang="en-US" sz="2190"/>
            </a:p>
          </p:txBody>
        </p:sp>
        <p:sp>
          <p:nvSpPr>
            <p:cNvPr id="470" name="文本框 469"/>
            <p:cNvSpPr txBox="1"/>
            <p:nvPr/>
          </p:nvSpPr>
          <p:spPr>
            <a:xfrm>
              <a:off x="4717346" y="3456324"/>
              <a:ext cx="55342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Network</a:t>
              </a:r>
            </a:p>
          </p:txBody>
        </p:sp>
        <p:sp>
          <p:nvSpPr>
            <p:cNvPr id="471" name="文本框 470"/>
            <p:cNvSpPr txBox="1"/>
            <p:nvPr/>
          </p:nvSpPr>
          <p:spPr>
            <a:xfrm>
              <a:off x="5381753" y="345632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Purist</a:t>
              </a:r>
            </a:p>
          </p:txBody>
        </p:sp>
        <p:sp>
          <p:nvSpPr>
            <p:cNvPr id="472" name="文本框 471"/>
            <p:cNvSpPr txBox="1"/>
            <p:nvPr/>
          </p:nvSpPr>
          <p:spPr>
            <a:xfrm>
              <a:off x="5378667" y="2722899"/>
              <a:ext cx="458010"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CCLE</a:t>
              </a:r>
            </a:p>
          </p:txBody>
        </p:sp>
        <p:sp>
          <p:nvSpPr>
            <p:cNvPr id="473" name="文本框 472"/>
            <p:cNvSpPr txBox="1"/>
            <p:nvPr/>
          </p:nvSpPr>
          <p:spPr>
            <a:xfrm>
              <a:off x="5967798" y="2722899"/>
              <a:ext cx="61174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Changhai</a:t>
              </a:r>
            </a:p>
          </p:txBody>
        </p:sp>
        <p:sp>
          <p:nvSpPr>
            <p:cNvPr id="474" name="文本框 473"/>
            <p:cNvSpPr txBox="1"/>
            <p:nvPr/>
          </p:nvSpPr>
          <p:spPr>
            <a:xfrm>
              <a:off x="5973037" y="3456324"/>
              <a:ext cx="60113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TEP2022</a:t>
              </a:r>
            </a:p>
          </p:txBody>
        </p:sp>
        <p:sp>
          <p:nvSpPr>
            <p:cNvPr id="475" name="任意多边形: 形状 474"/>
            <p:cNvSpPr/>
            <p:nvPr/>
          </p:nvSpPr>
          <p:spPr>
            <a:xfrm>
              <a:off x="5658312" y="3340622"/>
              <a:ext cx="19050" cy="133349"/>
            </a:xfrm>
            <a:custGeom>
              <a:avLst/>
              <a:gdLst>
                <a:gd name="csX0" fmla="*/ 19031 w 19050"/>
                <a:gd name="csY0" fmla="*/ 9914 h 133349"/>
                <a:gd name="csX1" fmla="*/ 19031 w 19050"/>
                <a:gd name="csY1" fmla="*/ 122623 h 133349"/>
                <a:gd name="csX2" fmla="*/ 13402 w 19050"/>
                <a:gd name="csY2" fmla="*/ 133320 h 133349"/>
                <a:gd name="csX3" fmla="*/ -19 w 19050"/>
                <a:gd name="csY3" fmla="*/ 121194 h 133349"/>
                <a:gd name="csX4" fmla="*/ -19 w 19050"/>
                <a:gd name="csY4" fmla="*/ 8494 h 133349"/>
                <a:gd name="csX5" fmla="*/ 19031 w 19050"/>
                <a:gd name="csY5" fmla="*/ 9914 h 133349"/>
              </a:gdLst>
              <a:ahLst/>
              <a:cxnLst>
                <a:cxn ang="0">
                  <a:pos x="csX0" y="csY0"/>
                </a:cxn>
                <a:cxn ang="0">
                  <a:pos x="csX1" y="csY1"/>
                </a:cxn>
                <a:cxn ang="0">
                  <a:pos x="csX2" y="csY2"/>
                </a:cxn>
                <a:cxn ang="0">
                  <a:pos x="csX3" y="csY3"/>
                </a:cxn>
                <a:cxn ang="0">
                  <a:pos x="csX4" y="csY4"/>
                </a:cxn>
                <a:cxn ang="0">
                  <a:pos x="csX5" y="csY5"/>
                </a:cxn>
              </a:cxnLst>
              <a:rect l="l" t="t" r="r" b="b"/>
              <a:pathLst>
                <a:path w="19050" h="133349">
                  <a:moveTo>
                    <a:pt x="19031" y="9914"/>
                  </a:moveTo>
                  <a:lnTo>
                    <a:pt x="19031" y="122623"/>
                  </a:lnTo>
                  <a:cubicBezTo>
                    <a:pt x="19031" y="129395"/>
                    <a:pt x="17297" y="129395"/>
                    <a:pt x="13402" y="133320"/>
                  </a:cubicBezTo>
                  <a:cubicBezTo>
                    <a:pt x="1276" y="133320"/>
                    <a:pt x="-19" y="130471"/>
                    <a:pt x="-19" y="121194"/>
                  </a:cubicBezTo>
                  <a:lnTo>
                    <a:pt x="-19" y="8494"/>
                  </a:lnTo>
                  <a:cubicBezTo>
                    <a:pt x="-19" y="-2926"/>
                    <a:pt x="19031" y="-3279"/>
                    <a:pt x="19031" y="9914"/>
                  </a:cubicBezTo>
                </a:path>
              </a:pathLst>
            </a:custGeom>
            <a:solidFill>
              <a:srgbClr val="78206E"/>
            </a:solidFill>
            <a:ln w="9525" cap="flat">
              <a:noFill/>
              <a:prstDash val="solid"/>
              <a:round/>
            </a:ln>
          </p:spPr>
          <p:txBody>
            <a:bodyPr/>
            <a:lstStyle/>
            <a:p>
              <a:endParaRPr lang="zh-CN" altLang="en-US" sz="2190"/>
            </a:p>
          </p:txBody>
        </p:sp>
        <p:sp>
          <p:nvSpPr>
            <p:cNvPr id="476" name="任意多边形: 形状 475"/>
            <p:cNvSpPr/>
            <p:nvPr/>
          </p:nvSpPr>
          <p:spPr>
            <a:xfrm>
              <a:off x="5505912" y="3340618"/>
              <a:ext cx="19050" cy="133355"/>
            </a:xfrm>
            <a:custGeom>
              <a:avLst/>
              <a:gdLst>
                <a:gd name="csX0" fmla="*/ 19031 w 19050"/>
                <a:gd name="csY0" fmla="*/ 11136 h 133355"/>
                <a:gd name="csX1" fmla="*/ 19031 w 19050"/>
                <a:gd name="csY1" fmla="*/ 120731 h 133355"/>
                <a:gd name="csX2" fmla="*/ -19 w 19050"/>
                <a:gd name="csY2" fmla="*/ 122160 h 133355"/>
                <a:gd name="csX3" fmla="*/ -19 w 19050"/>
                <a:gd name="csY3" fmla="*/ 9717 h 133355"/>
                <a:gd name="csX4" fmla="*/ 1219 w 19050"/>
                <a:gd name="csY4" fmla="*/ 1526 h 133355"/>
                <a:gd name="csX5" fmla="*/ 19031 w 19050"/>
                <a:gd name="csY5" fmla="*/ 11136 h 133355"/>
              </a:gdLst>
              <a:ahLst/>
              <a:cxnLst>
                <a:cxn ang="0">
                  <a:pos x="csX0" y="csY0"/>
                </a:cxn>
                <a:cxn ang="0">
                  <a:pos x="csX1" y="csY1"/>
                </a:cxn>
                <a:cxn ang="0">
                  <a:pos x="csX2" y="csY2"/>
                </a:cxn>
                <a:cxn ang="0">
                  <a:pos x="csX3" y="csY3"/>
                </a:cxn>
                <a:cxn ang="0">
                  <a:pos x="csX4" y="csY4"/>
                </a:cxn>
                <a:cxn ang="0">
                  <a:pos x="csX5" y="csY5"/>
                </a:cxn>
              </a:cxnLst>
              <a:rect l="l" t="t" r="r" b="b"/>
              <a:pathLst>
                <a:path w="19050" h="133355">
                  <a:moveTo>
                    <a:pt x="19031" y="11136"/>
                  </a:moveTo>
                  <a:lnTo>
                    <a:pt x="19031" y="120731"/>
                  </a:lnTo>
                  <a:cubicBezTo>
                    <a:pt x="19031" y="137457"/>
                    <a:pt x="-19" y="137105"/>
                    <a:pt x="-19" y="122160"/>
                  </a:cubicBezTo>
                  <a:lnTo>
                    <a:pt x="-19" y="9717"/>
                  </a:lnTo>
                  <a:lnTo>
                    <a:pt x="1219" y="1526"/>
                  </a:lnTo>
                  <a:cubicBezTo>
                    <a:pt x="14059" y="-1675"/>
                    <a:pt x="19031" y="-608"/>
                    <a:pt x="19031" y="11136"/>
                  </a:cubicBezTo>
                </a:path>
              </a:pathLst>
            </a:custGeom>
            <a:solidFill>
              <a:srgbClr val="78206E"/>
            </a:solidFill>
            <a:ln w="9525" cap="flat">
              <a:noFill/>
              <a:prstDash val="solid"/>
              <a:round/>
            </a:ln>
          </p:spPr>
          <p:txBody>
            <a:bodyPr/>
            <a:lstStyle/>
            <a:p>
              <a:endParaRPr lang="zh-CN" altLang="en-US" sz="2190"/>
            </a:p>
          </p:txBody>
        </p:sp>
        <p:sp>
          <p:nvSpPr>
            <p:cNvPr id="477" name="任意多边形: 形状 476"/>
            <p:cNvSpPr/>
            <p:nvPr/>
          </p:nvSpPr>
          <p:spPr>
            <a:xfrm>
              <a:off x="5343984" y="3026297"/>
              <a:ext cx="495300" cy="447671"/>
            </a:xfrm>
            <a:custGeom>
              <a:avLst/>
              <a:gdLst>
                <a:gd name="csX0" fmla="*/ 337063 w 495300"/>
                <a:gd name="csY0" fmla="*/ 93734 h 447671"/>
                <a:gd name="csX1" fmla="*/ 318023 w 495300"/>
                <a:gd name="csY1" fmla="*/ 161513 h 447671"/>
                <a:gd name="csX2" fmla="*/ 337063 w 495300"/>
                <a:gd name="csY2" fmla="*/ 93734 h 447671"/>
                <a:gd name="csX3" fmla="*/ 177567 w 495300"/>
                <a:gd name="csY3" fmla="*/ 94095 h 447671"/>
                <a:gd name="csX4" fmla="*/ 157803 w 495300"/>
                <a:gd name="csY4" fmla="*/ 161513 h 447671"/>
                <a:gd name="csX5" fmla="*/ 177567 w 495300"/>
                <a:gd name="csY5" fmla="*/ 94095 h 447671"/>
                <a:gd name="csX6" fmla="*/ 204151 w 495300"/>
                <a:gd name="csY6" fmla="*/ 166505 h 447671"/>
                <a:gd name="csX7" fmla="*/ 217801 w 495300"/>
                <a:gd name="csY7" fmla="*/ 173287 h 447671"/>
                <a:gd name="csX8" fmla="*/ 249052 w 495300"/>
                <a:gd name="csY8" fmla="*/ 202538 h 447671"/>
                <a:gd name="csX9" fmla="*/ 292162 w 495300"/>
                <a:gd name="csY9" fmla="*/ 166505 h 447671"/>
                <a:gd name="csX10" fmla="*/ 280304 w 495300"/>
                <a:gd name="csY10" fmla="*/ 151169 h 447671"/>
                <a:gd name="csX11" fmla="*/ 278504 w 495300"/>
                <a:gd name="csY11" fmla="*/ 105869 h 447671"/>
                <a:gd name="csX12" fmla="*/ 217439 w 495300"/>
                <a:gd name="csY12" fmla="*/ 106221 h 447671"/>
                <a:gd name="csX13" fmla="*/ 221030 w 495300"/>
                <a:gd name="csY13" fmla="*/ 124061 h 447671"/>
                <a:gd name="csX14" fmla="*/ 204151 w 495300"/>
                <a:gd name="csY14" fmla="*/ 166505 h 447671"/>
                <a:gd name="csX15" fmla="*/ 95662 w 495300"/>
                <a:gd name="csY15" fmla="*/ 17400 h 447671"/>
                <a:gd name="csX16" fmla="*/ 52190 w 495300"/>
                <a:gd name="csY16" fmla="*/ 43794 h 447671"/>
                <a:gd name="csX17" fmla="*/ 81289 w 495300"/>
                <a:gd name="csY17" fmla="*/ 86247 h 447671"/>
                <a:gd name="csX18" fmla="*/ 95662 w 495300"/>
                <a:gd name="csY18" fmla="*/ 17400 h 447671"/>
                <a:gd name="csX19" fmla="*/ 253719 w 495300"/>
                <a:gd name="csY19" fmla="*/ 17038 h 447671"/>
                <a:gd name="csX20" fmla="*/ 241509 w 495300"/>
                <a:gd name="csY20" fmla="*/ 86247 h 447671"/>
                <a:gd name="csX21" fmla="*/ 253719 w 495300"/>
                <a:gd name="csY21" fmla="*/ 17038 h 447671"/>
                <a:gd name="csX22" fmla="*/ 415016 w 495300"/>
                <a:gd name="csY22" fmla="*/ 17400 h 447671"/>
                <a:gd name="csX23" fmla="*/ 371553 w 495300"/>
                <a:gd name="csY23" fmla="*/ 43794 h 447671"/>
                <a:gd name="csX24" fmla="*/ 400643 w 495300"/>
                <a:gd name="csY24" fmla="*/ 86247 h 447671"/>
                <a:gd name="csX25" fmla="*/ 415016 w 495300"/>
                <a:gd name="csY25" fmla="*/ 17400 h 447671"/>
                <a:gd name="csX26" fmla="*/ 443391 w 495300"/>
                <a:gd name="csY26" fmla="*/ 90171 h 447671"/>
                <a:gd name="csX27" fmla="*/ 444115 w 495300"/>
                <a:gd name="csY27" fmla="*/ 90886 h 447671"/>
                <a:gd name="csX28" fmla="*/ 463870 w 495300"/>
                <a:gd name="csY28" fmla="*/ 102297 h 447671"/>
                <a:gd name="csX29" fmla="*/ 480396 w 495300"/>
                <a:gd name="csY29" fmla="*/ 118356 h 447671"/>
                <a:gd name="csX30" fmla="*/ 495121 w 495300"/>
                <a:gd name="csY30" fmla="*/ 168295 h 447671"/>
                <a:gd name="csX31" fmla="*/ 495121 w 495300"/>
                <a:gd name="csY31" fmla="*/ 231436 h 447671"/>
                <a:gd name="csX32" fmla="*/ 485063 w 495300"/>
                <a:gd name="csY32" fmla="*/ 252839 h 447671"/>
                <a:gd name="csX33" fmla="*/ 455612 w 495300"/>
                <a:gd name="csY33" fmla="*/ 257830 h 447671"/>
                <a:gd name="csX34" fmla="*/ 455250 w 495300"/>
                <a:gd name="csY34" fmla="*/ 366987 h 447671"/>
                <a:gd name="csX35" fmla="*/ 441238 w 495300"/>
                <a:gd name="csY35" fmla="*/ 369844 h 447671"/>
                <a:gd name="csX36" fmla="*/ 441238 w 495300"/>
                <a:gd name="csY36" fmla="*/ 156161 h 447671"/>
                <a:gd name="csX37" fmla="*/ 453449 w 495300"/>
                <a:gd name="csY37" fmla="*/ 155446 h 447671"/>
                <a:gd name="csX38" fmla="*/ 455250 w 495300"/>
                <a:gd name="csY38" fmla="*/ 203966 h 447671"/>
                <a:gd name="csX39" fmla="*/ 468546 w 495300"/>
                <a:gd name="csY39" fmla="*/ 243200 h 447671"/>
                <a:gd name="csX40" fmla="*/ 479319 w 495300"/>
                <a:gd name="csY40" fmla="*/ 226798 h 447671"/>
                <a:gd name="csX41" fmla="*/ 479319 w 495300"/>
                <a:gd name="csY41" fmla="*/ 165085 h 447671"/>
                <a:gd name="csX42" fmla="*/ 377297 w 495300"/>
                <a:gd name="csY42" fmla="*/ 106583 h 447671"/>
                <a:gd name="csX43" fmla="*/ 378735 w 495300"/>
                <a:gd name="csY43" fmla="*/ 140825 h 447671"/>
                <a:gd name="csX44" fmla="*/ 363648 w 495300"/>
                <a:gd name="csY44" fmla="*/ 166505 h 447671"/>
                <a:gd name="csX45" fmla="*/ 398490 w 495300"/>
                <a:gd name="csY45" fmla="*/ 191479 h 447671"/>
                <a:gd name="csX46" fmla="*/ 415016 w 495300"/>
                <a:gd name="csY46" fmla="*/ 233932 h 447671"/>
                <a:gd name="csX47" fmla="*/ 415016 w 495300"/>
                <a:gd name="csY47" fmla="*/ 310627 h 447671"/>
                <a:gd name="csX48" fmla="*/ 388432 w 495300"/>
                <a:gd name="csY48" fmla="*/ 334878 h 447671"/>
                <a:gd name="csX49" fmla="*/ 374782 w 495300"/>
                <a:gd name="csY49" fmla="*/ 369130 h 447671"/>
                <a:gd name="csX50" fmla="*/ 372982 w 495300"/>
                <a:gd name="csY50" fmla="*/ 444749 h 447671"/>
                <a:gd name="csX51" fmla="*/ 359333 w 495300"/>
                <a:gd name="csY51" fmla="*/ 436900 h 447671"/>
                <a:gd name="csX52" fmla="*/ 359333 w 495300"/>
                <a:gd name="csY52" fmla="*/ 239990 h 447671"/>
                <a:gd name="csX53" fmla="*/ 374782 w 495300"/>
                <a:gd name="csY53" fmla="*/ 246057 h 447671"/>
                <a:gd name="csX54" fmla="*/ 379450 w 495300"/>
                <a:gd name="csY54" fmla="*/ 316333 h 447671"/>
                <a:gd name="csX55" fmla="*/ 398852 w 495300"/>
                <a:gd name="csY55" fmla="*/ 304913 h 447671"/>
                <a:gd name="csX56" fmla="*/ 398852 w 495300"/>
                <a:gd name="csY56" fmla="*/ 235713 h 447671"/>
                <a:gd name="csX57" fmla="*/ 339578 w 495300"/>
                <a:gd name="csY57" fmla="*/ 178639 h 447671"/>
                <a:gd name="csX58" fmla="*/ 261987 w 495300"/>
                <a:gd name="csY58" fmla="*/ 212529 h 447671"/>
                <a:gd name="csX59" fmla="*/ 255872 w 495300"/>
                <a:gd name="csY59" fmla="*/ 304560 h 447671"/>
                <a:gd name="csX60" fmla="*/ 272046 w 495300"/>
                <a:gd name="csY60" fmla="*/ 318476 h 447671"/>
                <a:gd name="csX61" fmla="*/ 278866 w 495300"/>
                <a:gd name="csY61" fmla="*/ 291006 h 447671"/>
                <a:gd name="csX62" fmla="*/ 282457 w 495300"/>
                <a:gd name="csY62" fmla="*/ 231075 h 447671"/>
                <a:gd name="csX63" fmla="*/ 295753 w 495300"/>
                <a:gd name="csY63" fmla="*/ 241419 h 447671"/>
                <a:gd name="csX64" fmla="*/ 295753 w 495300"/>
                <a:gd name="csY64" fmla="*/ 435119 h 447671"/>
                <a:gd name="csX65" fmla="*/ 279228 w 495300"/>
                <a:gd name="csY65" fmla="*/ 440472 h 447671"/>
                <a:gd name="csX66" fmla="*/ 278151 w 495300"/>
                <a:gd name="csY66" fmla="*/ 333459 h 447671"/>
                <a:gd name="csX67" fmla="*/ 248328 w 495300"/>
                <a:gd name="csY67" fmla="*/ 328106 h 447671"/>
                <a:gd name="csX68" fmla="*/ 217077 w 495300"/>
                <a:gd name="csY68" fmla="*/ 333459 h 447671"/>
                <a:gd name="csX69" fmla="*/ 216362 w 495300"/>
                <a:gd name="csY69" fmla="*/ 429052 h 447671"/>
                <a:gd name="csX70" fmla="*/ 201989 w 495300"/>
                <a:gd name="csY70" fmla="*/ 445825 h 447671"/>
                <a:gd name="csX71" fmla="*/ 199474 w 495300"/>
                <a:gd name="csY71" fmla="*/ 433338 h 447671"/>
                <a:gd name="csX72" fmla="*/ 199474 w 495300"/>
                <a:gd name="csY72" fmla="*/ 242495 h 447671"/>
                <a:gd name="csX73" fmla="*/ 203066 w 495300"/>
                <a:gd name="csY73" fmla="*/ 230360 h 447671"/>
                <a:gd name="csX74" fmla="*/ 213124 w 495300"/>
                <a:gd name="csY74" fmla="*/ 230360 h 447671"/>
                <a:gd name="csX75" fmla="*/ 217077 w 495300"/>
                <a:gd name="csY75" fmla="*/ 312409 h 447671"/>
                <a:gd name="csX76" fmla="*/ 237556 w 495300"/>
                <a:gd name="csY76" fmla="*/ 315266 h 447671"/>
                <a:gd name="csX77" fmla="*/ 238994 w 495300"/>
                <a:gd name="csY77" fmla="*/ 238209 h 447671"/>
                <a:gd name="csX78" fmla="*/ 178644 w 495300"/>
                <a:gd name="csY78" fmla="*/ 178278 h 447671"/>
                <a:gd name="csX79" fmla="*/ 108949 w 495300"/>
                <a:gd name="csY79" fmla="*/ 201471 h 447671"/>
                <a:gd name="csX80" fmla="*/ 96014 w 495300"/>
                <a:gd name="csY80" fmla="*/ 256049 h 447671"/>
                <a:gd name="csX81" fmla="*/ 102129 w 495300"/>
                <a:gd name="csY81" fmla="*/ 317400 h 447671"/>
                <a:gd name="csX82" fmla="*/ 131580 w 495300"/>
                <a:gd name="csY82" fmla="*/ 231436 h 447671"/>
                <a:gd name="csX83" fmla="*/ 135534 w 495300"/>
                <a:gd name="csY83" fmla="*/ 245705 h 447671"/>
                <a:gd name="csX84" fmla="*/ 133381 w 495300"/>
                <a:gd name="csY84" fmla="*/ 445825 h 447671"/>
                <a:gd name="csX85" fmla="*/ 121522 w 495300"/>
                <a:gd name="csY85" fmla="*/ 445825 h 447671"/>
                <a:gd name="csX86" fmla="*/ 119732 w 495300"/>
                <a:gd name="csY86" fmla="*/ 333811 h 447671"/>
                <a:gd name="csX87" fmla="*/ 93147 w 495300"/>
                <a:gd name="csY87" fmla="*/ 330601 h 447671"/>
                <a:gd name="csX88" fmla="*/ 80212 w 495300"/>
                <a:gd name="csY88" fmla="*/ 309913 h 447671"/>
                <a:gd name="csX89" fmla="*/ 80212 w 495300"/>
                <a:gd name="csY89" fmla="*/ 245343 h 447671"/>
                <a:gd name="csX90" fmla="*/ 131580 w 495300"/>
                <a:gd name="csY90" fmla="*/ 165800 h 447671"/>
                <a:gd name="csX91" fmla="*/ 116493 w 495300"/>
                <a:gd name="csY91" fmla="*/ 139758 h 447671"/>
                <a:gd name="csX92" fmla="*/ 118646 w 495300"/>
                <a:gd name="csY92" fmla="*/ 105869 h 447671"/>
                <a:gd name="csX93" fmla="*/ 25605 w 495300"/>
                <a:gd name="csY93" fmla="*/ 130481 h 447671"/>
                <a:gd name="csX94" fmla="*/ 16271 w 495300"/>
                <a:gd name="csY94" fmla="*/ 206462 h 447671"/>
                <a:gd name="csX95" fmla="*/ 24167 w 495300"/>
                <a:gd name="csY95" fmla="*/ 241781 h 447671"/>
                <a:gd name="csX96" fmla="*/ 39978 w 495300"/>
                <a:gd name="csY96" fmla="*/ 216806 h 447671"/>
                <a:gd name="csX97" fmla="*/ 42493 w 495300"/>
                <a:gd name="csY97" fmla="*/ 155446 h 447671"/>
                <a:gd name="csX98" fmla="*/ 55428 w 495300"/>
                <a:gd name="csY98" fmla="*/ 162942 h 447671"/>
                <a:gd name="csX99" fmla="*/ 55428 w 495300"/>
                <a:gd name="csY99" fmla="*/ 361281 h 447671"/>
                <a:gd name="csX100" fmla="*/ 41779 w 495300"/>
                <a:gd name="csY100" fmla="*/ 369130 h 447671"/>
                <a:gd name="csX101" fmla="*/ 39617 w 495300"/>
                <a:gd name="csY101" fmla="*/ 258183 h 447671"/>
                <a:gd name="csX102" fmla="*/ 459 w 495300"/>
                <a:gd name="csY102" fmla="*/ 233218 h 447671"/>
                <a:gd name="csX103" fmla="*/ 459 w 495300"/>
                <a:gd name="csY103" fmla="*/ 168648 h 447671"/>
                <a:gd name="csX104" fmla="*/ 14108 w 495300"/>
                <a:gd name="csY104" fmla="*/ 117994 h 447671"/>
                <a:gd name="csX105" fmla="*/ 52190 w 495300"/>
                <a:gd name="csY105" fmla="*/ 89104 h 447671"/>
                <a:gd name="csX106" fmla="*/ 34950 w 495300"/>
                <a:gd name="csY106" fmla="*/ 48433 h 447671"/>
                <a:gd name="csX107" fmla="*/ 140201 w 495300"/>
                <a:gd name="csY107" fmla="*/ 49862 h 447671"/>
                <a:gd name="csX108" fmla="*/ 123322 w 495300"/>
                <a:gd name="csY108" fmla="*/ 90524 h 447671"/>
                <a:gd name="csX109" fmla="*/ 171100 w 495300"/>
                <a:gd name="csY109" fmla="*/ 76255 h 447671"/>
                <a:gd name="csX110" fmla="*/ 194093 w 495300"/>
                <a:gd name="csY110" fmla="*/ 82323 h 447671"/>
                <a:gd name="csX111" fmla="*/ 212048 w 495300"/>
                <a:gd name="csY111" fmla="*/ 90524 h 447671"/>
                <a:gd name="csX112" fmla="*/ 194807 w 495300"/>
                <a:gd name="csY112" fmla="*/ 47004 h 447671"/>
                <a:gd name="csX113" fmla="*/ 246538 w 495300"/>
                <a:gd name="csY113" fmla="*/ 274 h 447671"/>
                <a:gd name="csX114" fmla="*/ 300059 w 495300"/>
                <a:gd name="csY114" fmla="*/ 47004 h 447671"/>
                <a:gd name="csX115" fmla="*/ 283180 w 495300"/>
                <a:gd name="csY115" fmla="*/ 90171 h 447671"/>
                <a:gd name="csX116" fmla="*/ 330234 w 495300"/>
                <a:gd name="csY116" fmla="*/ 76255 h 447671"/>
                <a:gd name="csX117" fmla="*/ 371906 w 495300"/>
                <a:gd name="csY117" fmla="*/ 89809 h 447671"/>
                <a:gd name="csX118" fmla="*/ 362209 w 495300"/>
                <a:gd name="csY118" fmla="*/ 23820 h 447671"/>
                <a:gd name="csX119" fmla="*/ 456688 w 495300"/>
                <a:gd name="csY119" fmla="*/ 69121 h 447671"/>
                <a:gd name="csX120" fmla="*/ 443391 w 495300"/>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95300" h="447671">
                  <a:moveTo>
                    <a:pt x="337063" y="93734"/>
                  </a:moveTo>
                  <a:cubicBezTo>
                    <a:pt x="289648" y="80894"/>
                    <a:pt x="272046" y="150817"/>
                    <a:pt x="318023" y="161513"/>
                  </a:cubicBezTo>
                  <a:cubicBezTo>
                    <a:pt x="365800" y="172934"/>
                    <a:pt x="383403" y="106221"/>
                    <a:pt x="337063" y="93734"/>
                  </a:cubicBezTo>
                  <a:moveTo>
                    <a:pt x="177567" y="94095"/>
                  </a:moveTo>
                  <a:cubicBezTo>
                    <a:pt x="129790" y="80894"/>
                    <a:pt x="113264" y="150817"/>
                    <a:pt x="157803" y="161513"/>
                  </a:cubicBezTo>
                  <a:cubicBezTo>
                    <a:pt x="206304" y="173639"/>
                    <a:pt x="224621" y="106935"/>
                    <a:pt x="177567" y="94095"/>
                  </a:cubicBezTo>
                  <a:moveTo>
                    <a:pt x="204151" y="166505"/>
                  </a:moveTo>
                  <a:cubicBezTo>
                    <a:pt x="208457" y="169715"/>
                    <a:pt x="213486" y="171143"/>
                    <a:pt x="217801" y="173287"/>
                  </a:cubicBezTo>
                  <a:cubicBezTo>
                    <a:pt x="240785" y="185774"/>
                    <a:pt x="240785" y="198261"/>
                    <a:pt x="249052" y="202538"/>
                  </a:cubicBezTo>
                  <a:cubicBezTo>
                    <a:pt x="270960" y="170429"/>
                    <a:pt x="279589" y="175068"/>
                    <a:pt x="292162" y="166505"/>
                  </a:cubicBezTo>
                  <a:cubicBezTo>
                    <a:pt x="289648" y="160799"/>
                    <a:pt x="284256" y="158666"/>
                    <a:pt x="280304" y="151169"/>
                  </a:cubicBezTo>
                  <a:cubicBezTo>
                    <a:pt x="270960" y="132977"/>
                    <a:pt x="275274" y="121566"/>
                    <a:pt x="278504" y="105869"/>
                  </a:cubicBezTo>
                  <a:cubicBezTo>
                    <a:pt x="259825" y="100868"/>
                    <a:pt x="235755" y="99087"/>
                    <a:pt x="217439" y="106221"/>
                  </a:cubicBezTo>
                  <a:cubicBezTo>
                    <a:pt x="218515" y="112641"/>
                    <a:pt x="221030" y="116565"/>
                    <a:pt x="221030" y="124061"/>
                  </a:cubicBezTo>
                  <a:cubicBezTo>
                    <a:pt x="221030" y="155446"/>
                    <a:pt x="209181" y="154741"/>
                    <a:pt x="204151" y="166505"/>
                  </a:cubicBezTo>
                  <a:moveTo>
                    <a:pt x="95662" y="17400"/>
                  </a:moveTo>
                  <a:cubicBezTo>
                    <a:pt x="74469" y="12409"/>
                    <a:pt x="56142" y="27744"/>
                    <a:pt x="52190" y="43794"/>
                  </a:cubicBezTo>
                  <a:cubicBezTo>
                    <a:pt x="46808" y="65911"/>
                    <a:pt x="63325" y="82323"/>
                    <a:pt x="81289" y="86247"/>
                  </a:cubicBezTo>
                  <a:cubicBezTo>
                    <a:pt x="124399" y="95524"/>
                    <a:pt x="145954" y="29526"/>
                    <a:pt x="95662" y="17400"/>
                  </a:cubicBezTo>
                  <a:moveTo>
                    <a:pt x="253719" y="17038"/>
                  </a:moveTo>
                  <a:cubicBezTo>
                    <a:pt x="211695" y="7409"/>
                    <a:pt x="189064" y="75541"/>
                    <a:pt x="241509" y="86247"/>
                  </a:cubicBezTo>
                  <a:cubicBezTo>
                    <a:pt x="284256" y="95162"/>
                    <a:pt x="306526" y="29173"/>
                    <a:pt x="253719" y="17038"/>
                  </a:cubicBezTo>
                  <a:moveTo>
                    <a:pt x="415016" y="17400"/>
                  </a:moveTo>
                  <a:cubicBezTo>
                    <a:pt x="393461" y="12761"/>
                    <a:pt x="375497" y="27030"/>
                    <a:pt x="371553" y="43794"/>
                  </a:cubicBezTo>
                  <a:cubicBezTo>
                    <a:pt x="366162" y="65559"/>
                    <a:pt x="382688" y="82323"/>
                    <a:pt x="400643" y="86247"/>
                  </a:cubicBezTo>
                  <a:cubicBezTo>
                    <a:pt x="444829" y="95524"/>
                    <a:pt x="465308" y="28459"/>
                    <a:pt x="415016" y="17400"/>
                  </a:cubicBezTo>
                  <a:moveTo>
                    <a:pt x="443391" y="90171"/>
                  </a:moveTo>
                  <a:cubicBezTo>
                    <a:pt x="443753" y="90524"/>
                    <a:pt x="444115" y="90524"/>
                    <a:pt x="444115" y="90886"/>
                  </a:cubicBezTo>
                  <a:lnTo>
                    <a:pt x="463870" y="102297"/>
                  </a:lnTo>
                  <a:cubicBezTo>
                    <a:pt x="472852" y="108364"/>
                    <a:pt x="473576" y="109431"/>
                    <a:pt x="480396" y="118356"/>
                  </a:cubicBezTo>
                  <a:cubicBezTo>
                    <a:pt x="491892" y="133691"/>
                    <a:pt x="495121" y="145464"/>
                    <a:pt x="495121" y="168295"/>
                  </a:cubicBezTo>
                  <a:cubicBezTo>
                    <a:pt x="495121" y="189336"/>
                    <a:pt x="495483" y="210386"/>
                    <a:pt x="495121" y="231436"/>
                  </a:cubicBezTo>
                  <a:cubicBezTo>
                    <a:pt x="495121" y="243200"/>
                    <a:pt x="491892" y="247486"/>
                    <a:pt x="485063" y="252839"/>
                  </a:cubicBezTo>
                  <a:cubicBezTo>
                    <a:pt x="475729" y="260688"/>
                    <a:pt x="468546" y="258897"/>
                    <a:pt x="455612" y="257830"/>
                  </a:cubicBezTo>
                  <a:lnTo>
                    <a:pt x="455250" y="366987"/>
                  </a:lnTo>
                  <a:cubicBezTo>
                    <a:pt x="450220" y="370549"/>
                    <a:pt x="448782" y="372692"/>
                    <a:pt x="441238" y="369844"/>
                  </a:cubicBezTo>
                  <a:cubicBezTo>
                    <a:pt x="439448" y="364129"/>
                    <a:pt x="439085" y="165085"/>
                    <a:pt x="441238" y="156161"/>
                  </a:cubicBezTo>
                  <a:cubicBezTo>
                    <a:pt x="445191" y="155094"/>
                    <a:pt x="449144" y="154741"/>
                    <a:pt x="453449" y="155446"/>
                  </a:cubicBezTo>
                  <a:cubicBezTo>
                    <a:pt x="457764" y="166867"/>
                    <a:pt x="455250" y="189336"/>
                    <a:pt x="455250" y="203966"/>
                  </a:cubicBezTo>
                  <a:cubicBezTo>
                    <a:pt x="455250" y="220730"/>
                    <a:pt x="450220" y="243200"/>
                    <a:pt x="468546" y="243200"/>
                  </a:cubicBezTo>
                  <a:cubicBezTo>
                    <a:pt x="476805" y="243200"/>
                    <a:pt x="479319" y="234999"/>
                    <a:pt x="479319" y="226798"/>
                  </a:cubicBezTo>
                  <a:lnTo>
                    <a:pt x="479319" y="165085"/>
                  </a:lnTo>
                  <a:cubicBezTo>
                    <a:pt x="479319" y="97658"/>
                    <a:pt x="399214" y="95524"/>
                    <a:pt x="377297" y="106583"/>
                  </a:cubicBezTo>
                  <a:cubicBezTo>
                    <a:pt x="376935" y="119775"/>
                    <a:pt x="383403" y="122632"/>
                    <a:pt x="378735" y="140825"/>
                  </a:cubicBezTo>
                  <a:cubicBezTo>
                    <a:pt x="374782" y="155808"/>
                    <a:pt x="365438" y="160447"/>
                    <a:pt x="363648" y="166505"/>
                  </a:cubicBezTo>
                  <a:cubicBezTo>
                    <a:pt x="370468" y="172220"/>
                    <a:pt x="383764" y="174001"/>
                    <a:pt x="398490" y="191479"/>
                  </a:cubicBezTo>
                  <a:cubicBezTo>
                    <a:pt x="406758" y="201471"/>
                    <a:pt x="415016" y="217520"/>
                    <a:pt x="415016" y="233932"/>
                  </a:cubicBezTo>
                  <a:lnTo>
                    <a:pt x="415016" y="310627"/>
                  </a:lnTo>
                  <a:cubicBezTo>
                    <a:pt x="415016" y="323820"/>
                    <a:pt x="402443" y="334526"/>
                    <a:pt x="388432" y="334878"/>
                  </a:cubicBezTo>
                  <a:cubicBezTo>
                    <a:pt x="372268" y="335240"/>
                    <a:pt x="374782" y="322400"/>
                    <a:pt x="374782" y="369130"/>
                  </a:cubicBezTo>
                  <a:cubicBezTo>
                    <a:pt x="374782" y="377331"/>
                    <a:pt x="376583" y="440120"/>
                    <a:pt x="372982" y="444749"/>
                  </a:cubicBezTo>
                  <a:cubicBezTo>
                    <a:pt x="367953" y="451169"/>
                    <a:pt x="359333" y="446178"/>
                    <a:pt x="359333" y="436900"/>
                  </a:cubicBezTo>
                  <a:lnTo>
                    <a:pt x="359333" y="239990"/>
                  </a:lnTo>
                  <a:cubicBezTo>
                    <a:pt x="359333" y="228579"/>
                    <a:pt x="375145" y="222159"/>
                    <a:pt x="374782" y="246057"/>
                  </a:cubicBezTo>
                  <a:cubicBezTo>
                    <a:pt x="374420" y="258545"/>
                    <a:pt x="371191" y="308837"/>
                    <a:pt x="379450" y="316333"/>
                  </a:cubicBezTo>
                  <a:cubicBezTo>
                    <a:pt x="388070" y="324181"/>
                    <a:pt x="398852" y="317762"/>
                    <a:pt x="398852" y="304913"/>
                  </a:cubicBezTo>
                  <a:lnTo>
                    <a:pt x="398852" y="235713"/>
                  </a:lnTo>
                  <a:cubicBezTo>
                    <a:pt x="398852" y="207176"/>
                    <a:pt x="369753" y="178639"/>
                    <a:pt x="339578" y="178639"/>
                  </a:cubicBezTo>
                  <a:cubicBezTo>
                    <a:pt x="307603" y="178639"/>
                    <a:pt x="279228" y="178278"/>
                    <a:pt x="261987" y="212529"/>
                  </a:cubicBezTo>
                  <a:cubicBezTo>
                    <a:pt x="252281" y="231789"/>
                    <a:pt x="255872" y="278166"/>
                    <a:pt x="255872" y="304560"/>
                  </a:cubicBezTo>
                  <a:cubicBezTo>
                    <a:pt x="255872" y="314190"/>
                    <a:pt x="261264" y="322400"/>
                    <a:pt x="272046" y="318476"/>
                  </a:cubicBezTo>
                  <a:cubicBezTo>
                    <a:pt x="281381" y="315266"/>
                    <a:pt x="278866" y="302064"/>
                    <a:pt x="278866" y="291006"/>
                  </a:cubicBezTo>
                  <a:cubicBezTo>
                    <a:pt x="278866" y="275671"/>
                    <a:pt x="275274" y="239637"/>
                    <a:pt x="282457" y="231075"/>
                  </a:cubicBezTo>
                  <a:cubicBezTo>
                    <a:pt x="291801" y="230008"/>
                    <a:pt x="295753" y="232503"/>
                    <a:pt x="295753" y="241419"/>
                  </a:cubicBezTo>
                  <a:lnTo>
                    <a:pt x="295753" y="435119"/>
                  </a:lnTo>
                  <a:cubicBezTo>
                    <a:pt x="295753" y="450816"/>
                    <a:pt x="281381" y="450102"/>
                    <a:pt x="279228" y="440472"/>
                  </a:cubicBezTo>
                  <a:cubicBezTo>
                    <a:pt x="276713" y="430128"/>
                    <a:pt x="282104" y="352356"/>
                    <a:pt x="278151" y="333459"/>
                  </a:cubicBezTo>
                  <a:cubicBezTo>
                    <a:pt x="261625" y="334878"/>
                    <a:pt x="260902" y="336307"/>
                    <a:pt x="248328" y="328106"/>
                  </a:cubicBezTo>
                  <a:cubicBezTo>
                    <a:pt x="230374" y="333811"/>
                    <a:pt x="245100" y="335954"/>
                    <a:pt x="217077" y="333459"/>
                  </a:cubicBezTo>
                  <a:cubicBezTo>
                    <a:pt x="214924" y="344155"/>
                    <a:pt x="216362" y="409792"/>
                    <a:pt x="216362" y="429052"/>
                  </a:cubicBezTo>
                  <a:cubicBezTo>
                    <a:pt x="216362" y="442615"/>
                    <a:pt x="217077" y="449035"/>
                    <a:pt x="201989" y="445825"/>
                  </a:cubicBezTo>
                  <a:cubicBezTo>
                    <a:pt x="200551" y="441901"/>
                    <a:pt x="199474" y="438691"/>
                    <a:pt x="199474" y="433338"/>
                  </a:cubicBezTo>
                  <a:lnTo>
                    <a:pt x="199474" y="242495"/>
                  </a:lnTo>
                  <a:cubicBezTo>
                    <a:pt x="199474" y="236428"/>
                    <a:pt x="201275" y="234646"/>
                    <a:pt x="203066" y="230360"/>
                  </a:cubicBezTo>
                  <a:lnTo>
                    <a:pt x="213124" y="230360"/>
                  </a:lnTo>
                  <a:cubicBezTo>
                    <a:pt x="221754" y="244991"/>
                    <a:pt x="212772" y="301350"/>
                    <a:pt x="217077" y="312409"/>
                  </a:cubicBezTo>
                  <a:cubicBezTo>
                    <a:pt x="220316" y="320610"/>
                    <a:pt x="231450" y="318476"/>
                    <a:pt x="237556" y="315266"/>
                  </a:cubicBezTo>
                  <a:cubicBezTo>
                    <a:pt x="241509" y="292435"/>
                    <a:pt x="239356" y="261755"/>
                    <a:pt x="238994" y="238209"/>
                  </a:cubicBezTo>
                  <a:cubicBezTo>
                    <a:pt x="238994" y="206110"/>
                    <a:pt x="211695" y="178278"/>
                    <a:pt x="178644" y="178278"/>
                  </a:cubicBezTo>
                  <a:cubicBezTo>
                    <a:pt x="152422" y="178278"/>
                    <a:pt x="128351" y="176496"/>
                    <a:pt x="108949" y="201471"/>
                  </a:cubicBezTo>
                  <a:cubicBezTo>
                    <a:pt x="96014" y="217873"/>
                    <a:pt x="96014" y="231789"/>
                    <a:pt x="96014" y="256049"/>
                  </a:cubicBezTo>
                  <a:cubicBezTo>
                    <a:pt x="96014" y="269603"/>
                    <a:pt x="92071" y="312761"/>
                    <a:pt x="102129" y="317400"/>
                  </a:cubicBezTo>
                  <a:cubicBezTo>
                    <a:pt x="141277" y="334526"/>
                    <a:pt x="101767" y="215025"/>
                    <a:pt x="131580" y="231436"/>
                  </a:cubicBezTo>
                  <a:cubicBezTo>
                    <a:pt x="136610" y="233932"/>
                    <a:pt x="135534" y="239990"/>
                    <a:pt x="135534" y="245705"/>
                  </a:cubicBezTo>
                  <a:cubicBezTo>
                    <a:pt x="135171" y="279947"/>
                    <a:pt x="138048" y="435119"/>
                    <a:pt x="133381" y="445825"/>
                  </a:cubicBezTo>
                  <a:cubicBezTo>
                    <a:pt x="128351" y="447245"/>
                    <a:pt x="126189" y="447245"/>
                    <a:pt x="121522" y="445825"/>
                  </a:cubicBezTo>
                  <a:cubicBezTo>
                    <a:pt x="115778" y="430842"/>
                    <a:pt x="123322" y="357357"/>
                    <a:pt x="119732" y="333811"/>
                  </a:cubicBezTo>
                  <a:cubicBezTo>
                    <a:pt x="107873" y="332745"/>
                    <a:pt x="107159" y="338450"/>
                    <a:pt x="93147" y="330601"/>
                  </a:cubicBezTo>
                  <a:cubicBezTo>
                    <a:pt x="85241" y="326325"/>
                    <a:pt x="80926" y="319895"/>
                    <a:pt x="80212" y="309913"/>
                  </a:cubicBezTo>
                  <a:cubicBezTo>
                    <a:pt x="78774" y="290292"/>
                    <a:pt x="80212" y="265679"/>
                    <a:pt x="80212" y="245343"/>
                  </a:cubicBezTo>
                  <a:cubicBezTo>
                    <a:pt x="80212" y="183993"/>
                    <a:pt x="115055" y="177925"/>
                    <a:pt x="131580" y="165800"/>
                  </a:cubicBezTo>
                  <a:cubicBezTo>
                    <a:pt x="129066" y="158666"/>
                    <a:pt x="120446" y="154027"/>
                    <a:pt x="116493" y="139758"/>
                  </a:cubicBezTo>
                  <a:cubicBezTo>
                    <a:pt x="112178" y="123699"/>
                    <a:pt x="115778" y="119775"/>
                    <a:pt x="118646" y="105869"/>
                  </a:cubicBezTo>
                  <a:cubicBezTo>
                    <a:pt x="93147" y="94810"/>
                    <a:pt x="43569" y="100163"/>
                    <a:pt x="25605" y="130481"/>
                  </a:cubicBezTo>
                  <a:cubicBezTo>
                    <a:pt x="12318" y="152598"/>
                    <a:pt x="16271" y="178639"/>
                    <a:pt x="16271" y="206462"/>
                  </a:cubicBezTo>
                  <a:cubicBezTo>
                    <a:pt x="16271" y="217520"/>
                    <a:pt x="13032" y="238209"/>
                    <a:pt x="24167" y="241781"/>
                  </a:cubicBezTo>
                  <a:cubicBezTo>
                    <a:pt x="41055" y="247486"/>
                    <a:pt x="39978" y="228217"/>
                    <a:pt x="39978" y="216806"/>
                  </a:cubicBezTo>
                  <a:cubicBezTo>
                    <a:pt x="39978" y="208958"/>
                    <a:pt x="37464" y="159732"/>
                    <a:pt x="42493" y="155446"/>
                  </a:cubicBezTo>
                  <a:cubicBezTo>
                    <a:pt x="47884" y="151169"/>
                    <a:pt x="55428" y="154027"/>
                    <a:pt x="55428" y="162942"/>
                  </a:cubicBezTo>
                  <a:lnTo>
                    <a:pt x="55428" y="361281"/>
                  </a:lnTo>
                  <a:cubicBezTo>
                    <a:pt x="55428" y="371626"/>
                    <a:pt x="50399" y="372340"/>
                    <a:pt x="41779" y="369130"/>
                  </a:cubicBezTo>
                  <a:cubicBezTo>
                    <a:pt x="36740" y="357357"/>
                    <a:pt x="41417" y="279233"/>
                    <a:pt x="39617" y="258183"/>
                  </a:cubicBezTo>
                  <a:cubicBezTo>
                    <a:pt x="35311" y="256763"/>
                    <a:pt x="1898" y="262821"/>
                    <a:pt x="459" y="233218"/>
                  </a:cubicBezTo>
                  <a:cubicBezTo>
                    <a:pt x="-617" y="212529"/>
                    <a:pt x="459" y="189698"/>
                    <a:pt x="459" y="168648"/>
                  </a:cubicBezTo>
                  <a:cubicBezTo>
                    <a:pt x="459" y="147959"/>
                    <a:pt x="4050" y="132262"/>
                    <a:pt x="14108" y="117994"/>
                  </a:cubicBezTo>
                  <a:cubicBezTo>
                    <a:pt x="29206" y="97305"/>
                    <a:pt x="45370" y="95162"/>
                    <a:pt x="52190" y="89104"/>
                  </a:cubicBezTo>
                  <a:cubicBezTo>
                    <a:pt x="43932" y="74122"/>
                    <a:pt x="34950" y="76617"/>
                    <a:pt x="34950" y="48433"/>
                  </a:cubicBezTo>
                  <a:cubicBezTo>
                    <a:pt x="34950" y="-13994"/>
                    <a:pt x="140201" y="-17204"/>
                    <a:pt x="140201" y="49862"/>
                  </a:cubicBezTo>
                  <a:cubicBezTo>
                    <a:pt x="140201" y="78398"/>
                    <a:pt x="127275" y="80179"/>
                    <a:pt x="123322" y="90524"/>
                  </a:cubicBezTo>
                  <a:cubicBezTo>
                    <a:pt x="138048" y="93734"/>
                    <a:pt x="132305" y="76255"/>
                    <a:pt x="171100" y="76255"/>
                  </a:cubicBezTo>
                  <a:cubicBezTo>
                    <a:pt x="179720" y="76255"/>
                    <a:pt x="187978" y="79113"/>
                    <a:pt x="194093" y="82323"/>
                  </a:cubicBezTo>
                  <a:cubicBezTo>
                    <a:pt x="202351" y="86599"/>
                    <a:pt x="203428" y="92667"/>
                    <a:pt x="212048" y="90524"/>
                  </a:cubicBezTo>
                  <a:cubicBezTo>
                    <a:pt x="208095" y="78398"/>
                    <a:pt x="194807" y="80894"/>
                    <a:pt x="194807" y="47004"/>
                  </a:cubicBezTo>
                  <a:cubicBezTo>
                    <a:pt x="194807" y="21677"/>
                    <a:pt x="218877" y="636"/>
                    <a:pt x="246538" y="274"/>
                  </a:cubicBezTo>
                  <a:cubicBezTo>
                    <a:pt x="275274" y="-78"/>
                    <a:pt x="300059" y="20610"/>
                    <a:pt x="300059" y="47004"/>
                  </a:cubicBezTo>
                  <a:cubicBezTo>
                    <a:pt x="300059" y="80179"/>
                    <a:pt x="287486" y="78046"/>
                    <a:pt x="283180" y="90171"/>
                  </a:cubicBezTo>
                  <a:cubicBezTo>
                    <a:pt x="297544" y="94810"/>
                    <a:pt x="290724" y="76255"/>
                    <a:pt x="330234" y="76255"/>
                  </a:cubicBezTo>
                  <a:cubicBezTo>
                    <a:pt x="359695" y="76255"/>
                    <a:pt x="360057" y="95524"/>
                    <a:pt x="371906" y="89809"/>
                  </a:cubicBezTo>
                  <a:cubicBezTo>
                    <a:pt x="370115" y="84466"/>
                    <a:pt x="339940" y="60920"/>
                    <a:pt x="362209" y="23820"/>
                  </a:cubicBezTo>
                  <a:cubicBezTo>
                    <a:pt x="392385" y="-26834"/>
                    <a:pt x="480396" y="10266"/>
                    <a:pt x="456688" y="69121"/>
                  </a:cubicBezTo>
                  <a:cubicBezTo>
                    <a:pt x="452373" y="81608"/>
                    <a:pt x="446991" y="83389"/>
                    <a:pt x="443391" y="90171"/>
                  </a:cubicBezTo>
                </a:path>
              </a:pathLst>
            </a:custGeom>
            <a:solidFill>
              <a:srgbClr val="78206E"/>
            </a:solidFill>
            <a:ln w="9525" cap="flat">
              <a:noFill/>
              <a:prstDash val="solid"/>
              <a:round/>
            </a:ln>
          </p:spPr>
          <p:txBody>
            <a:bodyPr/>
            <a:lstStyle/>
            <a:p>
              <a:endParaRPr lang="zh-CN" altLang="en-US" sz="2190"/>
            </a:p>
          </p:txBody>
        </p:sp>
        <p:sp>
          <p:nvSpPr>
            <p:cNvPr id="478" name="任意多边形: 形状 477"/>
            <p:cNvSpPr/>
            <p:nvPr/>
          </p:nvSpPr>
          <p:spPr>
            <a:xfrm>
              <a:off x="5048712" y="2616721"/>
              <a:ext cx="19050" cy="133350"/>
            </a:xfrm>
            <a:custGeom>
              <a:avLst/>
              <a:gdLst>
                <a:gd name="csX0" fmla="*/ 19031 w 19050"/>
                <a:gd name="csY0" fmla="*/ 9801 h 133350"/>
                <a:gd name="csX1" fmla="*/ 19031 w 19050"/>
                <a:gd name="csY1" fmla="*/ 122615 h 133350"/>
                <a:gd name="csX2" fmla="*/ 13402 w 19050"/>
                <a:gd name="csY2" fmla="*/ 133321 h 133350"/>
                <a:gd name="csX3" fmla="*/ -19 w 19050"/>
                <a:gd name="csY3" fmla="*/ 121186 h 133350"/>
                <a:gd name="csX4" fmla="*/ -19 w 19050"/>
                <a:gd name="csY4" fmla="*/ 8372 h 133350"/>
                <a:gd name="csX5" fmla="*/ 19031 w 19050"/>
                <a:gd name="csY5" fmla="*/ 9801 h 133350"/>
              </a:gdLst>
              <a:ahLst/>
              <a:cxnLst>
                <a:cxn ang="0">
                  <a:pos x="csX0" y="csY0"/>
                </a:cxn>
                <a:cxn ang="0">
                  <a:pos x="csX1" y="csY1"/>
                </a:cxn>
                <a:cxn ang="0">
                  <a:pos x="csX2" y="csY2"/>
                </a:cxn>
                <a:cxn ang="0">
                  <a:pos x="csX3" y="csY3"/>
                </a:cxn>
                <a:cxn ang="0">
                  <a:pos x="csX4" y="csY4"/>
                </a:cxn>
                <a:cxn ang="0">
                  <a:pos x="csX5" y="csY5"/>
                </a:cxn>
              </a:cxnLst>
              <a:rect l="l" t="t" r="r" b="b"/>
              <a:pathLst>
                <a:path w="19050" h="133350">
                  <a:moveTo>
                    <a:pt x="19031" y="9801"/>
                  </a:moveTo>
                  <a:lnTo>
                    <a:pt x="19031" y="122615"/>
                  </a:lnTo>
                  <a:cubicBezTo>
                    <a:pt x="19031" y="129034"/>
                    <a:pt x="17297" y="129397"/>
                    <a:pt x="13402" y="133321"/>
                  </a:cubicBezTo>
                  <a:cubicBezTo>
                    <a:pt x="1276" y="133321"/>
                    <a:pt x="-19" y="130463"/>
                    <a:pt x="-19" y="121186"/>
                  </a:cubicBezTo>
                  <a:lnTo>
                    <a:pt x="-19" y="8372"/>
                  </a:lnTo>
                  <a:cubicBezTo>
                    <a:pt x="-19" y="-3058"/>
                    <a:pt x="19031" y="-3058"/>
                    <a:pt x="19031" y="9801"/>
                  </a:cubicBezTo>
                </a:path>
              </a:pathLst>
            </a:custGeom>
            <a:solidFill>
              <a:srgbClr val="8FC31F"/>
            </a:solidFill>
            <a:ln w="9525" cap="flat">
              <a:noFill/>
              <a:prstDash val="solid"/>
              <a:round/>
            </a:ln>
          </p:spPr>
          <p:txBody>
            <a:bodyPr/>
            <a:lstStyle/>
            <a:p>
              <a:endParaRPr lang="zh-CN" altLang="en-US" sz="2190"/>
            </a:p>
          </p:txBody>
        </p:sp>
        <p:sp>
          <p:nvSpPr>
            <p:cNvPr id="479" name="任意多边形: 形状 478"/>
            <p:cNvSpPr/>
            <p:nvPr/>
          </p:nvSpPr>
          <p:spPr>
            <a:xfrm>
              <a:off x="4886787" y="2616721"/>
              <a:ext cx="19050" cy="133351"/>
            </a:xfrm>
            <a:custGeom>
              <a:avLst/>
              <a:gdLst>
                <a:gd name="csX0" fmla="*/ 19031 w 19050"/>
                <a:gd name="csY0" fmla="*/ 11277 h 133351"/>
                <a:gd name="csX1" fmla="*/ 19031 w 19050"/>
                <a:gd name="csY1" fmla="*/ 120710 h 133351"/>
                <a:gd name="csX2" fmla="*/ -19 w 19050"/>
                <a:gd name="csY2" fmla="*/ 122138 h 133351"/>
                <a:gd name="csX3" fmla="*/ -19 w 19050"/>
                <a:gd name="csY3" fmla="*/ 9496 h 133351"/>
                <a:gd name="csX4" fmla="*/ 1219 w 19050"/>
                <a:gd name="csY4" fmla="*/ 1295 h 133351"/>
                <a:gd name="csX5" fmla="*/ 19031 w 19050"/>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19050" h="133351">
                  <a:moveTo>
                    <a:pt x="19031" y="11277"/>
                  </a:moveTo>
                  <a:lnTo>
                    <a:pt x="19031" y="120710"/>
                  </a:lnTo>
                  <a:cubicBezTo>
                    <a:pt x="19031" y="137464"/>
                    <a:pt x="-19" y="137102"/>
                    <a:pt x="-19" y="122138"/>
                  </a:cubicBezTo>
                  <a:lnTo>
                    <a:pt x="-19" y="9496"/>
                  </a:lnTo>
                  <a:lnTo>
                    <a:pt x="1219" y="1295"/>
                  </a:lnTo>
                  <a:cubicBezTo>
                    <a:pt x="13649" y="-1553"/>
                    <a:pt x="19031" y="-487"/>
                    <a:pt x="19031" y="11277"/>
                  </a:cubicBezTo>
                </a:path>
              </a:pathLst>
            </a:custGeom>
            <a:solidFill>
              <a:srgbClr val="8FC31F"/>
            </a:solidFill>
            <a:ln w="9525" cap="flat">
              <a:noFill/>
              <a:prstDash val="solid"/>
              <a:round/>
            </a:ln>
          </p:spPr>
          <p:txBody>
            <a:bodyPr/>
            <a:lstStyle/>
            <a:p>
              <a:endParaRPr lang="zh-CN" altLang="en-US" sz="2190"/>
            </a:p>
          </p:txBody>
        </p:sp>
        <p:sp>
          <p:nvSpPr>
            <p:cNvPr id="480" name="任意多边形: 形状 479"/>
            <p:cNvSpPr/>
            <p:nvPr/>
          </p:nvSpPr>
          <p:spPr>
            <a:xfrm>
              <a:off x="4734383" y="2302397"/>
              <a:ext cx="485782" cy="447671"/>
            </a:xfrm>
            <a:custGeom>
              <a:avLst/>
              <a:gdLst>
                <a:gd name="csX0" fmla="*/ 330578 w 485782"/>
                <a:gd name="csY0" fmla="*/ 94096 h 447671"/>
                <a:gd name="csX1" fmla="*/ 311909 w 485782"/>
                <a:gd name="csY1" fmla="*/ 161875 h 447671"/>
                <a:gd name="csX2" fmla="*/ 330578 w 485782"/>
                <a:gd name="csY2" fmla="*/ 94096 h 447671"/>
                <a:gd name="csX3" fmla="*/ 174501 w 485782"/>
                <a:gd name="csY3" fmla="*/ 94096 h 447671"/>
                <a:gd name="csX4" fmla="*/ 155127 w 485782"/>
                <a:gd name="csY4" fmla="*/ 161514 h 447671"/>
                <a:gd name="csX5" fmla="*/ 174501 w 485782"/>
                <a:gd name="csY5" fmla="*/ 94096 h 447671"/>
                <a:gd name="csX6" fmla="*/ 200571 w 485782"/>
                <a:gd name="csY6" fmla="*/ 166867 h 447671"/>
                <a:gd name="csX7" fmla="*/ 213963 w 485782"/>
                <a:gd name="csY7" fmla="*/ 173639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15 w 485782"/>
                <a:gd name="csY15" fmla="*/ 17753 h 447671"/>
                <a:gd name="csX16" fmla="*/ 51191 w 485782"/>
                <a:gd name="csY16" fmla="*/ 44156 h 447671"/>
                <a:gd name="csX17" fmla="*/ 79728 w 485782"/>
                <a:gd name="csY17" fmla="*/ 86599 h 447671"/>
                <a:gd name="csX18" fmla="*/ 93815 w 485782"/>
                <a:gd name="csY18" fmla="*/ 17753 h 447671"/>
                <a:gd name="csX19" fmla="*/ 249196 w 485782"/>
                <a:gd name="csY19" fmla="*/ 17400 h 447671"/>
                <a:gd name="csX20" fmla="*/ 237214 w 485782"/>
                <a:gd name="csY20" fmla="*/ 86599 h 447671"/>
                <a:gd name="csX21" fmla="*/ 249196 w 485782"/>
                <a:gd name="csY21" fmla="*/ 17400 h 447671"/>
                <a:gd name="csX22" fmla="*/ 407035 w 485782"/>
                <a:gd name="csY22" fmla="*/ 17753 h 447671"/>
                <a:gd name="csX23" fmla="*/ 364401 w 485782"/>
                <a:gd name="csY23" fmla="*/ 44156 h 447671"/>
                <a:gd name="csX24" fmla="*/ 392938 w 485782"/>
                <a:gd name="csY24" fmla="*/ 86599 h 447671"/>
                <a:gd name="csX25" fmla="*/ 407035 w 485782"/>
                <a:gd name="csY25" fmla="*/ 17753 h 447671"/>
                <a:gd name="csX26" fmla="*/ 434867 w 485782"/>
                <a:gd name="csY26" fmla="*/ 90171 h 447671"/>
                <a:gd name="csX27" fmla="*/ 435572 w 485782"/>
                <a:gd name="csY27" fmla="*/ 90886 h 447671"/>
                <a:gd name="csX28" fmla="*/ 454955 w 485782"/>
                <a:gd name="csY28" fmla="*/ 102297 h 447671"/>
                <a:gd name="csX29" fmla="*/ 471157 w 485782"/>
                <a:gd name="csY29" fmla="*/ 118356 h 447671"/>
                <a:gd name="csX30" fmla="*/ 485607 w 485782"/>
                <a:gd name="csY30" fmla="*/ 168295 h 447671"/>
                <a:gd name="csX31" fmla="*/ 485607 w 485782"/>
                <a:gd name="csY31" fmla="*/ 231436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0 h 447671"/>
                <a:gd name="csX37" fmla="*/ 444735 w 485782"/>
                <a:gd name="csY37" fmla="*/ 155446 h 447671"/>
                <a:gd name="csX38" fmla="*/ 446497 w 485782"/>
                <a:gd name="csY38" fmla="*/ 203967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799 w 485782"/>
                <a:gd name="csY66" fmla="*/ 333459 h 447671"/>
                <a:gd name="csX67" fmla="*/ 243557 w 485782"/>
                <a:gd name="csY67" fmla="*/ 328106 h 447671"/>
                <a:gd name="csX68" fmla="*/ 212906 w 485782"/>
                <a:gd name="csY68" fmla="*/ 333459 h 447671"/>
                <a:gd name="csX69" fmla="*/ 212201 w 485782"/>
                <a:gd name="csY69" fmla="*/ 429052 h 447671"/>
                <a:gd name="csX70" fmla="*/ 198104 w 485782"/>
                <a:gd name="csY70" fmla="*/ 445825 h 447671"/>
                <a:gd name="csX71" fmla="*/ 195637 w 485782"/>
                <a:gd name="csY71" fmla="*/ 433338 h 447671"/>
                <a:gd name="csX72" fmla="*/ 195637 w 485782"/>
                <a:gd name="csY72" fmla="*/ 242495 h 447671"/>
                <a:gd name="csX73" fmla="*/ 199162 w 485782"/>
                <a:gd name="csY73" fmla="*/ 230360 h 447671"/>
                <a:gd name="csX74" fmla="*/ 209029 w 485782"/>
                <a:gd name="csY74" fmla="*/ 230360 h 447671"/>
                <a:gd name="csX75" fmla="*/ 212906 w 485782"/>
                <a:gd name="csY75" fmla="*/ 312409 h 447671"/>
                <a:gd name="csX76" fmla="*/ 232985 w 485782"/>
                <a:gd name="csY76" fmla="*/ 315266 h 447671"/>
                <a:gd name="csX77" fmla="*/ 234394 w 485782"/>
                <a:gd name="csY77" fmla="*/ 238209 h 447671"/>
                <a:gd name="csX78" fmla="*/ 175206 w 485782"/>
                <a:gd name="csY78" fmla="*/ 178278 h 447671"/>
                <a:gd name="csX79" fmla="*/ 106855 w 485782"/>
                <a:gd name="csY79" fmla="*/ 201471 h 447671"/>
                <a:gd name="csX80" fmla="*/ 94167 w 485782"/>
                <a:gd name="csY80" fmla="*/ 256049 h 447671"/>
                <a:gd name="csX81" fmla="*/ 100159 w 485782"/>
                <a:gd name="csY81" fmla="*/ 317400 h 447671"/>
                <a:gd name="csX82" fmla="*/ 129048 w 485782"/>
                <a:gd name="csY82" fmla="*/ 231436 h 447671"/>
                <a:gd name="csX83" fmla="*/ 132925 w 485782"/>
                <a:gd name="csY83" fmla="*/ 245705 h 447671"/>
                <a:gd name="csX84" fmla="*/ 130810 w 485782"/>
                <a:gd name="csY84" fmla="*/ 445825 h 447671"/>
                <a:gd name="csX85" fmla="*/ 119190 w 485782"/>
                <a:gd name="csY85" fmla="*/ 445825 h 447671"/>
                <a:gd name="csX86" fmla="*/ 117427 w 485782"/>
                <a:gd name="csY86" fmla="*/ 333811 h 447671"/>
                <a:gd name="csX87" fmla="*/ 91357 w 485782"/>
                <a:gd name="csY87" fmla="*/ 330601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8 h 447671"/>
                <a:gd name="csX93" fmla="*/ 25121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3 w 485782"/>
                <a:gd name="csY98" fmla="*/ 162942 h 447671"/>
                <a:gd name="csX99" fmla="*/ 54363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1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65 w 485782"/>
                <a:gd name="csY112" fmla="*/ 47004 h 447671"/>
                <a:gd name="csX113" fmla="*/ 241795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4096"/>
                  </a:moveTo>
                  <a:cubicBezTo>
                    <a:pt x="284077" y="81256"/>
                    <a:pt x="266808" y="151169"/>
                    <a:pt x="311909" y="161875"/>
                  </a:cubicBezTo>
                  <a:cubicBezTo>
                    <a:pt x="358762" y="173286"/>
                    <a:pt x="376031" y="106583"/>
                    <a:pt x="330578" y="94096"/>
                  </a:cubicBezTo>
                  <a:moveTo>
                    <a:pt x="174501" y="94096"/>
                  </a:moveTo>
                  <a:cubicBezTo>
                    <a:pt x="127638" y="80894"/>
                    <a:pt x="111436" y="150817"/>
                    <a:pt x="155127" y="161514"/>
                  </a:cubicBezTo>
                  <a:cubicBezTo>
                    <a:pt x="202686" y="173639"/>
                    <a:pt x="220307" y="107297"/>
                    <a:pt x="174501" y="94096"/>
                  </a:cubicBezTo>
                  <a:moveTo>
                    <a:pt x="200571" y="166867"/>
                  </a:moveTo>
                  <a:cubicBezTo>
                    <a:pt x="204800" y="170076"/>
                    <a:pt x="209734" y="171505"/>
                    <a:pt x="213963" y="173639"/>
                  </a:cubicBezTo>
                  <a:cubicBezTo>
                    <a:pt x="236509" y="186126"/>
                    <a:pt x="236509" y="198613"/>
                    <a:pt x="244615" y="202890"/>
                  </a:cubicBezTo>
                  <a:cubicBezTo>
                    <a:pt x="266103" y="170791"/>
                    <a:pt x="274561" y="175430"/>
                    <a:pt x="286896" y="166867"/>
                  </a:cubicBezTo>
                  <a:cubicBezTo>
                    <a:pt x="284429" y="161161"/>
                    <a:pt x="279143" y="159018"/>
                    <a:pt x="275266" y="151522"/>
                  </a:cubicBezTo>
                  <a:cubicBezTo>
                    <a:pt x="266103" y="133329"/>
                    <a:pt x="270332" y="121918"/>
                    <a:pt x="273504" y="106221"/>
                  </a:cubicBezTo>
                  <a:cubicBezTo>
                    <a:pt x="255187" y="101230"/>
                    <a:pt x="231575" y="99449"/>
                    <a:pt x="213611" y="106583"/>
                  </a:cubicBezTo>
                  <a:cubicBezTo>
                    <a:pt x="214668" y="113003"/>
                    <a:pt x="217135" y="116927"/>
                    <a:pt x="217135" y="124414"/>
                  </a:cubicBezTo>
                  <a:cubicBezTo>
                    <a:pt x="216783" y="155808"/>
                    <a:pt x="205505" y="155094"/>
                    <a:pt x="200571" y="166867"/>
                  </a:cubicBezTo>
                  <a:moveTo>
                    <a:pt x="93815" y="17753"/>
                  </a:moveTo>
                  <a:cubicBezTo>
                    <a:pt x="73031" y="12762"/>
                    <a:pt x="55067" y="28097"/>
                    <a:pt x="51191" y="44156"/>
                  </a:cubicBezTo>
                  <a:cubicBezTo>
                    <a:pt x="45904" y="66273"/>
                    <a:pt x="62106" y="82675"/>
                    <a:pt x="79728" y="86599"/>
                  </a:cubicBezTo>
                  <a:cubicBezTo>
                    <a:pt x="122361" y="95524"/>
                    <a:pt x="143497" y="29888"/>
                    <a:pt x="93815" y="17753"/>
                  </a:cubicBezTo>
                  <a:moveTo>
                    <a:pt x="249196" y="17400"/>
                  </a:moveTo>
                  <a:cubicBezTo>
                    <a:pt x="207972" y="7770"/>
                    <a:pt x="185779" y="75903"/>
                    <a:pt x="237214" y="86599"/>
                  </a:cubicBezTo>
                  <a:cubicBezTo>
                    <a:pt x="279143" y="95162"/>
                    <a:pt x="300984" y="29173"/>
                    <a:pt x="249196" y="17400"/>
                  </a:cubicBezTo>
                  <a:moveTo>
                    <a:pt x="407035" y="17753"/>
                  </a:moveTo>
                  <a:cubicBezTo>
                    <a:pt x="385899" y="13114"/>
                    <a:pt x="368278" y="27392"/>
                    <a:pt x="364401" y="44156"/>
                  </a:cubicBezTo>
                  <a:cubicBezTo>
                    <a:pt x="359115" y="65911"/>
                    <a:pt x="375326" y="82675"/>
                    <a:pt x="392938" y="86599"/>
                  </a:cubicBezTo>
                  <a:cubicBezTo>
                    <a:pt x="436277" y="95877"/>
                    <a:pt x="456365" y="28459"/>
                    <a:pt x="407035" y="17753"/>
                  </a:cubicBezTo>
                  <a:moveTo>
                    <a:pt x="434867" y="90171"/>
                  </a:moveTo>
                  <a:cubicBezTo>
                    <a:pt x="435219" y="90524"/>
                    <a:pt x="435572" y="90524"/>
                    <a:pt x="435572" y="90886"/>
                  </a:cubicBezTo>
                  <a:lnTo>
                    <a:pt x="454955" y="102297"/>
                  </a:lnTo>
                  <a:cubicBezTo>
                    <a:pt x="463756" y="108364"/>
                    <a:pt x="464461" y="109431"/>
                    <a:pt x="471157" y="118356"/>
                  </a:cubicBezTo>
                  <a:cubicBezTo>
                    <a:pt x="482435" y="133691"/>
                    <a:pt x="485607" y="145464"/>
                    <a:pt x="485607" y="168295"/>
                  </a:cubicBezTo>
                  <a:cubicBezTo>
                    <a:pt x="485607" y="189336"/>
                    <a:pt x="485959" y="210386"/>
                    <a:pt x="485607" y="231436"/>
                  </a:cubicBezTo>
                  <a:cubicBezTo>
                    <a:pt x="485607" y="243200"/>
                    <a:pt x="482435" y="247486"/>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0"/>
                  </a:cubicBezTo>
                  <a:cubicBezTo>
                    <a:pt x="436629" y="155094"/>
                    <a:pt x="440506" y="154741"/>
                    <a:pt x="444735" y="155446"/>
                  </a:cubicBezTo>
                  <a:cubicBezTo>
                    <a:pt x="448964" y="166867"/>
                    <a:pt x="446497" y="189336"/>
                    <a:pt x="446497" y="203967"/>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3"/>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820"/>
                    <a:pt x="394700" y="334526"/>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89" y="430128"/>
                    <a:pt x="276676" y="352356"/>
                    <a:pt x="272799" y="333459"/>
                  </a:cubicBezTo>
                  <a:cubicBezTo>
                    <a:pt x="256597" y="334878"/>
                    <a:pt x="255892" y="336307"/>
                    <a:pt x="243557" y="328106"/>
                  </a:cubicBezTo>
                  <a:cubicBezTo>
                    <a:pt x="225946" y="333811"/>
                    <a:pt x="240386" y="335954"/>
                    <a:pt x="212906" y="333459"/>
                  </a:cubicBezTo>
                  <a:cubicBezTo>
                    <a:pt x="210791" y="344155"/>
                    <a:pt x="212201" y="409792"/>
                    <a:pt x="212201" y="429052"/>
                  </a:cubicBezTo>
                  <a:cubicBezTo>
                    <a:pt x="212201" y="442615"/>
                    <a:pt x="212906" y="449035"/>
                    <a:pt x="198104" y="445825"/>
                  </a:cubicBezTo>
                  <a:cubicBezTo>
                    <a:pt x="196695" y="441901"/>
                    <a:pt x="195637" y="438691"/>
                    <a:pt x="195637" y="433338"/>
                  </a:cubicBezTo>
                  <a:lnTo>
                    <a:pt x="195637" y="242495"/>
                  </a:lnTo>
                  <a:cubicBezTo>
                    <a:pt x="195637" y="236428"/>
                    <a:pt x="197399" y="234646"/>
                    <a:pt x="199162" y="230360"/>
                  </a:cubicBezTo>
                  <a:lnTo>
                    <a:pt x="209029" y="230360"/>
                  </a:lnTo>
                  <a:cubicBezTo>
                    <a:pt x="217487" y="244991"/>
                    <a:pt x="208677" y="301350"/>
                    <a:pt x="212906" y="312409"/>
                  </a:cubicBezTo>
                  <a:cubicBezTo>
                    <a:pt x="216078" y="320610"/>
                    <a:pt x="227003" y="318476"/>
                    <a:pt x="232985" y="315266"/>
                  </a:cubicBezTo>
                  <a:cubicBezTo>
                    <a:pt x="236861" y="292435"/>
                    <a:pt x="234747" y="261755"/>
                    <a:pt x="234394" y="238209"/>
                  </a:cubicBezTo>
                  <a:cubicBezTo>
                    <a:pt x="234394" y="206100"/>
                    <a:pt x="207620" y="178278"/>
                    <a:pt x="175206" y="178278"/>
                  </a:cubicBezTo>
                  <a:cubicBezTo>
                    <a:pt x="149489" y="178278"/>
                    <a:pt x="125885" y="176496"/>
                    <a:pt x="106855" y="201471"/>
                  </a:cubicBezTo>
                  <a:cubicBezTo>
                    <a:pt x="94167" y="217873"/>
                    <a:pt x="94167" y="231789"/>
                    <a:pt x="94167" y="256049"/>
                  </a:cubicBezTo>
                  <a:cubicBezTo>
                    <a:pt x="94167" y="269603"/>
                    <a:pt x="90300" y="312761"/>
                    <a:pt x="100159" y="317400"/>
                  </a:cubicBezTo>
                  <a:cubicBezTo>
                    <a:pt x="138564" y="334526"/>
                    <a:pt x="99806" y="215025"/>
                    <a:pt x="129048" y="231436"/>
                  </a:cubicBezTo>
                  <a:cubicBezTo>
                    <a:pt x="133982" y="233932"/>
                    <a:pt x="132925" y="239990"/>
                    <a:pt x="132925" y="245705"/>
                  </a:cubicBezTo>
                  <a:cubicBezTo>
                    <a:pt x="132572" y="279947"/>
                    <a:pt x="135392" y="435119"/>
                    <a:pt x="130810" y="445825"/>
                  </a:cubicBezTo>
                  <a:cubicBezTo>
                    <a:pt x="125885" y="447245"/>
                    <a:pt x="123771" y="447245"/>
                    <a:pt x="119190" y="445825"/>
                  </a:cubicBezTo>
                  <a:cubicBezTo>
                    <a:pt x="113551" y="430842"/>
                    <a:pt x="120952" y="357357"/>
                    <a:pt x="117427" y="333811"/>
                  </a:cubicBezTo>
                  <a:cubicBezTo>
                    <a:pt x="105797" y="332745"/>
                    <a:pt x="105093" y="338450"/>
                    <a:pt x="91357" y="330601"/>
                  </a:cubicBezTo>
                  <a:cubicBezTo>
                    <a:pt x="83604" y="326325"/>
                    <a:pt x="79375" y="319895"/>
                    <a:pt x="78670" y="309913"/>
                  </a:cubicBezTo>
                  <a:cubicBezTo>
                    <a:pt x="77261" y="290292"/>
                    <a:pt x="78670" y="265679"/>
                    <a:pt x="78670" y="245343"/>
                  </a:cubicBezTo>
                  <a:cubicBezTo>
                    <a:pt x="78670" y="183993"/>
                    <a:pt x="112846" y="177925"/>
                    <a:pt x="129048" y="165800"/>
                  </a:cubicBezTo>
                  <a:cubicBezTo>
                    <a:pt x="126590" y="158665"/>
                    <a:pt x="118132" y="154027"/>
                    <a:pt x="114256" y="139758"/>
                  </a:cubicBezTo>
                  <a:cubicBezTo>
                    <a:pt x="110027" y="123699"/>
                    <a:pt x="113551" y="119775"/>
                    <a:pt x="116370" y="105868"/>
                  </a:cubicBezTo>
                  <a:cubicBezTo>
                    <a:pt x="91357" y="94810"/>
                    <a:pt x="42732" y="100163"/>
                    <a:pt x="25121" y="130481"/>
                  </a:cubicBezTo>
                  <a:cubicBezTo>
                    <a:pt x="12081" y="152598"/>
                    <a:pt x="15958" y="178639"/>
                    <a:pt x="15958" y="206462"/>
                  </a:cubicBezTo>
                  <a:cubicBezTo>
                    <a:pt x="15958" y="217520"/>
                    <a:pt x="12786" y="238209"/>
                    <a:pt x="23711" y="241781"/>
                  </a:cubicBezTo>
                  <a:cubicBezTo>
                    <a:pt x="40265" y="247486"/>
                    <a:pt x="39208" y="228217"/>
                    <a:pt x="39208" y="216806"/>
                  </a:cubicBezTo>
                  <a:cubicBezTo>
                    <a:pt x="39208" y="208957"/>
                    <a:pt x="36741" y="159732"/>
                    <a:pt x="41675" y="155446"/>
                  </a:cubicBezTo>
                  <a:cubicBezTo>
                    <a:pt x="46962" y="151169"/>
                    <a:pt x="54363" y="154027"/>
                    <a:pt x="54363" y="162942"/>
                  </a:cubicBezTo>
                  <a:lnTo>
                    <a:pt x="54363" y="361281"/>
                  </a:lnTo>
                  <a:cubicBezTo>
                    <a:pt x="54363" y="371626"/>
                    <a:pt x="49429"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45" y="97305"/>
                    <a:pt x="44495" y="95162"/>
                    <a:pt x="51191" y="89104"/>
                  </a:cubicBezTo>
                  <a:cubicBezTo>
                    <a:pt x="43085" y="74122"/>
                    <a:pt x="34274" y="76617"/>
                    <a:pt x="34274" y="48433"/>
                  </a:cubicBezTo>
                  <a:cubicBezTo>
                    <a:pt x="34274" y="-13994"/>
                    <a:pt x="137506" y="-17204"/>
                    <a:pt x="137506" y="49862"/>
                  </a:cubicBezTo>
                  <a:cubicBezTo>
                    <a:pt x="137506" y="78398"/>
                    <a:pt x="124828" y="80180"/>
                    <a:pt x="120952" y="90524"/>
                  </a:cubicBezTo>
                  <a:cubicBezTo>
                    <a:pt x="135392" y="93734"/>
                    <a:pt x="129753" y="76255"/>
                    <a:pt x="167805" y="76255"/>
                  </a:cubicBezTo>
                  <a:cubicBezTo>
                    <a:pt x="176263" y="76255"/>
                    <a:pt x="184369" y="79113"/>
                    <a:pt x="190360" y="82323"/>
                  </a:cubicBezTo>
                  <a:cubicBezTo>
                    <a:pt x="198457" y="86599"/>
                    <a:pt x="199514" y="92667"/>
                    <a:pt x="207972" y="90524"/>
                  </a:cubicBezTo>
                  <a:cubicBezTo>
                    <a:pt x="204095" y="78398"/>
                    <a:pt x="191065" y="80894"/>
                    <a:pt x="191065" y="47004"/>
                  </a:cubicBezTo>
                  <a:cubicBezTo>
                    <a:pt x="191065" y="21677"/>
                    <a:pt x="214668" y="636"/>
                    <a:pt x="241795" y="274"/>
                  </a:cubicBezTo>
                  <a:cubicBezTo>
                    <a:pt x="269980" y="-78"/>
                    <a:pt x="294288" y="20610"/>
                    <a:pt x="294288" y="47004"/>
                  </a:cubicBezTo>
                  <a:cubicBezTo>
                    <a:pt x="294288" y="80180"/>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970"/>
                    <a:pt x="438744" y="83389"/>
                    <a:pt x="434867" y="90171"/>
                  </a:cubicBezTo>
                </a:path>
              </a:pathLst>
            </a:custGeom>
            <a:solidFill>
              <a:srgbClr val="8FC31F"/>
            </a:solidFill>
            <a:ln w="9525" cap="flat">
              <a:noFill/>
              <a:prstDash val="solid"/>
              <a:round/>
            </a:ln>
          </p:spPr>
          <p:txBody>
            <a:bodyPr/>
            <a:lstStyle/>
            <a:p>
              <a:endParaRPr lang="zh-CN" altLang="en-US" sz="2190"/>
            </a:p>
          </p:txBody>
        </p:sp>
        <p:sp>
          <p:nvSpPr>
            <p:cNvPr id="481" name="任意多边形: 形状 480"/>
            <p:cNvSpPr/>
            <p:nvPr/>
          </p:nvSpPr>
          <p:spPr>
            <a:xfrm>
              <a:off x="6029786" y="3131072"/>
              <a:ext cx="390525" cy="276224"/>
            </a:xfrm>
            <a:custGeom>
              <a:avLst/>
              <a:gdLst>
                <a:gd name="csX0" fmla="*/ 7754 w 390525"/>
                <a:gd name="csY0" fmla="*/ 247563 h 276224"/>
                <a:gd name="csX1" fmla="*/ 7754 w 390525"/>
                <a:gd name="csY1" fmla="*/ 247563 h 276224"/>
                <a:gd name="csX2" fmla="*/ 29338 w 390525"/>
                <a:gd name="csY2" fmla="*/ 169715 h 276224"/>
                <a:gd name="csX3" fmla="*/ 332262 w 390525"/>
                <a:gd name="csY3" fmla="*/ -30 h 276224"/>
                <a:gd name="csX4" fmla="*/ 390507 w 390525"/>
                <a:gd name="csY4" fmla="*/ 98868 h 276224"/>
                <a:gd name="csX5" fmla="*/ 87564 w 390525"/>
                <a:gd name="csY5" fmla="*/ 268613 h 276224"/>
                <a:gd name="csX6" fmla="*/ 7754 w 390525"/>
                <a:gd name="csY6" fmla="*/ 247563 h 27622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90525" h="276224">
                  <a:moveTo>
                    <a:pt x="7754" y="247563"/>
                  </a:moveTo>
                  <a:lnTo>
                    <a:pt x="7754" y="247563"/>
                  </a:lnTo>
                  <a:cubicBezTo>
                    <a:pt x="-8324" y="220255"/>
                    <a:pt x="1344" y="185403"/>
                    <a:pt x="29338" y="169715"/>
                  </a:cubicBezTo>
                  <a:lnTo>
                    <a:pt x="332262" y="-30"/>
                  </a:lnTo>
                  <a:lnTo>
                    <a:pt x="390507" y="98868"/>
                  </a:lnTo>
                  <a:lnTo>
                    <a:pt x="87564" y="268613"/>
                  </a:lnTo>
                  <a:cubicBezTo>
                    <a:pt x="59570" y="284291"/>
                    <a:pt x="23842" y="274871"/>
                    <a:pt x="7754" y="247563"/>
                  </a:cubicBezTo>
                  <a:close/>
                </a:path>
              </a:pathLst>
            </a:custGeom>
            <a:solidFill>
              <a:srgbClr val="EAEAEA"/>
            </a:solidFill>
            <a:ln w="9525" cap="flat">
              <a:noFill/>
              <a:prstDash val="solid"/>
              <a:round/>
            </a:ln>
          </p:spPr>
          <p:txBody>
            <a:bodyPr/>
            <a:lstStyle/>
            <a:p>
              <a:endParaRPr lang="zh-CN" altLang="en-US" sz="2190"/>
            </a:p>
          </p:txBody>
        </p:sp>
        <p:sp>
          <p:nvSpPr>
            <p:cNvPr id="482" name="任意多边形: 形状 481"/>
            <p:cNvSpPr/>
            <p:nvPr/>
          </p:nvSpPr>
          <p:spPr>
            <a:xfrm>
              <a:off x="6380230" y="3104592"/>
              <a:ext cx="4724" cy="4019"/>
            </a:xfrm>
            <a:custGeom>
              <a:avLst/>
              <a:gdLst>
                <a:gd name="csX0" fmla="*/ 3581 w 4724"/>
                <a:gd name="csY0" fmla="*/ -30 h 4019"/>
                <a:gd name="csX1" fmla="*/ 4706 w 4724"/>
                <a:gd name="csY1" fmla="*/ 1922 h 4019"/>
                <a:gd name="csX2" fmla="*/ 1105 w 4724"/>
                <a:gd name="csY2" fmla="*/ 3990 h 4019"/>
                <a:gd name="csX3" fmla="*/ -19 w 4724"/>
                <a:gd name="csY3" fmla="*/ 2037 h 4019"/>
              </a:gdLst>
              <a:ahLst/>
              <a:cxnLst>
                <a:cxn ang="0">
                  <a:pos x="csX0" y="csY0"/>
                </a:cxn>
                <a:cxn ang="0">
                  <a:pos x="csX1" y="csY1"/>
                </a:cxn>
                <a:cxn ang="0">
                  <a:pos x="csX2" y="csY2"/>
                </a:cxn>
                <a:cxn ang="0">
                  <a:pos x="csX3" y="csY3"/>
                </a:cxn>
              </a:cxnLst>
              <a:rect l="l" t="t" r="r" b="b"/>
              <a:pathLst>
                <a:path w="4724" h="4019">
                  <a:moveTo>
                    <a:pt x="3581" y="-30"/>
                  </a:moveTo>
                  <a:lnTo>
                    <a:pt x="4706" y="1922"/>
                  </a:lnTo>
                  <a:lnTo>
                    <a:pt x="1105" y="3990"/>
                  </a:lnTo>
                  <a:lnTo>
                    <a:pt x="-19" y="2037"/>
                  </a:lnTo>
                  <a:close/>
                </a:path>
              </a:pathLst>
            </a:custGeom>
            <a:solidFill>
              <a:srgbClr val="C9C9C9"/>
            </a:solidFill>
            <a:ln w="9525" cap="flat">
              <a:noFill/>
              <a:prstDash val="solid"/>
              <a:round/>
            </a:ln>
          </p:spPr>
          <p:txBody>
            <a:bodyPr/>
            <a:lstStyle/>
            <a:p>
              <a:endParaRPr lang="zh-CN" altLang="en-US" sz="2190"/>
            </a:p>
          </p:txBody>
        </p:sp>
        <p:sp>
          <p:nvSpPr>
            <p:cNvPr id="483" name="任意多边形: 形状 482"/>
            <p:cNvSpPr/>
            <p:nvPr/>
          </p:nvSpPr>
          <p:spPr>
            <a:xfrm>
              <a:off x="6277435" y="3140597"/>
              <a:ext cx="133351" cy="123827"/>
            </a:xfrm>
            <a:custGeom>
              <a:avLst/>
              <a:gdLst>
                <a:gd name="csX0" fmla="*/ 58923 w 133351"/>
                <a:gd name="csY0" fmla="*/ 120880 h 123827"/>
                <a:gd name="csX1" fmla="*/ 58951 w 133351"/>
                <a:gd name="csY1" fmla="*/ 120928 h 123827"/>
                <a:gd name="csX2" fmla="*/ 58999 w 133351"/>
                <a:gd name="csY2" fmla="*/ 120995 h 123827"/>
                <a:gd name="csX3" fmla="*/ 133332 w 133351"/>
                <a:gd name="csY3" fmla="*/ 80351 h 123827"/>
                <a:gd name="csX4" fmla="*/ 84803 w 133351"/>
                <a:gd name="csY4" fmla="*/ -30 h 123827"/>
                <a:gd name="csX5" fmla="*/ 10469 w 133351"/>
                <a:gd name="csY5" fmla="*/ 40613 h 123827"/>
                <a:gd name="csX6" fmla="*/ 10517 w 133351"/>
                <a:gd name="csY6" fmla="*/ 40709 h 123827"/>
                <a:gd name="csX7" fmla="*/ 10545 w 133351"/>
                <a:gd name="csY7" fmla="*/ 40756 h 123827"/>
                <a:gd name="csX8" fmla="*/ 8783 w 133351"/>
                <a:gd name="csY8" fmla="*/ 41556 h 123827"/>
                <a:gd name="csX9" fmla="*/ 10574 w 133351"/>
                <a:gd name="csY9" fmla="*/ 94039 h 123827"/>
                <a:gd name="csX10" fmla="*/ 57313 w 133351"/>
                <a:gd name="csY10" fmla="*/ 121957 h 123827"/>
                <a:gd name="csX11" fmla="*/ 58923 w 133351"/>
                <a:gd name="csY11" fmla="*/ 120880 h 1238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33351" h="123827">
                  <a:moveTo>
                    <a:pt x="58923" y="120880"/>
                  </a:moveTo>
                  <a:lnTo>
                    <a:pt x="58951" y="120928"/>
                  </a:lnTo>
                  <a:lnTo>
                    <a:pt x="58999" y="120995"/>
                  </a:lnTo>
                  <a:lnTo>
                    <a:pt x="133332" y="80351"/>
                  </a:lnTo>
                  <a:lnTo>
                    <a:pt x="84803" y="-30"/>
                  </a:lnTo>
                  <a:lnTo>
                    <a:pt x="10469" y="40613"/>
                  </a:lnTo>
                  <a:lnTo>
                    <a:pt x="10517" y="40709"/>
                  </a:lnTo>
                  <a:lnTo>
                    <a:pt x="10545" y="40756"/>
                  </a:lnTo>
                  <a:cubicBezTo>
                    <a:pt x="9955" y="40985"/>
                    <a:pt x="9355" y="41242"/>
                    <a:pt x="8783" y="41556"/>
                  </a:cubicBezTo>
                  <a:cubicBezTo>
                    <a:pt x="-3628" y="48348"/>
                    <a:pt x="-2809" y="71836"/>
                    <a:pt x="10574" y="94039"/>
                  </a:cubicBezTo>
                  <a:cubicBezTo>
                    <a:pt x="23975" y="116232"/>
                    <a:pt x="44893" y="128729"/>
                    <a:pt x="57313" y="121957"/>
                  </a:cubicBezTo>
                  <a:cubicBezTo>
                    <a:pt x="57884" y="121633"/>
                    <a:pt x="58408" y="121271"/>
                    <a:pt x="58923" y="120880"/>
                  </a:cubicBezTo>
                  <a:close/>
                </a:path>
              </a:pathLst>
            </a:custGeom>
            <a:solidFill>
              <a:srgbClr val="BAD1CE">
                <a:alpha val="33000"/>
              </a:srgbClr>
            </a:solidFill>
            <a:ln w="9525" cap="flat">
              <a:noFill/>
              <a:prstDash val="solid"/>
              <a:round/>
            </a:ln>
          </p:spPr>
          <p:txBody>
            <a:bodyPr/>
            <a:lstStyle/>
            <a:p>
              <a:endParaRPr lang="zh-CN" altLang="en-US" sz="2190"/>
            </a:p>
          </p:txBody>
        </p:sp>
        <p:sp>
          <p:nvSpPr>
            <p:cNvPr id="484" name="任意多边形: 形状 483"/>
            <p:cNvSpPr/>
            <p:nvPr/>
          </p:nvSpPr>
          <p:spPr>
            <a:xfrm>
              <a:off x="6353635" y="3092972"/>
              <a:ext cx="114301" cy="142877"/>
            </a:xfrm>
            <a:custGeom>
              <a:avLst/>
              <a:gdLst>
                <a:gd name="csX0" fmla="*/ 50141 w 114301"/>
                <a:gd name="csY0" fmla="*/ -30 h 142877"/>
                <a:gd name="csX1" fmla="*/ 11622 w 114301"/>
                <a:gd name="csY1" fmla="*/ 23154 h 142877"/>
                <a:gd name="csX2" fmla="*/ 13994 w 114301"/>
                <a:gd name="csY2" fmla="*/ 99535 h 142877"/>
                <a:gd name="csX3" fmla="*/ 75763 w 114301"/>
                <a:gd name="csY3" fmla="*/ 140159 h 142877"/>
                <a:gd name="csX4" fmla="*/ 114283 w 114301"/>
                <a:gd name="csY4" fmla="*/ 116975 h 142877"/>
                <a:gd name="csX5" fmla="*/ 50141 w 114301"/>
                <a:gd name="csY5" fmla="*/ -30 h 142877"/>
              </a:gdLst>
              <a:ahLst/>
              <a:cxnLst>
                <a:cxn ang="0">
                  <a:pos x="csX0" y="csY0"/>
                </a:cxn>
                <a:cxn ang="0">
                  <a:pos x="csX1" y="csY1"/>
                </a:cxn>
                <a:cxn ang="0">
                  <a:pos x="csX2" y="csY2"/>
                </a:cxn>
                <a:cxn ang="0">
                  <a:pos x="csX3" y="csY3"/>
                </a:cxn>
                <a:cxn ang="0">
                  <a:pos x="csX4" y="csY4"/>
                </a:cxn>
                <a:cxn ang="0">
                  <a:pos x="csX5" y="csY5"/>
                </a:cxn>
              </a:cxnLst>
              <a:rect l="l" t="t" r="r" b="b"/>
              <a:pathLst>
                <a:path w="114301" h="142877">
                  <a:moveTo>
                    <a:pt x="50141" y="-30"/>
                  </a:moveTo>
                  <a:lnTo>
                    <a:pt x="11622" y="23154"/>
                  </a:lnTo>
                  <a:cubicBezTo>
                    <a:pt x="-4789" y="33031"/>
                    <a:pt x="-3713" y="67216"/>
                    <a:pt x="13994" y="99535"/>
                  </a:cubicBezTo>
                  <a:cubicBezTo>
                    <a:pt x="31710" y="131844"/>
                    <a:pt x="59362" y="150036"/>
                    <a:pt x="75763" y="140159"/>
                  </a:cubicBezTo>
                  <a:lnTo>
                    <a:pt x="114283" y="116975"/>
                  </a:lnTo>
                  <a:lnTo>
                    <a:pt x="50141" y="-30"/>
                  </a:lnTo>
                  <a:close/>
                </a:path>
              </a:pathLst>
            </a:custGeom>
            <a:solidFill>
              <a:srgbClr val="BCBCBC"/>
            </a:solidFill>
            <a:ln w="9525" cap="flat">
              <a:noFill/>
              <a:prstDash val="solid"/>
              <a:round/>
            </a:ln>
          </p:spPr>
          <p:txBody>
            <a:bodyPr/>
            <a:lstStyle/>
            <a:p>
              <a:endParaRPr lang="zh-CN" altLang="en-US" sz="2190"/>
            </a:p>
          </p:txBody>
        </p:sp>
        <p:sp>
          <p:nvSpPr>
            <p:cNvPr id="485" name="任意多边形: 形状 484"/>
            <p:cNvSpPr/>
            <p:nvPr/>
          </p:nvSpPr>
          <p:spPr>
            <a:xfrm>
              <a:off x="6391736" y="3092973"/>
              <a:ext cx="85726" cy="114295"/>
            </a:xfrm>
            <a:custGeom>
              <a:avLst/>
              <a:gdLst>
                <a:gd name="csX0" fmla="*/ 74287 w 85726"/>
                <a:gd name="csY0" fmla="*/ 111753 h 114295"/>
                <a:gd name="csX1" fmla="*/ 13726 w 85726"/>
                <a:gd name="csY1" fmla="*/ 73815 h 114295"/>
                <a:gd name="csX2" fmla="*/ 11402 w 85726"/>
                <a:gd name="csY2" fmla="*/ 2483 h 114295"/>
                <a:gd name="csX3" fmla="*/ 71962 w 85726"/>
                <a:gd name="csY3" fmla="*/ 40421 h 114295"/>
                <a:gd name="csX4" fmla="*/ 74287 w 85726"/>
                <a:gd name="csY4" fmla="*/ 111753 h 114295"/>
              </a:gdLst>
              <a:ahLst/>
              <a:cxnLst>
                <a:cxn ang="0">
                  <a:pos x="csX0" y="csY0"/>
                </a:cxn>
                <a:cxn ang="0">
                  <a:pos x="csX1" y="csY1"/>
                </a:cxn>
                <a:cxn ang="0">
                  <a:pos x="csX2" y="csY2"/>
                </a:cxn>
                <a:cxn ang="0">
                  <a:pos x="csX3" y="csY3"/>
                </a:cxn>
                <a:cxn ang="0">
                  <a:pos x="csX4" y="csY4"/>
                </a:cxn>
              </a:cxnLst>
              <a:rect l="l" t="t" r="r" b="b"/>
              <a:pathLst>
                <a:path w="85726" h="114295">
                  <a:moveTo>
                    <a:pt x="74287" y="111753"/>
                  </a:moveTo>
                  <a:cubicBezTo>
                    <a:pt x="58199" y="120983"/>
                    <a:pt x="31091" y="103981"/>
                    <a:pt x="13726" y="73815"/>
                  </a:cubicBezTo>
                  <a:cubicBezTo>
                    <a:pt x="-3647" y="43631"/>
                    <a:pt x="-4695" y="11703"/>
                    <a:pt x="11402" y="2483"/>
                  </a:cubicBezTo>
                  <a:cubicBezTo>
                    <a:pt x="27490" y="-6747"/>
                    <a:pt x="54598" y="10246"/>
                    <a:pt x="71962" y="40421"/>
                  </a:cubicBezTo>
                  <a:cubicBezTo>
                    <a:pt x="89336" y="70586"/>
                    <a:pt x="90384" y="102533"/>
                    <a:pt x="74287" y="111753"/>
                  </a:cubicBezTo>
                  <a:close/>
                </a:path>
              </a:pathLst>
            </a:custGeom>
            <a:solidFill>
              <a:srgbClr val="F2F2F2"/>
            </a:solidFill>
            <a:ln w="9525" cap="flat">
              <a:noFill/>
              <a:prstDash val="solid"/>
              <a:round/>
            </a:ln>
          </p:spPr>
          <p:txBody>
            <a:bodyPr/>
            <a:lstStyle/>
            <a:p>
              <a:endParaRPr lang="zh-CN" altLang="en-US" sz="2190"/>
            </a:p>
          </p:txBody>
        </p:sp>
        <p:sp>
          <p:nvSpPr>
            <p:cNvPr id="486" name="任意多边形: 形状 485"/>
            <p:cNvSpPr/>
            <p:nvPr/>
          </p:nvSpPr>
          <p:spPr>
            <a:xfrm>
              <a:off x="6401260" y="3102495"/>
              <a:ext cx="66677" cy="95253"/>
            </a:xfrm>
            <a:custGeom>
              <a:avLst/>
              <a:gdLst>
                <a:gd name="csX0" fmla="*/ 57780 w 66677"/>
                <a:gd name="csY0" fmla="*/ 93135 h 95253"/>
                <a:gd name="csX1" fmla="*/ 10669 w 66677"/>
                <a:gd name="csY1" fmla="*/ 61503 h 95253"/>
                <a:gd name="csX2" fmla="*/ 8860 w 66677"/>
                <a:gd name="csY2" fmla="*/ 2057 h 95253"/>
                <a:gd name="csX3" fmla="*/ 55970 w 66677"/>
                <a:gd name="csY3" fmla="*/ 33680 h 95253"/>
                <a:gd name="csX4" fmla="*/ 57780 w 66677"/>
                <a:gd name="csY4" fmla="*/ 93135 h 95253"/>
              </a:gdLst>
              <a:ahLst/>
              <a:cxnLst>
                <a:cxn ang="0">
                  <a:pos x="csX0" y="csY0"/>
                </a:cxn>
                <a:cxn ang="0">
                  <a:pos x="csX1" y="csY1"/>
                </a:cxn>
                <a:cxn ang="0">
                  <a:pos x="csX2" y="csY2"/>
                </a:cxn>
                <a:cxn ang="0">
                  <a:pos x="csX3" y="csY3"/>
                </a:cxn>
                <a:cxn ang="0">
                  <a:pos x="csX4" y="csY4"/>
                </a:cxn>
              </a:cxnLst>
              <a:rect l="l" t="t" r="r" b="b"/>
              <a:pathLst>
                <a:path w="66677" h="95253">
                  <a:moveTo>
                    <a:pt x="57780" y="93135"/>
                  </a:moveTo>
                  <a:cubicBezTo>
                    <a:pt x="45274" y="100812"/>
                    <a:pt x="24185" y="86658"/>
                    <a:pt x="10669" y="61503"/>
                  </a:cubicBezTo>
                  <a:cubicBezTo>
                    <a:pt x="-2837" y="36347"/>
                    <a:pt x="-3657" y="9744"/>
                    <a:pt x="8860" y="2057"/>
                  </a:cubicBezTo>
                  <a:cubicBezTo>
                    <a:pt x="21366" y="-5620"/>
                    <a:pt x="42454" y="8544"/>
                    <a:pt x="55970" y="33680"/>
                  </a:cubicBezTo>
                  <a:cubicBezTo>
                    <a:pt x="69477" y="58845"/>
                    <a:pt x="70296" y="85449"/>
                    <a:pt x="57780" y="93135"/>
                  </a:cubicBezTo>
                  <a:close/>
                </a:path>
              </a:pathLst>
            </a:custGeom>
            <a:solidFill>
              <a:srgbClr val="EEFFFD"/>
            </a:solidFill>
            <a:ln w="9525" cap="flat">
              <a:noFill/>
              <a:prstDash val="solid"/>
              <a:round/>
            </a:ln>
          </p:spPr>
          <p:txBody>
            <a:bodyPr/>
            <a:lstStyle/>
            <a:p>
              <a:endParaRPr lang="zh-CN" altLang="en-US" sz="2190"/>
            </a:p>
          </p:txBody>
        </p:sp>
        <p:sp>
          <p:nvSpPr>
            <p:cNvPr id="487" name="任意多边形: 形状 486"/>
            <p:cNvSpPr/>
            <p:nvPr/>
          </p:nvSpPr>
          <p:spPr>
            <a:xfrm>
              <a:off x="6039313" y="3245372"/>
              <a:ext cx="180973" cy="152400"/>
            </a:xfrm>
            <a:custGeom>
              <a:avLst/>
              <a:gdLst>
                <a:gd name="csX0" fmla="*/ 180955 w 180973"/>
                <a:gd name="csY0" fmla="*/ 81790 h 152400"/>
                <a:gd name="csX1" fmla="*/ 133730 w 180973"/>
                <a:gd name="csY1" fmla="*/ -30 h 152400"/>
                <a:gd name="csX2" fmla="*/ 23764 w 180973"/>
                <a:gd name="csY2" fmla="*/ 64292 h 152400"/>
                <a:gd name="csX3" fmla="*/ 6276 w 180973"/>
                <a:gd name="csY3" fmla="*/ 128701 h 152400"/>
                <a:gd name="csX4" fmla="*/ 70989 w 180973"/>
                <a:gd name="csY4" fmla="*/ 146103 h 152400"/>
                <a:gd name="csX5" fmla="*/ 180955 w 180973"/>
                <a:gd name="csY5" fmla="*/ 81790 h 152400"/>
              </a:gdLst>
              <a:ahLst/>
              <a:cxnLst>
                <a:cxn ang="0">
                  <a:pos x="csX0" y="csY0"/>
                </a:cxn>
                <a:cxn ang="0">
                  <a:pos x="csX1" y="csY1"/>
                </a:cxn>
                <a:cxn ang="0">
                  <a:pos x="csX2" y="csY2"/>
                </a:cxn>
                <a:cxn ang="0">
                  <a:pos x="csX3" y="csY3"/>
                </a:cxn>
                <a:cxn ang="0">
                  <a:pos x="csX4" y="csY4"/>
                </a:cxn>
                <a:cxn ang="0">
                  <a:pos x="csX5" y="csY5"/>
                </a:cxn>
              </a:cxnLst>
              <a:rect l="l" t="t" r="r" b="b"/>
              <a:pathLst>
                <a:path w="180973" h="152400">
                  <a:moveTo>
                    <a:pt x="180955" y="81790"/>
                  </a:moveTo>
                  <a:lnTo>
                    <a:pt x="133730" y="-30"/>
                  </a:lnTo>
                  <a:lnTo>
                    <a:pt x="23764" y="64292"/>
                  </a:lnTo>
                  <a:cubicBezTo>
                    <a:pt x="1103" y="77246"/>
                    <a:pt x="-6754" y="106145"/>
                    <a:pt x="6276" y="128701"/>
                  </a:cubicBezTo>
                  <a:cubicBezTo>
                    <a:pt x="19287" y="151256"/>
                    <a:pt x="48328" y="159076"/>
                    <a:pt x="70989" y="146103"/>
                  </a:cubicBezTo>
                  <a:lnTo>
                    <a:pt x="180955" y="81790"/>
                  </a:lnTo>
                  <a:close/>
                </a:path>
              </a:pathLst>
            </a:custGeom>
            <a:solidFill>
              <a:srgbClr val="7A0314"/>
            </a:solidFill>
            <a:ln w="9525" cap="flat">
              <a:noFill/>
              <a:prstDash val="solid"/>
              <a:round/>
            </a:ln>
          </p:spPr>
          <p:txBody>
            <a:bodyPr/>
            <a:lstStyle/>
            <a:p>
              <a:endParaRPr lang="zh-CN" altLang="en-US" sz="2190"/>
            </a:p>
          </p:txBody>
        </p:sp>
        <p:sp>
          <p:nvSpPr>
            <p:cNvPr id="488" name="任意多边形: 形状 487"/>
            <p:cNvSpPr/>
            <p:nvPr/>
          </p:nvSpPr>
          <p:spPr>
            <a:xfrm>
              <a:off x="6163134" y="3235847"/>
              <a:ext cx="76202" cy="95249"/>
            </a:xfrm>
            <a:custGeom>
              <a:avLst/>
              <a:gdLst>
                <a:gd name="csX0" fmla="*/ 59105 w 76202"/>
                <a:gd name="csY0" fmla="*/ 92467 h 95249"/>
                <a:gd name="csX1" fmla="*/ 59143 w 76202"/>
                <a:gd name="csY1" fmla="*/ 92534 h 95249"/>
                <a:gd name="csX2" fmla="*/ 76183 w 76202"/>
                <a:gd name="csY2" fmla="*/ 82990 h 95249"/>
                <a:gd name="csX3" fmla="*/ 27253 w 76202"/>
                <a:gd name="csY3" fmla="*/ -30 h 95249"/>
                <a:gd name="csX4" fmla="*/ 10213 w 76202"/>
                <a:gd name="csY4" fmla="*/ 9514 h 95249"/>
                <a:gd name="csX5" fmla="*/ 10270 w 76202"/>
                <a:gd name="csY5" fmla="*/ 9609 h 95249"/>
                <a:gd name="csX6" fmla="*/ 8861 w 76202"/>
                <a:gd name="csY6" fmla="*/ 10286 h 95249"/>
                <a:gd name="csX7" fmla="*/ 10661 w 76202"/>
                <a:gd name="csY7" fmla="*/ 64483 h 95249"/>
                <a:gd name="csX8" fmla="*/ 57790 w 76202"/>
                <a:gd name="csY8" fmla="*/ 93315 h 95249"/>
                <a:gd name="csX9" fmla="*/ 59105 w 76202"/>
                <a:gd name="csY9" fmla="*/ 92467 h 95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6202" h="95249">
                  <a:moveTo>
                    <a:pt x="59105" y="92467"/>
                  </a:moveTo>
                  <a:lnTo>
                    <a:pt x="59143" y="92534"/>
                  </a:lnTo>
                  <a:lnTo>
                    <a:pt x="76183" y="82990"/>
                  </a:lnTo>
                  <a:lnTo>
                    <a:pt x="27253" y="-30"/>
                  </a:lnTo>
                  <a:lnTo>
                    <a:pt x="10213" y="9514"/>
                  </a:lnTo>
                  <a:lnTo>
                    <a:pt x="10270" y="9609"/>
                  </a:lnTo>
                  <a:cubicBezTo>
                    <a:pt x="9794" y="9809"/>
                    <a:pt x="9308" y="10038"/>
                    <a:pt x="8861" y="10286"/>
                  </a:cubicBezTo>
                  <a:cubicBezTo>
                    <a:pt x="-3655" y="17296"/>
                    <a:pt x="-2836" y="41556"/>
                    <a:pt x="10661" y="64483"/>
                  </a:cubicBezTo>
                  <a:cubicBezTo>
                    <a:pt x="24177" y="87409"/>
                    <a:pt x="45275" y="100316"/>
                    <a:pt x="57790" y="93315"/>
                  </a:cubicBezTo>
                  <a:cubicBezTo>
                    <a:pt x="58238" y="93048"/>
                    <a:pt x="58676" y="92772"/>
                    <a:pt x="59105" y="92467"/>
                  </a:cubicBezTo>
                  <a:close/>
                </a:path>
              </a:pathLst>
            </a:custGeom>
            <a:solidFill>
              <a:srgbClr val="AEECFF"/>
            </a:solidFill>
            <a:ln w="9525" cap="flat">
              <a:noFill/>
              <a:prstDash val="solid"/>
              <a:round/>
            </a:ln>
          </p:spPr>
          <p:txBody>
            <a:bodyPr/>
            <a:lstStyle/>
            <a:p>
              <a:endParaRPr lang="zh-CN" altLang="en-US" sz="2190"/>
            </a:p>
          </p:txBody>
        </p:sp>
        <p:sp>
          <p:nvSpPr>
            <p:cNvPr id="489" name="任意多边形: 形状 488"/>
            <p:cNvSpPr/>
            <p:nvPr/>
          </p:nvSpPr>
          <p:spPr>
            <a:xfrm>
              <a:off x="6182186" y="3169172"/>
              <a:ext cx="180975" cy="152401"/>
            </a:xfrm>
            <a:custGeom>
              <a:avLst/>
              <a:gdLst>
                <a:gd name="csX0" fmla="*/ 56380 w 180975"/>
                <a:gd name="csY0" fmla="*/ 149475 h 152401"/>
                <a:gd name="csX1" fmla="*/ 56408 w 180975"/>
                <a:gd name="csY1" fmla="*/ 149522 h 152401"/>
                <a:gd name="csX2" fmla="*/ 56446 w 180975"/>
                <a:gd name="csY2" fmla="*/ 149589 h 152401"/>
                <a:gd name="csX3" fmla="*/ 180957 w 180975"/>
                <a:gd name="csY3" fmla="*/ 80323 h 152401"/>
                <a:gd name="csX4" fmla="*/ 134818 w 180975"/>
                <a:gd name="csY4" fmla="*/ -30 h 152401"/>
                <a:gd name="csX5" fmla="*/ 10011 w 180975"/>
                <a:gd name="csY5" fmla="*/ 69455 h 152401"/>
                <a:gd name="csX6" fmla="*/ 10069 w 180975"/>
                <a:gd name="csY6" fmla="*/ 69540 h 152401"/>
                <a:gd name="csX7" fmla="*/ 10088 w 180975"/>
                <a:gd name="csY7" fmla="*/ 69598 h 152401"/>
                <a:gd name="csX8" fmla="*/ 8402 w 180975"/>
                <a:gd name="csY8" fmla="*/ 70388 h 152401"/>
                <a:gd name="csX9" fmla="*/ 10117 w 180975"/>
                <a:gd name="csY9" fmla="*/ 122700 h 152401"/>
                <a:gd name="csX10" fmla="*/ 54836 w 180975"/>
                <a:gd name="csY10" fmla="*/ 150532 h 152401"/>
                <a:gd name="csX11" fmla="*/ 56380 w 180975"/>
                <a:gd name="csY11" fmla="*/ 149475 h 1524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80975" h="152401">
                  <a:moveTo>
                    <a:pt x="56380" y="149475"/>
                  </a:moveTo>
                  <a:lnTo>
                    <a:pt x="56408" y="149522"/>
                  </a:lnTo>
                  <a:lnTo>
                    <a:pt x="56446" y="149589"/>
                  </a:lnTo>
                  <a:lnTo>
                    <a:pt x="180957" y="80323"/>
                  </a:lnTo>
                  <a:lnTo>
                    <a:pt x="134818" y="-30"/>
                  </a:lnTo>
                  <a:lnTo>
                    <a:pt x="10011" y="69455"/>
                  </a:lnTo>
                  <a:lnTo>
                    <a:pt x="10069" y="69540"/>
                  </a:lnTo>
                  <a:lnTo>
                    <a:pt x="10088" y="69598"/>
                  </a:lnTo>
                  <a:cubicBezTo>
                    <a:pt x="9526" y="69826"/>
                    <a:pt x="8955" y="70083"/>
                    <a:pt x="8402" y="70388"/>
                  </a:cubicBezTo>
                  <a:cubicBezTo>
                    <a:pt x="-3466" y="77161"/>
                    <a:pt x="-2695" y="100573"/>
                    <a:pt x="10117" y="122700"/>
                  </a:cubicBezTo>
                  <a:cubicBezTo>
                    <a:pt x="22937" y="144826"/>
                    <a:pt x="42968" y="157294"/>
                    <a:pt x="54836" y="150532"/>
                  </a:cubicBezTo>
                  <a:cubicBezTo>
                    <a:pt x="55389" y="150208"/>
                    <a:pt x="55894" y="149855"/>
                    <a:pt x="56380" y="149475"/>
                  </a:cubicBezTo>
                  <a:close/>
                </a:path>
              </a:pathLst>
            </a:custGeom>
            <a:solidFill>
              <a:srgbClr val="EA6400"/>
            </a:solidFill>
            <a:ln w="9525" cap="flat">
              <a:noFill/>
              <a:prstDash val="solid"/>
              <a:round/>
            </a:ln>
          </p:spPr>
          <p:txBody>
            <a:bodyPr/>
            <a:lstStyle/>
            <a:p>
              <a:endParaRPr lang="zh-CN" altLang="en-US" sz="2190"/>
            </a:p>
          </p:txBody>
        </p:sp>
        <p:sp>
          <p:nvSpPr>
            <p:cNvPr id="490" name="任意多边形: 形状 489"/>
            <p:cNvSpPr/>
            <p:nvPr/>
          </p:nvSpPr>
          <p:spPr>
            <a:xfrm>
              <a:off x="6306011" y="3169173"/>
              <a:ext cx="57152" cy="85722"/>
            </a:xfrm>
            <a:custGeom>
              <a:avLst/>
              <a:gdLst>
                <a:gd name="csX0" fmla="*/ 49531 w 57152"/>
                <a:gd name="csY0" fmla="*/ 83808 h 85722"/>
                <a:gd name="csX1" fmla="*/ 9136 w 57152"/>
                <a:gd name="csY1" fmla="*/ 55347 h 85722"/>
                <a:gd name="csX2" fmla="*/ 7593 w 57152"/>
                <a:gd name="csY2" fmla="*/ 1855 h 85722"/>
                <a:gd name="csX3" fmla="*/ 47969 w 57152"/>
                <a:gd name="csY3" fmla="*/ 30315 h 85722"/>
                <a:gd name="csX4" fmla="*/ 49531 w 57152"/>
                <a:gd name="csY4" fmla="*/ 83808 h 85722"/>
              </a:gdLst>
              <a:ahLst/>
              <a:cxnLst>
                <a:cxn ang="0">
                  <a:pos x="csX0" y="csY0"/>
                </a:cxn>
                <a:cxn ang="0">
                  <a:pos x="csX1" y="csY1"/>
                </a:cxn>
                <a:cxn ang="0">
                  <a:pos x="csX2" y="csY2"/>
                </a:cxn>
                <a:cxn ang="0">
                  <a:pos x="csX3" y="csY3"/>
                </a:cxn>
                <a:cxn ang="0">
                  <a:pos x="csX4" y="csY4"/>
                </a:cxn>
              </a:cxnLst>
              <a:rect l="l" t="t" r="r" b="b"/>
              <a:pathLst>
                <a:path w="57152" h="85722">
                  <a:moveTo>
                    <a:pt x="49531" y="83808"/>
                  </a:moveTo>
                  <a:cubicBezTo>
                    <a:pt x="38806" y="90732"/>
                    <a:pt x="20727" y="77979"/>
                    <a:pt x="9136" y="55347"/>
                  </a:cubicBezTo>
                  <a:cubicBezTo>
                    <a:pt x="-2438" y="32716"/>
                    <a:pt x="-3133" y="8770"/>
                    <a:pt x="7593" y="1855"/>
                  </a:cubicBezTo>
                  <a:cubicBezTo>
                    <a:pt x="18318" y="-5070"/>
                    <a:pt x="36387" y="7684"/>
                    <a:pt x="47969" y="30315"/>
                  </a:cubicBezTo>
                  <a:cubicBezTo>
                    <a:pt x="59552" y="52947"/>
                    <a:pt x="60247" y="76902"/>
                    <a:pt x="49531" y="83808"/>
                  </a:cubicBezTo>
                  <a:close/>
                </a:path>
              </a:pathLst>
            </a:custGeom>
            <a:solidFill>
              <a:srgbClr val="FF9A15"/>
            </a:solidFill>
            <a:ln w="9525" cap="flat">
              <a:noFill/>
              <a:prstDash val="solid"/>
              <a:round/>
            </a:ln>
          </p:spPr>
          <p:txBody>
            <a:bodyPr/>
            <a:lstStyle/>
            <a:p>
              <a:endParaRPr lang="zh-CN" altLang="en-US" sz="2190"/>
            </a:p>
          </p:txBody>
        </p:sp>
        <p:sp>
          <p:nvSpPr>
            <p:cNvPr id="491" name="任意多边形: 形状 490"/>
            <p:cNvSpPr/>
            <p:nvPr/>
          </p:nvSpPr>
          <p:spPr>
            <a:xfrm>
              <a:off x="6401260" y="3102497"/>
              <a:ext cx="66676" cy="95250"/>
            </a:xfrm>
            <a:custGeom>
              <a:avLst/>
              <a:gdLst>
                <a:gd name="csX0" fmla="*/ 15422 w 66676"/>
                <a:gd name="csY0" fmla="*/ -30 h 95250"/>
                <a:gd name="csX1" fmla="*/ 9279 w 66676"/>
                <a:gd name="csY1" fmla="*/ 3523 h 95250"/>
                <a:gd name="csX2" fmla="*/ 11174 w 66676"/>
                <a:gd name="csY2" fmla="*/ 62035 h 95250"/>
                <a:gd name="csX3" fmla="*/ 60513 w 66676"/>
                <a:gd name="csY3" fmla="*/ 93163 h 95250"/>
                <a:gd name="csX4" fmla="*/ 66657 w 66676"/>
                <a:gd name="csY4" fmla="*/ 89610 h 95250"/>
                <a:gd name="csX5" fmla="*/ 15422 w 66676"/>
                <a:gd name="csY5" fmla="*/ -30 h 95250"/>
              </a:gdLst>
              <a:ahLst/>
              <a:cxnLst>
                <a:cxn ang="0">
                  <a:pos x="csX0" y="csY0"/>
                </a:cxn>
                <a:cxn ang="0">
                  <a:pos x="csX1" y="csY1"/>
                </a:cxn>
                <a:cxn ang="0">
                  <a:pos x="csX2" y="csY2"/>
                </a:cxn>
                <a:cxn ang="0">
                  <a:pos x="csX3" y="csY3"/>
                </a:cxn>
                <a:cxn ang="0">
                  <a:pos x="csX4" y="csY4"/>
                </a:cxn>
                <a:cxn ang="0">
                  <a:pos x="csX5" y="csY5"/>
                </a:cxn>
              </a:cxnLst>
              <a:rect l="l" t="t" r="r" b="b"/>
              <a:pathLst>
                <a:path w="66676" h="95250">
                  <a:moveTo>
                    <a:pt x="15422" y="-30"/>
                  </a:moveTo>
                  <a:lnTo>
                    <a:pt x="9279" y="3523"/>
                  </a:lnTo>
                  <a:cubicBezTo>
                    <a:pt x="-3828" y="11086"/>
                    <a:pt x="-2971" y="37289"/>
                    <a:pt x="11174" y="62035"/>
                  </a:cubicBezTo>
                  <a:cubicBezTo>
                    <a:pt x="25328" y="86790"/>
                    <a:pt x="47407" y="100725"/>
                    <a:pt x="60513" y="93163"/>
                  </a:cubicBezTo>
                  <a:lnTo>
                    <a:pt x="66657" y="89610"/>
                  </a:lnTo>
                  <a:lnTo>
                    <a:pt x="15422" y="-30"/>
                  </a:lnTo>
                  <a:close/>
                </a:path>
              </a:pathLst>
            </a:custGeom>
            <a:solidFill>
              <a:srgbClr val="BCBCBC"/>
            </a:solidFill>
            <a:ln w="9525" cap="flat">
              <a:noFill/>
              <a:prstDash val="solid"/>
              <a:round/>
            </a:ln>
          </p:spPr>
          <p:txBody>
            <a:bodyPr/>
            <a:lstStyle/>
            <a:p>
              <a:endParaRPr lang="zh-CN" altLang="en-US" sz="2190"/>
            </a:p>
          </p:txBody>
        </p:sp>
        <p:sp>
          <p:nvSpPr>
            <p:cNvPr id="492" name="任意多边形: 形状 491"/>
            <p:cNvSpPr/>
            <p:nvPr/>
          </p:nvSpPr>
          <p:spPr>
            <a:xfrm>
              <a:off x="6410785" y="3092974"/>
              <a:ext cx="66677" cy="104769"/>
            </a:xfrm>
            <a:custGeom>
              <a:avLst/>
              <a:gdLst>
                <a:gd name="csX0" fmla="*/ 57780 w 66677"/>
                <a:gd name="csY0" fmla="*/ 102437 h 104769"/>
                <a:gd name="csX1" fmla="*/ 10669 w 66677"/>
                <a:gd name="csY1" fmla="*/ 67662 h 104769"/>
                <a:gd name="csX2" fmla="*/ 8860 w 66677"/>
                <a:gd name="csY2" fmla="*/ 2273 h 104769"/>
                <a:gd name="csX3" fmla="*/ 55970 w 66677"/>
                <a:gd name="csY3" fmla="*/ 37048 h 104769"/>
                <a:gd name="csX4" fmla="*/ 57780 w 66677"/>
                <a:gd name="csY4" fmla="*/ 102437 h 104769"/>
              </a:gdLst>
              <a:ahLst/>
              <a:cxnLst>
                <a:cxn ang="0">
                  <a:pos x="csX0" y="csY0"/>
                </a:cxn>
                <a:cxn ang="0">
                  <a:pos x="csX1" y="csY1"/>
                </a:cxn>
                <a:cxn ang="0">
                  <a:pos x="csX2" y="csY2"/>
                </a:cxn>
                <a:cxn ang="0">
                  <a:pos x="csX3" y="csY3"/>
                </a:cxn>
                <a:cxn ang="0">
                  <a:pos x="csX4" y="csY4"/>
                </a:cxn>
              </a:cxnLst>
              <a:rect l="l" t="t" r="r" b="b"/>
              <a:pathLst>
                <a:path w="66677" h="104769">
                  <a:moveTo>
                    <a:pt x="57780" y="102437"/>
                  </a:moveTo>
                  <a:cubicBezTo>
                    <a:pt x="45274" y="110896"/>
                    <a:pt x="24185" y="95322"/>
                    <a:pt x="10669" y="67662"/>
                  </a:cubicBezTo>
                  <a:cubicBezTo>
                    <a:pt x="-2837" y="39991"/>
                    <a:pt x="-3657" y="10712"/>
                    <a:pt x="8860" y="2273"/>
                  </a:cubicBezTo>
                  <a:cubicBezTo>
                    <a:pt x="21366" y="-6186"/>
                    <a:pt x="42454" y="9388"/>
                    <a:pt x="55970" y="37048"/>
                  </a:cubicBezTo>
                  <a:cubicBezTo>
                    <a:pt x="69477" y="64709"/>
                    <a:pt x="70296" y="93979"/>
                    <a:pt x="57780" y="102437"/>
                  </a:cubicBezTo>
                  <a:close/>
                </a:path>
              </a:pathLst>
            </a:custGeom>
            <a:solidFill>
              <a:srgbClr val="F2F2F2"/>
            </a:solidFill>
            <a:ln w="9525" cap="flat">
              <a:noFill/>
              <a:prstDash val="solid"/>
              <a:round/>
            </a:ln>
          </p:spPr>
          <p:txBody>
            <a:bodyPr/>
            <a:lstStyle/>
            <a:p>
              <a:endParaRPr lang="zh-CN" altLang="en-US" sz="2190"/>
            </a:p>
          </p:txBody>
        </p:sp>
        <p:sp>
          <p:nvSpPr>
            <p:cNvPr id="493" name="任意多边形: 形状 492"/>
            <p:cNvSpPr/>
            <p:nvPr/>
          </p:nvSpPr>
          <p:spPr>
            <a:xfrm>
              <a:off x="6410785" y="3102498"/>
              <a:ext cx="66675" cy="85722"/>
            </a:xfrm>
            <a:custGeom>
              <a:avLst/>
              <a:gdLst>
                <a:gd name="csX0" fmla="*/ 57780 w 66675"/>
                <a:gd name="csY0" fmla="*/ 83808 h 85722"/>
                <a:gd name="csX1" fmla="*/ 10669 w 66675"/>
                <a:gd name="csY1" fmla="*/ 55347 h 85722"/>
                <a:gd name="csX2" fmla="*/ 8860 w 66675"/>
                <a:gd name="csY2" fmla="*/ 1855 h 85722"/>
                <a:gd name="csX3" fmla="*/ 55961 w 66675"/>
                <a:gd name="csY3" fmla="*/ 30315 h 85722"/>
                <a:gd name="csX4" fmla="*/ 57780 w 66675"/>
                <a:gd name="csY4" fmla="*/ 83808 h 85722"/>
              </a:gdLst>
              <a:ahLst/>
              <a:cxnLst>
                <a:cxn ang="0">
                  <a:pos x="csX0" y="csY0"/>
                </a:cxn>
                <a:cxn ang="0">
                  <a:pos x="csX1" y="csY1"/>
                </a:cxn>
                <a:cxn ang="0">
                  <a:pos x="csX2" y="csY2"/>
                </a:cxn>
                <a:cxn ang="0">
                  <a:pos x="csX3" y="csY3"/>
                </a:cxn>
                <a:cxn ang="0">
                  <a:pos x="csX4" y="csY4"/>
                </a:cxn>
              </a:cxnLst>
              <a:rect l="l" t="t" r="r" b="b"/>
              <a:pathLst>
                <a:path w="66675" h="85722">
                  <a:moveTo>
                    <a:pt x="57780" y="83808"/>
                  </a:moveTo>
                  <a:cubicBezTo>
                    <a:pt x="45264" y="90732"/>
                    <a:pt x="24175" y="77979"/>
                    <a:pt x="10669" y="55347"/>
                  </a:cubicBezTo>
                  <a:cubicBezTo>
                    <a:pt x="-2837" y="32716"/>
                    <a:pt x="-3657" y="8770"/>
                    <a:pt x="8860" y="1855"/>
                  </a:cubicBezTo>
                  <a:cubicBezTo>
                    <a:pt x="21366" y="-5070"/>
                    <a:pt x="42464" y="7684"/>
                    <a:pt x="55961" y="30315"/>
                  </a:cubicBezTo>
                  <a:cubicBezTo>
                    <a:pt x="69486" y="52947"/>
                    <a:pt x="70286" y="76893"/>
                    <a:pt x="57780" y="83808"/>
                  </a:cubicBezTo>
                  <a:close/>
                </a:path>
              </a:pathLst>
            </a:custGeom>
            <a:solidFill>
              <a:srgbClr val="EEFFFD"/>
            </a:solidFill>
            <a:ln w="9525" cap="flat">
              <a:noFill/>
              <a:prstDash val="solid"/>
              <a:round/>
            </a:ln>
          </p:spPr>
          <p:txBody>
            <a:bodyPr/>
            <a:lstStyle/>
            <a:p>
              <a:endParaRPr lang="zh-CN" altLang="en-US" sz="2190"/>
            </a:p>
          </p:txBody>
        </p:sp>
        <p:sp>
          <p:nvSpPr>
            <p:cNvPr id="494" name="任意多边形: 形状 493"/>
            <p:cNvSpPr/>
            <p:nvPr/>
          </p:nvSpPr>
          <p:spPr>
            <a:xfrm>
              <a:off x="6134564" y="3273947"/>
              <a:ext cx="28569" cy="28575"/>
            </a:xfrm>
            <a:custGeom>
              <a:avLst/>
              <a:gdLst>
                <a:gd name="csX0" fmla="*/ 12000 w 28569"/>
                <a:gd name="csY0" fmla="*/ -30 h 28575"/>
                <a:gd name="csX1" fmla="*/ 3865 w 28569"/>
                <a:gd name="csY1" fmla="*/ 3809 h 28575"/>
                <a:gd name="csX2" fmla="*/ 1312 w 28569"/>
                <a:gd name="csY2" fmla="*/ 6342 h 28575"/>
                <a:gd name="csX3" fmla="*/ 17 w 28569"/>
                <a:gd name="csY3" fmla="*/ 13553 h 28575"/>
                <a:gd name="csX4" fmla="*/ 17 w 28569"/>
                <a:gd name="csY4" fmla="*/ 13553 h 28575"/>
                <a:gd name="csX5" fmla="*/ 8561 w 28569"/>
                <a:gd name="csY5" fmla="*/ 25888 h 28575"/>
                <a:gd name="csX6" fmla="*/ 8799 w 28569"/>
                <a:gd name="csY6" fmla="*/ 26021 h 28575"/>
                <a:gd name="csX7" fmla="*/ 12609 w 28569"/>
                <a:gd name="csY7" fmla="*/ 27735 h 28575"/>
                <a:gd name="csX8" fmla="*/ 23534 w 28569"/>
                <a:gd name="csY8" fmla="*/ 27202 h 28575"/>
                <a:gd name="csX9" fmla="*/ 28135 w 28569"/>
                <a:gd name="csY9" fmla="*/ 25059 h 28575"/>
                <a:gd name="csX10" fmla="*/ 28221 w 28569"/>
                <a:gd name="csY10" fmla="*/ 24040 h 28575"/>
                <a:gd name="csX11" fmla="*/ 11151 w 28569"/>
                <a:gd name="csY11" fmla="*/ 16458 h 28575"/>
                <a:gd name="csX12" fmla="*/ 12000 w 28569"/>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69" h="28575">
                  <a:moveTo>
                    <a:pt x="12000" y="-30"/>
                  </a:moveTo>
                  <a:lnTo>
                    <a:pt x="3865" y="3809"/>
                  </a:lnTo>
                  <a:cubicBezTo>
                    <a:pt x="2665" y="4380"/>
                    <a:pt x="1760" y="5275"/>
                    <a:pt x="1312" y="6342"/>
                  </a:cubicBezTo>
                  <a:cubicBezTo>
                    <a:pt x="617" y="8009"/>
                    <a:pt x="-202" y="10676"/>
                    <a:pt x="17" y="13553"/>
                  </a:cubicBezTo>
                  <a:lnTo>
                    <a:pt x="17" y="13553"/>
                  </a:lnTo>
                  <a:cubicBezTo>
                    <a:pt x="398" y="18410"/>
                    <a:pt x="3665" y="23135"/>
                    <a:pt x="8561" y="25888"/>
                  </a:cubicBezTo>
                  <a:lnTo>
                    <a:pt x="8799" y="26021"/>
                  </a:lnTo>
                  <a:cubicBezTo>
                    <a:pt x="10066" y="26735"/>
                    <a:pt x="11371" y="27297"/>
                    <a:pt x="12609" y="27735"/>
                  </a:cubicBezTo>
                  <a:cubicBezTo>
                    <a:pt x="16143" y="28993"/>
                    <a:pt x="20181" y="28764"/>
                    <a:pt x="23534" y="27202"/>
                  </a:cubicBezTo>
                  <a:lnTo>
                    <a:pt x="28135" y="25059"/>
                  </a:lnTo>
                  <a:cubicBezTo>
                    <a:pt x="28649" y="24821"/>
                    <a:pt x="28697" y="24268"/>
                    <a:pt x="28221" y="24040"/>
                  </a:cubicBezTo>
                  <a:lnTo>
                    <a:pt x="11151" y="16458"/>
                  </a:lnTo>
                  <a:lnTo>
                    <a:pt x="12000" y="-30"/>
                  </a:lnTo>
                  <a:close/>
                </a:path>
              </a:pathLst>
            </a:custGeom>
            <a:solidFill>
              <a:srgbClr val="9C0000"/>
            </a:solidFill>
            <a:ln w="9525" cap="flat">
              <a:noFill/>
              <a:prstDash val="solid"/>
              <a:round/>
            </a:ln>
          </p:spPr>
          <p:txBody>
            <a:bodyPr/>
            <a:lstStyle/>
            <a:p>
              <a:endParaRPr lang="zh-CN" altLang="en-US" sz="2190"/>
            </a:p>
          </p:txBody>
        </p:sp>
        <p:sp>
          <p:nvSpPr>
            <p:cNvPr id="495" name="任意多边形: 形状 494"/>
            <p:cNvSpPr/>
            <p:nvPr/>
          </p:nvSpPr>
          <p:spPr>
            <a:xfrm>
              <a:off x="6144090" y="3273947"/>
              <a:ext cx="19047" cy="28571"/>
            </a:xfrm>
            <a:custGeom>
              <a:avLst/>
              <a:gdLst>
                <a:gd name="csX0" fmla="*/ 13017 w 19047"/>
                <a:gd name="csY0" fmla="*/ 2674 h 28571"/>
                <a:gd name="csX1" fmla="*/ 13017 w 19047"/>
                <a:gd name="csY1" fmla="*/ 2674 h 28571"/>
                <a:gd name="csX2" fmla="*/ 18904 w 19047"/>
                <a:gd name="csY2" fmla="*/ 15733 h 28571"/>
                <a:gd name="csX3" fmla="*/ 18913 w 19047"/>
                <a:gd name="csY3" fmla="*/ 15829 h 28571"/>
                <a:gd name="csX4" fmla="*/ 6016 w 19047"/>
                <a:gd name="csY4" fmla="*/ 25677 h 28571"/>
                <a:gd name="csX5" fmla="*/ 6016 w 19047"/>
                <a:gd name="csY5" fmla="*/ 25677 h 28571"/>
                <a:gd name="csX6" fmla="*/ 73 w 19047"/>
                <a:gd name="csY6" fmla="*/ 12457 h 28571"/>
                <a:gd name="csX7" fmla="*/ 63 w 19047"/>
                <a:gd name="csY7" fmla="*/ 12361 h 28571"/>
                <a:gd name="csX8" fmla="*/ 13017 w 19047"/>
                <a:gd name="csY8" fmla="*/ 2674 h 285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47" h="28571">
                  <a:moveTo>
                    <a:pt x="13017" y="2674"/>
                  </a:moveTo>
                  <a:lnTo>
                    <a:pt x="13017" y="2674"/>
                  </a:lnTo>
                  <a:cubicBezTo>
                    <a:pt x="16151" y="5732"/>
                    <a:pt x="18389" y="10704"/>
                    <a:pt x="18904" y="15733"/>
                  </a:cubicBezTo>
                  <a:lnTo>
                    <a:pt x="18913" y="15829"/>
                  </a:lnTo>
                  <a:cubicBezTo>
                    <a:pt x="20027" y="26811"/>
                    <a:pt x="12855" y="32288"/>
                    <a:pt x="6016" y="25677"/>
                  </a:cubicBezTo>
                  <a:lnTo>
                    <a:pt x="6016" y="25677"/>
                  </a:lnTo>
                  <a:cubicBezTo>
                    <a:pt x="2835" y="22610"/>
                    <a:pt x="558" y="17562"/>
                    <a:pt x="73" y="12457"/>
                  </a:cubicBezTo>
                  <a:lnTo>
                    <a:pt x="63" y="12361"/>
                  </a:lnTo>
                  <a:cubicBezTo>
                    <a:pt x="-861" y="2570"/>
                    <a:pt x="6197" y="-3984"/>
                    <a:pt x="13017" y="2674"/>
                  </a:cubicBezTo>
                  <a:close/>
                </a:path>
              </a:pathLst>
            </a:custGeom>
            <a:solidFill>
              <a:srgbClr val="E0001B"/>
            </a:solidFill>
            <a:ln w="9525" cap="flat">
              <a:noFill/>
              <a:prstDash val="solid"/>
              <a:round/>
            </a:ln>
          </p:spPr>
          <p:txBody>
            <a:bodyPr/>
            <a:lstStyle/>
            <a:p>
              <a:endParaRPr lang="zh-CN" altLang="en-US" sz="2190"/>
            </a:p>
          </p:txBody>
        </p:sp>
        <p:sp>
          <p:nvSpPr>
            <p:cNvPr id="496" name="任意多边形: 形状 495"/>
            <p:cNvSpPr/>
            <p:nvPr/>
          </p:nvSpPr>
          <p:spPr>
            <a:xfrm>
              <a:off x="6144090" y="3283474"/>
              <a:ext cx="9518" cy="19049"/>
            </a:xfrm>
            <a:custGeom>
              <a:avLst/>
              <a:gdLst>
                <a:gd name="csX0" fmla="*/ 8169 w 9518"/>
                <a:gd name="csY0" fmla="*/ 18589 h 19049"/>
                <a:gd name="csX1" fmla="*/ 9427 w 9518"/>
                <a:gd name="csY1" fmla="*/ 12036 h 19049"/>
                <a:gd name="csX2" fmla="*/ 9418 w 9518"/>
                <a:gd name="csY2" fmla="*/ 11931 h 19049"/>
                <a:gd name="csX3" fmla="*/ 5569 w 9518"/>
                <a:gd name="csY3" fmla="*/ 1692 h 19049"/>
                <a:gd name="csX4" fmla="*/ 1559 w 9518"/>
                <a:gd name="csY4" fmla="*/ 463 h 19049"/>
                <a:gd name="csX5" fmla="*/ 26 w 9518"/>
                <a:gd name="csY5" fmla="*/ 6692 h 19049"/>
                <a:gd name="csX6" fmla="*/ 35 w 9518"/>
                <a:gd name="csY6" fmla="*/ 6768 h 19049"/>
                <a:gd name="csX7" fmla="*/ 3931 w 9518"/>
                <a:gd name="csY7" fmla="*/ 17103 h 19049"/>
                <a:gd name="csX8" fmla="*/ 8169 w 9518"/>
                <a:gd name="csY8" fmla="*/ 18589 h 19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18" h="19049">
                  <a:moveTo>
                    <a:pt x="8169" y="18589"/>
                  </a:moveTo>
                  <a:cubicBezTo>
                    <a:pt x="9217" y="17646"/>
                    <a:pt x="9694" y="15141"/>
                    <a:pt x="9427" y="12036"/>
                  </a:cubicBezTo>
                  <a:lnTo>
                    <a:pt x="9418" y="11931"/>
                  </a:lnTo>
                  <a:cubicBezTo>
                    <a:pt x="9093" y="8064"/>
                    <a:pt x="7579" y="4044"/>
                    <a:pt x="5569" y="1692"/>
                  </a:cubicBezTo>
                  <a:cubicBezTo>
                    <a:pt x="4064" y="-52"/>
                    <a:pt x="2645" y="-490"/>
                    <a:pt x="1559" y="463"/>
                  </a:cubicBezTo>
                  <a:cubicBezTo>
                    <a:pt x="406" y="1482"/>
                    <a:pt x="-194" y="3930"/>
                    <a:pt x="26" y="6692"/>
                  </a:cubicBezTo>
                  <a:lnTo>
                    <a:pt x="35" y="6768"/>
                  </a:lnTo>
                  <a:cubicBezTo>
                    <a:pt x="349" y="10693"/>
                    <a:pt x="1883" y="14741"/>
                    <a:pt x="3931" y="17103"/>
                  </a:cubicBezTo>
                  <a:cubicBezTo>
                    <a:pt x="5521" y="18941"/>
                    <a:pt x="7141" y="19503"/>
                    <a:pt x="8169" y="18589"/>
                  </a:cubicBezTo>
                  <a:close/>
                </a:path>
              </a:pathLst>
            </a:custGeom>
            <a:solidFill>
              <a:srgbClr val="7A0314"/>
            </a:solidFill>
            <a:ln w="9525" cap="flat">
              <a:noFill/>
              <a:prstDash val="solid"/>
              <a:round/>
            </a:ln>
          </p:spPr>
          <p:txBody>
            <a:bodyPr/>
            <a:lstStyle/>
            <a:p>
              <a:endParaRPr lang="zh-CN" altLang="en-US" sz="2190"/>
            </a:p>
          </p:txBody>
        </p:sp>
        <p:sp>
          <p:nvSpPr>
            <p:cNvPr id="497" name="任意多边形: 形状 496"/>
            <p:cNvSpPr/>
            <p:nvPr/>
          </p:nvSpPr>
          <p:spPr>
            <a:xfrm>
              <a:off x="6105989" y="3321572"/>
              <a:ext cx="19046" cy="28575"/>
            </a:xfrm>
            <a:custGeom>
              <a:avLst/>
              <a:gdLst>
                <a:gd name="csX0" fmla="*/ 7998 w 19046"/>
                <a:gd name="csY0" fmla="*/ -30 h 28575"/>
                <a:gd name="csX1" fmla="*/ 2569 w 19046"/>
                <a:gd name="csY1" fmla="*/ 3809 h 28575"/>
                <a:gd name="csX2" fmla="*/ 874 w 19046"/>
                <a:gd name="csY2" fmla="*/ 6342 h 28575"/>
                <a:gd name="csX3" fmla="*/ 7 w 19046"/>
                <a:gd name="csY3" fmla="*/ 13553 h 28575"/>
                <a:gd name="csX4" fmla="*/ 7 w 19046"/>
                <a:gd name="csY4" fmla="*/ 13553 h 28575"/>
                <a:gd name="csX5" fmla="*/ 5703 w 19046"/>
                <a:gd name="csY5" fmla="*/ 25888 h 28575"/>
                <a:gd name="csX6" fmla="*/ 5855 w 19046"/>
                <a:gd name="csY6" fmla="*/ 26021 h 28575"/>
                <a:gd name="csX7" fmla="*/ 8398 w 19046"/>
                <a:gd name="csY7" fmla="*/ 27735 h 28575"/>
                <a:gd name="csX8" fmla="*/ 15676 w 19046"/>
                <a:gd name="csY8" fmla="*/ 27202 h 28575"/>
                <a:gd name="csX9" fmla="*/ 18742 w 19046"/>
                <a:gd name="csY9" fmla="*/ 25059 h 28575"/>
                <a:gd name="csX10" fmla="*/ 18809 w 19046"/>
                <a:gd name="csY10" fmla="*/ 24040 h 28575"/>
                <a:gd name="csX11" fmla="*/ 7427 w 19046"/>
                <a:gd name="csY11" fmla="*/ 16458 h 28575"/>
                <a:gd name="csX12" fmla="*/ 7998 w 19046"/>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9046" h="28575">
                  <a:moveTo>
                    <a:pt x="7998" y="-30"/>
                  </a:moveTo>
                  <a:lnTo>
                    <a:pt x="2569" y="3809"/>
                  </a:lnTo>
                  <a:cubicBezTo>
                    <a:pt x="1769" y="4380"/>
                    <a:pt x="1169" y="5275"/>
                    <a:pt x="874" y="6342"/>
                  </a:cubicBezTo>
                  <a:cubicBezTo>
                    <a:pt x="407" y="8009"/>
                    <a:pt x="-146" y="10676"/>
                    <a:pt x="7" y="13553"/>
                  </a:cubicBezTo>
                  <a:lnTo>
                    <a:pt x="7" y="13553"/>
                  </a:lnTo>
                  <a:cubicBezTo>
                    <a:pt x="254" y="18410"/>
                    <a:pt x="2436" y="23135"/>
                    <a:pt x="5703" y="25888"/>
                  </a:cubicBezTo>
                  <a:lnTo>
                    <a:pt x="5855" y="26021"/>
                  </a:lnTo>
                  <a:cubicBezTo>
                    <a:pt x="6703" y="26735"/>
                    <a:pt x="7570" y="27297"/>
                    <a:pt x="8398" y="27735"/>
                  </a:cubicBezTo>
                  <a:cubicBezTo>
                    <a:pt x="10751" y="28993"/>
                    <a:pt x="13447" y="28764"/>
                    <a:pt x="15676" y="27202"/>
                  </a:cubicBezTo>
                  <a:lnTo>
                    <a:pt x="18742" y="25059"/>
                  </a:lnTo>
                  <a:cubicBezTo>
                    <a:pt x="19095" y="24821"/>
                    <a:pt x="19124" y="24268"/>
                    <a:pt x="18809" y="24040"/>
                  </a:cubicBezTo>
                  <a:lnTo>
                    <a:pt x="7427" y="16458"/>
                  </a:lnTo>
                  <a:lnTo>
                    <a:pt x="7998" y="-30"/>
                  </a:lnTo>
                  <a:close/>
                </a:path>
              </a:pathLst>
            </a:custGeom>
            <a:solidFill>
              <a:srgbClr val="9C0000"/>
            </a:solidFill>
            <a:ln w="9525" cap="flat">
              <a:noFill/>
              <a:prstDash val="solid"/>
              <a:round/>
            </a:ln>
          </p:spPr>
          <p:txBody>
            <a:bodyPr/>
            <a:lstStyle/>
            <a:p>
              <a:endParaRPr lang="zh-CN" altLang="en-US" sz="2190"/>
            </a:p>
          </p:txBody>
        </p:sp>
        <p:sp>
          <p:nvSpPr>
            <p:cNvPr id="498" name="任意多边形: 形状 497"/>
            <p:cNvSpPr/>
            <p:nvPr/>
          </p:nvSpPr>
          <p:spPr>
            <a:xfrm>
              <a:off x="6105990" y="3321574"/>
              <a:ext cx="28572" cy="28569"/>
            </a:xfrm>
            <a:custGeom>
              <a:avLst/>
              <a:gdLst>
                <a:gd name="csX0" fmla="*/ 19542 w 28572"/>
                <a:gd name="csY0" fmla="*/ 2682 h 28569"/>
                <a:gd name="csX1" fmla="*/ 19542 w 28572"/>
                <a:gd name="csY1" fmla="*/ 2682 h 28569"/>
                <a:gd name="csX2" fmla="*/ 28362 w 28572"/>
                <a:gd name="csY2" fmla="*/ 15731 h 28569"/>
                <a:gd name="csX3" fmla="*/ 28381 w 28572"/>
                <a:gd name="csY3" fmla="*/ 15827 h 28569"/>
                <a:gd name="csX4" fmla="*/ 9036 w 28572"/>
                <a:gd name="csY4" fmla="*/ 25676 h 28569"/>
                <a:gd name="csX5" fmla="*/ 9036 w 28572"/>
                <a:gd name="csY5" fmla="*/ 25676 h 28569"/>
                <a:gd name="csX6" fmla="*/ 111 w 28572"/>
                <a:gd name="csY6" fmla="*/ 12455 h 28569"/>
                <a:gd name="csX7" fmla="*/ 101 w 28572"/>
                <a:gd name="csY7" fmla="*/ 12359 h 28569"/>
                <a:gd name="csX8" fmla="*/ 19542 w 28572"/>
                <a:gd name="csY8" fmla="*/ 2682 h 28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2" h="28569">
                  <a:moveTo>
                    <a:pt x="19542" y="2682"/>
                  </a:moveTo>
                  <a:lnTo>
                    <a:pt x="19542" y="2682"/>
                  </a:lnTo>
                  <a:cubicBezTo>
                    <a:pt x="24238" y="5740"/>
                    <a:pt x="27590" y="10702"/>
                    <a:pt x="28362" y="15731"/>
                  </a:cubicBezTo>
                  <a:lnTo>
                    <a:pt x="28381" y="15827"/>
                  </a:lnTo>
                  <a:cubicBezTo>
                    <a:pt x="30048" y="26809"/>
                    <a:pt x="19304" y="32286"/>
                    <a:pt x="9036" y="25676"/>
                  </a:cubicBezTo>
                  <a:lnTo>
                    <a:pt x="9036" y="25676"/>
                  </a:lnTo>
                  <a:cubicBezTo>
                    <a:pt x="4264" y="22609"/>
                    <a:pt x="854" y="17560"/>
                    <a:pt x="111" y="12455"/>
                  </a:cubicBezTo>
                  <a:lnTo>
                    <a:pt x="101" y="12359"/>
                  </a:lnTo>
                  <a:cubicBezTo>
                    <a:pt x="-1270" y="2558"/>
                    <a:pt x="9322" y="-3985"/>
                    <a:pt x="19542" y="2682"/>
                  </a:cubicBezTo>
                  <a:close/>
                </a:path>
              </a:pathLst>
            </a:custGeom>
            <a:solidFill>
              <a:srgbClr val="E0001B"/>
            </a:solidFill>
            <a:ln w="9525" cap="flat">
              <a:noFill/>
              <a:prstDash val="solid"/>
              <a:round/>
            </a:ln>
          </p:spPr>
          <p:txBody>
            <a:bodyPr/>
            <a:lstStyle/>
            <a:p>
              <a:endParaRPr lang="zh-CN" altLang="en-US" sz="2190"/>
            </a:p>
          </p:txBody>
        </p:sp>
        <p:sp>
          <p:nvSpPr>
            <p:cNvPr id="499" name="任意多边形: 形状 498"/>
            <p:cNvSpPr/>
            <p:nvPr/>
          </p:nvSpPr>
          <p:spPr>
            <a:xfrm>
              <a:off x="6115515" y="3331099"/>
              <a:ext cx="9518" cy="19046"/>
            </a:xfrm>
            <a:custGeom>
              <a:avLst/>
              <a:gdLst>
                <a:gd name="csX0" fmla="*/ 8169 w 9518"/>
                <a:gd name="csY0" fmla="*/ 18579 h 19046"/>
                <a:gd name="csX1" fmla="*/ 9427 w 9518"/>
                <a:gd name="csY1" fmla="*/ 12036 h 19046"/>
                <a:gd name="csX2" fmla="*/ 9418 w 9518"/>
                <a:gd name="csY2" fmla="*/ 11931 h 19046"/>
                <a:gd name="csX3" fmla="*/ 5569 w 9518"/>
                <a:gd name="csY3" fmla="*/ 1692 h 19046"/>
                <a:gd name="csX4" fmla="*/ 1559 w 9518"/>
                <a:gd name="csY4" fmla="*/ 463 h 19046"/>
                <a:gd name="csX5" fmla="*/ 26 w 9518"/>
                <a:gd name="csY5" fmla="*/ 6692 h 19046"/>
                <a:gd name="csX6" fmla="*/ 35 w 9518"/>
                <a:gd name="csY6" fmla="*/ 6768 h 19046"/>
                <a:gd name="csX7" fmla="*/ 3931 w 9518"/>
                <a:gd name="csY7" fmla="*/ 17094 h 19046"/>
                <a:gd name="csX8" fmla="*/ 8169 w 9518"/>
                <a:gd name="csY8" fmla="*/ 18579 h 1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18" h="19046">
                  <a:moveTo>
                    <a:pt x="8169" y="18579"/>
                  </a:moveTo>
                  <a:cubicBezTo>
                    <a:pt x="9217" y="17637"/>
                    <a:pt x="9694" y="15131"/>
                    <a:pt x="9427" y="12036"/>
                  </a:cubicBezTo>
                  <a:lnTo>
                    <a:pt x="9418" y="11931"/>
                  </a:lnTo>
                  <a:cubicBezTo>
                    <a:pt x="9093" y="8054"/>
                    <a:pt x="7579" y="4044"/>
                    <a:pt x="5569" y="1692"/>
                  </a:cubicBezTo>
                  <a:cubicBezTo>
                    <a:pt x="4064" y="-52"/>
                    <a:pt x="2645" y="-490"/>
                    <a:pt x="1559" y="463"/>
                  </a:cubicBezTo>
                  <a:cubicBezTo>
                    <a:pt x="406" y="1482"/>
                    <a:pt x="-194" y="3920"/>
                    <a:pt x="26" y="6692"/>
                  </a:cubicBezTo>
                  <a:lnTo>
                    <a:pt x="35" y="6768"/>
                  </a:lnTo>
                  <a:cubicBezTo>
                    <a:pt x="349" y="10683"/>
                    <a:pt x="1883" y="14741"/>
                    <a:pt x="3931" y="17094"/>
                  </a:cubicBezTo>
                  <a:cubicBezTo>
                    <a:pt x="5512" y="18941"/>
                    <a:pt x="7141" y="19503"/>
                    <a:pt x="8169" y="18579"/>
                  </a:cubicBezTo>
                  <a:close/>
                </a:path>
              </a:pathLst>
            </a:custGeom>
            <a:solidFill>
              <a:srgbClr val="7A0314"/>
            </a:solidFill>
            <a:ln w="9525" cap="flat">
              <a:noFill/>
              <a:prstDash val="solid"/>
              <a:round/>
            </a:ln>
          </p:spPr>
          <p:txBody>
            <a:bodyPr/>
            <a:lstStyle/>
            <a:p>
              <a:endParaRPr lang="zh-CN" altLang="en-US" sz="2190"/>
            </a:p>
          </p:txBody>
        </p:sp>
        <p:sp>
          <p:nvSpPr>
            <p:cNvPr id="500" name="任意多边形: 形状 499"/>
            <p:cNvSpPr/>
            <p:nvPr/>
          </p:nvSpPr>
          <p:spPr>
            <a:xfrm>
              <a:off x="6134561" y="3321572"/>
              <a:ext cx="28576" cy="28576"/>
            </a:xfrm>
            <a:custGeom>
              <a:avLst/>
              <a:gdLst>
                <a:gd name="csX0" fmla="*/ 11992 w 28576"/>
                <a:gd name="csY0" fmla="*/ -30 h 28576"/>
                <a:gd name="csX1" fmla="*/ 3858 w 28576"/>
                <a:gd name="csY1" fmla="*/ 3809 h 28576"/>
                <a:gd name="csX2" fmla="*/ 1315 w 28576"/>
                <a:gd name="csY2" fmla="*/ 6352 h 28576"/>
                <a:gd name="csX3" fmla="*/ 20 w 28576"/>
                <a:gd name="csY3" fmla="*/ 13562 h 28576"/>
                <a:gd name="csX4" fmla="*/ 20 w 28576"/>
                <a:gd name="csY4" fmla="*/ 13562 h 28576"/>
                <a:gd name="csX5" fmla="*/ 8564 w 28576"/>
                <a:gd name="csY5" fmla="*/ 25906 h 28576"/>
                <a:gd name="csX6" fmla="*/ 8792 w 28576"/>
                <a:gd name="csY6" fmla="*/ 26030 h 28576"/>
                <a:gd name="csX7" fmla="*/ 12612 w 28576"/>
                <a:gd name="csY7" fmla="*/ 27735 h 28576"/>
                <a:gd name="csX8" fmla="*/ 23537 w 28576"/>
                <a:gd name="csY8" fmla="*/ 27211 h 28576"/>
                <a:gd name="csX9" fmla="*/ 28137 w 28576"/>
                <a:gd name="csY9" fmla="*/ 25068 h 28576"/>
                <a:gd name="csX10" fmla="*/ 28223 w 28576"/>
                <a:gd name="csY10" fmla="*/ 24049 h 28576"/>
                <a:gd name="csX11" fmla="*/ 11145 w 28576"/>
                <a:gd name="csY11" fmla="*/ 16458 h 28576"/>
                <a:gd name="csX12" fmla="*/ 11992 w 28576"/>
                <a:gd name="csY12" fmla="*/ -30 h 285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76" h="28576">
                  <a:moveTo>
                    <a:pt x="11992" y="-30"/>
                  </a:moveTo>
                  <a:lnTo>
                    <a:pt x="3858" y="3809"/>
                  </a:lnTo>
                  <a:cubicBezTo>
                    <a:pt x="2658" y="4371"/>
                    <a:pt x="1753" y="5285"/>
                    <a:pt x="1315" y="6352"/>
                  </a:cubicBezTo>
                  <a:cubicBezTo>
                    <a:pt x="620" y="8009"/>
                    <a:pt x="-209" y="10686"/>
                    <a:pt x="20" y="13562"/>
                  </a:cubicBezTo>
                  <a:lnTo>
                    <a:pt x="20" y="13562"/>
                  </a:lnTo>
                  <a:cubicBezTo>
                    <a:pt x="410" y="18420"/>
                    <a:pt x="3677" y="23135"/>
                    <a:pt x="8564" y="25906"/>
                  </a:cubicBezTo>
                  <a:lnTo>
                    <a:pt x="8792" y="26030"/>
                  </a:lnTo>
                  <a:cubicBezTo>
                    <a:pt x="10059" y="26754"/>
                    <a:pt x="11364" y="27307"/>
                    <a:pt x="12612" y="27735"/>
                  </a:cubicBezTo>
                  <a:cubicBezTo>
                    <a:pt x="16136" y="28993"/>
                    <a:pt x="20194" y="28764"/>
                    <a:pt x="23537" y="27211"/>
                  </a:cubicBezTo>
                  <a:lnTo>
                    <a:pt x="28137" y="25068"/>
                  </a:lnTo>
                  <a:cubicBezTo>
                    <a:pt x="28652" y="24830"/>
                    <a:pt x="28709" y="24268"/>
                    <a:pt x="28223" y="24049"/>
                  </a:cubicBezTo>
                  <a:lnTo>
                    <a:pt x="11145" y="16458"/>
                  </a:lnTo>
                  <a:lnTo>
                    <a:pt x="11992" y="-30"/>
                  </a:lnTo>
                  <a:close/>
                </a:path>
              </a:pathLst>
            </a:custGeom>
            <a:solidFill>
              <a:srgbClr val="9C0000"/>
            </a:solidFill>
            <a:ln w="9525" cap="flat">
              <a:noFill/>
              <a:prstDash val="solid"/>
              <a:round/>
            </a:ln>
          </p:spPr>
          <p:txBody>
            <a:bodyPr/>
            <a:lstStyle/>
            <a:p>
              <a:endParaRPr lang="zh-CN" altLang="en-US" sz="2190"/>
            </a:p>
          </p:txBody>
        </p:sp>
        <p:sp>
          <p:nvSpPr>
            <p:cNvPr id="501" name="任意多边形: 形状 500"/>
            <p:cNvSpPr/>
            <p:nvPr/>
          </p:nvSpPr>
          <p:spPr>
            <a:xfrm>
              <a:off x="6134559" y="3321571"/>
              <a:ext cx="28578" cy="28577"/>
            </a:xfrm>
            <a:custGeom>
              <a:avLst/>
              <a:gdLst>
                <a:gd name="csX0" fmla="*/ 19567 w 28578"/>
                <a:gd name="csY0" fmla="*/ 2676 h 28577"/>
                <a:gd name="csX1" fmla="*/ 19567 w 28578"/>
                <a:gd name="csY1" fmla="*/ 2676 h 28577"/>
                <a:gd name="csX2" fmla="*/ 28368 w 28578"/>
                <a:gd name="csY2" fmla="*/ 15734 h 28577"/>
                <a:gd name="csX3" fmla="*/ 28387 w 28578"/>
                <a:gd name="csY3" fmla="*/ 15839 h 28577"/>
                <a:gd name="csX4" fmla="*/ 9042 w 28578"/>
                <a:gd name="csY4" fmla="*/ 25698 h 28577"/>
                <a:gd name="csX5" fmla="*/ 9042 w 28578"/>
                <a:gd name="csY5" fmla="*/ 25698 h 28577"/>
                <a:gd name="csX6" fmla="*/ 117 w 28578"/>
                <a:gd name="csY6" fmla="*/ 12486 h 28577"/>
                <a:gd name="csX7" fmla="*/ 98 w 28578"/>
                <a:gd name="csY7" fmla="*/ 12382 h 28577"/>
                <a:gd name="csX8" fmla="*/ 19567 w 28578"/>
                <a:gd name="csY8" fmla="*/ 2676 h 28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8" h="28577">
                  <a:moveTo>
                    <a:pt x="19567" y="2676"/>
                  </a:moveTo>
                  <a:lnTo>
                    <a:pt x="19567" y="2676"/>
                  </a:lnTo>
                  <a:cubicBezTo>
                    <a:pt x="24263" y="5724"/>
                    <a:pt x="27596" y="10696"/>
                    <a:pt x="28368" y="15734"/>
                  </a:cubicBezTo>
                  <a:lnTo>
                    <a:pt x="28387" y="15839"/>
                  </a:lnTo>
                  <a:cubicBezTo>
                    <a:pt x="30054" y="26802"/>
                    <a:pt x="19300" y="32289"/>
                    <a:pt x="9042" y="25698"/>
                  </a:cubicBezTo>
                  <a:lnTo>
                    <a:pt x="9042" y="25698"/>
                  </a:lnTo>
                  <a:cubicBezTo>
                    <a:pt x="4270" y="22621"/>
                    <a:pt x="870" y="17573"/>
                    <a:pt x="117" y="12486"/>
                  </a:cubicBezTo>
                  <a:lnTo>
                    <a:pt x="98" y="12382"/>
                  </a:lnTo>
                  <a:cubicBezTo>
                    <a:pt x="-1255" y="2561"/>
                    <a:pt x="9346" y="-3982"/>
                    <a:pt x="19567" y="2676"/>
                  </a:cubicBezTo>
                  <a:close/>
                </a:path>
              </a:pathLst>
            </a:custGeom>
            <a:solidFill>
              <a:srgbClr val="E0001B"/>
            </a:solidFill>
            <a:ln w="9525" cap="flat">
              <a:noFill/>
              <a:prstDash val="solid"/>
              <a:round/>
            </a:ln>
          </p:spPr>
          <p:txBody>
            <a:bodyPr/>
            <a:lstStyle/>
            <a:p>
              <a:endParaRPr lang="zh-CN" altLang="en-US" sz="2190"/>
            </a:p>
          </p:txBody>
        </p:sp>
        <p:sp>
          <p:nvSpPr>
            <p:cNvPr id="502" name="任意多边形: 形状 501"/>
            <p:cNvSpPr/>
            <p:nvPr/>
          </p:nvSpPr>
          <p:spPr>
            <a:xfrm>
              <a:off x="6144087" y="3321571"/>
              <a:ext cx="9525" cy="19050"/>
            </a:xfrm>
            <a:custGeom>
              <a:avLst/>
              <a:gdLst>
                <a:gd name="csX0" fmla="*/ 8172 w 9525"/>
                <a:gd name="csY0" fmla="*/ 18582 h 19050"/>
                <a:gd name="csX1" fmla="*/ 9439 w 9525"/>
                <a:gd name="csY1" fmla="*/ 12038 h 19050"/>
                <a:gd name="csX2" fmla="*/ 9430 w 9525"/>
                <a:gd name="csY2" fmla="*/ 11943 h 19050"/>
                <a:gd name="csX3" fmla="*/ 5572 w 9525"/>
                <a:gd name="csY3" fmla="*/ 1694 h 19050"/>
                <a:gd name="csX4" fmla="*/ 1562 w 9525"/>
                <a:gd name="csY4" fmla="*/ 456 h 19050"/>
                <a:gd name="csX5" fmla="*/ 29 w 9525"/>
                <a:gd name="csY5" fmla="*/ 6704 h 19050"/>
                <a:gd name="csX6" fmla="*/ 38 w 9525"/>
                <a:gd name="csY6" fmla="*/ 6790 h 19050"/>
                <a:gd name="csX7" fmla="*/ 3934 w 9525"/>
                <a:gd name="csY7" fmla="*/ 17125 h 19050"/>
                <a:gd name="csX8" fmla="*/ 8172 w 9525"/>
                <a:gd name="csY8" fmla="*/ 18582 h 1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5" h="19050">
                  <a:moveTo>
                    <a:pt x="8172" y="18582"/>
                  </a:moveTo>
                  <a:cubicBezTo>
                    <a:pt x="9211" y="17639"/>
                    <a:pt x="9697" y="15134"/>
                    <a:pt x="9439" y="12038"/>
                  </a:cubicBezTo>
                  <a:lnTo>
                    <a:pt x="9430" y="11943"/>
                  </a:lnTo>
                  <a:cubicBezTo>
                    <a:pt x="9096" y="8067"/>
                    <a:pt x="7582" y="4047"/>
                    <a:pt x="5572" y="1694"/>
                  </a:cubicBezTo>
                  <a:cubicBezTo>
                    <a:pt x="4067" y="-49"/>
                    <a:pt x="2638" y="-487"/>
                    <a:pt x="1562" y="456"/>
                  </a:cubicBezTo>
                  <a:cubicBezTo>
                    <a:pt x="409" y="1475"/>
                    <a:pt x="-200" y="3923"/>
                    <a:pt x="29" y="6704"/>
                  </a:cubicBezTo>
                  <a:lnTo>
                    <a:pt x="38" y="6790"/>
                  </a:lnTo>
                  <a:cubicBezTo>
                    <a:pt x="352" y="10705"/>
                    <a:pt x="1886" y="14763"/>
                    <a:pt x="3934" y="17125"/>
                  </a:cubicBezTo>
                  <a:cubicBezTo>
                    <a:pt x="5515" y="18944"/>
                    <a:pt x="7144" y="19506"/>
                    <a:pt x="8172" y="18582"/>
                  </a:cubicBezTo>
                  <a:close/>
                </a:path>
              </a:pathLst>
            </a:custGeom>
            <a:solidFill>
              <a:srgbClr val="7A0314"/>
            </a:solidFill>
            <a:ln w="9525" cap="flat">
              <a:noFill/>
              <a:prstDash val="solid"/>
              <a:round/>
            </a:ln>
          </p:spPr>
          <p:txBody>
            <a:bodyPr/>
            <a:lstStyle/>
            <a:p>
              <a:endParaRPr lang="zh-CN" altLang="en-US" sz="2190"/>
            </a:p>
          </p:txBody>
        </p:sp>
        <p:sp>
          <p:nvSpPr>
            <p:cNvPr id="503" name="任意多边形: 形状 502"/>
            <p:cNvSpPr/>
            <p:nvPr/>
          </p:nvSpPr>
          <p:spPr>
            <a:xfrm>
              <a:off x="6058358" y="3331097"/>
              <a:ext cx="28576" cy="28575"/>
            </a:xfrm>
            <a:custGeom>
              <a:avLst/>
              <a:gdLst>
                <a:gd name="csX0" fmla="*/ 11976 w 28576"/>
                <a:gd name="csY0" fmla="*/ -30 h 28575"/>
                <a:gd name="csX1" fmla="*/ 3861 w 28576"/>
                <a:gd name="csY1" fmla="*/ 3818 h 28575"/>
                <a:gd name="csX2" fmla="*/ 1318 w 28576"/>
                <a:gd name="csY2" fmla="*/ 6352 h 28575"/>
                <a:gd name="csX3" fmla="*/ 22 w 28576"/>
                <a:gd name="csY3" fmla="*/ 13553 h 28575"/>
                <a:gd name="csX4" fmla="*/ 22 w 28576"/>
                <a:gd name="csY4" fmla="*/ 13553 h 28575"/>
                <a:gd name="csX5" fmla="*/ 8566 w 28576"/>
                <a:gd name="csY5" fmla="*/ 25897 h 28575"/>
                <a:gd name="csX6" fmla="*/ 8804 w 28576"/>
                <a:gd name="csY6" fmla="*/ 26021 h 28575"/>
                <a:gd name="csX7" fmla="*/ 12624 w 28576"/>
                <a:gd name="csY7" fmla="*/ 27735 h 28575"/>
                <a:gd name="csX8" fmla="*/ 23540 w 28576"/>
                <a:gd name="csY8" fmla="*/ 27202 h 28575"/>
                <a:gd name="csX9" fmla="*/ 28131 w 28576"/>
                <a:gd name="csY9" fmla="*/ 25059 h 28575"/>
                <a:gd name="csX10" fmla="*/ 28216 w 28576"/>
                <a:gd name="csY10" fmla="*/ 24040 h 28575"/>
                <a:gd name="csX11" fmla="*/ 11166 w 28576"/>
                <a:gd name="csY11" fmla="*/ 16448 h 28575"/>
                <a:gd name="csX12" fmla="*/ 11976 w 28576"/>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76" h="28575">
                  <a:moveTo>
                    <a:pt x="11976" y="-30"/>
                  </a:moveTo>
                  <a:lnTo>
                    <a:pt x="3861" y="3818"/>
                  </a:lnTo>
                  <a:cubicBezTo>
                    <a:pt x="2651" y="4389"/>
                    <a:pt x="1755" y="5275"/>
                    <a:pt x="1318" y="6352"/>
                  </a:cubicBezTo>
                  <a:cubicBezTo>
                    <a:pt x="622" y="8009"/>
                    <a:pt x="-216" y="10686"/>
                    <a:pt x="22" y="13553"/>
                  </a:cubicBezTo>
                  <a:lnTo>
                    <a:pt x="22" y="13553"/>
                  </a:lnTo>
                  <a:cubicBezTo>
                    <a:pt x="413" y="18420"/>
                    <a:pt x="3670" y="23125"/>
                    <a:pt x="8566" y="25897"/>
                  </a:cubicBezTo>
                  <a:lnTo>
                    <a:pt x="8804" y="26021"/>
                  </a:lnTo>
                  <a:cubicBezTo>
                    <a:pt x="10061" y="26735"/>
                    <a:pt x="11366" y="27288"/>
                    <a:pt x="12624" y="27735"/>
                  </a:cubicBezTo>
                  <a:cubicBezTo>
                    <a:pt x="16148" y="28993"/>
                    <a:pt x="20196" y="28764"/>
                    <a:pt x="23540" y="27202"/>
                  </a:cubicBezTo>
                  <a:lnTo>
                    <a:pt x="28131" y="25059"/>
                  </a:lnTo>
                  <a:cubicBezTo>
                    <a:pt x="28654" y="24821"/>
                    <a:pt x="28711" y="24268"/>
                    <a:pt x="28216" y="24040"/>
                  </a:cubicBezTo>
                  <a:lnTo>
                    <a:pt x="11166" y="16448"/>
                  </a:lnTo>
                  <a:lnTo>
                    <a:pt x="11976" y="-30"/>
                  </a:lnTo>
                  <a:close/>
                </a:path>
              </a:pathLst>
            </a:custGeom>
            <a:solidFill>
              <a:srgbClr val="9C0000"/>
            </a:solidFill>
            <a:ln w="9525" cap="flat">
              <a:noFill/>
              <a:prstDash val="solid"/>
              <a:round/>
            </a:ln>
          </p:spPr>
          <p:txBody>
            <a:bodyPr/>
            <a:lstStyle/>
            <a:p>
              <a:endParaRPr lang="zh-CN" altLang="en-US" sz="2190"/>
            </a:p>
          </p:txBody>
        </p:sp>
        <p:sp>
          <p:nvSpPr>
            <p:cNvPr id="504" name="任意多边形: 形状 503"/>
            <p:cNvSpPr/>
            <p:nvPr/>
          </p:nvSpPr>
          <p:spPr>
            <a:xfrm>
              <a:off x="6067885" y="3331097"/>
              <a:ext cx="19051" cy="28572"/>
            </a:xfrm>
            <a:custGeom>
              <a:avLst/>
              <a:gdLst>
                <a:gd name="csX0" fmla="*/ 13041 w 19051"/>
                <a:gd name="csY0" fmla="*/ 2674 h 28572"/>
                <a:gd name="csX1" fmla="*/ 13041 w 19051"/>
                <a:gd name="csY1" fmla="*/ 2674 h 28572"/>
                <a:gd name="csX2" fmla="*/ 18908 w 19051"/>
                <a:gd name="csY2" fmla="*/ 15733 h 28572"/>
                <a:gd name="csX3" fmla="*/ 18918 w 19051"/>
                <a:gd name="csY3" fmla="*/ 15828 h 28572"/>
                <a:gd name="csX4" fmla="*/ 6021 w 19051"/>
                <a:gd name="csY4" fmla="*/ 25687 h 28572"/>
                <a:gd name="csX5" fmla="*/ 6021 w 19051"/>
                <a:gd name="csY5" fmla="*/ 25687 h 28572"/>
                <a:gd name="csX6" fmla="*/ 68 w 19051"/>
                <a:gd name="csY6" fmla="*/ 12475 h 28572"/>
                <a:gd name="csX7" fmla="*/ 58 w 19051"/>
                <a:gd name="csY7" fmla="*/ 12371 h 28572"/>
                <a:gd name="csX8" fmla="*/ 13041 w 19051"/>
                <a:gd name="csY8" fmla="*/ 2674 h 2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51" h="28572">
                  <a:moveTo>
                    <a:pt x="13041" y="2674"/>
                  </a:moveTo>
                  <a:lnTo>
                    <a:pt x="13041" y="2674"/>
                  </a:lnTo>
                  <a:cubicBezTo>
                    <a:pt x="16165" y="5741"/>
                    <a:pt x="18404" y="10694"/>
                    <a:pt x="18908" y="15733"/>
                  </a:cubicBezTo>
                  <a:lnTo>
                    <a:pt x="18918" y="15828"/>
                  </a:lnTo>
                  <a:cubicBezTo>
                    <a:pt x="20032" y="26801"/>
                    <a:pt x="12860" y="32288"/>
                    <a:pt x="6021" y="25687"/>
                  </a:cubicBezTo>
                  <a:lnTo>
                    <a:pt x="6021" y="25687"/>
                  </a:lnTo>
                  <a:cubicBezTo>
                    <a:pt x="2849" y="22610"/>
                    <a:pt x="573" y="17581"/>
                    <a:pt x="68" y="12475"/>
                  </a:cubicBezTo>
                  <a:lnTo>
                    <a:pt x="58" y="12371"/>
                  </a:lnTo>
                  <a:cubicBezTo>
                    <a:pt x="-837" y="2570"/>
                    <a:pt x="6211" y="-3984"/>
                    <a:pt x="13041" y="2674"/>
                  </a:cubicBezTo>
                  <a:close/>
                </a:path>
              </a:pathLst>
            </a:custGeom>
            <a:solidFill>
              <a:srgbClr val="E0001B"/>
            </a:solidFill>
            <a:ln w="9525" cap="flat">
              <a:noFill/>
              <a:prstDash val="solid"/>
              <a:round/>
            </a:ln>
          </p:spPr>
          <p:txBody>
            <a:bodyPr/>
            <a:lstStyle/>
            <a:p>
              <a:endParaRPr lang="zh-CN" altLang="en-US" sz="2190"/>
            </a:p>
          </p:txBody>
        </p:sp>
        <p:sp>
          <p:nvSpPr>
            <p:cNvPr id="505" name="任意多边形: 形状 504"/>
            <p:cNvSpPr/>
            <p:nvPr/>
          </p:nvSpPr>
          <p:spPr>
            <a:xfrm>
              <a:off x="6067884" y="3340623"/>
              <a:ext cx="9529" cy="9525"/>
            </a:xfrm>
            <a:custGeom>
              <a:avLst/>
              <a:gdLst>
                <a:gd name="csX0" fmla="*/ 8166 w 9529"/>
                <a:gd name="csY0" fmla="*/ 9274 h 9525"/>
                <a:gd name="csX1" fmla="*/ 9442 w 9529"/>
                <a:gd name="csY1" fmla="*/ 5998 h 9525"/>
                <a:gd name="csX2" fmla="*/ 9424 w 9529"/>
                <a:gd name="csY2" fmla="*/ 5950 h 9525"/>
                <a:gd name="csX3" fmla="*/ 5575 w 9529"/>
                <a:gd name="csY3" fmla="*/ 835 h 9525"/>
                <a:gd name="csX4" fmla="*/ 1565 w 9529"/>
                <a:gd name="csY4" fmla="*/ 216 h 9525"/>
                <a:gd name="csX5" fmla="*/ 22 w 9529"/>
                <a:gd name="csY5" fmla="*/ 3331 h 9525"/>
                <a:gd name="csX6" fmla="*/ 32 w 9529"/>
                <a:gd name="csY6" fmla="*/ 3369 h 9525"/>
                <a:gd name="csX7" fmla="*/ 3937 w 9529"/>
                <a:gd name="csY7" fmla="*/ 8541 h 9525"/>
                <a:gd name="csX8" fmla="*/ 8166 w 9529"/>
                <a:gd name="csY8" fmla="*/ 9274 h 9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9" h="9525">
                  <a:moveTo>
                    <a:pt x="8166" y="9274"/>
                  </a:moveTo>
                  <a:cubicBezTo>
                    <a:pt x="9214" y="8798"/>
                    <a:pt x="9700" y="7550"/>
                    <a:pt x="9442" y="5998"/>
                  </a:cubicBezTo>
                  <a:lnTo>
                    <a:pt x="9424" y="5950"/>
                  </a:lnTo>
                  <a:cubicBezTo>
                    <a:pt x="9099" y="4017"/>
                    <a:pt x="7575" y="2007"/>
                    <a:pt x="5575" y="835"/>
                  </a:cubicBezTo>
                  <a:cubicBezTo>
                    <a:pt x="4070" y="-41"/>
                    <a:pt x="2641" y="-260"/>
                    <a:pt x="1565" y="216"/>
                  </a:cubicBezTo>
                  <a:cubicBezTo>
                    <a:pt x="412" y="721"/>
                    <a:pt x="-188" y="1950"/>
                    <a:pt x="22" y="3331"/>
                  </a:cubicBezTo>
                  <a:lnTo>
                    <a:pt x="32" y="3369"/>
                  </a:lnTo>
                  <a:cubicBezTo>
                    <a:pt x="355" y="5331"/>
                    <a:pt x="1889" y="7360"/>
                    <a:pt x="3937" y="8541"/>
                  </a:cubicBezTo>
                  <a:cubicBezTo>
                    <a:pt x="5518" y="9455"/>
                    <a:pt x="7147" y="9741"/>
                    <a:pt x="8166" y="9274"/>
                  </a:cubicBezTo>
                  <a:close/>
                </a:path>
              </a:pathLst>
            </a:custGeom>
            <a:solidFill>
              <a:srgbClr val="7A0314"/>
            </a:solidFill>
            <a:ln w="9525" cap="flat">
              <a:noFill/>
              <a:prstDash val="solid"/>
              <a:round/>
            </a:ln>
          </p:spPr>
          <p:txBody>
            <a:bodyPr/>
            <a:lstStyle/>
            <a:p>
              <a:endParaRPr lang="zh-CN" altLang="en-US" sz="2190"/>
            </a:p>
          </p:txBody>
        </p:sp>
        <p:sp>
          <p:nvSpPr>
            <p:cNvPr id="506" name="任意多边形: 形状 505"/>
            <p:cNvSpPr/>
            <p:nvPr/>
          </p:nvSpPr>
          <p:spPr>
            <a:xfrm>
              <a:off x="6105987" y="3292997"/>
              <a:ext cx="19047" cy="19049"/>
            </a:xfrm>
            <a:custGeom>
              <a:avLst/>
              <a:gdLst>
                <a:gd name="csX0" fmla="*/ 8001 w 19047"/>
                <a:gd name="csY0" fmla="*/ -30 h 19049"/>
                <a:gd name="csX1" fmla="*/ 2571 w 19047"/>
                <a:gd name="csY1" fmla="*/ 2532 h 19049"/>
                <a:gd name="csX2" fmla="*/ 867 w 19047"/>
                <a:gd name="csY2" fmla="*/ 4228 h 19049"/>
                <a:gd name="csX3" fmla="*/ 9 w 19047"/>
                <a:gd name="csY3" fmla="*/ 9028 h 19049"/>
                <a:gd name="csX4" fmla="*/ 9 w 19047"/>
                <a:gd name="csY4" fmla="*/ 9028 h 19049"/>
                <a:gd name="csX5" fmla="*/ 5706 w 19047"/>
                <a:gd name="csY5" fmla="*/ 17258 h 19049"/>
                <a:gd name="csX6" fmla="*/ 5867 w 19047"/>
                <a:gd name="csY6" fmla="*/ 17344 h 19049"/>
                <a:gd name="csX7" fmla="*/ 8401 w 19047"/>
                <a:gd name="csY7" fmla="*/ 18487 h 19049"/>
                <a:gd name="csX8" fmla="*/ 15687 w 19047"/>
                <a:gd name="csY8" fmla="*/ 18134 h 19049"/>
                <a:gd name="csX9" fmla="*/ 18745 w 19047"/>
                <a:gd name="csY9" fmla="*/ 16696 h 19049"/>
                <a:gd name="csX10" fmla="*/ 18802 w 19047"/>
                <a:gd name="csY10" fmla="*/ 16029 h 19049"/>
                <a:gd name="csX11" fmla="*/ 7411 w 19047"/>
                <a:gd name="csY11" fmla="*/ 10962 h 19049"/>
                <a:gd name="csX12" fmla="*/ 8001 w 19047"/>
                <a:gd name="csY12" fmla="*/ -30 h 19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9047" h="19049">
                  <a:moveTo>
                    <a:pt x="8001" y="-30"/>
                  </a:moveTo>
                  <a:lnTo>
                    <a:pt x="2571" y="2532"/>
                  </a:lnTo>
                  <a:cubicBezTo>
                    <a:pt x="1771" y="2913"/>
                    <a:pt x="1172" y="3504"/>
                    <a:pt x="867" y="4228"/>
                  </a:cubicBezTo>
                  <a:cubicBezTo>
                    <a:pt x="409" y="5332"/>
                    <a:pt x="-152" y="7114"/>
                    <a:pt x="9" y="9028"/>
                  </a:cubicBezTo>
                  <a:lnTo>
                    <a:pt x="9" y="9028"/>
                  </a:lnTo>
                  <a:cubicBezTo>
                    <a:pt x="267" y="12276"/>
                    <a:pt x="2438" y="15420"/>
                    <a:pt x="5706" y="17258"/>
                  </a:cubicBezTo>
                  <a:lnTo>
                    <a:pt x="5867" y="17344"/>
                  </a:lnTo>
                  <a:cubicBezTo>
                    <a:pt x="6705" y="17810"/>
                    <a:pt x="7582" y="18191"/>
                    <a:pt x="8401" y="18487"/>
                  </a:cubicBezTo>
                  <a:cubicBezTo>
                    <a:pt x="10763" y="19315"/>
                    <a:pt x="13449" y="19163"/>
                    <a:pt x="15687" y="18134"/>
                  </a:cubicBezTo>
                  <a:lnTo>
                    <a:pt x="18745" y="16696"/>
                  </a:lnTo>
                  <a:cubicBezTo>
                    <a:pt x="19088" y="16534"/>
                    <a:pt x="19136" y="16172"/>
                    <a:pt x="18802" y="16029"/>
                  </a:cubicBezTo>
                  <a:lnTo>
                    <a:pt x="7411" y="10962"/>
                  </a:lnTo>
                  <a:lnTo>
                    <a:pt x="8001" y="-30"/>
                  </a:lnTo>
                  <a:close/>
                </a:path>
              </a:pathLst>
            </a:custGeom>
            <a:solidFill>
              <a:srgbClr val="9C0000"/>
            </a:solidFill>
            <a:ln w="9525" cap="flat">
              <a:noFill/>
              <a:prstDash val="solid"/>
              <a:round/>
            </a:ln>
          </p:spPr>
          <p:txBody>
            <a:bodyPr/>
            <a:lstStyle/>
            <a:p>
              <a:endParaRPr lang="zh-CN" altLang="en-US" sz="2190"/>
            </a:p>
          </p:txBody>
        </p:sp>
        <p:sp>
          <p:nvSpPr>
            <p:cNvPr id="507" name="任意多边形: 形状 506"/>
            <p:cNvSpPr/>
            <p:nvPr/>
          </p:nvSpPr>
          <p:spPr>
            <a:xfrm>
              <a:off x="6115507" y="3292998"/>
              <a:ext cx="19054" cy="19047"/>
            </a:xfrm>
            <a:custGeom>
              <a:avLst/>
              <a:gdLst>
                <a:gd name="csX0" fmla="*/ 13034 w 19054"/>
                <a:gd name="csY0" fmla="*/ 1778 h 19047"/>
                <a:gd name="csX1" fmla="*/ 13034 w 19054"/>
                <a:gd name="csY1" fmla="*/ 1778 h 19047"/>
                <a:gd name="csX2" fmla="*/ 18902 w 19054"/>
                <a:gd name="csY2" fmla="*/ 10475 h 19047"/>
                <a:gd name="csX3" fmla="*/ 18921 w 19054"/>
                <a:gd name="csY3" fmla="*/ 10541 h 19047"/>
                <a:gd name="csX4" fmla="*/ 6024 w 19054"/>
                <a:gd name="csY4" fmla="*/ 17113 h 19047"/>
                <a:gd name="csX5" fmla="*/ 6024 w 19054"/>
                <a:gd name="csY5" fmla="*/ 17113 h 19047"/>
                <a:gd name="csX6" fmla="*/ 80 w 19054"/>
                <a:gd name="csY6" fmla="*/ 8293 h 19047"/>
                <a:gd name="csX7" fmla="*/ 61 w 19054"/>
                <a:gd name="csY7" fmla="*/ 8236 h 19047"/>
                <a:gd name="csX8" fmla="*/ 13034 w 19054"/>
                <a:gd name="csY8" fmla="*/ 1778 h 190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54" h="19047">
                  <a:moveTo>
                    <a:pt x="13034" y="1778"/>
                  </a:moveTo>
                  <a:lnTo>
                    <a:pt x="13034" y="1778"/>
                  </a:lnTo>
                  <a:cubicBezTo>
                    <a:pt x="16168" y="3807"/>
                    <a:pt x="18397" y="7122"/>
                    <a:pt x="18902" y="10475"/>
                  </a:cubicBezTo>
                  <a:lnTo>
                    <a:pt x="18921" y="10541"/>
                  </a:lnTo>
                  <a:cubicBezTo>
                    <a:pt x="20035" y="17856"/>
                    <a:pt x="12854" y="21514"/>
                    <a:pt x="6024" y="17113"/>
                  </a:cubicBezTo>
                  <a:lnTo>
                    <a:pt x="6024" y="17113"/>
                  </a:lnTo>
                  <a:cubicBezTo>
                    <a:pt x="2852" y="15066"/>
                    <a:pt x="576" y="11703"/>
                    <a:pt x="80" y="8293"/>
                  </a:cubicBezTo>
                  <a:lnTo>
                    <a:pt x="61" y="8236"/>
                  </a:lnTo>
                  <a:cubicBezTo>
                    <a:pt x="-853" y="1702"/>
                    <a:pt x="6205" y="-2670"/>
                    <a:pt x="13034" y="1778"/>
                  </a:cubicBezTo>
                  <a:close/>
                </a:path>
              </a:pathLst>
            </a:custGeom>
            <a:solidFill>
              <a:srgbClr val="E0001B"/>
            </a:solidFill>
            <a:ln w="9525" cap="flat">
              <a:noFill/>
              <a:prstDash val="solid"/>
              <a:round/>
            </a:ln>
          </p:spPr>
          <p:txBody>
            <a:bodyPr/>
            <a:lstStyle/>
            <a:p>
              <a:endParaRPr lang="zh-CN" altLang="en-US" sz="2190"/>
            </a:p>
          </p:txBody>
        </p:sp>
        <p:sp>
          <p:nvSpPr>
            <p:cNvPr id="508" name="任意多边形: 形状 507"/>
            <p:cNvSpPr/>
            <p:nvPr/>
          </p:nvSpPr>
          <p:spPr>
            <a:xfrm>
              <a:off x="6115509" y="3292994"/>
              <a:ext cx="9527" cy="19050"/>
            </a:xfrm>
            <a:custGeom>
              <a:avLst/>
              <a:gdLst>
                <a:gd name="csX0" fmla="*/ 8166 w 9527"/>
                <a:gd name="csY0" fmla="*/ 18584 h 19050"/>
                <a:gd name="csX1" fmla="*/ 9433 w 9527"/>
                <a:gd name="csY1" fmla="*/ 12041 h 19050"/>
                <a:gd name="csX2" fmla="*/ 9424 w 9527"/>
                <a:gd name="csY2" fmla="*/ 11936 h 19050"/>
                <a:gd name="csX3" fmla="*/ 5566 w 9527"/>
                <a:gd name="csY3" fmla="*/ 1696 h 19050"/>
                <a:gd name="csX4" fmla="*/ 1565 w 9527"/>
                <a:gd name="csY4" fmla="*/ 458 h 19050"/>
                <a:gd name="csX5" fmla="*/ 22 w 9527"/>
                <a:gd name="csY5" fmla="*/ 6707 h 19050"/>
                <a:gd name="csX6" fmla="*/ 41 w 9527"/>
                <a:gd name="csY6" fmla="*/ 6783 h 19050"/>
                <a:gd name="csX7" fmla="*/ 3937 w 9527"/>
                <a:gd name="csY7" fmla="*/ 17127 h 19050"/>
                <a:gd name="csX8" fmla="*/ 8166 w 9527"/>
                <a:gd name="csY8" fmla="*/ 18584 h 1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7" h="19050">
                  <a:moveTo>
                    <a:pt x="8166" y="18584"/>
                  </a:moveTo>
                  <a:cubicBezTo>
                    <a:pt x="9214" y="17641"/>
                    <a:pt x="9709" y="15127"/>
                    <a:pt x="9433" y="12041"/>
                  </a:cubicBezTo>
                  <a:lnTo>
                    <a:pt x="9424" y="11936"/>
                  </a:lnTo>
                  <a:cubicBezTo>
                    <a:pt x="9090" y="8059"/>
                    <a:pt x="7585" y="4049"/>
                    <a:pt x="5566" y="1696"/>
                  </a:cubicBezTo>
                  <a:cubicBezTo>
                    <a:pt x="4070" y="-56"/>
                    <a:pt x="2641" y="-485"/>
                    <a:pt x="1565" y="458"/>
                  </a:cubicBezTo>
                  <a:cubicBezTo>
                    <a:pt x="412" y="1468"/>
                    <a:pt x="-188" y="3925"/>
                    <a:pt x="22" y="6707"/>
                  </a:cubicBezTo>
                  <a:lnTo>
                    <a:pt x="41" y="6783"/>
                  </a:lnTo>
                  <a:cubicBezTo>
                    <a:pt x="365" y="10698"/>
                    <a:pt x="1898" y="14774"/>
                    <a:pt x="3937" y="17127"/>
                  </a:cubicBezTo>
                  <a:cubicBezTo>
                    <a:pt x="5527" y="18937"/>
                    <a:pt x="7137" y="19508"/>
                    <a:pt x="8166" y="18584"/>
                  </a:cubicBezTo>
                  <a:close/>
                </a:path>
              </a:pathLst>
            </a:custGeom>
            <a:solidFill>
              <a:srgbClr val="7A0314"/>
            </a:solidFill>
            <a:ln w="9525" cap="flat">
              <a:noFill/>
              <a:prstDash val="solid"/>
              <a:round/>
            </a:ln>
          </p:spPr>
          <p:txBody>
            <a:bodyPr/>
            <a:lstStyle/>
            <a:p>
              <a:endParaRPr lang="zh-CN" altLang="en-US" sz="2190"/>
            </a:p>
          </p:txBody>
        </p:sp>
        <p:sp>
          <p:nvSpPr>
            <p:cNvPr id="509" name="任意多边形: 形状 508"/>
            <p:cNvSpPr/>
            <p:nvPr/>
          </p:nvSpPr>
          <p:spPr>
            <a:xfrm>
              <a:off x="6182187" y="3273947"/>
              <a:ext cx="9524" cy="9523"/>
            </a:xfrm>
            <a:custGeom>
              <a:avLst/>
              <a:gdLst>
                <a:gd name="csX0" fmla="*/ 1162 w 9524"/>
                <a:gd name="csY0" fmla="*/ 2542 h 9523"/>
                <a:gd name="csX1" fmla="*/ 9505 w 9524"/>
                <a:gd name="csY1" fmla="*/ -30 h 9523"/>
                <a:gd name="csX2" fmla="*/ 5953 w 9524"/>
                <a:gd name="csY2" fmla="*/ 8609 h 9523"/>
                <a:gd name="csX3" fmla="*/ 962 w 9524"/>
                <a:gd name="csY3" fmla="*/ 8304 h 9523"/>
                <a:gd name="csX4" fmla="*/ 1162 w 9524"/>
                <a:gd name="csY4" fmla="*/ 2542 h 9523"/>
              </a:gdLst>
              <a:ahLst/>
              <a:cxnLst>
                <a:cxn ang="0">
                  <a:pos x="csX0" y="csY0"/>
                </a:cxn>
                <a:cxn ang="0">
                  <a:pos x="csX1" y="csY1"/>
                </a:cxn>
                <a:cxn ang="0">
                  <a:pos x="csX2" y="csY2"/>
                </a:cxn>
                <a:cxn ang="0">
                  <a:pos x="csX3" y="csY3"/>
                </a:cxn>
                <a:cxn ang="0">
                  <a:pos x="csX4" y="csY4"/>
                </a:cxn>
              </a:cxnLst>
              <a:rect l="l" t="t" r="r" b="b"/>
              <a:pathLst>
                <a:path w="9524" h="9523">
                  <a:moveTo>
                    <a:pt x="1162" y="2542"/>
                  </a:moveTo>
                  <a:lnTo>
                    <a:pt x="9505" y="-30"/>
                  </a:lnTo>
                  <a:lnTo>
                    <a:pt x="5953" y="8609"/>
                  </a:lnTo>
                  <a:cubicBezTo>
                    <a:pt x="4438" y="9914"/>
                    <a:pt x="2238" y="9743"/>
                    <a:pt x="962" y="8304"/>
                  </a:cubicBezTo>
                  <a:cubicBezTo>
                    <a:pt x="-400" y="6780"/>
                    <a:pt x="-353" y="4113"/>
                    <a:pt x="1162" y="2542"/>
                  </a:cubicBezTo>
                  <a:close/>
                </a:path>
              </a:pathLst>
            </a:custGeom>
            <a:solidFill>
              <a:srgbClr val="FF7A17"/>
            </a:solidFill>
            <a:ln w="9525" cap="flat">
              <a:noFill/>
              <a:prstDash val="solid"/>
              <a:round/>
            </a:ln>
          </p:spPr>
          <p:txBody>
            <a:bodyPr/>
            <a:lstStyle/>
            <a:p>
              <a:endParaRPr lang="zh-CN" altLang="en-US" sz="2190"/>
            </a:p>
          </p:txBody>
        </p:sp>
        <p:sp>
          <p:nvSpPr>
            <p:cNvPr id="510" name="任意多边形: 形状 509"/>
            <p:cNvSpPr/>
            <p:nvPr/>
          </p:nvSpPr>
          <p:spPr>
            <a:xfrm>
              <a:off x="6172662" y="3273945"/>
              <a:ext cx="9527" cy="9526"/>
            </a:xfrm>
            <a:custGeom>
              <a:avLst/>
              <a:gdLst>
                <a:gd name="csX0" fmla="*/ 3238 w 9527"/>
                <a:gd name="csY0" fmla="*/ 914 h 9526"/>
                <a:gd name="csX1" fmla="*/ -19 w 9527"/>
                <a:gd name="csY1" fmla="*/ 9496 h 9526"/>
                <a:gd name="csX2" fmla="*/ 8363 w 9527"/>
                <a:gd name="csY2" fmla="*/ 6620 h 9526"/>
                <a:gd name="csX3" fmla="*/ 8687 w 9527"/>
                <a:gd name="csY3" fmla="*/ 1419 h 9526"/>
                <a:gd name="csX4" fmla="*/ 3238 w 9527"/>
                <a:gd name="csY4" fmla="*/ 914 h 9526"/>
              </a:gdLst>
              <a:ahLst/>
              <a:cxnLst>
                <a:cxn ang="0">
                  <a:pos x="csX0" y="csY0"/>
                </a:cxn>
                <a:cxn ang="0">
                  <a:pos x="csX1" y="csY1"/>
                </a:cxn>
                <a:cxn ang="0">
                  <a:pos x="csX2" y="csY2"/>
                </a:cxn>
                <a:cxn ang="0">
                  <a:pos x="csX3" y="csY3"/>
                </a:cxn>
                <a:cxn ang="0">
                  <a:pos x="csX4" y="csY4"/>
                </a:cxn>
              </a:cxnLst>
              <a:rect l="l" t="t" r="r" b="b"/>
              <a:pathLst>
                <a:path w="9527" h="9526">
                  <a:moveTo>
                    <a:pt x="3238" y="914"/>
                  </a:moveTo>
                  <a:lnTo>
                    <a:pt x="-19" y="9496"/>
                  </a:lnTo>
                  <a:lnTo>
                    <a:pt x="8363" y="6620"/>
                  </a:lnTo>
                  <a:cubicBezTo>
                    <a:pt x="9744" y="5143"/>
                    <a:pt x="9906" y="2895"/>
                    <a:pt x="8687" y="1419"/>
                  </a:cubicBezTo>
                  <a:cubicBezTo>
                    <a:pt x="7382" y="-229"/>
                    <a:pt x="4858" y="-572"/>
                    <a:pt x="3238" y="914"/>
                  </a:cubicBezTo>
                  <a:close/>
                </a:path>
              </a:pathLst>
            </a:custGeom>
            <a:solidFill>
              <a:srgbClr val="FF7A17"/>
            </a:solidFill>
            <a:ln w="9525" cap="flat">
              <a:noFill/>
              <a:prstDash val="solid"/>
              <a:round/>
            </a:ln>
          </p:spPr>
          <p:txBody>
            <a:bodyPr/>
            <a:lstStyle/>
            <a:p>
              <a:endParaRPr lang="zh-CN" altLang="en-US" sz="2190"/>
            </a:p>
          </p:txBody>
        </p:sp>
        <p:sp>
          <p:nvSpPr>
            <p:cNvPr id="511" name="任意多边形: 形状 510"/>
            <p:cNvSpPr/>
            <p:nvPr/>
          </p:nvSpPr>
          <p:spPr>
            <a:xfrm>
              <a:off x="6172662" y="3273947"/>
              <a:ext cx="9523" cy="9524"/>
            </a:xfrm>
            <a:custGeom>
              <a:avLst/>
              <a:gdLst>
                <a:gd name="csX0" fmla="*/ 2553 w 9523"/>
                <a:gd name="csY0" fmla="*/ 8314 h 9524"/>
                <a:gd name="csX1" fmla="*/ -19 w 9523"/>
                <a:gd name="csY1" fmla="*/ -30 h 9524"/>
                <a:gd name="csX2" fmla="*/ 8620 w 9523"/>
                <a:gd name="csY2" fmla="*/ 3523 h 9524"/>
                <a:gd name="csX3" fmla="*/ 8315 w 9523"/>
                <a:gd name="csY3" fmla="*/ 8514 h 9524"/>
                <a:gd name="csX4" fmla="*/ 2553 w 9523"/>
                <a:gd name="csY4" fmla="*/ 8314 h 9524"/>
              </a:gdLst>
              <a:ahLst/>
              <a:cxnLst>
                <a:cxn ang="0">
                  <a:pos x="csX0" y="csY0"/>
                </a:cxn>
                <a:cxn ang="0">
                  <a:pos x="csX1" y="csY1"/>
                </a:cxn>
                <a:cxn ang="0">
                  <a:pos x="csX2" y="csY2"/>
                </a:cxn>
                <a:cxn ang="0">
                  <a:pos x="csX3" y="csY3"/>
                </a:cxn>
                <a:cxn ang="0">
                  <a:pos x="csX4" y="csY4"/>
                </a:cxn>
              </a:cxnLst>
              <a:rect l="l" t="t" r="r" b="b"/>
              <a:pathLst>
                <a:path w="9523" h="9524">
                  <a:moveTo>
                    <a:pt x="2553" y="8314"/>
                  </a:moveTo>
                  <a:lnTo>
                    <a:pt x="-19" y="-30"/>
                  </a:lnTo>
                  <a:lnTo>
                    <a:pt x="8620" y="3523"/>
                  </a:lnTo>
                  <a:cubicBezTo>
                    <a:pt x="9925" y="5037"/>
                    <a:pt x="9754" y="7238"/>
                    <a:pt x="8315" y="8514"/>
                  </a:cubicBezTo>
                  <a:cubicBezTo>
                    <a:pt x="6792" y="9876"/>
                    <a:pt x="4172" y="9828"/>
                    <a:pt x="2553" y="8314"/>
                  </a:cubicBezTo>
                  <a:close/>
                </a:path>
              </a:pathLst>
            </a:custGeom>
            <a:solidFill>
              <a:srgbClr val="FF7A17"/>
            </a:solidFill>
            <a:ln w="9525" cap="flat">
              <a:noFill/>
              <a:prstDash val="solid"/>
              <a:round/>
            </a:ln>
          </p:spPr>
          <p:txBody>
            <a:bodyPr/>
            <a:lstStyle/>
            <a:p>
              <a:endParaRPr lang="zh-CN" altLang="en-US" sz="2190"/>
            </a:p>
          </p:txBody>
        </p:sp>
        <p:sp>
          <p:nvSpPr>
            <p:cNvPr id="512" name="任意多边形: 形状 511"/>
            <p:cNvSpPr/>
            <p:nvPr/>
          </p:nvSpPr>
          <p:spPr>
            <a:xfrm>
              <a:off x="6172662" y="3273944"/>
              <a:ext cx="9524" cy="9527"/>
            </a:xfrm>
            <a:custGeom>
              <a:avLst/>
              <a:gdLst>
                <a:gd name="csX0" fmla="*/ 904 w 9524"/>
                <a:gd name="csY0" fmla="*/ 6240 h 9527"/>
                <a:gd name="csX1" fmla="*/ 9506 w 9524"/>
                <a:gd name="csY1" fmla="*/ 9497 h 9527"/>
                <a:gd name="csX2" fmla="*/ 6629 w 9524"/>
                <a:gd name="csY2" fmla="*/ 1115 h 9527"/>
                <a:gd name="csX3" fmla="*/ 1419 w 9524"/>
                <a:gd name="csY3" fmla="*/ 792 h 9527"/>
                <a:gd name="csX4" fmla="*/ 904 w 9524"/>
                <a:gd name="csY4" fmla="*/ 6240 h 9527"/>
              </a:gdLst>
              <a:ahLst/>
              <a:cxnLst>
                <a:cxn ang="0">
                  <a:pos x="csX0" y="csY0"/>
                </a:cxn>
                <a:cxn ang="0">
                  <a:pos x="csX1" y="csY1"/>
                </a:cxn>
                <a:cxn ang="0">
                  <a:pos x="csX2" y="csY2"/>
                </a:cxn>
                <a:cxn ang="0">
                  <a:pos x="csX3" y="csY3"/>
                </a:cxn>
                <a:cxn ang="0">
                  <a:pos x="csX4" y="csY4"/>
                </a:cxn>
              </a:cxnLst>
              <a:rect l="l" t="t" r="r" b="b"/>
              <a:pathLst>
                <a:path w="9524" h="9527">
                  <a:moveTo>
                    <a:pt x="904" y="6240"/>
                  </a:moveTo>
                  <a:lnTo>
                    <a:pt x="9506" y="9497"/>
                  </a:lnTo>
                  <a:lnTo>
                    <a:pt x="6629" y="1115"/>
                  </a:lnTo>
                  <a:cubicBezTo>
                    <a:pt x="5143" y="-266"/>
                    <a:pt x="2896" y="-427"/>
                    <a:pt x="1419" y="792"/>
                  </a:cubicBezTo>
                  <a:cubicBezTo>
                    <a:pt x="-239" y="2096"/>
                    <a:pt x="-534" y="4621"/>
                    <a:pt x="904" y="6240"/>
                  </a:cubicBezTo>
                  <a:close/>
                </a:path>
              </a:pathLst>
            </a:custGeom>
            <a:solidFill>
              <a:srgbClr val="FF7A17"/>
            </a:solidFill>
            <a:ln w="9525" cap="flat">
              <a:noFill/>
              <a:prstDash val="solid"/>
              <a:round/>
            </a:ln>
          </p:spPr>
          <p:txBody>
            <a:bodyPr/>
            <a:lstStyle/>
            <a:p>
              <a:endParaRPr lang="zh-CN" altLang="en-US" sz="2190"/>
            </a:p>
          </p:txBody>
        </p:sp>
        <p:sp>
          <p:nvSpPr>
            <p:cNvPr id="513" name="任意多边形: 形状 512"/>
            <p:cNvSpPr/>
            <p:nvPr/>
          </p:nvSpPr>
          <p:spPr>
            <a:xfrm>
              <a:off x="6172663" y="3273948"/>
              <a:ext cx="9522" cy="9522"/>
            </a:xfrm>
            <a:custGeom>
              <a:avLst/>
              <a:gdLst>
                <a:gd name="csX0" fmla="*/ 4475 w 9522"/>
                <a:gd name="csY0" fmla="*/ 9484 h 9522"/>
                <a:gd name="csX1" fmla="*/ -11 w 9522"/>
                <a:gd name="csY1" fmla="*/ 4464 h 9522"/>
                <a:gd name="csX2" fmla="*/ 5009 w 9522"/>
                <a:gd name="csY2" fmla="*/ -22 h 9522"/>
                <a:gd name="csX3" fmla="*/ 9496 w 9522"/>
                <a:gd name="csY3" fmla="*/ 4998 h 9522"/>
                <a:gd name="csX4" fmla="*/ 4475 w 9522"/>
                <a:gd name="csY4" fmla="*/ 9484 h 9522"/>
              </a:gdLst>
              <a:ahLst/>
              <a:cxnLst>
                <a:cxn ang="0">
                  <a:pos x="csX0" y="csY0"/>
                </a:cxn>
                <a:cxn ang="0">
                  <a:pos x="csX1" y="csY1"/>
                </a:cxn>
                <a:cxn ang="0">
                  <a:pos x="csX2" y="csY2"/>
                </a:cxn>
                <a:cxn ang="0">
                  <a:pos x="csX3" y="csY3"/>
                </a:cxn>
                <a:cxn ang="0">
                  <a:pos x="csX4" y="csY4"/>
                </a:cxn>
              </a:cxnLst>
              <a:rect l="l" t="t" r="r" b="b"/>
              <a:pathLst>
                <a:path w="9522" h="9522">
                  <a:moveTo>
                    <a:pt x="4475" y="9484"/>
                  </a:moveTo>
                  <a:cubicBezTo>
                    <a:pt x="1847" y="9341"/>
                    <a:pt x="-163" y="7084"/>
                    <a:pt x="-11" y="4464"/>
                  </a:cubicBezTo>
                  <a:cubicBezTo>
                    <a:pt x="132" y="1845"/>
                    <a:pt x="2390" y="-174"/>
                    <a:pt x="5009" y="-22"/>
                  </a:cubicBezTo>
                  <a:cubicBezTo>
                    <a:pt x="7638" y="121"/>
                    <a:pt x="9648" y="2378"/>
                    <a:pt x="9496" y="4998"/>
                  </a:cubicBezTo>
                  <a:cubicBezTo>
                    <a:pt x="9362" y="7617"/>
                    <a:pt x="7104" y="9637"/>
                    <a:pt x="4475" y="9484"/>
                  </a:cubicBezTo>
                  <a:close/>
                </a:path>
              </a:pathLst>
            </a:custGeom>
            <a:solidFill>
              <a:srgbClr val="FF9A15"/>
            </a:solidFill>
            <a:ln w="9525" cap="flat">
              <a:noFill/>
              <a:prstDash val="solid"/>
              <a:round/>
            </a:ln>
          </p:spPr>
          <p:txBody>
            <a:bodyPr/>
            <a:lstStyle/>
            <a:p>
              <a:endParaRPr lang="zh-CN" altLang="en-US" sz="2190"/>
            </a:p>
          </p:txBody>
        </p:sp>
        <p:sp>
          <p:nvSpPr>
            <p:cNvPr id="514" name="任意多边形: 形状 513"/>
            <p:cNvSpPr/>
            <p:nvPr/>
          </p:nvSpPr>
          <p:spPr>
            <a:xfrm>
              <a:off x="6182186" y="3273943"/>
              <a:ext cx="9525" cy="9528"/>
            </a:xfrm>
            <a:custGeom>
              <a:avLst/>
              <a:gdLst>
                <a:gd name="csX0" fmla="*/ 3210 w 9525"/>
                <a:gd name="csY0" fmla="*/ -26 h 9528"/>
                <a:gd name="csX1" fmla="*/ 9507 w 9525"/>
                <a:gd name="csY1" fmla="*/ 5489 h 9528"/>
                <a:gd name="csX2" fmla="*/ 2744 w 9525"/>
                <a:gd name="csY2" fmla="*/ 9499 h 9528"/>
                <a:gd name="csX3" fmla="*/ -18 w 9525"/>
                <a:gd name="csY3" fmla="*/ 4660 h 9528"/>
                <a:gd name="csX4" fmla="*/ 3210 w 9525"/>
                <a:gd name="csY4" fmla="*/ -26 h 9528"/>
              </a:gdLst>
              <a:ahLst/>
              <a:cxnLst>
                <a:cxn ang="0">
                  <a:pos x="csX0" y="csY0"/>
                </a:cxn>
                <a:cxn ang="0">
                  <a:pos x="csX1" y="csY1"/>
                </a:cxn>
                <a:cxn ang="0">
                  <a:pos x="csX2" y="csY2"/>
                </a:cxn>
                <a:cxn ang="0">
                  <a:pos x="csX3" y="csY3"/>
                </a:cxn>
                <a:cxn ang="0">
                  <a:pos x="csX4" y="csY4"/>
                </a:cxn>
              </a:cxnLst>
              <a:rect l="l" t="t" r="r" b="b"/>
              <a:pathLst>
                <a:path w="9525" h="9528">
                  <a:moveTo>
                    <a:pt x="3210" y="-26"/>
                  </a:moveTo>
                  <a:lnTo>
                    <a:pt x="9507" y="5489"/>
                  </a:lnTo>
                  <a:lnTo>
                    <a:pt x="2744" y="9499"/>
                  </a:lnTo>
                  <a:cubicBezTo>
                    <a:pt x="1144" y="9184"/>
                    <a:pt x="-47" y="7051"/>
                    <a:pt x="-18" y="4660"/>
                  </a:cubicBezTo>
                  <a:cubicBezTo>
                    <a:pt x="-18" y="2060"/>
                    <a:pt x="1448" y="-131"/>
                    <a:pt x="3210" y="-26"/>
                  </a:cubicBezTo>
                  <a:close/>
                </a:path>
              </a:pathLst>
            </a:custGeom>
            <a:solidFill>
              <a:srgbClr val="FFE817"/>
            </a:solidFill>
            <a:ln w="9525" cap="flat">
              <a:noFill/>
              <a:prstDash val="solid"/>
              <a:round/>
            </a:ln>
          </p:spPr>
          <p:txBody>
            <a:bodyPr/>
            <a:lstStyle/>
            <a:p>
              <a:endParaRPr lang="zh-CN" altLang="en-US" sz="2190"/>
            </a:p>
          </p:txBody>
        </p:sp>
        <p:sp>
          <p:nvSpPr>
            <p:cNvPr id="515" name="任意多边形: 形状 514"/>
            <p:cNvSpPr/>
            <p:nvPr/>
          </p:nvSpPr>
          <p:spPr>
            <a:xfrm>
              <a:off x="6163137" y="3273947"/>
              <a:ext cx="9529" cy="9525"/>
            </a:xfrm>
            <a:custGeom>
              <a:avLst/>
              <a:gdLst>
                <a:gd name="csX0" fmla="*/ 6629 w 9529"/>
                <a:gd name="csY0" fmla="*/ -30 h 9525"/>
                <a:gd name="csX1" fmla="*/ -19 w 9529"/>
                <a:gd name="csY1" fmla="*/ 4447 h 9525"/>
                <a:gd name="csX2" fmla="*/ 6401 w 9529"/>
                <a:gd name="csY2" fmla="*/ 9495 h 9525"/>
                <a:gd name="csX3" fmla="*/ 9497 w 9529"/>
                <a:gd name="csY3" fmla="*/ 5275 h 9525"/>
                <a:gd name="csX4" fmla="*/ 6629 w 9529"/>
                <a:gd name="csY4" fmla="*/ -30 h 9525"/>
              </a:gdLst>
              <a:ahLst/>
              <a:cxnLst>
                <a:cxn ang="0">
                  <a:pos x="csX0" y="csY0"/>
                </a:cxn>
                <a:cxn ang="0">
                  <a:pos x="csX1" y="csY1"/>
                </a:cxn>
                <a:cxn ang="0">
                  <a:pos x="csX2" y="csY2"/>
                </a:cxn>
                <a:cxn ang="0">
                  <a:pos x="csX3" y="csY3"/>
                </a:cxn>
                <a:cxn ang="0">
                  <a:pos x="csX4" y="csY4"/>
                </a:cxn>
              </a:cxnLst>
              <a:rect l="l" t="t" r="r" b="b"/>
              <a:pathLst>
                <a:path w="9529" h="9525">
                  <a:moveTo>
                    <a:pt x="6629" y="-30"/>
                  </a:moveTo>
                  <a:lnTo>
                    <a:pt x="-19" y="4447"/>
                  </a:lnTo>
                  <a:lnTo>
                    <a:pt x="6401" y="9495"/>
                  </a:lnTo>
                  <a:cubicBezTo>
                    <a:pt x="8029" y="9495"/>
                    <a:pt x="9363" y="7619"/>
                    <a:pt x="9497" y="5275"/>
                  </a:cubicBezTo>
                  <a:cubicBezTo>
                    <a:pt x="9658" y="2732"/>
                    <a:pt x="8363" y="180"/>
                    <a:pt x="6629" y="-30"/>
                  </a:cubicBezTo>
                  <a:close/>
                </a:path>
              </a:pathLst>
            </a:custGeom>
            <a:solidFill>
              <a:srgbClr val="FFE817"/>
            </a:solidFill>
            <a:ln w="9525" cap="flat">
              <a:noFill/>
              <a:prstDash val="solid"/>
              <a:round/>
            </a:ln>
          </p:spPr>
          <p:txBody>
            <a:bodyPr/>
            <a:lstStyle/>
            <a:p>
              <a:endParaRPr lang="zh-CN" altLang="en-US" sz="2190"/>
            </a:p>
          </p:txBody>
        </p:sp>
        <p:sp>
          <p:nvSpPr>
            <p:cNvPr id="516" name="任意多边形: 形状 515"/>
            <p:cNvSpPr/>
            <p:nvPr/>
          </p:nvSpPr>
          <p:spPr>
            <a:xfrm>
              <a:off x="6172658" y="3264422"/>
              <a:ext cx="9528" cy="9525"/>
            </a:xfrm>
            <a:custGeom>
              <a:avLst/>
              <a:gdLst>
                <a:gd name="csX0" fmla="*/ -15 w 9528"/>
                <a:gd name="csY0" fmla="*/ 6266 h 9525"/>
                <a:gd name="csX1" fmla="*/ 5499 w 9528"/>
                <a:gd name="csY1" fmla="*/ -30 h 9525"/>
                <a:gd name="csX2" fmla="*/ 9510 w 9528"/>
                <a:gd name="csY2" fmla="*/ 6733 h 9525"/>
                <a:gd name="csX3" fmla="*/ 4671 w 9528"/>
                <a:gd name="csY3" fmla="*/ 9495 h 9525"/>
                <a:gd name="csX4" fmla="*/ -15 w 9528"/>
                <a:gd name="csY4" fmla="*/ 6266 h 9525"/>
              </a:gdLst>
              <a:ahLst/>
              <a:cxnLst>
                <a:cxn ang="0">
                  <a:pos x="csX0" y="csY0"/>
                </a:cxn>
                <a:cxn ang="0">
                  <a:pos x="csX1" y="csY1"/>
                </a:cxn>
                <a:cxn ang="0">
                  <a:pos x="csX2" y="csY2"/>
                </a:cxn>
                <a:cxn ang="0">
                  <a:pos x="csX3" y="csY3"/>
                </a:cxn>
                <a:cxn ang="0">
                  <a:pos x="csX4" y="csY4"/>
                </a:cxn>
              </a:cxnLst>
              <a:rect l="l" t="t" r="r" b="b"/>
              <a:pathLst>
                <a:path w="9528" h="9525">
                  <a:moveTo>
                    <a:pt x="-15" y="6266"/>
                  </a:moveTo>
                  <a:lnTo>
                    <a:pt x="5499" y="-30"/>
                  </a:lnTo>
                  <a:lnTo>
                    <a:pt x="9510" y="6733"/>
                  </a:lnTo>
                  <a:cubicBezTo>
                    <a:pt x="9195" y="8333"/>
                    <a:pt x="7061" y="9523"/>
                    <a:pt x="4671" y="9495"/>
                  </a:cubicBezTo>
                  <a:cubicBezTo>
                    <a:pt x="2071" y="9457"/>
                    <a:pt x="-120" y="7999"/>
                    <a:pt x="-15" y="6266"/>
                  </a:cubicBezTo>
                  <a:close/>
                </a:path>
              </a:pathLst>
            </a:custGeom>
            <a:solidFill>
              <a:srgbClr val="FFE817"/>
            </a:solidFill>
            <a:ln w="9525" cap="flat">
              <a:noFill/>
              <a:prstDash val="solid"/>
              <a:round/>
            </a:ln>
          </p:spPr>
          <p:txBody>
            <a:bodyPr/>
            <a:lstStyle/>
            <a:p>
              <a:endParaRPr lang="zh-CN" altLang="en-US" sz="2190"/>
            </a:p>
          </p:txBody>
        </p:sp>
        <p:sp>
          <p:nvSpPr>
            <p:cNvPr id="517" name="任意多边形: 形状 516"/>
            <p:cNvSpPr/>
            <p:nvPr/>
          </p:nvSpPr>
          <p:spPr>
            <a:xfrm>
              <a:off x="6172662" y="3283475"/>
              <a:ext cx="9525" cy="9521"/>
            </a:xfrm>
            <a:custGeom>
              <a:avLst/>
              <a:gdLst>
                <a:gd name="csX0" fmla="*/ -19 w 9525"/>
                <a:gd name="csY0" fmla="*/ 2843 h 9521"/>
                <a:gd name="csX1" fmla="*/ 4457 w 9525"/>
                <a:gd name="csY1" fmla="*/ 9491 h 9521"/>
                <a:gd name="csX2" fmla="*/ 9506 w 9525"/>
                <a:gd name="csY2" fmla="*/ 3071 h 9521"/>
                <a:gd name="csX3" fmla="*/ 5286 w 9525"/>
                <a:gd name="csY3" fmla="*/ -14 h 9521"/>
                <a:gd name="csX4" fmla="*/ -19 w 9525"/>
                <a:gd name="csY4" fmla="*/ 2843 h 9521"/>
              </a:gdLst>
              <a:ahLst/>
              <a:cxnLst>
                <a:cxn ang="0">
                  <a:pos x="csX0" y="csY0"/>
                </a:cxn>
                <a:cxn ang="0">
                  <a:pos x="csX1" y="csY1"/>
                </a:cxn>
                <a:cxn ang="0">
                  <a:pos x="csX2" y="csY2"/>
                </a:cxn>
                <a:cxn ang="0">
                  <a:pos x="csX3" y="csY3"/>
                </a:cxn>
                <a:cxn ang="0">
                  <a:pos x="csX4" y="csY4"/>
                </a:cxn>
              </a:cxnLst>
              <a:rect l="l" t="t" r="r" b="b"/>
              <a:pathLst>
                <a:path w="9525" h="9521">
                  <a:moveTo>
                    <a:pt x="-19" y="2843"/>
                  </a:moveTo>
                  <a:lnTo>
                    <a:pt x="4457" y="9491"/>
                  </a:lnTo>
                  <a:lnTo>
                    <a:pt x="9506" y="3071"/>
                  </a:lnTo>
                  <a:cubicBezTo>
                    <a:pt x="9506" y="1443"/>
                    <a:pt x="7629" y="119"/>
                    <a:pt x="5286" y="-14"/>
                  </a:cubicBezTo>
                  <a:cubicBezTo>
                    <a:pt x="2743" y="-186"/>
                    <a:pt x="190" y="1081"/>
                    <a:pt x="-19" y="2843"/>
                  </a:cubicBezTo>
                  <a:close/>
                </a:path>
              </a:pathLst>
            </a:custGeom>
            <a:solidFill>
              <a:srgbClr val="FFE817"/>
            </a:solidFill>
            <a:ln w="9525" cap="flat">
              <a:noFill/>
              <a:prstDash val="solid"/>
              <a:round/>
            </a:ln>
          </p:spPr>
          <p:txBody>
            <a:bodyPr/>
            <a:lstStyle/>
            <a:p>
              <a:endParaRPr lang="zh-CN" altLang="en-US" sz="2190"/>
            </a:p>
          </p:txBody>
        </p:sp>
        <p:sp>
          <p:nvSpPr>
            <p:cNvPr id="518" name="任意多边形: 形状 517"/>
            <p:cNvSpPr/>
            <p:nvPr/>
          </p:nvSpPr>
          <p:spPr>
            <a:xfrm>
              <a:off x="6201233" y="3312047"/>
              <a:ext cx="9528" cy="9526"/>
            </a:xfrm>
            <a:custGeom>
              <a:avLst/>
              <a:gdLst>
                <a:gd name="csX0" fmla="*/ 1175 w 9528"/>
                <a:gd name="csY0" fmla="*/ 2494 h 9526"/>
                <a:gd name="csX1" fmla="*/ 9509 w 9528"/>
                <a:gd name="csY1" fmla="*/ -30 h 9526"/>
                <a:gd name="csX2" fmla="*/ 5947 w 9528"/>
                <a:gd name="csY2" fmla="*/ 8619 h 9526"/>
                <a:gd name="csX3" fmla="*/ 984 w 9528"/>
                <a:gd name="csY3" fmla="*/ 8314 h 9526"/>
                <a:gd name="csX4" fmla="*/ 1175 w 9528"/>
                <a:gd name="csY4" fmla="*/ 2494 h 9526"/>
              </a:gdLst>
              <a:ahLst/>
              <a:cxnLst>
                <a:cxn ang="0">
                  <a:pos x="csX0" y="csY0"/>
                </a:cxn>
                <a:cxn ang="0">
                  <a:pos x="csX1" y="csY1"/>
                </a:cxn>
                <a:cxn ang="0">
                  <a:pos x="csX2" y="csY2"/>
                </a:cxn>
                <a:cxn ang="0">
                  <a:pos x="csX3" y="csY3"/>
                </a:cxn>
                <a:cxn ang="0">
                  <a:pos x="csX4" y="csY4"/>
                </a:cxn>
              </a:cxnLst>
              <a:rect l="l" t="t" r="r" b="b"/>
              <a:pathLst>
                <a:path w="9528" h="9526">
                  <a:moveTo>
                    <a:pt x="1175" y="2494"/>
                  </a:moveTo>
                  <a:lnTo>
                    <a:pt x="9509" y="-30"/>
                  </a:lnTo>
                  <a:lnTo>
                    <a:pt x="5947" y="8619"/>
                  </a:lnTo>
                  <a:cubicBezTo>
                    <a:pt x="4414" y="9933"/>
                    <a:pt x="2242" y="9723"/>
                    <a:pt x="984" y="8314"/>
                  </a:cubicBezTo>
                  <a:cubicBezTo>
                    <a:pt x="-407" y="6742"/>
                    <a:pt x="-359" y="4113"/>
                    <a:pt x="1175" y="2494"/>
                  </a:cubicBezTo>
                  <a:close/>
                </a:path>
              </a:pathLst>
            </a:custGeom>
            <a:solidFill>
              <a:srgbClr val="FF7A17"/>
            </a:solidFill>
            <a:ln w="9525" cap="flat">
              <a:noFill/>
              <a:prstDash val="solid"/>
              <a:round/>
            </a:ln>
          </p:spPr>
          <p:txBody>
            <a:bodyPr/>
            <a:lstStyle/>
            <a:p>
              <a:endParaRPr lang="zh-CN" altLang="en-US" sz="2190"/>
            </a:p>
          </p:txBody>
        </p:sp>
        <p:sp>
          <p:nvSpPr>
            <p:cNvPr id="519" name="任意多边形: 形状 518"/>
            <p:cNvSpPr/>
            <p:nvPr/>
          </p:nvSpPr>
          <p:spPr>
            <a:xfrm>
              <a:off x="6191712" y="3321571"/>
              <a:ext cx="9523" cy="9525"/>
            </a:xfrm>
            <a:custGeom>
              <a:avLst/>
              <a:gdLst>
                <a:gd name="csX0" fmla="*/ 3248 w 9523"/>
                <a:gd name="csY0" fmla="*/ 904 h 9525"/>
                <a:gd name="csX1" fmla="*/ -19 w 9523"/>
                <a:gd name="csY1" fmla="*/ 9496 h 9525"/>
                <a:gd name="csX2" fmla="*/ 8372 w 9523"/>
                <a:gd name="csY2" fmla="*/ 6647 h 9525"/>
                <a:gd name="csX3" fmla="*/ 8706 w 9523"/>
                <a:gd name="csY3" fmla="*/ 1447 h 9525"/>
                <a:gd name="csX4" fmla="*/ 3248 w 9523"/>
                <a:gd name="csY4" fmla="*/ 904 h 9525"/>
              </a:gdLst>
              <a:ahLst/>
              <a:cxnLst>
                <a:cxn ang="0">
                  <a:pos x="csX0" y="csY0"/>
                </a:cxn>
                <a:cxn ang="0">
                  <a:pos x="csX1" y="csY1"/>
                </a:cxn>
                <a:cxn ang="0">
                  <a:pos x="csX2" y="csY2"/>
                </a:cxn>
                <a:cxn ang="0">
                  <a:pos x="csX3" y="csY3"/>
                </a:cxn>
                <a:cxn ang="0">
                  <a:pos x="csX4" y="csY4"/>
                </a:cxn>
              </a:cxnLst>
              <a:rect l="l" t="t" r="r" b="b"/>
              <a:pathLst>
                <a:path w="9523" h="9525">
                  <a:moveTo>
                    <a:pt x="3248" y="904"/>
                  </a:moveTo>
                  <a:lnTo>
                    <a:pt x="-19" y="9496"/>
                  </a:lnTo>
                  <a:lnTo>
                    <a:pt x="8372" y="6647"/>
                  </a:lnTo>
                  <a:cubicBezTo>
                    <a:pt x="9744" y="5171"/>
                    <a:pt x="9887" y="2914"/>
                    <a:pt x="8706" y="1447"/>
                  </a:cubicBezTo>
                  <a:cubicBezTo>
                    <a:pt x="7372" y="-229"/>
                    <a:pt x="4915" y="-572"/>
                    <a:pt x="3248" y="904"/>
                  </a:cubicBezTo>
                  <a:close/>
                </a:path>
              </a:pathLst>
            </a:custGeom>
            <a:solidFill>
              <a:srgbClr val="FF7A17"/>
            </a:solidFill>
            <a:ln w="9525" cap="flat">
              <a:noFill/>
              <a:prstDash val="solid"/>
              <a:round/>
            </a:ln>
          </p:spPr>
          <p:txBody>
            <a:bodyPr/>
            <a:lstStyle/>
            <a:p>
              <a:endParaRPr lang="zh-CN" altLang="en-US" sz="2190"/>
            </a:p>
          </p:txBody>
        </p:sp>
        <p:sp>
          <p:nvSpPr>
            <p:cNvPr id="520" name="任意多边形: 形状 519"/>
            <p:cNvSpPr/>
            <p:nvPr/>
          </p:nvSpPr>
          <p:spPr>
            <a:xfrm>
              <a:off x="6191712" y="3312047"/>
              <a:ext cx="9526" cy="9527"/>
            </a:xfrm>
            <a:custGeom>
              <a:avLst/>
              <a:gdLst>
                <a:gd name="csX0" fmla="*/ 2505 w 9526"/>
                <a:gd name="csY0" fmla="*/ 8304 h 9527"/>
                <a:gd name="csX1" fmla="*/ -19 w 9526"/>
                <a:gd name="csY1" fmla="*/ -30 h 9527"/>
                <a:gd name="csX2" fmla="*/ 8630 w 9526"/>
                <a:gd name="csY2" fmla="*/ 3532 h 9527"/>
                <a:gd name="csX3" fmla="*/ 8325 w 9526"/>
                <a:gd name="csY3" fmla="*/ 8495 h 9527"/>
                <a:gd name="csX4" fmla="*/ 2505 w 9526"/>
                <a:gd name="csY4" fmla="*/ 8304 h 9527"/>
              </a:gdLst>
              <a:ahLst/>
              <a:cxnLst>
                <a:cxn ang="0">
                  <a:pos x="csX0" y="csY0"/>
                </a:cxn>
                <a:cxn ang="0">
                  <a:pos x="csX1" y="csY1"/>
                </a:cxn>
                <a:cxn ang="0">
                  <a:pos x="csX2" y="csY2"/>
                </a:cxn>
                <a:cxn ang="0">
                  <a:pos x="csX3" y="csY3"/>
                </a:cxn>
                <a:cxn ang="0">
                  <a:pos x="csX4" y="csY4"/>
                </a:cxn>
              </a:cxnLst>
              <a:rect l="l" t="t" r="r" b="b"/>
              <a:pathLst>
                <a:path w="9526" h="9527">
                  <a:moveTo>
                    <a:pt x="2505" y="8304"/>
                  </a:moveTo>
                  <a:lnTo>
                    <a:pt x="-19" y="-30"/>
                  </a:lnTo>
                  <a:lnTo>
                    <a:pt x="8630" y="3532"/>
                  </a:lnTo>
                  <a:cubicBezTo>
                    <a:pt x="9944" y="5066"/>
                    <a:pt x="9734" y="7238"/>
                    <a:pt x="8325" y="8495"/>
                  </a:cubicBezTo>
                  <a:cubicBezTo>
                    <a:pt x="6706" y="9885"/>
                    <a:pt x="4077" y="9838"/>
                    <a:pt x="2505" y="8304"/>
                  </a:cubicBezTo>
                  <a:close/>
                </a:path>
              </a:pathLst>
            </a:custGeom>
            <a:solidFill>
              <a:srgbClr val="FF7A17"/>
            </a:solidFill>
            <a:ln w="9525" cap="flat">
              <a:noFill/>
              <a:prstDash val="solid"/>
              <a:round/>
            </a:ln>
          </p:spPr>
          <p:txBody>
            <a:bodyPr/>
            <a:lstStyle/>
            <a:p>
              <a:endParaRPr lang="zh-CN" altLang="en-US" sz="2190"/>
            </a:p>
          </p:txBody>
        </p:sp>
        <p:sp>
          <p:nvSpPr>
            <p:cNvPr id="521" name="任意多边形: 形状 520"/>
            <p:cNvSpPr/>
            <p:nvPr/>
          </p:nvSpPr>
          <p:spPr>
            <a:xfrm>
              <a:off x="6201237" y="3321573"/>
              <a:ext cx="9524" cy="9523"/>
            </a:xfrm>
            <a:custGeom>
              <a:avLst/>
              <a:gdLst>
                <a:gd name="csX0" fmla="*/ 895 w 9524"/>
                <a:gd name="csY0" fmla="*/ 6227 h 9523"/>
                <a:gd name="csX1" fmla="*/ 9506 w 9524"/>
                <a:gd name="csY1" fmla="*/ 9494 h 9523"/>
                <a:gd name="csX2" fmla="*/ 6648 w 9524"/>
                <a:gd name="csY2" fmla="*/ 1102 h 9523"/>
                <a:gd name="csX3" fmla="*/ 1438 w 9524"/>
                <a:gd name="csY3" fmla="*/ 769 h 9523"/>
                <a:gd name="csX4" fmla="*/ 895 w 9524"/>
                <a:gd name="csY4" fmla="*/ 6227 h 9523"/>
              </a:gdLst>
              <a:ahLst/>
              <a:cxnLst>
                <a:cxn ang="0">
                  <a:pos x="csX0" y="csY0"/>
                </a:cxn>
                <a:cxn ang="0">
                  <a:pos x="csX1" y="csY1"/>
                </a:cxn>
                <a:cxn ang="0">
                  <a:pos x="csX2" y="csY2"/>
                </a:cxn>
                <a:cxn ang="0">
                  <a:pos x="csX3" y="csY3"/>
                </a:cxn>
                <a:cxn ang="0">
                  <a:pos x="csX4" y="csY4"/>
                </a:cxn>
              </a:cxnLst>
              <a:rect l="l" t="t" r="r" b="b"/>
              <a:pathLst>
                <a:path w="9524" h="9523">
                  <a:moveTo>
                    <a:pt x="895" y="6227"/>
                  </a:moveTo>
                  <a:lnTo>
                    <a:pt x="9506" y="9494"/>
                  </a:lnTo>
                  <a:lnTo>
                    <a:pt x="6648" y="1102"/>
                  </a:lnTo>
                  <a:cubicBezTo>
                    <a:pt x="5172" y="-269"/>
                    <a:pt x="2914" y="-412"/>
                    <a:pt x="1438" y="769"/>
                  </a:cubicBezTo>
                  <a:cubicBezTo>
                    <a:pt x="-238" y="2055"/>
                    <a:pt x="-534" y="4560"/>
                    <a:pt x="895" y="6227"/>
                  </a:cubicBezTo>
                  <a:close/>
                </a:path>
              </a:pathLst>
            </a:custGeom>
            <a:solidFill>
              <a:srgbClr val="FF7A17"/>
            </a:solidFill>
            <a:ln w="9525" cap="flat">
              <a:noFill/>
              <a:prstDash val="solid"/>
              <a:round/>
            </a:ln>
          </p:spPr>
          <p:txBody>
            <a:bodyPr/>
            <a:lstStyle/>
            <a:p>
              <a:endParaRPr lang="zh-CN" altLang="en-US" sz="2190"/>
            </a:p>
          </p:txBody>
        </p:sp>
        <p:sp>
          <p:nvSpPr>
            <p:cNvPr id="522" name="任意多边形: 形状 521"/>
            <p:cNvSpPr/>
            <p:nvPr/>
          </p:nvSpPr>
          <p:spPr>
            <a:xfrm>
              <a:off x="6191713" y="3312048"/>
              <a:ext cx="9522" cy="9522"/>
            </a:xfrm>
            <a:custGeom>
              <a:avLst/>
              <a:gdLst>
                <a:gd name="csX0" fmla="*/ 4475 w 9522"/>
                <a:gd name="csY0" fmla="*/ 9484 h 9522"/>
                <a:gd name="csX1" fmla="*/ -11 w 9522"/>
                <a:gd name="csY1" fmla="*/ 4464 h 9522"/>
                <a:gd name="csX2" fmla="*/ 5009 w 9522"/>
                <a:gd name="csY2" fmla="*/ -22 h 9522"/>
                <a:gd name="csX3" fmla="*/ 9496 w 9522"/>
                <a:gd name="csY3" fmla="*/ 4998 h 9522"/>
                <a:gd name="csX4" fmla="*/ 4475 w 9522"/>
                <a:gd name="csY4" fmla="*/ 9484 h 9522"/>
              </a:gdLst>
              <a:ahLst/>
              <a:cxnLst>
                <a:cxn ang="0">
                  <a:pos x="csX0" y="csY0"/>
                </a:cxn>
                <a:cxn ang="0">
                  <a:pos x="csX1" y="csY1"/>
                </a:cxn>
                <a:cxn ang="0">
                  <a:pos x="csX2" y="csY2"/>
                </a:cxn>
                <a:cxn ang="0">
                  <a:pos x="csX3" y="csY3"/>
                </a:cxn>
                <a:cxn ang="0">
                  <a:pos x="csX4" y="csY4"/>
                </a:cxn>
              </a:cxnLst>
              <a:rect l="l" t="t" r="r" b="b"/>
              <a:pathLst>
                <a:path w="9522" h="9522">
                  <a:moveTo>
                    <a:pt x="4475" y="9484"/>
                  </a:moveTo>
                  <a:cubicBezTo>
                    <a:pt x="1847" y="9341"/>
                    <a:pt x="-163" y="7093"/>
                    <a:pt x="-11" y="4464"/>
                  </a:cubicBezTo>
                  <a:cubicBezTo>
                    <a:pt x="132" y="1836"/>
                    <a:pt x="2380" y="-174"/>
                    <a:pt x="5009" y="-22"/>
                  </a:cubicBezTo>
                  <a:cubicBezTo>
                    <a:pt x="7638" y="121"/>
                    <a:pt x="9648" y="2369"/>
                    <a:pt x="9496" y="4998"/>
                  </a:cubicBezTo>
                  <a:cubicBezTo>
                    <a:pt x="9352" y="7627"/>
                    <a:pt x="7104" y="9637"/>
                    <a:pt x="4475" y="9484"/>
                  </a:cubicBezTo>
                  <a:close/>
                </a:path>
              </a:pathLst>
            </a:custGeom>
            <a:solidFill>
              <a:srgbClr val="FF9A15"/>
            </a:solidFill>
            <a:ln w="9525" cap="flat">
              <a:noFill/>
              <a:prstDash val="solid"/>
              <a:round/>
            </a:ln>
          </p:spPr>
          <p:txBody>
            <a:bodyPr/>
            <a:lstStyle/>
            <a:p>
              <a:endParaRPr lang="zh-CN" altLang="en-US" sz="2190"/>
            </a:p>
          </p:txBody>
        </p:sp>
        <p:sp>
          <p:nvSpPr>
            <p:cNvPr id="523" name="任意多边形: 形状 522"/>
            <p:cNvSpPr/>
            <p:nvPr/>
          </p:nvSpPr>
          <p:spPr>
            <a:xfrm>
              <a:off x="6201237" y="3312045"/>
              <a:ext cx="9525" cy="9526"/>
            </a:xfrm>
            <a:custGeom>
              <a:avLst/>
              <a:gdLst>
                <a:gd name="csX0" fmla="*/ 3220 w 9525"/>
                <a:gd name="csY0" fmla="*/ -29 h 9526"/>
                <a:gd name="csX1" fmla="*/ 9506 w 9525"/>
                <a:gd name="csY1" fmla="*/ 5515 h 9526"/>
                <a:gd name="csX2" fmla="*/ 2762 w 9525"/>
                <a:gd name="csY2" fmla="*/ 9496 h 9526"/>
                <a:gd name="csX3" fmla="*/ -19 w 9525"/>
                <a:gd name="csY3" fmla="*/ 4676 h 9526"/>
                <a:gd name="csX4" fmla="*/ 3220 w 9525"/>
                <a:gd name="csY4" fmla="*/ -29 h 9526"/>
              </a:gdLst>
              <a:ahLst/>
              <a:cxnLst>
                <a:cxn ang="0">
                  <a:pos x="csX0" y="csY0"/>
                </a:cxn>
                <a:cxn ang="0">
                  <a:pos x="csX1" y="csY1"/>
                </a:cxn>
                <a:cxn ang="0">
                  <a:pos x="csX2" y="csY2"/>
                </a:cxn>
                <a:cxn ang="0">
                  <a:pos x="csX3" y="csY3"/>
                </a:cxn>
                <a:cxn ang="0">
                  <a:pos x="csX4" y="csY4"/>
                </a:cxn>
              </a:cxnLst>
              <a:rect l="l" t="t" r="r" b="b"/>
              <a:pathLst>
                <a:path w="9525" h="9526">
                  <a:moveTo>
                    <a:pt x="3220" y="-29"/>
                  </a:moveTo>
                  <a:lnTo>
                    <a:pt x="9506" y="5515"/>
                  </a:lnTo>
                  <a:lnTo>
                    <a:pt x="2762" y="9496"/>
                  </a:lnTo>
                  <a:cubicBezTo>
                    <a:pt x="1133" y="9191"/>
                    <a:pt x="-19" y="7029"/>
                    <a:pt x="-19" y="4676"/>
                  </a:cubicBezTo>
                  <a:cubicBezTo>
                    <a:pt x="19" y="2086"/>
                    <a:pt x="1448" y="-86"/>
                    <a:pt x="3220" y="-29"/>
                  </a:cubicBezTo>
                  <a:close/>
                </a:path>
              </a:pathLst>
            </a:custGeom>
            <a:solidFill>
              <a:srgbClr val="FFE817"/>
            </a:solidFill>
            <a:ln w="9525" cap="flat">
              <a:noFill/>
              <a:prstDash val="solid"/>
              <a:round/>
            </a:ln>
          </p:spPr>
          <p:txBody>
            <a:bodyPr/>
            <a:lstStyle/>
            <a:p>
              <a:endParaRPr lang="zh-CN" altLang="en-US" sz="2190"/>
            </a:p>
          </p:txBody>
        </p:sp>
        <p:sp>
          <p:nvSpPr>
            <p:cNvPr id="524" name="任意多边形: 形状 523"/>
            <p:cNvSpPr/>
            <p:nvPr/>
          </p:nvSpPr>
          <p:spPr>
            <a:xfrm>
              <a:off x="6191712" y="3312047"/>
              <a:ext cx="9527" cy="9525"/>
            </a:xfrm>
            <a:custGeom>
              <a:avLst/>
              <a:gdLst>
                <a:gd name="csX0" fmla="*/ 6601 w 9527"/>
                <a:gd name="csY0" fmla="*/ -30 h 9525"/>
                <a:gd name="csX1" fmla="*/ -19 w 9527"/>
                <a:gd name="csY1" fmla="*/ 4428 h 9525"/>
                <a:gd name="csX2" fmla="*/ 6410 w 9527"/>
                <a:gd name="csY2" fmla="*/ 9495 h 9525"/>
                <a:gd name="csX3" fmla="*/ 9497 w 9527"/>
                <a:gd name="csY3" fmla="*/ 5275 h 9525"/>
                <a:gd name="csX4" fmla="*/ 6601 w 9527"/>
                <a:gd name="csY4" fmla="*/ -30 h 9525"/>
              </a:gdLst>
              <a:ahLst/>
              <a:cxnLst>
                <a:cxn ang="0">
                  <a:pos x="csX0" y="csY0"/>
                </a:cxn>
                <a:cxn ang="0">
                  <a:pos x="csX1" y="csY1"/>
                </a:cxn>
                <a:cxn ang="0">
                  <a:pos x="csX2" y="csY2"/>
                </a:cxn>
                <a:cxn ang="0">
                  <a:pos x="csX3" y="csY3"/>
                </a:cxn>
                <a:cxn ang="0">
                  <a:pos x="csX4" y="csY4"/>
                </a:cxn>
              </a:cxnLst>
              <a:rect l="l" t="t" r="r" b="b"/>
              <a:pathLst>
                <a:path w="9527" h="9525">
                  <a:moveTo>
                    <a:pt x="6601" y="-30"/>
                  </a:moveTo>
                  <a:lnTo>
                    <a:pt x="-19" y="4428"/>
                  </a:lnTo>
                  <a:lnTo>
                    <a:pt x="6410" y="9495"/>
                  </a:lnTo>
                  <a:cubicBezTo>
                    <a:pt x="8029" y="9495"/>
                    <a:pt x="9344" y="7628"/>
                    <a:pt x="9497" y="5275"/>
                  </a:cubicBezTo>
                  <a:cubicBezTo>
                    <a:pt x="9649" y="2742"/>
                    <a:pt x="8335" y="208"/>
                    <a:pt x="6601" y="-30"/>
                  </a:cubicBezTo>
                  <a:close/>
                </a:path>
              </a:pathLst>
            </a:custGeom>
            <a:solidFill>
              <a:srgbClr val="FFE817"/>
            </a:solidFill>
            <a:ln w="9525" cap="flat">
              <a:noFill/>
              <a:prstDash val="solid"/>
              <a:round/>
            </a:ln>
          </p:spPr>
          <p:txBody>
            <a:bodyPr/>
            <a:lstStyle/>
            <a:p>
              <a:endParaRPr lang="zh-CN" altLang="en-US" sz="2190"/>
            </a:p>
          </p:txBody>
        </p:sp>
        <p:sp>
          <p:nvSpPr>
            <p:cNvPr id="525" name="任意多边形: 形状 524"/>
            <p:cNvSpPr/>
            <p:nvPr/>
          </p:nvSpPr>
          <p:spPr>
            <a:xfrm>
              <a:off x="6201235" y="3312047"/>
              <a:ext cx="9526" cy="9525"/>
            </a:xfrm>
            <a:custGeom>
              <a:avLst/>
              <a:gdLst>
                <a:gd name="csX0" fmla="*/ -18 w 9526"/>
                <a:gd name="csY0" fmla="*/ 6257 h 9525"/>
                <a:gd name="csX1" fmla="*/ 5525 w 9526"/>
                <a:gd name="csY1" fmla="*/ -30 h 9525"/>
                <a:gd name="csX2" fmla="*/ 9507 w 9526"/>
                <a:gd name="csY2" fmla="*/ 6723 h 9525"/>
                <a:gd name="csX3" fmla="*/ 4688 w 9526"/>
                <a:gd name="csY3" fmla="*/ 9495 h 9525"/>
                <a:gd name="csX4" fmla="*/ -18 w 9526"/>
                <a:gd name="csY4" fmla="*/ 6257 h 9525"/>
              </a:gdLst>
              <a:ahLst/>
              <a:cxnLst>
                <a:cxn ang="0">
                  <a:pos x="csX0" y="csY0"/>
                </a:cxn>
                <a:cxn ang="0">
                  <a:pos x="csX1" y="csY1"/>
                </a:cxn>
                <a:cxn ang="0">
                  <a:pos x="csX2" y="csY2"/>
                </a:cxn>
                <a:cxn ang="0">
                  <a:pos x="csX3" y="csY3"/>
                </a:cxn>
                <a:cxn ang="0">
                  <a:pos x="csX4" y="csY4"/>
                </a:cxn>
              </a:cxnLst>
              <a:rect l="l" t="t" r="r" b="b"/>
              <a:pathLst>
                <a:path w="9526" h="9525">
                  <a:moveTo>
                    <a:pt x="-18" y="6257"/>
                  </a:moveTo>
                  <a:lnTo>
                    <a:pt x="5525" y="-30"/>
                  </a:lnTo>
                  <a:lnTo>
                    <a:pt x="9507" y="6723"/>
                  </a:lnTo>
                  <a:cubicBezTo>
                    <a:pt x="9202" y="8342"/>
                    <a:pt x="7040" y="9495"/>
                    <a:pt x="4688" y="9495"/>
                  </a:cubicBezTo>
                  <a:cubicBezTo>
                    <a:pt x="2097" y="9457"/>
                    <a:pt x="-75" y="7990"/>
                    <a:pt x="-18" y="6257"/>
                  </a:cubicBezTo>
                  <a:close/>
                </a:path>
              </a:pathLst>
            </a:custGeom>
            <a:solidFill>
              <a:srgbClr val="FFE817"/>
            </a:solidFill>
            <a:ln w="9525" cap="flat">
              <a:noFill/>
              <a:prstDash val="solid"/>
              <a:round/>
            </a:ln>
          </p:spPr>
          <p:txBody>
            <a:bodyPr/>
            <a:lstStyle/>
            <a:p>
              <a:endParaRPr lang="zh-CN" altLang="en-US" sz="2190"/>
            </a:p>
          </p:txBody>
        </p:sp>
        <p:sp>
          <p:nvSpPr>
            <p:cNvPr id="526" name="任意多边形: 形状 525"/>
            <p:cNvSpPr/>
            <p:nvPr/>
          </p:nvSpPr>
          <p:spPr>
            <a:xfrm>
              <a:off x="6201237" y="3321569"/>
              <a:ext cx="9525" cy="9527"/>
            </a:xfrm>
            <a:custGeom>
              <a:avLst/>
              <a:gdLst>
                <a:gd name="csX0" fmla="*/ -19 w 9525"/>
                <a:gd name="csY0" fmla="*/ 2878 h 9527"/>
                <a:gd name="csX1" fmla="*/ 4439 w 9525"/>
                <a:gd name="csY1" fmla="*/ 9498 h 9527"/>
                <a:gd name="csX2" fmla="*/ 9506 w 9525"/>
                <a:gd name="csY2" fmla="*/ 3069 h 9527"/>
                <a:gd name="csX3" fmla="*/ 5286 w 9525"/>
                <a:gd name="csY3" fmla="*/ -18 h 9527"/>
                <a:gd name="csX4" fmla="*/ -19 w 9525"/>
                <a:gd name="csY4" fmla="*/ 2878 h 9527"/>
              </a:gdLst>
              <a:ahLst/>
              <a:cxnLst>
                <a:cxn ang="0">
                  <a:pos x="csX0" y="csY0"/>
                </a:cxn>
                <a:cxn ang="0">
                  <a:pos x="csX1" y="csY1"/>
                </a:cxn>
                <a:cxn ang="0">
                  <a:pos x="csX2" y="csY2"/>
                </a:cxn>
                <a:cxn ang="0">
                  <a:pos x="csX3" y="csY3"/>
                </a:cxn>
                <a:cxn ang="0">
                  <a:pos x="csX4" y="csY4"/>
                </a:cxn>
              </a:cxnLst>
              <a:rect l="l" t="t" r="r" b="b"/>
              <a:pathLst>
                <a:path w="9525" h="9527">
                  <a:moveTo>
                    <a:pt x="-19" y="2878"/>
                  </a:moveTo>
                  <a:lnTo>
                    <a:pt x="4439" y="9498"/>
                  </a:lnTo>
                  <a:lnTo>
                    <a:pt x="9506" y="3069"/>
                  </a:lnTo>
                  <a:cubicBezTo>
                    <a:pt x="9506" y="1449"/>
                    <a:pt x="7639" y="135"/>
                    <a:pt x="5286" y="-18"/>
                  </a:cubicBezTo>
                  <a:cubicBezTo>
                    <a:pt x="2695" y="-170"/>
                    <a:pt x="162" y="1106"/>
                    <a:pt x="-19" y="2878"/>
                  </a:cubicBezTo>
                  <a:close/>
                </a:path>
              </a:pathLst>
            </a:custGeom>
            <a:solidFill>
              <a:srgbClr val="FFE817"/>
            </a:solidFill>
            <a:ln w="9525" cap="flat">
              <a:noFill/>
              <a:prstDash val="solid"/>
              <a:round/>
            </a:ln>
          </p:spPr>
          <p:txBody>
            <a:bodyPr/>
            <a:lstStyle/>
            <a:p>
              <a:endParaRPr lang="zh-CN" altLang="en-US" sz="2190"/>
            </a:p>
          </p:txBody>
        </p:sp>
        <p:sp>
          <p:nvSpPr>
            <p:cNvPr id="527" name="任意多边形: 形状 526"/>
            <p:cNvSpPr/>
            <p:nvPr/>
          </p:nvSpPr>
          <p:spPr>
            <a:xfrm>
              <a:off x="6201236" y="3245372"/>
              <a:ext cx="9525" cy="9526"/>
            </a:xfrm>
            <a:custGeom>
              <a:avLst/>
              <a:gdLst>
                <a:gd name="csX0" fmla="*/ 6402 w 9525"/>
                <a:gd name="csY0" fmla="*/ 8438 h 9526"/>
                <a:gd name="csX1" fmla="*/ 992 w 9525"/>
                <a:gd name="csY1" fmla="*/ 8190 h 9526"/>
                <a:gd name="csX2" fmla="*/ 1220 w 9525"/>
                <a:gd name="csY2" fmla="*/ 2504 h 9526"/>
                <a:gd name="csX3" fmla="*/ 9507 w 9525"/>
                <a:gd name="csY3" fmla="*/ -30 h 9526"/>
                <a:gd name="csX4" fmla="*/ 6402 w 9525"/>
                <a:gd name="csY4" fmla="*/ 8438 h 9526"/>
              </a:gdLst>
              <a:ahLst/>
              <a:cxnLst>
                <a:cxn ang="0">
                  <a:pos x="csX0" y="csY0"/>
                </a:cxn>
                <a:cxn ang="0">
                  <a:pos x="csX1" y="csY1"/>
                </a:cxn>
                <a:cxn ang="0">
                  <a:pos x="csX2" y="csY2"/>
                </a:cxn>
                <a:cxn ang="0">
                  <a:pos x="csX3" y="csY3"/>
                </a:cxn>
                <a:cxn ang="0">
                  <a:pos x="csX4" y="csY4"/>
                </a:cxn>
              </a:cxnLst>
              <a:rect l="l" t="t" r="r" b="b"/>
              <a:pathLst>
                <a:path w="9525" h="9526">
                  <a:moveTo>
                    <a:pt x="6402" y="8438"/>
                  </a:moveTo>
                  <a:cubicBezTo>
                    <a:pt x="4849" y="9933"/>
                    <a:pt x="2420" y="9838"/>
                    <a:pt x="992" y="8190"/>
                  </a:cubicBezTo>
                  <a:cubicBezTo>
                    <a:pt x="-437" y="6561"/>
                    <a:pt x="-342" y="4009"/>
                    <a:pt x="1220" y="2504"/>
                  </a:cubicBezTo>
                  <a:cubicBezTo>
                    <a:pt x="2773" y="999"/>
                    <a:pt x="9507" y="-30"/>
                    <a:pt x="9507" y="-30"/>
                  </a:cubicBezTo>
                  <a:cubicBezTo>
                    <a:pt x="9507" y="-30"/>
                    <a:pt x="7954" y="6933"/>
                    <a:pt x="6402" y="8438"/>
                  </a:cubicBezTo>
                  <a:close/>
                </a:path>
              </a:pathLst>
            </a:custGeom>
            <a:solidFill>
              <a:srgbClr val="FF9A15"/>
            </a:solidFill>
            <a:ln w="9525" cap="flat">
              <a:noFill/>
              <a:prstDash val="solid"/>
              <a:round/>
            </a:ln>
          </p:spPr>
          <p:txBody>
            <a:bodyPr/>
            <a:lstStyle/>
            <a:p>
              <a:endParaRPr lang="zh-CN" altLang="en-US" sz="2190"/>
            </a:p>
          </p:txBody>
        </p:sp>
        <p:sp>
          <p:nvSpPr>
            <p:cNvPr id="528" name="任意多边形: 形状 527"/>
            <p:cNvSpPr/>
            <p:nvPr/>
          </p:nvSpPr>
          <p:spPr>
            <a:xfrm>
              <a:off x="6258383" y="3235847"/>
              <a:ext cx="19053" cy="9526"/>
            </a:xfrm>
            <a:custGeom>
              <a:avLst/>
              <a:gdLst>
                <a:gd name="csX0" fmla="*/ 12814 w 19053"/>
                <a:gd name="csY0" fmla="*/ 8438 h 9526"/>
                <a:gd name="csX1" fmla="*/ 1994 w 19053"/>
                <a:gd name="csY1" fmla="*/ 8190 h 9526"/>
                <a:gd name="csX2" fmla="*/ 2461 w 19053"/>
                <a:gd name="csY2" fmla="*/ 2504 h 9526"/>
                <a:gd name="csX3" fmla="*/ 19034 w 19053"/>
                <a:gd name="csY3" fmla="*/ -30 h 9526"/>
                <a:gd name="csX4" fmla="*/ 12814 w 19053"/>
                <a:gd name="csY4" fmla="*/ 8438 h 9526"/>
              </a:gdLst>
              <a:ahLst/>
              <a:cxnLst>
                <a:cxn ang="0">
                  <a:pos x="csX0" y="csY0"/>
                </a:cxn>
                <a:cxn ang="0">
                  <a:pos x="csX1" y="csY1"/>
                </a:cxn>
                <a:cxn ang="0">
                  <a:pos x="csX2" y="csY2"/>
                </a:cxn>
                <a:cxn ang="0">
                  <a:pos x="csX3" y="csY3"/>
                </a:cxn>
                <a:cxn ang="0">
                  <a:pos x="csX4" y="csY4"/>
                </a:cxn>
              </a:cxnLst>
              <a:rect l="l" t="t" r="r" b="b"/>
              <a:pathLst>
                <a:path w="19053" h="9526">
                  <a:moveTo>
                    <a:pt x="12814" y="8438"/>
                  </a:moveTo>
                  <a:cubicBezTo>
                    <a:pt x="9709" y="9933"/>
                    <a:pt x="4861" y="9838"/>
                    <a:pt x="1994" y="8190"/>
                  </a:cubicBezTo>
                  <a:cubicBezTo>
                    <a:pt x="-854" y="6561"/>
                    <a:pt x="-663" y="4009"/>
                    <a:pt x="2461" y="2504"/>
                  </a:cubicBezTo>
                  <a:cubicBezTo>
                    <a:pt x="5575" y="999"/>
                    <a:pt x="19034" y="-30"/>
                    <a:pt x="19034" y="-30"/>
                  </a:cubicBezTo>
                  <a:cubicBezTo>
                    <a:pt x="19034" y="-30"/>
                    <a:pt x="15929" y="6942"/>
                    <a:pt x="12814" y="8438"/>
                  </a:cubicBezTo>
                  <a:close/>
                </a:path>
              </a:pathLst>
            </a:custGeom>
            <a:solidFill>
              <a:srgbClr val="FF9A15"/>
            </a:solidFill>
            <a:ln w="9525" cap="flat">
              <a:noFill/>
              <a:prstDash val="solid"/>
              <a:round/>
            </a:ln>
          </p:spPr>
          <p:txBody>
            <a:bodyPr/>
            <a:lstStyle/>
            <a:p>
              <a:endParaRPr lang="zh-CN" altLang="en-US" sz="2190"/>
            </a:p>
          </p:txBody>
        </p:sp>
        <p:sp>
          <p:nvSpPr>
            <p:cNvPr id="529" name="任意多边形: 形状 528"/>
            <p:cNvSpPr/>
            <p:nvPr/>
          </p:nvSpPr>
          <p:spPr>
            <a:xfrm>
              <a:off x="6296486" y="3235847"/>
              <a:ext cx="19050" cy="19050"/>
            </a:xfrm>
            <a:custGeom>
              <a:avLst/>
              <a:gdLst>
                <a:gd name="csX0" fmla="*/ 12811 w 19050"/>
                <a:gd name="csY0" fmla="*/ 16906 h 19050"/>
                <a:gd name="csX1" fmla="*/ 1991 w 19050"/>
                <a:gd name="csY1" fmla="*/ 16420 h 19050"/>
                <a:gd name="csX2" fmla="*/ 2458 w 19050"/>
                <a:gd name="csY2" fmla="*/ 5037 h 19050"/>
                <a:gd name="csX3" fmla="*/ 19031 w 19050"/>
                <a:gd name="csY3" fmla="*/ -30 h 19050"/>
                <a:gd name="csX4" fmla="*/ 12811 w 19050"/>
                <a:gd name="csY4" fmla="*/ 16906 h 19050"/>
              </a:gdLst>
              <a:ahLst/>
              <a:cxnLst>
                <a:cxn ang="0">
                  <a:pos x="csX0" y="csY0"/>
                </a:cxn>
                <a:cxn ang="0">
                  <a:pos x="csX1" y="csY1"/>
                </a:cxn>
                <a:cxn ang="0">
                  <a:pos x="csX2" y="csY2"/>
                </a:cxn>
                <a:cxn ang="0">
                  <a:pos x="csX3" y="csY3"/>
                </a:cxn>
                <a:cxn ang="0">
                  <a:pos x="csX4" y="csY4"/>
                </a:cxn>
              </a:cxnLst>
              <a:rect l="l" t="t" r="r" b="b"/>
              <a:pathLst>
                <a:path w="19050" h="19050">
                  <a:moveTo>
                    <a:pt x="12811" y="16906"/>
                  </a:moveTo>
                  <a:cubicBezTo>
                    <a:pt x="9697" y="19906"/>
                    <a:pt x="4848" y="19687"/>
                    <a:pt x="1991" y="16420"/>
                  </a:cubicBezTo>
                  <a:cubicBezTo>
                    <a:pt x="-866" y="13133"/>
                    <a:pt x="-647" y="8047"/>
                    <a:pt x="2458" y="5037"/>
                  </a:cubicBezTo>
                  <a:cubicBezTo>
                    <a:pt x="5572" y="2027"/>
                    <a:pt x="19031" y="-30"/>
                    <a:pt x="19031" y="-30"/>
                  </a:cubicBezTo>
                  <a:cubicBezTo>
                    <a:pt x="19031" y="-30"/>
                    <a:pt x="15926" y="13896"/>
                    <a:pt x="12811" y="16906"/>
                  </a:cubicBezTo>
                  <a:close/>
                </a:path>
              </a:pathLst>
            </a:custGeom>
            <a:solidFill>
              <a:srgbClr val="FF9A15"/>
            </a:solidFill>
            <a:ln w="9525" cap="flat">
              <a:noFill/>
              <a:prstDash val="solid"/>
              <a:round/>
            </a:ln>
          </p:spPr>
          <p:txBody>
            <a:bodyPr/>
            <a:lstStyle/>
            <a:p>
              <a:endParaRPr lang="zh-CN" altLang="en-US" sz="2190"/>
            </a:p>
          </p:txBody>
        </p:sp>
        <p:sp>
          <p:nvSpPr>
            <p:cNvPr id="530" name="任意多边形: 形状 529"/>
            <p:cNvSpPr/>
            <p:nvPr/>
          </p:nvSpPr>
          <p:spPr>
            <a:xfrm>
              <a:off x="6277436" y="3197747"/>
              <a:ext cx="19050" cy="19050"/>
            </a:xfrm>
            <a:custGeom>
              <a:avLst/>
              <a:gdLst>
                <a:gd name="csX0" fmla="*/ 12811 w 19050"/>
                <a:gd name="csY0" fmla="*/ 16906 h 19050"/>
                <a:gd name="csX1" fmla="*/ 1991 w 19050"/>
                <a:gd name="csY1" fmla="*/ 16420 h 19050"/>
                <a:gd name="csX2" fmla="*/ 2458 w 19050"/>
                <a:gd name="csY2" fmla="*/ 5037 h 19050"/>
                <a:gd name="csX3" fmla="*/ 19031 w 19050"/>
                <a:gd name="csY3" fmla="*/ -30 h 19050"/>
                <a:gd name="csX4" fmla="*/ 12811 w 19050"/>
                <a:gd name="csY4" fmla="*/ 16906 h 19050"/>
              </a:gdLst>
              <a:ahLst/>
              <a:cxnLst>
                <a:cxn ang="0">
                  <a:pos x="csX0" y="csY0"/>
                </a:cxn>
                <a:cxn ang="0">
                  <a:pos x="csX1" y="csY1"/>
                </a:cxn>
                <a:cxn ang="0">
                  <a:pos x="csX2" y="csY2"/>
                </a:cxn>
                <a:cxn ang="0">
                  <a:pos x="csX3" y="csY3"/>
                </a:cxn>
                <a:cxn ang="0">
                  <a:pos x="csX4" y="csY4"/>
                </a:cxn>
              </a:cxnLst>
              <a:rect l="l" t="t" r="r" b="b"/>
              <a:pathLst>
                <a:path w="19050" h="19050">
                  <a:moveTo>
                    <a:pt x="12811" y="16906"/>
                  </a:moveTo>
                  <a:cubicBezTo>
                    <a:pt x="9697" y="19906"/>
                    <a:pt x="4848" y="19687"/>
                    <a:pt x="1991" y="16420"/>
                  </a:cubicBezTo>
                  <a:cubicBezTo>
                    <a:pt x="-866" y="13133"/>
                    <a:pt x="-647" y="8047"/>
                    <a:pt x="2458" y="5037"/>
                  </a:cubicBezTo>
                  <a:cubicBezTo>
                    <a:pt x="5572" y="2027"/>
                    <a:pt x="19031" y="-30"/>
                    <a:pt x="19031" y="-30"/>
                  </a:cubicBezTo>
                  <a:cubicBezTo>
                    <a:pt x="19031" y="-30"/>
                    <a:pt x="15926" y="13896"/>
                    <a:pt x="12811" y="16906"/>
                  </a:cubicBezTo>
                  <a:close/>
                </a:path>
              </a:pathLst>
            </a:custGeom>
            <a:solidFill>
              <a:srgbClr val="FF9A15"/>
            </a:solidFill>
            <a:ln w="9525" cap="flat">
              <a:noFill/>
              <a:prstDash val="solid"/>
              <a:round/>
            </a:ln>
          </p:spPr>
          <p:txBody>
            <a:bodyPr/>
            <a:lstStyle/>
            <a:p>
              <a:endParaRPr lang="zh-CN" altLang="en-US" sz="2190"/>
            </a:p>
          </p:txBody>
        </p:sp>
        <p:sp>
          <p:nvSpPr>
            <p:cNvPr id="531" name="任意多边形: 形状 530"/>
            <p:cNvSpPr/>
            <p:nvPr/>
          </p:nvSpPr>
          <p:spPr>
            <a:xfrm>
              <a:off x="6239336" y="3283472"/>
              <a:ext cx="19050" cy="9526"/>
            </a:xfrm>
            <a:custGeom>
              <a:avLst/>
              <a:gdLst>
                <a:gd name="csX0" fmla="*/ 12821 w 19050"/>
                <a:gd name="csY0" fmla="*/ 8438 h 9526"/>
                <a:gd name="csX1" fmla="*/ 1991 w 19050"/>
                <a:gd name="csY1" fmla="*/ 8190 h 9526"/>
                <a:gd name="csX2" fmla="*/ 2458 w 19050"/>
                <a:gd name="csY2" fmla="*/ 2504 h 9526"/>
                <a:gd name="csX3" fmla="*/ 19031 w 19050"/>
                <a:gd name="csY3" fmla="*/ -30 h 9526"/>
                <a:gd name="csX4" fmla="*/ 12821 w 19050"/>
                <a:gd name="csY4" fmla="*/ 8438 h 9526"/>
              </a:gdLst>
              <a:ahLst/>
              <a:cxnLst>
                <a:cxn ang="0">
                  <a:pos x="csX0" y="csY0"/>
                </a:cxn>
                <a:cxn ang="0">
                  <a:pos x="csX1" y="csY1"/>
                </a:cxn>
                <a:cxn ang="0">
                  <a:pos x="csX2" y="csY2"/>
                </a:cxn>
                <a:cxn ang="0">
                  <a:pos x="csX3" y="csY3"/>
                </a:cxn>
                <a:cxn ang="0">
                  <a:pos x="csX4" y="csY4"/>
                </a:cxn>
              </a:cxnLst>
              <a:rect l="l" t="t" r="r" b="b"/>
              <a:pathLst>
                <a:path w="19050" h="9526">
                  <a:moveTo>
                    <a:pt x="12821" y="8438"/>
                  </a:moveTo>
                  <a:cubicBezTo>
                    <a:pt x="9697" y="9943"/>
                    <a:pt x="4858" y="9828"/>
                    <a:pt x="1991" y="8190"/>
                  </a:cubicBezTo>
                  <a:cubicBezTo>
                    <a:pt x="-866" y="6552"/>
                    <a:pt x="-647" y="4009"/>
                    <a:pt x="2458" y="2504"/>
                  </a:cubicBezTo>
                  <a:cubicBezTo>
                    <a:pt x="5572" y="999"/>
                    <a:pt x="19031" y="-30"/>
                    <a:pt x="19031" y="-30"/>
                  </a:cubicBezTo>
                  <a:cubicBezTo>
                    <a:pt x="19031" y="-30"/>
                    <a:pt x="15935" y="6933"/>
                    <a:pt x="12821" y="8438"/>
                  </a:cubicBezTo>
                  <a:close/>
                </a:path>
              </a:pathLst>
            </a:custGeom>
            <a:solidFill>
              <a:srgbClr val="FF9A15"/>
            </a:solidFill>
            <a:ln w="9525" cap="flat">
              <a:noFill/>
              <a:prstDash val="solid"/>
              <a:round/>
            </a:ln>
          </p:spPr>
          <p:txBody>
            <a:bodyPr/>
            <a:lstStyle/>
            <a:p>
              <a:endParaRPr lang="zh-CN" altLang="en-US" sz="2190"/>
            </a:p>
          </p:txBody>
        </p:sp>
        <p:sp>
          <p:nvSpPr>
            <p:cNvPr id="532" name="任意多边形: 形状 531"/>
            <p:cNvSpPr/>
            <p:nvPr/>
          </p:nvSpPr>
          <p:spPr>
            <a:xfrm>
              <a:off x="6239336" y="3235847"/>
              <a:ext cx="19050" cy="9526"/>
            </a:xfrm>
            <a:custGeom>
              <a:avLst/>
              <a:gdLst>
                <a:gd name="csX0" fmla="*/ 12811 w 19050"/>
                <a:gd name="csY0" fmla="*/ 8438 h 9526"/>
                <a:gd name="csX1" fmla="*/ 1991 w 19050"/>
                <a:gd name="csY1" fmla="*/ 8190 h 9526"/>
                <a:gd name="csX2" fmla="*/ 2458 w 19050"/>
                <a:gd name="csY2" fmla="*/ 2504 h 9526"/>
                <a:gd name="csX3" fmla="*/ 19031 w 19050"/>
                <a:gd name="csY3" fmla="*/ -30 h 9526"/>
                <a:gd name="csX4" fmla="*/ 12811 w 19050"/>
                <a:gd name="csY4" fmla="*/ 8438 h 9526"/>
              </a:gdLst>
              <a:ahLst/>
              <a:cxnLst>
                <a:cxn ang="0">
                  <a:pos x="csX0" y="csY0"/>
                </a:cxn>
                <a:cxn ang="0">
                  <a:pos x="csX1" y="csY1"/>
                </a:cxn>
                <a:cxn ang="0">
                  <a:pos x="csX2" y="csY2"/>
                </a:cxn>
                <a:cxn ang="0">
                  <a:pos x="csX3" y="csY3"/>
                </a:cxn>
                <a:cxn ang="0">
                  <a:pos x="csX4" y="csY4"/>
                </a:cxn>
              </a:cxnLst>
              <a:rect l="l" t="t" r="r" b="b"/>
              <a:pathLst>
                <a:path w="19050" h="9526">
                  <a:moveTo>
                    <a:pt x="12811" y="8438"/>
                  </a:moveTo>
                  <a:cubicBezTo>
                    <a:pt x="9697" y="9943"/>
                    <a:pt x="4848" y="9828"/>
                    <a:pt x="1991" y="8190"/>
                  </a:cubicBezTo>
                  <a:cubicBezTo>
                    <a:pt x="-866" y="6552"/>
                    <a:pt x="-647" y="4009"/>
                    <a:pt x="2458" y="2504"/>
                  </a:cubicBezTo>
                  <a:cubicBezTo>
                    <a:pt x="5572" y="999"/>
                    <a:pt x="19031" y="-30"/>
                    <a:pt x="19031" y="-30"/>
                  </a:cubicBezTo>
                  <a:cubicBezTo>
                    <a:pt x="19031" y="-30"/>
                    <a:pt x="15926" y="6933"/>
                    <a:pt x="12811" y="8438"/>
                  </a:cubicBezTo>
                  <a:close/>
                </a:path>
              </a:pathLst>
            </a:custGeom>
            <a:solidFill>
              <a:srgbClr val="FF9A15"/>
            </a:solidFill>
            <a:ln w="9525" cap="flat">
              <a:noFill/>
              <a:prstDash val="solid"/>
              <a:round/>
            </a:ln>
          </p:spPr>
          <p:txBody>
            <a:bodyPr/>
            <a:lstStyle/>
            <a:p>
              <a:endParaRPr lang="zh-CN" altLang="en-US" sz="2190"/>
            </a:p>
          </p:txBody>
        </p:sp>
        <p:sp>
          <p:nvSpPr>
            <p:cNvPr id="533" name="任意多边形: 形状 532"/>
            <p:cNvSpPr/>
            <p:nvPr/>
          </p:nvSpPr>
          <p:spPr>
            <a:xfrm>
              <a:off x="2781762" y="1245120"/>
              <a:ext cx="238127" cy="114306"/>
            </a:xfrm>
            <a:custGeom>
              <a:avLst/>
              <a:gdLst>
                <a:gd name="csX0" fmla="*/ 8106 w 238127"/>
                <a:gd name="csY0" fmla="*/ 67256 h 114306"/>
                <a:gd name="csX1" fmla="*/ 210512 w 238127"/>
                <a:gd name="csY1" fmla="*/ 67256 h 114306"/>
                <a:gd name="csX2" fmla="*/ 186433 w 238127"/>
                <a:gd name="csY2" fmla="*/ 97212 h 114306"/>
                <a:gd name="csX3" fmla="*/ 186433 w 238127"/>
                <a:gd name="csY3" fmla="*/ 111347 h 114306"/>
                <a:gd name="csX4" fmla="*/ 197806 w 238127"/>
                <a:gd name="csY4" fmla="*/ 111347 h 114306"/>
                <a:gd name="csX5" fmla="*/ 235667 w 238127"/>
                <a:gd name="csY5" fmla="*/ 64227 h 114306"/>
                <a:gd name="csX6" fmla="*/ 235944 w 238127"/>
                <a:gd name="csY6" fmla="*/ 50426 h 114306"/>
                <a:gd name="csX7" fmla="*/ 235667 w 238127"/>
                <a:gd name="csY7" fmla="*/ 50092 h 114306"/>
                <a:gd name="csX8" fmla="*/ 197796 w 238127"/>
                <a:gd name="csY8" fmla="*/ 3001 h 114306"/>
                <a:gd name="csX9" fmla="*/ 186700 w 238127"/>
                <a:gd name="csY9" fmla="*/ 2667 h 114306"/>
                <a:gd name="csX10" fmla="*/ 186423 w 238127"/>
                <a:gd name="csY10" fmla="*/ 3001 h 114306"/>
                <a:gd name="csX11" fmla="*/ 186157 w 238127"/>
                <a:gd name="csY11" fmla="*/ 16802 h 114306"/>
                <a:gd name="csX12" fmla="*/ 186423 w 238127"/>
                <a:gd name="csY12" fmla="*/ 17136 h 114306"/>
                <a:gd name="csX13" fmla="*/ 210512 w 238127"/>
                <a:gd name="csY13" fmla="*/ 47073 h 114306"/>
                <a:gd name="csX14" fmla="*/ 8106 w 238127"/>
                <a:gd name="csY14" fmla="*/ 47073 h 114306"/>
                <a:gd name="csX15" fmla="*/ -19 w 238127"/>
                <a:gd name="csY15" fmla="*/ 57169 h 114306"/>
                <a:gd name="csX16" fmla="*/ 8106 w 238127"/>
                <a:gd name="csY16" fmla="*/ 67266 h 1143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38127" h="114306">
                  <a:moveTo>
                    <a:pt x="8106" y="67256"/>
                  </a:moveTo>
                  <a:lnTo>
                    <a:pt x="210512" y="67256"/>
                  </a:lnTo>
                  <a:lnTo>
                    <a:pt x="186433" y="97212"/>
                  </a:lnTo>
                  <a:cubicBezTo>
                    <a:pt x="183290" y="101108"/>
                    <a:pt x="183290" y="107442"/>
                    <a:pt x="186433" y="111347"/>
                  </a:cubicBezTo>
                  <a:cubicBezTo>
                    <a:pt x="189567" y="115253"/>
                    <a:pt x="194662" y="115253"/>
                    <a:pt x="197806" y="111347"/>
                  </a:cubicBezTo>
                  <a:lnTo>
                    <a:pt x="235667" y="64227"/>
                  </a:lnTo>
                  <a:cubicBezTo>
                    <a:pt x="238811" y="60503"/>
                    <a:pt x="238935" y="54331"/>
                    <a:pt x="235944" y="50426"/>
                  </a:cubicBezTo>
                  <a:cubicBezTo>
                    <a:pt x="235849" y="50311"/>
                    <a:pt x="235763" y="50197"/>
                    <a:pt x="235667" y="50092"/>
                  </a:cubicBezTo>
                  <a:lnTo>
                    <a:pt x="197796" y="3001"/>
                  </a:lnTo>
                  <a:cubicBezTo>
                    <a:pt x="194805" y="-905"/>
                    <a:pt x="189833" y="-1057"/>
                    <a:pt x="186700" y="2667"/>
                  </a:cubicBezTo>
                  <a:cubicBezTo>
                    <a:pt x="186604" y="2772"/>
                    <a:pt x="186509" y="2886"/>
                    <a:pt x="186423" y="3001"/>
                  </a:cubicBezTo>
                  <a:cubicBezTo>
                    <a:pt x="183280" y="6715"/>
                    <a:pt x="183166" y="12897"/>
                    <a:pt x="186157" y="16802"/>
                  </a:cubicBezTo>
                  <a:cubicBezTo>
                    <a:pt x="186242" y="16917"/>
                    <a:pt x="186328" y="17031"/>
                    <a:pt x="186423" y="17136"/>
                  </a:cubicBezTo>
                  <a:lnTo>
                    <a:pt x="210512" y="47073"/>
                  </a:lnTo>
                  <a:lnTo>
                    <a:pt x="8106" y="47073"/>
                  </a:lnTo>
                  <a:cubicBezTo>
                    <a:pt x="3619" y="47073"/>
                    <a:pt x="-19" y="51597"/>
                    <a:pt x="-19" y="57169"/>
                  </a:cubicBezTo>
                  <a:cubicBezTo>
                    <a:pt x="-19" y="62751"/>
                    <a:pt x="3619" y="67266"/>
                    <a:pt x="8106" y="67266"/>
                  </a:cubicBezTo>
                  <a:close/>
                </a:path>
              </a:pathLst>
            </a:custGeom>
            <a:solidFill>
              <a:srgbClr val="171717"/>
            </a:solidFill>
            <a:ln w="9525" cap="flat">
              <a:noFill/>
              <a:prstDash val="solid"/>
              <a:round/>
            </a:ln>
          </p:spPr>
          <p:txBody>
            <a:bodyPr/>
            <a:lstStyle/>
            <a:p>
              <a:endParaRPr lang="zh-CN" altLang="en-US" sz="2190"/>
            </a:p>
          </p:txBody>
        </p:sp>
        <p:sp>
          <p:nvSpPr>
            <p:cNvPr id="534" name="任意多边形: 形状 533"/>
            <p:cNvSpPr/>
            <p:nvPr/>
          </p:nvSpPr>
          <p:spPr>
            <a:xfrm>
              <a:off x="1660126" y="1407766"/>
              <a:ext cx="197815" cy="165580"/>
            </a:xfrm>
            <a:custGeom>
              <a:avLst/>
              <a:gdLst>
                <a:gd name="csX0" fmla="*/ 15012 w 197815"/>
                <a:gd name="csY0" fmla="*/ 164329 h 165580"/>
                <a:gd name="csX1" fmla="*/ 179204 w 197815"/>
                <a:gd name="csY1" fmla="*/ 47352 h 165580"/>
                <a:gd name="csX2" fmla="*/ 177699 w 197815"/>
                <a:gd name="csY2" fmla="*/ 86586 h 165580"/>
                <a:gd name="csX3" fmla="*/ 186205 w 197815"/>
                <a:gd name="csY3" fmla="*/ 98530 h 165580"/>
                <a:gd name="csX4" fmla="*/ 195434 w 197815"/>
                <a:gd name="csY4" fmla="*/ 91958 h 165580"/>
                <a:gd name="csX5" fmla="*/ 197777 w 197815"/>
                <a:gd name="csY5" fmla="*/ 30255 h 165580"/>
                <a:gd name="csX6" fmla="*/ 189691 w 197815"/>
                <a:gd name="csY6" fmla="*/ 18444 h 165580"/>
                <a:gd name="csX7" fmla="*/ 189272 w 197815"/>
                <a:gd name="csY7" fmla="*/ 18310 h 165580"/>
                <a:gd name="csX8" fmla="*/ 130207 w 197815"/>
                <a:gd name="csY8" fmla="*/ 413 h 165580"/>
                <a:gd name="csX9" fmla="*/ 120996 w 197815"/>
                <a:gd name="csY9" fmla="*/ 6547 h 165580"/>
                <a:gd name="csX10" fmla="*/ 120977 w 197815"/>
                <a:gd name="csY10" fmla="*/ 6985 h 165580"/>
                <a:gd name="csX11" fmla="*/ 129064 w 197815"/>
                <a:gd name="csY11" fmla="*/ 18806 h 165580"/>
                <a:gd name="csX12" fmla="*/ 129493 w 197815"/>
                <a:gd name="csY12" fmla="*/ 18929 h 165580"/>
                <a:gd name="csX13" fmla="*/ 167050 w 197815"/>
                <a:gd name="csY13" fmla="*/ 30312 h 165580"/>
                <a:gd name="csX14" fmla="*/ 2867 w 197815"/>
                <a:gd name="csY14" fmla="*/ 147279 h 165580"/>
                <a:gd name="csX15" fmla="*/ 2353 w 197815"/>
                <a:gd name="csY15" fmla="*/ 160509 h 165580"/>
                <a:gd name="csX16" fmla="*/ 15021 w 197815"/>
                <a:gd name="csY16" fmla="*/ 164338 h 1655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97815" h="165580">
                  <a:moveTo>
                    <a:pt x="15012" y="164329"/>
                  </a:moveTo>
                  <a:lnTo>
                    <a:pt x="179204" y="47352"/>
                  </a:lnTo>
                  <a:lnTo>
                    <a:pt x="177699" y="86586"/>
                  </a:lnTo>
                  <a:cubicBezTo>
                    <a:pt x="177499" y="91700"/>
                    <a:pt x="181309" y="97044"/>
                    <a:pt x="186205" y="98530"/>
                  </a:cubicBezTo>
                  <a:cubicBezTo>
                    <a:pt x="191100" y="100016"/>
                    <a:pt x="195234" y="97073"/>
                    <a:pt x="195434" y="91958"/>
                  </a:cubicBezTo>
                  <a:lnTo>
                    <a:pt x="197777" y="30255"/>
                  </a:lnTo>
                  <a:cubicBezTo>
                    <a:pt x="198092" y="25302"/>
                    <a:pt x="194472" y="20015"/>
                    <a:pt x="189691" y="18444"/>
                  </a:cubicBezTo>
                  <a:cubicBezTo>
                    <a:pt x="189557" y="18396"/>
                    <a:pt x="189414" y="18349"/>
                    <a:pt x="189272" y="18310"/>
                  </a:cubicBezTo>
                  <a:lnTo>
                    <a:pt x="130207" y="413"/>
                  </a:lnTo>
                  <a:cubicBezTo>
                    <a:pt x="125425" y="-1159"/>
                    <a:pt x="121311" y="1584"/>
                    <a:pt x="120996" y="6547"/>
                  </a:cubicBezTo>
                  <a:cubicBezTo>
                    <a:pt x="120987" y="6690"/>
                    <a:pt x="120987" y="6833"/>
                    <a:pt x="120977" y="6985"/>
                  </a:cubicBezTo>
                  <a:cubicBezTo>
                    <a:pt x="120673" y="11938"/>
                    <a:pt x="124292" y="17234"/>
                    <a:pt x="129064" y="18806"/>
                  </a:cubicBezTo>
                  <a:cubicBezTo>
                    <a:pt x="129207" y="18844"/>
                    <a:pt x="129350" y="18891"/>
                    <a:pt x="129493" y="18929"/>
                  </a:cubicBezTo>
                  <a:lnTo>
                    <a:pt x="167050" y="30312"/>
                  </a:lnTo>
                  <a:lnTo>
                    <a:pt x="2867" y="147279"/>
                  </a:lnTo>
                  <a:cubicBezTo>
                    <a:pt x="-771" y="149870"/>
                    <a:pt x="-1000" y="155794"/>
                    <a:pt x="2353" y="160509"/>
                  </a:cubicBezTo>
                  <a:cubicBezTo>
                    <a:pt x="5715" y="165214"/>
                    <a:pt x="11383" y="166938"/>
                    <a:pt x="15021" y="164338"/>
                  </a:cubicBezTo>
                  <a:close/>
                </a:path>
              </a:pathLst>
            </a:custGeom>
            <a:solidFill>
              <a:srgbClr val="171717"/>
            </a:solidFill>
            <a:ln w="9525" cap="flat">
              <a:noFill/>
              <a:prstDash val="solid"/>
              <a:round/>
            </a:ln>
          </p:spPr>
          <p:txBody>
            <a:bodyPr/>
            <a:lstStyle/>
            <a:p>
              <a:endParaRPr lang="zh-CN" altLang="en-US" sz="2190"/>
            </a:p>
          </p:txBody>
        </p:sp>
        <p:sp>
          <p:nvSpPr>
            <p:cNvPr id="535" name="任意多边形: 形状 534"/>
            <p:cNvSpPr/>
            <p:nvPr/>
          </p:nvSpPr>
          <p:spPr>
            <a:xfrm>
              <a:off x="1172037" y="1311797"/>
              <a:ext cx="123824" cy="238127"/>
            </a:xfrm>
            <a:custGeom>
              <a:avLst/>
              <a:gdLst>
                <a:gd name="csX0" fmla="*/ 50921 w 123824"/>
                <a:gd name="csY0" fmla="*/ 8095 h 238127"/>
                <a:gd name="csX1" fmla="*/ 50921 w 123824"/>
                <a:gd name="csY1" fmla="*/ 210501 h 238127"/>
                <a:gd name="csX2" fmla="*/ 18469 w 123824"/>
                <a:gd name="csY2" fmla="*/ 186422 h 238127"/>
                <a:gd name="csX3" fmla="*/ 3153 w 123824"/>
                <a:gd name="csY3" fmla="*/ 186422 h 238127"/>
                <a:gd name="csX4" fmla="*/ 3153 w 123824"/>
                <a:gd name="csY4" fmla="*/ 197795 h 238127"/>
                <a:gd name="csX5" fmla="*/ 54197 w 123824"/>
                <a:gd name="csY5" fmla="*/ 235657 h 238127"/>
                <a:gd name="csX6" fmla="*/ 69152 w 123824"/>
                <a:gd name="csY6" fmla="*/ 235933 h 238127"/>
                <a:gd name="csX7" fmla="*/ 69514 w 123824"/>
                <a:gd name="csY7" fmla="*/ 235657 h 238127"/>
                <a:gd name="csX8" fmla="*/ 120520 w 123824"/>
                <a:gd name="csY8" fmla="*/ 197785 h 238127"/>
                <a:gd name="csX9" fmla="*/ 120891 w 123824"/>
                <a:gd name="csY9" fmla="*/ 186689 h 238127"/>
                <a:gd name="csX10" fmla="*/ 120520 w 123824"/>
                <a:gd name="csY10" fmla="*/ 186412 h 238127"/>
                <a:gd name="csX11" fmla="*/ 105575 w 123824"/>
                <a:gd name="csY11" fmla="*/ 186146 h 238127"/>
                <a:gd name="csX12" fmla="*/ 105213 w 123824"/>
                <a:gd name="csY12" fmla="*/ 186412 h 238127"/>
                <a:gd name="csX13" fmla="*/ 72781 w 123824"/>
                <a:gd name="csY13" fmla="*/ 210501 h 238127"/>
                <a:gd name="csX14" fmla="*/ 72781 w 123824"/>
                <a:gd name="csY14" fmla="*/ 8095 h 238127"/>
                <a:gd name="csX15" fmla="*/ 61836 w 123824"/>
                <a:gd name="csY15" fmla="*/ -30 h 238127"/>
                <a:gd name="csX16" fmla="*/ 50902 w 123824"/>
                <a:gd name="csY16" fmla="*/ 8095 h 238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23824" h="238127">
                  <a:moveTo>
                    <a:pt x="50921" y="8095"/>
                  </a:moveTo>
                  <a:lnTo>
                    <a:pt x="50921" y="210501"/>
                  </a:lnTo>
                  <a:lnTo>
                    <a:pt x="18469" y="186422"/>
                  </a:lnTo>
                  <a:cubicBezTo>
                    <a:pt x="14240" y="183279"/>
                    <a:pt x="7382" y="183279"/>
                    <a:pt x="3153" y="186422"/>
                  </a:cubicBezTo>
                  <a:cubicBezTo>
                    <a:pt x="-1076" y="189556"/>
                    <a:pt x="-1076" y="194651"/>
                    <a:pt x="3153" y="197795"/>
                  </a:cubicBezTo>
                  <a:lnTo>
                    <a:pt x="54197" y="235657"/>
                  </a:lnTo>
                  <a:cubicBezTo>
                    <a:pt x="58226" y="238800"/>
                    <a:pt x="64922" y="238924"/>
                    <a:pt x="69152" y="235933"/>
                  </a:cubicBezTo>
                  <a:cubicBezTo>
                    <a:pt x="69275" y="235838"/>
                    <a:pt x="69399" y="235752"/>
                    <a:pt x="69514" y="235657"/>
                  </a:cubicBezTo>
                  <a:lnTo>
                    <a:pt x="120520" y="197785"/>
                  </a:lnTo>
                  <a:cubicBezTo>
                    <a:pt x="124749" y="194794"/>
                    <a:pt x="124920" y="189822"/>
                    <a:pt x="120891" y="186689"/>
                  </a:cubicBezTo>
                  <a:cubicBezTo>
                    <a:pt x="120768" y="186593"/>
                    <a:pt x="120653" y="186498"/>
                    <a:pt x="120520" y="186412"/>
                  </a:cubicBezTo>
                  <a:cubicBezTo>
                    <a:pt x="116500" y="183279"/>
                    <a:pt x="109804" y="183155"/>
                    <a:pt x="105575" y="186146"/>
                  </a:cubicBezTo>
                  <a:cubicBezTo>
                    <a:pt x="105451" y="186231"/>
                    <a:pt x="105327" y="186327"/>
                    <a:pt x="105213" y="186412"/>
                  </a:cubicBezTo>
                  <a:lnTo>
                    <a:pt x="72781" y="210501"/>
                  </a:lnTo>
                  <a:lnTo>
                    <a:pt x="72781" y="8095"/>
                  </a:lnTo>
                  <a:cubicBezTo>
                    <a:pt x="72781" y="3609"/>
                    <a:pt x="67885" y="-30"/>
                    <a:pt x="61836" y="-30"/>
                  </a:cubicBezTo>
                  <a:cubicBezTo>
                    <a:pt x="55798" y="-30"/>
                    <a:pt x="50902" y="3609"/>
                    <a:pt x="50902" y="8095"/>
                  </a:cubicBezTo>
                  <a:close/>
                </a:path>
              </a:pathLst>
            </a:custGeom>
            <a:solidFill>
              <a:srgbClr val="171717"/>
            </a:solidFill>
            <a:ln w="9525" cap="flat">
              <a:noFill/>
              <a:prstDash val="solid"/>
              <a:round/>
            </a:ln>
          </p:spPr>
          <p:txBody>
            <a:bodyPr/>
            <a:lstStyle/>
            <a:p>
              <a:endParaRPr lang="zh-CN" altLang="en-US" sz="2190"/>
            </a:p>
          </p:txBody>
        </p:sp>
        <p:sp>
          <p:nvSpPr>
            <p:cNvPr id="536" name="任意多边形: 形状 535"/>
            <p:cNvSpPr/>
            <p:nvPr/>
          </p:nvSpPr>
          <p:spPr>
            <a:xfrm>
              <a:off x="786275" y="1621359"/>
              <a:ext cx="276225" cy="57150"/>
            </a:xfrm>
            <a:custGeom>
              <a:avLst/>
              <a:gdLst>
                <a:gd name="csX0" fmla="*/ -19 w 276225"/>
                <a:gd name="csY0" fmla="*/ 55406 h 57150"/>
                <a:gd name="csX1" fmla="*/ -19 w 276225"/>
                <a:gd name="csY1" fmla="*/ 53701 h 57150"/>
                <a:gd name="csX2" fmla="*/ -19 w 276225"/>
                <a:gd name="csY2" fmla="*/ 2704 h 57150"/>
                <a:gd name="csX3" fmla="*/ -19 w 276225"/>
                <a:gd name="csY3" fmla="*/ 656 h 57150"/>
                <a:gd name="csX4" fmla="*/ 275505 w 276225"/>
                <a:gd name="csY4" fmla="*/ -30 h 57150"/>
                <a:gd name="csX5" fmla="*/ 275856 w 276225"/>
                <a:gd name="csY5" fmla="*/ 656 h 57150"/>
                <a:gd name="csX6" fmla="*/ 276207 w 276225"/>
                <a:gd name="csY6" fmla="*/ 54386 h 57150"/>
                <a:gd name="csX7" fmla="*/ 275856 w 276225"/>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57150">
                  <a:moveTo>
                    <a:pt x="-19" y="55406"/>
                  </a:moveTo>
                  <a:lnTo>
                    <a:pt x="-19" y="53701"/>
                  </a:lnTo>
                  <a:lnTo>
                    <a:pt x="-19" y="2704"/>
                  </a:lnTo>
                  <a:lnTo>
                    <a:pt x="-19" y="656"/>
                  </a:lnTo>
                  <a:moveTo>
                    <a:pt x="275505" y="-30"/>
                  </a:moveTo>
                  <a:cubicBezTo>
                    <a:pt x="275856" y="-30"/>
                    <a:pt x="275856" y="313"/>
                    <a:pt x="275856" y="656"/>
                  </a:cubicBezTo>
                  <a:lnTo>
                    <a:pt x="276207" y="54386"/>
                  </a:lnTo>
                  <a:lnTo>
                    <a:pt x="275856" y="57120"/>
                  </a:lnTo>
                </a:path>
              </a:pathLst>
            </a:custGeom>
            <a:noFill/>
            <a:ln w="6477" cap="flat">
              <a:solidFill>
                <a:srgbClr val="040000"/>
              </a:solidFill>
              <a:prstDash val="solid"/>
              <a:round/>
            </a:ln>
          </p:spPr>
          <p:txBody>
            <a:bodyPr/>
            <a:lstStyle/>
            <a:p>
              <a:endParaRPr lang="zh-CN" altLang="en-US" sz="2190"/>
            </a:p>
          </p:txBody>
        </p:sp>
        <p:sp>
          <p:nvSpPr>
            <p:cNvPr id="537" name="任意多边形: 形状 536"/>
            <p:cNvSpPr/>
            <p:nvPr/>
          </p:nvSpPr>
          <p:spPr>
            <a:xfrm>
              <a:off x="781511" y="1635647"/>
              <a:ext cx="276225" cy="76200"/>
            </a:xfrm>
            <a:custGeom>
              <a:avLst/>
              <a:gdLst>
                <a:gd name="csX0" fmla="*/ 169021 w 276225"/>
                <a:gd name="csY0" fmla="*/ 75332 h 76200"/>
                <a:gd name="csX1" fmla="*/ 194324 w 276225"/>
                <a:gd name="csY1" fmla="*/ 72865 h 76200"/>
                <a:gd name="csX2" fmla="*/ 275856 w 276225"/>
                <a:gd name="csY2" fmla="*/ 41175 h 76200"/>
                <a:gd name="csX3" fmla="*/ 276206 w 276225"/>
                <a:gd name="csY3" fmla="*/ 38003 h 76200"/>
                <a:gd name="csX4" fmla="*/ 138095 w 276225"/>
                <a:gd name="csY4" fmla="*/ -30 h 76200"/>
                <a:gd name="csX5" fmla="*/ -18 w 276225"/>
                <a:gd name="csY5" fmla="*/ 38003 h 76200"/>
                <a:gd name="csX6" fmla="*/ 105764 w 276225"/>
                <a:gd name="csY6" fmla="*/ 74979 h 76200"/>
                <a:gd name="csX7" fmla="*/ 138095 w 276225"/>
                <a:gd name="csY7" fmla="*/ 76037 h 76200"/>
                <a:gd name="csX8" fmla="*/ 169021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1" y="75332"/>
                  </a:moveTo>
                  <a:cubicBezTo>
                    <a:pt x="177455" y="74627"/>
                    <a:pt x="185889" y="73922"/>
                    <a:pt x="194324" y="72865"/>
                  </a:cubicBezTo>
                  <a:cubicBezTo>
                    <a:pt x="239306" y="67226"/>
                    <a:pt x="271639" y="55253"/>
                    <a:pt x="275856" y="41175"/>
                  </a:cubicBezTo>
                  <a:lnTo>
                    <a:pt x="276206" y="38003"/>
                  </a:lnTo>
                  <a:cubicBezTo>
                    <a:pt x="276206" y="17229"/>
                    <a:pt x="214355" y="-30"/>
                    <a:pt x="138095" y="-30"/>
                  </a:cubicBezTo>
                  <a:cubicBezTo>
                    <a:pt x="72377" y="-30"/>
                    <a:pt x="-369" y="20039"/>
                    <a:pt x="-18" y="38003"/>
                  </a:cubicBezTo>
                  <a:cubicBezTo>
                    <a:pt x="-18" y="54548"/>
                    <a:pt x="62185" y="71103"/>
                    <a:pt x="105764" y="74979"/>
                  </a:cubicBezTo>
                  <a:cubicBezTo>
                    <a:pt x="119117" y="76037"/>
                    <a:pt x="130363" y="76037"/>
                    <a:pt x="138095" y="76037"/>
                  </a:cubicBezTo>
                  <a:cubicBezTo>
                    <a:pt x="148638" y="76380"/>
                    <a:pt x="159180" y="76037"/>
                    <a:pt x="169021" y="75332"/>
                  </a:cubicBezTo>
                </a:path>
              </a:pathLst>
            </a:custGeom>
            <a:solidFill>
              <a:srgbClr val="4385C6"/>
            </a:solidFill>
            <a:ln w="9525" cap="flat">
              <a:noFill/>
              <a:prstDash val="solid"/>
              <a:round/>
            </a:ln>
          </p:spPr>
          <p:txBody>
            <a:bodyPr/>
            <a:lstStyle/>
            <a:p>
              <a:endParaRPr lang="zh-CN" altLang="en-US" sz="2190"/>
            </a:p>
          </p:txBody>
        </p:sp>
        <p:sp>
          <p:nvSpPr>
            <p:cNvPr id="538" name="任意多边形: 形状 537"/>
            <p:cNvSpPr/>
            <p:nvPr/>
          </p:nvSpPr>
          <p:spPr>
            <a:xfrm>
              <a:off x="786275" y="1583259"/>
              <a:ext cx="276225" cy="76200"/>
            </a:xfrm>
            <a:custGeom>
              <a:avLst/>
              <a:gdLst>
                <a:gd name="csX0" fmla="*/ 276206 w 276225"/>
                <a:gd name="csY0" fmla="*/ 38070 h 76200"/>
                <a:gd name="csX1" fmla="*/ 138094 w 276225"/>
                <a:gd name="csY1" fmla="*/ 76170 h 76200"/>
                <a:gd name="csX2" fmla="*/ -19 w 276225"/>
                <a:gd name="csY2" fmla="*/ 38070 h 76200"/>
                <a:gd name="csX3" fmla="*/ 138094 w 276225"/>
                <a:gd name="csY3" fmla="*/ -30 h 76200"/>
                <a:gd name="csX4" fmla="*/ 276206 w 276225"/>
                <a:gd name="csY4" fmla="*/ 38070 h 76200"/>
              </a:gdLst>
              <a:ahLst/>
              <a:cxnLst>
                <a:cxn ang="0">
                  <a:pos x="csX0" y="csY0"/>
                </a:cxn>
                <a:cxn ang="0">
                  <a:pos x="csX1" y="csY1"/>
                </a:cxn>
                <a:cxn ang="0">
                  <a:pos x="csX2" y="csY2"/>
                </a:cxn>
                <a:cxn ang="0">
                  <a:pos x="csX3" y="csY3"/>
                </a:cxn>
                <a:cxn ang="0">
                  <a:pos x="csX4" y="csY4"/>
                </a:cxn>
              </a:cxnLst>
              <a:rect l="l" t="t" r="r" b="b"/>
              <a:pathLst>
                <a:path w="276225" h="76200">
                  <a:moveTo>
                    <a:pt x="276206" y="38070"/>
                  </a:moveTo>
                  <a:cubicBezTo>
                    <a:pt x="276206" y="59111"/>
                    <a:pt x="214370" y="76170"/>
                    <a:pt x="138094" y="76170"/>
                  </a:cubicBezTo>
                  <a:cubicBezTo>
                    <a:pt x="61816" y="76170"/>
                    <a:pt x="-19" y="59111"/>
                    <a:pt x="-19" y="38070"/>
                  </a:cubicBezTo>
                  <a:cubicBezTo>
                    <a:pt x="-19" y="17029"/>
                    <a:pt x="61816" y="-30"/>
                    <a:pt x="138094" y="-30"/>
                  </a:cubicBezTo>
                  <a:cubicBezTo>
                    <a:pt x="214371" y="-30"/>
                    <a:pt x="276206" y="17029"/>
                    <a:pt x="276206" y="38070"/>
                  </a:cubicBezTo>
                  <a:close/>
                </a:path>
              </a:pathLst>
            </a:custGeom>
            <a:noFill/>
            <a:ln w="6477" cap="flat">
              <a:solidFill>
                <a:srgbClr val="040000"/>
              </a:solidFill>
              <a:prstDash val="solid"/>
              <a:round/>
            </a:ln>
          </p:spPr>
          <p:txBody>
            <a:bodyPr/>
            <a:lstStyle/>
            <a:p>
              <a:endParaRPr lang="zh-CN" altLang="en-US" sz="2190"/>
            </a:p>
          </p:txBody>
        </p:sp>
        <p:sp>
          <p:nvSpPr>
            <p:cNvPr id="539" name="任意多边形: 形状 538"/>
            <p:cNvSpPr/>
            <p:nvPr/>
          </p:nvSpPr>
          <p:spPr>
            <a:xfrm>
              <a:off x="919625" y="1678509"/>
              <a:ext cx="142875" cy="38100"/>
            </a:xfrm>
            <a:custGeom>
              <a:avLst/>
              <a:gdLst>
                <a:gd name="csX0" fmla="*/ 142856 w 142875"/>
                <a:gd name="csY0" fmla="*/ -30 h 38100"/>
                <a:gd name="csX1" fmla="*/ -19 w 142875"/>
                <a:gd name="csY1" fmla="*/ 38022 h 38100"/>
              </a:gdLst>
              <a:ahLst/>
              <a:cxnLst>
                <a:cxn ang="0">
                  <a:pos x="csX0" y="csY0"/>
                </a:cxn>
                <a:cxn ang="0">
                  <a:pos x="csX1" y="csY1"/>
                </a:cxn>
              </a:cxnLst>
              <a:rect l="l" t="t" r="r" b="b"/>
              <a:pathLst>
                <a:path w="142875" h="38100">
                  <a:moveTo>
                    <a:pt x="142856" y="-30"/>
                  </a:moveTo>
                  <a:cubicBezTo>
                    <a:pt x="123538" y="41004"/>
                    <a:pt x="33878" y="38022"/>
                    <a:pt x="-19" y="38022"/>
                  </a:cubicBezTo>
                </a:path>
              </a:pathLst>
            </a:custGeom>
            <a:noFill/>
            <a:ln w="6477" cap="flat">
              <a:solidFill>
                <a:srgbClr val="040000"/>
              </a:solidFill>
              <a:prstDash val="solid"/>
              <a:round/>
            </a:ln>
          </p:spPr>
          <p:txBody>
            <a:bodyPr/>
            <a:lstStyle/>
            <a:p>
              <a:endParaRPr lang="zh-CN" altLang="en-US" sz="2190"/>
            </a:p>
          </p:txBody>
        </p:sp>
        <p:sp>
          <p:nvSpPr>
            <p:cNvPr id="540" name="任意多边形: 形状 539"/>
            <p:cNvSpPr/>
            <p:nvPr/>
          </p:nvSpPr>
          <p:spPr>
            <a:xfrm>
              <a:off x="786275" y="1678509"/>
              <a:ext cx="133350" cy="38100"/>
            </a:xfrm>
            <a:custGeom>
              <a:avLst/>
              <a:gdLst>
                <a:gd name="csX0" fmla="*/ -19 w 133350"/>
                <a:gd name="csY0" fmla="*/ -30 h 38100"/>
                <a:gd name="csX1" fmla="*/ 133332 w 133350"/>
                <a:gd name="csY1" fmla="*/ 38022 h 38100"/>
              </a:gdLst>
              <a:ahLst/>
              <a:cxnLst>
                <a:cxn ang="0">
                  <a:pos x="csX0" y="csY0"/>
                </a:cxn>
                <a:cxn ang="0">
                  <a:pos x="csX1" y="csY1"/>
                </a:cxn>
              </a:cxnLst>
              <a:rect l="l" t="t" r="r" b="b"/>
              <a:pathLst>
                <a:path w="133350" h="38100">
                  <a:moveTo>
                    <a:pt x="-19" y="-30"/>
                  </a:moveTo>
                  <a:cubicBezTo>
                    <a:pt x="17874" y="41004"/>
                    <a:pt x="101597" y="38022"/>
                    <a:pt x="133332" y="38022"/>
                  </a:cubicBezTo>
                </a:path>
              </a:pathLst>
            </a:custGeom>
            <a:noFill/>
            <a:ln w="6477" cap="flat">
              <a:solidFill>
                <a:srgbClr val="040000"/>
              </a:solidFill>
              <a:prstDash val="solid"/>
              <a:round/>
            </a:ln>
          </p:spPr>
          <p:txBody>
            <a:bodyPr/>
            <a:lstStyle/>
            <a:p>
              <a:endParaRPr lang="zh-CN" altLang="en-US" sz="2190"/>
            </a:p>
          </p:txBody>
        </p:sp>
        <p:sp>
          <p:nvSpPr>
            <p:cNvPr id="541" name="任意多边形: 形状 540"/>
            <p:cNvSpPr/>
            <p:nvPr/>
          </p:nvSpPr>
          <p:spPr>
            <a:xfrm>
              <a:off x="781512" y="1673744"/>
              <a:ext cx="266700" cy="38102"/>
            </a:xfrm>
            <a:custGeom>
              <a:avLst/>
              <a:gdLst>
                <a:gd name="csX0" fmla="*/ 266681 w 266700"/>
                <a:gd name="csY0" fmla="*/ 1258 h 38102"/>
                <a:gd name="csX1" fmla="*/ 134777 w 266700"/>
                <a:gd name="csY1" fmla="*/ 38072 h 38102"/>
                <a:gd name="csX2" fmla="*/ -19 w 266700"/>
                <a:gd name="csY2" fmla="*/ 2163 h 38102"/>
                <a:gd name="csX3" fmla="*/ 134054 w 266700"/>
                <a:gd name="csY3" fmla="*/ 33138 h 38102"/>
                <a:gd name="csX4" fmla="*/ 266681 w 266700"/>
                <a:gd name="csY4" fmla="*/ 1258 h 38102"/>
              </a:gdLst>
              <a:ahLst/>
              <a:cxnLst>
                <a:cxn ang="0">
                  <a:pos x="csX0" y="csY0"/>
                </a:cxn>
                <a:cxn ang="0">
                  <a:pos x="csX1" y="csY1"/>
                </a:cxn>
                <a:cxn ang="0">
                  <a:pos x="csX2" y="csY2"/>
                </a:cxn>
                <a:cxn ang="0">
                  <a:pos x="csX3" y="csY3"/>
                </a:cxn>
                <a:cxn ang="0">
                  <a:pos x="csX4" y="csY4"/>
                </a:cxn>
              </a:cxnLst>
              <a:rect l="l" t="t" r="r" b="b"/>
              <a:pathLst>
                <a:path w="266700" h="38102">
                  <a:moveTo>
                    <a:pt x="266681" y="1258"/>
                  </a:moveTo>
                  <a:cubicBezTo>
                    <a:pt x="266681" y="10688"/>
                    <a:pt x="204163" y="38072"/>
                    <a:pt x="134777" y="38072"/>
                  </a:cubicBezTo>
                  <a:cubicBezTo>
                    <a:pt x="65030" y="38072"/>
                    <a:pt x="-19" y="11135"/>
                    <a:pt x="-19" y="2163"/>
                  </a:cubicBezTo>
                  <a:cubicBezTo>
                    <a:pt x="-19" y="-7267"/>
                    <a:pt x="64668" y="33138"/>
                    <a:pt x="134054" y="33138"/>
                  </a:cubicBezTo>
                  <a:cubicBezTo>
                    <a:pt x="203440" y="33138"/>
                    <a:pt x="266681" y="-7715"/>
                    <a:pt x="266681" y="1258"/>
                  </a:cubicBezTo>
                  <a:close/>
                </a:path>
              </a:pathLst>
            </a:custGeom>
            <a:solidFill>
              <a:srgbClr val="4385C6"/>
            </a:solidFill>
            <a:ln w="9525" cap="flat">
              <a:noFill/>
              <a:prstDash val="solid"/>
              <a:round/>
            </a:ln>
          </p:spPr>
          <p:txBody>
            <a:bodyPr/>
            <a:lstStyle/>
            <a:p>
              <a:endParaRPr lang="zh-CN" altLang="en-US" sz="2190"/>
            </a:p>
          </p:txBody>
        </p:sp>
        <p:sp>
          <p:nvSpPr>
            <p:cNvPr id="542" name="任意多边形: 形状 541"/>
            <p:cNvSpPr/>
            <p:nvPr/>
          </p:nvSpPr>
          <p:spPr>
            <a:xfrm>
              <a:off x="905336" y="1654694"/>
              <a:ext cx="38101" cy="38104"/>
            </a:xfrm>
            <a:custGeom>
              <a:avLst/>
              <a:gdLst>
                <a:gd name="csX0" fmla="*/ 38074 w 38101"/>
                <a:gd name="csY0" fmla="*/ 19927 h 38104"/>
                <a:gd name="csX1" fmla="*/ 19521 w 38101"/>
                <a:gd name="csY1" fmla="*/ 38063 h 38104"/>
                <a:gd name="csX2" fmla="*/ -10 w 38101"/>
                <a:gd name="csY2" fmla="*/ 18117 h 38104"/>
                <a:gd name="csX3" fmla="*/ 18543 w 38101"/>
                <a:gd name="csY3" fmla="*/ -18 h 38104"/>
                <a:gd name="csX4" fmla="*/ 38074 w 38101"/>
                <a:gd name="csY4" fmla="*/ 19927 h 38104"/>
              </a:gdLst>
              <a:ahLst/>
              <a:cxnLst>
                <a:cxn ang="0">
                  <a:pos x="csX0" y="csY0"/>
                </a:cxn>
                <a:cxn ang="0">
                  <a:pos x="csX1" y="csY1"/>
                </a:cxn>
                <a:cxn ang="0">
                  <a:pos x="csX2" y="csY2"/>
                </a:cxn>
                <a:cxn ang="0">
                  <a:pos x="csX3" y="csY3"/>
                </a:cxn>
                <a:cxn ang="0">
                  <a:pos x="csX4" y="csY4"/>
                </a:cxn>
              </a:cxnLst>
              <a:rect l="l" t="t" r="r" b="b"/>
              <a:pathLst>
                <a:path w="38101" h="38104">
                  <a:moveTo>
                    <a:pt x="38074" y="19927"/>
                  </a:moveTo>
                  <a:cubicBezTo>
                    <a:pt x="38399" y="30443"/>
                    <a:pt x="29936" y="38425"/>
                    <a:pt x="19521" y="38063"/>
                  </a:cubicBezTo>
                  <a:cubicBezTo>
                    <a:pt x="9105" y="37701"/>
                    <a:pt x="316" y="28633"/>
                    <a:pt x="-10" y="18117"/>
                  </a:cubicBezTo>
                  <a:cubicBezTo>
                    <a:pt x="-335" y="7602"/>
                    <a:pt x="8128" y="-380"/>
                    <a:pt x="18543" y="-18"/>
                  </a:cubicBezTo>
                  <a:cubicBezTo>
                    <a:pt x="28959" y="344"/>
                    <a:pt x="37748" y="9411"/>
                    <a:pt x="38074" y="19927"/>
                  </a:cubicBezTo>
                </a:path>
              </a:pathLst>
            </a:custGeom>
            <a:solidFill>
              <a:srgbClr val="E58E8E"/>
            </a:solidFill>
            <a:ln w="9525" cap="flat">
              <a:noFill/>
              <a:prstDash val="solid"/>
              <a:round/>
            </a:ln>
          </p:spPr>
          <p:txBody>
            <a:bodyPr/>
            <a:lstStyle/>
            <a:p>
              <a:endParaRPr lang="zh-CN" altLang="en-US" sz="2190"/>
            </a:p>
          </p:txBody>
        </p:sp>
        <p:sp>
          <p:nvSpPr>
            <p:cNvPr id="543" name="任意多边形: 形状 542"/>
            <p:cNvSpPr/>
            <p:nvPr/>
          </p:nvSpPr>
          <p:spPr>
            <a:xfrm>
              <a:off x="914862" y="1664220"/>
              <a:ext cx="19050" cy="19054"/>
            </a:xfrm>
            <a:custGeom>
              <a:avLst/>
              <a:gdLst>
                <a:gd name="csX0" fmla="*/ 19031 w 19050"/>
                <a:gd name="csY0" fmla="*/ 10030 h 19054"/>
                <a:gd name="csX1" fmla="*/ 9668 w 19050"/>
                <a:gd name="csY1" fmla="*/ 19002 h 19054"/>
                <a:gd name="csX2" fmla="*/ -19 w 19050"/>
                <a:gd name="csY2" fmla="*/ 8953 h 19054"/>
                <a:gd name="csX3" fmla="*/ 9022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6" y="19355"/>
                    <a:pt x="9668" y="19002"/>
                  </a:cubicBezTo>
                  <a:cubicBezTo>
                    <a:pt x="4502" y="18640"/>
                    <a:pt x="304" y="14335"/>
                    <a:pt x="-19" y="8953"/>
                  </a:cubicBezTo>
                  <a:cubicBezTo>
                    <a:pt x="-19" y="3934"/>
                    <a:pt x="3856" y="-362"/>
                    <a:pt x="9022" y="-10"/>
                  </a:cubicBezTo>
                  <a:cubicBezTo>
                    <a:pt x="14834"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544" name="任意多边形: 形状 543"/>
            <p:cNvSpPr/>
            <p:nvPr/>
          </p:nvSpPr>
          <p:spPr>
            <a:xfrm>
              <a:off x="914862" y="1664220"/>
              <a:ext cx="9524" cy="9526"/>
            </a:xfrm>
            <a:custGeom>
              <a:avLst/>
              <a:gdLst>
                <a:gd name="csX0" fmla="*/ 8125 w 9524"/>
                <a:gd name="csY0" fmla="*/ 305 h 9526"/>
                <a:gd name="csX1" fmla="*/ 9279 w 9524"/>
                <a:gd name="csY1" fmla="*/ 3839 h 9526"/>
                <a:gd name="csX2" fmla="*/ 30 w 9524"/>
                <a:gd name="csY2" fmla="*/ 9497 h 9526"/>
                <a:gd name="csX3" fmla="*/ 8125 w 9524"/>
                <a:gd name="csY3" fmla="*/ 305 h 9526"/>
              </a:gdLst>
              <a:ahLst/>
              <a:cxnLst>
                <a:cxn ang="0">
                  <a:pos x="csX0" y="csY0"/>
                </a:cxn>
                <a:cxn ang="0">
                  <a:pos x="csX1" y="csY1"/>
                </a:cxn>
                <a:cxn ang="0">
                  <a:pos x="csX2" y="csY2"/>
                </a:cxn>
                <a:cxn ang="0">
                  <a:pos x="csX3" y="csY3"/>
                </a:cxn>
              </a:cxnLst>
              <a:rect l="l" t="t" r="r" b="b"/>
              <a:pathLst>
                <a:path w="9524" h="9526">
                  <a:moveTo>
                    <a:pt x="8125" y="305"/>
                  </a:moveTo>
                  <a:cubicBezTo>
                    <a:pt x="9279" y="1019"/>
                    <a:pt x="9857" y="2429"/>
                    <a:pt x="9279" y="3839"/>
                  </a:cubicBezTo>
                  <a:cubicBezTo>
                    <a:pt x="8125" y="6668"/>
                    <a:pt x="2342" y="9497"/>
                    <a:pt x="30" y="9497"/>
                  </a:cubicBezTo>
                  <a:cubicBezTo>
                    <a:pt x="-549" y="6668"/>
                    <a:pt x="4077" y="-1810"/>
                    <a:pt x="8125" y="305"/>
                  </a:cubicBezTo>
                </a:path>
              </a:pathLst>
            </a:custGeom>
            <a:solidFill>
              <a:srgbClr val="F9DFDF"/>
            </a:solidFill>
            <a:ln w="9525" cap="flat">
              <a:noFill/>
              <a:prstDash val="solid"/>
              <a:round/>
            </a:ln>
          </p:spPr>
          <p:txBody>
            <a:bodyPr/>
            <a:lstStyle/>
            <a:p>
              <a:endParaRPr lang="zh-CN" altLang="en-US" sz="2190"/>
            </a:p>
          </p:txBody>
        </p:sp>
        <p:sp>
          <p:nvSpPr>
            <p:cNvPr id="545" name="任意多边形: 形状 544"/>
            <p:cNvSpPr/>
            <p:nvPr/>
          </p:nvSpPr>
          <p:spPr>
            <a:xfrm>
              <a:off x="914862" y="1664222"/>
              <a:ext cx="9525" cy="9525"/>
            </a:xfrm>
            <a:custGeom>
              <a:avLst/>
              <a:gdLst>
                <a:gd name="csX0" fmla="*/ 9506 w 9525"/>
                <a:gd name="csY0" fmla="*/ 4733 h 9525"/>
                <a:gd name="csX1" fmla="*/ 5178 w 9525"/>
                <a:gd name="csY1" fmla="*/ 9495 h 9525"/>
                <a:gd name="csX2" fmla="*/ -19 w 9525"/>
                <a:gd name="csY2" fmla="*/ 4733 h 9525"/>
                <a:gd name="csX3" fmla="*/ 4312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6" y="9495"/>
                    <a:pt x="5178" y="9495"/>
                  </a:cubicBezTo>
                  <a:cubicBezTo>
                    <a:pt x="2579" y="9495"/>
                    <a:pt x="-19" y="7590"/>
                    <a:pt x="-19" y="4733"/>
                  </a:cubicBezTo>
                  <a:cubicBezTo>
                    <a:pt x="-19" y="1875"/>
                    <a:pt x="1714" y="-30"/>
                    <a:pt x="4312" y="-30"/>
                  </a:cubicBezTo>
                  <a:cubicBezTo>
                    <a:pt x="777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546" name="任意多边形: 形状 545"/>
            <p:cNvSpPr/>
            <p:nvPr/>
          </p:nvSpPr>
          <p:spPr>
            <a:xfrm>
              <a:off x="857711" y="16261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547" name="任意多边形: 形状 546"/>
            <p:cNvSpPr/>
            <p:nvPr/>
          </p:nvSpPr>
          <p:spPr>
            <a:xfrm>
              <a:off x="867237" y="16356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48" name="任意多边形: 形状 547"/>
            <p:cNvSpPr/>
            <p:nvPr/>
          </p:nvSpPr>
          <p:spPr>
            <a:xfrm>
              <a:off x="857712" y="1635649"/>
              <a:ext cx="9523" cy="9522"/>
            </a:xfrm>
            <a:custGeom>
              <a:avLst/>
              <a:gdLst>
                <a:gd name="csX0" fmla="*/ 8615 w 9523"/>
                <a:gd name="csY0" fmla="*/ 606 h 9522"/>
                <a:gd name="csX1" fmla="*/ 9152 w 9523"/>
                <a:gd name="csY1" fmla="*/ 4311 h 9522"/>
                <a:gd name="csX2" fmla="*/ 18 w 9523"/>
                <a:gd name="csY2" fmla="*/ 9493 h 9522"/>
                <a:gd name="csX3" fmla="*/ 8615 w 9523"/>
                <a:gd name="csY3" fmla="*/ 606 h 9522"/>
              </a:gdLst>
              <a:ahLst/>
              <a:cxnLst>
                <a:cxn ang="0">
                  <a:pos x="csX0" y="csY0"/>
                </a:cxn>
                <a:cxn ang="0">
                  <a:pos x="csX1" y="csY1"/>
                </a:cxn>
                <a:cxn ang="0">
                  <a:pos x="csX2" y="csY2"/>
                </a:cxn>
                <a:cxn ang="0">
                  <a:pos x="csX3" y="csY3"/>
                </a:cxn>
              </a:cxnLst>
              <a:rect l="l" t="t" r="r" b="b"/>
              <a:pathLst>
                <a:path w="9523" h="9522">
                  <a:moveTo>
                    <a:pt x="8615" y="606"/>
                  </a:moveTo>
                  <a:cubicBezTo>
                    <a:pt x="9689" y="1349"/>
                    <a:pt x="9689" y="2825"/>
                    <a:pt x="9152" y="4311"/>
                  </a:cubicBezTo>
                  <a:cubicBezTo>
                    <a:pt x="7539" y="7273"/>
                    <a:pt x="2166" y="8750"/>
                    <a:pt x="18" y="9493"/>
                  </a:cubicBezTo>
                  <a:cubicBezTo>
                    <a:pt x="-519" y="5787"/>
                    <a:pt x="4854" y="-2356"/>
                    <a:pt x="8615" y="606"/>
                  </a:cubicBezTo>
                </a:path>
              </a:pathLst>
            </a:custGeom>
            <a:solidFill>
              <a:srgbClr val="F9DFDF"/>
            </a:solidFill>
            <a:ln w="9525" cap="flat">
              <a:noFill/>
              <a:prstDash val="solid"/>
              <a:round/>
            </a:ln>
          </p:spPr>
          <p:txBody>
            <a:bodyPr/>
            <a:lstStyle/>
            <a:p>
              <a:endParaRPr lang="zh-CN" altLang="en-US" sz="2190"/>
            </a:p>
          </p:txBody>
        </p:sp>
        <p:sp>
          <p:nvSpPr>
            <p:cNvPr id="549" name="任意多边形: 形状 548"/>
            <p:cNvSpPr/>
            <p:nvPr/>
          </p:nvSpPr>
          <p:spPr>
            <a:xfrm>
              <a:off x="867237" y="16261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550" name="任意多边形: 形状 549"/>
            <p:cNvSpPr/>
            <p:nvPr/>
          </p:nvSpPr>
          <p:spPr>
            <a:xfrm>
              <a:off x="905336" y="16261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2089"/>
                    <a:pt x="38979" y="11918"/>
                    <a:pt x="37999" y="22120"/>
                  </a:cubicBezTo>
                </a:path>
              </a:pathLst>
            </a:custGeom>
            <a:solidFill>
              <a:srgbClr val="E58E8E"/>
            </a:solidFill>
            <a:ln w="9525" cap="flat">
              <a:noFill/>
              <a:prstDash val="solid"/>
              <a:round/>
            </a:ln>
          </p:spPr>
          <p:txBody>
            <a:bodyPr/>
            <a:lstStyle/>
            <a:p>
              <a:endParaRPr lang="zh-CN" altLang="en-US" sz="2190"/>
            </a:p>
          </p:txBody>
        </p:sp>
        <p:sp>
          <p:nvSpPr>
            <p:cNvPr id="551" name="任意多边形: 形状 550"/>
            <p:cNvSpPr/>
            <p:nvPr/>
          </p:nvSpPr>
          <p:spPr>
            <a:xfrm>
              <a:off x="914862" y="1635649"/>
              <a:ext cx="19050" cy="19046"/>
            </a:xfrm>
            <a:custGeom>
              <a:avLst/>
              <a:gdLst>
                <a:gd name="csX0" fmla="*/ 19011 w 19050"/>
                <a:gd name="csY0" fmla="*/ 10940 h 19046"/>
                <a:gd name="csX1" fmla="*/ 8550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552" name="任意多边形: 形状 551"/>
            <p:cNvSpPr/>
            <p:nvPr/>
          </p:nvSpPr>
          <p:spPr>
            <a:xfrm>
              <a:off x="914861" y="163564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553" name="任意多边形: 形状 552"/>
            <p:cNvSpPr/>
            <p:nvPr/>
          </p:nvSpPr>
          <p:spPr>
            <a:xfrm>
              <a:off x="914862" y="16261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554" name="任意多边形: 形状 553"/>
            <p:cNvSpPr/>
            <p:nvPr/>
          </p:nvSpPr>
          <p:spPr>
            <a:xfrm>
              <a:off x="886287" y="1578492"/>
              <a:ext cx="38099" cy="38108"/>
            </a:xfrm>
            <a:custGeom>
              <a:avLst/>
              <a:gdLst>
                <a:gd name="csX0" fmla="*/ 37998 w 38099"/>
                <a:gd name="csY0" fmla="*/ 22120 h 38108"/>
                <a:gd name="csX1" fmla="*/ 17396 w 38099"/>
                <a:gd name="csY1" fmla="*/ 37788 h 38108"/>
                <a:gd name="csX2" fmla="*/ 64 w 38099"/>
                <a:gd name="csY2" fmla="*/ 15929 h 38108"/>
                <a:gd name="csX3" fmla="*/ 20666 w 38099"/>
                <a:gd name="csY3" fmla="*/ 260 h 38108"/>
                <a:gd name="csX4" fmla="*/ 37998 w 38099"/>
                <a:gd name="csY4" fmla="*/ 22120 h 38108"/>
              </a:gdLst>
              <a:ahLst/>
              <a:cxnLst>
                <a:cxn ang="0">
                  <a:pos x="csX0" y="csY0"/>
                </a:cxn>
                <a:cxn ang="0">
                  <a:pos x="csX1" y="csY1"/>
                </a:cxn>
                <a:cxn ang="0">
                  <a:pos x="csX2" y="csY2"/>
                </a:cxn>
                <a:cxn ang="0">
                  <a:pos x="csX3" y="csY3"/>
                </a:cxn>
                <a:cxn ang="0">
                  <a:pos x="csX4" y="csY4"/>
                </a:cxn>
              </a:cxnLst>
              <a:rect l="l" t="t" r="r" b="b"/>
              <a:pathLst>
                <a:path w="38099"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0" y="2089"/>
                    <a:pt x="38979" y="11918"/>
                    <a:pt x="37998" y="22120"/>
                  </a:cubicBezTo>
                </a:path>
              </a:pathLst>
            </a:custGeom>
            <a:solidFill>
              <a:srgbClr val="E58E8E"/>
            </a:solidFill>
            <a:ln w="9525" cap="flat">
              <a:noFill/>
              <a:prstDash val="solid"/>
              <a:round/>
            </a:ln>
          </p:spPr>
          <p:txBody>
            <a:bodyPr/>
            <a:lstStyle/>
            <a:p>
              <a:endParaRPr lang="zh-CN" altLang="en-US" sz="2190"/>
            </a:p>
          </p:txBody>
        </p:sp>
        <p:sp>
          <p:nvSpPr>
            <p:cNvPr id="555" name="任意多边形: 形状 554"/>
            <p:cNvSpPr/>
            <p:nvPr/>
          </p:nvSpPr>
          <p:spPr>
            <a:xfrm>
              <a:off x="895812" y="1588024"/>
              <a:ext cx="19050" cy="19044"/>
            </a:xfrm>
            <a:custGeom>
              <a:avLst/>
              <a:gdLst>
                <a:gd name="csX0" fmla="*/ 18960 w 19050"/>
                <a:gd name="csY0" fmla="*/ 10940 h 19044"/>
                <a:gd name="csX1" fmla="*/ 8528 w 19050"/>
                <a:gd name="csY1" fmla="*/ 18922 h 19044"/>
                <a:gd name="csX2" fmla="*/ 52 w 19050"/>
                <a:gd name="csY2" fmla="*/ 8044 h 19044"/>
                <a:gd name="csX3" fmla="*/ 10484 w 19050"/>
                <a:gd name="csY3" fmla="*/ 62 h 19044"/>
                <a:gd name="csX4" fmla="*/ 18960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8960" y="10940"/>
                  </a:moveTo>
                  <a:cubicBezTo>
                    <a:pt x="18634" y="16026"/>
                    <a:pt x="13743" y="19646"/>
                    <a:pt x="8528" y="18922"/>
                  </a:cubicBezTo>
                  <a:cubicBezTo>
                    <a:pt x="3312" y="18198"/>
                    <a:pt x="-600" y="13121"/>
                    <a:pt x="52" y="8044"/>
                  </a:cubicBezTo>
                  <a:cubicBezTo>
                    <a:pt x="377" y="2958"/>
                    <a:pt x="5268"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56" name="任意多边形: 形状 555"/>
            <p:cNvSpPr/>
            <p:nvPr/>
          </p:nvSpPr>
          <p:spPr>
            <a:xfrm>
              <a:off x="886287" y="1578499"/>
              <a:ext cx="9525" cy="9522"/>
            </a:xfrm>
            <a:custGeom>
              <a:avLst/>
              <a:gdLst>
                <a:gd name="csX0" fmla="*/ 8616 w 9525"/>
                <a:gd name="csY0" fmla="*/ 606 h 9522"/>
                <a:gd name="csX1" fmla="*/ 9154 w 9525"/>
                <a:gd name="csY1" fmla="*/ 4311 h 9522"/>
                <a:gd name="csX2" fmla="*/ 18 w 9525"/>
                <a:gd name="csY2" fmla="*/ 9493 h 9522"/>
                <a:gd name="csX3" fmla="*/ 8616 w 9525"/>
                <a:gd name="csY3" fmla="*/ 606 h 9522"/>
              </a:gdLst>
              <a:ahLst/>
              <a:cxnLst>
                <a:cxn ang="0">
                  <a:pos x="csX0" y="csY0"/>
                </a:cxn>
                <a:cxn ang="0">
                  <a:pos x="csX1" y="csY1"/>
                </a:cxn>
                <a:cxn ang="0">
                  <a:pos x="csX2" y="csY2"/>
                </a:cxn>
                <a:cxn ang="0">
                  <a:pos x="csX3" y="csY3"/>
                </a:cxn>
              </a:cxnLst>
              <a:rect l="l" t="t" r="r" b="b"/>
              <a:pathLst>
                <a:path w="9525" h="9522">
                  <a:moveTo>
                    <a:pt x="8616" y="606"/>
                  </a:moveTo>
                  <a:cubicBezTo>
                    <a:pt x="9691" y="1349"/>
                    <a:pt x="9691" y="2825"/>
                    <a:pt x="9154" y="4311"/>
                  </a:cubicBezTo>
                  <a:cubicBezTo>
                    <a:pt x="7541" y="7273"/>
                    <a:pt x="2167" y="8750"/>
                    <a:pt x="18" y="9493"/>
                  </a:cubicBezTo>
                  <a:cubicBezTo>
                    <a:pt x="-519" y="5787"/>
                    <a:pt x="4855" y="-2356"/>
                    <a:pt x="8616" y="606"/>
                  </a:cubicBezTo>
                </a:path>
              </a:pathLst>
            </a:custGeom>
            <a:solidFill>
              <a:srgbClr val="F9DFDF"/>
            </a:solidFill>
            <a:ln w="9525" cap="flat">
              <a:noFill/>
              <a:prstDash val="solid"/>
              <a:round/>
            </a:ln>
          </p:spPr>
          <p:txBody>
            <a:bodyPr/>
            <a:lstStyle/>
            <a:p>
              <a:endParaRPr lang="zh-CN" altLang="en-US" sz="2190"/>
            </a:p>
          </p:txBody>
        </p:sp>
        <p:sp>
          <p:nvSpPr>
            <p:cNvPr id="557" name="任意多边形: 形状 556"/>
            <p:cNvSpPr/>
            <p:nvPr/>
          </p:nvSpPr>
          <p:spPr>
            <a:xfrm>
              <a:off x="895812" y="1578497"/>
              <a:ext cx="9525" cy="9525"/>
            </a:xfrm>
            <a:custGeom>
              <a:avLst/>
              <a:gdLst>
                <a:gd name="csX0" fmla="*/ 9506 w 9525"/>
                <a:gd name="csY0" fmla="*/ 5685 h 9525"/>
                <a:gd name="csX1" fmla="*/ 4312 w 9525"/>
                <a:gd name="csY1" fmla="*/ 9495 h 9525"/>
                <a:gd name="csX2" fmla="*/ -19 w 9525"/>
                <a:gd name="csY2" fmla="*/ 3780 h 9525"/>
                <a:gd name="csX3" fmla="*/ 5178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8" y="-30"/>
                  </a:cubicBezTo>
                  <a:cubicBezTo>
                    <a:pt x="7776"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58" name="任意多边形: 形状 557"/>
            <p:cNvSpPr/>
            <p:nvPr/>
          </p:nvSpPr>
          <p:spPr>
            <a:xfrm>
              <a:off x="943436" y="1645171"/>
              <a:ext cx="38100" cy="28576"/>
            </a:xfrm>
            <a:custGeom>
              <a:avLst/>
              <a:gdLst>
                <a:gd name="csX0" fmla="*/ 37998 w 38100"/>
                <a:gd name="csY0" fmla="*/ 16582 h 28576"/>
                <a:gd name="csX1" fmla="*/ 17396 w 38100"/>
                <a:gd name="csY1" fmla="*/ 28327 h 28576"/>
                <a:gd name="csX2" fmla="*/ 64 w 38100"/>
                <a:gd name="csY2" fmla="*/ 11934 h 28576"/>
                <a:gd name="csX3" fmla="*/ 20666 w 38100"/>
                <a:gd name="csY3" fmla="*/ 190 h 28576"/>
                <a:gd name="csX4" fmla="*/ 37998 w 38100"/>
                <a:gd name="csY4" fmla="*/ 16582 h 28576"/>
              </a:gdLst>
              <a:ahLst/>
              <a:cxnLst>
                <a:cxn ang="0">
                  <a:pos x="csX0" y="csY0"/>
                </a:cxn>
                <a:cxn ang="0">
                  <a:pos x="csX1" y="csY1"/>
                </a:cxn>
                <a:cxn ang="0">
                  <a:pos x="csX2" y="csY2"/>
                </a:cxn>
                <a:cxn ang="0">
                  <a:pos x="csX3" y="csY3"/>
                </a:cxn>
                <a:cxn ang="0">
                  <a:pos x="csX4" y="csY4"/>
                </a:cxn>
              </a:cxnLst>
              <a:rect l="l" t="t" r="r" b="b"/>
              <a:pathLst>
                <a:path w="38100" h="28576">
                  <a:moveTo>
                    <a:pt x="37998" y="16582"/>
                  </a:moveTo>
                  <a:cubicBezTo>
                    <a:pt x="37017" y="24507"/>
                    <a:pt x="27860" y="29698"/>
                    <a:pt x="17396" y="28327"/>
                  </a:cubicBezTo>
                  <a:cubicBezTo>
                    <a:pt x="6930" y="26964"/>
                    <a:pt x="-917" y="19583"/>
                    <a:pt x="64" y="11934"/>
                  </a:cubicBezTo>
                  <a:cubicBezTo>
                    <a:pt x="1045" y="4009"/>
                    <a:pt x="10202" y="-1182"/>
                    <a:pt x="20666" y="190"/>
                  </a:cubicBezTo>
                  <a:cubicBezTo>
                    <a:pt x="31130" y="1285"/>
                    <a:pt x="38979" y="8657"/>
                    <a:pt x="37998" y="16582"/>
                  </a:cubicBezTo>
                </a:path>
              </a:pathLst>
            </a:custGeom>
            <a:solidFill>
              <a:srgbClr val="E58E8E"/>
            </a:solidFill>
            <a:ln w="9525" cap="flat">
              <a:noFill/>
              <a:prstDash val="solid"/>
              <a:round/>
            </a:ln>
          </p:spPr>
          <p:txBody>
            <a:bodyPr/>
            <a:lstStyle/>
            <a:p>
              <a:endParaRPr lang="zh-CN" altLang="en-US" sz="2190"/>
            </a:p>
          </p:txBody>
        </p:sp>
        <p:sp>
          <p:nvSpPr>
            <p:cNvPr id="559" name="任意多边形: 形状 558"/>
            <p:cNvSpPr/>
            <p:nvPr/>
          </p:nvSpPr>
          <p:spPr>
            <a:xfrm>
              <a:off x="952962" y="1654699"/>
              <a:ext cx="19050" cy="19044"/>
            </a:xfrm>
            <a:custGeom>
              <a:avLst/>
              <a:gdLst>
                <a:gd name="csX0" fmla="*/ 19011 w 19050"/>
                <a:gd name="csY0" fmla="*/ 10940 h 19044"/>
                <a:gd name="csX1" fmla="*/ 8551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560" name="任意多边形: 形状 559"/>
            <p:cNvSpPr/>
            <p:nvPr/>
          </p:nvSpPr>
          <p:spPr>
            <a:xfrm>
              <a:off x="943436" y="1645176"/>
              <a:ext cx="9524" cy="9520"/>
            </a:xfrm>
            <a:custGeom>
              <a:avLst/>
              <a:gdLst>
                <a:gd name="csX0" fmla="*/ 8616 w 9524"/>
                <a:gd name="csY0" fmla="*/ 623 h 9520"/>
                <a:gd name="csX1" fmla="*/ 9153 w 9524"/>
                <a:gd name="csY1" fmla="*/ 4652 h 9520"/>
                <a:gd name="csX2" fmla="*/ 22 w 9524"/>
                <a:gd name="csY2" fmla="*/ 9490 h 9520"/>
                <a:gd name="csX3" fmla="*/ 8616 w 9524"/>
                <a:gd name="csY3" fmla="*/ 623 h 9520"/>
              </a:gdLst>
              <a:ahLst/>
              <a:cxnLst>
                <a:cxn ang="0">
                  <a:pos x="csX0" y="csY0"/>
                </a:cxn>
                <a:cxn ang="0">
                  <a:pos x="csX1" y="csY1"/>
                </a:cxn>
                <a:cxn ang="0">
                  <a:pos x="csX2" y="csY2"/>
                </a:cxn>
                <a:cxn ang="0">
                  <a:pos x="csX3" y="csY3"/>
                </a:cxn>
              </a:cxnLst>
              <a:rect l="l" t="t" r="r" b="b"/>
              <a:pathLst>
                <a:path w="9524" h="9520">
                  <a:moveTo>
                    <a:pt x="8616" y="623"/>
                  </a:moveTo>
                  <a:cubicBezTo>
                    <a:pt x="9690" y="1423"/>
                    <a:pt x="9690" y="3033"/>
                    <a:pt x="9153" y="4652"/>
                  </a:cubicBezTo>
                  <a:cubicBezTo>
                    <a:pt x="7543" y="7881"/>
                    <a:pt x="2170" y="9490"/>
                    <a:pt x="22" y="9490"/>
                  </a:cubicBezTo>
                  <a:cubicBezTo>
                    <a:pt x="-515" y="7071"/>
                    <a:pt x="4319" y="-2606"/>
                    <a:pt x="8616" y="623"/>
                  </a:cubicBezTo>
                </a:path>
              </a:pathLst>
            </a:custGeom>
            <a:solidFill>
              <a:srgbClr val="F9DFDF"/>
            </a:solidFill>
            <a:ln w="9525" cap="flat">
              <a:noFill/>
              <a:prstDash val="solid"/>
              <a:round/>
            </a:ln>
          </p:spPr>
          <p:txBody>
            <a:bodyPr/>
            <a:lstStyle/>
            <a:p>
              <a:endParaRPr lang="zh-CN" altLang="en-US" sz="2190"/>
            </a:p>
          </p:txBody>
        </p:sp>
        <p:sp>
          <p:nvSpPr>
            <p:cNvPr id="561" name="任意多边形: 形状 560"/>
            <p:cNvSpPr/>
            <p:nvPr/>
          </p:nvSpPr>
          <p:spPr>
            <a:xfrm>
              <a:off x="952962" y="164517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562" name="任意多边形: 形状 561"/>
            <p:cNvSpPr/>
            <p:nvPr/>
          </p:nvSpPr>
          <p:spPr>
            <a:xfrm>
              <a:off x="857712" y="1597546"/>
              <a:ext cx="47624" cy="28576"/>
            </a:xfrm>
            <a:custGeom>
              <a:avLst/>
              <a:gdLst>
                <a:gd name="csX0" fmla="*/ 47502 w 47624"/>
                <a:gd name="csY0" fmla="*/ 16582 h 28576"/>
                <a:gd name="csX1" fmla="*/ 21749 w 47624"/>
                <a:gd name="csY1" fmla="*/ 28327 h 28576"/>
                <a:gd name="csX2" fmla="*/ 85 w 47624"/>
                <a:gd name="csY2" fmla="*/ 11934 h 28576"/>
                <a:gd name="csX3" fmla="*/ 25837 w 47624"/>
                <a:gd name="csY3" fmla="*/ 190 h 28576"/>
                <a:gd name="csX4" fmla="*/ 47502 w 47624"/>
                <a:gd name="csY4" fmla="*/ 16582 h 28576"/>
              </a:gdLst>
              <a:ahLst/>
              <a:cxnLst>
                <a:cxn ang="0">
                  <a:pos x="csX0" y="csY0"/>
                </a:cxn>
                <a:cxn ang="0">
                  <a:pos x="csX1" y="csY1"/>
                </a:cxn>
                <a:cxn ang="0">
                  <a:pos x="csX2" y="csY2"/>
                </a:cxn>
                <a:cxn ang="0">
                  <a:pos x="csX3" y="csY3"/>
                </a:cxn>
                <a:cxn ang="0">
                  <a:pos x="csX4" y="csY4"/>
                </a:cxn>
              </a:cxnLst>
              <a:rect l="l" t="t" r="r" b="b"/>
              <a:pathLst>
                <a:path w="47624" h="28576">
                  <a:moveTo>
                    <a:pt x="47502" y="16582"/>
                  </a:moveTo>
                  <a:cubicBezTo>
                    <a:pt x="46276" y="24507"/>
                    <a:pt x="34831" y="29698"/>
                    <a:pt x="21749" y="28327"/>
                  </a:cubicBezTo>
                  <a:cubicBezTo>
                    <a:pt x="8670" y="26964"/>
                    <a:pt x="-1142" y="19583"/>
                    <a:pt x="85" y="11934"/>
                  </a:cubicBezTo>
                  <a:cubicBezTo>
                    <a:pt x="1311" y="4009"/>
                    <a:pt x="12757" y="-1182"/>
                    <a:pt x="25837" y="190"/>
                  </a:cubicBezTo>
                  <a:cubicBezTo>
                    <a:pt x="38918" y="1552"/>
                    <a:pt x="48729" y="8934"/>
                    <a:pt x="47502" y="16582"/>
                  </a:cubicBezTo>
                </a:path>
              </a:pathLst>
            </a:custGeom>
            <a:solidFill>
              <a:srgbClr val="E58E8E"/>
            </a:solidFill>
            <a:ln w="9525" cap="flat">
              <a:noFill/>
              <a:prstDash val="solid"/>
              <a:round/>
            </a:ln>
          </p:spPr>
          <p:txBody>
            <a:bodyPr/>
            <a:lstStyle/>
            <a:p>
              <a:endParaRPr lang="zh-CN" altLang="en-US" sz="2190"/>
            </a:p>
          </p:txBody>
        </p:sp>
        <p:sp>
          <p:nvSpPr>
            <p:cNvPr id="563" name="任意多边形: 形状 562"/>
            <p:cNvSpPr/>
            <p:nvPr/>
          </p:nvSpPr>
          <p:spPr>
            <a:xfrm>
              <a:off x="867237" y="1607074"/>
              <a:ext cx="19050" cy="19044"/>
            </a:xfrm>
            <a:custGeom>
              <a:avLst/>
              <a:gdLst>
                <a:gd name="csX0" fmla="*/ 19011 w 19050"/>
                <a:gd name="csY0" fmla="*/ 10940 h 19044"/>
                <a:gd name="csX1" fmla="*/ 8550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564" name="任意多边形: 形状 563"/>
            <p:cNvSpPr/>
            <p:nvPr/>
          </p:nvSpPr>
          <p:spPr>
            <a:xfrm>
              <a:off x="867236" y="159754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565" name="任意多边形: 形状 564"/>
            <p:cNvSpPr/>
            <p:nvPr/>
          </p:nvSpPr>
          <p:spPr>
            <a:xfrm>
              <a:off x="867237" y="159754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566" name="任意多边形: 形状 565"/>
            <p:cNvSpPr/>
            <p:nvPr/>
          </p:nvSpPr>
          <p:spPr>
            <a:xfrm>
              <a:off x="876762" y="1607070"/>
              <a:ext cx="47626" cy="38099"/>
            </a:xfrm>
            <a:custGeom>
              <a:avLst/>
              <a:gdLst>
                <a:gd name="csX0" fmla="*/ 47504 w 47626"/>
                <a:gd name="csY0" fmla="*/ 22231 h 38099"/>
                <a:gd name="csX1" fmla="*/ 21750 w 47626"/>
                <a:gd name="csY1" fmla="*/ 37862 h 38099"/>
                <a:gd name="csX2" fmla="*/ 85 w 47626"/>
                <a:gd name="csY2" fmla="*/ 15907 h 38099"/>
                <a:gd name="csX3" fmla="*/ 25837 w 47626"/>
                <a:gd name="csY3" fmla="*/ 267 h 38099"/>
                <a:gd name="csX4" fmla="*/ 47504 w 47626"/>
                <a:gd name="csY4" fmla="*/ 22231 h 38099"/>
              </a:gdLst>
              <a:ahLst/>
              <a:cxnLst>
                <a:cxn ang="0">
                  <a:pos x="csX0" y="csY0"/>
                </a:cxn>
                <a:cxn ang="0">
                  <a:pos x="csX1" y="csY1"/>
                </a:cxn>
                <a:cxn ang="0">
                  <a:pos x="csX2" y="csY2"/>
                </a:cxn>
                <a:cxn ang="0">
                  <a:pos x="csX3" y="csY3"/>
                </a:cxn>
                <a:cxn ang="0">
                  <a:pos x="csX4" y="csY4"/>
                </a:cxn>
              </a:cxnLst>
              <a:rect l="l" t="t" r="r" b="b"/>
              <a:pathLst>
                <a:path w="47626" h="38099">
                  <a:moveTo>
                    <a:pt x="47504" y="22231"/>
                  </a:moveTo>
                  <a:cubicBezTo>
                    <a:pt x="46277" y="32651"/>
                    <a:pt x="34831" y="39357"/>
                    <a:pt x="21750" y="37862"/>
                  </a:cubicBezTo>
                  <a:cubicBezTo>
                    <a:pt x="8669" y="36004"/>
                    <a:pt x="-1142" y="26327"/>
                    <a:pt x="85" y="15907"/>
                  </a:cubicBezTo>
                  <a:cubicBezTo>
                    <a:pt x="1311" y="5477"/>
                    <a:pt x="12758" y="-1591"/>
                    <a:pt x="25837" y="267"/>
                  </a:cubicBezTo>
                  <a:cubicBezTo>
                    <a:pt x="38920" y="2133"/>
                    <a:pt x="48729" y="11811"/>
                    <a:pt x="47504" y="22231"/>
                  </a:cubicBezTo>
                </a:path>
              </a:pathLst>
            </a:custGeom>
            <a:solidFill>
              <a:srgbClr val="E58E8E"/>
            </a:solidFill>
            <a:ln w="9525" cap="flat">
              <a:noFill/>
              <a:prstDash val="solid"/>
              <a:round/>
            </a:ln>
          </p:spPr>
          <p:txBody>
            <a:bodyPr/>
            <a:lstStyle/>
            <a:p>
              <a:endParaRPr lang="zh-CN" altLang="en-US" sz="2190"/>
            </a:p>
          </p:txBody>
        </p:sp>
        <p:sp>
          <p:nvSpPr>
            <p:cNvPr id="567" name="任意多边形: 形状 566"/>
            <p:cNvSpPr/>
            <p:nvPr/>
          </p:nvSpPr>
          <p:spPr>
            <a:xfrm>
              <a:off x="886287" y="1616597"/>
              <a:ext cx="28575" cy="19048"/>
            </a:xfrm>
            <a:custGeom>
              <a:avLst/>
              <a:gdLst>
                <a:gd name="csX0" fmla="*/ 28526 w 28575"/>
                <a:gd name="csY0" fmla="*/ 10999 h 19048"/>
                <a:gd name="csX1" fmla="*/ 13058 w 28575"/>
                <a:gd name="csY1" fmla="*/ 18915 h 19048"/>
                <a:gd name="csX2" fmla="*/ 9 w 28575"/>
                <a:gd name="csY2" fmla="*/ 7989 h 19048"/>
                <a:gd name="csX3" fmla="*/ 15475 w 28575"/>
                <a:gd name="csY3" fmla="*/ 74 h 19048"/>
                <a:gd name="csX4" fmla="*/ 28526 w 28575"/>
                <a:gd name="csY4" fmla="*/ 10999 h 19048"/>
              </a:gdLst>
              <a:ahLst/>
              <a:cxnLst>
                <a:cxn ang="0">
                  <a:pos x="csX0" y="csY0"/>
                </a:cxn>
                <a:cxn ang="0">
                  <a:pos x="csX1" y="csY1"/>
                </a:cxn>
                <a:cxn ang="0">
                  <a:pos x="csX2" y="csY2"/>
                </a:cxn>
                <a:cxn ang="0">
                  <a:pos x="csX3" y="csY3"/>
                </a:cxn>
                <a:cxn ang="0">
                  <a:pos x="csX4" y="csY4"/>
                </a:cxn>
              </a:cxnLst>
              <a:rect l="l" t="t" r="r" b="b"/>
              <a:pathLst>
                <a:path w="28575" h="19048">
                  <a:moveTo>
                    <a:pt x="28526" y="10999"/>
                  </a:moveTo>
                  <a:cubicBezTo>
                    <a:pt x="28042" y="16276"/>
                    <a:pt x="20792" y="19667"/>
                    <a:pt x="13058" y="18915"/>
                  </a:cubicBezTo>
                  <a:cubicBezTo>
                    <a:pt x="5325" y="18162"/>
                    <a:pt x="-475" y="13266"/>
                    <a:pt x="9" y="7989"/>
                  </a:cubicBezTo>
                  <a:cubicBezTo>
                    <a:pt x="492" y="2713"/>
                    <a:pt x="7260" y="-678"/>
                    <a:pt x="15475" y="74"/>
                  </a:cubicBezTo>
                  <a:cubicBezTo>
                    <a:pt x="23692" y="827"/>
                    <a:pt x="29009" y="5723"/>
                    <a:pt x="28526" y="10999"/>
                  </a:cubicBezTo>
                </a:path>
              </a:pathLst>
            </a:custGeom>
            <a:solidFill>
              <a:srgbClr val="E16262"/>
            </a:solidFill>
            <a:ln w="9525" cap="flat">
              <a:noFill/>
              <a:prstDash val="solid"/>
              <a:round/>
            </a:ln>
          </p:spPr>
          <p:txBody>
            <a:bodyPr/>
            <a:lstStyle/>
            <a:p>
              <a:endParaRPr lang="zh-CN" altLang="en-US" sz="2190"/>
            </a:p>
          </p:txBody>
        </p:sp>
        <p:sp>
          <p:nvSpPr>
            <p:cNvPr id="568" name="任意多边形: 形状 567"/>
            <p:cNvSpPr/>
            <p:nvPr/>
          </p:nvSpPr>
          <p:spPr>
            <a:xfrm>
              <a:off x="886287" y="1607072"/>
              <a:ext cx="9525" cy="9524"/>
            </a:xfrm>
            <a:custGeom>
              <a:avLst/>
              <a:gdLst>
                <a:gd name="csX0" fmla="*/ 8614 w 9525"/>
                <a:gd name="csY0" fmla="*/ 664 h 9524"/>
                <a:gd name="csX1" fmla="*/ 9153 w 9525"/>
                <a:gd name="csY1" fmla="*/ 4675 h 9524"/>
                <a:gd name="csX2" fmla="*/ -19 w 9525"/>
                <a:gd name="csY2" fmla="*/ 9494 h 9524"/>
                <a:gd name="csX3" fmla="*/ 8614 w 9525"/>
                <a:gd name="csY3" fmla="*/ 664 h 9524"/>
              </a:gdLst>
              <a:ahLst/>
              <a:cxnLst>
                <a:cxn ang="0">
                  <a:pos x="csX0" y="csY0"/>
                </a:cxn>
                <a:cxn ang="0">
                  <a:pos x="csX1" y="csY1"/>
                </a:cxn>
                <a:cxn ang="0">
                  <a:pos x="csX2" y="csY2"/>
                </a:cxn>
                <a:cxn ang="0">
                  <a:pos x="csX3" y="csY3"/>
                </a:cxn>
              </a:cxnLst>
              <a:rect l="l" t="t" r="r" b="b"/>
              <a:pathLst>
                <a:path w="9525" h="9524">
                  <a:moveTo>
                    <a:pt x="8614" y="664"/>
                  </a:moveTo>
                  <a:cubicBezTo>
                    <a:pt x="9691" y="1465"/>
                    <a:pt x="9691" y="3074"/>
                    <a:pt x="9153" y="4675"/>
                  </a:cubicBezTo>
                  <a:cubicBezTo>
                    <a:pt x="7534" y="7894"/>
                    <a:pt x="2137" y="9494"/>
                    <a:pt x="-19" y="9494"/>
                  </a:cubicBezTo>
                  <a:cubicBezTo>
                    <a:pt x="-19" y="6284"/>
                    <a:pt x="4836" y="-2555"/>
                    <a:pt x="8614" y="664"/>
                  </a:cubicBezTo>
                </a:path>
              </a:pathLst>
            </a:custGeom>
            <a:solidFill>
              <a:srgbClr val="F9DFDF"/>
            </a:solidFill>
            <a:ln w="9525" cap="flat">
              <a:noFill/>
              <a:prstDash val="solid"/>
              <a:round/>
            </a:ln>
          </p:spPr>
          <p:txBody>
            <a:bodyPr/>
            <a:lstStyle/>
            <a:p>
              <a:endParaRPr lang="zh-CN" altLang="en-US" sz="2190"/>
            </a:p>
          </p:txBody>
        </p:sp>
        <p:sp>
          <p:nvSpPr>
            <p:cNvPr id="569" name="任意多边形: 形状 568"/>
            <p:cNvSpPr/>
            <p:nvPr/>
          </p:nvSpPr>
          <p:spPr>
            <a:xfrm>
              <a:off x="895812" y="160707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70" name="任意多边形: 形状 569"/>
            <p:cNvSpPr/>
            <p:nvPr/>
          </p:nvSpPr>
          <p:spPr>
            <a:xfrm>
              <a:off x="886286" y="1635642"/>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571" name="任意多边形: 形状 570"/>
            <p:cNvSpPr/>
            <p:nvPr/>
          </p:nvSpPr>
          <p:spPr>
            <a:xfrm>
              <a:off x="895812" y="1645174"/>
              <a:ext cx="19050" cy="19046"/>
            </a:xfrm>
            <a:custGeom>
              <a:avLst/>
              <a:gdLst>
                <a:gd name="csX0" fmla="*/ 19011 w 19050"/>
                <a:gd name="csY0" fmla="*/ 10940 h 19046"/>
                <a:gd name="csX1" fmla="*/ 8551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572" name="任意多边形: 形状 571"/>
            <p:cNvSpPr/>
            <p:nvPr/>
          </p:nvSpPr>
          <p:spPr>
            <a:xfrm>
              <a:off x="886286" y="1645176"/>
              <a:ext cx="9524" cy="9520"/>
            </a:xfrm>
            <a:custGeom>
              <a:avLst/>
              <a:gdLst>
                <a:gd name="csX0" fmla="*/ 8616 w 9524"/>
                <a:gd name="csY0" fmla="*/ 833 h 9520"/>
                <a:gd name="csX1" fmla="*/ 9153 w 9524"/>
                <a:gd name="csY1" fmla="*/ 4443 h 9520"/>
                <a:gd name="csX2" fmla="*/ 22 w 9524"/>
                <a:gd name="csY2" fmla="*/ 9491 h 9520"/>
                <a:gd name="csX3" fmla="*/ 8616 w 9524"/>
                <a:gd name="csY3" fmla="*/ 833 h 9520"/>
              </a:gdLst>
              <a:ahLst/>
              <a:cxnLst>
                <a:cxn ang="0">
                  <a:pos x="csX0" y="csY0"/>
                </a:cxn>
                <a:cxn ang="0">
                  <a:pos x="csX1" y="csY1"/>
                </a:cxn>
                <a:cxn ang="0">
                  <a:pos x="csX2" y="csY2"/>
                </a:cxn>
                <a:cxn ang="0">
                  <a:pos x="csX3" y="csY3"/>
                </a:cxn>
              </a:cxnLst>
              <a:rect l="l" t="t" r="r" b="b"/>
              <a:pathLst>
                <a:path w="9524" h="9520">
                  <a:moveTo>
                    <a:pt x="8616" y="833"/>
                  </a:moveTo>
                  <a:cubicBezTo>
                    <a:pt x="9690" y="1547"/>
                    <a:pt x="9690" y="2995"/>
                    <a:pt x="9153" y="4443"/>
                  </a:cubicBezTo>
                  <a:cubicBezTo>
                    <a:pt x="7543" y="7329"/>
                    <a:pt x="2170" y="8767"/>
                    <a:pt x="22" y="9491"/>
                  </a:cubicBezTo>
                  <a:cubicBezTo>
                    <a:pt x="-515" y="5881"/>
                    <a:pt x="4319" y="-2777"/>
                    <a:pt x="8616" y="833"/>
                  </a:cubicBezTo>
                </a:path>
              </a:pathLst>
            </a:custGeom>
            <a:solidFill>
              <a:srgbClr val="F9DFDF"/>
            </a:solidFill>
            <a:ln w="9525" cap="flat">
              <a:noFill/>
              <a:prstDash val="solid"/>
              <a:round/>
            </a:ln>
          </p:spPr>
          <p:txBody>
            <a:bodyPr/>
            <a:lstStyle/>
            <a:p>
              <a:endParaRPr lang="zh-CN" altLang="en-US" sz="2190"/>
            </a:p>
          </p:txBody>
        </p:sp>
        <p:sp>
          <p:nvSpPr>
            <p:cNvPr id="573" name="任意多边形: 形状 572"/>
            <p:cNvSpPr/>
            <p:nvPr/>
          </p:nvSpPr>
          <p:spPr>
            <a:xfrm>
              <a:off x="895812" y="163564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574" name="任意多边形: 形状 573"/>
            <p:cNvSpPr/>
            <p:nvPr/>
          </p:nvSpPr>
          <p:spPr>
            <a:xfrm>
              <a:off x="933912" y="1616592"/>
              <a:ext cx="47626" cy="38108"/>
            </a:xfrm>
            <a:custGeom>
              <a:avLst/>
              <a:gdLst>
                <a:gd name="csX0" fmla="*/ 47504 w 47626"/>
                <a:gd name="csY0" fmla="*/ 22120 h 38108"/>
                <a:gd name="csX1" fmla="*/ 21750 w 47626"/>
                <a:gd name="csY1" fmla="*/ 37788 h 38108"/>
                <a:gd name="csX2" fmla="*/ 85 w 47626"/>
                <a:gd name="csY2" fmla="*/ 15929 h 38108"/>
                <a:gd name="csX3" fmla="*/ 25837 w 47626"/>
                <a:gd name="csY3" fmla="*/ 260 h 38108"/>
                <a:gd name="csX4" fmla="*/ 47504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04" y="22120"/>
                  </a:moveTo>
                  <a:cubicBezTo>
                    <a:pt x="46277" y="32683"/>
                    <a:pt x="34831" y="39608"/>
                    <a:pt x="21750" y="37788"/>
                  </a:cubicBezTo>
                  <a:cubicBezTo>
                    <a:pt x="8669" y="35960"/>
                    <a:pt x="-1142" y="26130"/>
                    <a:pt x="85" y="15929"/>
                  </a:cubicBezTo>
                  <a:cubicBezTo>
                    <a:pt x="1311" y="5365"/>
                    <a:pt x="12758" y="-1559"/>
                    <a:pt x="25837" y="260"/>
                  </a:cubicBezTo>
                  <a:cubicBezTo>
                    <a:pt x="38918" y="1717"/>
                    <a:pt x="48729" y="11557"/>
                    <a:pt x="47504" y="22120"/>
                  </a:cubicBezTo>
                </a:path>
              </a:pathLst>
            </a:custGeom>
            <a:solidFill>
              <a:srgbClr val="E58E8E"/>
            </a:solidFill>
            <a:ln w="9525" cap="flat">
              <a:noFill/>
              <a:prstDash val="solid"/>
              <a:round/>
            </a:ln>
          </p:spPr>
          <p:txBody>
            <a:bodyPr/>
            <a:lstStyle/>
            <a:p>
              <a:endParaRPr lang="zh-CN" altLang="en-US" sz="2190"/>
            </a:p>
          </p:txBody>
        </p:sp>
        <p:sp>
          <p:nvSpPr>
            <p:cNvPr id="575" name="任意多边形: 形状 574"/>
            <p:cNvSpPr/>
            <p:nvPr/>
          </p:nvSpPr>
          <p:spPr>
            <a:xfrm>
              <a:off x="943437" y="1626124"/>
              <a:ext cx="28574" cy="19046"/>
            </a:xfrm>
            <a:custGeom>
              <a:avLst/>
              <a:gdLst>
                <a:gd name="csX0" fmla="*/ 28525 w 28574"/>
                <a:gd name="csY0" fmla="*/ 10940 h 19046"/>
                <a:gd name="csX1" fmla="*/ 12834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4" y="18922"/>
                  </a:cubicBezTo>
                  <a:cubicBezTo>
                    <a:pt x="4991" y="18198"/>
                    <a:pt x="-893" y="13121"/>
                    <a:pt x="88" y="8044"/>
                  </a:cubicBezTo>
                  <a:cubicBezTo>
                    <a:pt x="577" y="2958"/>
                    <a:pt x="7933" y="-662"/>
                    <a:pt x="15777" y="62"/>
                  </a:cubicBezTo>
                  <a:cubicBezTo>
                    <a:pt x="23622" y="1148"/>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576" name="任意多边形: 形状 575"/>
            <p:cNvSpPr/>
            <p:nvPr/>
          </p:nvSpPr>
          <p:spPr>
            <a:xfrm>
              <a:off x="943436" y="1626121"/>
              <a:ext cx="9526" cy="9525"/>
            </a:xfrm>
            <a:custGeom>
              <a:avLst/>
              <a:gdLst>
                <a:gd name="csX0" fmla="*/ 8617 w 9526"/>
                <a:gd name="csY0" fmla="*/ 571 h 9525"/>
                <a:gd name="csX1" fmla="*/ 9153 w 9526"/>
                <a:gd name="csY1" fmla="*/ 4285 h 9525"/>
                <a:gd name="csX2" fmla="*/ 22 w 9526"/>
                <a:gd name="csY2" fmla="*/ 9495 h 9525"/>
                <a:gd name="csX3" fmla="*/ 8617 w 9526"/>
                <a:gd name="csY3" fmla="*/ 571 h 9525"/>
              </a:gdLst>
              <a:ahLst/>
              <a:cxnLst>
                <a:cxn ang="0">
                  <a:pos x="csX0" y="csY0"/>
                </a:cxn>
                <a:cxn ang="0">
                  <a:pos x="csX1" y="csY1"/>
                </a:cxn>
                <a:cxn ang="0">
                  <a:pos x="csX2" y="csY2"/>
                </a:cxn>
                <a:cxn ang="0">
                  <a:pos x="csX3" y="csY3"/>
                </a:cxn>
              </a:cxnLst>
              <a:rect l="l" t="t" r="r" b="b"/>
              <a:pathLst>
                <a:path w="9526" h="9525">
                  <a:moveTo>
                    <a:pt x="8617" y="571"/>
                  </a:moveTo>
                  <a:cubicBezTo>
                    <a:pt x="9692" y="1314"/>
                    <a:pt x="9692" y="2799"/>
                    <a:pt x="9153" y="4285"/>
                  </a:cubicBezTo>
                  <a:cubicBezTo>
                    <a:pt x="7543" y="7267"/>
                    <a:pt x="2172" y="8752"/>
                    <a:pt x="22" y="9495"/>
                  </a:cubicBezTo>
                  <a:cubicBezTo>
                    <a:pt x="-515" y="6524"/>
                    <a:pt x="4319" y="-2411"/>
                    <a:pt x="8617" y="571"/>
                  </a:cubicBezTo>
                </a:path>
              </a:pathLst>
            </a:custGeom>
            <a:solidFill>
              <a:srgbClr val="F9DFDF"/>
            </a:solidFill>
            <a:ln w="9525" cap="flat">
              <a:noFill/>
              <a:prstDash val="solid"/>
              <a:round/>
            </a:ln>
          </p:spPr>
          <p:txBody>
            <a:bodyPr/>
            <a:lstStyle/>
            <a:p>
              <a:endParaRPr lang="zh-CN" altLang="en-US" sz="2190"/>
            </a:p>
          </p:txBody>
        </p:sp>
        <p:sp>
          <p:nvSpPr>
            <p:cNvPr id="577" name="任意多边形: 形状 576"/>
            <p:cNvSpPr/>
            <p:nvPr/>
          </p:nvSpPr>
          <p:spPr>
            <a:xfrm>
              <a:off x="952962" y="16261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78" name="任意多边形: 形状 577"/>
            <p:cNvSpPr/>
            <p:nvPr/>
          </p:nvSpPr>
          <p:spPr>
            <a:xfrm>
              <a:off x="905336" y="159754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579" name="任意多边形: 形状 578"/>
            <p:cNvSpPr/>
            <p:nvPr/>
          </p:nvSpPr>
          <p:spPr>
            <a:xfrm>
              <a:off x="914862" y="1607074"/>
              <a:ext cx="19049" cy="19046"/>
            </a:xfrm>
            <a:custGeom>
              <a:avLst/>
              <a:gdLst>
                <a:gd name="csX0" fmla="*/ 19012 w 19049"/>
                <a:gd name="csY0" fmla="*/ 10940 h 19046"/>
                <a:gd name="csX1" fmla="*/ 8550 w 19049"/>
                <a:gd name="csY1" fmla="*/ 18922 h 19046"/>
                <a:gd name="csX2" fmla="*/ 52 w 19049"/>
                <a:gd name="csY2" fmla="*/ 8044 h 19046"/>
                <a:gd name="csX3" fmla="*/ 10513 w 19049"/>
                <a:gd name="csY3" fmla="*/ 62 h 19046"/>
                <a:gd name="csX4" fmla="*/ 19012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9012" y="10940"/>
                  </a:moveTo>
                  <a:cubicBezTo>
                    <a:pt x="18685" y="16026"/>
                    <a:pt x="13782" y="19655"/>
                    <a:pt x="8550" y="18922"/>
                  </a:cubicBezTo>
                  <a:cubicBezTo>
                    <a:pt x="3321" y="18198"/>
                    <a:pt x="-601" y="13121"/>
                    <a:pt x="52" y="8044"/>
                  </a:cubicBezTo>
                  <a:cubicBezTo>
                    <a:pt x="378" y="2958"/>
                    <a:pt x="5283" y="-662"/>
                    <a:pt x="10513" y="62"/>
                  </a:cubicBezTo>
                  <a:cubicBezTo>
                    <a:pt x="15416" y="786"/>
                    <a:pt x="19338" y="5501"/>
                    <a:pt x="19012" y="10940"/>
                  </a:cubicBezTo>
                </a:path>
              </a:pathLst>
            </a:custGeom>
            <a:solidFill>
              <a:srgbClr val="E16262"/>
            </a:solidFill>
            <a:ln w="9525" cap="flat">
              <a:noFill/>
              <a:prstDash val="solid"/>
              <a:round/>
            </a:ln>
          </p:spPr>
          <p:txBody>
            <a:bodyPr/>
            <a:lstStyle/>
            <a:p>
              <a:endParaRPr lang="zh-CN" altLang="en-US" sz="2190"/>
            </a:p>
          </p:txBody>
        </p:sp>
        <p:sp>
          <p:nvSpPr>
            <p:cNvPr id="580" name="任意多边形: 形状 579"/>
            <p:cNvSpPr/>
            <p:nvPr/>
          </p:nvSpPr>
          <p:spPr>
            <a:xfrm>
              <a:off x="905337" y="1607071"/>
              <a:ext cx="9525" cy="9525"/>
            </a:xfrm>
            <a:custGeom>
              <a:avLst/>
              <a:gdLst>
                <a:gd name="csX0" fmla="*/ 8614 w 9525"/>
                <a:gd name="csY0" fmla="*/ 571 h 9525"/>
                <a:gd name="csX1" fmla="*/ 9153 w 9525"/>
                <a:gd name="csY1" fmla="*/ 4285 h 9525"/>
                <a:gd name="csX2" fmla="*/ -19 w 9525"/>
                <a:gd name="csY2" fmla="*/ 9495 h 9525"/>
                <a:gd name="csX3" fmla="*/ 8614 w 9525"/>
                <a:gd name="csY3" fmla="*/ 571 h 9525"/>
              </a:gdLst>
              <a:ahLst/>
              <a:cxnLst>
                <a:cxn ang="0">
                  <a:pos x="csX0" y="csY0"/>
                </a:cxn>
                <a:cxn ang="0">
                  <a:pos x="csX1" y="csY1"/>
                </a:cxn>
                <a:cxn ang="0">
                  <a:pos x="csX2" y="csY2"/>
                </a:cxn>
                <a:cxn ang="0">
                  <a:pos x="csX3" y="csY3"/>
                </a:cxn>
              </a:cxnLst>
              <a:rect l="l" t="t" r="r" b="b"/>
              <a:pathLst>
                <a:path w="9525" h="9525">
                  <a:moveTo>
                    <a:pt x="8614" y="571"/>
                  </a:moveTo>
                  <a:cubicBezTo>
                    <a:pt x="9691" y="1314"/>
                    <a:pt x="9691" y="2799"/>
                    <a:pt x="9153" y="4285"/>
                  </a:cubicBezTo>
                  <a:cubicBezTo>
                    <a:pt x="7534" y="7267"/>
                    <a:pt x="2137" y="8752"/>
                    <a:pt x="-19" y="9495"/>
                  </a:cubicBezTo>
                  <a:cubicBezTo>
                    <a:pt x="-19" y="6524"/>
                    <a:pt x="4836" y="-2411"/>
                    <a:pt x="8614" y="571"/>
                  </a:cubicBezTo>
                </a:path>
              </a:pathLst>
            </a:custGeom>
            <a:solidFill>
              <a:srgbClr val="F9DFDF"/>
            </a:solidFill>
            <a:ln w="9525" cap="flat">
              <a:noFill/>
              <a:prstDash val="solid"/>
              <a:round/>
            </a:ln>
          </p:spPr>
          <p:txBody>
            <a:bodyPr/>
            <a:lstStyle/>
            <a:p>
              <a:endParaRPr lang="zh-CN" altLang="en-US" sz="2190"/>
            </a:p>
          </p:txBody>
        </p:sp>
        <p:sp>
          <p:nvSpPr>
            <p:cNvPr id="581" name="任意多边形: 形状 580"/>
            <p:cNvSpPr/>
            <p:nvPr/>
          </p:nvSpPr>
          <p:spPr>
            <a:xfrm>
              <a:off x="914862" y="159754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582" name="任意多边形: 形状 581"/>
            <p:cNvSpPr/>
            <p:nvPr/>
          </p:nvSpPr>
          <p:spPr>
            <a:xfrm>
              <a:off x="924387" y="1654692"/>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0" y="39608"/>
                    <a:pt x="21749" y="37788"/>
                  </a:cubicBezTo>
                  <a:cubicBezTo>
                    <a:pt x="8669" y="35960"/>
                    <a:pt x="-1142" y="26130"/>
                    <a:pt x="85" y="15929"/>
                  </a:cubicBezTo>
                  <a:cubicBezTo>
                    <a:pt x="1311" y="5365"/>
                    <a:pt x="12757" y="-1559"/>
                    <a:pt x="25837" y="260"/>
                  </a:cubicBezTo>
                  <a:cubicBezTo>
                    <a:pt x="38917"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583" name="任意多边形: 形状 582"/>
            <p:cNvSpPr/>
            <p:nvPr/>
          </p:nvSpPr>
          <p:spPr>
            <a:xfrm>
              <a:off x="933912" y="1664224"/>
              <a:ext cx="28574" cy="19046"/>
            </a:xfrm>
            <a:custGeom>
              <a:avLst/>
              <a:gdLst>
                <a:gd name="csX0" fmla="*/ 28525 w 28574"/>
                <a:gd name="csY0" fmla="*/ 10940 h 19046"/>
                <a:gd name="csX1" fmla="*/ 12836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6" y="18922"/>
                  </a:cubicBezTo>
                  <a:cubicBezTo>
                    <a:pt x="4991" y="18198"/>
                    <a:pt x="-893" y="13121"/>
                    <a:pt x="88" y="8044"/>
                  </a:cubicBezTo>
                  <a:cubicBezTo>
                    <a:pt x="579" y="2958"/>
                    <a:pt x="7932" y="-662"/>
                    <a:pt x="15777" y="62"/>
                  </a:cubicBezTo>
                  <a:cubicBezTo>
                    <a:pt x="23622" y="786"/>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584" name="任意多边形: 形状 583"/>
            <p:cNvSpPr/>
            <p:nvPr/>
          </p:nvSpPr>
          <p:spPr>
            <a:xfrm>
              <a:off x="933911" y="1664224"/>
              <a:ext cx="9524" cy="9522"/>
            </a:xfrm>
            <a:custGeom>
              <a:avLst/>
              <a:gdLst>
                <a:gd name="csX0" fmla="*/ 8616 w 9524"/>
                <a:gd name="csY0" fmla="*/ 606 h 9522"/>
                <a:gd name="csX1" fmla="*/ 9153 w 9524"/>
                <a:gd name="csY1" fmla="*/ 4311 h 9522"/>
                <a:gd name="csX2" fmla="*/ 22 w 9524"/>
                <a:gd name="csY2" fmla="*/ 9493 h 9522"/>
                <a:gd name="csX3" fmla="*/ 8616 w 9524"/>
                <a:gd name="csY3" fmla="*/ 606 h 9522"/>
              </a:gdLst>
              <a:ahLst/>
              <a:cxnLst>
                <a:cxn ang="0">
                  <a:pos x="csX0" y="csY0"/>
                </a:cxn>
                <a:cxn ang="0">
                  <a:pos x="csX1" y="csY1"/>
                </a:cxn>
                <a:cxn ang="0">
                  <a:pos x="csX2" y="csY2"/>
                </a:cxn>
                <a:cxn ang="0">
                  <a:pos x="csX3" y="csY3"/>
                </a:cxn>
              </a:cxnLst>
              <a:rect l="l" t="t" r="r" b="b"/>
              <a:pathLst>
                <a:path w="9524" h="9522">
                  <a:moveTo>
                    <a:pt x="8616" y="606"/>
                  </a:moveTo>
                  <a:cubicBezTo>
                    <a:pt x="9690" y="1349"/>
                    <a:pt x="9690" y="2825"/>
                    <a:pt x="9153" y="4311"/>
                  </a:cubicBezTo>
                  <a:cubicBezTo>
                    <a:pt x="7543" y="7273"/>
                    <a:pt x="2170" y="8750"/>
                    <a:pt x="22" y="9493"/>
                  </a:cubicBezTo>
                  <a:cubicBezTo>
                    <a:pt x="-515" y="5787"/>
                    <a:pt x="4319" y="-2356"/>
                    <a:pt x="8616" y="606"/>
                  </a:cubicBezTo>
                </a:path>
              </a:pathLst>
            </a:custGeom>
            <a:solidFill>
              <a:srgbClr val="F9DFDF"/>
            </a:solidFill>
            <a:ln w="9525" cap="flat">
              <a:noFill/>
              <a:prstDash val="solid"/>
              <a:round/>
            </a:ln>
          </p:spPr>
          <p:txBody>
            <a:bodyPr/>
            <a:lstStyle/>
            <a:p>
              <a:endParaRPr lang="zh-CN" altLang="en-US" sz="2190"/>
            </a:p>
          </p:txBody>
        </p:sp>
        <p:sp>
          <p:nvSpPr>
            <p:cNvPr id="585" name="任意多边形: 形状 584"/>
            <p:cNvSpPr/>
            <p:nvPr/>
          </p:nvSpPr>
          <p:spPr>
            <a:xfrm>
              <a:off x="943437" y="16546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586" name="任意多边形: 形状 585"/>
            <p:cNvSpPr/>
            <p:nvPr/>
          </p:nvSpPr>
          <p:spPr>
            <a:xfrm>
              <a:off x="867237" y="166421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1717"/>
                    <a:pt x="48729" y="11557"/>
                    <a:pt x="47502" y="22120"/>
                  </a:cubicBezTo>
                </a:path>
              </a:pathLst>
            </a:custGeom>
            <a:solidFill>
              <a:srgbClr val="E58E8E"/>
            </a:solidFill>
            <a:ln w="9525" cap="flat">
              <a:noFill/>
              <a:prstDash val="solid"/>
              <a:round/>
            </a:ln>
          </p:spPr>
          <p:txBody>
            <a:bodyPr/>
            <a:lstStyle/>
            <a:p>
              <a:endParaRPr lang="zh-CN" altLang="en-US" sz="2190"/>
            </a:p>
          </p:txBody>
        </p:sp>
        <p:sp>
          <p:nvSpPr>
            <p:cNvPr id="587" name="任意多边形: 形状 586"/>
            <p:cNvSpPr/>
            <p:nvPr/>
          </p:nvSpPr>
          <p:spPr>
            <a:xfrm>
              <a:off x="876762" y="16737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1148"/>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88" name="任意多边形: 形状 587"/>
            <p:cNvSpPr/>
            <p:nvPr/>
          </p:nvSpPr>
          <p:spPr>
            <a:xfrm>
              <a:off x="876762" y="166422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589" name="任意多边形: 形状 588"/>
            <p:cNvSpPr/>
            <p:nvPr/>
          </p:nvSpPr>
          <p:spPr>
            <a:xfrm>
              <a:off x="876762" y="16642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1"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90" name="任意多边形: 形状 589"/>
            <p:cNvSpPr/>
            <p:nvPr/>
          </p:nvSpPr>
          <p:spPr>
            <a:xfrm>
              <a:off x="924386" y="1578492"/>
              <a:ext cx="38100" cy="38108"/>
            </a:xfrm>
            <a:custGeom>
              <a:avLst/>
              <a:gdLst>
                <a:gd name="csX0" fmla="*/ 37995 w 38100"/>
                <a:gd name="csY0" fmla="*/ 22120 h 38108"/>
                <a:gd name="csX1" fmla="*/ 17395 w 38100"/>
                <a:gd name="csY1" fmla="*/ 37788 h 38108"/>
                <a:gd name="csX2" fmla="*/ 64 w 38100"/>
                <a:gd name="csY2" fmla="*/ 15929 h 38108"/>
                <a:gd name="csX3" fmla="*/ 20665 w 38100"/>
                <a:gd name="csY3" fmla="*/ 260 h 38108"/>
                <a:gd name="csX4" fmla="*/ 37995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5" y="22120"/>
                  </a:moveTo>
                  <a:cubicBezTo>
                    <a:pt x="37014" y="32683"/>
                    <a:pt x="27859" y="39608"/>
                    <a:pt x="17395" y="37788"/>
                  </a:cubicBezTo>
                  <a:cubicBezTo>
                    <a:pt x="6931" y="35960"/>
                    <a:pt x="-917" y="26130"/>
                    <a:pt x="64" y="15929"/>
                  </a:cubicBezTo>
                  <a:cubicBezTo>
                    <a:pt x="1045" y="5365"/>
                    <a:pt x="10201" y="-1559"/>
                    <a:pt x="20665" y="260"/>
                  </a:cubicBezTo>
                  <a:cubicBezTo>
                    <a:pt x="31455" y="1717"/>
                    <a:pt x="38976" y="11557"/>
                    <a:pt x="37995" y="22120"/>
                  </a:cubicBezTo>
                </a:path>
              </a:pathLst>
            </a:custGeom>
            <a:solidFill>
              <a:srgbClr val="E58E8E"/>
            </a:solidFill>
            <a:ln w="9525" cap="flat">
              <a:noFill/>
              <a:prstDash val="solid"/>
              <a:round/>
            </a:ln>
          </p:spPr>
          <p:txBody>
            <a:bodyPr/>
            <a:lstStyle/>
            <a:p>
              <a:endParaRPr lang="zh-CN" altLang="en-US" sz="2190"/>
            </a:p>
          </p:txBody>
        </p:sp>
        <p:sp>
          <p:nvSpPr>
            <p:cNvPr id="591" name="任意多边形: 形状 590"/>
            <p:cNvSpPr/>
            <p:nvPr/>
          </p:nvSpPr>
          <p:spPr>
            <a:xfrm>
              <a:off x="933912" y="158802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5" y="19655"/>
                    <a:pt x="8528" y="18922"/>
                  </a:cubicBezTo>
                  <a:cubicBezTo>
                    <a:pt x="3312" y="18198"/>
                    <a:pt x="-600" y="13121"/>
                    <a:pt x="52" y="8044"/>
                  </a:cubicBezTo>
                  <a:cubicBezTo>
                    <a:pt x="378" y="2958"/>
                    <a:pt x="5268"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592" name="任意多边形: 形状 591"/>
            <p:cNvSpPr/>
            <p:nvPr/>
          </p:nvSpPr>
          <p:spPr>
            <a:xfrm>
              <a:off x="924387" y="1588021"/>
              <a:ext cx="9525" cy="9525"/>
            </a:xfrm>
            <a:custGeom>
              <a:avLst/>
              <a:gdLst>
                <a:gd name="csX0" fmla="*/ 8616 w 9525"/>
                <a:gd name="csY0" fmla="*/ 571 h 9525"/>
                <a:gd name="csX1" fmla="*/ 9154 w 9525"/>
                <a:gd name="csY1" fmla="*/ 4285 h 9525"/>
                <a:gd name="csX2" fmla="*/ 19 w 9525"/>
                <a:gd name="csY2" fmla="*/ 9495 h 9525"/>
                <a:gd name="csX3" fmla="*/ 8616 w 9525"/>
                <a:gd name="csY3" fmla="*/ 571 h 9525"/>
              </a:gdLst>
              <a:ahLst/>
              <a:cxnLst>
                <a:cxn ang="0">
                  <a:pos x="csX0" y="csY0"/>
                </a:cxn>
                <a:cxn ang="0">
                  <a:pos x="csX1" y="csY1"/>
                </a:cxn>
                <a:cxn ang="0">
                  <a:pos x="csX2" y="csY2"/>
                </a:cxn>
                <a:cxn ang="0">
                  <a:pos x="csX3" y="csY3"/>
                </a:cxn>
              </a:cxnLst>
              <a:rect l="l" t="t" r="r" b="b"/>
              <a:pathLst>
                <a:path w="9525" h="9525">
                  <a:moveTo>
                    <a:pt x="8616" y="571"/>
                  </a:moveTo>
                  <a:cubicBezTo>
                    <a:pt x="9691" y="1314"/>
                    <a:pt x="9691" y="2799"/>
                    <a:pt x="9154" y="4285"/>
                  </a:cubicBezTo>
                  <a:cubicBezTo>
                    <a:pt x="7541" y="7267"/>
                    <a:pt x="2167" y="8752"/>
                    <a:pt x="19" y="9495"/>
                  </a:cubicBezTo>
                  <a:cubicBezTo>
                    <a:pt x="-520" y="6524"/>
                    <a:pt x="4855" y="-2411"/>
                    <a:pt x="8616" y="571"/>
                  </a:cubicBezTo>
                </a:path>
              </a:pathLst>
            </a:custGeom>
            <a:solidFill>
              <a:srgbClr val="F9DFDF"/>
            </a:solidFill>
            <a:ln w="9525" cap="flat">
              <a:noFill/>
              <a:prstDash val="solid"/>
              <a:round/>
            </a:ln>
          </p:spPr>
          <p:txBody>
            <a:bodyPr/>
            <a:lstStyle/>
            <a:p>
              <a:endParaRPr lang="zh-CN" altLang="en-US" sz="2190"/>
            </a:p>
          </p:txBody>
        </p:sp>
        <p:sp>
          <p:nvSpPr>
            <p:cNvPr id="593" name="任意多边形: 形状 592"/>
            <p:cNvSpPr/>
            <p:nvPr/>
          </p:nvSpPr>
          <p:spPr>
            <a:xfrm>
              <a:off x="933912" y="1588022"/>
              <a:ext cx="9526" cy="9525"/>
            </a:xfrm>
            <a:custGeom>
              <a:avLst/>
              <a:gdLst>
                <a:gd name="csX0" fmla="*/ 9340 w 9526"/>
                <a:gd name="csY0" fmla="*/ 5685 h 9525"/>
                <a:gd name="csX1" fmla="*/ 4237 w 9526"/>
                <a:gd name="csY1" fmla="*/ 9495 h 9525"/>
                <a:gd name="csX2" fmla="*/ -19 w 9526"/>
                <a:gd name="csY2" fmla="*/ 3780 h 9525"/>
                <a:gd name="csX3" fmla="*/ 5085 w 9526"/>
                <a:gd name="csY3" fmla="*/ -30 h 9525"/>
                <a:gd name="csX4" fmla="*/ 9340 w 9526"/>
                <a:gd name="csY4" fmla="*/ 5685 h 9525"/>
              </a:gdLst>
              <a:ahLst/>
              <a:cxnLst>
                <a:cxn ang="0">
                  <a:pos x="csX0" y="csY0"/>
                </a:cxn>
                <a:cxn ang="0">
                  <a:pos x="csX1" y="csY1"/>
                </a:cxn>
                <a:cxn ang="0">
                  <a:pos x="csX2" y="csY2"/>
                </a:cxn>
                <a:cxn ang="0">
                  <a:pos x="csX3" y="csY3"/>
                </a:cxn>
                <a:cxn ang="0">
                  <a:pos x="csX4" y="csY4"/>
                </a:cxn>
              </a:cxnLst>
              <a:rect l="l" t="t" r="r" b="b"/>
              <a:pathLst>
                <a:path w="9526" h="9525">
                  <a:moveTo>
                    <a:pt x="9340" y="5685"/>
                  </a:moveTo>
                  <a:cubicBezTo>
                    <a:pt x="9340" y="8542"/>
                    <a:pt x="6788" y="9495"/>
                    <a:pt x="4237" y="9495"/>
                  </a:cubicBezTo>
                  <a:cubicBezTo>
                    <a:pt x="1683" y="9495"/>
                    <a:pt x="-19" y="6637"/>
                    <a:pt x="-19" y="3780"/>
                  </a:cubicBezTo>
                  <a:cubicBezTo>
                    <a:pt x="-19" y="923"/>
                    <a:pt x="2535" y="-30"/>
                    <a:pt x="5085" y="-30"/>
                  </a:cubicBezTo>
                  <a:cubicBezTo>
                    <a:pt x="7638" y="923"/>
                    <a:pt x="10192" y="3780"/>
                    <a:pt x="9340" y="5685"/>
                  </a:cubicBezTo>
                </a:path>
              </a:pathLst>
            </a:custGeom>
            <a:solidFill>
              <a:srgbClr val="F9DFDF"/>
            </a:solidFill>
            <a:ln w="9525" cap="flat">
              <a:noFill/>
              <a:prstDash val="solid"/>
              <a:round/>
            </a:ln>
          </p:spPr>
          <p:txBody>
            <a:bodyPr/>
            <a:lstStyle/>
            <a:p>
              <a:endParaRPr lang="zh-CN" altLang="en-US" sz="2190"/>
            </a:p>
          </p:txBody>
        </p:sp>
        <p:sp>
          <p:nvSpPr>
            <p:cNvPr id="594" name="任意多边形: 形状 593"/>
            <p:cNvSpPr/>
            <p:nvPr/>
          </p:nvSpPr>
          <p:spPr>
            <a:xfrm>
              <a:off x="933912" y="1597542"/>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2"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595" name="任意多边形: 形状 594"/>
            <p:cNvSpPr/>
            <p:nvPr/>
          </p:nvSpPr>
          <p:spPr>
            <a:xfrm>
              <a:off x="943437" y="160707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596" name="任意多边形: 形状 595"/>
            <p:cNvSpPr/>
            <p:nvPr/>
          </p:nvSpPr>
          <p:spPr>
            <a:xfrm>
              <a:off x="933912" y="160707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597" name="任意多边形: 形状 596"/>
            <p:cNvSpPr/>
            <p:nvPr/>
          </p:nvSpPr>
          <p:spPr>
            <a:xfrm>
              <a:off x="943437" y="159754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598" name="任意多边形: 形状 597"/>
            <p:cNvSpPr/>
            <p:nvPr/>
          </p:nvSpPr>
          <p:spPr>
            <a:xfrm>
              <a:off x="1062500" y="1621359"/>
              <a:ext cx="276224" cy="57150"/>
            </a:xfrm>
            <a:custGeom>
              <a:avLst/>
              <a:gdLst>
                <a:gd name="csX0" fmla="*/ -19 w 276224"/>
                <a:gd name="csY0" fmla="*/ 55406 h 57150"/>
                <a:gd name="csX1" fmla="*/ -19 w 276224"/>
                <a:gd name="csY1" fmla="*/ 53701 h 57150"/>
                <a:gd name="csX2" fmla="*/ -19 w 276224"/>
                <a:gd name="csY2" fmla="*/ 2704 h 57150"/>
                <a:gd name="csX3" fmla="*/ -19 w 276224"/>
                <a:gd name="csY3" fmla="*/ 656 h 57150"/>
                <a:gd name="csX4" fmla="*/ 275500 w 276224"/>
                <a:gd name="csY4" fmla="*/ -30 h 57150"/>
                <a:gd name="csX5" fmla="*/ 275853 w 276224"/>
                <a:gd name="csY5" fmla="*/ 656 h 57150"/>
                <a:gd name="csX6" fmla="*/ 276205 w 276224"/>
                <a:gd name="csY6" fmla="*/ 54386 h 57150"/>
                <a:gd name="csX7" fmla="*/ 275853 w 276224"/>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4" h="57150">
                  <a:moveTo>
                    <a:pt x="-19" y="55406"/>
                  </a:moveTo>
                  <a:lnTo>
                    <a:pt x="-19" y="53701"/>
                  </a:lnTo>
                  <a:lnTo>
                    <a:pt x="-19" y="2704"/>
                  </a:lnTo>
                  <a:lnTo>
                    <a:pt x="-19" y="656"/>
                  </a:lnTo>
                  <a:moveTo>
                    <a:pt x="275500" y="-30"/>
                  </a:moveTo>
                  <a:cubicBezTo>
                    <a:pt x="275853" y="-30"/>
                    <a:pt x="275853" y="313"/>
                    <a:pt x="275853" y="656"/>
                  </a:cubicBezTo>
                  <a:lnTo>
                    <a:pt x="276205" y="54386"/>
                  </a:lnTo>
                  <a:lnTo>
                    <a:pt x="275853" y="57120"/>
                  </a:lnTo>
                </a:path>
              </a:pathLst>
            </a:custGeom>
            <a:noFill/>
            <a:ln w="6477" cap="flat">
              <a:solidFill>
                <a:srgbClr val="040000"/>
              </a:solidFill>
              <a:prstDash val="solid"/>
              <a:round/>
            </a:ln>
          </p:spPr>
          <p:txBody>
            <a:bodyPr/>
            <a:lstStyle/>
            <a:p>
              <a:endParaRPr lang="zh-CN" altLang="en-US" sz="2190"/>
            </a:p>
          </p:txBody>
        </p:sp>
        <p:sp>
          <p:nvSpPr>
            <p:cNvPr id="599" name="任意多边形: 形状 598"/>
            <p:cNvSpPr/>
            <p:nvPr/>
          </p:nvSpPr>
          <p:spPr>
            <a:xfrm>
              <a:off x="1057736" y="1635647"/>
              <a:ext cx="276225" cy="76200"/>
            </a:xfrm>
            <a:custGeom>
              <a:avLst/>
              <a:gdLst>
                <a:gd name="csX0" fmla="*/ 169022 w 276225"/>
                <a:gd name="csY0" fmla="*/ 75332 h 76200"/>
                <a:gd name="csX1" fmla="*/ 194320 w 276225"/>
                <a:gd name="csY1" fmla="*/ 72865 h 76200"/>
                <a:gd name="csX2" fmla="*/ 275854 w 276225"/>
                <a:gd name="csY2" fmla="*/ 41175 h 76200"/>
                <a:gd name="csX3" fmla="*/ 276206 w 276225"/>
                <a:gd name="csY3" fmla="*/ 38003 h 76200"/>
                <a:gd name="csX4" fmla="*/ 138094 w 276225"/>
                <a:gd name="csY4" fmla="*/ -30 h 76200"/>
                <a:gd name="csX5" fmla="*/ -18 w 276225"/>
                <a:gd name="csY5" fmla="*/ 38003 h 76200"/>
                <a:gd name="csX6" fmla="*/ 105766 w 276225"/>
                <a:gd name="csY6" fmla="*/ 74979 h 76200"/>
                <a:gd name="csX7" fmla="*/ 138094 w 276225"/>
                <a:gd name="csY7" fmla="*/ 76037 h 76200"/>
                <a:gd name="csX8" fmla="*/ 169022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2" y="75332"/>
                  </a:moveTo>
                  <a:cubicBezTo>
                    <a:pt x="177451" y="74627"/>
                    <a:pt x="185890" y="73922"/>
                    <a:pt x="194320" y="72865"/>
                  </a:cubicBezTo>
                  <a:cubicBezTo>
                    <a:pt x="239306" y="67226"/>
                    <a:pt x="271634" y="55253"/>
                    <a:pt x="275854" y="41175"/>
                  </a:cubicBezTo>
                  <a:lnTo>
                    <a:pt x="276206" y="38003"/>
                  </a:lnTo>
                  <a:cubicBezTo>
                    <a:pt x="276206" y="17229"/>
                    <a:pt x="214351" y="-30"/>
                    <a:pt x="138094" y="-30"/>
                  </a:cubicBezTo>
                  <a:cubicBezTo>
                    <a:pt x="72381" y="-30"/>
                    <a:pt x="-369" y="20039"/>
                    <a:pt x="-18" y="38003"/>
                  </a:cubicBezTo>
                  <a:cubicBezTo>
                    <a:pt x="-18" y="54548"/>
                    <a:pt x="62189" y="71103"/>
                    <a:pt x="105766" y="74979"/>
                  </a:cubicBezTo>
                  <a:cubicBezTo>
                    <a:pt x="119120" y="76037"/>
                    <a:pt x="130360" y="76037"/>
                    <a:pt x="138094" y="76037"/>
                  </a:cubicBezTo>
                  <a:cubicBezTo>
                    <a:pt x="148638" y="76380"/>
                    <a:pt x="159182" y="76037"/>
                    <a:pt x="169022" y="75332"/>
                  </a:cubicBezTo>
                </a:path>
              </a:pathLst>
            </a:custGeom>
            <a:solidFill>
              <a:srgbClr val="4385C6"/>
            </a:solidFill>
            <a:ln w="9525" cap="flat">
              <a:noFill/>
              <a:prstDash val="solid"/>
              <a:round/>
            </a:ln>
          </p:spPr>
          <p:txBody>
            <a:bodyPr/>
            <a:lstStyle/>
            <a:p>
              <a:endParaRPr lang="zh-CN" altLang="en-US" sz="2190"/>
            </a:p>
          </p:txBody>
        </p:sp>
        <p:sp>
          <p:nvSpPr>
            <p:cNvPr id="600" name="任意多边形: 形状 599"/>
            <p:cNvSpPr/>
            <p:nvPr/>
          </p:nvSpPr>
          <p:spPr>
            <a:xfrm>
              <a:off x="1062500" y="1583259"/>
              <a:ext cx="276224" cy="76200"/>
            </a:xfrm>
            <a:custGeom>
              <a:avLst/>
              <a:gdLst>
                <a:gd name="csX0" fmla="*/ 276205 w 276224"/>
                <a:gd name="csY0" fmla="*/ 38070 h 76200"/>
                <a:gd name="csX1" fmla="*/ 138093 w 276224"/>
                <a:gd name="csY1" fmla="*/ 76170 h 76200"/>
                <a:gd name="csX2" fmla="*/ -19 w 276224"/>
                <a:gd name="csY2" fmla="*/ 38070 h 76200"/>
                <a:gd name="csX3" fmla="*/ 138093 w 276224"/>
                <a:gd name="csY3" fmla="*/ -30 h 76200"/>
                <a:gd name="csX4" fmla="*/ 276205 w 276224"/>
                <a:gd name="csY4" fmla="*/ 38070 h 76200"/>
              </a:gdLst>
              <a:ahLst/>
              <a:cxnLst>
                <a:cxn ang="0">
                  <a:pos x="csX0" y="csY0"/>
                </a:cxn>
                <a:cxn ang="0">
                  <a:pos x="csX1" y="csY1"/>
                </a:cxn>
                <a:cxn ang="0">
                  <a:pos x="csX2" y="csY2"/>
                </a:cxn>
                <a:cxn ang="0">
                  <a:pos x="csX3" y="csY3"/>
                </a:cxn>
                <a:cxn ang="0">
                  <a:pos x="csX4" y="csY4"/>
                </a:cxn>
              </a:cxnLst>
              <a:rect l="l" t="t" r="r" b="b"/>
              <a:pathLst>
                <a:path w="276224" h="76200">
                  <a:moveTo>
                    <a:pt x="276205" y="38070"/>
                  </a:moveTo>
                  <a:cubicBezTo>
                    <a:pt x="276205" y="59111"/>
                    <a:pt x="214369" y="76170"/>
                    <a:pt x="138093" y="76170"/>
                  </a:cubicBezTo>
                  <a:cubicBezTo>
                    <a:pt x="61816" y="76170"/>
                    <a:pt x="-19" y="59111"/>
                    <a:pt x="-19" y="38070"/>
                  </a:cubicBezTo>
                  <a:cubicBezTo>
                    <a:pt x="-19" y="17029"/>
                    <a:pt x="61816" y="-30"/>
                    <a:pt x="138093" y="-30"/>
                  </a:cubicBezTo>
                  <a:cubicBezTo>
                    <a:pt x="214369" y="-30"/>
                    <a:pt x="276205" y="17029"/>
                    <a:pt x="276205" y="38070"/>
                  </a:cubicBezTo>
                  <a:close/>
                </a:path>
              </a:pathLst>
            </a:custGeom>
            <a:noFill/>
            <a:ln w="6477" cap="flat">
              <a:solidFill>
                <a:srgbClr val="040000"/>
              </a:solidFill>
              <a:prstDash val="solid"/>
              <a:round/>
            </a:ln>
          </p:spPr>
          <p:txBody>
            <a:bodyPr/>
            <a:lstStyle/>
            <a:p>
              <a:endParaRPr lang="zh-CN" altLang="en-US" sz="2190"/>
            </a:p>
          </p:txBody>
        </p:sp>
        <p:sp>
          <p:nvSpPr>
            <p:cNvPr id="601" name="任意多边形: 形状 600"/>
            <p:cNvSpPr/>
            <p:nvPr/>
          </p:nvSpPr>
          <p:spPr>
            <a:xfrm>
              <a:off x="1205374" y="1678509"/>
              <a:ext cx="133350" cy="38100"/>
            </a:xfrm>
            <a:custGeom>
              <a:avLst/>
              <a:gdLst>
                <a:gd name="csX0" fmla="*/ 133331 w 133350"/>
                <a:gd name="csY0" fmla="*/ -30 h 38100"/>
                <a:gd name="csX1" fmla="*/ -19 w 133350"/>
                <a:gd name="csY1" fmla="*/ 38022 h 38100"/>
              </a:gdLst>
              <a:ahLst/>
              <a:cxnLst>
                <a:cxn ang="0">
                  <a:pos x="csX0" y="csY0"/>
                </a:cxn>
                <a:cxn ang="0">
                  <a:pos x="csX1" y="csY1"/>
                </a:cxn>
              </a:cxnLst>
              <a:rect l="l" t="t" r="r" b="b"/>
              <a:pathLst>
                <a:path w="133350" h="38100">
                  <a:moveTo>
                    <a:pt x="133331" y="-30"/>
                  </a:moveTo>
                  <a:cubicBezTo>
                    <a:pt x="115300" y="41004"/>
                    <a:pt x="31623" y="38022"/>
                    <a:pt x="-19" y="38022"/>
                  </a:cubicBezTo>
                </a:path>
              </a:pathLst>
            </a:custGeom>
            <a:noFill/>
            <a:ln w="6477" cap="flat">
              <a:solidFill>
                <a:srgbClr val="040000"/>
              </a:solidFill>
              <a:prstDash val="solid"/>
              <a:round/>
            </a:ln>
          </p:spPr>
          <p:txBody>
            <a:bodyPr/>
            <a:lstStyle/>
            <a:p>
              <a:endParaRPr lang="zh-CN" altLang="en-US" sz="2190"/>
            </a:p>
          </p:txBody>
        </p:sp>
        <p:sp>
          <p:nvSpPr>
            <p:cNvPr id="602" name="任意多边形: 形状 601"/>
            <p:cNvSpPr/>
            <p:nvPr/>
          </p:nvSpPr>
          <p:spPr>
            <a:xfrm>
              <a:off x="1062500" y="1678509"/>
              <a:ext cx="142874" cy="38100"/>
            </a:xfrm>
            <a:custGeom>
              <a:avLst/>
              <a:gdLst>
                <a:gd name="csX0" fmla="*/ -19 w 142874"/>
                <a:gd name="csY0" fmla="*/ -30 h 38100"/>
                <a:gd name="csX1" fmla="*/ 142855 w 142874"/>
                <a:gd name="csY1" fmla="*/ 38022 h 38100"/>
              </a:gdLst>
              <a:ahLst/>
              <a:cxnLst>
                <a:cxn ang="0">
                  <a:pos x="csX0" y="csY0"/>
                </a:cxn>
                <a:cxn ang="0">
                  <a:pos x="csX1" y="csY1"/>
                </a:cxn>
              </a:cxnLst>
              <a:rect l="l" t="t" r="r" b="b"/>
              <a:pathLst>
                <a:path w="142874" h="38100">
                  <a:moveTo>
                    <a:pt x="-19" y="-30"/>
                  </a:moveTo>
                  <a:cubicBezTo>
                    <a:pt x="19151" y="41004"/>
                    <a:pt x="108851" y="38022"/>
                    <a:pt x="142855" y="38022"/>
                  </a:cubicBezTo>
                </a:path>
              </a:pathLst>
            </a:custGeom>
            <a:noFill/>
            <a:ln w="6477" cap="flat">
              <a:solidFill>
                <a:srgbClr val="040000"/>
              </a:solidFill>
              <a:prstDash val="solid"/>
              <a:round/>
            </a:ln>
          </p:spPr>
          <p:txBody>
            <a:bodyPr/>
            <a:lstStyle/>
            <a:p>
              <a:endParaRPr lang="zh-CN" altLang="en-US" sz="2190"/>
            </a:p>
          </p:txBody>
        </p:sp>
        <p:sp>
          <p:nvSpPr>
            <p:cNvPr id="603" name="任意多边形: 形状 602"/>
            <p:cNvSpPr/>
            <p:nvPr/>
          </p:nvSpPr>
          <p:spPr>
            <a:xfrm>
              <a:off x="1067262" y="1673744"/>
              <a:ext cx="257175" cy="38102"/>
            </a:xfrm>
            <a:custGeom>
              <a:avLst/>
              <a:gdLst>
                <a:gd name="csX0" fmla="*/ 257156 w 257175"/>
                <a:gd name="csY0" fmla="*/ 1258 h 38102"/>
                <a:gd name="csX1" fmla="*/ 129959 w 257175"/>
                <a:gd name="csY1" fmla="*/ 38072 h 38102"/>
                <a:gd name="csX2" fmla="*/ -19 w 257175"/>
                <a:gd name="csY2" fmla="*/ 2163 h 38102"/>
                <a:gd name="csX3" fmla="*/ 129264 w 257175"/>
                <a:gd name="csY3" fmla="*/ 33138 h 38102"/>
                <a:gd name="csX4" fmla="*/ 257156 w 257175"/>
                <a:gd name="csY4" fmla="*/ 1258 h 38102"/>
              </a:gdLst>
              <a:ahLst/>
              <a:cxnLst>
                <a:cxn ang="0">
                  <a:pos x="csX0" y="csY0"/>
                </a:cxn>
                <a:cxn ang="0">
                  <a:pos x="csX1" y="csY1"/>
                </a:cxn>
                <a:cxn ang="0">
                  <a:pos x="csX2" y="csY2"/>
                </a:cxn>
                <a:cxn ang="0">
                  <a:pos x="csX3" y="csY3"/>
                </a:cxn>
                <a:cxn ang="0">
                  <a:pos x="csX4" y="csY4"/>
                </a:cxn>
              </a:cxnLst>
              <a:rect l="l" t="t" r="r" b="b"/>
              <a:pathLst>
                <a:path w="257175" h="38102">
                  <a:moveTo>
                    <a:pt x="257156" y="1258"/>
                  </a:moveTo>
                  <a:cubicBezTo>
                    <a:pt x="257156" y="10688"/>
                    <a:pt x="196872" y="38072"/>
                    <a:pt x="129959" y="38072"/>
                  </a:cubicBezTo>
                  <a:cubicBezTo>
                    <a:pt x="62703" y="38072"/>
                    <a:pt x="-19" y="11135"/>
                    <a:pt x="-19" y="2163"/>
                  </a:cubicBezTo>
                  <a:cubicBezTo>
                    <a:pt x="-19" y="-7267"/>
                    <a:pt x="62360" y="33138"/>
                    <a:pt x="129264" y="33138"/>
                  </a:cubicBezTo>
                  <a:cubicBezTo>
                    <a:pt x="196177" y="33138"/>
                    <a:pt x="257156" y="-7715"/>
                    <a:pt x="257156" y="1258"/>
                  </a:cubicBezTo>
                  <a:close/>
                </a:path>
              </a:pathLst>
            </a:custGeom>
            <a:solidFill>
              <a:srgbClr val="4385C6"/>
            </a:solidFill>
            <a:ln w="9525" cap="flat">
              <a:noFill/>
              <a:prstDash val="solid"/>
              <a:round/>
            </a:ln>
          </p:spPr>
          <p:txBody>
            <a:bodyPr/>
            <a:lstStyle/>
            <a:p>
              <a:endParaRPr lang="zh-CN" altLang="en-US" sz="2190"/>
            </a:p>
          </p:txBody>
        </p:sp>
        <p:sp>
          <p:nvSpPr>
            <p:cNvPr id="604" name="任意多边形: 形状 603"/>
            <p:cNvSpPr/>
            <p:nvPr/>
          </p:nvSpPr>
          <p:spPr>
            <a:xfrm>
              <a:off x="1191087" y="1654694"/>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605" name="任意多边形: 形状 604"/>
            <p:cNvSpPr/>
            <p:nvPr/>
          </p:nvSpPr>
          <p:spPr>
            <a:xfrm>
              <a:off x="1200612" y="1664220"/>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0"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606" name="任意多边形: 形状 605"/>
            <p:cNvSpPr/>
            <p:nvPr/>
          </p:nvSpPr>
          <p:spPr>
            <a:xfrm>
              <a:off x="1191084" y="166422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607" name="任意多边形: 形状 606"/>
            <p:cNvSpPr/>
            <p:nvPr/>
          </p:nvSpPr>
          <p:spPr>
            <a:xfrm>
              <a:off x="1200612" y="16642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608" name="任意多边形: 形状 607"/>
            <p:cNvSpPr/>
            <p:nvPr/>
          </p:nvSpPr>
          <p:spPr>
            <a:xfrm>
              <a:off x="1133937" y="16261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09" name="任意多边形: 形状 608"/>
            <p:cNvSpPr/>
            <p:nvPr/>
          </p:nvSpPr>
          <p:spPr>
            <a:xfrm>
              <a:off x="1143461" y="163564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610" name="任意多边形: 形状 609"/>
            <p:cNvSpPr/>
            <p:nvPr/>
          </p:nvSpPr>
          <p:spPr>
            <a:xfrm>
              <a:off x="1143463" y="163564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1"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611" name="任意多边形: 形状 610"/>
            <p:cNvSpPr/>
            <p:nvPr/>
          </p:nvSpPr>
          <p:spPr>
            <a:xfrm>
              <a:off x="1152987"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12" name="任意多边形: 形状 611"/>
            <p:cNvSpPr/>
            <p:nvPr/>
          </p:nvSpPr>
          <p:spPr>
            <a:xfrm>
              <a:off x="1181562" y="16261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613" name="任意多边形: 形状 612"/>
            <p:cNvSpPr/>
            <p:nvPr/>
          </p:nvSpPr>
          <p:spPr>
            <a:xfrm>
              <a:off x="1200616" y="163564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14" name="任意多边形: 形状 613"/>
            <p:cNvSpPr/>
            <p:nvPr/>
          </p:nvSpPr>
          <p:spPr>
            <a:xfrm>
              <a:off x="1191084" y="16356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15" name="任意多边形: 形状 614"/>
            <p:cNvSpPr/>
            <p:nvPr/>
          </p:nvSpPr>
          <p:spPr>
            <a:xfrm>
              <a:off x="1200612"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16" name="任意多边形: 形状 615"/>
            <p:cNvSpPr/>
            <p:nvPr/>
          </p:nvSpPr>
          <p:spPr>
            <a:xfrm>
              <a:off x="1162512" y="15784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617" name="任意多边形: 形状 616"/>
            <p:cNvSpPr/>
            <p:nvPr/>
          </p:nvSpPr>
          <p:spPr>
            <a:xfrm>
              <a:off x="1172033" y="1588024"/>
              <a:ext cx="19056" cy="19044"/>
            </a:xfrm>
            <a:custGeom>
              <a:avLst/>
              <a:gdLst>
                <a:gd name="csX0" fmla="*/ 18968 w 19056"/>
                <a:gd name="csY0" fmla="*/ 10940 h 19044"/>
                <a:gd name="csX1" fmla="*/ 8528 w 19056"/>
                <a:gd name="csY1" fmla="*/ 18922 h 19044"/>
                <a:gd name="csX2" fmla="*/ 51 w 19056"/>
                <a:gd name="csY2" fmla="*/ 8044 h 19044"/>
                <a:gd name="csX3" fmla="*/ 10491 w 19056"/>
                <a:gd name="csY3" fmla="*/ 62 h 19044"/>
                <a:gd name="csX4" fmla="*/ 18968 w 19056"/>
                <a:gd name="csY4" fmla="*/ 10940 h 19044"/>
              </a:gdLst>
              <a:ahLst/>
              <a:cxnLst>
                <a:cxn ang="0">
                  <a:pos x="csX0" y="csY0"/>
                </a:cxn>
                <a:cxn ang="0">
                  <a:pos x="csX1" y="csY1"/>
                </a:cxn>
                <a:cxn ang="0">
                  <a:pos x="csX2" y="csY2"/>
                </a:cxn>
                <a:cxn ang="0">
                  <a:pos x="csX3" y="csY3"/>
                </a:cxn>
                <a:cxn ang="0">
                  <a:pos x="csX4" y="csY4"/>
                </a:cxn>
              </a:cxnLst>
              <a:rect l="l" t="t" r="r" b="b"/>
              <a:pathLst>
                <a:path w="19056" h="19044">
                  <a:moveTo>
                    <a:pt x="18968" y="10940"/>
                  </a:moveTo>
                  <a:cubicBezTo>
                    <a:pt x="18634" y="16026"/>
                    <a:pt x="13748" y="19646"/>
                    <a:pt x="8528" y="18922"/>
                  </a:cubicBezTo>
                  <a:cubicBezTo>
                    <a:pt x="3318" y="18198"/>
                    <a:pt x="-597" y="13121"/>
                    <a:pt x="51" y="8044"/>
                  </a:cubicBezTo>
                  <a:cubicBezTo>
                    <a:pt x="385" y="2958"/>
                    <a:pt x="5271" y="-662"/>
                    <a:pt x="10491" y="62"/>
                  </a:cubicBezTo>
                  <a:cubicBezTo>
                    <a:pt x="15701" y="786"/>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618" name="任意多边形: 形状 617"/>
            <p:cNvSpPr/>
            <p:nvPr/>
          </p:nvSpPr>
          <p:spPr>
            <a:xfrm>
              <a:off x="1172038" y="1578499"/>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1"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619" name="任意多边形: 形状 618"/>
            <p:cNvSpPr/>
            <p:nvPr/>
          </p:nvSpPr>
          <p:spPr>
            <a:xfrm>
              <a:off x="1172037" y="15784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20" name="任意多边形: 形状 619"/>
            <p:cNvSpPr/>
            <p:nvPr/>
          </p:nvSpPr>
          <p:spPr>
            <a:xfrm>
              <a:off x="1219664" y="1645171"/>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285"/>
                    <a:pt x="38973" y="8657"/>
                    <a:pt x="37992" y="16582"/>
                  </a:cubicBezTo>
                </a:path>
              </a:pathLst>
            </a:custGeom>
            <a:solidFill>
              <a:srgbClr val="E58E8E"/>
            </a:solidFill>
            <a:ln w="9525" cap="flat">
              <a:noFill/>
              <a:prstDash val="solid"/>
              <a:round/>
            </a:ln>
          </p:spPr>
          <p:txBody>
            <a:bodyPr/>
            <a:lstStyle/>
            <a:p>
              <a:endParaRPr lang="zh-CN" altLang="en-US" sz="2190"/>
            </a:p>
          </p:txBody>
        </p:sp>
        <p:sp>
          <p:nvSpPr>
            <p:cNvPr id="621" name="任意多边形: 形状 620"/>
            <p:cNvSpPr/>
            <p:nvPr/>
          </p:nvSpPr>
          <p:spPr>
            <a:xfrm>
              <a:off x="1229191" y="1654699"/>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22" name="任意多边形: 形状 621"/>
            <p:cNvSpPr/>
            <p:nvPr/>
          </p:nvSpPr>
          <p:spPr>
            <a:xfrm>
              <a:off x="1229184" y="1645176"/>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623" name="任意多边形: 形状 622"/>
            <p:cNvSpPr/>
            <p:nvPr/>
          </p:nvSpPr>
          <p:spPr>
            <a:xfrm>
              <a:off x="1229187" y="16451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624" name="任意多边形: 形状 623"/>
            <p:cNvSpPr/>
            <p:nvPr/>
          </p:nvSpPr>
          <p:spPr>
            <a:xfrm>
              <a:off x="1143464" y="1597546"/>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552"/>
                    <a:pt x="38973" y="8934"/>
                    <a:pt x="37992" y="16582"/>
                  </a:cubicBezTo>
                </a:path>
              </a:pathLst>
            </a:custGeom>
            <a:solidFill>
              <a:srgbClr val="E58E8E"/>
            </a:solidFill>
            <a:ln w="9525" cap="flat">
              <a:noFill/>
              <a:prstDash val="solid"/>
              <a:round/>
            </a:ln>
          </p:spPr>
          <p:txBody>
            <a:bodyPr/>
            <a:lstStyle/>
            <a:p>
              <a:endParaRPr lang="zh-CN" altLang="en-US" sz="2190"/>
            </a:p>
          </p:txBody>
        </p:sp>
        <p:sp>
          <p:nvSpPr>
            <p:cNvPr id="625" name="任意多边形: 形状 624"/>
            <p:cNvSpPr/>
            <p:nvPr/>
          </p:nvSpPr>
          <p:spPr>
            <a:xfrm>
              <a:off x="1152991" y="1607074"/>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26" name="任意多边形: 形状 625"/>
            <p:cNvSpPr/>
            <p:nvPr/>
          </p:nvSpPr>
          <p:spPr>
            <a:xfrm>
              <a:off x="1143459" y="15975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27" name="任意多边形: 形状 626"/>
            <p:cNvSpPr/>
            <p:nvPr/>
          </p:nvSpPr>
          <p:spPr>
            <a:xfrm>
              <a:off x="1152987"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28" name="任意多边形: 形状 627"/>
            <p:cNvSpPr/>
            <p:nvPr/>
          </p:nvSpPr>
          <p:spPr>
            <a:xfrm>
              <a:off x="1162514" y="160707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629" name="任意多边形: 形状 628"/>
            <p:cNvSpPr/>
            <p:nvPr/>
          </p:nvSpPr>
          <p:spPr>
            <a:xfrm>
              <a:off x="1172037" y="161659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630" name="任意多边形: 形状 629"/>
            <p:cNvSpPr/>
            <p:nvPr/>
          </p:nvSpPr>
          <p:spPr>
            <a:xfrm>
              <a:off x="1162512" y="1607072"/>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631" name="任意多边形: 形状 630"/>
            <p:cNvSpPr/>
            <p:nvPr/>
          </p:nvSpPr>
          <p:spPr>
            <a:xfrm>
              <a:off x="1172037" y="16070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32" name="任意多边形: 形状 631"/>
            <p:cNvSpPr/>
            <p:nvPr/>
          </p:nvSpPr>
          <p:spPr>
            <a:xfrm>
              <a:off x="1162514" y="16356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33" name="任意多边形: 形状 632"/>
            <p:cNvSpPr/>
            <p:nvPr/>
          </p:nvSpPr>
          <p:spPr>
            <a:xfrm>
              <a:off x="1172041" y="164517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34" name="任意多边形: 形状 633"/>
            <p:cNvSpPr/>
            <p:nvPr/>
          </p:nvSpPr>
          <p:spPr>
            <a:xfrm>
              <a:off x="1172034" y="164517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635" name="任意多边形: 形状 634"/>
            <p:cNvSpPr/>
            <p:nvPr/>
          </p:nvSpPr>
          <p:spPr>
            <a:xfrm>
              <a:off x="1172037" y="16356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636" name="任意多边形: 形状 635"/>
            <p:cNvSpPr/>
            <p:nvPr/>
          </p:nvSpPr>
          <p:spPr>
            <a:xfrm>
              <a:off x="1219664" y="16165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37" name="任意多边形: 形状 636"/>
            <p:cNvSpPr/>
            <p:nvPr/>
          </p:nvSpPr>
          <p:spPr>
            <a:xfrm>
              <a:off x="1229191" y="16261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38" name="任意多边形: 形状 637"/>
            <p:cNvSpPr/>
            <p:nvPr/>
          </p:nvSpPr>
          <p:spPr>
            <a:xfrm>
              <a:off x="1219659" y="162612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639" name="任意多边形: 形状 638"/>
            <p:cNvSpPr/>
            <p:nvPr/>
          </p:nvSpPr>
          <p:spPr>
            <a:xfrm>
              <a:off x="1229187" y="16261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40" name="任意多边形: 形状 639"/>
            <p:cNvSpPr/>
            <p:nvPr/>
          </p:nvSpPr>
          <p:spPr>
            <a:xfrm>
              <a:off x="1181564" y="15975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41" name="任意多边形: 形状 640"/>
            <p:cNvSpPr/>
            <p:nvPr/>
          </p:nvSpPr>
          <p:spPr>
            <a:xfrm>
              <a:off x="1191091" y="1607074"/>
              <a:ext cx="19045" cy="19046"/>
            </a:xfrm>
            <a:custGeom>
              <a:avLst/>
              <a:gdLst>
                <a:gd name="csX0" fmla="*/ 19008 w 19045"/>
                <a:gd name="csY0" fmla="*/ 10940 h 19046"/>
                <a:gd name="csX1" fmla="*/ 8549 w 19045"/>
                <a:gd name="csY1" fmla="*/ 18922 h 19046"/>
                <a:gd name="csX2" fmla="*/ 53 w 19045"/>
                <a:gd name="csY2" fmla="*/ 8044 h 19046"/>
                <a:gd name="csX3" fmla="*/ 10511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1" y="62"/>
                  </a:cubicBezTo>
                  <a:cubicBezTo>
                    <a:pt x="15407"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42" name="任意多边形: 形状 641"/>
            <p:cNvSpPr/>
            <p:nvPr/>
          </p:nvSpPr>
          <p:spPr>
            <a:xfrm>
              <a:off x="1191087" y="16070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643" name="任意多边形: 形状 642"/>
            <p:cNvSpPr/>
            <p:nvPr/>
          </p:nvSpPr>
          <p:spPr>
            <a:xfrm>
              <a:off x="1191087" y="15975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644" name="任意多边形: 形状 643"/>
            <p:cNvSpPr/>
            <p:nvPr/>
          </p:nvSpPr>
          <p:spPr>
            <a:xfrm>
              <a:off x="1210139" y="16546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45" name="任意多边形: 形状 644"/>
            <p:cNvSpPr/>
            <p:nvPr/>
          </p:nvSpPr>
          <p:spPr>
            <a:xfrm>
              <a:off x="1219666" y="16642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46" name="任意多边形: 形状 645"/>
            <p:cNvSpPr/>
            <p:nvPr/>
          </p:nvSpPr>
          <p:spPr>
            <a:xfrm>
              <a:off x="1210134" y="166422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47" name="任意多边形: 形状 646"/>
            <p:cNvSpPr/>
            <p:nvPr/>
          </p:nvSpPr>
          <p:spPr>
            <a:xfrm>
              <a:off x="1219662" y="16546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48" name="任意多边形: 形状 647"/>
            <p:cNvSpPr/>
            <p:nvPr/>
          </p:nvSpPr>
          <p:spPr>
            <a:xfrm>
              <a:off x="1152989" y="16642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49" name="任意多边形: 形状 648"/>
            <p:cNvSpPr/>
            <p:nvPr/>
          </p:nvSpPr>
          <p:spPr>
            <a:xfrm>
              <a:off x="1162508" y="167374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1148"/>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650" name="任意多边形: 形状 649"/>
            <p:cNvSpPr/>
            <p:nvPr/>
          </p:nvSpPr>
          <p:spPr>
            <a:xfrm>
              <a:off x="1152988" y="16642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651" name="任意多边形: 形状 650"/>
            <p:cNvSpPr/>
            <p:nvPr/>
          </p:nvSpPr>
          <p:spPr>
            <a:xfrm>
              <a:off x="1162512" y="16642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52" name="任意多边形: 形状 651"/>
            <p:cNvSpPr/>
            <p:nvPr/>
          </p:nvSpPr>
          <p:spPr>
            <a:xfrm>
              <a:off x="1200614" y="1578492"/>
              <a:ext cx="38097" cy="38108"/>
            </a:xfrm>
            <a:custGeom>
              <a:avLst/>
              <a:gdLst>
                <a:gd name="csX0" fmla="*/ 37992 w 38097"/>
                <a:gd name="csY0" fmla="*/ 22120 h 38108"/>
                <a:gd name="csX1" fmla="*/ 17390 w 38097"/>
                <a:gd name="csY1" fmla="*/ 37788 h 38108"/>
                <a:gd name="csX2" fmla="*/ 64 w 38097"/>
                <a:gd name="csY2" fmla="*/ 15929 h 38108"/>
                <a:gd name="csX3" fmla="*/ 20657 w 38097"/>
                <a:gd name="csY3" fmla="*/ 260 h 38108"/>
                <a:gd name="csX4" fmla="*/ 37992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2" y="22120"/>
                  </a:moveTo>
                  <a:cubicBezTo>
                    <a:pt x="37011" y="32683"/>
                    <a:pt x="27858" y="39608"/>
                    <a:pt x="17390" y="37788"/>
                  </a:cubicBezTo>
                  <a:cubicBezTo>
                    <a:pt x="6931" y="35960"/>
                    <a:pt x="-917" y="26130"/>
                    <a:pt x="64" y="15929"/>
                  </a:cubicBezTo>
                  <a:cubicBezTo>
                    <a:pt x="1045" y="5365"/>
                    <a:pt x="10198" y="-1559"/>
                    <a:pt x="20657" y="260"/>
                  </a:cubicBezTo>
                  <a:cubicBezTo>
                    <a:pt x="31449"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53" name="任意多边形: 形状 652"/>
            <p:cNvSpPr/>
            <p:nvPr/>
          </p:nvSpPr>
          <p:spPr>
            <a:xfrm>
              <a:off x="1210133" y="1588024"/>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654" name="任意多边形: 形状 653"/>
            <p:cNvSpPr/>
            <p:nvPr/>
          </p:nvSpPr>
          <p:spPr>
            <a:xfrm>
              <a:off x="1210137" y="158802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655" name="任意多边形: 形状 654"/>
            <p:cNvSpPr/>
            <p:nvPr/>
          </p:nvSpPr>
          <p:spPr>
            <a:xfrm>
              <a:off x="1210137" y="158802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656" name="任意多边形: 形状 655"/>
            <p:cNvSpPr/>
            <p:nvPr/>
          </p:nvSpPr>
          <p:spPr>
            <a:xfrm>
              <a:off x="1210139" y="15975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57" name="任意多边形: 形状 656"/>
            <p:cNvSpPr/>
            <p:nvPr/>
          </p:nvSpPr>
          <p:spPr>
            <a:xfrm>
              <a:off x="1219658" y="1607074"/>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658" name="任意多边形: 形状 657"/>
            <p:cNvSpPr/>
            <p:nvPr/>
          </p:nvSpPr>
          <p:spPr>
            <a:xfrm>
              <a:off x="1219663" y="160707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659" name="任意多边形: 形状 658"/>
            <p:cNvSpPr/>
            <p:nvPr/>
          </p:nvSpPr>
          <p:spPr>
            <a:xfrm>
              <a:off x="121966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660" name="任意多边形: 形状 659"/>
            <p:cNvSpPr/>
            <p:nvPr/>
          </p:nvSpPr>
          <p:spPr>
            <a:xfrm>
              <a:off x="1338724" y="1621359"/>
              <a:ext cx="285750" cy="57150"/>
            </a:xfrm>
            <a:custGeom>
              <a:avLst/>
              <a:gdLst>
                <a:gd name="csX0" fmla="*/ -19 w 285750"/>
                <a:gd name="csY0" fmla="*/ 55406 h 57150"/>
                <a:gd name="csX1" fmla="*/ -19 w 285750"/>
                <a:gd name="csY1" fmla="*/ 53701 h 57150"/>
                <a:gd name="csX2" fmla="*/ -19 w 285750"/>
                <a:gd name="csY2" fmla="*/ 2704 h 57150"/>
                <a:gd name="csX3" fmla="*/ -19 w 285750"/>
                <a:gd name="csY3" fmla="*/ 656 h 57150"/>
                <a:gd name="csX4" fmla="*/ 285007 w 285750"/>
                <a:gd name="csY4" fmla="*/ -30 h 57150"/>
                <a:gd name="csX5" fmla="*/ 285369 w 285750"/>
                <a:gd name="csY5" fmla="*/ 656 h 57150"/>
                <a:gd name="csX6" fmla="*/ 285731 w 285750"/>
                <a:gd name="csY6" fmla="*/ 54386 h 57150"/>
                <a:gd name="csX7" fmla="*/ 285369 w 285750"/>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57150">
                  <a:moveTo>
                    <a:pt x="-19" y="55406"/>
                  </a:moveTo>
                  <a:lnTo>
                    <a:pt x="-19" y="53701"/>
                  </a:lnTo>
                  <a:lnTo>
                    <a:pt x="-19" y="2704"/>
                  </a:lnTo>
                  <a:lnTo>
                    <a:pt x="-19" y="656"/>
                  </a:lnTo>
                  <a:moveTo>
                    <a:pt x="285007" y="-30"/>
                  </a:moveTo>
                  <a:cubicBezTo>
                    <a:pt x="285369" y="-30"/>
                    <a:pt x="285369" y="313"/>
                    <a:pt x="285369" y="656"/>
                  </a:cubicBezTo>
                  <a:lnTo>
                    <a:pt x="285731" y="54386"/>
                  </a:lnTo>
                  <a:lnTo>
                    <a:pt x="285369" y="57120"/>
                  </a:lnTo>
                </a:path>
              </a:pathLst>
            </a:custGeom>
            <a:noFill/>
            <a:ln w="6477" cap="flat">
              <a:solidFill>
                <a:srgbClr val="040000"/>
              </a:solidFill>
              <a:prstDash val="solid"/>
              <a:round/>
            </a:ln>
          </p:spPr>
          <p:txBody>
            <a:bodyPr/>
            <a:lstStyle/>
            <a:p>
              <a:endParaRPr lang="zh-CN" altLang="en-US" sz="2190"/>
            </a:p>
          </p:txBody>
        </p:sp>
        <p:sp>
          <p:nvSpPr>
            <p:cNvPr id="661" name="任意多边形: 形状 660"/>
            <p:cNvSpPr/>
            <p:nvPr/>
          </p:nvSpPr>
          <p:spPr>
            <a:xfrm>
              <a:off x="1333960" y="1635647"/>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2"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6" y="76037"/>
                    <a:pt x="134856" y="76037"/>
                    <a:pt x="142857" y="76037"/>
                  </a:cubicBezTo>
                  <a:cubicBezTo>
                    <a:pt x="153763" y="76380"/>
                    <a:pt x="164669" y="76037"/>
                    <a:pt x="174852" y="75332"/>
                  </a:cubicBezTo>
                </a:path>
              </a:pathLst>
            </a:custGeom>
            <a:solidFill>
              <a:srgbClr val="4385C6"/>
            </a:solidFill>
            <a:ln w="9525" cap="flat">
              <a:noFill/>
              <a:prstDash val="solid"/>
              <a:round/>
            </a:ln>
          </p:spPr>
          <p:txBody>
            <a:bodyPr/>
            <a:lstStyle/>
            <a:p>
              <a:endParaRPr lang="zh-CN" altLang="en-US" sz="2190"/>
            </a:p>
          </p:txBody>
        </p:sp>
        <p:sp>
          <p:nvSpPr>
            <p:cNvPr id="662" name="任意多边形: 形状 661"/>
            <p:cNvSpPr/>
            <p:nvPr/>
          </p:nvSpPr>
          <p:spPr>
            <a:xfrm>
              <a:off x="1338724" y="1583259"/>
              <a:ext cx="285750" cy="76200"/>
            </a:xfrm>
            <a:custGeom>
              <a:avLst/>
              <a:gdLst>
                <a:gd name="csX0" fmla="*/ 285731 w 285750"/>
                <a:gd name="csY0" fmla="*/ 38070 h 76200"/>
                <a:gd name="csX1" fmla="*/ 142856 w 285750"/>
                <a:gd name="csY1" fmla="*/ 76170 h 76200"/>
                <a:gd name="csX2" fmla="*/ -19 w 285750"/>
                <a:gd name="csY2" fmla="*/ 38070 h 76200"/>
                <a:gd name="csX3" fmla="*/ 142856 w 285750"/>
                <a:gd name="csY3" fmla="*/ -30 h 76200"/>
                <a:gd name="csX4" fmla="*/ 285731 w 285750"/>
                <a:gd name="csY4" fmla="*/ 38070 h 76200"/>
              </a:gdLst>
              <a:ahLst/>
              <a:cxnLst>
                <a:cxn ang="0">
                  <a:pos x="csX0" y="csY0"/>
                </a:cxn>
                <a:cxn ang="0">
                  <a:pos x="csX1" y="csY1"/>
                </a:cxn>
                <a:cxn ang="0">
                  <a:pos x="csX2" y="csY2"/>
                </a:cxn>
                <a:cxn ang="0">
                  <a:pos x="csX3" y="csY3"/>
                </a:cxn>
                <a:cxn ang="0">
                  <a:pos x="csX4" y="csY4"/>
                </a:cxn>
              </a:cxnLst>
              <a:rect l="l" t="t" r="r" b="b"/>
              <a:pathLst>
                <a:path w="285750" h="76200">
                  <a:moveTo>
                    <a:pt x="285731" y="38070"/>
                  </a:moveTo>
                  <a:cubicBezTo>
                    <a:pt x="285731" y="59111"/>
                    <a:pt x="221761" y="76170"/>
                    <a:pt x="142856" y="76170"/>
                  </a:cubicBezTo>
                  <a:cubicBezTo>
                    <a:pt x="63951" y="76170"/>
                    <a:pt x="-19" y="59111"/>
                    <a:pt x="-19" y="38070"/>
                  </a:cubicBezTo>
                  <a:cubicBezTo>
                    <a:pt x="-19" y="17029"/>
                    <a:pt x="63951" y="-30"/>
                    <a:pt x="142856" y="-30"/>
                  </a:cubicBezTo>
                  <a:cubicBezTo>
                    <a:pt x="221761" y="-30"/>
                    <a:pt x="285731" y="17029"/>
                    <a:pt x="285731" y="38070"/>
                  </a:cubicBezTo>
                  <a:close/>
                </a:path>
              </a:pathLst>
            </a:custGeom>
            <a:noFill/>
            <a:ln w="6477" cap="flat">
              <a:solidFill>
                <a:srgbClr val="040000"/>
              </a:solidFill>
              <a:prstDash val="solid"/>
              <a:round/>
            </a:ln>
          </p:spPr>
          <p:txBody>
            <a:bodyPr/>
            <a:lstStyle/>
            <a:p>
              <a:endParaRPr lang="zh-CN" altLang="en-US" sz="2190"/>
            </a:p>
          </p:txBody>
        </p:sp>
        <p:sp>
          <p:nvSpPr>
            <p:cNvPr id="663" name="任意多边形: 形状 662"/>
            <p:cNvSpPr/>
            <p:nvPr/>
          </p:nvSpPr>
          <p:spPr>
            <a:xfrm>
              <a:off x="1481599" y="1678509"/>
              <a:ext cx="142875" cy="38100"/>
            </a:xfrm>
            <a:custGeom>
              <a:avLst/>
              <a:gdLst>
                <a:gd name="csX0" fmla="*/ 142856 w 142875"/>
                <a:gd name="csY0" fmla="*/ -30 h 38100"/>
                <a:gd name="csX1" fmla="*/ -19 w 142875"/>
                <a:gd name="csY1" fmla="*/ 38022 h 38100"/>
              </a:gdLst>
              <a:ahLst/>
              <a:cxnLst>
                <a:cxn ang="0">
                  <a:pos x="csX0" y="csY0"/>
                </a:cxn>
                <a:cxn ang="0">
                  <a:pos x="csX1" y="csY1"/>
                </a:cxn>
              </a:cxnLst>
              <a:rect l="l" t="t" r="r" b="b"/>
              <a:pathLst>
                <a:path w="142875" h="38100">
                  <a:moveTo>
                    <a:pt x="142856" y="-30"/>
                  </a:moveTo>
                  <a:cubicBezTo>
                    <a:pt x="123539" y="41004"/>
                    <a:pt x="33881" y="38022"/>
                    <a:pt x="-19" y="38022"/>
                  </a:cubicBezTo>
                </a:path>
              </a:pathLst>
            </a:custGeom>
            <a:noFill/>
            <a:ln w="6477" cap="flat">
              <a:solidFill>
                <a:srgbClr val="040000"/>
              </a:solidFill>
              <a:prstDash val="solid"/>
              <a:round/>
            </a:ln>
          </p:spPr>
          <p:txBody>
            <a:bodyPr/>
            <a:lstStyle/>
            <a:p>
              <a:endParaRPr lang="zh-CN" altLang="en-US" sz="2190"/>
            </a:p>
          </p:txBody>
        </p:sp>
        <p:sp>
          <p:nvSpPr>
            <p:cNvPr id="664" name="任意多边形: 形状 663"/>
            <p:cNvSpPr/>
            <p:nvPr/>
          </p:nvSpPr>
          <p:spPr>
            <a:xfrm>
              <a:off x="1338724" y="1678509"/>
              <a:ext cx="142875" cy="38100"/>
            </a:xfrm>
            <a:custGeom>
              <a:avLst/>
              <a:gdLst>
                <a:gd name="csX0" fmla="*/ -19 w 142875"/>
                <a:gd name="csY0" fmla="*/ -30 h 38100"/>
                <a:gd name="csX1" fmla="*/ 142856 w 142875"/>
                <a:gd name="csY1" fmla="*/ 38022 h 38100"/>
              </a:gdLst>
              <a:ahLst/>
              <a:cxnLst>
                <a:cxn ang="0">
                  <a:pos x="csX0" y="csY0"/>
                </a:cxn>
                <a:cxn ang="0">
                  <a:pos x="csX1" y="csY1"/>
                </a:cxn>
              </a:cxnLst>
              <a:rect l="l" t="t" r="r" b="b"/>
              <a:pathLst>
                <a:path w="142875" h="38100">
                  <a:moveTo>
                    <a:pt x="-19" y="-30"/>
                  </a:moveTo>
                  <a:cubicBezTo>
                    <a:pt x="19155" y="41004"/>
                    <a:pt x="108852" y="38022"/>
                    <a:pt x="142856" y="38022"/>
                  </a:cubicBezTo>
                </a:path>
              </a:pathLst>
            </a:custGeom>
            <a:noFill/>
            <a:ln w="6477" cap="flat">
              <a:solidFill>
                <a:srgbClr val="040000"/>
              </a:solidFill>
              <a:prstDash val="solid"/>
              <a:round/>
            </a:ln>
          </p:spPr>
          <p:txBody>
            <a:bodyPr/>
            <a:lstStyle/>
            <a:p>
              <a:endParaRPr lang="zh-CN" altLang="en-US" sz="2190"/>
            </a:p>
          </p:txBody>
        </p:sp>
        <p:sp>
          <p:nvSpPr>
            <p:cNvPr id="665" name="任意多边形: 形状 664"/>
            <p:cNvSpPr/>
            <p:nvPr/>
          </p:nvSpPr>
          <p:spPr>
            <a:xfrm>
              <a:off x="1343487" y="1673744"/>
              <a:ext cx="266700" cy="38102"/>
            </a:xfrm>
            <a:custGeom>
              <a:avLst/>
              <a:gdLst>
                <a:gd name="csX0" fmla="*/ 266681 w 266700"/>
                <a:gd name="csY0" fmla="*/ 1258 h 38102"/>
                <a:gd name="csX1" fmla="*/ 134779 w 266700"/>
                <a:gd name="csY1" fmla="*/ 38072 h 38102"/>
                <a:gd name="csX2" fmla="*/ -19 w 266700"/>
                <a:gd name="csY2" fmla="*/ 2163 h 38102"/>
                <a:gd name="csX3" fmla="*/ 134055 w 266700"/>
                <a:gd name="csY3" fmla="*/ 33138 h 38102"/>
                <a:gd name="csX4" fmla="*/ 266681 w 266700"/>
                <a:gd name="csY4" fmla="*/ 1258 h 38102"/>
              </a:gdLst>
              <a:ahLst/>
              <a:cxnLst>
                <a:cxn ang="0">
                  <a:pos x="csX0" y="csY0"/>
                </a:cxn>
                <a:cxn ang="0">
                  <a:pos x="csX1" y="csY1"/>
                </a:cxn>
                <a:cxn ang="0">
                  <a:pos x="csX2" y="csY2"/>
                </a:cxn>
                <a:cxn ang="0">
                  <a:pos x="csX3" y="csY3"/>
                </a:cxn>
                <a:cxn ang="0">
                  <a:pos x="csX4" y="csY4"/>
                </a:cxn>
              </a:cxnLst>
              <a:rect l="l" t="t" r="r" b="b"/>
              <a:pathLst>
                <a:path w="266700" h="38102">
                  <a:moveTo>
                    <a:pt x="266681" y="1258"/>
                  </a:moveTo>
                  <a:cubicBezTo>
                    <a:pt x="266681" y="10688"/>
                    <a:pt x="204159" y="38072"/>
                    <a:pt x="134779" y="38072"/>
                  </a:cubicBezTo>
                  <a:cubicBezTo>
                    <a:pt x="65027" y="38072"/>
                    <a:pt x="-19" y="11135"/>
                    <a:pt x="-19" y="2163"/>
                  </a:cubicBezTo>
                  <a:cubicBezTo>
                    <a:pt x="-19" y="-7267"/>
                    <a:pt x="64665" y="33138"/>
                    <a:pt x="134055" y="33138"/>
                  </a:cubicBezTo>
                  <a:cubicBezTo>
                    <a:pt x="203435" y="33138"/>
                    <a:pt x="266681" y="-7715"/>
                    <a:pt x="266681" y="1258"/>
                  </a:cubicBezTo>
                  <a:close/>
                </a:path>
              </a:pathLst>
            </a:custGeom>
            <a:solidFill>
              <a:srgbClr val="4385C6"/>
            </a:solidFill>
            <a:ln w="9525" cap="flat">
              <a:noFill/>
              <a:prstDash val="solid"/>
              <a:round/>
            </a:ln>
          </p:spPr>
          <p:txBody>
            <a:bodyPr/>
            <a:lstStyle/>
            <a:p>
              <a:endParaRPr lang="zh-CN" altLang="en-US" sz="2190"/>
            </a:p>
          </p:txBody>
        </p:sp>
        <p:sp>
          <p:nvSpPr>
            <p:cNvPr id="666" name="任意多边形: 形状 665"/>
            <p:cNvSpPr/>
            <p:nvPr/>
          </p:nvSpPr>
          <p:spPr>
            <a:xfrm>
              <a:off x="1467312" y="1654694"/>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667" name="任意多边形: 形状 666"/>
            <p:cNvSpPr/>
            <p:nvPr/>
          </p:nvSpPr>
          <p:spPr>
            <a:xfrm>
              <a:off x="1476837" y="1664220"/>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1"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668" name="任意多边形: 形状 667"/>
            <p:cNvSpPr/>
            <p:nvPr/>
          </p:nvSpPr>
          <p:spPr>
            <a:xfrm>
              <a:off x="1467310" y="166422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669" name="任意多边形: 形状 668"/>
            <p:cNvSpPr/>
            <p:nvPr/>
          </p:nvSpPr>
          <p:spPr>
            <a:xfrm>
              <a:off x="1476837" y="16642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670" name="任意多边形: 形状 669"/>
            <p:cNvSpPr/>
            <p:nvPr/>
          </p:nvSpPr>
          <p:spPr>
            <a:xfrm>
              <a:off x="1419689" y="16261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71" name="任意多边形: 形状 670"/>
            <p:cNvSpPr/>
            <p:nvPr/>
          </p:nvSpPr>
          <p:spPr>
            <a:xfrm>
              <a:off x="1429216" y="163564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672" name="任意多边形: 形状 671"/>
            <p:cNvSpPr/>
            <p:nvPr/>
          </p:nvSpPr>
          <p:spPr>
            <a:xfrm>
              <a:off x="1419688" y="163564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673" name="任意多边形: 形状 672"/>
            <p:cNvSpPr/>
            <p:nvPr/>
          </p:nvSpPr>
          <p:spPr>
            <a:xfrm>
              <a:off x="1429212"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74" name="任意多边形: 形状 673"/>
            <p:cNvSpPr/>
            <p:nvPr/>
          </p:nvSpPr>
          <p:spPr>
            <a:xfrm>
              <a:off x="1467314" y="16261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75" name="任意多边形: 形状 674"/>
            <p:cNvSpPr/>
            <p:nvPr/>
          </p:nvSpPr>
          <p:spPr>
            <a:xfrm>
              <a:off x="1476841" y="163564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76" name="任意多边形: 形状 675"/>
            <p:cNvSpPr/>
            <p:nvPr/>
          </p:nvSpPr>
          <p:spPr>
            <a:xfrm>
              <a:off x="1476834" y="16356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77" name="任意多边形: 形状 676"/>
            <p:cNvSpPr/>
            <p:nvPr/>
          </p:nvSpPr>
          <p:spPr>
            <a:xfrm>
              <a:off x="1476837"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78" name="任意多边形: 形状 677"/>
            <p:cNvSpPr/>
            <p:nvPr/>
          </p:nvSpPr>
          <p:spPr>
            <a:xfrm>
              <a:off x="1448264" y="15784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79" name="任意多边形: 形状 678"/>
            <p:cNvSpPr/>
            <p:nvPr/>
          </p:nvSpPr>
          <p:spPr>
            <a:xfrm>
              <a:off x="1457791" y="15880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680" name="任意多边形: 形状 679"/>
            <p:cNvSpPr/>
            <p:nvPr/>
          </p:nvSpPr>
          <p:spPr>
            <a:xfrm>
              <a:off x="1448263" y="1578499"/>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681" name="任意多边形: 形状 680"/>
            <p:cNvSpPr/>
            <p:nvPr/>
          </p:nvSpPr>
          <p:spPr>
            <a:xfrm>
              <a:off x="1457787" y="15784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82" name="任意多边形: 形状 681"/>
            <p:cNvSpPr/>
            <p:nvPr/>
          </p:nvSpPr>
          <p:spPr>
            <a:xfrm>
              <a:off x="1505414" y="1645171"/>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285"/>
                    <a:pt x="38973" y="8657"/>
                    <a:pt x="37992" y="16582"/>
                  </a:cubicBezTo>
                </a:path>
              </a:pathLst>
            </a:custGeom>
            <a:solidFill>
              <a:srgbClr val="E58E8E"/>
            </a:solidFill>
            <a:ln w="9525" cap="flat">
              <a:noFill/>
              <a:prstDash val="solid"/>
              <a:round/>
            </a:ln>
          </p:spPr>
          <p:txBody>
            <a:bodyPr/>
            <a:lstStyle/>
            <a:p>
              <a:endParaRPr lang="zh-CN" altLang="en-US" sz="2190"/>
            </a:p>
          </p:txBody>
        </p:sp>
        <p:sp>
          <p:nvSpPr>
            <p:cNvPr id="683" name="任意多边形: 形状 682"/>
            <p:cNvSpPr/>
            <p:nvPr/>
          </p:nvSpPr>
          <p:spPr>
            <a:xfrm>
              <a:off x="1514941" y="1654699"/>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84" name="任意多边形: 形状 683"/>
            <p:cNvSpPr/>
            <p:nvPr/>
          </p:nvSpPr>
          <p:spPr>
            <a:xfrm>
              <a:off x="1505409" y="1645176"/>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685" name="任意多边形: 形状 684"/>
            <p:cNvSpPr/>
            <p:nvPr/>
          </p:nvSpPr>
          <p:spPr>
            <a:xfrm>
              <a:off x="1514937" y="16451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686" name="任意多边形: 形状 685"/>
            <p:cNvSpPr/>
            <p:nvPr/>
          </p:nvSpPr>
          <p:spPr>
            <a:xfrm>
              <a:off x="1419689" y="1597546"/>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552"/>
                    <a:pt x="38973" y="8934"/>
                    <a:pt x="37992" y="16582"/>
                  </a:cubicBezTo>
                </a:path>
              </a:pathLst>
            </a:custGeom>
            <a:solidFill>
              <a:srgbClr val="E58E8E"/>
            </a:solidFill>
            <a:ln w="9525" cap="flat">
              <a:noFill/>
              <a:prstDash val="solid"/>
              <a:round/>
            </a:ln>
          </p:spPr>
          <p:txBody>
            <a:bodyPr/>
            <a:lstStyle/>
            <a:p>
              <a:endParaRPr lang="zh-CN" altLang="en-US" sz="2190"/>
            </a:p>
          </p:txBody>
        </p:sp>
        <p:sp>
          <p:nvSpPr>
            <p:cNvPr id="687" name="任意多边形: 形状 686"/>
            <p:cNvSpPr/>
            <p:nvPr/>
          </p:nvSpPr>
          <p:spPr>
            <a:xfrm>
              <a:off x="1429216" y="1607074"/>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88" name="任意多边形: 形状 687"/>
            <p:cNvSpPr/>
            <p:nvPr/>
          </p:nvSpPr>
          <p:spPr>
            <a:xfrm>
              <a:off x="1429209" y="15975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89" name="任意多边形: 形状 688"/>
            <p:cNvSpPr/>
            <p:nvPr/>
          </p:nvSpPr>
          <p:spPr>
            <a:xfrm>
              <a:off x="142921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90" name="任意多边形: 形状 689"/>
            <p:cNvSpPr/>
            <p:nvPr/>
          </p:nvSpPr>
          <p:spPr>
            <a:xfrm>
              <a:off x="1438739" y="160707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691" name="任意多边形: 形状 690"/>
            <p:cNvSpPr/>
            <p:nvPr/>
          </p:nvSpPr>
          <p:spPr>
            <a:xfrm>
              <a:off x="1448262" y="161659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692" name="任意多边形: 形状 691"/>
            <p:cNvSpPr/>
            <p:nvPr/>
          </p:nvSpPr>
          <p:spPr>
            <a:xfrm>
              <a:off x="1448262" y="1607072"/>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693" name="任意多边形: 形状 692"/>
            <p:cNvSpPr/>
            <p:nvPr/>
          </p:nvSpPr>
          <p:spPr>
            <a:xfrm>
              <a:off x="1448262" y="16070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94" name="任意多边形: 形状 693"/>
            <p:cNvSpPr/>
            <p:nvPr/>
          </p:nvSpPr>
          <p:spPr>
            <a:xfrm>
              <a:off x="1438737" y="16356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95" name="任意多边形: 形状 694"/>
            <p:cNvSpPr/>
            <p:nvPr/>
          </p:nvSpPr>
          <p:spPr>
            <a:xfrm>
              <a:off x="1457791" y="164517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96" name="任意多边形: 形状 695"/>
            <p:cNvSpPr/>
            <p:nvPr/>
          </p:nvSpPr>
          <p:spPr>
            <a:xfrm>
              <a:off x="1448259" y="164517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697" name="任意多边形: 形状 696"/>
            <p:cNvSpPr/>
            <p:nvPr/>
          </p:nvSpPr>
          <p:spPr>
            <a:xfrm>
              <a:off x="1457787" y="16356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698" name="任意多边形: 形状 697"/>
            <p:cNvSpPr/>
            <p:nvPr/>
          </p:nvSpPr>
          <p:spPr>
            <a:xfrm>
              <a:off x="1495887" y="16165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99" name="任意多边形: 形状 698"/>
            <p:cNvSpPr/>
            <p:nvPr/>
          </p:nvSpPr>
          <p:spPr>
            <a:xfrm>
              <a:off x="1505416" y="16261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700" name="任意多边形: 形状 699"/>
            <p:cNvSpPr/>
            <p:nvPr/>
          </p:nvSpPr>
          <p:spPr>
            <a:xfrm>
              <a:off x="1505409" y="162612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701" name="任意多边形: 形状 700"/>
            <p:cNvSpPr/>
            <p:nvPr/>
          </p:nvSpPr>
          <p:spPr>
            <a:xfrm>
              <a:off x="1514937" y="16261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02" name="任意多边形: 形状 701"/>
            <p:cNvSpPr/>
            <p:nvPr/>
          </p:nvSpPr>
          <p:spPr>
            <a:xfrm>
              <a:off x="1457787" y="15975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03" name="任意多边形: 形状 702"/>
            <p:cNvSpPr/>
            <p:nvPr/>
          </p:nvSpPr>
          <p:spPr>
            <a:xfrm>
              <a:off x="1467309" y="1607074"/>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8" y="786"/>
                    <a:pt x="29015" y="5501"/>
                    <a:pt x="28530" y="10940"/>
                  </a:cubicBezTo>
                </a:path>
              </a:pathLst>
            </a:custGeom>
            <a:solidFill>
              <a:srgbClr val="E16262"/>
            </a:solidFill>
            <a:ln w="9525" cap="flat">
              <a:noFill/>
              <a:prstDash val="solid"/>
              <a:round/>
            </a:ln>
          </p:spPr>
          <p:txBody>
            <a:bodyPr/>
            <a:lstStyle/>
            <a:p>
              <a:endParaRPr lang="zh-CN" altLang="en-US" sz="2190"/>
            </a:p>
          </p:txBody>
        </p:sp>
        <p:sp>
          <p:nvSpPr>
            <p:cNvPr id="704" name="任意多边形: 形状 703"/>
            <p:cNvSpPr/>
            <p:nvPr/>
          </p:nvSpPr>
          <p:spPr>
            <a:xfrm>
              <a:off x="1467312" y="16070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705" name="任意多边形: 形状 704"/>
            <p:cNvSpPr/>
            <p:nvPr/>
          </p:nvSpPr>
          <p:spPr>
            <a:xfrm>
              <a:off x="1476837" y="15975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06" name="任意多边形: 形状 705"/>
            <p:cNvSpPr/>
            <p:nvPr/>
          </p:nvSpPr>
          <p:spPr>
            <a:xfrm>
              <a:off x="1486362" y="16546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707" name="任意多边形: 形状 706"/>
            <p:cNvSpPr/>
            <p:nvPr/>
          </p:nvSpPr>
          <p:spPr>
            <a:xfrm>
              <a:off x="1495891" y="16642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708" name="任意多边形: 形状 707"/>
            <p:cNvSpPr/>
            <p:nvPr/>
          </p:nvSpPr>
          <p:spPr>
            <a:xfrm>
              <a:off x="1495884" y="166422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709" name="任意多边形: 形状 708"/>
            <p:cNvSpPr/>
            <p:nvPr/>
          </p:nvSpPr>
          <p:spPr>
            <a:xfrm>
              <a:off x="1505412" y="16546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10" name="任意多边形: 形状 709"/>
            <p:cNvSpPr/>
            <p:nvPr/>
          </p:nvSpPr>
          <p:spPr>
            <a:xfrm>
              <a:off x="1429214" y="16642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711" name="任意多边形: 形状 710"/>
            <p:cNvSpPr/>
            <p:nvPr/>
          </p:nvSpPr>
          <p:spPr>
            <a:xfrm>
              <a:off x="1438741" y="167374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712" name="任意多边形: 形状 711"/>
            <p:cNvSpPr/>
            <p:nvPr/>
          </p:nvSpPr>
          <p:spPr>
            <a:xfrm>
              <a:off x="1438738" y="16642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713" name="任意多边形: 形状 712"/>
            <p:cNvSpPr/>
            <p:nvPr/>
          </p:nvSpPr>
          <p:spPr>
            <a:xfrm>
              <a:off x="1438737" y="16642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14" name="任意多边形: 形状 713"/>
            <p:cNvSpPr/>
            <p:nvPr/>
          </p:nvSpPr>
          <p:spPr>
            <a:xfrm>
              <a:off x="1476837" y="1578492"/>
              <a:ext cx="47627" cy="38108"/>
            </a:xfrm>
            <a:custGeom>
              <a:avLst/>
              <a:gdLst>
                <a:gd name="csX0" fmla="*/ 47500 w 47627"/>
                <a:gd name="csY0" fmla="*/ 22120 h 38108"/>
                <a:gd name="csX1" fmla="*/ 21745 w 47627"/>
                <a:gd name="csY1" fmla="*/ 37788 h 38108"/>
                <a:gd name="csX2" fmla="*/ 85 w 47627"/>
                <a:gd name="csY2" fmla="*/ 15929 h 38108"/>
                <a:gd name="csX3" fmla="*/ 25831 w 47627"/>
                <a:gd name="csY3" fmla="*/ 260 h 38108"/>
                <a:gd name="csX4" fmla="*/ 47500 w 47627"/>
                <a:gd name="csY4" fmla="*/ 22120 h 38108"/>
              </a:gdLst>
              <a:ahLst/>
              <a:cxnLst>
                <a:cxn ang="0">
                  <a:pos x="csX0" y="csY0"/>
                </a:cxn>
                <a:cxn ang="0">
                  <a:pos x="csX1" y="csY1"/>
                </a:cxn>
                <a:cxn ang="0">
                  <a:pos x="csX2" y="csY2"/>
                </a:cxn>
                <a:cxn ang="0">
                  <a:pos x="csX3" y="csY3"/>
                </a:cxn>
                <a:cxn ang="0">
                  <a:pos x="csX4" y="csY4"/>
                </a:cxn>
              </a:cxnLst>
              <a:rect l="l" t="t" r="r" b="b"/>
              <a:pathLst>
                <a:path w="47627" h="38108">
                  <a:moveTo>
                    <a:pt x="47500" y="22120"/>
                  </a:moveTo>
                  <a:cubicBezTo>
                    <a:pt x="46272" y="32683"/>
                    <a:pt x="34832" y="39608"/>
                    <a:pt x="21745" y="37788"/>
                  </a:cubicBezTo>
                  <a:cubicBezTo>
                    <a:pt x="8667" y="35960"/>
                    <a:pt x="-1144" y="26130"/>
                    <a:pt x="85" y="15929"/>
                  </a:cubicBezTo>
                  <a:cubicBezTo>
                    <a:pt x="1314" y="5365"/>
                    <a:pt x="12753" y="-1559"/>
                    <a:pt x="25831" y="260"/>
                  </a:cubicBezTo>
                  <a:cubicBezTo>
                    <a:pt x="3932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15" name="任意多边形: 形状 714"/>
            <p:cNvSpPr/>
            <p:nvPr/>
          </p:nvSpPr>
          <p:spPr>
            <a:xfrm>
              <a:off x="1486361" y="15880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32" y="19655"/>
                    <a:pt x="12802" y="18922"/>
                  </a:cubicBezTo>
                  <a:cubicBezTo>
                    <a:pt x="4982" y="18198"/>
                    <a:pt x="-885" y="13121"/>
                    <a:pt x="86" y="8044"/>
                  </a:cubicBezTo>
                  <a:cubicBezTo>
                    <a:pt x="58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716" name="任意多边形: 形状 715"/>
            <p:cNvSpPr/>
            <p:nvPr/>
          </p:nvSpPr>
          <p:spPr>
            <a:xfrm>
              <a:off x="1486362" y="158802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7" y="1314"/>
                    <a:pt x="9697"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717" name="任意多边形: 形状 716"/>
            <p:cNvSpPr/>
            <p:nvPr/>
          </p:nvSpPr>
          <p:spPr>
            <a:xfrm>
              <a:off x="1495887" y="158802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718" name="任意多边形: 形状 717"/>
            <p:cNvSpPr/>
            <p:nvPr/>
          </p:nvSpPr>
          <p:spPr>
            <a:xfrm>
              <a:off x="1486362" y="15975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19" name="任意多边形: 形状 718"/>
            <p:cNvSpPr/>
            <p:nvPr/>
          </p:nvSpPr>
          <p:spPr>
            <a:xfrm>
              <a:off x="1495886" y="160707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720" name="任意多边形: 形状 719"/>
            <p:cNvSpPr/>
            <p:nvPr/>
          </p:nvSpPr>
          <p:spPr>
            <a:xfrm>
              <a:off x="1495888" y="160707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721" name="任意多边形: 形状 720"/>
            <p:cNvSpPr/>
            <p:nvPr/>
          </p:nvSpPr>
          <p:spPr>
            <a:xfrm>
              <a:off x="150541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22" name="任意多边形: 形状 721"/>
            <p:cNvSpPr/>
            <p:nvPr/>
          </p:nvSpPr>
          <p:spPr>
            <a:xfrm>
              <a:off x="786275" y="1754709"/>
              <a:ext cx="276225" cy="57150"/>
            </a:xfrm>
            <a:custGeom>
              <a:avLst/>
              <a:gdLst>
                <a:gd name="csX0" fmla="*/ -19 w 276225"/>
                <a:gd name="csY0" fmla="*/ 55406 h 57150"/>
                <a:gd name="csX1" fmla="*/ -19 w 276225"/>
                <a:gd name="csY1" fmla="*/ 53701 h 57150"/>
                <a:gd name="csX2" fmla="*/ -19 w 276225"/>
                <a:gd name="csY2" fmla="*/ 2704 h 57150"/>
                <a:gd name="csX3" fmla="*/ -19 w 276225"/>
                <a:gd name="csY3" fmla="*/ 656 h 57150"/>
                <a:gd name="csX4" fmla="*/ 275505 w 276225"/>
                <a:gd name="csY4" fmla="*/ -30 h 57150"/>
                <a:gd name="csX5" fmla="*/ 275856 w 276225"/>
                <a:gd name="csY5" fmla="*/ 656 h 57150"/>
                <a:gd name="csX6" fmla="*/ 276207 w 276225"/>
                <a:gd name="csY6" fmla="*/ 54386 h 57150"/>
                <a:gd name="csX7" fmla="*/ 275856 w 276225"/>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57150">
                  <a:moveTo>
                    <a:pt x="-19" y="55406"/>
                  </a:moveTo>
                  <a:lnTo>
                    <a:pt x="-19" y="53701"/>
                  </a:lnTo>
                  <a:lnTo>
                    <a:pt x="-19" y="2704"/>
                  </a:lnTo>
                  <a:lnTo>
                    <a:pt x="-19" y="656"/>
                  </a:lnTo>
                  <a:moveTo>
                    <a:pt x="275505" y="-30"/>
                  </a:moveTo>
                  <a:cubicBezTo>
                    <a:pt x="275856" y="-30"/>
                    <a:pt x="275856" y="313"/>
                    <a:pt x="275856" y="656"/>
                  </a:cubicBezTo>
                  <a:lnTo>
                    <a:pt x="276207" y="54386"/>
                  </a:lnTo>
                  <a:lnTo>
                    <a:pt x="275856" y="57120"/>
                  </a:lnTo>
                </a:path>
              </a:pathLst>
            </a:custGeom>
            <a:noFill/>
            <a:ln w="6477" cap="flat">
              <a:solidFill>
                <a:srgbClr val="040000"/>
              </a:solidFill>
              <a:prstDash val="solid"/>
              <a:round/>
            </a:ln>
          </p:spPr>
          <p:txBody>
            <a:bodyPr/>
            <a:lstStyle/>
            <a:p>
              <a:endParaRPr lang="zh-CN" altLang="en-US" sz="2190"/>
            </a:p>
          </p:txBody>
        </p:sp>
        <p:sp>
          <p:nvSpPr>
            <p:cNvPr id="723" name="任意多边形: 形状 722"/>
            <p:cNvSpPr/>
            <p:nvPr/>
          </p:nvSpPr>
          <p:spPr>
            <a:xfrm>
              <a:off x="781511" y="1778522"/>
              <a:ext cx="276225" cy="76200"/>
            </a:xfrm>
            <a:custGeom>
              <a:avLst/>
              <a:gdLst>
                <a:gd name="csX0" fmla="*/ 169021 w 276225"/>
                <a:gd name="csY0" fmla="*/ 75332 h 76200"/>
                <a:gd name="csX1" fmla="*/ 194324 w 276225"/>
                <a:gd name="csY1" fmla="*/ 72865 h 76200"/>
                <a:gd name="csX2" fmla="*/ 275856 w 276225"/>
                <a:gd name="csY2" fmla="*/ 41175 h 76200"/>
                <a:gd name="csX3" fmla="*/ 276206 w 276225"/>
                <a:gd name="csY3" fmla="*/ 38003 h 76200"/>
                <a:gd name="csX4" fmla="*/ 138095 w 276225"/>
                <a:gd name="csY4" fmla="*/ -30 h 76200"/>
                <a:gd name="csX5" fmla="*/ -18 w 276225"/>
                <a:gd name="csY5" fmla="*/ 38003 h 76200"/>
                <a:gd name="csX6" fmla="*/ 105764 w 276225"/>
                <a:gd name="csY6" fmla="*/ 74979 h 76200"/>
                <a:gd name="csX7" fmla="*/ 138095 w 276225"/>
                <a:gd name="csY7" fmla="*/ 76037 h 76200"/>
                <a:gd name="csX8" fmla="*/ 169021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1" y="75332"/>
                  </a:moveTo>
                  <a:cubicBezTo>
                    <a:pt x="177455" y="74627"/>
                    <a:pt x="185889" y="73922"/>
                    <a:pt x="194324" y="72865"/>
                  </a:cubicBezTo>
                  <a:cubicBezTo>
                    <a:pt x="239306" y="67226"/>
                    <a:pt x="271639" y="55253"/>
                    <a:pt x="275856" y="41175"/>
                  </a:cubicBezTo>
                  <a:lnTo>
                    <a:pt x="276206" y="38003"/>
                  </a:lnTo>
                  <a:cubicBezTo>
                    <a:pt x="276206" y="17229"/>
                    <a:pt x="214355" y="-30"/>
                    <a:pt x="138095" y="-30"/>
                  </a:cubicBezTo>
                  <a:cubicBezTo>
                    <a:pt x="72377" y="-30"/>
                    <a:pt x="-369" y="20039"/>
                    <a:pt x="-18" y="38003"/>
                  </a:cubicBezTo>
                  <a:cubicBezTo>
                    <a:pt x="-18" y="54548"/>
                    <a:pt x="62185" y="71103"/>
                    <a:pt x="105764" y="74979"/>
                  </a:cubicBezTo>
                  <a:cubicBezTo>
                    <a:pt x="119117" y="76037"/>
                    <a:pt x="130363" y="76037"/>
                    <a:pt x="138095" y="76037"/>
                  </a:cubicBezTo>
                  <a:cubicBezTo>
                    <a:pt x="148638" y="76380"/>
                    <a:pt x="159180" y="76037"/>
                    <a:pt x="169021" y="75332"/>
                  </a:cubicBezTo>
                </a:path>
              </a:pathLst>
            </a:custGeom>
            <a:solidFill>
              <a:srgbClr val="4385C6"/>
            </a:solidFill>
            <a:ln w="9525" cap="flat">
              <a:noFill/>
              <a:prstDash val="solid"/>
              <a:round/>
            </a:ln>
          </p:spPr>
          <p:txBody>
            <a:bodyPr/>
            <a:lstStyle/>
            <a:p>
              <a:endParaRPr lang="zh-CN" altLang="en-US" sz="2190"/>
            </a:p>
          </p:txBody>
        </p:sp>
        <p:sp>
          <p:nvSpPr>
            <p:cNvPr id="724" name="任意多边形: 形状 723"/>
            <p:cNvSpPr/>
            <p:nvPr/>
          </p:nvSpPr>
          <p:spPr>
            <a:xfrm>
              <a:off x="786275" y="1726134"/>
              <a:ext cx="276225" cy="66675"/>
            </a:xfrm>
            <a:custGeom>
              <a:avLst/>
              <a:gdLst>
                <a:gd name="csX0" fmla="*/ 276206 w 276225"/>
                <a:gd name="csY0" fmla="*/ 33308 h 66675"/>
                <a:gd name="csX1" fmla="*/ 138094 w 276225"/>
                <a:gd name="csY1" fmla="*/ 66645 h 66675"/>
                <a:gd name="csX2" fmla="*/ -19 w 276225"/>
                <a:gd name="csY2" fmla="*/ 33308 h 66675"/>
                <a:gd name="csX3" fmla="*/ 138094 w 276225"/>
                <a:gd name="csY3" fmla="*/ -30 h 66675"/>
                <a:gd name="csX4" fmla="*/ 276206 w 276225"/>
                <a:gd name="csY4" fmla="*/ 33308 h 66675"/>
              </a:gdLst>
              <a:ahLst/>
              <a:cxnLst>
                <a:cxn ang="0">
                  <a:pos x="csX0" y="csY0"/>
                </a:cxn>
                <a:cxn ang="0">
                  <a:pos x="csX1" y="csY1"/>
                </a:cxn>
                <a:cxn ang="0">
                  <a:pos x="csX2" y="csY2"/>
                </a:cxn>
                <a:cxn ang="0">
                  <a:pos x="csX3" y="csY3"/>
                </a:cxn>
                <a:cxn ang="0">
                  <a:pos x="csX4" y="csY4"/>
                </a:cxn>
              </a:cxnLst>
              <a:rect l="l" t="t" r="r" b="b"/>
              <a:pathLst>
                <a:path w="276225" h="66675">
                  <a:moveTo>
                    <a:pt x="276206" y="33308"/>
                  </a:moveTo>
                  <a:cubicBezTo>
                    <a:pt x="276206" y="51719"/>
                    <a:pt x="214370" y="66645"/>
                    <a:pt x="138094" y="66645"/>
                  </a:cubicBezTo>
                  <a:cubicBezTo>
                    <a:pt x="61816" y="66645"/>
                    <a:pt x="-19" y="51719"/>
                    <a:pt x="-19" y="33308"/>
                  </a:cubicBezTo>
                  <a:cubicBezTo>
                    <a:pt x="-19" y="14896"/>
                    <a:pt x="61816" y="-30"/>
                    <a:pt x="138094" y="-30"/>
                  </a:cubicBezTo>
                  <a:cubicBezTo>
                    <a:pt x="214371" y="-30"/>
                    <a:pt x="276206" y="14896"/>
                    <a:pt x="276206" y="33308"/>
                  </a:cubicBezTo>
                  <a:close/>
                </a:path>
              </a:pathLst>
            </a:custGeom>
            <a:noFill/>
            <a:ln w="6477" cap="flat">
              <a:solidFill>
                <a:srgbClr val="040000"/>
              </a:solidFill>
              <a:prstDash val="solid"/>
              <a:round/>
            </a:ln>
          </p:spPr>
          <p:txBody>
            <a:bodyPr/>
            <a:lstStyle/>
            <a:p>
              <a:endParaRPr lang="zh-CN" altLang="en-US" sz="2190"/>
            </a:p>
          </p:txBody>
        </p:sp>
        <p:sp>
          <p:nvSpPr>
            <p:cNvPr id="725" name="任意多边形: 形状 724"/>
            <p:cNvSpPr/>
            <p:nvPr/>
          </p:nvSpPr>
          <p:spPr>
            <a:xfrm>
              <a:off x="919625" y="181185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8" y="51262"/>
                    <a:pt x="33878" y="47538"/>
                    <a:pt x="-19" y="47538"/>
                  </a:cubicBezTo>
                </a:path>
              </a:pathLst>
            </a:custGeom>
            <a:noFill/>
            <a:ln w="6477" cap="flat">
              <a:solidFill>
                <a:srgbClr val="040000"/>
              </a:solidFill>
              <a:prstDash val="solid"/>
              <a:round/>
            </a:ln>
          </p:spPr>
          <p:txBody>
            <a:bodyPr/>
            <a:lstStyle/>
            <a:p>
              <a:endParaRPr lang="zh-CN" altLang="en-US" sz="2190"/>
            </a:p>
          </p:txBody>
        </p:sp>
        <p:sp>
          <p:nvSpPr>
            <p:cNvPr id="726" name="任意多边形: 形状 725"/>
            <p:cNvSpPr/>
            <p:nvPr/>
          </p:nvSpPr>
          <p:spPr>
            <a:xfrm>
              <a:off x="786275" y="1811859"/>
              <a:ext cx="133350" cy="47627"/>
            </a:xfrm>
            <a:custGeom>
              <a:avLst/>
              <a:gdLst>
                <a:gd name="csX0" fmla="*/ -19 w 133350"/>
                <a:gd name="csY0" fmla="*/ -30 h 47627"/>
                <a:gd name="csX1" fmla="*/ 133332 w 133350"/>
                <a:gd name="csY1" fmla="*/ 47538 h 47627"/>
              </a:gdLst>
              <a:ahLst/>
              <a:cxnLst>
                <a:cxn ang="0">
                  <a:pos x="csX0" y="csY0"/>
                </a:cxn>
                <a:cxn ang="0">
                  <a:pos x="csX1" y="csY1"/>
                </a:cxn>
              </a:cxnLst>
              <a:rect l="l" t="t" r="r" b="b"/>
              <a:pathLst>
                <a:path w="133350" h="47627">
                  <a:moveTo>
                    <a:pt x="-19" y="-30"/>
                  </a:moveTo>
                  <a:cubicBezTo>
                    <a:pt x="17874" y="51262"/>
                    <a:pt x="101597" y="47538"/>
                    <a:pt x="133332" y="47538"/>
                  </a:cubicBezTo>
                </a:path>
              </a:pathLst>
            </a:custGeom>
            <a:noFill/>
            <a:ln w="6477" cap="flat">
              <a:solidFill>
                <a:srgbClr val="040000"/>
              </a:solidFill>
              <a:prstDash val="solid"/>
              <a:round/>
            </a:ln>
          </p:spPr>
          <p:txBody>
            <a:bodyPr/>
            <a:lstStyle/>
            <a:p>
              <a:endParaRPr lang="zh-CN" altLang="en-US" sz="2190"/>
            </a:p>
          </p:txBody>
        </p:sp>
        <p:sp>
          <p:nvSpPr>
            <p:cNvPr id="727" name="任意多边形: 形状 726"/>
            <p:cNvSpPr/>
            <p:nvPr/>
          </p:nvSpPr>
          <p:spPr>
            <a:xfrm>
              <a:off x="781512" y="1816619"/>
              <a:ext cx="266700" cy="28577"/>
            </a:xfrm>
            <a:custGeom>
              <a:avLst/>
              <a:gdLst>
                <a:gd name="csX0" fmla="*/ 266681 w 266700"/>
                <a:gd name="csY0" fmla="*/ 935 h 28577"/>
                <a:gd name="csX1" fmla="*/ 134777 w 266700"/>
                <a:gd name="csY1" fmla="*/ 28548 h 28577"/>
                <a:gd name="csX2" fmla="*/ -19 w 266700"/>
                <a:gd name="csY2" fmla="*/ 1611 h 28577"/>
                <a:gd name="csX3" fmla="*/ 134054 w 266700"/>
                <a:gd name="csY3" fmla="*/ 24842 h 28577"/>
                <a:gd name="csX4" fmla="*/ 266681 w 266700"/>
                <a:gd name="csY4" fmla="*/ 935 h 28577"/>
              </a:gdLst>
              <a:ahLst/>
              <a:cxnLst>
                <a:cxn ang="0">
                  <a:pos x="csX0" y="csY0"/>
                </a:cxn>
                <a:cxn ang="0">
                  <a:pos x="csX1" y="csY1"/>
                </a:cxn>
                <a:cxn ang="0">
                  <a:pos x="csX2" y="csY2"/>
                </a:cxn>
                <a:cxn ang="0">
                  <a:pos x="csX3" y="csY3"/>
                </a:cxn>
                <a:cxn ang="0">
                  <a:pos x="csX4" y="csY4"/>
                </a:cxn>
              </a:cxnLst>
              <a:rect l="l" t="t" r="r" b="b"/>
              <a:pathLst>
                <a:path w="266700" h="28577">
                  <a:moveTo>
                    <a:pt x="266681" y="935"/>
                  </a:moveTo>
                  <a:cubicBezTo>
                    <a:pt x="266681" y="8012"/>
                    <a:pt x="204163" y="28548"/>
                    <a:pt x="134777" y="28548"/>
                  </a:cubicBezTo>
                  <a:cubicBezTo>
                    <a:pt x="65030" y="28548"/>
                    <a:pt x="-19" y="8345"/>
                    <a:pt x="-19" y="1611"/>
                  </a:cubicBezTo>
                  <a:cubicBezTo>
                    <a:pt x="-19" y="-5457"/>
                    <a:pt x="64668" y="24842"/>
                    <a:pt x="134054" y="24842"/>
                  </a:cubicBezTo>
                  <a:cubicBezTo>
                    <a:pt x="203440" y="24842"/>
                    <a:pt x="266681" y="-5790"/>
                    <a:pt x="266681" y="935"/>
                  </a:cubicBezTo>
                  <a:close/>
                </a:path>
              </a:pathLst>
            </a:custGeom>
            <a:solidFill>
              <a:srgbClr val="4385C6"/>
            </a:solidFill>
            <a:ln w="9525" cap="flat">
              <a:noFill/>
              <a:prstDash val="solid"/>
              <a:round/>
            </a:ln>
          </p:spPr>
          <p:txBody>
            <a:bodyPr/>
            <a:lstStyle/>
            <a:p>
              <a:endParaRPr lang="zh-CN" altLang="en-US" sz="2190"/>
            </a:p>
          </p:txBody>
        </p:sp>
        <p:sp>
          <p:nvSpPr>
            <p:cNvPr id="728" name="任意多边形: 形状 727"/>
            <p:cNvSpPr/>
            <p:nvPr/>
          </p:nvSpPr>
          <p:spPr>
            <a:xfrm>
              <a:off x="905336" y="1797569"/>
              <a:ext cx="38101" cy="38104"/>
            </a:xfrm>
            <a:custGeom>
              <a:avLst/>
              <a:gdLst>
                <a:gd name="csX0" fmla="*/ 38074 w 38101"/>
                <a:gd name="csY0" fmla="*/ 19927 h 38104"/>
                <a:gd name="csX1" fmla="*/ 19521 w 38101"/>
                <a:gd name="csY1" fmla="*/ 38063 h 38104"/>
                <a:gd name="csX2" fmla="*/ -10 w 38101"/>
                <a:gd name="csY2" fmla="*/ 18117 h 38104"/>
                <a:gd name="csX3" fmla="*/ 18543 w 38101"/>
                <a:gd name="csY3" fmla="*/ -18 h 38104"/>
                <a:gd name="csX4" fmla="*/ 38074 w 38101"/>
                <a:gd name="csY4" fmla="*/ 19927 h 38104"/>
              </a:gdLst>
              <a:ahLst/>
              <a:cxnLst>
                <a:cxn ang="0">
                  <a:pos x="csX0" y="csY0"/>
                </a:cxn>
                <a:cxn ang="0">
                  <a:pos x="csX1" y="csY1"/>
                </a:cxn>
                <a:cxn ang="0">
                  <a:pos x="csX2" y="csY2"/>
                </a:cxn>
                <a:cxn ang="0">
                  <a:pos x="csX3" y="csY3"/>
                </a:cxn>
                <a:cxn ang="0">
                  <a:pos x="csX4" y="csY4"/>
                </a:cxn>
              </a:cxnLst>
              <a:rect l="l" t="t" r="r" b="b"/>
              <a:pathLst>
                <a:path w="38101" h="38104">
                  <a:moveTo>
                    <a:pt x="38074" y="19927"/>
                  </a:moveTo>
                  <a:cubicBezTo>
                    <a:pt x="38399" y="30443"/>
                    <a:pt x="29936" y="38425"/>
                    <a:pt x="19521" y="38063"/>
                  </a:cubicBezTo>
                  <a:cubicBezTo>
                    <a:pt x="9105" y="37701"/>
                    <a:pt x="316" y="28633"/>
                    <a:pt x="-10" y="18117"/>
                  </a:cubicBezTo>
                  <a:cubicBezTo>
                    <a:pt x="-335" y="7602"/>
                    <a:pt x="8128" y="-380"/>
                    <a:pt x="18543" y="-18"/>
                  </a:cubicBezTo>
                  <a:cubicBezTo>
                    <a:pt x="28959" y="344"/>
                    <a:pt x="37748" y="9411"/>
                    <a:pt x="38074" y="19927"/>
                  </a:cubicBezTo>
                </a:path>
              </a:pathLst>
            </a:custGeom>
            <a:solidFill>
              <a:srgbClr val="E58E8E"/>
            </a:solidFill>
            <a:ln w="9525" cap="flat">
              <a:noFill/>
              <a:prstDash val="solid"/>
              <a:round/>
            </a:ln>
          </p:spPr>
          <p:txBody>
            <a:bodyPr/>
            <a:lstStyle/>
            <a:p>
              <a:endParaRPr lang="zh-CN" altLang="en-US" sz="2190"/>
            </a:p>
          </p:txBody>
        </p:sp>
        <p:sp>
          <p:nvSpPr>
            <p:cNvPr id="729" name="任意多边形: 形状 728"/>
            <p:cNvSpPr/>
            <p:nvPr/>
          </p:nvSpPr>
          <p:spPr>
            <a:xfrm>
              <a:off x="914862" y="1807095"/>
              <a:ext cx="19050" cy="19054"/>
            </a:xfrm>
            <a:custGeom>
              <a:avLst/>
              <a:gdLst>
                <a:gd name="csX0" fmla="*/ 19031 w 19050"/>
                <a:gd name="csY0" fmla="*/ 10030 h 19054"/>
                <a:gd name="csX1" fmla="*/ 9668 w 19050"/>
                <a:gd name="csY1" fmla="*/ 19002 h 19054"/>
                <a:gd name="csX2" fmla="*/ -19 w 19050"/>
                <a:gd name="csY2" fmla="*/ 8953 h 19054"/>
                <a:gd name="csX3" fmla="*/ 9022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6" y="19355"/>
                    <a:pt x="9668" y="19002"/>
                  </a:cubicBezTo>
                  <a:cubicBezTo>
                    <a:pt x="4502" y="18640"/>
                    <a:pt x="304" y="14335"/>
                    <a:pt x="-19" y="8953"/>
                  </a:cubicBezTo>
                  <a:cubicBezTo>
                    <a:pt x="-19" y="3934"/>
                    <a:pt x="3856" y="-362"/>
                    <a:pt x="9022" y="-10"/>
                  </a:cubicBezTo>
                  <a:cubicBezTo>
                    <a:pt x="14834"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730" name="任意多边形: 形状 729"/>
            <p:cNvSpPr/>
            <p:nvPr/>
          </p:nvSpPr>
          <p:spPr>
            <a:xfrm>
              <a:off x="914862" y="1797570"/>
              <a:ext cx="9524" cy="9526"/>
            </a:xfrm>
            <a:custGeom>
              <a:avLst/>
              <a:gdLst>
                <a:gd name="csX0" fmla="*/ 8125 w 9524"/>
                <a:gd name="csY0" fmla="*/ 305 h 9526"/>
                <a:gd name="csX1" fmla="*/ 9279 w 9524"/>
                <a:gd name="csY1" fmla="*/ 3839 h 9526"/>
                <a:gd name="csX2" fmla="*/ 30 w 9524"/>
                <a:gd name="csY2" fmla="*/ 9497 h 9526"/>
                <a:gd name="csX3" fmla="*/ 8125 w 9524"/>
                <a:gd name="csY3" fmla="*/ 305 h 9526"/>
              </a:gdLst>
              <a:ahLst/>
              <a:cxnLst>
                <a:cxn ang="0">
                  <a:pos x="csX0" y="csY0"/>
                </a:cxn>
                <a:cxn ang="0">
                  <a:pos x="csX1" y="csY1"/>
                </a:cxn>
                <a:cxn ang="0">
                  <a:pos x="csX2" y="csY2"/>
                </a:cxn>
                <a:cxn ang="0">
                  <a:pos x="csX3" y="csY3"/>
                </a:cxn>
              </a:cxnLst>
              <a:rect l="l" t="t" r="r" b="b"/>
              <a:pathLst>
                <a:path w="9524" h="9526">
                  <a:moveTo>
                    <a:pt x="8125" y="305"/>
                  </a:moveTo>
                  <a:cubicBezTo>
                    <a:pt x="9279" y="1019"/>
                    <a:pt x="9857" y="2429"/>
                    <a:pt x="9279" y="3839"/>
                  </a:cubicBezTo>
                  <a:cubicBezTo>
                    <a:pt x="8125" y="6668"/>
                    <a:pt x="2342" y="9497"/>
                    <a:pt x="30" y="9497"/>
                  </a:cubicBezTo>
                  <a:cubicBezTo>
                    <a:pt x="-549" y="6668"/>
                    <a:pt x="4077" y="-1810"/>
                    <a:pt x="8125" y="305"/>
                  </a:cubicBezTo>
                </a:path>
              </a:pathLst>
            </a:custGeom>
            <a:solidFill>
              <a:srgbClr val="F9DFDF"/>
            </a:solidFill>
            <a:ln w="9525" cap="flat">
              <a:noFill/>
              <a:prstDash val="solid"/>
              <a:round/>
            </a:ln>
          </p:spPr>
          <p:txBody>
            <a:bodyPr/>
            <a:lstStyle/>
            <a:p>
              <a:endParaRPr lang="zh-CN" altLang="en-US" sz="2190"/>
            </a:p>
          </p:txBody>
        </p:sp>
        <p:sp>
          <p:nvSpPr>
            <p:cNvPr id="731" name="任意多边形: 形状 730"/>
            <p:cNvSpPr/>
            <p:nvPr/>
          </p:nvSpPr>
          <p:spPr>
            <a:xfrm>
              <a:off x="914862" y="1797572"/>
              <a:ext cx="9525" cy="9525"/>
            </a:xfrm>
            <a:custGeom>
              <a:avLst/>
              <a:gdLst>
                <a:gd name="csX0" fmla="*/ 9506 w 9525"/>
                <a:gd name="csY0" fmla="*/ 4733 h 9525"/>
                <a:gd name="csX1" fmla="*/ 5178 w 9525"/>
                <a:gd name="csY1" fmla="*/ 9495 h 9525"/>
                <a:gd name="csX2" fmla="*/ -19 w 9525"/>
                <a:gd name="csY2" fmla="*/ 4733 h 9525"/>
                <a:gd name="csX3" fmla="*/ 4312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6" y="9495"/>
                    <a:pt x="5178" y="9495"/>
                  </a:cubicBezTo>
                  <a:cubicBezTo>
                    <a:pt x="2579" y="9495"/>
                    <a:pt x="-19" y="7590"/>
                    <a:pt x="-19" y="4733"/>
                  </a:cubicBezTo>
                  <a:cubicBezTo>
                    <a:pt x="-19" y="1875"/>
                    <a:pt x="1714" y="-30"/>
                    <a:pt x="4312" y="-30"/>
                  </a:cubicBezTo>
                  <a:cubicBezTo>
                    <a:pt x="777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732" name="任意多边形: 形状 731"/>
            <p:cNvSpPr/>
            <p:nvPr/>
          </p:nvSpPr>
          <p:spPr>
            <a:xfrm>
              <a:off x="857711" y="176899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733" name="任意多边形: 形状 732"/>
            <p:cNvSpPr/>
            <p:nvPr/>
          </p:nvSpPr>
          <p:spPr>
            <a:xfrm>
              <a:off x="867237" y="177852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34" name="任意多边形: 形状 733"/>
            <p:cNvSpPr/>
            <p:nvPr/>
          </p:nvSpPr>
          <p:spPr>
            <a:xfrm>
              <a:off x="857712" y="1768999"/>
              <a:ext cx="9523" cy="9522"/>
            </a:xfrm>
            <a:custGeom>
              <a:avLst/>
              <a:gdLst>
                <a:gd name="csX0" fmla="*/ 8615 w 9523"/>
                <a:gd name="csY0" fmla="*/ 606 h 9522"/>
                <a:gd name="csX1" fmla="*/ 9152 w 9523"/>
                <a:gd name="csY1" fmla="*/ 4311 h 9522"/>
                <a:gd name="csX2" fmla="*/ 18 w 9523"/>
                <a:gd name="csY2" fmla="*/ 9493 h 9522"/>
                <a:gd name="csX3" fmla="*/ 8615 w 9523"/>
                <a:gd name="csY3" fmla="*/ 606 h 9522"/>
              </a:gdLst>
              <a:ahLst/>
              <a:cxnLst>
                <a:cxn ang="0">
                  <a:pos x="csX0" y="csY0"/>
                </a:cxn>
                <a:cxn ang="0">
                  <a:pos x="csX1" y="csY1"/>
                </a:cxn>
                <a:cxn ang="0">
                  <a:pos x="csX2" y="csY2"/>
                </a:cxn>
                <a:cxn ang="0">
                  <a:pos x="csX3" y="csY3"/>
                </a:cxn>
              </a:cxnLst>
              <a:rect l="l" t="t" r="r" b="b"/>
              <a:pathLst>
                <a:path w="9523" h="9522">
                  <a:moveTo>
                    <a:pt x="8615" y="606"/>
                  </a:moveTo>
                  <a:cubicBezTo>
                    <a:pt x="9689" y="1349"/>
                    <a:pt x="9689" y="2825"/>
                    <a:pt x="9152" y="4311"/>
                  </a:cubicBezTo>
                  <a:cubicBezTo>
                    <a:pt x="7539" y="7273"/>
                    <a:pt x="2166" y="8750"/>
                    <a:pt x="18" y="9493"/>
                  </a:cubicBezTo>
                  <a:cubicBezTo>
                    <a:pt x="-519" y="5787"/>
                    <a:pt x="4854" y="-2356"/>
                    <a:pt x="8615" y="606"/>
                  </a:cubicBezTo>
                </a:path>
              </a:pathLst>
            </a:custGeom>
            <a:solidFill>
              <a:srgbClr val="F9DFDF"/>
            </a:solidFill>
            <a:ln w="9525" cap="flat">
              <a:noFill/>
              <a:prstDash val="solid"/>
              <a:round/>
            </a:ln>
          </p:spPr>
          <p:txBody>
            <a:bodyPr/>
            <a:lstStyle/>
            <a:p>
              <a:endParaRPr lang="zh-CN" altLang="en-US" sz="2190"/>
            </a:p>
          </p:txBody>
        </p:sp>
        <p:sp>
          <p:nvSpPr>
            <p:cNvPr id="735" name="任意多边形: 形状 734"/>
            <p:cNvSpPr/>
            <p:nvPr/>
          </p:nvSpPr>
          <p:spPr>
            <a:xfrm>
              <a:off x="867237" y="17689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36" name="任意多边形: 形状 735"/>
            <p:cNvSpPr/>
            <p:nvPr/>
          </p:nvSpPr>
          <p:spPr>
            <a:xfrm>
              <a:off x="905336" y="176899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2089"/>
                    <a:pt x="38979" y="11918"/>
                    <a:pt x="37999" y="22120"/>
                  </a:cubicBezTo>
                </a:path>
              </a:pathLst>
            </a:custGeom>
            <a:solidFill>
              <a:srgbClr val="E58E8E"/>
            </a:solidFill>
            <a:ln w="9525" cap="flat">
              <a:noFill/>
              <a:prstDash val="solid"/>
              <a:round/>
            </a:ln>
          </p:spPr>
          <p:txBody>
            <a:bodyPr/>
            <a:lstStyle/>
            <a:p>
              <a:endParaRPr lang="zh-CN" altLang="en-US" sz="2190"/>
            </a:p>
          </p:txBody>
        </p:sp>
        <p:sp>
          <p:nvSpPr>
            <p:cNvPr id="737" name="任意多边形: 形状 736"/>
            <p:cNvSpPr/>
            <p:nvPr/>
          </p:nvSpPr>
          <p:spPr>
            <a:xfrm>
              <a:off x="914862" y="1778524"/>
              <a:ext cx="19050" cy="19046"/>
            </a:xfrm>
            <a:custGeom>
              <a:avLst/>
              <a:gdLst>
                <a:gd name="csX0" fmla="*/ 19011 w 19050"/>
                <a:gd name="csY0" fmla="*/ 10940 h 19046"/>
                <a:gd name="csX1" fmla="*/ 8550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738" name="任意多边形: 形状 737"/>
            <p:cNvSpPr/>
            <p:nvPr/>
          </p:nvSpPr>
          <p:spPr>
            <a:xfrm>
              <a:off x="914861" y="176899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739" name="任意多边形: 形状 738"/>
            <p:cNvSpPr/>
            <p:nvPr/>
          </p:nvSpPr>
          <p:spPr>
            <a:xfrm>
              <a:off x="914862" y="17689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40" name="任意多边形: 形状 739"/>
            <p:cNvSpPr/>
            <p:nvPr/>
          </p:nvSpPr>
          <p:spPr>
            <a:xfrm>
              <a:off x="886287" y="1711842"/>
              <a:ext cx="38099" cy="38108"/>
            </a:xfrm>
            <a:custGeom>
              <a:avLst/>
              <a:gdLst>
                <a:gd name="csX0" fmla="*/ 37998 w 38099"/>
                <a:gd name="csY0" fmla="*/ 22120 h 38108"/>
                <a:gd name="csX1" fmla="*/ 17396 w 38099"/>
                <a:gd name="csY1" fmla="*/ 37788 h 38108"/>
                <a:gd name="csX2" fmla="*/ 64 w 38099"/>
                <a:gd name="csY2" fmla="*/ 15929 h 38108"/>
                <a:gd name="csX3" fmla="*/ 20666 w 38099"/>
                <a:gd name="csY3" fmla="*/ 260 h 38108"/>
                <a:gd name="csX4" fmla="*/ 37998 w 38099"/>
                <a:gd name="csY4" fmla="*/ 22120 h 38108"/>
              </a:gdLst>
              <a:ahLst/>
              <a:cxnLst>
                <a:cxn ang="0">
                  <a:pos x="csX0" y="csY0"/>
                </a:cxn>
                <a:cxn ang="0">
                  <a:pos x="csX1" y="csY1"/>
                </a:cxn>
                <a:cxn ang="0">
                  <a:pos x="csX2" y="csY2"/>
                </a:cxn>
                <a:cxn ang="0">
                  <a:pos x="csX3" y="csY3"/>
                </a:cxn>
                <a:cxn ang="0">
                  <a:pos x="csX4" y="csY4"/>
                </a:cxn>
              </a:cxnLst>
              <a:rect l="l" t="t" r="r" b="b"/>
              <a:pathLst>
                <a:path w="38099"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0" y="2089"/>
                    <a:pt x="38979" y="11918"/>
                    <a:pt x="37998" y="22120"/>
                  </a:cubicBezTo>
                </a:path>
              </a:pathLst>
            </a:custGeom>
            <a:solidFill>
              <a:srgbClr val="E58E8E"/>
            </a:solidFill>
            <a:ln w="9525" cap="flat">
              <a:noFill/>
              <a:prstDash val="solid"/>
              <a:round/>
            </a:ln>
          </p:spPr>
          <p:txBody>
            <a:bodyPr/>
            <a:lstStyle/>
            <a:p>
              <a:endParaRPr lang="zh-CN" altLang="en-US" sz="2190"/>
            </a:p>
          </p:txBody>
        </p:sp>
        <p:sp>
          <p:nvSpPr>
            <p:cNvPr id="741" name="任意多边形: 形状 740"/>
            <p:cNvSpPr/>
            <p:nvPr/>
          </p:nvSpPr>
          <p:spPr>
            <a:xfrm>
              <a:off x="895812" y="1721374"/>
              <a:ext cx="19050" cy="19044"/>
            </a:xfrm>
            <a:custGeom>
              <a:avLst/>
              <a:gdLst>
                <a:gd name="csX0" fmla="*/ 18960 w 19050"/>
                <a:gd name="csY0" fmla="*/ 10940 h 19044"/>
                <a:gd name="csX1" fmla="*/ 8528 w 19050"/>
                <a:gd name="csY1" fmla="*/ 18922 h 19044"/>
                <a:gd name="csX2" fmla="*/ 52 w 19050"/>
                <a:gd name="csY2" fmla="*/ 8044 h 19044"/>
                <a:gd name="csX3" fmla="*/ 10484 w 19050"/>
                <a:gd name="csY3" fmla="*/ 62 h 19044"/>
                <a:gd name="csX4" fmla="*/ 18960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8960" y="10940"/>
                  </a:moveTo>
                  <a:cubicBezTo>
                    <a:pt x="18634" y="16026"/>
                    <a:pt x="13743" y="19646"/>
                    <a:pt x="8528" y="18922"/>
                  </a:cubicBezTo>
                  <a:cubicBezTo>
                    <a:pt x="3312" y="18198"/>
                    <a:pt x="-600" y="13121"/>
                    <a:pt x="52" y="8044"/>
                  </a:cubicBezTo>
                  <a:cubicBezTo>
                    <a:pt x="377" y="2958"/>
                    <a:pt x="5268"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42" name="任意多边形: 形状 741"/>
            <p:cNvSpPr/>
            <p:nvPr/>
          </p:nvSpPr>
          <p:spPr>
            <a:xfrm>
              <a:off x="886287" y="1721374"/>
              <a:ext cx="9525" cy="9522"/>
            </a:xfrm>
            <a:custGeom>
              <a:avLst/>
              <a:gdLst>
                <a:gd name="csX0" fmla="*/ 8616 w 9525"/>
                <a:gd name="csY0" fmla="*/ 606 h 9522"/>
                <a:gd name="csX1" fmla="*/ 9154 w 9525"/>
                <a:gd name="csY1" fmla="*/ 4311 h 9522"/>
                <a:gd name="csX2" fmla="*/ 18 w 9525"/>
                <a:gd name="csY2" fmla="*/ 9493 h 9522"/>
                <a:gd name="csX3" fmla="*/ 8616 w 9525"/>
                <a:gd name="csY3" fmla="*/ 606 h 9522"/>
              </a:gdLst>
              <a:ahLst/>
              <a:cxnLst>
                <a:cxn ang="0">
                  <a:pos x="csX0" y="csY0"/>
                </a:cxn>
                <a:cxn ang="0">
                  <a:pos x="csX1" y="csY1"/>
                </a:cxn>
                <a:cxn ang="0">
                  <a:pos x="csX2" y="csY2"/>
                </a:cxn>
                <a:cxn ang="0">
                  <a:pos x="csX3" y="csY3"/>
                </a:cxn>
              </a:cxnLst>
              <a:rect l="l" t="t" r="r" b="b"/>
              <a:pathLst>
                <a:path w="9525" h="9522">
                  <a:moveTo>
                    <a:pt x="8616" y="606"/>
                  </a:moveTo>
                  <a:cubicBezTo>
                    <a:pt x="9691" y="1349"/>
                    <a:pt x="9691" y="2825"/>
                    <a:pt x="9154" y="4311"/>
                  </a:cubicBezTo>
                  <a:cubicBezTo>
                    <a:pt x="7541" y="7273"/>
                    <a:pt x="2167" y="8750"/>
                    <a:pt x="18" y="9493"/>
                  </a:cubicBezTo>
                  <a:cubicBezTo>
                    <a:pt x="-519" y="5787"/>
                    <a:pt x="4855" y="-2356"/>
                    <a:pt x="8616" y="606"/>
                  </a:cubicBezTo>
                </a:path>
              </a:pathLst>
            </a:custGeom>
            <a:solidFill>
              <a:srgbClr val="F9DFDF"/>
            </a:solidFill>
            <a:ln w="9525" cap="flat">
              <a:noFill/>
              <a:prstDash val="solid"/>
              <a:round/>
            </a:ln>
          </p:spPr>
          <p:txBody>
            <a:bodyPr/>
            <a:lstStyle/>
            <a:p>
              <a:endParaRPr lang="zh-CN" altLang="en-US" sz="2190"/>
            </a:p>
          </p:txBody>
        </p:sp>
        <p:sp>
          <p:nvSpPr>
            <p:cNvPr id="743" name="任意多边形: 形状 742"/>
            <p:cNvSpPr/>
            <p:nvPr/>
          </p:nvSpPr>
          <p:spPr>
            <a:xfrm>
              <a:off x="895812" y="1721372"/>
              <a:ext cx="9525" cy="9525"/>
            </a:xfrm>
            <a:custGeom>
              <a:avLst/>
              <a:gdLst>
                <a:gd name="csX0" fmla="*/ 9506 w 9525"/>
                <a:gd name="csY0" fmla="*/ 5685 h 9525"/>
                <a:gd name="csX1" fmla="*/ 4312 w 9525"/>
                <a:gd name="csY1" fmla="*/ 9495 h 9525"/>
                <a:gd name="csX2" fmla="*/ -19 w 9525"/>
                <a:gd name="csY2" fmla="*/ 3780 h 9525"/>
                <a:gd name="csX3" fmla="*/ 5178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8" y="-30"/>
                  </a:cubicBezTo>
                  <a:cubicBezTo>
                    <a:pt x="7776"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44" name="任意多边形: 形状 743"/>
            <p:cNvSpPr/>
            <p:nvPr/>
          </p:nvSpPr>
          <p:spPr>
            <a:xfrm>
              <a:off x="943436" y="17785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45" name="任意多边形: 形状 744"/>
            <p:cNvSpPr/>
            <p:nvPr/>
          </p:nvSpPr>
          <p:spPr>
            <a:xfrm>
              <a:off x="952962" y="1788049"/>
              <a:ext cx="19050" cy="19044"/>
            </a:xfrm>
            <a:custGeom>
              <a:avLst/>
              <a:gdLst>
                <a:gd name="csX0" fmla="*/ 19011 w 19050"/>
                <a:gd name="csY0" fmla="*/ 10940 h 19044"/>
                <a:gd name="csX1" fmla="*/ 8551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746" name="任意多边形: 形状 745"/>
            <p:cNvSpPr/>
            <p:nvPr/>
          </p:nvSpPr>
          <p:spPr>
            <a:xfrm>
              <a:off x="943436" y="1788051"/>
              <a:ext cx="9524" cy="9520"/>
            </a:xfrm>
            <a:custGeom>
              <a:avLst/>
              <a:gdLst>
                <a:gd name="csX0" fmla="*/ 8616 w 9524"/>
                <a:gd name="csY0" fmla="*/ 623 h 9520"/>
                <a:gd name="csX1" fmla="*/ 9153 w 9524"/>
                <a:gd name="csY1" fmla="*/ 4652 h 9520"/>
                <a:gd name="csX2" fmla="*/ 22 w 9524"/>
                <a:gd name="csY2" fmla="*/ 9490 h 9520"/>
                <a:gd name="csX3" fmla="*/ 8616 w 9524"/>
                <a:gd name="csY3" fmla="*/ 623 h 9520"/>
              </a:gdLst>
              <a:ahLst/>
              <a:cxnLst>
                <a:cxn ang="0">
                  <a:pos x="csX0" y="csY0"/>
                </a:cxn>
                <a:cxn ang="0">
                  <a:pos x="csX1" y="csY1"/>
                </a:cxn>
                <a:cxn ang="0">
                  <a:pos x="csX2" y="csY2"/>
                </a:cxn>
                <a:cxn ang="0">
                  <a:pos x="csX3" y="csY3"/>
                </a:cxn>
              </a:cxnLst>
              <a:rect l="l" t="t" r="r" b="b"/>
              <a:pathLst>
                <a:path w="9524" h="9520">
                  <a:moveTo>
                    <a:pt x="8616" y="623"/>
                  </a:moveTo>
                  <a:cubicBezTo>
                    <a:pt x="9690" y="1423"/>
                    <a:pt x="9690" y="3033"/>
                    <a:pt x="9153" y="4652"/>
                  </a:cubicBezTo>
                  <a:cubicBezTo>
                    <a:pt x="7543" y="7881"/>
                    <a:pt x="2170" y="9490"/>
                    <a:pt x="22" y="9490"/>
                  </a:cubicBezTo>
                  <a:cubicBezTo>
                    <a:pt x="-515" y="7071"/>
                    <a:pt x="4319" y="-2606"/>
                    <a:pt x="8616" y="623"/>
                  </a:cubicBezTo>
                </a:path>
              </a:pathLst>
            </a:custGeom>
            <a:solidFill>
              <a:srgbClr val="F9DFDF"/>
            </a:solidFill>
            <a:ln w="9525" cap="flat">
              <a:noFill/>
              <a:prstDash val="solid"/>
              <a:round/>
            </a:ln>
          </p:spPr>
          <p:txBody>
            <a:bodyPr/>
            <a:lstStyle/>
            <a:p>
              <a:endParaRPr lang="zh-CN" altLang="en-US" sz="2190"/>
            </a:p>
          </p:txBody>
        </p:sp>
        <p:sp>
          <p:nvSpPr>
            <p:cNvPr id="747" name="任意多边形: 形状 746"/>
            <p:cNvSpPr/>
            <p:nvPr/>
          </p:nvSpPr>
          <p:spPr>
            <a:xfrm>
              <a:off x="952962" y="17785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748" name="任意多边形: 形状 747"/>
            <p:cNvSpPr/>
            <p:nvPr/>
          </p:nvSpPr>
          <p:spPr>
            <a:xfrm>
              <a:off x="857712" y="1730892"/>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749" name="任意多边形: 形状 748"/>
            <p:cNvSpPr/>
            <p:nvPr/>
          </p:nvSpPr>
          <p:spPr>
            <a:xfrm>
              <a:off x="867237" y="1740424"/>
              <a:ext cx="19050" cy="19044"/>
            </a:xfrm>
            <a:custGeom>
              <a:avLst/>
              <a:gdLst>
                <a:gd name="csX0" fmla="*/ 19011 w 19050"/>
                <a:gd name="csY0" fmla="*/ 10940 h 19044"/>
                <a:gd name="csX1" fmla="*/ 8550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750" name="任意多边形: 形状 749"/>
            <p:cNvSpPr/>
            <p:nvPr/>
          </p:nvSpPr>
          <p:spPr>
            <a:xfrm>
              <a:off x="867236" y="1740424"/>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751" name="任意多边形: 形状 750"/>
            <p:cNvSpPr/>
            <p:nvPr/>
          </p:nvSpPr>
          <p:spPr>
            <a:xfrm>
              <a:off x="867237" y="173089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52" name="任意多边形: 形状 751"/>
            <p:cNvSpPr/>
            <p:nvPr/>
          </p:nvSpPr>
          <p:spPr>
            <a:xfrm>
              <a:off x="876762" y="1740420"/>
              <a:ext cx="47626" cy="38099"/>
            </a:xfrm>
            <a:custGeom>
              <a:avLst/>
              <a:gdLst>
                <a:gd name="csX0" fmla="*/ 47504 w 47626"/>
                <a:gd name="csY0" fmla="*/ 22231 h 38099"/>
                <a:gd name="csX1" fmla="*/ 21750 w 47626"/>
                <a:gd name="csY1" fmla="*/ 37862 h 38099"/>
                <a:gd name="csX2" fmla="*/ 85 w 47626"/>
                <a:gd name="csY2" fmla="*/ 15907 h 38099"/>
                <a:gd name="csX3" fmla="*/ 25837 w 47626"/>
                <a:gd name="csY3" fmla="*/ 267 h 38099"/>
                <a:gd name="csX4" fmla="*/ 47504 w 47626"/>
                <a:gd name="csY4" fmla="*/ 22231 h 38099"/>
              </a:gdLst>
              <a:ahLst/>
              <a:cxnLst>
                <a:cxn ang="0">
                  <a:pos x="csX0" y="csY0"/>
                </a:cxn>
                <a:cxn ang="0">
                  <a:pos x="csX1" y="csY1"/>
                </a:cxn>
                <a:cxn ang="0">
                  <a:pos x="csX2" y="csY2"/>
                </a:cxn>
                <a:cxn ang="0">
                  <a:pos x="csX3" y="csY3"/>
                </a:cxn>
                <a:cxn ang="0">
                  <a:pos x="csX4" y="csY4"/>
                </a:cxn>
              </a:cxnLst>
              <a:rect l="l" t="t" r="r" b="b"/>
              <a:pathLst>
                <a:path w="47626" h="38099">
                  <a:moveTo>
                    <a:pt x="47504" y="22231"/>
                  </a:moveTo>
                  <a:cubicBezTo>
                    <a:pt x="46277" y="32651"/>
                    <a:pt x="34831" y="39357"/>
                    <a:pt x="21750" y="37862"/>
                  </a:cubicBezTo>
                  <a:cubicBezTo>
                    <a:pt x="8669" y="36004"/>
                    <a:pt x="-1142" y="26327"/>
                    <a:pt x="85" y="15907"/>
                  </a:cubicBezTo>
                  <a:cubicBezTo>
                    <a:pt x="1311" y="5477"/>
                    <a:pt x="12758" y="-1591"/>
                    <a:pt x="25837" y="267"/>
                  </a:cubicBezTo>
                  <a:cubicBezTo>
                    <a:pt x="38920" y="2133"/>
                    <a:pt x="48729" y="11811"/>
                    <a:pt x="47504" y="22231"/>
                  </a:cubicBezTo>
                </a:path>
              </a:pathLst>
            </a:custGeom>
            <a:solidFill>
              <a:srgbClr val="E58E8E"/>
            </a:solidFill>
            <a:ln w="9525" cap="flat">
              <a:noFill/>
              <a:prstDash val="solid"/>
              <a:round/>
            </a:ln>
          </p:spPr>
          <p:txBody>
            <a:bodyPr/>
            <a:lstStyle/>
            <a:p>
              <a:endParaRPr lang="zh-CN" altLang="en-US" sz="2190"/>
            </a:p>
          </p:txBody>
        </p:sp>
        <p:sp>
          <p:nvSpPr>
            <p:cNvPr id="753" name="任意多边形: 形状 752"/>
            <p:cNvSpPr/>
            <p:nvPr/>
          </p:nvSpPr>
          <p:spPr>
            <a:xfrm>
              <a:off x="886287" y="1749947"/>
              <a:ext cx="28575" cy="19048"/>
            </a:xfrm>
            <a:custGeom>
              <a:avLst/>
              <a:gdLst>
                <a:gd name="csX0" fmla="*/ 28526 w 28575"/>
                <a:gd name="csY0" fmla="*/ 10999 h 19048"/>
                <a:gd name="csX1" fmla="*/ 13058 w 28575"/>
                <a:gd name="csY1" fmla="*/ 18915 h 19048"/>
                <a:gd name="csX2" fmla="*/ 9 w 28575"/>
                <a:gd name="csY2" fmla="*/ 7989 h 19048"/>
                <a:gd name="csX3" fmla="*/ 15475 w 28575"/>
                <a:gd name="csY3" fmla="*/ 74 h 19048"/>
                <a:gd name="csX4" fmla="*/ 28526 w 28575"/>
                <a:gd name="csY4" fmla="*/ 10999 h 19048"/>
              </a:gdLst>
              <a:ahLst/>
              <a:cxnLst>
                <a:cxn ang="0">
                  <a:pos x="csX0" y="csY0"/>
                </a:cxn>
                <a:cxn ang="0">
                  <a:pos x="csX1" y="csY1"/>
                </a:cxn>
                <a:cxn ang="0">
                  <a:pos x="csX2" y="csY2"/>
                </a:cxn>
                <a:cxn ang="0">
                  <a:pos x="csX3" y="csY3"/>
                </a:cxn>
                <a:cxn ang="0">
                  <a:pos x="csX4" y="csY4"/>
                </a:cxn>
              </a:cxnLst>
              <a:rect l="l" t="t" r="r" b="b"/>
              <a:pathLst>
                <a:path w="28575" h="19048">
                  <a:moveTo>
                    <a:pt x="28526" y="10999"/>
                  </a:moveTo>
                  <a:cubicBezTo>
                    <a:pt x="28042" y="16276"/>
                    <a:pt x="20792" y="19667"/>
                    <a:pt x="13058" y="18915"/>
                  </a:cubicBezTo>
                  <a:cubicBezTo>
                    <a:pt x="5325" y="18162"/>
                    <a:pt x="-475" y="13266"/>
                    <a:pt x="9" y="7989"/>
                  </a:cubicBezTo>
                  <a:cubicBezTo>
                    <a:pt x="492" y="2713"/>
                    <a:pt x="7260" y="-678"/>
                    <a:pt x="15475" y="74"/>
                  </a:cubicBezTo>
                  <a:cubicBezTo>
                    <a:pt x="23692" y="827"/>
                    <a:pt x="29009" y="5723"/>
                    <a:pt x="28526" y="10999"/>
                  </a:cubicBezTo>
                </a:path>
              </a:pathLst>
            </a:custGeom>
            <a:solidFill>
              <a:srgbClr val="E16262"/>
            </a:solidFill>
            <a:ln w="9525" cap="flat">
              <a:noFill/>
              <a:prstDash val="solid"/>
              <a:round/>
            </a:ln>
          </p:spPr>
          <p:txBody>
            <a:bodyPr/>
            <a:lstStyle/>
            <a:p>
              <a:endParaRPr lang="zh-CN" altLang="en-US" sz="2190"/>
            </a:p>
          </p:txBody>
        </p:sp>
        <p:sp>
          <p:nvSpPr>
            <p:cNvPr id="754" name="任意多边形: 形状 753"/>
            <p:cNvSpPr/>
            <p:nvPr/>
          </p:nvSpPr>
          <p:spPr>
            <a:xfrm>
              <a:off x="886287" y="1749947"/>
              <a:ext cx="9525" cy="9524"/>
            </a:xfrm>
            <a:custGeom>
              <a:avLst/>
              <a:gdLst>
                <a:gd name="csX0" fmla="*/ 8614 w 9525"/>
                <a:gd name="csY0" fmla="*/ 664 h 9524"/>
                <a:gd name="csX1" fmla="*/ 9153 w 9525"/>
                <a:gd name="csY1" fmla="*/ 4675 h 9524"/>
                <a:gd name="csX2" fmla="*/ -19 w 9525"/>
                <a:gd name="csY2" fmla="*/ 9494 h 9524"/>
                <a:gd name="csX3" fmla="*/ 8614 w 9525"/>
                <a:gd name="csY3" fmla="*/ 664 h 9524"/>
              </a:gdLst>
              <a:ahLst/>
              <a:cxnLst>
                <a:cxn ang="0">
                  <a:pos x="csX0" y="csY0"/>
                </a:cxn>
                <a:cxn ang="0">
                  <a:pos x="csX1" y="csY1"/>
                </a:cxn>
                <a:cxn ang="0">
                  <a:pos x="csX2" y="csY2"/>
                </a:cxn>
                <a:cxn ang="0">
                  <a:pos x="csX3" y="csY3"/>
                </a:cxn>
              </a:cxnLst>
              <a:rect l="l" t="t" r="r" b="b"/>
              <a:pathLst>
                <a:path w="9525" h="9524">
                  <a:moveTo>
                    <a:pt x="8614" y="664"/>
                  </a:moveTo>
                  <a:cubicBezTo>
                    <a:pt x="9691" y="1465"/>
                    <a:pt x="9691" y="3074"/>
                    <a:pt x="9153" y="4675"/>
                  </a:cubicBezTo>
                  <a:cubicBezTo>
                    <a:pt x="7534" y="7894"/>
                    <a:pt x="2137" y="9494"/>
                    <a:pt x="-19" y="9494"/>
                  </a:cubicBezTo>
                  <a:cubicBezTo>
                    <a:pt x="-19" y="6284"/>
                    <a:pt x="4836" y="-2555"/>
                    <a:pt x="8614" y="664"/>
                  </a:cubicBezTo>
                </a:path>
              </a:pathLst>
            </a:custGeom>
            <a:solidFill>
              <a:srgbClr val="F9DFDF"/>
            </a:solidFill>
            <a:ln w="9525" cap="flat">
              <a:noFill/>
              <a:prstDash val="solid"/>
              <a:round/>
            </a:ln>
          </p:spPr>
          <p:txBody>
            <a:bodyPr/>
            <a:lstStyle/>
            <a:p>
              <a:endParaRPr lang="zh-CN" altLang="en-US" sz="2190"/>
            </a:p>
          </p:txBody>
        </p:sp>
        <p:sp>
          <p:nvSpPr>
            <p:cNvPr id="755" name="任意多边形: 形状 754"/>
            <p:cNvSpPr/>
            <p:nvPr/>
          </p:nvSpPr>
          <p:spPr>
            <a:xfrm>
              <a:off x="895812" y="174994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56" name="任意多边形: 形状 755"/>
            <p:cNvSpPr/>
            <p:nvPr/>
          </p:nvSpPr>
          <p:spPr>
            <a:xfrm>
              <a:off x="886286" y="17785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57" name="任意多边形: 形状 756"/>
            <p:cNvSpPr/>
            <p:nvPr/>
          </p:nvSpPr>
          <p:spPr>
            <a:xfrm>
              <a:off x="895812" y="1788049"/>
              <a:ext cx="19050" cy="19046"/>
            </a:xfrm>
            <a:custGeom>
              <a:avLst/>
              <a:gdLst>
                <a:gd name="csX0" fmla="*/ 19011 w 19050"/>
                <a:gd name="csY0" fmla="*/ 10940 h 19046"/>
                <a:gd name="csX1" fmla="*/ 8551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758" name="任意多边形: 形状 757"/>
            <p:cNvSpPr/>
            <p:nvPr/>
          </p:nvSpPr>
          <p:spPr>
            <a:xfrm>
              <a:off x="886286" y="1778526"/>
              <a:ext cx="9524" cy="9520"/>
            </a:xfrm>
            <a:custGeom>
              <a:avLst/>
              <a:gdLst>
                <a:gd name="csX0" fmla="*/ 8616 w 9524"/>
                <a:gd name="csY0" fmla="*/ 833 h 9520"/>
                <a:gd name="csX1" fmla="*/ 9153 w 9524"/>
                <a:gd name="csY1" fmla="*/ 4443 h 9520"/>
                <a:gd name="csX2" fmla="*/ 22 w 9524"/>
                <a:gd name="csY2" fmla="*/ 9491 h 9520"/>
                <a:gd name="csX3" fmla="*/ 8616 w 9524"/>
                <a:gd name="csY3" fmla="*/ 833 h 9520"/>
              </a:gdLst>
              <a:ahLst/>
              <a:cxnLst>
                <a:cxn ang="0">
                  <a:pos x="csX0" y="csY0"/>
                </a:cxn>
                <a:cxn ang="0">
                  <a:pos x="csX1" y="csY1"/>
                </a:cxn>
                <a:cxn ang="0">
                  <a:pos x="csX2" y="csY2"/>
                </a:cxn>
                <a:cxn ang="0">
                  <a:pos x="csX3" y="csY3"/>
                </a:cxn>
              </a:cxnLst>
              <a:rect l="l" t="t" r="r" b="b"/>
              <a:pathLst>
                <a:path w="9524" h="9520">
                  <a:moveTo>
                    <a:pt x="8616" y="833"/>
                  </a:moveTo>
                  <a:cubicBezTo>
                    <a:pt x="9690" y="1547"/>
                    <a:pt x="9690" y="2995"/>
                    <a:pt x="9153" y="4443"/>
                  </a:cubicBezTo>
                  <a:cubicBezTo>
                    <a:pt x="7543" y="7329"/>
                    <a:pt x="2170" y="8767"/>
                    <a:pt x="22" y="9491"/>
                  </a:cubicBezTo>
                  <a:cubicBezTo>
                    <a:pt x="-515" y="5881"/>
                    <a:pt x="4319" y="-2777"/>
                    <a:pt x="8616" y="833"/>
                  </a:cubicBezTo>
                </a:path>
              </a:pathLst>
            </a:custGeom>
            <a:solidFill>
              <a:srgbClr val="F9DFDF"/>
            </a:solidFill>
            <a:ln w="9525" cap="flat">
              <a:noFill/>
              <a:prstDash val="solid"/>
              <a:round/>
            </a:ln>
          </p:spPr>
          <p:txBody>
            <a:bodyPr/>
            <a:lstStyle/>
            <a:p>
              <a:endParaRPr lang="zh-CN" altLang="en-US" sz="2190"/>
            </a:p>
          </p:txBody>
        </p:sp>
        <p:sp>
          <p:nvSpPr>
            <p:cNvPr id="759" name="任意多边形: 形状 758"/>
            <p:cNvSpPr/>
            <p:nvPr/>
          </p:nvSpPr>
          <p:spPr>
            <a:xfrm>
              <a:off x="895812" y="17785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760" name="任意多边形: 形状 759"/>
            <p:cNvSpPr/>
            <p:nvPr/>
          </p:nvSpPr>
          <p:spPr>
            <a:xfrm>
              <a:off x="933912" y="1759467"/>
              <a:ext cx="47626" cy="38108"/>
            </a:xfrm>
            <a:custGeom>
              <a:avLst/>
              <a:gdLst>
                <a:gd name="csX0" fmla="*/ 47504 w 47626"/>
                <a:gd name="csY0" fmla="*/ 22120 h 38108"/>
                <a:gd name="csX1" fmla="*/ 21750 w 47626"/>
                <a:gd name="csY1" fmla="*/ 37788 h 38108"/>
                <a:gd name="csX2" fmla="*/ 85 w 47626"/>
                <a:gd name="csY2" fmla="*/ 15929 h 38108"/>
                <a:gd name="csX3" fmla="*/ 25837 w 47626"/>
                <a:gd name="csY3" fmla="*/ 260 h 38108"/>
                <a:gd name="csX4" fmla="*/ 47504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04" y="22120"/>
                  </a:moveTo>
                  <a:cubicBezTo>
                    <a:pt x="46277" y="32683"/>
                    <a:pt x="34831" y="39608"/>
                    <a:pt x="21750" y="37788"/>
                  </a:cubicBezTo>
                  <a:cubicBezTo>
                    <a:pt x="8669" y="35960"/>
                    <a:pt x="-1142" y="26130"/>
                    <a:pt x="85" y="15929"/>
                  </a:cubicBezTo>
                  <a:cubicBezTo>
                    <a:pt x="1311" y="5365"/>
                    <a:pt x="12758" y="-1559"/>
                    <a:pt x="25837" y="260"/>
                  </a:cubicBezTo>
                  <a:cubicBezTo>
                    <a:pt x="38918" y="1717"/>
                    <a:pt x="48729" y="11557"/>
                    <a:pt x="47504" y="22120"/>
                  </a:cubicBezTo>
                </a:path>
              </a:pathLst>
            </a:custGeom>
            <a:solidFill>
              <a:srgbClr val="E58E8E"/>
            </a:solidFill>
            <a:ln w="9525" cap="flat">
              <a:noFill/>
              <a:prstDash val="solid"/>
              <a:round/>
            </a:ln>
          </p:spPr>
          <p:txBody>
            <a:bodyPr/>
            <a:lstStyle/>
            <a:p>
              <a:endParaRPr lang="zh-CN" altLang="en-US" sz="2190"/>
            </a:p>
          </p:txBody>
        </p:sp>
        <p:sp>
          <p:nvSpPr>
            <p:cNvPr id="761" name="任意多边形: 形状 760"/>
            <p:cNvSpPr/>
            <p:nvPr/>
          </p:nvSpPr>
          <p:spPr>
            <a:xfrm>
              <a:off x="943437" y="1768999"/>
              <a:ext cx="28574" cy="19046"/>
            </a:xfrm>
            <a:custGeom>
              <a:avLst/>
              <a:gdLst>
                <a:gd name="csX0" fmla="*/ 28525 w 28574"/>
                <a:gd name="csY0" fmla="*/ 10940 h 19046"/>
                <a:gd name="csX1" fmla="*/ 12834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4" y="18922"/>
                  </a:cubicBezTo>
                  <a:cubicBezTo>
                    <a:pt x="4991" y="18198"/>
                    <a:pt x="-893" y="13121"/>
                    <a:pt x="88" y="8044"/>
                  </a:cubicBezTo>
                  <a:cubicBezTo>
                    <a:pt x="577" y="2958"/>
                    <a:pt x="7933" y="-662"/>
                    <a:pt x="15777" y="62"/>
                  </a:cubicBezTo>
                  <a:cubicBezTo>
                    <a:pt x="23622" y="1148"/>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762" name="任意多边形: 形状 761"/>
            <p:cNvSpPr/>
            <p:nvPr/>
          </p:nvSpPr>
          <p:spPr>
            <a:xfrm>
              <a:off x="943436" y="1759471"/>
              <a:ext cx="9526" cy="9525"/>
            </a:xfrm>
            <a:custGeom>
              <a:avLst/>
              <a:gdLst>
                <a:gd name="csX0" fmla="*/ 8617 w 9526"/>
                <a:gd name="csY0" fmla="*/ 571 h 9525"/>
                <a:gd name="csX1" fmla="*/ 9153 w 9526"/>
                <a:gd name="csY1" fmla="*/ 4285 h 9525"/>
                <a:gd name="csX2" fmla="*/ 22 w 9526"/>
                <a:gd name="csY2" fmla="*/ 9495 h 9525"/>
                <a:gd name="csX3" fmla="*/ 8617 w 9526"/>
                <a:gd name="csY3" fmla="*/ 571 h 9525"/>
              </a:gdLst>
              <a:ahLst/>
              <a:cxnLst>
                <a:cxn ang="0">
                  <a:pos x="csX0" y="csY0"/>
                </a:cxn>
                <a:cxn ang="0">
                  <a:pos x="csX1" y="csY1"/>
                </a:cxn>
                <a:cxn ang="0">
                  <a:pos x="csX2" y="csY2"/>
                </a:cxn>
                <a:cxn ang="0">
                  <a:pos x="csX3" y="csY3"/>
                </a:cxn>
              </a:cxnLst>
              <a:rect l="l" t="t" r="r" b="b"/>
              <a:pathLst>
                <a:path w="9526" h="9525">
                  <a:moveTo>
                    <a:pt x="8617" y="571"/>
                  </a:moveTo>
                  <a:cubicBezTo>
                    <a:pt x="9692" y="1314"/>
                    <a:pt x="9692" y="2799"/>
                    <a:pt x="9153" y="4285"/>
                  </a:cubicBezTo>
                  <a:cubicBezTo>
                    <a:pt x="7543" y="7267"/>
                    <a:pt x="2172" y="8752"/>
                    <a:pt x="22" y="9495"/>
                  </a:cubicBezTo>
                  <a:cubicBezTo>
                    <a:pt x="-515" y="6524"/>
                    <a:pt x="4319" y="-2411"/>
                    <a:pt x="8617" y="571"/>
                  </a:cubicBezTo>
                </a:path>
              </a:pathLst>
            </a:custGeom>
            <a:solidFill>
              <a:srgbClr val="F9DFDF"/>
            </a:solidFill>
            <a:ln w="9525" cap="flat">
              <a:noFill/>
              <a:prstDash val="solid"/>
              <a:round/>
            </a:ln>
          </p:spPr>
          <p:txBody>
            <a:bodyPr/>
            <a:lstStyle/>
            <a:p>
              <a:endParaRPr lang="zh-CN" altLang="en-US" sz="2190"/>
            </a:p>
          </p:txBody>
        </p:sp>
        <p:sp>
          <p:nvSpPr>
            <p:cNvPr id="763" name="任意多边形: 形状 762"/>
            <p:cNvSpPr/>
            <p:nvPr/>
          </p:nvSpPr>
          <p:spPr>
            <a:xfrm>
              <a:off x="952962" y="175947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64" name="任意多边形: 形状 763"/>
            <p:cNvSpPr/>
            <p:nvPr/>
          </p:nvSpPr>
          <p:spPr>
            <a:xfrm>
              <a:off x="905336" y="17404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765" name="任意多边形: 形状 764"/>
            <p:cNvSpPr/>
            <p:nvPr/>
          </p:nvSpPr>
          <p:spPr>
            <a:xfrm>
              <a:off x="914862" y="1749949"/>
              <a:ext cx="19049" cy="19046"/>
            </a:xfrm>
            <a:custGeom>
              <a:avLst/>
              <a:gdLst>
                <a:gd name="csX0" fmla="*/ 19012 w 19049"/>
                <a:gd name="csY0" fmla="*/ 10940 h 19046"/>
                <a:gd name="csX1" fmla="*/ 8550 w 19049"/>
                <a:gd name="csY1" fmla="*/ 18922 h 19046"/>
                <a:gd name="csX2" fmla="*/ 52 w 19049"/>
                <a:gd name="csY2" fmla="*/ 8044 h 19046"/>
                <a:gd name="csX3" fmla="*/ 10513 w 19049"/>
                <a:gd name="csY3" fmla="*/ 62 h 19046"/>
                <a:gd name="csX4" fmla="*/ 19012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9012" y="10940"/>
                  </a:moveTo>
                  <a:cubicBezTo>
                    <a:pt x="18685" y="16026"/>
                    <a:pt x="13782" y="19655"/>
                    <a:pt x="8550" y="18922"/>
                  </a:cubicBezTo>
                  <a:cubicBezTo>
                    <a:pt x="3321" y="18198"/>
                    <a:pt x="-601" y="13121"/>
                    <a:pt x="52" y="8044"/>
                  </a:cubicBezTo>
                  <a:cubicBezTo>
                    <a:pt x="378" y="2958"/>
                    <a:pt x="5283" y="-662"/>
                    <a:pt x="10513" y="62"/>
                  </a:cubicBezTo>
                  <a:cubicBezTo>
                    <a:pt x="15416" y="786"/>
                    <a:pt x="19338" y="5501"/>
                    <a:pt x="19012" y="10940"/>
                  </a:cubicBezTo>
                </a:path>
              </a:pathLst>
            </a:custGeom>
            <a:solidFill>
              <a:srgbClr val="E16262"/>
            </a:solidFill>
            <a:ln w="9525" cap="flat">
              <a:noFill/>
              <a:prstDash val="solid"/>
              <a:round/>
            </a:ln>
          </p:spPr>
          <p:txBody>
            <a:bodyPr/>
            <a:lstStyle/>
            <a:p>
              <a:endParaRPr lang="zh-CN" altLang="en-US" sz="2190"/>
            </a:p>
          </p:txBody>
        </p:sp>
        <p:sp>
          <p:nvSpPr>
            <p:cNvPr id="766" name="任意多边形: 形状 765"/>
            <p:cNvSpPr/>
            <p:nvPr/>
          </p:nvSpPr>
          <p:spPr>
            <a:xfrm>
              <a:off x="905337" y="1740421"/>
              <a:ext cx="9525" cy="9525"/>
            </a:xfrm>
            <a:custGeom>
              <a:avLst/>
              <a:gdLst>
                <a:gd name="csX0" fmla="*/ 8614 w 9525"/>
                <a:gd name="csY0" fmla="*/ 571 h 9525"/>
                <a:gd name="csX1" fmla="*/ 9153 w 9525"/>
                <a:gd name="csY1" fmla="*/ 4285 h 9525"/>
                <a:gd name="csX2" fmla="*/ -19 w 9525"/>
                <a:gd name="csY2" fmla="*/ 9495 h 9525"/>
                <a:gd name="csX3" fmla="*/ 8614 w 9525"/>
                <a:gd name="csY3" fmla="*/ 571 h 9525"/>
              </a:gdLst>
              <a:ahLst/>
              <a:cxnLst>
                <a:cxn ang="0">
                  <a:pos x="csX0" y="csY0"/>
                </a:cxn>
                <a:cxn ang="0">
                  <a:pos x="csX1" y="csY1"/>
                </a:cxn>
                <a:cxn ang="0">
                  <a:pos x="csX2" y="csY2"/>
                </a:cxn>
                <a:cxn ang="0">
                  <a:pos x="csX3" y="csY3"/>
                </a:cxn>
              </a:cxnLst>
              <a:rect l="l" t="t" r="r" b="b"/>
              <a:pathLst>
                <a:path w="9525" h="9525">
                  <a:moveTo>
                    <a:pt x="8614" y="571"/>
                  </a:moveTo>
                  <a:cubicBezTo>
                    <a:pt x="9691" y="1314"/>
                    <a:pt x="9691" y="2799"/>
                    <a:pt x="9153" y="4285"/>
                  </a:cubicBezTo>
                  <a:cubicBezTo>
                    <a:pt x="7534" y="7267"/>
                    <a:pt x="2137" y="8752"/>
                    <a:pt x="-19" y="9495"/>
                  </a:cubicBezTo>
                  <a:cubicBezTo>
                    <a:pt x="-19" y="6524"/>
                    <a:pt x="4836" y="-2411"/>
                    <a:pt x="8614" y="571"/>
                  </a:cubicBezTo>
                </a:path>
              </a:pathLst>
            </a:custGeom>
            <a:solidFill>
              <a:srgbClr val="F9DFDF"/>
            </a:solidFill>
            <a:ln w="9525" cap="flat">
              <a:noFill/>
              <a:prstDash val="solid"/>
              <a:round/>
            </a:ln>
          </p:spPr>
          <p:txBody>
            <a:bodyPr/>
            <a:lstStyle/>
            <a:p>
              <a:endParaRPr lang="zh-CN" altLang="en-US" sz="2190"/>
            </a:p>
          </p:txBody>
        </p:sp>
        <p:sp>
          <p:nvSpPr>
            <p:cNvPr id="767" name="任意多边形: 形状 766"/>
            <p:cNvSpPr/>
            <p:nvPr/>
          </p:nvSpPr>
          <p:spPr>
            <a:xfrm>
              <a:off x="914862" y="17404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68" name="任意多边形: 形状 767"/>
            <p:cNvSpPr/>
            <p:nvPr/>
          </p:nvSpPr>
          <p:spPr>
            <a:xfrm>
              <a:off x="924387" y="179756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0" y="39608"/>
                    <a:pt x="21749" y="37788"/>
                  </a:cubicBezTo>
                  <a:cubicBezTo>
                    <a:pt x="8669" y="35960"/>
                    <a:pt x="-1142" y="26130"/>
                    <a:pt x="85" y="15929"/>
                  </a:cubicBezTo>
                  <a:cubicBezTo>
                    <a:pt x="1311" y="5365"/>
                    <a:pt x="12757" y="-1559"/>
                    <a:pt x="25837" y="260"/>
                  </a:cubicBezTo>
                  <a:cubicBezTo>
                    <a:pt x="38917"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769" name="任意多边形: 形状 768"/>
            <p:cNvSpPr/>
            <p:nvPr/>
          </p:nvSpPr>
          <p:spPr>
            <a:xfrm>
              <a:off x="933912" y="1807099"/>
              <a:ext cx="28574" cy="19046"/>
            </a:xfrm>
            <a:custGeom>
              <a:avLst/>
              <a:gdLst>
                <a:gd name="csX0" fmla="*/ 28525 w 28574"/>
                <a:gd name="csY0" fmla="*/ 10940 h 19046"/>
                <a:gd name="csX1" fmla="*/ 12836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6" y="18922"/>
                  </a:cubicBezTo>
                  <a:cubicBezTo>
                    <a:pt x="4991" y="18198"/>
                    <a:pt x="-893" y="13121"/>
                    <a:pt x="88" y="8044"/>
                  </a:cubicBezTo>
                  <a:cubicBezTo>
                    <a:pt x="579" y="2958"/>
                    <a:pt x="7932" y="-662"/>
                    <a:pt x="15777" y="62"/>
                  </a:cubicBezTo>
                  <a:cubicBezTo>
                    <a:pt x="23622" y="786"/>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770" name="任意多边形: 形状 769"/>
            <p:cNvSpPr/>
            <p:nvPr/>
          </p:nvSpPr>
          <p:spPr>
            <a:xfrm>
              <a:off x="933911" y="1797574"/>
              <a:ext cx="9524" cy="9522"/>
            </a:xfrm>
            <a:custGeom>
              <a:avLst/>
              <a:gdLst>
                <a:gd name="csX0" fmla="*/ 8616 w 9524"/>
                <a:gd name="csY0" fmla="*/ 606 h 9522"/>
                <a:gd name="csX1" fmla="*/ 9153 w 9524"/>
                <a:gd name="csY1" fmla="*/ 4311 h 9522"/>
                <a:gd name="csX2" fmla="*/ 22 w 9524"/>
                <a:gd name="csY2" fmla="*/ 9493 h 9522"/>
                <a:gd name="csX3" fmla="*/ 8616 w 9524"/>
                <a:gd name="csY3" fmla="*/ 606 h 9522"/>
              </a:gdLst>
              <a:ahLst/>
              <a:cxnLst>
                <a:cxn ang="0">
                  <a:pos x="csX0" y="csY0"/>
                </a:cxn>
                <a:cxn ang="0">
                  <a:pos x="csX1" y="csY1"/>
                </a:cxn>
                <a:cxn ang="0">
                  <a:pos x="csX2" y="csY2"/>
                </a:cxn>
                <a:cxn ang="0">
                  <a:pos x="csX3" y="csY3"/>
                </a:cxn>
              </a:cxnLst>
              <a:rect l="l" t="t" r="r" b="b"/>
              <a:pathLst>
                <a:path w="9524" h="9522">
                  <a:moveTo>
                    <a:pt x="8616" y="606"/>
                  </a:moveTo>
                  <a:cubicBezTo>
                    <a:pt x="9690" y="1349"/>
                    <a:pt x="9690" y="2825"/>
                    <a:pt x="9153" y="4311"/>
                  </a:cubicBezTo>
                  <a:cubicBezTo>
                    <a:pt x="7543" y="7273"/>
                    <a:pt x="2170" y="8750"/>
                    <a:pt x="22" y="9493"/>
                  </a:cubicBezTo>
                  <a:cubicBezTo>
                    <a:pt x="-515" y="5787"/>
                    <a:pt x="4319" y="-2356"/>
                    <a:pt x="8616" y="606"/>
                  </a:cubicBezTo>
                </a:path>
              </a:pathLst>
            </a:custGeom>
            <a:solidFill>
              <a:srgbClr val="F9DFDF"/>
            </a:solidFill>
            <a:ln w="9525" cap="flat">
              <a:noFill/>
              <a:prstDash val="solid"/>
              <a:round/>
            </a:ln>
          </p:spPr>
          <p:txBody>
            <a:bodyPr/>
            <a:lstStyle/>
            <a:p>
              <a:endParaRPr lang="zh-CN" altLang="en-US" sz="2190"/>
            </a:p>
          </p:txBody>
        </p:sp>
        <p:sp>
          <p:nvSpPr>
            <p:cNvPr id="771" name="任意多边形: 形状 770"/>
            <p:cNvSpPr/>
            <p:nvPr/>
          </p:nvSpPr>
          <p:spPr>
            <a:xfrm>
              <a:off x="943437" y="179757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72" name="任意多边形: 形状 771"/>
            <p:cNvSpPr/>
            <p:nvPr/>
          </p:nvSpPr>
          <p:spPr>
            <a:xfrm>
              <a:off x="867237" y="179756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1717"/>
                    <a:pt x="48729" y="11557"/>
                    <a:pt x="47502" y="22120"/>
                  </a:cubicBezTo>
                </a:path>
              </a:pathLst>
            </a:custGeom>
            <a:solidFill>
              <a:srgbClr val="E58E8E"/>
            </a:solidFill>
            <a:ln w="9525" cap="flat">
              <a:noFill/>
              <a:prstDash val="solid"/>
              <a:round/>
            </a:ln>
          </p:spPr>
          <p:txBody>
            <a:bodyPr/>
            <a:lstStyle/>
            <a:p>
              <a:endParaRPr lang="zh-CN" altLang="en-US" sz="2190"/>
            </a:p>
          </p:txBody>
        </p:sp>
        <p:sp>
          <p:nvSpPr>
            <p:cNvPr id="773" name="任意多边形: 形状 772"/>
            <p:cNvSpPr/>
            <p:nvPr/>
          </p:nvSpPr>
          <p:spPr>
            <a:xfrm>
              <a:off x="876762" y="180709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1148"/>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74" name="任意多边形: 形状 773"/>
            <p:cNvSpPr/>
            <p:nvPr/>
          </p:nvSpPr>
          <p:spPr>
            <a:xfrm>
              <a:off x="876762" y="1807096"/>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775" name="任意多边形: 形状 774"/>
            <p:cNvSpPr/>
            <p:nvPr/>
          </p:nvSpPr>
          <p:spPr>
            <a:xfrm>
              <a:off x="876762" y="180709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1"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76" name="任意多边形: 形状 775"/>
            <p:cNvSpPr/>
            <p:nvPr/>
          </p:nvSpPr>
          <p:spPr>
            <a:xfrm>
              <a:off x="924386" y="1721367"/>
              <a:ext cx="38100" cy="38108"/>
            </a:xfrm>
            <a:custGeom>
              <a:avLst/>
              <a:gdLst>
                <a:gd name="csX0" fmla="*/ 37995 w 38100"/>
                <a:gd name="csY0" fmla="*/ 22120 h 38108"/>
                <a:gd name="csX1" fmla="*/ 17395 w 38100"/>
                <a:gd name="csY1" fmla="*/ 37788 h 38108"/>
                <a:gd name="csX2" fmla="*/ 64 w 38100"/>
                <a:gd name="csY2" fmla="*/ 15929 h 38108"/>
                <a:gd name="csX3" fmla="*/ 20665 w 38100"/>
                <a:gd name="csY3" fmla="*/ 260 h 38108"/>
                <a:gd name="csX4" fmla="*/ 37995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5" y="22120"/>
                  </a:moveTo>
                  <a:cubicBezTo>
                    <a:pt x="37014" y="32683"/>
                    <a:pt x="27859" y="39608"/>
                    <a:pt x="17395" y="37788"/>
                  </a:cubicBezTo>
                  <a:cubicBezTo>
                    <a:pt x="6931" y="35960"/>
                    <a:pt x="-917" y="26130"/>
                    <a:pt x="64" y="15929"/>
                  </a:cubicBezTo>
                  <a:cubicBezTo>
                    <a:pt x="1045" y="5365"/>
                    <a:pt x="10201" y="-1559"/>
                    <a:pt x="20665" y="260"/>
                  </a:cubicBezTo>
                  <a:cubicBezTo>
                    <a:pt x="31455" y="1717"/>
                    <a:pt x="38976" y="11557"/>
                    <a:pt x="37995" y="22120"/>
                  </a:cubicBezTo>
                </a:path>
              </a:pathLst>
            </a:custGeom>
            <a:solidFill>
              <a:srgbClr val="E58E8E"/>
            </a:solidFill>
            <a:ln w="9525" cap="flat">
              <a:noFill/>
              <a:prstDash val="solid"/>
              <a:round/>
            </a:ln>
          </p:spPr>
          <p:txBody>
            <a:bodyPr/>
            <a:lstStyle/>
            <a:p>
              <a:endParaRPr lang="zh-CN" altLang="en-US" sz="2190"/>
            </a:p>
          </p:txBody>
        </p:sp>
        <p:sp>
          <p:nvSpPr>
            <p:cNvPr id="777" name="任意多边形: 形状 776"/>
            <p:cNvSpPr/>
            <p:nvPr/>
          </p:nvSpPr>
          <p:spPr>
            <a:xfrm>
              <a:off x="933912" y="173089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5" y="19655"/>
                    <a:pt x="8528" y="18922"/>
                  </a:cubicBezTo>
                  <a:cubicBezTo>
                    <a:pt x="3312" y="18198"/>
                    <a:pt x="-600" y="13121"/>
                    <a:pt x="52" y="8044"/>
                  </a:cubicBezTo>
                  <a:cubicBezTo>
                    <a:pt x="378" y="2958"/>
                    <a:pt x="5268"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778" name="任意多边形: 形状 777"/>
            <p:cNvSpPr/>
            <p:nvPr/>
          </p:nvSpPr>
          <p:spPr>
            <a:xfrm>
              <a:off x="924387" y="1721371"/>
              <a:ext cx="9525" cy="9525"/>
            </a:xfrm>
            <a:custGeom>
              <a:avLst/>
              <a:gdLst>
                <a:gd name="csX0" fmla="*/ 8616 w 9525"/>
                <a:gd name="csY0" fmla="*/ 571 h 9525"/>
                <a:gd name="csX1" fmla="*/ 9154 w 9525"/>
                <a:gd name="csY1" fmla="*/ 4285 h 9525"/>
                <a:gd name="csX2" fmla="*/ 19 w 9525"/>
                <a:gd name="csY2" fmla="*/ 9495 h 9525"/>
                <a:gd name="csX3" fmla="*/ 8616 w 9525"/>
                <a:gd name="csY3" fmla="*/ 571 h 9525"/>
              </a:gdLst>
              <a:ahLst/>
              <a:cxnLst>
                <a:cxn ang="0">
                  <a:pos x="csX0" y="csY0"/>
                </a:cxn>
                <a:cxn ang="0">
                  <a:pos x="csX1" y="csY1"/>
                </a:cxn>
                <a:cxn ang="0">
                  <a:pos x="csX2" y="csY2"/>
                </a:cxn>
                <a:cxn ang="0">
                  <a:pos x="csX3" y="csY3"/>
                </a:cxn>
              </a:cxnLst>
              <a:rect l="l" t="t" r="r" b="b"/>
              <a:pathLst>
                <a:path w="9525" h="9525">
                  <a:moveTo>
                    <a:pt x="8616" y="571"/>
                  </a:moveTo>
                  <a:cubicBezTo>
                    <a:pt x="9691" y="1314"/>
                    <a:pt x="9691" y="2799"/>
                    <a:pt x="9154" y="4285"/>
                  </a:cubicBezTo>
                  <a:cubicBezTo>
                    <a:pt x="7541" y="7267"/>
                    <a:pt x="2167" y="8752"/>
                    <a:pt x="19" y="9495"/>
                  </a:cubicBezTo>
                  <a:cubicBezTo>
                    <a:pt x="-520" y="6524"/>
                    <a:pt x="4855" y="-2411"/>
                    <a:pt x="8616" y="571"/>
                  </a:cubicBezTo>
                </a:path>
              </a:pathLst>
            </a:custGeom>
            <a:solidFill>
              <a:srgbClr val="F9DFDF"/>
            </a:solidFill>
            <a:ln w="9525" cap="flat">
              <a:noFill/>
              <a:prstDash val="solid"/>
              <a:round/>
            </a:ln>
          </p:spPr>
          <p:txBody>
            <a:bodyPr/>
            <a:lstStyle/>
            <a:p>
              <a:endParaRPr lang="zh-CN" altLang="en-US" sz="2190"/>
            </a:p>
          </p:txBody>
        </p:sp>
        <p:sp>
          <p:nvSpPr>
            <p:cNvPr id="779" name="任意多边形: 形状 778"/>
            <p:cNvSpPr/>
            <p:nvPr/>
          </p:nvSpPr>
          <p:spPr>
            <a:xfrm>
              <a:off x="933912" y="1721372"/>
              <a:ext cx="9526" cy="9525"/>
            </a:xfrm>
            <a:custGeom>
              <a:avLst/>
              <a:gdLst>
                <a:gd name="csX0" fmla="*/ 9340 w 9526"/>
                <a:gd name="csY0" fmla="*/ 5685 h 9525"/>
                <a:gd name="csX1" fmla="*/ 4237 w 9526"/>
                <a:gd name="csY1" fmla="*/ 9495 h 9525"/>
                <a:gd name="csX2" fmla="*/ -19 w 9526"/>
                <a:gd name="csY2" fmla="*/ 3780 h 9525"/>
                <a:gd name="csX3" fmla="*/ 5085 w 9526"/>
                <a:gd name="csY3" fmla="*/ -30 h 9525"/>
                <a:gd name="csX4" fmla="*/ 9340 w 9526"/>
                <a:gd name="csY4" fmla="*/ 5685 h 9525"/>
              </a:gdLst>
              <a:ahLst/>
              <a:cxnLst>
                <a:cxn ang="0">
                  <a:pos x="csX0" y="csY0"/>
                </a:cxn>
                <a:cxn ang="0">
                  <a:pos x="csX1" y="csY1"/>
                </a:cxn>
                <a:cxn ang="0">
                  <a:pos x="csX2" y="csY2"/>
                </a:cxn>
                <a:cxn ang="0">
                  <a:pos x="csX3" y="csY3"/>
                </a:cxn>
                <a:cxn ang="0">
                  <a:pos x="csX4" y="csY4"/>
                </a:cxn>
              </a:cxnLst>
              <a:rect l="l" t="t" r="r" b="b"/>
              <a:pathLst>
                <a:path w="9526" h="9525">
                  <a:moveTo>
                    <a:pt x="9340" y="5685"/>
                  </a:moveTo>
                  <a:cubicBezTo>
                    <a:pt x="9340" y="8542"/>
                    <a:pt x="6788" y="9495"/>
                    <a:pt x="4237" y="9495"/>
                  </a:cubicBezTo>
                  <a:cubicBezTo>
                    <a:pt x="1683" y="9495"/>
                    <a:pt x="-19" y="6637"/>
                    <a:pt x="-19" y="3780"/>
                  </a:cubicBezTo>
                  <a:cubicBezTo>
                    <a:pt x="-19" y="923"/>
                    <a:pt x="2535" y="-30"/>
                    <a:pt x="5085" y="-30"/>
                  </a:cubicBezTo>
                  <a:cubicBezTo>
                    <a:pt x="7638" y="923"/>
                    <a:pt x="10192" y="3780"/>
                    <a:pt x="9340" y="5685"/>
                  </a:cubicBezTo>
                </a:path>
              </a:pathLst>
            </a:custGeom>
            <a:solidFill>
              <a:srgbClr val="F9DFDF"/>
            </a:solidFill>
            <a:ln w="9525" cap="flat">
              <a:noFill/>
              <a:prstDash val="solid"/>
              <a:round/>
            </a:ln>
          </p:spPr>
          <p:txBody>
            <a:bodyPr/>
            <a:lstStyle/>
            <a:p>
              <a:endParaRPr lang="zh-CN" altLang="en-US" sz="2190"/>
            </a:p>
          </p:txBody>
        </p:sp>
        <p:sp>
          <p:nvSpPr>
            <p:cNvPr id="780" name="任意多边形: 形状 779"/>
            <p:cNvSpPr/>
            <p:nvPr/>
          </p:nvSpPr>
          <p:spPr>
            <a:xfrm>
              <a:off x="933912" y="17404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2"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81" name="任意多边形: 形状 780"/>
            <p:cNvSpPr/>
            <p:nvPr/>
          </p:nvSpPr>
          <p:spPr>
            <a:xfrm>
              <a:off x="943437" y="17499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782" name="任意多边形: 形状 781"/>
            <p:cNvSpPr/>
            <p:nvPr/>
          </p:nvSpPr>
          <p:spPr>
            <a:xfrm>
              <a:off x="933912" y="174042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783" name="任意多边形: 形状 782"/>
            <p:cNvSpPr/>
            <p:nvPr/>
          </p:nvSpPr>
          <p:spPr>
            <a:xfrm>
              <a:off x="943437" y="1740422"/>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84" name="任意多边形: 形状 783"/>
            <p:cNvSpPr/>
            <p:nvPr/>
          </p:nvSpPr>
          <p:spPr>
            <a:xfrm>
              <a:off x="1062500" y="1754709"/>
              <a:ext cx="276224" cy="57150"/>
            </a:xfrm>
            <a:custGeom>
              <a:avLst/>
              <a:gdLst>
                <a:gd name="csX0" fmla="*/ -19 w 276224"/>
                <a:gd name="csY0" fmla="*/ 55406 h 57150"/>
                <a:gd name="csX1" fmla="*/ -19 w 276224"/>
                <a:gd name="csY1" fmla="*/ 53701 h 57150"/>
                <a:gd name="csX2" fmla="*/ -19 w 276224"/>
                <a:gd name="csY2" fmla="*/ 2704 h 57150"/>
                <a:gd name="csX3" fmla="*/ -19 w 276224"/>
                <a:gd name="csY3" fmla="*/ 656 h 57150"/>
                <a:gd name="csX4" fmla="*/ 275500 w 276224"/>
                <a:gd name="csY4" fmla="*/ -30 h 57150"/>
                <a:gd name="csX5" fmla="*/ 275853 w 276224"/>
                <a:gd name="csY5" fmla="*/ 656 h 57150"/>
                <a:gd name="csX6" fmla="*/ 276205 w 276224"/>
                <a:gd name="csY6" fmla="*/ 54386 h 57150"/>
                <a:gd name="csX7" fmla="*/ 275853 w 276224"/>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4" h="57150">
                  <a:moveTo>
                    <a:pt x="-19" y="55406"/>
                  </a:moveTo>
                  <a:lnTo>
                    <a:pt x="-19" y="53701"/>
                  </a:lnTo>
                  <a:lnTo>
                    <a:pt x="-19" y="2704"/>
                  </a:lnTo>
                  <a:lnTo>
                    <a:pt x="-19" y="656"/>
                  </a:lnTo>
                  <a:moveTo>
                    <a:pt x="275500" y="-30"/>
                  </a:moveTo>
                  <a:cubicBezTo>
                    <a:pt x="275853" y="-30"/>
                    <a:pt x="275853" y="313"/>
                    <a:pt x="275853" y="656"/>
                  </a:cubicBezTo>
                  <a:lnTo>
                    <a:pt x="276205" y="54386"/>
                  </a:lnTo>
                  <a:lnTo>
                    <a:pt x="275853" y="57120"/>
                  </a:lnTo>
                </a:path>
              </a:pathLst>
            </a:custGeom>
            <a:noFill/>
            <a:ln w="6477" cap="flat">
              <a:solidFill>
                <a:srgbClr val="040000"/>
              </a:solidFill>
              <a:prstDash val="solid"/>
              <a:round/>
            </a:ln>
          </p:spPr>
          <p:txBody>
            <a:bodyPr/>
            <a:lstStyle/>
            <a:p>
              <a:endParaRPr lang="zh-CN" altLang="en-US" sz="2190"/>
            </a:p>
          </p:txBody>
        </p:sp>
        <p:sp>
          <p:nvSpPr>
            <p:cNvPr id="785" name="任意多边形: 形状 784"/>
            <p:cNvSpPr/>
            <p:nvPr/>
          </p:nvSpPr>
          <p:spPr>
            <a:xfrm>
              <a:off x="1057736" y="1778522"/>
              <a:ext cx="276225" cy="76200"/>
            </a:xfrm>
            <a:custGeom>
              <a:avLst/>
              <a:gdLst>
                <a:gd name="csX0" fmla="*/ 169022 w 276225"/>
                <a:gd name="csY0" fmla="*/ 75332 h 76200"/>
                <a:gd name="csX1" fmla="*/ 194320 w 276225"/>
                <a:gd name="csY1" fmla="*/ 72865 h 76200"/>
                <a:gd name="csX2" fmla="*/ 275854 w 276225"/>
                <a:gd name="csY2" fmla="*/ 41175 h 76200"/>
                <a:gd name="csX3" fmla="*/ 276206 w 276225"/>
                <a:gd name="csY3" fmla="*/ 38003 h 76200"/>
                <a:gd name="csX4" fmla="*/ 138094 w 276225"/>
                <a:gd name="csY4" fmla="*/ -30 h 76200"/>
                <a:gd name="csX5" fmla="*/ -18 w 276225"/>
                <a:gd name="csY5" fmla="*/ 38003 h 76200"/>
                <a:gd name="csX6" fmla="*/ 105766 w 276225"/>
                <a:gd name="csY6" fmla="*/ 74979 h 76200"/>
                <a:gd name="csX7" fmla="*/ 138094 w 276225"/>
                <a:gd name="csY7" fmla="*/ 76037 h 76200"/>
                <a:gd name="csX8" fmla="*/ 169022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2" y="75332"/>
                  </a:moveTo>
                  <a:cubicBezTo>
                    <a:pt x="177451" y="74627"/>
                    <a:pt x="185890" y="73922"/>
                    <a:pt x="194320" y="72865"/>
                  </a:cubicBezTo>
                  <a:cubicBezTo>
                    <a:pt x="239306" y="67226"/>
                    <a:pt x="271634" y="55253"/>
                    <a:pt x="275854" y="41175"/>
                  </a:cubicBezTo>
                  <a:lnTo>
                    <a:pt x="276206" y="38003"/>
                  </a:lnTo>
                  <a:cubicBezTo>
                    <a:pt x="276206" y="17229"/>
                    <a:pt x="214351" y="-30"/>
                    <a:pt x="138094" y="-30"/>
                  </a:cubicBezTo>
                  <a:cubicBezTo>
                    <a:pt x="72381" y="-30"/>
                    <a:pt x="-369" y="20039"/>
                    <a:pt x="-18" y="38003"/>
                  </a:cubicBezTo>
                  <a:cubicBezTo>
                    <a:pt x="-18" y="54548"/>
                    <a:pt x="62189" y="71103"/>
                    <a:pt x="105766" y="74979"/>
                  </a:cubicBezTo>
                  <a:cubicBezTo>
                    <a:pt x="119120" y="76037"/>
                    <a:pt x="130360" y="76037"/>
                    <a:pt x="138094" y="76037"/>
                  </a:cubicBezTo>
                  <a:cubicBezTo>
                    <a:pt x="148638" y="76380"/>
                    <a:pt x="159182" y="76037"/>
                    <a:pt x="169022" y="75332"/>
                  </a:cubicBezTo>
                </a:path>
              </a:pathLst>
            </a:custGeom>
            <a:solidFill>
              <a:srgbClr val="4385C6"/>
            </a:solidFill>
            <a:ln w="9525" cap="flat">
              <a:noFill/>
              <a:prstDash val="solid"/>
              <a:round/>
            </a:ln>
          </p:spPr>
          <p:txBody>
            <a:bodyPr/>
            <a:lstStyle/>
            <a:p>
              <a:endParaRPr lang="zh-CN" altLang="en-US" sz="2190"/>
            </a:p>
          </p:txBody>
        </p:sp>
        <p:sp>
          <p:nvSpPr>
            <p:cNvPr id="786" name="任意多边形: 形状 785"/>
            <p:cNvSpPr/>
            <p:nvPr/>
          </p:nvSpPr>
          <p:spPr>
            <a:xfrm>
              <a:off x="1062500" y="1726134"/>
              <a:ext cx="276224" cy="66675"/>
            </a:xfrm>
            <a:custGeom>
              <a:avLst/>
              <a:gdLst>
                <a:gd name="csX0" fmla="*/ 276205 w 276224"/>
                <a:gd name="csY0" fmla="*/ 33308 h 66675"/>
                <a:gd name="csX1" fmla="*/ 138093 w 276224"/>
                <a:gd name="csY1" fmla="*/ 66645 h 66675"/>
                <a:gd name="csX2" fmla="*/ -19 w 276224"/>
                <a:gd name="csY2" fmla="*/ 33308 h 66675"/>
                <a:gd name="csX3" fmla="*/ 138093 w 276224"/>
                <a:gd name="csY3" fmla="*/ -30 h 66675"/>
                <a:gd name="csX4" fmla="*/ 276205 w 276224"/>
                <a:gd name="csY4" fmla="*/ 33308 h 66675"/>
              </a:gdLst>
              <a:ahLst/>
              <a:cxnLst>
                <a:cxn ang="0">
                  <a:pos x="csX0" y="csY0"/>
                </a:cxn>
                <a:cxn ang="0">
                  <a:pos x="csX1" y="csY1"/>
                </a:cxn>
                <a:cxn ang="0">
                  <a:pos x="csX2" y="csY2"/>
                </a:cxn>
                <a:cxn ang="0">
                  <a:pos x="csX3" y="csY3"/>
                </a:cxn>
                <a:cxn ang="0">
                  <a:pos x="csX4" y="csY4"/>
                </a:cxn>
              </a:cxnLst>
              <a:rect l="l" t="t" r="r" b="b"/>
              <a:pathLst>
                <a:path w="276224" h="66675">
                  <a:moveTo>
                    <a:pt x="276205" y="33308"/>
                  </a:moveTo>
                  <a:cubicBezTo>
                    <a:pt x="276205" y="51719"/>
                    <a:pt x="214369" y="66645"/>
                    <a:pt x="138093" y="66645"/>
                  </a:cubicBezTo>
                  <a:cubicBezTo>
                    <a:pt x="61816" y="66645"/>
                    <a:pt x="-19" y="51719"/>
                    <a:pt x="-19" y="33308"/>
                  </a:cubicBezTo>
                  <a:cubicBezTo>
                    <a:pt x="-19" y="14896"/>
                    <a:pt x="61816" y="-30"/>
                    <a:pt x="138093" y="-30"/>
                  </a:cubicBezTo>
                  <a:cubicBezTo>
                    <a:pt x="214369" y="-30"/>
                    <a:pt x="276205" y="14896"/>
                    <a:pt x="276205" y="33308"/>
                  </a:cubicBezTo>
                  <a:close/>
                </a:path>
              </a:pathLst>
            </a:custGeom>
            <a:noFill/>
            <a:ln w="6477" cap="flat">
              <a:solidFill>
                <a:srgbClr val="040000"/>
              </a:solidFill>
              <a:prstDash val="solid"/>
              <a:round/>
            </a:ln>
          </p:spPr>
          <p:txBody>
            <a:bodyPr/>
            <a:lstStyle/>
            <a:p>
              <a:endParaRPr lang="zh-CN" altLang="en-US" sz="2190"/>
            </a:p>
          </p:txBody>
        </p:sp>
        <p:sp>
          <p:nvSpPr>
            <p:cNvPr id="787" name="任意多边形: 形状 786"/>
            <p:cNvSpPr/>
            <p:nvPr/>
          </p:nvSpPr>
          <p:spPr>
            <a:xfrm>
              <a:off x="1205374" y="1811859"/>
              <a:ext cx="133350" cy="47627"/>
            </a:xfrm>
            <a:custGeom>
              <a:avLst/>
              <a:gdLst>
                <a:gd name="csX0" fmla="*/ 133331 w 133350"/>
                <a:gd name="csY0" fmla="*/ -30 h 47627"/>
                <a:gd name="csX1" fmla="*/ -19 w 133350"/>
                <a:gd name="csY1" fmla="*/ 47538 h 47627"/>
              </a:gdLst>
              <a:ahLst/>
              <a:cxnLst>
                <a:cxn ang="0">
                  <a:pos x="csX0" y="csY0"/>
                </a:cxn>
                <a:cxn ang="0">
                  <a:pos x="csX1" y="csY1"/>
                </a:cxn>
              </a:cxnLst>
              <a:rect l="l" t="t" r="r" b="b"/>
              <a:pathLst>
                <a:path w="133350" h="47627">
                  <a:moveTo>
                    <a:pt x="133331" y="-30"/>
                  </a:moveTo>
                  <a:cubicBezTo>
                    <a:pt x="115300" y="51262"/>
                    <a:pt x="31623" y="47538"/>
                    <a:pt x="-19" y="47538"/>
                  </a:cubicBezTo>
                </a:path>
              </a:pathLst>
            </a:custGeom>
            <a:noFill/>
            <a:ln w="6477" cap="flat">
              <a:solidFill>
                <a:srgbClr val="040000"/>
              </a:solidFill>
              <a:prstDash val="solid"/>
              <a:round/>
            </a:ln>
          </p:spPr>
          <p:txBody>
            <a:bodyPr/>
            <a:lstStyle/>
            <a:p>
              <a:endParaRPr lang="zh-CN" altLang="en-US" sz="2190"/>
            </a:p>
          </p:txBody>
        </p:sp>
        <p:sp>
          <p:nvSpPr>
            <p:cNvPr id="788" name="任意多边形: 形状 787"/>
            <p:cNvSpPr/>
            <p:nvPr/>
          </p:nvSpPr>
          <p:spPr>
            <a:xfrm>
              <a:off x="1062500" y="1811859"/>
              <a:ext cx="142874" cy="47627"/>
            </a:xfrm>
            <a:custGeom>
              <a:avLst/>
              <a:gdLst>
                <a:gd name="csX0" fmla="*/ -19 w 142874"/>
                <a:gd name="csY0" fmla="*/ -30 h 47627"/>
                <a:gd name="csX1" fmla="*/ 142855 w 142874"/>
                <a:gd name="csY1" fmla="*/ 47538 h 47627"/>
              </a:gdLst>
              <a:ahLst/>
              <a:cxnLst>
                <a:cxn ang="0">
                  <a:pos x="csX0" y="csY0"/>
                </a:cxn>
                <a:cxn ang="0">
                  <a:pos x="csX1" y="csY1"/>
                </a:cxn>
              </a:cxnLst>
              <a:rect l="l" t="t" r="r" b="b"/>
              <a:pathLst>
                <a:path w="142874" h="47627">
                  <a:moveTo>
                    <a:pt x="-19" y="-30"/>
                  </a:moveTo>
                  <a:cubicBezTo>
                    <a:pt x="19151" y="51262"/>
                    <a:pt x="108851" y="47538"/>
                    <a:pt x="142855" y="47538"/>
                  </a:cubicBezTo>
                </a:path>
              </a:pathLst>
            </a:custGeom>
            <a:noFill/>
            <a:ln w="6477" cap="flat">
              <a:solidFill>
                <a:srgbClr val="040000"/>
              </a:solidFill>
              <a:prstDash val="solid"/>
              <a:round/>
            </a:ln>
          </p:spPr>
          <p:txBody>
            <a:bodyPr/>
            <a:lstStyle/>
            <a:p>
              <a:endParaRPr lang="zh-CN" altLang="en-US" sz="2190"/>
            </a:p>
          </p:txBody>
        </p:sp>
        <p:sp>
          <p:nvSpPr>
            <p:cNvPr id="789" name="任意多边形: 形状 788"/>
            <p:cNvSpPr/>
            <p:nvPr/>
          </p:nvSpPr>
          <p:spPr>
            <a:xfrm>
              <a:off x="1067262" y="1816619"/>
              <a:ext cx="257175" cy="28577"/>
            </a:xfrm>
            <a:custGeom>
              <a:avLst/>
              <a:gdLst>
                <a:gd name="csX0" fmla="*/ 257156 w 257175"/>
                <a:gd name="csY0" fmla="*/ 935 h 28577"/>
                <a:gd name="csX1" fmla="*/ 129959 w 257175"/>
                <a:gd name="csY1" fmla="*/ 28548 h 28577"/>
                <a:gd name="csX2" fmla="*/ -19 w 257175"/>
                <a:gd name="csY2" fmla="*/ 1611 h 28577"/>
                <a:gd name="csX3" fmla="*/ 129264 w 257175"/>
                <a:gd name="csY3" fmla="*/ 24842 h 28577"/>
                <a:gd name="csX4" fmla="*/ 257156 w 257175"/>
                <a:gd name="csY4" fmla="*/ 935 h 28577"/>
              </a:gdLst>
              <a:ahLst/>
              <a:cxnLst>
                <a:cxn ang="0">
                  <a:pos x="csX0" y="csY0"/>
                </a:cxn>
                <a:cxn ang="0">
                  <a:pos x="csX1" y="csY1"/>
                </a:cxn>
                <a:cxn ang="0">
                  <a:pos x="csX2" y="csY2"/>
                </a:cxn>
                <a:cxn ang="0">
                  <a:pos x="csX3" y="csY3"/>
                </a:cxn>
                <a:cxn ang="0">
                  <a:pos x="csX4" y="csY4"/>
                </a:cxn>
              </a:cxnLst>
              <a:rect l="l" t="t" r="r" b="b"/>
              <a:pathLst>
                <a:path w="257175" h="28577">
                  <a:moveTo>
                    <a:pt x="257156" y="935"/>
                  </a:moveTo>
                  <a:cubicBezTo>
                    <a:pt x="257156" y="8012"/>
                    <a:pt x="196872" y="28548"/>
                    <a:pt x="129959" y="28548"/>
                  </a:cubicBezTo>
                  <a:cubicBezTo>
                    <a:pt x="62703" y="28548"/>
                    <a:pt x="-19" y="8345"/>
                    <a:pt x="-19" y="1611"/>
                  </a:cubicBezTo>
                  <a:cubicBezTo>
                    <a:pt x="-19" y="-5457"/>
                    <a:pt x="62360" y="24842"/>
                    <a:pt x="129264" y="24842"/>
                  </a:cubicBezTo>
                  <a:cubicBezTo>
                    <a:pt x="196177" y="24842"/>
                    <a:pt x="257156" y="-5790"/>
                    <a:pt x="257156" y="935"/>
                  </a:cubicBezTo>
                  <a:close/>
                </a:path>
              </a:pathLst>
            </a:custGeom>
            <a:solidFill>
              <a:srgbClr val="4385C6"/>
            </a:solidFill>
            <a:ln w="9525" cap="flat">
              <a:noFill/>
              <a:prstDash val="solid"/>
              <a:round/>
            </a:ln>
          </p:spPr>
          <p:txBody>
            <a:bodyPr/>
            <a:lstStyle/>
            <a:p>
              <a:endParaRPr lang="zh-CN" altLang="en-US" sz="2190"/>
            </a:p>
          </p:txBody>
        </p:sp>
        <p:sp>
          <p:nvSpPr>
            <p:cNvPr id="790" name="任意多边形: 形状 789"/>
            <p:cNvSpPr/>
            <p:nvPr/>
          </p:nvSpPr>
          <p:spPr>
            <a:xfrm>
              <a:off x="1191087" y="1797569"/>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791" name="任意多边形: 形状 790"/>
            <p:cNvSpPr/>
            <p:nvPr/>
          </p:nvSpPr>
          <p:spPr>
            <a:xfrm>
              <a:off x="1200612" y="1807095"/>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0"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792" name="任意多边形: 形状 791"/>
            <p:cNvSpPr/>
            <p:nvPr/>
          </p:nvSpPr>
          <p:spPr>
            <a:xfrm>
              <a:off x="1191084" y="179757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793" name="任意多边形: 形状 792"/>
            <p:cNvSpPr/>
            <p:nvPr/>
          </p:nvSpPr>
          <p:spPr>
            <a:xfrm>
              <a:off x="1200612" y="179757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794" name="任意多边形: 形状 793"/>
            <p:cNvSpPr/>
            <p:nvPr/>
          </p:nvSpPr>
          <p:spPr>
            <a:xfrm>
              <a:off x="1133937" y="17689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95" name="任意多边形: 形状 794"/>
            <p:cNvSpPr/>
            <p:nvPr/>
          </p:nvSpPr>
          <p:spPr>
            <a:xfrm>
              <a:off x="1143461" y="17785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796" name="任意多边形: 形状 795"/>
            <p:cNvSpPr/>
            <p:nvPr/>
          </p:nvSpPr>
          <p:spPr>
            <a:xfrm>
              <a:off x="1143463" y="176899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1"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797" name="任意多边形: 形状 796"/>
            <p:cNvSpPr/>
            <p:nvPr/>
          </p:nvSpPr>
          <p:spPr>
            <a:xfrm>
              <a:off x="1152987"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98" name="任意多边形: 形状 797"/>
            <p:cNvSpPr/>
            <p:nvPr/>
          </p:nvSpPr>
          <p:spPr>
            <a:xfrm>
              <a:off x="1181562" y="17689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799" name="任意多边形: 形状 798"/>
            <p:cNvSpPr/>
            <p:nvPr/>
          </p:nvSpPr>
          <p:spPr>
            <a:xfrm>
              <a:off x="1200616" y="17785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00" name="任意多边形: 形状 799"/>
            <p:cNvSpPr/>
            <p:nvPr/>
          </p:nvSpPr>
          <p:spPr>
            <a:xfrm>
              <a:off x="1191084" y="176899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01" name="任意多边形: 形状 800"/>
            <p:cNvSpPr/>
            <p:nvPr/>
          </p:nvSpPr>
          <p:spPr>
            <a:xfrm>
              <a:off x="1200612"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02" name="任意多边形: 形状 801"/>
            <p:cNvSpPr/>
            <p:nvPr/>
          </p:nvSpPr>
          <p:spPr>
            <a:xfrm>
              <a:off x="1162512" y="17118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803" name="任意多边形: 形状 802"/>
            <p:cNvSpPr/>
            <p:nvPr/>
          </p:nvSpPr>
          <p:spPr>
            <a:xfrm>
              <a:off x="1172033" y="1721374"/>
              <a:ext cx="19056" cy="19044"/>
            </a:xfrm>
            <a:custGeom>
              <a:avLst/>
              <a:gdLst>
                <a:gd name="csX0" fmla="*/ 18968 w 19056"/>
                <a:gd name="csY0" fmla="*/ 10940 h 19044"/>
                <a:gd name="csX1" fmla="*/ 8528 w 19056"/>
                <a:gd name="csY1" fmla="*/ 18922 h 19044"/>
                <a:gd name="csX2" fmla="*/ 51 w 19056"/>
                <a:gd name="csY2" fmla="*/ 8044 h 19044"/>
                <a:gd name="csX3" fmla="*/ 10491 w 19056"/>
                <a:gd name="csY3" fmla="*/ 62 h 19044"/>
                <a:gd name="csX4" fmla="*/ 18968 w 19056"/>
                <a:gd name="csY4" fmla="*/ 10940 h 19044"/>
              </a:gdLst>
              <a:ahLst/>
              <a:cxnLst>
                <a:cxn ang="0">
                  <a:pos x="csX0" y="csY0"/>
                </a:cxn>
                <a:cxn ang="0">
                  <a:pos x="csX1" y="csY1"/>
                </a:cxn>
                <a:cxn ang="0">
                  <a:pos x="csX2" y="csY2"/>
                </a:cxn>
                <a:cxn ang="0">
                  <a:pos x="csX3" y="csY3"/>
                </a:cxn>
                <a:cxn ang="0">
                  <a:pos x="csX4" y="csY4"/>
                </a:cxn>
              </a:cxnLst>
              <a:rect l="l" t="t" r="r" b="b"/>
              <a:pathLst>
                <a:path w="19056" h="19044">
                  <a:moveTo>
                    <a:pt x="18968" y="10940"/>
                  </a:moveTo>
                  <a:cubicBezTo>
                    <a:pt x="18634" y="16026"/>
                    <a:pt x="13748" y="19646"/>
                    <a:pt x="8528" y="18922"/>
                  </a:cubicBezTo>
                  <a:cubicBezTo>
                    <a:pt x="3318" y="18198"/>
                    <a:pt x="-597" y="13121"/>
                    <a:pt x="51" y="8044"/>
                  </a:cubicBezTo>
                  <a:cubicBezTo>
                    <a:pt x="385" y="2958"/>
                    <a:pt x="5271" y="-662"/>
                    <a:pt x="10491" y="62"/>
                  </a:cubicBezTo>
                  <a:cubicBezTo>
                    <a:pt x="15701" y="786"/>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804" name="任意多边形: 形状 803"/>
            <p:cNvSpPr/>
            <p:nvPr/>
          </p:nvSpPr>
          <p:spPr>
            <a:xfrm>
              <a:off x="1172038" y="1721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1"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805" name="任意多边形: 形状 804"/>
            <p:cNvSpPr/>
            <p:nvPr/>
          </p:nvSpPr>
          <p:spPr>
            <a:xfrm>
              <a:off x="1172037" y="172137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06" name="任意多边形: 形状 805"/>
            <p:cNvSpPr/>
            <p:nvPr/>
          </p:nvSpPr>
          <p:spPr>
            <a:xfrm>
              <a:off x="121966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07" name="任意多边形: 形状 806"/>
            <p:cNvSpPr/>
            <p:nvPr/>
          </p:nvSpPr>
          <p:spPr>
            <a:xfrm>
              <a:off x="1229191" y="1788049"/>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08" name="任意多边形: 形状 807"/>
            <p:cNvSpPr/>
            <p:nvPr/>
          </p:nvSpPr>
          <p:spPr>
            <a:xfrm>
              <a:off x="1229184" y="1788051"/>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809" name="任意多边形: 形状 808"/>
            <p:cNvSpPr/>
            <p:nvPr/>
          </p:nvSpPr>
          <p:spPr>
            <a:xfrm>
              <a:off x="1229187" y="17785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810" name="任意多边形: 形状 809"/>
            <p:cNvSpPr/>
            <p:nvPr/>
          </p:nvSpPr>
          <p:spPr>
            <a:xfrm>
              <a:off x="1143464" y="17308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11" name="任意多边形: 形状 810"/>
            <p:cNvSpPr/>
            <p:nvPr/>
          </p:nvSpPr>
          <p:spPr>
            <a:xfrm>
              <a:off x="1152991" y="1740424"/>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12" name="任意多边形: 形状 811"/>
            <p:cNvSpPr/>
            <p:nvPr/>
          </p:nvSpPr>
          <p:spPr>
            <a:xfrm>
              <a:off x="1143459" y="1740424"/>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13" name="任意多边形: 形状 812"/>
            <p:cNvSpPr/>
            <p:nvPr/>
          </p:nvSpPr>
          <p:spPr>
            <a:xfrm>
              <a:off x="1152987" y="173089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14" name="任意多边形: 形状 813"/>
            <p:cNvSpPr/>
            <p:nvPr/>
          </p:nvSpPr>
          <p:spPr>
            <a:xfrm>
              <a:off x="1162514" y="174042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815" name="任意多边形: 形状 814"/>
            <p:cNvSpPr/>
            <p:nvPr/>
          </p:nvSpPr>
          <p:spPr>
            <a:xfrm>
              <a:off x="1172037" y="174994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816" name="任意多边形: 形状 815"/>
            <p:cNvSpPr/>
            <p:nvPr/>
          </p:nvSpPr>
          <p:spPr>
            <a:xfrm>
              <a:off x="1162512" y="1749947"/>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817" name="任意多边形: 形状 816"/>
            <p:cNvSpPr/>
            <p:nvPr/>
          </p:nvSpPr>
          <p:spPr>
            <a:xfrm>
              <a:off x="1172037" y="17499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18" name="任意多边形: 形状 817"/>
            <p:cNvSpPr/>
            <p:nvPr/>
          </p:nvSpPr>
          <p:spPr>
            <a:xfrm>
              <a:off x="116251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19" name="任意多边形: 形状 818"/>
            <p:cNvSpPr/>
            <p:nvPr/>
          </p:nvSpPr>
          <p:spPr>
            <a:xfrm>
              <a:off x="1172041" y="178804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20" name="任意多边形: 形状 819"/>
            <p:cNvSpPr/>
            <p:nvPr/>
          </p:nvSpPr>
          <p:spPr>
            <a:xfrm>
              <a:off x="1172034" y="177852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821" name="任意多边形: 形状 820"/>
            <p:cNvSpPr/>
            <p:nvPr/>
          </p:nvSpPr>
          <p:spPr>
            <a:xfrm>
              <a:off x="1172037" y="1778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822" name="任意多边形: 形状 821"/>
            <p:cNvSpPr/>
            <p:nvPr/>
          </p:nvSpPr>
          <p:spPr>
            <a:xfrm>
              <a:off x="1219664" y="17594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23" name="任意多边形: 形状 822"/>
            <p:cNvSpPr/>
            <p:nvPr/>
          </p:nvSpPr>
          <p:spPr>
            <a:xfrm>
              <a:off x="1229191" y="176899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24" name="任意多边形: 形状 823"/>
            <p:cNvSpPr/>
            <p:nvPr/>
          </p:nvSpPr>
          <p:spPr>
            <a:xfrm>
              <a:off x="1219659" y="175947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825" name="任意多边形: 形状 824"/>
            <p:cNvSpPr/>
            <p:nvPr/>
          </p:nvSpPr>
          <p:spPr>
            <a:xfrm>
              <a:off x="1229187" y="1759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26" name="任意多边形: 形状 825"/>
            <p:cNvSpPr/>
            <p:nvPr/>
          </p:nvSpPr>
          <p:spPr>
            <a:xfrm>
              <a:off x="1181564" y="17404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27" name="任意多边形: 形状 826"/>
            <p:cNvSpPr/>
            <p:nvPr/>
          </p:nvSpPr>
          <p:spPr>
            <a:xfrm>
              <a:off x="1191091" y="1749949"/>
              <a:ext cx="19045" cy="19046"/>
            </a:xfrm>
            <a:custGeom>
              <a:avLst/>
              <a:gdLst>
                <a:gd name="csX0" fmla="*/ 19008 w 19045"/>
                <a:gd name="csY0" fmla="*/ 10940 h 19046"/>
                <a:gd name="csX1" fmla="*/ 8549 w 19045"/>
                <a:gd name="csY1" fmla="*/ 18922 h 19046"/>
                <a:gd name="csX2" fmla="*/ 53 w 19045"/>
                <a:gd name="csY2" fmla="*/ 8044 h 19046"/>
                <a:gd name="csX3" fmla="*/ 10511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1" y="62"/>
                  </a:cubicBezTo>
                  <a:cubicBezTo>
                    <a:pt x="15407"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28" name="任意多边形: 形状 827"/>
            <p:cNvSpPr/>
            <p:nvPr/>
          </p:nvSpPr>
          <p:spPr>
            <a:xfrm>
              <a:off x="1191087" y="174042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829" name="任意多边形: 形状 828"/>
            <p:cNvSpPr/>
            <p:nvPr/>
          </p:nvSpPr>
          <p:spPr>
            <a:xfrm>
              <a:off x="1191087" y="17404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30" name="任意多边形: 形状 829"/>
            <p:cNvSpPr/>
            <p:nvPr/>
          </p:nvSpPr>
          <p:spPr>
            <a:xfrm>
              <a:off x="1210139"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31" name="任意多边形: 形状 830"/>
            <p:cNvSpPr/>
            <p:nvPr/>
          </p:nvSpPr>
          <p:spPr>
            <a:xfrm>
              <a:off x="1219666" y="180709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32" name="任意多边形: 形状 831"/>
            <p:cNvSpPr/>
            <p:nvPr/>
          </p:nvSpPr>
          <p:spPr>
            <a:xfrm>
              <a:off x="1210134" y="179757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33" name="任意多边形: 形状 832"/>
            <p:cNvSpPr/>
            <p:nvPr/>
          </p:nvSpPr>
          <p:spPr>
            <a:xfrm>
              <a:off x="1219662" y="1797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34" name="任意多边形: 形状 833"/>
            <p:cNvSpPr/>
            <p:nvPr/>
          </p:nvSpPr>
          <p:spPr>
            <a:xfrm>
              <a:off x="1152989"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35" name="任意多边形: 形状 834"/>
            <p:cNvSpPr/>
            <p:nvPr/>
          </p:nvSpPr>
          <p:spPr>
            <a:xfrm>
              <a:off x="1162508" y="180709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1148"/>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836" name="任意多边形: 形状 835"/>
            <p:cNvSpPr/>
            <p:nvPr/>
          </p:nvSpPr>
          <p:spPr>
            <a:xfrm>
              <a:off x="1152988" y="1807096"/>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37" name="任意多边形: 形状 836"/>
            <p:cNvSpPr/>
            <p:nvPr/>
          </p:nvSpPr>
          <p:spPr>
            <a:xfrm>
              <a:off x="1162512" y="18070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38" name="任意多边形: 形状 837"/>
            <p:cNvSpPr/>
            <p:nvPr/>
          </p:nvSpPr>
          <p:spPr>
            <a:xfrm>
              <a:off x="1200614" y="1721367"/>
              <a:ext cx="38097" cy="38108"/>
            </a:xfrm>
            <a:custGeom>
              <a:avLst/>
              <a:gdLst>
                <a:gd name="csX0" fmla="*/ 37992 w 38097"/>
                <a:gd name="csY0" fmla="*/ 22120 h 38108"/>
                <a:gd name="csX1" fmla="*/ 17390 w 38097"/>
                <a:gd name="csY1" fmla="*/ 37788 h 38108"/>
                <a:gd name="csX2" fmla="*/ 64 w 38097"/>
                <a:gd name="csY2" fmla="*/ 15929 h 38108"/>
                <a:gd name="csX3" fmla="*/ 20657 w 38097"/>
                <a:gd name="csY3" fmla="*/ 260 h 38108"/>
                <a:gd name="csX4" fmla="*/ 37992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2" y="22120"/>
                  </a:moveTo>
                  <a:cubicBezTo>
                    <a:pt x="37011" y="32683"/>
                    <a:pt x="27858" y="39608"/>
                    <a:pt x="17390" y="37788"/>
                  </a:cubicBezTo>
                  <a:cubicBezTo>
                    <a:pt x="6931" y="35960"/>
                    <a:pt x="-917" y="26130"/>
                    <a:pt x="64" y="15929"/>
                  </a:cubicBezTo>
                  <a:cubicBezTo>
                    <a:pt x="1045" y="5365"/>
                    <a:pt x="10198" y="-1559"/>
                    <a:pt x="20657" y="260"/>
                  </a:cubicBezTo>
                  <a:cubicBezTo>
                    <a:pt x="31449"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39" name="任意多边形: 形状 838"/>
            <p:cNvSpPr/>
            <p:nvPr/>
          </p:nvSpPr>
          <p:spPr>
            <a:xfrm>
              <a:off x="1210133" y="173089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840" name="任意多边形: 形状 839"/>
            <p:cNvSpPr/>
            <p:nvPr/>
          </p:nvSpPr>
          <p:spPr>
            <a:xfrm>
              <a:off x="1210137" y="172137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841" name="任意多边形: 形状 840"/>
            <p:cNvSpPr/>
            <p:nvPr/>
          </p:nvSpPr>
          <p:spPr>
            <a:xfrm>
              <a:off x="1210137" y="172137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842" name="任意多边形: 形状 841"/>
            <p:cNvSpPr/>
            <p:nvPr/>
          </p:nvSpPr>
          <p:spPr>
            <a:xfrm>
              <a:off x="1210139" y="17404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43" name="任意多边形: 形状 842"/>
            <p:cNvSpPr/>
            <p:nvPr/>
          </p:nvSpPr>
          <p:spPr>
            <a:xfrm>
              <a:off x="1219658" y="174994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844" name="任意多边形: 形状 843"/>
            <p:cNvSpPr/>
            <p:nvPr/>
          </p:nvSpPr>
          <p:spPr>
            <a:xfrm>
              <a:off x="1219663" y="17404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45" name="任意多边形: 形状 844"/>
            <p:cNvSpPr/>
            <p:nvPr/>
          </p:nvSpPr>
          <p:spPr>
            <a:xfrm>
              <a:off x="1219662" y="174042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46" name="任意多边形: 形状 845"/>
            <p:cNvSpPr/>
            <p:nvPr/>
          </p:nvSpPr>
          <p:spPr>
            <a:xfrm>
              <a:off x="1338724" y="1754709"/>
              <a:ext cx="285750" cy="57150"/>
            </a:xfrm>
            <a:custGeom>
              <a:avLst/>
              <a:gdLst>
                <a:gd name="csX0" fmla="*/ -19 w 285750"/>
                <a:gd name="csY0" fmla="*/ 55406 h 57150"/>
                <a:gd name="csX1" fmla="*/ -19 w 285750"/>
                <a:gd name="csY1" fmla="*/ 53701 h 57150"/>
                <a:gd name="csX2" fmla="*/ -19 w 285750"/>
                <a:gd name="csY2" fmla="*/ 2704 h 57150"/>
                <a:gd name="csX3" fmla="*/ -19 w 285750"/>
                <a:gd name="csY3" fmla="*/ 656 h 57150"/>
                <a:gd name="csX4" fmla="*/ 285007 w 285750"/>
                <a:gd name="csY4" fmla="*/ -30 h 57150"/>
                <a:gd name="csX5" fmla="*/ 285369 w 285750"/>
                <a:gd name="csY5" fmla="*/ 656 h 57150"/>
                <a:gd name="csX6" fmla="*/ 285731 w 285750"/>
                <a:gd name="csY6" fmla="*/ 54386 h 57150"/>
                <a:gd name="csX7" fmla="*/ 285369 w 285750"/>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57150">
                  <a:moveTo>
                    <a:pt x="-19" y="55406"/>
                  </a:moveTo>
                  <a:lnTo>
                    <a:pt x="-19" y="53701"/>
                  </a:lnTo>
                  <a:lnTo>
                    <a:pt x="-19" y="2704"/>
                  </a:lnTo>
                  <a:lnTo>
                    <a:pt x="-19" y="656"/>
                  </a:lnTo>
                  <a:moveTo>
                    <a:pt x="285007" y="-30"/>
                  </a:moveTo>
                  <a:cubicBezTo>
                    <a:pt x="285369" y="-30"/>
                    <a:pt x="285369" y="313"/>
                    <a:pt x="285369" y="656"/>
                  </a:cubicBezTo>
                  <a:lnTo>
                    <a:pt x="285731" y="54386"/>
                  </a:lnTo>
                  <a:lnTo>
                    <a:pt x="285369" y="57120"/>
                  </a:lnTo>
                </a:path>
              </a:pathLst>
            </a:custGeom>
            <a:noFill/>
            <a:ln w="6477" cap="flat">
              <a:solidFill>
                <a:srgbClr val="040000"/>
              </a:solidFill>
              <a:prstDash val="solid"/>
              <a:round/>
            </a:ln>
          </p:spPr>
          <p:txBody>
            <a:bodyPr/>
            <a:lstStyle/>
            <a:p>
              <a:endParaRPr lang="zh-CN" altLang="en-US" sz="2190"/>
            </a:p>
          </p:txBody>
        </p:sp>
        <p:sp>
          <p:nvSpPr>
            <p:cNvPr id="847" name="任意多边形: 形状 846"/>
            <p:cNvSpPr/>
            <p:nvPr/>
          </p:nvSpPr>
          <p:spPr>
            <a:xfrm>
              <a:off x="1333960" y="1778522"/>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2"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6" y="76037"/>
                    <a:pt x="134856" y="76037"/>
                    <a:pt x="142857" y="76037"/>
                  </a:cubicBezTo>
                  <a:cubicBezTo>
                    <a:pt x="153763" y="76380"/>
                    <a:pt x="164669" y="76037"/>
                    <a:pt x="174852" y="75332"/>
                  </a:cubicBezTo>
                </a:path>
              </a:pathLst>
            </a:custGeom>
            <a:solidFill>
              <a:srgbClr val="4385C6"/>
            </a:solidFill>
            <a:ln w="9525" cap="flat">
              <a:noFill/>
              <a:prstDash val="solid"/>
              <a:round/>
            </a:ln>
          </p:spPr>
          <p:txBody>
            <a:bodyPr/>
            <a:lstStyle/>
            <a:p>
              <a:endParaRPr lang="zh-CN" altLang="en-US" sz="2190"/>
            </a:p>
          </p:txBody>
        </p:sp>
        <p:sp>
          <p:nvSpPr>
            <p:cNvPr id="848" name="任意多边形: 形状 847"/>
            <p:cNvSpPr/>
            <p:nvPr/>
          </p:nvSpPr>
          <p:spPr>
            <a:xfrm>
              <a:off x="1338724" y="1726134"/>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849" name="任意多边形: 形状 848"/>
            <p:cNvSpPr/>
            <p:nvPr/>
          </p:nvSpPr>
          <p:spPr>
            <a:xfrm>
              <a:off x="1481599" y="181185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850" name="任意多边形: 形状 849"/>
            <p:cNvSpPr/>
            <p:nvPr/>
          </p:nvSpPr>
          <p:spPr>
            <a:xfrm>
              <a:off x="1338724" y="1811859"/>
              <a:ext cx="142875" cy="47627"/>
            </a:xfrm>
            <a:custGeom>
              <a:avLst/>
              <a:gdLst>
                <a:gd name="csX0" fmla="*/ -19 w 142875"/>
                <a:gd name="csY0" fmla="*/ -30 h 47627"/>
                <a:gd name="csX1" fmla="*/ 142856 w 142875"/>
                <a:gd name="csY1" fmla="*/ 47538 h 47627"/>
              </a:gdLst>
              <a:ahLst/>
              <a:cxnLst>
                <a:cxn ang="0">
                  <a:pos x="csX0" y="csY0"/>
                </a:cxn>
                <a:cxn ang="0">
                  <a:pos x="csX1" y="csY1"/>
                </a:cxn>
              </a:cxnLst>
              <a:rect l="l" t="t" r="r" b="b"/>
              <a:pathLst>
                <a:path w="142875" h="47627">
                  <a:moveTo>
                    <a:pt x="-19" y="-30"/>
                  </a:moveTo>
                  <a:cubicBezTo>
                    <a:pt x="19155" y="51262"/>
                    <a:pt x="108852" y="47538"/>
                    <a:pt x="142856" y="47538"/>
                  </a:cubicBezTo>
                </a:path>
              </a:pathLst>
            </a:custGeom>
            <a:noFill/>
            <a:ln w="6477" cap="flat">
              <a:solidFill>
                <a:srgbClr val="040000"/>
              </a:solidFill>
              <a:prstDash val="solid"/>
              <a:round/>
            </a:ln>
          </p:spPr>
          <p:txBody>
            <a:bodyPr/>
            <a:lstStyle/>
            <a:p>
              <a:endParaRPr lang="zh-CN" altLang="en-US" sz="2190"/>
            </a:p>
          </p:txBody>
        </p:sp>
        <p:sp>
          <p:nvSpPr>
            <p:cNvPr id="851" name="任意多边形: 形状 850"/>
            <p:cNvSpPr/>
            <p:nvPr/>
          </p:nvSpPr>
          <p:spPr>
            <a:xfrm>
              <a:off x="1343487" y="1816619"/>
              <a:ext cx="266700" cy="28577"/>
            </a:xfrm>
            <a:custGeom>
              <a:avLst/>
              <a:gdLst>
                <a:gd name="csX0" fmla="*/ 266681 w 266700"/>
                <a:gd name="csY0" fmla="*/ 935 h 28577"/>
                <a:gd name="csX1" fmla="*/ 134779 w 266700"/>
                <a:gd name="csY1" fmla="*/ 28548 h 28577"/>
                <a:gd name="csX2" fmla="*/ -19 w 266700"/>
                <a:gd name="csY2" fmla="*/ 1611 h 28577"/>
                <a:gd name="csX3" fmla="*/ 134055 w 266700"/>
                <a:gd name="csY3" fmla="*/ 24842 h 28577"/>
                <a:gd name="csX4" fmla="*/ 266681 w 266700"/>
                <a:gd name="csY4" fmla="*/ 935 h 28577"/>
              </a:gdLst>
              <a:ahLst/>
              <a:cxnLst>
                <a:cxn ang="0">
                  <a:pos x="csX0" y="csY0"/>
                </a:cxn>
                <a:cxn ang="0">
                  <a:pos x="csX1" y="csY1"/>
                </a:cxn>
                <a:cxn ang="0">
                  <a:pos x="csX2" y="csY2"/>
                </a:cxn>
                <a:cxn ang="0">
                  <a:pos x="csX3" y="csY3"/>
                </a:cxn>
                <a:cxn ang="0">
                  <a:pos x="csX4" y="csY4"/>
                </a:cxn>
              </a:cxnLst>
              <a:rect l="l" t="t" r="r" b="b"/>
              <a:pathLst>
                <a:path w="266700" h="28577">
                  <a:moveTo>
                    <a:pt x="266681" y="935"/>
                  </a:moveTo>
                  <a:cubicBezTo>
                    <a:pt x="266681" y="8012"/>
                    <a:pt x="204159" y="28548"/>
                    <a:pt x="134779" y="28548"/>
                  </a:cubicBezTo>
                  <a:cubicBezTo>
                    <a:pt x="65027" y="28548"/>
                    <a:pt x="-19" y="8345"/>
                    <a:pt x="-19" y="1611"/>
                  </a:cubicBezTo>
                  <a:cubicBezTo>
                    <a:pt x="-19" y="-5457"/>
                    <a:pt x="64665" y="24842"/>
                    <a:pt x="134055" y="24842"/>
                  </a:cubicBezTo>
                  <a:cubicBezTo>
                    <a:pt x="203435" y="24842"/>
                    <a:pt x="266681" y="-5790"/>
                    <a:pt x="266681" y="935"/>
                  </a:cubicBezTo>
                  <a:close/>
                </a:path>
              </a:pathLst>
            </a:custGeom>
            <a:solidFill>
              <a:srgbClr val="4385C6"/>
            </a:solidFill>
            <a:ln w="9525" cap="flat">
              <a:noFill/>
              <a:prstDash val="solid"/>
              <a:round/>
            </a:ln>
          </p:spPr>
          <p:txBody>
            <a:bodyPr/>
            <a:lstStyle/>
            <a:p>
              <a:endParaRPr lang="zh-CN" altLang="en-US" sz="2190"/>
            </a:p>
          </p:txBody>
        </p:sp>
        <p:sp>
          <p:nvSpPr>
            <p:cNvPr id="852" name="任意多边形: 形状 851"/>
            <p:cNvSpPr/>
            <p:nvPr/>
          </p:nvSpPr>
          <p:spPr>
            <a:xfrm>
              <a:off x="1467312" y="1797569"/>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853" name="任意多边形: 形状 852"/>
            <p:cNvSpPr/>
            <p:nvPr/>
          </p:nvSpPr>
          <p:spPr>
            <a:xfrm>
              <a:off x="1476837" y="1807095"/>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1"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854" name="任意多边形: 形状 853"/>
            <p:cNvSpPr/>
            <p:nvPr/>
          </p:nvSpPr>
          <p:spPr>
            <a:xfrm>
              <a:off x="1467310" y="179757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855" name="任意多边形: 形状 854"/>
            <p:cNvSpPr/>
            <p:nvPr/>
          </p:nvSpPr>
          <p:spPr>
            <a:xfrm>
              <a:off x="1476837" y="179757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856" name="任意多边形: 形状 855"/>
            <p:cNvSpPr/>
            <p:nvPr/>
          </p:nvSpPr>
          <p:spPr>
            <a:xfrm>
              <a:off x="1419689" y="17689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57" name="任意多边形: 形状 856"/>
            <p:cNvSpPr/>
            <p:nvPr/>
          </p:nvSpPr>
          <p:spPr>
            <a:xfrm>
              <a:off x="1429216" y="177852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58" name="任意多边形: 形状 857"/>
            <p:cNvSpPr/>
            <p:nvPr/>
          </p:nvSpPr>
          <p:spPr>
            <a:xfrm>
              <a:off x="1419688" y="176899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859" name="任意多边形: 形状 858"/>
            <p:cNvSpPr/>
            <p:nvPr/>
          </p:nvSpPr>
          <p:spPr>
            <a:xfrm>
              <a:off x="1429212"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60" name="任意多边形: 形状 859"/>
            <p:cNvSpPr/>
            <p:nvPr/>
          </p:nvSpPr>
          <p:spPr>
            <a:xfrm>
              <a:off x="1467314" y="17689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61" name="任意多边形: 形状 860"/>
            <p:cNvSpPr/>
            <p:nvPr/>
          </p:nvSpPr>
          <p:spPr>
            <a:xfrm>
              <a:off x="1476841" y="17785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62" name="任意多边形: 形状 861"/>
            <p:cNvSpPr/>
            <p:nvPr/>
          </p:nvSpPr>
          <p:spPr>
            <a:xfrm>
              <a:off x="1476834" y="176899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63" name="任意多边形: 形状 862"/>
            <p:cNvSpPr/>
            <p:nvPr/>
          </p:nvSpPr>
          <p:spPr>
            <a:xfrm>
              <a:off x="1476837"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64" name="任意多边形: 形状 863"/>
            <p:cNvSpPr/>
            <p:nvPr/>
          </p:nvSpPr>
          <p:spPr>
            <a:xfrm>
              <a:off x="1448264" y="17118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65" name="任意多边形: 形状 864"/>
            <p:cNvSpPr/>
            <p:nvPr/>
          </p:nvSpPr>
          <p:spPr>
            <a:xfrm>
              <a:off x="1457791" y="172137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66" name="任意多边形: 形状 865"/>
            <p:cNvSpPr/>
            <p:nvPr/>
          </p:nvSpPr>
          <p:spPr>
            <a:xfrm>
              <a:off x="1448263" y="1721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867" name="任意多边形: 形状 866"/>
            <p:cNvSpPr/>
            <p:nvPr/>
          </p:nvSpPr>
          <p:spPr>
            <a:xfrm>
              <a:off x="1457787" y="172137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68" name="任意多边形: 形状 867"/>
            <p:cNvSpPr/>
            <p:nvPr/>
          </p:nvSpPr>
          <p:spPr>
            <a:xfrm>
              <a:off x="150541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69" name="任意多边形: 形状 868"/>
            <p:cNvSpPr/>
            <p:nvPr/>
          </p:nvSpPr>
          <p:spPr>
            <a:xfrm>
              <a:off x="1514941" y="1788049"/>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70" name="任意多边形: 形状 869"/>
            <p:cNvSpPr/>
            <p:nvPr/>
          </p:nvSpPr>
          <p:spPr>
            <a:xfrm>
              <a:off x="1505409" y="1788051"/>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871" name="任意多边形: 形状 870"/>
            <p:cNvSpPr/>
            <p:nvPr/>
          </p:nvSpPr>
          <p:spPr>
            <a:xfrm>
              <a:off x="1514937" y="17785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872" name="任意多边形: 形状 871"/>
            <p:cNvSpPr/>
            <p:nvPr/>
          </p:nvSpPr>
          <p:spPr>
            <a:xfrm>
              <a:off x="1419689" y="17308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73" name="任意多边形: 形状 872"/>
            <p:cNvSpPr/>
            <p:nvPr/>
          </p:nvSpPr>
          <p:spPr>
            <a:xfrm>
              <a:off x="1429216" y="1740424"/>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74" name="任意多边形: 形状 873"/>
            <p:cNvSpPr/>
            <p:nvPr/>
          </p:nvSpPr>
          <p:spPr>
            <a:xfrm>
              <a:off x="1429209" y="1740424"/>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75" name="任意多边形: 形状 874"/>
            <p:cNvSpPr/>
            <p:nvPr/>
          </p:nvSpPr>
          <p:spPr>
            <a:xfrm>
              <a:off x="1429212" y="173089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76" name="任意多边形: 形状 875"/>
            <p:cNvSpPr/>
            <p:nvPr/>
          </p:nvSpPr>
          <p:spPr>
            <a:xfrm>
              <a:off x="1438739" y="174042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877" name="任意多边形: 形状 876"/>
            <p:cNvSpPr/>
            <p:nvPr/>
          </p:nvSpPr>
          <p:spPr>
            <a:xfrm>
              <a:off x="1448262" y="174994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878" name="任意多边形: 形状 877"/>
            <p:cNvSpPr/>
            <p:nvPr/>
          </p:nvSpPr>
          <p:spPr>
            <a:xfrm>
              <a:off x="1448262" y="1749947"/>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879" name="任意多边形: 形状 878"/>
            <p:cNvSpPr/>
            <p:nvPr/>
          </p:nvSpPr>
          <p:spPr>
            <a:xfrm>
              <a:off x="1448262" y="17499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80" name="任意多边形: 形状 879"/>
            <p:cNvSpPr/>
            <p:nvPr/>
          </p:nvSpPr>
          <p:spPr>
            <a:xfrm>
              <a:off x="1438737" y="17785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1" name="任意多边形: 形状 880"/>
            <p:cNvSpPr/>
            <p:nvPr/>
          </p:nvSpPr>
          <p:spPr>
            <a:xfrm>
              <a:off x="1457791" y="178804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82" name="任意多边形: 形状 881"/>
            <p:cNvSpPr/>
            <p:nvPr/>
          </p:nvSpPr>
          <p:spPr>
            <a:xfrm>
              <a:off x="1448259" y="177852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883" name="任意多边形: 形状 882"/>
            <p:cNvSpPr/>
            <p:nvPr/>
          </p:nvSpPr>
          <p:spPr>
            <a:xfrm>
              <a:off x="1457787" y="1778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884" name="任意多边形: 形状 883"/>
            <p:cNvSpPr/>
            <p:nvPr/>
          </p:nvSpPr>
          <p:spPr>
            <a:xfrm>
              <a:off x="1495887" y="175946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5" name="任意多边形: 形状 884"/>
            <p:cNvSpPr/>
            <p:nvPr/>
          </p:nvSpPr>
          <p:spPr>
            <a:xfrm>
              <a:off x="1505416" y="176899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86" name="任意多边形: 形状 885"/>
            <p:cNvSpPr/>
            <p:nvPr/>
          </p:nvSpPr>
          <p:spPr>
            <a:xfrm>
              <a:off x="1505409" y="175947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887" name="任意多边形: 形状 886"/>
            <p:cNvSpPr/>
            <p:nvPr/>
          </p:nvSpPr>
          <p:spPr>
            <a:xfrm>
              <a:off x="1514937" y="1759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88" name="任意多边形: 形状 887"/>
            <p:cNvSpPr/>
            <p:nvPr/>
          </p:nvSpPr>
          <p:spPr>
            <a:xfrm>
              <a:off x="1457787" y="17404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9" name="任意多边形: 形状 888"/>
            <p:cNvSpPr/>
            <p:nvPr/>
          </p:nvSpPr>
          <p:spPr>
            <a:xfrm>
              <a:off x="1467309" y="1749949"/>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8" y="786"/>
                    <a:pt x="29015" y="5501"/>
                    <a:pt x="28530" y="10940"/>
                  </a:cubicBezTo>
                </a:path>
              </a:pathLst>
            </a:custGeom>
            <a:solidFill>
              <a:srgbClr val="E16262"/>
            </a:solidFill>
            <a:ln w="9525" cap="flat">
              <a:noFill/>
              <a:prstDash val="solid"/>
              <a:round/>
            </a:ln>
          </p:spPr>
          <p:txBody>
            <a:bodyPr/>
            <a:lstStyle/>
            <a:p>
              <a:endParaRPr lang="zh-CN" altLang="en-US" sz="2190"/>
            </a:p>
          </p:txBody>
        </p:sp>
        <p:sp>
          <p:nvSpPr>
            <p:cNvPr id="890" name="任意多边形: 形状 889"/>
            <p:cNvSpPr/>
            <p:nvPr/>
          </p:nvSpPr>
          <p:spPr>
            <a:xfrm>
              <a:off x="1467312" y="174042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891" name="任意多边形: 形状 890"/>
            <p:cNvSpPr/>
            <p:nvPr/>
          </p:nvSpPr>
          <p:spPr>
            <a:xfrm>
              <a:off x="1476837" y="17404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92" name="任意多边形: 形状 891"/>
            <p:cNvSpPr/>
            <p:nvPr/>
          </p:nvSpPr>
          <p:spPr>
            <a:xfrm>
              <a:off x="1486362" y="179756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893" name="任意多边形: 形状 892"/>
            <p:cNvSpPr/>
            <p:nvPr/>
          </p:nvSpPr>
          <p:spPr>
            <a:xfrm>
              <a:off x="1495891" y="180709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94" name="任意多边形: 形状 893"/>
            <p:cNvSpPr/>
            <p:nvPr/>
          </p:nvSpPr>
          <p:spPr>
            <a:xfrm>
              <a:off x="1495884" y="179757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95" name="任意多边形: 形状 894"/>
            <p:cNvSpPr/>
            <p:nvPr/>
          </p:nvSpPr>
          <p:spPr>
            <a:xfrm>
              <a:off x="1505412" y="1797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96" name="任意多边形: 形状 895"/>
            <p:cNvSpPr/>
            <p:nvPr/>
          </p:nvSpPr>
          <p:spPr>
            <a:xfrm>
              <a:off x="1429214"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97" name="任意多边形: 形状 896"/>
            <p:cNvSpPr/>
            <p:nvPr/>
          </p:nvSpPr>
          <p:spPr>
            <a:xfrm>
              <a:off x="1438741" y="18070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98" name="任意多边形: 形状 897"/>
            <p:cNvSpPr/>
            <p:nvPr/>
          </p:nvSpPr>
          <p:spPr>
            <a:xfrm>
              <a:off x="1438738" y="1807096"/>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99" name="任意多边形: 形状 898"/>
            <p:cNvSpPr/>
            <p:nvPr/>
          </p:nvSpPr>
          <p:spPr>
            <a:xfrm>
              <a:off x="1438737" y="18070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900" name="任意多边形: 形状 899"/>
            <p:cNvSpPr/>
            <p:nvPr/>
          </p:nvSpPr>
          <p:spPr>
            <a:xfrm>
              <a:off x="1476837" y="1721367"/>
              <a:ext cx="47627" cy="38108"/>
            </a:xfrm>
            <a:custGeom>
              <a:avLst/>
              <a:gdLst>
                <a:gd name="csX0" fmla="*/ 47500 w 47627"/>
                <a:gd name="csY0" fmla="*/ 22120 h 38108"/>
                <a:gd name="csX1" fmla="*/ 21745 w 47627"/>
                <a:gd name="csY1" fmla="*/ 37788 h 38108"/>
                <a:gd name="csX2" fmla="*/ 85 w 47627"/>
                <a:gd name="csY2" fmla="*/ 15929 h 38108"/>
                <a:gd name="csX3" fmla="*/ 25831 w 47627"/>
                <a:gd name="csY3" fmla="*/ 260 h 38108"/>
                <a:gd name="csX4" fmla="*/ 47500 w 47627"/>
                <a:gd name="csY4" fmla="*/ 22120 h 38108"/>
              </a:gdLst>
              <a:ahLst/>
              <a:cxnLst>
                <a:cxn ang="0">
                  <a:pos x="csX0" y="csY0"/>
                </a:cxn>
                <a:cxn ang="0">
                  <a:pos x="csX1" y="csY1"/>
                </a:cxn>
                <a:cxn ang="0">
                  <a:pos x="csX2" y="csY2"/>
                </a:cxn>
                <a:cxn ang="0">
                  <a:pos x="csX3" y="csY3"/>
                </a:cxn>
                <a:cxn ang="0">
                  <a:pos x="csX4" y="csY4"/>
                </a:cxn>
              </a:cxnLst>
              <a:rect l="l" t="t" r="r" b="b"/>
              <a:pathLst>
                <a:path w="47627" h="38108">
                  <a:moveTo>
                    <a:pt x="47500" y="22120"/>
                  </a:moveTo>
                  <a:cubicBezTo>
                    <a:pt x="46272" y="32683"/>
                    <a:pt x="34832" y="39608"/>
                    <a:pt x="21745" y="37788"/>
                  </a:cubicBezTo>
                  <a:cubicBezTo>
                    <a:pt x="8667" y="35960"/>
                    <a:pt x="-1144" y="26130"/>
                    <a:pt x="85" y="15929"/>
                  </a:cubicBezTo>
                  <a:cubicBezTo>
                    <a:pt x="1314" y="5365"/>
                    <a:pt x="12753" y="-1559"/>
                    <a:pt x="25831" y="260"/>
                  </a:cubicBezTo>
                  <a:cubicBezTo>
                    <a:pt x="3932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901" name="任意多边形: 形状 900"/>
            <p:cNvSpPr/>
            <p:nvPr/>
          </p:nvSpPr>
          <p:spPr>
            <a:xfrm>
              <a:off x="1486361" y="173089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32" y="19655"/>
                    <a:pt x="12802" y="18922"/>
                  </a:cubicBezTo>
                  <a:cubicBezTo>
                    <a:pt x="4982" y="18198"/>
                    <a:pt x="-885" y="13121"/>
                    <a:pt x="86" y="8044"/>
                  </a:cubicBezTo>
                  <a:cubicBezTo>
                    <a:pt x="58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902" name="任意多边形: 形状 901"/>
            <p:cNvSpPr/>
            <p:nvPr/>
          </p:nvSpPr>
          <p:spPr>
            <a:xfrm>
              <a:off x="1486362" y="172137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7" y="1314"/>
                    <a:pt x="9697"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903" name="任意多边形: 形状 902"/>
            <p:cNvSpPr/>
            <p:nvPr/>
          </p:nvSpPr>
          <p:spPr>
            <a:xfrm>
              <a:off x="1495887" y="172137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904" name="任意多边形: 形状 903"/>
            <p:cNvSpPr/>
            <p:nvPr/>
          </p:nvSpPr>
          <p:spPr>
            <a:xfrm>
              <a:off x="1486362" y="17404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905" name="任意多边形: 形状 904"/>
            <p:cNvSpPr/>
            <p:nvPr/>
          </p:nvSpPr>
          <p:spPr>
            <a:xfrm>
              <a:off x="1495886" y="174994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906" name="任意多边形: 形状 905"/>
            <p:cNvSpPr/>
            <p:nvPr/>
          </p:nvSpPr>
          <p:spPr>
            <a:xfrm>
              <a:off x="1495888" y="17404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907" name="任意多边形: 形状 906"/>
            <p:cNvSpPr/>
            <p:nvPr/>
          </p:nvSpPr>
          <p:spPr>
            <a:xfrm>
              <a:off x="1505412" y="174042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pic>
          <p:nvPicPr>
            <p:cNvPr id="908" name="图片 907"/>
            <p:cNvPicPr>
              <a:picLocks noChangeAspect="1"/>
            </p:cNvPicPr>
            <p:nvPr/>
          </p:nvPicPr>
          <p:blipFill>
            <a:blip r:embed="rId3"/>
            <a:stretch>
              <a:fillRect/>
            </a:stretch>
          </p:blipFill>
          <p:spPr>
            <a:xfrm>
              <a:off x="895811" y="635522"/>
              <a:ext cx="676275" cy="657228"/>
            </a:xfrm>
            <a:custGeom>
              <a:avLst/>
              <a:gdLst>
                <a:gd name="csX0" fmla="*/ 50 w 676275"/>
                <a:gd name="csY0" fmla="*/ 18 h 657228"/>
                <a:gd name="csX1" fmla="*/ 676325 w 676275"/>
                <a:gd name="csY1" fmla="*/ 18 h 657228"/>
                <a:gd name="csX2" fmla="*/ 676325 w 676275"/>
                <a:gd name="csY2" fmla="*/ 657246 h 657228"/>
                <a:gd name="csX3" fmla="*/ 50 w 676275"/>
                <a:gd name="csY3" fmla="*/ 657246 h 657228"/>
              </a:gdLst>
              <a:ahLst/>
              <a:cxnLst>
                <a:cxn ang="0">
                  <a:pos x="csX0" y="csY0"/>
                </a:cxn>
                <a:cxn ang="0">
                  <a:pos x="csX1" y="csY1"/>
                </a:cxn>
                <a:cxn ang="0">
                  <a:pos x="csX2" y="csY2"/>
                </a:cxn>
                <a:cxn ang="0">
                  <a:pos x="csX3" y="csY3"/>
                </a:cxn>
              </a:cxnLst>
              <a:rect l="l" t="t" r="r" b="b"/>
              <a:pathLst>
                <a:path w="676275" h="657228">
                  <a:moveTo>
                    <a:pt x="50" y="18"/>
                  </a:moveTo>
                  <a:lnTo>
                    <a:pt x="676325" y="18"/>
                  </a:lnTo>
                  <a:lnTo>
                    <a:pt x="676325" y="657246"/>
                  </a:lnTo>
                  <a:lnTo>
                    <a:pt x="50" y="657246"/>
                  </a:lnTo>
                  <a:close/>
                </a:path>
              </a:pathLst>
            </a:custGeom>
          </p:spPr>
        </p:pic>
        <p:sp>
          <p:nvSpPr>
            <p:cNvPr id="909" name="任意多边形: 形状 908"/>
            <p:cNvSpPr/>
            <p:nvPr/>
          </p:nvSpPr>
          <p:spPr>
            <a:xfrm>
              <a:off x="424325" y="592660"/>
              <a:ext cx="6219824" cy="1333499"/>
            </a:xfrm>
            <a:custGeom>
              <a:avLst/>
              <a:gdLst>
                <a:gd name="csX0" fmla="*/ 5867999 w 6219824"/>
                <a:gd name="csY0" fmla="*/ 1333469 h 1333499"/>
                <a:gd name="csX1" fmla="*/ 352317 w 6219824"/>
                <a:gd name="csY1" fmla="*/ 1333469 h 1333499"/>
                <a:gd name="csX2" fmla="*/ -19 w 6219824"/>
                <a:gd name="csY2" fmla="*/ 1163962 h 1333499"/>
                <a:gd name="csX3" fmla="*/ -19 w 6219824"/>
                <a:gd name="csY3" fmla="*/ 169474 h 1333499"/>
                <a:gd name="csX4" fmla="*/ 352317 w 6219824"/>
                <a:gd name="csY4" fmla="*/ -30 h 1333499"/>
                <a:gd name="csX5" fmla="*/ 5867999 w 6219824"/>
                <a:gd name="csY5" fmla="*/ -30 h 1333499"/>
                <a:gd name="csX6" fmla="*/ 6219805 w 6219824"/>
                <a:gd name="csY6" fmla="*/ 169474 h 1333499"/>
                <a:gd name="csX7" fmla="*/ 6219805 w 6219824"/>
                <a:gd name="csY7" fmla="*/ 1163962 h 1333499"/>
                <a:gd name="csX8" fmla="*/ 5867999 w 6219824"/>
                <a:gd name="csY8" fmla="*/ 1333469 h 1333499"/>
                <a:gd name="csX9" fmla="*/ 5867999 w 6219824"/>
                <a:gd name="csY9" fmla="*/ 1333469 h 13334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219824" h="1333499">
                  <a:moveTo>
                    <a:pt x="5867999" y="1333469"/>
                  </a:moveTo>
                  <a:lnTo>
                    <a:pt x="352317" y="1333469"/>
                  </a:lnTo>
                  <a:cubicBezTo>
                    <a:pt x="157815" y="1333469"/>
                    <a:pt x="-19" y="1257422"/>
                    <a:pt x="-19" y="1163962"/>
                  </a:cubicBezTo>
                  <a:lnTo>
                    <a:pt x="-19" y="169474"/>
                  </a:lnTo>
                  <a:cubicBezTo>
                    <a:pt x="-19" y="75760"/>
                    <a:pt x="157815" y="-30"/>
                    <a:pt x="352317" y="-30"/>
                  </a:cubicBezTo>
                  <a:lnTo>
                    <a:pt x="5867999" y="-30"/>
                  </a:lnTo>
                  <a:cubicBezTo>
                    <a:pt x="6062500" y="-30"/>
                    <a:pt x="6219805" y="75760"/>
                    <a:pt x="6219805" y="169474"/>
                  </a:cubicBezTo>
                  <a:lnTo>
                    <a:pt x="6219805" y="1163962"/>
                  </a:lnTo>
                  <a:cubicBezTo>
                    <a:pt x="6219805" y="1257422"/>
                    <a:pt x="6062500" y="1333469"/>
                    <a:pt x="5867999" y="1333469"/>
                  </a:cubicBezTo>
                  <a:cubicBezTo>
                    <a:pt x="5867999" y="1333469"/>
                    <a:pt x="6062500" y="1333469"/>
                    <a:pt x="5867999" y="1333469"/>
                  </a:cubicBezTo>
                  <a:close/>
                </a:path>
              </a:pathLst>
            </a:custGeom>
            <a:noFill/>
            <a:ln w="12700" cap="flat">
              <a:solidFill>
                <a:srgbClr val="221815"/>
              </a:solidFill>
              <a:prstDash val="dash"/>
              <a:round/>
            </a:ln>
          </p:spPr>
          <p:txBody>
            <a:bodyPr/>
            <a:lstStyle/>
            <a:p>
              <a:endParaRPr lang="zh-CN" altLang="en-US" sz="2190"/>
            </a:p>
          </p:txBody>
        </p:sp>
        <p:sp>
          <p:nvSpPr>
            <p:cNvPr id="910" name="任意多边形: 形状 909"/>
            <p:cNvSpPr/>
            <p:nvPr/>
          </p:nvSpPr>
          <p:spPr>
            <a:xfrm>
              <a:off x="6325062" y="2616721"/>
              <a:ext cx="19050" cy="133350"/>
            </a:xfrm>
            <a:custGeom>
              <a:avLst/>
              <a:gdLst>
                <a:gd name="csX0" fmla="*/ 19031 w 19050"/>
                <a:gd name="csY0" fmla="*/ 9801 h 133350"/>
                <a:gd name="csX1" fmla="*/ 19031 w 19050"/>
                <a:gd name="csY1" fmla="*/ 122615 h 133350"/>
                <a:gd name="csX2" fmla="*/ 13402 w 19050"/>
                <a:gd name="csY2" fmla="*/ 133321 h 133350"/>
                <a:gd name="csX3" fmla="*/ -19 w 19050"/>
                <a:gd name="csY3" fmla="*/ 121186 h 133350"/>
                <a:gd name="csX4" fmla="*/ -19 w 19050"/>
                <a:gd name="csY4" fmla="*/ 8372 h 133350"/>
                <a:gd name="csX5" fmla="*/ 19031 w 19050"/>
                <a:gd name="csY5" fmla="*/ 9801 h 133350"/>
              </a:gdLst>
              <a:ahLst/>
              <a:cxnLst>
                <a:cxn ang="0">
                  <a:pos x="csX0" y="csY0"/>
                </a:cxn>
                <a:cxn ang="0">
                  <a:pos x="csX1" y="csY1"/>
                </a:cxn>
                <a:cxn ang="0">
                  <a:pos x="csX2" y="csY2"/>
                </a:cxn>
                <a:cxn ang="0">
                  <a:pos x="csX3" y="csY3"/>
                </a:cxn>
                <a:cxn ang="0">
                  <a:pos x="csX4" y="csY4"/>
                </a:cxn>
                <a:cxn ang="0">
                  <a:pos x="csX5" y="csY5"/>
                </a:cxn>
              </a:cxnLst>
              <a:rect l="l" t="t" r="r" b="b"/>
              <a:pathLst>
                <a:path w="19050" h="133350">
                  <a:moveTo>
                    <a:pt x="19031" y="9801"/>
                  </a:moveTo>
                  <a:lnTo>
                    <a:pt x="19031" y="122615"/>
                  </a:lnTo>
                  <a:cubicBezTo>
                    <a:pt x="19031" y="129034"/>
                    <a:pt x="17297" y="129397"/>
                    <a:pt x="13402" y="133321"/>
                  </a:cubicBezTo>
                  <a:cubicBezTo>
                    <a:pt x="1276" y="133321"/>
                    <a:pt x="-19" y="130463"/>
                    <a:pt x="-19" y="121186"/>
                  </a:cubicBezTo>
                  <a:lnTo>
                    <a:pt x="-19" y="8372"/>
                  </a:lnTo>
                  <a:cubicBezTo>
                    <a:pt x="-19" y="-3058"/>
                    <a:pt x="19031" y="-3058"/>
                    <a:pt x="19031" y="9801"/>
                  </a:cubicBezTo>
                </a:path>
              </a:pathLst>
            </a:custGeom>
            <a:solidFill>
              <a:srgbClr val="156082"/>
            </a:solidFill>
            <a:ln w="9525" cap="flat">
              <a:noFill/>
              <a:prstDash val="solid"/>
              <a:round/>
            </a:ln>
          </p:spPr>
          <p:txBody>
            <a:bodyPr/>
            <a:lstStyle/>
            <a:p>
              <a:endParaRPr lang="zh-CN" altLang="en-US" sz="2190"/>
            </a:p>
          </p:txBody>
        </p:sp>
        <p:sp>
          <p:nvSpPr>
            <p:cNvPr id="911" name="任意多边形: 形状 910"/>
            <p:cNvSpPr/>
            <p:nvPr/>
          </p:nvSpPr>
          <p:spPr>
            <a:xfrm>
              <a:off x="6172662" y="2616721"/>
              <a:ext cx="9525" cy="133351"/>
            </a:xfrm>
            <a:custGeom>
              <a:avLst/>
              <a:gdLst>
                <a:gd name="csX0" fmla="*/ 9506 w 9525"/>
                <a:gd name="csY0" fmla="*/ 11277 h 133351"/>
                <a:gd name="csX1" fmla="*/ 9506 w 9525"/>
                <a:gd name="csY1" fmla="*/ 120710 h 133351"/>
                <a:gd name="csX2" fmla="*/ -19 w 9525"/>
                <a:gd name="csY2" fmla="*/ 122138 h 133351"/>
                <a:gd name="csX3" fmla="*/ -19 w 9525"/>
                <a:gd name="csY3" fmla="*/ 9496 h 133351"/>
                <a:gd name="csX4" fmla="*/ 600 w 9525"/>
                <a:gd name="csY4" fmla="*/ 1295 h 133351"/>
                <a:gd name="csX5" fmla="*/ 9506 w 9525"/>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9525" h="133351">
                  <a:moveTo>
                    <a:pt x="9506" y="11277"/>
                  </a:moveTo>
                  <a:lnTo>
                    <a:pt x="9506" y="120710"/>
                  </a:lnTo>
                  <a:cubicBezTo>
                    <a:pt x="9506" y="137464"/>
                    <a:pt x="-19" y="137102"/>
                    <a:pt x="-19" y="122138"/>
                  </a:cubicBezTo>
                  <a:lnTo>
                    <a:pt x="-19" y="9496"/>
                  </a:lnTo>
                  <a:lnTo>
                    <a:pt x="600" y="1295"/>
                  </a:lnTo>
                  <a:cubicBezTo>
                    <a:pt x="6810" y="-1553"/>
                    <a:pt x="9506" y="-487"/>
                    <a:pt x="9506" y="11277"/>
                  </a:cubicBezTo>
                </a:path>
              </a:pathLst>
            </a:custGeom>
            <a:solidFill>
              <a:srgbClr val="156082"/>
            </a:solidFill>
            <a:ln w="9525" cap="flat">
              <a:noFill/>
              <a:prstDash val="solid"/>
              <a:round/>
            </a:ln>
          </p:spPr>
          <p:txBody>
            <a:bodyPr/>
            <a:lstStyle/>
            <a:p>
              <a:endParaRPr lang="zh-CN" altLang="en-US" sz="2190"/>
            </a:p>
          </p:txBody>
        </p:sp>
        <p:sp>
          <p:nvSpPr>
            <p:cNvPr id="912" name="任意多边形: 形状 911"/>
            <p:cNvSpPr/>
            <p:nvPr/>
          </p:nvSpPr>
          <p:spPr>
            <a:xfrm>
              <a:off x="6010733" y="2302397"/>
              <a:ext cx="485782" cy="447671"/>
            </a:xfrm>
            <a:custGeom>
              <a:avLst/>
              <a:gdLst>
                <a:gd name="csX0" fmla="*/ 330578 w 485782"/>
                <a:gd name="csY0" fmla="*/ 94096 h 447671"/>
                <a:gd name="csX1" fmla="*/ 311909 w 485782"/>
                <a:gd name="csY1" fmla="*/ 161875 h 447671"/>
                <a:gd name="csX2" fmla="*/ 330578 w 485782"/>
                <a:gd name="csY2" fmla="*/ 94096 h 447671"/>
                <a:gd name="csX3" fmla="*/ 174501 w 485782"/>
                <a:gd name="csY3" fmla="*/ 94096 h 447671"/>
                <a:gd name="csX4" fmla="*/ 155128 w 485782"/>
                <a:gd name="csY4" fmla="*/ 161514 h 447671"/>
                <a:gd name="csX5" fmla="*/ 174501 w 485782"/>
                <a:gd name="csY5" fmla="*/ 94096 h 447671"/>
                <a:gd name="csX6" fmla="*/ 200571 w 485782"/>
                <a:gd name="csY6" fmla="*/ 166867 h 447671"/>
                <a:gd name="csX7" fmla="*/ 213964 w 485782"/>
                <a:gd name="csY7" fmla="*/ 173639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24 w 485782"/>
                <a:gd name="csY15" fmla="*/ 17753 h 447671"/>
                <a:gd name="csX16" fmla="*/ 51190 w 485782"/>
                <a:gd name="csY16" fmla="*/ 44156 h 447671"/>
                <a:gd name="csX17" fmla="*/ 79728 w 485782"/>
                <a:gd name="csY17" fmla="*/ 86599 h 447671"/>
                <a:gd name="csX18" fmla="*/ 93824 w 485782"/>
                <a:gd name="csY18" fmla="*/ 17753 h 447671"/>
                <a:gd name="csX19" fmla="*/ 249196 w 485782"/>
                <a:gd name="csY19" fmla="*/ 17400 h 447671"/>
                <a:gd name="csX20" fmla="*/ 237214 w 485782"/>
                <a:gd name="csY20" fmla="*/ 86599 h 447671"/>
                <a:gd name="csX21" fmla="*/ 249196 w 485782"/>
                <a:gd name="csY21" fmla="*/ 17400 h 447671"/>
                <a:gd name="csX22" fmla="*/ 407035 w 485782"/>
                <a:gd name="csY22" fmla="*/ 17753 h 447671"/>
                <a:gd name="csX23" fmla="*/ 364401 w 485782"/>
                <a:gd name="csY23" fmla="*/ 44156 h 447671"/>
                <a:gd name="csX24" fmla="*/ 392938 w 485782"/>
                <a:gd name="csY24" fmla="*/ 86599 h 447671"/>
                <a:gd name="csX25" fmla="*/ 407035 w 485782"/>
                <a:gd name="csY25" fmla="*/ 17753 h 447671"/>
                <a:gd name="csX26" fmla="*/ 434867 w 485782"/>
                <a:gd name="csY26" fmla="*/ 90171 h 447671"/>
                <a:gd name="csX27" fmla="*/ 435572 w 485782"/>
                <a:gd name="csY27" fmla="*/ 90886 h 447671"/>
                <a:gd name="csX28" fmla="*/ 454955 w 485782"/>
                <a:gd name="csY28" fmla="*/ 102297 h 447671"/>
                <a:gd name="csX29" fmla="*/ 471157 w 485782"/>
                <a:gd name="csY29" fmla="*/ 118356 h 447671"/>
                <a:gd name="csX30" fmla="*/ 485607 w 485782"/>
                <a:gd name="csY30" fmla="*/ 168295 h 447671"/>
                <a:gd name="csX31" fmla="*/ 485607 w 485782"/>
                <a:gd name="csY31" fmla="*/ 231436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0 h 447671"/>
                <a:gd name="csX37" fmla="*/ 444735 w 485782"/>
                <a:gd name="csY37" fmla="*/ 155446 h 447671"/>
                <a:gd name="csX38" fmla="*/ 446497 w 485782"/>
                <a:gd name="csY38" fmla="*/ 203967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800 w 485782"/>
                <a:gd name="csY66" fmla="*/ 333459 h 447671"/>
                <a:gd name="csX67" fmla="*/ 243558 w 485782"/>
                <a:gd name="csY67" fmla="*/ 328106 h 447671"/>
                <a:gd name="csX68" fmla="*/ 212906 w 485782"/>
                <a:gd name="csY68" fmla="*/ 333459 h 447671"/>
                <a:gd name="csX69" fmla="*/ 212201 w 485782"/>
                <a:gd name="csY69" fmla="*/ 429052 h 447671"/>
                <a:gd name="csX70" fmla="*/ 198104 w 485782"/>
                <a:gd name="csY70" fmla="*/ 445825 h 447671"/>
                <a:gd name="csX71" fmla="*/ 195647 w 485782"/>
                <a:gd name="csY71" fmla="*/ 433338 h 447671"/>
                <a:gd name="csX72" fmla="*/ 195647 w 485782"/>
                <a:gd name="csY72" fmla="*/ 242495 h 447671"/>
                <a:gd name="csX73" fmla="*/ 199162 w 485782"/>
                <a:gd name="csY73" fmla="*/ 230360 h 447671"/>
                <a:gd name="csX74" fmla="*/ 209030 w 485782"/>
                <a:gd name="csY74" fmla="*/ 230360 h 447671"/>
                <a:gd name="csX75" fmla="*/ 212906 w 485782"/>
                <a:gd name="csY75" fmla="*/ 312409 h 447671"/>
                <a:gd name="csX76" fmla="*/ 232984 w 485782"/>
                <a:gd name="csY76" fmla="*/ 315266 h 447671"/>
                <a:gd name="csX77" fmla="*/ 234394 w 485782"/>
                <a:gd name="csY77" fmla="*/ 238209 h 447671"/>
                <a:gd name="csX78" fmla="*/ 175206 w 485782"/>
                <a:gd name="csY78" fmla="*/ 178278 h 447671"/>
                <a:gd name="csX79" fmla="*/ 106854 w 485782"/>
                <a:gd name="csY79" fmla="*/ 201471 h 447671"/>
                <a:gd name="csX80" fmla="*/ 94167 w 485782"/>
                <a:gd name="csY80" fmla="*/ 256049 h 447671"/>
                <a:gd name="csX81" fmla="*/ 100159 w 485782"/>
                <a:gd name="csY81" fmla="*/ 317400 h 447671"/>
                <a:gd name="csX82" fmla="*/ 129048 w 485782"/>
                <a:gd name="csY82" fmla="*/ 231436 h 447671"/>
                <a:gd name="csX83" fmla="*/ 132924 w 485782"/>
                <a:gd name="csY83" fmla="*/ 245705 h 447671"/>
                <a:gd name="csX84" fmla="*/ 130810 w 485782"/>
                <a:gd name="csY84" fmla="*/ 445825 h 447671"/>
                <a:gd name="csX85" fmla="*/ 119190 w 485782"/>
                <a:gd name="csY85" fmla="*/ 445825 h 447671"/>
                <a:gd name="csX86" fmla="*/ 117428 w 485782"/>
                <a:gd name="csY86" fmla="*/ 333811 h 447671"/>
                <a:gd name="csX87" fmla="*/ 91358 w 485782"/>
                <a:gd name="csY87" fmla="*/ 330601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8 h 447671"/>
                <a:gd name="csX93" fmla="*/ 25120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2 w 485782"/>
                <a:gd name="csY98" fmla="*/ 162942 h 447671"/>
                <a:gd name="csX99" fmla="*/ 54362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0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56 w 485782"/>
                <a:gd name="csY112" fmla="*/ 47004 h 447671"/>
                <a:gd name="csX113" fmla="*/ 241796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4096"/>
                  </a:moveTo>
                  <a:cubicBezTo>
                    <a:pt x="284077" y="81256"/>
                    <a:pt x="266808" y="151169"/>
                    <a:pt x="311909" y="161875"/>
                  </a:cubicBezTo>
                  <a:cubicBezTo>
                    <a:pt x="358762" y="173286"/>
                    <a:pt x="376031" y="106583"/>
                    <a:pt x="330578" y="94096"/>
                  </a:cubicBezTo>
                  <a:moveTo>
                    <a:pt x="174501" y="94096"/>
                  </a:moveTo>
                  <a:cubicBezTo>
                    <a:pt x="127638" y="80894"/>
                    <a:pt x="111436" y="150817"/>
                    <a:pt x="155128" y="161514"/>
                  </a:cubicBezTo>
                  <a:cubicBezTo>
                    <a:pt x="202686" y="173639"/>
                    <a:pt x="220307" y="107297"/>
                    <a:pt x="174501" y="94096"/>
                  </a:cubicBezTo>
                  <a:moveTo>
                    <a:pt x="200571" y="166867"/>
                  </a:moveTo>
                  <a:cubicBezTo>
                    <a:pt x="204800" y="170076"/>
                    <a:pt x="209734" y="171505"/>
                    <a:pt x="213964" y="173639"/>
                  </a:cubicBezTo>
                  <a:cubicBezTo>
                    <a:pt x="236509" y="186126"/>
                    <a:pt x="236509" y="198613"/>
                    <a:pt x="244615" y="202890"/>
                  </a:cubicBezTo>
                  <a:cubicBezTo>
                    <a:pt x="266103" y="170791"/>
                    <a:pt x="274562" y="175430"/>
                    <a:pt x="286896" y="166867"/>
                  </a:cubicBezTo>
                  <a:cubicBezTo>
                    <a:pt x="284429" y="161161"/>
                    <a:pt x="279143" y="159018"/>
                    <a:pt x="275266" y="151522"/>
                  </a:cubicBezTo>
                  <a:cubicBezTo>
                    <a:pt x="266103" y="133329"/>
                    <a:pt x="270332" y="121918"/>
                    <a:pt x="273504" y="106221"/>
                  </a:cubicBezTo>
                  <a:cubicBezTo>
                    <a:pt x="255188" y="101230"/>
                    <a:pt x="231575" y="99449"/>
                    <a:pt x="213611" y="106583"/>
                  </a:cubicBezTo>
                  <a:cubicBezTo>
                    <a:pt x="214668" y="113003"/>
                    <a:pt x="217135" y="116927"/>
                    <a:pt x="217135" y="124414"/>
                  </a:cubicBezTo>
                  <a:cubicBezTo>
                    <a:pt x="216783" y="155808"/>
                    <a:pt x="205505" y="155094"/>
                    <a:pt x="200571" y="166867"/>
                  </a:cubicBezTo>
                  <a:moveTo>
                    <a:pt x="93824" y="17753"/>
                  </a:moveTo>
                  <a:cubicBezTo>
                    <a:pt x="73031" y="12762"/>
                    <a:pt x="55067" y="28097"/>
                    <a:pt x="51190" y="44156"/>
                  </a:cubicBezTo>
                  <a:cubicBezTo>
                    <a:pt x="45904" y="66273"/>
                    <a:pt x="62106" y="82675"/>
                    <a:pt x="79728" y="86599"/>
                  </a:cubicBezTo>
                  <a:cubicBezTo>
                    <a:pt x="122362" y="95524"/>
                    <a:pt x="143498" y="29888"/>
                    <a:pt x="93824" y="17753"/>
                  </a:cubicBezTo>
                  <a:moveTo>
                    <a:pt x="249196" y="17400"/>
                  </a:moveTo>
                  <a:cubicBezTo>
                    <a:pt x="207972" y="7770"/>
                    <a:pt x="185779" y="75903"/>
                    <a:pt x="237214" y="86599"/>
                  </a:cubicBezTo>
                  <a:cubicBezTo>
                    <a:pt x="279143" y="95162"/>
                    <a:pt x="300984" y="29173"/>
                    <a:pt x="249196" y="17400"/>
                  </a:cubicBezTo>
                  <a:moveTo>
                    <a:pt x="407035" y="17753"/>
                  </a:moveTo>
                  <a:cubicBezTo>
                    <a:pt x="385899" y="13114"/>
                    <a:pt x="368278" y="27392"/>
                    <a:pt x="364401" y="44156"/>
                  </a:cubicBezTo>
                  <a:cubicBezTo>
                    <a:pt x="359115" y="65911"/>
                    <a:pt x="375326" y="82675"/>
                    <a:pt x="392938" y="86599"/>
                  </a:cubicBezTo>
                  <a:cubicBezTo>
                    <a:pt x="436277" y="95877"/>
                    <a:pt x="456365" y="28459"/>
                    <a:pt x="407035" y="17753"/>
                  </a:cubicBezTo>
                  <a:moveTo>
                    <a:pt x="434867" y="90171"/>
                  </a:moveTo>
                  <a:cubicBezTo>
                    <a:pt x="435219" y="90524"/>
                    <a:pt x="435572" y="90524"/>
                    <a:pt x="435572" y="90886"/>
                  </a:cubicBezTo>
                  <a:lnTo>
                    <a:pt x="454955" y="102297"/>
                  </a:lnTo>
                  <a:cubicBezTo>
                    <a:pt x="463756" y="108364"/>
                    <a:pt x="464461" y="109431"/>
                    <a:pt x="471157" y="118356"/>
                  </a:cubicBezTo>
                  <a:cubicBezTo>
                    <a:pt x="482435" y="133691"/>
                    <a:pt x="485607" y="145464"/>
                    <a:pt x="485607" y="168295"/>
                  </a:cubicBezTo>
                  <a:cubicBezTo>
                    <a:pt x="485607" y="189336"/>
                    <a:pt x="485959" y="210386"/>
                    <a:pt x="485607" y="231436"/>
                  </a:cubicBezTo>
                  <a:cubicBezTo>
                    <a:pt x="485607" y="243200"/>
                    <a:pt x="482435" y="247486"/>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0"/>
                  </a:cubicBezTo>
                  <a:cubicBezTo>
                    <a:pt x="436629" y="155094"/>
                    <a:pt x="440506" y="154741"/>
                    <a:pt x="444735" y="155446"/>
                  </a:cubicBezTo>
                  <a:cubicBezTo>
                    <a:pt x="448964" y="166867"/>
                    <a:pt x="446497" y="189336"/>
                    <a:pt x="446497" y="203967"/>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3"/>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820"/>
                    <a:pt x="394700" y="334526"/>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90" y="430128"/>
                    <a:pt x="276676" y="352356"/>
                    <a:pt x="272800" y="333459"/>
                  </a:cubicBezTo>
                  <a:cubicBezTo>
                    <a:pt x="256597" y="334878"/>
                    <a:pt x="255892" y="336307"/>
                    <a:pt x="243558" y="328106"/>
                  </a:cubicBezTo>
                  <a:cubicBezTo>
                    <a:pt x="225946" y="333811"/>
                    <a:pt x="240386" y="335954"/>
                    <a:pt x="212906" y="333459"/>
                  </a:cubicBezTo>
                  <a:cubicBezTo>
                    <a:pt x="210792" y="344155"/>
                    <a:pt x="212201" y="409792"/>
                    <a:pt x="212201" y="429052"/>
                  </a:cubicBezTo>
                  <a:cubicBezTo>
                    <a:pt x="212201" y="442615"/>
                    <a:pt x="212906" y="449035"/>
                    <a:pt x="198104" y="445825"/>
                  </a:cubicBezTo>
                  <a:cubicBezTo>
                    <a:pt x="196694" y="441901"/>
                    <a:pt x="195647" y="438691"/>
                    <a:pt x="195647" y="433338"/>
                  </a:cubicBezTo>
                  <a:lnTo>
                    <a:pt x="195647" y="242495"/>
                  </a:lnTo>
                  <a:cubicBezTo>
                    <a:pt x="195647" y="236428"/>
                    <a:pt x="197399" y="234646"/>
                    <a:pt x="199162" y="230360"/>
                  </a:cubicBezTo>
                  <a:lnTo>
                    <a:pt x="209030" y="230360"/>
                  </a:lnTo>
                  <a:cubicBezTo>
                    <a:pt x="217488" y="244991"/>
                    <a:pt x="208677" y="301350"/>
                    <a:pt x="212906" y="312409"/>
                  </a:cubicBezTo>
                  <a:cubicBezTo>
                    <a:pt x="216078" y="320610"/>
                    <a:pt x="227003" y="318476"/>
                    <a:pt x="232984" y="315266"/>
                  </a:cubicBezTo>
                  <a:cubicBezTo>
                    <a:pt x="236862" y="292435"/>
                    <a:pt x="234747" y="261755"/>
                    <a:pt x="234394" y="238209"/>
                  </a:cubicBezTo>
                  <a:cubicBezTo>
                    <a:pt x="234394" y="206100"/>
                    <a:pt x="207620" y="178278"/>
                    <a:pt x="175206" y="178278"/>
                  </a:cubicBezTo>
                  <a:cubicBezTo>
                    <a:pt x="149488" y="178278"/>
                    <a:pt x="125886" y="176496"/>
                    <a:pt x="106854" y="201471"/>
                  </a:cubicBezTo>
                  <a:cubicBezTo>
                    <a:pt x="94167" y="217873"/>
                    <a:pt x="94167" y="231789"/>
                    <a:pt x="94167" y="256049"/>
                  </a:cubicBezTo>
                  <a:cubicBezTo>
                    <a:pt x="94167" y="269603"/>
                    <a:pt x="90300" y="312761"/>
                    <a:pt x="100159" y="317400"/>
                  </a:cubicBezTo>
                  <a:cubicBezTo>
                    <a:pt x="138564" y="334526"/>
                    <a:pt x="99806" y="215025"/>
                    <a:pt x="129048" y="231436"/>
                  </a:cubicBezTo>
                  <a:cubicBezTo>
                    <a:pt x="133982" y="233932"/>
                    <a:pt x="132924" y="239990"/>
                    <a:pt x="132924" y="245705"/>
                  </a:cubicBezTo>
                  <a:cubicBezTo>
                    <a:pt x="132572" y="279947"/>
                    <a:pt x="135392" y="435119"/>
                    <a:pt x="130810" y="445825"/>
                  </a:cubicBezTo>
                  <a:cubicBezTo>
                    <a:pt x="125886" y="447245"/>
                    <a:pt x="123771" y="447245"/>
                    <a:pt x="119190" y="445825"/>
                  </a:cubicBezTo>
                  <a:cubicBezTo>
                    <a:pt x="113550" y="430842"/>
                    <a:pt x="120952" y="357357"/>
                    <a:pt x="117428" y="333811"/>
                  </a:cubicBezTo>
                  <a:cubicBezTo>
                    <a:pt x="105797" y="332745"/>
                    <a:pt x="105092" y="338450"/>
                    <a:pt x="91358" y="330601"/>
                  </a:cubicBezTo>
                  <a:cubicBezTo>
                    <a:pt x="83604" y="326325"/>
                    <a:pt x="79375" y="319895"/>
                    <a:pt x="78670" y="309913"/>
                  </a:cubicBezTo>
                  <a:cubicBezTo>
                    <a:pt x="77260" y="290292"/>
                    <a:pt x="78670" y="265679"/>
                    <a:pt x="78670" y="245343"/>
                  </a:cubicBezTo>
                  <a:cubicBezTo>
                    <a:pt x="78670" y="183993"/>
                    <a:pt x="112846" y="177925"/>
                    <a:pt x="129048" y="165800"/>
                  </a:cubicBezTo>
                  <a:cubicBezTo>
                    <a:pt x="126590" y="158665"/>
                    <a:pt x="118132" y="154027"/>
                    <a:pt x="114256" y="139758"/>
                  </a:cubicBezTo>
                  <a:cubicBezTo>
                    <a:pt x="110026" y="123699"/>
                    <a:pt x="113550" y="119775"/>
                    <a:pt x="116370" y="105868"/>
                  </a:cubicBezTo>
                  <a:cubicBezTo>
                    <a:pt x="91358" y="94810"/>
                    <a:pt x="42732" y="100163"/>
                    <a:pt x="25120" y="130481"/>
                  </a:cubicBezTo>
                  <a:cubicBezTo>
                    <a:pt x="12081" y="152598"/>
                    <a:pt x="15958" y="178639"/>
                    <a:pt x="15958" y="206462"/>
                  </a:cubicBezTo>
                  <a:cubicBezTo>
                    <a:pt x="15958" y="217520"/>
                    <a:pt x="12786" y="238209"/>
                    <a:pt x="23711" y="241781"/>
                  </a:cubicBezTo>
                  <a:cubicBezTo>
                    <a:pt x="40265" y="247486"/>
                    <a:pt x="39208" y="228217"/>
                    <a:pt x="39208" y="216806"/>
                  </a:cubicBezTo>
                  <a:cubicBezTo>
                    <a:pt x="39208" y="208957"/>
                    <a:pt x="36741" y="159732"/>
                    <a:pt x="41675" y="155446"/>
                  </a:cubicBezTo>
                  <a:cubicBezTo>
                    <a:pt x="46962" y="151169"/>
                    <a:pt x="54362" y="154027"/>
                    <a:pt x="54362" y="162942"/>
                  </a:cubicBezTo>
                  <a:lnTo>
                    <a:pt x="54362" y="361281"/>
                  </a:lnTo>
                  <a:cubicBezTo>
                    <a:pt x="54362" y="371626"/>
                    <a:pt x="49428"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35" y="97305"/>
                    <a:pt x="44494" y="95162"/>
                    <a:pt x="51190" y="89104"/>
                  </a:cubicBezTo>
                  <a:cubicBezTo>
                    <a:pt x="43085" y="74122"/>
                    <a:pt x="34274" y="76617"/>
                    <a:pt x="34274" y="48433"/>
                  </a:cubicBezTo>
                  <a:cubicBezTo>
                    <a:pt x="34274" y="-13994"/>
                    <a:pt x="137506" y="-17204"/>
                    <a:pt x="137506" y="49862"/>
                  </a:cubicBezTo>
                  <a:cubicBezTo>
                    <a:pt x="137506" y="78398"/>
                    <a:pt x="124828" y="80180"/>
                    <a:pt x="120952" y="90524"/>
                  </a:cubicBezTo>
                  <a:cubicBezTo>
                    <a:pt x="135392" y="93734"/>
                    <a:pt x="129753" y="76255"/>
                    <a:pt x="167805" y="76255"/>
                  </a:cubicBezTo>
                  <a:cubicBezTo>
                    <a:pt x="176264" y="76255"/>
                    <a:pt x="184369" y="79113"/>
                    <a:pt x="190360" y="82323"/>
                  </a:cubicBezTo>
                  <a:cubicBezTo>
                    <a:pt x="198456" y="86599"/>
                    <a:pt x="199514" y="92667"/>
                    <a:pt x="207972" y="90524"/>
                  </a:cubicBezTo>
                  <a:cubicBezTo>
                    <a:pt x="204096" y="78398"/>
                    <a:pt x="191056" y="80894"/>
                    <a:pt x="191056" y="47004"/>
                  </a:cubicBezTo>
                  <a:cubicBezTo>
                    <a:pt x="191056" y="21677"/>
                    <a:pt x="214668" y="636"/>
                    <a:pt x="241796" y="274"/>
                  </a:cubicBezTo>
                  <a:cubicBezTo>
                    <a:pt x="269980" y="-78"/>
                    <a:pt x="294288" y="20610"/>
                    <a:pt x="294288" y="47004"/>
                  </a:cubicBezTo>
                  <a:cubicBezTo>
                    <a:pt x="294288" y="80180"/>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970"/>
                    <a:pt x="438744" y="83389"/>
                    <a:pt x="434867" y="90171"/>
                  </a:cubicBezTo>
                </a:path>
              </a:pathLst>
            </a:custGeom>
            <a:solidFill>
              <a:srgbClr val="156082"/>
            </a:solidFill>
            <a:ln w="9525" cap="flat">
              <a:noFill/>
              <a:prstDash val="solid"/>
              <a:round/>
            </a:ln>
          </p:spPr>
          <p:txBody>
            <a:bodyPr/>
            <a:lstStyle/>
            <a:p>
              <a:endParaRPr lang="zh-CN" altLang="en-US" sz="2190"/>
            </a:p>
          </p:txBody>
        </p:sp>
        <p:sp>
          <p:nvSpPr>
            <p:cNvPr id="913" name="文本框 912"/>
            <p:cNvSpPr txBox="1"/>
            <p:nvPr/>
          </p:nvSpPr>
          <p:spPr>
            <a:xfrm>
              <a:off x="182238" y="338163"/>
              <a:ext cx="346689" cy="409523"/>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a</a:t>
              </a:r>
            </a:p>
          </p:txBody>
        </p:sp>
        <p:sp>
          <p:nvSpPr>
            <p:cNvPr id="914" name="任意多边形: 形状 913"/>
            <p:cNvSpPr/>
            <p:nvPr/>
          </p:nvSpPr>
          <p:spPr>
            <a:xfrm>
              <a:off x="4077162" y="3902597"/>
              <a:ext cx="2686050" cy="2152650"/>
            </a:xfrm>
            <a:custGeom>
              <a:avLst/>
              <a:gdLst>
                <a:gd name="csX0" fmla="*/ -19 w 2686050"/>
                <a:gd name="csY0" fmla="*/ -30 h 2152650"/>
                <a:gd name="csX1" fmla="*/ 2686031 w 2686050"/>
                <a:gd name="csY1" fmla="*/ -30 h 2152650"/>
                <a:gd name="csX2" fmla="*/ 2686031 w 2686050"/>
                <a:gd name="csY2" fmla="*/ 2152620 h 2152650"/>
                <a:gd name="csX3" fmla="*/ -19 w 2686050"/>
                <a:gd name="csY3" fmla="*/ 2152620 h 2152650"/>
              </a:gdLst>
              <a:ahLst/>
              <a:cxnLst>
                <a:cxn ang="0">
                  <a:pos x="csX0" y="csY0"/>
                </a:cxn>
                <a:cxn ang="0">
                  <a:pos x="csX1" y="csY1"/>
                </a:cxn>
                <a:cxn ang="0">
                  <a:pos x="csX2" y="csY2"/>
                </a:cxn>
                <a:cxn ang="0">
                  <a:pos x="csX3" y="csY3"/>
                </a:cxn>
              </a:cxnLst>
              <a:rect l="l" t="t" r="r" b="b"/>
              <a:pathLst>
                <a:path w="2686050" h="2152650">
                  <a:moveTo>
                    <a:pt x="-19" y="-30"/>
                  </a:moveTo>
                  <a:lnTo>
                    <a:pt x="2686031" y="-30"/>
                  </a:lnTo>
                  <a:lnTo>
                    <a:pt x="2686031" y="2152620"/>
                  </a:lnTo>
                  <a:lnTo>
                    <a:pt x="-19" y="2152620"/>
                  </a:lnTo>
                  <a:close/>
                </a:path>
              </a:pathLst>
            </a:custGeom>
            <a:solidFill>
              <a:srgbClr val="FFFFFF"/>
            </a:solidFill>
            <a:ln w="9525" cap="flat">
              <a:noFill/>
              <a:prstDash val="solid"/>
              <a:round/>
            </a:ln>
          </p:spPr>
          <p:txBody>
            <a:bodyPr/>
            <a:lstStyle/>
            <a:p>
              <a:endParaRPr lang="zh-CN" altLang="en-US" sz="2190"/>
            </a:p>
          </p:txBody>
        </p:sp>
        <p:sp>
          <p:nvSpPr>
            <p:cNvPr id="915" name="任意多边形: 形状 914"/>
            <p:cNvSpPr/>
            <p:nvPr/>
          </p:nvSpPr>
          <p:spPr>
            <a:xfrm>
              <a:off x="4081924" y="3907359"/>
              <a:ext cx="2686050" cy="2152650"/>
            </a:xfrm>
            <a:custGeom>
              <a:avLst/>
              <a:gdLst>
                <a:gd name="csX0" fmla="*/ -19 w 2686050"/>
                <a:gd name="csY0" fmla="*/ -30 h 2152650"/>
                <a:gd name="csX1" fmla="*/ 2686031 w 2686050"/>
                <a:gd name="csY1" fmla="*/ -30 h 2152650"/>
                <a:gd name="csX2" fmla="*/ 2686031 w 2686050"/>
                <a:gd name="csY2" fmla="*/ 2152620 h 2152650"/>
                <a:gd name="csX3" fmla="*/ -19 w 2686050"/>
                <a:gd name="csY3" fmla="*/ 2152620 h 2152650"/>
              </a:gdLst>
              <a:ahLst/>
              <a:cxnLst>
                <a:cxn ang="0">
                  <a:pos x="csX0" y="csY0"/>
                </a:cxn>
                <a:cxn ang="0">
                  <a:pos x="csX1" y="csY1"/>
                </a:cxn>
                <a:cxn ang="0">
                  <a:pos x="csX2" y="csY2"/>
                </a:cxn>
                <a:cxn ang="0">
                  <a:pos x="csX3" y="csY3"/>
                </a:cxn>
              </a:cxnLst>
              <a:rect l="l" t="t" r="r" b="b"/>
              <a:pathLst>
                <a:path w="2686050" h="2152650">
                  <a:moveTo>
                    <a:pt x="-19" y="-30"/>
                  </a:moveTo>
                  <a:lnTo>
                    <a:pt x="2686031" y="-30"/>
                  </a:lnTo>
                  <a:lnTo>
                    <a:pt x="2686031" y="2152620"/>
                  </a:lnTo>
                  <a:lnTo>
                    <a:pt x="-19" y="2152620"/>
                  </a:lnTo>
                  <a:close/>
                </a:path>
              </a:pathLst>
            </a:custGeom>
            <a:solidFill>
              <a:srgbClr val="FFFFFF"/>
            </a:solidFill>
            <a:ln w="7242" cap="flat">
              <a:solidFill>
                <a:srgbClr val="FFFFFF"/>
              </a:solidFill>
              <a:prstDash val="solid"/>
              <a:round/>
            </a:ln>
          </p:spPr>
          <p:txBody>
            <a:bodyPr/>
            <a:lstStyle/>
            <a:p>
              <a:endParaRPr lang="zh-CN" altLang="en-US" sz="2190"/>
            </a:p>
          </p:txBody>
        </p:sp>
        <p:sp>
          <p:nvSpPr>
            <p:cNvPr id="916" name="任意多边形: 形状 915"/>
            <p:cNvSpPr/>
            <p:nvPr/>
          </p:nvSpPr>
          <p:spPr>
            <a:xfrm>
              <a:off x="4277187"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917" name="任意多边形: 形状 916"/>
            <p:cNvSpPr/>
            <p:nvPr/>
          </p:nvSpPr>
          <p:spPr>
            <a:xfrm>
              <a:off x="43581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18" name="任意多边形: 形状 917"/>
            <p:cNvSpPr/>
            <p:nvPr/>
          </p:nvSpPr>
          <p:spPr>
            <a:xfrm>
              <a:off x="45391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19" name="任意多边形: 形状 918"/>
            <p:cNvSpPr/>
            <p:nvPr/>
          </p:nvSpPr>
          <p:spPr>
            <a:xfrm>
              <a:off x="47296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0" name="任意多边形: 形状 919"/>
            <p:cNvSpPr/>
            <p:nvPr/>
          </p:nvSpPr>
          <p:spPr>
            <a:xfrm>
              <a:off x="49201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1" name="任意多边形: 形状 920"/>
            <p:cNvSpPr/>
            <p:nvPr/>
          </p:nvSpPr>
          <p:spPr>
            <a:xfrm>
              <a:off x="50058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2" name="任意多边形: 形状 921"/>
            <p:cNvSpPr/>
            <p:nvPr/>
          </p:nvSpPr>
          <p:spPr>
            <a:xfrm>
              <a:off x="4281949"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3" name="任意多边形: 形状 922"/>
            <p:cNvSpPr/>
            <p:nvPr/>
          </p:nvSpPr>
          <p:spPr>
            <a:xfrm>
              <a:off x="4281949"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4" name="任意多边形: 形状 923"/>
            <p:cNvSpPr/>
            <p:nvPr/>
          </p:nvSpPr>
          <p:spPr>
            <a:xfrm>
              <a:off x="4281949"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5" name="任意多边形: 形状 924"/>
            <p:cNvSpPr/>
            <p:nvPr/>
          </p:nvSpPr>
          <p:spPr>
            <a:xfrm>
              <a:off x="4281949"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6" name="任意多边形: 形状 925"/>
            <p:cNvSpPr/>
            <p:nvPr/>
          </p:nvSpPr>
          <p:spPr>
            <a:xfrm>
              <a:off x="44533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7" name="任意多边形: 形状 926"/>
            <p:cNvSpPr/>
            <p:nvPr/>
          </p:nvSpPr>
          <p:spPr>
            <a:xfrm>
              <a:off x="46343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8" name="任意多边形: 形状 927"/>
            <p:cNvSpPr/>
            <p:nvPr/>
          </p:nvSpPr>
          <p:spPr>
            <a:xfrm>
              <a:off x="48248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9" name="任意多边形: 形状 928"/>
            <p:cNvSpPr/>
            <p:nvPr/>
          </p:nvSpPr>
          <p:spPr>
            <a:xfrm>
              <a:off x="4324812" y="4074047"/>
              <a:ext cx="704850" cy="352425"/>
            </a:xfrm>
            <a:custGeom>
              <a:avLst/>
              <a:gdLst>
                <a:gd name="csX0" fmla="*/ -19 w 704850"/>
                <a:gd name="csY0" fmla="*/ 350547 h 352425"/>
                <a:gd name="csX1" fmla="*/ 1315 w 704850"/>
                <a:gd name="csY1" fmla="*/ 350357 h 352425"/>
                <a:gd name="csX2" fmla="*/ 2715 w 704850"/>
                <a:gd name="csY2" fmla="*/ 350100 h 352425"/>
                <a:gd name="csX3" fmla="*/ 4115 w 704850"/>
                <a:gd name="csY3" fmla="*/ 349909 h 352425"/>
                <a:gd name="csX4" fmla="*/ 5515 w 704850"/>
                <a:gd name="csY4" fmla="*/ 349585 h 352425"/>
                <a:gd name="csX5" fmla="*/ 6849 w 704850"/>
                <a:gd name="csY5" fmla="*/ 349337 h 352425"/>
                <a:gd name="csX6" fmla="*/ 8249 w 704850"/>
                <a:gd name="csY6" fmla="*/ 348947 h 352425"/>
                <a:gd name="csX7" fmla="*/ 9649 w 704850"/>
                <a:gd name="csY7" fmla="*/ 348633 h 352425"/>
                <a:gd name="csX8" fmla="*/ 10982 w 704850"/>
                <a:gd name="csY8" fmla="*/ 348252 h 352425"/>
                <a:gd name="csX9" fmla="*/ 12383 w 704850"/>
                <a:gd name="csY9" fmla="*/ 347804 h 352425"/>
                <a:gd name="csX10" fmla="*/ 13783 w 704850"/>
                <a:gd name="csY10" fmla="*/ 347356 h 352425"/>
                <a:gd name="csX11" fmla="*/ 15116 w 704850"/>
                <a:gd name="csY11" fmla="*/ 346842 h 352425"/>
                <a:gd name="csX12" fmla="*/ 16516 w 704850"/>
                <a:gd name="csY12" fmla="*/ 346270 h 352425"/>
                <a:gd name="csX13" fmla="*/ 17917 w 704850"/>
                <a:gd name="csY13" fmla="*/ 345699 h 352425"/>
                <a:gd name="csX14" fmla="*/ 19250 w 704850"/>
                <a:gd name="csY14" fmla="*/ 345061 h 352425"/>
                <a:gd name="csX15" fmla="*/ 20650 w 704850"/>
                <a:gd name="csY15" fmla="*/ 344356 h 352425"/>
                <a:gd name="csX16" fmla="*/ 22050 w 704850"/>
                <a:gd name="csY16" fmla="*/ 343594 h 352425"/>
                <a:gd name="csX17" fmla="*/ 23450 w 704850"/>
                <a:gd name="csY17" fmla="*/ 342765 h 352425"/>
                <a:gd name="csX18" fmla="*/ 24784 w 704850"/>
                <a:gd name="csY18" fmla="*/ 341870 h 352425"/>
                <a:gd name="csX19" fmla="*/ 26184 w 704850"/>
                <a:gd name="csY19" fmla="*/ 340918 h 352425"/>
                <a:gd name="csX20" fmla="*/ 27585 w 704850"/>
                <a:gd name="csY20" fmla="*/ 339955 h 352425"/>
                <a:gd name="csX21" fmla="*/ 28918 w 704850"/>
                <a:gd name="csY21" fmla="*/ 338812 h 352425"/>
                <a:gd name="csX22" fmla="*/ 30318 w 704850"/>
                <a:gd name="csY22" fmla="*/ 337660 h 352425"/>
                <a:gd name="csX23" fmla="*/ 31718 w 704850"/>
                <a:gd name="csY23" fmla="*/ 336383 h 352425"/>
                <a:gd name="csX24" fmla="*/ 33052 w 704850"/>
                <a:gd name="csY24" fmla="*/ 335041 h 352425"/>
                <a:gd name="csX25" fmla="*/ 34443 w 704850"/>
                <a:gd name="csY25" fmla="*/ 333640 h 352425"/>
                <a:gd name="csX26" fmla="*/ 35843 w 704850"/>
                <a:gd name="csY26" fmla="*/ 332107 h 352425"/>
                <a:gd name="csX27" fmla="*/ 37186 w 704850"/>
                <a:gd name="csY27" fmla="*/ 330450 h 352425"/>
                <a:gd name="csX28" fmla="*/ 38576 w 704850"/>
                <a:gd name="csY28" fmla="*/ 328726 h 352425"/>
                <a:gd name="csX29" fmla="*/ 39977 w 704850"/>
                <a:gd name="csY29" fmla="*/ 326878 h 352425"/>
                <a:gd name="csX30" fmla="*/ 41377 w 704850"/>
                <a:gd name="csY30" fmla="*/ 324963 h 352425"/>
                <a:gd name="csX31" fmla="*/ 42710 w 704850"/>
                <a:gd name="csY31" fmla="*/ 322858 h 352425"/>
                <a:gd name="csX32" fmla="*/ 44110 w 704850"/>
                <a:gd name="csY32" fmla="*/ 320696 h 352425"/>
                <a:gd name="csX33" fmla="*/ 45510 w 704850"/>
                <a:gd name="csY33" fmla="*/ 318400 h 352425"/>
                <a:gd name="csX34" fmla="*/ 46844 w 704850"/>
                <a:gd name="csY34" fmla="*/ 315905 h 352425"/>
                <a:gd name="csX35" fmla="*/ 48244 w 704850"/>
                <a:gd name="csY35" fmla="*/ 313362 h 352425"/>
                <a:gd name="csX36" fmla="*/ 49644 w 704850"/>
                <a:gd name="csY36" fmla="*/ 310675 h 352425"/>
                <a:gd name="csX37" fmla="*/ 50978 w 704850"/>
                <a:gd name="csY37" fmla="*/ 307808 h 352425"/>
                <a:gd name="csX38" fmla="*/ 52378 w 704850"/>
                <a:gd name="csY38" fmla="*/ 304808 h 352425"/>
                <a:gd name="csX39" fmla="*/ 53778 w 704850"/>
                <a:gd name="csY39" fmla="*/ 301751 h 352425"/>
                <a:gd name="csX40" fmla="*/ 55112 w 704850"/>
                <a:gd name="csY40" fmla="*/ 298436 h 352425"/>
                <a:gd name="csX41" fmla="*/ 56512 w 704850"/>
                <a:gd name="csY41" fmla="*/ 295055 h 352425"/>
                <a:gd name="csX42" fmla="*/ 57912 w 704850"/>
                <a:gd name="csY42" fmla="*/ 291483 h 352425"/>
                <a:gd name="csX43" fmla="*/ 59312 w 704850"/>
                <a:gd name="csY43" fmla="*/ 287777 h 352425"/>
                <a:gd name="csX44" fmla="*/ 60646 w 704850"/>
                <a:gd name="csY44" fmla="*/ 283891 h 352425"/>
                <a:gd name="csX45" fmla="*/ 62046 w 704850"/>
                <a:gd name="csY45" fmla="*/ 279872 h 352425"/>
                <a:gd name="csX46" fmla="*/ 63446 w 704850"/>
                <a:gd name="csY46" fmla="*/ 275719 h 352425"/>
                <a:gd name="csX47" fmla="*/ 64780 w 704850"/>
                <a:gd name="csY47" fmla="*/ 271385 h 352425"/>
                <a:gd name="csX48" fmla="*/ 66180 w 704850"/>
                <a:gd name="csY48" fmla="*/ 266918 h 352425"/>
                <a:gd name="csX49" fmla="*/ 67580 w 704850"/>
                <a:gd name="csY49" fmla="*/ 262327 h 352425"/>
                <a:gd name="csX50" fmla="*/ 68913 w 704850"/>
                <a:gd name="csY50" fmla="*/ 257545 h 352425"/>
                <a:gd name="csX51" fmla="*/ 70314 w 704850"/>
                <a:gd name="csY51" fmla="*/ 252630 h 352425"/>
                <a:gd name="csX52" fmla="*/ 71714 w 704850"/>
                <a:gd name="csY52" fmla="*/ 247592 h 352425"/>
                <a:gd name="csX53" fmla="*/ 73047 w 704850"/>
                <a:gd name="csY53" fmla="*/ 242429 h 352425"/>
                <a:gd name="csX54" fmla="*/ 74447 w 704850"/>
                <a:gd name="csY54" fmla="*/ 237066 h 352425"/>
                <a:gd name="csX55" fmla="*/ 75848 w 704850"/>
                <a:gd name="csY55" fmla="*/ 231647 h 352425"/>
                <a:gd name="csX56" fmla="*/ 77248 w 704850"/>
                <a:gd name="csY56" fmla="*/ 226093 h 352425"/>
                <a:gd name="csX57" fmla="*/ 78581 w 704850"/>
                <a:gd name="csY57" fmla="*/ 220359 h 352425"/>
                <a:gd name="csX58" fmla="*/ 79981 w 704850"/>
                <a:gd name="csY58" fmla="*/ 214616 h 352425"/>
                <a:gd name="csX59" fmla="*/ 81382 w 704850"/>
                <a:gd name="csY59" fmla="*/ 208749 h 352425"/>
                <a:gd name="csX60" fmla="*/ 82715 w 704850"/>
                <a:gd name="csY60" fmla="*/ 202690 h 352425"/>
                <a:gd name="csX61" fmla="*/ 84115 w 704850"/>
                <a:gd name="csY61" fmla="*/ 196623 h 352425"/>
                <a:gd name="csX62" fmla="*/ 85516 w 704850"/>
                <a:gd name="csY62" fmla="*/ 190498 h 352425"/>
                <a:gd name="csX63" fmla="*/ 86849 w 704850"/>
                <a:gd name="csY63" fmla="*/ 184250 h 352425"/>
                <a:gd name="csX64" fmla="*/ 88249 w 704850"/>
                <a:gd name="csY64" fmla="*/ 178002 h 352425"/>
                <a:gd name="csX65" fmla="*/ 89649 w 704850"/>
                <a:gd name="csY65" fmla="*/ 171687 h 352425"/>
                <a:gd name="csX66" fmla="*/ 90983 w 704850"/>
                <a:gd name="csY66" fmla="*/ 165305 h 352425"/>
                <a:gd name="csX67" fmla="*/ 92383 w 704850"/>
                <a:gd name="csY67" fmla="*/ 158866 h 352425"/>
                <a:gd name="csX68" fmla="*/ 93783 w 704850"/>
                <a:gd name="csY68" fmla="*/ 152484 h 352425"/>
                <a:gd name="csX69" fmla="*/ 95174 w 704850"/>
                <a:gd name="csY69" fmla="*/ 146045 h 352425"/>
                <a:gd name="csX70" fmla="*/ 96517 w 704850"/>
                <a:gd name="csY70" fmla="*/ 139664 h 352425"/>
                <a:gd name="csX71" fmla="*/ 97917 w 704850"/>
                <a:gd name="csY71" fmla="*/ 133282 h 352425"/>
                <a:gd name="csX72" fmla="*/ 99308 w 704850"/>
                <a:gd name="csY72" fmla="*/ 126910 h 352425"/>
                <a:gd name="csX73" fmla="*/ 100651 w 704850"/>
                <a:gd name="csY73" fmla="*/ 120595 h 352425"/>
                <a:gd name="csX74" fmla="*/ 102041 w 704850"/>
                <a:gd name="csY74" fmla="*/ 114337 h 352425"/>
                <a:gd name="csX75" fmla="*/ 103442 w 704850"/>
                <a:gd name="csY75" fmla="*/ 108088 h 352425"/>
                <a:gd name="csX76" fmla="*/ 104784 w 704850"/>
                <a:gd name="csY76" fmla="*/ 102030 h 352425"/>
                <a:gd name="csX77" fmla="*/ 106175 w 704850"/>
                <a:gd name="csY77" fmla="*/ 95973 h 352425"/>
                <a:gd name="csX78" fmla="*/ 107575 w 704850"/>
                <a:gd name="csY78" fmla="*/ 90038 h 352425"/>
                <a:gd name="csX79" fmla="*/ 108909 w 704850"/>
                <a:gd name="csY79" fmla="*/ 84295 h 352425"/>
                <a:gd name="csX80" fmla="*/ 110309 w 704850"/>
                <a:gd name="csY80" fmla="*/ 78618 h 352425"/>
                <a:gd name="csX81" fmla="*/ 111709 w 704850"/>
                <a:gd name="csY81" fmla="*/ 73008 h 352425"/>
                <a:gd name="csX82" fmla="*/ 113043 w 704850"/>
                <a:gd name="csY82" fmla="*/ 67645 h 352425"/>
                <a:gd name="csX83" fmla="*/ 114443 w 704850"/>
                <a:gd name="csY83" fmla="*/ 62416 h 352425"/>
                <a:gd name="csX84" fmla="*/ 115843 w 704850"/>
                <a:gd name="csY84" fmla="*/ 57377 h 352425"/>
                <a:gd name="csX85" fmla="*/ 117243 w 704850"/>
                <a:gd name="csY85" fmla="*/ 52472 h 352425"/>
                <a:gd name="csX86" fmla="*/ 118577 w 704850"/>
                <a:gd name="csY86" fmla="*/ 47814 h 352425"/>
                <a:gd name="csX87" fmla="*/ 119977 w 704850"/>
                <a:gd name="csY87" fmla="*/ 43280 h 352425"/>
                <a:gd name="csX88" fmla="*/ 121377 w 704850"/>
                <a:gd name="csY88" fmla="*/ 38946 h 352425"/>
                <a:gd name="csX89" fmla="*/ 122711 w 704850"/>
                <a:gd name="csY89" fmla="*/ 34860 h 352425"/>
                <a:gd name="csX90" fmla="*/ 124111 w 704850"/>
                <a:gd name="csY90" fmla="*/ 31031 h 352425"/>
                <a:gd name="csX91" fmla="*/ 125511 w 704850"/>
                <a:gd name="csY91" fmla="*/ 27269 h 352425"/>
                <a:gd name="csX92" fmla="*/ 126844 w 704850"/>
                <a:gd name="csY92" fmla="*/ 23887 h 352425"/>
                <a:gd name="csX93" fmla="*/ 128245 w 704850"/>
                <a:gd name="csY93" fmla="*/ 20696 h 352425"/>
                <a:gd name="csX94" fmla="*/ 129645 w 704850"/>
                <a:gd name="csY94" fmla="*/ 17706 h 352425"/>
                <a:gd name="csX95" fmla="*/ 130978 w 704850"/>
                <a:gd name="csY95" fmla="*/ 14962 h 352425"/>
                <a:gd name="csX96" fmla="*/ 132378 w 704850"/>
                <a:gd name="csY96" fmla="*/ 12476 h 352425"/>
                <a:gd name="csX97" fmla="*/ 133779 w 704850"/>
                <a:gd name="csY97" fmla="*/ 10181 h 352425"/>
                <a:gd name="csX98" fmla="*/ 135179 w 704850"/>
                <a:gd name="csY98" fmla="*/ 8133 h 352425"/>
                <a:gd name="csX99" fmla="*/ 136512 w 704850"/>
                <a:gd name="csY99" fmla="*/ 6409 h 352425"/>
                <a:gd name="csX100" fmla="*/ 137912 w 704850"/>
                <a:gd name="csY100" fmla="*/ 4818 h 352425"/>
                <a:gd name="csX101" fmla="*/ 139313 w 704850"/>
                <a:gd name="csY101" fmla="*/ 3418 h 352425"/>
                <a:gd name="csX102" fmla="*/ 140646 w 704850"/>
                <a:gd name="csY102" fmla="*/ 2332 h 352425"/>
                <a:gd name="csX103" fmla="*/ 142046 w 704850"/>
                <a:gd name="csY103" fmla="*/ 1437 h 352425"/>
                <a:gd name="csX104" fmla="*/ 143447 w 704850"/>
                <a:gd name="csY104" fmla="*/ 732 h 352425"/>
                <a:gd name="csX105" fmla="*/ 144780 w 704850"/>
                <a:gd name="csY105" fmla="*/ 284 h 352425"/>
                <a:gd name="csX106" fmla="*/ 146180 w 704850"/>
                <a:gd name="csY106" fmla="*/ 37 h 352425"/>
                <a:gd name="csX107" fmla="*/ 147580 w 704850"/>
                <a:gd name="csY107" fmla="*/ -30 h 352425"/>
                <a:gd name="csX108" fmla="*/ 148914 w 704850"/>
                <a:gd name="csY108" fmla="*/ 94 h 352425"/>
                <a:gd name="csX109" fmla="*/ 150314 w 704850"/>
                <a:gd name="csY109" fmla="*/ 418 h 352425"/>
                <a:gd name="csX110" fmla="*/ 151714 w 704850"/>
                <a:gd name="csY110" fmla="*/ 923 h 352425"/>
                <a:gd name="csX111" fmla="*/ 153105 w 704850"/>
                <a:gd name="csY111" fmla="*/ 1561 h 352425"/>
                <a:gd name="csX112" fmla="*/ 154448 w 704850"/>
                <a:gd name="csY112" fmla="*/ 2389 h 352425"/>
                <a:gd name="csX113" fmla="*/ 155848 w 704850"/>
                <a:gd name="csY113" fmla="*/ 3351 h 352425"/>
                <a:gd name="csX114" fmla="*/ 157239 w 704850"/>
                <a:gd name="csY114" fmla="*/ 4437 h 352425"/>
                <a:gd name="csX115" fmla="*/ 158582 w 704850"/>
                <a:gd name="csY115" fmla="*/ 5647 h 352425"/>
                <a:gd name="csX116" fmla="*/ 159982 w 704850"/>
                <a:gd name="csY116" fmla="*/ 6990 h 352425"/>
                <a:gd name="csX117" fmla="*/ 161373 w 704850"/>
                <a:gd name="csY117" fmla="*/ 8457 h 352425"/>
                <a:gd name="csX118" fmla="*/ 162716 w 704850"/>
                <a:gd name="csY118" fmla="*/ 9981 h 352425"/>
                <a:gd name="csX119" fmla="*/ 164116 w 704850"/>
                <a:gd name="csY119" fmla="*/ 11648 h 352425"/>
                <a:gd name="csX120" fmla="*/ 165506 w 704850"/>
                <a:gd name="csY120" fmla="*/ 13305 h 352425"/>
                <a:gd name="csX121" fmla="*/ 166850 w 704850"/>
                <a:gd name="csY121" fmla="*/ 15086 h 352425"/>
                <a:gd name="csX122" fmla="*/ 168240 w 704850"/>
                <a:gd name="csY122" fmla="*/ 16934 h 352425"/>
                <a:gd name="csX123" fmla="*/ 169640 w 704850"/>
                <a:gd name="csY123" fmla="*/ 18848 h 352425"/>
                <a:gd name="csX124" fmla="*/ 171041 w 704850"/>
                <a:gd name="csY124" fmla="*/ 20763 h 352425"/>
                <a:gd name="csX125" fmla="*/ 172374 w 704850"/>
                <a:gd name="csY125" fmla="*/ 22678 h 352425"/>
                <a:gd name="csX126" fmla="*/ 173774 w 704850"/>
                <a:gd name="csY126" fmla="*/ 24659 h 352425"/>
                <a:gd name="csX127" fmla="*/ 175174 w 704850"/>
                <a:gd name="csY127" fmla="*/ 26697 h 352425"/>
                <a:gd name="csX128" fmla="*/ 176508 w 704850"/>
                <a:gd name="csY128" fmla="*/ 28678 h 352425"/>
                <a:gd name="csX129" fmla="*/ 177908 w 704850"/>
                <a:gd name="csY129" fmla="*/ 30650 h 352425"/>
                <a:gd name="csX130" fmla="*/ 179308 w 704850"/>
                <a:gd name="csY130" fmla="*/ 32631 h 352425"/>
                <a:gd name="csX131" fmla="*/ 180642 w 704850"/>
                <a:gd name="csY131" fmla="*/ 34603 h 352425"/>
                <a:gd name="csX132" fmla="*/ 182042 w 704850"/>
                <a:gd name="csY132" fmla="*/ 36517 h 352425"/>
                <a:gd name="csX133" fmla="*/ 183442 w 704850"/>
                <a:gd name="csY133" fmla="*/ 38432 h 352425"/>
                <a:gd name="csX134" fmla="*/ 184776 w 704850"/>
                <a:gd name="csY134" fmla="*/ 40347 h 352425"/>
                <a:gd name="csX135" fmla="*/ 186176 w 704850"/>
                <a:gd name="csY135" fmla="*/ 42194 h 352425"/>
                <a:gd name="csX136" fmla="*/ 187576 w 704850"/>
                <a:gd name="csY136" fmla="*/ 43985 h 352425"/>
                <a:gd name="csX137" fmla="*/ 188976 w 704850"/>
                <a:gd name="csY137" fmla="*/ 45766 h 352425"/>
                <a:gd name="csX138" fmla="*/ 190310 w 704850"/>
                <a:gd name="csY138" fmla="*/ 47490 h 352425"/>
                <a:gd name="csX139" fmla="*/ 191710 w 704850"/>
                <a:gd name="csY139" fmla="*/ 49148 h 352425"/>
                <a:gd name="csX140" fmla="*/ 193110 w 704850"/>
                <a:gd name="csY140" fmla="*/ 50805 h 352425"/>
                <a:gd name="csX141" fmla="*/ 194443 w 704850"/>
                <a:gd name="csY141" fmla="*/ 52405 h 352425"/>
                <a:gd name="csX142" fmla="*/ 195843 w 704850"/>
                <a:gd name="csY142" fmla="*/ 53939 h 352425"/>
                <a:gd name="csX143" fmla="*/ 197244 w 704850"/>
                <a:gd name="csY143" fmla="*/ 55463 h 352425"/>
                <a:gd name="csX144" fmla="*/ 198577 w 704850"/>
                <a:gd name="csY144" fmla="*/ 56872 h 352425"/>
                <a:gd name="csX145" fmla="*/ 199978 w 704850"/>
                <a:gd name="csY145" fmla="*/ 58339 h 352425"/>
                <a:gd name="csX146" fmla="*/ 201378 w 704850"/>
                <a:gd name="csY146" fmla="*/ 59673 h 352425"/>
                <a:gd name="csX147" fmla="*/ 202711 w 704850"/>
                <a:gd name="csY147" fmla="*/ 61016 h 352425"/>
                <a:gd name="csX148" fmla="*/ 204111 w 704850"/>
                <a:gd name="csY148" fmla="*/ 62292 h 352425"/>
                <a:gd name="csX149" fmla="*/ 205511 w 704850"/>
                <a:gd name="csY149" fmla="*/ 63568 h 352425"/>
                <a:gd name="csX150" fmla="*/ 206912 w 704850"/>
                <a:gd name="csY150" fmla="*/ 64778 h 352425"/>
                <a:gd name="csX151" fmla="*/ 208245 w 704850"/>
                <a:gd name="csY151" fmla="*/ 65988 h 352425"/>
                <a:gd name="csX152" fmla="*/ 209645 w 704850"/>
                <a:gd name="csY152" fmla="*/ 67198 h 352425"/>
                <a:gd name="csX153" fmla="*/ 211045 w 704850"/>
                <a:gd name="csY153" fmla="*/ 68350 h 352425"/>
                <a:gd name="csX154" fmla="*/ 212379 w 704850"/>
                <a:gd name="csY154" fmla="*/ 69502 h 352425"/>
                <a:gd name="csX155" fmla="*/ 213779 w 704850"/>
                <a:gd name="csY155" fmla="*/ 70646 h 352425"/>
                <a:gd name="csX156" fmla="*/ 215179 w 704850"/>
                <a:gd name="csY156" fmla="*/ 71731 h 352425"/>
                <a:gd name="csX157" fmla="*/ 216513 w 704850"/>
                <a:gd name="csY157" fmla="*/ 72874 h 352425"/>
                <a:gd name="csX158" fmla="*/ 217913 w 704850"/>
                <a:gd name="csY158" fmla="*/ 74027 h 352425"/>
                <a:gd name="csX159" fmla="*/ 219304 w 704850"/>
                <a:gd name="csY159" fmla="*/ 75179 h 352425"/>
                <a:gd name="csX160" fmla="*/ 220647 w 704850"/>
                <a:gd name="csY160" fmla="*/ 76322 h 352425"/>
                <a:gd name="csX161" fmla="*/ 222047 w 704850"/>
                <a:gd name="csY161" fmla="*/ 77475 h 352425"/>
                <a:gd name="csX162" fmla="*/ 223437 w 704850"/>
                <a:gd name="csY162" fmla="*/ 78685 h 352425"/>
                <a:gd name="csX163" fmla="*/ 224838 w 704850"/>
                <a:gd name="csY163" fmla="*/ 79894 h 352425"/>
                <a:gd name="csX164" fmla="*/ 226181 w 704850"/>
                <a:gd name="csY164" fmla="*/ 81171 h 352425"/>
                <a:gd name="csX165" fmla="*/ 227571 w 704850"/>
                <a:gd name="csY165" fmla="*/ 82447 h 352425"/>
                <a:gd name="csX166" fmla="*/ 228971 w 704850"/>
                <a:gd name="csY166" fmla="*/ 83723 h 352425"/>
                <a:gd name="csX167" fmla="*/ 230315 w 704850"/>
                <a:gd name="csY167" fmla="*/ 85066 h 352425"/>
                <a:gd name="csX168" fmla="*/ 231705 w 704850"/>
                <a:gd name="csY168" fmla="*/ 86466 h 352425"/>
                <a:gd name="csX169" fmla="*/ 233105 w 704850"/>
                <a:gd name="csY169" fmla="*/ 87867 h 352425"/>
                <a:gd name="csX170" fmla="*/ 234439 w 704850"/>
                <a:gd name="csY170" fmla="*/ 89400 h 352425"/>
                <a:gd name="csX171" fmla="*/ 235839 w 704850"/>
                <a:gd name="csY171" fmla="*/ 90867 h 352425"/>
                <a:gd name="csX172" fmla="*/ 237239 w 704850"/>
                <a:gd name="csY172" fmla="*/ 92458 h 352425"/>
                <a:gd name="csX173" fmla="*/ 238573 w 704850"/>
                <a:gd name="csY173" fmla="*/ 94125 h 352425"/>
                <a:gd name="csX174" fmla="*/ 239973 w 704850"/>
                <a:gd name="csY174" fmla="*/ 95782 h 352425"/>
                <a:gd name="csX175" fmla="*/ 241373 w 704850"/>
                <a:gd name="csY175" fmla="*/ 97506 h 352425"/>
                <a:gd name="csX176" fmla="*/ 242773 w 704850"/>
                <a:gd name="csY176" fmla="*/ 99221 h 352425"/>
                <a:gd name="csX177" fmla="*/ 244107 w 704850"/>
                <a:gd name="csY177" fmla="*/ 101078 h 352425"/>
                <a:gd name="csX178" fmla="*/ 245507 w 704850"/>
                <a:gd name="csY178" fmla="*/ 102926 h 352425"/>
                <a:gd name="csX179" fmla="*/ 246907 w 704850"/>
                <a:gd name="csY179" fmla="*/ 104897 h 352425"/>
                <a:gd name="csX180" fmla="*/ 248241 w 704850"/>
                <a:gd name="csY180" fmla="*/ 106812 h 352425"/>
                <a:gd name="csX181" fmla="*/ 249641 w 704850"/>
                <a:gd name="csY181" fmla="*/ 108850 h 352425"/>
                <a:gd name="csX182" fmla="*/ 251041 w 704850"/>
                <a:gd name="csY182" fmla="*/ 110965 h 352425"/>
                <a:gd name="csX183" fmla="*/ 252374 w 704850"/>
                <a:gd name="csY183" fmla="*/ 113070 h 352425"/>
                <a:gd name="csX184" fmla="*/ 253775 w 704850"/>
                <a:gd name="csY184" fmla="*/ 115165 h 352425"/>
                <a:gd name="csX185" fmla="*/ 255175 w 704850"/>
                <a:gd name="csY185" fmla="*/ 117404 h 352425"/>
                <a:gd name="csX186" fmla="*/ 256508 w 704850"/>
                <a:gd name="csY186" fmla="*/ 119632 h 352425"/>
                <a:gd name="csX187" fmla="*/ 257909 w 704850"/>
                <a:gd name="csY187" fmla="*/ 121928 h 352425"/>
                <a:gd name="csX188" fmla="*/ 259309 w 704850"/>
                <a:gd name="csY188" fmla="*/ 124224 h 352425"/>
                <a:gd name="csX189" fmla="*/ 260709 w 704850"/>
                <a:gd name="csY189" fmla="*/ 126586 h 352425"/>
                <a:gd name="csX190" fmla="*/ 262042 w 704850"/>
                <a:gd name="csY190" fmla="*/ 128948 h 352425"/>
                <a:gd name="csX191" fmla="*/ 263443 w 704850"/>
                <a:gd name="csY191" fmla="*/ 131368 h 352425"/>
                <a:gd name="csX192" fmla="*/ 264843 w 704850"/>
                <a:gd name="csY192" fmla="*/ 133796 h 352425"/>
                <a:gd name="csX193" fmla="*/ 266176 w 704850"/>
                <a:gd name="csY193" fmla="*/ 136282 h 352425"/>
                <a:gd name="csX194" fmla="*/ 267576 w 704850"/>
                <a:gd name="csY194" fmla="*/ 138768 h 352425"/>
                <a:gd name="csX195" fmla="*/ 268977 w 704850"/>
                <a:gd name="csY195" fmla="*/ 141254 h 352425"/>
                <a:gd name="csX196" fmla="*/ 270310 w 704850"/>
                <a:gd name="csY196" fmla="*/ 143807 h 352425"/>
                <a:gd name="csX197" fmla="*/ 271710 w 704850"/>
                <a:gd name="csY197" fmla="*/ 146360 h 352425"/>
                <a:gd name="csX198" fmla="*/ 273110 w 704850"/>
                <a:gd name="csY198" fmla="*/ 148912 h 352425"/>
                <a:gd name="csX199" fmla="*/ 274444 w 704850"/>
                <a:gd name="csY199" fmla="*/ 151465 h 352425"/>
                <a:gd name="csX200" fmla="*/ 275844 w 704850"/>
                <a:gd name="csY200" fmla="*/ 154018 h 352425"/>
                <a:gd name="csX201" fmla="*/ 277244 w 704850"/>
                <a:gd name="csY201" fmla="*/ 156628 h 352425"/>
                <a:gd name="csX202" fmla="*/ 278635 w 704850"/>
                <a:gd name="csY202" fmla="*/ 159180 h 352425"/>
                <a:gd name="csX203" fmla="*/ 279978 w 704850"/>
                <a:gd name="csY203" fmla="*/ 161800 h 352425"/>
                <a:gd name="csX204" fmla="*/ 281378 w 704850"/>
                <a:gd name="csY204" fmla="*/ 164352 h 352425"/>
                <a:gd name="csX205" fmla="*/ 282769 w 704850"/>
                <a:gd name="csY205" fmla="*/ 166962 h 352425"/>
                <a:gd name="csX206" fmla="*/ 284112 w 704850"/>
                <a:gd name="csY206" fmla="*/ 169515 h 352425"/>
                <a:gd name="csX207" fmla="*/ 285512 w 704850"/>
                <a:gd name="csY207" fmla="*/ 172068 h 352425"/>
                <a:gd name="csX208" fmla="*/ 286902 w 704850"/>
                <a:gd name="csY208" fmla="*/ 174687 h 352425"/>
                <a:gd name="csX209" fmla="*/ 288246 w 704850"/>
                <a:gd name="csY209" fmla="*/ 177230 h 352425"/>
                <a:gd name="csX210" fmla="*/ 289636 w 704850"/>
                <a:gd name="csY210" fmla="*/ 179783 h 352425"/>
                <a:gd name="csX211" fmla="*/ 291037 w 704850"/>
                <a:gd name="csY211" fmla="*/ 182279 h 352425"/>
                <a:gd name="csX212" fmla="*/ 292379 w 704850"/>
                <a:gd name="csY212" fmla="*/ 184822 h 352425"/>
                <a:gd name="csX213" fmla="*/ 293770 w 704850"/>
                <a:gd name="csY213" fmla="*/ 187317 h 352425"/>
                <a:gd name="csX214" fmla="*/ 295170 w 704850"/>
                <a:gd name="csY214" fmla="*/ 189803 h 352425"/>
                <a:gd name="csX215" fmla="*/ 296570 w 704850"/>
                <a:gd name="csY215" fmla="*/ 192289 h 352425"/>
                <a:gd name="csX216" fmla="*/ 297904 w 704850"/>
                <a:gd name="csY216" fmla="*/ 194775 h 352425"/>
                <a:gd name="csX217" fmla="*/ 299304 w 704850"/>
                <a:gd name="csY217" fmla="*/ 197204 h 352425"/>
                <a:gd name="csX218" fmla="*/ 300704 w 704850"/>
                <a:gd name="csY218" fmla="*/ 199624 h 352425"/>
                <a:gd name="csX219" fmla="*/ 302038 w 704850"/>
                <a:gd name="csY219" fmla="*/ 202052 h 352425"/>
                <a:gd name="csX220" fmla="*/ 303438 w 704850"/>
                <a:gd name="csY220" fmla="*/ 204405 h 352425"/>
                <a:gd name="csX221" fmla="*/ 304838 w 704850"/>
                <a:gd name="csY221" fmla="*/ 206767 h 352425"/>
                <a:gd name="csX222" fmla="*/ 306172 w 704850"/>
                <a:gd name="csY222" fmla="*/ 209063 h 352425"/>
                <a:gd name="csX223" fmla="*/ 307572 w 704850"/>
                <a:gd name="csY223" fmla="*/ 211425 h 352425"/>
                <a:gd name="csX224" fmla="*/ 308972 w 704850"/>
                <a:gd name="csY224" fmla="*/ 213654 h 352425"/>
                <a:gd name="csX225" fmla="*/ 310305 w 704850"/>
                <a:gd name="csY225" fmla="*/ 215892 h 352425"/>
                <a:gd name="csX226" fmla="*/ 311706 w 704850"/>
                <a:gd name="csY226" fmla="*/ 218121 h 352425"/>
                <a:gd name="csX227" fmla="*/ 313106 w 704850"/>
                <a:gd name="csY227" fmla="*/ 220293 h 352425"/>
                <a:gd name="csX228" fmla="*/ 314439 w 704850"/>
                <a:gd name="csY228" fmla="*/ 222465 h 352425"/>
                <a:gd name="csX229" fmla="*/ 315840 w 704850"/>
                <a:gd name="csY229" fmla="*/ 224569 h 352425"/>
                <a:gd name="csX230" fmla="*/ 317240 w 704850"/>
                <a:gd name="csY230" fmla="*/ 226674 h 352425"/>
                <a:gd name="csX231" fmla="*/ 318640 w 704850"/>
                <a:gd name="csY231" fmla="*/ 228713 h 352425"/>
                <a:gd name="csX232" fmla="*/ 319973 w 704850"/>
                <a:gd name="csY232" fmla="*/ 230751 h 352425"/>
                <a:gd name="csX233" fmla="*/ 321374 w 704850"/>
                <a:gd name="csY233" fmla="*/ 232733 h 352425"/>
                <a:gd name="csX234" fmla="*/ 322774 w 704850"/>
                <a:gd name="csY234" fmla="*/ 234647 h 352425"/>
                <a:gd name="csX235" fmla="*/ 324107 w 704850"/>
                <a:gd name="csY235" fmla="*/ 236561 h 352425"/>
                <a:gd name="csX236" fmla="*/ 325507 w 704850"/>
                <a:gd name="csY236" fmla="*/ 238409 h 352425"/>
                <a:gd name="csX237" fmla="*/ 326908 w 704850"/>
                <a:gd name="csY237" fmla="*/ 240191 h 352425"/>
                <a:gd name="csX238" fmla="*/ 328241 w 704850"/>
                <a:gd name="csY238" fmla="*/ 241981 h 352425"/>
                <a:gd name="csX239" fmla="*/ 329641 w 704850"/>
                <a:gd name="csY239" fmla="*/ 243705 h 352425"/>
                <a:gd name="csX240" fmla="*/ 331041 w 704850"/>
                <a:gd name="csY240" fmla="*/ 245363 h 352425"/>
                <a:gd name="csX241" fmla="*/ 332375 w 704850"/>
                <a:gd name="csY241" fmla="*/ 247020 h 352425"/>
                <a:gd name="csX242" fmla="*/ 333775 w 704850"/>
                <a:gd name="csY242" fmla="*/ 248611 h 352425"/>
                <a:gd name="csX243" fmla="*/ 335175 w 704850"/>
                <a:gd name="csY243" fmla="*/ 250144 h 352425"/>
                <a:gd name="csX244" fmla="*/ 336576 w 704850"/>
                <a:gd name="csY244" fmla="*/ 251611 h 352425"/>
                <a:gd name="csX245" fmla="*/ 337909 w 704850"/>
                <a:gd name="csY245" fmla="*/ 253011 h 352425"/>
                <a:gd name="csX246" fmla="*/ 339309 w 704850"/>
                <a:gd name="csY246" fmla="*/ 254421 h 352425"/>
                <a:gd name="csX247" fmla="*/ 340709 w 704850"/>
                <a:gd name="csY247" fmla="*/ 255754 h 352425"/>
                <a:gd name="csX248" fmla="*/ 342043 w 704850"/>
                <a:gd name="csY248" fmla="*/ 257031 h 352425"/>
                <a:gd name="csX249" fmla="*/ 343443 w 704850"/>
                <a:gd name="csY249" fmla="*/ 258240 h 352425"/>
                <a:gd name="csX250" fmla="*/ 344843 w 704850"/>
                <a:gd name="csY250" fmla="*/ 259393 h 352425"/>
                <a:gd name="csX251" fmla="*/ 346177 w 704850"/>
                <a:gd name="csY251" fmla="*/ 260545 h 352425"/>
                <a:gd name="csX252" fmla="*/ 347577 w 704850"/>
                <a:gd name="csY252" fmla="*/ 261565 h 352425"/>
                <a:gd name="csX253" fmla="*/ 348968 w 704850"/>
                <a:gd name="csY253" fmla="*/ 262584 h 352425"/>
                <a:gd name="csX254" fmla="*/ 350311 w 704850"/>
                <a:gd name="csY254" fmla="*/ 263536 h 352425"/>
                <a:gd name="csX255" fmla="*/ 351711 w 704850"/>
                <a:gd name="csY255" fmla="*/ 264432 h 352425"/>
                <a:gd name="csX256" fmla="*/ 353101 w 704850"/>
                <a:gd name="csY256" fmla="*/ 265260 h 352425"/>
                <a:gd name="csX257" fmla="*/ 354502 w 704850"/>
                <a:gd name="csY257" fmla="*/ 266032 h 352425"/>
                <a:gd name="csX258" fmla="*/ 355844 w 704850"/>
                <a:gd name="csY258" fmla="*/ 266727 h 352425"/>
                <a:gd name="csX259" fmla="*/ 357235 w 704850"/>
                <a:gd name="csY259" fmla="*/ 267365 h 352425"/>
                <a:gd name="csX260" fmla="*/ 358635 w 704850"/>
                <a:gd name="csY260" fmla="*/ 267937 h 352425"/>
                <a:gd name="csX261" fmla="*/ 359969 w 704850"/>
                <a:gd name="csY261" fmla="*/ 268518 h 352425"/>
                <a:gd name="csX262" fmla="*/ 361369 w 704850"/>
                <a:gd name="csY262" fmla="*/ 268966 h 352425"/>
                <a:gd name="csX263" fmla="*/ 362769 w 704850"/>
                <a:gd name="csY263" fmla="*/ 269404 h 352425"/>
                <a:gd name="csX264" fmla="*/ 364103 w 704850"/>
                <a:gd name="csY264" fmla="*/ 269794 h 352425"/>
                <a:gd name="csX265" fmla="*/ 365503 w 704850"/>
                <a:gd name="csY265" fmla="*/ 270042 h 352425"/>
                <a:gd name="csX266" fmla="*/ 366903 w 704850"/>
                <a:gd name="csY266" fmla="*/ 270299 h 352425"/>
                <a:gd name="csX267" fmla="*/ 368236 w 704850"/>
                <a:gd name="csY267" fmla="*/ 270490 h 352425"/>
                <a:gd name="csX268" fmla="*/ 369637 w 704850"/>
                <a:gd name="csY268" fmla="*/ 270623 h 352425"/>
                <a:gd name="csX269" fmla="*/ 371037 w 704850"/>
                <a:gd name="csY269" fmla="*/ 270747 h 352425"/>
                <a:gd name="csX270" fmla="*/ 372437 w 704850"/>
                <a:gd name="csY270" fmla="*/ 270747 h 352425"/>
                <a:gd name="csX271" fmla="*/ 373771 w 704850"/>
                <a:gd name="csY271" fmla="*/ 270680 h 352425"/>
                <a:gd name="csX272" fmla="*/ 375171 w 704850"/>
                <a:gd name="csY272" fmla="*/ 270623 h 352425"/>
                <a:gd name="csX273" fmla="*/ 376571 w 704850"/>
                <a:gd name="csY273" fmla="*/ 270490 h 352425"/>
                <a:gd name="csX274" fmla="*/ 377904 w 704850"/>
                <a:gd name="csY274" fmla="*/ 270299 h 352425"/>
                <a:gd name="csX275" fmla="*/ 379305 w 704850"/>
                <a:gd name="csY275" fmla="*/ 270042 h 352425"/>
                <a:gd name="csX276" fmla="*/ 380705 w 704850"/>
                <a:gd name="csY276" fmla="*/ 269728 h 352425"/>
                <a:gd name="csX277" fmla="*/ 382038 w 704850"/>
                <a:gd name="csY277" fmla="*/ 269404 h 352425"/>
                <a:gd name="csX278" fmla="*/ 383438 w 704850"/>
                <a:gd name="csY278" fmla="*/ 269023 h 352425"/>
                <a:gd name="csX279" fmla="*/ 384839 w 704850"/>
                <a:gd name="csY279" fmla="*/ 268575 h 352425"/>
                <a:gd name="csX280" fmla="*/ 386172 w 704850"/>
                <a:gd name="csY280" fmla="*/ 268070 h 352425"/>
                <a:gd name="csX281" fmla="*/ 387572 w 704850"/>
                <a:gd name="csY281" fmla="*/ 267556 h 352425"/>
                <a:gd name="csX282" fmla="*/ 388972 w 704850"/>
                <a:gd name="csY282" fmla="*/ 266984 h 352425"/>
                <a:gd name="csX283" fmla="*/ 390373 w 704850"/>
                <a:gd name="csY283" fmla="*/ 266346 h 352425"/>
                <a:gd name="csX284" fmla="*/ 391706 w 704850"/>
                <a:gd name="csY284" fmla="*/ 265708 h 352425"/>
                <a:gd name="csX285" fmla="*/ 393106 w 704850"/>
                <a:gd name="csY285" fmla="*/ 265003 h 352425"/>
                <a:gd name="csX286" fmla="*/ 394507 w 704850"/>
                <a:gd name="csY286" fmla="*/ 264241 h 352425"/>
                <a:gd name="csX287" fmla="*/ 395840 w 704850"/>
                <a:gd name="csY287" fmla="*/ 263536 h 352425"/>
                <a:gd name="csX288" fmla="*/ 397240 w 704850"/>
                <a:gd name="csY288" fmla="*/ 262708 h 352425"/>
                <a:gd name="csX289" fmla="*/ 398640 w 704850"/>
                <a:gd name="csY289" fmla="*/ 261879 h 352425"/>
                <a:gd name="csX290" fmla="*/ 399974 w 704850"/>
                <a:gd name="csY290" fmla="*/ 261050 h 352425"/>
                <a:gd name="csX291" fmla="*/ 401374 w 704850"/>
                <a:gd name="csY291" fmla="*/ 260155 h 352425"/>
                <a:gd name="csX292" fmla="*/ 402774 w 704850"/>
                <a:gd name="csY292" fmla="*/ 259269 h 352425"/>
                <a:gd name="csX293" fmla="*/ 404108 w 704850"/>
                <a:gd name="csY293" fmla="*/ 258374 h 352425"/>
                <a:gd name="csX294" fmla="*/ 405508 w 704850"/>
                <a:gd name="csY294" fmla="*/ 257412 h 352425"/>
                <a:gd name="csX295" fmla="*/ 406908 w 704850"/>
                <a:gd name="csY295" fmla="*/ 256459 h 352425"/>
                <a:gd name="csX296" fmla="*/ 408299 w 704850"/>
                <a:gd name="csY296" fmla="*/ 255507 h 352425"/>
                <a:gd name="csX297" fmla="*/ 409642 w 704850"/>
                <a:gd name="csY297" fmla="*/ 254545 h 352425"/>
                <a:gd name="csX298" fmla="*/ 411042 w 704850"/>
                <a:gd name="csY298" fmla="*/ 253592 h 352425"/>
                <a:gd name="csX299" fmla="*/ 412433 w 704850"/>
                <a:gd name="csY299" fmla="*/ 252630 h 352425"/>
                <a:gd name="csX300" fmla="*/ 413776 w 704850"/>
                <a:gd name="csY300" fmla="*/ 251678 h 352425"/>
                <a:gd name="csX301" fmla="*/ 415176 w 704850"/>
                <a:gd name="csY301" fmla="*/ 250658 h 352425"/>
                <a:gd name="csX302" fmla="*/ 416566 w 704850"/>
                <a:gd name="csY302" fmla="*/ 249696 h 352425"/>
                <a:gd name="csX303" fmla="*/ 417910 w 704850"/>
                <a:gd name="csY303" fmla="*/ 248744 h 352425"/>
                <a:gd name="csX304" fmla="*/ 419300 w 704850"/>
                <a:gd name="csY304" fmla="*/ 247782 h 352425"/>
                <a:gd name="csX305" fmla="*/ 420700 w 704850"/>
                <a:gd name="csY305" fmla="*/ 246887 h 352425"/>
                <a:gd name="csX306" fmla="*/ 422034 w 704850"/>
                <a:gd name="csY306" fmla="*/ 245934 h 352425"/>
                <a:gd name="csX307" fmla="*/ 423434 w 704850"/>
                <a:gd name="csY307" fmla="*/ 245039 h 352425"/>
                <a:gd name="csX308" fmla="*/ 424834 w 704850"/>
                <a:gd name="csY308" fmla="*/ 244143 h 352425"/>
                <a:gd name="csX309" fmla="*/ 426234 w 704850"/>
                <a:gd name="csY309" fmla="*/ 243257 h 352425"/>
                <a:gd name="csX310" fmla="*/ 427568 w 704850"/>
                <a:gd name="csY310" fmla="*/ 242429 h 352425"/>
                <a:gd name="csX311" fmla="*/ 428968 w 704850"/>
                <a:gd name="csY311" fmla="*/ 241657 h 352425"/>
                <a:gd name="csX312" fmla="*/ 430368 w 704850"/>
                <a:gd name="csY312" fmla="*/ 240829 h 352425"/>
                <a:gd name="csX313" fmla="*/ 431702 w 704850"/>
                <a:gd name="csY313" fmla="*/ 240067 h 352425"/>
                <a:gd name="csX314" fmla="*/ 433102 w 704850"/>
                <a:gd name="csY314" fmla="*/ 239362 h 352425"/>
                <a:gd name="csX315" fmla="*/ 434502 w 704850"/>
                <a:gd name="csY315" fmla="*/ 238666 h 352425"/>
                <a:gd name="csX316" fmla="*/ 435836 w 704850"/>
                <a:gd name="csY316" fmla="*/ 238028 h 352425"/>
                <a:gd name="csX317" fmla="*/ 437236 w 704850"/>
                <a:gd name="csY317" fmla="*/ 237390 h 352425"/>
                <a:gd name="csX318" fmla="*/ 438636 w 704850"/>
                <a:gd name="csY318" fmla="*/ 236752 h 352425"/>
                <a:gd name="csX319" fmla="*/ 439969 w 704850"/>
                <a:gd name="csY319" fmla="*/ 236171 h 352425"/>
                <a:gd name="csX320" fmla="*/ 441369 w 704850"/>
                <a:gd name="csY320" fmla="*/ 235666 h 352425"/>
                <a:gd name="csX321" fmla="*/ 442770 w 704850"/>
                <a:gd name="csY321" fmla="*/ 235152 h 352425"/>
                <a:gd name="csX322" fmla="*/ 444170 w 704850"/>
                <a:gd name="csY322" fmla="*/ 234704 h 352425"/>
                <a:gd name="csX323" fmla="*/ 445503 w 704850"/>
                <a:gd name="csY323" fmla="*/ 234256 h 352425"/>
                <a:gd name="csX324" fmla="*/ 446903 w 704850"/>
                <a:gd name="csY324" fmla="*/ 233818 h 352425"/>
                <a:gd name="csX325" fmla="*/ 448304 w 704850"/>
                <a:gd name="csY325" fmla="*/ 233428 h 352425"/>
                <a:gd name="csX326" fmla="*/ 449637 w 704850"/>
                <a:gd name="csY326" fmla="*/ 233113 h 352425"/>
                <a:gd name="csX327" fmla="*/ 451037 w 704850"/>
                <a:gd name="csY327" fmla="*/ 232790 h 352425"/>
                <a:gd name="csX328" fmla="*/ 452438 w 704850"/>
                <a:gd name="csY328" fmla="*/ 232475 h 352425"/>
                <a:gd name="csX329" fmla="*/ 453771 w 704850"/>
                <a:gd name="csY329" fmla="*/ 232218 h 352425"/>
                <a:gd name="csX330" fmla="*/ 455171 w 704850"/>
                <a:gd name="csY330" fmla="*/ 231904 h 352425"/>
                <a:gd name="csX331" fmla="*/ 456571 w 704850"/>
                <a:gd name="csY331" fmla="*/ 231713 h 352425"/>
                <a:gd name="csX332" fmla="*/ 457905 w 704850"/>
                <a:gd name="csY332" fmla="*/ 231456 h 352425"/>
                <a:gd name="csX333" fmla="*/ 459305 w 704850"/>
                <a:gd name="csY333" fmla="*/ 231199 h 352425"/>
                <a:gd name="csX334" fmla="*/ 460705 w 704850"/>
                <a:gd name="csY334" fmla="*/ 231009 h 352425"/>
                <a:gd name="csX335" fmla="*/ 462105 w 704850"/>
                <a:gd name="csY335" fmla="*/ 230818 h 352425"/>
                <a:gd name="csX336" fmla="*/ 463439 w 704850"/>
                <a:gd name="csY336" fmla="*/ 230627 h 352425"/>
                <a:gd name="csX337" fmla="*/ 464839 w 704850"/>
                <a:gd name="csY337" fmla="*/ 230370 h 352425"/>
                <a:gd name="csX338" fmla="*/ 466239 w 704850"/>
                <a:gd name="csY338" fmla="*/ 230180 h 352425"/>
                <a:gd name="csX339" fmla="*/ 467573 w 704850"/>
                <a:gd name="csY339" fmla="*/ 229923 h 352425"/>
                <a:gd name="csX340" fmla="*/ 468973 w 704850"/>
                <a:gd name="csY340" fmla="*/ 229732 h 352425"/>
                <a:gd name="csX341" fmla="*/ 470373 w 704850"/>
                <a:gd name="csY341" fmla="*/ 229475 h 352425"/>
                <a:gd name="csX342" fmla="*/ 471707 w 704850"/>
                <a:gd name="csY342" fmla="*/ 229218 h 352425"/>
                <a:gd name="csX343" fmla="*/ 473107 w 704850"/>
                <a:gd name="csY343" fmla="*/ 228903 h 352425"/>
                <a:gd name="csX344" fmla="*/ 474497 w 704850"/>
                <a:gd name="csY344" fmla="*/ 228580 h 352425"/>
                <a:gd name="csX345" fmla="*/ 475841 w 704850"/>
                <a:gd name="csY345" fmla="*/ 228265 h 352425"/>
                <a:gd name="csX346" fmla="*/ 477241 w 704850"/>
                <a:gd name="csY346" fmla="*/ 227884 h 352425"/>
                <a:gd name="csX347" fmla="*/ 478631 w 704850"/>
                <a:gd name="csY347" fmla="*/ 227437 h 352425"/>
                <a:gd name="csX348" fmla="*/ 480031 w 704850"/>
                <a:gd name="csY348" fmla="*/ 226989 h 352425"/>
                <a:gd name="csX349" fmla="*/ 481375 w 704850"/>
                <a:gd name="csY349" fmla="*/ 226474 h 352425"/>
                <a:gd name="csX350" fmla="*/ 482765 w 704850"/>
                <a:gd name="csY350" fmla="*/ 225903 h 352425"/>
                <a:gd name="csX351" fmla="*/ 484165 w 704850"/>
                <a:gd name="csY351" fmla="*/ 225332 h 352425"/>
                <a:gd name="csX352" fmla="*/ 485508 w 704850"/>
                <a:gd name="csY352" fmla="*/ 224693 h 352425"/>
                <a:gd name="csX353" fmla="*/ 486899 w 704850"/>
                <a:gd name="csY353" fmla="*/ 223989 h 352425"/>
                <a:gd name="csX354" fmla="*/ 488299 w 704850"/>
                <a:gd name="csY354" fmla="*/ 223226 h 352425"/>
                <a:gd name="csX355" fmla="*/ 489633 w 704850"/>
                <a:gd name="csY355" fmla="*/ 222465 h 352425"/>
                <a:gd name="csX356" fmla="*/ 491033 w 704850"/>
                <a:gd name="csY356" fmla="*/ 221569 h 352425"/>
                <a:gd name="csX357" fmla="*/ 492433 w 704850"/>
                <a:gd name="csY357" fmla="*/ 220674 h 352425"/>
                <a:gd name="csX358" fmla="*/ 493767 w 704850"/>
                <a:gd name="csY358" fmla="*/ 219721 h 352425"/>
                <a:gd name="csX359" fmla="*/ 495167 w 704850"/>
                <a:gd name="csY359" fmla="*/ 218635 h 352425"/>
                <a:gd name="csX360" fmla="*/ 496567 w 704850"/>
                <a:gd name="csY360" fmla="*/ 217549 h 352425"/>
                <a:gd name="csX361" fmla="*/ 497967 w 704850"/>
                <a:gd name="csY361" fmla="*/ 216397 h 352425"/>
                <a:gd name="csX362" fmla="*/ 499301 w 704850"/>
                <a:gd name="csY362" fmla="*/ 215187 h 352425"/>
                <a:gd name="csX363" fmla="*/ 500701 w 704850"/>
                <a:gd name="csY363" fmla="*/ 213844 h 352425"/>
                <a:gd name="csX364" fmla="*/ 502101 w 704850"/>
                <a:gd name="csY364" fmla="*/ 212511 h 352425"/>
                <a:gd name="csX365" fmla="*/ 503434 w 704850"/>
                <a:gd name="csY365" fmla="*/ 211111 h 352425"/>
                <a:gd name="csX366" fmla="*/ 504835 w 704850"/>
                <a:gd name="csY366" fmla="*/ 209644 h 352425"/>
                <a:gd name="csX367" fmla="*/ 506235 w 704850"/>
                <a:gd name="csY367" fmla="*/ 208110 h 352425"/>
                <a:gd name="csX368" fmla="*/ 507568 w 704850"/>
                <a:gd name="csY368" fmla="*/ 206577 h 352425"/>
                <a:gd name="csX369" fmla="*/ 508969 w 704850"/>
                <a:gd name="csY369" fmla="*/ 204919 h 352425"/>
                <a:gd name="csX370" fmla="*/ 510369 w 704850"/>
                <a:gd name="csY370" fmla="*/ 203262 h 352425"/>
                <a:gd name="csX371" fmla="*/ 511702 w 704850"/>
                <a:gd name="csY371" fmla="*/ 201538 h 352425"/>
                <a:gd name="csX372" fmla="*/ 513102 w 704850"/>
                <a:gd name="csY372" fmla="*/ 199747 h 352425"/>
                <a:gd name="csX373" fmla="*/ 514503 w 704850"/>
                <a:gd name="csY373" fmla="*/ 197966 h 352425"/>
                <a:gd name="csX374" fmla="*/ 515836 w 704850"/>
                <a:gd name="csY374" fmla="*/ 196118 h 352425"/>
                <a:gd name="csX375" fmla="*/ 517236 w 704850"/>
                <a:gd name="csY375" fmla="*/ 194204 h 352425"/>
                <a:gd name="csX376" fmla="*/ 518636 w 704850"/>
                <a:gd name="csY376" fmla="*/ 192289 h 352425"/>
                <a:gd name="csX377" fmla="*/ 520036 w 704850"/>
                <a:gd name="csY377" fmla="*/ 190375 h 352425"/>
                <a:gd name="csX378" fmla="*/ 521370 w 704850"/>
                <a:gd name="csY378" fmla="*/ 188460 h 352425"/>
                <a:gd name="csX379" fmla="*/ 522770 w 704850"/>
                <a:gd name="csY379" fmla="*/ 186489 h 352425"/>
                <a:gd name="csX380" fmla="*/ 524170 w 704850"/>
                <a:gd name="csY380" fmla="*/ 184507 h 352425"/>
                <a:gd name="csX381" fmla="*/ 525504 w 704850"/>
                <a:gd name="csY381" fmla="*/ 182526 h 352425"/>
                <a:gd name="csX382" fmla="*/ 526904 w 704850"/>
                <a:gd name="csY382" fmla="*/ 180555 h 352425"/>
                <a:gd name="csX383" fmla="*/ 528304 w 704850"/>
                <a:gd name="csY383" fmla="*/ 178573 h 352425"/>
                <a:gd name="csX384" fmla="*/ 529638 w 704850"/>
                <a:gd name="csY384" fmla="*/ 176659 h 352425"/>
                <a:gd name="csX385" fmla="*/ 531038 w 704850"/>
                <a:gd name="csY385" fmla="*/ 174744 h 352425"/>
                <a:gd name="csX386" fmla="*/ 532438 w 704850"/>
                <a:gd name="csY386" fmla="*/ 172830 h 352425"/>
                <a:gd name="csX387" fmla="*/ 533771 w 704850"/>
                <a:gd name="csY387" fmla="*/ 170982 h 352425"/>
                <a:gd name="csX388" fmla="*/ 535172 w 704850"/>
                <a:gd name="csY388" fmla="*/ 169134 h 352425"/>
                <a:gd name="csX389" fmla="*/ 536572 w 704850"/>
                <a:gd name="csY389" fmla="*/ 167343 h 352425"/>
                <a:gd name="csX390" fmla="*/ 537962 w 704850"/>
                <a:gd name="csY390" fmla="*/ 165629 h 352425"/>
                <a:gd name="csX391" fmla="*/ 539306 w 704850"/>
                <a:gd name="csY391" fmla="*/ 163971 h 352425"/>
                <a:gd name="csX392" fmla="*/ 540696 w 704850"/>
                <a:gd name="csY392" fmla="*/ 162371 h 352425"/>
                <a:gd name="csX393" fmla="*/ 542096 w 704850"/>
                <a:gd name="csY393" fmla="*/ 160838 h 352425"/>
                <a:gd name="csX394" fmla="*/ 543439 w 704850"/>
                <a:gd name="csY394" fmla="*/ 159438 h 352425"/>
                <a:gd name="csX395" fmla="*/ 544830 w 704850"/>
                <a:gd name="csY395" fmla="*/ 158037 h 352425"/>
                <a:gd name="csX396" fmla="*/ 546230 w 704850"/>
                <a:gd name="csY396" fmla="*/ 156818 h 352425"/>
                <a:gd name="csX397" fmla="*/ 547573 w 704850"/>
                <a:gd name="csY397" fmla="*/ 155608 h 352425"/>
                <a:gd name="csX398" fmla="*/ 548964 w 704850"/>
                <a:gd name="csY398" fmla="*/ 154589 h 352425"/>
                <a:gd name="csX399" fmla="*/ 550364 w 704850"/>
                <a:gd name="csY399" fmla="*/ 153637 h 352425"/>
                <a:gd name="csX400" fmla="*/ 551707 w 704850"/>
                <a:gd name="csY400" fmla="*/ 152808 h 352425"/>
                <a:gd name="csX401" fmla="*/ 553098 w 704850"/>
                <a:gd name="csY401" fmla="*/ 152103 h 352425"/>
                <a:gd name="csX402" fmla="*/ 554498 w 704850"/>
                <a:gd name="csY402" fmla="*/ 151532 h 352425"/>
                <a:gd name="csX403" fmla="*/ 555898 w 704850"/>
                <a:gd name="csY403" fmla="*/ 151084 h 352425"/>
                <a:gd name="csX404" fmla="*/ 557232 w 704850"/>
                <a:gd name="csY404" fmla="*/ 150703 h 352425"/>
                <a:gd name="csX405" fmla="*/ 558632 w 704850"/>
                <a:gd name="csY405" fmla="*/ 150570 h 352425"/>
                <a:gd name="csX406" fmla="*/ 560032 w 704850"/>
                <a:gd name="csY406" fmla="*/ 150570 h 352425"/>
                <a:gd name="csX407" fmla="*/ 561365 w 704850"/>
                <a:gd name="csY407" fmla="*/ 150636 h 352425"/>
                <a:gd name="csX408" fmla="*/ 562766 w 704850"/>
                <a:gd name="csY408" fmla="*/ 150951 h 352425"/>
                <a:gd name="csX409" fmla="*/ 564166 w 704850"/>
                <a:gd name="csY409" fmla="*/ 151341 h 352425"/>
                <a:gd name="csX410" fmla="*/ 565499 w 704850"/>
                <a:gd name="csY410" fmla="*/ 151913 h 352425"/>
                <a:gd name="csX411" fmla="*/ 566900 w 704850"/>
                <a:gd name="csY411" fmla="*/ 152618 h 352425"/>
                <a:gd name="csX412" fmla="*/ 568300 w 704850"/>
                <a:gd name="csY412" fmla="*/ 153503 h 352425"/>
                <a:gd name="csX413" fmla="*/ 569633 w 704850"/>
                <a:gd name="csY413" fmla="*/ 154523 h 352425"/>
                <a:gd name="csX414" fmla="*/ 571033 w 704850"/>
                <a:gd name="csY414" fmla="*/ 155742 h 352425"/>
                <a:gd name="csX415" fmla="*/ 572434 w 704850"/>
                <a:gd name="csY415" fmla="*/ 157075 h 352425"/>
                <a:gd name="csX416" fmla="*/ 573834 w 704850"/>
                <a:gd name="csY416" fmla="*/ 158609 h 352425"/>
                <a:gd name="csX417" fmla="*/ 575167 w 704850"/>
                <a:gd name="csY417" fmla="*/ 160199 h 352425"/>
                <a:gd name="csX418" fmla="*/ 576567 w 704850"/>
                <a:gd name="csY418" fmla="*/ 162057 h 352425"/>
                <a:gd name="csX419" fmla="*/ 577968 w 704850"/>
                <a:gd name="csY419" fmla="*/ 163971 h 352425"/>
                <a:gd name="csX420" fmla="*/ 579301 w 704850"/>
                <a:gd name="csY420" fmla="*/ 166076 h 352425"/>
                <a:gd name="csX421" fmla="*/ 580701 w 704850"/>
                <a:gd name="csY421" fmla="*/ 168305 h 352425"/>
                <a:gd name="csX422" fmla="*/ 582101 w 704850"/>
                <a:gd name="csY422" fmla="*/ 170725 h 352425"/>
                <a:gd name="csX423" fmla="*/ 583435 w 704850"/>
                <a:gd name="csY423" fmla="*/ 173220 h 352425"/>
                <a:gd name="csX424" fmla="*/ 584835 w 704850"/>
                <a:gd name="csY424" fmla="*/ 175830 h 352425"/>
                <a:gd name="csX425" fmla="*/ 586235 w 704850"/>
                <a:gd name="csY425" fmla="*/ 178573 h 352425"/>
                <a:gd name="csX426" fmla="*/ 587569 w 704850"/>
                <a:gd name="csY426" fmla="*/ 181450 h 352425"/>
                <a:gd name="csX427" fmla="*/ 588969 w 704850"/>
                <a:gd name="csY427" fmla="*/ 184441 h 352425"/>
                <a:gd name="csX428" fmla="*/ 590369 w 704850"/>
                <a:gd name="csY428" fmla="*/ 187565 h 352425"/>
                <a:gd name="csX429" fmla="*/ 591769 w 704850"/>
                <a:gd name="csY429" fmla="*/ 190756 h 352425"/>
                <a:gd name="csX430" fmla="*/ 593103 w 704850"/>
                <a:gd name="csY430" fmla="*/ 194013 h 352425"/>
                <a:gd name="csX431" fmla="*/ 594503 w 704850"/>
                <a:gd name="csY431" fmla="*/ 197395 h 352425"/>
                <a:gd name="csX432" fmla="*/ 595903 w 704850"/>
                <a:gd name="csY432" fmla="*/ 200833 h 352425"/>
                <a:gd name="csX433" fmla="*/ 597237 w 704850"/>
                <a:gd name="csY433" fmla="*/ 204281 h 352425"/>
                <a:gd name="csX434" fmla="*/ 598637 w 704850"/>
                <a:gd name="csY434" fmla="*/ 207920 h 352425"/>
                <a:gd name="csX435" fmla="*/ 600028 w 704850"/>
                <a:gd name="csY435" fmla="*/ 211492 h 352425"/>
                <a:gd name="csX436" fmla="*/ 601370 w 704850"/>
                <a:gd name="csY436" fmla="*/ 215187 h 352425"/>
                <a:gd name="csX437" fmla="*/ 602771 w 704850"/>
                <a:gd name="csY437" fmla="*/ 218893 h 352425"/>
                <a:gd name="csX438" fmla="*/ 604161 w 704850"/>
                <a:gd name="csY438" fmla="*/ 222655 h 352425"/>
                <a:gd name="csX439" fmla="*/ 605504 w 704850"/>
                <a:gd name="csY439" fmla="*/ 226417 h 352425"/>
                <a:gd name="csX440" fmla="*/ 606895 w 704850"/>
                <a:gd name="csY440" fmla="*/ 230180 h 352425"/>
                <a:gd name="csX441" fmla="*/ 608295 w 704850"/>
                <a:gd name="csY441" fmla="*/ 233942 h 352425"/>
                <a:gd name="csX442" fmla="*/ 609695 w 704850"/>
                <a:gd name="csY442" fmla="*/ 237771 h 352425"/>
                <a:gd name="csX443" fmla="*/ 611029 w 704850"/>
                <a:gd name="csY443" fmla="*/ 241533 h 352425"/>
                <a:gd name="csX444" fmla="*/ 612429 w 704850"/>
                <a:gd name="csY444" fmla="*/ 245296 h 352425"/>
                <a:gd name="csX445" fmla="*/ 613829 w 704850"/>
                <a:gd name="csY445" fmla="*/ 249058 h 352425"/>
                <a:gd name="csX446" fmla="*/ 615163 w 704850"/>
                <a:gd name="csY446" fmla="*/ 252764 h 352425"/>
                <a:gd name="csX447" fmla="*/ 616563 w 704850"/>
                <a:gd name="csY447" fmla="*/ 256459 h 352425"/>
                <a:gd name="csX448" fmla="*/ 617963 w 704850"/>
                <a:gd name="csY448" fmla="*/ 260098 h 352425"/>
                <a:gd name="csX449" fmla="*/ 619296 w 704850"/>
                <a:gd name="csY449" fmla="*/ 263727 h 352425"/>
                <a:gd name="csX450" fmla="*/ 620697 w 704850"/>
                <a:gd name="csY450" fmla="*/ 267241 h 352425"/>
                <a:gd name="csX451" fmla="*/ 622097 w 704850"/>
                <a:gd name="csY451" fmla="*/ 270747 h 352425"/>
                <a:gd name="csX452" fmla="*/ 623430 w 704850"/>
                <a:gd name="csY452" fmla="*/ 274195 h 352425"/>
                <a:gd name="csX453" fmla="*/ 624831 w 704850"/>
                <a:gd name="csY453" fmla="*/ 277576 h 352425"/>
                <a:gd name="csX454" fmla="*/ 626231 w 704850"/>
                <a:gd name="csY454" fmla="*/ 280891 h 352425"/>
                <a:gd name="csX455" fmla="*/ 627631 w 704850"/>
                <a:gd name="csY455" fmla="*/ 284082 h 352425"/>
                <a:gd name="csX456" fmla="*/ 628964 w 704850"/>
                <a:gd name="csY456" fmla="*/ 287273 h 352425"/>
                <a:gd name="csX457" fmla="*/ 630365 w 704850"/>
                <a:gd name="csY457" fmla="*/ 290330 h 352425"/>
                <a:gd name="csX458" fmla="*/ 631765 w 704850"/>
                <a:gd name="csY458" fmla="*/ 293331 h 352425"/>
                <a:gd name="csX459" fmla="*/ 633098 w 704850"/>
                <a:gd name="csY459" fmla="*/ 296264 h 352425"/>
                <a:gd name="csX460" fmla="*/ 634498 w 704850"/>
                <a:gd name="csY460" fmla="*/ 299065 h 352425"/>
                <a:gd name="csX461" fmla="*/ 635899 w 704850"/>
                <a:gd name="csY461" fmla="*/ 301808 h 352425"/>
                <a:gd name="csX462" fmla="*/ 637232 w 704850"/>
                <a:gd name="csY462" fmla="*/ 304494 h 352425"/>
                <a:gd name="csX463" fmla="*/ 638632 w 704850"/>
                <a:gd name="csY463" fmla="*/ 307047 h 352425"/>
                <a:gd name="csX464" fmla="*/ 640032 w 704850"/>
                <a:gd name="csY464" fmla="*/ 309466 h 352425"/>
                <a:gd name="csX465" fmla="*/ 641366 w 704850"/>
                <a:gd name="csY465" fmla="*/ 311895 h 352425"/>
                <a:gd name="csX466" fmla="*/ 642766 w 704850"/>
                <a:gd name="csY466" fmla="*/ 314190 h 352425"/>
                <a:gd name="csX467" fmla="*/ 644166 w 704850"/>
                <a:gd name="csY467" fmla="*/ 316352 h 352425"/>
                <a:gd name="csX468" fmla="*/ 645567 w 704850"/>
                <a:gd name="csY468" fmla="*/ 318458 h 352425"/>
                <a:gd name="csX469" fmla="*/ 646900 w 704850"/>
                <a:gd name="csY469" fmla="*/ 320505 h 352425"/>
                <a:gd name="csX470" fmla="*/ 648300 w 704850"/>
                <a:gd name="csY470" fmla="*/ 322420 h 352425"/>
                <a:gd name="csX471" fmla="*/ 649700 w 704850"/>
                <a:gd name="csY471" fmla="*/ 324268 h 352425"/>
                <a:gd name="csX472" fmla="*/ 651034 w 704850"/>
                <a:gd name="csY472" fmla="*/ 326049 h 352425"/>
                <a:gd name="csX473" fmla="*/ 652434 w 704850"/>
                <a:gd name="csY473" fmla="*/ 327706 h 352425"/>
                <a:gd name="csX474" fmla="*/ 653834 w 704850"/>
                <a:gd name="csY474" fmla="*/ 329306 h 352425"/>
                <a:gd name="csX475" fmla="*/ 655168 w 704850"/>
                <a:gd name="csY475" fmla="*/ 330840 h 352425"/>
                <a:gd name="csX476" fmla="*/ 656568 w 704850"/>
                <a:gd name="csY476" fmla="*/ 332307 h 352425"/>
                <a:gd name="csX477" fmla="*/ 657968 w 704850"/>
                <a:gd name="csY477" fmla="*/ 333640 h 352425"/>
                <a:gd name="csX478" fmla="*/ 659302 w 704850"/>
                <a:gd name="csY478" fmla="*/ 334983 h 352425"/>
                <a:gd name="csX479" fmla="*/ 660702 w 704850"/>
                <a:gd name="csY479" fmla="*/ 336193 h 352425"/>
                <a:gd name="csX480" fmla="*/ 662102 w 704850"/>
                <a:gd name="csY480" fmla="*/ 337346 h 352425"/>
                <a:gd name="csX481" fmla="*/ 663493 w 704850"/>
                <a:gd name="csY481" fmla="*/ 338422 h 352425"/>
                <a:gd name="csX482" fmla="*/ 664836 w 704850"/>
                <a:gd name="csY482" fmla="*/ 339450 h 352425"/>
                <a:gd name="csX483" fmla="*/ 666236 w 704850"/>
                <a:gd name="csY483" fmla="*/ 340403 h 352425"/>
                <a:gd name="csX484" fmla="*/ 667626 w 704850"/>
                <a:gd name="csY484" fmla="*/ 341298 h 352425"/>
                <a:gd name="csX485" fmla="*/ 668969 w 704850"/>
                <a:gd name="csY485" fmla="*/ 342127 h 352425"/>
                <a:gd name="csX486" fmla="*/ 670369 w 704850"/>
                <a:gd name="csY486" fmla="*/ 342956 h 352425"/>
                <a:gd name="csX487" fmla="*/ 671760 w 704850"/>
                <a:gd name="csY487" fmla="*/ 343661 h 352425"/>
                <a:gd name="csX488" fmla="*/ 673094 w 704850"/>
                <a:gd name="csY488" fmla="*/ 344356 h 352425"/>
                <a:gd name="csX489" fmla="*/ 674494 w 704850"/>
                <a:gd name="csY489" fmla="*/ 344994 h 352425"/>
                <a:gd name="csX490" fmla="*/ 675894 w 704850"/>
                <a:gd name="csY490" fmla="*/ 345632 h 352425"/>
                <a:gd name="csX491" fmla="*/ 677227 w 704850"/>
                <a:gd name="csY491" fmla="*/ 346204 h 352425"/>
                <a:gd name="csX492" fmla="*/ 678628 w 704850"/>
                <a:gd name="csY492" fmla="*/ 346718 h 352425"/>
                <a:gd name="csX493" fmla="*/ 680028 w 704850"/>
                <a:gd name="csY493" fmla="*/ 347166 h 352425"/>
                <a:gd name="csX494" fmla="*/ 681428 w 704850"/>
                <a:gd name="csY494" fmla="*/ 347613 h 352425"/>
                <a:gd name="csX495" fmla="*/ 682762 w 704850"/>
                <a:gd name="csY495" fmla="*/ 348061 h 352425"/>
                <a:gd name="csX496" fmla="*/ 684162 w 704850"/>
                <a:gd name="csY496" fmla="*/ 348442 h 352425"/>
                <a:gd name="csX497" fmla="*/ 685562 w 704850"/>
                <a:gd name="csY497" fmla="*/ 348757 h 352425"/>
                <a:gd name="csX498" fmla="*/ 686895 w 704850"/>
                <a:gd name="csY498" fmla="*/ 349080 h 352425"/>
                <a:gd name="csX499" fmla="*/ 688295 w 704850"/>
                <a:gd name="csY499" fmla="*/ 349395 h 352425"/>
                <a:gd name="csX500" fmla="*/ 689696 w 704850"/>
                <a:gd name="csY500" fmla="*/ 349652 h 352425"/>
                <a:gd name="csX501" fmla="*/ 691030 w 704850"/>
                <a:gd name="csY501" fmla="*/ 349909 h 352425"/>
                <a:gd name="csX502" fmla="*/ 692429 w 704850"/>
                <a:gd name="csY502" fmla="*/ 350166 h 352425"/>
                <a:gd name="csX503" fmla="*/ 693829 w 704850"/>
                <a:gd name="csY503" fmla="*/ 350357 h 352425"/>
                <a:gd name="csX504" fmla="*/ 695163 w 704850"/>
                <a:gd name="csY504" fmla="*/ 350547 h 352425"/>
                <a:gd name="csX505" fmla="*/ 696564 w 704850"/>
                <a:gd name="csY505" fmla="*/ 350738 h 352425"/>
                <a:gd name="csX506" fmla="*/ 697963 w 704850"/>
                <a:gd name="csY506" fmla="*/ 350928 h 352425"/>
                <a:gd name="csX507" fmla="*/ 699364 w 704850"/>
                <a:gd name="csY507" fmla="*/ 351052 h 352425"/>
                <a:gd name="csX508" fmla="*/ 700697 w 704850"/>
                <a:gd name="csY508" fmla="*/ 351185 h 352425"/>
                <a:gd name="csX509" fmla="*/ 702097 w 704850"/>
                <a:gd name="csY509" fmla="*/ 351309 h 352425"/>
                <a:gd name="csX510" fmla="*/ 703497 w 704850"/>
                <a:gd name="csY510" fmla="*/ 351442 h 352425"/>
                <a:gd name="csX511" fmla="*/ 704831 w 704850"/>
                <a:gd name="csY511" fmla="*/ 351500 h 352425"/>
                <a:gd name="csX512" fmla="*/ 704831 w 704850"/>
                <a:gd name="csY512" fmla="*/ 352395 h 352425"/>
                <a:gd name="csX513" fmla="*/ 703497 w 704850"/>
                <a:gd name="csY513" fmla="*/ 352395 h 352425"/>
                <a:gd name="csX514" fmla="*/ 702097 w 704850"/>
                <a:gd name="csY514" fmla="*/ 352395 h 352425"/>
                <a:gd name="csX515" fmla="*/ 700697 w 704850"/>
                <a:gd name="csY515" fmla="*/ 352395 h 352425"/>
                <a:gd name="csX516" fmla="*/ 699364 w 704850"/>
                <a:gd name="csY516" fmla="*/ 352395 h 352425"/>
                <a:gd name="csX517" fmla="*/ 697963 w 704850"/>
                <a:gd name="csY517" fmla="*/ 352395 h 352425"/>
                <a:gd name="csX518" fmla="*/ 696564 w 704850"/>
                <a:gd name="csY518" fmla="*/ 352395 h 352425"/>
                <a:gd name="csX519" fmla="*/ 695163 w 704850"/>
                <a:gd name="csY519" fmla="*/ 352395 h 352425"/>
                <a:gd name="csX520" fmla="*/ 693829 w 704850"/>
                <a:gd name="csY520" fmla="*/ 352395 h 352425"/>
                <a:gd name="csX521" fmla="*/ 692429 w 704850"/>
                <a:gd name="csY521" fmla="*/ 352395 h 352425"/>
                <a:gd name="csX522" fmla="*/ 691030 w 704850"/>
                <a:gd name="csY522" fmla="*/ 352395 h 352425"/>
                <a:gd name="csX523" fmla="*/ 689696 w 704850"/>
                <a:gd name="csY523" fmla="*/ 352395 h 352425"/>
                <a:gd name="csX524" fmla="*/ 688295 w 704850"/>
                <a:gd name="csY524" fmla="*/ 352395 h 352425"/>
                <a:gd name="csX525" fmla="*/ 686895 w 704850"/>
                <a:gd name="csY525" fmla="*/ 352395 h 352425"/>
                <a:gd name="csX526" fmla="*/ 685562 w 704850"/>
                <a:gd name="csY526" fmla="*/ 352395 h 352425"/>
                <a:gd name="csX527" fmla="*/ 684162 w 704850"/>
                <a:gd name="csY527" fmla="*/ 352395 h 352425"/>
                <a:gd name="csX528" fmla="*/ 682762 w 704850"/>
                <a:gd name="csY528" fmla="*/ 352395 h 352425"/>
                <a:gd name="csX529" fmla="*/ 681428 w 704850"/>
                <a:gd name="csY529" fmla="*/ 352395 h 352425"/>
                <a:gd name="csX530" fmla="*/ 680028 w 704850"/>
                <a:gd name="csY530" fmla="*/ 352395 h 352425"/>
                <a:gd name="csX531" fmla="*/ 678628 w 704850"/>
                <a:gd name="csY531" fmla="*/ 352395 h 352425"/>
                <a:gd name="csX532" fmla="*/ 677227 w 704850"/>
                <a:gd name="csY532" fmla="*/ 352395 h 352425"/>
                <a:gd name="csX533" fmla="*/ 675894 w 704850"/>
                <a:gd name="csY533" fmla="*/ 352395 h 352425"/>
                <a:gd name="csX534" fmla="*/ 674494 w 704850"/>
                <a:gd name="csY534" fmla="*/ 352395 h 352425"/>
                <a:gd name="csX535" fmla="*/ 673094 w 704850"/>
                <a:gd name="csY535" fmla="*/ 352395 h 352425"/>
                <a:gd name="csX536" fmla="*/ 671760 w 704850"/>
                <a:gd name="csY536" fmla="*/ 352395 h 352425"/>
                <a:gd name="csX537" fmla="*/ 670369 w 704850"/>
                <a:gd name="csY537" fmla="*/ 352395 h 352425"/>
                <a:gd name="csX538" fmla="*/ 668969 w 704850"/>
                <a:gd name="csY538" fmla="*/ 352395 h 352425"/>
                <a:gd name="csX539" fmla="*/ 667626 w 704850"/>
                <a:gd name="csY539" fmla="*/ 352395 h 352425"/>
                <a:gd name="csX540" fmla="*/ 666236 w 704850"/>
                <a:gd name="csY540" fmla="*/ 352395 h 352425"/>
                <a:gd name="csX541" fmla="*/ 664836 w 704850"/>
                <a:gd name="csY541" fmla="*/ 352395 h 352425"/>
                <a:gd name="csX542" fmla="*/ 663493 w 704850"/>
                <a:gd name="csY542" fmla="*/ 352395 h 352425"/>
                <a:gd name="csX543" fmla="*/ 662102 w 704850"/>
                <a:gd name="csY543" fmla="*/ 352395 h 352425"/>
                <a:gd name="csX544" fmla="*/ 660702 w 704850"/>
                <a:gd name="csY544" fmla="*/ 352395 h 352425"/>
                <a:gd name="csX545" fmla="*/ 659302 w 704850"/>
                <a:gd name="csY545" fmla="*/ 352395 h 352425"/>
                <a:gd name="csX546" fmla="*/ 657968 w 704850"/>
                <a:gd name="csY546" fmla="*/ 352395 h 352425"/>
                <a:gd name="csX547" fmla="*/ 656568 w 704850"/>
                <a:gd name="csY547" fmla="*/ 352395 h 352425"/>
                <a:gd name="csX548" fmla="*/ 655168 w 704850"/>
                <a:gd name="csY548" fmla="*/ 352395 h 352425"/>
                <a:gd name="csX549" fmla="*/ 653834 w 704850"/>
                <a:gd name="csY549" fmla="*/ 352395 h 352425"/>
                <a:gd name="csX550" fmla="*/ 652434 w 704850"/>
                <a:gd name="csY550" fmla="*/ 352395 h 352425"/>
                <a:gd name="csX551" fmla="*/ 651034 w 704850"/>
                <a:gd name="csY551" fmla="*/ 352395 h 352425"/>
                <a:gd name="csX552" fmla="*/ 649700 w 704850"/>
                <a:gd name="csY552" fmla="*/ 352395 h 352425"/>
                <a:gd name="csX553" fmla="*/ 648300 w 704850"/>
                <a:gd name="csY553" fmla="*/ 352395 h 352425"/>
                <a:gd name="csX554" fmla="*/ 646900 w 704850"/>
                <a:gd name="csY554" fmla="*/ 352395 h 352425"/>
                <a:gd name="csX555" fmla="*/ 645567 w 704850"/>
                <a:gd name="csY555" fmla="*/ 352395 h 352425"/>
                <a:gd name="csX556" fmla="*/ 644166 w 704850"/>
                <a:gd name="csY556" fmla="*/ 352395 h 352425"/>
                <a:gd name="csX557" fmla="*/ 642766 w 704850"/>
                <a:gd name="csY557" fmla="*/ 352395 h 352425"/>
                <a:gd name="csX558" fmla="*/ 641366 w 704850"/>
                <a:gd name="csY558" fmla="*/ 352395 h 352425"/>
                <a:gd name="csX559" fmla="*/ 640032 w 704850"/>
                <a:gd name="csY559" fmla="*/ 352395 h 352425"/>
                <a:gd name="csX560" fmla="*/ 638632 w 704850"/>
                <a:gd name="csY560" fmla="*/ 352395 h 352425"/>
                <a:gd name="csX561" fmla="*/ 637232 w 704850"/>
                <a:gd name="csY561" fmla="*/ 352395 h 352425"/>
                <a:gd name="csX562" fmla="*/ 635899 w 704850"/>
                <a:gd name="csY562" fmla="*/ 352395 h 352425"/>
                <a:gd name="csX563" fmla="*/ 634498 w 704850"/>
                <a:gd name="csY563" fmla="*/ 352395 h 352425"/>
                <a:gd name="csX564" fmla="*/ 633098 w 704850"/>
                <a:gd name="csY564" fmla="*/ 352395 h 352425"/>
                <a:gd name="csX565" fmla="*/ 631765 w 704850"/>
                <a:gd name="csY565" fmla="*/ 352395 h 352425"/>
                <a:gd name="csX566" fmla="*/ 630365 w 704850"/>
                <a:gd name="csY566" fmla="*/ 352395 h 352425"/>
                <a:gd name="csX567" fmla="*/ 628964 w 704850"/>
                <a:gd name="csY567" fmla="*/ 352395 h 352425"/>
                <a:gd name="csX568" fmla="*/ 627631 w 704850"/>
                <a:gd name="csY568" fmla="*/ 352395 h 352425"/>
                <a:gd name="csX569" fmla="*/ 626231 w 704850"/>
                <a:gd name="csY569" fmla="*/ 352395 h 352425"/>
                <a:gd name="csX570" fmla="*/ 624831 w 704850"/>
                <a:gd name="csY570" fmla="*/ 352395 h 352425"/>
                <a:gd name="csX571" fmla="*/ 623430 w 704850"/>
                <a:gd name="csY571" fmla="*/ 352395 h 352425"/>
                <a:gd name="csX572" fmla="*/ 622097 w 704850"/>
                <a:gd name="csY572" fmla="*/ 352395 h 352425"/>
                <a:gd name="csX573" fmla="*/ 620697 w 704850"/>
                <a:gd name="csY573" fmla="*/ 352395 h 352425"/>
                <a:gd name="csX574" fmla="*/ 619296 w 704850"/>
                <a:gd name="csY574" fmla="*/ 352395 h 352425"/>
                <a:gd name="csX575" fmla="*/ 617963 w 704850"/>
                <a:gd name="csY575" fmla="*/ 352395 h 352425"/>
                <a:gd name="csX576" fmla="*/ 616563 w 704850"/>
                <a:gd name="csY576" fmla="*/ 352395 h 352425"/>
                <a:gd name="csX577" fmla="*/ 615163 w 704850"/>
                <a:gd name="csY577" fmla="*/ 352395 h 352425"/>
                <a:gd name="csX578" fmla="*/ 613829 w 704850"/>
                <a:gd name="csY578" fmla="*/ 352395 h 352425"/>
                <a:gd name="csX579" fmla="*/ 612429 w 704850"/>
                <a:gd name="csY579" fmla="*/ 352395 h 352425"/>
                <a:gd name="csX580" fmla="*/ 611029 w 704850"/>
                <a:gd name="csY580" fmla="*/ 352395 h 352425"/>
                <a:gd name="csX581" fmla="*/ 609695 w 704850"/>
                <a:gd name="csY581" fmla="*/ 352395 h 352425"/>
                <a:gd name="csX582" fmla="*/ 608295 w 704850"/>
                <a:gd name="csY582" fmla="*/ 352395 h 352425"/>
                <a:gd name="csX583" fmla="*/ 606895 w 704850"/>
                <a:gd name="csY583" fmla="*/ 352395 h 352425"/>
                <a:gd name="csX584" fmla="*/ 605504 w 704850"/>
                <a:gd name="csY584" fmla="*/ 352395 h 352425"/>
                <a:gd name="csX585" fmla="*/ 604161 w 704850"/>
                <a:gd name="csY585" fmla="*/ 352395 h 352425"/>
                <a:gd name="csX586" fmla="*/ 602771 w 704850"/>
                <a:gd name="csY586" fmla="*/ 352395 h 352425"/>
                <a:gd name="csX587" fmla="*/ 601370 w 704850"/>
                <a:gd name="csY587" fmla="*/ 352395 h 352425"/>
                <a:gd name="csX588" fmla="*/ 600028 w 704850"/>
                <a:gd name="csY588" fmla="*/ 352395 h 352425"/>
                <a:gd name="csX589" fmla="*/ 598637 w 704850"/>
                <a:gd name="csY589" fmla="*/ 352395 h 352425"/>
                <a:gd name="csX590" fmla="*/ 597237 w 704850"/>
                <a:gd name="csY590" fmla="*/ 352395 h 352425"/>
                <a:gd name="csX591" fmla="*/ 595903 w 704850"/>
                <a:gd name="csY591" fmla="*/ 352395 h 352425"/>
                <a:gd name="csX592" fmla="*/ 594503 w 704850"/>
                <a:gd name="csY592" fmla="*/ 352395 h 352425"/>
                <a:gd name="csX593" fmla="*/ 593103 w 704850"/>
                <a:gd name="csY593" fmla="*/ 352395 h 352425"/>
                <a:gd name="csX594" fmla="*/ 591769 w 704850"/>
                <a:gd name="csY594" fmla="*/ 352395 h 352425"/>
                <a:gd name="csX595" fmla="*/ 590369 w 704850"/>
                <a:gd name="csY595" fmla="*/ 352395 h 352425"/>
                <a:gd name="csX596" fmla="*/ 588969 w 704850"/>
                <a:gd name="csY596" fmla="*/ 352395 h 352425"/>
                <a:gd name="csX597" fmla="*/ 587569 w 704850"/>
                <a:gd name="csY597" fmla="*/ 352395 h 352425"/>
                <a:gd name="csX598" fmla="*/ 586235 w 704850"/>
                <a:gd name="csY598" fmla="*/ 352395 h 352425"/>
                <a:gd name="csX599" fmla="*/ 584835 w 704850"/>
                <a:gd name="csY599" fmla="*/ 352395 h 352425"/>
                <a:gd name="csX600" fmla="*/ 583435 w 704850"/>
                <a:gd name="csY600" fmla="*/ 352395 h 352425"/>
                <a:gd name="csX601" fmla="*/ 582101 w 704850"/>
                <a:gd name="csY601" fmla="*/ 352395 h 352425"/>
                <a:gd name="csX602" fmla="*/ 580701 w 704850"/>
                <a:gd name="csY602" fmla="*/ 352395 h 352425"/>
                <a:gd name="csX603" fmla="*/ 579301 w 704850"/>
                <a:gd name="csY603" fmla="*/ 352395 h 352425"/>
                <a:gd name="csX604" fmla="*/ 577968 w 704850"/>
                <a:gd name="csY604" fmla="*/ 352395 h 352425"/>
                <a:gd name="csX605" fmla="*/ 576567 w 704850"/>
                <a:gd name="csY605" fmla="*/ 352395 h 352425"/>
                <a:gd name="csX606" fmla="*/ 575167 w 704850"/>
                <a:gd name="csY606" fmla="*/ 352395 h 352425"/>
                <a:gd name="csX607" fmla="*/ 573834 w 704850"/>
                <a:gd name="csY607" fmla="*/ 352395 h 352425"/>
                <a:gd name="csX608" fmla="*/ 572434 w 704850"/>
                <a:gd name="csY608" fmla="*/ 352395 h 352425"/>
                <a:gd name="csX609" fmla="*/ 571033 w 704850"/>
                <a:gd name="csY609" fmla="*/ 352395 h 352425"/>
                <a:gd name="csX610" fmla="*/ 569633 w 704850"/>
                <a:gd name="csY610" fmla="*/ 352395 h 352425"/>
                <a:gd name="csX611" fmla="*/ 568300 w 704850"/>
                <a:gd name="csY611" fmla="*/ 352395 h 352425"/>
                <a:gd name="csX612" fmla="*/ 566900 w 704850"/>
                <a:gd name="csY612" fmla="*/ 352395 h 352425"/>
                <a:gd name="csX613" fmla="*/ 565499 w 704850"/>
                <a:gd name="csY613" fmla="*/ 352395 h 352425"/>
                <a:gd name="csX614" fmla="*/ 564166 w 704850"/>
                <a:gd name="csY614" fmla="*/ 352395 h 352425"/>
                <a:gd name="csX615" fmla="*/ 562766 w 704850"/>
                <a:gd name="csY615" fmla="*/ 352395 h 352425"/>
                <a:gd name="csX616" fmla="*/ 561365 w 704850"/>
                <a:gd name="csY616" fmla="*/ 352395 h 352425"/>
                <a:gd name="csX617" fmla="*/ 560032 w 704850"/>
                <a:gd name="csY617" fmla="*/ 352395 h 352425"/>
                <a:gd name="csX618" fmla="*/ 558632 w 704850"/>
                <a:gd name="csY618" fmla="*/ 352395 h 352425"/>
                <a:gd name="csX619" fmla="*/ 557232 w 704850"/>
                <a:gd name="csY619" fmla="*/ 352395 h 352425"/>
                <a:gd name="csX620" fmla="*/ 555898 w 704850"/>
                <a:gd name="csY620" fmla="*/ 352395 h 352425"/>
                <a:gd name="csX621" fmla="*/ 554498 w 704850"/>
                <a:gd name="csY621" fmla="*/ 352395 h 352425"/>
                <a:gd name="csX622" fmla="*/ 553098 w 704850"/>
                <a:gd name="csY622" fmla="*/ 352395 h 352425"/>
                <a:gd name="csX623" fmla="*/ 551707 w 704850"/>
                <a:gd name="csY623" fmla="*/ 352395 h 352425"/>
                <a:gd name="csX624" fmla="*/ 550364 w 704850"/>
                <a:gd name="csY624" fmla="*/ 352395 h 352425"/>
                <a:gd name="csX625" fmla="*/ 548964 w 704850"/>
                <a:gd name="csY625" fmla="*/ 352395 h 352425"/>
                <a:gd name="csX626" fmla="*/ 547573 w 704850"/>
                <a:gd name="csY626" fmla="*/ 352395 h 352425"/>
                <a:gd name="csX627" fmla="*/ 546230 w 704850"/>
                <a:gd name="csY627" fmla="*/ 352395 h 352425"/>
                <a:gd name="csX628" fmla="*/ 544830 w 704850"/>
                <a:gd name="csY628" fmla="*/ 352395 h 352425"/>
                <a:gd name="csX629" fmla="*/ 543439 w 704850"/>
                <a:gd name="csY629" fmla="*/ 352395 h 352425"/>
                <a:gd name="csX630" fmla="*/ 542096 w 704850"/>
                <a:gd name="csY630" fmla="*/ 352395 h 352425"/>
                <a:gd name="csX631" fmla="*/ 540696 w 704850"/>
                <a:gd name="csY631" fmla="*/ 352395 h 352425"/>
                <a:gd name="csX632" fmla="*/ 539306 w 704850"/>
                <a:gd name="csY632" fmla="*/ 352395 h 352425"/>
                <a:gd name="csX633" fmla="*/ 537962 w 704850"/>
                <a:gd name="csY633" fmla="*/ 352395 h 352425"/>
                <a:gd name="csX634" fmla="*/ 536572 w 704850"/>
                <a:gd name="csY634" fmla="*/ 352395 h 352425"/>
                <a:gd name="csX635" fmla="*/ 535172 w 704850"/>
                <a:gd name="csY635" fmla="*/ 352395 h 352425"/>
                <a:gd name="csX636" fmla="*/ 533771 w 704850"/>
                <a:gd name="csY636" fmla="*/ 352395 h 352425"/>
                <a:gd name="csX637" fmla="*/ 532438 w 704850"/>
                <a:gd name="csY637" fmla="*/ 352395 h 352425"/>
                <a:gd name="csX638" fmla="*/ 531038 w 704850"/>
                <a:gd name="csY638" fmla="*/ 352395 h 352425"/>
                <a:gd name="csX639" fmla="*/ 529638 w 704850"/>
                <a:gd name="csY639" fmla="*/ 352395 h 352425"/>
                <a:gd name="csX640" fmla="*/ 528304 w 704850"/>
                <a:gd name="csY640" fmla="*/ 352395 h 352425"/>
                <a:gd name="csX641" fmla="*/ 526904 w 704850"/>
                <a:gd name="csY641" fmla="*/ 352395 h 352425"/>
                <a:gd name="csX642" fmla="*/ 525504 w 704850"/>
                <a:gd name="csY642" fmla="*/ 352395 h 352425"/>
                <a:gd name="csX643" fmla="*/ 524170 w 704850"/>
                <a:gd name="csY643" fmla="*/ 352395 h 352425"/>
                <a:gd name="csX644" fmla="*/ 522770 w 704850"/>
                <a:gd name="csY644" fmla="*/ 352395 h 352425"/>
                <a:gd name="csX645" fmla="*/ 521370 w 704850"/>
                <a:gd name="csY645" fmla="*/ 352395 h 352425"/>
                <a:gd name="csX646" fmla="*/ 520036 w 704850"/>
                <a:gd name="csY646" fmla="*/ 352395 h 352425"/>
                <a:gd name="csX647" fmla="*/ 518636 w 704850"/>
                <a:gd name="csY647" fmla="*/ 352395 h 352425"/>
                <a:gd name="csX648" fmla="*/ 517236 w 704850"/>
                <a:gd name="csY648" fmla="*/ 352395 h 352425"/>
                <a:gd name="csX649" fmla="*/ 515836 w 704850"/>
                <a:gd name="csY649" fmla="*/ 352395 h 352425"/>
                <a:gd name="csX650" fmla="*/ 514503 w 704850"/>
                <a:gd name="csY650" fmla="*/ 352395 h 352425"/>
                <a:gd name="csX651" fmla="*/ 513102 w 704850"/>
                <a:gd name="csY651" fmla="*/ 352395 h 352425"/>
                <a:gd name="csX652" fmla="*/ 511702 w 704850"/>
                <a:gd name="csY652" fmla="*/ 352395 h 352425"/>
                <a:gd name="csX653" fmla="*/ 510369 w 704850"/>
                <a:gd name="csY653" fmla="*/ 352395 h 352425"/>
                <a:gd name="csX654" fmla="*/ 508969 w 704850"/>
                <a:gd name="csY654" fmla="*/ 352395 h 352425"/>
                <a:gd name="csX655" fmla="*/ 507568 w 704850"/>
                <a:gd name="csY655" fmla="*/ 352395 h 352425"/>
                <a:gd name="csX656" fmla="*/ 506235 w 704850"/>
                <a:gd name="csY656" fmla="*/ 352395 h 352425"/>
                <a:gd name="csX657" fmla="*/ 504835 w 704850"/>
                <a:gd name="csY657" fmla="*/ 352395 h 352425"/>
                <a:gd name="csX658" fmla="*/ 503434 w 704850"/>
                <a:gd name="csY658" fmla="*/ 352395 h 352425"/>
                <a:gd name="csX659" fmla="*/ 502101 w 704850"/>
                <a:gd name="csY659" fmla="*/ 352395 h 352425"/>
                <a:gd name="csX660" fmla="*/ 500701 w 704850"/>
                <a:gd name="csY660" fmla="*/ 352395 h 352425"/>
                <a:gd name="csX661" fmla="*/ 499301 w 704850"/>
                <a:gd name="csY661" fmla="*/ 352395 h 352425"/>
                <a:gd name="csX662" fmla="*/ 497967 w 704850"/>
                <a:gd name="csY662" fmla="*/ 352395 h 352425"/>
                <a:gd name="csX663" fmla="*/ 496567 w 704850"/>
                <a:gd name="csY663" fmla="*/ 352395 h 352425"/>
                <a:gd name="csX664" fmla="*/ 495167 w 704850"/>
                <a:gd name="csY664" fmla="*/ 352395 h 352425"/>
                <a:gd name="csX665" fmla="*/ 493767 w 704850"/>
                <a:gd name="csY665" fmla="*/ 352395 h 352425"/>
                <a:gd name="csX666" fmla="*/ 492433 w 704850"/>
                <a:gd name="csY666" fmla="*/ 352395 h 352425"/>
                <a:gd name="csX667" fmla="*/ 491033 w 704850"/>
                <a:gd name="csY667" fmla="*/ 352395 h 352425"/>
                <a:gd name="csX668" fmla="*/ 489633 w 704850"/>
                <a:gd name="csY668" fmla="*/ 352395 h 352425"/>
                <a:gd name="csX669" fmla="*/ 488299 w 704850"/>
                <a:gd name="csY669" fmla="*/ 352395 h 352425"/>
                <a:gd name="csX670" fmla="*/ 486899 w 704850"/>
                <a:gd name="csY670" fmla="*/ 352395 h 352425"/>
                <a:gd name="csX671" fmla="*/ 485508 w 704850"/>
                <a:gd name="csY671" fmla="*/ 352395 h 352425"/>
                <a:gd name="csX672" fmla="*/ 484165 w 704850"/>
                <a:gd name="csY672" fmla="*/ 352395 h 352425"/>
                <a:gd name="csX673" fmla="*/ 482765 w 704850"/>
                <a:gd name="csY673" fmla="*/ 352395 h 352425"/>
                <a:gd name="csX674" fmla="*/ 481375 w 704850"/>
                <a:gd name="csY674" fmla="*/ 352395 h 352425"/>
                <a:gd name="csX675" fmla="*/ 480031 w 704850"/>
                <a:gd name="csY675" fmla="*/ 352395 h 352425"/>
                <a:gd name="csX676" fmla="*/ 478631 w 704850"/>
                <a:gd name="csY676" fmla="*/ 352395 h 352425"/>
                <a:gd name="csX677" fmla="*/ 477241 w 704850"/>
                <a:gd name="csY677" fmla="*/ 352395 h 352425"/>
                <a:gd name="csX678" fmla="*/ 475841 w 704850"/>
                <a:gd name="csY678" fmla="*/ 352395 h 352425"/>
                <a:gd name="csX679" fmla="*/ 474497 w 704850"/>
                <a:gd name="csY679" fmla="*/ 352395 h 352425"/>
                <a:gd name="csX680" fmla="*/ 473107 w 704850"/>
                <a:gd name="csY680" fmla="*/ 352395 h 352425"/>
                <a:gd name="csX681" fmla="*/ 471707 w 704850"/>
                <a:gd name="csY681" fmla="*/ 352395 h 352425"/>
                <a:gd name="csX682" fmla="*/ 470373 w 704850"/>
                <a:gd name="csY682" fmla="*/ 352395 h 352425"/>
                <a:gd name="csX683" fmla="*/ 468973 w 704850"/>
                <a:gd name="csY683" fmla="*/ 352395 h 352425"/>
                <a:gd name="csX684" fmla="*/ 467573 w 704850"/>
                <a:gd name="csY684" fmla="*/ 352395 h 352425"/>
                <a:gd name="csX685" fmla="*/ 466239 w 704850"/>
                <a:gd name="csY685" fmla="*/ 352395 h 352425"/>
                <a:gd name="csX686" fmla="*/ 464839 w 704850"/>
                <a:gd name="csY686" fmla="*/ 352395 h 352425"/>
                <a:gd name="csX687" fmla="*/ 463439 w 704850"/>
                <a:gd name="csY687" fmla="*/ 352395 h 352425"/>
                <a:gd name="csX688" fmla="*/ 462105 w 704850"/>
                <a:gd name="csY688" fmla="*/ 352395 h 352425"/>
                <a:gd name="csX689" fmla="*/ 460705 w 704850"/>
                <a:gd name="csY689" fmla="*/ 352395 h 352425"/>
                <a:gd name="csX690" fmla="*/ 459305 w 704850"/>
                <a:gd name="csY690" fmla="*/ 352395 h 352425"/>
                <a:gd name="csX691" fmla="*/ 457905 w 704850"/>
                <a:gd name="csY691" fmla="*/ 352395 h 352425"/>
                <a:gd name="csX692" fmla="*/ 456571 w 704850"/>
                <a:gd name="csY692" fmla="*/ 352395 h 352425"/>
                <a:gd name="csX693" fmla="*/ 455171 w 704850"/>
                <a:gd name="csY693" fmla="*/ 352395 h 352425"/>
                <a:gd name="csX694" fmla="*/ 453771 w 704850"/>
                <a:gd name="csY694" fmla="*/ 352395 h 352425"/>
                <a:gd name="csX695" fmla="*/ 452438 w 704850"/>
                <a:gd name="csY695" fmla="*/ 352395 h 352425"/>
                <a:gd name="csX696" fmla="*/ 451037 w 704850"/>
                <a:gd name="csY696" fmla="*/ 352395 h 352425"/>
                <a:gd name="csX697" fmla="*/ 449637 w 704850"/>
                <a:gd name="csY697" fmla="*/ 352395 h 352425"/>
                <a:gd name="csX698" fmla="*/ 448304 w 704850"/>
                <a:gd name="csY698" fmla="*/ 352395 h 352425"/>
                <a:gd name="csX699" fmla="*/ 446903 w 704850"/>
                <a:gd name="csY699" fmla="*/ 352395 h 352425"/>
                <a:gd name="csX700" fmla="*/ 445503 w 704850"/>
                <a:gd name="csY700" fmla="*/ 352395 h 352425"/>
                <a:gd name="csX701" fmla="*/ 444170 w 704850"/>
                <a:gd name="csY701" fmla="*/ 352395 h 352425"/>
                <a:gd name="csX702" fmla="*/ 442770 w 704850"/>
                <a:gd name="csY702" fmla="*/ 352395 h 352425"/>
                <a:gd name="csX703" fmla="*/ 441369 w 704850"/>
                <a:gd name="csY703" fmla="*/ 352395 h 352425"/>
                <a:gd name="csX704" fmla="*/ 439969 w 704850"/>
                <a:gd name="csY704" fmla="*/ 352395 h 352425"/>
                <a:gd name="csX705" fmla="*/ 438636 w 704850"/>
                <a:gd name="csY705" fmla="*/ 352395 h 352425"/>
                <a:gd name="csX706" fmla="*/ 437236 w 704850"/>
                <a:gd name="csY706" fmla="*/ 352395 h 352425"/>
                <a:gd name="csX707" fmla="*/ 435836 w 704850"/>
                <a:gd name="csY707" fmla="*/ 352395 h 352425"/>
                <a:gd name="csX708" fmla="*/ 434502 w 704850"/>
                <a:gd name="csY708" fmla="*/ 352395 h 352425"/>
                <a:gd name="csX709" fmla="*/ 433102 w 704850"/>
                <a:gd name="csY709" fmla="*/ 352395 h 352425"/>
                <a:gd name="csX710" fmla="*/ 431702 w 704850"/>
                <a:gd name="csY710" fmla="*/ 352395 h 352425"/>
                <a:gd name="csX711" fmla="*/ 430368 w 704850"/>
                <a:gd name="csY711" fmla="*/ 352395 h 352425"/>
                <a:gd name="csX712" fmla="*/ 428968 w 704850"/>
                <a:gd name="csY712" fmla="*/ 352395 h 352425"/>
                <a:gd name="csX713" fmla="*/ 427568 w 704850"/>
                <a:gd name="csY713" fmla="*/ 352395 h 352425"/>
                <a:gd name="csX714" fmla="*/ 426234 w 704850"/>
                <a:gd name="csY714" fmla="*/ 352395 h 352425"/>
                <a:gd name="csX715" fmla="*/ 424834 w 704850"/>
                <a:gd name="csY715" fmla="*/ 352395 h 352425"/>
                <a:gd name="csX716" fmla="*/ 423434 w 704850"/>
                <a:gd name="csY716" fmla="*/ 352395 h 352425"/>
                <a:gd name="csX717" fmla="*/ 422034 w 704850"/>
                <a:gd name="csY717" fmla="*/ 352395 h 352425"/>
                <a:gd name="csX718" fmla="*/ 420700 w 704850"/>
                <a:gd name="csY718" fmla="*/ 352395 h 352425"/>
                <a:gd name="csX719" fmla="*/ 419300 w 704850"/>
                <a:gd name="csY719" fmla="*/ 352395 h 352425"/>
                <a:gd name="csX720" fmla="*/ 417910 w 704850"/>
                <a:gd name="csY720" fmla="*/ 352395 h 352425"/>
                <a:gd name="csX721" fmla="*/ 416566 w 704850"/>
                <a:gd name="csY721" fmla="*/ 352395 h 352425"/>
                <a:gd name="csX722" fmla="*/ 415176 w 704850"/>
                <a:gd name="csY722" fmla="*/ 352395 h 352425"/>
                <a:gd name="csX723" fmla="*/ 413776 w 704850"/>
                <a:gd name="csY723" fmla="*/ 352395 h 352425"/>
                <a:gd name="csX724" fmla="*/ 412433 w 704850"/>
                <a:gd name="csY724" fmla="*/ 352395 h 352425"/>
                <a:gd name="csX725" fmla="*/ 411042 w 704850"/>
                <a:gd name="csY725" fmla="*/ 352395 h 352425"/>
                <a:gd name="csX726" fmla="*/ 409642 w 704850"/>
                <a:gd name="csY726" fmla="*/ 352395 h 352425"/>
                <a:gd name="csX727" fmla="*/ 408299 w 704850"/>
                <a:gd name="csY727" fmla="*/ 352395 h 352425"/>
                <a:gd name="csX728" fmla="*/ 406908 w 704850"/>
                <a:gd name="csY728" fmla="*/ 352395 h 352425"/>
                <a:gd name="csX729" fmla="*/ 405508 w 704850"/>
                <a:gd name="csY729" fmla="*/ 352395 h 352425"/>
                <a:gd name="csX730" fmla="*/ 404108 w 704850"/>
                <a:gd name="csY730" fmla="*/ 352395 h 352425"/>
                <a:gd name="csX731" fmla="*/ 402774 w 704850"/>
                <a:gd name="csY731" fmla="*/ 352395 h 352425"/>
                <a:gd name="csX732" fmla="*/ 401374 w 704850"/>
                <a:gd name="csY732" fmla="*/ 352395 h 352425"/>
                <a:gd name="csX733" fmla="*/ 399974 w 704850"/>
                <a:gd name="csY733" fmla="*/ 352395 h 352425"/>
                <a:gd name="csX734" fmla="*/ 398640 w 704850"/>
                <a:gd name="csY734" fmla="*/ 352395 h 352425"/>
                <a:gd name="csX735" fmla="*/ 397240 w 704850"/>
                <a:gd name="csY735" fmla="*/ 352395 h 352425"/>
                <a:gd name="csX736" fmla="*/ 395840 w 704850"/>
                <a:gd name="csY736" fmla="*/ 352395 h 352425"/>
                <a:gd name="csX737" fmla="*/ 394507 w 704850"/>
                <a:gd name="csY737" fmla="*/ 352395 h 352425"/>
                <a:gd name="csX738" fmla="*/ 393106 w 704850"/>
                <a:gd name="csY738" fmla="*/ 352395 h 352425"/>
                <a:gd name="csX739" fmla="*/ 391706 w 704850"/>
                <a:gd name="csY739" fmla="*/ 352395 h 352425"/>
                <a:gd name="csX740" fmla="*/ 390373 w 704850"/>
                <a:gd name="csY740" fmla="*/ 352395 h 352425"/>
                <a:gd name="csX741" fmla="*/ 388972 w 704850"/>
                <a:gd name="csY741" fmla="*/ 352395 h 352425"/>
                <a:gd name="csX742" fmla="*/ 387572 w 704850"/>
                <a:gd name="csY742" fmla="*/ 352395 h 352425"/>
                <a:gd name="csX743" fmla="*/ 386172 w 704850"/>
                <a:gd name="csY743" fmla="*/ 352395 h 352425"/>
                <a:gd name="csX744" fmla="*/ 384839 w 704850"/>
                <a:gd name="csY744" fmla="*/ 352395 h 352425"/>
                <a:gd name="csX745" fmla="*/ 383438 w 704850"/>
                <a:gd name="csY745" fmla="*/ 352395 h 352425"/>
                <a:gd name="csX746" fmla="*/ 382038 w 704850"/>
                <a:gd name="csY746" fmla="*/ 352395 h 352425"/>
                <a:gd name="csX747" fmla="*/ 380705 w 704850"/>
                <a:gd name="csY747" fmla="*/ 352395 h 352425"/>
                <a:gd name="csX748" fmla="*/ 379305 w 704850"/>
                <a:gd name="csY748" fmla="*/ 352395 h 352425"/>
                <a:gd name="csX749" fmla="*/ 377904 w 704850"/>
                <a:gd name="csY749" fmla="*/ 352395 h 352425"/>
                <a:gd name="csX750" fmla="*/ 376571 w 704850"/>
                <a:gd name="csY750" fmla="*/ 352395 h 352425"/>
                <a:gd name="csX751" fmla="*/ 375171 w 704850"/>
                <a:gd name="csY751" fmla="*/ 352395 h 352425"/>
                <a:gd name="csX752" fmla="*/ 373771 w 704850"/>
                <a:gd name="csY752" fmla="*/ 352395 h 352425"/>
                <a:gd name="csX753" fmla="*/ 372437 w 704850"/>
                <a:gd name="csY753" fmla="*/ 352395 h 352425"/>
                <a:gd name="csX754" fmla="*/ 371037 w 704850"/>
                <a:gd name="csY754" fmla="*/ 352395 h 352425"/>
                <a:gd name="csX755" fmla="*/ 369637 w 704850"/>
                <a:gd name="csY755" fmla="*/ 352395 h 352425"/>
                <a:gd name="csX756" fmla="*/ 368236 w 704850"/>
                <a:gd name="csY756" fmla="*/ 352395 h 352425"/>
                <a:gd name="csX757" fmla="*/ 366903 w 704850"/>
                <a:gd name="csY757" fmla="*/ 352395 h 352425"/>
                <a:gd name="csX758" fmla="*/ 365503 w 704850"/>
                <a:gd name="csY758" fmla="*/ 352395 h 352425"/>
                <a:gd name="csX759" fmla="*/ 364103 w 704850"/>
                <a:gd name="csY759" fmla="*/ 352395 h 352425"/>
                <a:gd name="csX760" fmla="*/ 362769 w 704850"/>
                <a:gd name="csY760" fmla="*/ 352395 h 352425"/>
                <a:gd name="csX761" fmla="*/ 361369 w 704850"/>
                <a:gd name="csY761" fmla="*/ 352395 h 352425"/>
                <a:gd name="csX762" fmla="*/ 359969 w 704850"/>
                <a:gd name="csY762" fmla="*/ 352395 h 352425"/>
                <a:gd name="csX763" fmla="*/ 358635 w 704850"/>
                <a:gd name="csY763" fmla="*/ 352395 h 352425"/>
                <a:gd name="csX764" fmla="*/ 357235 w 704850"/>
                <a:gd name="csY764" fmla="*/ 352395 h 352425"/>
                <a:gd name="csX765" fmla="*/ 355844 w 704850"/>
                <a:gd name="csY765" fmla="*/ 352395 h 352425"/>
                <a:gd name="csX766" fmla="*/ 354502 w 704850"/>
                <a:gd name="csY766" fmla="*/ 352395 h 352425"/>
                <a:gd name="csX767" fmla="*/ 353101 w 704850"/>
                <a:gd name="csY767" fmla="*/ 352395 h 352425"/>
                <a:gd name="csX768" fmla="*/ 351711 w 704850"/>
                <a:gd name="csY768" fmla="*/ 352395 h 352425"/>
                <a:gd name="csX769" fmla="*/ 350311 w 704850"/>
                <a:gd name="csY769" fmla="*/ 352395 h 352425"/>
                <a:gd name="csX770" fmla="*/ 348968 w 704850"/>
                <a:gd name="csY770" fmla="*/ 352395 h 352425"/>
                <a:gd name="csX771" fmla="*/ 347577 w 704850"/>
                <a:gd name="csY771" fmla="*/ 352395 h 352425"/>
                <a:gd name="csX772" fmla="*/ 346177 w 704850"/>
                <a:gd name="csY772" fmla="*/ 352395 h 352425"/>
                <a:gd name="csX773" fmla="*/ 344843 w 704850"/>
                <a:gd name="csY773" fmla="*/ 352395 h 352425"/>
                <a:gd name="csX774" fmla="*/ 343443 w 704850"/>
                <a:gd name="csY774" fmla="*/ 352395 h 352425"/>
                <a:gd name="csX775" fmla="*/ 342043 w 704850"/>
                <a:gd name="csY775" fmla="*/ 352395 h 352425"/>
                <a:gd name="csX776" fmla="*/ 340709 w 704850"/>
                <a:gd name="csY776" fmla="*/ 352395 h 352425"/>
                <a:gd name="csX777" fmla="*/ 339309 w 704850"/>
                <a:gd name="csY777" fmla="*/ 352395 h 352425"/>
                <a:gd name="csX778" fmla="*/ 337909 w 704850"/>
                <a:gd name="csY778" fmla="*/ 352395 h 352425"/>
                <a:gd name="csX779" fmla="*/ 336576 w 704850"/>
                <a:gd name="csY779" fmla="*/ 352395 h 352425"/>
                <a:gd name="csX780" fmla="*/ 335175 w 704850"/>
                <a:gd name="csY780" fmla="*/ 352395 h 352425"/>
                <a:gd name="csX781" fmla="*/ 333775 w 704850"/>
                <a:gd name="csY781" fmla="*/ 352395 h 352425"/>
                <a:gd name="csX782" fmla="*/ 332375 w 704850"/>
                <a:gd name="csY782" fmla="*/ 352395 h 352425"/>
                <a:gd name="csX783" fmla="*/ 331041 w 704850"/>
                <a:gd name="csY783" fmla="*/ 352395 h 352425"/>
                <a:gd name="csX784" fmla="*/ 329641 w 704850"/>
                <a:gd name="csY784" fmla="*/ 352395 h 352425"/>
                <a:gd name="csX785" fmla="*/ 328241 w 704850"/>
                <a:gd name="csY785" fmla="*/ 352395 h 352425"/>
                <a:gd name="csX786" fmla="*/ 326908 w 704850"/>
                <a:gd name="csY786" fmla="*/ 352395 h 352425"/>
                <a:gd name="csX787" fmla="*/ 325507 w 704850"/>
                <a:gd name="csY787" fmla="*/ 352395 h 352425"/>
                <a:gd name="csX788" fmla="*/ 324107 w 704850"/>
                <a:gd name="csY788" fmla="*/ 352395 h 352425"/>
                <a:gd name="csX789" fmla="*/ 322774 w 704850"/>
                <a:gd name="csY789" fmla="*/ 352395 h 352425"/>
                <a:gd name="csX790" fmla="*/ 321374 w 704850"/>
                <a:gd name="csY790" fmla="*/ 352395 h 352425"/>
                <a:gd name="csX791" fmla="*/ 319973 w 704850"/>
                <a:gd name="csY791" fmla="*/ 352395 h 352425"/>
                <a:gd name="csX792" fmla="*/ 318640 w 704850"/>
                <a:gd name="csY792" fmla="*/ 352395 h 352425"/>
                <a:gd name="csX793" fmla="*/ 317240 w 704850"/>
                <a:gd name="csY793" fmla="*/ 352395 h 352425"/>
                <a:gd name="csX794" fmla="*/ 315840 w 704850"/>
                <a:gd name="csY794" fmla="*/ 352395 h 352425"/>
                <a:gd name="csX795" fmla="*/ 314439 w 704850"/>
                <a:gd name="csY795" fmla="*/ 352395 h 352425"/>
                <a:gd name="csX796" fmla="*/ 313106 w 704850"/>
                <a:gd name="csY796" fmla="*/ 352395 h 352425"/>
                <a:gd name="csX797" fmla="*/ 311706 w 704850"/>
                <a:gd name="csY797" fmla="*/ 352395 h 352425"/>
                <a:gd name="csX798" fmla="*/ 310305 w 704850"/>
                <a:gd name="csY798" fmla="*/ 352395 h 352425"/>
                <a:gd name="csX799" fmla="*/ 308972 w 704850"/>
                <a:gd name="csY799" fmla="*/ 352395 h 352425"/>
                <a:gd name="csX800" fmla="*/ 307572 w 704850"/>
                <a:gd name="csY800" fmla="*/ 352395 h 352425"/>
                <a:gd name="csX801" fmla="*/ 306172 w 704850"/>
                <a:gd name="csY801" fmla="*/ 352395 h 352425"/>
                <a:gd name="csX802" fmla="*/ 304838 w 704850"/>
                <a:gd name="csY802" fmla="*/ 352395 h 352425"/>
                <a:gd name="csX803" fmla="*/ 303438 w 704850"/>
                <a:gd name="csY803" fmla="*/ 352395 h 352425"/>
                <a:gd name="csX804" fmla="*/ 302038 w 704850"/>
                <a:gd name="csY804" fmla="*/ 352395 h 352425"/>
                <a:gd name="csX805" fmla="*/ 300704 w 704850"/>
                <a:gd name="csY805" fmla="*/ 352395 h 352425"/>
                <a:gd name="csX806" fmla="*/ 299304 w 704850"/>
                <a:gd name="csY806" fmla="*/ 352395 h 352425"/>
                <a:gd name="csX807" fmla="*/ 297904 w 704850"/>
                <a:gd name="csY807" fmla="*/ 352395 h 352425"/>
                <a:gd name="csX808" fmla="*/ 296570 w 704850"/>
                <a:gd name="csY808" fmla="*/ 352395 h 352425"/>
                <a:gd name="csX809" fmla="*/ 295170 w 704850"/>
                <a:gd name="csY809" fmla="*/ 352395 h 352425"/>
                <a:gd name="csX810" fmla="*/ 293770 w 704850"/>
                <a:gd name="csY810" fmla="*/ 352395 h 352425"/>
                <a:gd name="csX811" fmla="*/ 292379 w 704850"/>
                <a:gd name="csY811" fmla="*/ 352395 h 352425"/>
                <a:gd name="csX812" fmla="*/ 291037 w 704850"/>
                <a:gd name="csY812" fmla="*/ 352395 h 352425"/>
                <a:gd name="csX813" fmla="*/ 289636 w 704850"/>
                <a:gd name="csY813" fmla="*/ 352395 h 352425"/>
                <a:gd name="csX814" fmla="*/ 288246 w 704850"/>
                <a:gd name="csY814" fmla="*/ 352395 h 352425"/>
                <a:gd name="csX815" fmla="*/ 286902 w 704850"/>
                <a:gd name="csY815" fmla="*/ 352395 h 352425"/>
                <a:gd name="csX816" fmla="*/ 285512 w 704850"/>
                <a:gd name="csY816" fmla="*/ 352395 h 352425"/>
                <a:gd name="csX817" fmla="*/ 284112 w 704850"/>
                <a:gd name="csY817" fmla="*/ 352395 h 352425"/>
                <a:gd name="csX818" fmla="*/ 282769 w 704850"/>
                <a:gd name="csY818" fmla="*/ 352395 h 352425"/>
                <a:gd name="csX819" fmla="*/ 281378 w 704850"/>
                <a:gd name="csY819" fmla="*/ 352395 h 352425"/>
                <a:gd name="csX820" fmla="*/ 279978 w 704850"/>
                <a:gd name="csY820" fmla="*/ 352395 h 352425"/>
                <a:gd name="csX821" fmla="*/ 278635 w 704850"/>
                <a:gd name="csY821" fmla="*/ 352395 h 352425"/>
                <a:gd name="csX822" fmla="*/ 277244 w 704850"/>
                <a:gd name="csY822" fmla="*/ 352395 h 352425"/>
                <a:gd name="csX823" fmla="*/ 275844 w 704850"/>
                <a:gd name="csY823" fmla="*/ 352395 h 352425"/>
                <a:gd name="csX824" fmla="*/ 274444 w 704850"/>
                <a:gd name="csY824" fmla="*/ 352395 h 352425"/>
                <a:gd name="csX825" fmla="*/ 273110 w 704850"/>
                <a:gd name="csY825" fmla="*/ 352395 h 352425"/>
                <a:gd name="csX826" fmla="*/ 271710 w 704850"/>
                <a:gd name="csY826" fmla="*/ 352395 h 352425"/>
                <a:gd name="csX827" fmla="*/ 270310 w 704850"/>
                <a:gd name="csY827" fmla="*/ 352395 h 352425"/>
                <a:gd name="csX828" fmla="*/ 268977 w 704850"/>
                <a:gd name="csY828" fmla="*/ 352395 h 352425"/>
                <a:gd name="csX829" fmla="*/ 267576 w 704850"/>
                <a:gd name="csY829" fmla="*/ 352395 h 352425"/>
                <a:gd name="csX830" fmla="*/ 266176 w 704850"/>
                <a:gd name="csY830" fmla="*/ 352395 h 352425"/>
                <a:gd name="csX831" fmla="*/ 264843 w 704850"/>
                <a:gd name="csY831" fmla="*/ 352395 h 352425"/>
                <a:gd name="csX832" fmla="*/ 263443 w 704850"/>
                <a:gd name="csY832" fmla="*/ 352395 h 352425"/>
                <a:gd name="csX833" fmla="*/ 262042 w 704850"/>
                <a:gd name="csY833" fmla="*/ 352395 h 352425"/>
                <a:gd name="csX834" fmla="*/ 260709 w 704850"/>
                <a:gd name="csY834" fmla="*/ 352395 h 352425"/>
                <a:gd name="csX835" fmla="*/ 259309 w 704850"/>
                <a:gd name="csY835" fmla="*/ 352395 h 352425"/>
                <a:gd name="csX836" fmla="*/ 257909 w 704850"/>
                <a:gd name="csY836" fmla="*/ 352395 h 352425"/>
                <a:gd name="csX837" fmla="*/ 256508 w 704850"/>
                <a:gd name="csY837" fmla="*/ 352395 h 352425"/>
                <a:gd name="csX838" fmla="*/ 255175 w 704850"/>
                <a:gd name="csY838" fmla="*/ 352395 h 352425"/>
                <a:gd name="csX839" fmla="*/ 253775 w 704850"/>
                <a:gd name="csY839" fmla="*/ 352395 h 352425"/>
                <a:gd name="csX840" fmla="*/ 252374 w 704850"/>
                <a:gd name="csY840" fmla="*/ 352395 h 352425"/>
                <a:gd name="csX841" fmla="*/ 251041 w 704850"/>
                <a:gd name="csY841" fmla="*/ 352395 h 352425"/>
                <a:gd name="csX842" fmla="*/ 249641 w 704850"/>
                <a:gd name="csY842" fmla="*/ 352395 h 352425"/>
                <a:gd name="csX843" fmla="*/ 248241 w 704850"/>
                <a:gd name="csY843" fmla="*/ 352395 h 352425"/>
                <a:gd name="csX844" fmla="*/ 246907 w 704850"/>
                <a:gd name="csY844" fmla="*/ 352395 h 352425"/>
                <a:gd name="csX845" fmla="*/ 245507 w 704850"/>
                <a:gd name="csY845" fmla="*/ 352395 h 352425"/>
                <a:gd name="csX846" fmla="*/ 244107 w 704850"/>
                <a:gd name="csY846" fmla="*/ 352395 h 352425"/>
                <a:gd name="csX847" fmla="*/ 242773 w 704850"/>
                <a:gd name="csY847" fmla="*/ 352395 h 352425"/>
                <a:gd name="csX848" fmla="*/ 241373 w 704850"/>
                <a:gd name="csY848" fmla="*/ 352395 h 352425"/>
                <a:gd name="csX849" fmla="*/ 239973 w 704850"/>
                <a:gd name="csY849" fmla="*/ 352395 h 352425"/>
                <a:gd name="csX850" fmla="*/ 238573 w 704850"/>
                <a:gd name="csY850" fmla="*/ 352395 h 352425"/>
                <a:gd name="csX851" fmla="*/ 237239 w 704850"/>
                <a:gd name="csY851" fmla="*/ 352395 h 352425"/>
                <a:gd name="csX852" fmla="*/ 235839 w 704850"/>
                <a:gd name="csY852" fmla="*/ 352395 h 352425"/>
                <a:gd name="csX853" fmla="*/ 234439 w 704850"/>
                <a:gd name="csY853" fmla="*/ 352395 h 352425"/>
                <a:gd name="csX854" fmla="*/ 233105 w 704850"/>
                <a:gd name="csY854" fmla="*/ 352395 h 352425"/>
                <a:gd name="csX855" fmla="*/ 231705 w 704850"/>
                <a:gd name="csY855" fmla="*/ 352395 h 352425"/>
                <a:gd name="csX856" fmla="*/ 230315 w 704850"/>
                <a:gd name="csY856" fmla="*/ 352395 h 352425"/>
                <a:gd name="csX857" fmla="*/ 228971 w 704850"/>
                <a:gd name="csY857" fmla="*/ 352395 h 352425"/>
                <a:gd name="csX858" fmla="*/ 227571 w 704850"/>
                <a:gd name="csY858" fmla="*/ 352395 h 352425"/>
                <a:gd name="csX859" fmla="*/ 226181 w 704850"/>
                <a:gd name="csY859" fmla="*/ 352395 h 352425"/>
                <a:gd name="csX860" fmla="*/ 224838 w 704850"/>
                <a:gd name="csY860" fmla="*/ 352395 h 352425"/>
                <a:gd name="csX861" fmla="*/ 223437 w 704850"/>
                <a:gd name="csY861" fmla="*/ 352395 h 352425"/>
                <a:gd name="csX862" fmla="*/ 222047 w 704850"/>
                <a:gd name="csY862" fmla="*/ 352395 h 352425"/>
                <a:gd name="csX863" fmla="*/ 220647 w 704850"/>
                <a:gd name="csY863" fmla="*/ 352395 h 352425"/>
                <a:gd name="csX864" fmla="*/ 219304 w 704850"/>
                <a:gd name="csY864" fmla="*/ 352395 h 352425"/>
                <a:gd name="csX865" fmla="*/ 217913 w 704850"/>
                <a:gd name="csY865" fmla="*/ 352395 h 352425"/>
                <a:gd name="csX866" fmla="*/ 216513 w 704850"/>
                <a:gd name="csY866" fmla="*/ 352395 h 352425"/>
                <a:gd name="csX867" fmla="*/ 215179 w 704850"/>
                <a:gd name="csY867" fmla="*/ 352395 h 352425"/>
                <a:gd name="csX868" fmla="*/ 213779 w 704850"/>
                <a:gd name="csY868" fmla="*/ 352395 h 352425"/>
                <a:gd name="csX869" fmla="*/ 212379 w 704850"/>
                <a:gd name="csY869" fmla="*/ 352395 h 352425"/>
                <a:gd name="csX870" fmla="*/ 211045 w 704850"/>
                <a:gd name="csY870" fmla="*/ 352395 h 352425"/>
                <a:gd name="csX871" fmla="*/ 209645 w 704850"/>
                <a:gd name="csY871" fmla="*/ 352395 h 352425"/>
                <a:gd name="csX872" fmla="*/ 208245 w 704850"/>
                <a:gd name="csY872" fmla="*/ 352395 h 352425"/>
                <a:gd name="csX873" fmla="*/ 206912 w 704850"/>
                <a:gd name="csY873" fmla="*/ 352395 h 352425"/>
                <a:gd name="csX874" fmla="*/ 205511 w 704850"/>
                <a:gd name="csY874" fmla="*/ 352395 h 352425"/>
                <a:gd name="csX875" fmla="*/ 204111 w 704850"/>
                <a:gd name="csY875" fmla="*/ 352395 h 352425"/>
                <a:gd name="csX876" fmla="*/ 202711 w 704850"/>
                <a:gd name="csY876" fmla="*/ 352395 h 352425"/>
                <a:gd name="csX877" fmla="*/ 201378 w 704850"/>
                <a:gd name="csY877" fmla="*/ 352395 h 352425"/>
                <a:gd name="csX878" fmla="*/ 199978 w 704850"/>
                <a:gd name="csY878" fmla="*/ 352395 h 352425"/>
                <a:gd name="csX879" fmla="*/ 198577 w 704850"/>
                <a:gd name="csY879" fmla="*/ 352395 h 352425"/>
                <a:gd name="csX880" fmla="*/ 197244 w 704850"/>
                <a:gd name="csY880" fmla="*/ 352395 h 352425"/>
                <a:gd name="csX881" fmla="*/ 195843 w 704850"/>
                <a:gd name="csY881" fmla="*/ 352395 h 352425"/>
                <a:gd name="csX882" fmla="*/ 194443 w 704850"/>
                <a:gd name="csY882" fmla="*/ 352395 h 352425"/>
                <a:gd name="csX883" fmla="*/ 193110 w 704850"/>
                <a:gd name="csY883" fmla="*/ 352395 h 352425"/>
                <a:gd name="csX884" fmla="*/ 191710 w 704850"/>
                <a:gd name="csY884" fmla="*/ 352395 h 352425"/>
                <a:gd name="csX885" fmla="*/ 190310 w 704850"/>
                <a:gd name="csY885" fmla="*/ 352395 h 352425"/>
                <a:gd name="csX886" fmla="*/ 188976 w 704850"/>
                <a:gd name="csY886" fmla="*/ 352395 h 352425"/>
                <a:gd name="csX887" fmla="*/ 187576 w 704850"/>
                <a:gd name="csY887" fmla="*/ 352395 h 352425"/>
                <a:gd name="csX888" fmla="*/ 186176 w 704850"/>
                <a:gd name="csY888" fmla="*/ 352395 h 352425"/>
                <a:gd name="csX889" fmla="*/ 184776 w 704850"/>
                <a:gd name="csY889" fmla="*/ 352395 h 352425"/>
                <a:gd name="csX890" fmla="*/ 183442 w 704850"/>
                <a:gd name="csY890" fmla="*/ 352395 h 352425"/>
                <a:gd name="csX891" fmla="*/ 182042 w 704850"/>
                <a:gd name="csY891" fmla="*/ 352395 h 352425"/>
                <a:gd name="csX892" fmla="*/ 180642 w 704850"/>
                <a:gd name="csY892" fmla="*/ 352395 h 352425"/>
                <a:gd name="csX893" fmla="*/ 179308 w 704850"/>
                <a:gd name="csY893" fmla="*/ 352395 h 352425"/>
                <a:gd name="csX894" fmla="*/ 177908 w 704850"/>
                <a:gd name="csY894" fmla="*/ 352395 h 352425"/>
                <a:gd name="csX895" fmla="*/ 176508 w 704850"/>
                <a:gd name="csY895" fmla="*/ 352395 h 352425"/>
                <a:gd name="csX896" fmla="*/ 175174 w 704850"/>
                <a:gd name="csY896" fmla="*/ 352395 h 352425"/>
                <a:gd name="csX897" fmla="*/ 173774 w 704850"/>
                <a:gd name="csY897" fmla="*/ 352395 h 352425"/>
                <a:gd name="csX898" fmla="*/ 172374 w 704850"/>
                <a:gd name="csY898" fmla="*/ 352395 h 352425"/>
                <a:gd name="csX899" fmla="*/ 171041 w 704850"/>
                <a:gd name="csY899" fmla="*/ 352395 h 352425"/>
                <a:gd name="csX900" fmla="*/ 169640 w 704850"/>
                <a:gd name="csY900" fmla="*/ 352395 h 352425"/>
                <a:gd name="csX901" fmla="*/ 168240 w 704850"/>
                <a:gd name="csY901" fmla="*/ 352395 h 352425"/>
                <a:gd name="csX902" fmla="*/ 166850 w 704850"/>
                <a:gd name="csY902" fmla="*/ 352395 h 352425"/>
                <a:gd name="csX903" fmla="*/ 165506 w 704850"/>
                <a:gd name="csY903" fmla="*/ 352395 h 352425"/>
                <a:gd name="csX904" fmla="*/ 164116 w 704850"/>
                <a:gd name="csY904" fmla="*/ 352395 h 352425"/>
                <a:gd name="csX905" fmla="*/ 162716 w 704850"/>
                <a:gd name="csY905" fmla="*/ 352395 h 352425"/>
                <a:gd name="csX906" fmla="*/ 161373 w 704850"/>
                <a:gd name="csY906" fmla="*/ 352395 h 352425"/>
                <a:gd name="csX907" fmla="*/ 159982 w 704850"/>
                <a:gd name="csY907" fmla="*/ 352395 h 352425"/>
                <a:gd name="csX908" fmla="*/ 158582 w 704850"/>
                <a:gd name="csY908" fmla="*/ 352395 h 352425"/>
                <a:gd name="csX909" fmla="*/ 157239 w 704850"/>
                <a:gd name="csY909" fmla="*/ 352395 h 352425"/>
                <a:gd name="csX910" fmla="*/ 155848 w 704850"/>
                <a:gd name="csY910" fmla="*/ 352395 h 352425"/>
                <a:gd name="csX911" fmla="*/ 154448 w 704850"/>
                <a:gd name="csY911" fmla="*/ 352395 h 352425"/>
                <a:gd name="csX912" fmla="*/ 153105 w 704850"/>
                <a:gd name="csY912" fmla="*/ 352395 h 352425"/>
                <a:gd name="csX913" fmla="*/ 151714 w 704850"/>
                <a:gd name="csY913" fmla="*/ 352395 h 352425"/>
                <a:gd name="csX914" fmla="*/ 150314 w 704850"/>
                <a:gd name="csY914" fmla="*/ 352395 h 352425"/>
                <a:gd name="csX915" fmla="*/ 148914 w 704850"/>
                <a:gd name="csY915" fmla="*/ 352395 h 352425"/>
                <a:gd name="csX916" fmla="*/ 147580 w 704850"/>
                <a:gd name="csY916" fmla="*/ 352395 h 352425"/>
                <a:gd name="csX917" fmla="*/ 146180 w 704850"/>
                <a:gd name="csY917" fmla="*/ 352395 h 352425"/>
                <a:gd name="csX918" fmla="*/ 144780 w 704850"/>
                <a:gd name="csY918" fmla="*/ 352395 h 352425"/>
                <a:gd name="csX919" fmla="*/ 143447 w 704850"/>
                <a:gd name="csY919" fmla="*/ 352395 h 352425"/>
                <a:gd name="csX920" fmla="*/ 142046 w 704850"/>
                <a:gd name="csY920" fmla="*/ 352395 h 352425"/>
                <a:gd name="csX921" fmla="*/ 140646 w 704850"/>
                <a:gd name="csY921" fmla="*/ 352395 h 352425"/>
                <a:gd name="csX922" fmla="*/ 139313 w 704850"/>
                <a:gd name="csY922" fmla="*/ 352395 h 352425"/>
                <a:gd name="csX923" fmla="*/ 137912 w 704850"/>
                <a:gd name="csY923" fmla="*/ 352395 h 352425"/>
                <a:gd name="csX924" fmla="*/ 136512 w 704850"/>
                <a:gd name="csY924" fmla="*/ 352395 h 352425"/>
                <a:gd name="csX925" fmla="*/ 135179 w 704850"/>
                <a:gd name="csY925" fmla="*/ 352395 h 352425"/>
                <a:gd name="csX926" fmla="*/ 133779 w 704850"/>
                <a:gd name="csY926" fmla="*/ 352395 h 352425"/>
                <a:gd name="csX927" fmla="*/ 132378 w 704850"/>
                <a:gd name="csY927" fmla="*/ 352395 h 352425"/>
                <a:gd name="csX928" fmla="*/ 130978 w 704850"/>
                <a:gd name="csY928" fmla="*/ 352395 h 352425"/>
                <a:gd name="csX929" fmla="*/ 129645 w 704850"/>
                <a:gd name="csY929" fmla="*/ 352395 h 352425"/>
                <a:gd name="csX930" fmla="*/ 128245 w 704850"/>
                <a:gd name="csY930" fmla="*/ 352395 h 352425"/>
                <a:gd name="csX931" fmla="*/ 126844 w 704850"/>
                <a:gd name="csY931" fmla="*/ 352395 h 352425"/>
                <a:gd name="csX932" fmla="*/ 125511 w 704850"/>
                <a:gd name="csY932" fmla="*/ 352395 h 352425"/>
                <a:gd name="csX933" fmla="*/ 124111 w 704850"/>
                <a:gd name="csY933" fmla="*/ 352395 h 352425"/>
                <a:gd name="csX934" fmla="*/ 122711 w 704850"/>
                <a:gd name="csY934" fmla="*/ 352395 h 352425"/>
                <a:gd name="csX935" fmla="*/ 121377 w 704850"/>
                <a:gd name="csY935" fmla="*/ 352395 h 352425"/>
                <a:gd name="csX936" fmla="*/ 119977 w 704850"/>
                <a:gd name="csY936" fmla="*/ 352395 h 352425"/>
                <a:gd name="csX937" fmla="*/ 118577 w 704850"/>
                <a:gd name="csY937" fmla="*/ 352395 h 352425"/>
                <a:gd name="csX938" fmla="*/ 117243 w 704850"/>
                <a:gd name="csY938" fmla="*/ 352395 h 352425"/>
                <a:gd name="csX939" fmla="*/ 115843 w 704850"/>
                <a:gd name="csY939" fmla="*/ 352395 h 352425"/>
                <a:gd name="csX940" fmla="*/ 114443 w 704850"/>
                <a:gd name="csY940" fmla="*/ 352395 h 352425"/>
                <a:gd name="csX941" fmla="*/ 113043 w 704850"/>
                <a:gd name="csY941" fmla="*/ 352395 h 352425"/>
                <a:gd name="csX942" fmla="*/ 111709 w 704850"/>
                <a:gd name="csY942" fmla="*/ 352395 h 352425"/>
                <a:gd name="csX943" fmla="*/ 110309 w 704850"/>
                <a:gd name="csY943" fmla="*/ 352395 h 352425"/>
                <a:gd name="csX944" fmla="*/ 108909 w 704850"/>
                <a:gd name="csY944" fmla="*/ 352395 h 352425"/>
                <a:gd name="csX945" fmla="*/ 107575 w 704850"/>
                <a:gd name="csY945" fmla="*/ 352395 h 352425"/>
                <a:gd name="csX946" fmla="*/ 106175 w 704850"/>
                <a:gd name="csY946" fmla="*/ 352395 h 352425"/>
                <a:gd name="csX947" fmla="*/ 104784 w 704850"/>
                <a:gd name="csY947" fmla="*/ 352395 h 352425"/>
                <a:gd name="csX948" fmla="*/ 103442 w 704850"/>
                <a:gd name="csY948" fmla="*/ 352395 h 352425"/>
                <a:gd name="csX949" fmla="*/ 102041 w 704850"/>
                <a:gd name="csY949" fmla="*/ 352395 h 352425"/>
                <a:gd name="csX950" fmla="*/ 100651 w 704850"/>
                <a:gd name="csY950" fmla="*/ 352395 h 352425"/>
                <a:gd name="csX951" fmla="*/ 99308 w 704850"/>
                <a:gd name="csY951" fmla="*/ 352395 h 352425"/>
                <a:gd name="csX952" fmla="*/ 97917 w 704850"/>
                <a:gd name="csY952" fmla="*/ 352395 h 352425"/>
                <a:gd name="csX953" fmla="*/ 96517 w 704850"/>
                <a:gd name="csY953" fmla="*/ 352395 h 352425"/>
                <a:gd name="csX954" fmla="*/ 95174 w 704850"/>
                <a:gd name="csY954" fmla="*/ 352395 h 352425"/>
                <a:gd name="csX955" fmla="*/ 93783 w 704850"/>
                <a:gd name="csY955" fmla="*/ 352395 h 352425"/>
                <a:gd name="csX956" fmla="*/ 92383 w 704850"/>
                <a:gd name="csY956" fmla="*/ 352395 h 352425"/>
                <a:gd name="csX957" fmla="*/ 90983 w 704850"/>
                <a:gd name="csY957" fmla="*/ 352395 h 352425"/>
                <a:gd name="csX958" fmla="*/ 89649 w 704850"/>
                <a:gd name="csY958" fmla="*/ 352395 h 352425"/>
                <a:gd name="csX959" fmla="*/ 88249 w 704850"/>
                <a:gd name="csY959" fmla="*/ 352395 h 352425"/>
                <a:gd name="csX960" fmla="*/ 86849 w 704850"/>
                <a:gd name="csY960" fmla="*/ 352395 h 352425"/>
                <a:gd name="csX961" fmla="*/ 85516 w 704850"/>
                <a:gd name="csY961" fmla="*/ 352395 h 352425"/>
                <a:gd name="csX962" fmla="*/ 84115 w 704850"/>
                <a:gd name="csY962" fmla="*/ 352395 h 352425"/>
                <a:gd name="csX963" fmla="*/ 82715 w 704850"/>
                <a:gd name="csY963" fmla="*/ 352395 h 352425"/>
                <a:gd name="csX964" fmla="*/ 81382 w 704850"/>
                <a:gd name="csY964" fmla="*/ 352395 h 352425"/>
                <a:gd name="csX965" fmla="*/ 79981 w 704850"/>
                <a:gd name="csY965" fmla="*/ 352395 h 352425"/>
                <a:gd name="csX966" fmla="*/ 78581 w 704850"/>
                <a:gd name="csY966" fmla="*/ 352395 h 352425"/>
                <a:gd name="csX967" fmla="*/ 77248 w 704850"/>
                <a:gd name="csY967" fmla="*/ 352395 h 352425"/>
                <a:gd name="csX968" fmla="*/ 75848 w 704850"/>
                <a:gd name="csY968" fmla="*/ 352395 h 352425"/>
                <a:gd name="csX969" fmla="*/ 74447 w 704850"/>
                <a:gd name="csY969" fmla="*/ 352395 h 352425"/>
                <a:gd name="csX970" fmla="*/ 73047 w 704850"/>
                <a:gd name="csY970" fmla="*/ 352395 h 352425"/>
                <a:gd name="csX971" fmla="*/ 71714 w 704850"/>
                <a:gd name="csY971" fmla="*/ 352395 h 352425"/>
                <a:gd name="csX972" fmla="*/ 70314 w 704850"/>
                <a:gd name="csY972" fmla="*/ 352395 h 352425"/>
                <a:gd name="csX973" fmla="*/ 68913 w 704850"/>
                <a:gd name="csY973" fmla="*/ 352395 h 352425"/>
                <a:gd name="csX974" fmla="*/ 67580 w 704850"/>
                <a:gd name="csY974" fmla="*/ 352395 h 352425"/>
                <a:gd name="csX975" fmla="*/ 66180 w 704850"/>
                <a:gd name="csY975" fmla="*/ 352395 h 352425"/>
                <a:gd name="csX976" fmla="*/ 64780 w 704850"/>
                <a:gd name="csY976" fmla="*/ 352395 h 352425"/>
                <a:gd name="csX977" fmla="*/ 63446 w 704850"/>
                <a:gd name="csY977" fmla="*/ 352395 h 352425"/>
                <a:gd name="csX978" fmla="*/ 62046 w 704850"/>
                <a:gd name="csY978" fmla="*/ 352395 h 352425"/>
                <a:gd name="csX979" fmla="*/ 60646 w 704850"/>
                <a:gd name="csY979" fmla="*/ 352395 h 352425"/>
                <a:gd name="csX980" fmla="*/ 59312 w 704850"/>
                <a:gd name="csY980" fmla="*/ 352395 h 352425"/>
                <a:gd name="csX981" fmla="*/ 57912 w 704850"/>
                <a:gd name="csY981" fmla="*/ 352395 h 352425"/>
                <a:gd name="csX982" fmla="*/ 56512 w 704850"/>
                <a:gd name="csY982" fmla="*/ 352395 h 352425"/>
                <a:gd name="csX983" fmla="*/ 55112 w 704850"/>
                <a:gd name="csY983" fmla="*/ 352395 h 352425"/>
                <a:gd name="csX984" fmla="*/ 53778 w 704850"/>
                <a:gd name="csY984" fmla="*/ 352395 h 352425"/>
                <a:gd name="csX985" fmla="*/ 52378 w 704850"/>
                <a:gd name="csY985" fmla="*/ 352395 h 352425"/>
                <a:gd name="csX986" fmla="*/ 50978 w 704850"/>
                <a:gd name="csY986" fmla="*/ 352395 h 352425"/>
                <a:gd name="csX987" fmla="*/ 49644 w 704850"/>
                <a:gd name="csY987" fmla="*/ 352395 h 352425"/>
                <a:gd name="csX988" fmla="*/ 48244 w 704850"/>
                <a:gd name="csY988" fmla="*/ 352395 h 352425"/>
                <a:gd name="csX989" fmla="*/ 46844 w 704850"/>
                <a:gd name="csY989" fmla="*/ 352395 h 352425"/>
                <a:gd name="csX990" fmla="*/ 45510 w 704850"/>
                <a:gd name="csY990" fmla="*/ 352395 h 352425"/>
                <a:gd name="csX991" fmla="*/ 44110 w 704850"/>
                <a:gd name="csY991" fmla="*/ 352395 h 352425"/>
                <a:gd name="csX992" fmla="*/ 42710 w 704850"/>
                <a:gd name="csY992" fmla="*/ 352395 h 352425"/>
                <a:gd name="csX993" fmla="*/ 41377 w 704850"/>
                <a:gd name="csY993" fmla="*/ 352395 h 352425"/>
                <a:gd name="csX994" fmla="*/ 39977 w 704850"/>
                <a:gd name="csY994" fmla="*/ 352395 h 352425"/>
                <a:gd name="csX995" fmla="*/ 38576 w 704850"/>
                <a:gd name="csY995" fmla="*/ 352395 h 352425"/>
                <a:gd name="csX996" fmla="*/ 37186 w 704850"/>
                <a:gd name="csY996" fmla="*/ 352395 h 352425"/>
                <a:gd name="csX997" fmla="*/ 35843 w 704850"/>
                <a:gd name="csY997" fmla="*/ 352395 h 352425"/>
                <a:gd name="csX998" fmla="*/ 34443 w 704850"/>
                <a:gd name="csY998" fmla="*/ 352395 h 352425"/>
                <a:gd name="csX999" fmla="*/ 33052 w 704850"/>
                <a:gd name="csY999" fmla="*/ 352395 h 352425"/>
                <a:gd name="csX1000" fmla="*/ 31718 w 704850"/>
                <a:gd name="csY1000" fmla="*/ 352395 h 352425"/>
                <a:gd name="csX1001" fmla="*/ 30318 w 704850"/>
                <a:gd name="csY1001" fmla="*/ 352395 h 352425"/>
                <a:gd name="csX1002" fmla="*/ 28918 w 704850"/>
                <a:gd name="csY1002" fmla="*/ 352395 h 352425"/>
                <a:gd name="csX1003" fmla="*/ 27585 w 704850"/>
                <a:gd name="csY1003" fmla="*/ 352395 h 352425"/>
                <a:gd name="csX1004" fmla="*/ 26184 w 704850"/>
                <a:gd name="csY1004" fmla="*/ 352395 h 352425"/>
                <a:gd name="csX1005" fmla="*/ 24784 w 704850"/>
                <a:gd name="csY1005" fmla="*/ 352395 h 352425"/>
                <a:gd name="csX1006" fmla="*/ 23450 w 704850"/>
                <a:gd name="csY1006" fmla="*/ 352395 h 352425"/>
                <a:gd name="csX1007" fmla="*/ 22050 w 704850"/>
                <a:gd name="csY1007" fmla="*/ 352395 h 352425"/>
                <a:gd name="csX1008" fmla="*/ 20650 w 704850"/>
                <a:gd name="csY1008" fmla="*/ 352395 h 352425"/>
                <a:gd name="csX1009" fmla="*/ 19250 w 704850"/>
                <a:gd name="csY1009" fmla="*/ 352395 h 352425"/>
                <a:gd name="csX1010" fmla="*/ 17917 w 704850"/>
                <a:gd name="csY1010" fmla="*/ 352395 h 352425"/>
                <a:gd name="csX1011" fmla="*/ 16516 w 704850"/>
                <a:gd name="csY1011" fmla="*/ 352395 h 352425"/>
                <a:gd name="csX1012" fmla="*/ 15116 w 704850"/>
                <a:gd name="csY1012" fmla="*/ 352395 h 352425"/>
                <a:gd name="csX1013" fmla="*/ 13783 w 704850"/>
                <a:gd name="csY1013" fmla="*/ 352395 h 352425"/>
                <a:gd name="csX1014" fmla="*/ 12383 w 704850"/>
                <a:gd name="csY1014" fmla="*/ 352395 h 352425"/>
                <a:gd name="csX1015" fmla="*/ 10982 w 704850"/>
                <a:gd name="csY1015" fmla="*/ 352395 h 352425"/>
                <a:gd name="csX1016" fmla="*/ 9649 w 704850"/>
                <a:gd name="csY1016" fmla="*/ 352395 h 352425"/>
                <a:gd name="csX1017" fmla="*/ 8249 w 704850"/>
                <a:gd name="csY1017" fmla="*/ 352395 h 352425"/>
                <a:gd name="csX1018" fmla="*/ 6849 w 704850"/>
                <a:gd name="csY1018" fmla="*/ 352395 h 352425"/>
                <a:gd name="csX1019" fmla="*/ 5515 w 704850"/>
                <a:gd name="csY1019" fmla="*/ 352395 h 352425"/>
                <a:gd name="csX1020" fmla="*/ 4115 w 704850"/>
                <a:gd name="csY1020" fmla="*/ 352395 h 352425"/>
                <a:gd name="csX1021" fmla="*/ 2715 w 704850"/>
                <a:gd name="csY1021" fmla="*/ 352395 h 352425"/>
                <a:gd name="csX1022" fmla="*/ 1315 w 704850"/>
                <a:gd name="csY1022" fmla="*/ 352395 h 352425"/>
                <a:gd name="csX1023" fmla="*/ -19 w 70485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52425">
                  <a:moveTo>
                    <a:pt x="-19" y="350547"/>
                  </a:moveTo>
                  <a:lnTo>
                    <a:pt x="1315" y="350357"/>
                  </a:lnTo>
                  <a:lnTo>
                    <a:pt x="2715" y="350100"/>
                  </a:lnTo>
                  <a:lnTo>
                    <a:pt x="4115" y="349909"/>
                  </a:lnTo>
                  <a:lnTo>
                    <a:pt x="5515" y="349585"/>
                  </a:lnTo>
                  <a:lnTo>
                    <a:pt x="6849" y="349337"/>
                  </a:lnTo>
                  <a:lnTo>
                    <a:pt x="8249" y="348947"/>
                  </a:lnTo>
                  <a:lnTo>
                    <a:pt x="9649" y="348633"/>
                  </a:lnTo>
                  <a:lnTo>
                    <a:pt x="10982" y="348252"/>
                  </a:lnTo>
                  <a:lnTo>
                    <a:pt x="12383" y="347804"/>
                  </a:lnTo>
                  <a:lnTo>
                    <a:pt x="13783" y="347356"/>
                  </a:lnTo>
                  <a:lnTo>
                    <a:pt x="15116" y="346842"/>
                  </a:lnTo>
                  <a:lnTo>
                    <a:pt x="16516" y="346270"/>
                  </a:lnTo>
                  <a:lnTo>
                    <a:pt x="17917" y="345699"/>
                  </a:lnTo>
                  <a:lnTo>
                    <a:pt x="19250" y="345061"/>
                  </a:lnTo>
                  <a:lnTo>
                    <a:pt x="20650" y="344356"/>
                  </a:lnTo>
                  <a:lnTo>
                    <a:pt x="22050" y="343594"/>
                  </a:lnTo>
                  <a:lnTo>
                    <a:pt x="23450" y="342765"/>
                  </a:lnTo>
                  <a:lnTo>
                    <a:pt x="24784" y="341870"/>
                  </a:lnTo>
                  <a:lnTo>
                    <a:pt x="26184" y="340918"/>
                  </a:lnTo>
                  <a:lnTo>
                    <a:pt x="27585" y="339955"/>
                  </a:lnTo>
                  <a:lnTo>
                    <a:pt x="28918" y="338812"/>
                  </a:lnTo>
                  <a:lnTo>
                    <a:pt x="30318" y="337660"/>
                  </a:lnTo>
                  <a:lnTo>
                    <a:pt x="31718" y="336383"/>
                  </a:lnTo>
                  <a:lnTo>
                    <a:pt x="33052" y="335041"/>
                  </a:lnTo>
                  <a:lnTo>
                    <a:pt x="34443" y="333640"/>
                  </a:lnTo>
                  <a:lnTo>
                    <a:pt x="35843" y="332107"/>
                  </a:lnTo>
                  <a:lnTo>
                    <a:pt x="37186" y="330450"/>
                  </a:lnTo>
                  <a:lnTo>
                    <a:pt x="38576" y="328726"/>
                  </a:lnTo>
                  <a:lnTo>
                    <a:pt x="39977" y="326878"/>
                  </a:lnTo>
                  <a:lnTo>
                    <a:pt x="41377" y="324963"/>
                  </a:lnTo>
                  <a:lnTo>
                    <a:pt x="42710" y="322858"/>
                  </a:lnTo>
                  <a:lnTo>
                    <a:pt x="44110" y="320696"/>
                  </a:lnTo>
                  <a:lnTo>
                    <a:pt x="45510" y="318400"/>
                  </a:lnTo>
                  <a:lnTo>
                    <a:pt x="46844" y="315905"/>
                  </a:lnTo>
                  <a:lnTo>
                    <a:pt x="48244" y="313362"/>
                  </a:lnTo>
                  <a:lnTo>
                    <a:pt x="49644" y="310675"/>
                  </a:lnTo>
                  <a:lnTo>
                    <a:pt x="50978" y="307808"/>
                  </a:lnTo>
                  <a:lnTo>
                    <a:pt x="52378" y="304808"/>
                  </a:lnTo>
                  <a:lnTo>
                    <a:pt x="53778" y="301751"/>
                  </a:lnTo>
                  <a:lnTo>
                    <a:pt x="55112" y="298436"/>
                  </a:lnTo>
                  <a:lnTo>
                    <a:pt x="56512" y="295055"/>
                  </a:lnTo>
                  <a:lnTo>
                    <a:pt x="57912" y="291483"/>
                  </a:lnTo>
                  <a:lnTo>
                    <a:pt x="59312" y="287777"/>
                  </a:lnTo>
                  <a:lnTo>
                    <a:pt x="60646" y="283891"/>
                  </a:lnTo>
                  <a:lnTo>
                    <a:pt x="62046" y="279872"/>
                  </a:lnTo>
                  <a:lnTo>
                    <a:pt x="63446" y="275719"/>
                  </a:lnTo>
                  <a:lnTo>
                    <a:pt x="64780" y="271385"/>
                  </a:lnTo>
                  <a:lnTo>
                    <a:pt x="66180" y="266918"/>
                  </a:lnTo>
                  <a:lnTo>
                    <a:pt x="67580" y="262327"/>
                  </a:lnTo>
                  <a:lnTo>
                    <a:pt x="68913" y="257545"/>
                  </a:lnTo>
                  <a:lnTo>
                    <a:pt x="70314" y="252630"/>
                  </a:lnTo>
                  <a:lnTo>
                    <a:pt x="71714" y="247592"/>
                  </a:lnTo>
                  <a:lnTo>
                    <a:pt x="73047" y="242429"/>
                  </a:lnTo>
                  <a:lnTo>
                    <a:pt x="74447" y="237066"/>
                  </a:lnTo>
                  <a:lnTo>
                    <a:pt x="75848" y="231647"/>
                  </a:lnTo>
                  <a:lnTo>
                    <a:pt x="77248" y="226093"/>
                  </a:lnTo>
                  <a:lnTo>
                    <a:pt x="78581" y="220359"/>
                  </a:lnTo>
                  <a:lnTo>
                    <a:pt x="79981" y="214616"/>
                  </a:lnTo>
                  <a:lnTo>
                    <a:pt x="81382" y="208749"/>
                  </a:lnTo>
                  <a:lnTo>
                    <a:pt x="82715" y="202690"/>
                  </a:lnTo>
                  <a:lnTo>
                    <a:pt x="84115" y="196623"/>
                  </a:lnTo>
                  <a:lnTo>
                    <a:pt x="85516" y="190498"/>
                  </a:lnTo>
                  <a:lnTo>
                    <a:pt x="86849" y="184250"/>
                  </a:lnTo>
                  <a:lnTo>
                    <a:pt x="88249" y="178002"/>
                  </a:lnTo>
                  <a:lnTo>
                    <a:pt x="89649" y="171687"/>
                  </a:lnTo>
                  <a:lnTo>
                    <a:pt x="90983" y="165305"/>
                  </a:lnTo>
                  <a:lnTo>
                    <a:pt x="92383" y="158866"/>
                  </a:lnTo>
                  <a:lnTo>
                    <a:pt x="93783" y="152484"/>
                  </a:lnTo>
                  <a:lnTo>
                    <a:pt x="95174" y="146045"/>
                  </a:lnTo>
                  <a:lnTo>
                    <a:pt x="96517" y="139664"/>
                  </a:lnTo>
                  <a:lnTo>
                    <a:pt x="97917" y="133282"/>
                  </a:lnTo>
                  <a:lnTo>
                    <a:pt x="99308" y="126910"/>
                  </a:lnTo>
                  <a:lnTo>
                    <a:pt x="100651" y="120595"/>
                  </a:lnTo>
                  <a:lnTo>
                    <a:pt x="102041" y="114337"/>
                  </a:lnTo>
                  <a:lnTo>
                    <a:pt x="103442" y="108088"/>
                  </a:lnTo>
                  <a:lnTo>
                    <a:pt x="104784" y="102030"/>
                  </a:lnTo>
                  <a:lnTo>
                    <a:pt x="106175" y="95973"/>
                  </a:lnTo>
                  <a:lnTo>
                    <a:pt x="107575" y="90038"/>
                  </a:lnTo>
                  <a:lnTo>
                    <a:pt x="108909" y="84295"/>
                  </a:lnTo>
                  <a:lnTo>
                    <a:pt x="110309" y="78618"/>
                  </a:lnTo>
                  <a:lnTo>
                    <a:pt x="111709" y="73008"/>
                  </a:lnTo>
                  <a:lnTo>
                    <a:pt x="113043" y="67645"/>
                  </a:lnTo>
                  <a:lnTo>
                    <a:pt x="114443" y="62416"/>
                  </a:lnTo>
                  <a:lnTo>
                    <a:pt x="115843" y="57377"/>
                  </a:lnTo>
                  <a:lnTo>
                    <a:pt x="117243" y="52472"/>
                  </a:lnTo>
                  <a:lnTo>
                    <a:pt x="118577" y="47814"/>
                  </a:lnTo>
                  <a:lnTo>
                    <a:pt x="119977" y="43280"/>
                  </a:lnTo>
                  <a:lnTo>
                    <a:pt x="121377" y="38946"/>
                  </a:lnTo>
                  <a:lnTo>
                    <a:pt x="122711" y="34860"/>
                  </a:lnTo>
                  <a:lnTo>
                    <a:pt x="124111" y="31031"/>
                  </a:lnTo>
                  <a:lnTo>
                    <a:pt x="125511" y="27269"/>
                  </a:lnTo>
                  <a:lnTo>
                    <a:pt x="126844" y="23887"/>
                  </a:lnTo>
                  <a:lnTo>
                    <a:pt x="128245" y="20696"/>
                  </a:lnTo>
                  <a:lnTo>
                    <a:pt x="129645" y="17706"/>
                  </a:lnTo>
                  <a:lnTo>
                    <a:pt x="130978" y="14962"/>
                  </a:lnTo>
                  <a:lnTo>
                    <a:pt x="132378" y="12476"/>
                  </a:lnTo>
                  <a:lnTo>
                    <a:pt x="133779" y="10181"/>
                  </a:lnTo>
                  <a:lnTo>
                    <a:pt x="135179" y="8133"/>
                  </a:lnTo>
                  <a:lnTo>
                    <a:pt x="136512" y="6409"/>
                  </a:lnTo>
                  <a:lnTo>
                    <a:pt x="137912" y="4818"/>
                  </a:lnTo>
                  <a:lnTo>
                    <a:pt x="139313" y="3418"/>
                  </a:lnTo>
                  <a:lnTo>
                    <a:pt x="140646" y="2332"/>
                  </a:lnTo>
                  <a:lnTo>
                    <a:pt x="142046" y="1437"/>
                  </a:lnTo>
                  <a:lnTo>
                    <a:pt x="143447" y="732"/>
                  </a:lnTo>
                  <a:lnTo>
                    <a:pt x="144780" y="284"/>
                  </a:lnTo>
                  <a:lnTo>
                    <a:pt x="146180" y="37"/>
                  </a:lnTo>
                  <a:lnTo>
                    <a:pt x="147580" y="-30"/>
                  </a:lnTo>
                  <a:lnTo>
                    <a:pt x="148914" y="94"/>
                  </a:lnTo>
                  <a:lnTo>
                    <a:pt x="150314" y="418"/>
                  </a:lnTo>
                  <a:lnTo>
                    <a:pt x="151714" y="923"/>
                  </a:lnTo>
                  <a:lnTo>
                    <a:pt x="153105" y="1561"/>
                  </a:lnTo>
                  <a:lnTo>
                    <a:pt x="154448" y="2389"/>
                  </a:lnTo>
                  <a:lnTo>
                    <a:pt x="155848" y="3351"/>
                  </a:lnTo>
                  <a:lnTo>
                    <a:pt x="157239" y="4437"/>
                  </a:lnTo>
                  <a:lnTo>
                    <a:pt x="158582" y="5647"/>
                  </a:lnTo>
                  <a:lnTo>
                    <a:pt x="159982" y="6990"/>
                  </a:lnTo>
                  <a:lnTo>
                    <a:pt x="161373" y="8457"/>
                  </a:lnTo>
                  <a:lnTo>
                    <a:pt x="162716" y="9981"/>
                  </a:lnTo>
                  <a:lnTo>
                    <a:pt x="164116" y="11648"/>
                  </a:lnTo>
                  <a:lnTo>
                    <a:pt x="165506" y="13305"/>
                  </a:lnTo>
                  <a:lnTo>
                    <a:pt x="166850" y="15086"/>
                  </a:lnTo>
                  <a:lnTo>
                    <a:pt x="168240" y="16934"/>
                  </a:lnTo>
                  <a:lnTo>
                    <a:pt x="169640" y="18848"/>
                  </a:lnTo>
                  <a:lnTo>
                    <a:pt x="171041" y="20763"/>
                  </a:lnTo>
                  <a:lnTo>
                    <a:pt x="172374" y="22678"/>
                  </a:lnTo>
                  <a:lnTo>
                    <a:pt x="173774" y="24659"/>
                  </a:lnTo>
                  <a:lnTo>
                    <a:pt x="175174" y="26697"/>
                  </a:lnTo>
                  <a:lnTo>
                    <a:pt x="176508" y="28678"/>
                  </a:lnTo>
                  <a:lnTo>
                    <a:pt x="177908" y="30650"/>
                  </a:lnTo>
                  <a:lnTo>
                    <a:pt x="179308" y="32631"/>
                  </a:lnTo>
                  <a:lnTo>
                    <a:pt x="180642" y="34603"/>
                  </a:lnTo>
                  <a:lnTo>
                    <a:pt x="182042" y="36517"/>
                  </a:lnTo>
                  <a:lnTo>
                    <a:pt x="183442" y="38432"/>
                  </a:lnTo>
                  <a:lnTo>
                    <a:pt x="184776" y="40347"/>
                  </a:lnTo>
                  <a:lnTo>
                    <a:pt x="186176" y="42194"/>
                  </a:lnTo>
                  <a:lnTo>
                    <a:pt x="187576" y="43985"/>
                  </a:lnTo>
                  <a:lnTo>
                    <a:pt x="188976" y="45766"/>
                  </a:lnTo>
                  <a:lnTo>
                    <a:pt x="190310" y="47490"/>
                  </a:lnTo>
                  <a:lnTo>
                    <a:pt x="191710" y="49148"/>
                  </a:lnTo>
                  <a:lnTo>
                    <a:pt x="193110" y="50805"/>
                  </a:lnTo>
                  <a:lnTo>
                    <a:pt x="194443" y="52405"/>
                  </a:lnTo>
                  <a:lnTo>
                    <a:pt x="195843" y="53939"/>
                  </a:lnTo>
                  <a:lnTo>
                    <a:pt x="197244" y="55463"/>
                  </a:lnTo>
                  <a:lnTo>
                    <a:pt x="198577" y="56872"/>
                  </a:lnTo>
                  <a:lnTo>
                    <a:pt x="199978" y="58339"/>
                  </a:lnTo>
                  <a:lnTo>
                    <a:pt x="201378" y="59673"/>
                  </a:lnTo>
                  <a:lnTo>
                    <a:pt x="202711" y="61016"/>
                  </a:lnTo>
                  <a:lnTo>
                    <a:pt x="204111" y="62292"/>
                  </a:lnTo>
                  <a:lnTo>
                    <a:pt x="205511" y="63568"/>
                  </a:lnTo>
                  <a:lnTo>
                    <a:pt x="206912" y="64778"/>
                  </a:lnTo>
                  <a:lnTo>
                    <a:pt x="208245" y="65988"/>
                  </a:lnTo>
                  <a:lnTo>
                    <a:pt x="209645" y="67198"/>
                  </a:lnTo>
                  <a:lnTo>
                    <a:pt x="211045" y="68350"/>
                  </a:lnTo>
                  <a:lnTo>
                    <a:pt x="212379" y="69502"/>
                  </a:lnTo>
                  <a:lnTo>
                    <a:pt x="213779" y="70646"/>
                  </a:lnTo>
                  <a:lnTo>
                    <a:pt x="215179" y="71731"/>
                  </a:lnTo>
                  <a:lnTo>
                    <a:pt x="216513" y="72874"/>
                  </a:lnTo>
                  <a:lnTo>
                    <a:pt x="217913" y="74027"/>
                  </a:lnTo>
                  <a:lnTo>
                    <a:pt x="219304" y="75179"/>
                  </a:lnTo>
                  <a:lnTo>
                    <a:pt x="220647" y="76322"/>
                  </a:lnTo>
                  <a:lnTo>
                    <a:pt x="222047" y="77475"/>
                  </a:lnTo>
                  <a:lnTo>
                    <a:pt x="223437" y="78685"/>
                  </a:lnTo>
                  <a:lnTo>
                    <a:pt x="224838" y="79894"/>
                  </a:lnTo>
                  <a:lnTo>
                    <a:pt x="226181" y="81171"/>
                  </a:lnTo>
                  <a:lnTo>
                    <a:pt x="227571" y="82447"/>
                  </a:lnTo>
                  <a:lnTo>
                    <a:pt x="228971" y="83723"/>
                  </a:lnTo>
                  <a:lnTo>
                    <a:pt x="230315" y="85066"/>
                  </a:lnTo>
                  <a:lnTo>
                    <a:pt x="231705" y="86466"/>
                  </a:lnTo>
                  <a:lnTo>
                    <a:pt x="233105" y="87867"/>
                  </a:lnTo>
                  <a:lnTo>
                    <a:pt x="234439" y="89400"/>
                  </a:lnTo>
                  <a:lnTo>
                    <a:pt x="235839" y="90867"/>
                  </a:lnTo>
                  <a:lnTo>
                    <a:pt x="237239" y="92458"/>
                  </a:lnTo>
                  <a:lnTo>
                    <a:pt x="238573" y="94125"/>
                  </a:lnTo>
                  <a:lnTo>
                    <a:pt x="239973" y="95782"/>
                  </a:lnTo>
                  <a:lnTo>
                    <a:pt x="241373" y="97506"/>
                  </a:lnTo>
                  <a:lnTo>
                    <a:pt x="242773" y="99221"/>
                  </a:lnTo>
                  <a:lnTo>
                    <a:pt x="244107" y="101078"/>
                  </a:lnTo>
                  <a:lnTo>
                    <a:pt x="245507" y="102926"/>
                  </a:lnTo>
                  <a:lnTo>
                    <a:pt x="246907" y="104897"/>
                  </a:lnTo>
                  <a:lnTo>
                    <a:pt x="248241" y="106812"/>
                  </a:lnTo>
                  <a:lnTo>
                    <a:pt x="249641" y="108850"/>
                  </a:lnTo>
                  <a:lnTo>
                    <a:pt x="251041" y="110965"/>
                  </a:lnTo>
                  <a:lnTo>
                    <a:pt x="252374" y="113070"/>
                  </a:lnTo>
                  <a:lnTo>
                    <a:pt x="253775" y="115165"/>
                  </a:lnTo>
                  <a:lnTo>
                    <a:pt x="255175" y="117404"/>
                  </a:lnTo>
                  <a:lnTo>
                    <a:pt x="256508" y="119632"/>
                  </a:lnTo>
                  <a:lnTo>
                    <a:pt x="257909" y="121928"/>
                  </a:lnTo>
                  <a:lnTo>
                    <a:pt x="259309" y="124224"/>
                  </a:lnTo>
                  <a:lnTo>
                    <a:pt x="260709" y="126586"/>
                  </a:lnTo>
                  <a:lnTo>
                    <a:pt x="262042" y="128948"/>
                  </a:lnTo>
                  <a:lnTo>
                    <a:pt x="263443" y="131368"/>
                  </a:lnTo>
                  <a:lnTo>
                    <a:pt x="264843" y="133796"/>
                  </a:lnTo>
                  <a:lnTo>
                    <a:pt x="266176" y="136282"/>
                  </a:lnTo>
                  <a:lnTo>
                    <a:pt x="267576" y="138768"/>
                  </a:lnTo>
                  <a:lnTo>
                    <a:pt x="268977" y="141254"/>
                  </a:lnTo>
                  <a:lnTo>
                    <a:pt x="270310" y="143807"/>
                  </a:lnTo>
                  <a:lnTo>
                    <a:pt x="271710" y="146360"/>
                  </a:lnTo>
                  <a:lnTo>
                    <a:pt x="273110" y="148912"/>
                  </a:lnTo>
                  <a:lnTo>
                    <a:pt x="274444" y="151465"/>
                  </a:lnTo>
                  <a:lnTo>
                    <a:pt x="275844" y="154018"/>
                  </a:lnTo>
                  <a:lnTo>
                    <a:pt x="277244" y="156628"/>
                  </a:lnTo>
                  <a:lnTo>
                    <a:pt x="278635" y="159180"/>
                  </a:lnTo>
                  <a:lnTo>
                    <a:pt x="279978" y="161800"/>
                  </a:lnTo>
                  <a:lnTo>
                    <a:pt x="281378" y="164352"/>
                  </a:lnTo>
                  <a:lnTo>
                    <a:pt x="282769" y="166962"/>
                  </a:lnTo>
                  <a:lnTo>
                    <a:pt x="284112" y="169515"/>
                  </a:lnTo>
                  <a:lnTo>
                    <a:pt x="285512" y="172068"/>
                  </a:lnTo>
                  <a:lnTo>
                    <a:pt x="286902" y="174687"/>
                  </a:lnTo>
                  <a:lnTo>
                    <a:pt x="288246" y="177230"/>
                  </a:lnTo>
                  <a:lnTo>
                    <a:pt x="289636" y="179783"/>
                  </a:lnTo>
                  <a:lnTo>
                    <a:pt x="291037" y="182279"/>
                  </a:lnTo>
                  <a:lnTo>
                    <a:pt x="292379" y="184822"/>
                  </a:lnTo>
                  <a:lnTo>
                    <a:pt x="293770" y="187317"/>
                  </a:lnTo>
                  <a:lnTo>
                    <a:pt x="295170" y="189803"/>
                  </a:lnTo>
                  <a:lnTo>
                    <a:pt x="296570" y="192289"/>
                  </a:lnTo>
                  <a:lnTo>
                    <a:pt x="297904" y="194775"/>
                  </a:lnTo>
                  <a:lnTo>
                    <a:pt x="299304" y="197204"/>
                  </a:lnTo>
                  <a:lnTo>
                    <a:pt x="300704" y="199624"/>
                  </a:lnTo>
                  <a:lnTo>
                    <a:pt x="302038" y="202052"/>
                  </a:lnTo>
                  <a:lnTo>
                    <a:pt x="303438" y="204405"/>
                  </a:lnTo>
                  <a:lnTo>
                    <a:pt x="304838" y="206767"/>
                  </a:lnTo>
                  <a:lnTo>
                    <a:pt x="306172" y="209063"/>
                  </a:lnTo>
                  <a:lnTo>
                    <a:pt x="307572" y="211425"/>
                  </a:lnTo>
                  <a:lnTo>
                    <a:pt x="308972" y="213654"/>
                  </a:lnTo>
                  <a:lnTo>
                    <a:pt x="310305" y="215892"/>
                  </a:lnTo>
                  <a:lnTo>
                    <a:pt x="311706" y="218121"/>
                  </a:lnTo>
                  <a:lnTo>
                    <a:pt x="313106" y="220293"/>
                  </a:lnTo>
                  <a:lnTo>
                    <a:pt x="314439" y="222465"/>
                  </a:lnTo>
                  <a:lnTo>
                    <a:pt x="315840" y="224569"/>
                  </a:lnTo>
                  <a:lnTo>
                    <a:pt x="317240" y="226674"/>
                  </a:lnTo>
                  <a:lnTo>
                    <a:pt x="318640" y="228713"/>
                  </a:lnTo>
                  <a:lnTo>
                    <a:pt x="319973" y="230751"/>
                  </a:lnTo>
                  <a:lnTo>
                    <a:pt x="321374" y="232733"/>
                  </a:lnTo>
                  <a:lnTo>
                    <a:pt x="322774" y="234647"/>
                  </a:lnTo>
                  <a:lnTo>
                    <a:pt x="324107" y="236561"/>
                  </a:lnTo>
                  <a:lnTo>
                    <a:pt x="325507" y="238409"/>
                  </a:lnTo>
                  <a:lnTo>
                    <a:pt x="326908" y="240191"/>
                  </a:lnTo>
                  <a:lnTo>
                    <a:pt x="328241" y="241981"/>
                  </a:lnTo>
                  <a:lnTo>
                    <a:pt x="329641" y="243705"/>
                  </a:lnTo>
                  <a:lnTo>
                    <a:pt x="331041" y="245363"/>
                  </a:lnTo>
                  <a:lnTo>
                    <a:pt x="332375" y="247020"/>
                  </a:lnTo>
                  <a:lnTo>
                    <a:pt x="333775" y="248611"/>
                  </a:lnTo>
                  <a:lnTo>
                    <a:pt x="335175" y="250144"/>
                  </a:lnTo>
                  <a:lnTo>
                    <a:pt x="336576" y="251611"/>
                  </a:lnTo>
                  <a:lnTo>
                    <a:pt x="337909" y="253011"/>
                  </a:lnTo>
                  <a:lnTo>
                    <a:pt x="339309" y="254421"/>
                  </a:lnTo>
                  <a:lnTo>
                    <a:pt x="340709" y="255754"/>
                  </a:lnTo>
                  <a:lnTo>
                    <a:pt x="342043" y="257031"/>
                  </a:lnTo>
                  <a:lnTo>
                    <a:pt x="343443" y="258240"/>
                  </a:lnTo>
                  <a:lnTo>
                    <a:pt x="344843" y="259393"/>
                  </a:lnTo>
                  <a:lnTo>
                    <a:pt x="346177" y="260545"/>
                  </a:lnTo>
                  <a:lnTo>
                    <a:pt x="347577" y="261565"/>
                  </a:lnTo>
                  <a:lnTo>
                    <a:pt x="348968" y="262584"/>
                  </a:lnTo>
                  <a:lnTo>
                    <a:pt x="350311" y="263536"/>
                  </a:lnTo>
                  <a:lnTo>
                    <a:pt x="351711" y="264432"/>
                  </a:lnTo>
                  <a:lnTo>
                    <a:pt x="353101" y="265260"/>
                  </a:lnTo>
                  <a:lnTo>
                    <a:pt x="354502" y="266032"/>
                  </a:lnTo>
                  <a:lnTo>
                    <a:pt x="355844" y="266727"/>
                  </a:lnTo>
                  <a:lnTo>
                    <a:pt x="357235" y="267365"/>
                  </a:lnTo>
                  <a:lnTo>
                    <a:pt x="358635" y="267937"/>
                  </a:lnTo>
                  <a:lnTo>
                    <a:pt x="359969" y="268518"/>
                  </a:lnTo>
                  <a:lnTo>
                    <a:pt x="361369" y="268966"/>
                  </a:lnTo>
                  <a:lnTo>
                    <a:pt x="362769" y="269404"/>
                  </a:lnTo>
                  <a:lnTo>
                    <a:pt x="364103" y="269794"/>
                  </a:lnTo>
                  <a:lnTo>
                    <a:pt x="365503" y="270042"/>
                  </a:lnTo>
                  <a:lnTo>
                    <a:pt x="366903" y="270299"/>
                  </a:lnTo>
                  <a:lnTo>
                    <a:pt x="368236" y="270490"/>
                  </a:lnTo>
                  <a:lnTo>
                    <a:pt x="369637" y="270623"/>
                  </a:lnTo>
                  <a:lnTo>
                    <a:pt x="371037" y="270747"/>
                  </a:lnTo>
                  <a:lnTo>
                    <a:pt x="372437" y="270747"/>
                  </a:lnTo>
                  <a:lnTo>
                    <a:pt x="373771" y="270680"/>
                  </a:lnTo>
                  <a:lnTo>
                    <a:pt x="375171" y="270623"/>
                  </a:lnTo>
                  <a:lnTo>
                    <a:pt x="376571" y="270490"/>
                  </a:lnTo>
                  <a:lnTo>
                    <a:pt x="377904" y="270299"/>
                  </a:lnTo>
                  <a:lnTo>
                    <a:pt x="379305" y="270042"/>
                  </a:lnTo>
                  <a:lnTo>
                    <a:pt x="380705" y="269728"/>
                  </a:lnTo>
                  <a:lnTo>
                    <a:pt x="382038" y="269404"/>
                  </a:lnTo>
                  <a:lnTo>
                    <a:pt x="383438" y="269023"/>
                  </a:lnTo>
                  <a:lnTo>
                    <a:pt x="384839" y="268575"/>
                  </a:lnTo>
                  <a:lnTo>
                    <a:pt x="386172" y="268070"/>
                  </a:lnTo>
                  <a:lnTo>
                    <a:pt x="387572" y="267556"/>
                  </a:lnTo>
                  <a:lnTo>
                    <a:pt x="388972" y="266984"/>
                  </a:lnTo>
                  <a:lnTo>
                    <a:pt x="390373" y="266346"/>
                  </a:lnTo>
                  <a:lnTo>
                    <a:pt x="391706" y="265708"/>
                  </a:lnTo>
                  <a:lnTo>
                    <a:pt x="393106" y="265003"/>
                  </a:lnTo>
                  <a:lnTo>
                    <a:pt x="394507" y="264241"/>
                  </a:lnTo>
                  <a:lnTo>
                    <a:pt x="395840" y="263536"/>
                  </a:lnTo>
                  <a:lnTo>
                    <a:pt x="397240" y="262708"/>
                  </a:lnTo>
                  <a:lnTo>
                    <a:pt x="398640" y="261879"/>
                  </a:lnTo>
                  <a:lnTo>
                    <a:pt x="399974" y="261050"/>
                  </a:lnTo>
                  <a:lnTo>
                    <a:pt x="401374" y="260155"/>
                  </a:lnTo>
                  <a:lnTo>
                    <a:pt x="402774" y="259269"/>
                  </a:lnTo>
                  <a:lnTo>
                    <a:pt x="404108" y="258374"/>
                  </a:lnTo>
                  <a:lnTo>
                    <a:pt x="405508" y="257412"/>
                  </a:lnTo>
                  <a:lnTo>
                    <a:pt x="406908" y="256459"/>
                  </a:lnTo>
                  <a:lnTo>
                    <a:pt x="408299" y="255507"/>
                  </a:lnTo>
                  <a:lnTo>
                    <a:pt x="409642" y="254545"/>
                  </a:lnTo>
                  <a:lnTo>
                    <a:pt x="411042" y="253592"/>
                  </a:lnTo>
                  <a:lnTo>
                    <a:pt x="412433" y="252630"/>
                  </a:lnTo>
                  <a:lnTo>
                    <a:pt x="413776" y="251678"/>
                  </a:lnTo>
                  <a:lnTo>
                    <a:pt x="415176" y="250658"/>
                  </a:lnTo>
                  <a:lnTo>
                    <a:pt x="416566" y="249696"/>
                  </a:lnTo>
                  <a:lnTo>
                    <a:pt x="417910" y="248744"/>
                  </a:lnTo>
                  <a:lnTo>
                    <a:pt x="419300" y="247782"/>
                  </a:lnTo>
                  <a:lnTo>
                    <a:pt x="420700" y="246887"/>
                  </a:lnTo>
                  <a:lnTo>
                    <a:pt x="422034" y="245934"/>
                  </a:lnTo>
                  <a:lnTo>
                    <a:pt x="423434" y="245039"/>
                  </a:lnTo>
                  <a:lnTo>
                    <a:pt x="424834" y="244143"/>
                  </a:lnTo>
                  <a:lnTo>
                    <a:pt x="426234" y="243257"/>
                  </a:lnTo>
                  <a:lnTo>
                    <a:pt x="427568" y="242429"/>
                  </a:lnTo>
                  <a:lnTo>
                    <a:pt x="428968" y="241657"/>
                  </a:lnTo>
                  <a:lnTo>
                    <a:pt x="430368" y="240829"/>
                  </a:lnTo>
                  <a:lnTo>
                    <a:pt x="431702" y="240067"/>
                  </a:lnTo>
                  <a:lnTo>
                    <a:pt x="433102" y="239362"/>
                  </a:lnTo>
                  <a:lnTo>
                    <a:pt x="434502" y="238666"/>
                  </a:lnTo>
                  <a:lnTo>
                    <a:pt x="435836" y="238028"/>
                  </a:lnTo>
                  <a:lnTo>
                    <a:pt x="437236" y="237390"/>
                  </a:lnTo>
                  <a:lnTo>
                    <a:pt x="438636" y="236752"/>
                  </a:lnTo>
                  <a:lnTo>
                    <a:pt x="439969" y="236171"/>
                  </a:lnTo>
                  <a:lnTo>
                    <a:pt x="441369" y="235666"/>
                  </a:lnTo>
                  <a:lnTo>
                    <a:pt x="442770" y="235152"/>
                  </a:lnTo>
                  <a:lnTo>
                    <a:pt x="444170" y="234704"/>
                  </a:lnTo>
                  <a:lnTo>
                    <a:pt x="445503" y="234256"/>
                  </a:lnTo>
                  <a:lnTo>
                    <a:pt x="446903" y="233818"/>
                  </a:lnTo>
                  <a:lnTo>
                    <a:pt x="448304" y="233428"/>
                  </a:lnTo>
                  <a:lnTo>
                    <a:pt x="449637" y="233113"/>
                  </a:lnTo>
                  <a:lnTo>
                    <a:pt x="451037" y="232790"/>
                  </a:lnTo>
                  <a:lnTo>
                    <a:pt x="452438" y="232475"/>
                  </a:lnTo>
                  <a:lnTo>
                    <a:pt x="453771" y="232218"/>
                  </a:lnTo>
                  <a:lnTo>
                    <a:pt x="455171" y="231904"/>
                  </a:lnTo>
                  <a:lnTo>
                    <a:pt x="456571" y="231713"/>
                  </a:lnTo>
                  <a:lnTo>
                    <a:pt x="457905" y="231456"/>
                  </a:lnTo>
                  <a:lnTo>
                    <a:pt x="459305" y="231199"/>
                  </a:lnTo>
                  <a:lnTo>
                    <a:pt x="460705" y="231009"/>
                  </a:lnTo>
                  <a:lnTo>
                    <a:pt x="462105" y="230818"/>
                  </a:lnTo>
                  <a:lnTo>
                    <a:pt x="463439" y="230627"/>
                  </a:lnTo>
                  <a:lnTo>
                    <a:pt x="464839" y="230370"/>
                  </a:lnTo>
                  <a:lnTo>
                    <a:pt x="466239" y="230180"/>
                  </a:lnTo>
                  <a:lnTo>
                    <a:pt x="467573" y="229923"/>
                  </a:lnTo>
                  <a:lnTo>
                    <a:pt x="468973" y="229732"/>
                  </a:lnTo>
                  <a:lnTo>
                    <a:pt x="470373" y="229475"/>
                  </a:lnTo>
                  <a:lnTo>
                    <a:pt x="471707" y="229218"/>
                  </a:lnTo>
                  <a:lnTo>
                    <a:pt x="473107" y="228903"/>
                  </a:lnTo>
                  <a:lnTo>
                    <a:pt x="474497" y="228580"/>
                  </a:lnTo>
                  <a:lnTo>
                    <a:pt x="475841" y="228265"/>
                  </a:lnTo>
                  <a:lnTo>
                    <a:pt x="477241" y="227884"/>
                  </a:lnTo>
                  <a:lnTo>
                    <a:pt x="478631" y="227437"/>
                  </a:lnTo>
                  <a:lnTo>
                    <a:pt x="480031" y="226989"/>
                  </a:lnTo>
                  <a:lnTo>
                    <a:pt x="481375" y="226474"/>
                  </a:lnTo>
                  <a:lnTo>
                    <a:pt x="482765" y="225903"/>
                  </a:lnTo>
                  <a:lnTo>
                    <a:pt x="484165" y="225332"/>
                  </a:lnTo>
                  <a:lnTo>
                    <a:pt x="485508" y="224693"/>
                  </a:lnTo>
                  <a:lnTo>
                    <a:pt x="486899" y="223989"/>
                  </a:lnTo>
                  <a:lnTo>
                    <a:pt x="488299" y="223226"/>
                  </a:lnTo>
                  <a:lnTo>
                    <a:pt x="489633" y="222465"/>
                  </a:lnTo>
                  <a:lnTo>
                    <a:pt x="491033" y="221569"/>
                  </a:lnTo>
                  <a:lnTo>
                    <a:pt x="492433" y="220674"/>
                  </a:lnTo>
                  <a:lnTo>
                    <a:pt x="493767" y="219721"/>
                  </a:lnTo>
                  <a:lnTo>
                    <a:pt x="495167" y="218635"/>
                  </a:lnTo>
                  <a:lnTo>
                    <a:pt x="496567" y="217549"/>
                  </a:lnTo>
                  <a:lnTo>
                    <a:pt x="497967" y="216397"/>
                  </a:lnTo>
                  <a:lnTo>
                    <a:pt x="499301" y="215187"/>
                  </a:lnTo>
                  <a:lnTo>
                    <a:pt x="500701" y="213844"/>
                  </a:lnTo>
                  <a:lnTo>
                    <a:pt x="502101" y="212511"/>
                  </a:lnTo>
                  <a:lnTo>
                    <a:pt x="503434" y="211111"/>
                  </a:lnTo>
                  <a:lnTo>
                    <a:pt x="504835" y="209644"/>
                  </a:lnTo>
                  <a:lnTo>
                    <a:pt x="506235" y="208110"/>
                  </a:lnTo>
                  <a:lnTo>
                    <a:pt x="507568" y="206577"/>
                  </a:lnTo>
                  <a:lnTo>
                    <a:pt x="508969" y="204919"/>
                  </a:lnTo>
                  <a:lnTo>
                    <a:pt x="510369" y="203262"/>
                  </a:lnTo>
                  <a:lnTo>
                    <a:pt x="511702" y="201538"/>
                  </a:lnTo>
                  <a:lnTo>
                    <a:pt x="513102" y="199747"/>
                  </a:lnTo>
                  <a:lnTo>
                    <a:pt x="514503" y="197966"/>
                  </a:lnTo>
                  <a:lnTo>
                    <a:pt x="515836" y="196118"/>
                  </a:lnTo>
                  <a:lnTo>
                    <a:pt x="517236" y="194204"/>
                  </a:lnTo>
                  <a:lnTo>
                    <a:pt x="518636" y="192289"/>
                  </a:lnTo>
                  <a:lnTo>
                    <a:pt x="520036" y="190375"/>
                  </a:lnTo>
                  <a:lnTo>
                    <a:pt x="521370" y="188460"/>
                  </a:lnTo>
                  <a:lnTo>
                    <a:pt x="522770" y="186489"/>
                  </a:lnTo>
                  <a:lnTo>
                    <a:pt x="524170" y="184507"/>
                  </a:lnTo>
                  <a:lnTo>
                    <a:pt x="525504" y="182526"/>
                  </a:lnTo>
                  <a:lnTo>
                    <a:pt x="526904" y="180555"/>
                  </a:lnTo>
                  <a:lnTo>
                    <a:pt x="528304" y="178573"/>
                  </a:lnTo>
                  <a:lnTo>
                    <a:pt x="529638" y="176659"/>
                  </a:lnTo>
                  <a:lnTo>
                    <a:pt x="531038" y="174744"/>
                  </a:lnTo>
                  <a:lnTo>
                    <a:pt x="532438" y="172830"/>
                  </a:lnTo>
                  <a:lnTo>
                    <a:pt x="533771" y="170982"/>
                  </a:lnTo>
                  <a:lnTo>
                    <a:pt x="535172" y="169134"/>
                  </a:lnTo>
                  <a:lnTo>
                    <a:pt x="536572" y="167343"/>
                  </a:lnTo>
                  <a:lnTo>
                    <a:pt x="537962" y="165629"/>
                  </a:lnTo>
                  <a:lnTo>
                    <a:pt x="539306" y="163971"/>
                  </a:lnTo>
                  <a:lnTo>
                    <a:pt x="540696" y="162371"/>
                  </a:lnTo>
                  <a:lnTo>
                    <a:pt x="542096" y="160838"/>
                  </a:lnTo>
                  <a:lnTo>
                    <a:pt x="543439" y="159438"/>
                  </a:lnTo>
                  <a:lnTo>
                    <a:pt x="544830" y="158037"/>
                  </a:lnTo>
                  <a:lnTo>
                    <a:pt x="546230" y="156818"/>
                  </a:lnTo>
                  <a:lnTo>
                    <a:pt x="547573" y="155608"/>
                  </a:lnTo>
                  <a:lnTo>
                    <a:pt x="548964" y="154589"/>
                  </a:lnTo>
                  <a:lnTo>
                    <a:pt x="550364" y="153637"/>
                  </a:lnTo>
                  <a:lnTo>
                    <a:pt x="551707" y="152808"/>
                  </a:lnTo>
                  <a:lnTo>
                    <a:pt x="553098" y="152103"/>
                  </a:lnTo>
                  <a:lnTo>
                    <a:pt x="554498" y="151532"/>
                  </a:lnTo>
                  <a:lnTo>
                    <a:pt x="555898" y="151084"/>
                  </a:lnTo>
                  <a:lnTo>
                    <a:pt x="557232" y="150703"/>
                  </a:lnTo>
                  <a:lnTo>
                    <a:pt x="558632" y="150570"/>
                  </a:lnTo>
                  <a:lnTo>
                    <a:pt x="560032" y="150570"/>
                  </a:lnTo>
                  <a:lnTo>
                    <a:pt x="561365" y="150636"/>
                  </a:lnTo>
                  <a:lnTo>
                    <a:pt x="562766" y="150951"/>
                  </a:lnTo>
                  <a:lnTo>
                    <a:pt x="564166" y="151341"/>
                  </a:lnTo>
                  <a:lnTo>
                    <a:pt x="565499" y="151913"/>
                  </a:lnTo>
                  <a:lnTo>
                    <a:pt x="566900" y="152618"/>
                  </a:lnTo>
                  <a:lnTo>
                    <a:pt x="568300" y="153503"/>
                  </a:lnTo>
                  <a:lnTo>
                    <a:pt x="569633" y="154523"/>
                  </a:lnTo>
                  <a:lnTo>
                    <a:pt x="571033" y="155742"/>
                  </a:lnTo>
                  <a:lnTo>
                    <a:pt x="572434" y="157075"/>
                  </a:lnTo>
                  <a:lnTo>
                    <a:pt x="573834" y="158609"/>
                  </a:lnTo>
                  <a:lnTo>
                    <a:pt x="575167" y="160199"/>
                  </a:lnTo>
                  <a:lnTo>
                    <a:pt x="576567" y="162057"/>
                  </a:lnTo>
                  <a:lnTo>
                    <a:pt x="577968" y="163971"/>
                  </a:lnTo>
                  <a:lnTo>
                    <a:pt x="579301" y="166076"/>
                  </a:lnTo>
                  <a:lnTo>
                    <a:pt x="580701" y="168305"/>
                  </a:lnTo>
                  <a:lnTo>
                    <a:pt x="582101" y="170725"/>
                  </a:lnTo>
                  <a:lnTo>
                    <a:pt x="583435" y="173220"/>
                  </a:lnTo>
                  <a:lnTo>
                    <a:pt x="584835" y="175830"/>
                  </a:lnTo>
                  <a:lnTo>
                    <a:pt x="586235" y="178573"/>
                  </a:lnTo>
                  <a:lnTo>
                    <a:pt x="587569" y="181450"/>
                  </a:lnTo>
                  <a:lnTo>
                    <a:pt x="588969" y="184441"/>
                  </a:lnTo>
                  <a:lnTo>
                    <a:pt x="590369" y="187565"/>
                  </a:lnTo>
                  <a:lnTo>
                    <a:pt x="591769" y="190756"/>
                  </a:lnTo>
                  <a:lnTo>
                    <a:pt x="593103" y="194013"/>
                  </a:lnTo>
                  <a:lnTo>
                    <a:pt x="594503" y="197395"/>
                  </a:lnTo>
                  <a:lnTo>
                    <a:pt x="595903" y="200833"/>
                  </a:lnTo>
                  <a:lnTo>
                    <a:pt x="597237" y="204281"/>
                  </a:lnTo>
                  <a:lnTo>
                    <a:pt x="598637" y="207920"/>
                  </a:lnTo>
                  <a:lnTo>
                    <a:pt x="600028" y="211492"/>
                  </a:lnTo>
                  <a:lnTo>
                    <a:pt x="601370" y="215187"/>
                  </a:lnTo>
                  <a:lnTo>
                    <a:pt x="602771" y="218893"/>
                  </a:lnTo>
                  <a:lnTo>
                    <a:pt x="604161" y="222655"/>
                  </a:lnTo>
                  <a:lnTo>
                    <a:pt x="605504" y="226417"/>
                  </a:lnTo>
                  <a:lnTo>
                    <a:pt x="606895" y="230180"/>
                  </a:lnTo>
                  <a:lnTo>
                    <a:pt x="608295" y="233942"/>
                  </a:lnTo>
                  <a:lnTo>
                    <a:pt x="609695" y="237771"/>
                  </a:lnTo>
                  <a:lnTo>
                    <a:pt x="611029" y="241533"/>
                  </a:lnTo>
                  <a:lnTo>
                    <a:pt x="612429" y="245296"/>
                  </a:lnTo>
                  <a:lnTo>
                    <a:pt x="613829" y="249058"/>
                  </a:lnTo>
                  <a:lnTo>
                    <a:pt x="615163" y="252764"/>
                  </a:lnTo>
                  <a:lnTo>
                    <a:pt x="616563" y="256459"/>
                  </a:lnTo>
                  <a:lnTo>
                    <a:pt x="617963" y="260098"/>
                  </a:lnTo>
                  <a:lnTo>
                    <a:pt x="619296" y="263727"/>
                  </a:lnTo>
                  <a:lnTo>
                    <a:pt x="620697" y="267241"/>
                  </a:lnTo>
                  <a:lnTo>
                    <a:pt x="622097" y="270747"/>
                  </a:lnTo>
                  <a:lnTo>
                    <a:pt x="623430" y="274195"/>
                  </a:lnTo>
                  <a:lnTo>
                    <a:pt x="624831" y="277576"/>
                  </a:lnTo>
                  <a:lnTo>
                    <a:pt x="626231" y="280891"/>
                  </a:lnTo>
                  <a:lnTo>
                    <a:pt x="627631" y="284082"/>
                  </a:lnTo>
                  <a:lnTo>
                    <a:pt x="628964" y="287273"/>
                  </a:lnTo>
                  <a:lnTo>
                    <a:pt x="630365" y="290330"/>
                  </a:lnTo>
                  <a:lnTo>
                    <a:pt x="631765" y="293331"/>
                  </a:lnTo>
                  <a:lnTo>
                    <a:pt x="633098" y="296264"/>
                  </a:lnTo>
                  <a:lnTo>
                    <a:pt x="634498" y="299065"/>
                  </a:lnTo>
                  <a:lnTo>
                    <a:pt x="635899" y="301808"/>
                  </a:lnTo>
                  <a:lnTo>
                    <a:pt x="637232" y="304494"/>
                  </a:lnTo>
                  <a:lnTo>
                    <a:pt x="638632" y="307047"/>
                  </a:lnTo>
                  <a:lnTo>
                    <a:pt x="640032" y="309466"/>
                  </a:lnTo>
                  <a:lnTo>
                    <a:pt x="641366" y="311895"/>
                  </a:lnTo>
                  <a:lnTo>
                    <a:pt x="642766" y="314190"/>
                  </a:lnTo>
                  <a:lnTo>
                    <a:pt x="644166" y="316352"/>
                  </a:lnTo>
                  <a:lnTo>
                    <a:pt x="645567" y="318458"/>
                  </a:lnTo>
                  <a:lnTo>
                    <a:pt x="646900" y="320505"/>
                  </a:lnTo>
                  <a:lnTo>
                    <a:pt x="648300" y="322420"/>
                  </a:lnTo>
                  <a:lnTo>
                    <a:pt x="649700" y="324268"/>
                  </a:lnTo>
                  <a:lnTo>
                    <a:pt x="651034" y="326049"/>
                  </a:lnTo>
                  <a:lnTo>
                    <a:pt x="652434" y="327706"/>
                  </a:lnTo>
                  <a:lnTo>
                    <a:pt x="653834" y="329306"/>
                  </a:lnTo>
                  <a:lnTo>
                    <a:pt x="655168" y="330840"/>
                  </a:lnTo>
                  <a:lnTo>
                    <a:pt x="656568" y="332307"/>
                  </a:lnTo>
                  <a:lnTo>
                    <a:pt x="657968" y="333640"/>
                  </a:lnTo>
                  <a:lnTo>
                    <a:pt x="659302" y="334983"/>
                  </a:lnTo>
                  <a:lnTo>
                    <a:pt x="660702" y="336193"/>
                  </a:lnTo>
                  <a:lnTo>
                    <a:pt x="662102" y="337346"/>
                  </a:lnTo>
                  <a:lnTo>
                    <a:pt x="663493" y="338422"/>
                  </a:lnTo>
                  <a:lnTo>
                    <a:pt x="664836" y="339450"/>
                  </a:lnTo>
                  <a:lnTo>
                    <a:pt x="666236" y="340403"/>
                  </a:lnTo>
                  <a:lnTo>
                    <a:pt x="667626" y="341298"/>
                  </a:lnTo>
                  <a:lnTo>
                    <a:pt x="668969" y="342127"/>
                  </a:lnTo>
                  <a:lnTo>
                    <a:pt x="670369" y="342956"/>
                  </a:lnTo>
                  <a:lnTo>
                    <a:pt x="671760" y="343661"/>
                  </a:lnTo>
                  <a:lnTo>
                    <a:pt x="673094" y="344356"/>
                  </a:lnTo>
                  <a:lnTo>
                    <a:pt x="674494" y="344994"/>
                  </a:lnTo>
                  <a:lnTo>
                    <a:pt x="675894" y="345632"/>
                  </a:lnTo>
                  <a:lnTo>
                    <a:pt x="677227" y="346204"/>
                  </a:lnTo>
                  <a:lnTo>
                    <a:pt x="678628" y="346718"/>
                  </a:lnTo>
                  <a:lnTo>
                    <a:pt x="680028" y="347166"/>
                  </a:lnTo>
                  <a:lnTo>
                    <a:pt x="681428" y="347613"/>
                  </a:lnTo>
                  <a:lnTo>
                    <a:pt x="682762" y="348061"/>
                  </a:lnTo>
                  <a:lnTo>
                    <a:pt x="684162" y="348442"/>
                  </a:lnTo>
                  <a:lnTo>
                    <a:pt x="685562" y="348757"/>
                  </a:lnTo>
                  <a:lnTo>
                    <a:pt x="686895" y="349080"/>
                  </a:lnTo>
                  <a:lnTo>
                    <a:pt x="688295" y="349395"/>
                  </a:lnTo>
                  <a:lnTo>
                    <a:pt x="689696" y="349652"/>
                  </a:lnTo>
                  <a:lnTo>
                    <a:pt x="691030" y="349909"/>
                  </a:lnTo>
                  <a:lnTo>
                    <a:pt x="692429" y="350166"/>
                  </a:lnTo>
                  <a:lnTo>
                    <a:pt x="693829" y="350357"/>
                  </a:lnTo>
                  <a:lnTo>
                    <a:pt x="695163" y="350547"/>
                  </a:lnTo>
                  <a:lnTo>
                    <a:pt x="696564" y="350738"/>
                  </a:lnTo>
                  <a:lnTo>
                    <a:pt x="697963" y="350928"/>
                  </a:lnTo>
                  <a:lnTo>
                    <a:pt x="699364" y="351052"/>
                  </a:lnTo>
                  <a:lnTo>
                    <a:pt x="700697" y="351185"/>
                  </a:lnTo>
                  <a:lnTo>
                    <a:pt x="702097" y="351309"/>
                  </a:lnTo>
                  <a:lnTo>
                    <a:pt x="703497" y="351442"/>
                  </a:lnTo>
                  <a:lnTo>
                    <a:pt x="704831" y="351500"/>
                  </a:lnTo>
                  <a:lnTo>
                    <a:pt x="704831" y="352395"/>
                  </a:lnTo>
                  <a:lnTo>
                    <a:pt x="703497" y="352395"/>
                  </a:lnTo>
                  <a:lnTo>
                    <a:pt x="702097" y="352395"/>
                  </a:lnTo>
                  <a:lnTo>
                    <a:pt x="700697" y="352395"/>
                  </a:lnTo>
                  <a:lnTo>
                    <a:pt x="699364" y="352395"/>
                  </a:lnTo>
                  <a:lnTo>
                    <a:pt x="697963" y="352395"/>
                  </a:lnTo>
                  <a:lnTo>
                    <a:pt x="696564" y="352395"/>
                  </a:lnTo>
                  <a:lnTo>
                    <a:pt x="695163" y="352395"/>
                  </a:lnTo>
                  <a:lnTo>
                    <a:pt x="693829" y="352395"/>
                  </a:lnTo>
                  <a:lnTo>
                    <a:pt x="692429" y="352395"/>
                  </a:lnTo>
                  <a:lnTo>
                    <a:pt x="691030" y="352395"/>
                  </a:lnTo>
                  <a:lnTo>
                    <a:pt x="689696" y="352395"/>
                  </a:lnTo>
                  <a:lnTo>
                    <a:pt x="688295" y="352395"/>
                  </a:lnTo>
                  <a:lnTo>
                    <a:pt x="686895" y="352395"/>
                  </a:lnTo>
                  <a:lnTo>
                    <a:pt x="685562" y="352395"/>
                  </a:lnTo>
                  <a:lnTo>
                    <a:pt x="684162" y="352395"/>
                  </a:lnTo>
                  <a:lnTo>
                    <a:pt x="682762" y="352395"/>
                  </a:lnTo>
                  <a:lnTo>
                    <a:pt x="681428" y="352395"/>
                  </a:lnTo>
                  <a:lnTo>
                    <a:pt x="680028" y="352395"/>
                  </a:lnTo>
                  <a:lnTo>
                    <a:pt x="678628" y="352395"/>
                  </a:lnTo>
                  <a:lnTo>
                    <a:pt x="677227" y="352395"/>
                  </a:lnTo>
                  <a:lnTo>
                    <a:pt x="675894" y="352395"/>
                  </a:lnTo>
                  <a:lnTo>
                    <a:pt x="674494" y="352395"/>
                  </a:lnTo>
                  <a:lnTo>
                    <a:pt x="673094" y="352395"/>
                  </a:lnTo>
                  <a:lnTo>
                    <a:pt x="671760" y="352395"/>
                  </a:lnTo>
                  <a:lnTo>
                    <a:pt x="670369" y="352395"/>
                  </a:lnTo>
                  <a:lnTo>
                    <a:pt x="668969" y="352395"/>
                  </a:lnTo>
                  <a:lnTo>
                    <a:pt x="667626" y="352395"/>
                  </a:lnTo>
                  <a:lnTo>
                    <a:pt x="666236" y="352395"/>
                  </a:lnTo>
                  <a:lnTo>
                    <a:pt x="664836" y="352395"/>
                  </a:lnTo>
                  <a:lnTo>
                    <a:pt x="663493" y="352395"/>
                  </a:lnTo>
                  <a:lnTo>
                    <a:pt x="662102" y="352395"/>
                  </a:lnTo>
                  <a:lnTo>
                    <a:pt x="660702" y="352395"/>
                  </a:lnTo>
                  <a:lnTo>
                    <a:pt x="659302" y="352395"/>
                  </a:lnTo>
                  <a:lnTo>
                    <a:pt x="657968" y="352395"/>
                  </a:lnTo>
                  <a:lnTo>
                    <a:pt x="656568" y="352395"/>
                  </a:lnTo>
                  <a:lnTo>
                    <a:pt x="655168" y="352395"/>
                  </a:lnTo>
                  <a:lnTo>
                    <a:pt x="653834" y="352395"/>
                  </a:lnTo>
                  <a:lnTo>
                    <a:pt x="652434" y="352395"/>
                  </a:lnTo>
                  <a:lnTo>
                    <a:pt x="651034" y="352395"/>
                  </a:lnTo>
                  <a:lnTo>
                    <a:pt x="649700" y="352395"/>
                  </a:lnTo>
                  <a:lnTo>
                    <a:pt x="648300" y="352395"/>
                  </a:lnTo>
                  <a:lnTo>
                    <a:pt x="646900" y="352395"/>
                  </a:lnTo>
                  <a:lnTo>
                    <a:pt x="645567" y="352395"/>
                  </a:lnTo>
                  <a:lnTo>
                    <a:pt x="644166" y="352395"/>
                  </a:lnTo>
                  <a:lnTo>
                    <a:pt x="642766" y="352395"/>
                  </a:lnTo>
                  <a:lnTo>
                    <a:pt x="641366" y="352395"/>
                  </a:lnTo>
                  <a:lnTo>
                    <a:pt x="640032" y="352395"/>
                  </a:lnTo>
                  <a:lnTo>
                    <a:pt x="638632" y="352395"/>
                  </a:lnTo>
                  <a:lnTo>
                    <a:pt x="637232" y="352395"/>
                  </a:lnTo>
                  <a:lnTo>
                    <a:pt x="635899" y="352395"/>
                  </a:lnTo>
                  <a:lnTo>
                    <a:pt x="634498" y="352395"/>
                  </a:lnTo>
                  <a:lnTo>
                    <a:pt x="633098" y="352395"/>
                  </a:lnTo>
                  <a:lnTo>
                    <a:pt x="631765" y="352395"/>
                  </a:lnTo>
                  <a:lnTo>
                    <a:pt x="630365" y="352395"/>
                  </a:lnTo>
                  <a:lnTo>
                    <a:pt x="628964" y="352395"/>
                  </a:lnTo>
                  <a:lnTo>
                    <a:pt x="627631" y="352395"/>
                  </a:lnTo>
                  <a:lnTo>
                    <a:pt x="626231" y="352395"/>
                  </a:lnTo>
                  <a:lnTo>
                    <a:pt x="624831" y="352395"/>
                  </a:lnTo>
                  <a:lnTo>
                    <a:pt x="623430" y="352395"/>
                  </a:lnTo>
                  <a:lnTo>
                    <a:pt x="622097" y="352395"/>
                  </a:lnTo>
                  <a:lnTo>
                    <a:pt x="620697" y="352395"/>
                  </a:lnTo>
                  <a:lnTo>
                    <a:pt x="619296" y="352395"/>
                  </a:lnTo>
                  <a:lnTo>
                    <a:pt x="617963" y="352395"/>
                  </a:lnTo>
                  <a:lnTo>
                    <a:pt x="616563" y="352395"/>
                  </a:lnTo>
                  <a:lnTo>
                    <a:pt x="615163" y="352395"/>
                  </a:lnTo>
                  <a:lnTo>
                    <a:pt x="613829" y="352395"/>
                  </a:lnTo>
                  <a:lnTo>
                    <a:pt x="612429" y="352395"/>
                  </a:lnTo>
                  <a:lnTo>
                    <a:pt x="611029" y="352395"/>
                  </a:lnTo>
                  <a:lnTo>
                    <a:pt x="609695" y="352395"/>
                  </a:lnTo>
                  <a:lnTo>
                    <a:pt x="608295" y="352395"/>
                  </a:lnTo>
                  <a:lnTo>
                    <a:pt x="606895" y="352395"/>
                  </a:lnTo>
                  <a:lnTo>
                    <a:pt x="605504" y="352395"/>
                  </a:lnTo>
                  <a:lnTo>
                    <a:pt x="604161" y="352395"/>
                  </a:lnTo>
                  <a:lnTo>
                    <a:pt x="602771" y="352395"/>
                  </a:lnTo>
                  <a:lnTo>
                    <a:pt x="601370" y="352395"/>
                  </a:lnTo>
                  <a:lnTo>
                    <a:pt x="600028" y="352395"/>
                  </a:lnTo>
                  <a:lnTo>
                    <a:pt x="598637" y="352395"/>
                  </a:lnTo>
                  <a:lnTo>
                    <a:pt x="597237" y="352395"/>
                  </a:lnTo>
                  <a:lnTo>
                    <a:pt x="595903" y="352395"/>
                  </a:lnTo>
                  <a:lnTo>
                    <a:pt x="594503" y="352395"/>
                  </a:lnTo>
                  <a:lnTo>
                    <a:pt x="593103" y="352395"/>
                  </a:lnTo>
                  <a:lnTo>
                    <a:pt x="591769" y="352395"/>
                  </a:lnTo>
                  <a:lnTo>
                    <a:pt x="590369" y="352395"/>
                  </a:lnTo>
                  <a:lnTo>
                    <a:pt x="588969" y="352395"/>
                  </a:lnTo>
                  <a:lnTo>
                    <a:pt x="587569" y="352395"/>
                  </a:lnTo>
                  <a:lnTo>
                    <a:pt x="586235" y="352395"/>
                  </a:lnTo>
                  <a:lnTo>
                    <a:pt x="584835" y="352395"/>
                  </a:lnTo>
                  <a:lnTo>
                    <a:pt x="583435" y="352395"/>
                  </a:lnTo>
                  <a:lnTo>
                    <a:pt x="582101" y="352395"/>
                  </a:lnTo>
                  <a:lnTo>
                    <a:pt x="580701" y="352395"/>
                  </a:lnTo>
                  <a:lnTo>
                    <a:pt x="579301" y="352395"/>
                  </a:lnTo>
                  <a:lnTo>
                    <a:pt x="577968" y="352395"/>
                  </a:lnTo>
                  <a:lnTo>
                    <a:pt x="576567" y="352395"/>
                  </a:lnTo>
                  <a:lnTo>
                    <a:pt x="575167" y="352395"/>
                  </a:lnTo>
                  <a:lnTo>
                    <a:pt x="573834" y="352395"/>
                  </a:lnTo>
                  <a:lnTo>
                    <a:pt x="572434" y="352395"/>
                  </a:lnTo>
                  <a:lnTo>
                    <a:pt x="571033" y="352395"/>
                  </a:lnTo>
                  <a:lnTo>
                    <a:pt x="569633" y="352395"/>
                  </a:lnTo>
                  <a:lnTo>
                    <a:pt x="568300" y="352395"/>
                  </a:lnTo>
                  <a:lnTo>
                    <a:pt x="566900" y="352395"/>
                  </a:lnTo>
                  <a:lnTo>
                    <a:pt x="565499" y="352395"/>
                  </a:lnTo>
                  <a:lnTo>
                    <a:pt x="564166" y="352395"/>
                  </a:lnTo>
                  <a:lnTo>
                    <a:pt x="562766" y="352395"/>
                  </a:lnTo>
                  <a:lnTo>
                    <a:pt x="561365" y="352395"/>
                  </a:lnTo>
                  <a:lnTo>
                    <a:pt x="560032" y="352395"/>
                  </a:lnTo>
                  <a:lnTo>
                    <a:pt x="558632" y="352395"/>
                  </a:lnTo>
                  <a:lnTo>
                    <a:pt x="557232" y="352395"/>
                  </a:lnTo>
                  <a:lnTo>
                    <a:pt x="555898" y="352395"/>
                  </a:lnTo>
                  <a:lnTo>
                    <a:pt x="554498" y="352395"/>
                  </a:lnTo>
                  <a:lnTo>
                    <a:pt x="553098" y="352395"/>
                  </a:lnTo>
                  <a:lnTo>
                    <a:pt x="551707" y="352395"/>
                  </a:lnTo>
                  <a:lnTo>
                    <a:pt x="550364" y="352395"/>
                  </a:lnTo>
                  <a:lnTo>
                    <a:pt x="548964" y="352395"/>
                  </a:lnTo>
                  <a:lnTo>
                    <a:pt x="547573" y="352395"/>
                  </a:lnTo>
                  <a:lnTo>
                    <a:pt x="546230" y="352395"/>
                  </a:lnTo>
                  <a:lnTo>
                    <a:pt x="544830" y="352395"/>
                  </a:lnTo>
                  <a:lnTo>
                    <a:pt x="543439" y="352395"/>
                  </a:lnTo>
                  <a:lnTo>
                    <a:pt x="542096" y="352395"/>
                  </a:lnTo>
                  <a:lnTo>
                    <a:pt x="540696" y="352395"/>
                  </a:lnTo>
                  <a:lnTo>
                    <a:pt x="539306" y="352395"/>
                  </a:lnTo>
                  <a:lnTo>
                    <a:pt x="537962" y="352395"/>
                  </a:lnTo>
                  <a:lnTo>
                    <a:pt x="536572" y="352395"/>
                  </a:lnTo>
                  <a:lnTo>
                    <a:pt x="535172" y="352395"/>
                  </a:lnTo>
                  <a:lnTo>
                    <a:pt x="533771" y="352395"/>
                  </a:lnTo>
                  <a:lnTo>
                    <a:pt x="532438" y="352395"/>
                  </a:lnTo>
                  <a:lnTo>
                    <a:pt x="531038" y="352395"/>
                  </a:lnTo>
                  <a:lnTo>
                    <a:pt x="529638" y="352395"/>
                  </a:lnTo>
                  <a:lnTo>
                    <a:pt x="528304" y="352395"/>
                  </a:lnTo>
                  <a:lnTo>
                    <a:pt x="526904" y="352395"/>
                  </a:lnTo>
                  <a:lnTo>
                    <a:pt x="525504" y="352395"/>
                  </a:lnTo>
                  <a:lnTo>
                    <a:pt x="524170" y="352395"/>
                  </a:lnTo>
                  <a:lnTo>
                    <a:pt x="522770" y="352395"/>
                  </a:lnTo>
                  <a:lnTo>
                    <a:pt x="521370" y="352395"/>
                  </a:lnTo>
                  <a:lnTo>
                    <a:pt x="520036" y="352395"/>
                  </a:lnTo>
                  <a:lnTo>
                    <a:pt x="518636" y="352395"/>
                  </a:lnTo>
                  <a:lnTo>
                    <a:pt x="517236" y="352395"/>
                  </a:lnTo>
                  <a:lnTo>
                    <a:pt x="515836" y="352395"/>
                  </a:lnTo>
                  <a:lnTo>
                    <a:pt x="514503" y="352395"/>
                  </a:lnTo>
                  <a:lnTo>
                    <a:pt x="513102" y="352395"/>
                  </a:lnTo>
                  <a:lnTo>
                    <a:pt x="511702" y="352395"/>
                  </a:lnTo>
                  <a:lnTo>
                    <a:pt x="510369" y="352395"/>
                  </a:lnTo>
                  <a:lnTo>
                    <a:pt x="508969" y="352395"/>
                  </a:lnTo>
                  <a:lnTo>
                    <a:pt x="507568" y="352395"/>
                  </a:lnTo>
                  <a:lnTo>
                    <a:pt x="506235" y="352395"/>
                  </a:lnTo>
                  <a:lnTo>
                    <a:pt x="504835" y="352395"/>
                  </a:lnTo>
                  <a:lnTo>
                    <a:pt x="503434" y="352395"/>
                  </a:lnTo>
                  <a:lnTo>
                    <a:pt x="502101" y="352395"/>
                  </a:lnTo>
                  <a:lnTo>
                    <a:pt x="500701" y="352395"/>
                  </a:lnTo>
                  <a:lnTo>
                    <a:pt x="499301" y="352395"/>
                  </a:lnTo>
                  <a:lnTo>
                    <a:pt x="497967" y="352395"/>
                  </a:lnTo>
                  <a:lnTo>
                    <a:pt x="496567" y="352395"/>
                  </a:lnTo>
                  <a:lnTo>
                    <a:pt x="495167" y="352395"/>
                  </a:lnTo>
                  <a:lnTo>
                    <a:pt x="493767" y="352395"/>
                  </a:lnTo>
                  <a:lnTo>
                    <a:pt x="492433" y="352395"/>
                  </a:lnTo>
                  <a:lnTo>
                    <a:pt x="491033" y="352395"/>
                  </a:lnTo>
                  <a:lnTo>
                    <a:pt x="489633" y="352395"/>
                  </a:lnTo>
                  <a:lnTo>
                    <a:pt x="488299" y="352395"/>
                  </a:lnTo>
                  <a:lnTo>
                    <a:pt x="486899" y="352395"/>
                  </a:lnTo>
                  <a:lnTo>
                    <a:pt x="485508" y="352395"/>
                  </a:lnTo>
                  <a:lnTo>
                    <a:pt x="484165" y="352395"/>
                  </a:lnTo>
                  <a:lnTo>
                    <a:pt x="482765" y="352395"/>
                  </a:lnTo>
                  <a:lnTo>
                    <a:pt x="481375" y="352395"/>
                  </a:lnTo>
                  <a:lnTo>
                    <a:pt x="480031" y="352395"/>
                  </a:lnTo>
                  <a:lnTo>
                    <a:pt x="478631" y="352395"/>
                  </a:lnTo>
                  <a:lnTo>
                    <a:pt x="477241" y="352395"/>
                  </a:lnTo>
                  <a:lnTo>
                    <a:pt x="475841" y="352395"/>
                  </a:lnTo>
                  <a:lnTo>
                    <a:pt x="474497" y="352395"/>
                  </a:lnTo>
                  <a:lnTo>
                    <a:pt x="473107" y="352395"/>
                  </a:lnTo>
                  <a:lnTo>
                    <a:pt x="471707" y="352395"/>
                  </a:lnTo>
                  <a:lnTo>
                    <a:pt x="470373" y="352395"/>
                  </a:lnTo>
                  <a:lnTo>
                    <a:pt x="468973" y="352395"/>
                  </a:lnTo>
                  <a:lnTo>
                    <a:pt x="467573" y="352395"/>
                  </a:lnTo>
                  <a:lnTo>
                    <a:pt x="466239" y="352395"/>
                  </a:lnTo>
                  <a:lnTo>
                    <a:pt x="464839" y="352395"/>
                  </a:lnTo>
                  <a:lnTo>
                    <a:pt x="463439" y="352395"/>
                  </a:lnTo>
                  <a:lnTo>
                    <a:pt x="462105" y="352395"/>
                  </a:lnTo>
                  <a:lnTo>
                    <a:pt x="460705" y="352395"/>
                  </a:lnTo>
                  <a:lnTo>
                    <a:pt x="459305" y="352395"/>
                  </a:lnTo>
                  <a:lnTo>
                    <a:pt x="457905" y="352395"/>
                  </a:lnTo>
                  <a:lnTo>
                    <a:pt x="456571" y="352395"/>
                  </a:lnTo>
                  <a:lnTo>
                    <a:pt x="455171" y="352395"/>
                  </a:lnTo>
                  <a:lnTo>
                    <a:pt x="453771" y="352395"/>
                  </a:lnTo>
                  <a:lnTo>
                    <a:pt x="452438" y="352395"/>
                  </a:lnTo>
                  <a:lnTo>
                    <a:pt x="451037" y="352395"/>
                  </a:lnTo>
                  <a:lnTo>
                    <a:pt x="449637" y="352395"/>
                  </a:lnTo>
                  <a:lnTo>
                    <a:pt x="448304" y="352395"/>
                  </a:lnTo>
                  <a:lnTo>
                    <a:pt x="446903" y="352395"/>
                  </a:lnTo>
                  <a:lnTo>
                    <a:pt x="445503" y="352395"/>
                  </a:lnTo>
                  <a:lnTo>
                    <a:pt x="444170" y="352395"/>
                  </a:lnTo>
                  <a:lnTo>
                    <a:pt x="442770" y="352395"/>
                  </a:lnTo>
                  <a:lnTo>
                    <a:pt x="441369" y="352395"/>
                  </a:lnTo>
                  <a:lnTo>
                    <a:pt x="439969" y="352395"/>
                  </a:lnTo>
                  <a:lnTo>
                    <a:pt x="438636" y="352395"/>
                  </a:lnTo>
                  <a:lnTo>
                    <a:pt x="437236" y="352395"/>
                  </a:lnTo>
                  <a:lnTo>
                    <a:pt x="435836" y="352395"/>
                  </a:lnTo>
                  <a:lnTo>
                    <a:pt x="434502" y="352395"/>
                  </a:lnTo>
                  <a:lnTo>
                    <a:pt x="433102" y="352395"/>
                  </a:lnTo>
                  <a:lnTo>
                    <a:pt x="431702" y="352395"/>
                  </a:lnTo>
                  <a:lnTo>
                    <a:pt x="430368" y="352395"/>
                  </a:lnTo>
                  <a:lnTo>
                    <a:pt x="428968" y="352395"/>
                  </a:lnTo>
                  <a:lnTo>
                    <a:pt x="427568" y="352395"/>
                  </a:lnTo>
                  <a:lnTo>
                    <a:pt x="426234" y="352395"/>
                  </a:lnTo>
                  <a:lnTo>
                    <a:pt x="424834" y="352395"/>
                  </a:lnTo>
                  <a:lnTo>
                    <a:pt x="423434" y="352395"/>
                  </a:lnTo>
                  <a:lnTo>
                    <a:pt x="422034" y="352395"/>
                  </a:lnTo>
                  <a:lnTo>
                    <a:pt x="420700" y="352395"/>
                  </a:lnTo>
                  <a:lnTo>
                    <a:pt x="419300" y="352395"/>
                  </a:lnTo>
                  <a:lnTo>
                    <a:pt x="417910" y="352395"/>
                  </a:lnTo>
                  <a:lnTo>
                    <a:pt x="416566" y="352395"/>
                  </a:lnTo>
                  <a:lnTo>
                    <a:pt x="415176" y="352395"/>
                  </a:lnTo>
                  <a:lnTo>
                    <a:pt x="413776" y="352395"/>
                  </a:lnTo>
                  <a:lnTo>
                    <a:pt x="412433" y="352395"/>
                  </a:lnTo>
                  <a:lnTo>
                    <a:pt x="411042" y="352395"/>
                  </a:lnTo>
                  <a:lnTo>
                    <a:pt x="409642" y="352395"/>
                  </a:lnTo>
                  <a:lnTo>
                    <a:pt x="408299" y="352395"/>
                  </a:lnTo>
                  <a:lnTo>
                    <a:pt x="406908" y="352395"/>
                  </a:lnTo>
                  <a:lnTo>
                    <a:pt x="405508" y="352395"/>
                  </a:lnTo>
                  <a:lnTo>
                    <a:pt x="404108" y="352395"/>
                  </a:lnTo>
                  <a:lnTo>
                    <a:pt x="402774" y="352395"/>
                  </a:lnTo>
                  <a:lnTo>
                    <a:pt x="401374" y="352395"/>
                  </a:lnTo>
                  <a:lnTo>
                    <a:pt x="399974" y="352395"/>
                  </a:lnTo>
                  <a:lnTo>
                    <a:pt x="398640" y="352395"/>
                  </a:lnTo>
                  <a:lnTo>
                    <a:pt x="397240" y="352395"/>
                  </a:lnTo>
                  <a:lnTo>
                    <a:pt x="395840" y="352395"/>
                  </a:lnTo>
                  <a:lnTo>
                    <a:pt x="394507" y="352395"/>
                  </a:lnTo>
                  <a:lnTo>
                    <a:pt x="393106" y="352395"/>
                  </a:lnTo>
                  <a:lnTo>
                    <a:pt x="391706" y="352395"/>
                  </a:lnTo>
                  <a:lnTo>
                    <a:pt x="390373" y="352395"/>
                  </a:lnTo>
                  <a:lnTo>
                    <a:pt x="388972" y="352395"/>
                  </a:lnTo>
                  <a:lnTo>
                    <a:pt x="387572" y="352395"/>
                  </a:lnTo>
                  <a:lnTo>
                    <a:pt x="386172" y="352395"/>
                  </a:lnTo>
                  <a:lnTo>
                    <a:pt x="384839" y="352395"/>
                  </a:lnTo>
                  <a:lnTo>
                    <a:pt x="383438" y="352395"/>
                  </a:lnTo>
                  <a:lnTo>
                    <a:pt x="382038" y="352395"/>
                  </a:lnTo>
                  <a:lnTo>
                    <a:pt x="380705" y="352395"/>
                  </a:lnTo>
                  <a:lnTo>
                    <a:pt x="379305" y="352395"/>
                  </a:lnTo>
                  <a:lnTo>
                    <a:pt x="377904" y="352395"/>
                  </a:lnTo>
                  <a:lnTo>
                    <a:pt x="376571" y="352395"/>
                  </a:lnTo>
                  <a:lnTo>
                    <a:pt x="375171" y="352395"/>
                  </a:lnTo>
                  <a:lnTo>
                    <a:pt x="373771" y="352395"/>
                  </a:lnTo>
                  <a:lnTo>
                    <a:pt x="372437" y="352395"/>
                  </a:lnTo>
                  <a:lnTo>
                    <a:pt x="371037" y="352395"/>
                  </a:lnTo>
                  <a:lnTo>
                    <a:pt x="369637" y="352395"/>
                  </a:lnTo>
                  <a:lnTo>
                    <a:pt x="368236" y="352395"/>
                  </a:lnTo>
                  <a:lnTo>
                    <a:pt x="366903" y="352395"/>
                  </a:lnTo>
                  <a:lnTo>
                    <a:pt x="365503" y="352395"/>
                  </a:lnTo>
                  <a:lnTo>
                    <a:pt x="364103" y="352395"/>
                  </a:lnTo>
                  <a:lnTo>
                    <a:pt x="362769" y="352395"/>
                  </a:lnTo>
                  <a:lnTo>
                    <a:pt x="361369" y="352395"/>
                  </a:lnTo>
                  <a:lnTo>
                    <a:pt x="359969" y="352395"/>
                  </a:lnTo>
                  <a:lnTo>
                    <a:pt x="358635" y="352395"/>
                  </a:lnTo>
                  <a:lnTo>
                    <a:pt x="357235" y="352395"/>
                  </a:lnTo>
                  <a:lnTo>
                    <a:pt x="355844" y="352395"/>
                  </a:lnTo>
                  <a:lnTo>
                    <a:pt x="354502" y="352395"/>
                  </a:lnTo>
                  <a:lnTo>
                    <a:pt x="353101" y="352395"/>
                  </a:lnTo>
                  <a:lnTo>
                    <a:pt x="351711" y="352395"/>
                  </a:lnTo>
                  <a:lnTo>
                    <a:pt x="350311" y="352395"/>
                  </a:lnTo>
                  <a:lnTo>
                    <a:pt x="348968" y="352395"/>
                  </a:lnTo>
                  <a:lnTo>
                    <a:pt x="347577" y="352395"/>
                  </a:lnTo>
                  <a:lnTo>
                    <a:pt x="346177" y="352395"/>
                  </a:lnTo>
                  <a:lnTo>
                    <a:pt x="344843" y="352395"/>
                  </a:lnTo>
                  <a:lnTo>
                    <a:pt x="343443" y="352395"/>
                  </a:lnTo>
                  <a:lnTo>
                    <a:pt x="342043" y="352395"/>
                  </a:lnTo>
                  <a:lnTo>
                    <a:pt x="340709" y="352395"/>
                  </a:lnTo>
                  <a:lnTo>
                    <a:pt x="339309" y="352395"/>
                  </a:lnTo>
                  <a:lnTo>
                    <a:pt x="337909" y="352395"/>
                  </a:lnTo>
                  <a:lnTo>
                    <a:pt x="336576" y="352395"/>
                  </a:lnTo>
                  <a:lnTo>
                    <a:pt x="335175" y="352395"/>
                  </a:lnTo>
                  <a:lnTo>
                    <a:pt x="333775" y="352395"/>
                  </a:lnTo>
                  <a:lnTo>
                    <a:pt x="332375" y="352395"/>
                  </a:lnTo>
                  <a:lnTo>
                    <a:pt x="331041" y="352395"/>
                  </a:lnTo>
                  <a:lnTo>
                    <a:pt x="329641" y="352395"/>
                  </a:lnTo>
                  <a:lnTo>
                    <a:pt x="328241" y="352395"/>
                  </a:lnTo>
                  <a:lnTo>
                    <a:pt x="326908" y="352395"/>
                  </a:lnTo>
                  <a:lnTo>
                    <a:pt x="325507" y="352395"/>
                  </a:lnTo>
                  <a:lnTo>
                    <a:pt x="324107" y="352395"/>
                  </a:lnTo>
                  <a:lnTo>
                    <a:pt x="322774" y="352395"/>
                  </a:lnTo>
                  <a:lnTo>
                    <a:pt x="321374" y="352395"/>
                  </a:lnTo>
                  <a:lnTo>
                    <a:pt x="319973" y="352395"/>
                  </a:lnTo>
                  <a:lnTo>
                    <a:pt x="318640" y="352395"/>
                  </a:lnTo>
                  <a:lnTo>
                    <a:pt x="317240" y="352395"/>
                  </a:lnTo>
                  <a:lnTo>
                    <a:pt x="315840" y="352395"/>
                  </a:lnTo>
                  <a:lnTo>
                    <a:pt x="314439" y="352395"/>
                  </a:lnTo>
                  <a:lnTo>
                    <a:pt x="313106" y="352395"/>
                  </a:lnTo>
                  <a:lnTo>
                    <a:pt x="311706" y="352395"/>
                  </a:lnTo>
                  <a:lnTo>
                    <a:pt x="310305" y="352395"/>
                  </a:lnTo>
                  <a:lnTo>
                    <a:pt x="308972" y="352395"/>
                  </a:lnTo>
                  <a:lnTo>
                    <a:pt x="307572" y="352395"/>
                  </a:lnTo>
                  <a:lnTo>
                    <a:pt x="306172" y="352395"/>
                  </a:lnTo>
                  <a:lnTo>
                    <a:pt x="304838" y="352395"/>
                  </a:lnTo>
                  <a:lnTo>
                    <a:pt x="303438" y="352395"/>
                  </a:lnTo>
                  <a:lnTo>
                    <a:pt x="302038" y="352395"/>
                  </a:lnTo>
                  <a:lnTo>
                    <a:pt x="300704" y="352395"/>
                  </a:lnTo>
                  <a:lnTo>
                    <a:pt x="299304" y="352395"/>
                  </a:lnTo>
                  <a:lnTo>
                    <a:pt x="297904" y="352395"/>
                  </a:lnTo>
                  <a:lnTo>
                    <a:pt x="296570" y="352395"/>
                  </a:lnTo>
                  <a:lnTo>
                    <a:pt x="295170" y="352395"/>
                  </a:lnTo>
                  <a:lnTo>
                    <a:pt x="293770" y="352395"/>
                  </a:lnTo>
                  <a:lnTo>
                    <a:pt x="292379" y="352395"/>
                  </a:lnTo>
                  <a:lnTo>
                    <a:pt x="291037" y="352395"/>
                  </a:lnTo>
                  <a:lnTo>
                    <a:pt x="289636" y="352395"/>
                  </a:lnTo>
                  <a:lnTo>
                    <a:pt x="288246" y="352395"/>
                  </a:lnTo>
                  <a:lnTo>
                    <a:pt x="286902" y="352395"/>
                  </a:lnTo>
                  <a:lnTo>
                    <a:pt x="285512" y="352395"/>
                  </a:lnTo>
                  <a:lnTo>
                    <a:pt x="284112" y="352395"/>
                  </a:lnTo>
                  <a:lnTo>
                    <a:pt x="282769" y="352395"/>
                  </a:lnTo>
                  <a:lnTo>
                    <a:pt x="281378" y="352395"/>
                  </a:lnTo>
                  <a:lnTo>
                    <a:pt x="279978" y="352395"/>
                  </a:lnTo>
                  <a:lnTo>
                    <a:pt x="278635" y="352395"/>
                  </a:lnTo>
                  <a:lnTo>
                    <a:pt x="277244" y="352395"/>
                  </a:lnTo>
                  <a:lnTo>
                    <a:pt x="275844" y="352395"/>
                  </a:lnTo>
                  <a:lnTo>
                    <a:pt x="274444" y="352395"/>
                  </a:lnTo>
                  <a:lnTo>
                    <a:pt x="273110" y="352395"/>
                  </a:lnTo>
                  <a:lnTo>
                    <a:pt x="271710" y="352395"/>
                  </a:lnTo>
                  <a:lnTo>
                    <a:pt x="270310" y="352395"/>
                  </a:lnTo>
                  <a:lnTo>
                    <a:pt x="268977" y="352395"/>
                  </a:lnTo>
                  <a:lnTo>
                    <a:pt x="267576" y="352395"/>
                  </a:lnTo>
                  <a:lnTo>
                    <a:pt x="266176" y="352395"/>
                  </a:lnTo>
                  <a:lnTo>
                    <a:pt x="264843" y="352395"/>
                  </a:lnTo>
                  <a:lnTo>
                    <a:pt x="263443" y="352395"/>
                  </a:lnTo>
                  <a:lnTo>
                    <a:pt x="262042" y="352395"/>
                  </a:lnTo>
                  <a:lnTo>
                    <a:pt x="260709" y="352395"/>
                  </a:lnTo>
                  <a:lnTo>
                    <a:pt x="259309" y="352395"/>
                  </a:lnTo>
                  <a:lnTo>
                    <a:pt x="257909" y="352395"/>
                  </a:lnTo>
                  <a:lnTo>
                    <a:pt x="256508" y="352395"/>
                  </a:lnTo>
                  <a:lnTo>
                    <a:pt x="255175" y="352395"/>
                  </a:lnTo>
                  <a:lnTo>
                    <a:pt x="253775" y="352395"/>
                  </a:lnTo>
                  <a:lnTo>
                    <a:pt x="252374" y="352395"/>
                  </a:lnTo>
                  <a:lnTo>
                    <a:pt x="251041" y="352395"/>
                  </a:lnTo>
                  <a:lnTo>
                    <a:pt x="249641" y="352395"/>
                  </a:lnTo>
                  <a:lnTo>
                    <a:pt x="248241" y="352395"/>
                  </a:lnTo>
                  <a:lnTo>
                    <a:pt x="246907" y="352395"/>
                  </a:lnTo>
                  <a:lnTo>
                    <a:pt x="245507" y="352395"/>
                  </a:lnTo>
                  <a:lnTo>
                    <a:pt x="244107" y="352395"/>
                  </a:lnTo>
                  <a:lnTo>
                    <a:pt x="242773" y="352395"/>
                  </a:lnTo>
                  <a:lnTo>
                    <a:pt x="241373" y="352395"/>
                  </a:lnTo>
                  <a:lnTo>
                    <a:pt x="239973" y="352395"/>
                  </a:lnTo>
                  <a:lnTo>
                    <a:pt x="238573" y="352395"/>
                  </a:lnTo>
                  <a:lnTo>
                    <a:pt x="237239" y="352395"/>
                  </a:lnTo>
                  <a:lnTo>
                    <a:pt x="235839" y="352395"/>
                  </a:lnTo>
                  <a:lnTo>
                    <a:pt x="234439" y="352395"/>
                  </a:lnTo>
                  <a:lnTo>
                    <a:pt x="233105" y="352395"/>
                  </a:lnTo>
                  <a:lnTo>
                    <a:pt x="231705" y="352395"/>
                  </a:lnTo>
                  <a:lnTo>
                    <a:pt x="230315" y="352395"/>
                  </a:lnTo>
                  <a:lnTo>
                    <a:pt x="228971" y="352395"/>
                  </a:lnTo>
                  <a:lnTo>
                    <a:pt x="227571" y="352395"/>
                  </a:lnTo>
                  <a:lnTo>
                    <a:pt x="226181" y="352395"/>
                  </a:lnTo>
                  <a:lnTo>
                    <a:pt x="224838" y="352395"/>
                  </a:lnTo>
                  <a:lnTo>
                    <a:pt x="223437" y="352395"/>
                  </a:lnTo>
                  <a:lnTo>
                    <a:pt x="222047" y="352395"/>
                  </a:lnTo>
                  <a:lnTo>
                    <a:pt x="220647" y="352395"/>
                  </a:lnTo>
                  <a:lnTo>
                    <a:pt x="219304" y="352395"/>
                  </a:lnTo>
                  <a:lnTo>
                    <a:pt x="217913" y="352395"/>
                  </a:lnTo>
                  <a:lnTo>
                    <a:pt x="216513" y="352395"/>
                  </a:lnTo>
                  <a:lnTo>
                    <a:pt x="215179" y="352395"/>
                  </a:lnTo>
                  <a:lnTo>
                    <a:pt x="213779" y="352395"/>
                  </a:lnTo>
                  <a:lnTo>
                    <a:pt x="212379" y="352395"/>
                  </a:lnTo>
                  <a:lnTo>
                    <a:pt x="211045" y="352395"/>
                  </a:lnTo>
                  <a:lnTo>
                    <a:pt x="209645" y="352395"/>
                  </a:lnTo>
                  <a:lnTo>
                    <a:pt x="208245" y="352395"/>
                  </a:lnTo>
                  <a:lnTo>
                    <a:pt x="206912" y="352395"/>
                  </a:lnTo>
                  <a:lnTo>
                    <a:pt x="205511" y="352395"/>
                  </a:lnTo>
                  <a:lnTo>
                    <a:pt x="204111" y="352395"/>
                  </a:lnTo>
                  <a:lnTo>
                    <a:pt x="202711" y="352395"/>
                  </a:lnTo>
                  <a:lnTo>
                    <a:pt x="201378" y="352395"/>
                  </a:lnTo>
                  <a:lnTo>
                    <a:pt x="199978" y="352395"/>
                  </a:lnTo>
                  <a:lnTo>
                    <a:pt x="198577" y="352395"/>
                  </a:lnTo>
                  <a:lnTo>
                    <a:pt x="197244" y="352395"/>
                  </a:lnTo>
                  <a:lnTo>
                    <a:pt x="195843" y="352395"/>
                  </a:lnTo>
                  <a:lnTo>
                    <a:pt x="194443" y="352395"/>
                  </a:lnTo>
                  <a:lnTo>
                    <a:pt x="193110" y="352395"/>
                  </a:lnTo>
                  <a:lnTo>
                    <a:pt x="191710" y="352395"/>
                  </a:lnTo>
                  <a:lnTo>
                    <a:pt x="190310" y="352395"/>
                  </a:lnTo>
                  <a:lnTo>
                    <a:pt x="188976" y="352395"/>
                  </a:lnTo>
                  <a:lnTo>
                    <a:pt x="187576" y="352395"/>
                  </a:lnTo>
                  <a:lnTo>
                    <a:pt x="186176" y="352395"/>
                  </a:lnTo>
                  <a:lnTo>
                    <a:pt x="184776" y="352395"/>
                  </a:lnTo>
                  <a:lnTo>
                    <a:pt x="183442" y="352395"/>
                  </a:lnTo>
                  <a:lnTo>
                    <a:pt x="182042" y="352395"/>
                  </a:lnTo>
                  <a:lnTo>
                    <a:pt x="180642" y="352395"/>
                  </a:lnTo>
                  <a:lnTo>
                    <a:pt x="179308" y="352395"/>
                  </a:lnTo>
                  <a:lnTo>
                    <a:pt x="177908" y="352395"/>
                  </a:lnTo>
                  <a:lnTo>
                    <a:pt x="176508" y="352395"/>
                  </a:lnTo>
                  <a:lnTo>
                    <a:pt x="175174" y="352395"/>
                  </a:lnTo>
                  <a:lnTo>
                    <a:pt x="173774" y="352395"/>
                  </a:lnTo>
                  <a:lnTo>
                    <a:pt x="172374" y="352395"/>
                  </a:lnTo>
                  <a:lnTo>
                    <a:pt x="171041" y="352395"/>
                  </a:lnTo>
                  <a:lnTo>
                    <a:pt x="169640" y="352395"/>
                  </a:lnTo>
                  <a:lnTo>
                    <a:pt x="168240" y="352395"/>
                  </a:lnTo>
                  <a:lnTo>
                    <a:pt x="166850" y="352395"/>
                  </a:lnTo>
                  <a:lnTo>
                    <a:pt x="165506" y="352395"/>
                  </a:lnTo>
                  <a:lnTo>
                    <a:pt x="164116" y="352395"/>
                  </a:lnTo>
                  <a:lnTo>
                    <a:pt x="162716" y="352395"/>
                  </a:lnTo>
                  <a:lnTo>
                    <a:pt x="161373" y="352395"/>
                  </a:lnTo>
                  <a:lnTo>
                    <a:pt x="159982" y="352395"/>
                  </a:lnTo>
                  <a:lnTo>
                    <a:pt x="158582" y="352395"/>
                  </a:lnTo>
                  <a:lnTo>
                    <a:pt x="157239" y="352395"/>
                  </a:lnTo>
                  <a:lnTo>
                    <a:pt x="155848" y="352395"/>
                  </a:lnTo>
                  <a:lnTo>
                    <a:pt x="154448" y="352395"/>
                  </a:lnTo>
                  <a:lnTo>
                    <a:pt x="153105" y="352395"/>
                  </a:lnTo>
                  <a:lnTo>
                    <a:pt x="151714" y="352395"/>
                  </a:lnTo>
                  <a:lnTo>
                    <a:pt x="150314" y="352395"/>
                  </a:lnTo>
                  <a:lnTo>
                    <a:pt x="148914" y="352395"/>
                  </a:lnTo>
                  <a:lnTo>
                    <a:pt x="147580" y="352395"/>
                  </a:lnTo>
                  <a:lnTo>
                    <a:pt x="146180" y="352395"/>
                  </a:lnTo>
                  <a:lnTo>
                    <a:pt x="144780" y="352395"/>
                  </a:lnTo>
                  <a:lnTo>
                    <a:pt x="143447" y="352395"/>
                  </a:lnTo>
                  <a:lnTo>
                    <a:pt x="142046" y="352395"/>
                  </a:lnTo>
                  <a:lnTo>
                    <a:pt x="140646" y="352395"/>
                  </a:lnTo>
                  <a:lnTo>
                    <a:pt x="139313" y="352395"/>
                  </a:lnTo>
                  <a:lnTo>
                    <a:pt x="137912" y="352395"/>
                  </a:lnTo>
                  <a:lnTo>
                    <a:pt x="136512" y="352395"/>
                  </a:lnTo>
                  <a:lnTo>
                    <a:pt x="135179" y="352395"/>
                  </a:lnTo>
                  <a:lnTo>
                    <a:pt x="133779" y="352395"/>
                  </a:lnTo>
                  <a:lnTo>
                    <a:pt x="132378" y="352395"/>
                  </a:lnTo>
                  <a:lnTo>
                    <a:pt x="130978" y="352395"/>
                  </a:lnTo>
                  <a:lnTo>
                    <a:pt x="129645" y="352395"/>
                  </a:lnTo>
                  <a:lnTo>
                    <a:pt x="128245" y="352395"/>
                  </a:lnTo>
                  <a:lnTo>
                    <a:pt x="126844" y="352395"/>
                  </a:lnTo>
                  <a:lnTo>
                    <a:pt x="125511" y="352395"/>
                  </a:lnTo>
                  <a:lnTo>
                    <a:pt x="124111" y="352395"/>
                  </a:lnTo>
                  <a:lnTo>
                    <a:pt x="122711" y="352395"/>
                  </a:lnTo>
                  <a:lnTo>
                    <a:pt x="121377" y="352395"/>
                  </a:lnTo>
                  <a:lnTo>
                    <a:pt x="119977" y="352395"/>
                  </a:lnTo>
                  <a:lnTo>
                    <a:pt x="118577" y="352395"/>
                  </a:lnTo>
                  <a:lnTo>
                    <a:pt x="117243" y="352395"/>
                  </a:lnTo>
                  <a:lnTo>
                    <a:pt x="115843" y="352395"/>
                  </a:lnTo>
                  <a:lnTo>
                    <a:pt x="114443" y="352395"/>
                  </a:lnTo>
                  <a:lnTo>
                    <a:pt x="113043" y="352395"/>
                  </a:lnTo>
                  <a:lnTo>
                    <a:pt x="111709" y="352395"/>
                  </a:lnTo>
                  <a:lnTo>
                    <a:pt x="110309" y="352395"/>
                  </a:lnTo>
                  <a:lnTo>
                    <a:pt x="108909" y="352395"/>
                  </a:lnTo>
                  <a:lnTo>
                    <a:pt x="107575" y="352395"/>
                  </a:lnTo>
                  <a:lnTo>
                    <a:pt x="106175" y="352395"/>
                  </a:lnTo>
                  <a:lnTo>
                    <a:pt x="104784" y="352395"/>
                  </a:lnTo>
                  <a:lnTo>
                    <a:pt x="103442" y="352395"/>
                  </a:lnTo>
                  <a:lnTo>
                    <a:pt x="102041" y="352395"/>
                  </a:lnTo>
                  <a:lnTo>
                    <a:pt x="100651" y="352395"/>
                  </a:lnTo>
                  <a:lnTo>
                    <a:pt x="99308" y="352395"/>
                  </a:lnTo>
                  <a:lnTo>
                    <a:pt x="97917" y="352395"/>
                  </a:lnTo>
                  <a:lnTo>
                    <a:pt x="96517" y="352395"/>
                  </a:lnTo>
                  <a:lnTo>
                    <a:pt x="95174" y="352395"/>
                  </a:lnTo>
                  <a:lnTo>
                    <a:pt x="93783" y="352395"/>
                  </a:lnTo>
                  <a:lnTo>
                    <a:pt x="92383" y="352395"/>
                  </a:lnTo>
                  <a:lnTo>
                    <a:pt x="90983" y="352395"/>
                  </a:lnTo>
                  <a:lnTo>
                    <a:pt x="89649" y="352395"/>
                  </a:lnTo>
                  <a:lnTo>
                    <a:pt x="88249" y="352395"/>
                  </a:lnTo>
                  <a:lnTo>
                    <a:pt x="86849" y="352395"/>
                  </a:lnTo>
                  <a:lnTo>
                    <a:pt x="85516" y="352395"/>
                  </a:lnTo>
                  <a:lnTo>
                    <a:pt x="84115" y="352395"/>
                  </a:lnTo>
                  <a:lnTo>
                    <a:pt x="82715" y="352395"/>
                  </a:lnTo>
                  <a:lnTo>
                    <a:pt x="81382" y="352395"/>
                  </a:lnTo>
                  <a:lnTo>
                    <a:pt x="79981" y="352395"/>
                  </a:lnTo>
                  <a:lnTo>
                    <a:pt x="78581" y="352395"/>
                  </a:lnTo>
                  <a:lnTo>
                    <a:pt x="77248" y="352395"/>
                  </a:lnTo>
                  <a:lnTo>
                    <a:pt x="75848" y="352395"/>
                  </a:lnTo>
                  <a:lnTo>
                    <a:pt x="74447" y="352395"/>
                  </a:lnTo>
                  <a:lnTo>
                    <a:pt x="73047" y="352395"/>
                  </a:lnTo>
                  <a:lnTo>
                    <a:pt x="71714" y="352395"/>
                  </a:lnTo>
                  <a:lnTo>
                    <a:pt x="70314" y="352395"/>
                  </a:lnTo>
                  <a:lnTo>
                    <a:pt x="68913" y="352395"/>
                  </a:lnTo>
                  <a:lnTo>
                    <a:pt x="67580" y="352395"/>
                  </a:lnTo>
                  <a:lnTo>
                    <a:pt x="66180" y="352395"/>
                  </a:lnTo>
                  <a:lnTo>
                    <a:pt x="64780" y="352395"/>
                  </a:lnTo>
                  <a:lnTo>
                    <a:pt x="63446" y="352395"/>
                  </a:lnTo>
                  <a:lnTo>
                    <a:pt x="62046" y="352395"/>
                  </a:lnTo>
                  <a:lnTo>
                    <a:pt x="60646" y="352395"/>
                  </a:lnTo>
                  <a:lnTo>
                    <a:pt x="59312" y="352395"/>
                  </a:lnTo>
                  <a:lnTo>
                    <a:pt x="57912" y="352395"/>
                  </a:lnTo>
                  <a:lnTo>
                    <a:pt x="56512" y="352395"/>
                  </a:lnTo>
                  <a:lnTo>
                    <a:pt x="55112" y="352395"/>
                  </a:lnTo>
                  <a:lnTo>
                    <a:pt x="53778" y="352395"/>
                  </a:lnTo>
                  <a:lnTo>
                    <a:pt x="52378" y="352395"/>
                  </a:lnTo>
                  <a:lnTo>
                    <a:pt x="50978" y="352395"/>
                  </a:lnTo>
                  <a:lnTo>
                    <a:pt x="49644" y="352395"/>
                  </a:lnTo>
                  <a:lnTo>
                    <a:pt x="48244" y="352395"/>
                  </a:lnTo>
                  <a:lnTo>
                    <a:pt x="46844" y="352395"/>
                  </a:lnTo>
                  <a:lnTo>
                    <a:pt x="45510" y="352395"/>
                  </a:lnTo>
                  <a:lnTo>
                    <a:pt x="44110" y="352395"/>
                  </a:lnTo>
                  <a:lnTo>
                    <a:pt x="42710" y="352395"/>
                  </a:lnTo>
                  <a:lnTo>
                    <a:pt x="41377" y="352395"/>
                  </a:lnTo>
                  <a:lnTo>
                    <a:pt x="39977" y="352395"/>
                  </a:lnTo>
                  <a:lnTo>
                    <a:pt x="38576" y="352395"/>
                  </a:lnTo>
                  <a:lnTo>
                    <a:pt x="37186" y="352395"/>
                  </a:lnTo>
                  <a:lnTo>
                    <a:pt x="35843" y="352395"/>
                  </a:lnTo>
                  <a:lnTo>
                    <a:pt x="34443" y="352395"/>
                  </a:lnTo>
                  <a:lnTo>
                    <a:pt x="33052" y="352395"/>
                  </a:lnTo>
                  <a:lnTo>
                    <a:pt x="31718" y="352395"/>
                  </a:lnTo>
                  <a:lnTo>
                    <a:pt x="30318" y="352395"/>
                  </a:lnTo>
                  <a:lnTo>
                    <a:pt x="28918" y="352395"/>
                  </a:lnTo>
                  <a:lnTo>
                    <a:pt x="27585" y="352395"/>
                  </a:lnTo>
                  <a:lnTo>
                    <a:pt x="26184" y="352395"/>
                  </a:lnTo>
                  <a:lnTo>
                    <a:pt x="24784" y="352395"/>
                  </a:lnTo>
                  <a:lnTo>
                    <a:pt x="23450" y="352395"/>
                  </a:lnTo>
                  <a:lnTo>
                    <a:pt x="22050" y="352395"/>
                  </a:lnTo>
                  <a:lnTo>
                    <a:pt x="20650" y="352395"/>
                  </a:lnTo>
                  <a:lnTo>
                    <a:pt x="19250" y="352395"/>
                  </a:lnTo>
                  <a:lnTo>
                    <a:pt x="17917" y="352395"/>
                  </a:lnTo>
                  <a:lnTo>
                    <a:pt x="16516" y="352395"/>
                  </a:lnTo>
                  <a:lnTo>
                    <a:pt x="15116" y="352395"/>
                  </a:lnTo>
                  <a:lnTo>
                    <a:pt x="13783" y="352395"/>
                  </a:lnTo>
                  <a:lnTo>
                    <a:pt x="12383" y="352395"/>
                  </a:lnTo>
                  <a:lnTo>
                    <a:pt x="10982" y="352395"/>
                  </a:lnTo>
                  <a:lnTo>
                    <a:pt x="9649" y="352395"/>
                  </a:lnTo>
                  <a:lnTo>
                    <a:pt x="8249" y="352395"/>
                  </a:lnTo>
                  <a:lnTo>
                    <a:pt x="6849" y="352395"/>
                  </a:lnTo>
                  <a:lnTo>
                    <a:pt x="5515" y="352395"/>
                  </a:lnTo>
                  <a:lnTo>
                    <a:pt x="4115" y="352395"/>
                  </a:lnTo>
                  <a:lnTo>
                    <a:pt x="2715" y="352395"/>
                  </a:lnTo>
                  <a:lnTo>
                    <a:pt x="1315" y="352395"/>
                  </a:lnTo>
                  <a:lnTo>
                    <a:pt x="-19" y="352395"/>
                  </a:lnTo>
                  <a:close/>
                </a:path>
              </a:pathLst>
            </a:custGeom>
            <a:solidFill>
              <a:srgbClr val="BCBDB8">
                <a:alpha val="50000"/>
              </a:srgbClr>
            </a:solidFill>
            <a:ln w="9525" cap="flat">
              <a:noFill/>
              <a:prstDash val="solid"/>
              <a:round/>
            </a:ln>
          </p:spPr>
          <p:txBody>
            <a:bodyPr/>
            <a:lstStyle/>
            <a:p>
              <a:endParaRPr lang="zh-CN" altLang="en-US" sz="2190"/>
            </a:p>
          </p:txBody>
        </p:sp>
        <p:sp>
          <p:nvSpPr>
            <p:cNvPr id="930" name="任意多边形: 形状 929"/>
            <p:cNvSpPr/>
            <p:nvPr/>
          </p:nvSpPr>
          <p:spPr>
            <a:xfrm>
              <a:off x="4634374" y="4288359"/>
              <a:ext cx="9525" cy="142875"/>
            </a:xfrm>
            <a:custGeom>
              <a:avLst/>
              <a:gdLst>
                <a:gd name="csX0" fmla="*/ -19 w 9525"/>
                <a:gd name="csY0" fmla="*/ 142845 h 142875"/>
                <a:gd name="csX1" fmla="*/ -19 w 9525"/>
                <a:gd name="csY1" fmla="*/ -30 h 142875"/>
              </a:gdLst>
              <a:ahLst/>
              <a:cxnLst>
                <a:cxn ang="0">
                  <a:pos x="csX0" y="csY0"/>
                </a:cxn>
                <a:cxn ang="0">
                  <a:pos x="csX1" y="csY1"/>
                </a:cxn>
              </a:cxnLst>
              <a:rect l="l" t="t" r="r" b="b"/>
              <a:pathLst>
                <a:path w="9525" h="142875">
                  <a:moveTo>
                    <a:pt x="-19" y="142845"/>
                  </a:moveTo>
                  <a:lnTo>
                    <a:pt x="-19" y="-30"/>
                  </a:lnTo>
                </a:path>
              </a:pathLst>
            </a:custGeom>
            <a:noFill/>
            <a:ln w="7242" cap="flat">
              <a:solidFill>
                <a:srgbClr val="000000"/>
              </a:solidFill>
              <a:prstDash val="solid"/>
              <a:round/>
            </a:ln>
          </p:spPr>
          <p:txBody>
            <a:bodyPr/>
            <a:lstStyle/>
            <a:p>
              <a:endParaRPr lang="zh-CN" altLang="en-US" sz="2190"/>
            </a:p>
          </p:txBody>
        </p:sp>
        <p:sp>
          <p:nvSpPr>
            <p:cNvPr id="931" name="任意多边形: 形状 930"/>
            <p:cNvSpPr/>
            <p:nvPr/>
          </p:nvSpPr>
          <p:spPr>
            <a:xfrm>
              <a:off x="4329574" y="4078809"/>
              <a:ext cx="704850" cy="352425"/>
            </a:xfrm>
            <a:custGeom>
              <a:avLst/>
              <a:gdLst>
                <a:gd name="csX0" fmla="*/ -19 w 704850"/>
                <a:gd name="csY0" fmla="*/ 351433 h 352425"/>
                <a:gd name="csX1" fmla="*/ 1315 w 704850"/>
                <a:gd name="csY1" fmla="*/ 351242 h 352425"/>
                <a:gd name="csX2" fmla="*/ 2715 w 704850"/>
                <a:gd name="csY2" fmla="*/ 350985 h 352425"/>
                <a:gd name="csX3" fmla="*/ 4115 w 704850"/>
                <a:gd name="csY3" fmla="*/ 350795 h 352425"/>
                <a:gd name="csX4" fmla="*/ 5515 w 704850"/>
                <a:gd name="csY4" fmla="*/ 350481 h 352425"/>
                <a:gd name="csX5" fmla="*/ 6849 w 704850"/>
                <a:gd name="csY5" fmla="*/ 350223 h 352425"/>
                <a:gd name="csX6" fmla="*/ 8249 w 704850"/>
                <a:gd name="csY6" fmla="*/ 349842 h 352425"/>
                <a:gd name="csX7" fmla="*/ 9649 w 704850"/>
                <a:gd name="csY7" fmla="*/ 349518 h 352425"/>
                <a:gd name="csX8" fmla="*/ 10982 w 704850"/>
                <a:gd name="csY8" fmla="*/ 349137 h 352425"/>
                <a:gd name="csX9" fmla="*/ 12383 w 704850"/>
                <a:gd name="csY9" fmla="*/ 348690 h 352425"/>
                <a:gd name="csX10" fmla="*/ 13783 w 704850"/>
                <a:gd name="csY10" fmla="*/ 348242 h 352425"/>
                <a:gd name="csX11" fmla="*/ 15116 w 704850"/>
                <a:gd name="csY11" fmla="*/ 347728 h 352425"/>
                <a:gd name="csX12" fmla="*/ 16516 w 704850"/>
                <a:gd name="csY12" fmla="*/ 347156 h 352425"/>
                <a:gd name="csX13" fmla="*/ 17917 w 704850"/>
                <a:gd name="csY13" fmla="*/ 346575 h 352425"/>
                <a:gd name="csX14" fmla="*/ 19250 w 704850"/>
                <a:gd name="csY14" fmla="*/ 345937 h 352425"/>
                <a:gd name="csX15" fmla="*/ 20650 w 704850"/>
                <a:gd name="csY15" fmla="*/ 345232 h 352425"/>
                <a:gd name="csX16" fmla="*/ 22050 w 704850"/>
                <a:gd name="csY16" fmla="*/ 344470 h 352425"/>
                <a:gd name="csX17" fmla="*/ 23450 w 704850"/>
                <a:gd name="csY17" fmla="*/ 343632 h 352425"/>
                <a:gd name="csX18" fmla="*/ 24784 w 704850"/>
                <a:gd name="csY18" fmla="*/ 342737 h 352425"/>
                <a:gd name="csX19" fmla="*/ 26184 w 704850"/>
                <a:gd name="csY19" fmla="*/ 341784 h 352425"/>
                <a:gd name="csX20" fmla="*/ 27585 w 704850"/>
                <a:gd name="csY20" fmla="*/ 340822 h 352425"/>
                <a:gd name="csX21" fmla="*/ 28918 w 704850"/>
                <a:gd name="csY21" fmla="*/ 339670 h 352425"/>
                <a:gd name="csX22" fmla="*/ 30318 w 704850"/>
                <a:gd name="csY22" fmla="*/ 338517 h 352425"/>
                <a:gd name="csX23" fmla="*/ 31718 w 704850"/>
                <a:gd name="csY23" fmla="*/ 337241 h 352425"/>
                <a:gd name="csX24" fmla="*/ 33052 w 704850"/>
                <a:gd name="csY24" fmla="*/ 335898 h 352425"/>
                <a:gd name="csX25" fmla="*/ 34452 w 704850"/>
                <a:gd name="csY25" fmla="*/ 334488 h 352425"/>
                <a:gd name="csX26" fmla="*/ 35843 w 704850"/>
                <a:gd name="csY26" fmla="*/ 332955 h 352425"/>
                <a:gd name="csX27" fmla="*/ 37186 w 704850"/>
                <a:gd name="csY27" fmla="*/ 331297 h 352425"/>
                <a:gd name="csX28" fmla="*/ 38586 w 704850"/>
                <a:gd name="csY28" fmla="*/ 329564 h 352425"/>
                <a:gd name="csX29" fmla="*/ 39977 w 704850"/>
                <a:gd name="csY29" fmla="*/ 327716 h 352425"/>
                <a:gd name="csX30" fmla="*/ 41377 w 704850"/>
                <a:gd name="csY30" fmla="*/ 325792 h 352425"/>
                <a:gd name="csX31" fmla="*/ 42720 w 704850"/>
                <a:gd name="csY31" fmla="*/ 323687 h 352425"/>
                <a:gd name="csX32" fmla="*/ 44110 w 704850"/>
                <a:gd name="csY32" fmla="*/ 321505 h 352425"/>
                <a:gd name="csX33" fmla="*/ 45510 w 704850"/>
                <a:gd name="csY33" fmla="*/ 319210 h 352425"/>
                <a:gd name="csX34" fmla="*/ 46853 w 704850"/>
                <a:gd name="csY34" fmla="*/ 316714 h 352425"/>
                <a:gd name="csX35" fmla="*/ 48244 w 704850"/>
                <a:gd name="csY35" fmla="*/ 314152 h 352425"/>
                <a:gd name="csX36" fmla="*/ 49644 w 704850"/>
                <a:gd name="csY36" fmla="*/ 311466 h 352425"/>
                <a:gd name="csX37" fmla="*/ 50978 w 704850"/>
                <a:gd name="csY37" fmla="*/ 308590 h 352425"/>
                <a:gd name="csX38" fmla="*/ 52378 w 704850"/>
                <a:gd name="csY38" fmla="*/ 305589 h 352425"/>
                <a:gd name="csX39" fmla="*/ 53778 w 704850"/>
                <a:gd name="csY39" fmla="*/ 302513 h 352425"/>
                <a:gd name="csX40" fmla="*/ 55112 w 704850"/>
                <a:gd name="csY40" fmla="*/ 299188 h 352425"/>
                <a:gd name="csX41" fmla="*/ 56512 w 704850"/>
                <a:gd name="csY41" fmla="*/ 295798 h 352425"/>
                <a:gd name="csX42" fmla="*/ 57912 w 704850"/>
                <a:gd name="csY42" fmla="*/ 292216 h 352425"/>
                <a:gd name="csX43" fmla="*/ 59312 w 704850"/>
                <a:gd name="csY43" fmla="*/ 288511 h 352425"/>
                <a:gd name="csX44" fmla="*/ 60646 w 704850"/>
                <a:gd name="csY44" fmla="*/ 284606 h 352425"/>
                <a:gd name="csX45" fmla="*/ 62046 w 704850"/>
                <a:gd name="csY45" fmla="*/ 280576 h 352425"/>
                <a:gd name="csX46" fmla="*/ 63446 w 704850"/>
                <a:gd name="csY46" fmla="*/ 276423 h 352425"/>
                <a:gd name="csX47" fmla="*/ 64780 w 704850"/>
                <a:gd name="csY47" fmla="*/ 272080 h 352425"/>
                <a:gd name="csX48" fmla="*/ 66180 w 704850"/>
                <a:gd name="csY48" fmla="*/ 267603 h 352425"/>
                <a:gd name="csX49" fmla="*/ 67580 w 704850"/>
                <a:gd name="csY49" fmla="*/ 262993 h 352425"/>
                <a:gd name="csX50" fmla="*/ 68913 w 704850"/>
                <a:gd name="csY50" fmla="*/ 258202 h 352425"/>
                <a:gd name="csX51" fmla="*/ 70314 w 704850"/>
                <a:gd name="csY51" fmla="*/ 253278 h 352425"/>
                <a:gd name="csX52" fmla="*/ 71714 w 704850"/>
                <a:gd name="csY52" fmla="*/ 248220 h 352425"/>
                <a:gd name="csX53" fmla="*/ 73047 w 704850"/>
                <a:gd name="csY53" fmla="*/ 243039 h 352425"/>
                <a:gd name="csX54" fmla="*/ 74447 w 704850"/>
                <a:gd name="csY54" fmla="*/ 237676 h 352425"/>
                <a:gd name="csX55" fmla="*/ 75848 w 704850"/>
                <a:gd name="csY55" fmla="*/ 232237 h 352425"/>
                <a:gd name="csX56" fmla="*/ 77248 w 704850"/>
                <a:gd name="csY56" fmla="*/ 226674 h 352425"/>
                <a:gd name="csX57" fmla="*/ 78581 w 704850"/>
                <a:gd name="csY57" fmla="*/ 220912 h 352425"/>
                <a:gd name="csX58" fmla="*/ 79981 w 704850"/>
                <a:gd name="csY58" fmla="*/ 215159 h 352425"/>
                <a:gd name="csX59" fmla="*/ 81382 w 704850"/>
                <a:gd name="csY59" fmla="*/ 209272 h 352425"/>
                <a:gd name="csX60" fmla="*/ 82715 w 704850"/>
                <a:gd name="csY60" fmla="*/ 203205 h 352425"/>
                <a:gd name="csX61" fmla="*/ 84115 w 704850"/>
                <a:gd name="csY61" fmla="*/ 197128 h 352425"/>
                <a:gd name="csX62" fmla="*/ 85516 w 704850"/>
                <a:gd name="csY62" fmla="*/ 190984 h 352425"/>
                <a:gd name="csX63" fmla="*/ 86849 w 704850"/>
                <a:gd name="csY63" fmla="*/ 184717 h 352425"/>
                <a:gd name="csX64" fmla="*/ 88249 w 704850"/>
                <a:gd name="csY64" fmla="*/ 178450 h 352425"/>
                <a:gd name="csX65" fmla="*/ 89649 w 704850"/>
                <a:gd name="csY65" fmla="*/ 172125 h 352425"/>
                <a:gd name="csX66" fmla="*/ 90983 w 704850"/>
                <a:gd name="csY66" fmla="*/ 165724 h 352425"/>
                <a:gd name="csX67" fmla="*/ 92383 w 704850"/>
                <a:gd name="csY67" fmla="*/ 159266 h 352425"/>
                <a:gd name="csX68" fmla="*/ 93783 w 704850"/>
                <a:gd name="csY68" fmla="*/ 152875 h 352425"/>
                <a:gd name="csX69" fmla="*/ 95174 w 704850"/>
                <a:gd name="csY69" fmla="*/ 146417 h 352425"/>
                <a:gd name="csX70" fmla="*/ 96517 w 704850"/>
                <a:gd name="csY70" fmla="*/ 140016 h 352425"/>
                <a:gd name="csX71" fmla="*/ 97917 w 704850"/>
                <a:gd name="csY71" fmla="*/ 133625 h 352425"/>
                <a:gd name="csX72" fmla="*/ 99308 w 704850"/>
                <a:gd name="csY72" fmla="*/ 127233 h 352425"/>
                <a:gd name="csX73" fmla="*/ 100651 w 704850"/>
                <a:gd name="csY73" fmla="*/ 120900 h 352425"/>
                <a:gd name="csX74" fmla="*/ 102041 w 704850"/>
                <a:gd name="csY74" fmla="*/ 114632 h 352425"/>
                <a:gd name="csX75" fmla="*/ 103442 w 704850"/>
                <a:gd name="csY75" fmla="*/ 108365 h 352425"/>
                <a:gd name="csX76" fmla="*/ 104784 w 704850"/>
                <a:gd name="csY76" fmla="*/ 102288 h 352425"/>
                <a:gd name="csX77" fmla="*/ 106175 w 704850"/>
                <a:gd name="csY77" fmla="*/ 96211 h 352425"/>
                <a:gd name="csX78" fmla="*/ 107575 w 704850"/>
                <a:gd name="csY78" fmla="*/ 90267 h 352425"/>
                <a:gd name="csX79" fmla="*/ 108919 w 704850"/>
                <a:gd name="csY79" fmla="*/ 84514 h 352425"/>
                <a:gd name="csX80" fmla="*/ 110309 w 704850"/>
                <a:gd name="csY80" fmla="*/ 78818 h 352425"/>
                <a:gd name="csX81" fmla="*/ 111709 w 704850"/>
                <a:gd name="csY81" fmla="*/ 73189 h 352425"/>
                <a:gd name="csX82" fmla="*/ 113052 w 704850"/>
                <a:gd name="csY82" fmla="*/ 67816 h 352425"/>
                <a:gd name="csX83" fmla="*/ 114443 w 704850"/>
                <a:gd name="csY83" fmla="*/ 62578 h 352425"/>
                <a:gd name="csX84" fmla="*/ 115843 w 704850"/>
                <a:gd name="csY84" fmla="*/ 57530 h 352425"/>
                <a:gd name="csX85" fmla="*/ 117243 w 704850"/>
                <a:gd name="csY85" fmla="*/ 52605 h 352425"/>
                <a:gd name="csX86" fmla="*/ 118577 w 704850"/>
                <a:gd name="csY86" fmla="*/ 47928 h 352425"/>
                <a:gd name="csX87" fmla="*/ 119977 w 704850"/>
                <a:gd name="csY87" fmla="*/ 43394 h 352425"/>
                <a:gd name="csX88" fmla="*/ 121377 w 704850"/>
                <a:gd name="csY88" fmla="*/ 39041 h 352425"/>
                <a:gd name="csX89" fmla="*/ 122711 w 704850"/>
                <a:gd name="csY89" fmla="*/ 34955 h 352425"/>
                <a:gd name="csX90" fmla="*/ 124111 w 704850"/>
                <a:gd name="csY90" fmla="*/ 31117 h 352425"/>
                <a:gd name="csX91" fmla="*/ 125511 w 704850"/>
                <a:gd name="csY91" fmla="*/ 27345 h 352425"/>
                <a:gd name="csX92" fmla="*/ 126844 w 704850"/>
                <a:gd name="csY92" fmla="*/ 23954 h 352425"/>
                <a:gd name="csX93" fmla="*/ 128245 w 704850"/>
                <a:gd name="csY93" fmla="*/ 20754 h 352425"/>
                <a:gd name="csX94" fmla="*/ 129645 w 704850"/>
                <a:gd name="csY94" fmla="*/ 17744 h 352425"/>
                <a:gd name="csX95" fmla="*/ 130978 w 704850"/>
                <a:gd name="csY95" fmla="*/ 15000 h 352425"/>
                <a:gd name="csX96" fmla="*/ 132378 w 704850"/>
                <a:gd name="csY96" fmla="*/ 12505 h 352425"/>
                <a:gd name="csX97" fmla="*/ 133779 w 704850"/>
                <a:gd name="csY97" fmla="*/ 10200 h 352425"/>
                <a:gd name="csX98" fmla="*/ 135179 w 704850"/>
                <a:gd name="csY98" fmla="*/ 8152 h 352425"/>
                <a:gd name="csX99" fmla="*/ 136512 w 704850"/>
                <a:gd name="csY99" fmla="*/ 6428 h 352425"/>
                <a:gd name="csX100" fmla="*/ 137912 w 704850"/>
                <a:gd name="csY100" fmla="*/ 4828 h 352425"/>
                <a:gd name="csX101" fmla="*/ 139313 w 704850"/>
                <a:gd name="csY101" fmla="*/ 3428 h 352425"/>
                <a:gd name="csX102" fmla="*/ 140646 w 704850"/>
                <a:gd name="csY102" fmla="*/ 2332 h 352425"/>
                <a:gd name="csX103" fmla="*/ 142046 w 704850"/>
                <a:gd name="csY103" fmla="*/ 1437 h 352425"/>
                <a:gd name="csX104" fmla="*/ 143447 w 704850"/>
                <a:gd name="csY104" fmla="*/ 741 h 352425"/>
                <a:gd name="csX105" fmla="*/ 144780 w 704850"/>
                <a:gd name="csY105" fmla="*/ 294 h 352425"/>
                <a:gd name="csX106" fmla="*/ 146180 w 704850"/>
                <a:gd name="csY106" fmla="*/ 37 h 352425"/>
                <a:gd name="csX107" fmla="*/ 147580 w 704850"/>
                <a:gd name="csY107" fmla="*/ -30 h 352425"/>
                <a:gd name="csX108" fmla="*/ 148914 w 704850"/>
                <a:gd name="csY108" fmla="*/ 103 h 352425"/>
                <a:gd name="csX109" fmla="*/ 150314 w 704850"/>
                <a:gd name="csY109" fmla="*/ 418 h 352425"/>
                <a:gd name="csX110" fmla="*/ 151714 w 704850"/>
                <a:gd name="csY110" fmla="*/ 932 h 352425"/>
                <a:gd name="csX111" fmla="*/ 153114 w 704850"/>
                <a:gd name="csY111" fmla="*/ 1570 h 352425"/>
                <a:gd name="csX112" fmla="*/ 154448 w 704850"/>
                <a:gd name="csY112" fmla="*/ 2399 h 352425"/>
                <a:gd name="csX113" fmla="*/ 155848 w 704850"/>
                <a:gd name="csY113" fmla="*/ 3361 h 352425"/>
                <a:gd name="csX114" fmla="*/ 157248 w 704850"/>
                <a:gd name="csY114" fmla="*/ 4447 h 352425"/>
                <a:gd name="csX115" fmla="*/ 158582 w 704850"/>
                <a:gd name="csY115" fmla="*/ 5666 h 352425"/>
                <a:gd name="csX116" fmla="*/ 159982 w 704850"/>
                <a:gd name="csY116" fmla="*/ 7009 h 352425"/>
                <a:gd name="csX117" fmla="*/ 161373 w 704850"/>
                <a:gd name="csY117" fmla="*/ 8476 h 352425"/>
                <a:gd name="csX118" fmla="*/ 162716 w 704850"/>
                <a:gd name="csY118" fmla="*/ 10009 h 352425"/>
                <a:gd name="csX119" fmla="*/ 164116 w 704850"/>
                <a:gd name="csY119" fmla="*/ 11676 h 352425"/>
                <a:gd name="csX120" fmla="*/ 165506 w 704850"/>
                <a:gd name="csY120" fmla="*/ 13334 h 352425"/>
                <a:gd name="csX121" fmla="*/ 166850 w 704850"/>
                <a:gd name="csY121" fmla="*/ 15124 h 352425"/>
                <a:gd name="csX122" fmla="*/ 168240 w 704850"/>
                <a:gd name="csY122" fmla="*/ 16982 h 352425"/>
                <a:gd name="csX123" fmla="*/ 169640 w 704850"/>
                <a:gd name="csY123" fmla="*/ 18896 h 352425"/>
                <a:gd name="csX124" fmla="*/ 171041 w 704850"/>
                <a:gd name="csY124" fmla="*/ 20820 h 352425"/>
                <a:gd name="csX125" fmla="*/ 172374 w 704850"/>
                <a:gd name="csY125" fmla="*/ 22735 h 352425"/>
                <a:gd name="csX126" fmla="*/ 173774 w 704850"/>
                <a:gd name="csY126" fmla="*/ 24716 h 352425"/>
                <a:gd name="csX127" fmla="*/ 175174 w 704850"/>
                <a:gd name="csY127" fmla="*/ 26764 h 352425"/>
                <a:gd name="csX128" fmla="*/ 176508 w 704850"/>
                <a:gd name="csY128" fmla="*/ 28745 h 352425"/>
                <a:gd name="csX129" fmla="*/ 177908 w 704850"/>
                <a:gd name="csY129" fmla="*/ 30726 h 352425"/>
                <a:gd name="csX130" fmla="*/ 179308 w 704850"/>
                <a:gd name="csY130" fmla="*/ 32717 h 352425"/>
                <a:gd name="csX131" fmla="*/ 180642 w 704850"/>
                <a:gd name="csY131" fmla="*/ 34698 h 352425"/>
                <a:gd name="csX132" fmla="*/ 182042 w 704850"/>
                <a:gd name="csY132" fmla="*/ 36613 h 352425"/>
                <a:gd name="csX133" fmla="*/ 183442 w 704850"/>
                <a:gd name="csY133" fmla="*/ 38527 h 352425"/>
                <a:gd name="csX134" fmla="*/ 184776 w 704850"/>
                <a:gd name="csY134" fmla="*/ 40451 h 352425"/>
                <a:gd name="csX135" fmla="*/ 186176 w 704850"/>
                <a:gd name="csY135" fmla="*/ 42309 h 352425"/>
                <a:gd name="csX136" fmla="*/ 187576 w 704850"/>
                <a:gd name="csY136" fmla="*/ 44099 h 352425"/>
                <a:gd name="csX137" fmla="*/ 188976 w 704850"/>
                <a:gd name="csY137" fmla="*/ 45890 h 352425"/>
                <a:gd name="csX138" fmla="*/ 190310 w 704850"/>
                <a:gd name="csY138" fmla="*/ 47614 h 352425"/>
                <a:gd name="csX139" fmla="*/ 191710 w 704850"/>
                <a:gd name="csY139" fmla="*/ 49271 h 352425"/>
                <a:gd name="csX140" fmla="*/ 193110 w 704850"/>
                <a:gd name="csY140" fmla="*/ 50938 h 352425"/>
                <a:gd name="csX141" fmla="*/ 194443 w 704850"/>
                <a:gd name="csY141" fmla="*/ 52539 h 352425"/>
                <a:gd name="csX142" fmla="*/ 195843 w 704850"/>
                <a:gd name="csY142" fmla="*/ 54072 h 352425"/>
                <a:gd name="csX143" fmla="*/ 197244 w 704850"/>
                <a:gd name="csY143" fmla="*/ 55606 h 352425"/>
                <a:gd name="csX144" fmla="*/ 198577 w 704850"/>
                <a:gd name="csY144" fmla="*/ 57015 h 352425"/>
                <a:gd name="csX145" fmla="*/ 199978 w 704850"/>
                <a:gd name="csY145" fmla="*/ 58482 h 352425"/>
                <a:gd name="csX146" fmla="*/ 201378 w 704850"/>
                <a:gd name="csY146" fmla="*/ 59825 h 352425"/>
                <a:gd name="csX147" fmla="*/ 202711 w 704850"/>
                <a:gd name="csY147" fmla="*/ 61168 h 352425"/>
                <a:gd name="csX148" fmla="*/ 204111 w 704850"/>
                <a:gd name="csY148" fmla="*/ 62454 h 352425"/>
                <a:gd name="csX149" fmla="*/ 205511 w 704850"/>
                <a:gd name="csY149" fmla="*/ 63730 h 352425"/>
                <a:gd name="csX150" fmla="*/ 206912 w 704850"/>
                <a:gd name="csY150" fmla="*/ 64940 h 352425"/>
                <a:gd name="csX151" fmla="*/ 208245 w 704850"/>
                <a:gd name="csY151" fmla="*/ 66159 h 352425"/>
                <a:gd name="csX152" fmla="*/ 209645 w 704850"/>
                <a:gd name="csY152" fmla="*/ 67369 h 352425"/>
                <a:gd name="csX153" fmla="*/ 211045 w 704850"/>
                <a:gd name="csY153" fmla="*/ 68521 h 352425"/>
                <a:gd name="csX154" fmla="*/ 212379 w 704850"/>
                <a:gd name="csY154" fmla="*/ 69674 h 352425"/>
                <a:gd name="csX155" fmla="*/ 213779 w 704850"/>
                <a:gd name="csY155" fmla="*/ 70826 h 352425"/>
                <a:gd name="csX156" fmla="*/ 215179 w 704850"/>
                <a:gd name="csY156" fmla="*/ 71912 h 352425"/>
                <a:gd name="csX157" fmla="*/ 216513 w 704850"/>
                <a:gd name="csY157" fmla="*/ 73065 h 352425"/>
                <a:gd name="csX158" fmla="*/ 217913 w 704850"/>
                <a:gd name="csY158" fmla="*/ 74218 h 352425"/>
                <a:gd name="csX159" fmla="*/ 219313 w 704850"/>
                <a:gd name="csY159" fmla="*/ 75370 h 352425"/>
                <a:gd name="csX160" fmla="*/ 220647 w 704850"/>
                <a:gd name="csY160" fmla="*/ 76522 h 352425"/>
                <a:gd name="csX161" fmla="*/ 222047 w 704850"/>
                <a:gd name="csY161" fmla="*/ 77666 h 352425"/>
                <a:gd name="csX162" fmla="*/ 223447 w 704850"/>
                <a:gd name="csY162" fmla="*/ 78885 h 352425"/>
                <a:gd name="csX163" fmla="*/ 224838 w 704850"/>
                <a:gd name="csY163" fmla="*/ 80104 h 352425"/>
                <a:gd name="csX164" fmla="*/ 226181 w 704850"/>
                <a:gd name="csY164" fmla="*/ 81380 h 352425"/>
                <a:gd name="csX165" fmla="*/ 227581 w 704850"/>
                <a:gd name="csY165" fmla="*/ 82657 h 352425"/>
                <a:gd name="csX166" fmla="*/ 228971 w 704850"/>
                <a:gd name="csY166" fmla="*/ 83933 h 352425"/>
                <a:gd name="csX167" fmla="*/ 230315 w 704850"/>
                <a:gd name="csY167" fmla="*/ 85276 h 352425"/>
                <a:gd name="csX168" fmla="*/ 231705 w 704850"/>
                <a:gd name="csY168" fmla="*/ 86686 h 352425"/>
                <a:gd name="csX169" fmla="*/ 233105 w 704850"/>
                <a:gd name="csY169" fmla="*/ 88095 h 352425"/>
                <a:gd name="csX170" fmla="*/ 234448 w 704850"/>
                <a:gd name="csY170" fmla="*/ 89629 h 352425"/>
                <a:gd name="csX171" fmla="*/ 235839 w 704850"/>
                <a:gd name="csY171" fmla="*/ 91096 h 352425"/>
                <a:gd name="csX172" fmla="*/ 237239 w 704850"/>
                <a:gd name="csY172" fmla="*/ 92696 h 352425"/>
                <a:gd name="csX173" fmla="*/ 238573 w 704850"/>
                <a:gd name="csY173" fmla="*/ 94363 h 352425"/>
                <a:gd name="csX174" fmla="*/ 239973 w 704850"/>
                <a:gd name="csY174" fmla="*/ 96020 h 352425"/>
                <a:gd name="csX175" fmla="*/ 241373 w 704850"/>
                <a:gd name="csY175" fmla="*/ 97754 h 352425"/>
                <a:gd name="csX176" fmla="*/ 242773 w 704850"/>
                <a:gd name="csY176" fmla="*/ 99478 h 352425"/>
                <a:gd name="csX177" fmla="*/ 244107 w 704850"/>
                <a:gd name="csY177" fmla="*/ 101335 h 352425"/>
                <a:gd name="csX178" fmla="*/ 245507 w 704850"/>
                <a:gd name="csY178" fmla="*/ 103183 h 352425"/>
                <a:gd name="csX179" fmla="*/ 246907 w 704850"/>
                <a:gd name="csY179" fmla="*/ 105164 h 352425"/>
                <a:gd name="csX180" fmla="*/ 248241 w 704850"/>
                <a:gd name="csY180" fmla="*/ 107088 h 352425"/>
                <a:gd name="csX181" fmla="*/ 249641 w 704850"/>
                <a:gd name="csY181" fmla="*/ 109136 h 352425"/>
                <a:gd name="csX182" fmla="*/ 251041 w 704850"/>
                <a:gd name="csY182" fmla="*/ 111241 h 352425"/>
                <a:gd name="csX183" fmla="*/ 252374 w 704850"/>
                <a:gd name="csY183" fmla="*/ 113356 h 352425"/>
                <a:gd name="csX184" fmla="*/ 253775 w 704850"/>
                <a:gd name="csY184" fmla="*/ 115461 h 352425"/>
                <a:gd name="csX185" fmla="*/ 255175 w 704850"/>
                <a:gd name="csY185" fmla="*/ 117699 h 352425"/>
                <a:gd name="csX186" fmla="*/ 256508 w 704850"/>
                <a:gd name="csY186" fmla="*/ 119937 h 352425"/>
                <a:gd name="csX187" fmla="*/ 257909 w 704850"/>
                <a:gd name="csY187" fmla="*/ 122242 h 352425"/>
                <a:gd name="csX188" fmla="*/ 259309 w 704850"/>
                <a:gd name="csY188" fmla="*/ 124548 h 352425"/>
                <a:gd name="csX189" fmla="*/ 260709 w 704850"/>
                <a:gd name="csY189" fmla="*/ 126910 h 352425"/>
                <a:gd name="csX190" fmla="*/ 262042 w 704850"/>
                <a:gd name="csY190" fmla="*/ 129272 h 352425"/>
                <a:gd name="csX191" fmla="*/ 263443 w 704850"/>
                <a:gd name="csY191" fmla="*/ 131710 h 352425"/>
                <a:gd name="csX192" fmla="*/ 264843 w 704850"/>
                <a:gd name="csY192" fmla="*/ 134139 h 352425"/>
                <a:gd name="csX193" fmla="*/ 266176 w 704850"/>
                <a:gd name="csY193" fmla="*/ 136635 h 352425"/>
                <a:gd name="csX194" fmla="*/ 267576 w 704850"/>
                <a:gd name="csY194" fmla="*/ 139121 h 352425"/>
                <a:gd name="csX195" fmla="*/ 268977 w 704850"/>
                <a:gd name="csY195" fmla="*/ 141616 h 352425"/>
                <a:gd name="csX196" fmla="*/ 270310 w 704850"/>
                <a:gd name="csY196" fmla="*/ 144179 h 352425"/>
                <a:gd name="csX197" fmla="*/ 271710 w 704850"/>
                <a:gd name="csY197" fmla="*/ 146731 h 352425"/>
                <a:gd name="csX198" fmla="*/ 273110 w 704850"/>
                <a:gd name="csY198" fmla="*/ 149293 h 352425"/>
                <a:gd name="csX199" fmla="*/ 274444 w 704850"/>
                <a:gd name="csY199" fmla="*/ 151846 h 352425"/>
                <a:gd name="csX200" fmla="*/ 275844 w 704850"/>
                <a:gd name="csY200" fmla="*/ 154408 h 352425"/>
                <a:gd name="csX201" fmla="*/ 277244 w 704850"/>
                <a:gd name="csY201" fmla="*/ 157028 h 352425"/>
                <a:gd name="csX202" fmla="*/ 278645 w 704850"/>
                <a:gd name="csY202" fmla="*/ 159590 h 352425"/>
                <a:gd name="csX203" fmla="*/ 279978 w 704850"/>
                <a:gd name="csY203" fmla="*/ 162209 h 352425"/>
                <a:gd name="csX204" fmla="*/ 281378 w 704850"/>
                <a:gd name="csY204" fmla="*/ 164772 h 352425"/>
                <a:gd name="csX205" fmla="*/ 282778 w 704850"/>
                <a:gd name="csY205" fmla="*/ 167391 h 352425"/>
                <a:gd name="csX206" fmla="*/ 284112 w 704850"/>
                <a:gd name="csY206" fmla="*/ 169944 h 352425"/>
                <a:gd name="csX207" fmla="*/ 285512 w 704850"/>
                <a:gd name="csY207" fmla="*/ 172506 h 352425"/>
                <a:gd name="csX208" fmla="*/ 286902 w 704850"/>
                <a:gd name="csY208" fmla="*/ 175125 h 352425"/>
                <a:gd name="csX209" fmla="*/ 288246 w 704850"/>
                <a:gd name="csY209" fmla="*/ 177687 h 352425"/>
                <a:gd name="csX210" fmla="*/ 289646 w 704850"/>
                <a:gd name="csY210" fmla="*/ 180240 h 352425"/>
                <a:gd name="csX211" fmla="*/ 291037 w 704850"/>
                <a:gd name="csY211" fmla="*/ 182736 h 352425"/>
                <a:gd name="csX212" fmla="*/ 292379 w 704850"/>
                <a:gd name="csY212" fmla="*/ 185298 h 352425"/>
                <a:gd name="csX213" fmla="*/ 293780 w 704850"/>
                <a:gd name="csY213" fmla="*/ 187793 h 352425"/>
                <a:gd name="csX214" fmla="*/ 295170 w 704850"/>
                <a:gd name="csY214" fmla="*/ 190289 h 352425"/>
                <a:gd name="csX215" fmla="*/ 296570 w 704850"/>
                <a:gd name="csY215" fmla="*/ 192775 h 352425"/>
                <a:gd name="csX216" fmla="*/ 297913 w 704850"/>
                <a:gd name="csY216" fmla="*/ 195271 h 352425"/>
                <a:gd name="csX217" fmla="*/ 299304 w 704850"/>
                <a:gd name="csY217" fmla="*/ 197700 h 352425"/>
                <a:gd name="csX218" fmla="*/ 300704 w 704850"/>
                <a:gd name="csY218" fmla="*/ 200128 h 352425"/>
                <a:gd name="csX219" fmla="*/ 302038 w 704850"/>
                <a:gd name="csY219" fmla="*/ 202567 h 352425"/>
                <a:gd name="csX220" fmla="*/ 303438 w 704850"/>
                <a:gd name="csY220" fmla="*/ 204929 h 352425"/>
                <a:gd name="csX221" fmla="*/ 304838 w 704850"/>
                <a:gd name="csY221" fmla="*/ 207291 h 352425"/>
                <a:gd name="csX222" fmla="*/ 306172 w 704850"/>
                <a:gd name="csY222" fmla="*/ 209596 h 352425"/>
                <a:gd name="csX223" fmla="*/ 307572 w 704850"/>
                <a:gd name="csY223" fmla="*/ 211959 h 352425"/>
                <a:gd name="csX224" fmla="*/ 308972 w 704850"/>
                <a:gd name="csY224" fmla="*/ 214197 h 352425"/>
                <a:gd name="csX225" fmla="*/ 310305 w 704850"/>
                <a:gd name="csY225" fmla="*/ 216435 h 352425"/>
                <a:gd name="csX226" fmla="*/ 311706 w 704850"/>
                <a:gd name="csY226" fmla="*/ 218674 h 352425"/>
                <a:gd name="csX227" fmla="*/ 313106 w 704850"/>
                <a:gd name="csY227" fmla="*/ 220855 h 352425"/>
                <a:gd name="csX228" fmla="*/ 314439 w 704850"/>
                <a:gd name="csY228" fmla="*/ 223026 h 352425"/>
                <a:gd name="csX229" fmla="*/ 315840 w 704850"/>
                <a:gd name="csY229" fmla="*/ 225141 h 352425"/>
                <a:gd name="csX230" fmla="*/ 317240 w 704850"/>
                <a:gd name="csY230" fmla="*/ 227246 h 352425"/>
                <a:gd name="csX231" fmla="*/ 318640 w 704850"/>
                <a:gd name="csY231" fmla="*/ 229294 h 352425"/>
                <a:gd name="csX232" fmla="*/ 319973 w 704850"/>
                <a:gd name="csY232" fmla="*/ 231342 h 352425"/>
                <a:gd name="csX233" fmla="*/ 321374 w 704850"/>
                <a:gd name="csY233" fmla="*/ 233323 h 352425"/>
                <a:gd name="csX234" fmla="*/ 322774 w 704850"/>
                <a:gd name="csY234" fmla="*/ 235238 h 352425"/>
                <a:gd name="csX235" fmla="*/ 324107 w 704850"/>
                <a:gd name="csY235" fmla="*/ 237162 h 352425"/>
                <a:gd name="csX236" fmla="*/ 325507 w 704850"/>
                <a:gd name="csY236" fmla="*/ 239009 h 352425"/>
                <a:gd name="csX237" fmla="*/ 326908 w 704850"/>
                <a:gd name="csY237" fmla="*/ 240800 h 352425"/>
                <a:gd name="csX238" fmla="*/ 328241 w 704850"/>
                <a:gd name="csY238" fmla="*/ 242591 h 352425"/>
                <a:gd name="csX239" fmla="*/ 329641 w 704850"/>
                <a:gd name="csY239" fmla="*/ 244324 h 352425"/>
                <a:gd name="csX240" fmla="*/ 331041 w 704850"/>
                <a:gd name="csY240" fmla="*/ 245982 h 352425"/>
                <a:gd name="csX241" fmla="*/ 332375 w 704850"/>
                <a:gd name="csY241" fmla="*/ 247648 h 352425"/>
                <a:gd name="csX242" fmla="*/ 333775 w 704850"/>
                <a:gd name="csY242" fmla="*/ 249249 h 352425"/>
                <a:gd name="csX243" fmla="*/ 335175 w 704850"/>
                <a:gd name="csY243" fmla="*/ 250782 h 352425"/>
                <a:gd name="csX244" fmla="*/ 336576 w 704850"/>
                <a:gd name="csY244" fmla="*/ 252249 h 352425"/>
                <a:gd name="csX245" fmla="*/ 337909 w 704850"/>
                <a:gd name="csY245" fmla="*/ 253659 h 352425"/>
                <a:gd name="csX246" fmla="*/ 339309 w 704850"/>
                <a:gd name="csY246" fmla="*/ 255069 h 352425"/>
                <a:gd name="csX247" fmla="*/ 340709 w 704850"/>
                <a:gd name="csY247" fmla="*/ 256412 h 352425"/>
                <a:gd name="csX248" fmla="*/ 342043 w 704850"/>
                <a:gd name="csY248" fmla="*/ 257688 h 352425"/>
                <a:gd name="csX249" fmla="*/ 343443 w 704850"/>
                <a:gd name="csY249" fmla="*/ 258898 h 352425"/>
                <a:gd name="csX250" fmla="*/ 344843 w 704850"/>
                <a:gd name="csY250" fmla="*/ 260050 h 352425"/>
                <a:gd name="csX251" fmla="*/ 346177 w 704850"/>
                <a:gd name="csY251" fmla="*/ 261203 h 352425"/>
                <a:gd name="csX252" fmla="*/ 347577 w 704850"/>
                <a:gd name="csY252" fmla="*/ 262231 h 352425"/>
                <a:gd name="csX253" fmla="*/ 348977 w 704850"/>
                <a:gd name="csY253" fmla="*/ 263250 h 352425"/>
                <a:gd name="csX254" fmla="*/ 350311 w 704850"/>
                <a:gd name="csY254" fmla="*/ 264213 h 352425"/>
                <a:gd name="csX255" fmla="*/ 351711 w 704850"/>
                <a:gd name="csY255" fmla="*/ 265108 h 352425"/>
                <a:gd name="csX256" fmla="*/ 353101 w 704850"/>
                <a:gd name="csY256" fmla="*/ 265937 h 352425"/>
                <a:gd name="csX257" fmla="*/ 354502 w 704850"/>
                <a:gd name="csY257" fmla="*/ 266708 h 352425"/>
                <a:gd name="csX258" fmla="*/ 355844 w 704850"/>
                <a:gd name="csY258" fmla="*/ 267403 h 352425"/>
                <a:gd name="csX259" fmla="*/ 357235 w 704850"/>
                <a:gd name="csY259" fmla="*/ 268051 h 352425"/>
                <a:gd name="csX260" fmla="*/ 358635 w 704850"/>
                <a:gd name="csY260" fmla="*/ 268623 h 352425"/>
                <a:gd name="csX261" fmla="*/ 359979 w 704850"/>
                <a:gd name="csY261" fmla="*/ 269194 h 352425"/>
                <a:gd name="csX262" fmla="*/ 361369 w 704850"/>
                <a:gd name="csY262" fmla="*/ 269642 h 352425"/>
                <a:gd name="csX263" fmla="*/ 362769 w 704850"/>
                <a:gd name="csY263" fmla="*/ 270090 h 352425"/>
                <a:gd name="csX264" fmla="*/ 364112 w 704850"/>
                <a:gd name="csY264" fmla="*/ 270480 h 352425"/>
                <a:gd name="csX265" fmla="*/ 365503 w 704850"/>
                <a:gd name="csY265" fmla="*/ 270737 h 352425"/>
                <a:gd name="csX266" fmla="*/ 366903 w 704850"/>
                <a:gd name="csY266" fmla="*/ 270985 h 352425"/>
                <a:gd name="csX267" fmla="*/ 368236 w 704850"/>
                <a:gd name="csY267" fmla="*/ 271185 h 352425"/>
                <a:gd name="csX268" fmla="*/ 369637 w 704850"/>
                <a:gd name="csY268" fmla="*/ 271309 h 352425"/>
                <a:gd name="csX269" fmla="*/ 371037 w 704850"/>
                <a:gd name="csY269" fmla="*/ 271433 h 352425"/>
                <a:gd name="csX270" fmla="*/ 372437 w 704850"/>
                <a:gd name="csY270" fmla="*/ 271433 h 352425"/>
                <a:gd name="csX271" fmla="*/ 373771 w 704850"/>
                <a:gd name="csY271" fmla="*/ 271375 h 352425"/>
                <a:gd name="csX272" fmla="*/ 375171 w 704850"/>
                <a:gd name="csY272" fmla="*/ 271309 h 352425"/>
                <a:gd name="csX273" fmla="*/ 376571 w 704850"/>
                <a:gd name="csY273" fmla="*/ 271185 h 352425"/>
                <a:gd name="csX274" fmla="*/ 377904 w 704850"/>
                <a:gd name="csY274" fmla="*/ 270985 h 352425"/>
                <a:gd name="csX275" fmla="*/ 379305 w 704850"/>
                <a:gd name="csY275" fmla="*/ 270737 h 352425"/>
                <a:gd name="csX276" fmla="*/ 380705 w 704850"/>
                <a:gd name="csY276" fmla="*/ 270413 h 352425"/>
                <a:gd name="csX277" fmla="*/ 382038 w 704850"/>
                <a:gd name="csY277" fmla="*/ 270090 h 352425"/>
                <a:gd name="csX278" fmla="*/ 383438 w 704850"/>
                <a:gd name="csY278" fmla="*/ 269708 h 352425"/>
                <a:gd name="csX279" fmla="*/ 384839 w 704850"/>
                <a:gd name="csY279" fmla="*/ 269261 h 352425"/>
                <a:gd name="csX280" fmla="*/ 386172 w 704850"/>
                <a:gd name="csY280" fmla="*/ 268746 h 352425"/>
                <a:gd name="csX281" fmla="*/ 387572 w 704850"/>
                <a:gd name="csY281" fmla="*/ 268242 h 352425"/>
                <a:gd name="csX282" fmla="*/ 388972 w 704850"/>
                <a:gd name="csY282" fmla="*/ 267661 h 352425"/>
                <a:gd name="csX283" fmla="*/ 390373 w 704850"/>
                <a:gd name="csY283" fmla="*/ 267022 h 352425"/>
                <a:gd name="csX284" fmla="*/ 391706 w 704850"/>
                <a:gd name="csY284" fmla="*/ 266384 h 352425"/>
                <a:gd name="csX285" fmla="*/ 393106 w 704850"/>
                <a:gd name="csY285" fmla="*/ 265679 h 352425"/>
                <a:gd name="csX286" fmla="*/ 394507 w 704850"/>
                <a:gd name="csY286" fmla="*/ 264918 h 352425"/>
                <a:gd name="csX287" fmla="*/ 395840 w 704850"/>
                <a:gd name="csY287" fmla="*/ 264213 h 352425"/>
                <a:gd name="csX288" fmla="*/ 397240 w 704850"/>
                <a:gd name="csY288" fmla="*/ 263374 h 352425"/>
                <a:gd name="csX289" fmla="*/ 398640 w 704850"/>
                <a:gd name="csY289" fmla="*/ 262546 h 352425"/>
                <a:gd name="csX290" fmla="*/ 399974 w 704850"/>
                <a:gd name="csY290" fmla="*/ 261717 h 352425"/>
                <a:gd name="csX291" fmla="*/ 401374 w 704850"/>
                <a:gd name="csY291" fmla="*/ 260822 h 352425"/>
                <a:gd name="csX292" fmla="*/ 402774 w 704850"/>
                <a:gd name="csY292" fmla="*/ 259926 h 352425"/>
                <a:gd name="csX293" fmla="*/ 404108 w 704850"/>
                <a:gd name="csY293" fmla="*/ 259031 h 352425"/>
                <a:gd name="csX294" fmla="*/ 405508 w 704850"/>
                <a:gd name="csY294" fmla="*/ 258069 h 352425"/>
                <a:gd name="csX295" fmla="*/ 406908 w 704850"/>
                <a:gd name="csY295" fmla="*/ 257107 h 352425"/>
                <a:gd name="csX296" fmla="*/ 408299 w 704850"/>
                <a:gd name="csY296" fmla="*/ 256154 h 352425"/>
                <a:gd name="csX297" fmla="*/ 409642 w 704850"/>
                <a:gd name="csY297" fmla="*/ 255193 h 352425"/>
                <a:gd name="csX298" fmla="*/ 411042 w 704850"/>
                <a:gd name="csY298" fmla="*/ 254230 h 352425"/>
                <a:gd name="csX299" fmla="*/ 412433 w 704850"/>
                <a:gd name="csY299" fmla="*/ 253278 h 352425"/>
                <a:gd name="csX300" fmla="*/ 413776 w 704850"/>
                <a:gd name="csY300" fmla="*/ 252316 h 352425"/>
                <a:gd name="csX301" fmla="*/ 415176 w 704850"/>
                <a:gd name="csY301" fmla="*/ 251287 h 352425"/>
                <a:gd name="csX302" fmla="*/ 416566 w 704850"/>
                <a:gd name="csY302" fmla="*/ 250335 h 352425"/>
                <a:gd name="csX303" fmla="*/ 417910 w 704850"/>
                <a:gd name="csY303" fmla="*/ 249373 h 352425"/>
                <a:gd name="csX304" fmla="*/ 419300 w 704850"/>
                <a:gd name="csY304" fmla="*/ 248411 h 352425"/>
                <a:gd name="csX305" fmla="*/ 420700 w 704850"/>
                <a:gd name="csY305" fmla="*/ 247515 h 352425"/>
                <a:gd name="csX306" fmla="*/ 422043 w 704850"/>
                <a:gd name="csY306" fmla="*/ 246563 h 352425"/>
                <a:gd name="csX307" fmla="*/ 423434 w 704850"/>
                <a:gd name="csY307" fmla="*/ 245668 h 352425"/>
                <a:gd name="csX308" fmla="*/ 424834 w 704850"/>
                <a:gd name="csY308" fmla="*/ 244772 h 352425"/>
                <a:gd name="csX309" fmla="*/ 426234 w 704850"/>
                <a:gd name="csY309" fmla="*/ 243877 h 352425"/>
                <a:gd name="csX310" fmla="*/ 427568 w 704850"/>
                <a:gd name="csY310" fmla="*/ 243039 h 352425"/>
                <a:gd name="csX311" fmla="*/ 428968 w 704850"/>
                <a:gd name="csY311" fmla="*/ 242276 h 352425"/>
                <a:gd name="csX312" fmla="*/ 430368 w 704850"/>
                <a:gd name="csY312" fmla="*/ 241448 h 352425"/>
                <a:gd name="csX313" fmla="*/ 431702 w 704850"/>
                <a:gd name="csY313" fmla="*/ 240676 h 352425"/>
                <a:gd name="csX314" fmla="*/ 433102 w 704850"/>
                <a:gd name="csY314" fmla="*/ 239971 h 352425"/>
                <a:gd name="csX315" fmla="*/ 434502 w 704850"/>
                <a:gd name="csY315" fmla="*/ 239266 h 352425"/>
                <a:gd name="csX316" fmla="*/ 435836 w 704850"/>
                <a:gd name="csY316" fmla="*/ 238628 h 352425"/>
                <a:gd name="csX317" fmla="*/ 437236 w 704850"/>
                <a:gd name="csY317" fmla="*/ 237990 h 352425"/>
                <a:gd name="csX318" fmla="*/ 438636 w 704850"/>
                <a:gd name="csY318" fmla="*/ 237352 h 352425"/>
                <a:gd name="csX319" fmla="*/ 439969 w 704850"/>
                <a:gd name="csY319" fmla="*/ 236771 h 352425"/>
                <a:gd name="csX320" fmla="*/ 441369 w 704850"/>
                <a:gd name="csY320" fmla="*/ 236266 h 352425"/>
                <a:gd name="csX321" fmla="*/ 442770 w 704850"/>
                <a:gd name="csY321" fmla="*/ 235752 h 352425"/>
                <a:gd name="csX322" fmla="*/ 444170 w 704850"/>
                <a:gd name="csY322" fmla="*/ 235304 h 352425"/>
                <a:gd name="csX323" fmla="*/ 445503 w 704850"/>
                <a:gd name="csY323" fmla="*/ 234857 h 352425"/>
                <a:gd name="csX324" fmla="*/ 446903 w 704850"/>
                <a:gd name="csY324" fmla="*/ 234409 h 352425"/>
                <a:gd name="csX325" fmla="*/ 448304 w 704850"/>
                <a:gd name="csY325" fmla="*/ 234028 h 352425"/>
                <a:gd name="csX326" fmla="*/ 449637 w 704850"/>
                <a:gd name="csY326" fmla="*/ 233704 h 352425"/>
                <a:gd name="csX327" fmla="*/ 451037 w 704850"/>
                <a:gd name="csY327" fmla="*/ 233390 h 352425"/>
                <a:gd name="csX328" fmla="*/ 452438 w 704850"/>
                <a:gd name="csY328" fmla="*/ 233066 h 352425"/>
                <a:gd name="csX329" fmla="*/ 453771 w 704850"/>
                <a:gd name="csY329" fmla="*/ 232809 h 352425"/>
                <a:gd name="csX330" fmla="*/ 455171 w 704850"/>
                <a:gd name="csY330" fmla="*/ 232494 h 352425"/>
                <a:gd name="csX331" fmla="*/ 456571 w 704850"/>
                <a:gd name="csY331" fmla="*/ 232294 h 352425"/>
                <a:gd name="csX332" fmla="*/ 457905 w 704850"/>
                <a:gd name="csY332" fmla="*/ 232047 h 352425"/>
                <a:gd name="csX333" fmla="*/ 459305 w 704850"/>
                <a:gd name="csY333" fmla="*/ 231790 h 352425"/>
                <a:gd name="csX334" fmla="*/ 460705 w 704850"/>
                <a:gd name="csY334" fmla="*/ 231599 h 352425"/>
                <a:gd name="csX335" fmla="*/ 462105 w 704850"/>
                <a:gd name="csY335" fmla="*/ 231408 h 352425"/>
                <a:gd name="csX336" fmla="*/ 463439 w 704850"/>
                <a:gd name="csY336" fmla="*/ 231209 h 352425"/>
                <a:gd name="csX337" fmla="*/ 464839 w 704850"/>
                <a:gd name="csY337" fmla="*/ 230961 h 352425"/>
                <a:gd name="csX338" fmla="*/ 466239 w 704850"/>
                <a:gd name="csY338" fmla="*/ 230761 h 352425"/>
                <a:gd name="csX339" fmla="*/ 467573 w 704850"/>
                <a:gd name="csY339" fmla="*/ 230504 h 352425"/>
                <a:gd name="csX340" fmla="*/ 468973 w 704850"/>
                <a:gd name="csY340" fmla="*/ 230313 h 352425"/>
                <a:gd name="csX341" fmla="*/ 470373 w 704850"/>
                <a:gd name="csY341" fmla="*/ 230056 h 352425"/>
                <a:gd name="csX342" fmla="*/ 471707 w 704850"/>
                <a:gd name="csY342" fmla="*/ 229808 h 352425"/>
                <a:gd name="csX343" fmla="*/ 473107 w 704850"/>
                <a:gd name="csY343" fmla="*/ 229484 h 352425"/>
                <a:gd name="csX344" fmla="*/ 474507 w 704850"/>
                <a:gd name="csY344" fmla="*/ 229170 h 352425"/>
                <a:gd name="csX345" fmla="*/ 475841 w 704850"/>
                <a:gd name="csY345" fmla="*/ 228846 h 352425"/>
                <a:gd name="csX346" fmla="*/ 477241 w 704850"/>
                <a:gd name="csY346" fmla="*/ 228465 h 352425"/>
                <a:gd name="csX347" fmla="*/ 478641 w 704850"/>
                <a:gd name="csY347" fmla="*/ 228017 h 352425"/>
                <a:gd name="csX348" fmla="*/ 480031 w 704850"/>
                <a:gd name="csY348" fmla="*/ 227570 h 352425"/>
                <a:gd name="csX349" fmla="*/ 481375 w 704850"/>
                <a:gd name="csY349" fmla="*/ 227056 h 352425"/>
                <a:gd name="csX350" fmla="*/ 482765 w 704850"/>
                <a:gd name="csY350" fmla="*/ 226484 h 352425"/>
                <a:gd name="csX351" fmla="*/ 484165 w 704850"/>
                <a:gd name="csY351" fmla="*/ 225903 h 352425"/>
                <a:gd name="csX352" fmla="*/ 485508 w 704850"/>
                <a:gd name="csY352" fmla="*/ 225265 h 352425"/>
                <a:gd name="csX353" fmla="*/ 486899 w 704850"/>
                <a:gd name="csY353" fmla="*/ 224560 h 352425"/>
                <a:gd name="csX354" fmla="*/ 488299 w 704850"/>
                <a:gd name="csY354" fmla="*/ 223798 h 352425"/>
                <a:gd name="csX355" fmla="*/ 489633 w 704850"/>
                <a:gd name="csY355" fmla="*/ 223026 h 352425"/>
                <a:gd name="csX356" fmla="*/ 491033 w 704850"/>
                <a:gd name="csY356" fmla="*/ 222131 h 352425"/>
                <a:gd name="csX357" fmla="*/ 492433 w 704850"/>
                <a:gd name="csY357" fmla="*/ 221236 h 352425"/>
                <a:gd name="csX358" fmla="*/ 493767 w 704850"/>
                <a:gd name="csY358" fmla="*/ 220274 h 352425"/>
                <a:gd name="csX359" fmla="*/ 495167 w 704850"/>
                <a:gd name="csY359" fmla="*/ 219188 h 352425"/>
                <a:gd name="csX360" fmla="*/ 496567 w 704850"/>
                <a:gd name="csY360" fmla="*/ 218102 h 352425"/>
                <a:gd name="csX361" fmla="*/ 497967 w 704850"/>
                <a:gd name="csY361" fmla="*/ 216949 h 352425"/>
                <a:gd name="csX362" fmla="*/ 499301 w 704850"/>
                <a:gd name="csY362" fmla="*/ 215740 h 352425"/>
                <a:gd name="csX363" fmla="*/ 500701 w 704850"/>
                <a:gd name="csY363" fmla="*/ 214397 h 352425"/>
                <a:gd name="csX364" fmla="*/ 502101 w 704850"/>
                <a:gd name="csY364" fmla="*/ 213054 h 352425"/>
                <a:gd name="csX365" fmla="*/ 503434 w 704850"/>
                <a:gd name="csY365" fmla="*/ 211644 h 352425"/>
                <a:gd name="csX366" fmla="*/ 504835 w 704850"/>
                <a:gd name="csY366" fmla="*/ 210177 h 352425"/>
                <a:gd name="csX367" fmla="*/ 506235 w 704850"/>
                <a:gd name="csY367" fmla="*/ 208634 h 352425"/>
                <a:gd name="csX368" fmla="*/ 507568 w 704850"/>
                <a:gd name="csY368" fmla="*/ 207101 h 352425"/>
                <a:gd name="csX369" fmla="*/ 508969 w 704850"/>
                <a:gd name="csY369" fmla="*/ 205443 h 352425"/>
                <a:gd name="csX370" fmla="*/ 510369 w 704850"/>
                <a:gd name="csY370" fmla="*/ 203776 h 352425"/>
                <a:gd name="csX371" fmla="*/ 511702 w 704850"/>
                <a:gd name="csY371" fmla="*/ 202052 h 352425"/>
                <a:gd name="csX372" fmla="*/ 513102 w 704850"/>
                <a:gd name="csY372" fmla="*/ 200262 h 352425"/>
                <a:gd name="csX373" fmla="*/ 514503 w 704850"/>
                <a:gd name="csY373" fmla="*/ 198471 h 352425"/>
                <a:gd name="csX374" fmla="*/ 515836 w 704850"/>
                <a:gd name="csY374" fmla="*/ 196614 h 352425"/>
                <a:gd name="csX375" fmla="*/ 517236 w 704850"/>
                <a:gd name="csY375" fmla="*/ 194699 h 352425"/>
                <a:gd name="csX376" fmla="*/ 518636 w 704850"/>
                <a:gd name="csY376" fmla="*/ 192775 h 352425"/>
                <a:gd name="csX377" fmla="*/ 520036 w 704850"/>
                <a:gd name="csY377" fmla="*/ 190860 h 352425"/>
                <a:gd name="csX378" fmla="*/ 521370 w 704850"/>
                <a:gd name="csY378" fmla="*/ 188936 h 352425"/>
                <a:gd name="csX379" fmla="*/ 522770 w 704850"/>
                <a:gd name="csY379" fmla="*/ 186955 h 352425"/>
                <a:gd name="csX380" fmla="*/ 524170 w 704850"/>
                <a:gd name="csY380" fmla="*/ 184974 h 352425"/>
                <a:gd name="csX381" fmla="*/ 525504 w 704850"/>
                <a:gd name="csY381" fmla="*/ 182993 h 352425"/>
                <a:gd name="csX382" fmla="*/ 526904 w 704850"/>
                <a:gd name="csY382" fmla="*/ 181012 h 352425"/>
                <a:gd name="csX383" fmla="*/ 528304 w 704850"/>
                <a:gd name="csY383" fmla="*/ 179031 h 352425"/>
                <a:gd name="csX384" fmla="*/ 529638 w 704850"/>
                <a:gd name="csY384" fmla="*/ 177106 h 352425"/>
                <a:gd name="csX385" fmla="*/ 531038 w 704850"/>
                <a:gd name="csY385" fmla="*/ 175192 h 352425"/>
                <a:gd name="csX386" fmla="*/ 532438 w 704850"/>
                <a:gd name="csY386" fmla="*/ 173277 h 352425"/>
                <a:gd name="csX387" fmla="*/ 533771 w 704850"/>
                <a:gd name="csY387" fmla="*/ 171420 h 352425"/>
                <a:gd name="csX388" fmla="*/ 535172 w 704850"/>
                <a:gd name="csY388" fmla="*/ 169563 h 352425"/>
                <a:gd name="csX389" fmla="*/ 536572 w 704850"/>
                <a:gd name="csY389" fmla="*/ 167772 h 352425"/>
                <a:gd name="csX390" fmla="*/ 537962 w 704850"/>
                <a:gd name="csY390" fmla="*/ 166048 h 352425"/>
                <a:gd name="csX391" fmla="*/ 539306 w 704850"/>
                <a:gd name="csY391" fmla="*/ 164381 h 352425"/>
                <a:gd name="csX392" fmla="*/ 540706 w 704850"/>
                <a:gd name="csY392" fmla="*/ 162790 h 352425"/>
                <a:gd name="csX393" fmla="*/ 542096 w 704850"/>
                <a:gd name="csY393" fmla="*/ 161247 h 352425"/>
                <a:gd name="csX394" fmla="*/ 543439 w 704850"/>
                <a:gd name="csY394" fmla="*/ 159847 h 352425"/>
                <a:gd name="csX395" fmla="*/ 544840 w 704850"/>
                <a:gd name="csY395" fmla="*/ 158437 h 352425"/>
                <a:gd name="csX396" fmla="*/ 546230 w 704850"/>
                <a:gd name="csY396" fmla="*/ 157218 h 352425"/>
                <a:gd name="csX397" fmla="*/ 547573 w 704850"/>
                <a:gd name="csY397" fmla="*/ 156008 h 352425"/>
                <a:gd name="csX398" fmla="*/ 548973 w 704850"/>
                <a:gd name="csY398" fmla="*/ 154989 h 352425"/>
                <a:gd name="csX399" fmla="*/ 550364 w 704850"/>
                <a:gd name="csY399" fmla="*/ 154027 h 352425"/>
                <a:gd name="csX400" fmla="*/ 551707 w 704850"/>
                <a:gd name="csY400" fmla="*/ 153189 h 352425"/>
                <a:gd name="csX401" fmla="*/ 553098 w 704850"/>
                <a:gd name="csY401" fmla="*/ 152494 h 352425"/>
                <a:gd name="csX402" fmla="*/ 554498 w 704850"/>
                <a:gd name="csY402" fmla="*/ 151913 h 352425"/>
                <a:gd name="csX403" fmla="*/ 555898 w 704850"/>
                <a:gd name="csY403" fmla="*/ 151465 h 352425"/>
                <a:gd name="csX404" fmla="*/ 557232 w 704850"/>
                <a:gd name="csY404" fmla="*/ 151084 h 352425"/>
                <a:gd name="csX405" fmla="*/ 558632 w 704850"/>
                <a:gd name="csY405" fmla="*/ 150960 h 352425"/>
                <a:gd name="csX406" fmla="*/ 560032 w 704850"/>
                <a:gd name="csY406" fmla="*/ 150960 h 352425"/>
                <a:gd name="csX407" fmla="*/ 561365 w 704850"/>
                <a:gd name="csY407" fmla="*/ 151017 h 352425"/>
                <a:gd name="csX408" fmla="*/ 562766 w 704850"/>
                <a:gd name="csY408" fmla="*/ 151341 h 352425"/>
                <a:gd name="csX409" fmla="*/ 564166 w 704850"/>
                <a:gd name="csY409" fmla="*/ 151722 h 352425"/>
                <a:gd name="csX410" fmla="*/ 565499 w 704850"/>
                <a:gd name="csY410" fmla="*/ 152294 h 352425"/>
                <a:gd name="csX411" fmla="*/ 566900 w 704850"/>
                <a:gd name="csY411" fmla="*/ 152999 h 352425"/>
                <a:gd name="csX412" fmla="*/ 568300 w 704850"/>
                <a:gd name="csY412" fmla="*/ 153894 h 352425"/>
                <a:gd name="csX413" fmla="*/ 569633 w 704850"/>
                <a:gd name="csY413" fmla="*/ 154923 h 352425"/>
                <a:gd name="csX414" fmla="*/ 571033 w 704850"/>
                <a:gd name="csY414" fmla="*/ 156132 h 352425"/>
                <a:gd name="csX415" fmla="*/ 572434 w 704850"/>
                <a:gd name="csY415" fmla="*/ 157476 h 352425"/>
                <a:gd name="csX416" fmla="*/ 573834 w 704850"/>
                <a:gd name="csY416" fmla="*/ 159009 h 352425"/>
                <a:gd name="csX417" fmla="*/ 575167 w 704850"/>
                <a:gd name="csY417" fmla="*/ 160609 h 352425"/>
                <a:gd name="csX418" fmla="*/ 576567 w 704850"/>
                <a:gd name="csY418" fmla="*/ 162466 h 352425"/>
                <a:gd name="csX419" fmla="*/ 577968 w 704850"/>
                <a:gd name="csY419" fmla="*/ 164381 h 352425"/>
                <a:gd name="csX420" fmla="*/ 579301 w 704850"/>
                <a:gd name="csY420" fmla="*/ 166496 h 352425"/>
                <a:gd name="csX421" fmla="*/ 580701 w 704850"/>
                <a:gd name="csY421" fmla="*/ 168734 h 352425"/>
                <a:gd name="csX422" fmla="*/ 582101 w 704850"/>
                <a:gd name="csY422" fmla="*/ 171163 h 352425"/>
                <a:gd name="csX423" fmla="*/ 583435 w 704850"/>
                <a:gd name="csY423" fmla="*/ 173658 h 352425"/>
                <a:gd name="csX424" fmla="*/ 584835 w 704850"/>
                <a:gd name="csY424" fmla="*/ 176278 h 352425"/>
                <a:gd name="csX425" fmla="*/ 586235 w 704850"/>
                <a:gd name="csY425" fmla="*/ 179031 h 352425"/>
                <a:gd name="csX426" fmla="*/ 587569 w 704850"/>
                <a:gd name="csY426" fmla="*/ 181907 h 352425"/>
                <a:gd name="csX427" fmla="*/ 588969 w 704850"/>
                <a:gd name="csY427" fmla="*/ 184917 h 352425"/>
                <a:gd name="csX428" fmla="*/ 590369 w 704850"/>
                <a:gd name="csY428" fmla="*/ 188051 h 352425"/>
                <a:gd name="csX429" fmla="*/ 591769 w 704850"/>
                <a:gd name="csY429" fmla="*/ 191241 h 352425"/>
                <a:gd name="csX430" fmla="*/ 593103 w 704850"/>
                <a:gd name="csY430" fmla="*/ 194509 h 352425"/>
                <a:gd name="csX431" fmla="*/ 594503 w 704850"/>
                <a:gd name="csY431" fmla="*/ 197890 h 352425"/>
                <a:gd name="csX432" fmla="*/ 595903 w 704850"/>
                <a:gd name="csY432" fmla="*/ 201348 h 352425"/>
                <a:gd name="csX433" fmla="*/ 597237 w 704850"/>
                <a:gd name="csY433" fmla="*/ 204805 h 352425"/>
                <a:gd name="csX434" fmla="*/ 598637 w 704850"/>
                <a:gd name="csY434" fmla="*/ 208444 h 352425"/>
                <a:gd name="csX435" fmla="*/ 600037 w 704850"/>
                <a:gd name="csY435" fmla="*/ 212025 h 352425"/>
                <a:gd name="csX436" fmla="*/ 601370 w 704850"/>
                <a:gd name="csY436" fmla="*/ 215740 h 352425"/>
                <a:gd name="csX437" fmla="*/ 602771 w 704850"/>
                <a:gd name="csY437" fmla="*/ 219445 h 352425"/>
                <a:gd name="csX438" fmla="*/ 604171 w 704850"/>
                <a:gd name="csY438" fmla="*/ 223217 h 352425"/>
                <a:gd name="csX439" fmla="*/ 605504 w 704850"/>
                <a:gd name="csY439" fmla="*/ 226989 h 352425"/>
                <a:gd name="csX440" fmla="*/ 606904 w 704850"/>
                <a:gd name="csY440" fmla="*/ 230761 h 352425"/>
                <a:gd name="csX441" fmla="*/ 608295 w 704850"/>
                <a:gd name="csY441" fmla="*/ 234533 h 352425"/>
                <a:gd name="csX442" fmla="*/ 609695 w 704850"/>
                <a:gd name="csY442" fmla="*/ 238371 h 352425"/>
                <a:gd name="csX443" fmla="*/ 611039 w 704850"/>
                <a:gd name="csY443" fmla="*/ 242143 h 352425"/>
                <a:gd name="csX444" fmla="*/ 612429 w 704850"/>
                <a:gd name="csY444" fmla="*/ 245924 h 352425"/>
                <a:gd name="csX445" fmla="*/ 613829 w 704850"/>
                <a:gd name="csY445" fmla="*/ 249696 h 352425"/>
                <a:gd name="csX446" fmla="*/ 615172 w 704850"/>
                <a:gd name="csY446" fmla="*/ 253402 h 352425"/>
                <a:gd name="csX447" fmla="*/ 616563 w 704850"/>
                <a:gd name="csY447" fmla="*/ 257107 h 352425"/>
                <a:gd name="csX448" fmla="*/ 617963 w 704850"/>
                <a:gd name="csY448" fmla="*/ 260755 h 352425"/>
                <a:gd name="csX449" fmla="*/ 619296 w 704850"/>
                <a:gd name="csY449" fmla="*/ 264403 h 352425"/>
                <a:gd name="csX450" fmla="*/ 620697 w 704850"/>
                <a:gd name="csY450" fmla="*/ 267918 h 352425"/>
                <a:gd name="csX451" fmla="*/ 622097 w 704850"/>
                <a:gd name="csY451" fmla="*/ 271433 h 352425"/>
                <a:gd name="csX452" fmla="*/ 623430 w 704850"/>
                <a:gd name="csY452" fmla="*/ 274890 h 352425"/>
                <a:gd name="csX453" fmla="*/ 624831 w 704850"/>
                <a:gd name="csY453" fmla="*/ 278281 h 352425"/>
                <a:gd name="csX454" fmla="*/ 626231 w 704850"/>
                <a:gd name="csY454" fmla="*/ 281605 h 352425"/>
                <a:gd name="csX455" fmla="*/ 627631 w 704850"/>
                <a:gd name="csY455" fmla="*/ 284806 h 352425"/>
                <a:gd name="csX456" fmla="*/ 628964 w 704850"/>
                <a:gd name="csY456" fmla="*/ 287997 h 352425"/>
                <a:gd name="csX457" fmla="*/ 630365 w 704850"/>
                <a:gd name="csY457" fmla="*/ 291073 h 352425"/>
                <a:gd name="csX458" fmla="*/ 631765 w 704850"/>
                <a:gd name="csY458" fmla="*/ 294074 h 352425"/>
                <a:gd name="csX459" fmla="*/ 633098 w 704850"/>
                <a:gd name="csY459" fmla="*/ 297017 h 352425"/>
                <a:gd name="csX460" fmla="*/ 634498 w 704850"/>
                <a:gd name="csY460" fmla="*/ 299826 h 352425"/>
                <a:gd name="csX461" fmla="*/ 635899 w 704850"/>
                <a:gd name="csY461" fmla="*/ 302579 h 352425"/>
                <a:gd name="csX462" fmla="*/ 637232 w 704850"/>
                <a:gd name="csY462" fmla="*/ 305265 h 352425"/>
                <a:gd name="csX463" fmla="*/ 638632 w 704850"/>
                <a:gd name="csY463" fmla="*/ 307828 h 352425"/>
                <a:gd name="csX464" fmla="*/ 640032 w 704850"/>
                <a:gd name="csY464" fmla="*/ 310256 h 352425"/>
                <a:gd name="csX465" fmla="*/ 641366 w 704850"/>
                <a:gd name="csY465" fmla="*/ 312685 h 352425"/>
                <a:gd name="csX466" fmla="*/ 642766 w 704850"/>
                <a:gd name="csY466" fmla="*/ 314981 h 352425"/>
                <a:gd name="csX467" fmla="*/ 644166 w 704850"/>
                <a:gd name="csY467" fmla="*/ 317162 h 352425"/>
                <a:gd name="csX468" fmla="*/ 645567 w 704850"/>
                <a:gd name="csY468" fmla="*/ 319267 h 352425"/>
                <a:gd name="csX469" fmla="*/ 646900 w 704850"/>
                <a:gd name="csY469" fmla="*/ 321315 h 352425"/>
                <a:gd name="csX470" fmla="*/ 648300 w 704850"/>
                <a:gd name="csY470" fmla="*/ 323239 h 352425"/>
                <a:gd name="csX471" fmla="*/ 649700 w 704850"/>
                <a:gd name="csY471" fmla="*/ 325087 h 352425"/>
                <a:gd name="csX472" fmla="*/ 651034 w 704850"/>
                <a:gd name="csY472" fmla="*/ 326878 h 352425"/>
                <a:gd name="csX473" fmla="*/ 652434 w 704850"/>
                <a:gd name="csY473" fmla="*/ 328544 h 352425"/>
                <a:gd name="csX474" fmla="*/ 653834 w 704850"/>
                <a:gd name="csY474" fmla="*/ 330145 h 352425"/>
                <a:gd name="csX475" fmla="*/ 655168 w 704850"/>
                <a:gd name="csY475" fmla="*/ 331678 h 352425"/>
                <a:gd name="csX476" fmla="*/ 656568 w 704850"/>
                <a:gd name="csY476" fmla="*/ 333145 h 352425"/>
                <a:gd name="csX477" fmla="*/ 657968 w 704850"/>
                <a:gd name="csY477" fmla="*/ 334488 h 352425"/>
                <a:gd name="csX478" fmla="*/ 659302 w 704850"/>
                <a:gd name="csY478" fmla="*/ 335831 h 352425"/>
                <a:gd name="csX479" fmla="*/ 660702 w 704850"/>
                <a:gd name="csY479" fmla="*/ 337050 h 352425"/>
                <a:gd name="csX480" fmla="*/ 662102 w 704850"/>
                <a:gd name="csY480" fmla="*/ 338203 h 352425"/>
                <a:gd name="csX481" fmla="*/ 663493 w 704850"/>
                <a:gd name="csY481" fmla="*/ 339289 h 352425"/>
                <a:gd name="csX482" fmla="*/ 664836 w 704850"/>
                <a:gd name="csY482" fmla="*/ 340308 h 352425"/>
                <a:gd name="csX483" fmla="*/ 666236 w 704850"/>
                <a:gd name="csY483" fmla="*/ 341270 h 352425"/>
                <a:gd name="csX484" fmla="*/ 667626 w 704850"/>
                <a:gd name="csY484" fmla="*/ 342165 h 352425"/>
                <a:gd name="csX485" fmla="*/ 668969 w 704850"/>
                <a:gd name="csY485" fmla="*/ 342994 h 352425"/>
                <a:gd name="csX486" fmla="*/ 670369 w 704850"/>
                <a:gd name="csY486" fmla="*/ 343823 h 352425"/>
                <a:gd name="csX487" fmla="*/ 671760 w 704850"/>
                <a:gd name="csY487" fmla="*/ 344527 h 352425"/>
                <a:gd name="csX488" fmla="*/ 673103 w 704850"/>
                <a:gd name="csY488" fmla="*/ 345232 h 352425"/>
                <a:gd name="csX489" fmla="*/ 674494 w 704850"/>
                <a:gd name="csY489" fmla="*/ 345870 h 352425"/>
                <a:gd name="csX490" fmla="*/ 675894 w 704850"/>
                <a:gd name="csY490" fmla="*/ 346508 h 352425"/>
                <a:gd name="csX491" fmla="*/ 677237 w 704850"/>
                <a:gd name="csY491" fmla="*/ 347090 h 352425"/>
                <a:gd name="csX492" fmla="*/ 678628 w 704850"/>
                <a:gd name="csY492" fmla="*/ 347604 h 352425"/>
                <a:gd name="csX493" fmla="*/ 680028 w 704850"/>
                <a:gd name="csY493" fmla="*/ 348052 h 352425"/>
                <a:gd name="csX494" fmla="*/ 681428 w 704850"/>
                <a:gd name="csY494" fmla="*/ 348499 h 352425"/>
                <a:gd name="csX495" fmla="*/ 682761 w 704850"/>
                <a:gd name="csY495" fmla="*/ 348947 h 352425"/>
                <a:gd name="csX496" fmla="*/ 684162 w 704850"/>
                <a:gd name="csY496" fmla="*/ 349328 h 352425"/>
                <a:gd name="csX497" fmla="*/ 685562 w 704850"/>
                <a:gd name="csY497" fmla="*/ 349642 h 352425"/>
                <a:gd name="csX498" fmla="*/ 686895 w 704850"/>
                <a:gd name="csY498" fmla="*/ 349966 h 352425"/>
                <a:gd name="csX499" fmla="*/ 688295 w 704850"/>
                <a:gd name="csY499" fmla="*/ 350290 h 352425"/>
                <a:gd name="csX500" fmla="*/ 689696 w 704850"/>
                <a:gd name="csY500" fmla="*/ 350538 h 352425"/>
                <a:gd name="csX501" fmla="*/ 691030 w 704850"/>
                <a:gd name="csY501" fmla="*/ 350795 h 352425"/>
                <a:gd name="csX502" fmla="*/ 692429 w 704850"/>
                <a:gd name="csY502" fmla="*/ 351052 h 352425"/>
                <a:gd name="csX503" fmla="*/ 693829 w 704850"/>
                <a:gd name="csY503" fmla="*/ 351242 h 352425"/>
                <a:gd name="csX504" fmla="*/ 695163 w 704850"/>
                <a:gd name="csY504" fmla="*/ 351433 h 352425"/>
                <a:gd name="csX505" fmla="*/ 696564 w 704850"/>
                <a:gd name="csY505" fmla="*/ 351633 h 352425"/>
                <a:gd name="csX506" fmla="*/ 697963 w 704850"/>
                <a:gd name="csY506" fmla="*/ 351824 h 352425"/>
                <a:gd name="csX507" fmla="*/ 699364 w 704850"/>
                <a:gd name="csY507" fmla="*/ 351947 h 352425"/>
                <a:gd name="csX508" fmla="*/ 700697 w 704850"/>
                <a:gd name="csY508" fmla="*/ 352081 h 352425"/>
                <a:gd name="csX509" fmla="*/ 702097 w 704850"/>
                <a:gd name="csY509" fmla="*/ 352205 h 352425"/>
                <a:gd name="csX510" fmla="*/ 703497 w 704850"/>
                <a:gd name="csY510" fmla="*/ 352328 h 352425"/>
                <a:gd name="csX511" fmla="*/ 704831 w 70485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52425">
                  <a:moveTo>
                    <a:pt x="-19" y="351433"/>
                  </a:moveTo>
                  <a:lnTo>
                    <a:pt x="1315" y="351242"/>
                  </a:lnTo>
                  <a:lnTo>
                    <a:pt x="2715" y="350985"/>
                  </a:lnTo>
                  <a:lnTo>
                    <a:pt x="4115" y="350795"/>
                  </a:lnTo>
                  <a:lnTo>
                    <a:pt x="5515" y="350481"/>
                  </a:lnTo>
                  <a:lnTo>
                    <a:pt x="6849" y="350223"/>
                  </a:lnTo>
                  <a:lnTo>
                    <a:pt x="8249" y="349842"/>
                  </a:lnTo>
                  <a:lnTo>
                    <a:pt x="9649" y="349518"/>
                  </a:lnTo>
                  <a:lnTo>
                    <a:pt x="10982" y="349137"/>
                  </a:lnTo>
                  <a:lnTo>
                    <a:pt x="12383" y="348690"/>
                  </a:lnTo>
                  <a:lnTo>
                    <a:pt x="13783" y="348242"/>
                  </a:lnTo>
                  <a:lnTo>
                    <a:pt x="15116" y="347728"/>
                  </a:lnTo>
                  <a:lnTo>
                    <a:pt x="16516" y="347156"/>
                  </a:lnTo>
                  <a:lnTo>
                    <a:pt x="17917" y="346575"/>
                  </a:lnTo>
                  <a:lnTo>
                    <a:pt x="19250" y="345937"/>
                  </a:lnTo>
                  <a:lnTo>
                    <a:pt x="20650" y="345232"/>
                  </a:lnTo>
                  <a:lnTo>
                    <a:pt x="22050" y="344470"/>
                  </a:lnTo>
                  <a:lnTo>
                    <a:pt x="23450" y="343632"/>
                  </a:lnTo>
                  <a:lnTo>
                    <a:pt x="24784" y="342737"/>
                  </a:lnTo>
                  <a:lnTo>
                    <a:pt x="26184" y="341784"/>
                  </a:lnTo>
                  <a:lnTo>
                    <a:pt x="27585" y="340822"/>
                  </a:lnTo>
                  <a:lnTo>
                    <a:pt x="28918" y="339670"/>
                  </a:lnTo>
                  <a:lnTo>
                    <a:pt x="30318" y="338517"/>
                  </a:lnTo>
                  <a:lnTo>
                    <a:pt x="31718" y="337241"/>
                  </a:lnTo>
                  <a:lnTo>
                    <a:pt x="33052" y="335898"/>
                  </a:lnTo>
                  <a:lnTo>
                    <a:pt x="34452" y="334488"/>
                  </a:lnTo>
                  <a:lnTo>
                    <a:pt x="35843" y="332955"/>
                  </a:lnTo>
                  <a:lnTo>
                    <a:pt x="37186" y="331297"/>
                  </a:lnTo>
                  <a:lnTo>
                    <a:pt x="38586" y="329564"/>
                  </a:lnTo>
                  <a:lnTo>
                    <a:pt x="39977" y="327716"/>
                  </a:lnTo>
                  <a:lnTo>
                    <a:pt x="41377" y="325792"/>
                  </a:lnTo>
                  <a:lnTo>
                    <a:pt x="42720" y="323687"/>
                  </a:lnTo>
                  <a:lnTo>
                    <a:pt x="44110" y="321505"/>
                  </a:lnTo>
                  <a:lnTo>
                    <a:pt x="45510" y="319210"/>
                  </a:lnTo>
                  <a:lnTo>
                    <a:pt x="46853" y="316714"/>
                  </a:lnTo>
                  <a:lnTo>
                    <a:pt x="48244" y="314152"/>
                  </a:lnTo>
                  <a:lnTo>
                    <a:pt x="49644" y="311466"/>
                  </a:lnTo>
                  <a:lnTo>
                    <a:pt x="50978" y="308590"/>
                  </a:lnTo>
                  <a:lnTo>
                    <a:pt x="52378" y="305589"/>
                  </a:lnTo>
                  <a:lnTo>
                    <a:pt x="53778" y="302513"/>
                  </a:lnTo>
                  <a:lnTo>
                    <a:pt x="55112" y="299188"/>
                  </a:lnTo>
                  <a:lnTo>
                    <a:pt x="56512" y="295798"/>
                  </a:lnTo>
                  <a:lnTo>
                    <a:pt x="57912" y="292216"/>
                  </a:lnTo>
                  <a:lnTo>
                    <a:pt x="59312" y="288511"/>
                  </a:lnTo>
                  <a:lnTo>
                    <a:pt x="60646" y="284606"/>
                  </a:lnTo>
                  <a:lnTo>
                    <a:pt x="62046" y="280576"/>
                  </a:lnTo>
                  <a:lnTo>
                    <a:pt x="63446" y="276423"/>
                  </a:lnTo>
                  <a:lnTo>
                    <a:pt x="64780" y="272080"/>
                  </a:lnTo>
                  <a:lnTo>
                    <a:pt x="66180" y="267603"/>
                  </a:lnTo>
                  <a:lnTo>
                    <a:pt x="67580" y="262993"/>
                  </a:lnTo>
                  <a:lnTo>
                    <a:pt x="68913" y="258202"/>
                  </a:lnTo>
                  <a:lnTo>
                    <a:pt x="70314" y="253278"/>
                  </a:lnTo>
                  <a:lnTo>
                    <a:pt x="71714" y="248220"/>
                  </a:lnTo>
                  <a:lnTo>
                    <a:pt x="73047" y="243039"/>
                  </a:lnTo>
                  <a:lnTo>
                    <a:pt x="74447" y="237676"/>
                  </a:lnTo>
                  <a:lnTo>
                    <a:pt x="75848" y="232237"/>
                  </a:lnTo>
                  <a:lnTo>
                    <a:pt x="77248" y="226674"/>
                  </a:lnTo>
                  <a:lnTo>
                    <a:pt x="78581" y="220912"/>
                  </a:lnTo>
                  <a:lnTo>
                    <a:pt x="79981" y="215159"/>
                  </a:lnTo>
                  <a:lnTo>
                    <a:pt x="81382" y="209272"/>
                  </a:lnTo>
                  <a:lnTo>
                    <a:pt x="82715" y="203205"/>
                  </a:lnTo>
                  <a:lnTo>
                    <a:pt x="84115" y="197128"/>
                  </a:lnTo>
                  <a:lnTo>
                    <a:pt x="85516" y="190984"/>
                  </a:lnTo>
                  <a:lnTo>
                    <a:pt x="86849" y="184717"/>
                  </a:lnTo>
                  <a:lnTo>
                    <a:pt x="88249" y="178450"/>
                  </a:lnTo>
                  <a:lnTo>
                    <a:pt x="89649" y="172125"/>
                  </a:lnTo>
                  <a:lnTo>
                    <a:pt x="90983" y="165724"/>
                  </a:lnTo>
                  <a:lnTo>
                    <a:pt x="92383" y="159266"/>
                  </a:lnTo>
                  <a:lnTo>
                    <a:pt x="93783" y="152875"/>
                  </a:lnTo>
                  <a:lnTo>
                    <a:pt x="95174" y="146417"/>
                  </a:lnTo>
                  <a:lnTo>
                    <a:pt x="96517" y="140016"/>
                  </a:lnTo>
                  <a:lnTo>
                    <a:pt x="97917" y="133625"/>
                  </a:lnTo>
                  <a:lnTo>
                    <a:pt x="99308" y="127233"/>
                  </a:lnTo>
                  <a:lnTo>
                    <a:pt x="100651" y="120900"/>
                  </a:lnTo>
                  <a:lnTo>
                    <a:pt x="102041" y="114632"/>
                  </a:lnTo>
                  <a:lnTo>
                    <a:pt x="103442" y="108365"/>
                  </a:lnTo>
                  <a:lnTo>
                    <a:pt x="104784" y="102288"/>
                  </a:lnTo>
                  <a:lnTo>
                    <a:pt x="106175" y="96211"/>
                  </a:lnTo>
                  <a:lnTo>
                    <a:pt x="107575" y="90267"/>
                  </a:lnTo>
                  <a:lnTo>
                    <a:pt x="108919" y="84514"/>
                  </a:lnTo>
                  <a:lnTo>
                    <a:pt x="110309" y="78818"/>
                  </a:lnTo>
                  <a:lnTo>
                    <a:pt x="111709" y="73189"/>
                  </a:lnTo>
                  <a:lnTo>
                    <a:pt x="113052" y="67816"/>
                  </a:lnTo>
                  <a:lnTo>
                    <a:pt x="114443" y="62578"/>
                  </a:lnTo>
                  <a:lnTo>
                    <a:pt x="115843" y="57530"/>
                  </a:lnTo>
                  <a:lnTo>
                    <a:pt x="117243" y="52605"/>
                  </a:lnTo>
                  <a:lnTo>
                    <a:pt x="118577" y="47928"/>
                  </a:lnTo>
                  <a:lnTo>
                    <a:pt x="119977" y="43394"/>
                  </a:lnTo>
                  <a:lnTo>
                    <a:pt x="121377" y="39041"/>
                  </a:lnTo>
                  <a:lnTo>
                    <a:pt x="122711" y="34955"/>
                  </a:lnTo>
                  <a:lnTo>
                    <a:pt x="124111" y="31117"/>
                  </a:lnTo>
                  <a:lnTo>
                    <a:pt x="125511" y="27345"/>
                  </a:lnTo>
                  <a:lnTo>
                    <a:pt x="126844" y="23954"/>
                  </a:lnTo>
                  <a:lnTo>
                    <a:pt x="128245" y="20754"/>
                  </a:lnTo>
                  <a:lnTo>
                    <a:pt x="129645" y="17744"/>
                  </a:lnTo>
                  <a:lnTo>
                    <a:pt x="130978" y="15000"/>
                  </a:lnTo>
                  <a:lnTo>
                    <a:pt x="132378" y="12505"/>
                  </a:lnTo>
                  <a:lnTo>
                    <a:pt x="133779" y="10200"/>
                  </a:lnTo>
                  <a:lnTo>
                    <a:pt x="135179" y="8152"/>
                  </a:lnTo>
                  <a:lnTo>
                    <a:pt x="136512" y="6428"/>
                  </a:lnTo>
                  <a:lnTo>
                    <a:pt x="137912" y="4828"/>
                  </a:lnTo>
                  <a:lnTo>
                    <a:pt x="139313" y="3428"/>
                  </a:lnTo>
                  <a:lnTo>
                    <a:pt x="140646" y="2332"/>
                  </a:lnTo>
                  <a:lnTo>
                    <a:pt x="142046" y="1437"/>
                  </a:lnTo>
                  <a:lnTo>
                    <a:pt x="143447" y="741"/>
                  </a:lnTo>
                  <a:lnTo>
                    <a:pt x="144780" y="294"/>
                  </a:lnTo>
                  <a:lnTo>
                    <a:pt x="146180" y="37"/>
                  </a:lnTo>
                  <a:lnTo>
                    <a:pt x="147580" y="-30"/>
                  </a:lnTo>
                  <a:lnTo>
                    <a:pt x="148914" y="103"/>
                  </a:lnTo>
                  <a:lnTo>
                    <a:pt x="150314" y="418"/>
                  </a:lnTo>
                  <a:lnTo>
                    <a:pt x="151714" y="932"/>
                  </a:lnTo>
                  <a:lnTo>
                    <a:pt x="153114" y="1570"/>
                  </a:lnTo>
                  <a:lnTo>
                    <a:pt x="154448" y="2399"/>
                  </a:lnTo>
                  <a:lnTo>
                    <a:pt x="155848" y="3361"/>
                  </a:lnTo>
                  <a:lnTo>
                    <a:pt x="157248" y="4447"/>
                  </a:lnTo>
                  <a:lnTo>
                    <a:pt x="158582" y="5666"/>
                  </a:lnTo>
                  <a:lnTo>
                    <a:pt x="159982" y="7009"/>
                  </a:lnTo>
                  <a:lnTo>
                    <a:pt x="161373" y="8476"/>
                  </a:lnTo>
                  <a:lnTo>
                    <a:pt x="162716" y="10009"/>
                  </a:lnTo>
                  <a:lnTo>
                    <a:pt x="164116" y="11676"/>
                  </a:lnTo>
                  <a:lnTo>
                    <a:pt x="165506" y="13334"/>
                  </a:lnTo>
                  <a:lnTo>
                    <a:pt x="166850" y="15124"/>
                  </a:lnTo>
                  <a:lnTo>
                    <a:pt x="168240" y="16982"/>
                  </a:lnTo>
                  <a:lnTo>
                    <a:pt x="169640" y="18896"/>
                  </a:lnTo>
                  <a:lnTo>
                    <a:pt x="171041" y="20820"/>
                  </a:lnTo>
                  <a:lnTo>
                    <a:pt x="172374" y="22735"/>
                  </a:lnTo>
                  <a:lnTo>
                    <a:pt x="173774" y="24716"/>
                  </a:lnTo>
                  <a:lnTo>
                    <a:pt x="175174" y="26764"/>
                  </a:lnTo>
                  <a:lnTo>
                    <a:pt x="176508" y="28745"/>
                  </a:lnTo>
                  <a:lnTo>
                    <a:pt x="177908" y="30726"/>
                  </a:lnTo>
                  <a:lnTo>
                    <a:pt x="179308" y="32717"/>
                  </a:lnTo>
                  <a:lnTo>
                    <a:pt x="180642" y="34698"/>
                  </a:lnTo>
                  <a:lnTo>
                    <a:pt x="182042" y="36613"/>
                  </a:lnTo>
                  <a:lnTo>
                    <a:pt x="183442" y="38527"/>
                  </a:lnTo>
                  <a:lnTo>
                    <a:pt x="184776" y="40451"/>
                  </a:lnTo>
                  <a:lnTo>
                    <a:pt x="186176" y="42309"/>
                  </a:lnTo>
                  <a:lnTo>
                    <a:pt x="187576" y="44099"/>
                  </a:lnTo>
                  <a:lnTo>
                    <a:pt x="188976" y="45890"/>
                  </a:lnTo>
                  <a:lnTo>
                    <a:pt x="190310" y="47614"/>
                  </a:lnTo>
                  <a:lnTo>
                    <a:pt x="191710" y="49271"/>
                  </a:lnTo>
                  <a:lnTo>
                    <a:pt x="193110" y="50938"/>
                  </a:lnTo>
                  <a:lnTo>
                    <a:pt x="194443" y="52539"/>
                  </a:lnTo>
                  <a:lnTo>
                    <a:pt x="195843" y="54072"/>
                  </a:lnTo>
                  <a:lnTo>
                    <a:pt x="197244" y="55606"/>
                  </a:lnTo>
                  <a:lnTo>
                    <a:pt x="198577" y="57015"/>
                  </a:lnTo>
                  <a:lnTo>
                    <a:pt x="199978" y="58482"/>
                  </a:lnTo>
                  <a:lnTo>
                    <a:pt x="201378" y="59825"/>
                  </a:lnTo>
                  <a:lnTo>
                    <a:pt x="202711" y="61168"/>
                  </a:lnTo>
                  <a:lnTo>
                    <a:pt x="204111" y="62454"/>
                  </a:lnTo>
                  <a:lnTo>
                    <a:pt x="205511" y="63730"/>
                  </a:lnTo>
                  <a:lnTo>
                    <a:pt x="206912" y="64940"/>
                  </a:lnTo>
                  <a:lnTo>
                    <a:pt x="208245" y="66159"/>
                  </a:lnTo>
                  <a:lnTo>
                    <a:pt x="209645" y="67369"/>
                  </a:lnTo>
                  <a:lnTo>
                    <a:pt x="211045" y="68521"/>
                  </a:lnTo>
                  <a:lnTo>
                    <a:pt x="212379" y="69674"/>
                  </a:lnTo>
                  <a:lnTo>
                    <a:pt x="213779" y="70826"/>
                  </a:lnTo>
                  <a:lnTo>
                    <a:pt x="215179" y="71912"/>
                  </a:lnTo>
                  <a:lnTo>
                    <a:pt x="216513" y="73065"/>
                  </a:lnTo>
                  <a:lnTo>
                    <a:pt x="217913" y="74218"/>
                  </a:lnTo>
                  <a:lnTo>
                    <a:pt x="219313" y="75370"/>
                  </a:lnTo>
                  <a:lnTo>
                    <a:pt x="220647" y="76522"/>
                  </a:lnTo>
                  <a:lnTo>
                    <a:pt x="222047" y="77666"/>
                  </a:lnTo>
                  <a:lnTo>
                    <a:pt x="223447" y="78885"/>
                  </a:lnTo>
                  <a:lnTo>
                    <a:pt x="224838" y="80104"/>
                  </a:lnTo>
                  <a:lnTo>
                    <a:pt x="226181" y="81380"/>
                  </a:lnTo>
                  <a:lnTo>
                    <a:pt x="227581" y="82657"/>
                  </a:lnTo>
                  <a:lnTo>
                    <a:pt x="228971" y="83933"/>
                  </a:lnTo>
                  <a:lnTo>
                    <a:pt x="230315" y="85276"/>
                  </a:lnTo>
                  <a:lnTo>
                    <a:pt x="231705" y="86686"/>
                  </a:lnTo>
                  <a:lnTo>
                    <a:pt x="233105" y="88095"/>
                  </a:lnTo>
                  <a:lnTo>
                    <a:pt x="234448" y="89629"/>
                  </a:lnTo>
                  <a:lnTo>
                    <a:pt x="235839" y="91096"/>
                  </a:lnTo>
                  <a:lnTo>
                    <a:pt x="237239" y="92696"/>
                  </a:lnTo>
                  <a:lnTo>
                    <a:pt x="238573" y="94363"/>
                  </a:lnTo>
                  <a:lnTo>
                    <a:pt x="239973" y="96020"/>
                  </a:lnTo>
                  <a:lnTo>
                    <a:pt x="241373" y="97754"/>
                  </a:lnTo>
                  <a:lnTo>
                    <a:pt x="242773" y="99478"/>
                  </a:lnTo>
                  <a:lnTo>
                    <a:pt x="244107" y="101335"/>
                  </a:lnTo>
                  <a:lnTo>
                    <a:pt x="245507" y="103183"/>
                  </a:lnTo>
                  <a:lnTo>
                    <a:pt x="246907" y="105164"/>
                  </a:lnTo>
                  <a:lnTo>
                    <a:pt x="248241" y="107088"/>
                  </a:lnTo>
                  <a:lnTo>
                    <a:pt x="249641" y="109136"/>
                  </a:lnTo>
                  <a:lnTo>
                    <a:pt x="251041" y="111241"/>
                  </a:lnTo>
                  <a:lnTo>
                    <a:pt x="252374" y="113356"/>
                  </a:lnTo>
                  <a:lnTo>
                    <a:pt x="253775" y="115461"/>
                  </a:lnTo>
                  <a:lnTo>
                    <a:pt x="255175" y="117699"/>
                  </a:lnTo>
                  <a:lnTo>
                    <a:pt x="256508" y="119937"/>
                  </a:lnTo>
                  <a:lnTo>
                    <a:pt x="257909" y="122242"/>
                  </a:lnTo>
                  <a:lnTo>
                    <a:pt x="259309" y="124548"/>
                  </a:lnTo>
                  <a:lnTo>
                    <a:pt x="260709" y="126910"/>
                  </a:lnTo>
                  <a:lnTo>
                    <a:pt x="262042" y="129272"/>
                  </a:lnTo>
                  <a:lnTo>
                    <a:pt x="263443" y="131710"/>
                  </a:lnTo>
                  <a:lnTo>
                    <a:pt x="264843" y="134139"/>
                  </a:lnTo>
                  <a:lnTo>
                    <a:pt x="266176" y="136635"/>
                  </a:lnTo>
                  <a:lnTo>
                    <a:pt x="267576" y="139121"/>
                  </a:lnTo>
                  <a:lnTo>
                    <a:pt x="268977" y="141616"/>
                  </a:lnTo>
                  <a:lnTo>
                    <a:pt x="270310" y="144179"/>
                  </a:lnTo>
                  <a:lnTo>
                    <a:pt x="271710" y="146731"/>
                  </a:lnTo>
                  <a:lnTo>
                    <a:pt x="273110" y="149293"/>
                  </a:lnTo>
                  <a:lnTo>
                    <a:pt x="274444" y="151846"/>
                  </a:lnTo>
                  <a:lnTo>
                    <a:pt x="275844" y="154408"/>
                  </a:lnTo>
                  <a:lnTo>
                    <a:pt x="277244" y="157028"/>
                  </a:lnTo>
                  <a:lnTo>
                    <a:pt x="278645" y="159590"/>
                  </a:lnTo>
                  <a:lnTo>
                    <a:pt x="279978" y="162209"/>
                  </a:lnTo>
                  <a:lnTo>
                    <a:pt x="281378" y="164772"/>
                  </a:lnTo>
                  <a:lnTo>
                    <a:pt x="282778" y="167391"/>
                  </a:lnTo>
                  <a:lnTo>
                    <a:pt x="284112" y="169944"/>
                  </a:lnTo>
                  <a:lnTo>
                    <a:pt x="285512" y="172506"/>
                  </a:lnTo>
                  <a:lnTo>
                    <a:pt x="286902" y="175125"/>
                  </a:lnTo>
                  <a:lnTo>
                    <a:pt x="288246" y="177687"/>
                  </a:lnTo>
                  <a:lnTo>
                    <a:pt x="289646" y="180240"/>
                  </a:lnTo>
                  <a:lnTo>
                    <a:pt x="291037" y="182736"/>
                  </a:lnTo>
                  <a:lnTo>
                    <a:pt x="292379" y="185298"/>
                  </a:lnTo>
                  <a:lnTo>
                    <a:pt x="293780" y="187793"/>
                  </a:lnTo>
                  <a:lnTo>
                    <a:pt x="295170" y="190289"/>
                  </a:lnTo>
                  <a:lnTo>
                    <a:pt x="296570" y="192775"/>
                  </a:lnTo>
                  <a:lnTo>
                    <a:pt x="297913" y="195271"/>
                  </a:lnTo>
                  <a:lnTo>
                    <a:pt x="299304" y="197700"/>
                  </a:lnTo>
                  <a:lnTo>
                    <a:pt x="300704" y="200128"/>
                  </a:lnTo>
                  <a:lnTo>
                    <a:pt x="302038" y="202567"/>
                  </a:lnTo>
                  <a:lnTo>
                    <a:pt x="303438" y="204929"/>
                  </a:lnTo>
                  <a:lnTo>
                    <a:pt x="304838" y="207291"/>
                  </a:lnTo>
                  <a:lnTo>
                    <a:pt x="306172" y="209596"/>
                  </a:lnTo>
                  <a:lnTo>
                    <a:pt x="307572" y="211959"/>
                  </a:lnTo>
                  <a:lnTo>
                    <a:pt x="308972" y="214197"/>
                  </a:lnTo>
                  <a:lnTo>
                    <a:pt x="310305" y="216435"/>
                  </a:lnTo>
                  <a:lnTo>
                    <a:pt x="311706" y="218674"/>
                  </a:lnTo>
                  <a:lnTo>
                    <a:pt x="313106" y="220855"/>
                  </a:lnTo>
                  <a:lnTo>
                    <a:pt x="314439" y="223026"/>
                  </a:lnTo>
                  <a:lnTo>
                    <a:pt x="315840" y="225141"/>
                  </a:lnTo>
                  <a:lnTo>
                    <a:pt x="317240" y="227246"/>
                  </a:lnTo>
                  <a:lnTo>
                    <a:pt x="318640" y="229294"/>
                  </a:lnTo>
                  <a:lnTo>
                    <a:pt x="319973" y="231342"/>
                  </a:lnTo>
                  <a:lnTo>
                    <a:pt x="321374" y="233323"/>
                  </a:lnTo>
                  <a:lnTo>
                    <a:pt x="322774" y="235238"/>
                  </a:lnTo>
                  <a:lnTo>
                    <a:pt x="324107" y="237162"/>
                  </a:lnTo>
                  <a:lnTo>
                    <a:pt x="325507" y="239009"/>
                  </a:lnTo>
                  <a:lnTo>
                    <a:pt x="326908" y="240800"/>
                  </a:lnTo>
                  <a:lnTo>
                    <a:pt x="328241" y="242591"/>
                  </a:lnTo>
                  <a:lnTo>
                    <a:pt x="329641" y="244324"/>
                  </a:lnTo>
                  <a:lnTo>
                    <a:pt x="331041" y="245982"/>
                  </a:lnTo>
                  <a:lnTo>
                    <a:pt x="332375" y="247648"/>
                  </a:lnTo>
                  <a:lnTo>
                    <a:pt x="333775" y="249249"/>
                  </a:lnTo>
                  <a:lnTo>
                    <a:pt x="335175" y="250782"/>
                  </a:lnTo>
                  <a:lnTo>
                    <a:pt x="336576" y="252249"/>
                  </a:lnTo>
                  <a:lnTo>
                    <a:pt x="337909" y="253659"/>
                  </a:lnTo>
                  <a:lnTo>
                    <a:pt x="339309" y="255069"/>
                  </a:lnTo>
                  <a:lnTo>
                    <a:pt x="340709" y="256412"/>
                  </a:lnTo>
                  <a:lnTo>
                    <a:pt x="342043" y="257688"/>
                  </a:lnTo>
                  <a:lnTo>
                    <a:pt x="343443" y="258898"/>
                  </a:lnTo>
                  <a:lnTo>
                    <a:pt x="344843" y="260050"/>
                  </a:lnTo>
                  <a:lnTo>
                    <a:pt x="346177" y="261203"/>
                  </a:lnTo>
                  <a:lnTo>
                    <a:pt x="347577" y="262231"/>
                  </a:lnTo>
                  <a:lnTo>
                    <a:pt x="348977" y="263250"/>
                  </a:lnTo>
                  <a:lnTo>
                    <a:pt x="350311" y="264213"/>
                  </a:lnTo>
                  <a:lnTo>
                    <a:pt x="351711" y="265108"/>
                  </a:lnTo>
                  <a:lnTo>
                    <a:pt x="353101" y="265937"/>
                  </a:lnTo>
                  <a:lnTo>
                    <a:pt x="354502" y="266708"/>
                  </a:lnTo>
                  <a:lnTo>
                    <a:pt x="355844" y="267403"/>
                  </a:lnTo>
                  <a:lnTo>
                    <a:pt x="357235" y="268051"/>
                  </a:lnTo>
                  <a:lnTo>
                    <a:pt x="358635" y="268623"/>
                  </a:lnTo>
                  <a:lnTo>
                    <a:pt x="359979" y="269194"/>
                  </a:lnTo>
                  <a:lnTo>
                    <a:pt x="361369" y="269642"/>
                  </a:lnTo>
                  <a:lnTo>
                    <a:pt x="362769" y="270090"/>
                  </a:lnTo>
                  <a:lnTo>
                    <a:pt x="364112" y="270480"/>
                  </a:lnTo>
                  <a:lnTo>
                    <a:pt x="365503" y="270737"/>
                  </a:lnTo>
                  <a:lnTo>
                    <a:pt x="366903" y="270985"/>
                  </a:lnTo>
                  <a:lnTo>
                    <a:pt x="368236" y="271185"/>
                  </a:lnTo>
                  <a:lnTo>
                    <a:pt x="369637" y="271309"/>
                  </a:lnTo>
                  <a:lnTo>
                    <a:pt x="371037" y="271433"/>
                  </a:lnTo>
                  <a:lnTo>
                    <a:pt x="372437" y="271433"/>
                  </a:lnTo>
                  <a:lnTo>
                    <a:pt x="373771" y="271375"/>
                  </a:lnTo>
                  <a:lnTo>
                    <a:pt x="375171" y="271309"/>
                  </a:lnTo>
                  <a:lnTo>
                    <a:pt x="376571" y="271185"/>
                  </a:lnTo>
                  <a:lnTo>
                    <a:pt x="377904" y="270985"/>
                  </a:lnTo>
                  <a:lnTo>
                    <a:pt x="379305" y="270737"/>
                  </a:lnTo>
                  <a:lnTo>
                    <a:pt x="380705" y="270413"/>
                  </a:lnTo>
                  <a:lnTo>
                    <a:pt x="382038" y="270090"/>
                  </a:lnTo>
                  <a:lnTo>
                    <a:pt x="383438" y="269708"/>
                  </a:lnTo>
                  <a:lnTo>
                    <a:pt x="384839" y="269261"/>
                  </a:lnTo>
                  <a:lnTo>
                    <a:pt x="386172" y="268746"/>
                  </a:lnTo>
                  <a:lnTo>
                    <a:pt x="387572" y="268242"/>
                  </a:lnTo>
                  <a:lnTo>
                    <a:pt x="388972" y="267661"/>
                  </a:lnTo>
                  <a:lnTo>
                    <a:pt x="390373" y="267022"/>
                  </a:lnTo>
                  <a:lnTo>
                    <a:pt x="391706" y="266384"/>
                  </a:lnTo>
                  <a:lnTo>
                    <a:pt x="393106" y="265679"/>
                  </a:lnTo>
                  <a:lnTo>
                    <a:pt x="394507" y="264918"/>
                  </a:lnTo>
                  <a:lnTo>
                    <a:pt x="395840" y="264213"/>
                  </a:lnTo>
                  <a:lnTo>
                    <a:pt x="397240" y="263374"/>
                  </a:lnTo>
                  <a:lnTo>
                    <a:pt x="398640" y="262546"/>
                  </a:lnTo>
                  <a:lnTo>
                    <a:pt x="399974" y="261717"/>
                  </a:lnTo>
                  <a:lnTo>
                    <a:pt x="401374" y="260822"/>
                  </a:lnTo>
                  <a:lnTo>
                    <a:pt x="402774" y="259926"/>
                  </a:lnTo>
                  <a:lnTo>
                    <a:pt x="404108" y="259031"/>
                  </a:lnTo>
                  <a:lnTo>
                    <a:pt x="405508" y="258069"/>
                  </a:lnTo>
                  <a:lnTo>
                    <a:pt x="406908" y="257107"/>
                  </a:lnTo>
                  <a:lnTo>
                    <a:pt x="408299" y="256154"/>
                  </a:lnTo>
                  <a:lnTo>
                    <a:pt x="409642" y="255193"/>
                  </a:lnTo>
                  <a:lnTo>
                    <a:pt x="411042" y="254230"/>
                  </a:lnTo>
                  <a:lnTo>
                    <a:pt x="412433" y="253278"/>
                  </a:lnTo>
                  <a:lnTo>
                    <a:pt x="413776" y="252316"/>
                  </a:lnTo>
                  <a:lnTo>
                    <a:pt x="415176" y="251287"/>
                  </a:lnTo>
                  <a:lnTo>
                    <a:pt x="416566" y="250335"/>
                  </a:lnTo>
                  <a:lnTo>
                    <a:pt x="417910" y="249373"/>
                  </a:lnTo>
                  <a:lnTo>
                    <a:pt x="419300" y="248411"/>
                  </a:lnTo>
                  <a:lnTo>
                    <a:pt x="420700" y="247515"/>
                  </a:lnTo>
                  <a:lnTo>
                    <a:pt x="422043" y="246563"/>
                  </a:lnTo>
                  <a:lnTo>
                    <a:pt x="423434" y="245668"/>
                  </a:lnTo>
                  <a:lnTo>
                    <a:pt x="424834" y="244772"/>
                  </a:lnTo>
                  <a:lnTo>
                    <a:pt x="426234" y="243877"/>
                  </a:lnTo>
                  <a:lnTo>
                    <a:pt x="427568" y="243039"/>
                  </a:lnTo>
                  <a:lnTo>
                    <a:pt x="428968" y="242276"/>
                  </a:lnTo>
                  <a:lnTo>
                    <a:pt x="430368" y="241448"/>
                  </a:lnTo>
                  <a:lnTo>
                    <a:pt x="431702" y="240676"/>
                  </a:lnTo>
                  <a:lnTo>
                    <a:pt x="433102" y="239971"/>
                  </a:lnTo>
                  <a:lnTo>
                    <a:pt x="434502" y="239266"/>
                  </a:lnTo>
                  <a:lnTo>
                    <a:pt x="435836" y="238628"/>
                  </a:lnTo>
                  <a:lnTo>
                    <a:pt x="437236" y="237990"/>
                  </a:lnTo>
                  <a:lnTo>
                    <a:pt x="438636" y="237352"/>
                  </a:lnTo>
                  <a:lnTo>
                    <a:pt x="439969" y="236771"/>
                  </a:lnTo>
                  <a:lnTo>
                    <a:pt x="441369" y="236266"/>
                  </a:lnTo>
                  <a:lnTo>
                    <a:pt x="442770" y="235752"/>
                  </a:lnTo>
                  <a:lnTo>
                    <a:pt x="444170" y="235304"/>
                  </a:lnTo>
                  <a:lnTo>
                    <a:pt x="445503" y="234857"/>
                  </a:lnTo>
                  <a:lnTo>
                    <a:pt x="446903" y="234409"/>
                  </a:lnTo>
                  <a:lnTo>
                    <a:pt x="448304" y="234028"/>
                  </a:lnTo>
                  <a:lnTo>
                    <a:pt x="449637" y="233704"/>
                  </a:lnTo>
                  <a:lnTo>
                    <a:pt x="451037" y="233390"/>
                  </a:lnTo>
                  <a:lnTo>
                    <a:pt x="452438" y="233066"/>
                  </a:lnTo>
                  <a:lnTo>
                    <a:pt x="453771" y="232809"/>
                  </a:lnTo>
                  <a:lnTo>
                    <a:pt x="455171" y="232494"/>
                  </a:lnTo>
                  <a:lnTo>
                    <a:pt x="456571" y="232294"/>
                  </a:lnTo>
                  <a:lnTo>
                    <a:pt x="457905" y="232047"/>
                  </a:lnTo>
                  <a:lnTo>
                    <a:pt x="459305" y="231790"/>
                  </a:lnTo>
                  <a:lnTo>
                    <a:pt x="460705" y="231599"/>
                  </a:lnTo>
                  <a:lnTo>
                    <a:pt x="462105" y="231408"/>
                  </a:lnTo>
                  <a:lnTo>
                    <a:pt x="463439" y="231209"/>
                  </a:lnTo>
                  <a:lnTo>
                    <a:pt x="464839" y="230961"/>
                  </a:lnTo>
                  <a:lnTo>
                    <a:pt x="466239" y="230761"/>
                  </a:lnTo>
                  <a:lnTo>
                    <a:pt x="467573" y="230504"/>
                  </a:lnTo>
                  <a:lnTo>
                    <a:pt x="468973" y="230313"/>
                  </a:lnTo>
                  <a:lnTo>
                    <a:pt x="470373" y="230056"/>
                  </a:lnTo>
                  <a:lnTo>
                    <a:pt x="471707" y="229808"/>
                  </a:lnTo>
                  <a:lnTo>
                    <a:pt x="473107" y="229484"/>
                  </a:lnTo>
                  <a:lnTo>
                    <a:pt x="474507" y="229170"/>
                  </a:lnTo>
                  <a:lnTo>
                    <a:pt x="475841" y="228846"/>
                  </a:lnTo>
                  <a:lnTo>
                    <a:pt x="477241" y="228465"/>
                  </a:lnTo>
                  <a:lnTo>
                    <a:pt x="478641" y="228017"/>
                  </a:lnTo>
                  <a:lnTo>
                    <a:pt x="480031" y="227570"/>
                  </a:lnTo>
                  <a:lnTo>
                    <a:pt x="481375" y="227056"/>
                  </a:lnTo>
                  <a:lnTo>
                    <a:pt x="482765" y="226484"/>
                  </a:lnTo>
                  <a:lnTo>
                    <a:pt x="484165" y="225903"/>
                  </a:lnTo>
                  <a:lnTo>
                    <a:pt x="485508" y="225265"/>
                  </a:lnTo>
                  <a:lnTo>
                    <a:pt x="486899" y="224560"/>
                  </a:lnTo>
                  <a:lnTo>
                    <a:pt x="488299" y="223798"/>
                  </a:lnTo>
                  <a:lnTo>
                    <a:pt x="489633" y="223026"/>
                  </a:lnTo>
                  <a:lnTo>
                    <a:pt x="491033" y="222131"/>
                  </a:lnTo>
                  <a:lnTo>
                    <a:pt x="492433" y="221236"/>
                  </a:lnTo>
                  <a:lnTo>
                    <a:pt x="493767" y="220274"/>
                  </a:lnTo>
                  <a:lnTo>
                    <a:pt x="495167" y="219188"/>
                  </a:lnTo>
                  <a:lnTo>
                    <a:pt x="496567" y="218102"/>
                  </a:lnTo>
                  <a:lnTo>
                    <a:pt x="497967" y="216949"/>
                  </a:lnTo>
                  <a:lnTo>
                    <a:pt x="499301" y="215740"/>
                  </a:lnTo>
                  <a:lnTo>
                    <a:pt x="500701" y="214397"/>
                  </a:lnTo>
                  <a:lnTo>
                    <a:pt x="502101" y="213054"/>
                  </a:lnTo>
                  <a:lnTo>
                    <a:pt x="503434" y="211644"/>
                  </a:lnTo>
                  <a:lnTo>
                    <a:pt x="504835" y="210177"/>
                  </a:lnTo>
                  <a:lnTo>
                    <a:pt x="506235" y="208634"/>
                  </a:lnTo>
                  <a:lnTo>
                    <a:pt x="507568" y="207101"/>
                  </a:lnTo>
                  <a:lnTo>
                    <a:pt x="508969" y="205443"/>
                  </a:lnTo>
                  <a:lnTo>
                    <a:pt x="510369" y="203776"/>
                  </a:lnTo>
                  <a:lnTo>
                    <a:pt x="511702" y="202052"/>
                  </a:lnTo>
                  <a:lnTo>
                    <a:pt x="513102" y="200262"/>
                  </a:lnTo>
                  <a:lnTo>
                    <a:pt x="514503" y="198471"/>
                  </a:lnTo>
                  <a:lnTo>
                    <a:pt x="515836" y="196614"/>
                  </a:lnTo>
                  <a:lnTo>
                    <a:pt x="517236" y="194699"/>
                  </a:lnTo>
                  <a:lnTo>
                    <a:pt x="518636" y="192775"/>
                  </a:lnTo>
                  <a:lnTo>
                    <a:pt x="520036" y="190860"/>
                  </a:lnTo>
                  <a:lnTo>
                    <a:pt x="521370" y="188936"/>
                  </a:lnTo>
                  <a:lnTo>
                    <a:pt x="522770" y="186955"/>
                  </a:lnTo>
                  <a:lnTo>
                    <a:pt x="524170" y="184974"/>
                  </a:lnTo>
                  <a:lnTo>
                    <a:pt x="525504" y="182993"/>
                  </a:lnTo>
                  <a:lnTo>
                    <a:pt x="526904" y="181012"/>
                  </a:lnTo>
                  <a:lnTo>
                    <a:pt x="528304" y="179031"/>
                  </a:lnTo>
                  <a:lnTo>
                    <a:pt x="529638" y="177106"/>
                  </a:lnTo>
                  <a:lnTo>
                    <a:pt x="531038" y="175192"/>
                  </a:lnTo>
                  <a:lnTo>
                    <a:pt x="532438" y="173277"/>
                  </a:lnTo>
                  <a:lnTo>
                    <a:pt x="533771" y="171420"/>
                  </a:lnTo>
                  <a:lnTo>
                    <a:pt x="535172" y="169563"/>
                  </a:lnTo>
                  <a:lnTo>
                    <a:pt x="536572" y="167772"/>
                  </a:lnTo>
                  <a:lnTo>
                    <a:pt x="537962" y="166048"/>
                  </a:lnTo>
                  <a:lnTo>
                    <a:pt x="539306" y="164381"/>
                  </a:lnTo>
                  <a:lnTo>
                    <a:pt x="540706" y="162790"/>
                  </a:lnTo>
                  <a:lnTo>
                    <a:pt x="542096" y="161247"/>
                  </a:lnTo>
                  <a:lnTo>
                    <a:pt x="543439" y="159847"/>
                  </a:lnTo>
                  <a:lnTo>
                    <a:pt x="544840" y="158437"/>
                  </a:lnTo>
                  <a:lnTo>
                    <a:pt x="546230" y="157218"/>
                  </a:lnTo>
                  <a:lnTo>
                    <a:pt x="547573" y="156008"/>
                  </a:lnTo>
                  <a:lnTo>
                    <a:pt x="548973" y="154989"/>
                  </a:lnTo>
                  <a:lnTo>
                    <a:pt x="550364" y="154027"/>
                  </a:lnTo>
                  <a:lnTo>
                    <a:pt x="551707" y="153189"/>
                  </a:lnTo>
                  <a:lnTo>
                    <a:pt x="553098" y="152494"/>
                  </a:lnTo>
                  <a:lnTo>
                    <a:pt x="554498" y="151913"/>
                  </a:lnTo>
                  <a:lnTo>
                    <a:pt x="555898" y="151465"/>
                  </a:lnTo>
                  <a:lnTo>
                    <a:pt x="557232" y="151084"/>
                  </a:lnTo>
                  <a:lnTo>
                    <a:pt x="558632" y="150960"/>
                  </a:lnTo>
                  <a:lnTo>
                    <a:pt x="560032" y="150960"/>
                  </a:lnTo>
                  <a:lnTo>
                    <a:pt x="561365" y="151017"/>
                  </a:lnTo>
                  <a:lnTo>
                    <a:pt x="562766" y="151341"/>
                  </a:lnTo>
                  <a:lnTo>
                    <a:pt x="564166" y="151722"/>
                  </a:lnTo>
                  <a:lnTo>
                    <a:pt x="565499" y="152294"/>
                  </a:lnTo>
                  <a:lnTo>
                    <a:pt x="566900" y="152999"/>
                  </a:lnTo>
                  <a:lnTo>
                    <a:pt x="568300" y="153894"/>
                  </a:lnTo>
                  <a:lnTo>
                    <a:pt x="569633" y="154923"/>
                  </a:lnTo>
                  <a:lnTo>
                    <a:pt x="571033" y="156132"/>
                  </a:lnTo>
                  <a:lnTo>
                    <a:pt x="572434" y="157476"/>
                  </a:lnTo>
                  <a:lnTo>
                    <a:pt x="573834" y="159009"/>
                  </a:lnTo>
                  <a:lnTo>
                    <a:pt x="575167" y="160609"/>
                  </a:lnTo>
                  <a:lnTo>
                    <a:pt x="576567" y="162466"/>
                  </a:lnTo>
                  <a:lnTo>
                    <a:pt x="577968" y="164381"/>
                  </a:lnTo>
                  <a:lnTo>
                    <a:pt x="579301" y="166496"/>
                  </a:lnTo>
                  <a:lnTo>
                    <a:pt x="580701" y="168734"/>
                  </a:lnTo>
                  <a:lnTo>
                    <a:pt x="582101" y="171163"/>
                  </a:lnTo>
                  <a:lnTo>
                    <a:pt x="583435" y="173658"/>
                  </a:lnTo>
                  <a:lnTo>
                    <a:pt x="584835" y="176278"/>
                  </a:lnTo>
                  <a:lnTo>
                    <a:pt x="586235" y="179031"/>
                  </a:lnTo>
                  <a:lnTo>
                    <a:pt x="587569" y="181907"/>
                  </a:lnTo>
                  <a:lnTo>
                    <a:pt x="588969" y="184917"/>
                  </a:lnTo>
                  <a:lnTo>
                    <a:pt x="590369" y="188051"/>
                  </a:lnTo>
                  <a:lnTo>
                    <a:pt x="591769" y="191241"/>
                  </a:lnTo>
                  <a:lnTo>
                    <a:pt x="593103" y="194509"/>
                  </a:lnTo>
                  <a:lnTo>
                    <a:pt x="594503" y="197890"/>
                  </a:lnTo>
                  <a:lnTo>
                    <a:pt x="595903" y="201348"/>
                  </a:lnTo>
                  <a:lnTo>
                    <a:pt x="597237" y="204805"/>
                  </a:lnTo>
                  <a:lnTo>
                    <a:pt x="598637" y="208444"/>
                  </a:lnTo>
                  <a:lnTo>
                    <a:pt x="600037" y="212025"/>
                  </a:lnTo>
                  <a:lnTo>
                    <a:pt x="601370" y="215740"/>
                  </a:lnTo>
                  <a:lnTo>
                    <a:pt x="602771" y="219445"/>
                  </a:lnTo>
                  <a:lnTo>
                    <a:pt x="604171" y="223217"/>
                  </a:lnTo>
                  <a:lnTo>
                    <a:pt x="605504" y="226989"/>
                  </a:lnTo>
                  <a:lnTo>
                    <a:pt x="606904" y="230761"/>
                  </a:lnTo>
                  <a:lnTo>
                    <a:pt x="608295" y="234533"/>
                  </a:lnTo>
                  <a:lnTo>
                    <a:pt x="609695" y="238371"/>
                  </a:lnTo>
                  <a:lnTo>
                    <a:pt x="611039" y="242143"/>
                  </a:lnTo>
                  <a:lnTo>
                    <a:pt x="612429" y="245924"/>
                  </a:lnTo>
                  <a:lnTo>
                    <a:pt x="613829" y="249696"/>
                  </a:lnTo>
                  <a:lnTo>
                    <a:pt x="615172" y="253402"/>
                  </a:lnTo>
                  <a:lnTo>
                    <a:pt x="616563" y="257107"/>
                  </a:lnTo>
                  <a:lnTo>
                    <a:pt x="617963" y="260755"/>
                  </a:lnTo>
                  <a:lnTo>
                    <a:pt x="619296" y="264403"/>
                  </a:lnTo>
                  <a:lnTo>
                    <a:pt x="620697" y="267918"/>
                  </a:lnTo>
                  <a:lnTo>
                    <a:pt x="622097" y="271433"/>
                  </a:lnTo>
                  <a:lnTo>
                    <a:pt x="623430" y="274890"/>
                  </a:lnTo>
                  <a:lnTo>
                    <a:pt x="624831" y="278281"/>
                  </a:lnTo>
                  <a:lnTo>
                    <a:pt x="626231" y="281605"/>
                  </a:lnTo>
                  <a:lnTo>
                    <a:pt x="627631" y="284806"/>
                  </a:lnTo>
                  <a:lnTo>
                    <a:pt x="628964" y="287997"/>
                  </a:lnTo>
                  <a:lnTo>
                    <a:pt x="630365" y="291073"/>
                  </a:lnTo>
                  <a:lnTo>
                    <a:pt x="631765" y="294074"/>
                  </a:lnTo>
                  <a:lnTo>
                    <a:pt x="633098" y="297017"/>
                  </a:lnTo>
                  <a:lnTo>
                    <a:pt x="634498" y="299826"/>
                  </a:lnTo>
                  <a:lnTo>
                    <a:pt x="635899" y="302579"/>
                  </a:lnTo>
                  <a:lnTo>
                    <a:pt x="637232" y="305265"/>
                  </a:lnTo>
                  <a:lnTo>
                    <a:pt x="638632" y="307828"/>
                  </a:lnTo>
                  <a:lnTo>
                    <a:pt x="640032" y="310256"/>
                  </a:lnTo>
                  <a:lnTo>
                    <a:pt x="641366" y="312685"/>
                  </a:lnTo>
                  <a:lnTo>
                    <a:pt x="642766" y="314981"/>
                  </a:lnTo>
                  <a:lnTo>
                    <a:pt x="644166" y="317162"/>
                  </a:lnTo>
                  <a:lnTo>
                    <a:pt x="645567" y="319267"/>
                  </a:lnTo>
                  <a:lnTo>
                    <a:pt x="646900" y="321315"/>
                  </a:lnTo>
                  <a:lnTo>
                    <a:pt x="648300" y="323239"/>
                  </a:lnTo>
                  <a:lnTo>
                    <a:pt x="649700" y="325087"/>
                  </a:lnTo>
                  <a:lnTo>
                    <a:pt x="651034" y="326878"/>
                  </a:lnTo>
                  <a:lnTo>
                    <a:pt x="652434" y="328544"/>
                  </a:lnTo>
                  <a:lnTo>
                    <a:pt x="653834" y="330145"/>
                  </a:lnTo>
                  <a:lnTo>
                    <a:pt x="655168" y="331678"/>
                  </a:lnTo>
                  <a:lnTo>
                    <a:pt x="656568" y="333145"/>
                  </a:lnTo>
                  <a:lnTo>
                    <a:pt x="657968" y="334488"/>
                  </a:lnTo>
                  <a:lnTo>
                    <a:pt x="659302" y="335831"/>
                  </a:lnTo>
                  <a:lnTo>
                    <a:pt x="660702" y="337050"/>
                  </a:lnTo>
                  <a:lnTo>
                    <a:pt x="662102" y="338203"/>
                  </a:lnTo>
                  <a:lnTo>
                    <a:pt x="663493" y="339289"/>
                  </a:lnTo>
                  <a:lnTo>
                    <a:pt x="664836" y="340308"/>
                  </a:lnTo>
                  <a:lnTo>
                    <a:pt x="666236" y="341270"/>
                  </a:lnTo>
                  <a:lnTo>
                    <a:pt x="667626" y="342165"/>
                  </a:lnTo>
                  <a:lnTo>
                    <a:pt x="668969" y="342994"/>
                  </a:lnTo>
                  <a:lnTo>
                    <a:pt x="670369" y="343823"/>
                  </a:lnTo>
                  <a:lnTo>
                    <a:pt x="671760" y="344527"/>
                  </a:lnTo>
                  <a:lnTo>
                    <a:pt x="673103" y="345232"/>
                  </a:lnTo>
                  <a:lnTo>
                    <a:pt x="674494" y="345870"/>
                  </a:lnTo>
                  <a:lnTo>
                    <a:pt x="675894" y="346508"/>
                  </a:lnTo>
                  <a:lnTo>
                    <a:pt x="677237" y="347090"/>
                  </a:lnTo>
                  <a:lnTo>
                    <a:pt x="678628" y="347604"/>
                  </a:lnTo>
                  <a:lnTo>
                    <a:pt x="680028" y="348052"/>
                  </a:lnTo>
                  <a:lnTo>
                    <a:pt x="681428" y="348499"/>
                  </a:lnTo>
                  <a:lnTo>
                    <a:pt x="682761" y="348947"/>
                  </a:lnTo>
                  <a:lnTo>
                    <a:pt x="684162" y="349328"/>
                  </a:lnTo>
                  <a:lnTo>
                    <a:pt x="685562" y="349642"/>
                  </a:lnTo>
                  <a:lnTo>
                    <a:pt x="686895" y="349966"/>
                  </a:lnTo>
                  <a:lnTo>
                    <a:pt x="688295" y="350290"/>
                  </a:lnTo>
                  <a:lnTo>
                    <a:pt x="689696" y="350538"/>
                  </a:lnTo>
                  <a:lnTo>
                    <a:pt x="691030" y="350795"/>
                  </a:lnTo>
                  <a:lnTo>
                    <a:pt x="692429" y="351052"/>
                  </a:lnTo>
                  <a:lnTo>
                    <a:pt x="693829" y="351242"/>
                  </a:lnTo>
                  <a:lnTo>
                    <a:pt x="695163" y="351433"/>
                  </a:lnTo>
                  <a:lnTo>
                    <a:pt x="696564" y="351633"/>
                  </a:lnTo>
                  <a:lnTo>
                    <a:pt x="697963" y="351824"/>
                  </a:lnTo>
                  <a:lnTo>
                    <a:pt x="699364" y="351947"/>
                  </a:lnTo>
                  <a:lnTo>
                    <a:pt x="700697" y="352081"/>
                  </a:lnTo>
                  <a:lnTo>
                    <a:pt x="702097" y="352205"/>
                  </a:lnTo>
                  <a:lnTo>
                    <a:pt x="703497" y="352328"/>
                  </a:lnTo>
                  <a:lnTo>
                    <a:pt x="704831" y="352395"/>
                  </a:lnTo>
                </a:path>
              </a:pathLst>
            </a:custGeom>
            <a:noFill/>
            <a:ln w="7242" cap="flat">
              <a:solidFill>
                <a:srgbClr val="000000"/>
              </a:solidFill>
              <a:prstDash val="solid"/>
              <a:round/>
            </a:ln>
          </p:spPr>
          <p:txBody>
            <a:bodyPr/>
            <a:lstStyle/>
            <a:p>
              <a:endParaRPr lang="zh-CN" altLang="en-US" sz="2190"/>
            </a:p>
          </p:txBody>
        </p:sp>
        <p:sp>
          <p:nvSpPr>
            <p:cNvPr id="932" name="任意多边形: 形状 931"/>
            <p:cNvSpPr/>
            <p:nvPr/>
          </p:nvSpPr>
          <p:spPr>
            <a:xfrm>
              <a:off x="4324812" y="4169297"/>
              <a:ext cx="704850" cy="381000"/>
            </a:xfrm>
            <a:custGeom>
              <a:avLst/>
              <a:gdLst>
                <a:gd name="csX0" fmla="*/ -19 w 704850"/>
                <a:gd name="csY0" fmla="*/ 379189 h 381000"/>
                <a:gd name="csX1" fmla="*/ 1315 w 704850"/>
                <a:gd name="csY1" fmla="*/ 378998 h 381000"/>
                <a:gd name="csX2" fmla="*/ 2715 w 704850"/>
                <a:gd name="csY2" fmla="*/ 378751 h 381000"/>
                <a:gd name="csX3" fmla="*/ 4115 w 704850"/>
                <a:gd name="csY3" fmla="*/ 378493 h 381000"/>
                <a:gd name="csX4" fmla="*/ 5515 w 704850"/>
                <a:gd name="csY4" fmla="*/ 378236 h 381000"/>
                <a:gd name="csX5" fmla="*/ 6849 w 704850"/>
                <a:gd name="csY5" fmla="*/ 377922 h 381000"/>
                <a:gd name="csX6" fmla="*/ 8249 w 704850"/>
                <a:gd name="csY6" fmla="*/ 377608 h 381000"/>
                <a:gd name="csX7" fmla="*/ 9649 w 704850"/>
                <a:gd name="csY7" fmla="*/ 377284 h 381000"/>
                <a:gd name="csX8" fmla="*/ 10982 w 704850"/>
                <a:gd name="csY8" fmla="*/ 376836 h 381000"/>
                <a:gd name="csX9" fmla="*/ 12383 w 704850"/>
                <a:gd name="csY9" fmla="*/ 376455 h 381000"/>
                <a:gd name="csX10" fmla="*/ 13783 w 704850"/>
                <a:gd name="csY10" fmla="*/ 375950 h 381000"/>
                <a:gd name="csX11" fmla="*/ 15116 w 704850"/>
                <a:gd name="csY11" fmla="*/ 375446 h 381000"/>
                <a:gd name="csX12" fmla="*/ 16516 w 704850"/>
                <a:gd name="csY12" fmla="*/ 374931 h 381000"/>
                <a:gd name="csX13" fmla="*/ 17917 w 704850"/>
                <a:gd name="csY13" fmla="*/ 374302 h 381000"/>
                <a:gd name="csX14" fmla="*/ 19250 w 704850"/>
                <a:gd name="csY14" fmla="*/ 373664 h 381000"/>
                <a:gd name="csX15" fmla="*/ 20650 w 704850"/>
                <a:gd name="csY15" fmla="*/ 372969 h 381000"/>
                <a:gd name="csX16" fmla="*/ 22050 w 704850"/>
                <a:gd name="csY16" fmla="*/ 372207 h 381000"/>
                <a:gd name="csX17" fmla="*/ 23450 w 704850"/>
                <a:gd name="csY17" fmla="*/ 371445 h 381000"/>
                <a:gd name="csX18" fmla="*/ 24784 w 704850"/>
                <a:gd name="csY18" fmla="*/ 370483 h 381000"/>
                <a:gd name="csX19" fmla="*/ 26184 w 704850"/>
                <a:gd name="csY19" fmla="*/ 369531 h 381000"/>
                <a:gd name="csX20" fmla="*/ 27585 w 704850"/>
                <a:gd name="csY20" fmla="*/ 368578 h 381000"/>
                <a:gd name="csX21" fmla="*/ 28918 w 704850"/>
                <a:gd name="csY21" fmla="*/ 367435 h 381000"/>
                <a:gd name="csX22" fmla="*/ 30318 w 704850"/>
                <a:gd name="csY22" fmla="*/ 366235 h 381000"/>
                <a:gd name="csX23" fmla="*/ 31718 w 704850"/>
                <a:gd name="csY23" fmla="*/ 365025 h 381000"/>
                <a:gd name="csX24" fmla="*/ 33052 w 704850"/>
                <a:gd name="csY24" fmla="*/ 363625 h 381000"/>
                <a:gd name="csX25" fmla="*/ 34443 w 704850"/>
                <a:gd name="csY25" fmla="*/ 362168 h 381000"/>
                <a:gd name="csX26" fmla="*/ 35843 w 704850"/>
                <a:gd name="csY26" fmla="*/ 360644 h 381000"/>
                <a:gd name="csX27" fmla="*/ 37186 w 704850"/>
                <a:gd name="csY27" fmla="*/ 358986 h 381000"/>
                <a:gd name="csX28" fmla="*/ 38576 w 704850"/>
                <a:gd name="csY28" fmla="*/ 357205 h 381000"/>
                <a:gd name="csX29" fmla="*/ 39977 w 704850"/>
                <a:gd name="csY29" fmla="*/ 355367 h 381000"/>
                <a:gd name="csX30" fmla="*/ 41377 w 704850"/>
                <a:gd name="csY30" fmla="*/ 353338 h 381000"/>
                <a:gd name="csX31" fmla="*/ 42710 w 704850"/>
                <a:gd name="csY31" fmla="*/ 351242 h 381000"/>
                <a:gd name="csX32" fmla="*/ 44110 w 704850"/>
                <a:gd name="csY32" fmla="*/ 349014 h 381000"/>
                <a:gd name="csX33" fmla="*/ 45510 w 704850"/>
                <a:gd name="csY33" fmla="*/ 346661 h 381000"/>
                <a:gd name="csX34" fmla="*/ 46844 w 704850"/>
                <a:gd name="csY34" fmla="*/ 344118 h 381000"/>
                <a:gd name="csX35" fmla="*/ 48244 w 704850"/>
                <a:gd name="csY35" fmla="*/ 341517 h 381000"/>
                <a:gd name="csX36" fmla="*/ 49644 w 704850"/>
                <a:gd name="csY36" fmla="*/ 338717 h 381000"/>
                <a:gd name="csX37" fmla="*/ 50978 w 704850"/>
                <a:gd name="csY37" fmla="*/ 335802 h 381000"/>
                <a:gd name="csX38" fmla="*/ 52378 w 704850"/>
                <a:gd name="csY38" fmla="*/ 332688 h 381000"/>
                <a:gd name="csX39" fmla="*/ 53778 w 704850"/>
                <a:gd name="csY39" fmla="*/ 329506 h 381000"/>
                <a:gd name="csX40" fmla="*/ 55112 w 704850"/>
                <a:gd name="csY40" fmla="*/ 326144 h 381000"/>
                <a:gd name="csX41" fmla="*/ 56512 w 704850"/>
                <a:gd name="csY41" fmla="*/ 322582 h 381000"/>
                <a:gd name="csX42" fmla="*/ 57912 w 704850"/>
                <a:gd name="csY42" fmla="*/ 318896 h 381000"/>
                <a:gd name="csX43" fmla="*/ 59312 w 704850"/>
                <a:gd name="csY43" fmla="*/ 315028 h 381000"/>
                <a:gd name="csX44" fmla="*/ 60646 w 704850"/>
                <a:gd name="csY44" fmla="*/ 311018 h 381000"/>
                <a:gd name="csX45" fmla="*/ 62046 w 704850"/>
                <a:gd name="csY45" fmla="*/ 306827 h 381000"/>
                <a:gd name="csX46" fmla="*/ 63446 w 704850"/>
                <a:gd name="csY46" fmla="*/ 302513 h 381000"/>
                <a:gd name="csX47" fmla="*/ 64780 w 704850"/>
                <a:gd name="csY47" fmla="*/ 297931 h 381000"/>
                <a:gd name="csX48" fmla="*/ 66180 w 704850"/>
                <a:gd name="csY48" fmla="*/ 293293 h 381000"/>
                <a:gd name="csX49" fmla="*/ 67580 w 704850"/>
                <a:gd name="csY49" fmla="*/ 288473 h 381000"/>
                <a:gd name="csX50" fmla="*/ 68913 w 704850"/>
                <a:gd name="csY50" fmla="*/ 283453 h 381000"/>
                <a:gd name="csX51" fmla="*/ 70314 w 704850"/>
                <a:gd name="csY51" fmla="*/ 278243 h 381000"/>
                <a:gd name="csX52" fmla="*/ 71714 w 704850"/>
                <a:gd name="csY52" fmla="*/ 272966 h 381000"/>
                <a:gd name="csX53" fmla="*/ 73047 w 704850"/>
                <a:gd name="csY53" fmla="*/ 267499 h 381000"/>
                <a:gd name="csX54" fmla="*/ 74447 w 704850"/>
                <a:gd name="csY54" fmla="*/ 261850 h 381000"/>
                <a:gd name="csX55" fmla="*/ 75848 w 704850"/>
                <a:gd name="csY55" fmla="*/ 256126 h 381000"/>
                <a:gd name="csX56" fmla="*/ 77248 w 704850"/>
                <a:gd name="csY56" fmla="*/ 250220 h 381000"/>
                <a:gd name="csX57" fmla="*/ 78581 w 704850"/>
                <a:gd name="csY57" fmla="*/ 244124 h 381000"/>
                <a:gd name="csX58" fmla="*/ 79981 w 704850"/>
                <a:gd name="csY58" fmla="*/ 237962 h 381000"/>
                <a:gd name="csX59" fmla="*/ 81382 w 704850"/>
                <a:gd name="csY59" fmla="*/ 231732 h 381000"/>
                <a:gd name="csX60" fmla="*/ 82715 w 704850"/>
                <a:gd name="csY60" fmla="*/ 225255 h 381000"/>
                <a:gd name="csX61" fmla="*/ 84115 w 704850"/>
                <a:gd name="csY61" fmla="*/ 218778 h 381000"/>
                <a:gd name="csX62" fmla="*/ 85516 w 704850"/>
                <a:gd name="csY62" fmla="*/ 212235 h 381000"/>
                <a:gd name="csX63" fmla="*/ 86849 w 704850"/>
                <a:gd name="csY63" fmla="*/ 205491 h 381000"/>
                <a:gd name="csX64" fmla="*/ 88249 w 704850"/>
                <a:gd name="csY64" fmla="*/ 198757 h 381000"/>
                <a:gd name="csX65" fmla="*/ 89649 w 704850"/>
                <a:gd name="csY65" fmla="*/ 191899 h 381000"/>
                <a:gd name="csX66" fmla="*/ 90983 w 704850"/>
                <a:gd name="csY66" fmla="*/ 185041 h 381000"/>
                <a:gd name="csX67" fmla="*/ 92383 w 704850"/>
                <a:gd name="csY67" fmla="*/ 178116 h 381000"/>
                <a:gd name="csX68" fmla="*/ 93783 w 704850"/>
                <a:gd name="csY68" fmla="*/ 171125 h 381000"/>
                <a:gd name="csX69" fmla="*/ 95174 w 704850"/>
                <a:gd name="csY69" fmla="*/ 164133 h 381000"/>
                <a:gd name="csX70" fmla="*/ 96517 w 704850"/>
                <a:gd name="csY70" fmla="*/ 157152 h 381000"/>
                <a:gd name="csX71" fmla="*/ 97917 w 704850"/>
                <a:gd name="csY71" fmla="*/ 150160 h 381000"/>
                <a:gd name="csX72" fmla="*/ 99308 w 704850"/>
                <a:gd name="csY72" fmla="*/ 143235 h 381000"/>
                <a:gd name="csX73" fmla="*/ 100651 w 704850"/>
                <a:gd name="csY73" fmla="*/ 136311 h 381000"/>
                <a:gd name="csX74" fmla="*/ 102041 w 704850"/>
                <a:gd name="csY74" fmla="*/ 129386 h 381000"/>
                <a:gd name="csX75" fmla="*/ 103442 w 704850"/>
                <a:gd name="csY75" fmla="*/ 122585 h 381000"/>
                <a:gd name="csX76" fmla="*/ 104784 w 704850"/>
                <a:gd name="csY76" fmla="*/ 115851 h 381000"/>
                <a:gd name="csX77" fmla="*/ 106175 w 704850"/>
                <a:gd name="csY77" fmla="*/ 109184 h 381000"/>
                <a:gd name="csX78" fmla="*/ 107575 w 704850"/>
                <a:gd name="csY78" fmla="*/ 102573 h 381000"/>
                <a:gd name="csX79" fmla="*/ 108909 w 704850"/>
                <a:gd name="csY79" fmla="*/ 96096 h 381000"/>
                <a:gd name="csX80" fmla="*/ 110309 w 704850"/>
                <a:gd name="csY80" fmla="*/ 89800 h 381000"/>
                <a:gd name="csX81" fmla="*/ 111709 w 704850"/>
                <a:gd name="csY81" fmla="*/ 83581 h 381000"/>
                <a:gd name="csX82" fmla="*/ 113043 w 704850"/>
                <a:gd name="csY82" fmla="*/ 77542 h 381000"/>
                <a:gd name="csX83" fmla="*/ 114443 w 704850"/>
                <a:gd name="csY83" fmla="*/ 71693 h 381000"/>
                <a:gd name="csX84" fmla="*/ 115843 w 704850"/>
                <a:gd name="csY84" fmla="*/ 65912 h 381000"/>
                <a:gd name="csX85" fmla="*/ 117243 w 704850"/>
                <a:gd name="csY85" fmla="*/ 60387 h 381000"/>
                <a:gd name="csX86" fmla="*/ 118577 w 704850"/>
                <a:gd name="csY86" fmla="*/ 55120 h 381000"/>
                <a:gd name="csX87" fmla="*/ 119977 w 704850"/>
                <a:gd name="csY87" fmla="*/ 49967 h 381000"/>
                <a:gd name="csX88" fmla="*/ 121377 w 704850"/>
                <a:gd name="csY88" fmla="*/ 45014 h 381000"/>
                <a:gd name="csX89" fmla="*/ 122711 w 704850"/>
                <a:gd name="csY89" fmla="*/ 40375 h 381000"/>
                <a:gd name="csX90" fmla="*/ 124111 w 704850"/>
                <a:gd name="csY90" fmla="*/ 35927 h 381000"/>
                <a:gd name="csX91" fmla="*/ 125511 w 704850"/>
                <a:gd name="csY91" fmla="*/ 31669 h 381000"/>
                <a:gd name="csX92" fmla="*/ 126844 w 704850"/>
                <a:gd name="csY92" fmla="*/ 27735 h 381000"/>
                <a:gd name="csX93" fmla="*/ 128245 w 704850"/>
                <a:gd name="csY93" fmla="*/ 24049 h 381000"/>
                <a:gd name="csX94" fmla="*/ 129645 w 704850"/>
                <a:gd name="csY94" fmla="*/ 20554 h 381000"/>
                <a:gd name="csX95" fmla="*/ 130978 w 704850"/>
                <a:gd name="csY95" fmla="*/ 17382 h 381000"/>
                <a:gd name="csX96" fmla="*/ 132378 w 704850"/>
                <a:gd name="csY96" fmla="*/ 14457 h 381000"/>
                <a:gd name="csX97" fmla="*/ 133779 w 704850"/>
                <a:gd name="csY97" fmla="*/ 11790 h 381000"/>
                <a:gd name="csX98" fmla="*/ 135179 w 704850"/>
                <a:gd name="csY98" fmla="*/ 9371 h 381000"/>
                <a:gd name="csX99" fmla="*/ 136512 w 704850"/>
                <a:gd name="csY99" fmla="*/ 7342 h 381000"/>
                <a:gd name="csX100" fmla="*/ 137912 w 704850"/>
                <a:gd name="csY100" fmla="*/ 5437 h 381000"/>
                <a:gd name="csX101" fmla="*/ 139313 w 704850"/>
                <a:gd name="csY101" fmla="*/ 3847 h 381000"/>
                <a:gd name="csX102" fmla="*/ 140646 w 704850"/>
                <a:gd name="csY102" fmla="*/ 2570 h 381000"/>
                <a:gd name="csX103" fmla="*/ 142046 w 704850"/>
                <a:gd name="csY103" fmla="*/ 1561 h 381000"/>
                <a:gd name="csX104" fmla="*/ 143447 w 704850"/>
                <a:gd name="csY104" fmla="*/ 732 h 381000"/>
                <a:gd name="csX105" fmla="*/ 144780 w 704850"/>
                <a:gd name="csY105" fmla="*/ 227 h 381000"/>
                <a:gd name="csX106" fmla="*/ 146180 w 704850"/>
                <a:gd name="csY106" fmla="*/ -30 h 381000"/>
                <a:gd name="csX107" fmla="*/ 147580 w 704850"/>
                <a:gd name="csY107" fmla="*/ -30 h 381000"/>
                <a:gd name="csX108" fmla="*/ 148914 w 704850"/>
                <a:gd name="csY108" fmla="*/ 227 h 381000"/>
                <a:gd name="csX109" fmla="*/ 150314 w 704850"/>
                <a:gd name="csY109" fmla="*/ 732 h 381000"/>
                <a:gd name="csX110" fmla="*/ 151714 w 704850"/>
                <a:gd name="csY110" fmla="*/ 1427 h 381000"/>
                <a:gd name="csX111" fmla="*/ 153105 w 704850"/>
                <a:gd name="csY111" fmla="*/ 2380 h 381000"/>
                <a:gd name="csX112" fmla="*/ 154448 w 704850"/>
                <a:gd name="csY112" fmla="*/ 3590 h 381000"/>
                <a:gd name="csX113" fmla="*/ 155848 w 704850"/>
                <a:gd name="csY113" fmla="*/ 4923 h 381000"/>
                <a:gd name="csX114" fmla="*/ 157239 w 704850"/>
                <a:gd name="csY114" fmla="*/ 6514 h 381000"/>
                <a:gd name="csX115" fmla="*/ 158582 w 704850"/>
                <a:gd name="csY115" fmla="*/ 8352 h 381000"/>
                <a:gd name="csX116" fmla="*/ 159982 w 704850"/>
                <a:gd name="csY116" fmla="*/ 10266 h 381000"/>
                <a:gd name="csX117" fmla="*/ 161373 w 704850"/>
                <a:gd name="csY117" fmla="*/ 12419 h 381000"/>
                <a:gd name="csX118" fmla="*/ 162716 w 704850"/>
                <a:gd name="csY118" fmla="*/ 14772 h 381000"/>
                <a:gd name="csX119" fmla="*/ 164116 w 704850"/>
                <a:gd name="csY119" fmla="*/ 17248 h 381000"/>
                <a:gd name="csX120" fmla="*/ 165506 w 704850"/>
                <a:gd name="csY120" fmla="*/ 19791 h 381000"/>
                <a:gd name="csX121" fmla="*/ 166850 w 704850"/>
                <a:gd name="csY121" fmla="*/ 22592 h 381000"/>
                <a:gd name="csX122" fmla="*/ 168240 w 704850"/>
                <a:gd name="csY122" fmla="*/ 25507 h 381000"/>
                <a:gd name="csX123" fmla="*/ 169640 w 704850"/>
                <a:gd name="csY123" fmla="*/ 28497 h 381000"/>
                <a:gd name="csX124" fmla="*/ 171041 w 704850"/>
                <a:gd name="csY124" fmla="*/ 31612 h 381000"/>
                <a:gd name="csX125" fmla="*/ 172374 w 704850"/>
                <a:gd name="csY125" fmla="*/ 34850 h 381000"/>
                <a:gd name="csX126" fmla="*/ 173774 w 704850"/>
                <a:gd name="csY126" fmla="*/ 38156 h 381000"/>
                <a:gd name="csX127" fmla="*/ 175174 w 704850"/>
                <a:gd name="csY127" fmla="*/ 41518 h 381000"/>
                <a:gd name="csX128" fmla="*/ 176508 w 704850"/>
                <a:gd name="csY128" fmla="*/ 45014 h 381000"/>
                <a:gd name="csX129" fmla="*/ 177908 w 704850"/>
                <a:gd name="csY129" fmla="*/ 48509 h 381000"/>
                <a:gd name="csX130" fmla="*/ 179308 w 704850"/>
                <a:gd name="csY130" fmla="*/ 52129 h 381000"/>
                <a:gd name="csX131" fmla="*/ 180642 w 704850"/>
                <a:gd name="csY131" fmla="*/ 55748 h 381000"/>
                <a:gd name="csX132" fmla="*/ 182042 w 704850"/>
                <a:gd name="csY132" fmla="*/ 59435 h 381000"/>
                <a:gd name="csX133" fmla="*/ 183442 w 704850"/>
                <a:gd name="csY133" fmla="*/ 63121 h 381000"/>
                <a:gd name="csX134" fmla="*/ 184776 w 704850"/>
                <a:gd name="csY134" fmla="*/ 66864 h 381000"/>
                <a:gd name="csX135" fmla="*/ 186176 w 704850"/>
                <a:gd name="csY135" fmla="*/ 70617 h 381000"/>
                <a:gd name="csX136" fmla="*/ 187576 w 704850"/>
                <a:gd name="csY136" fmla="*/ 74370 h 381000"/>
                <a:gd name="csX137" fmla="*/ 188976 w 704850"/>
                <a:gd name="csY137" fmla="*/ 78113 h 381000"/>
                <a:gd name="csX138" fmla="*/ 190310 w 704850"/>
                <a:gd name="csY138" fmla="*/ 81866 h 381000"/>
                <a:gd name="csX139" fmla="*/ 191710 w 704850"/>
                <a:gd name="csY139" fmla="*/ 85609 h 381000"/>
                <a:gd name="csX140" fmla="*/ 193110 w 704850"/>
                <a:gd name="csY140" fmla="*/ 89295 h 381000"/>
                <a:gd name="csX141" fmla="*/ 194443 w 704850"/>
                <a:gd name="csY141" fmla="*/ 93048 h 381000"/>
                <a:gd name="csX142" fmla="*/ 195843 w 704850"/>
                <a:gd name="csY142" fmla="*/ 96725 h 381000"/>
                <a:gd name="csX143" fmla="*/ 197244 w 704850"/>
                <a:gd name="csY143" fmla="*/ 100354 h 381000"/>
                <a:gd name="csX144" fmla="*/ 198577 w 704850"/>
                <a:gd name="csY144" fmla="*/ 103974 h 381000"/>
                <a:gd name="csX145" fmla="*/ 199978 w 704850"/>
                <a:gd name="csY145" fmla="*/ 107526 h 381000"/>
                <a:gd name="csX146" fmla="*/ 201378 w 704850"/>
                <a:gd name="csY146" fmla="*/ 111089 h 381000"/>
                <a:gd name="csX147" fmla="*/ 202711 w 704850"/>
                <a:gd name="csY147" fmla="*/ 114584 h 381000"/>
                <a:gd name="csX148" fmla="*/ 204111 w 704850"/>
                <a:gd name="csY148" fmla="*/ 118013 h 381000"/>
                <a:gd name="csX149" fmla="*/ 205511 w 704850"/>
                <a:gd name="csY149" fmla="*/ 121442 h 381000"/>
                <a:gd name="csX150" fmla="*/ 206912 w 704850"/>
                <a:gd name="csY150" fmla="*/ 124748 h 381000"/>
                <a:gd name="csX151" fmla="*/ 208245 w 704850"/>
                <a:gd name="csY151" fmla="*/ 128053 h 381000"/>
                <a:gd name="csX152" fmla="*/ 209645 w 704850"/>
                <a:gd name="csY152" fmla="*/ 131291 h 381000"/>
                <a:gd name="csX153" fmla="*/ 211045 w 704850"/>
                <a:gd name="csY153" fmla="*/ 134463 h 381000"/>
                <a:gd name="csX154" fmla="*/ 212379 w 704850"/>
                <a:gd name="csY154" fmla="*/ 137578 h 381000"/>
                <a:gd name="csX155" fmla="*/ 213779 w 704850"/>
                <a:gd name="csY155" fmla="*/ 140692 h 381000"/>
                <a:gd name="csX156" fmla="*/ 215179 w 704850"/>
                <a:gd name="csY156" fmla="*/ 143683 h 381000"/>
                <a:gd name="csX157" fmla="*/ 216513 w 704850"/>
                <a:gd name="csY157" fmla="*/ 146598 h 381000"/>
                <a:gd name="csX158" fmla="*/ 217913 w 704850"/>
                <a:gd name="csY158" fmla="*/ 149465 h 381000"/>
                <a:gd name="csX159" fmla="*/ 219304 w 704850"/>
                <a:gd name="csY159" fmla="*/ 152322 h 381000"/>
                <a:gd name="csX160" fmla="*/ 220647 w 704850"/>
                <a:gd name="csY160" fmla="*/ 155056 h 381000"/>
                <a:gd name="csX161" fmla="*/ 222047 w 704850"/>
                <a:gd name="csY161" fmla="*/ 157723 h 381000"/>
                <a:gd name="csX162" fmla="*/ 223437 w 704850"/>
                <a:gd name="csY162" fmla="*/ 160390 h 381000"/>
                <a:gd name="csX163" fmla="*/ 224838 w 704850"/>
                <a:gd name="csY163" fmla="*/ 162933 h 381000"/>
                <a:gd name="csX164" fmla="*/ 226181 w 704850"/>
                <a:gd name="csY164" fmla="*/ 165467 h 381000"/>
                <a:gd name="csX165" fmla="*/ 227571 w 704850"/>
                <a:gd name="csY165" fmla="*/ 167886 h 381000"/>
                <a:gd name="csX166" fmla="*/ 228971 w 704850"/>
                <a:gd name="csY166" fmla="*/ 170296 h 381000"/>
                <a:gd name="csX167" fmla="*/ 230315 w 704850"/>
                <a:gd name="csY167" fmla="*/ 172582 h 381000"/>
                <a:gd name="csX168" fmla="*/ 231705 w 704850"/>
                <a:gd name="csY168" fmla="*/ 174878 h 381000"/>
                <a:gd name="csX169" fmla="*/ 233105 w 704850"/>
                <a:gd name="csY169" fmla="*/ 177097 h 381000"/>
                <a:gd name="csX170" fmla="*/ 234439 w 704850"/>
                <a:gd name="csY170" fmla="*/ 179259 h 381000"/>
                <a:gd name="csX171" fmla="*/ 235839 w 704850"/>
                <a:gd name="csY171" fmla="*/ 181355 h 381000"/>
                <a:gd name="csX172" fmla="*/ 237239 w 704850"/>
                <a:gd name="csY172" fmla="*/ 183450 h 381000"/>
                <a:gd name="csX173" fmla="*/ 238573 w 704850"/>
                <a:gd name="csY173" fmla="*/ 185422 h 381000"/>
                <a:gd name="csX174" fmla="*/ 239973 w 704850"/>
                <a:gd name="csY174" fmla="*/ 187393 h 381000"/>
                <a:gd name="csX175" fmla="*/ 241373 w 704850"/>
                <a:gd name="csY175" fmla="*/ 189299 h 381000"/>
                <a:gd name="csX176" fmla="*/ 242773 w 704850"/>
                <a:gd name="csY176" fmla="*/ 191137 h 381000"/>
                <a:gd name="csX177" fmla="*/ 244107 w 704850"/>
                <a:gd name="csY177" fmla="*/ 192918 h 381000"/>
                <a:gd name="csX178" fmla="*/ 245507 w 704850"/>
                <a:gd name="csY178" fmla="*/ 194699 h 381000"/>
                <a:gd name="csX179" fmla="*/ 246907 w 704850"/>
                <a:gd name="csY179" fmla="*/ 196414 h 381000"/>
                <a:gd name="csX180" fmla="*/ 248241 w 704850"/>
                <a:gd name="csY180" fmla="*/ 198061 h 381000"/>
                <a:gd name="csX181" fmla="*/ 249641 w 704850"/>
                <a:gd name="csY181" fmla="*/ 199709 h 381000"/>
                <a:gd name="csX182" fmla="*/ 251041 w 704850"/>
                <a:gd name="csY182" fmla="*/ 201243 h 381000"/>
                <a:gd name="csX183" fmla="*/ 252374 w 704850"/>
                <a:gd name="csY183" fmla="*/ 202824 h 381000"/>
                <a:gd name="csX184" fmla="*/ 253775 w 704850"/>
                <a:gd name="csY184" fmla="*/ 204291 h 381000"/>
                <a:gd name="csX185" fmla="*/ 255175 w 704850"/>
                <a:gd name="csY185" fmla="*/ 205815 h 381000"/>
                <a:gd name="csX186" fmla="*/ 256508 w 704850"/>
                <a:gd name="csY186" fmla="*/ 207215 h 381000"/>
                <a:gd name="csX187" fmla="*/ 257909 w 704850"/>
                <a:gd name="csY187" fmla="*/ 208606 h 381000"/>
                <a:gd name="csX188" fmla="*/ 259309 w 704850"/>
                <a:gd name="csY188" fmla="*/ 209939 h 381000"/>
                <a:gd name="csX189" fmla="*/ 260709 w 704850"/>
                <a:gd name="csY189" fmla="*/ 211273 h 381000"/>
                <a:gd name="csX190" fmla="*/ 262042 w 704850"/>
                <a:gd name="csY190" fmla="*/ 212616 h 381000"/>
                <a:gd name="csX191" fmla="*/ 263443 w 704850"/>
                <a:gd name="csY191" fmla="*/ 213883 h 381000"/>
                <a:gd name="csX192" fmla="*/ 264843 w 704850"/>
                <a:gd name="csY192" fmla="*/ 215092 h 381000"/>
                <a:gd name="csX193" fmla="*/ 266176 w 704850"/>
                <a:gd name="csY193" fmla="*/ 216292 h 381000"/>
                <a:gd name="csX194" fmla="*/ 267576 w 704850"/>
                <a:gd name="csY194" fmla="*/ 217435 h 381000"/>
                <a:gd name="csX195" fmla="*/ 268977 w 704850"/>
                <a:gd name="csY195" fmla="*/ 218588 h 381000"/>
                <a:gd name="csX196" fmla="*/ 270310 w 704850"/>
                <a:gd name="csY196" fmla="*/ 219731 h 381000"/>
                <a:gd name="csX197" fmla="*/ 271710 w 704850"/>
                <a:gd name="csY197" fmla="*/ 220807 h 381000"/>
                <a:gd name="csX198" fmla="*/ 273110 w 704850"/>
                <a:gd name="csY198" fmla="*/ 221883 h 381000"/>
                <a:gd name="csX199" fmla="*/ 274444 w 704850"/>
                <a:gd name="csY199" fmla="*/ 222969 h 381000"/>
                <a:gd name="csX200" fmla="*/ 275844 w 704850"/>
                <a:gd name="csY200" fmla="*/ 223979 h 381000"/>
                <a:gd name="csX201" fmla="*/ 277244 w 704850"/>
                <a:gd name="csY201" fmla="*/ 224998 h 381000"/>
                <a:gd name="csX202" fmla="*/ 278635 w 704850"/>
                <a:gd name="csY202" fmla="*/ 225951 h 381000"/>
                <a:gd name="csX203" fmla="*/ 279978 w 704850"/>
                <a:gd name="csY203" fmla="*/ 226903 h 381000"/>
                <a:gd name="csX204" fmla="*/ 281378 w 704850"/>
                <a:gd name="csY204" fmla="*/ 227856 h 381000"/>
                <a:gd name="csX205" fmla="*/ 282769 w 704850"/>
                <a:gd name="csY205" fmla="*/ 228751 h 381000"/>
                <a:gd name="csX206" fmla="*/ 284112 w 704850"/>
                <a:gd name="csY206" fmla="*/ 229703 h 381000"/>
                <a:gd name="csX207" fmla="*/ 285512 w 704850"/>
                <a:gd name="csY207" fmla="*/ 230589 h 381000"/>
                <a:gd name="csX208" fmla="*/ 286902 w 704850"/>
                <a:gd name="csY208" fmla="*/ 231418 h 381000"/>
                <a:gd name="csX209" fmla="*/ 288246 w 704850"/>
                <a:gd name="csY209" fmla="*/ 232304 h 381000"/>
                <a:gd name="csX210" fmla="*/ 289636 w 704850"/>
                <a:gd name="csY210" fmla="*/ 233133 h 381000"/>
                <a:gd name="csX211" fmla="*/ 291037 w 704850"/>
                <a:gd name="csY211" fmla="*/ 233961 h 381000"/>
                <a:gd name="csX212" fmla="*/ 292379 w 704850"/>
                <a:gd name="csY212" fmla="*/ 234723 h 381000"/>
                <a:gd name="csX213" fmla="*/ 293770 w 704850"/>
                <a:gd name="csY213" fmla="*/ 235542 h 381000"/>
                <a:gd name="csX214" fmla="*/ 295170 w 704850"/>
                <a:gd name="csY214" fmla="*/ 236304 h 381000"/>
                <a:gd name="csX215" fmla="*/ 296570 w 704850"/>
                <a:gd name="csY215" fmla="*/ 237066 h 381000"/>
                <a:gd name="csX216" fmla="*/ 297904 w 704850"/>
                <a:gd name="csY216" fmla="*/ 237771 h 381000"/>
                <a:gd name="csX217" fmla="*/ 299304 w 704850"/>
                <a:gd name="csY217" fmla="*/ 238533 h 381000"/>
                <a:gd name="csX218" fmla="*/ 300704 w 704850"/>
                <a:gd name="csY218" fmla="*/ 239228 h 381000"/>
                <a:gd name="csX219" fmla="*/ 302038 w 704850"/>
                <a:gd name="csY219" fmla="*/ 239933 h 381000"/>
                <a:gd name="csX220" fmla="*/ 303438 w 704850"/>
                <a:gd name="csY220" fmla="*/ 240629 h 381000"/>
                <a:gd name="csX221" fmla="*/ 304838 w 704850"/>
                <a:gd name="csY221" fmla="*/ 241324 h 381000"/>
                <a:gd name="csX222" fmla="*/ 306172 w 704850"/>
                <a:gd name="csY222" fmla="*/ 242029 h 381000"/>
                <a:gd name="csX223" fmla="*/ 307572 w 704850"/>
                <a:gd name="csY223" fmla="*/ 242658 h 381000"/>
                <a:gd name="csX224" fmla="*/ 308972 w 704850"/>
                <a:gd name="csY224" fmla="*/ 243296 h 381000"/>
                <a:gd name="csX225" fmla="*/ 310305 w 704850"/>
                <a:gd name="csY225" fmla="*/ 244000 h 381000"/>
                <a:gd name="csX226" fmla="*/ 311706 w 704850"/>
                <a:gd name="csY226" fmla="*/ 244629 h 381000"/>
                <a:gd name="csX227" fmla="*/ 313106 w 704850"/>
                <a:gd name="csY227" fmla="*/ 245267 h 381000"/>
                <a:gd name="csX228" fmla="*/ 314439 w 704850"/>
                <a:gd name="csY228" fmla="*/ 245839 h 381000"/>
                <a:gd name="csX229" fmla="*/ 315840 w 704850"/>
                <a:gd name="csY229" fmla="*/ 246477 h 381000"/>
                <a:gd name="csX230" fmla="*/ 317240 w 704850"/>
                <a:gd name="csY230" fmla="*/ 247106 h 381000"/>
                <a:gd name="csX231" fmla="*/ 318640 w 704850"/>
                <a:gd name="csY231" fmla="*/ 247677 h 381000"/>
                <a:gd name="csX232" fmla="*/ 319973 w 704850"/>
                <a:gd name="csY232" fmla="*/ 248315 h 381000"/>
                <a:gd name="csX233" fmla="*/ 321374 w 704850"/>
                <a:gd name="csY233" fmla="*/ 248887 h 381000"/>
                <a:gd name="csX234" fmla="*/ 322774 w 704850"/>
                <a:gd name="csY234" fmla="*/ 249458 h 381000"/>
                <a:gd name="csX235" fmla="*/ 324107 w 704850"/>
                <a:gd name="csY235" fmla="*/ 250030 h 381000"/>
                <a:gd name="csX236" fmla="*/ 325507 w 704850"/>
                <a:gd name="csY236" fmla="*/ 250601 h 381000"/>
                <a:gd name="csX237" fmla="*/ 326908 w 704850"/>
                <a:gd name="csY237" fmla="*/ 251240 h 381000"/>
                <a:gd name="csX238" fmla="*/ 328241 w 704850"/>
                <a:gd name="csY238" fmla="*/ 251811 h 381000"/>
                <a:gd name="csX239" fmla="*/ 329641 w 704850"/>
                <a:gd name="csY239" fmla="*/ 252383 h 381000"/>
                <a:gd name="csX240" fmla="*/ 331041 w 704850"/>
                <a:gd name="csY240" fmla="*/ 252887 h 381000"/>
                <a:gd name="csX241" fmla="*/ 332375 w 704850"/>
                <a:gd name="csY241" fmla="*/ 253459 h 381000"/>
                <a:gd name="csX242" fmla="*/ 333775 w 704850"/>
                <a:gd name="csY242" fmla="*/ 254030 h 381000"/>
                <a:gd name="csX243" fmla="*/ 335175 w 704850"/>
                <a:gd name="csY243" fmla="*/ 254602 h 381000"/>
                <a:gd name="csX244" fmla="*/ 336576 w 704850"/>
                <a:gd name="csY244" fmla="*/ 255173 h 381000"/>
                <a:gd name="csX245" fmla="*/ 337909 w 704850"/>
                <a:gd name="csY245" fmla="*/ 255745 h 381000"/>
                <a:gd name="csX246" fmla="*/ 339309 w 704850"/>
                <a:gd name="csY246" fmla="*/ 256326 h 381000"/>
                <a:gd name="csX247" fmla="*/ 340709 w 704850"/>
                <a:gd name="csY247" fmla="*/ 256831 h 381000"/>
                <a:gd name="csX248" fmla="*/ 342043 w 704850"/>
                <a:gd name="csY248" fmla="*/ 257402 h 381000"/>
                <a:gd name="csX249" fmla="*/ 343443 w 704850"/>
                <a:gd name="csY249" fmla="*/ 257974 h 381000"/>
                <a:gd name="csX250" fmla="*/ 344843 w 704850"/>
                <a:gd name="csY250" fmla="*/ 258545 h 381000"/>
                <a:gd name="csX251" fmla="*/ 346177 w 704850"/>
                <a:gd name="csY251" fmla="*/ 259117 h 381000"/>
                <a:gd name="csX252" fmla="*/ 347577 w 704850"/>
                <a:gd name="csY252" fmla="*/ 259688 h 381000"/>
                <a:gd name="csX253" fmla="*/ 348968 w 704850"/>
                <a:gd name="csY253" fmla="*/ 260193 h 381000"/>
                <a:gd name="csX254" fmla="*/ 350311 w 704850"/>
                <a:gd name="csY254" fmla="*/ 260765 h 381000"/>
                <a:gd name="csX255" fmla="*/ 351711 w 704850"/>
                <a:gd name="csY255" fmla="*/ 261336 h 381000"/>
                <a:gd name="csX256" fmla="*/ 353101 w 704850"/>
                <a:gd name="csY256" fmla="*/ 261908 h 381000"/>
                <a:gd name="csX257" fmla="*/ 354502 w 704850"/>
                <a:gd name="csY257" fmla="*/ 262422 h 381000"/>
                <a:gd name="csX258" fmla="*/ 355844 w 704850"/>
                <a:gd name="csY258" fmla="*/ 262993 h 381000"/>
                <a:gd name="csX259" fmla="*/ 357235 w 704850"/>
                <a:gd name="csY259" fmla="*/ 263565 h 381000"/>
                <a:gd name="csX260" fmla="*/ 358635 w 704850"/>
                <a:gd name="csY260" fmla="*/ 264070 h 381000"/>
                <a:gd name="csX261" fmla="*/ 359969 w 704850"/>
                <a:gd name="csY261" fmla="*/ 264641 h 381000"/>
                <a:gd name="csX262" fmla="*/ 361369 w 704850"/>
                <a:gd name="csY262" fmla="*/ 265156 h 381000"/>
                <a:gd name="csX263" fmla="*/ 362769 w 704850"/>
                <a:gd name="csY263" fmla="*/ 265727 h 381000"/>
                <a:gd name="csX264" fmla="*/ 364103 w 704850"/>
                <a:gd name="csY264" fmla="*/ 266232 h 381000"/>
                <a:gd name="csX265" fmla="*/ 365503 w 704850"/>
                <a:gd name="csY265" fmla="*/ 266737 h 381000"/>
                <a:gd name="csX266" fmla="*/ 366903 w 704850"/>
                <a:gd name="csY266" fmla="*/ 267251 h 381000"/>
                <a:gd name="csX267" fmla="*/ 368236 w 704850"/>
                <a:gd name="csY267" fmla="*/ 267756 h 381000"/>
                <a:gd name="csX268" fmla="*/ 369637 w 704850"/>
                <a:gd name="csY268" fmla="*/ 268261 h 381000"/>
                <a:gd name="csX269" fmla="*/ 371037 w 704850"/>
                <a:gd name="csY269" fmla="*/ 268775 h 381000"/>
                <a:gd name="csX270" fmla="*/ 372437 w 704850"/>
                <a:gd name="csY270" fmla="*/ 269280 h 381000"/>
                <a:gd name="csX271" fmla="*/ 373771 w 704850"/>
                <a:gd name="csY271" fmla="*/ 269728 h 381000"/>
                <a:gd name="csX272" fmla="*/ 375171 w 704850"/>
                <a:gd name="csY272" fmla="*/ 270232 h 381000"/>
                <a:gd name="csX273" fmla="*/ 376571 w 704850"/>
                <a:gd name="csY273" fmla="*/ 270680 h 381000"/>
                <a:gd name="csX274" fmla="*/ 377904 w 704850"/>
                <a:gd name="csY274" fmla="*/ 271128 h 381000"/>
                <a:gd name="csX275" fmla="*/ 379305 w 704850"/>
                <a:gd name="csY275" fmla="*/ 271566 h 381000"/>
                <a:gd name="csX276" fmla="*/ 380705 w 704850"/>
                <a:gd name="csY276" fmla="*/ 271947 h 381000"/>
                <a:gd name="csX277" fmla="*/ 382038 w 704850"/>
                <a:gd name="csY277" fmla="*/ 272328 h 381000"/>
                <a:gd name="csX278" fmla="*/ 383438 w 704850"/>
                <a:gd name="csY278" fmla="*/ 272709 h 381000"/>
                <a:gd name="csX279" fmla="*/ 384839 w 704850"/>
                <a:gd name="csY279" fmla="*/ 273090 h 381000"/>
                <a:gd name="csX280" fmla="*/ 386172 w 704850"/>
                <a:gd name="csY280" fmla="*/ 273471 h 381000"/>
                <a:gd name="csX281" fmla="*/ 387572 w 704850"/>
                <a:gd name="csY281" fmla="*/ 273795 h 381000"/>
                <a:gd name="csX282" fmla="*/ 388972 w 704850"/>
                <a:gd name="csY282" fmla="*/ 274109 h 381000"/>
                <a:gd name="csX283" fmla="*/ 390373 w 704850"/>
                <a:gd name="csY283" fmla="*/ 274366 h 381000"/>
                <a:gd name="csX284" fmla="*/ 391706 w 704850"/>
                <a:gd name="csY284" fmla="*/ 274681 h 381000"/>
                <a:gd name="csX285" fmla="*/ 393106 w 704850"/>
                <a:gd name="csY285" fmla="*/ 274938 h 381000"/>
                <a:gd name="csX286" fmla="*/ 394507 w 704850"/>
                <a:gd name="csY286" fmla="*/ 275128 h 381000"/>
                <a:gd name="csX287" fmla="*/ 395840 w 704850"/>
                <a:gd name="csY287" fmla="*/ 275376 h 381000"/>
                <a:gd name="csX288" fmla="*/ 397240 w 704850"/>
                <a:gd name="csY288" fmla="*/ 275576 h 381000"/>
                <a:gd name="csX289" fmla="*/ 398640 w 704850"/>
                <a:gd name="csY289" fmla="*/ 275700 h 381000"/>
                <a:gd name="csX290" fmla="*/ 399974 w 704850"/>
                <a:gd name="csY290" fmla="*/ 275890 h 381000"/>
                <a:gd name="csX291" fmla="*/ 401374 w 704850"/>
                <a:gd name="csY291" fmla="*/ 276014 h 381000"/>
                <a:gd name="csX292" fmla="*/ 402774 w 704850"/>
                <a:gd name="csY292" fmla="*/ 276081 h 381000"/>
                <a:gd name="csX293" fmla="*/ 404108 w 704850"/>
                <a:gd name="csY293" fmla="*/ 276147 h 381000"/>
                <a:gd name="csX294" fmla="*/ 405508 w 704850"/>
                <a:gd name="csY294" fmla="*/ 276205 h 381000"/>
                <a:gd name="csX295" fmla="*/ 406908 w 704850"/>
                <a:gd name="csY295" fmla="*/ 276205 h 381000"/>
                <a:gd name="csX296" fmla="*/ 408299 w 704850"/>
                <a:gd name="csY296" fmla="*/ 276205 h 381000"/>
                <a:gd name="csX297" fmla="*/ 409642 w 704850"/>
                <a:gd name="csY297" fmla="*/ 276205 h 381000"/>
                <a:gd name="csX298" fmla="*/ 411042 w 704850"/>
                <a:gd name="csY298" fmla="*/ 276147 h 381000"/>
                <a:gd name="csX299" fmla="*/ 412433 w 704850"/>
                <a:gd name="csY299" fmla="*/ 276014 h 381000"/>
                <a:gd name="csX300" fmla="*/ 413776 w 704850"/>
                <a:gd name="csY300" fmla="*/ 275957 h 381000"/>
                <a:gd name="csX301" fmla="*/ 415176 w 704850"/>
                <a:gd name="csY301" fmla="*/ 275824 h 381000"/>
                <a:gd name="csX302" fmla="*/ 416566 w 704850"/>
                <a:gd name="csY302" fmla="*/ 275633 h 381000"/>
                <a:gd name="csX303" fmla="*/ 417910 w 704850"/>
                <a:gd name="csY303" fmla="*/ 275442 h 381000"/>
                <a:gd name="csX304" fmla="*/ 419300 w 704850"/>
                <a:gd name="csY304" fmla="*/ 275252 h 381000"/>
                <a:gd name="csX305" fmla="*/ 420700 w 704850"/>
                <a:gd name="csY305" fmla="*/ 274995 h 381000"/>
                <a:gd name="csX306" fmla="*/ 422034 w 704850"/>
                <a:gd name="csY306" fmla="*/ 274747 h 381000"/>
                <a:gd name="csX307" fmla="*/ 423434 w 704850"/>
                <a:gd name="csY307" fmla="*/ 274490 h 381000"/>
                <a:gd name="csX308" fmla="*/ 424834 w 704850"/>
                <a:gd name="csY308" fmla="*/ 274176 h 381000"/>
                <a:gd name="csX309" fmla="*/ 426234 w 704850"/>
                <a:gd name="csY309" fmla="*/ 273852 h 381000"/>
                <a:gd name="csX310" fmla="*/ 427568 w 704850"/>
                <a:gd name="csY310" fmla="*/ 273471 h 381000"/>
                <a:gd name="csX311" fmla="*/ 428968 w 704850"/>
                <a:gd name="csY311" fmla="*/ 273157 h 381000"/>
                <a:gd name="csX312" fmla="*/ 430368 w 704850"/>
                <a:gd name="csY312" fmla="*/ 272709 h 381000"/>
                <a:gd name="csX313" fmla="*/ 431702 w 704850"/>
                <a:gd name="csY313" fmla="*/ 272328 h 381000"/>
                <a:gd name="csX314" fmla="*/ 433102 w 704850"/>
                <a:gd name="csY314" fmla="*/ 271890 h 381000"/>
                <a:gd name="csX315" fmla="*/ 434502 w 704850"/>
                <a:gd name="csY315" fmla="*/ 271375 h 381000"/>
                <a:gd name="csX316" fmla="*/ 435836 w 704850"/>
                <a:gd name="csY316" fmla="*/ 270937 h 381000"/>
                <a:gd name="csX317" fmla="*/ 437236 w 704850"/>
                <a:gd name="csY317" fmla="*/ 270423 h 381000"/>
                <a:gd name="csX318" fmla="*/ 438636 w 704850"/>
                <a:gd name="csY318" fmla="*/ 269852 h 381000"/>
                <a:gd name="csX319" fmla="*/ 439969 w 704850"/>
                <a:gd name="csY319" fmla="*/ 269347 h 381000"/>
                <a:gd name="csX320" fmla="*/ 441369 w 704850"/>
                <a:gd name="csY320" fmla="*/ 268775 h 381000"/>
                <a:gd name="csX321" fmla="*/ 442770 w 704850"/>
                <a:gd name="csY321" fmla="*/ 268204 h 381000"/>
                <a:gd name="csX322" fmla="*/ 444170 w 704850"/>
                <a:gd name="csY322" fmla="*/ 267565 h 381000"/>
                <a:gd name="csX323" fmla="*/ 445503 w 704850"/>
                <a:gd name="csY323" fmla="*/ 266994 h 381000"/>
                <a:gd name="csX324" fmla="*/ 446903 w 704850"/>
                <a:gd name="csY324" fmla="*/ 266299 h 381000"/>
                <a:gd name="csX325" fmla="*/ 448304 w 704850"/>
                <a:gd name="csY325" fmla="*/ 265660 h 381000"/>
                <a:gd name="csX326" fmla="*/ 449637 w 704850"/>
                <a:gd name="csY326" fmla="*/ 265022 h 381000"/>
                <a:gd name="csX327" fmla="*/ 451037 w 704850"/>
                <a:gd name="csY327" fmla="*/ 264327 h 381000"/>
                <a:gd name="csX328" fmla="*/ 452438 w 704850"/>
                <a:gd name="csY328" fmla="*/ 263632 h 381000"/>
                <a:gd name="csX329" fmla="*/ 453771 w 704850"/>
                <a:gd name="csY329" fmla="*/ 262927 h 381000"/>
                <a:gd name="csX330" fmla="*/ 455171 w 704850"/>
                <a:gd name="csY330" fmla="*/ 262165 h 381000"/>
                <a:gd name="csX331" fmla="*/ 456571 w 704850"/>
                <a:gd name="csY331" fmla="*/ 261403 h 381000"/>
                <a:gd name="csX332" fmla="*/ 457905 w 704850"/>
                <a:gd name="csY332" fmla="*/ 260707 h 381000"/>
                <a:gd name="csX333" fmla="*/ 459305 w 704850"/>
                <a:gd name="csY333" fmla="*/ 259879 h 381000"/>
                <a:gd name="csX334" fmla="*/ 460705 w 704850"/>
                <a:gd name="csY334" fmla="*/ 259117 h 381000"/>
                <a:gd name="csX335" fmla="*/ 462105 w 704850"/>
                <a:gd name="csY335" fmla="*/ 258355 h 381000"/>
                <a:gd name="csX336" fmla="*/ 463439 w 704850"/>
                <a:gd name="csY336" fmla="*/ 257526 h 381000"/>
                <a:gd name="csX337" fmla="*/ 464839 w 704850"/>
                <a:gd name="csY337" fmla="*/ 256707 h 381000"/>
                <a:gd name="csX338" fmla="*/ 466239 w 704850"/>
                <a:gd name="csY338" fmla="*/ 255878 h 381000"/>
                <a:gd name="csX339" fmla="*/ 467573 w 704850"/>
                <a:gd name="csY339" fmla="*/ 255049 h 381000"/>
                <a:gd name="csX340" fmla="*/ 468973 w 704850"/>
                <a:gd name="csY340" fmla="*/ 254164 h 381000"/>
                <a:gd name="csX341" fmla="*/ 470373 w 704850"/>
                <a:gd name="csY341" fmla="*/ 253268 h 381000"/>
                <a:gd name="csX342" fmla="*/ 471707 w 704850"/>
                <a:gd name="csY342" fmla="*/ 252383 h 381000"/>
                <a:gd name="csX343" fmla="*/ 473107 w 704850"/>
                <a:gd name="csY343" fmla="*/ 251497 h 381000"/>
                <a:gd name="csX344" fmla="*/ 474497 w 704850"/>
                <a:gd name="csY344" fmla="*/ 250601 h 381000"/>
                <a:gd name="csX345" fmla="*/ 475841 w 704850"/>
                <a:gd name="csY345" fmla="*/ 249716 h 381000"/>
                <a:gd name="csX346" fmla="*/ 477241 w 704850"/>
                <a:gd name="csY346" fmla="*/ 248763 h 381000"/>
                <a:gd name="csX347" fmla="*/ 478631 w 704850"/>
                <a:gd name="csY347" fmla="*/ 247810 h 381000"/>
                <a:gd name="csX348" fmla="*/ 480031 w 704850"/>
                <a:gd name="csY348" fmla="*/ 246858 h 381000"/>
                <a:gd name="csX349" fmla="*/ 481375 w 704850"/>
                <a:gd name="csY349" fmla="*/ 245906 h 381000"/>
                <a:gd name="csX350" fmla="*/ 482765 w 704850"/>
                <a:gd name="csY350" fmla="*/ 244953 h 381000"/>
                <a:gd name="csX351" fmla="*/ 484165 w 704850"/>
                <a:gd name="csY351" fmla="*/ 243934 h 381000"/>
                <a:gd name="csX352" fmla="*/ 485508 w 704850"/>
                <a:gd name="csY352" fmla="*/ 242915 h 381000"/>
                <a:gd name="csX353" fmla="*/ 486899 w 704850"/>
                <a:gd name="csY353" fmla="*/ 241895 h 381000"/>
                <a:gd name="csX354" fmla="*/ 488299 w 704850"/>
                <a:gd name="csY354" fmla="*/ 240886 h 381000"/>
                <a:gd name="csX355" fmla="*/ 489633 w 704850"/>
                <a:gd name="csY355" fmla="*/ 239800 h 381000"/>
                <a:gd name="csX356" fmla="*/ 491033 w 704850"/>
                <a:gd name="csY356" fmla="*/ 238790 h 381000"/>
                <a:gd name="csX357" fmla="*/ 492433 w 704850"/>
                <a:gd name="csY357" fmla="*/ 237705 h 381000"/>
                <a:gd name="csX358" fmla="*/ 493767 w 704850"/>
                <a:gd name="csY358" fmla="*/ 236628 h 381000"/>
                <a:gd name="csX359" fmla="*/ 495167 w 704850"/>
                <a:gd name="csY359" fmla="*/ 235485 h 381000"/>
                <a:gd name="csX360" fmla="*/ 496567 w 704850"/>
                <a:gd name="csY360" fmla="*/ 234399 h 381000"/>
                <a:gd name="csX361" fmla="*/ 497967 w 704850"/>
                <a:gd name="csY361" fmla="*/ 233256 h 381000"/>
                <a:gd name="csX362" fmla="*/ 499301 w 704850"/>
                <a:gd name="csY362" fmla="*/ 232113 h 381000"/>
                <a:gd name="csX363" fmla="*/ 500701 w 704850"/>
                <a:gd name="csY363" fmla="*/ 230970 h 381000"/>
                <a:gd name="csX364" fmla="*/ 502101 w 704850"/>
                <a:gd name="csY364" fmla="*/ 229761 h 381000"/>
                <a:gd name="csX365" fmla="*/ 503434 w 704850"/>
                <a:gd name="csY365" fmla="*/ 228618 h 381000"/>
                <a:gd name="csX366" fmla="*/ 504835 w 704850"/>
                <a:gd name="csY366" fmla="*/ 227417 h 381000"/>
                <a:gd name="csX367" fmla="*/ 506235 w 704850"/>
                <a:gd name="csY367" fmla="*/ 226208 h 381000"/>
                <a:gd name="csX368" fmla="*/ 507568 w 704850"/>
                <a:gd name="csY368" fmla="*/ 224932 h 381000"/>
                <a:gd name="csX369" fmla="*/ 508969 w 704850"/>
                <a:gd name="csY369" fmla="*/ 223731 h 381000"/>
                <a:gd name="csX370" fmla="*/ 510369 w 704850"/>
                <a:gd name="csY370" fmla="*/ 222455 h 381000"/>
                <a:gd name="csX371" fmla="*/ 511702 w 704850"/>
                <a:gd name="csY371" fmla="*/ 221188 h 381000"/>
                <a:gd name="csX372" fmla="*/ 513102 w 704850"/>
                <a:gd name="csY372" fmla="*/ 219978 h 381000"/>
                <a:gd name="csX373" fmla="*/ 514503 w 704850"/>
                <a:gd name="csY373" fmla="*/ 218645 h 381000"/>
                <a:gd name="csX374" fmla="*/ 515836 w 704850"/>
                <a:gd name="csY374" fmla="*/ 217378 h 381000"/>
                <a:gd name="csX375" fmla="*/ 517236 w 704850"/>
                <a:gd name="csY375" fmla="*/ 216102 h 381000"/>
                <a:gd name="csX376" fmla="*/ 518636 w 704850"/>
                <a:gd name="csY376" fmla="*/ 214835 h 381000"/>
                <a:gd name="csX377" fmla="*/ 520036 w 704850"/>
                <a:gd name="csY377" fmla="*/ 213501 h 381000"/>
                <a:gd name="csX378" fmla="*/ 521370 w 704850"/>
                <a:gd name="csY378" fmla="*/ 212235 h 381000"/>
                <a:gd name="csX379" fmla="*/ 522770 w 704850"/>
                <a:gd name="csY379" fmla="*/ 210958 h 381000"/>
                <a:gd name="csX380" fmla="*/ 524170 w 704850"/>
                <a:gd name="csY380" fmla="*/ 209692 h 381000"/>
                <a:gd name="csX381" fmla="*/ 525504 w 704850"/>
                <a:gd name="csY381" fmla="*/ 208415 h 381000"/>
                <a:gd name="csX382" fmla="*/ 526904 w 704850"/>
                <a:gd name="csY382" fmla="*/ 207148 h 381000"/>
                <a:gd name="csX383" fmla="*/ 528304 w 704850"/>
                <a:gd name="csY383" fmla="*/ 205872 h 381000"/>
                <a:gd name="csX384" fmla="*/ 529638 w 704850"/>
                <a:gd name="csY384" fmla="*/ 204672 h 381000"/>
                <a:gd name="csX385" fmla="*/ 531038 w 704850"/>
                <a:gd name="csY385" fmla="*/ 203462 h 381000"/>
                <a:gd name="csX386" fmla="*/ 532438 w 704850"/>
                <a:gd name="csY386" fmla="*/ 202252 h 381000"/>
                <a:gd name="csX387" fmla="*/ 533771 w 704850"/>
                <a:gd name="csY387" fmla="*/ 201109 h 381000"/>
                <a:gd name="csX388" fmla="*/ 535172 w 704850"/>
                <a:gd name="csY388" fmla="*/ 199967 h 381000"/>
                <a:gd name="csX389" fmla="*/ 536572 w 704850"/>
                <a:gd name="csY389" fmla="*/ 198824 h 381000"/>
                <a:gd name="csX390" fmla="*/ 537962 w 704850"/>
                <a:gd name="csY390" fmla="*/ 197804 h 381000"/>
                <a:gd name="csX391" fmla="*/ 539306 w 704850"/>
                <a:gd name="csY391" fmla="*/ 196795 h 381000"/>
                <a:gd name="csX392" fmla="*/ 540696 w 704850"/>
                <a:gd name="csY392" fmla="*/ 195775 h 381000"/>
                <a:gd name="csX393" fmla="*/ 542096 w 704850"/>
                <a:gd name="csY393" fmla="*/ 194890 h 381000"/>
                <a:gd name="csX394" fmla="*/ 543439 w 704850"/>
                <a:gd name="csY394" fmla="*/ 193994 h 381000"/>
                <a:gd name="csX395" fmla="*/ 544830 w 704850"/>
                <a:gd name="csY395" fmla="*/ 193165 h 381000"/>
                <a:gd name="csX396" fmla="*/ 546230 w 704850"/>
                <a:gd name="csY396" fmla="*/ 192470 h 381000"/>
                <a:gd name="csX397" fmla="*/ 547573 w 704850"/>
                <a:gd name="csY397" fmla="*/ 191775 h 381000"/>
                <a:gd name="csX398" fmla="*/ 548964 w 704850"/>
                <a:gd name="csY398" fmla="*/ 191137 h 381000"/>
                <a:gd name="csX399" fmla="*/ 550364 w 704850"/>
                <a:gd name="csY399" fmla="*/ 190632 h 381000"/>
                <a:gd name="csX400" fmla="*/ 551707 w 704850"/>
                <a:gd name="csY400" fmla="*/ 190184 h 381000"/>
                <a:gd name="csX401" fmla="*/ 553098 w 704850"/>
                <a:gd name="csY401" fmla="*/ 189803 h 381000"/>
                <a:gd name="csX402" fmla="*/ 554498 w 704850"/>
                <a:gd name="csY402" fmla="*/ 189546 h 381000"/>
                <a:gd name="csX403" fmla="*/ 555898 w 704850"/>
                <a:gd name="csY403" fmla="*/ 189356 h 381000"/>
                <a:gd name="csX404" fmla="*/ 557232 w 704850"/>
                <a:gd name="csY404" fmla="*/ 189299 h 381000"/>
                <a:gd name="csX405" fmla="*/ 558632 w 704850"/>
                <a:gd name="csY405" fmla="*/ 189299 h 381000"/>
                <a:gd name="csX406" fmla="*/ 560032 w 704850"/>
                <a:gd name="csY406" fmla="*/ 189422 h 381000"/>
                <a:gd name="csX407" fmla="*/ 561365 w 704850"/>
                <a:gd name="csY407" fmla="*/ 189679 h 381000"/>
                <a:gd name="csX408" fmla="*/ 562766 w 704850"/>
                <a:gd name="csY408" fmla="*/ 189994 h 381000"/>
                <a:gd name="csX409" fmla="*/ 564166 w 704850"/>
                <a:gd name="csY409" fmla="*/ 190498 h 381000"/>
                <a:gd name="csX410" fmla="*/ 565499 w 704850"/>
                <a:gd name="csY410" fmla="*/ 191013 h 381000"/>
                <a:gd name="csX411" fmla="*/ 566900 w 704850"/>
                <a:gd name="csY411" fmla="*/ 191708 h 381000"/>
                <a:gd name="csX412" fmla="*/ 568300 w 704850"/>
                <a:gd name="csY412" fmla="*/ 192537 h 381000"/>
                <a:gd name="csX413" fmla="*/ 569633 w 704850"/>
                <a:gd name="csY413" fmla="*/ 193489 h 381000"/>
                <a:gd name="csX414" fmla="*/ 571033 w 704850"/>
                <a:gd name="csY414" fmla="*/ 194509 h 381000"/>
                <a:gd name="csX415" fmla="*/ 572434 w 704850"/>
                <a:gd name="csY415" fmla="*/ 195709 h 381000"/>
                <a:gd name="csX416" fmla="*/ 573834 w 704850"/>
                <a:gd name="csY416" fmla="*/ 196985 h 381000"/>
                <a:gd name="csX417" fmla="*/ 575167 w 704850"/>
                <a:gd name="csY417" fmla="*/ 198442 h 381000"/>
                <a:gd name="csX418" fmla="*/ 576567 w 704850"/>
                <a:gd name="csY418" fmla="*/ 199967 h 381000"/>
                <a:gd name="csX419" fmla="*/ 577968 w 704850"/>
                <a:gd name="csY419" fmla="*/ 201681 h 381000"/>
                <a:gd name="csX420" fmla="*/ 579301 w 704850"/>
                <a:gd name="csY420" fmla="*/ 203395 h 381000"/>
                <a:gd name="csX421" fmla="*/ 580701 w 704850"/>
                <a:gd name="csY421" fmla="*/ 205367 h 381000"/>
                <a:gd name="csX422" fmla="*/ 582101 w 704850"/>
                <a:gd name="csY422" fmla="*/ 207406 h 381000"/>
                <a:gd name="csX423" fmla="*/ 583435 w 704850"/>
                <a:gd name="csY423" fmla="*/ 209501 h 381000"/>
                <a:gd name="csX424" fmla="*/ 584835 w 704850"/>
                <a:gd name="csY424" fmla="*/ 211787 h 381000"/>
                <a:gd name="csX425" fmla="*/ 586235 w 704850"/>
                <a:gd name="csY425" fmla="*/ 214139 h 381000"/>
                <a:gd name="csX426" fmla="*/ 587569 w 704850"/>
                <a:gd name="csY426" fmla="*/ 216616 h 381000"/>
                <a:gd name="csX427" fmla="*/ 588969 w 704850"/>
                <a:gd name="csY427" fmla="*/ 219217 h 381000"/>
                <a:gd name="csX428" fmla="*/ 590369 w 704850"/>
                <a:gd name="csY428" fmla="*/ 221883 h 381000"/>
                <a:gd name="csX429" fmla="*/ 591769 w 704850"/>
                <a:gd name="csY429" fmla="*/ 224684 h 381000"/>
                <a:gd name="csX430" fmla="*/ 593103 w 704850"/>
                <a:gd name="csY430" fmla="*/ 227475 h 381000"/>
                <a:gd name="csX431" fmla="*/ 594503 w 704850"/>
                <a:gd name="csY431" fmla="*/ 230466 h 381000"/>
                <a:gd name="csX432" fmla="*/ 595903 w 704850"/>
                <a:gd name="csY432" fmla="*/ 233447 h 381000"/>
                <a:gd name="csX433" fmla="*/ 597237 w 704850"/>
                <a:gd name="csY433" fmla="*/ 236561 h 381000"/>
                <a:gd name="csX434" fmla="*/ 598637 w 704850"/>
                <a:gd name="csY434" fmla="*/ 239743 h 381000"/>
                <a:gd name="csX435" fmla="*/ 600028 w 704850"/>
                <a:gd name="csY435" fmla="*/ 242915 h 381000"/>
                <a:gd name="csX436" fmla="*/ 601370 w 704850"/>
                <a:gd name="csY436" fmla="*/ 246220 h 381000"/>
                <a:gd name="csX437" fmla="*/ 602771 w 704850"/>
                <a:gd name="csY437" fmla="*/ 249525 h 381000"/>
                <a:gd name="csX438" fmla="*/ 604161 w 704850"/>
                <a:gd name="csY438" fmla="*/ 252887 h 381000"/>
                <a:gd name="csX439" fmla="*/ 605504 w 704850"/>
                <a:gd name="csY439" fmla="*/ 256259 h 381000"/>
                <a:gd name="csX440" fmla="*/ 606895 w 704850"/>
                <a:gd name="csY440" fmla="*/ 259688 h 381000"/>
                <a:gd name="csX441" fmla="*/ 608295 w 704850"/>
                <a:gd name="csY441" fmla="*/ 263184 h 381000"/>
                <a:gd name="csX442" fmla="*/ 609695 w 704850"/>
                <a:gd name="csY442" fmla="*/ 266613 h 381000"/>
                <a:gd name="csX443" fmla="*/ 611029 w 704850"/>
                <a:gd name="csY443" fmla="*/ 270108 h 381000"/>
                <a:gd name="csX444" fmla="*/ 612429 w 704850"/>
                <a:gd name="csY444" fmla="*/ 273538 h 381000"/>
                <a:gd name="csX445" fmla="*/ 613829 w 704850"/>
                <a:gd name="csY445" fmla="*/ 277033 h 381000"/>
                <a:gd name="csX446" fmla="*/ 615163 w 704850"/>
                <a:gd name="csY446" fmla="*/ 280462 h 381000"/>
                <a:gd name="csX447" fmla="*/ 616563 w 704850"/>
                <a:gd name="csY447" fmla="*/ 283958 h 381000"/>
                <a:gd name="csX448" fmla="*/ 617963 w 704850"/>
                <a:gd name="csY448" fmla="*/ 287387 h 381000"/>
                <a:gd name="csX449" fmla="*/ 619296 w 704850"/>
                <a:gd name="csY449" fmla="*/ 290759 h 381000"/>
                <a:gd name="csX450" fmla="*/ 620697 w 704850"/>
                <a:gd name="csY450" fmla="*/ 294121 h 381000"/>
                <a:gd name="csX451" fmla="*/ 622097 w 704850"/>
                <a:gd name="csY451" fmla="*/ 297426 h 381000"/>
                <a:gd name="csX452" fmla="*/ 623430 w 704850"/>
                <a:gd name="csY452" fmla="*/ 300731 h 381000"/>
                <a:gd name="csX453" fmla="*/ 624831 w 704850"/>
                <a:gd name="csY453" fmla="*/ 303970 h 381000"/>
                <a:gd name="csX454" fmla="*/ 626231 w 704850"/>
                <a:gd name="csY454" fmla="*/ 307142 h 381000"/>
                <a:gd name="csX455" fmla="*/ 627631 w 704850"/>
                <a:gd name="csY455" fmla="*/ 310256 h 381000"/>
                <a:gd name="csX456" fmla="*/ 628964 w 704850"/>
                <a:gd name="csY456" fmla="*/ 313304 h 381000"/>
                <a:gd name="csX457" fmla="*/ 630365 w 704850"/>
                <a:gd name="csY457" fmla="*/ 316362 h 381000"/>
                <a:gd name="csX458" fmla="*/ 631765 w 704850"/>
                <a:gd name="csY458" fmla="*/ 319277 h 381000"/>
                <a:gd name="csX459" fmla="*/ 633098 w 704850"/>
                <a:gd name="csY459" fmla="*/ 322144 h 381000"/>
                <a:gd name="csX460" fmla="*/ 634498 w 704850"/>
                <a:gd name="csY460" fmla="*/ 324934 h 381000"/>
                <a:gd name="csX461" fmla="*/ 635899 w 704850"/>
                <a:gd name="csY461" fmla="*/ 327668 h 381000"/>
                <a:gd name="csX462" fmla="*/ 637232 w 704850"/>
                <a:gd name="csY462" fmla="*/ 330268 h 381000"/>
                <a:gd name="csX463" fmla="*/ 638632 w 704850"/>
                <a:gd name="csY463" fmla="*/ 332878 h 381000"/>
                <a:gd name="csX464" fmla="*/ 640032 w 704850"/>
                <a:gd name="csY464" fmla="*/ 335355 h 381000"/>
                <a:gd name="csX465" fmla="*/ 641366 w 704850"/>
                <a:gd name="csY465" fmla="*/ 337765 h 381000"/>
                <a:gd name="csX466" fmla="*/ 642766 w 704850"/>
                <a:gd name="csY466" fmla="*/ 340051 h 381000"/>
                <a:gd name="csX467" fmla="*/ 644166 w 704850"/>
                <a:gd name="csY467" fmla="*/ 342279 h 381000"/>
                <a:gd name="csX468" fmla="*/ 645567 w 704850"/>
                <a:gd name="csY468" fmla="*/ 344442 h 381000"/>
                <a:gd name="csX469" fmla="*/ 646900 w 704850"/>
                <a:gd name="csY469" fmla="*/ 346537 h 381000"/>
                <a:gd name="csX470" fmla="*/ 648300 w 704850"/>
                <a:gd name="csY470" fmla="*/ 348509 h 381000"/>
                <a:gd name="csX471" fmla="*/ 649700 w 704850"/>
                <a:gd name="csY471" fmla="*/ 350471 h 381000"/>
                <a:gd name="csX472" fmla="*/ 651034 w 704850"/>
                <a:gd name="csY472" fmla="*/ 352252 h 381000"/>
                <a:gd name="csX473" fmla="*/ 652434 w 704850"/>
                <a:gd name="csY473" fmla="*/ 354033 h 381000"/>
                <a:gd name="csX474" fmla="*/ 653834 w 704850"/>
                <a:gd name="csY474" fmla="*/ 355681 h 381000"/>
                <a:gd name="csX475" fmla="*/ 655168 w 704850"/>
                <a:gd name="csY475" fmla="*/ 357339 h 381000"/>
                <a:gd name="csX476" fmla="*/ 656568 w 704850"/>
                <a:gd name="csY476" fmla="*/ 358796 h 381000"/>
                <a:gd name="csX477" fmla="*/ 657968 w 704850"/>
                <a:gd name="csY477" fmla="*/ 360263 h 381000"/>
                <a:gd name="csX478" fmla="*/ 659302 w 704850"/>
                <a:gd name="csY478" fmla="*/ 361653 h 381000"/>
                <a:gd name="csX479" fmla="*/ 660702 w 704850"/>
                <a:gd name="csY479" fmla="*/ 362930 h 381000"/>
                <a:gd name="csX480" fmla="*/ 662102 w 704850"/>
                <a:gd name="csY480" fmla="*/ 364197 h 381000"/>
                <a:gd name="csX481" fmla="*/ 663493 w 704850"/>
                <a:gd name="csY481" fmla="*/ 365340 h 381000"/>
                <a:gd name="csX482" fmla="*/ 664836 w 704850"/>
                <a:gd name="csY482" fmla="*/ 366425 h 381000"/>
                <a:gd name="csX483" fmla="*/ 666236 w 704850"/>
                <a:gd name="csY483" fmla="*/ 367502 h 381000"/>
                <a:gd name="csX484" fmla="*/ 667626 w 704850"/>
                <a:gd name="csY484" fmla="*/ 368454 h 381000"/>
                <a:gd name="csX485" fmla="*/ 668969 w 704850"/>
                <a:gd name="csY485" fmla="*/ 369407 h 381000"/>
                <a:gd name="csX486" fmla="*/ 670369 w 704850"/>
                <a:gd name="csY486" fmla="*/ 370235 h 381000"/>
                <a:gd name="csX487" fmla="*/ 671760 w 704850"/>
                <a:gd name="csY487" fmla="*/ 371064 h 381000"/>
                <a:gd name="csX488" fmla="*/ 673094 w 704850"/>
                <a:gd name="csY488" fmla="*/ 371826 h 381000"/>
                <a:gd name="csX489" fmla="*/ 674494 w 704850"/>
                <a:gd name="csY489" fmla="*/ 372521 h 381000"/>
                <a:gd name="csX490" fmla="*/ 675894 w 704850"/>
                <a:gd name="csY490" fmla="*/ 373217 h 381000"/>
                <a:gd name="csX491" fmla="*/ 677227 w 704850"/>
                <a:gd name="csY491" fmla="*/ 373855 h 381000"/>
                <a:gd name="csX492" fmla="*/ 678628 w 704850"/>
                <a:gd name="csY492" fmla="*/ 374426 h 381000"/>
                <a:gd name="csX493" fmla="*/ 680028 w 704850"/>
                <a:gd name="csY493" fmla="*/ 374931 h 381000"/>
                <a:gd name="csX494" fmla="*/ 681428 w 704850"/>
                <a:gd name="csY494" fmla="*/ 375446 h 381000"/>
                <a:gd name="csX495" fmla="*/ 682762 w 704850"/>
                <a:gd name="csY495" fmla="*/ 375884 h 381000"/>
                <a:gd name="csX496" fmla="*/ 684162 w 704850"/>
                <a:gd name="csY496" fmla="*/ 376331 h 381000"/>
                <a:gd name="csX497" fmla="*/ 685562 w 704850"/>
                <a:gd name="csY497" fmla="*/ 376712 h 381000"/>
                <a:gd name="csX498" fmla="*/ 686895 w 704850"/>
                <a:gd name="csY498" fmla="*/ 377093 h 381000"/>
                <a:gd name="csX499" fmla="*/ 688295 w 704850"/>
                <a:gd name="csY499" fmla="*/ 377474 h 381000"/>
                <a:gd name="csX500" fmla="*/ 689696 w 704850"/>
                <a:gd name="csY500" fmla="*/ 377798 h 381000"/>
                <a:gd name="csX501" fmla="*/ 691030 w 704850"/>
                <a:gd name="csY501" fmla="*/ 378046 h 381000"/>
                <a:gd name="csX502" fmla="*/ 692429 w 704850"/>
                <a:gd name="csY502" fmla="*/ 378303 h 381000"/>
                <a:gd name="csX503" fmla="*/ 693829 w 704850"/>
                <a:gd name="csY503" fmla="*/ 378560 h 381000"/>
                <a:gd name="csX504" fmla="*/ 695163 w 704850"/>
                <a:gd name="csY504" fmla="*/ 378808 h 381000"/>
                <a:gd name="csX505" fmla="*/ 696564 w 704850"/>
                <a:gd name="csY505" fmla="*/ 378998 h 381000"/>
                <a:gd name="csX506" fmla="*/ 697963 w 704850"/>
                <a:gd name="csY506" fmla="*/ 379189 h 381000"/>
                <a:gd name="csX507" fmla="*/ 699364 w 704850"/>
                <a:gd name="csY507" fmla="*/ 379379 h 381000"/>
                <a:gd name="csX508" fmla="*/ 700697 w 704850"/>
                <a:gd name="csY508" fmla="*/ 379513 h 381000"/>
                <a:gd name="csX509" fmla="*/ 702097 w 704850"/>
                <a:gd name="csY509" fmla="*/ 379636 h 381000"/>
                <a:gd name="csX510" fmla="*/ 703497 w 704850"/>
                <a:gd name="csY510" fmla="*/ 379760 h 381000"/>
                <a:gd name="csX511" fmla="*/ 704831 w 704850"/>
                <a:gd name="csY511" fmla="*/ 379894 h 381000"/>
                <a:gd name="csX512" fmla="*/ 704831 w 704850"/>
                <a:gd name="csY512" fmla="*/ 380970 h 381000"/>
                <a:gd name="csX513" fmla="*/ 703497 w 704850"/>
                <a:gd name="csY513" fmla="*/ 380970 h 381000"/>
                <a:gd name="csX514" fmla="*/ 702097 w 704850"/>
                <a:gd name="csY514" fmla="*/ 380970 h 381000"/>
                <a:gd name="csX515" fmla="*/ 700697 w 704850"/>
                <a:gd name="csY515" fmla="*/ 380970 h 381000"/>
                <a:gd name="csX516" fmla="*/ 699364 w 704850"/>
                <a:gd name="csY516" fmla="*/ 380970 h 381000"/>
                <a:gd name="csX517" fmla="*/ 697963 w 704850"/>
                <a:gd name="csY517" fmla="*/ 380970 h 381000"/>
                <a:gd name="csX518" fmla="*/ 696564 w 704850"/>
                <a:gd name="csY518" fmla="*/ 380970 h 381000"/>
                <a:gd name="csX519" fmla="*/ 695163 w 704850"/>
                <a:gd name="csY519" fmla="*/ 380970 h 381000"/>
                <a:gd name="csX520" fmla="*/ 693829 w 704850"/>
                <a:gd name="csY520" fmla="*/ 380970 h 381000"/>
                <a:gd name="csX521" fmla="*/ 692429 w 704850"/>
                <a:gd name="csY521" fmla="*/ 380970 h 381000"/>
                <a:gd name="csX522" fmla="*/ 691030 w 704850"/>
                <a:gd name="csY522" fmla="*/ 380970 h 381000"/>
                <a:gd name="csX523" fmla="*/ 689696 w 704850"/>
                <a:gd name="csY523" fmla="*/ 380970 h 381000"/>
                <a:gd name="csX524" fmla="*/ 688295 w 704850"/>
                <a:gd name="csY524" fmla="*/ 380970 h 381000"/>
                <a:gd name="csX525" fmla="*/ 686895 w 704850"/>
                <a:gd name="csY525" fmla="*/ 380970 h 381000"/>
                <a:gd name="csX526" fmla="*/ 685562 w 704850"/>
                <a:gd name="csY526" fmla="*/ 380970 h 381000"/>
                <a:gd name="csX527" fmla="*/ 684162 w 704850"/>
                <a:gd name="csY527" fmla="*/ 380970 h 381000"/>
                <a:gd name="csX528" fmla="*/ 682762 w 704850"/>
                <a:gd name="csY528" fmla="*/ 380970 h 381000"/>
                <a:gd name="csX529" fmla="*/ 681428 w 704850"/>
                <a:gd name="csY529" fmla="*/ 380970 h 381000"/>
                <a:gd name="csX530" fmla="*/ 680028 w 704850"/>
                <a:gd name="csY530" fmla="*/ 380970 h 381000"/>
                <a:gd name="csX531" fmla="*/ 678628 w 704850"/>
                <a:gd name="csY531" fmla="*/ 380970 h 381000"/>
                <a:gd name="csX532" fmla="*/ 677227 w 704850"/>
                <a:gd name="csY532" fmla="*/ 380970 h 381000"/>
                <a:gd name="csX533" fmla="*/ 675894 w 704850"/>
                <a:gd name="csY533" fmla="*/ 380970 h 381000"/>
                <a:gd name="csX534" fmla="*/ 674494 w 704850"/>
                <a:gd name="csY534" fmla="*/ 380970 h 381000"/>
                <a:gd name="csX535" fmla="*/ 673094 w 704850"/>
                <a:gd name="csY535" fmla="*/ 380970 h 381000"/>
                <a:gd name="csX536" fmla="*/ 671760 w 704850"/>
                <a:gd name="csY536" fmla="*/ 380970 h 381000"/>
                <a:gd name="csX537" fmla="*/ 670369 w 704850"/>
                <a:gd name="csY537" fmla="*/ 380970 h 381000"/>
                <a:gd name="csX538" fmla="*/ 668969 w 704850"/>
                <a:gd name="csY538" fmla="*/ 380970 h 381000"/>
                <a:gd name="csX539" fmla="*/ 667626 w 704850"/>
                <a:gd name="csY539" fmla="*/ 380970 h 381000"/>
                <a:gd name="csX540" fmla="*/ 666236 w 704850"/>
                <a:gd name="csY540" fmla="*/ 380970 h 381000"/>
                <a:gd name="csX541" fmla="*/ 664836 w 704850"/>
                <a:gd name="csY541" fmla="*/ 380970 h 381000"/>
                <a:gd name="csX542" fmla="*/ 663493 w 704850"/>
                <a:gd name="csY542" fmla="*/ 380970 h 381000"/>
                <a:gd name="csX543" fmla="*/ 662102 w 704850"/>
                <a:gd name="csY543" fmla="*/ 380970 h 381000"/>
                <a:gd name="csX544" fmla="*/ 660702 w 704850"/>
                <a:gd name="csY544" fmla="*/ 380970 h 381000"/>
                <a:gd name="csX545" fmla="*/ 659302 w 704850"/>
                <a:gd name="csY545" fmla="*/ 380970 h 381000"/>
                <a:gd name="csX546" fmla="*/ 657968 w 704850"/>
                <a:gd name="csY546" fmla="*/ 380970 h 381000"/>
                <a:gd name="csX547" fmla="*/ 656568 w 704850"/>
                <a:gd name="csY547" fmla="*/ 380970 h 381000"/>
                <a:gd name="csX548" fmla="*/ 655168 w 704850"/>
                <a:gd name="csY548" fmla="*/ 380970 h 381000"/>
                <a:gd name="csX549" fmla="*/ 653834 w 704850"/>
                <a:gd name="csY549" fmla="*/ 380970 h 381000"/>
                <a:gd name="csX550" fmla="*/ 652434 w 704850"/>
                <a:gd name="csY550" fmla="*/ 380970 h 381000"/>
                <a:gd name="csX551" fmla="*/ 651034 w 704850"/>
                <a:gd name="csY551" fmla="*/ 380970 h 381000"/>
                <a:gd name="csX552" fmla="*/ 649700 w 704850"/>
                <a:gd name="csY552" fmla="*/ 380970 h 381000"/>
                <a:gd name="csX553" fmla="*/ 648300 w 704850"/>
                <a:gd name="csY553" fmla="*/ 380970 h 381000"/>
                <a:gd name="csX554" fmla="*/ 646900 w 704850"/>
                <a:gd name="csY554" fmla="*/ 380970 h 381000"/>
                <a:gd name="csX555" fmla="*/ 645567 w 704850"/>
                <a:gd name="csY555" fmla="*/ 380970 h 381000"/>
                <a:gd name="csX556" fmla="*/ 644166 w 704850"/>
                <a:gd name="csY556" fmla="*/ 380970 h 381000"/>
                <a:gd name="csX557" fmla="*/ 642766 w 704850"/>
                <a:gd name="csY557" fmla="*/ 380970 h 381000"/>
                <a:gd name="csX558" fmla="*/ 641366 w 704850"/>
                <a:gd name="csY558" fmla="*/ 380970 h 381000"/>
                <a:gd name="csX559" fmla="*/ 640032 w 704850"/>
                <a:gd name="csY559" fmla="*/ 380970 h 381000"/>
                <a:gd name="csX560" fmla="*/ 638632 w 704850"/>
                <a:gd name="csY560" fmla="*/ 380970 h 381000"/>
                <a:gd name="csX561" fmla="*/ 637232 w 704850"/>
                <a:gd name="csY561" fmla="*/ 380970 h 381000"/>
                <a:gd name="csX562" fmla="*/ 635899 w 704850"/>
                <a:gd name="csY562" fmla="*/ 380970 h 381000"/>
                <a:gd name="csX563" fmla="*/ 634498 w 704850"/>
                <a:gd name="csY563" fmla="*/ 380970 h 381000"/>
                <a:gd name="csX564" fmla="*/ 633098 w 704850"/>
                <a:gd name="csY564" fmla="*/ 380970 h 381000"/>
                <a:gd name="csX565" fmla="*/ 631765 w 704850"/>
                <a:gd name="csY565" fmla="*/ 380970 h 381000"/>
                <a:gd name="csX566" fmla="*/ 630365 w 704850"/>
                <a:gd name="csY566" fmla="*/ 380970 h 381000"/>
                <a:gd name="csX567" fmla="*/ 628964 w 704850"/>
                <a:gd name="csY567" fmla="*/ 380970 h 381000"/>
                <a:gd name="csX568" fmla="*/ 627631 w 704850"/>
                <a:gd name="csY568" fmla="*/ 380970 h 381000"/>
                <a:gd name="csX569" fmla="*/ 626231 w 704850"/>
                <a:gd name="csY569" fmla="*/ 380970 h 381000"/>
                <a:gd name="csX570" fmla="*/ 624831 w 704850"/>
                <a:gd name="csY570" fmla="*/ 380970 h 381000"/>
                <a:gd name="csX571" fmla="*/ 623430 w 704850"/>
                <a:gd name="csY571" fmla="*/ 380970 h 381000"/>
                <a:gd name="csX572" fmla="*/ 622097 w 704850"/>
                <a:gd name="csY572" fmla="*/ 380970 h 381000"/>
                <a:gd name="csX573" fmla="*/ 620697 w 704850"/>
                <a:gd name="csY573" fmla="*/ 380970 h 381000"/>
                <a:gd name="csX574" fmla="*/ 619296 w 704850"/>
                <a:gd name="csY574" fmla="*/ 380970 h 381000"/>
                <a:gd name="csX575" fmla="*/ 617963 w 704850"/>
                <a:gd name="csY575" fmla="*/ 380970 h 381000"/>
                <a:gd name="csX576" fmla="*/ 616563 w 704850"/>
                <a:gd name="csY576" fmla="*/ 380970 h 381000"/>
                <a:gd name="csX577" fmla="*/ 615163 w 704850"/>
                <a:gd name="csY577" fmla="*/ 380970 h 381000"/>
                <a:gd name="csX578" fmla="*/ 613829 w 704850"/>
                <a:gd name="csY578" fmla="*/ 380970 h 381000"/>
                <a:gd name="csX579" fmla="*/ 612429 w 704850"/>
                <a:gd name="csY579" fmla="*/ 380970 h 381000"/>
                <a:gd name="csX580" fmla="*/ 611029 w 704850"/>
                <a:gd name="csY580" fmla="*/ 380970 h 381000"/>
                <a:gd name="csX581" fmla="*/ 609695 w 704850"/>
                <a:gd name="csY581" fmla="*/ 380970 h 381000"/>
                <a:gd name="csX582" fmla="*/ 608295 w 704850"/>
                <a:gd name="csY582" fmla="*/ 380970 h 381000"/>
                <a:gd name="csX583" fmla="*/ 606895 w 704850"/>
                <a:gd name="csY583" fmla="*/ 380970 h 381000"/>
                <a:gd name="csX584" fmla="*/ 605504 w 704850"/>
                <a:gd name="csY584" fmla="*/ 380970 h 381000"/>
                <a:gd name="csX585" fmla="*/ 604161 w 704850"/>
                <a:gd name="csY585" fmla="*/ 380970 h 381000"/>
                <a:gd name="csX586" fmla="*/ 602771 w 704850"/>
                <a:gd name="csY586" fmla="*/ 380970 h 381000"/>
                <a:gd name="csX587" fmla="*/ 601370 w 704850"/>
                <a:gd name="csY587" fmla="*/ 380970 h 381000"/>
                <a:gd name="csX588" fmla="*/ 600028 w 704850"/>
                <a:gd name="csY588" fmla="*/ 380970 h 381000"/>
                <a:gd name="csX589" fmla="*/ 598637 w 704850"/>
                <a:gd name="csY589" fmla="*/ 380970 h 381000"/>
                <a:gd name="csX590" fmla="*/ 597237 w 704850"/>
                <a:gd name="csY590" fmla="*/ 380970 h 381000"/>
                <a:gd name="csX591" fmla="*/ 595903 w 704850"/>
                <a:gd name="csY591" fmla="*/ 380970 h 381000"/>
                <a:gd name="csX592" fmla="*/ 594503 w 704850"/>
                <a:gd name="csY592" fmla="*/ 380970 h 381000"/>
                <a:gd name="csX593" fmla="*/ 593103 w 704850"/>
                <a:gd name="csY593" fmla="*/ 380970 h 381000"/>
                <a:gd name="csX594" fmla="*/ 591769 w 704850"/>
                <a:gd name="csY594" fmla="*/ 380970 h 381000"/>
                <a:gd name="csX595" fmla="*/ 590369 w 704850"/>
                <a:gd name="csY595" fmla="*/ 380970 h 381000"/>
                <a:gd name="csX596" fmla="*/ 588969 w 704850"/>
                <a:gd name="csY596" fmla="*/ 380970 h 381000"/>
                <a:gd name="csX597" fmla="*/ 587569 w 704850"/>
                <a:gd name="csY597" fmla="*/ 380970 h 381000"/>
                <a:gd name="csX598" fmla="*/ 586235 w 704850"/>
                <a:gd name="csY598" fmla="*/ 380970 h 381000"/>
                <a:gd name="csX599" fmla="*/ 584835 w 704850"/>
                <a:gd name="csY599" fmla="*/ 380970 h 381000"/>
                <a:gd name="csX600" fmla="*/ 583435 w 704850"/>
                <a:gd name="csY600" fmla="*/ 380970 h 381000"/>
                <a:gd name="csX601" fmla="*/ 582101 w 704850"/>
                <a:gd name="csY601" fmla="*/ 380970 h 381000"/>
                <a:gd name="csX602" fmla="*/ 580701 w 704850"/>
                <a:gd name="csY602" fmla="*/ 380970 h 381000"/>
                <a:gd name="csX603" fmla="*/ 579301 w 704850"/>
                <a:gd name="csY603" fmla="*/ 380970 h 381000"/>
                <a:gd name="csX604" fmla="*/ 577968 w 704850"/>
                <a:gd name="csY604" fmla="*/ 380970 h 381000"/>
                <a:gd name="csX605" fmla="*/ 576567 w 704850"/>
                <a:gd name="csY605" fmla="*/ 380970 h 381000"/>
                <a:gd name="csX606" fmla="*/ 575167 w 704850"/>
                <a:gd name="csY606" fmla="*/ 380970 h 381000"/>
                <a:gd name="csX607" fmla="*/ 573834 w 704850"/>
                <a:gd name="csY607" fmla="*/ 380970 h 381000"/>
                <a:gd name="csX608" fmla="*/ 572434 w 704850"/>
                <a:gd name="csY608" fmla="*/ 380970 h 381000"/>
                <a:gd name="csX609" fmla="*/ 571033 w 704850"/>
                <a:gd name="csY609" fmla="*/ 380970 h 381000"/>
                <a:gd name="csX610" fmla="*/ 569633 w 704850"/>
                <a:gd name="csY610" fmla="*/ 380970 h 381000"/>
                <a:gd name="csX611" fmla="*/ 568300 w 704850"/>
                <a:gd name="csY611" fmla="*/ 380970 h 381000"/>
                <a:gd name="csX612" fmla="*/ 566900 w 704850"/>
                <a:gd name="csY612" fmla="*/ 380970 h 381000"/>
                <a:gd name="csX613" fmla="*/ 565499 w 704850"/>
                <a:gd name="csY613" fmla="*/ 380970 h 381000"/>
                <a:gd name="csX614" fmla="*/ 564166 w 704850"/>
                <a:gd name="csY614" fmla="*/ 380970 h 381000"/>
                <a:gd name="csX615" fmla="*/ 562766 w 704850"/>
                <a:gd name="csY615" fmla="*/ 380970 h 381000"/>
                <a:gd name="csX616" fmla="*/ 561365 w 704850"/>
                <a:gd name="csY616" fmla="*/ 380970 h 381000"/>
                <a:gd name="csX617" fmla="*/ 560032 w 704850"/>
                <a:gd name="csY617" fmla="*/ 380970 h 381000"/>
                <a:gd name="csX618" fmla="*/ 558632 w 704850"/>
                <a:gd name="csY618" fmla="*/ 380970 h 381000"/>
                <a:gd name="csX619" fmla="*/ 557232 w 704850"/>
                <a:gd name="csY619" fmla="*/ 380970 h 381000"/>
                <a:gd name="csX620" fmla="*/ 555898 w 704850"/>
                <a:gd name="csY620" fmla="*/ 380970 h 381000"/>
                <a:gd name="csX621" fmla="*/ 554498 w 704850"/>
                <a:gd name="csY621" fmla="*/ 380970 h 381000"/>
                <a:gd name="csX622" fmla="*/ 553098 w 704850"/>
                <a:gd name="csY622" fmla="*/ 380970 h 381000"/>
                <a:gd name="csX623" fmla="*/ 551707 w 704850"/>
                <a:gd name="csY623" fmla="*/ 380970 h 381000"/>
                <a:gd name="csX624" fmla="*/ 550364 w 704850"/>
                <a:gd name="csY624" fmla="*/ 380970 h 381000"/>
                <a:gd name="csX625" fmla="*/ 548964 w 704850"/>
                <a:gd name="csY625" fmla="*/ 380970 h 381000"/>
                <a:gd name="csX626" fmla="*/ 547573 w 704850"/>
                <a:gd name="csY626" fmla="*/ 380970 h 381000"/>
                <a:gd name="csX627" fmla="*/ 546230 w 704850"/>
                <a:gd name="csY627" fmla="*/ 380970 h 381000"/>
                <a:gd name="csX628" fmla="*/ 544830 w 704850"/>
                <a:gd name="csY628" fmla="*/ 380970 h 381000"/>
                <a:gd name="csX629" fmla="*/ 543439 w 704850"/>
                <a:gd name="csY629" fmla="*/ 380970 h 381000"/>
                <a:gd name="csX630" fmla="*/ 542096 w 704850"/>
                <a:gd name="csY630" fmla="*/ 380970 h 381000"/>
                <a:gd name="csX631" fmla="*/ 540696 w 704850"/>
                <a:gd name="csY631" fmla="*/ 380970 h 381000"/>
                <a:gd name="csX632" fmla="*/ 539306 w 704850"/>
                <a:gd name="csY632" fmla="*/ 380970 h 381000"/>
                <a:gd name="csX633" fmla="*/ 537962 w 704850"/>
                <a:gd name="csY633" fmla="*/ 380970 h 381000"/>
                <a:gd name="csX634" fmla="*/ 536572 w 704850"/>
                <a:gd name="csY634" fmla="*/ 380970 h 381000"/>
                <a:gd name="csX635" fmla="*/ 535172 w 704850"/>
                <a:gd name="csY635" fmla="*/ 380970 h 381000"/>
                <a:gd name="csX636" fmla="*/ 533771 w 704850"/>
                <a:gd name="csY636" fmla="*/ 380970 h 381000"/>
                <a:gd name="csX637" fmla="*/ 532438 w 704850"/>
                <a:gd name="csY637" fmla="*/ 380970 h 381000"/>
                <a:gd name="csX638" fmla="*/ 531038 w 704850"/>
                <a:gd name="csY638" fmla="*/ 380970 h 381000"/>
                <a:gd name="csX639" fmla="*/ 529638 w 704850"/>
                <a:gd name="csY639" fmla="*/ 380970 h 381000"/>
                <a:gd name="csX640" fmla="*/ 528304 w 704850"/>
                <a:gd name="csY640" fmla="*/ 380970 h 381000"/>
                <a:gd name="csX641" fmla="*/ 526904 w 704850"/>
                <a:gd name="csY641" fmla="*/ 380970 h 381000"/>
                <a:gd name="csX642" fmla="*/ 525504 w 704850"/>
                <a:gd name="csY642" fmla="*/ 380970 h 381000"/>
                <a:gd name="csX643" fmla="*/ 524170 w 704850"/>
                <a:gd name="csY643" fmla="*/ 380970 h 381000"/>
                <a:gd name="csX644" fmla="*/ 522770 w 704850"/>
                <a:gd name="csY644" fmla="*/ 380970 h 381000"/>
                <a:gd name="csX645" fmla="*/ 521370 w 704850"/>
                <a:gd name="csY645" fmla="*/ 380970 h 381000"/>
                <a:gd name="csX646" fmla="*/ 520036 w 704850"/>
                <a:gd name="csY646" fmla="*/ 380970 h 381000"/>
                <a:gd name="csX647" fmla="*/ 518636 w 704850"/>
                <a:gd name="csY647" fmla="*/ 380970 h 381000"/>
                <a:gd name="csX648" fmla="*/ 517236 w 704850"/>
                <a:gd name="csY648" fmla="*/ 380970 h 381000"/>
                <a:gd name="csX649" fmla="*/ 515836 w 704850"/>
                <a:gd name="csY649" fmla="*/ 380970 h 381000"/>
                <a:gd name="csX650" fmla="*/ 514503 w 704850"/>
                <a:gd name="csY650" fmla="*/ 380970 h 381000"/>
                <a:gd name="csX651" fmla="*/ 513102 w 704850"/>
                <a:gd name="csY651" fmla="*/ 380970 h 381000"/>
                <a:gd name="csX652" fmla="*/ 511702 w 704850"/>
                <a:gd name="csY652" fmla="*/ 380970 h 381000"/>
                <a:gd name="csX653" fmla="*/ 510369 w 704850"/>
                <a:gd name="csY653" fmla="*/ 380970 h 381000"/>
                <a:gd name="csX654" fmla="*/ 508969 w 704850"/>
                <a:gd name="csY654" fmla="*/ 380970 h 381000"/>
                <a:gd name="csX655" fmla="*/ 507568 w 704850"/>
                <a:gd name="csY655" fmla="*/ 380970 h 381000"/>
                <a:gd name="csX656" fmla="*/ 506235 w 704850"/>
                <a:gd name="csY656" fmla="*/ 380970 h 381000"/>
                <a:gd name="csX657" fmla="*/ 504835 w 704850"/>
                <a:gd name="csY657" fmla="*/ 380970 h 381000"/>
                <a:gd name="csX658" fmla="*/ 503434 w 704850"/>
                <a:gd name="csY658" fmla="*/ 380970 h 381000"/>
                <a:gd name="csX659" fmla="*/ 502101 w 704850"/>
                <a:gd name="csY659" fmla="*/ 380970 h 381000"/>
                <a:gd name="csX660" fmla="*/ 500701 w 704850"/>
                <a:gd name="csY660" fmla="*/ 380970 h 381000"/>
                <a:gd name="csX661" fmla="*/ 499301 w 704850"/>
                <a:gd name="csY661" fmla="*/ 380970 h 381000"/>
                <a:gd name="csX662" fmla="*/ 497967 w 704850"/>
                <a:gd name="csY662" fmla="*/ 380970 h 381000"/>
                <a:gd name="csX663" fmla="*/ 496567 w 704850"/>
                <a:gd name="csY663" fmla="*/ 380970 h 381000"/>
                <a:gd name="csX664" fmla="*/ 495167 w 704850"/>
                <a:gd name="csY664" fmla="*/ 380970 h 381000"/>
                <a:gd name="csX665" fmla="*/ 493767 w 704850"/>
                <a:gd name="csY665" fmla="*/ 380970 h 381000"/>
                <a:gd name="csX666" fmla="*/ 492433 w 704850"/>
                <a:gd name="csY666" fmla="*/ 380970 h 381000"/>
                <a:gd name="csX667" fmla="*/ 491033 w 704850"/>
                <a:gd name="csY667" fmla="*/ 380970 h 381000"/>
                <a:gd name="csX668" fmla="*/ 489633 w 704850"/>
                <a:gd name="csY668" fmla="*/ 380970 h 381000"/>
                <a:gd name="csX669" fmla="*/ 488299 w 704850"/>
                <a:gd name="csY669" fmla="*/ 380970 h 381000"/>
                <a:gd name="csX670" fmla="*/ 486899 w 704850"/>
                <a:gd name="csY670" fmla="*/ 380970 h 381000"/>
                <a:gd name="csX671" fmla="*/ 485508 w 704850"/>
                <a:gd name="csY671" fmla="*/ 380970 h 381000"/>
                <a:gd name="csX672" fmla="*/ 484165 w 704850"/>
                <a:gd name="csY672" fmla="*/ 380970 h 381000"/>
                <a:gd name="csX673" fmla="*/ 482765 w 704850"/>
                <a:gd name="csY673" fmla="*/ 380970 h 381000"/>
                <a:gd name="csX674" fmla="*/ 481375 w 704850"/>
                <a:gd name="csY674" fmla="*/ 380970 h 381000"/>
                <a:gd name="csX675" fmla="*/ 480031 w 704850"/>
                <a:gd name="csY675" fmla="*/ 380970 h 381000"/>
                <a:gd name="csX676" fmla="*/ 478631 w 704850"/>
                <a:gd name="csY676" fmla="*/ 380970 h 381000"/>
                <a:gd name="csX677" fmla="*/ 477241 w 704850"/>
                <a:gd name="csY677" fmla="*/ 380970 h 381000"/>
                <a:gd name="csX678" fmla="*/ 475841 w 704850"/>
                <a:gd name="csY678" fmla="*/ 380970 h 381000"/>
                <a:gd name="csX679" fmla="*/ 474497 w 704850"/>
                <a:gd name="csY679" fmla="*/ 380970 h 381000"/>
                <a:gd name="csX680" fmla="*/ 473107 w 704850"/>
                <a:gd name="csY680" fmla="*/ 380970 h 381000"/>
                <a:gd name="csX681" fmla="*/ 471707 w 704850"/>
                <a:gd name="csY681" fmla="*/ 380970 h 381000"/>
                <a:gd name="csX682" fmla="*/ 470373 w 704850"/>
                <a:gd name="csY682" fmla="*/ 380970 h 381000"/>
                <a:gd name="csX683" fmla="*/ 468973 w 704850"/>
                <a:gd name="csY683" fmla="*/ 380970 h 381000"/>
                <a:gd name="csX684" fmla="*/ 467573 w 704850"/>
                <a:gd name="csY684" fmla="*/ 380970 h 381000"/>
                <a:gd name="csX685" fmla="*/ 466239 w 704850"/>
                <a:gd name="csY685" fmla="*/ 380970 h 381000"/>
                <a:gd name="csX686" fmla="*/ 464839 w 704850"/>
                <a:gd name="csY686" fmla="*/ 380970 h 381000"/>
                <a:gd name="csX687" fmla="*/ 463439 w 704850"/>
                <a:gd name="csY687" fmla="*/ 380970 h 381000"/>
                <a:gd name="csX688" fmla="*/ 462105 w 704850"/>
                <a:gd name="csY688" fmla="*/ 380970 h 381000"/>
                <a:gd name="csX689" fmla="*/ 460705 w 704850"/>
                <a:gd name="csY689" fmla="*/ 380970 h 381000"/>
                <a:gd name="csX690" fmla="*/ 459305 w 704850"/>
                <a:gd name="csY690" fmla="*/ 380970 h 381000"/>
                <a:gd name="csX691" fmla="*/ 457905 w 704850"/>
                <a:gd name="csY691" fmla="*/ 380970 h 381000"/>
                <a:gd name="csX692" fmla="*/ 456571 w 704850"/>
                <a:gd name="csY692" fmla="*/ 380970 h 381000"/>
                <a:gd name="csX693" fmla="*/ 455171 w 704850"/>
                <a:gd name="csY693" fmla="*/ 380970 h 381000"/>
                <a:gd name="csX694" fmla="*/ 453771 w 704850"/>
                <a:gd name="csY694" fmla="*/ 380970 h 381000"/>
                <a:gd name="csX695" fmla="*/ 452438 w 704850"/>
                <a:gd name="csY695" fmla="*/ 380970 h 381000"/>
                <a:gd name="csX696" fmla="*/ 451037 w 704850"/>
                <a:gd name="csY696" fmla="*/ 380970 h 381000"/>
                <a:gd name="csX697" fmla="*/ 449637 w 704850"/>
                <a:gd name="csY697" fmla="*/ 380970 h 381000"/>
                <a:gd name="csX698" fmla="*/ 448304 w 704850"/>
                <a:gd name="csY698" fmla="*/ 380970 h 381000"/>
                <a:gd name="csX699" fmla="*/ 446903 w 704850"/>
                <a:gd name="csY699" fmla="*/ 380970 h 381000"/>
                <a:gd name="csX700" fmla="*/ 445503 w 704850"/>
                <a:gd name="csY700" fmla="*/ 380970 h 381000"/>
                <a:gd name="csX701" fmla="*/ 444170 w 704850"/>
                <a:gd name="csY701" fmla="*/ 380970 h 381000"/>
                <a:gd name="csX702" fmla="*/ 442770 w 704850"/>
                <a:gd name="csY702" fmla="*/ 380970 h 381000"/>
                <a:gd name="csX703" fmla="*/ 441369 w 704850"/>
                <a:gd name="csY703" fmla="*/ 380970 h 381000"/>
                <a:gd name="csX704" fmla="*/ 439969 w 704850"/>
                <a:gd name="csY704" fmla="*/ 380970 h 381000"/>
                <a:gd name="csX705" fmla="*/ 438636 w 704850"/>
                <a:gd name="csY705" fmla="*/ 380970 h 381000"/>
                <a:gd name="csX706" fmla="*/ 437236 w 704850"/>
                <a:gd name="csY706" fmla="*/ 380970 h 381000"/>
                <a:gd name="csX707" fmla="*/ 435836 w 704850"/>
                <a:gd name="csY707" fmla="*/ 380970 h 381000"/>
                <a:gd name="csX708" fmla="*/ 434502 w 704850"/>
                <a:gd name="csY708" fmla="*/ 380970 h 381000"/>
                <a:gd name="csX709" fmla="*/ 433102 w 704850"/>
                <a:gd name="csY709" fmla="*/ 380970 h 381000"/>
                <a:gd name="csX710" fmla="*/ 431702 w 704850"/>
                <a:gd name="csY710" fmla="*/ 380970 h 381000"/>
                <a:gd name="csX711" fmla="*/ 430368 w 704850"/>
                <a:gd name="csY711" fmla="*/ 380970 h 381000"/>
                <a:gd name="csX712" fmla="*/ 428968 w 704850"/>
                <a:gd name="csY712" fmla="*/ 380970 h 381000"/>
                <a:gd name="csX713" fmla="*/ 427568 w 704850"/>
                <a:gd name="csY713" fmla="*/ 380970 h 381000"/>
                <a:gd name="csX714" fmla="*/ 426234 w 704850"/>
                <a:gd name="csY714" fmla="*/ 380970 h 381000"/>
                <a:gd name="csX715" fmla="*/ 424834 w 704850"/>
                <a:gd name="csY715" fmla="*/ 380970 h 381000"/>
                <a:gd name="csX716" fmla="*/ 423434 w 704850"/>
                <a:gd name="csY716" fmla="*/ 380970 h 381000"/>
                <a:gd name="csX717" fmla="*/ 422034 w 704850"/>
                <a:gd name="csY717" fmla="*/ 380970 h 381000"/>
                <a:gd name="csX718" fmla="*/ 420700 w 704850"/>
                <a:gd name="csY718" fmla="*/ 380970 h 381000"/>
                <a:gd name="csX719" fmla="*/ 419300 w 704850"/>
                <a:gd name="csY719" fmla="*/ 380970 h 381000"/>
                <a:gd name="csX720" fmla="*/ 417910 w 704850"/>
                <a:gd name="csY720" fmla="*/ 380970 h 381000"/>
                <a:gd name="csX721" fmla="*/ 416566 w 704850"/>
                <a:gd name="csY721" fmla="*/ 380970 h 381000"/>
                <a:gd name="csX722" fmla="*/ 415176 w 704850"/>
                <a:gd name="csY722" fmla="*/ 380970 h 381000"/>
                <a:gd name="csX723" fmla="*/ 413776 w 704850"/>
                <a:gd name="csY723" fmla="*/ 380970 h 381000"/>
                <a:gd name="csX724" fmla="*/ 412433 w 704850"/>
                <a:gd name="csY724" fmla="*/ 380970 h 381000"/>
                <a:gd name="csX725" fmla="*/ 411042 w 704850"/>
                <a:gd name="csY725" fmla="*/ 380970 h 381000"/>
                <a:gd name="csX726" fmla="*/ 409642 w 704850"/>
                <a:gd name="csY726" fmla="*/ 380970 h 381000"/>
                <a:gd name="csX727" fmla="*/ 408299 w 704850"/>
                <a:gd name="csY727" fmla="*/ 380970 h 381000"/>
                <a:gd name="csX728" fmla="*/ 406908 w 704850"/>
                <a:gd name="csY728" fmla="*/ 380970 h 381000"/>
                <a:gd name="csX729" fmla="*/ 405508 w 704850"/>
                <a:gd name="csY729" fmla="*/ 380970 h 381000"/>
                <a:gd name="csX730" fmla="*/ 404108 w 704850"/>
                <a:gd name="csY730" fmla="*/ 380970 h 381000"/>
                <a:gd name="csX731" fmla="*/ 402774 w 704850"/>
                <a:gd name="csY731" fmla="*/ 380970 h 381000"/>
                <a:gd name="csX732" fmla="*/ 401374 w 704850"/>
                <a:gd name="csY732" fmla="*/ 380970 h 381000"/>
                <a:gd name="csX733" fmla="*/ 399974 w 704850"/>
                <a:gd name="csY733" fmla="*/ 380970 h 381000"/>
                <a:gd name="csX734" fmla="*/ 398640 w 704850"/>
                <a:gd name="csY734" fmla="*/ 380970 h 381000"/>
                <a:gd name="csX735" fmla="*/ 397240 w 704850"/>
                <a:gd name="csY735" fmla="*/ 380970 h 381000"/>
                <a:gd name="csX736" fmla="*/ 395840 w 704850"/>
                <a:gd name="csY736" fmla="*/ 380970 h 381000"/>
                <a:gd name="csX737" fmla="*/ 394507 w 704850"/>
                <a:gd name="csY737" fmla="*/ 380970 h 381000"/>
                <a:gd name="csX738" fmla="*/ 393106 w 704850"/>
                <a:gd name="csY738" fmla="*/ 380970 h 381000"/>
                <a:gd name="csX739" fmla="*/ 391706 w 704850"/>
                <a:gd name="csY739" fmla="*/ 380970 h 381000"/>
                <a:gd name="csX740" fmla="*/ 390373 w 704850"/>
                <a:gd name="csY740" fmla="*/ 380970 h 381000"/>
                <a:gd name="csX741" fmla="*/ 388972 w 704850"/>
                <a:gd name="csY741" fmla="*/ 380970 h 381000"/>
                <a:gd name="csX742" fmla="*/ 387572 w 704850"/>
                <a:gd name="csY742" fmla="*/ 380970 h 381000"/>
                <a:gd name="csX743" fmla="*/ 386172 w 704850"/>
                <a:gd name="csY743" fmla="*/ 380970 h 381000"/>
                <a:gd name="csX744" fmla="*/ 384839 w 704850"/>
                <a:gd name="csY744" fmla="*/ 380970 h 381000"/>
                <a:gd name="csX745" fmla="*/ 383438 w 704850"/>
                <a:gd name="csY745" fmla="*/ 380970 h 381000"/>
                <a:gd name="csX746" fmla="*/ 382038 w 704850"/>
                <a:gd name="csY746" fmla="*/ 380970 h 381000"/>
                <a:gd name="csX747" fmla="*/ 380705 w 704850"/>
                <a:gd name="csY747" fmla="*/ 380970 h 381000"/>
                <a:gd name="csX748" fmla="*/ 379305 w 704850"/>
                <a:gd name="csY748" fmla="*/ 380970 h 381000"/>
                <a:gd name="csX749" fmla="*/ 377904 w 704850"/>
                <a:gd name="csY749" fmla="*/ 380970 h 381000"/>
                <a:gd name="csX750" fmla="*/ 376571 w 704850"/>
                <a:gd name="csY750" fmla="*/ 380970 h 381000"/>
                <a:gd name="csX751" fmla="*/ 375171 w 704850"/>
                <a:gd name="csY751" fmla="*/ 380970 h 381000"/>
                <a:gd name="csX752" fmla="*/ 373771 w 704850"/>
                <a:gd name="csY752" fmla="*/ 380970 h 381000"/>
                <a:gd name="csX753" fmla="*/ 372437 w 704850"/>
                <a:gd name="csY753" fmla="*/ 380970 h 381000"/>
                <a:gd name="csX754" fmla="*/ 371037 w 704850"/>
                <a:gd name="csY754" fmla="*/ 380970 h 381000"/>
                <a:gd name="csX755" fmla="*/ 369637 w 704850"/>
                <a:gd name="csY755" fmla="*/ 380970 h 381000"/>
                <a:gd name="csX756" fmla="*/ 368236 w 704850"/>
                <a:gd name="csY756" fmla="*/ 380970 h 381000"/>
                <a:gd name="csX757" fmla="*/ 366903 w 704850"/>
                <a:gd name="csY757" fmla="*/ 380970 h 381000"/>
                <a:gd name="csX758" fmla="*/ 365503 w 704850"/>
                <a:gd name="csY758" fmla="*/ 380970 h 381000"/>
                <a:gd name="csX759" fmla="*/ 364103 w 704850"/>
                <a:gd name="csY759" fmla="*/ 380970 h 381000"/>
                <a:gd name="csX760" fmla="*/ 362769 w 704850"/>
                <a:gd name="csY760" fmla="*/ 380970 h 381000"/>
                <a:gd name="csX761" fmla="*/ 361369 w 704850"/>
                <a:gd name="csY761" fmla="*/ 380970 h 381000"/>
                <a:gd name="csX762" fmla="*/ 359969 w 704850"/>
                <a:gd name="csY762" fmla="*/ 380970 h 381000"/>
                <a:gd name="csX763" fmla="*/ 358635 w 704850"/>
                <a:gd name="csY763" fmla="*/ 380970 h 381000"/>
                <a:gd name="csX764" fmla="*/ 357235 w 704850"/>
                <a:gd name="csY764" fmla="*/ 380970 h 381000"/>
                <a:gd name="csX765" fmla="*/ 355844 w 704850"/>
                <a:gd name="csY765" fmla="*/ 380970 h 381000"/>
                <a:gd name="csX766" fmla="*/ 354502 w 704850"/>
                <a:gd name="csY766" fmla="*/ 380970 h 381000"/>
                <a:gd name="csX767" fmla="*/ 353101 w 704850"/>
                <a:gd name="csY767" fmla="*/ 380970 h 381000"/>
                <a:gd name="csX768" fmla="*/ 351711 w 704850"/>
                <a:gd name="csY768" fmla="*/ 380970 h 381000"/>
                <a:gd name="csX769" fmla="*/ 350311 w 704850"/>
                <a:gd name="csY769" fmla="*/ 380970 h 381000"/>
                <a:gd name="csX770" fmla="*/ 348968 w 704850"/>
                <a:gd name="csY770" fmla="*/ 380970 h 381000"/>
                <a:gd name="csX771" fmla="*/ 347577 w 704850"/>
                <a:gd name="csY771" fmla="*/ 380970 h 381000"/>
                <a:gd name="csX772" fmla="*/ 346177 w 704850"/>
                <a:gd name="csY772" fmla="*/ 380970 h 381000"/>
                <a:gd name="csX773" fmla="*/ 344843 w 704850"/>
                <a:gd name="csY773" fmla="*/ 380970 h 381000"/>
                <a:gd name="csX774" fmla="*/ 343443 w 704850"/>
                <a:gd name="csY774" fmla="*/ 380970 h 381000"/>
                <a:gd name="csX775" fmla="*/ 342043 w 704850"/>
                <a:gd name="csY775" fmla="*/ 380970 h 381000"/>
                <a:gd name="csX776" fmla="*/ 340709 w 704850"/>
                <a:gd name="csY776" fmla="*/ 380970 h 381000"/>
                <a:gd name="csX777" fmla="*/ 339309 w 704850"/>
                <a:gd name="csY777" fmla="*/ 380970 h 381000"/>
                <a:gd name="csX778" fmla="*/ 337909 w 704850"/>
                <a:gd name="csY778" fmla="*/ 380970 h 381000"/>
                <a:gd name="csX779" fmla="*/ 336576 w 704850"/>
                <a:gd name="csY779" fmla="*/ 380970 h 381000"/>
                <a:gd name="csX780" fmla="*/ 335175 w 704850"/>
                <a:gd name="csY780" fmla="*/ 380970 h 381000"/>
                <a:gd name="csX781" fmla="*/ 333775 w 704850"/>
                <a:gd name="csY781" fmla="*/ 380970 h 381000"/>
                <a:gd name="csX782" fmla="*/ 332375 w 704850"/>
                <a:gd name="csY782" fmla="*/ 380970 h 381000"/>
                <a:gd name="csX783" fmla="*/ 331041 w 704850"/>
                <a:gd name="csY783" fmla="*/ 380970 h 381000"/>
                <a:gd name="csX784" fmla="*/ 329641 w 704850"/>
                <a:gd name="csY784" fmla="*/ 380970 h 381000"/>
                <a:gd name="csX785" fmla="*/ 328241 w 704850"/>
                <a:gd name="csY785" fmla="*/ 380970 h 381000"/>
                <a:gd name="csX786" fmla="*/ 326908 w 704850"/>
                <a:gd name="csY786" fmla="*/ 380970 h 381000"/>
                <a:gd name="csX787" fmla="*/ 325507 w 704850"/>
                <a:gd name="csY787" fmla="*/ 380970 h 381000"/>
                <a:gd name="csX788" fmla="*/ 324107 w 704850"/>
                <a:gd name="csY788" fmla="*/ 380970 h 381000"/>
                <a:gd name="csX789" fmla="*/ 322774 w 704850"/>
                <a:gd name="csY789" fmla="*/ 380970 h 381000"/>
                <a:gd name="csX790" fmla="*/ 321374 w 704850"/>
                <a:gd name="csY790" fmla="*/ 380970 h 381000"/>
                <a:gd name="csX791" fmla="*/ 319973 w 704850"/>
                <a:gd name="csY791" fmla="*/ 380970 h 381000"/>
                <a:gd name="csX792" fmla="*/ 318640 w 704850"/>
                <a:gd name="csY792" fmla="*/ 380970 h 381000"/>
                <a:gd name="csX793" fmla="*/ 317240 w 704850"/>
                <a:gd name="csY793" fmla="*/ 380970 h 381000"/>
                <a:gd name="csX794" fmla="*/ 315840 w 704850"/>
                <a:gd name="csY794" fmla="*/ 380970 h 381000"/>
                <a:gd name="csX795" fmla="*/ 314439 w 704850"/>
                <a:gd name="csY795" fmla="*/ 380970 h 381000"/>
                <a:gd name="csX796" fmla="*/ 313106 w 704850"/>
                <a:gd name="csY796" fmla="*/ 380970 h 381000"/>
                <a:gd name="csX797" fmla="*/ 311706 w 704850"/>
                <a:gd name="csY797" fmla="*/ 380970 h 381000"/>
                <a:gd name="csX798" fmla="*/ 310305 w 704850"/>
                <a:gd name="csY798" fmla="*/ 380970 h 381000"/>
                <a:gd name="csX799" fmla="*/ 308972 w 704850"/>
                <a:gd name="csY799" fmla="*/ 380970 h 381000"/>
                <a:gd name="csX800" fmla="*/ 307572 w 704850"/>
                <a:gd name="csY800" fmla="*/ 380970 h 381000"/>
                <a:gd name="csX801" fmla="*/ 306172 w 704850"/>
                <a:gd name="csY801" fmla="*/ 380970 h 381000"/>
                <a:gd name="csX802" fmla="*/ 304838 w 704850"/>
                <a:gd name="csY802" fmla="*/ 380970 h 381000"/>
                <a:gd name="csX803" fmla="*/ 303438 w 704850"/>
                <a:gd name="csY803" fmla="*/ 380970 h 381000"/>
                <a:gd name="csX804" fmla="*/ 302038 w 704850"/>
                <a:gd name="csY804" fmla="*/ 380970 h 381000"/>
                <a:gd name="csX805" fmla="*/ 300704 w 704850"/>
                <a:gd name="csY805" fmla="*/ 380970 h 381000"/>
                <a:gd name="csX806" fmla="*/ 299304 w 704850"/>
                <a:gd name="csY806" fmla="*/ 380970 h 381000"/>
                <a:gd name="csX807" fmla="*/ 297904 w 704850"/>
                <a:gd name="csY807" fmla="*/ 380970 h 381000"/>
                <a:gd name="csX808" fmla="*/ 296570 w 704850"/>
                <a:gd name="csY808" fmla="*/ 380970 h 381000"/>
                <a:gd name="csX809" fmla="*/ 295170 w 704850"/>
                <a:gd name="csY809" fmla="*/ 380970 h 381000"/>
                <a:gd name="csX810" fmla="*/ 293770 w 704850"/>
                <a:gd name="csY810" fmla="*/ 380970 h 381000"/>
                <a:gd name="csX811" fmla="*/ 292379 w 704850"/>
                <a:gd name="csY811" fmla="*/ 380970 h 381000"/>
                <a:gd name="csX812" fmla="*/ 291037 w 704850"/>
                <a:gd name="csY812" fmla="*/ 380970 h 381000"/>
                <a:gd name="csX813" fmla="*/ 289636 w 704850"/>
                <a:gd name="csY813" fmla="*/ 380970 h 381000"/>
                <a:gd name="csX814" fmla="*/ 288246 w 704850"/>
                <a:gd name="csY814" fmla="*/ 380970 h 381000"/>
                <a:gd name="csX815" fmla="*/ 286902 w 704850"/>
                <a:gd name="csY815" fmla="*/ 380970 h 381000"/>
                <a:gd name="csX816" fmla="*/ 285512 w 704850"/>
                <a:gd name="csY816" fmla="*/ 380970 h 381000"/>
                <a:gd name="csX817" fmla="*/ 284112 w 704850"/>
                <a:gd name="csY817" fmla="*/ 380970 h 381000"/>
                <a:gd name="csX818" fmla="*/ 282769 w 704850"/>
                <a:gd name="csY818" fmla="*/ 380970 h 381000"/>
                <a:gd name="csX819" fmla="*/ 281378 w 704850"/>
                <a:gd name="csY819" fmla="*/ 380970 h 381000"/>
                <a:gd name="csX820" fmla="*/ 279978 w 704850"/>
                <a:gd name="csY820" fmla="*/ 380970 h 381000"/>
                <a:gd name="csX821" fmla="*/ 278635 w 704850"/>
                <a:gd name="csY821" fmla="*/ 380970 h 381000"/>
                <a:gd name="csX822" fmla="*/ 277244 w 704850"/>
                <a:gd name="csY822" fmla="*/ 380970 h 381000"/>
                <a:gd name="csX823" fmla="*/ 275844 w 704850"/>
                <a:gd name="csY823" fmla="*/ 380970 h 381000"/>
                <a:gd name="csX824" fmla="*/ 274444 w 704850"/>
                <a:gd name="csY824" fmla="*/ 380970 h 381000"/>
                <a:gd name="csX825" fmla="*/ 273110 w 704850"/>
                <a:gd name="csY825" fmla="*/ 380970 h 381000"/>
                <a:gd name="csX826" fmla="*/ 271710 w 704850"/>
                <a:gd name="csY826" fmla="*/ 380970 h 381000"/>
                <a:gd name="csX827" fmla="*/ 270310 w 704850"/>
                <a:gd name="csY827" fmla="*/ 380970 h 381000"/>
                <a:gd name="csX828" fmla="*/ 268977 w 704850"/>
                <a:gd name="csY828" fmla="*/ 380970 h 381000"/>
                <a:gd name="csX829" fmla="*/ 267576 w 704850"/>
                <a:gd name="csY829" fmla="*/ 380970 h 381000"/>
                <a:gd name="csX830" fmla="*/ 266176 w 704850"/>
                <a:gd name="csY830" fmla="*/ 380970 h 381000"/>
                <a:gd name="csX831" fmla="*/ 264843 w 704850"/>
                <a:gd name="csY831" fmla="*/ 380970 h 381000"/>
                <a:gd name="csX832" fmla="*/ 263443 w 704850"/>
                <a:gd name="csY832" fmla="*/ 380970 h 381000"/>
                <a:gd name="csX833" fmla="*/ 262042 w 704850"/>
                <a:gd name="csY833" fmla="*/ 380970 h 381000"/>
                <a:gd name="csX834" fmla="*/ 260709 w 704850"/>
                <a:gd name="csY834" fmla="*/ 380970 h 381000"/>
                <a:gd name="csX835" fmla="*/ 259309 w 704850"/>
                <a:gd name="csY835" fmla="*/ 380970 h 381000"/>
                <a:gd name="csX836" fmla="*/ 257909 w 704850"/>
                <a:gd name="csY836" fmla="*/ 380970 h 381000"/>
                <a:gd name="csX837" fmla="*/ 256508 w 704850"/>
                <a:gd name="csY837" fmla="*/ 380970 h 381000"/>
                <a:gd name="csX838" fmla="*/ 255175 w 704850"/>
                <a:gd name="csY838" fmla="*/ 380970 h 381000"/>
                <a:gd name="csX839" fmla="*/ 253775 w 704850"/>
                <a:gd name="csY839" fmla="*/ 380970 h 381000"/>
                <a:gd name="csX840" fmla="*/ 252374 w 704850"/>
                <a:gd name="csY840" fmla="*/ 380970 h 381000"/>
                <a:gd name="csX841" fmla="*/ 251041 w 704850"/>
                <a:gd name="csY841" fmla="*/ 380970 h 381000"/>
                <a:gd name="csX842" fmla="*/ 249641 w 704850"/>
                <a:gd name="csY842" fmla="*/ 380970 h 381000"/>
                <a:gd name="csX843" fmla="*/ 248241 w 704850"/>
                <a:gd name="csY843" fmla="*/ 380970 h 381000"/>
                <a:gd name="csX844" fmla="*/ 246907 w 704850"/>
                <a:gd name="csY844" fmla="*/ 380970 h 381000"/>
                <a:gd name="csX845" fmla="*/ 245507 w 704850"/>
                <a:gd name="csY845" fmla="*/ 380970 h 381000"/>
                <a:gd name="csX846" fmla="*/ 244107 w 704850"/>
                <a:gd name="csY846" fmla="*/ 380970 h 381000"/>
                <a:gd name="csX847" fmla="*/ 242773 w 704850"/>
                <a:gd name="csY847" fmla="*/ 380970 h 381000"/>
                <a:gd name="csX848" fmla="*/ 241373 w 704850"/>
                <a:gd name="csY848" fmla="*/ 380970 h 381000"/>
                <a:gd name="csX849" fmla="*/ 239973 w 704850"/>
                <a:gd name="csY849" fmla="*/ 380970 h 381000"/>
                <a:gd name="csX850" fmla="*/ 238573 w 704850"/>
                <a:gd name="csY850" fmla="*/ 380970 h 381000"/>
                <a:gd name="csX851" fmla="*/ 237239 w 704850"/>
                <a:gd name="csY851" fmla="*/ 380970 h 381000"/>
                <a:gd name="csX852" fmla="*/ 235839 w 704850"/>
                <a:gd name="csY852" fmla="*/ 380970 h 381000"/>
                <a:gd name="csX853" fmla="*/ 234439 w 704850"/>
                <a:gd name="csY853" fmla="*/ 380970 h 381000"/>
                <a:gd name="csX854" fmla="*/ 233105 w 704850"/>
                <a:gd name="csY854" fmla="*/ 380970 h 381000"/>
                <a:gd name="csX855" fmla="*/ 231705 w 704850"/>
                <a:gd name="csY855" fmla="*/ 380970 h 381000"/>
                <a:gd name="csX856" fmla="*/ 230315 w 704850"/>
                <a:gd name="csY856" fmla="*/ 380970 h 381000"/>
                <a:gd name="csX857" fmla="*/ 228971 w 704850"/>
                <a:gd name="csY857" fmla="*/ 380970 h 381000"/>
                <a:gd name="csX858" fmla="*/ 227571 w 704850"/>
                <a:gd name="csY858" fmla="*/ 380970 h 381000"/>
                <a:gd name="csX859" fmla="*/ 226181 w 704850"/>
                <a:gd name="csY859" fmla="*/ 380970 h 381000"/>
                <a:gd name="csX860" fmla="*/ 224838 w 704850"/>
                <a:gd name="csY860" fmla="*/ 380970 h 381000"/>
                <a:gd name="csX861" fmla="*/ 223437 w 704850"/>
                <a:gd name="csY861" fmla="*/ 380970 h 381000"/>
                <a:gd name="csX862" fmla="*/ 222047 w 704850"/>
                <a:gd name="csY862" fmla="*/ 380970 h 381000"/>
                <a:gd name="csX863" fmla="*/ 220647 w 704850"/>
                <a:gd name="csY863" fmla="*/ 380970 h 381000"/>
                <a:gd name="csX864" fmla="*/ 219304 w 704850"/>
                <a:gd name="csY864" fmla="*/ 380970 h 381000"/>
                <a:gd name="csX865" fmla="*/ 217913 w 704850"/>
                <a:gd name="csY865" fmla="*/ 380970 h 381000"/>
                <a:gd name="csX866" fmla="*/ 216513 w 704850"/>
                <a:gd name="csY866" fmla="*/ 380970 h 381000"/>
                <a:gd name="csX867" fmla="*/ 215179 w 704850"/>
                <a:gd name="csY867" fmla="*/ 380970 h 381000"/>
                <a:gd name="csX868" fmla="*/ 213779 w 704850"/>
                <a:gd name="csY868" fmla="*/ 380970 h 381000"/>
                <a:gd name="csX869" fmla="*/ 212379 w 704850"/>
                <a:gd name="csY869" fmla="*/ 380970 h 381000"/>
                <a:gd name="csX870" fmla="*/ 211045 w 704850"/>
                <a:gd name="csY870" fmla="*/ 380970 h 381000"/>
                <a:gd name="csX871" fmla="*/ 209645 w 704850"/>
                <a:gd name="csY871" fmla="*/ 380970 h 381000"/>
                <a:gd name="csX872" fmla="*/ 208245 w 704850"/>
                <a:gd name="csY872" fmla="*/ 380970 h 381000"/>
                <a:gd name="csX873" fmla="*/ 206912 w 704850"/>
                <a:gd name="csY873" fmla="*/ 380970 h 381000"/>
                <a:gd name="csX874" fmla="*/ 205511 w 704850"/>
                <a:gd name="csY874" fmla="*/ 380970 h 381000"/>
                <a:gd name="csX875" fmla="*/ 204111 w 704850"/>
                <a:gd name="csY875" fmla="*/ 380970 h 381000"/>
                <a:gd name="csX876" fmla="*/ 202711 w 704850"/>
                <a:gd name="csY876" fmla="*/ 380970 h 381000"/>
                <a:gd name="csX877" fmla="*/ 201378 w 704850"/>
                <a:gd name="csY877" fmla="*/ 380970 h 381000"/>
                <a:gd name="csX878" fmla="*/ 199978 w 704850"/>
                <a:gd name="csY878" fmla="*/ 380970 h 381000"/>
                <a:gd name="csX879" fmla="*/ 198577 w 704850"/>
                <a:gd name="csY879" fmla="*/ 380970 h 381000"/>
                <a:gd name="csX880" fmla="*/ 197244 w 704850"/>
                <a:gd name="csY880" fmla="*/ 380970 h 381000"/>
                <a:gd name="csX881" fmla="*/ 195843 w 704850"/>
                <a:gd name="csY881" fmla="*/ 380970 h 381000"/>
                <a:gd name="csX882" fmla="*/ 194443 w 704850"/>
                <a:gd name="csY882" fmla="*/ 380970 h 381000"/>
                <a:gd name="csX883" fmla="*/ 193110 w 704850"/>
                <a:gd name="csY883" fmla="*/ 380970 h 381000"/>
                <a:gd name="csX884" fmla="*/ 191710 w 704850"/>
                <a:gd name="csY884" fmla="*/ 380970 h 381000"/>
                <a:gd name="csX885" fmla="*/ 190310 w 704850"/>
                <a:gd name="csY885" fmla="*/ 380970 h 381000"/>
                <a:gd name="csX886" fmla="*/ 188976 w 704850"/>
                <a:gd name="csY886" fmla="*/ 380970 h 381000"/>
                <a:gd name="csX887" fmla="*/ 187576 w 704850"/>
                <a:gd name="csY887" fmla="*/ 380970 h 381000"/>
                <a:gd name="csX888" fmla="*/ 186176 w 704850"/>
                <a:gd name="csY888" fmla="*/ 380970 h 381000"/>
                <a:gd name="csX889" fmla="*/ 184776 w 704850"/>
                <a:gd name="csY889" fmla="*/ 380970 h 381000"/>
                <a:gd name="csX890" fmla="*/ 183442 w 704850"/>
                <a:gd name="csY890" fmla="*/ 380970 h 381000"/>
                <a:gd name="csX891" fmla="*/ 182042 w 704850"/>
                <a:gd name="csY891" fmla="*/ 380970 h 381000"/>
                <a:gd name="csX892" fmla="*/ 180642 w 704850"/>
                <a:gd name="csY892" fmla="*/ 380970 h 381000"/>
                <a:gd name="csX893" fmla="*/ 179308 w 704850"/>
                <a:gd name="csY893" fmla="*/ 380970 h 381000"/>
                <a:gd name="csX894" fmla="*/ 177908 w 704850"/>
                <a:gd name="csY894" fmla="*/ 380970 h 381000"/>
                <a:gd name="csX895" fmla="*/ 176508 w 704850"/>
                <a:gd name="csY895" fmla="*/ 380970 h 381000"/>
                <a:gd name="csX896" fmla="*/ 175174 w 704850"/>
                <a:gd name="csY896" fmla="*/ 380970 h 381000"/>
                <a:gd name="csX897" fmla="*/ 173774 w 704850"/>
                <a:gd name="csY897" fmla="*/ 380970 h 381000"/>
                <a:gd name="csX898" fmla="*/ 172374 w 704850"/>
                <a:gd name="csY898" fmla="*/ 380970 h 381000"/>
                <a:gd name="csX899" fmla="*/ 171041 w 704850"/>
                <a:gd name="csY899" fmla="*/ 380970 h 381000"/>
                <a:gd name="csX900" fmla="*/ 169640 w 704850"/>
                <a:gd name="csY900" fmla="*/ 380970 h 381000"/>
                <a:gd name="csX901" fmla="*/ 168240 w 704850"/>
                <a:gd name="csY901" fmla="*/ 380970 h 381000"/>
                <a:gd name="csX902" fmla="*/ 166850 w 704850"/>
                <a:gd name="csY902" fmla="*/ 380970 h 381000"/>
                <a:gd name="csX903" fmla="*/ 165506 w 704850"/>
                <a:gd name="csY903" fmla="*/ 380970 h 381000"/>
                <a:gd name="csX904" fmla="*/ 164116 w 704850"/>
                <a:gd name="csY904" fmla="*/ 380970 h 381000"/>
                <a:gd name="csX905" fmla="*/ 162716 w 704850"/>
                <a:gd name="csY905" fmla="*/ 380970 h 381000"/>
                <a:gd name="csX906" fmla="*/ 161373 w 704850"/>
                <a:gd name="csY906" fmla="*/ 380970 h 381000"/>
                <a:gd name="csX907" fmla="*/ 159982 w 704850"/>
                <a:gd name="csY907" fmla="*/ 380970 h 381000"/>
                <a:gd name="csX908" fmla="*/ 158582 w 704850"/>
                <a:gd name="csY908" fmla="*/ 380970 h 381000"/>
                <a:gd name="csX909" fmla="*/ 157239 w 704850"/>
                <a:gd name="csY909" fmla="*/ 380970 h 381000"/>
                <a:gd name="csX910" fmla="*/ 155848 w 704850"/>
                <a:gd name="csY910" fmla="*/ 380970 h 381000"/>
                <a:gd name="csX911" fmla="*/ 154448 w 704850"/>
                <a:gd name="csY911" fmla="*/ 380970 h 381000"/>
                <a:gd name="csX912" fmla="*/ 153105 w 704850"/>
                <a:gd name="csY912" fmla="*/ 380970 h 381000"/>
                <a:gd name="csX913" fmla="*/ 151714 w 704850"/>
                <a:gd name="csY913" fmla="*/ 380970 h 381000"/>
                <a:gd name="csX914" fmla="*/ 150314 w 704850"/>
                <a:gd name="csY914" fmla="*/ 380970 h 381000"/>
                <a:gd name="csX915" fmla="*/ 148914 w 704850"/>
                <a:gd name="csY915" fmla="*/ 380970 h 381000"/>
                <a:gd name="csX916" fmla="*/ 147580 w 704850"/>
                <a:gd name="csY916" fmla="*/ 380970 h 381000"/>
                <a:gd name="csX917" fmla="*/ 146180 w 704850"/>
                <a:gd name="csY917" fmla="*/ 380970 h 381000"/>
                <a:gd name="csX918" fmla="*/ 144780 w 704850"/>
                <a:gd name="csY918" fmla="*/ 380970 h 381000"/>
                <a:gd name="csX919" fmla="*/ 143447 w 704850"/>
                <a:gd name="csY919" fmla="*/ 380970 h 381000"/>
                <a:gd name="csX920" fmla="*/ 142046 w 704850"/>
                <a:gd name="csY920" fmla="*/ 380970 h 381000"/>
                <a:gd name="csX921" fmla="*/ 140646 w 704850"/>
                <a:gd name="csY921" fmla="*/ 380970 h 381000"/>
                <a:gd name="csX922" fmla="*/ 139313 w 704850"/>
                <a:gd name="csY922" fmla="*/ 380970 h 381000"/>
                <a:gd name="csX923" fmla="*/ 137912 w 704850"/>
                <a:gd name="csY923" fmla="*/ 380970 h 381000"/>
                <a:gd name="csX924" fmla="*/ 136512 w 704850"/>
                <a:gd name="csY924" fmla="*/ 380970 h 381000"/>
                <a:gd name="csX925" fmla="*/ 135179 w 704850"/>
                <a:gd name="csY925" fmla="*/ 380970 h 381000"/>
                <a:gd name="csX926" fmla="*/ 133779 w 704850"/>
                <a:gd name="csY926" fmla="*/ 380970 h 381000"/>
                <a:gd name="csX927" fmla="*/ 132378 w 704850"/>
                <a:gd name="csY927" fmla="*/ 380970 h 381000"/>
                <a:gd name="csX928" fmla="*/ 130978 w 704850"/>
                <a:gd name="csY928" fmla="*/ 380970 h 381000"/>
                <a:gd name="csX929" fmla="*/ 129645 w 704850"/>
                <a:gd name="csY929" fmla="*/ 380970 h 381000"/>
                <a:gd name="csX930" fmla="*/ 128245 w 704850"/>
                <a:gd name="csY930" fmla="*/ 380970 h 381000"/>
                <a:gd name="csX931" fmla="*/ 126844 w 704850"/>
                <a:gd name="csY931" fmla="*/ 380970 h 381000"/>
                <a:gd name="csX932" fmla="*/ 125511 w 704850"/>
                <a:gd name="csY932" fmla="*/ 380970 h 381000"/>
                <a:gd name="csX933" fmla="*/ 124111 w 704850"/>
                <a:gd name="csY933" fmla="*/ 380970 h 381000"/>
                <a:gd name="csX934" fmla="*/ 122711 w 704850"/>
                <a:gd name="csY934" fmla="*/ 380970 h 381000"/>
                <a:gd name="csX935" fmla="*/ 121377 w 704850"/>
                <a:gd name="csY935" fmla="*/ 380970 h 381000"/>
                <a:gd name="csX936" fmla="*/ 119977 w 704850"/>
                <a:gd name="csY936" fmla="*/ 380970 h 381000"/>
                <a:gd name="csX937" fmla="*/ 118577 w 704850"/>
                <a:gd name="csY937" fmla="*/ 380970 h 381000"/>
                <a:gd name="csX938" fmla="*/ 117243 w 704850"/>
                <a:gd name="csY938" fmla="*/ 380970 h 381000"/>
                <a:gd name="csX939" fmla="*/ 115843 w 704850"/>
                <a:gd name="csY939" fmla="*/ 380970 h 381000"/>
                <a:gd name="csX940" fmla="*/ 114443 w 704850"/>
                <a:gd name="csY940" fmla="*/ 380970 h 381000"/>
                <a:gd name="csX941" fmla="*/ 113043 w 704850"/>
                <a:gd name="csY941" fmla="*/ 380970 h 381000"/>
                <a:gd name="csX942" fmla="*/ 111709 w 704850"/>
                <a:gd name="csY942" fmla="*/ 380970 h 381000"/>
                <a:gd name="csX943" fmla="*/ 110309 w 704850"/>
                <a:gd name="csY943" fmla="*/ 380970 h 381000"/>
                <a:gd name="csX944" fmla="*/ 108909 w 704850"/>
                <a:gd name="csY944" fmla="*/ 380970 h 381000"/>
                <a:gd name="csX945" fmla="*/ 107575 w 704850"/>
                <a:gd name="csY945" fmla="*/ 380970 h 381000"/>
                <a:gd name="csX946" fmla="*/ 106175 w 704850"/>
                <a:gd name="csY946" fmla="*/ 380970 h 381000"/>
                <a:gd name="csX947" fmla="*/ 104784 w 704850"/>
                <a:gd name="csY947" fmla="*/ 380970 h 381000"/>
                <a:gd name="csX948" fmla="*/ 103442 w 704850"/>
                <a:gd name="csY948" fmla="*/ 380970 h 381000"/>
                <a:gd name="csX949" fmla="*/ 102041 w 704850"/>
                <a:gd name="csY949" fmla="*/ 380970 h 381000"/>
                <a:gd name="csX950" fmla="*/ 100651 w 704850"/>
                <a:gd name="csY950" fmla="*/ 380970 h 381000"/>
                <a:gd name="csX951" fmla="*/ 99308 w 704850"/>
                <a:gd name="csY951" fmla="*/ 380970 h 381000"/>
                <a:gd name="csX952" fmla="*/ 97917 w 704850"/>
                <a:gd name="csY952" fmla="*/ 380970 h 381000"/>
                <a:gd name="csX953" fmla="*/ 96517 w 704850"/>
                <a:gd name="csY953" fmla="*/ 380970 h 381000"/>
                <a:gd name="csX954" fmla="*/ 95174 w 704850"/>
                <a:gd name="csY954" fmla="*/ 380970 h 381000"/>
                <a:gd name="csX955" fmla="*/ 93783 w 704850"/>
                <a:gd name="csY955" fmla="*/ 380970 h 381000"/>
                <a:gd name="csX956" fmla="*/ 92383 w 704850"/>
                <a:gd name="csY956" fmla="*/ 380970 h 381000"/>
                <a:gd name="csX957" fmla="*/ 90983 w 704850"/>
                <a:gd name="csY957" fmla="*/ 380970 h 381000"/>
                <a:gd name="csX958" fmla="*/ 89649 w 704850"/>
                <a:gd name="csY958" fmla="*/ 380970 h 381000"/>
                <a:gd name="csX959" fmla="*/ 88249 w 704850"/>
                <a:gd name="csY959" fmla="*/ 380970 h 381000"/>
                <a:gd name="csX960" fmla="*/ 86849 w 704850"/>
                <a:gd name="csY960" fmla="*/ 380970 h 381000"/>
                <a:gd name="csX961" fmla="*/ 85516 w 704850"/>
                <a:gd name="csY961" fmla="*/ 380970 h 381000"/>
                <a:gd name="csX962" fmla="*/ 84115 w 704850"/>
                <a:gd name="csY962" fmla="*/ 380970 h 381000"/>
                <a:gd name="csX963" fmla="*/ 82715 w 704850"/>
                <a:gd name="csY963" fmla="*/ 380970 h 381000"/>
                <a:gd name="csX964" fmla="*/ 81382 w 704850"/>
                <a:gd name="csY964" fmla="*/ 380970 h 381000"/>
                <a:gd name="csX965" fmla="*/ 79981 w 704850"/>
                <a:gd name="csY965" fmla="*/ 380970 h 381000"/>
                <a:gd name="csX966" fmla="*/ 78581 w 704850"/>
                <a:gd name="csY966" fmla="*/ 380970 h 381000"/>
                <a:gd name="csX967" fmla="*/ 77248 w 704850"/>
                <a:gd name="csY967" fmla="*/ 380970 h 381000"/>
                <a:gd name="csX968" fmla="*/ 75848 w 704850"/>
                <a:gd name="csY968" fmla="*/ 380970 h 381000"/>
                <a:gd name="csX969" fmla="*/ 74447 w 704850"/>
                <a:gd name="csY969" fmla="*/ 380970 h 381000"/>
                <a:gd name="csX970" fmla="*/ 73047 w 704850"/>
                <a:gd name="csY970" fmla="*/ 380970 h 381000"/>
                <a:gd name="csX971" fmla="*/ 71714 w 704850"/>
                <a:gd name="csY971" fmla="*/ 380970 h 381000"/>
                <a:gd name="csX972" fmla="*/ 70314 w 704850"/>
                <a:gd name="csY972" fmla="*/ 380970 h 381000"/>
                <a:gd name="csX973" fmla="*/ 68913 w 704850"/>
                <a:gd name="csY973" fmla="*/ 380970 h 381000"/>
                <a:gd name="csX974" fmla="*/ 67580 w 704850"/>
                <a:gd name="csY974" fmla="*/ 380970 h 381000"/>
                <a:gd name="csX975" fmla="*/ 66180 w 704850"/>
                <a:gd name="csY975" fmla="*/ 380970 h 381000"/>
                <a:gd name="csX976" fmla="*/ 64780 w 704850"/>
                <a:gd name="csY976" fmla="*/ 380970 h 381000"/>
                <a:gd name="csX977" fmla="*/ 63446 w 704850"/>
                <a:gd name="csY977" fmla="*/ 380970 h 381000"/>
                <a:gd name="csX978" fmla="*/ 62046 w 704850"/>
                <a:gd name="csY978" fmla="*/ 380970 h 381000"/>
                <a:gd name="csX979" fmla="*/ 60646 w 704850"/>
                <a:gd name="csY979" fmla="*/ 380970 h 381000"/>
                <a:gd name="csX980" fmla="*/ 59312 w 704850"/>
                <a:gd name="csY980" fmla="*/ 380970 h 381000"/>
                <a:gd name="csX981" fmla="*/ 57912 w 704850"/>
                <a:gd name="csY981" fmla="*/ 380970 h 381000"/>
                <a:gd name="csX982" fmla="*/ 56512 w 704850"/>
                <a:gd name="csY982" fmla="*/ 380970 h 381000"/>
                <a:gd name="csX983" fmla="*/ 55112 w 704850"/>
                <a:gd name="csY983" fmla="*/ 380970 h 381000"/>
                <a:gd name="csX984" fmla="*/ 53778 w 704850"/>
                <a:gd name="csY984" fmla="*/ 380970 h 381000"/>
                <a:gd name="csX985" fmla="*/ 52378 w 704850"/>
                <a:gd name="csY985" fmla="*/ 380970 h 381000"/>
                <a:gd name="csX986" fmla="*/ 50978 w 704850"/>
                <a:gd name="csY986" fmla="*/ 380970 h 381000"/>
                <a:gd name="csX987" fmla="*/ 49644 w 704850"/>
                <a:gd name="csY987" fmla="*/ 380970 h 381000"/>
                <a:gd name="csX988" fmla="*/ 48244 w 704850"/>
                <a:gd name="csY988" fmla="*/ 380970 h 381000"/>
                <a:gd name="csX989" fmla="*/ 46844 w 704850"/>
                <a:gd name="csY989" fmla="*/ 380970 h 381000"/>
                <a:gd name="csX990" fmla="*/ 45510 w 704850"/>
                <a:gd name="csY990" fmla="*/ 380970 h 381000"/>
                <a:gd name="csX991" fmla="*/ 44110 w 704850"/>
                <a:gd name="csY991" fmla="*/ 380970 h 381000"/>
                <a:gd name="csX992" fmla="*/ 42710 w 704850"/>
                <a:gd name="csY992" fmla="*/ 380970 h 381000"/>
                <a:gd name="csX993" fmla="*/ 41377 w 704850"/>
                <a:gd name="csY993" fmla="*/ 380970 h 381000"/>
                <a:gd name="csX994" fmla="*/ 39977 w 704850"/>
                <a:gd name="csY994" fmla="*/ 380970 h 381000"/>
                <a:gd name="csX995" fmla="*/ 38576 w 704850"/>
                <a:gd name="csY995" fmla="*/ 380970 h 381000"/>
                <a:gd name="csX996" fmla="*/ 37186 w 704850"/>
                <a:gd name="csY996" fmla="*/ 380970 h 381000"/>
                <a:gd name="csX997" fmla="*/ 35843 w 704850"/>
                <a:gd name="csY997" fmla="*/ 380970 h 381000"/>
                <a:gd name="csX998" fmla="*/ 34443 w 704850"/>
                <a:gd name="csY998" fmla="*/ 380970 h 381000"/>
                <a:gd name="csX999" fmla="*/ 33052 w 704850"/>
                <a:gd name="csY999" fmla="*/ 380970 h 381000"/>
                <a:gd name="csX1000" fmla="*/ 31718 w 704850"/>
                <a:gd name="csY1000" fmla="*/ 380970 h 381000"/>
                <a:gd name="csX1001" fmla="*/ 30318 w 704850"/>
                <a:gd name="csY1001" fmla="*/ 380970 h 381000"/>
                <a:gd name="csX1002" fmla="*/ 28918 w 704850"/>
                <a:gd name="csY1002" fmla="*/ 380970 h 381000"/>
                <a:gd name="csX1003" fmla="*/ 27585 w 704850"/>
                <a:gd name="csY1003" fmla="*/ 380970 h 381000"/>
                <a:gd name="csX1004" fmla="*/ 26184 w 704850"/>
                <a:gd name="csY1004" fmla="*/ 380970 h 381000"/>
                <a:gd name="csX1005" fmla="*/ 24784 w 704850"/>
                <a:gd name="csY1005" fmla="*/ 380970 h 381000"/>
                <a:gd name="csX1006" fmla="*/ 23450 w 704850"/>
                <a:gd name="csY1006" fmla="*/ 380970 h 381000"/>
                <a:gd name="csX1007" fmla="*/ 22050 w 704850"/>
                <a:gd name="csY1007" fmla="*/ 380970 h 381000"/>
                <a:gd name="csX1008" fmla="*/ 20650 w 704850"/>
                <a:gd name="csY1008" fmla="*/ 380970 h 381000"/>
                <a:gd name="csX1009" fmla="*/ 19250 w 704850"/>
                <a:gd name="csY1009" fmla="*/ 380970 h 381000"/>
                <a:gd name="csX1010" fmla="*/ 17917 w 704850"/>
                <a:gd name="csY1010" fmla="*/ 380970 h 381000"/>
                <a:gd name="csX1011" fmla="*/ 16516 w 704850"/>
                <a:gd name="csY1011" fmla="*/ 380970 h 381000"/>
                <a:gd name="csX1012" fmla="*/ 15116 w 704850"/>
                <a:gd name="csY1012" fmla="*/ 380970 h 381000"/>
                <a:gd name="csX1013" fmla="*/ 13783 w 704850"/>
                <a:gd name="csY1013" fmla="*/ 380970 h 381000"/>
                <a:gd name="csX1014" fmla="*/ 12383 w 704850"/>
                <a:gd name="csY1014" fmla="*/ 380970 h 381000"/>
                <a:gd name="csX1015" fmla="*/ 10982 w 704850"/>
                <a:gd name="csY1015" fmla="*/ 380970 h 381000"/>
                <a:gd name="csX1016" fmla="*/ 9649 w 704850"/>
                <a:gd name="csY1016" fmla="*/ 380970 h 381000"/>
                <a:gd name="csX1017" fmla="*/ 8249 w 704850"/>
                <a:gd name="csY1017" fmla="*/ 380970 h 381000"/>
                <a:gd name="csX1018" fmla="*/ 6849 w 704850"/>
                <a:gd name="csY1018" fmla="*/ 380970 h 381000"/>
                <a:gd name="csX1019" fmla="*/ 5515 w 704850"/>
                <a:gd name="csY1019" fmla="*/ 380970 h 381000"/>
                <a:gd name="csX1020" fmla="*/ 4115 w 704850"/>
                <a:gd name="csY1020" fmla="*/ 380970 h 381000"/>
                <a:gd name="csX1021" fmla="*/ 2715 w 704850"/>
                <a:gd name="csY1021" fmla="*/ 380970 h 381000"/>
                <a:gd name="csX1022" fmla="*/ 1315 w 704850"/>
                <a:gd name="csY1022" fmla="*/ 380970 h 381000"/>
                <a:gd name="csX1023" fmla="*/ -19 w 70485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81000">
                  <a:moveTo>
                    <a:pt x="-19" y="379189"/>
                  </a:moveTo>
                  <a:lnTo>
                    <a:pt x="1315" y="378998"/>
                  </a:lnTo>
                  <a:lnTo>
                    <a:pt x="2715" y="378751"/>
                  </a:lnTo>
                  <a:lnTo>
                    <a:pt x="4115" y="378493"/>
                  </a:lnTo>
                  <a:lnTo>
                    <a:pt x="5515" y="378236"/>
                  </a:lnTo>
                  <a:lnTo>
                    <a:pt x="6849" y="377922"/>
                  </a:lnTo>
                  <a:lnTo>
                    <a:pt x="8249" y="377608"/>
                  </a:lnTo>
                  <a:lnTo>
                    <a:pt x="9649" y="377284"/>
                  </a:lnTo>
                  <a:lnTo>
                    <a:pt x="10982" y="376836"/>
                  </a:lnTo>
                  <a:lnTo>
                    <a:pt x="12383" y="376455"/>
                  </a:lnTo>
                  <a:lnTo>
                    <a:pt x="13783" y="375950"/>
                  </a:lnTo>
                  <a:lnTo>
                    <a:pt x="15116" y="375446"/>
                  </a:lnTo>
                  <a:lnTo>
                    <a:pt x="16516" y="374931"/>
                  </a:lnTo>
                  <a:lnTo>
                    <a:pt x="17917" y="374302"/>
                  </a:lnTo>
                  <a:lnTo>
                    <a:pt x="19250" y="373664"/>
                  </a:lnTo>
                  <a:lnTo>
                    <a:pt x="20650" y="372969"/>
                  </a:lnTo>
                  <a:lnTo>
                    <a:pt x="22050" y="372207"/>
                  </a:lnTo>
                  <a:lnTo>
                    <a:pt x="23450" y="371445"/>
                  </a:lnTo>
                  <a:lnTo>
                    <a:pt x="24784" y="370483"/>
                  </a:lnTo>
                  <a:lnTo>
                    <a:pt x="26184" y="369531"/>
                  </a:lnTo>
                  <a:lnTo>
                    <a:pt x="27585" y="368578"/>
                  </a:lnTo>
                  <a:lnTo>
                    <a:pt x="28918" y="367435"/>
                  </a:lnTo>
                  <a:lnTo>
                    <a:pt x="30318" y="366235"/>
                  </a:lnTo>
                  <a:lnTo>
                    <a:pt x="31718" y="365025"/>
                  </a:lnTo>
                  <a:lnTo>
                    <a:pt x="33052" y="363625"/>
                  </a:lnTo>
                  <a:lnTo>
                    <a:pt x="34443" y="362168"/>
                  </a:lnTo>
                  <a:lnTo>
                    <a:pt x="35843" y="360644"/>
                  </a:lnTo>
                  <a:lnTo>
                    <a:pt x="37186" y="358986"/>
                  </a:lnTo>
                  <a:lnTo>
                    <a:pt x="38576" y="357205"/>
                  </a:lnTo>
                  <a:lnTo>
                    <a:pt x="39977" y="355367"/>
                  </a:lnTo>
                  <a:lnTo>
                    <a:pt x="41377" y="353338"/>
                  </a:lnTo>
                  <a:lnTo>
                    <a:pt x="42710" y="351242"/>
                  </a:lnTo>
                  <a:lnTo>
                    <a:pt x="44110" y="349014"/>
                  </a:lnTo>
                  <a:lnTo>
                    <a:pt x="45510" y="346661"/>
                  </a:lnTo>
                  <a:lnTo>
                    <a:pt x="46844" y="344118"/>
                  </a:lnTo>
                  <a:lnTo>
                    <a:pt x="48244" y="341517"/>
                  </a:lnTo>
                  <a:lnTo>
                    <a:pt x="49644" y="338717"/>
                  </a:lnTo>
                  <a:lnTo>
                    <a:pt x="50978" y="335802"/>
                  </a:lnTo>
                  <a:lnTo>
                    <a:pt x="52378" y="332688"/>
                  </a:lnTo>
                  <a:lnTo>
                    <a:pt x="53778" y="329506"/>
                  </a:lnTo>
                  <a:lnTo>
                    <a:pt x="55112" y="326144"/>
                  </a:lnTo>
                  <a:lnTo>
                    <a:pt x="56512" y="322582"/>
                  </a:lnTo>
                  <a:lnTo>
                    <a:pt x="57912" y="318896"/>
                  </a:lnTo>
                  <a:lnTo>
                    <a:pt x="59312" y="315028"/>
                  </a:lnTo>
                  <a:lnTo>
                    <a:pt x="60646" y="311018"/>
                  </a:lnTo>
                  <a:lnTo>
                    <a:pt x="62046" y="306827"/>
                  </a:lnTo>
                  <a:lnTo>
                    <a:pt x="63446" y="302513"/>
                  </a:lnTo>
                  <a:lnTo>
                    <a:pt x="64780" y="297931"/>
                  </a:lnTo>
                  <a:lnTo>
                    <a:pt x="66180" y="293293"/>
                  </a:lnTo>
                  <a:lnTo>
                    <a:pt x="67580" y="288473"/>
                  </a:lnTo>
                  <a:lnTo>
                    <a:pt x="68913" y="283453"/>
                  </a:lnTo>
                  <a:lnTo>
                    <a:pt x="70314" y="278243"/>
                  </a:lnTo>
                  <a:lnTo>
                    <a:pt x="71714" y="272966"/>
                  </a:lnTo>
                  <a:lnTo>
                    <a:pt x="73047" y="267499"/>
                  </a:lnTo>
                  <a:lnTo>
                    <a:pt x="74447" y="261850"/>
                  </a:lnTo>
                  <a:lnTo>
                    <a:pt x="75848" y="256126"/>
                  </a:lnTo>
                  <a:lnTo>
                    <a:pt x="77248" y="250220"/>
                  </a:lnTo>
                  <a:lnTo>
                    <a:pt x="78581" y="244124"/>
                  </a:lnTo>
                  <a:lnTo>
                    <a:pt x="79981" y="237962"/>
                  </a:lnTo>
                  <a:lnTo>
                    <a:pt x="81382" y="231732"/>
                  </a:lnTo>
                  <a:lnTo>
                    <a:pt x="82715" y="225255"/>
                  </a:lnTo>
                  <a:lnTo>
                    <a:pt x="84115" y="218778"/>
                  </a:lnTo>
                  <a:lnTo>
                    <a:pt x="85516" y="212235"/>
                  </a:lnTo>
                  <a:lnTo>
                    <a:pt x="86849" y="205491"/>
                  </a:lnTo>
                  <a:lnTo>
                    <a:pt x="88249" y="198757"/>
                  </a:lnTo>
                  <a:lnTo>
                    <a:pt x="89649" y="191899"/>
                  </a:lnTo>
                  <a:lnTo>
                    <a:pt x="90983" y="185041"/>
                  </a:lnTo>
                  <a:lnTo>
                    <a:pt x="92383" y="178116"/>
                  </a:lnTo>
                  <a:lnTo>
                    <a:pt x="93783" y="171125"/>
                  </a:lnTo>
                  <a:lnTo>
                    <a:pt x="95174" y="164133"/>
                  </a:lnTo>
                  <a:lnTo>
                    <a:pt x="96517" y="157152"/>
                  </a:lnTo>
                  <a:lnTo>
                    <a:pt x="97917" y="150160"/>
                  </a:lnTo>
                  <a:lnTo>
                    <a:pt x="99308" y="143235"/>
                  </a:lnTo>
                  <a:lnTo>
                    <a:pt x="100651" y="136311"/>
                  </a:lnTo>
                  <a:lnTo>
                    <a:pt x="102041" y="129386"/>
                  </a:lnTo>
                  <a:lnTo>
                    <a:pt x="103442" y="122585"/>
                  </a:lnTo>
                  <a:lnTo>
                    <a:pt x="104784" y="115851"/>
                  </a:lnTo>
                  <a:lnTo>
                    <a:pt x="106175" y="109184"/>
                  </a:lnTo>
                  <a:lnTo>
                    <a:pt x="107575" y="102573"/>
                  </a:lnTo>
                  <a:lnTo>
                    <a:pt x="108909" y="96096"/>
                  </a:lnTo>
                  <a:lnTo>
                    <a:pt x="110309" y="89800"/>
                  </a:lnTo>
                  <a:lnTo>
                    <a:pt x="111709" y="83581"/>
                  </a:lnTo>
                  <a:lnTo>
                    <a:pt x="113043" y="77542"/>
                  </a:lnTo>
                  <a:lnTo>
                    <a:pt x="114443" y="71693"/>
                  </a:lnTo>
                  <a:lnTo>
                    <a:pt x="115843" y="65912"/>
                  </a:lnTo>
                  <a:lnTo>
                    <a:pt x="117243" y="60387"/>
                  </a:lnTo>
                  <a:lnTo>
                    <a:pt x="118577" y="55120"/>
                  </a:lnTo>
                  <a:lnTo>
                    <a:pt x="119977" y="49967"/>
                  </a:lnTo>
                  <a:lnTo>
                    <a:pt x="121377" y="45014"/>
                  </a:lnTo>
                  <a:lnTo>
                    <a:pt x="122711" y="40375"/>
                  </a:lnTo>
                  <a:lnTo>
                    <a:pt x="124111" y="35927"/>
                  </a:lnTo>
                  <a:lnTo>
                    <a:pt x="125511" y="31669"/>
                  </a:lnTo>
                  <a:lnTo>
                    <a:pt x="126844" y="27735"/>
                  </a:lnTo>
                  <a:lnTo>
                    <a:pt x="128245" y="24049"/>
                  </a:lnTo>
                  <a:lnTo>
                    <a:pt x="129645" y="20554"/>
                  </a:lnTo>
                  <a:lnTo>
                    <a:pt x="130978" y="17382"/>
                  </a:lnTo>
                  <a:lnTo>
                    <a:pt x="132378" y="14457"/>
                  </a:lnTo>
                  <a:lnTo>
                    <a:pt x="133779" y="11790"/>
                  </a:lnTo>
                  <a:lnTo>
                    <a:pt x="135179" y="9371"/>
                  </a:lnTo>
                  <a:lnTo>
                    <a:pt x="136512" y="7342"/>
                  </a:lnTo>
                  <a:lnTo>
                    <a:pt x="137912" y="5437"/>
                  </a:lnTo>
                  <a:lnTo>
                    <a:pt x="139313" y="3847"/>
                  </a:lnTo>
                  <a:lnTo>
                    <a:pt x="140646" y="2570"/>
                  </a:lnTo>
                  <a:lnTo>
                    <a:pt x="142046" y="1561"/>
                  </a:lnTo>
                  <a:lnTo>
                    <a:pt x="143447" y="732"/>
                  </a:lnTo>
                  <a:lnTo>
                    <a:pt x="144780" y="227"/>
                  </a:lnTo>
                  <a:lnTo>
                    <a:pt x="146180" y="-30"/>
                  </a:lnTo>
                  <a:lnTo>
                    <a:pt x="147580" y="-30"/>
                  </a:lnTo>
                  <a:lnTo>
                    <a:pt x="148914" y="227"/>
                  </a:lnTo>
                  <a:lnTo>
                    <a:pt x="150314" y="732"/>
                  </a:lnTo>
                  <a:lnTo>
                    <a:pt x="151714" y="1427"/>
                  </a:lnTo>
                  <a:lnTo>
                    <a:pt x="153105" y="2380"/>
                  </a:lnTo>
                  <a:lnTo>
                    <a:pt x="154448" y="3590"/>
                  </a:lnTo>
                  <a:lnTo>
                    <a:pt x="155848" y="4923"/>
                  </a:lnTo>
                  <a:lnTo>
                    <a:pt x="157239" y="6514"/>
                  </a:lnTo>
                  <a:lnTo>
                    <a:pt x="158582" y="8352"/>
                  </a:lnTo>
                  <a:lnTo>
                    <a:pt x="159982" y="10266"/>
                  </a:lnTo>
                  <a:lnTo>
                    <a:pt x="161373" y="12419"/>
                  </a:lnTo>
                  <a:lnTo>
                    <a:pt x="162716" y="14772"/>
                  </a:lnTo>
                  <a:lnTo>
                    <a:pt x="164116" y="17248"/>
                  </a:lnTo>
                  <a:lnTo>
                    <a:pt x="165506" y="19791"/>
                  </a:lnTo>
                  <a:lnTo>
                    <a:pt x="166850" y="22592"/>
                  </a:lnTo>
                  <a:lnTo>
                    <a:pt x="168240" y="25507"/>
                  </a:lnTo>
                  <a:lnTo>
                    <a:pt x="169640" y="28497"/>
                  </a:lnTo>
                  <a:lnTo>
                    <a:pt x="171041" y="31612"/>
                  </a:lnTo>
                  <a:lnTo>
                    <a:pt x="172374" y="34850"/>
                  </a:lnTo>
                  <a:lnTo>
                    <a:pt x="173774" y="38156"/>
                  </a:lnTo>
                  <a:lnTo>
                    <a:pt x="175174" y="41518"/>
                  </a:lnTo>
                  <a:lnTo>
                    <a:pt x="176508" y="45014"/>
                  </a:lnTo>
                  <a:lnTo>
                    <a:pt x="177908" y="48509"/>
                  </a:lnTo>
                  <a:lnTo>
                    <a:pt x="179308" y="52129"/>
                  </a:lnTo>
                  <a:lnTo>
                    <a:pt x="180642" y="55748"/>
                  </a:lnTo>
                  <a:lnTo>
                    <a:pt x="182042" y="59435"/>
                  </a:lnTo>
                  <a:lnTo>
                    <a:pt x="183442" y="63121"/>
                  </a:lnTo>
                  <a:lnTo>
                    <a:pt x="184776" y="66864"/>
                  </a:lnTo>
                  <a:lnTo>
                    <a:pt x="186176" y="70617"/>
                  </a:lnTo>
                  <a:lnTo>
                    <a:pt x="187576" y="74370"/>
                  </a:lnTo>
                  <a:lnTo>
                    <a:pt x="188976" y="78113"/>
                  </a:lnTo>
                  <a:lnTo>
                    <a:pt x="190310" y="81866"/>
                  </a:lnTo>
                  <a:lnTo>
                    <a:pt x="191710" y="85609"/>
                  </a:lnTo>
                  <a:lnTo>
                    <a:pt x="193110" y="89295"/>
                  </a:lnTo>
                  <a:lnTo>
                    <a:pt x="194443" y="93048"/>
                  </a:lnTo>
                  <a:lnTo>
                    <a:pt x="195843" y="96725"/>
                  </a:lnTo>
                  <a:lnTo>
                    <a:pt x="197244" y="100354"/>
                  </a:lnTo>
                  <a:lnTo>
                    <a:pt x="198577" y="103974"/>
                  </a:lnTo>
                  <a:lnTo>
                    <a:pt x="199978" y="107526"/>
                  </a:lnTo>
                  <a:lnTo>
                    <a:pt x="201378" y="111089"/>
                  </a:lnTo>
                  <a:lnTo>
                    <a:pt x="202711" y="114584"/>
                  </a:lnTo>
                  <a:lnTo>
                    <a:pt x="204111" y="118013"/>
                  </a:lnTo>
                  <a:lnTo>
                    <a:pt x="205511" y="121442"/>
                  </a:lnTo>
                  <a:lnTo>
                    <a:pt x="206912" y="124748"/>
                  </a:lnTo>
                  <a:lnTo>
                    <a:pt x="208245" y="128053"/>
                  </a:lnTo>
                  <a:lnTo>
                    <a:pt x="209645" y="131291"/>
                  </a:lnTo>
                  <a:lnTo>
                    <a:pt x="211045" y="134463"/>
                  </a:lnTo>
                  <a:lnTo>
                    <a:pt x="212379" y="137578"/>
                  </a:lnTo>
                  <a:lnTo>
                    <a:pt x="213779" y="140692"/>
                  </a:lnTo>
                  <a:lnTo>
                    <a:pt x="215179" y="143683"/>
                  </a:lnTo>
                  <a:lnTo>
                    <a:pt x="216513" y="146598"/>
                  </a:lnTo>
                  <a:lnTo>
                    <a:pt x="217913" y="149465"/>
                  </a:lnTo>
                  <a:lnTo>
                    <a:pt x="219304" y="152322"/>
                  </a:lnTo>
                  <a:lnTo>
                    <a:pt x="220647" y="155056"/>
                  </a:lnTo>
                  <a:lnTo>
                    <a:pt x="222047" y="157723"/>
                  </a:lnTo>
                  <a:lnTo>
                    <a:pt x="223437" y="160390"/>
                  </a:lnTo>
                  <a:lnTo>
                    <a:pt x="224838" y="162933"/>
                  </a:lnTo>
                  <a:lnTo>
                    <a:pt x="226181" y="165467"/>
                  </a:lnTo>
                  <a:lnTo>
                    <a:pt x="227571" y="167886"/>
                  </a:lnTo>
                  <a:lnTo>
                    <a:pt x="228971" y="170296"/>
                  </a:lnTo>
                  <a:lnTo>
                    <a:pt x="230315" y="172582"/>
                  </a:lnTo>
                  <a:lnTo>
                    <a:pt x="231705" y="174878"/>
                  </a:lnTo>
                  <a:lnTo>
                    <a:pt x="233105" y="177097"/>
                  </a:lnTo>
                  <a:lnTo>
                    <a:pt x="234439" y="179259"/>
                  </a:lnTo>
                  <a:lnTo>
                    <a:pt x="235839" y="181355"/>
                  </a:lnTo>
                  <a:lnTo>
                    <a:pt x="237239" y="183450"/>
                  </a:lnTo>
                  <a:lnTo>
                    <a:pt x="238573" y="185422"/>
                  </a:lnTo>
                  <a:lnTo>
                    <a:pt x="239973" y="187393"/>
                  </a:lnTo>
                  <a:lnTo>
                    <a:pt x="241373" y="189299"/>
                  </a:lnTo>
                  <a:lnTo>
                    <a:pt x="242773" y="191137"/>
                  </a:lnTo>
                  <a:lnTo>
                    <a:pt x="244107" y="192918"/>
                  </a:lnTo>
                  <a:lnTo>
                    <a:pt x="245507" y="194699"/>
                  </a:lnTo>
                  <a:lnTo>
                    <a:pt x="246907" y="196414"/>
                  </a:lnTo>
                  <a:lnTo>
                    <a:pt x="248241" y="198061"/>
                  </a:lnTo>
                  <a:lnTo>
                    <a:pt x="249641" y="199709"/>
                  </a:lnTo>
                  <a:lnTo>
                    <a:pt x="251041" y="201243"/>
                  </a:lnTo>
                  <a:lnTo>
                    <a:pt x="252374" y="202824"/>
                  </a:lnTo>
                  <a:lnTo>
                    <a:pt x="253775" y="204291"/>
                  </a:lnTo>
                  <a:lnTo>
                    <a:pt x="255175" y="205815"/>
                  </a:lnTo>
                  <a:lnTo>
                    <a:pt x="256508" y="207215"/>
                  </a:lnTo>
                  <a:lnTo>
                    <a:pt x="257909" y="208606"/>
                  </a:lnTo>
                  <a:lnTo>
                    <a:pt x="259309" y="209939"/>
                  </a:lnTo>
                  <a:lnTo>
                    <a:pt x="260709" y="211273"/>
                  </a:lnTo>
                  <a:lnTo>
                    <a:pt x="262042" y="212616"/>
                  </a:lnTo>
                  <a:lnTo>
                    <a:pt x="263443" y="213883"/>
                  </a:lnTo>
                  <a:lnTo>
                    <a:pt x="264843" y="215092"/>
                  </a:lnTo>
                  <a:lnTo>
                    <a:pt x="266176" y="216292"/>
                  </a:lnTo>
                  <a:lnTo>
                    <a:pt x="267576" y="217435"/>
                  </a:lnTo>
                  <a:lnTo>
                    <a:pt x="268977" y="218588"/>
                  </a:lnTo>
                  <a:lnTo>
                    <a:pt x="270310" y="219731"/>
                  </a:lnTo>
                  <a:lnTo>
                    <a:pt x="271710" y="220807"/>
                  </a:lnTo>
                  <a:lnTo>
                    <a:pt x="273110" y="221883"/>
                  </a:lnTo>
                  <a:lnTo>
                    <a:pt x="274444" y="222969"/>
                  </a:lnTo>
                  <a:lnTo>
                    <a:pt x="275844" y="223979"/>
                  </a:lnTo>
                  <a:lnTo>
                    <a:pt x="277244" y="224998"/>
                  </a:lnTo>
                  <a:lnTo>
                    <a:pt x="278635" y="225951"/>
                  </a:lnTo>
                  <a:lnTo>
                    <a:pt x="279978" y="226903"/>
                  </a:lnTo>
                  <a:lnTo>
                    <a:pt x="281378" y="227856"/>
                  </a:lnTo>
                  <a:lnTo>
                    <a:pt x="282769" y="228751"/>
                  </a:lnTo>
                  <a:lnTo>
                    <a:pt x="284112" y="229703"/>
                  </a:lnTo>
                  <a:lnTo>
                    <a:pt x="285512" y="230589"/>
                  </a:lnTo>
                  <a:lnTo>
                    <a:pt x="286902" y="231418"/>
                  </a:lnTo>
                  <a:lnTo>
                    <a:pt x="288246" y="232304"/>
                  </a:lnTo>
                  <a:lnTo>
                    <a:pt x="289636" y="233133"/>
                  </a:lnTo>
                  <a:lnTo>
                    <a:pt x="291037" y="233961"/>
                  </a:lnTo>
                  <a:lnTo>
                    <a:pt x="292379" y="234723"/>
                  </a:lnTo>
                  <a:lnTo>
                    <a:pt x="293770" y="235542"/>
                  </a:lnTo>
                  <a:lnTo>
                    <a:pt x="295170" y="236304"/>
                  </a:lnTo>
                  <a:lnTo>
                    <a:pt x="296570" y="237066"/>
                  </a:lnTo>
                  <a:lnTo>
                    <a:pt x="297904" y="237771"/>
                  </a:lnTo>
                  <a:lnTo>
                    <a:pt x="299304" y="238533"/>
                  </a:lnTo>
                  <a:lnTo>
                    <a:pt x="300704" y="239228"/>
                  </a:lnTo>
                  <a:lnTo>
                    <a:pt x="302038" y="239933"/>
                  </a:lnTo>
                  <a:lnTo>
                    <a:pt x="303438" y="240629"/>
                  </a:lnTo>
                  <a:lnTo>
                    <a:pt x="304838" y="241324"/>
                  </a:lnTo>
                  <a:lnTo>
                    <a:pt x="306172" y="242029"/>
                  </a:lnTo>
                  <a:lnTo>
                    <a:pt x="307572" y="242658"/>
                  </a:lnTo>
                  <a:lnTo>
                    <a:pt x="308972" y="243296"/>
                  </a:lnTo>
                  <a:lnTo>
                    <a:pt x="310305" y="244000"/>
                  </a:lnTo>
                  <a:lnTo>
                    <a:pt x="311706" y="244629"/>
                  </a:lnTo>
                  <a:lnTo>
                    <a:pt x="313106" y="245267"/>
                  </a:lnTo>
                  <a:lnTo>
                    <a:pt x="314439" y="245839"/>
                  </a:lnTo>
                  <a:lnTo>
                    <a:pt x="315840" y="246477"/>
                  </a:lnTo>
                  <a:lnTo>
                    <a:pt x="317240" y="247106"/>
                  </a:lnTo>
                  <a:lnTo>
                    <a:pt x="318640" y="247677"/>
                  </a:lnTo>
                  <a:lnTo>
                    <a:pt x="319973" y="248315"/>
                  </a:lnTo>
                  <a:lnTo>
                    <a:pt x="321374" y="248887"/>
                  </a:lnTo>
                  <a:lnTo>
                    <a:pt x="322774" y="249458"/>
                  </a:lnTo>
                  <a:lnTo>
                    <a:pt x="324107" y="250030"/>
                  </a:lnTo>
                  <a:lnTo>
                    <a:pt x="325507" y="250601"/>
                  </a:lnTo>
                  <a:lnTo>
                    <a:pt x="326908" y="251240"/>
                  </a:lnTo>
                  <a:lnTo>
                    <a:pt x="328241" y="251811"/>
                  </a:lnTo>
                  <a:lnTo>
                    <a:pt x="329641" y="252383"/>
                  </a:lnTo>
                  <a:lnTo>
                    <a:pt x="331041" y="252887"/>
                  </a:lnTo>
                  <a:lnTo>
                    <a:pt x="332375" y="253459"/>
                  </a:lnTo>
                  <a:lnTo>
                    <a:pt x="333775" y="254030"/>
                  </a:lnTo>
                  <a:lnTo>
                    <a:pt x="335175" y="254602"/>
                  </a:lnTo>
                  <a:lnTo>
                    <a:pt x="336576" y="255173"/>
                  </a:lnTo>
                  <a:lnTo>
                    <a:pt x="337909" y="255745"/>
                  </a:lnTo>
                  <a:lnTo>
                    <a:pt x="339309" y="256326"/>
                  </a:lnTo>
                  <a:lnTo>
                    <a:pt x="340709" y="256831"/>
                  </a:lnTo>
                  <a:lnTo>
                    <a:pt x="342043" y="257402"/>
                  </a:lnTo>
                  <a:lnTo>
                    <a:pt x="343443" y="257974"/>
                  </a:lnTo>
                  <a:lnTo>
                    <a:pt x="344843" y="258545"/>
                  </a:lnTo>
                  <a:lnTo>
                    <a:pt x="346177" y="259117"/>
                  </a:lnTo>
                  <a:lnTo>
                    <a:pt x="347577" y="259688"/>
                  </a:lnTo>
                  <a:lnTo>
                    <a:pt x="348968" y="260193"/>
                  </a:lnTo>
                  <a:lnTo>
                    <a:pt x="350311" y="260765"/>
                  </a:lnTo>
                  <a:lnTo>
                    <a:pt x="351711" y="261336"/>
                  </a:lnTo>
                  <a:lnTo>
                    <a:pt x="353101" y="261908"/>
                  </a:lnTo>
                  <a:lnTo>
                    <a:pt x="354502" y="262422"/>
                  </a:lnTo>
                  <a:lnTo>
                    <a:pt x="355844" y="262993"/>
                  </a:lnTo>
                  <a:lnTo>
                    <a:pt x="357235" y="263565"/>
                  </a:lnTo>
                  <a:lnTo>
                    <a:pt x="358635" y="264070"/>
                  </a:lnTo>
                  <a:lnTo>
                    <a:pt x="359969" y="264641"/>
                  </a:lnTo>
                  <a:lnTo>
                    <a:pt x="361369" y="265156"/>
                  </a:lnTo>
                  <a:lnTo>
                    <a:pt x="362769" y="265727"/>
                  </a:lnTo>
                  <a:lnTo>
                    <a:pt x="364103" y="266232"/>
                  </a:lnTo>
                  <a:lnTo>
                    <a:pt x="365503" y="266737"/>
                  </a:lnTo>
                  <a:lnTo>
                    <a:pt x="366903" y="267251"/>
                  </a:lnTo>
                  <a:lnTo>
                    <a:pt x="368236" y="267756"/>
                  </a:lnTo>
                  <a:lnTo>
                    <a:pt x="369637" y="268261"/>
                  </a:lnTo>
                  <a:lnTo>
                    <a:pt x="371037" y="268775"/>
                  </a:lnTo>
                  <a:lnTo>
                    <a:pt x="372437" y="269280"/>
                  </a:lnTo>
                  <a:lnTo>
                    <a:pt x="373771" y="269728"/>
                  </a:lnTo>
                  <a:lnTo>
                    <a:pt x="375171" y="270232"/>
                  </a:lnTo>
                  <a:lnTo>
                    <a:pt x="376571" y="270680"/>
                  </a:lnTo>
                  <a:lnTo>
                    <a:pt x="377904" y="271128"/>
                  </a:lnTo>
                  <a:lnTo>
                    <a:pt x="379305" y="271566"/>
                  </a:lnTo>
                  <a:lnTo>
                    <a:pt x="380705" y="271947"/>
                  </a:lnTo>
                  <a:lnTo>
                    <a:pt x="382038" y="272328"/>
                  </a:lnTo>
                  <a:lnTo>
                    <a:pt x="383438" y="272709"/>
                  </a:lnTo>
                  <a:lnTo>
                    <a:pt x="384839" y="273090"/>
                  </a:lnTo>
                  <a:lnTo>
                    <a:pt x="386172" y="273471"/>
                  </a:lnTo>
                  <a:lnTo>
                    <a:pt x="387572" y="273795"/>
                  </a:lnTo>
                  <a:lnTo>
                    <a:pt x="388972" y="274109"/>
                  </a:lnTo>
                  <a:lnTo>
                    <a:pt x="390373" y="274366"/>
                  </a:lnTo>
                  <a:lnTo>
                    <a:pt x="391706" y="274681"/>
                  </a:lnTo>
                  <a:lnTo>
                    <a:pt x="393106" y="274938"/>
                  </a:lnTo>
                  <a:lnTo>
                    <a:pt x="394507" y="275128"/>
                  </a:lnTo>
                  <a:lnTo>
                    <a:pt x="395840" y="275376"/>
                  </a:lnTo>
                  <a:lnTo>
                    <a:pt x="397240" y="275576"/>
                  </a:lnTo>
                  <a:lnTo>
                    <a:pt x="398640" y="275700"/>
                  </a:lnTo>
                  <a:lnTo>
                    <a:pt x="399974" y="275890"/>
                  </a:lnTo>
                  <a:lnTo>
                    <a:pt x="401374" y="276014"/>
                  </a:lnTo>
                  <a:lnTo>
                    <a:pt x="402774" y="276081"/>
                  </a:lnTo>
                  <a:lnTo>
                    <a:pt x="404108" y="276147"/>
                  </a:lnTo>
                  <a:lnTo>
                    <a:pt x="405508" y="276205"/>
                  </a:lnTo>
                  <a:lnTo>
                    <a:pt x="406908" y="276205"/>
                  </a:lnTo>
                  <a:lnTo>
                    <a:pt x="408299" y="276205"/>
                  </a:lnTo>
                  <a:lnTo>
                    <a:pt x="409642" y="276205"/>
                  </a:lnTo>
                  <a:lnTo>
                    <a:pt x="411042" y="276147"/>
                  </a:lnTo>
                  <a:lnTo>
                    <a:pt x="412433" y="276014"/>
                  </a:lnTo>
                  <a:lnTo>
                    <a:pt x="413776" y="275957"/>
                  </a:lnTo>
                  <a:lnTo>
                    <a:pt x="415176" y="275824"/>
                  </a:lnTo>
                  <a:lnTo>
                    <a:pt x="416566" y="275633"/>
                  </a:lnTo>
                  <a:lnTo>
                    <a:pt x="417910" y="275442"/>
                  </a:lnTo>
                  <a:lnTo>
                    <a:pt x="419300" y="275252"/>
                  </a:lnTo>
                  <a:lnTo>
                    <a:pt x="420700" y="274995"/>
                  </a:lnTo>
                  <a:lnTo>
                    <a:pt x="422034" y="274747"/>
                  </a:lnTo>
                  <a:lnTo>
                    <a:pt x="423434" y="274490"/>
                  </a:lnTo>
                  <a:lnTo>
                    <a:pt x="424834" y="274176"/>
                  </a:lnTo>
                  <a:lnTo>
                    <a:pt x="426234" y="273852"/>
                  </a:lnTo>
                  <a:lnTo>
                    <a:pt x="427568" y="273471"/>
                  </a:lnTo>
                  <a:lnTo>
                    <a:pt x="428968" y="273157"/>
                  </a:lnTo>
                  <a:lnTo>
                    <a:pt x="430368" y="272709"/>
                  </a:lnTo>
                  <a:lnTo>
                    <a:pt x="431702" y="272328"/>
                  </a:lnTo>
                  <a:lnTo>
                    <a:pt x="433102" y="271890"/>
                  </a:lnTo>
                  <a:lnTo>
                    <a:pt x="434502" y="271375"/>
                  </a:lnTo>
                  <a:lnTo>
                    <a:pt x="435836" y="270937"/>
                  </a:lnTo>
                  <a:lnTo>
                    <a:pt x="437236" y="270423"/>
                  </a:lnTo>
                  <a:lnTo>
                    <a:pt x="438636" y="269852"/>
                  </a:lnTo>
                  <a:lnTo>
                    <a:pt x="439969" y="269347"/>
                  </a:lnTo>
                  <a:lnTo>
                    <a:pt x="441369" y="268775"/>
                  </a:lnTo>
                  <a:lnTo>
                    <a:pt x="442770" y="268204"/>
                  </a:lnTo>
                  <a:lnTo>
                    <a:pt x="444170" y="267565"/>
                  </a:lnTo>
                  <a:lnTo>
                    <a:pt x="445503" y="266994"/>
                  </a:lnTo>
                  <a:lnTo>
                    <a:pt x="446903" y="266299"/>
                  </a:lnTo>
                  <a:lnTo>
                    <a:pt x="448304" y="265660"/>
                  </a:lnTo>
                  <a:lnTo>
                    <a:pt x="449637" y="265022"/>
                  </a:lnTo>
                  <a:lnTo>
                    <a:pt x="451037" y="264327"/>
                  </a:lnTo>
                  <a:lnTo>
                    <a:pt x="452438" y="263632"/>
                  </a:lnTo>
                  <a:lnTo>
                    <a:pt x="453771" y="262927"/>
                  </a:lnTo>
                  <a:lnTo>
                    <a:pt x="455171" y="262165"/>
                  </a:lnTo>
                  <a:lnTo>
                    <a:pt x="456571" y="261403"/>
                  </a:lnTo>
                  <a:lnTo>
                    <a:pt x="457905" y="260707"/>
                  </a:lnTo>
                  <a:lnTo>
                    <a:pt x="459305" y="259879"/>
                  </a:lnTo>
                  <a:lnTo>
                    <a:pt x="460705" y="259117"/>
                  </a:lnTo>
                  <a:lnTo>
                    <a:pt x="462105" y="258355"/>
                  </a:lnTo>
                  <a:lnTo>
                    <a:pt x="463439" y="257526"/>
                  </a:lnTo>
                  <a:lnTo>
                    <a:pt x="464839" y="256707"/>
                  </a:lnTo>
                  <a:lnTo>
                    <a:pt x="466239" y="255878"/>
                  </a:lnTo>
                  <a:lnTo>
                    <a:pt x="467573" y="255049"/>
                  </a:lnTo>
                  <a:lnTo>
                    <a:pt x="468973" y="254164"/>
                  </a:lnTo>
                  <a:lnTo>
                    <a:pt x="470373" y="253268"/>
                  </a:lnTo>
                  <a:lnTo>
                    <a:pt x="471707" y="252383"/>
                  </a:lnTo>
                  <a:lnTo>
                    <a:pt x="473107" y="251497"/>
                  </a:lnTo>
                  <a:lnTo>
                    <a:pt x="474497" y="250601"/>
                  </a:lnTo>
                  <a:lnTo>
                    <a:pt x="475841" y="249716"/>
                  </a:lnTo>
                  <a:lnTo>
                    <a:pt x="477241" y="248763"/>
                  </a:lnTo>
                  <a:lnTo>
                    <a:pt x="478631" y="247810"/>
                  </a:lnTo>
                  <a:lnTo>
                    <a:pt x="480031" y="246858"/>
                  </a:lnTo>
                  <a:lnTo>
                    <a:pt x="481375" y="245906"/>
                  </a:lnTo>
                  <a:lnTo>
                    <a:pt x="482765" y="244953"/>
                  </a:lnTo>
                  <a:lnTo>
                    <a:pt x="484165" y="243934"/>
                  </a:lnTo>
                  <a:lnTo>
                    <a:pt x="485508" y="242915"/>
                  </a:lnTo>
                  <a:lnTo>
                    <a:pt x="486899" y="241895"/>
                  </a:lnTo>
                  <a:lnTo>
                    <a:pt x="488299" y="240886"/>
                  </a:lnTo>
                  <a:lnTo>
                    <a:pt x="489633" y="239800"/>
                  </a:lnTo>
                  <a:lnTo>
                    <a:pt x="491033" y="238790"/>
                  </a:lnTo>
                  <a:lnTo>
                    <a:pt x="492433" y="237705"/>
                  </a:lnTo>
                  <a:lnTo>
                    <a:pt x="493767" y="236628"/>
                  </a:lnTo>
                  <a:lnTo>
                    <a:pt x="495167" y="235485"/>
                  </a:lnTo>
                  <a:lnTo>
                    <a:pt x="496567" y="234399"/>
                  </a:lnTo>
                  <a:lnTo>
                    <a:pt x="497967" y="233256"/>
                  </a:lnTo>
                  <a:lnTo>
                    <a:pt x="499301" y="232113"/>
                  </a:lnTo>
                  <a:lnTo>
                    <a:pt x="500701" y="230970"/>
                  </a:lnTo>
                  <a:lnTo>
                    <a:pt x="502101" y="229761"/>
                  </a:lnTo>
                  <a:lnTo>
                    <a:pt x="503434" y="228618"/>
                  </a:lnTo>
                  <a:lnTo>
                    <a:pt x="504835" y="227417"/>
                  </a:lnTo>
                  <a:lnTo>
                    <a:pt x="506235" y="226208"/>
                  </a:lnTo>
                  <a:lnTo>
                    <a:pt x="507568" y="224932"/>
                  </a:lnTo>
                  <a:lnTo>
                    <a:pt x="508969" y="223731"/>
                  </a:lnTo>
                  <a:lnTo>
                    <a:pt x="510369" y="222455"/>
                  </a:lnTo>
                  <a:lnTo>
                    <a:pt x="511702" y="221188"/>
                  </a:lnTo>
                  <a:lnTo>
                    <a:pt x="513102" y="219978"/>
                  </a:lnTo>
                  <a:lnTo>
                    <a:pt x="514503" y="218645"/>
                  </a:lnTo>
                  <a:lnTo>
                    <a:pt x="515836" y="217378"/>
                  </a:lnTo>
                  <a:lnTo>
                    <a:pt x="517236" y="216102"/>
                  </a:lnTo>
                  <a:lnTo>
                    <a:pt x="518636" y="214835"/>
                  </a:lnTo>
                  <a:lnTo>
                    <a:pt x="520036" y="213501"/>
                  </a:lnTo>
                  <a:lnTo>
                    <a:pt x="521370" y="212235"/>
                  </a:lnTo>
                  <a:lnTo>
                    <a:pt x="522770" y="210958"/>
                  </a:lnTo>
                  <a:lnTo>
                    <a:pt x="524170" y="209692"/>
                  </a:lnTo>
                  <a:lnTo>
                    <a:pt x="525504" y="208415"/>
                  </a:lnTo>
                  <a:lnTo>
                    <a:pt x="526904" y="207148"/>
                  </a:lnTo>
                  <a:lnTo>
                    <a:pt x="528304" y="205872"/>
                  </a:lnTo>
                  <a:lnTo>
                    <a:pt x="529638" y="204672"/>
                  </a:lnTo>
                  <a:lnTo>
                    <a:pt x="531038" y="203462"/>
                  </a:lnTo>
                  <a:lnTo>
                    <a:pt x="532438" y="202252"/>
                  </a:lnTo>
                  <a:lnTo>
                    <a:pt x="533771" y="201109"/>
                  </a:lnTo>
                  <a:lnTo>
                    <a:pt x="535172" y="199967"/>
                  </a:lnTo>
                  <a:lnTo>
                    <a:pt x="536572" y="198824"/>
                  </a:lnTo>
                  <a:lnTo>
                    <a:pt x="537962" y="197804"/>
                  </a:lnTo>
                  <a:lnTo>
                    <a:pt x="539306" y="196795"/>
                  </a:lnTo>
                  <a:lnTo>
                    <a:pt x="540696" y="195775"/>
                  </a:lnTo>
                  <a:lnTo>
                    <a:pt x="542096" y="194890"/>
                  </a:lnTo>
                  <a:lnTo>
                    <a:pt x="543439" y="193994"/>
                  </a:lnTo>
                  <a:lnTo>
                    <a:pt x="544830" y="193165"/>
                  </a:lnTo>
                  <a:lnTo>
                    <a:pt x="546230" y="192470"/>
                  </a:lnTo>
                  <a:lnTo>
                    <a:pt x="547573" y="191775"/>
                  </a:lnTo>
                  <a:lnTo>
                    <a:pt x="548964" y="191137"/>
                  </a:lnTo>
                  <a:lnTo>
                    <a:pt x="550364" y="190632"/>
                  </a:lnTo>
                  <a:lnTo>
                    <a:pt x="551707" y="190184"/>
                  </a:lnTo>
                  <a:lnTo>
                    <a:pt x="553098" y="189803"/>
                  </a:lnTo>
                  <a:lnTo>
                    <a:pt x="554498" y="189546"/>
                  </a:lnTo>
                  <a:lnTo>
                    <a:pt x="555898" y="189356"/>
                  </a:lnTo>
                  <a:lnTo>
                    <a:pt x="557232" y="189299"/>
                  </a:lnTo>
                  <a:lnTo>
                    <a:pt x="558632" y="189299"/>
                  </a:lnTo>
                  <a:lnTo>
                    <a:pt x="560032" y="189422"/>
                  </a:lnTo>
                  <a:lnTo>
                    <a:pt x="561365" y="189679"/>
                  </a:lnTo>
                  <a:lnTo>
                    <a:pt x="562766" y="189994"/>
                  </a:lnTo>
                  <a:lnTo>
                    <a:pt x="564166" y="190498"/>
                  </a:lnTo>
                  <a:lnTo>
                    <a:pt x="565499" y="191013"/>
                  </a:lnTo>
                  <a:lnTo>
                    <a:pt x="566900" y="191708"/>
                  </a:lnTo>
                  <a:lnTo>
                    <a:pt x="568300" y="192537"/>
                  </a:lnTo>
                  <a:lnTo>
                    <a:pt x="569633" y="193489"/>
                  </a:lnTo>
                  <a:lnTo>
                    <a:pt x="571033" y="194509"/>
                  </a:lnTo>
                  <a:lnTo>
                    <a:pt x="572434" y="195709"/>
                  </a:lnTo>
                  <a:lnTo>
                    <a:pt x="573834" y="196985"/>
                  </a:lnTo>
                  <a:lnTo>
                    <a:pt x="575167" y="198442"/>
                  </a:lnTo>
                  <a:lnTo>
                    <a:pt x="576567" y="199967"/>
                  </a:lnTo>
                  <a:lnTo>
                    <a:pt x="577968" y="201681"/>
                  </a:lnTo>
                  <a:lnTo>
                    <a:pt x="579301" y="203395"/>
                  </a:lnTo>
                  <a:lnTo>
                    <a:pt x="580701" y="205367"/>
                  </a:lnTo>
                  <a:lnTo>
                    <a:pt x="582101" y="207406"/>
                  </a:lnTo>
                  <a:lnTo>
                    <a:pt x="583435" y="209501"/>
                  </a:lnTo>
                  <a:lnTo>
                    <a:pt x="584835" y="211787"/>
                  </a:lnTo>
                  <a:lnTo>
                    <a:pt x="586235" y="214139"/>
                  </a:lnTo>
                  <a:lnTo>
                    <a:pt x="587569" y="216616"/>
                  </a:lnTo>
                  <a:lnTo>
                    <a:pt x="588969" y="219217"/>
                  </a:lnTo>
                  <a:lnTo>
                    <a:pt x="590369" y="221883"/>
                  </a:lnTo>
                  <a:lnTo>
                    <a:pt x="591769" y="224684"/>
                  </a:lnTo>
                  <a:lnTo>
                    <a:pt x="593103" y="227475"/>
                  </a:lnTo>
                  <a:lnTo>
                    <a:pt x="594503" y="230466"/>
                  </a:lnTo>
                  <a:lnTo>
                    <a:pt x="595903" y="233447"/>
                  </a:lnTo>
                  <a:lnTo>
                    <a:pt x="597237" y="236561"/>
                  </a:lnTo>
                  <a:lnTo>
                    <a:pt x="598637" y="239743"/>
                  </a:lnTo>
                  <a:lnTo>
                    <a:pt x="600028" y="242915"/>
                  </a:lnTo>
                  <a:lnTo>
                    <a:pt x="601370" y="246220"/>
                  </a:lnTo>
                  <a:lnTo>
                    <a:pt x="602771" y="249525"/>
                  </a:lnTo>
                  <a:lnTo>
                    <a:pt x="604161" y="252887"/>
                  </a:lnTo>
                  <a:lnTo>
                    <a:pt x="605504" y="256259"/>
                  </a:lnTo>
                  <a:lnTo>
                    <a:pt x="606895" y="259688"/>
                  </a:lnTo>
                  <a:lnTo>
                    <a:pt x="608295" y="263184"/>
                  </a:lnTo>
                  <a:lnTo>
                    <a:pt x="609695" y="266613"/>
                  </a:lnTo>
                  <a:lnTo>
                    <a:pt x="611029" y="270108"/>
                  </a:lnTo>
                  <a:lnTo>
                    <a:pt x="612429" y="273538"/>
                  </a:lnTo>
                  <a:lnTo>
                    <a:pt x="613829" y="277033"/>
                  </a:lnTo>
                  <a:lnTo>
                    <a:pt x="615163" y="280462"/>
                  </a:lnTo>
                  <a:lnTo>
                    <a:pt x="616563" y="283958"/>
                  </a:lnTo>
                  <a:lnTo>
                    <a:pt x="617963" y="287387"/>
                  </a:lnTo>
                  <a:lnTo>
                    <a:pt x="619296" y="290759"/>
                  </a:lnTo>
                  <a:lnTo>
                    <a:pt x="620697" y="294121"/>
                  </a:lnTo>
                  <a:lnTo>
                    <a:pt x="622097" y="297426"/>
                  </a:lnTo>
                  <a:lnTo>
                    <a:pt x="623430" y="300731"/>
                  </a:lnTo>
                  <a:lnTo>
                    <a:pt x="624831" y="303970"/>
                  </a:lnTo>
                  <a:lnTo>
                    <a:pt x="626231" y="307142"/>
                  </a:lnTo>
                  <a:lnTo>
                    <a:pt x="627631" y="310256"/>
                  </a:lnTo>
                  <a:lnTo>
                    <a:pt x="628964" y="313304"/>
                  </a:lnTo>
                  <a:lnTo>
                    <a:pt x="630365" y="316362"/>
                  </a:lnTo>
                  <a:lnTo>
                    <a:pt x="631765" y="319277"/>
                  </a:lnTo>
                  <a:lnTo>
                    <a:pt x="633098" y="322144"/>
                  </a:lnTo>
                  <a:lnTo>
                    <a:pt x="634498" y="324934"/>
                  </a:lnTo>
                  <a:lnTo>
                    <a:pt x="635899" y="327668"/>
                  </a:lnTo>
                  <a:lnTo>
                    <a:pt x="637232" y="330268"/>
                  </a:lnTo>
                  <a:lnTo>
                    <a:pt x="638632" y="332878"/>
                  </a:lnTo>
                  <a:lnTo>
                    <a:pt x="640032" y="335355"/>
                  </a:lnTo>
                  <a:lnTo>
                    <a:pt x="641366" y="337765"/>
                  </a:lnTo>
                  <a:lnTo>
                    <a:pt x="642766" y="340051"/>
                  </a:lnTo>
                  <a:lnTo>
                    <a:pt x="644166" y="342279"/>
                  </a:lnTo>
                  <a:lnTo>
                    <a:pt x="645567" y="344442"/>
                  </a:lnTo>
                  <a:lnTo>
                    <a:pt x="646900" y="346537"/>
                  </a:lnTo>
                  <a:lnTo>
                    <a:pt x="648300" y="348509"/>
                  </a:lnTo>
                  <a:lnTo>
                    <a:pt x="649700" y="350471"/>
                  </a:lnTo>
                  <a:lnTo>
                    <a:pt x="651034" y="352252"/>
                  </a:lnTo>
                  <a:lnTo>
                    <a:pt x="652434" y="354033"/>
                  </a:lnTo>
                  <a:lnTo>
                    <a:pt x="653834" y="355681"/>
                  </a:lnTo>
                  <a:lnTo>
                    <a:pt x="655168" y="357339"/>
                  </a:lnTo>
                  <a:lnTo>
                    <a:pt x="656568" y="358796"/>
                  </a:lnTo>
                  <a:lnTo>
                    <a:pt x="657968" y="360263"/>
                  </a:lnTo>
                  <a:lnTo>
                    <a:pt x="659302" y="361653"/>
                  </a:lnTo>
                  <a:lnTo>
                    <a:pt x="660702" y="362930"/>
                  </a:lnTo>
                  <a:lnTo>
                    <a:pt x="662102" y="364197"/>
                  </a:lnTo>
                  <a:lnTo>
                    <a:pt x="663493" y="365340"/>
                  </a:lnTo>
                  <a:lnTo>
                    <a:pt x="664836" y="366425"/>
                  </a:lnTo>
                  <a:lnTo>
                    <a:pt x="666236" y="367502"/>
                  </a:lnTo>
                  <a:lnTo>
                    <a:pt x="667626" y="368454"/>
                  </a:lnTo>
                  <a:lnTo>
                    <a:pt x="668969" y="369407"/>
                  </a:lnTo>
                  <a:lnTo>
                    <a:pt x="670369" y="370235"/>
                  </a:lnTo>
                  <a:lnTo>
                    <a:pt x="671760" y="371064"/>
                  </a:lnTo>
                  <a:lnTo>
                    <a:pt x="673094" y="371826"/>
                  </a:lnTo>
                  <a:lnTo>
                    <a:pt x="674494" y="372521"/>
                  </a:lnTo>
                  <a:lnTo>
                    <a:pt x="675894" y="373217"/>
                  </a:lnTo>
                  <a:lnTo>
                    <a:pt x="677227" y="373855"/>
                  </a:lnTo>
                  <a:lnTo>
                    <a:pt x="678628" y="374426"/>
                  </a:lnTo>
                  <a:lnTo>
                    <a:pt x="680028" y="374931"/>
                  </a:lnTo>
                  <a:lnTo>
                    <a:pt x="681428" y="375446"/>
                  </a:lnTo>
                  <a:lnTo>
                    <a:pt x="682762" y="375884"/>
                  </a:lnTo>
                  <a:lnTo>
                    <a:pt x="684162" y="376331"/>
                  </a:lnTo>
                  <a:lnTo>
                    <a:pt x="685562" y="376712"/>
                  </a:lnTo>
                  <a:lnTo>
                    <a:pt x="686895" y="377093"/>
                  </a:lnTo>
                  <a:lnTo>
                    <a:pt x="688295" y="377474"/>
                  </a:lnTo>
                  <a:lnTo>
                    <a:pt x="689696" y="377798"/>
                  </a:lnTo>
                  <a:lnTo>
                    <a:pt x="691030" y="378046"/>
                  </a:lnTo>
                  <a:lnTo>
                    <a:pt x="692429" y="378303"/>
                  </a:lnTo>
                  <a:lnTo>
                    <a:pt x="693829" y="378560"/>
                  </a:lnTo>
                  <a:lnTo>
                    <a:pt x="695163" y="378808"/>
                  </a:lnTo>
                  <a:lnTo>
                    <a:pt x="696564" y="378998"/>
                  </a:lnTo>
                  <a:lnTo>
                    <a:pt x="697963" y="379189"/>
                  </a:lnTo>
                  <a:lnTo>
                    <a:pt x="699364" y="379379"/>
                  </a:lnTo>
                  <a:lnTo>
                    <a:pt x="700697" y="379513"/>
                  </a:lnTo>
                  <a:lnTo>
                    <a:pt x="702097" y="379636"/>
                  </a:lnTo>
                  <a:lnTo>
                    <a:pt x="703497" y="379760"/>
                  </a:lnTo>
                  <a:lnTo>
                    <a:pt x="704831" y="379894"/>
                  </a:lnTo>
                  <a:lnTo>
                    <a:pt x="704831" y="380970"/>
                  </a:lnTo>
                  <a:lnTo>
                    <a:pt x="703497" y="380970"/>
                  </a:lnTo>
                  <a:lnTo>
                    <a:pt x="702097" y="380970"/>
                  </a:lnTo>
                  <a:lnTo>
                    <a:pt x="700697" y="380970"/>
                  </a:lnTo>
                  <a:lnTo>
                    <a:pt x="699364" y="380970"/>
                  </a:lnTo>
                  <a:lnTo>
                    <a:pt x="697963" y="380970"/>
                  </a:lnTo>
                  <a:lnTo>
                    <a:pt x="696564" y="380970"/>
                  </a:lnTo>
                  <a:lnTo>
                    <a:pt x="695163" y="380970"/>
                  </a:lnTo>
                  <a:lnTo>
                    <a:pt x="693829" y="380970"/>
                  </a:lnTo>
                  <a:lnTo>
                    <a:pt x="692429" y="380970"/>
                  </a:lnTo>
                  <a:lnTo>
                    <a:pt x="691030" y="380970"/>
                  </a:lnTo>
                  <a:lnTo>
                    <a:pt x="689696" y="380970"/>
                  </a:lnTo>
                  <a:lnTo>
                    <a:pt x="688295" y="380970"/>
                  </a:lnTo>
                  <a:lnTo>
                    <a:pt x="686895" y="380970"/>
                  </a:lnTo>
                  <a:lnTo>
                    <a:pt x="685562" y="380970"/>
                  </a:lnTo>
                  <a:lnTo>
                    <a:pt x="684162" y="380970"/>
                  </a:lnTo>
                  <a:lnTo>
                    <a:pt x="682762" y="380970"/>
                  </a:lnTo>
                  <a:lnTo>
                    <a:pt x="681428" y="380970"/>
                  </a:lnTo>
                  <a:lnTo>
                    <a:pt x="680028" y="380970"/>
                  </a:lnTo>
                  <a:lnTo>
                    <a:pt x="678628" y="380970"/>
                  </a:lnTo>
                  <a:lnTo>
                    <a:pt x="677227" y="380970"/>
                  </a:lnTo>
                  <a:lnTo>
                    <a:pt x="675894" y="380970"/>
                  </a:lnTo>
                  <a:lnTo>
                    <a:pt x="674494" y="380970"/>
                  </a:lnTo>
                  <a:lnTo>
                    <a:pt x="673094" y="380970"/>
                  </a:lnTo>
                  <a:lnTo>
                    <a:pt x="671760" y="380970"/>
                  </a:lnTo>
                  <a:lnTo>
                    <a:pt x="670369" y="380970"/>
                  </a:lnTo>
                  <a:lnTo>
                    <a:pt x="668969" y="380970"/>
                  </a:lnTo>
                  <a:lnTo>
                    <a:pt x="667626" y="380970"/>
                  </a:lnTo>
                  <a:lnTo>
                    <a:pt x="666236" y="380970"/>
                  </a:lnTo>
                  <a:lnTo>
                    <a:pt x="664836" y="380970"/>
                  </a:lnTo>
                  <a:lnTo>
                    <a:pt x="663493" y="380970"/>
                  </a:lnTo>
                  <a:lnTo>
                    <a:pt x="662102" y="380970"/>
                  </a:lnTo>
                  <a:lnTo>
                    <a:pt x="660702" y="380970"/>
                  </a:lnTo>
                  <a:lnTo>
                    <a:pt x="659302" y="380970"/>
                  </a:lnTo>
                  <a:lnTo>
                    <a:pt x="657968" y="380970"/>
                  </a:lnTo>
                  <a:lnTo>
                    <a:pt x="656568" y="380970"/>
                  </a:lnTo>
                  <a:lnTo>
                    <a:pt x="655168" y="380970"/>
                  </a:lnTo>
                  <a:lnTo>
                    <a:pt x="653834" y="380970"/>
                  </a:lnTo>
                  <a:lnTo>
                    <a:pt x="652434" y="380970"/>
                  </a:lnTo>
                  <a:lnTo>
                    <a:pt x="651034" y="380970"/>
                  </a:lnTo>
                  <a:lnTo>
                    <a:pt x="649700" y="380970"/>
                  </a:lnTo>
                  <a:lnTo>
                    <a:pt x="648300" y="380970"/>
                  </a:lnTo>
                  <a:lnTo>
                    <a:pt x="646900" y="380970"/>
                  </a:lnTo>
                  <a:lnTo>
                    <a:pt x="645567" y="380970"/>
                  </a:lnTo>
                  <a:lnTo>
                    <a:pt x="644166" y="380970"/>
                  </a:lnTo>
                  <a:lnTo>
                    <a:pt x="642766" y="380970"/>
                  </a:lnTo>
                  <a:lnTo>
                    <a:pt x="641366" y="380970"/>
                  </a:lnTo>
                  <a:lnTo>
                    <a:pt x="640032" y="380970"/>
                  </a:lnTo>
                  <a:lnTo>
                    <a:pt x="638632" y="380970"/>
                  </a:lnTo>
                  <a:lnTo>
                    <a:pt x="637232" y="380970"/>
                  </a:lnTo>
                  <a:lnTo>
                    <a:pt x="635899" y="380970"/>
                  </a:lnTo>
                  <a:lnTo>
                    <a:pt x="634498" y="380970"/>
                  </a:lnTo>
                  <a:lnTo>
                    <a:pt x="633098" y="380970"/>
                  </a:lnTo>
                  <a:lnTo>
                    <a:pt x="631765" y="380970"/>
                  </a:lnTo>
                  <a:lnTo>
                    <a:pt x="630365" y="380970"/>
                  </a:lnTo>
                  <a:lnTo>
                    <a:pt x="628964" y="380970"/>
                  </a:lnTo>
                  <a:lnTo>
                    <a:pt x="627631" y="380970"/>
                  </a:lnTo>
                  <a:lnTo>
                    <a:pt x="626231" y="380970"/>
                  </a:lnTo>
                  <a:lnTo>
                    <a:pt x="624831" y="380970"/>
                  </a:lnTo>
                  <a:lnTo>
                    <a:pt x="623430" y="380970"/>
                  </a:lnTo>
                  <a:lnTo>
                    <a:pt x="622097" y="380970"/>
                  </a:lnTo>
                  <a:lnTo>
                    <a:pt x="620697" y="380970"/>
                  </a:lnTo>
                  <a:lnTo>
                    <a:pt x="619296" y="380970"/>
                  </a:lnTo>
                  <a:lnTo>
                    <a:pt x="617963" y="380970"/>
                  </a:lnTo>
                  <a:lnTo>
                    <a:pt x="616563" y="380970"/>
                  </a:lnTo>
                  <a:lnTo>
                    <a:pt x="615163" y="380970"/>
                  </a:lnTo>
                  <a:lnTo>
                    <a:pt x="613829" y="380970"/>
                  </a:lnTo>
                  <a:lnTo>
                    <a:pt x="612429" y="380970"/>
                  </a:lnTo>
                  <a:lnTo>
                    <a:pt x="611029" y="380970"/>
                  </a:lnTo>
                  <a:lnTo>
                    <a:pt x="609695" y="380970"/>
                  </a:lnTo>
                  <a:lnTo>
                    <a:pt x="608295" y="380970"/>
                  </a:lnTo>
                  <a:lnTo>
                    <a:pt x="606895" y="380970"/>
                  </a:lnTo>
                  <a:lnTo>
                    <a:pt x="605504" y="380970"/>
                  </a:lnTo>
                  <a:lnTo>
                    <a:pt x="604161" y="380970"/>
                  </a:lnTo>
                  <a:lnTo>
                    <a:pt x="602771" y="380970"/>
                  </a:lnTo>
                  <a:lnTo>
                    <a:pt x="601370" y="380970"/>
                  </a:lnTo>
                  <a:lnTo>
                    <a:pt x="600028" y="380970"/>
                  </a:lnTo>
                  <a:lnTo>
                    <a:pt x="598637" y="380970"/>
                  </a:lnTo>
                  <a:lnTo>
                    <a:pt x="597237" y="380970"/>
                  </a:lnTo>
                  <a:lnTo>
                    <a:pt x="595903" y="380970"/>
                  </a:lnTo>
                  <a:lnTo>
                    <a:pt x="594503" y="380970"/>
                  </a:lnTo>
                  <a:lnTo>
                    <a:pt x="593103" y="380970"/>
                  </a:lnTo>
                  <a:lnTo>
                    <a:pt x="591769" y="380970"/>
                  </a:lnTo>
                  <a:lnTo>
                    <a:pt x="590369" y="380970"/>
                  </a:lnTo>
                  <a:lnTo>
                    <a:pt x="588969" y="380970"/>
                  </a:lnTo>
                  <a:lnTo>
                    <a:pt x="587569" y="380970"/>
                  </a:lnTo>
                  <a:lnTo>
                    <a:pt x="586235" y="380970"/>
                  </a:lnTo>
                  <a:lnTo>
                    <a:pt x="584835" y="380970"/>
                  </a:lnTo>
                  <a:lnTo>
                    <a:pt x="583435" y="380970"/>
                  </a:lnTo>
                  <a:lnTo>
                    <a:pt x="582101" y="380970"/>
                  </a:lnTo>
                  <a:lnTo>
                    <a:pt x="580701" y="380970"/>
                  </a:lnTo>
                  <a:lnTo>
                    <a:pt x="579301" y="380970"/>
                  </a:lnTo>
                  <a:lnTo>
                    <a:pt x="577968" y="380970"/>
                  </a:lnTo>
                  <a:lnTo>
                    <a:pt x="576567" y="380970"/>
                  </a:lnTo>
                  <a:lnTo>
                    <a:pt x="575167" y="380970"/>
                  </a:lnTo>
                  <a:lnTo>
                    <a:pt x="573834" y="380970"/>
                  </a:lnTo>
                  <a:lnTo>
                    <a:pt x="572434" y="380970"/>
                  </a:lnTo>
                  <a:lnTo>
                    <a:pt x="571033" y="380970"/>
                  </a:lnTo>
                  <a:lnTo>
                    <a:pt x="569633" y="380970"/>
                  </a:lnTo>
                  <a:lnTo>
                    <a:pt x="568300" y="380970"/>
                  </a:lnTo>
                  <a:lnTo>
                    <a:pt x="566900" y="380970"/>
                  </a:lnTo>
                  <a:lnTo>
                    <a:pt x="565499" y="380970"/>
                  </a:lnTo>
                  <a:lnTo>
                    <a:pt x="564166" y="380970"/>
                  </a:lnTo>
                  <a:lnTo>
                    <a:pt x="562766" y="380970"/>
                  </a:lnTo>
                  <a:lnTo>
                    <a:pt x="561365" y="380970"/>
                  </a:lnTo>
                  <a:lnTo>
                    <a:pt x="560032" y="380970"/>
                  </a:lnTo>
                  <a:lnTo>
                    <a:pt x="558632" y="380970"/>
                  </a:lnTo>
                  <a:lnTo>
                    <a:pt x="557232" y="380970"/>
                  </a:lnTo>
                  <a:lnTo>
                    <a:pt x="555898" y="380970"/>
                  </a:lnTo>
                  <a:lnTo>
                    <a:pt x="554498" y="380970"/>
                  </a:lnTo>
                  <a:lnTo>
                    <a:pt x="553098" y="380970"/>
                  </a:lnTo>
                  <a:lnTo>
                    <a:pt x="551707" y="380970"/>
                  </a:lnTo>
                  <a:lnTo>
                    <a:pt x="550364" y="380970"/>
                  </a:lnTo>
                  <a:lnTo>
                    <a:pt x="548964" y="380970"/>
                  </a:lnTo>
                  <a:lnTo>
                    <a:pt x="547573" y="380970"/>
                  </a:lnTo>
                  <a:lnTo>
                    <a:pt x="546230" y="380970"/>
                  </a:lnTo>
                  <a:lnTo>
                    <a:pt x="544830" y="380970"/>
                  </a:lnTo>
                  <a:lnTo>
                    <a:pt x="543439" y="380970"/>
                  </a:lnTo>
                  <a:lnTo>
                    <a:pt x="542096" y="380970"/>
                  </a:lnTo>
                  <a:lnTo>
                    <a:pt x="540696" y="380970"/>
                  </a:lnTo>
                  <a:lnTo>
                    <a:pt x="539306" y="380970"/>
                  </a:lnTo>
                  <a:lnTo>
                    <a:pt x="537962" y="380970"/>
                  </a:lnTo>
                  <a:lnTo>
                    <a:pt x="536572" y="380970"/>
                  </a:lnTo>
                  <a:lnTo>
                    <a:pt x="535172" y="380970"/>
                  </a:lnTo>
                  <a:lnTo>
                    <a:pt x="533771" y="380970"/>
                  </a:lnTo>
                  <a:lnTo>
                    <a:pt x="532438" y="380970"/>
                  </a:lnTo>
                  <a:lnTo>
                    <a:pt x="531038" y="380970"/>
                  </a:lnTo>
                  <a:lnTo>
                    <a:pt x="529638" y="380970"/>
                  </a:lnTo>
                  <a:lnTo>
                    <a:pt x="528304" y="380970"/>
                  </a:lnTo>
                  <a:lnTo>
                    <a:pt x="526904" y="380970"/>
                  </a:lnTo>
                  <a:lnTo>
                    <a:pt x="525504" y="380970"/>
                  </a:lnTo>
                  <a:lnTo>
                    <a:pt x="524170" y="380970"/>
                  </a:lnTo>
                  <a:lnTo>
                    <a:pt x="522770" y="380970"/>
                  </a:lnTo>
                  <a:lnTo>
                    <a:pt x="521370" y="380970"/>
                  </a:lnTo>
                  <a:lnTo>
                    <a:pt x="520036" y="380970"/>
                  </a:lnTo>
                  <a:lnTo>
                    <a:pt x="518636" y="380970"/>
                  </a:lnTo>
                  <a:lnTo>
                    <a:pt x="517236" y="380970"/>
                  </a:lnTo>
                  <a:lnTo>
                    <a:pt x="515836" y="380970"/>
                  </a:lnTo>
                  <a:lnTo>
                    <a:pt x="514503" y="380970"/>
                  </a:lnTo>
                  <a:lnTo>
                    <a:pt x="513102" y="380970"/>
                  </a:lnTo>
                  <a:lnTo>
                    <a:pt x="511702" y="380970"/>
                  </a:lnTo>
                  <a:lnTo>
                    <a:pt x="510369" y="380970"/>
                  </a:lnTo>
                  <a:lnTo>
                    <a:pt x="508969" y="380970"/>
                  </a:lnTo>
                  <a:lnTo>
                    <a:pt x="507568" y="380970"/>
                  </a:lnTo>
                  <a:lnTo>
                    <a:pt x="506235" y="380970"/>
                  </a:lnTo>
                  <a:lnTo>
                    <a:pt x="504835" y="380970"/>
                  </a:lnTo>
                  <a:lnTo>
                    <a:pt x="503434" y="380970"/>
                  </a:lnTo>
                  <a:lnTo>
                    <a:pt x="502101" y="380970"/>
                  </a:lnTo>
                  <a:lnTo>
                    <a:pt x="500701" y="380970"/>
                  </a:lnTo>
                  <a:lnTo>
                    <a:pt x="499301" y="380970"/>
                  </a:lnTo>
                  <a:lnTo>
                    <a:pt x="497967" y="380970"/>
                  </a:lnTo>
                  <a:lnTo>
                    <a:pt x="496567" y="380970"/>
                  </a:lnTo>
                  <a:lnTo>
                    <a:pt x="495167" y="380970"/>
                  </a:lnTo>
                  <a:lnTo>
                    <a:pt x="493767" y="380970"/>
                  </a:lnTo>
                  <a:lnTo>
                    <a:pt x="492433" y="380970"/>
                  </a:lnTo>
                  <a:lnTo>
                    <a:pt x="491033" y="380970"/>
                  </a:lnTo>
                  <a:lnTo>
                    <a:pt x="489633" y="380970"/>
                  </a:lnTo>
                  <a:lnTo>
                    <a:pt x="488299" y="380970"/>
                  </a:lnTo>
                  <a:lnTo>
                    <a:pt x="486899" y="380970"/>
                  </a:lnTo>
                  <a:lnTo>
                    <a:pt x="485508" y="380970"/>
                  </a:lnTo>
                  <a:lnTo>
                    <a:pt x="484165" y="380970"/>
                  </a:lnTo>
                  <a:lnTo>
                    <a:pt x="482765" y="380970"/>
                  </a:lnTo>
                  <a:lnTo>
                    <a:pt x="481375" y="380970"/>
                  </a:lnTo>
                  <a:lnTo>
                    <a:pt x="480031" y="380970"/>
                  </a:lnTo>
                  <a:lnTo>
                    <a:pt x="478631" y="380970"/>
                  </a:lnTo>
                  <a:lnTo>
                    <a:pt x="477241" y="380970"/>
                  </a:lnTo>
                  <a:lnTo>
                    <a:pt x="475841" y="380970"/>
                  </a:lnTo>
                  <a:lnTo>
                    <a:pt x="474497" y="380970"/>
                  </a:lnTo>
                  <a:lnTo>
                    <a:pt x="473107" y="380970"/>
                  </a:lnTo>
                  <a:lnTo>
                    <a:pt x="471707" y="380970"/>
                  </a:lnTo>
                  <a:lnTo>
                    <a:pt x="470373" y="380970"/>
                  </a:lnTo>
                  <a:lnTo>
                    <a:pt x="468973" y="380970"/>
                  </a:lnTo>
                  <a:lnTo>
                    <a:pt x="467573" y="380970"/>
                  </a:lnTo>
                  <a:lnTo>
                    <a:pt x="466239" y="380970"/>
                  </a:lnTo>
                  <a:lnTo>
                    <a:pt x="464839" y="380970"/>
                  </a:lnTo>
                  <a:lnTo>
                    <a:pt x="463439" y="380970"/>
                  </a:lnTo>
                  <a:lnTo>
                    <a:pt x="462105" y="380970"/>
                  </a:lnTo>
                  <a:lnTo>
                    <a:pt x="460705" y="380970"/>
                  </a:lnTo>
                  <a:lnTo>
                    <a:pt x="459305" y="380970"/>
                  </a:lnTo>
                  <a:lnTo>
                    <a:pt x="457905" y="380970"/>
                  </a:lnTo>
                  <a:lnTo>
                    <a:pt x="456571" y="380970"/>
                  </a:lnTo>
                  <a:lnTo>
                    <a:pt x="455171" y="380970"/>
                  </a:lnTo>
                  <a:lnTo>
                    <a:pt x="453771" y="380970"/>
                  </a:lnTo>
                  <a:lnTo>
                    <a:pt x="452438" y="380970"/>
                  </a:lnTo>
                  <a:lnTo>
                    <a:pt x="451037" y="380970"/>
                  </a:lnTo>
                  <a:lnTo>
                    <a:pt x="449637" y="380970"/>
                  </a:lnTo>
                  <a:lnTo>
                    <a:pt x="448304" y="380970"/>
                  </a:lnTo>
                  <a:lnTo>
                    <a:pt x="446903" y="380970"/>
                  </a:lnTo>
                  <a:lnTo>
                    <a:pt x="445503" y="380970"/>
                  </a:lnTo>
                  <a:lnTo>
                    <a:pt x="444170" y="380970"/>
                  </a:lnTo>
                  <a:lnTo>
                    <a:pt x="442770" y="380970"/>
                  </a:lnTo>
                  <a:lnTo>
                    <a:pt x="441369" y="380970"/>
                  </a:lnTo>
                  <a:lnTo>
                    <a:pt x="439969" y="380970"/>
                  </a:lnTo>
                  <a:lnTo>
                    <a:pt x="438636" y="380970"/>
                  </a:lnTo>
                  <a:lnTo>
                    <a:pt x="437236" y="380970"/>
                  </a:lnTo>
                  <a:lnTo>
                    <a:pt x="435836" y="380970"/>
                  </a:lnTo>
                  <a:lnTo>
                    <a:pt x="434502" y="380970"/>
                  </a:lnTo>
                  <a:lnTo>
                    <a:pt x="433102" y="380970"/>
                  </a:lnTo>
                  <a:lnTo>
                    <a:pt x="431702" y="380970"/>
                  </a:lnTo>
                  <a:lnTo>
                    <a:pt x="430368" y="380970"/>
                  </a:lnTo>
                  <a:lnTo>
                    <a:pt x="428968" y="380970"/>
                  </a:lnTo>
                  <a:lnTo>
                    <a:pt x="427568" y="380970"/>
                  </a:lnTo>
                  <a:lnTo>
                    <a:pt x="426234" y="380970"/>
                  </a:lnTo>
                  <a:lnTo>
                    <a:pt x="424834" y="380970"/>
                  </a:lnTo>
                  <a:lnTo>
                    <a:pt x="423434" y="380970"/>
                  </a:lnTo>
                  <a:lnTo>
                    <a:pt x="422034" y="380970"/>
                  </a:lnTo>
                  <a:lnTo>
                    <a:pt x="420700" y="380970"/>
                  </a:lnTo>
                  <a:lnTo>
                    <a:pt x="419300" y="380970"/>
                  </a:lnTo>
                  <a:lnTo>
                    <a:pt x="417910" y="380970"/>
                  </a:lnTo>
                  <a:lnTo>
                    <a:pt x="416566" y="380970"/>
                  </a:lnTo>
                  <a:lnTo>
                    <a:pt x="415176" y="380970"/>
                  </a:lnTo>
                  <a:lnTo>
                    <a:pt x="413776" y="380970"/>
                  </a:lnTo>
                  <a:lnTo>
                    <a:pt x="412433" y="380970"/>
                  </a:lnTo>
                  <a:lnTo>
                    <a:pt x="411042" y="380970"/>
                  </a:lnTo>
                  <a:lnTo>
                    <a:pt x="409642" y="380970"/>
                  </a:lnTo>
                  <a:lnTo>
                    <a:pt x="408299" y="380970"/>
                  </a:lnTo>
                  <a:lnTo>
                    <a:pt x="406908" y="380970"/>
                  </a:lnTo>
                  <a:lnTo>
                    <a:pt x="405508" y="380970"/>
                  </a:lnTo>
                  <a:lnTo>
                    <a:pt x="404108" y="380970"/>
                  </a:lnTo>
                  <a:lnTo>
                    <a:pt x="402774" y="380970"/>
                  </a:lnTo>
                  <a:lnTo>
                    <a:pt x="401374" y="380970"/>
                  </a:lnTo>
                  <a:lnTo>
                    <a:pt x="399974" y="380970"/>
                  </a:lnTo>
                  <a:lnTo>
                    <a:pt x="398640" y="380970"/>
                  </a:lnTo>
                  <a:lnTo>
                    <a:pt x="397240" y="380970"/>
                  </a:lnTo>
                  <a:lnTo>
                    <a:pt x="395840" y="380970"/>
                  </a:lnTo>
                  <a:lnTo>
                    <a:pt x="394507" y="380970"/>
                  </a:lnTo>
                  <a:lnTo>
                    <a:pt x="393106" y="380970"/>
                  </a:lnTo>
                  <a:lnTo>
                    <a:pt x="391706" y="380970"/>
                  </a:lnTo>
                  <a:lnTo>
                    <a:pt x="390373" y="380970"/>
                  </a:lnTo>
                  <a:lnTo>
                    <a:pt x="388972" y="380970"/>
                  </a:lnTo>
                  <a:lnTo>
                    <a:pt x="387572" y="380970"/>
                  </a:lnTo>
                  <a:lnTo>
                    <a:pt x="386172" y="380970"/>
                  </a:lnTo>
                  <a:lnTo>
                    <a:pt x="384839" y="380970"/>
                  </a:lnTo>
                  <a:lnTo>
                    <a:pt x="383438" y="380970"/>
                  </a:lnTo>
                  <a:lnTo>
                    <a:pt x="382038" y="380970"/>
                  </a:lnTo>
                  <a:lnTo>
                    <a:pt x="380705" y="380970"/>
                  </a:lnTo>
                  <a:lnTo>
                    <a:pt x="379305" y="380970"/>
                  </a:lnTo>
                  <a:lnTo>
                    <a:pt x="377904" y="380970"/>
                  </a:lnTo>
                  <a:lnTo>
                    <a:pt x="376571" y="380970"/>
                  </a:lnTo>
                  <a:lnTo>
                    <a:pt x="375171" y="380970"/>
                  </a:lnTo>
                  <a:lnTo>
                    <a:pt x="373771" y="380970"/>
                  </a:lnTo>
                  <a:lnTo>
                    <a:pt x="372437" y="380970"/>
                  </a:lnTo>
                  <a:lnTo>
                    <a:pt x="371037" y="380970"/>
                  </a:lnTo>
                  <a:lnTo>
                    <a:pt x="369637" y="380970"/>
                  </a:lnTo>
                  <a:lnTo>
                    <a:pt x="368236" y="380970"/>
                  </a:lnTo>
                  <a:lnTo>
                    <a:pt x="366903" y="380970"/>
                  </a:lnTo>
                  <a:lnTo>
                    <a:pt x="365503" y="380970"/>
                  </a:lnTo>
                  <a:lnTo>
                    <a:pt x="364103" y="380970"/>
                  </a:lnTo>
                  <a:lnTo>
                    <a:pt x="362769" y="380970"/>
                  </a:lnTo>
                  <a:lnTo>
                    <a:pt x="361369" y="380970"/>
                  </a:lnTo>
                  <a:lnTo>
                    <a:pt x="359969" y="380970"/>
                  </a:lnTo>
                  <a:lnTo>
                    <a:pt x="358635" y="380970"/>
                  </a:lnTo>
                  <a:lnTo>
                    <a:pt x="357235" y="380970"/>
                  </a:lnTo>
                  <a:lnTo>
                    <a:pt x="355844" y="380970"/>
                  </a:lnTo>
                  <a:lnTo>
                    <a:pt x="354502" y="380970"/>
                  </a:lnTo>
                  <a:lnTo>
                    <a:pt x="353101" y="380970"/>
                  </a:lnTo>
                  <a:lnTo>
                    <a:pt x="351711" y="380970"/>
                  </a:lnTo>
                  <a:lnTo>
                    <a:pt x="350311" y="380970"/>
                  </a:lnTo>
                  <a:lnTo>
                    <a:pt x="348968" y="380970"/>
                  </a:lnTo>
                  <a:lnTo>
                    <a:pt x="347577" y="380970"/>
                  </a:lnTo>
                  <a:lnTo>
                    <a:pt x="346177" y="380970"/>
                  </a:lnTo>
                  <a:lnTo>
                    <a:pt x="344843" y="380970"/>
                  </a:lnTo>
                  <a:lnTo>
                    <a:pt x="343443" y="380970"/>
                  </a:lnTo>
                  <a:lnTo>
                    <a:pt x="342043" y="380970"/>
                  </a:lnTo>
                  <a:lnTo>
                    <a:pt x="340709" y="380970"/>
                  </a:lnTo>
                  <a:lnTo>
                    <a:pt x="339309" y="380970"/>
                  </a:lnTo>
                  <a:lnTo>
                    <a:pt x="337909" y="380970"/>
                  </a:lnTo>
                  <a:lnTo>
                    <a:pt x="336576" y="380970"/>
                  </a:lnTo>
                  <a:lnTo>
                    <a:pt x="335175" y="380970"/>
                  </a:lnTo>
                  <a:lnTo>
                    <a:pt x="333775" y="380970"/>
                  </a:lnTo>
                  <a:lnTo>
                    <a:pt x="332375" y="380970"/>
                  </a:lnTo>
                  <a:lnTo>
                    <a:pt x="331041" y="380970"/>
                  </a:lnTo>
                  <a:lnTo>
                    <a:pt x="329641" y="380970"/>
                  </a:lnTo>
                  <a:lnTo>
                    <a:pt x="328241" y="380970"/>
                  </a:lnTo>
                  <a:lnTo>
                    <a:pt x="326908" y="380970"/>
                  </a:lnTo>
                  <a:lnTo>
                    <a:pt x="325507" y="380970"/>
                  </a:lnTo>
                  <a:lnTo>
                    <a:pt x="324107" y="380970"/>
                  </a:lnTo>
                  <a:lnTo>
                    <a:pt x="322774" y="380970"/>
                  </a:lnTo>
                  <a:lnTo>
                    <a:pt x="321374" y="380970"/>
                  </a:lnTo>
                  <a:lnTo>
                    <a:pt x="319973" y="380970"/>
                  </a:lnTo>
                  <a:lnTo>
                    <a:pt x="318640" y="380970"/>
                  </a:lnTo>
                  <a:lnTo>
                    <a:pt x="317240" y="380970"/>
                  </a:lnTo>
                  <a:lnTo>
                    <a:pt x="315840" y="380970"/>
                  </a:lnTo>
                  <a:lnTo>
                    <a:pt x="314439" y="380970"/>
                  </a:lnTo>
                  <a:lnTo>
                    <a:pt x="313106" y="380970"/>
                  </a:lnTo>
                  <a:lnTo>
                    <a:pt x="311706" y="380970"/>
                  </a:lnTo>
                  <a:lnTo>
                    <a:pt x="310305" y="380970"/>
                  </a:lnTo>
                  <a:lnTo>
                    <a:pt x="308972" y="380970"/>
                  </a:lnTo>
                  <a:lnTo>
                    <a:pt x="307572" y="380970"/>
                  </a:lnTo>
                  <a:lnTo>
                    <a:pt x="306172" y="380970"/>
                  </a:lnTo>
                  <a:lnTo>
                    <a:pt x="304838" y="380970"/>
                  </a:lnTo>
                  <a:lnTo>
                    <a:pt x="303438" y="380970"/>
                  </a:lnTo>
                  <a:lnTo>
                    <a:pt x="302038" y="380970"/>
                  </a:lnTo>
                  <a:lnTo>
                    <a:pt x="300704" y="380970"/>
                  </a:lnTo>
                  <a:lnTo>
                    <a:pt x="299304" y="380970"/>
                  </a:lnTo>
                  <a:lnTo>
                    <a:pt x="297904" y="380970"/>
                  </a:lnTo>
                  <a:lnTo>
                    <a:pt x="296570" y="380970"/>
                  </a:lnTo>
                  <a:lnTo>
                    <a:pt x="295170" y="380970"/>
                  </a:lnTo>
                  <a:lnTo>
                    <a:pt x="293770" y="380970"/>
                  </a:lnTo>
                  <a:lnTo>
                    <a:pt x="292379" y="380970"/>
                  </a:lnTo>
                  <a:lnTo>
                    <a:pt x="291037" y="380970"/>
                  </a:lnTo>
                  <a:lnTo>
                    <a:pt x="289636" y="380970"/>
                  </a:lnTo>
                  <a:lnTo>
                    <a:pt x="288246" y="380970"/>
                  </a:lnTo>
                  <a:lnTo>
                    <a:pt x="286902" y="380970"/>
                  </a:lnTo>
                  <a:lnTo>
                    <a:pt x="285512" y="380970"/>
                  </a:lnTo>
                  <a:lnTo>
                    <a:pt x="284112" y="380970"/>
                  </a:lnTo>
                  <a:lnTo>
                    <a:pt x="282769" y="380970"/>
                  </a:lnTo>
                  <a:lnTo>
                    <a:pt x="281378" y="380970"/>
                  </a:lnTo>
                  <a:lnTo>
                    <a:pt x="279978" y="380970"/>
                  </a:lnTo>
                  <a:lnTo>
                    <a:pt x="278635" y="380970"/>
                  </a:lnTo>
                  <a:lnTo>
                    <a:pt x="277244" y="380970"/>
                  </a:lnTo>
                  <a:lnTo>
                    <a:pt x="275844" y="380970"/>
                  </a:lnTo>
                  <a:lnTo>
                    <a:pt x="274444" y="380970"/>
                  </a:lnTo>
                  <a:lnTo>
                    <a:pt x="273110" y="380970"/>
                  </a:lnTo>
                  <a:lnTo>
                    <a:pt x="271710" y="380970"/>
                  </a:lnTo>
                  <a:lnTo>
                    <a:pt x="270310" y="380970"/>
                  </a:lnTo>
                  <a:lnTo>
                    <a:pt x="268977" y="380970"/>
                  </a:lnTo>
                  <a:lnTo>
                    <a:pt x="267576" y="380970"/>
                  </a:lnTo>
                  <a:lnTo>
                    <a:pt x="266176" y="380970"/>
                  </a:lnTo>
                  <a:lnTo>
                    <a:pt x="264843" y="380970"/>
                  </a:lnTo>
                  <a:lnTo>
                    <a:pt x="263443" y="380970"/>
                  </a:lnTo>
                  <a:lnTo>
                    <a:pt x="262042" y="380970"/>
                  </a:lnTo>
                  <a:lnTo>
                    <a:pt x="260709" y="380970"/>
                  </a:lnTo>
                  <a:lnTo>
                    <a:pt x="259309" y="380970"/>
                  </a:lnTo>
                  <a:lnTo>
                    <a:pt x="257909" y="380970"/>
                  </a:lnTo>
                  <a:lnTo>
                    <a:pt x="256508" y="380970"/>
                  </a:lnTo>
                  <a:lnTo>
                    <a:pt x="255175" y="380970"/>
                  </a:lnTo>
                  <a:lnTo>
                    <a:pt x="253775" y="380970"/>
                  </a:lnTo>
                  <a:lnTo>
                    <a:pt x="252374" y="380970"/>
                  </a:lnTo>
                  <a:lnTo>
                    <a:pt x="251041" y="380970"/>
                  </a:lnTo>
                  <a:lnTo>
                    <a:pt x="249641" y="380970"/>
                  </a:lnTo>
                  <a:lnTo>
                    <a:pt x="248241" y="380970"/>
                  </a:lnTo>
                  <a:lnTo>
                    <a:pt x="246907" y="380970"/>
                  </a:lnTo>
                  <a:lnTo>
                    <a:pt x="245507" y="380970"/>
                  </a:lnTo>
                  <a:lnTo>
                    <a:pt x="244107" y="380970"/>
                  </a:lnTo>
                  <a:lnTo>
                    <a:pt x="242773" y="380970"/>
                  </a:lnTo>
                  <a:lnTo>
                    <a:pt x="241373" y="380970"/>
                  </a:lnTo>
                  <a:lnTo>
                    <a:pt x="239973" y="380970"/>
                  </a:lnTo>
                  <a:lnTo>
                    <a:pt x="238573" y="380970"/>
                  </a:lnTo>
                  <a:lnTo>
                    <a:pt x="237239" y="380970"/>
                  </a:lnTo>
                  <a:lnTo>
                    <a:pt x="235839" y="380970"/>
                  </a:lnTo>
                  <a:lnTo>
                    <a:pt x="234439" y="380970"/>
                  </a:lnTo>
                  <a:lnTo>
                    <a:pt x="233105" y="380970"/>
                  </a:lnTo>
                  <a:lnTo>
                    <a:pt x="231705" y="380970"/>
                  </a:lnTo>
                  <a:lnTo>
                    <a:pt x="230315" y="380970"/>
                  </a:lnTo>
                  <a:lnTo>
                    <a:pt x="228971" y="380970"/>
                  </a:lnTo>
                  <a:lnTo>
                    <a:pt x="227571" y="380970"/>
                  </a:lnTo>
                  <a:lnTo>
                    <a:pt x="226181" y="380970"/>
                  </a:lnTo>
                  <a:lnTo>
                    <a:pt x="224838" y="380970"/>
                  </a:lnTo>
                  <a:lnTo>
                    <a:pt x="223437" y="380970"/>
                  </a:lnTo>
                  <a:lnTo>
                    <a:pt x="222047" y="380970"/>
                  </a:lnTo>
                  <a:lnTo>
                    <a:pt x="220647" y="380970"/>
                  </a:lnTo>
                  <a:lnTo>
                    <a:pt x="219304" y="380970"/>
                  </a:lnTo>
                  <a:lnTo>
                    <a:pt x="217913" y="380970"/>
                  </a:lnTo>
                  <a:lnTo>
                    <a:pt x="216513" y="380970"/>
                  </a:lnTo>
                  <a:lnTo>
                    <a:pt x="215179" y="380970"/>
                  </a:lnTo>
                  <a:lnTo>
                    <a:pt x="213779" y="380970"/>
                  </a:lnTo>
                  <a:lnTo>
                    <a:pt x="212379" y="380970"/>
                  </a:lnTo>
                  <a:lnTo>
                    <a:pt x="211045" y="380970"/>
                  </a:lnTo>
                  <a:lnTo>
                    <a:pt x="209645" y="380970"/>
                  </a:lnTo>
                  <a:lnTo>
                    <a:pt x="208245" y="380970"/>
                  </a:lnTo>
                  <a:lnTo>
                    <a:pt x="206912" y="380970"/>
                  </a:lnTo>
                  <a:lnTo>
                    <a:pt x="205511" y="380970"/>
                  </a:lnTo>
                  <a:lnTo>
                    <a:pt x="204111" y="380970"/>
                  </a:lnTo>
                  <a:lnTo>
                    <a:pt x="202711" y="380970"/>
                  </a:lnTo>
                  <a:lnTo>
                    <a:pt x="201378" y="380970"/>
                  </a:lnTo>
                  <a:lnTo>
                    <a:pt x="199978" y="380970"/>
                  </a:lnTo>
                  <a:lnTo>
                    <a:pt x="198577" y="380970"/>
                  </a:lnTo>
                  <a:lnTo>
                    <a:pt x="197244" y="380970"/>
                  </a:lnTo>
                  <a:lnTo>
                    <a:pt x="195843" y="380970"/>
                  </a:lnTo>
                  <a:lnTo>
                    <a:pt x="194443" y="380970"/>
                  </a:lnTo>
                  <a:lnTo>
                    <a:pt x="193110" y="380970"/>
                  </a:lnTo>
                  <a:lnTo>
                    <a:pt x="191710" y="380970"/>
                  </a:lnTo>
                  <a:lnTo>
                    <a:pt x="190310" y="380970"/>
                  </a:lnTo>
                  <a:lnTo>
                    <a:pt x="188976" y="380970"/>
                  </a:lnTo>
                  <a:lnTo>
                    <a:pt x="187576" y="380970"/>
                  </a:lnTo>
                  <a:lnTo>
                    <a:pt x="186176" y="380970"/>
                  </a:lnTo>
                  <a:lnTo>
                    <a:pt x="184776" y="380970"/>
                  </a:lnTo>
                  <a:lnTo>
                    <a:pt x="183442" y="380970"/>
                  </a:lnTo>
                  <a:lnTo>
                    <a:pt x="182042" y="380970"/>
                  </a:lnTo>
                  <a:lnTo>
                    <a:pt x="180642" y="380970"/>
                  </a:lnTo>
                  <a:lnTo>
                    <a:pt x="179308" y="380970"/>
                  </a:lnTo>
                  <a:lnTo>
                    <a:pt x="177908" y="380970"/>
                  </a:lnTo>
                  <a:lnTo>
                    <a:pt x="176508" y="380970"/>
                  </a:lnTo>
                  <a:lnTo>
                    <a:pt x="175174" y="380970"/>
                  </a:lnTo>
                  <a:lnTo>
                    <a:pt x="173774" y="380970"/>
                  </a:lnTo>
                  <a:lnTo>
                    <a:pt x="172374" y="380970"/>
                  </a:lnTo>
                  <a:lnTo>
                    <a:pt x="171041" y="380970"/>
                  </a:lnTo>
                  <a:lnTo>
                    <a:pt x="169640" y="380970"/>
                  </a:lnTo>
                  <a:lnTo>
                    <a:pt x="168240" y="380970"/>
                  </a:lnTo>
                  <a:lnTo>
                    <a:pt x="166850" y="380970"/>
                  </a:lnTo>
                  <a:lnTo>
                    <a:pt x="165506" y="380970"/>
                  </a:lnTo>
                  <a:lnTo>
                    <a:pt x="164116" y="380970"/>
                  </a:lnTo>
                  <a:lnTo>
                    <a:pt x="162716" y="380970"/>
                  </a:lnTo>
                  <a:lnTo>
                    <a:pt x="161373" y="380970"/>
                  </a:lnTo>
                  <a:lnTo>
                    <a:pt x="159982" y="380970"/>
                  </a:lnTo>
                  <a:lnTo>
                    <a:pt x="158582" y="380970"/>
                  </a:lnTo>
                  <a:lnTo>
                    <a:pt x="157239" y="380970"/>
                  </a:lnTo>
                  <a:lnTo>
                    <a:pt x="155848" y="380970"/>
                  </a:lnTo>
                  <a:lnTo>
                    <a:pt x="154448" y="380970"/>
                  </a:lnTo>
                  <a:lnTo>
                    <a:pt x="153105" y="380970"/>
                  </a:lnTo>
                  <a:lnTo>
                    <a:pt x="151714" y="380970"/>
                  </a:lnTo>
                  <a:lnTo>
                    <a:pt x="150314" y="380970"/>
                  </a:lnTo>
                  <a:lnTo>
                    <a:pt x="148914" y="380970"/>
                  </a:lnTo>
                  <a:lnTo>
                    <a:pt x="147580" y="380970"/>
                  </a:lnTo>
                  <a:lnTo>
                    <a:pt x="146180" y="380970"/>
                  </a:lnTo>
                  <a:lnTo>
                    <a:pt x="144780" y="380970"/>
                  </a:lnTo>
                  <a:lnTo>
                    <a:pt x="143447" y="380970"/>
                  </a:lnTo>
                  <a:lnTo>
                    <a:pt x="142046" y="380970"/>
                  </a:lnTo>
                  <a:lnTo>
                    <a:pt x="140646" y="380970"/>
                  </a:lnTo>
                  <a:lnTo>
                    <a:pt x="139313" y="380970"/>
                  </a:lnTo>
                  <a:lnTo>
                    <a:pt x="137912" y="380970"/>
                  </a:lnTo>
                  <a:lnTo>
                    <a:pt x="136512" y="380970"/>
                  </a:lnTo>
                  <a:lnTo>
                    <a:pt x="135179" y="380970"/>
                  </a:lnTo>
                  <a:lnTo>
                    <a:pt x="133779" y="380970"/>
                  </a:lnTo>
                  <a:lnTo>
                    <a:pt x="132378" y="380970"/>
                  </a:lnTo>
                  <a:lnTo>
                    <a:pt x="130978" y="380970"/>
                  </a:lnTo>
                  <a:lnTo>
                    <a:pt x="129645" y="380970"/>
                  </a:lnTo>
                  <a:lnTo>
                    <a:pt x="128245" y="380970"/>
                  </a:lnTo>
                  <a:lnTo>
                    <a:pt x="126844" y="380970"/>
                  </a:lnTo>
                  <a:lnTo>
                    <a:pt x="125511" y="380970"/>
                  </a:lnTo>
                  <a:lnTo>
                    <a:pt x="124111" y="380970"/>
                  </a:lnTo>
                  <a:lnTo>
                    <a:pt x="122711" y="380970"/>
                  </a:lnTo>
                  <a:lnTo>
                    <a:pt x="121377" y="380970"/>
                  </a:lnTo>
                  <a:lnTo>
                    <a:pt x="119977" y="380970"/>
                  </a:lnTo>
                  <a:lnTo>
                    <a:pt x="118577" y="380970"/>
                  </a:lnTo>
                  <a:lnTo>
                    <a:pt x="117243" y="380970"/>
                  </a:lnTo>
                  <a:lnTo>
                    <a:pt x="115843" y="380970"/>
                  </a:lnTo>
                  <a:lnTo>
                    <a:pt x="114443" y="380970"/>
                  </a:lnTo>
                  <a:lnTo>
                    <a:pt x="113043" y="380970"/>
                  </a:lnTo>
                  <a:lnTo>
                    <a:pt x="111709" y="380970"/>
                  </a:lnTo>
                  <a:lnTo>
                    <a:pt x="110309" y="380970"/>
                  </a:lnTo>
                  <a:lnTo>
                    <a:pt x="108909" y="380970"/>
                  </a:lnTo>
                  <a:lnTo>
                    <a:pt x="107575" y="380970"/>
                  </a:lnTo>
                  <a:lnTo>
                    <a:pt x="106175" y="380970"/>
                  </a:lnTo>
                  <a:lnTo>
                    <a:pt x="104784" y="380970"/>
                  </a:lnTo>
                  <a:lnTo>
                    <a:pt x="103442" y="380970"/>
                  </a:lnTo>
                  <a:lnTo>
                    <a:pt x="102041" y="380970"/>
                  </a:lnTo>
                  <a:lnTo>
                    <a:pt x="100651" y="380970"/>
                  </a:lnTo>
                  <a:lnTo>
                    <a:pt x="99308" y="380970"/>
                  </a:lnTo>
                  <a:lnTo>
                    <a:pt x="97917" y="380970"/>
                  </a:lnTo>
                  <a:lnTo>
                    <a:pt x="96517" y="380970"/>
                  </a:lnTo>
                  <a:lnTo>
                    <a:pt x="95174" y="380970"/>
                  </a:lnTo>
                  <a:lnTo>
                    <a:pt x="93783" y="380970"/>
                  </a:lnTo>
                  <a:lnTo>
                    <a:pt x="92383" y="380970"/>
                  </a:lnTo>
                  <a:lnTo>
                    <a:pt x="90983" y="380970"/>
                  </a:lnTo>
                  <a:lnTo>
                    <a:pt x="89649" y="380970"/>
                  </a:lnTo>
                  <a:lnTo>
                    <a:pt x="88249" y="380970"/>
                  </a:lnTo>
                  <a:lnTo>
                    <a:pt x="86849" y="380970"/>
                  </a:lnTo>
                  <a:lnTo>
                    <a:pt x="85516" y="380970"/>
                  </a:lnTo>
                  <a:lnTo>
                    <a:pt x="84115" y="380970"/>
                  </a:lnTo>
                  <a:lnTo>
                    <a:pt x="82715" y="380970"/>
                  </a:lnTo>
                  <a:lnTo>
                    <a:pt x="81382" y="380970"/>
                  </a:lnTo>
                  <a:lnTo>
                    <a:pt x="79981" y="380970"/>
                  </a:lnTo>
                  <a:lnTo>
                    <a:pt x="78581" y="380970"/>
                  </a:lnTo>
                  <a:lnTo>
                    <a:pt x="77248" y="380970"/>
                  </a:lnTo>
                  <a:lnTo>
                    <a:pt x="75848" y="380970"/>
                  </a:lnTo>
                  <a:lnTo>
                    <a:pt x="74447" y="380970"/>
                  </a:lnTo>
                  <a:lnTo>
                    <a:pt x="73047" y="380970"/>
                  </a:lnTo>
                  <a:lnTo>
                    <a:pt x="71714" y="380970"/>
                  </a:lnTo>
                  <a:lnTo>
                    <a:pt x="70314" y="380970"/>
                  </a:lnTo>
                  <a:lnTo>
                    <a:pt x="68913" y="380970"/>
                  </a:lnTo>
                  <a:lnTo>
                    <a:pt x="67580" y="380970"/>
                  </a:lnTo>
                  <a:lnTo>
                    <a:pt x="66180" y="380970"/>
                  </a:lnTo>
                  <a:lnTo>
                    <a:pt x="64780" y="380970"/>
                  </a:lnTo>
                  <a:lnTo>
                    <a:pt x="63446" y="380970"/>
                  </a:lnTo>
                  <a:lnTo>
                    <a:pt x="62046" y="380970"/>
                  </a:lnTo>
                  <a:lnTo>
                    <a:pt x="60646" y="380970"/>
                  </a:lnTo>
                  <a:lnTo>
                    <a:pt x="59312" y="380970"/>
                  </a:lnTo>
                  <a:lnTo>
                    <a:pt x="57912" y="380970"/>
                  </a:lnTo>
                  <a:lnTo>
                    <a:pt x="56512" y="380970"/>
                  </a:lnTo>
                  <a:lnTo>
                    <a:pt x="55112" y="380970"/>
                  </a:lnTo>
                  <a:lnTo>
                    <a:pt x="53778" y="380970"/>
                  </a:lnTo>
                  <a:lnTo>
                    <a:pt x="52378" y="380970"/>
                  </a:lnTo>
                  <a:lnTo>
                    <a:pt x="50978" y="380970"/>
                  </a:lnTo>
                  <a:lnTo>
                    <a:pt x="49644" y="380970"/>
                  </a:lnTo>
                  <a:lnTo>
                    <a:pt x="48244" y="380970"/>
                  </a:lnTo>
                  <a:lnTo>
                    <a:pt x="46844" y="380970"/>
                  </a:lnTo>
                  <a:lnTo>
                    <a:pt x="45510" y="380970"/>
                  </a:lnTo>
                  <a:lnTo>
                    <a:pt x="44110" y="380970"/>
                  </a:lnTo>
                  <a:lnTo>
                    <a:pt x="42710" y="380970"/>
                  </a:lnTo>
                  <a:lnTo>
                    <a:pt x="41377" y="380970"/>
                  </a:lnTo>
                  <a:lnTo>
                    <a:pt x="39977" y="380970"/>
                  </a:lnTo>
                  <a:lnTo>
                    <a:pt x="38576" y="380970"/>
                  </a:lnTo>
                  <a:lnTo>
                    <a:pt x="37186" y="380970"/>
                  </a:lnTo>
                  <a:lnTo>
                    <a:pt x="35843" y="380970"/>
                  </a:lnTo>
                  <a:lnTo>
                    <a:pt x="34443" y="380970"/>
                  </a:lnTo>
                  <a:lnTo>
                    <a:pt x="33052" y="380970"/>
                  </a:lnTo>
                  <a:lnTo>
                    <a:pt x="31718" y="380970"/>
                  </a:lnTo>
                  <a:lnTo>
                    <a:pt x="30318" y="380970"/>
                  </a:lnTo>
                  <a:lnTo>
                    <a:pt x="28918" y="380970"/>
                  </a:lnTo>
                  <a:lnTo>
                    <a:pt x="27585" y="380970"/>
                  </a:lnTo>
                  <a:lnTo>
                    <a:pt x="26184" y="380970"/>
                  </a:lnTo>
                  <a:lnTo>
                    <a:pt x="24784" y="380970"/>
                  </a:lnTo>
                  <a:lnTo>
                    <a:pt x="23450" y="380970"/>
                  </a:lnTo>
                  <a:lnTo>
                    <a:pt x="22050" y="380970"/>
                  </a:lnTo>
                  <a:lnTo>
                    <a:pt x="20650" y="380970"/>
                  </a:lnTo>
                  <a:lnTo>
                    <a:pt x="19250" y="380970"/>
                  </a:lnTo>
                  <a:lnTo>
                    <a:pt x="17917" y="380970"/>
                  </a:lnTo>
                  <a:lnTo>
                    <a:pt x="16516" y="380970"/>
                  </a:lnTo>
                  <a:lnTo>
                    <a:pt x="15116" y="380970"/>
                  </a:lnTo>
                  <a:lnTo>
                    <a:pt x="13783" y="380970"/>
                  </a:lnTo>
                  <a:lnTo>
                    <a:pt x="12383" y="380970"/>
                  </a:lnTo>
                  <a:lnTo>
                    <a:pt x="10982" y="380970"/>
                  </a:lnTo>
                  <a:lnTo>
                    <a:pt x="9649" y="380970"/>
                  </a:lnTo>
                  <a:lnTo>
                    <a:pt x="8249" y="380970"/>
                  </a:lnTo>
                  <a:lnTo>
                    <a:pt x="6849" y="380970"/>
                  </a:lnTo>
                  <a:lnTo>
                    <a:pt x="5515" y="380970"/>
                  </a:lnTo>
                  <a:lnTo>
                    <a:pt x="4115" y="380970"/>
                  </a:lnTo>
                  <a:lnTo>
                    <a:pt x="2715" y="380970"/>
                  </a:lnTo>
                  <a:lnTo>
                    <a:pt x="1315" y="380970"/>
                  </a:lnTo>
                  <a:lnTo>
                    <a:pt x="-19" y="380970"/>
                  </a:lnTo>
                  <a:close/>
                </a:path>
              </a:pathLst>
            </a:custGeom>
            <a:solidFill>
              <a:srgbClr val="E63946">
                <a:alpha val="50000"/>
              </a:srgbClr>
            </a:solidFill>
            <a:ln w="9525" cap="flat">
              <a:noFill/>
              <a:prstDash val="solid"/>
              <a:round/>
            </a:ln>
          </p:spPr>
          <p:txBody>
            <a:bodyPr/>
            <a:lstStyle/>
            <a:p>
              <a:endParaRPr lang="zh-CN" altLang="en-US" sz="2190"/>
            </a:p>
          </p:txBody>
        </p:sp>
        <p:sp>
          <p:nvSpPr>
            <p:cNvPr id="933" name="任意多边形: 形状 932"/>
            <p:cNvSpPr/>
            <p:nvPr/>
          </p:nvSpPr>
          <p:spPr>
            <a:xfrm>
              <a:off x="4634374" y="4421709"/>
              <a:ext cx="9525" cy="133350"/>
            </a:xfrm>
            <a:custGeom>
              <a:avLst/>
              <a:gdLst>
                <a:gd name="csX0" fmla="*/ -19 w 9525"/>
                <a:gd name="csY0" fmla="*/ 133320 h 133350"/>
                <a:gd name="csX1" fmla="*/ -19 w 9525"/>
                <a:gd name="csY1" fmla="*/ -30 h 133350"/>
              </a:gdLst>
              <a:ahLst/>
              <a:cxnLst>
                <a:cxn ang="0">
                  <a:pos x="csX0" y="csY0"/>
                </a:cxn>
                <a:cxn ang="0">
                  <a:pos x="csX1" y="csY1"/>
                </a:cxn>
              </a:cxnLst>
              <a:rect l="l" t="t" r="r" b="b"/>
              <a:pathLst>
                <a:path w="9525" h="133350">
                  <a:moveTo>
                    <a:pt x="-19" y="133320"/>
                  </a:moveTo>
                  <a:lnTo>
                    <a:pt x="-19" y="-30"/>
                  </a:lnTo>
                </a:path>
              </a:pathLst>
            </a:custGeom>
            <a:noFill/>
            <a:ln w="7242" cap="flat">
              <a:solidFill>
                <a:srgbClr val="000000"/>
              </a:solidFill>
              <a:prstDash val="solid"/>
              <a:round/>
            </a:ln>
          </p:spPr>
          <p:txBody>
            <a:bodyPr/>
            <a:lstStyle/>
            <a:p>
              <a:endParaRPr lang="zh-CN" altLang="en-US" sz="2190"/>
            </a:p>
          </p:txBody>
        </p:sp>
        <p:sp>
          <p:nvSpPr>
            <p:cNvPr id="934" name="任意多边形: 形状 933"/>
            <p:cNvSpPr/>
            <p:nvPr/>
          </p:nvSpPr>
          <p:spPr>
            <a:xfrm>
              <a:off x="4329574" y="4174059"/>
              <a:ext cx="704850" cy="381000"/>
            </a:xfrm>
            <a:custGeom>
              <a:avLst/>
              <a:gdLst>
                <a:gd name="csX0" fmla="*/ -19 w 704850"/>
                <a:gd name="csY0" fmla="*/ 380265 h 381000"/>
                <a:gd name="csX1" fmla="*/ 1315 w 704850"/>
                <a:gd name="csY1" fmla="*/ 380075 h 381000"/>
                <a:gd name="csX2" fmla="*/ 2715 w 704850"/>
                <a:gd name="csY2" fmla="*/ 379827 h 381000"/>
                <a:gd name="csX3" fmla="*/ 4115 w 704850"/>
                <a:gd name="csY3" fmla="*/ 379570 h 381000"/>
                <a:gd name="csX4" fmla="*/ 5515 w 704850"/>
                <a:gd name="csY4" fmla="*/ 379313 h 381000"/>
                <a:gd name="csX5" fmla="*/ 6849 w 704850"/>
                <a:gd name="csY5" fmla="*/ 378998 h 381000"/>
                <a:gd name="csX6" fmla="*/ 8249 w 704850"/>
                <a:gd name="csY6" fmla="*/ 378675 h 381000"/>
                <a:gd name="csX7" fmla="*/ 9649 w 704850"/>
                <a:gd name="csY7" fmla="*/ 378360 h 381000"/>
                <a:gd name="csX8" fmla="*/ 10982 w 704850"/>
                <a:gd name="csY8" fmla="*/ 377912 h 381000"/>
                <a:gd name="csX9" fmla="*/ 12383 w 704850"/>
                <a:gd name="csY9" fmla="*/ 377532 h 381000"/>
                <a:gd name="csX10" fmla="*/ 13783 w 704850"/>
                <a:gd name="csY10" fmla="*/ 377017 h 381000"/>
                <a:gd name="csX11" fmla="*/ 15116 w 704850"/>
                <a:gd name="csY11" fmla="*/ 376512 h 381000"/>
                <a:gd name="csX12" fmla="*/ 16516 w 704850"/>
                <a:gd name="csY12" fmla="*/ 375998 h 381000"/>
                <a:gd name="csX13" fmla="*/ 17917 w 704850"/>
                <a:gd name="csY13" fmla="*/ 375360 h 381000"/>
                <a:gd name="csX14" fmla="*/ 19250 w 704850"/>
                <a:gd name="csY14" fmla="*/ 374731 h 381000"/>
                <a:gd name="csX15" fmla="*/ 20650 w 704850"/>
                <a:gd name="csY15" fmla="*/ 374026 h 381000"/>
                <a:gd name="csX16" fmla="*/ 22050 w 704850"/>
                <a:gd name="csY16" fmla="*/ 373264 h 381000"/>
                <a:gd name="csX17" fmla="*/ 23450 w 704850"/>
                <a:gd name="csY17" fmla="*/ 372502 h 381000"/>
                <a:gd name="csX18" fmla="*/ 24784 w 704850"/>
                <a:gd name="csY18" fmla="*/ 371540 h 381000"/>
                <a:gd name="csX19" fmla="*/ 26184 w 704850"/>
                <a:gd name="csY19" fmla="*/ 370588 h 381000"/>
                <a:gd name="csX20" fmla="*/ 27585 w 704850"/>
                <a:gd name="csY20" fmla="*/ 369635 h 381000"/>
                <a:gd name="csX21" fmla="*/ 28918 w 704850"/>
                <a:gd name="csY21" fmla="*/ 368483 h 381000"/>
                <a:gd name="csX22" fmla="*/ 30318 w 704850"/>
                <a:gd name="csY22" fmla="*/ 367273 h 381000"/>
                <a:gd name="csX23" fmla="*/ 31718 w 704850"/>
                <a:gd name="csY23" fmla="*/ 366063 h 381000"/>
                <a:gd name="csX24" fmla="*/ 33052 w 704850"/>
                <a:gd name="csY24" fmla="*/ 364663 h 381000"/>
                <a:gd name="csX25" fmla="*/ 34452 w 704850"/>
                <a:gd name="csY25" fmla="*/ 363196 h 381000"/>
                <a:gd name="csX26" fmla="*/ 35843 w 704850"/>
                <a:gd name="csY26" fmla="*/ 361663 h 381000"/>
                <a:gd name="csX27" fmla="*/ 37186 w 704850"/>
                <a:gd name="csY27" fmla="*/ 360006 h 381000"/>
                <a:gd name="csX28" fmla="*/ 38586 w 704850"/>
                <a:gd name="csY28" fmla="*/ 358224 h 381000"/>
                <a:gd name="csX29" fmla="*/ 39977 w 704850"/>
                <a:gd name="csY29" fmla="*/ 356376 h 381000"/>
                <a:gd name="csX30" fmla="*/ 41377 w 704850"/>
                <a:gd name="csY30" fmla="*/ 354338 h 381000"/>
                <a:gd name="csX31" fmla="*/ 42720 w 704850"/>
                <a:gd name="csY31" fmla="*/ 352233 h 381000"/>
                <a:gd name="csX32" fmla="*/ 44110 w 704850"/>
                <a:gd name="csY32" fmla="*/ 350004 h 381000"/>
                <a:gd name="csX33" fmla="*/ 45510 w 704850"/>
                <a:gd name="csY33" fmla="*/ 347652 h 381000"/>
                <a:gd name="csX34" fmla="*/ 46853 w 704850"/>
                <a:gd name="csY34" fmla="*/ 345099 h 381000"/>
                <a:gd name="csX35" fmla="*/ 48244 w 704850"/>
                <a:gd name="csY35" fmla="*/ 342489 h 381000"/>
                <a:gd name="csX36" fmla="*/ 49644 w 704850"/>
                <a:gd name="csY36" fmla="*/ 339689 h 381000"/>
                <a:gd name="csX37" fmla="*/ 50978 w 704850"/>
                <a:gd name="csY37" fmla="*/ 336755 h 381000"/>
                <a:gd name="csX38" fmla="*/ 52378 w 704850"/>
                <a:gd name="csY38" fmla="*/ 333631 h 381000"/>
                <a:gd name="csX39" fmla="*/ 53778 w 704850"/>
                <a:gd name="csY39" fmla="*/ 330450 h 381000"/>
                <a:gd name="csX40" fmla="*/ 55112 w 704850"/>
                <a:gd name="csY40" fmla="*/ 327068 h 381000"/>
                <a:gd name="csX41" fmla="*/ 56512 w 704850"/>
                <a:gd name="csY41" fmla="*/ 323506 h 381000"/>
                <a:gd name="csX42" fmla="*/ 57912 w 704850"/>
                <a:gd name="csY42" fmla="*/ 319810 h 381000"/>
                <a:gd name="csX43" fmla="*/ 59312 w 704850"/>
                <a:gd name="csY43" fmla="*/ 315924 h 381000"/>
                <a:gd name="csX44" fmla="*/ 60646 w 704850"/>
                <a:gd name="csY44" fmla="*/ 311904 h 381000"/>
                <a:gd name="csX45" fmla="*/ 62046 w 704850"/>
                <a:gd name="csY45" fmla="*/ 307704 h 381000"/>
                <a:gd name="csX46" fmla="*/ 63446 w 704850"/>
                <a:gd name="csY46" fmla="*/ 303370 h 381000"/>
                <a:gd name="csX47" fmla="*/ 64780 w 704850"/>
                <a:gd name="csY47" fmla="*/ 298779 h 381000"/>
                <a:gd name="csX48" fmla="*/ 66180 w 704850"/>
                <a:gd name="csY48" fmla="*/ 294131 h 381000"/>
                <a:gd name="csX49" fmla="*/ 67580 w 704850"/>
                <a:gd name="csY49" fmla="*/ 289292 h 381000"/>
                <a:gd name="csX50" fmla="*/ 68913 w 704850"/>
                <a:gd name="csY50" fmla="*/ 284253 h 381000"/>
                <a:gd name="csX51" fmla="*/ 70314 w 704850"/>
                <a:gd name="csY51" fmla="*/ 279034 h 381000"/>
                <a:gd name="csX52" fmla="*/ 71714 w 704850"/>
                <a:gd name="csY52" fmla="*/ 273747 h 381000"/>
                <a:gd name="csX53" fmla="*/ 73047 w 704850"/>
                <a:gd name="csY53" fmla="*/ 268261 h 381000"/>
                <a:gd name="csX54" fmla="*/ 74447 w 704850"/>
                <a:gd name="csY54" fmla="*/ 262593 h 381000"/>
                <a:gd name="csX55" fmla="*/ 75848 w 704850"/>
                <a:gd name="csY55" fmla="*/ 256859 h 381000"/>
                <a:gd name="csX56" fmla="*/ 77248 w 704850"/>
                <a:gd name="csY56" fmla="*/ 250935 h 381000"/>
                <a:gd name="csX57" fmla="*/ 78581 w 704850"/>
                <a:gd name="csY57" fmla="*/ 244820 h 381000"/>
                <a:gd name="csX58" fmla="*/ 79981 w 704850"/>
                <a:gd name="csY58" fmla="*/ 238638 h 381000"/>
                <a:gd name="csX59" fmla="*/ 81382 w 704850"/>
                <a:gd name="csY59" fmla="*/ 232390 h 381000"/>
                <a:gd name="csX60" fmla="*/ 82715 w 704850"/>
                <a:gd name="csY60" fmla="*/ 225893 h 381000"/>
                <a:gd name="csX61" fmla="*/ 84115 w 704850"/>
                <a:gd name="csY61" fmla="*/ 219397 h 381000"/>
                <a:gd name="csX62" fmla="*/ 85516 w 704850"/>
                <a:gd name="csY62" fmla="*/ 212835 h 381000"/>
                <a:gd name="csX63" fmla="*/ 86849 w 704850"/>
                <a:gd name="csY63" fmla="*/ 206082 h 381000"/>
                <a:gd name="csX64" fmla="*/ 88249 w 704850"/>
                <a:gd name="csY64" fmla="*/ 199328 h 381000"/>
                <a:gd name="csX65" fmla="*/ 89649 w 704850"/>
                <a:gd name="csY65" fmla="*/ 192442 h 381000"/>
                <a:gd name="csX66" fmla="*/ 90983 w 704850"/>
                <a:gd name="csY66" fmla="*/ 185564 h 381000"/>
                <a:gd name="csX67" fmla="*/ 92383 w 704850"/>
                <a:gd name="csY67" fmla="*/ 178621 h 381000"/>
                <a:gd name="csX68" fmla="*/ 93783 w 704850"/>
                <a:gd name="csY68" fmla="*/ 171610 h 381000"/>
                <a:gd name="csX69" fmla="*/ 95174 w 704850"/>
                <a:gd name="csY69" fmla="*/ 164600 h 381000"/>
                <a:gd name="csX70" fmla="*/ 96517 w 704850"/>
                <a:gd name="csY70" fmla="*/ 157599 h 381000"/>
                <a:gd name="csX71" fmla="*/ 97917 w 704850"/>
                <a:gd name="csY71" fmla="*/ 150589 h 381000"/>
                <a:gd name="csX72" fmla="*/ 99308 w 704850"/>
                <a:gd name="csY72" fmla="*/ 143645 h 381000"/>
                <a:gd name="csX73" fmla="*/ 100651 w 704850"/>
                <a:gd name="csY73" fmla="*/ 136701 h 381000"/>
                <a:gd name="csX74" fmla="*/ 102041 w 704850"/>
                <a:gd name="csY74" fmla="*/ 129748 h 381000"/>
                <a:gd name="csX75" fmla="*/ 103442 w 704850"/>
                <a:gd name="csY75" fmla="*/ 122938 h 381000"/>
                <a:gd name="csX76" fmla="*/ 104784 w 704850"/>
                <a:gd name="csY76" fmla="*/ 116184 h 381000"/>
                <a:gd name="csX77" fmla="*/ 106175 w 704850"/>
                <a:gd name="csY77" fmla="*/ 109488 h 381000"/>
                <a:gd name="csX78" fmla="*/ 107575 w 704850"/>
                <a:gd name="csY78" fmla="*/ 102869 h 381000"/>
                <a:gd name="csX79" fmla="*/ 108919 w 704850"/>
                <a:gd name="csY79" fmla="*/ 96363 h 381000"/>
                <a:gd name="csX80" fmla="*/ 110309 w 704850"/>
                <a:gd name="csY80" fmla="*/ 90058 h 381000"/>
                <a:gd name="csX81" fmla="*/ 111709 w 704850"/>
                <a:gd name="csY81" fmla="*/ 83819 h 381000"/>
                <a:gd name="csX82" fmla="*/ 113052 w 704850"/>
                <a:gd name="csY82" fmla="*/ 77761 h 381000"/>
                <a:gd name="csX83" fmla="*/ 114443 w 704850"/>
                <a:gd name="csY83" fmla="*/ 71903 h 381000"/>
                <a:gd name="csX84" fmla="*/ 115843 w 704850"/>
                <a:gd name="csY84" fmla="*/ 66102 h 381000"/>
                <a:gd name="csX85" fmla="*/ 117243 w 704850"/>
                <a:gd name="csY85" fmla="*/ 60558 h 381000"/>
                <a:gd name="csX86" fmla="*/ 118577 w 704850"/>
                <a:gd name="csY86" fmla="*/ 55272 h 381000"/>
                <a:gd name="csX87" fmla="*/ 119977 w 704850"/>
                <a:gd name="csY87" fmla="*/ 50110 h 381000"/>
                <a:gd name="csX88" fmla="*/ 121377 w 704850"/>
                <a:gd name="csY88" fmla="*/ 45147 h 381000"/>
                <a:gd name="csX89" fmla="*/ 122711 w 704850"/>
                <a:gd name="csY89" fmla="*/ 40489 h 381000"/>
                <a:gd name="csX90" fmla="*/ 124111 w 704850"/>
                <a:gd name="csY90" fmla="*/ 36032 h 381000"/>
                <a:gd name="csX91" fmla="*/ 125511 w 704850"/>
                <a:gd name="csY91" fmla="*/ 31765 h 381000"/>
                <a:gd name="csX92" fmla="*/ 126844 w 704850"/>
                <a:gd name="csY92" fmla="*/ 27812 h 381000"/>
                <a:gd name="csX93" fmla="*/ 128245 w 704850"/>
                <a:gd name="csY93" fmla="*/ 24116 h 381000"/>
                <a:gd name="csX94" fmla="*/ 129645 w 704850"/>
                <a:gd name="csY94" fmla="*/ 20611 h 381000"/>
                <a:gd name="csX95" fmla="*/ 130978 w 704850"/>
                <a:gd name="csY95" fmla="*/ 17429 h 381000"/>
                <a:gd name="csX96" fmla="*/ 132378 w 704850"/>
                <a:gd name="csY96" fmla="*/ 14496 h 381000"/>
                <a:gd name="csX97" fmla="*/ 133779 w 704850"/>
                <a:gd name="csY97" fmla="*/ 11819 h 381000"/>
                <a:gd name="csX98" fmla="*/ 135179 w 704850"/>
                <a:gd name="csY98" fmla="*/ 9400 h 381000"/>
                <a:gd name="csX99" fmla="*/ 136512 w 704850"/>
                <a:gd name="csY99" fmla="*/ 7361 h 381000"/>
                <a:gd name="csX100" fmla="*/ 137912 w 704850"/>
                <a:gd name="csY100" fmla="*/ 5447 h 381000"/>
                <a:gd name="csX101" fmla="*/ 139313 w 704850"/>
                <a:gd name="csY101" fmla="*/ 3856 h 381000"/>
                <a:gd name="csX102" fmla="*/ 140646 w 704850"/>
                <a:gd name="csY102" fmla="*/ 2580 h 381000"/>
                <a:gd name="csX103" fmla="*/ 142046 w 704850"/>
                <a:gd name="csY103" fmla="*/ 1561 h 381000"/>
                <a:gd name="csX104" fmla="*/ 143447 w 704850"/>
                <a:gd name="csY104" fmla="*/ 732 h 381000"/>
                <a:gd name="csX105" fmla="*/ 144780 w 704850"/>
                <a:gd name="csY105" fmla="*/ 227 h 381000"/>
                <a:gd name="csX106" fmla="*/ 146180 w 704850"/>
                <a:gd name="csY106" fmla="*/ -30 h 381000"/>
                <a:gd name="csX107" fmla="*/ 147580 w 704850"/>
                <a:gd name="csY107" fmla="*/ -30 h 381000"/>
                <a:gd name="csX108" fmla="*/ 148914 w 704850"/>
                <a:gd name="csY108" fmla="*/ 227 h 381000"/>
                <a:gd name="csX109" fmla="*/ 150314 w 704850"/>
                <a:gd name="csY109" fmla="*/ 732 h 381000"/>
                <a:gd name="csX110" fmla="*/ 151714 w 704850"/>
                <a:gd name="csY110" fmla="*/ 1437 h 381000"/>
                <a:gd name="csX111" fmla="*/ 153114 w 704850"/>
                <a:gd name="csY111" fmla="*/ 2389 h 381000"/>
                <a:gd name="csX112" fmla="*/ 154448 w 704850"/>
                <a:gd name="csY112" fmla="*/ 3599 h 381000"/>
                <a:gd name="csX113" fmla="*/ 155848 w 704850"/>
                <a:gd name="csY113" fmla="*/ 4942 h 381000"/>
                <a:gd name="csX114" fmla="*/ 157248 w 704850"/>
                <a:gd name="csY114" fmla="*/ 6533 h 381000"/>
                <a:gd name="csX115" fmla="*/ 158582 w 704850"/>
                <a:gd name="csY115" fmla="*/ 8381 h 381000"/>
                <a:gd name="csX116" fmla="*/ 159982 w 704850"/>
                <a:gd name="csY116" fmla="*/ 10295 h 381000"/>
                <a:gd name="csX117" fmla="*/ 161373 w 704850"/>
                <a:gd name="csY117" fmla="*/ 12457 h 381000"/>
                <a:gd name="csX118" fmla="*/ 162716 w 704850"/>
                <a:gd name="csY118" fmla="*/ 14819 h 381000"/>
                <a:gd name="csX119" fmla="*/ 164116 w 704850"/>
                <a:gd name="csY119" fmla="*/ 17296 h 381000"/>
                <a:gd name="csX120" fmla="*/ 165506 w 704850"/>
                <a:gd name="csY120" fmla="*/ 19849 h 381000"/>
                <a:gd name="csX121" fmla="*/ 166850 w 704850"/>
                <a:gd name="csY121" fmla="*/ 22649 h 381000"/>
                <a:gd name="csX122" fmla="*/ 168240 w 704850"/>
                <a:gd name="csY122" fmla="*/ 25583 h 381000"/>
                <a:gd name="csX123" fmla="*/ 169640 w 704850"/>
                <a:gd name="csY123" fmla="*/ 28573 h 381000"/>
                <a:gd name="csX124" fmla="*/ 171041 w 704850"/>
                <a:gd name="csY124" fmla="*/ 31698 h 381000"/>
                <a:gd name="csX125" fmla="*/ 172374 w 704850"/>
                <a:gd name="csY125" fmla="*/ 34946 h 381000"/>
                <a:gd name="csX126" fmla="*/ 173774 w 704850"/>
                <a:gd name="csY126" fmla="*/ 38260 h 381000"/>
                <a:gd name="csX127" fmla="*/ 175174 w 704850"/>
                <a:gd name="csY127" fmla="*/ 41642 h 381000"/>
                <a:gd name="csX128" fmla="*/ 176508 w 704850"/>
                <a:gd name="csY128" fmla="*/ 45147 h 381000"/>
                <a:gd name="csX129" fmla="*/ 177908 w 704850"/>
                <a:gd name="csY129" fmla="*/ 48643 h 381000"/>
                <a:gd name="csX130" fmla="*/ 179308 w 704850"/>
                <a:gd name="csY130" fmla="*/ 52281 h 381000"/>
                <a:gd name="csX131" fmla="*/ 180642 w 704850"/>
                <a:gd name="csY131" fmla="*/ 55910 h 381000"/>
                <a:gd name="csX132" fmla="*/ 182042 w 704850"/>
                <a:gd name="csY132" fmla="*/ 59606 h 381000"/>
                <a:gd name="csX133" fmla="*/ 183442 w 704850"/>
                <a:gd name="csY133" fmla="*/ 63302 h 381000"/>
                <a:gd name="csX134" fmla="*/ 184776 w 704850"/>
                <a:gd name="csY134" fmla="*/ 67064 h 381000"/>
                <a:gd name="csX135" fmla="*/ 186176 w 704850"/>
                <a:gd name="csY135" fmla="*/ 70817 h 381000"/>
                <a:gd name="csX136" fmla="*/ 187576 w 704850"/>
                <a:gd name="csY136" fmla="*/ 74579 h 381000"/>
                <a:gd name="csX137" fmla="*/ 188976 w 704850"/>
                <a:gd name="csY137" fmla="*/ 78332 h 381000"/>
                <a:gd name="csX138" fmla="*/ 190310 w 704850"/>
                <a:gd name="csY138" fmla="*/ 82095 h 381000"/>
                <a:gd name="csX139" fmla="*/ 191710 w 704850"/>
                <a:gd name="csY139" fmla="*/ 85857 h 381000"/>
                <a:gd name="csX140" fmla="*/ 193110 w 704850"/>
                <a:gd name="csY140" fmla="*/ 89553 h 381000"/>
                <a:gd name="csX141" fmla="*/ 194443 w 704850"/>
                <a:gd name="csY141" fmla="*/ 93306 h 381000"/>
                <a:gd name="csX142" fmla="*/ 195843 w 704850"/>
                <a:gd name="csY142" fmla="*/ 97001 h 381000"/>
                <a:gd name="csX143" fmla="*/ 197244 w 704850"/>
                <a:gd name="csY143" fmla="*/ 100640 h 381000"/>
                <a:gd name="csX144" fmla="*/ 198577 w 704850"/>
                <a:gd name="csY144" fmla="*/ 104269 h 381000"/>
                <a:gd name="csX145" fmla="*/ 199978 w 704850"/>
                <a:gd name="csY145" fmla="*/ 107831 h 381000"/>
                <a:gd name="csX146" fmla="*/ 201378 w 704850"/>
                <a:gd name="csY146" fmla="*/ 111403 h 381000"/>
                <a:gd name="csX147" fmla="*/ 202711 w 704850"/>
                <a:gd name="csY147" fmla="*/ 114908 h 381000"/>
                <a:gd name="csX148" fmla="*/ 204111 w 704850"/>
                <a:gd name="csY148" fmla="*/ 118347 h 381000"/>
                <a:gd name="csX149" fmla="*/ 205511 w 704850"/>
                <a:gd name="csY149" fmla="*/ 121785 h 381000"/>
                <a:gd name="csX150" fmla="*/ 206912 w 704850"/>
                <a:gd name="csY150" fmla="*/ 125100 h 381000"/>
                <a:gd name="csX151" fmla="*/ 208245 w 704850"/>
                <a:gd name="csY151" fmla="*/ 128414 h 381000"/>
                <a:gd name="csX152" fmla="*/ 209645 w 704850"/>
                <a:gd name="csY152" fmla="*/ 131663 h 381000"/>
                <a:gd name="csX153" fmla="*/ 211045 w 704850"/>
                <a:gd name="csY153" fmla="*/ 134854 h 381000"/>
                <a:gd name="csX154" fmla="*/ 212379 w 704850"/>
                <a:gd name="csY154" fmla="*/ 137968 h 381000"/>
                <a:gd name="csX155" fmla="*/ 213779 w 704850"/>
                <a:gd name="csY155" fmla="*/ 141092 h 381000"/>
                <a:gd name="csX156" fmla="*/ 215179 w 704850"/>
                <a:gd name="csY156" fmla="*/ 144093 h 381000"/>
                <a:gd name="csX157" fmla="*/ 216513 w 704850"/>
                <a:gd name="csY157" fmla="*/ 147017 h 381000"/>
                <a:gd name="csX158" fmla="*/ 217913 w 704850"/>
                <a:gd name="csY158" fmla="*/ 149884 h 381000"/>
                <a:gd name="csX159" fmla="*/ 219313 w 704850"/>
                <a:gd name="csY159" fmla="*/ 152751 h 381000"/>
                <a:gd name="csX160" fmla="*/ 220647 w 704850"/>
                <a:gd name="csY160" fmla="*/ 155494 h 381000"/>
                <a:gd name="csX161" fmla="*/ 222047 w 704850"/>
                <a:gd name="csY161" fmla="*/ 158171 h 381000"/>
                <a:gd name="csX162" fmla="*/ 223447 w 704850"/>
                <a:gd name="csY162" fmla="*/ 160847 h 381000"/>
                <a:gd name="csX163" fmla="*/ 224838 w 704850"/>
                <a:gd name="csY163" fmla="*/ 163391 h 381000"/>
                <a:gd name="csX164" fmla="*/ 226181 w 704850"/>
                <a:gd name="csY164" fmla="*/ 165943 h 381000"/>
                <a:gd name="csX165" fmla="*/ 227581 w 704850"/>
                <a:gd name="csY165" fmla="*/ 168362 h 381000"/>
                <a:gd name="csX166" fmla="*/ 228971 w 704850"/>
                <a:gd name="csY166" fmla="*/ 170782 h 381000"/>
                <a:gd name="csX167" fmla="*/ 230315 w 704850"/>
                <a:gd name="csY167" fmla="*/ 173077 h 381000"/>
                <a:gd name="csX168" fmla="*/ 231705 w 704850"/>
                <a:gd name="csY168" fmla="*/ 175373 h 381000"/>
                <a:gd name="csX169" fmla="*/ 233105 w 704850"/>
                <a:gd name="csY169" fmla="*/ 177602 h 381000"/>
                <a:gd name="csX170" fmla="*/ 234448 w 704850"/>
                <a:gd name="csY170" fmla="*/ 179764 h 381000"/>
                <a:gd name="csX171" fmla="*/ 235839 w 704850"/>
                <a:gd name="csY171" fmla="*/ 181869 h 381000"/>
                <a:gd name="csX172" fmla="*/ 237239 w 704850"/>
                <a:gd name="csY172" fmla="*/ 183974 h 381000"/>
                <a:gd name="csX173" fmla="*/ 238573 w 704850"/>
                <a:gd name="csY173" fmla="*/ 185946 h 381000"/>
                <a:gd name="csX174" fmla="*/ 239973 w 704850"/>
                <a:gd name="csY174" fmla="*/ 187927 h 381000"/>
                <a:gd name="csX175" fmla="*/ 241373 w 704850"/>
                <a:gd name="csY175" fmla="*/ 189832 h 381000"/>
                <a:gd name="csX176" fmla="*/ 242773 w 704850"/>
                <a:gd name="csY176" fmla="*/ 191680 h 381000"/>
                <a:gd name="csX177" fmla="*/ 244107 w 704850"/>
                <a:gd name="csY177" fmla="*/ 193461 h 381000"/>
                <a:gd name="csX178" fmla="*/ 245507 w 704850"/>
                <a:gd name="csY178" fmla="*/ 195252 h 381000"/>
                <a:gd name="csX179" fmla="*/ 246907 w 704850"/>
                <a:gd name="csY179" fmla="*/ 196966 h 381000"/>
                <a:gd name="csX180" fmla="*/ 248241 w 704850"/>
                <a:gd name="csY180" fmla="*/ 198623 h 381000"/>
                <a:gd name="csX181" fmla="*/ 249641 w 704850"/>
                <a:gd name="csY181" fmla="*/ 200281 h 381000"/>
                <a:gd name="csX182" fmla="*/ 251041 w 704850"/>
                <a:gd name="csY182" fmla="*/ 201814 h 381000"/>
                <a:gd name="csX183" fmla="*/ 252374 w 704850"/>
                <a:gd name="csY183" fmla="*/ 203405 h 381000"/>
                <a:gd name="csX184" fmla="*/ 253775 w 704850"/>
                <a:gd name="csY184" fmla="*/ 204872 h 381000"/>
                <a:gd name="csX185" fmla="*/ 255175 w 704850"/>
                <a:gd name="csY185" fmla="*/ 206396 h 381000"/>
                <a:gd name="csX186" fmla="*/ 256508 w 704850"/>
                <a:gd name="csY186" fmla="*/ 207796 h 381000"/>
                <a:gd name="csX187" fmla="*/ 257909 w 704850"/>
                <a:gd name="csY187" fmla="*/ 209206 h 381000"/>
                <a:gd name="csX188" fmla="*/ 259309 w 704850"/>
                <a:gd name="csY188" fmla="*/ 210539 h 381000"/>
                <a:gd name="csX189" fmla="*/ 260709 w 704850"/>
                <a:gd name="csY189" fmla="*/ 211882 h 381000"/>
                <a:gd name="csX190" fmla="*/ 262042 w 704850"/>
                <a:gd name="csY190" fmla="*/ 213216 h 381000"/>
                <a:gd name="csX191" fmla="*/ 263443 w 704850"/>
                <a:gd name="csY191" fmla="*/ 214492 h 381000"/>
                <a:gd name="csX192" fmla="*/ 264843 w 704850"/>
                <a:gd name="csY192" fmla="*/ 215702 h 381000"/>
                <a:gd name="csX193" fmla="*/ 266176 w 704850"/>
                <a:gd name="csY193" fmla="*/ 216911 h 381000"/>
                <a:gd name="csX194" fmla="*/ 267576 w 704850"/>
                <a:gd name="csY194" fmla="*/ 218054 h 381000"/>
                <a:gd name="csX195" fmla="*/ 268977 w 704850"/>
                <a:gd name="csY195" fmla="*/ 219207 h 381000"/>
                <a:gd name="csX196" fmla="*/ 270310 w 704850"/>
                <a:gd name="csY196" fmla="*/ 220350 h 381000"/>
                <a:gd name="csX197" fmla="*/ 271710 w 704850"/>
                <a:gd name="csY197" fmla="*/ 221436 h 381000"/>
                <a:gd name="csX198" fmla="*/ 273110 w 704850"/>
                <a:gd name="csY198" fmla="*/ 222522 h 381000"/>
                <a:gd name="csX199" fmla="*/ 274444 w 704850"/>
                <a:gd name="csY199" fmla="*/ 223598 h 381000"/>
                <a:gd name="csX200" fmla="*/ 275844 w 704850"/>
                <a:gd name="csY200" fmla="*/ 224617 h 381000"/>
                <a:gd name="csX201" fmla="*/ 277244 w 704850"/>
                <a:gd name="csY201" fmla="*/ 225636 h 381000"/>
                <a:gd name="csX202" fmla="*/ 278645 w 704850"/>
                <a:gd name="csY202" fmla="*/ 226598 h 381000"/>
                <a:gd name="csX203" fmla="*/ 279978 w 704850"/>
                <a:gd name="csY203" fmla="*/ 227551 h 381000"/>
                <a:gd name="csX204" fmla="*/ 281378 w 704850"/>
                <a:gd name="csY204" fmla="*/ 228503 h 381000"/>
                <a:gd name="csX205" fmla="*/ 282778 w 704850"/>
                <a:gd name="csY205" fmla="*/ 229399 h 381000"/>
                <a:gd name="csX206" fmla="*/ 284112 w 704850"/>
                <a:gd name="csY206" fmla="*/ 230351 h 381000"/>
                <a:gd name="csX207" fmla="*/ 285512 w 704850"/>
                <a:gd name="csY207" fmla="*/ 231247 h 381000"/>
                <a:gd name="csX208" fmla="*/ 286902 w 704850"/>
                <a:gd name="csY208" fmla="*/ 232075 h 381000"/>
                <a:gd name="csX209" fmla="*/ 288246 w 704850"/>
                <a:gd name="csY209" fmla="*/ 232971 h 381000"/>
                <a:gd name="csX210" fmla="*/ 289646 w 704850"/>
                <a:gd name="csY210" fmla="*/ 233799 h 381000"/>
                <a:gd name="csX211" fmla="*/ 291037 w 704850"/>
                <a:gd name="csY211" fmla="*/ 234628 h 381000"/>
                <a:gd name="csX212" fmla="*/ 292379 w 704850"/>
                <a:gd name="csY212" fmla="*/ 235390 h 381000"/>
                <a:gd name="csX213" fmla="*/ 293780 w 704850"/>
                <a:gd name="csY213" fmla="*/ 236219 h 381000"/>
                <a:gd name="csX214" fmla="*/ 295170 w 704850"/>
                <a:gd name="csY214" fmla="*/ 236981 h 381000"/>
                <a:gd name="csX215" fmla="*/ 296570 w 704850"/>
                <a:gd name="csY215" fmla="*/ 237743 h 381000"/>
                <a:gd name="csX216" fmla="*/ 297913 w 704850"/>
                <a:gd name="csY216" fmla="*/ 238447 h 381000"/>
                <a:gd name="csX217" fmla="*/ 299304 w 704850"/>
                <a:gd name="csY217" fmla="*/ 239209 h 381000"/>
                <a:gd name="csX218" fmla="*/ 300704 w 704850"/>
                <a:gd name="csY218" fmla="*/ 239914 h 381000"/>
                <a:gd name="csX219" fmla="*/ 302038 w 704850"/>
                <a:gd name="csY219" fmla="*/ 240610 h 381000"/>
                <a:gd name="csX220" fmla="*/ 303438 w 704850"/>
                <a:gd name="csY220" fmla="*/ 241315 h 381000"/>
                <a:gd name="csX221" fmla="*/ 304838 w 704850"/>
                <a:gd name="csY221" fmla="*/ 242010 h 381000"/>
                <a:gd name="csX222" fmla="*/ 306172 w 704850"/>
                <a:gd name="csY222" fmla="*/ 242714 h 381000"/>
                <a:gd name="csX223" fmla="*/ 307572 w 704850"/>
                <a:gd name="csY223" fmla="*/ 243353 h 381000"/>
                <a:gd name="csX224" fmla="*/ 308972 w 704850"/>
                <a:gd name="csY224" fmla="*/ 243991 h 381000"/>
                <a:gd name="csX225" fmla="*/ 310305 w 704850"/>
                <a:gd name="csY225" fmla="*/ 244686 h 381000"/>
                <a:gd name="csX226" fmla="*/ 311706 w 704850"/>
                <a:gd name="csY226" fmla="*/ 245325 h 381000"/>
                <a:gd name="csX227" fmla="*/ 313106 w 704850"/>
                <a:gd name="csY227" fmla="*/ 245963 h 381000"/>
                <a:gd name="csX228" fmla="*/ 314439 w 704850"/>
                <a:gd name="csY228" fmla="*/ 246534 h 381000"/>
                <a:gd name="csX229" fmla="*/ 315840 w 704850"/>
                <a:gd name="csY229" fmla="*/ 247172 h 381000"/>
                <a:gd name="csX230" fmla="*/ 317240 w 704850"/>
                <a:gd name="csY230" fmla="*/ 247810 h 381000"/>
                <a:gd name="csX231" fmla="*/ 318640 w 704850"/>
                <a:gd name="csY231" fmla="*/ 248382 h 381000"/>
                <a:gd name="csX232" fmla="*/ 319973 w 704850"/>
                <a:gd name="csY232" fmla="*/ 249020 h 381000"/>
                <a:gd name="csX233" fmla="*/ 321374 w 704850"/>
                <a:gd name="csY233" fmla="*/ 249592 h 381000"/>
                <a:gd name="csX234" fmla="*/ 322774 w 704850"/>
                <a:gd name="csY234" fmla="*/ 250173 h 381000"/>
                <a:gd name="csX235" fmla="*/ 324107 w 704850"/>
                <a:gd name="csY235" fmla="*/ 250744 h 381000"/>
                <a:gd name="csX236" fmla="*/ 325507 w 704850"/>
                <a:gd name="csY236" fmla="*/ 251316 h 381000"/>
                <a:gd name="csX237" fmla="*/ 326908 w 704850"/>
                <a:gd name="csY237" fmla="*/ 251954 h 381000"/>
                <a:gd name="csX238" fmla="*/ 328241 w 704850"/>
                <a:gd name="csY238" fmla="*/ 252526 h 381000"/>
                <a:gd name="csX239" fmla="*/ 329641 w 704850"/>
                <a:gd name="csY239" fmla="*/ 253097 h 381000"/>
                <a:gd name="csX240" fmla="*/ 331041 w 704850"/>
                <a:gd name="csY240" fmla="*/ 253611 h 381000"/>
                <a:gd name="csX241" fmla="*/ 332375 w 704850"/>
                <a:gd name="csY241" fmla="*/ 254183 h 381000"/>
                <a:gd name="csX242" fmla="*/ 333775 w 704850"/>
                <a:gd name="csY242" fmla="*/ 254754 h 381000"/>
                <a:gd name="csX243" fmla="*/ 335175 w 704850"/>
                <a:gd name="csY243" fmla="*/ 255335 h 381000"/>
                <a:gd name="csX244" fmla="*/ 336576 w 704850"/>
                <a:gd name="csY244" fmla="*/ 255907 h 381000"/>
                <a:gd name="csX245" fmla="*/ 337909 w 704850"/>
                <a:gd name="csY245" fmla="*/ 256478 h 381000"/>
                <a:gd name="csX246" fmla="*/ 339309 w 704850"/>
                <a:gd name="csY246" fmla="*/ 257050 h 381000"/>
                <a:gd name="csX247" fmla="*/ 340709 w 704850"/>
                <a:gd name="csY247" fmla="*/ 257564 h 381000"/>
                <a:gd name="csX248" fmla="*/ 342043 w 704850"/>
                <a:gd name="csY248" fmla="*/ 258136 h 381000"/>
                <a:gd name="csX249" fmla="*/ 343443 w 704850"/>
                <a:gd name="csY249" fmla="*/ 258707 h 381000"/>
                <a:gd name="csX250" fmla="*/ 344843 w 704850"/>
                <a:gd name="csY250" fmla="*/ 259279 h 381000"/>
                <a:gd name="csX251" fmla="*/ 346177 w 704850"/>
                <a:gd name="csY251" fmla="*/ 259850 h 381000"/>
                <a:gd name="csX252" fmla="*/ 347577 w 704850"/>
                <a:gd name="csY252" fmla="*/ 260431 h 381000"/>
                <a:gd name="csX253" fmla="*/ 348977 w 704850"/>
                <a:gd name="csY253" fmla="*/ 260936 h 381000"/>
                <a:gd name="csX254" fmla="*/ 350311 w 704850"/>
                <a:gd name="csY254" fmla="*/ 261508 h 381000"/>
                <a:gd name="csX255" fmla="*/ 351711 w 704850"/>
                <a:gd name="csY255" fmla="*/ 262079 h 381000"/>
                <a:gd name="csX256" fmla="*/ 353101 w 704850"/>
                <a:gd name="csY256" fmla="*/ 262660 h 381000"/>
                <a:gd name="csX257" fmla="*/ 354502 w 704850"/>
                <a:gd name="csY257" fmla="*/ 263165 h 381000"/>
                <a:gd name="csX258" fmla="*/ 355844 w 704850"/>
                <a:gd name="csY258" fmla="*/ 263736 h 381000"/>
                <a:gd name="csX259" fmla="*/ 357235 w 704850"/>
                <a:gd name="csY259" fmla="*/ 264317 h 381000"/>
                <a:gd name="csX260" fmla="*/ 358635 w 704850"/>
                <a:gd name="csY260" fmla="*/ 264822 h 381000"/>
                <a:gd name="csX261" fmla="*/ 359979 w 704850"/>
                <a:gd name="csY261" fmla="*/ 265394 h 381000"/>
                <a:gd name="csX262" fmla="*/ 361369 w 704850"/>
                <a:gd name="csY262" fmla="*/ 265908 h 381000"/>
                <a:gd name="csX263" fmla="*/ 362769 w 704850"/>
                <a:gd name="csY263" fmla="*/ 266480 h 381000"/>
                <a:gd name="csX264" fmla="*/ 364112 w 704850"/>
                <a:gd name="csY264" fmla="*/ 266984 h 381000"/>
                <a:gd name="csX265" fmla="*/ 365503 w 704850"/>
                <a:gd name="csY265" fmla="*/ 267499 h 381000"/>
                <a:gd name="csX266" fmla="*/ 366903 w 704850"/>
                <a:gd name="csY266" fmla="*/ 268013 h 381000"/>
                <a:gd name="csX267" fmla="*/ 368236 w 704850"/>
                <a:gd name="csY267" fmla="*/ 268518 h 381000"/>
                <a:gd name="csX268" fmla="*/ 369637 w 704850"/>
                <a:gd name="csY268" fmla="*/ 269032 h 381000"/>
                <a:gd name="csX269" fmla="*/ 371037 w 704850"/>
                <a:gd name="csY269" fmla="*/ 269537 h 381000"/>
                <a:gd name="csX270" fmla="*/ 372437 w 704850"/>
                <a:gd name="csY270" fmla="*/ 270051 h 381000"/>
                <a:gd name="csX271" fmla="*/ 373771 w 704850"/>
                <a:gd name="csY271" fmla="*/ 270490 h 381000"/>
                <a:gd name="csX272" fmla="*/ 375171 w 704850"/>
                <a:gd name="csY272" fmla="*/ 271004 h 381000"/>
                <a:gd name="csX273" fmla="*/ 376571 w 704850"/>
                <a:gd name="csY273" fmla="*/ 271452 h 381000"/>
                <a:gd name="csX274" fmla="*/ 377904 w 704850"/>
                <a:gd name="csY274" fmla="*/ 271899 h 381000"/>
                <a:gd name="csX275" fmla="*/ 379305 w 704850"/>
                <a:gd name="csY275" fmla="*/ 272337 h 381000"/>
                <a:gd name="csX276" fmla="*/ 380705 w 704850"/>
                <a:gd name="csY276" fmla="*/ 272728 h 381000"/>
                <a:gd name="csX277" fmla="*/ 382038 w 704850"/>
                <a:gd name="csY277" fmla="*/ 273109 h 381000"/>
                <a:gd name="csX278" fmla="*/ 383438 w 704850"/>
                <a:gd name="csY278" fmla="*/ 273490 h 381000"/>
                <a:gd name="csX279" fmla="*/ 384839 w 704850"/>
                <a:gd name="csY279" fmla="*/ 273871 h 381000"/>
                <a:gd name="csX280" fmla="*/ 386172 w 704850"/>
                <a:gd name="csY280" fmla="*/ 274252 h 381000"/>
                <a:gd name="csX281" fmla="*/ 387572 w 704850"/>
                <a:gd name="csY281" fmla="*/ 274566 h 381000"/>
                <a:gd name="csX282" fmla="*/ 388972 w 704850"/>
                <a:gd name="csY282" fmla="*/ 274890 h 381000"/>
                <a:gd name="csX283" fmla="*/ 390373 w 704850"/>
                <a:gd name="csY283" fmla="*/ 275147 h 381000"/>
                <a:gd name="csX284" fmla="*/ 391706 w 704850"/>
                <a:gd name="csY284" fmla="*/ 275462 h 381000"/>
                <a:gd name="csX285" fmla="*/ 393106 w 704850"/>
                <a:gd name="csY285" fmla="*/ 275719 h 381000"/>
                <a:gd name="csX286" fmla="*/ 394507 w 704850"/>
                <a:gd name="csY286" fmla="*/ 275909 h 381000"/>
                <a:gd name="csX287" fmla="*/ 395840 w 704850"/>
                <a:gd name="csY287" fmla="*/ 276167 h 381000"/>
                <a:gd name="csX288" fmla="*/ 397240 w 704850"/>
                <a:gd name="csY288" fmla="*/ 276357 h 381000"/>
                <a:gd name="csX289" fmla="*/ 398640 w 704850"/>
                <a:gd name="csY289" fmla="*/ 276481 h 381000"/>
                <a:gd name="csX290" fmla="*/ 399974 w 704850"/>
                <a:gd name="csY290" fmla="*/ 276671 h 381000"/>
                <a:gd name="csX291" fmla="*/ 401374 w 704850"/>
                <a:gd name="csY291" fmla="*/ 276805 h 381000"/>
                <a:gd name="csX292" fmla="*/ 402774 w 704850"/>
                <a:gd name="csY292" fmla="*/ 276862 h 381000"/>
                <a:gd name="csX293" fmla="*/ 404108 w 704850"/>
                <a:gd name="csY293" fmla="*/ 276928 h 381000"/>
                <a:gd name="csX294" fmla="*/ 405508 w 704850"/>
                <a:gd name="csY294" fmla="*/ 276995 h 381000"/>
                <a:gd name="csX295" fmla="*/ 406908 w 704850"/>
                <a:gd name="csY295" fmla="*/ 276995 h 381000"/>
                <a:gd name="csX296" fmla="*/ 408299 w 704850"/>
                <a:gd name="csY296" fmla="*/ 276995 h 381000"/>
                <a:gd name="csX297" fmla="*/ 409642 w 704850"/>
                <a:gd name="csY297" fmla="*/ 276995 h 381000"/>
                <a:gd name="csX298" fmla="*/ 411042 w 704850"/>
                <a:gd name="csY298" fmla="*/ 276928 h 381000"/>
                <a:gd name="csX299" fmla="*/ 412433 w 704850"/>
                <a:gd name="csY299" fmla="*/ 276805 h 381000"/>
                <a:gd name="csX300" fmla="*/ 413776 w 704850"/>
                <a:gd name="csY300" fmla="*/ 276738 h 381000"/>
                <a:gd name="csX301" fmla="*/ 415176 w 704850"/>
                <a:gd name="csY301" fmla="*/ 276614 h 381000"/>
                <a:gd name="csX302" fmla="*/ 416566 w 704850"/>
                <a:gd name="csY302" fmla="*/ 276414 h 381000"/>
                <a:gd name="csX303" fmla="*/ 417910 w 704850"/>
                <a:gd name="csY303" fmla="*/ 276224 h 381000"/>
                <a:gd name="csX304" fmla="*/ 419300 w 704850"/>
                <a:gd name="csY304" fmla="*/ 276033 h 381000"/>
                <a:gd name="csX305" fmla="*/ 420700 w 704850"/>
                <a:gd name="csY305" fmla="*/ 275785 h 381000"/>
                <a:gd name="csX306" fmla="*/ 422043 w 704850"/>
                <a:gd name="csY306" fmla="*/ 275528 h 381000"/>
                <a:gd name="csX307" fmla="*/ 423434 w 704850"/>
                <a:gd name="csY307" fmla="*/ 275271 h 381000"/>
                <a:gd name="csX308" fmla="*/ 424834 w 704850"/>
                <a:gd name="csY308" fmla="*/ 274957 h 381000"/>
                <a:gd name="csX309" fmla="*/ 426234 w 704850"/>
                <a:gd name="csY309" fmla="*/ 274633 h 381000"/>
                <a:gd name="csX310" fmla="*/ 427568 w 704850"/>
                <a:gd name="csY310" fmla="*/ 274252 h 381000"/>
                <a:gd name="csX311" fmla="*/ 428968 w 704850"/>
                <a:gd name="csY311" fmla="*/ 273938 h 381000"/>
                <a:gd name="csX312" fmla="*/ 430368 w 704850"/>
                <a:gd name="csY312" fmla="*/ 273490 h 381000"/>
                <a:gd name="csX313" fmla="*/ 431702 w 704850"/>
                <a:gd name="csY313" fmla="*/ 273109 h 381000"/>
                <a:gd name="csX314" fmla="*/ 433102 w 704850"/>
                <a:gd name="csY314" fmla="*/ 272661 h 381000"/>
                <a:gd name="csX315" fmla="*/ 434502 w 704850"/>
                <a:gd name="csY315" fmla="*/ 272147 h 381000"/>
                <a:gd name="csX316" fmla="*/ 435836 w 704850"/>
                <a:gd name="csY316" fmla="*/ 271699 h 381000"/>
                <a:gd name="csX317" fmla="*/ 437236 w 704850"/>
                <a:gd name="csY317" fmla="*/ 271194 h 381000"/>
                <a:gd name="csX318" fmla="*/ 438636 w 704850"/>
                <a:gd name="csY318" fmla="*/ 270623 h 381000"/>
                <a:gd name="csX319" fmla="*/ 439969 w 704850"/>
                <a:gd name="csY319" fmla="*/ 270108 h 381000"/>
                <a:gd name="csX320" fmla="*/ 441369 w 704850"/>
                <a:gd name="csY320" fmla="*/ 269537 h 381000"/>
                <a:gd name="csX321" fmla="*/ 442770 w 704850"/>
                <a:gd name="csY321" fmla="*/ 268966 h 381000"/>
                <a:gd name="csX322" fmla="*/ 444170 w 704850"/>
                <a:gd name="csY322" fmla="*/ 268327 h 381000"/>
                <a:gd name="csX323" fmla="*/ 445503 w 704850"/>
                <a:gd name="csY323" fmla="*/ 267756 h 381000"/>
                <a:gd name="csX324" fmla="*/ 446903 w 704850"/>
                <a:gd name="csY324" fmla="*/ 267051 h 381000"/>
                <a:gd name="csX325" fmla="*/ 448304 w 704850"/>
                <a:gd name="csY325" fmla="*/ 266413 h 381000"/>
                <a:gd name="csX326" fmla="*/ 449637 w 704850"/>
                <a:gd name="csY326" fmla="*/ 265775 h 381000"/>
                <a:gd name="csX327" fmla="*/ 451037 w 704850"/>
                <a:gd name="csY327" fmla="*/ 265079 h 381000"/>
                <a:gd name="csX328" fmla="*/ 452438 w 704850"/>
                <a:gd name="csY328" fmla="*/ 264375 h 381000"/>
                <a:gd name="csX329" fmla="*/ 453771 w 704850"/>
                <a:gd name="csY329" fmla="*/ 263679 h 381000"/>
                <a:gd name="csX330" fmla="*/ 455171 w 704850"/>
                <a:gd name="csY330" fmla="*/ 262908 h 381000"/>
                <a:gd name="csX331" fmla="*/ 456571 w 704850"/>
                <a:gd name="csY331" fmla="*/ 262146 h 381000"/>
                <a:gd name="csX332" fmla="*/ 457905 w 704850"/>
                <a:gd name="csY332" fmla="*/ 261450 h 381000"/>
                <a:gd name="csX333" fmla="*/ 459305 w 704850"/>
                <a:gd name="csY333" fmla="*/ 260622 h 381000"/>
                <a:gd name="csX334" fmla="*/ 460705 w 704850"/>
                <a:gd name="csY334" fmla="*/ 259850 h 381000"/>
                <a:gd name="csX335" fmla="*/ 462105 w 704850"/>
                <a:gd name="csY335" fmla="*/ 259088 h 381000"/>
                <a:gd name="csX336" fmla="*/ 463439 w 704850"/>
                <a:gd name="csY336" fmla="*/ 258259 h 381000"/>
                <a:gd name="csX337" fmla="*/ 464839 w 704850"/>
                <a:gd name="csY337" fmla="*/ 257431 h 381000"/>
                <a:gd name="csX338" fmla="*/ 466239 w 704850"/>
                <a:gd name="csY338" fmla="*/ 256602 h 381000"/>
                <a:gd name="csX339" fmla="*/ 467573 w 704850"/>
                <a:gd name="csY339" fmla="*/ 255773 h 381000"/>
                <a:gd name="csX340" fmla="*/ 468973 w 704850"/>
                <a:gd name="csY340" fmla="*/ 254888 h 381000"/>
                <a:gd name="csX341" fmla="*/ 470373 w 704850"/>
                <a:gd name="csY341" fmla="*/ 253992 h 381000"/>
                <a:gd name="csX342" fmla="*/ 471707 w 704850"/>
                <a:gd name="csY342" fmla="*/ 253097 h 381000"/>
                <a:gd name="csX343" fmla="*/ 473107 w 704850"/>
                <a:gd name="csY343" fmla="*/ 252211 h 381000"/>
                <a:gd name="csX344" fmla="*/ 474507 w 704850"/>
                <a:gd name="csY344" fmla="*/ 251316 h 381000"/>
                <a:gd name="csX345" fmla="*/ 475841 w 704850"/>
                <a:gd name="csY345" fmla="*/ 250420 h 381000"/>
                <a:gd name="csX346" fmla="*/ 477241 w 704850"/>
                <a:gd name="csY346" fmla="*/ 249468 h 381000"/>
                <a:gd name="csX347" fmla="*/ 478641 w 704850"/>
                <a:gd name="csY347" fmla="*/ 248515 h 381000"/>
                <a:gd name="csX348" fmla="*/ 480031 w 704850"/>
                <a:gd name="csY348" fmla="*/ 247553 h 381000"/>
                <a:gd name="csX349" fmla="*/ 481375 w 704850"/>
                <a:gd name="csY349" fmla="*/ 246601 h 381000"/>
                <a:gd name="csX350" fmla="*/ 482765 w 704850"/>
                <a:gd name="csY350" fmla="*/ 245648 h 381000"/>
                <a:gd name="csX351" fmla="*/ 484165 w 704850"/>
                <a:gd name="csY351" fmla="*/ 244629 h 381000"/>
                <a:gd name="csX352" fmla="*/ 485508 w 704850"/>
                <a:gd name="csY352" fmla="*/ 243610 h 381000"/>
                <a:gd name="csX353" fmla="*/ 486899 w 704850"/>
                <a:gd name="csY353" fmla="*/ 242591 h 381000"/>
                <a:gd name="csX354" fmla="*/ 488299 w 704850"/>
                <a:gd name="csY354" fmla="*/ 241572 h 381000"/>
                <a:gd name="csX355" fmla="*/ 489633 w 704850"/>
                <a:gd name="csY355" fmla="*/ 240486 h 381000"/>
                <a:gd name="csX356" fmla="*/ 491033 w 704850"/>
                <a:gd name="csY356" fmla="*/ 239467 h 381000"/>
                <a:gd name="csX357" fmla="*/ 492433 w 704850"/>
                <a:gd name="csY357" fmla="*/ 238381 h 381000"/>
                <a:gd name="csX358" fmla="*/ 493767 w 704850"/>
                <a:gd name="csY358" fmla="*/ 237295 h 381000"/>
                <a:gd name="csX359" fmla="*/ 495167 w 704850"/>
                <a:gd name="csY359" fmla="*/ 236152 h 381000"/>
                <a:gd name="csX360" fmla="*/ 496567 w 704850"/>
                <a:gd name="csY360" fmla="*/ 235066 h 381000"/>
                <a:gd name="csX361" fmla="*/ 497967 w 704850"/>
                <a:gd name="csY361" fmla="*/ 233923 h 381000"/>
                <a:gd name="csX362" fmla="*/ 499301 w 704850"/>
                <a:gd name="csY362" fmla="*/ 232780 h 381000"/>
                <a:gd name="csX363" fmla="*/ 500701 w 704850"/>
                <a:gd name="csY363" fmla="*/ 231628 h 381000"/>
                <a:gd name="csX364" fmla="*/ 502101 w 704850"/>
                <a:gd name="csY364" fmla="*/ 230418 h 381000"/>
                <a:gd name="csX365" fmla="*/ 503434 w 704850"/>
                <a:gd name="csY365" fmla="*/ 229275 h 381000"/>
                <a:gd name="csX366" fmla="*/ 504835 w 704850"/>
                <a:gd name="csY366" fmla="*/ 228065 h 381000"/>
                <a:gd name="csX367" fmla="*/ 506235 w 704850"/>
                <a:gd name="csY367" fmla="*/ 226846 h 381000"/>
                <a:gd name="csX368" fmla="*/ 507568 w 704850"/>
                <a:gd name="csY368" fmla="*/ 225579 h 381000"/>
                <a:gd name="csX369" fmla="*/ 508969 w 704850"/>
                <a:gd name="csY369" fmla="*/ 224369 h 381000"/>
                <a:gd name="csX370" fmla="*/ 510369 w 704850"/>
                <a:gd name="csY370" fmla="*/ 223093 h 381000"/>
                <a:gd name="csX371" fmla="*/ 511702 w 704850"/>
                <a:gd name="csY371" fmla="*/ 221817 h 381000"/>
                <a:gd name="csX372" fmla="*/ 513102 w 704850"/>
                <a:gd name="csY372" fmla="*/ 220607 h 381000"/>
                <a:gd name="csX373" fmla="*/ 514503 w 704850"/>
                <a:gd name="csY373" fmla="*/ 219264 h 381000"/>
                <a:gd name="csX374" fmla="*/ 515836 w 704850"/>
                <a:gd name="csY374" fmla="*/ 217997 h 381000"/>
                <a:gd name="csX375" fmla="*/ 517236 w 704850"/>
                <a:gd name="csY375" fmla="*/ 216721 h 381000"/>
                <a:gd name="csX376" fmla="*/ 518636 w 704850"/>
                <a:gd name="csY376" fmla="*/ 215445 h 381000"/>
                <a:gd name="csX377" fmla="*/ 520036 w 704850"/>
                <a:gd name="csY377" fmla="*/ 214111 h 381000"/>
                <a:gd name="csX378" fmla="*/ 521370 w 704850"/>
                <a:gd name="csY378" fmla="*/ 212835 h 381000"/>
                <a:gd name="csX379" fmla="*/ 522770 w 704850"/>
                <a:gd name="csY379" fmla="*/ 211558 h 381000"/>
                <a:gd name="csX380" fmla="*/ 524170 w 704850"/>
                <a:gd name="csY380" fmla="*/ 210282 h 381000"/>
                <a:gd name="csX381" fmla="*/ 525504 w 704850"/>
                <a:gd name="csY381" fmla="*/ 209015 h 381000"/>
                <a:gd name="csX382" fmla="*/ 526904 w 704850"/>
                <a:gd name="csY382" fmla="*/ 207739 h 381000"/>
                <a:gd name="csX383" fmla="*/ 528304 w 704850"/>
                <a:gd name="csY383" fmla="*/ 206462 h 381000"/>
                <a:gd name="csX384" fmla="*/ 529638 w 704850"/>
                <a:gd name="csY384" fmla="*/ 205253 h 381000"/>
                <a:gd name="csX385" fmla="*/ 531038 w 704850"/>
                <a:gd name="csY385" fmla="*/ 204043 h 381000"/>
                <a:gd name="csX386" fmla="*/ 532438 w 704850"/>
                <a:gd name="csY386" fmla="*/ 202833 h 381000"/>
                <a:gd name="csX387" fmla="*/ 533771 w 704850"/>
                <a:gd name="csY387" fmla="*/ 201681 h 381000"/>
                <a:gd name="csX388" fmla="*/ 535172 w 704850"/>
                <a:gd name="csY388" fmla="*/ 200538 h 381000"/>
                <a:gd name="csX389" fmla="*/ 536572 w 704850"/>
                <a:gd name="csY389" fmla="*/ 199395 h 381000"/>
                <a:gd name="csX390" fmla="*/ 537962 w 704850"/>
                <a:gd name="csY390" fmla="*/ 198366 h 381000"/>
                <a:gd name="csX391" fmla="*/ 539306 w 704850"/>
                <a:gd name="csY391" fmla="*/ 197347 h 381000"/>
                <a:gd name="csX392" fmla="*/ 540706 w 704850"/>
                <a:gd name="csY392" fmla="*/ 196328 h 381000"/>
                <a:gd name="csX393" fmla="*/ 542096 w 704850"/>
                <a:gd name="csY393" fmla="*/ 195442 h 381000"/>
                <a:gd name="csX394" fmla="*/ 543439 w 704850"/>
                <a:gd name="csY394" fmla="*/ 194547 h 381000"/>
                <a:gd name="csX395" fmla="*/ 544840 w 704850"/>
                <a:gd name="csY395" fmla="*/ 193718 h 381000"/>
                <a:gd name="csX396" fmla="*/ 546230 w 704850"/>
                <a:gd name="csY396" fmla="*/ 193023 h 381000"/>
                <a:gd name="csX397" fmla="*/ 547573 w 704850"/>
                <a:gd name="csY397" fmla="*/ 192318 h 381000"/>
                <a:gd name="csX398" fmla="*/ 548973 w 704850"/>
                <a:gd name="csY398" fmla="*/ 191680 h 381000"/>
                <a:gd name="csX399" fmla="*/ 550364 w 704850"/>
                <a:gd name="csY399" fmla="*/ 191175 h 381000"/>
                <a:gd name="csX400" fmla="*/ 551707 w 704850"/>
                <a:gd name="csY400" fmla="*/ 190727 h 381000"/>
                <a:gd name="csX401" fmla="*/ 553098 w 704850"/>
                <a:gd name="csY401" fmla="*/ 190346 h 381000"/>
                <a:gd name="csX402" fmla="*/ 554498 w 704850"/>
                <a:gd name="csY402" fmla="*/ 190089 h 381000"/>
                <a:gd name="csX403" fmla="*/ 555898 w 704850"/>
                <a:gd name="csY403" fmla="*/ 189899 h 381000"/>
                <a:gd name="csX404" fmla="*/ 557232 w 704850"/>
                <a:gd name="csY404" fmla="*/ 189832 h 381000"/>
                <a:gd name="csX405" fmla="*/ 558632 w 704850"/>
                <a:gd name="csY405" fmla="*/ 189832 h 381000"/>
                <a:gd name="csX406" fmla="*/ 560032 w 704850"/>
                <a:gd name="csY406" fmla="*/ 189965 h 381000"/>
                <a:gd name="csX407" fmla="*/ 561365 w 704850"/>
                <a:gd name="csY407" fmla="*/ 190213 h 381000"/>
                <a:gd name="csX408" fmla="*/ 562766 w 704850"/>
                <a:gd name="csY408" fmla="*/ 190537 h 381000"/>
                <a:gd name="csX409" fmla="*/ 564166 w 704850"/>
                <a:gd name="csY409" fmla="*/ 191041 h 381000"/>
                <a:gd name="csX410" fmla="*/ 565499 w 704850"/>
                <a:gd name="csY410" fmla="*/ 191556 h 381000"/>
                <a:gd name="csX411" fmla="*/ 566900 w 704850"/>
                <a:gd name="csY411" fmla="*/ 192251 h 381000"/>
                <a:gd name="csX412" fmla="*/ 568300 w 704850"/>
                <a:gd name="csY412" fmla="*/ 193080 h 381000"/>
                <a:gd name="csX413" fmla="*/ 569633 w 704850"/>
                <a:gd name="csY413" fmla="*/ 194042 h 381000"/>
                <a:gd name="csX414" fmla="*/ 571033 w 704850"/>
                <a:gd name="csY414" fmla="*/ 195061 h 381000"/>
                <a:gd name="csX415" fmla="*/ 572434 w 704850"/>
                <a:gd name="csY415" fmla="*/ 196271 h 381000"/>
                <a:gd name="csX416" fmla="*/ 573834 w 704850"/>
                <a:gd name="csY416" fmla="*/ 197547 h 381000"/>
                <a:gd name="csX417" fmla="*/ 575167 w 704850"/>
                <a:gd name="csY417" fmla="*/ 199004 h 381000"/>
                <a:gd name="csX418" fmla="*/ 576567 w 704850"/>
                <a:gd name="csY418" fmla="*/ 200538 h 381000"/>
                <a:gd name="csX419" fmla="*/ 577968 w 704850"/>
                <a:gd name="csY419" fmla="*/ 202262 h 381000"/>
                <a:gd name="csX420" fmla="*/ 579301 w 704850"/>
                <a:gd name="csY420" fmla="*/ 203976 h 381000"/>
                <a:gd name="csX421" fmla="*/ 580701 w 704850"/>
                <a:gd name="csY421" fmla="*/ 205958 h 381000"/>
                <a:gd name="csX422" fmla="*/ 582101 w 704850"/>
                <a:gd name="csY422" fmla="*/ 207996 h 381000"/>
                <a:gd name="csX423" fmla="*/ 583435 w 704850"/>
                <a:gd name="csY423" fmla="*/ 210091 h 381000"/>
                <a:gd name="csX424" fmla="*/ 584835 w 704850"/>
                <a:gd name="csY424" fmla="*/ 212387 h 381000"/>
                <a:gd name="csX425" fmla="*/ 586235 w 704850"/>
                <a:gd name="csY425" fmla="*/ 214749 h 381000"/>
                <a:gd name="csX426" fmla="*/ 587569 w 704850"/>
                <a:gd name="csY426" fmla="*/ 217226 h 381000"/>
                <a:gd name="csX427" fmla="*/ 588969 w 704850"/>
                <a:gd name="csY427" fmla="*/ 219845 h 381000"/>
                <a:gd name="csX428" fmla="*/ 590369 w 704850"/>
                <a:gd name="csY428" fmla="*/ 222522 h 381000"/>
                <a:gd name="csX429" fmla="*/ 591769 w 704850"/>
                <a:gd name="csY429" fmla="*/ 225322 h 381000"/>
                <a:gd name="csX430" fmla="*/ 593103 w 704850"/>
                <a:gd name="csY430" fmla="*/ 228122 h 381000"/>
                <a:gd name="csX431" fmla="*/ 594503 w 704850"/>
                <a:gd name="csY431" fmla="*/ 231123 h 381000"/>
                <a:gd name="csX432" fmla="*/ 595903 w 704850"/>
                <a:gd name="csY432" fmla="*/ 234114 h 381000"/>
                <a:gd name="csX433" fmla="*/ 597237 w 704850"/>
                <a:gd name="csY433" fmla="*/ 237238 h 381000"/>
                <a:gd name="csX434" fmla="*/ 598637 w 704850"/>
                <a:gd name="csY434" fmla="*/ 240419 h 381000"/>
                <a:gd name="csX435" fmla="*/ 600037 w 704850"/>
                <a:gd name="csY435" fmla="*/ 243610 h 381000"/>
                <a:gd name="csX436" fmla="*/ 601370 w 704850"/>
                <a:gd name="csY436" fmla="*/ 246925 h 381000"/>
                <a:gd name="csX437" fmla="*/ 602771 w 704850"/>
                <a:gd name="csY437" fmla="*/ 250230 h 381000"/>
                <a:gd name="csX438" fmla="*/ 604171 w 704850"/>
                <a:gd name="csY438" fmla="*/ 253611 h 381000"/>
                <a:gd name="csX439" fmla="*/ 605504 w 704850"/>
                <a:gd name="csY439" fmla="*/ 256983 h 381000"/>
                <a:gd name="csX440" fmla="*/ 606904 w 704850"/>
                <a:gd name="csY440" fmla="*/ 260431 h 381000"/>
                <a:gd name="csX441" fmla="*/ 608295 w 704850"/>
                <a:gd name="csY441" fmla="*/ 263927 h 381000"/>
                <a:gd name="csX442" fmla="*/ 609695 w 704850"/>
                <a:gd name="csY442" fmla="*/ 267375 h 381000"/>
                <a:gd name="csX443" fmla="*/ 611039 w 704850"/>
                <a:gd name="csY443" fmla="*/ 270880 h 381000"/>
                <a:gd name="csX444" fmla="*/ 612429 w 704850"/>
                <a:gd name="csY444" fmla="*/ 274319 h 381000"/>
                <a:gd name="csX445" fmla="*/ 613829 w 704850"/>
                <a:gd name="csY445" fmla="*/ 277824 h 381000"/>
                <a:gd name="csX446" fmla="*/ 615172 w 704850"/>
                <a:gd name="csY446" fmla="*/ 281262 h 381000"/>
                <a:gd name="csX447" fmla="*/ 616563 w 704850"/>
                <a:gd name="csY447" fmla="*/ 284767 h 381000"/>
                <a:gd name="csX448" fmla="*/ 617963 w 704850"/>
                <a:gd name="csY448" fmla="*/ 288206 h 381000"/>
                <a:gd name="csX449" fmla="*/ 619296 w 704850"/>
                <a:gd name="csY449" fmla="*/ 291587 h 381000"/>
                <a:gd name="csX450" fmla="*/ 620697 w 704850"/>
                <a:gd name="csY450" fmla="*/ 294959 h 381000"/>
                <a:gd name="csX451" fmla="*/ 622097 w 704850"/>
                <a:gd name="csY451" fmla="*/ 298274 h 381000"/>
                <a:gd name="csX452" fmla="*/ 623430 w 704850"/>
                <a:gd name="csY452" fmla="*/ 301589 h 381000"/>
                <a:gd name="csX453" fmla="*/ 624831 w 704850"/>
                <a:gd name="csY453" fmla="*/ 304837 h 381000"/>
                <a:gd name="csX454" fmla="*/ 626231 w 704850"/>
                <a:gd name="csY454" fmla="*/ 308018 h 381000"/>
                <a:gd name="csX455" fmla="*/ 627631 w 704850"/>
                <a:gd name="csY455" fmla="*/ 311142 h 381000"/>
                <a:gd name="csX456" fmla="*/ 628964 w 704850"/>
                <a:gd name="csY456" fmla="*/ 314200 h 381000"/>
                <a:gd name="csX457" fmla="*/ 630365 w 704850"/>
                <a:gd name="csY457" fmla="*/ 317257 h 381000"/>
                <a:gd name="csX458" fmla="*/ 631765 w 704850"/>
                <a:gd name="csY458" fmla="*/ 320191 h 381000"/>
                <a:gd name="csX459" fmla="*/ 633098 w 704850"/>
                <a:gd name="csY459" fmla="*/ 323058 h 381000"/>
                <a:gd name="csX460" fmla="*/ 634498 w 704850"/>
                <a:gd name="csY460" fmla="*/ 325858 h 381000"/>
                <a:gd name="csX461" fmla="*/ 635899 w 704850"/>
                <a:gd name="csY461" fmla="*/ 328602 h 381000"/>
                <a:gd name="csX462" fmla="*/ 637232 w 704850"/>
                <a:gd name="csY462" fmla="*/ 331211 h 381000"/>
                <a:gd name="csX463" fmla="*/ 638632 w 704850"/>
                <a:gd name="csY463" fmla="*/ 333821 h 381000"/>
                <a:gd name="csX464" fmla="*/ 640032 w 704850"/>
                <a:gd name="csY464" fmla="*/ 336307 h 381000"/>
                <a:gd name="csX465" fmla="*/ 641366 w 704850"/>
                <a:gd name="csY465" fmla="*/ 338727 h 381000"/>
                <a:gd name="csX466" fmla="*/ 642766 w 704850"/>
                <a:gd name="csY466" fmla="*/ 341022 h 381000"/>
                <a:gd name="csX467" fmla="*/ 644166 w 704850"/>
                <a:gd name="csY467" fmla="*/ 343251 h 381000"/>
                <a:gd name="csX468" fmla="*/ 645567 w 704850"/>
                <a:gd name="csY468" fmla="*/ 345423 h 381000"/>
                <a:gd name="csX469" fmla="*/ 646900 w 704850"/>
                <a:gd name="csY469" fmla="*/ 347518 h 381000"/>
                <a:gd name="csX470" fmla="*/ 648300 w 704850"/>
                <a:gd name="csY470" fmla="*/ 349500 h 381000"/>
                <a:gd name="csX471" fmla="*/ 649700 w 704850"/>
                <a:gd name="csY471" fmla="*/ 351471 h 381000"/>
                <a:gd name="csX472" fmla="*/ 651034 w 704850"/>
                <a:gd name="csY472" fmla="*/ 353252 h 381000"/>
                <a:gd name="csX473" fmla="*/ 652434 w 704850"/>
                <a:gd name="csY473" fmla="*/ 355043 h 381000"/>
                <a:gd name="csX474" fmla="*/ 653834 w 704850"/>
                <a:gd name="csY474" fmla="*/ 356700 h 381000"/>
                <a:gd name="csX475" fmla="*/ 655168 w 704850"/>
                <a:gd name="csY475" fmla="*/ 358358 h 381000"/>
                <a:gd name="csX476" fmla="*/ 656568 w 704850"/>
                <a:gd name="csY476" fmla="*/ 359815 h 381000"/>
                <a:gd name="csX477" fmla="*/ 657968 w 704850"/>
                <a:gd name="csY477" fmla="*/ 361282 h 381000"/>
                <a:gd name="csX478" fmla="*/ 659302 w 704850"/>
                <a:gd name="csY478" fmla="*/ 362682 h 381000"/>
                <a:gd name="csX479" fmla="*/ 660702 w 704850"/>
                <a:gd name="csY479" fmla="*/ 363958 h 381000"/>
                <a:gd name="csX480" fmla="*/ 662102 w 704850"/>
                <a:gd name="csY480" fmla="*/ 365235 h 381000"/>
                <a:gd name="csX481" fmla="*/ 663493 w 704850"/>
                <a:gd name="csY481" fmla="*/ 366378 h 381000"/>
                <a:gd name="csX482" fmla="*/ 664836 w 704850"/>
                <a:gd name="csY482" fmla="*/ 367464 h 381000"/>
                <a:gd name="csX483" fmla="*/ 666236 w 704850"/>
                <a:gd name="csY483" fmla="*/ 368550 h 381000"/>
                <a:gd name="csX484" fmla="*/ 667626 w 704850"/>
                <a:gd name="csY484" fmla="*/ 369502 h 381000"/>
                <a:gd name="csX485" fmla="*/ 668969 w 704850"/>
                <a:gd name="csY485" fmla="*/ 370454 h 381000"/>
                <a:gd name="csX486" fmla="*/ 670369 w 704850"/>
                <a:gd name="csY486" fmla="*/ 371283 h 381000"/>
                <a:gd name="csX487" fmla="*/ 671760 w 704850"/>
                <a:gd name="csY487" fmla="*/ 372112 h 381000"/>
                <a:gd name="csX488" fmla="*/ 673103 w 704850"/>
                <a:gd name="csY488" fmla="*/ 372883 h 381000"/>
                <a:gd name="csX489" fmla="*/ 674494 w 704850"/>
                <a:gd name="csY489" fmla="*/ 373579 h 381000"/>
                <a:gd name="csX490" fmla="*/ 675894 w 704850"/>
                <a:gd name="csY490" fmla="*/ 374284 h 381000"/>
                <a:gd name="csX491" fmla="*/ 677237 w 704850"/>
                <a:gd name="csY491" fmla="*/ 374922 h 381000"/>
                <a:gd name="csX492" fmla="*/ 678628 w 704850"/>
                <a:gd name="csY492" fmla="*/ 375493 h 381000"/>
                <a:gd name="csX493" fmla="*/ 680028 w 704850"/>
                <a:gd name="csY493" fmla="*/ 375998 h 381000"/>
                <a:gd name="csX494" fmla="*/ 681428 w 704850"/>
                <a:gd name="csY494" fmla="*/ 376512 h 381000"/>
                <a:gd name="csX495" fmla="*/ 682761 w 704850"/>
                <a:gd name="csY495" fmla="*/ 376960 h 381000"/>
                <a:gd name="csX496" fmla="*/ 684162 w 704850"/>
                <a:gd name="csY496" fmla="*/ 377398 h 381000"/>
                <a:gd name="csX497" fmla="*/ 685562 w 704850"/>
                <a:gd name="csY497" fmla="*/ 377789 h 381000"/>
                <a:gd name="csX498" fmla="*/ 686895 w 704850"/>
                <a:gd name="csY498" fmla="*/ 378170 h 381000"/>
                <a:gd name="csX499" fmla="*/ 688295 w 704850"/>
                <a:gd name="csY499" fmla="*/ 378551 h 381000"/>
                <a:gd name="csX500" fmla="*/ 689696 w 704850"/>
                <a:gd name="csY500" fmla="*/ 378865 h 381000"/>
                <a:gd name="csX501" fmla="*/ 691030 w 704850"/>
                <a:gd name="csY501" fmla="*/ 379122 h 381000"/>
                <a:gd name="csX502" fmla="*/ 692429 w 704850"/>
                <a:gd name="csY502" fmla="*/ 379379 h 381000"/>
                <a:gd name="csX503" fmla="*/ 693829 w 704850"/>
                <a:gd name="csY503" fmla="*/ 379636 h 381000"/>
                <a:gd name="csX504" fmla="*/ 695163 w 704850"/>
                <a:gd name="csY504" fmla="*/ 379884 h 381000"/>
                <a:gd name="csX505" fmla="*/ 696564 w 704850"/>
                <a:gd name="csY505" fmla="*/ 380075 h 381000"/>
                <a:gd name="csX506" fmla="*/ 697963 w 704850"/>
                <a:gd name="csY506" fmla="*/ 380265 h 381000"/>
                <a:gd name="csX507" fmla="*/ 699364 w 704850"/>
                <a:gd name="csY507" fmla="*/ 380465 h 381000"/>
                <a:gd name="csX508" fmla="*/ 700697 w 704850"/>
                <a:gd name="csY508" fmla="*/ 380589 h 381000"/>
                <a:gd name="csX509" fmla="*/ 702097 w 704850"/>
                <a:gd name="csY509" fmla="*/ 380713 h 381000"/>
                <a:gd name="csX510" fmla="*/ 703497 w 704850"/>
                <a:gd name="csY510" fmla="*/ 380846 h 381000"/>
                <a:gd name="csX511" fmla="*/ 704831 w 70485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81000">
                  <a:moveTo>
                    <a:pt x="-19" y="380265"/>
                  </a:moveTo>
                  <a:lnTo>
                    <a:pt x="1315" y="380075"/>
                  </a:lnTo>
                  <a:lnTo>
                    <a:pt x="2715" y="379827"/>
                  </a:lnTo>
                  <a:lnTo>
                    <a:pt x="4115" y="379570"/>
                  </a:lnTo>
                  <a:lnTo>
                    <a:pt x="5515" y="379313"/>
                  </a:lnTo>
                  <a:lnTo>
                    <a:pt x="6849" y="378998"/>
                  </a:lnTo>
                  <a:lnTo>
                    <a:pt x="8249" y="378675"/>
                  </a:lnTo>
                  <a:lnTo>
                    <a:pt x="9649" y="378360"/>
                  </a:lnTo>
                  <a:lnTo>
                    <a:pt x="10982" y="377912"/>
                  </a:lnTo>
                  <a:lnTo>
                    <a:pt x="12383" y="377532"/>
                  </a:lnTo>
                  <a:lnTo>
                    <a:pt x="13783" y="377017"/>
                  </a:lnTo>
                  <a:lnTo>
                    <a:pt x="15116" y="376512"/>
                  </a:lnTo>
                  <a:lnTo>
                    <a:pt x="16516" y="375998"/>
                  </a:lnTo>
                  <a:lnTo>
                    <a:pt x="17917" y="375360"/>
                  </a:lnTo>
                  <a:lnTo>
                    <a:pt x="19250" y="374731"/>
                  </a:lnTo>
                  <a:lnTo>
                    <a:pt x="20650" y="374026"/>
                  </a:lnTo>
                  <a:lnTo>
                    <a:pt x="22050" y="373264"/>
                  </a:lnTo>
                  <a:lnTo>
                    <a:pt x="23450" y="372502"/>
                  </a:lnTo>
                  <a:lnTo>
                    <a:pt x="24784" y="371540"/>
                  </a:lnTo>
                  <a:lnTo>
                    <a:pt x="26184" y="370588"/>
                  </a:lnTo>
                  <a:lnTo>
                    <a:pt x="27585" y="369635"/>
                  </a:lnTo>
                  <a:lnTo>
                    <a:pt x="28918" y="368483"/>
                  </a:lnTo>
                  <a:lnTo>
                    <a:pt x="30318" y="367273"/>
                  </a:lnTo>
                  <a:lnTo>
                    <a:pt x="31718" y="366063"/>
                  </a:lnTo>
                  <a:lnTo>
                    <a:pt x="33052" y="364663"/>
                  </a:lnTo>
                  <a:lnTo>
                    <a:pt x="34452" y="363196"/>
                  </a:lnTo>
                  <a:lnTo>
                    <a:pt x="35843" y="361663"/>
                  </a:lnTo>
                  <a:lnTo>
                    <a:pt x="37186" y="360006"/>
                  </a:lnTo>
                  <a:lnTo>
                    <a:pt x="38586" y="358224"/>
                  </a:lnTo>
                  <a:lnTo>
                    <a:pt x="39977" y="356376"/>
                  </a:lnTo>
                  <a:lnTo>
                    <a:pt x="41377" y="354338"/>
                  </a:lnTo>
                  <a:lnTo>
                    <a:pt x="42720" y="352233"/>
                  </a:lnTo>
                  <a:lnTo>
                    <a:pt x="44110" y="350004"/>
                  </a:lnTo>
                  <a:lnTo>
                    <a:pt x="45510" y="347652"/>
                  </a:lnTo>
                  <a:lnTo>
                    <a:pt x="46853" y="345099"/>
                  </a:lnTo>
                  <a:lnTo>
                    <a:pt x="48244" y="342489"/>
                  </a:lnTo>
                  <a:lnTo>
                    <a:pt x="49644" y="339689"/>
                  </a:lnTo>
                  <a:lnTo>
                    <a:pt x="50978" y="336755"/>
                  </a:lnTo>
                  <a:lnTo>
                    <a:pt x="52378" y="333631"/>
                  </a:lnTo>
                  <a:lnTo>
                    <a:pt x="53778" y="330450"/>
                  </a:lnTo>
                  <a:lnTo>
                    <a:pt x="55112" y="327068"/>
                  </a:lnTo>
                  <a:lnTo>
                    <a:pt x="56512" y="323506"/>
                  </a:lnTo>
                  <a:lnTo>
                    <a:pt x="57912" y="319810"/>
                  </a:lnTo>
                  <a:lnTo>
                    <a:pt x="59312" y="315924"/>
                  </a:lnTo>
                  <a:lnTo>
                    <a:pt x="60646" y="311904"/>
                  </a:lnTo>
                  <a:lnTo>
                    <a:pt x="62046" y="307704"/>
                  </a:lnTo>
                  <a:lnTo>
                    <a:pt x="63446" y="303370"/>
                  </a:lnTo>
                  <a:lnTo>
                    <a:pt x="64780" y="298779"/>
                  </a:lnTo>
                  <a:lnTo>
                    <a:pt x="66180" y="294131"/>
                  </a:lnTo>
                  <a:lnTo>
                    <a:pt x="67580" y="289292"/>
                  </a:lnTo>
                  <a:lnTo>
                    <a:pt x="68913" y="284253"/>
                  </a:lnTo>
                  <a:lnTo>
                    <a:pt x="70314" y="279034"/>
                  </a:lnTo>
                  <a:lnTo>
                    <a:pt x="71714" y="273747"/>
                  </a:lnTo>
                  <a:lnTo>
                    <a:pt x="73047" y="268261"/>
                  </a:lnTo>
                  <a:lnTo>
                    <a:pt x="74447" y="262593"/>
                  </a:lnTo>
                  <a:lnTo>
                    <a:pt x="75848" y="256859"/>
                  </a:lnTo>
                  <a:lnTo>
                    <a:pt x="77248" y="250935"/>
                  </a:lnTo>
                  <a:lnTo>
                    <a:pt x="78581" y="244820"/>
                  </a:lnTo>
                  <a:lnTo>
                    <a:pt x="79981" y="238638"/>
                  </a:lnTo>
                  <a:lnTo>
                    <a:pt x="81382" y="232390"/>
                  </a:lnTo>
                  <a:lnTo>
                    <a:pt x="82715" y="225893"/>
                  </a:lnTo>
                  <a:lnTo>
                    <a:pt x="84115" y="219397"/>
                  </a:lnTo>
                  <a:lnTo>
                    <a:pt x="85516" y="212835"/>
                  </a:lnTo>
                  <a:lnTo>
                    <a:pt x="86849" y="206082"/>
                  </a:lnTo>
                  <a:lnTo>
                    <a:pt x="88249" y="199328"/>
                  </a:lnTo>
                  <a:lnTo>
                    <a:pt x="89649" y="192442"/>
                  </a:lnTo>
                  <a:lnTo>
                    <a:pt x="90983" y="185564"/>
                  </a:lnTo>
                  <a:lnTo>
                    <a:pt x="92383" y="178621"/>
                  </a:lnTo>
                  <a:lnTo>
                    <a:pt x="93783" y="171610"/>
                  </a:lnTo>
                  <a:lnTo>
                    <a:pt x="95174" y="164600"/>
                  </a:lnTo>
                  <a:lnTo>
                    <a:pt x="96517" y="157599"/>
                  </a:lnTo>
                  <a:lnTo>
                    <a:pt x="97917" y="150589"/>
                  </a:lnTo>
                  <a:lnTo>
                    <a:pt x="99308" y="143645"/>
                  </a:lnTo>
                  <a:lnTo>
                    <a:pt x="100651" y="136701"/>
                  </a:lnTo>
                  <a:lnTo>
                    <a:pt x="102041" y="129748"/>
                  </a:lnTo>
                  <a:lnTo>
                    <a:pt x="103442" y="122938"/>
                  </a:lnTo>
                  <a:lnTo>
                    <a:pt x="104784" y="116184"/>
                  </a:lnTo>
                  <a:lnTo>
                    <a:pt x="106175" y="109488"/>
                  </a:lnTo>
                  <a:lnTo>
                    <a:pt x="107575" y="102869"/>
                  </a:lnTo>
                  <a:lnTo>
                    <a:pt x="108919" y="96363"/>
                  </a:lnTo>
                  <a:lnTo>
                    <a:pt x="110309" y="90058"/>
                  </a:lnTo>
                  <a:lnTo>
                    <a:pt x="111709" y="83819"/>
                  </a:lnTo>
                  <a:lnTo>
                    <a:pt x="113052" y="77761"/>
                  </a:lnTo>
                  <a:lnTo>
                    <a:pt x="114443" y="71903"/>
                  </a:lnTo>
                  <a:lnTo>
                    <a:pt x="115843" y="66102"/>
                  </a:lnTo>
                  <a:lnTo>
                    <a:pt x="117243" y="60558"/>
                  </a:lnTo>
                  <a:lnTo>
                    <a:pt x="118577" y="55272"/>
                  </a:lnTo>
                  <a:lnTo>
                    <a:pt x="119977" y="50110"/>
                  </a:lnTo>
                  <a:lnTo>
                    <a:pt x="121377" y="45147"/>
                  </a:lnTo>
                  <a:lnTo>
                    <a:pt x="122711" y="40489"/>
                  </a:lnTo>
                  <a:lnTo>
                    <a:pt x="124111" y="36032"/>
                  </a:lnTo>
                  <a:lnTo>
                    <a:pt x="125511" y="31765"/>
                  </a:lnTo>
                  <a:lnTo>
                    <a:pt x="126844" y="27812"/>
                  </a:lnTo>
                  <a:lnTo>
                    <a:pt x="128245" y="24116"/>
                  </a:lnTo>
                  <a:lnTo>
                    <a:pt x="129645" y="20611"/>
                  </a:lnTo>
                  <a:lnTo>
                    <a:pt x="130978" y="17429"/>
                  </a:lnTo>
                  <a:lnTo>
                    <a:pt x="132378" y="14496"/>
                  </a:lnTo>
                  <a:lnTo>
                    <a:pt x="133779" y="11819"/>
                  </a:lnTo>
                  <a:lnTo>
                    <a:pt x="135179" y="9400"/>
                  </a:lnTo>
                  <a:lnTo>
                    <a:pt x="136512" y="7361"/>
                  </a:lnTo>
                  <a:lnTo>
                    <a:pt x="137912" y="5447"/>
                  </a:lnTo>
                  <a:lnTo>
                    <a:pt x="139313" y="3856"/>
                  </a:lnTo>
                  <a:lnTo>
                    <a:pt x="140646" y="2580"/>
                  </a:lnTo>
                  <a:lnTo>
                    <a:pt x="142046" y="1561"/>
                  </a:lnTo>
                  <a:lnTo>
                    <a:pt x="143447" y="732"/>
                  </a:lnTo>
                  <a:lnTo>
                    <a:pt x="144780" y="227"/>
                  </a:lnTo>
                  <a:lnTo>
                    <a:pt x="146180" y="-30"/>
                  </a:lnTo>
                  <a:lnTo>
                    <a:pt x="147580" y="-30"/>
                  </a:lnTo>
                  <a:lnTo>
                    <a:pt x="148914" y="227"/>
                  </a:lnTo>
                  <a:lnTo>
                    <a:pt x="150314" y="732"/>
                  </a:lnTo>
                  <a:lnTo>
                    <a:pt x="151714" y="1437"/>
                  </a:lnTo>
                  <a:lnTo>
                    <a:pt x="153114" y="2389"/>
                  </a:lnTo>
                  <a:lnTo>
                    <a:pt x="154448" y="3599"/>
                  </a:lnTo>
                  <a:lnTo>
                    <a:pt x="155848" y="4942"/>
                  </a:lnTo>
                  <a:lnTo>
                    <a:pt x="157248" y="6533"/>
                  </a:lnTo>
                  <a:lnTo>
                    <a:pt x="158582" y="8381"/>
                  </a:lnTo>
                  <a:lnTo>
                    <a:pt x="159982" y="10295"/>
                  </a:lnTo>
                  <a:lnTo>
                    <a:pt x="161373" y="12457"/>
                  </a:lnTo>
                  <a:lnTo>
                    <a:pt x="162716" y="14819"/>
                  </a:lnTo>
                  <a:lnTo>
                    <a:pt x="164116" y="17296"/>
                  </a:lnTo>
                  <a:lnTo>
                    <a:pt x="165506" y="19849"/>
                  </a:lnTo>
                  <a:lnTo>
                    <a:pt x="166850" y="22649"/>
                  </a:lnTo>
                  <a:lnTo>
                    <a:pt x="168240" y="25583"/>
                  </a:lnTo>
                  <a:lnTo>
                    <a:pt x="169640" y="28573"/>
                  </a:lnTo>
                  <a:lnTo>
                    <a:pt x="171041" y="31698"/>
                  </a:lnTo>
                  <a:lnTo>
                    <a:pt x="172374" y="34946"/>
                  </a:lnTo>
                  <a:lnTo>
                    <a:pt x="173774" y="38260"/>
                  </a:lnTo>
                  <a:lnTo>
                    <a:pt x="175174" y="41642"/>
                  </a:lnTo>
                  <a:lnTo>
                    <a:pt x="176508" y="45147"/>
                  </a:lnTo>
                  <a:lnTo>
                    <a:pt x="177908" y="48643"/>
                  </a:lnTo>
                  <a:lnTo>
                    <a:pt x="179308" y="52281"/>
                  </a:lnTo>
                  <a:lnTo>
                    <a:pt x="180642" y="55910"/>
                  </a:lnTo>
                  <a:lnTo>
                    <a:pt x="182042" y="59606"/>
                  </a:lnTo>
                  <a:lnTo>
                    <a:pt x="183442" y="63302"/>
                  </a:lnTo>
                  <a:lnTo>
                    <a:pt x="184776" y="67064"/>
                  </a:lnTo>
                  <a:lnTo>
                    <a:pt x="186176" y="70817"/>
                  </a:lnTo>
                  <a:lnTo>
                    <a:pt x="187576" y="74579"/>
                  </a:lnTo>
                  <a:lnTo>
                    <a:pt x="188976" y="78332"/>
                  </a:lnTo>
                  <a:lnTo>
                    <a:pt x="190310" y="82095"/>
                  </a:lnTo>
                  <a:lnTo>
                    <a:pt x="191710" y="85857"/>
                  </a:lnTo>
                  <a:lnTo>
                    <a:pt x="193110" y="89553"/>
                  </a:lnTo>
                  <a:lnTo>
                    <a:pt x="194443" y="93306"/>
                  </a:lnTo>
                  <a:lnTo>
                    <a:pt x="195843" y="97001"/>
                  </a:lnTo>
                  <a:lnTo>
                    <a:pt x="197244" y="100640"/>
                  </a:lnTo>
                  <a:lnTo>
                    <a:pt x="198577" y="104269"/>
                  </a:lnTo>
                  <a:lnTo>
                    <a:pt x="199978" y="107831"/>
                  </a:lnTo>
                  <a:lnTo>
                    <a:pt x="201378" y="111403"/>
                  </a:lnTo>
                  <a:lnTo>
                    <a:pt x="202711" y="114908"/>
                  </a:lnTo>
                  <a:lnTo>
                    <a:pt x="204111" y="118347"/>
                  </a:lnTo>
                  <a:lnTo>
                    <a:pt x="205511" y="121785"/>
                  </a:lnTo>
                  <a:lnTo>
                    <a:pt x="206912" y="125100"/>
                  </a:lnTo>
                  <a:lnTo>
                    <a:pt x="208245" y="128414"/>
                  </a:lnTo>
                  <a:lnTo>
                    <a:pt x="209645" y="131663"/>
                  </a:lnTo>
                  <a:lnTo>
                    <a:pt x="211045" y="134854"/>
                  </a:lnTo>
                  <a:lnTo>
                    <a:pt x="212379" y="137968"/>
                  </a:lnTo>
                  <a:lnTo>
                    <a:pt x="213779" y="141092"/>
                  </a:lnTo>
                  <a:lnTo>
                    <a:pt x="215179" y="144093"/>
                  </a:lnTo>
                  <a:lnTo>
                    <a:pt x="216513" y="147017"/>
                  </a:lnTo>
                  <a:lnTo>
                    <a:pt x="217913" y="149884"/>
                  </a:lnTo>
                  <a:lnTo>
                    <a:pt x="219313" y="152751"/>
                  </a:lnTo>
                  <a:lnTo>
                    <a:pt x="220647" y="155494"/>
                  </a:lnTo>
                  <a:lnTo>
                    <a:pt x="222047" y="158171"/>
                  </a:lnTo>
                  <a:lnTo>
                    <a:pt x="223447" y="160847"/>
                  </a:lnTo>
                  <a:lnTo>
                    <a:pt x="224838" y="163391"/>
                  </a:lnTo>
                  <a:lnTo>
                    <a:pt x="226181" y="165943"/>
                  </a:lnTo>
                  <a:lnTo>
                    <a:pt x="227581" y="168362"/>
                  </a:lnTo>
                  <a:lnTo>
                    <a:pt x="228971" y="170782"/>
                  </a:lnTo>
                  <a:lnTo>
                    <a:pt x="230315" y="173077"/>
                  </a:lnTo>
                  <a:lnTo>
                    <a:pt x="231705" y="175373"/>
                  </a:lnTo>
                  <a:lnTo>
                    <a:pt x="233105" y="177602"/>
                  </a:lnTo>
                  <a:lnTo>
                    <a:pt x="234448" y="179764"/>
                  </a:lnTo>
                  <a:lnTo>
                    <a:pt x="235839" y="181869"/>
                  </a:lnTo>
                  <a:lnTo>
                    <a:pt x="237239" y="183974"/>
                  </a:lnTo>
                  <a:lnTo>
                    <a:pt x="238573" y="185946"/>
                  </a:lnTo>
                  <a:lnTo>
                    <a:pt x="239973" y="187927"/>
                  </a:lnTo>
                  <a:lnTo>
                    <a:pt x="241373" y="189832"/>
                  </a:lnTo>
                  <a:lnTo>
                    <a:pt x="242773" y="191680"/>
                  </a:lnTo>
                  <a:lnTo>
                    <a:pt x="244107" y="193461"/>
                  </a:lnTo>
                  <a:lnTo>
                    <a:pt x="245507" y="195252"/>
                  </a:lnTo>
                  <a:lnTo>
                    <a:pt x="246907" y="196966"/>
                  </a:lnTo>
                  <a:lnTo>
                    <a:pt x="248241" y="198623"/>
                  </a:lnTo>
                  <a:lnTo>
                    <a:pt x="249641" y="200281"/>
                  </a:lnTo>
                  <a:lnTo>
                    <a:pt x="251041" y="201814"/>
                  </a:lnTo>
                  <a:lnTo>
                    <a:pt x="252374" y="203405"/>
                  </a:lnTo>
                  <a:lnTo>
                    <a:pt x="253775" y="204872"/>
                  </a:lnTo>
                  <a:lnTo>
                    <a:pt x="255175" y="206396"/>
                  </a:lnTo>
                  <a:lnTo>
                    <a:pt x="256508" y="207796"/>
                  </a:lnTo>
                  <a:lnTo>
                    <a:pt x="257909" y="209206"/>
                  </a:lnTo>
                  <a:lnTo>
                    <a:pt x="259309" y="210539"/>
                  </a:lnTo>
                  <a:lnTo>
                    <a:pt x="260709" y="211882"/>
                  </a:lnTo>
                  <a:lnTo>
                    <a:pt x="262042" y="213216"/>
                  </a:lnTo>
                  <a:lnTo>
                    <a:pt x="263443" y="214492"/>
                  </a:lnTo>
                  <a:lnTo>
                    <a:pt x="264843" y="215702"/>
                  </a:lnTo>
                  <a:lnTo>
                    <a:pt x="266176" y="216911"/>
                  </a:lnTo>
                  <a:lnTo>
                    <a:pt x="267576" y="218054"/>
                  </a:lnTo>
                  <a:lnTo>
                    <a:pt x="268977" y="219207"/>
                  </a:lnTo>
                  <a:lnTo>
                    <a:pt x="270310" y="220350"/>
                  </a:lnTo>
                  <a:lnTo>
                    <a:pt x="271710" y="221436"/>
                  </a:lnTo>
                  <a:lnTo>
                    <a:pt x="273110" y="222522"/>
                  </a:lnTo>
                  <a:lnTo>
                    <a:pt x="274444" y="223598"/>
                  </a:lnTo>
                  <a:lnTo>
                    <a:pt x="275844" y="224617"/>
                  </a:lnTo>
                  <a:lnTo>
                    <a:pt x="277244" y="225636"/>
                  </a:lnTo>
                  <a:lnTo>
                    <a:pt x="278645" y="226598"/>
                  </a:lnTo>
                  <a:lnTo>
                    <a:pt x="279978" y="227551"/>
                  </a:lnTo>
                  <a:lnTo>
                    <a:pt x="281378" y="228503"/>
                  </a:lnTo>
                  <a:lnTo>
                    <a:pt x="282778" y="229399"/>
                  </a:lnTo>
                  <a:lnTo>
                    <a:pt x="284112" y="230351"/>
                  </a:lnTo>
                  <a:lnTo>
                    <a:pt x="285512" y="231247"/>
                  </a:lnTo>
                  <a:lnTo>
                    <a:pt x="286902" y="232075"/>
                  </a:lnTo>
                  <a:lnTo>
                    <a:pt x="288246" y="232971"/>
                  </a:lnTo>
                  <a:lnTo>
                    <a:pt x="289646" y="233799"/>
                  </a:lnTo>
                  <a:lnTo>
                    <a:pt x="291037" y="234628"/>
                  </a:lnTo>
                  <a:lnTo>
                    <a:pt x="292379" y="235390"/>
                  </a:lnTo>
                  <a:lnTo>
                    <a:pt x="293780" y="236219"/>
                  </a:lnTo>
                  <a:lnTo>
                    <a:pt x="295170" y="236981"/>
                  </a:lnTo>
                  <a:lnTo>
                    <a:pt x="296570" y="237743"/>
                  </a:lnTo>
                  <a:lnTo>
                    <a:pt x="297913" y="238447"/>
                  </a:lnTo>
                  <a:lnTo>
                    <a:pt x="299304" y="239209"/>
                  </a:lnTo>
                  <a:lnTo>
                    <a:pt x="300704" y="239914"/>
                  </a:lnTo>
                  <a:lnTo>
                    <a:pt x="302038" y="240610"/>
                  </a:lnTo>
                  <a:lnTo>
                    <a:pt x="303438" y="241315"/>
                  </a:lnTo>
                  <a:lnTo>
                    <a:pt x="304838" y="242010"/>
                  </a:lnTo>
                  <a:lnTo>
                    <a:pt x="306172" y="242714"/>
                  </a:lnTo>
                  <a:lnTo>
                    <a:pt x="307572" y="243353"/>
                  </a:lnTo>
                  <a:lnTo>
                    <a:pt x="308972" y="243991"/>
                  </a:lnTo>
                  <a:lnTo>
                    <a:pt x="310305" y="244686"/>
                  </a:lnTo>
                  <a:lnTo>
                    <a:pt x="311706" y="245325"/>
                  </a:lnTo>
                  <a:lnTo>
                    <a:pt x="313106" y="245963"/>
                  </a:lnTo>
                  <a:lnTo>
                    <a:pt x="314439" y="246534"/>
                  </a:lnTo>
                  <a:lnTo>
                    <a:pt x="315840" y="247172"/>
                  </a:lnTo>
                  <a:lnTo>
                    <a:pt x="317240" y="247810"/>
                  </a:lnTo>
                  <a:lnTo>
                    <a:pt x="318640" y="248382"/>
                  </a:lnTo>
                  <a:lnTo>
                    <a:pt x="319973" y="249020"/>
                  </a:lnTo>
                  <a:lnTo>
                    <a:pt x="321374" y="249592"/>
                  </a:lnTo>
                  <a:lnTo>
                    <a:pt x="322774" y="250173"/>
                  </a:lnTo>
                  <a:lnTo>
                    <a:pt x="324107" y="250744"/>
                  </a:lnTo>
                  <a:lnTo>
                    <a:pt x="325507" y="251316"/>
                  </a:lnTo>
                  <a:lnTo>
                    <a:pt x="326908" y="251954"/>
                  </a:lnTo>
                  <a:lnTo>
                    <a:pt x="328241" y="252526"/>
                  </a:lnTo>
                  <a:lnTo>
                    <a:pt x="329641" y="253097"/>
                  </a:lnTo>
                  <a:lnTo>
                    <a:pt x="331041" y="253611"/>
                  </a:lnTo>
                  <a:lnTo>
                    <a:pt x="332375" y="254183"/>
                  </a:lnTo>
                  <a:lnTo>
                    <a:pt x="333775" y="254754"/>
                  </a:lnTo>
                  <a:lnTo>
                    <a:pt x="335175" y="255335"/>
                  </a:lnTo>
                  <a:lnTo>
                    <a:pt x="336576" y="255907"/>
                  </a:lnTo>
                  <a:lnTo>
                    <a:pt x="337909" y="256478"/>
                  </a:lnTo>
                  <a:lnTo>
                    <a:pt x="339309" y="257050"/>
                  </a:lnTo>
                  <a:lnTo>
                    <a:pt x="340709" y="257564"/>
                  </a:lnTo>
                  <a:lnTo>
                    <a:pt x="342043" y="258136"/>
                  </a:lnTo>
                  <a:lnTo>
                    <a:pt x="343443" y="258707"/>
                  </a:lnTo>
                  <a:lnTo>
                    <a:pt x="344843" y="259279"/>
                  </a:lnTo>
                  <a:lnTo>
                    <a:pt x="346177" y="259850"/>
                  </a:lnTo>
                  <a:lnTo>
                    <a:pt x="347577" y="260431"/>
                  </a:lnTo>
                  <a:lnTo>
                    <a:pt x="348977" y="260936"/>
                  </a:lnTo>
                  <a:lnTo>
                    <a:pt x="350311" y="261508"/>
                  </a:lnTo>
                  <a:lnTo>
                    <a:pt x="351711" y="262079"/>
                  </a:lnTo>
                  <a:lnTo>
                    <a:pt x="353101" y="262660"/>
                  </a:lnTo>
                  <a:lnTo>
                    <a:pt x="354502" y="263165"/>
                  </a:lnTo>
                  <a:lnTo>
                    <a:pt x="355844" y="263736"/>
                  </a:lnTo>
                  <a:lnTo>
                    <a:pt x="357235" y="264317"/>
                  </a:lnTo>
                  <a:lnTo>
                    <a:pt x="358635" y="264822"/>
                  </a:lnTo>
                  <a:lnTo>
                    <a:pt x="359979" y="265394"/>
                  </a:lnTo>
                  <a:lnTo>
                    <a:pt x="361369" y="265908"/>
                  </a:lnTo>
                  <a:lnTo>
                    <a:pt x="362769" y="266480"/>
                  </a:lnTo>
                  <a:lnTo>
                    <a:pt x="364112" y="266984"/>
                  </a:lnTo>
                  <a:lnTo>
                    <a:pt x="365503" y="267499"/>
                  </a:lnTo>
                  <a:lnTo>
                    <a:pt x="366903" y="268013"/>
                  </a:lnTo>
                  <a:lnTo>
                    <a:pt x="368236" y="268518"/>
                  </a:lnTo>
                  <a:lnTo>
                    <a:pt x="369637" y="269032"/>
                  </a:lnTo>
                  <a:lnTo>
                    <a:pt x="371037" y="269537"/>
                  </a:lnTo>
                  <a:lnTo>
                    <a:pt x="372437" y="270051"/>
                  </a:lnTo>
                  <a:lnTo>
                    <a:pt x="373771" y="270490"/>
                  </a:lnTo>
                  <a:lnTo>
                    <a:pt x="375171" y="271004"/>
                  </a:lnTo>
                  <a:lnTo>
                    <a:pt x="376571" y="271452"/>
                  </a:lnTo>
                  <a:lnTo>
                    <a:pt x="377904" y="271899"/>
                  </a:lnTo>
                  <a:lnTo>
                    <a:pt x="379305" y="272337"/>
                  </a:lnTo>
                  <a:lnTo>
                    <a:pt x="380705" y="272728"/>
                  </a:lnTo>
                  <a:lnTo>
                    <a:pt x="382038" y="273109"/>
                  </a:lnTo>
                  <a:lnTo>
                    <a:pt x="383438" y="273490"/>
                  </a:lnTo>
                  <a:lnTo>
                    <a:pt x="384839" y="273871"/>
                  </a:lnTo>
                  <a:lnTo>
                    <a:pt x="386172" y="274252"/>
                  </a:lnTo>
                  <a:lnTo>
                    <a:pt x="387572" y="274566"/>
                  </a:lnTo>
                  <a:lnTo>
                    <a:pt x="388972" y="274890"/>
                  </a:lnTo>
                  <a:lnTo>
                    <a:pt x="390373" y="275147"/>
                  </a:lnTo>
                  <a:lnTo>
                    <a:pt x="391706" y="275462"/>
                  </a:lnTo>
                  <a:lnTo>
                    <a:pt x="393106" y="275719"/>
                  </a:lnTo>
                  <a:lnTo>
                    <a:pt x="394507" y="275909"/>
                  </a:lnTo>
                  <a:lnTo>
                    <a:pt x="395840" y="276167"/>
                  </a:lnTo>
                  <a:lnTo>
                    <a:pt x="397240" y="276357"/>
                  </a:lnTo>
                  <a:lnTo>
                    <a:pt x="398640" y="276481"/>
                  </a:lnTo>
                  <a:lnTo>
                    <a:pt x="399974" y="276671"/>
                  </a:lnTo>
                  <a:lnTo>
                    <a:pt x="401374" y="276805"/>
                  </a:lnTo>
                  <a:lnTo>
                    <a:pt x="402774" y="276862"/>
                  </a:lnTo>
                  <a:lnTo>
                    <a:pt x="404108" y="276928"/>
                  </a:lnTo>
                  <a:lnTo>
                    <a:pt x="405508" y="276995"/>
                  </a:lnTo>
                  <a:lnTo>
                    <a:pt x="406908" y="276995"/>
                  </a:lnTo>
                  <a:lnTo>
                    <a:pt x="408299" y="276995"/>
                  </a:lnTo>
                  <a:lnTo>
                    <a:pt x="409642" y="276995"/>
                  </a:lnTo>
                  <a:lnTo>
                    <a:pt x="411042" y="276928"/>
                  </a:lnTo>
                  <a:lnTo>
                    <a:pt x="412433" y="276805"/>
                  </a:lnTo>
                  <a:lnTo>
                    <a:pt x="413776" y="276738"/>
                  </a:lnTo>
                  <a:lnTo>
                    <a:pt x="415176" y="276614"/>
                  </a:lnTo>
                  <a:lnTo>
                    <a:pt x="416566" y="276414"/>
                  </a:lnTo>
                  <a:lnTo>
                    <a:pt x="417910" y="276224"/>
                  </a:lnTo>
                  <a:lnTo>
                    <a:pt x="419300" y="276033"/>
                  </a:lnTo>
                  <a:lnTo>
                    <a:pt x="420700" y="275785"/>
                  </a:lnTo>
                  <a:lnTo>
                    <a:pt x="422043" y="275528"/>
                  </a:lnTo>
                  <a:lnTo>
                    <a:pt x="423434" y="275271"/>
                  </a:lnTo>
                  <a:lnTo>
                    <a:pt x="424834" y="274957"/>
                  </a:lnTo>
                  <a:lnTo>
                    <a:pt x="426234" y="274633"/>
                  </a:lnTo>
                  <a:lnTo>
                    <a:pt x="427568" y="274252"/>
                  </a:lnTo>
                  <a:lnTo>
                    <a:pt x="428968" y="273938"/>
                  </a:lnTo>
                  <a:lnTo>
                    <a:pt x="430368" y="273490"/>
                  </a:lnTo>
                  <a:lnTo>
                    <a:pt x="431702" y="273109"/>
                  </a:lnTo>
                  <a:lnTo>
                    <a:pt x="433102" y="272661"/>
                  </a:lnTo>
                  <a:lnTo>
                    <a:pt x="434502" y="272147"/>
                  </a:lnTo>
                  <a:lnTo>
                    <a:pt x="435836" y="271699"/>
                  </a:lnTo>
                  <a:lnTo>
                    <a:pt x="437236" y="271194"/>
                  </a:lnTo>
                  <a:lnTo>
                    <a:pt x="438636" y="270623"/>
                  </a:lnTo>
                  <a:lnTo>
                    <a:pt x="439969" y="270108"/>
                  </a:lnTo>
                  <a:lnTo>
                    <a:pt x="441369" y="269537"/>
                  </a:lnTo>
                  <a:lnTo>
                    <a:pt x="442770" y="268966"/>
                  </a:lnTo>
                  <a:lnTo>
                    <a:pt x="444170" y="268327"/>
                  </a:lnTo>
                  <a:lnTo>
                    <a:pt x="445503" y="267756"/>
                  </a:lnTo>
                  <a:lnTo>
                    <a:pt x="446903" y="267051"/>
                  </a:lnTo>
                  <a:lnTo>
                    <a:pt x="448304" y="266413"/>
                  </a:lnTo>
                  <a:lnTo>
                    <a:pt x="449637" y="265775"/>
                  </a:lnTo>
                  <a:lnTo>
                    <a:pt x="451037" y="265079"/>
                  </a:lnTo>
                  <a:lnTo>
                    <a:pt x="452438" y="264375"/>
                  </a:lnTo>
                  <a:lnTo>
                    <a:pt x="453771" y="263679"/>
                  </a:lnTo>
                  <a:lnTo>
                    <a:pt x="455171" y="262908"/>
                  </a:lnTo>
                  <a:lnTo>
                    <a:pt x="456571" y="262146"/>
                  </a:lnTo>
                  <a:lnTo>
                    <a:pt x="457905" y="261450"/>
                  </a:lnTo>
                  <a:lnTo>
                    <a:pt x="459305" y="260622"/>
                  </a:lnTo>
                  <a:lnTo>
                    <a:pt x="460705" y="259850"/>
                  </a:lnTo>
                  <a:lnTo>
                    <a:pt x="462105" y="259088"/>
                  </a:lnTo>
                  <a:lnTo>
                    <a:pt x="463439" y="258259"/>
                  </a:lnTo>
                  <a:lnTo>
                    <a:pt x="464839" y="257431"/>
                  </a:lnTo>
                  <a:lnTo>
                    <a:pt x="466239" y="256602"/>
                  </a:lnTo>
                  <a:lnTo>
                    <a:pt x="467573" y="255773"/>
                  </a:lnTo>
                  <a:lnTo>
                    <a:pt x="468973" y="254888"/>
                  </a:lnTo>
                  <a:lnTo>
                    <a:pt x="470373" y="253992"/>
                  </a:lnTo>
                  <a:lnTo>
                    <a:pt x="471707" y="253097"/>
                  </a:lnTo>
                  <a:lnTo>
                    <a:pt x="473107" y="252211"/>
                  </a:lnTo>
                  <a:lnTo>
                    <a:pt x="474507" y="251316"/>
                  </a:lnTo>
                  <a:lnTo>
                    <a:pt x="475841" y="250420"/>
                  </a:lnTo>
                  <a:lnTo>
                    <a:pt x="477241" y="249468"/>
                  </a:lnTo>
                  <a:lnTo>
                    <a:pt x="478641" y="248515"/>
                  </a:lnTo>
                  <a:lnTo>
                    <a:pt x="480031" y="247553"/>
                  </a:lnTo>
                  <a:lnTo>
                    <a:pt x="481375" y="246601"/>
                  </a:lnTo>
                  <a:lnTo>
                    <a:pt x="482765" y="245648"/>
                  </a:lnTo>
                  <a:lnTo>
                    <a:pt x="484165" y="244629"/>
                  </a:lnTo>
                  <a:lnTo>
                    <a:pt x="485508" y="243610"/>
                  </a:lnTo>
                  <a:lnTo>
                    <a:pt x="486899" y="242591"/>
                  </a:lnTo>
                  <a:lnTo>
                    <a:pt x="488299" y="241572"/>
                  </a:lnTo>
                  <a:lnTo>
                    <a:pt x="489633" y="240486"/>
                  </a:lnTo>
                  <a:lnTo>
                    <a:pt x="491033" y="239467"/>
                  </a:lnTo>
                  <a:lnTo>
                    <a:pt x="492433" y="238381"/>
                  </a:lnTo>
                  <a:lnTo>
                    <a:pt x="493767" y="237295"/>
                  </a:lnTo>
                  <a:lnTo>
                    <a:pt x="495167" y="236152"/>
                  </a:lnTo>
                  <a:lnTo>
                    <a:pt x="496567" y="235066"/>
                  </a:lnTo>
                  <a:lnTo>
                    <a:pt x="497967" y="233923"/>
                  </a:lnTo>
                  <a:lnTo>
                    <a:pt x="499301" y="232780"/>
                  </a:lnTo>
                  <a:lnTo>
                    <a:pt x="500701" y="231628"/>
                  </a:lnTo>
                  <a:lnTo>
                    <a:pt x="502101" y="230418"/>
                  </a:lnTo>
                  <a:lnTo>
                    <a:pt x="503434" y="229275"/>
                  </a:lnTo>
                  <a:lnTo>
                    <a:pt x="504835" y="228065"/>
                  </a:lnTo>
                  <a:lnTo>
                    <a:pt x="506235" y="226846"/>
                  </a:lnTo>
                  <a:lnTo>
                    <a:pt x="507568" y="225579"/>
                  </a:lnTo>
                  <a:lnTo>
                    <a:pt x="508969" y="224369"/>
                  </a:lnTo>
                  <a:lnTo>
                    <a:pt x="510369" y="223093"/>
                  </a:lnTo>
                  <a:lnTo>
                    <a:pt x="511702" y="221817"/>
                  </a:lnTo>
                  <a:lnTo>
                    <a:pt x="513102" y="220607"/>
                  </a:lnTo>
                  <a:lnTo>
                    <a:pt x="514503" y="219264"/>
                  </a:lnTo>
                  <a:lnTo>
                    <a:pt x="515836" y="217997"/>
                  </a:lnTo>
                  <a:lnTo>
                    <a:pt x="517236" y="216721"/>
                  </a:lnTo>
                  <a:lnTo>
                    <a:pt x="518636" y="215445"/>
                  </a:lnTo>
                  <a:lnTo>
                    <a:pt x="520036" y="214111"/>
                  </a:lnTo>
                  <a:lnTo>
                    <a:pt x="521370" y="212835"/>
                  </a:lnTo>
                  <a:lnTo>
                    <a:pt x="522770" y="211558"/>
                  </a:lnTo>
                  <a:lnTo>
                    <a:pt x="524170" y="210282"/>
                  </a:lnTo>
                  <a:lnTo>
                    <a:pt x="525504" y="209015"/>
                  </a:lnTo>
                  <a:lnTo>
                    <a:pt x="526904" y="207739"/>
                  </a:lnTo>
                  <a:lnTo>
                    <a:pt x="528304" y="206462"/>
                  </a:lnTo>
                  <a:lnTo>
                    <a:pt x="529638" y="205253"/>
                  </a:lnTo>
                  <a:lnTo>
                    <a:pt x="531038" y="204043"/>
                  </a:lnTo>
                  <a:lnTo>
                    <a:pt x="532438" y="202833"/>
                  </a:lnTo>
                  <a:lnTo>
                    <a:pt x="533771" y="201681"/>
                  </a:lnTo>
                  <a:lnTo>
                    <a:pt x="535172" y="200538"/>
                  </a:lnTo>
                  <a:lnTo>
                    <a:pt x="536572" y="199395"/>
                  </a:lnTo>
                  <a:lnTo>
                    <a:pt x="537962" y="198366"/>
                  </a:lnTo>
                  <a:lnTo>
                    <a:pt x="539306" y="197347"/>
                  </a:lnTo>
                  <a:lnTo>
                    <a:pt x="540706" y="196328"/>
                  </a:lnTo>
                  <a:lnTo>
                    <a:pt x="542096" y="195442"/>
                  </a:lnTo>
                  <a:lnTo>
                    <a:pt x="543439" y="194547"/>
                  </a:lnTo>
                  <a:lnTo>
                    <a:pt x="544840" y="193718"/>
                  </a:lnTo>
                  <a:lnTo>
                    <a:pt x="546230" y="193023"/>
                  </a:lnTo>
                  <a:lnTo>
                    <a:pt x="547573" y="192318"/>
                  </a:lnTo>
                  <a:lnTo>
                    <a:pt x="548973" y="191680"/>
                  </a:lnTo>
                  <a:lnTo>
                    <a:pt x="550364" y="191175"/>
                  </a:lnTo>
                  <a:lnTo>
                    <a:pt x="551707" y="190727"/>
                  </a:lnTo>
                  <a:lnTo>
                    <a:pt x="553098" y="190346"/>
                  </a:lnTo>
                  <a:lnTo>
                    <a:pt x="554498" y="190089"/>
                  </a:lnTo>
                  <a:lnTo>
                    <a:pt x="555898" y="189899"/>
                  </a:lnTo>
                  <a:lnTo>
                    <a:pt x="557232" y="189832"/>
                  </a:lnTo>
                  <a:lnTo>
                    <a:pt x="558632" y="189832"/>
                  </a:lnTo>
                  <a:lnTo>
                    <a:pt x="560032" y="189965"/>
                  </a:lnTo>
                  <a:lnTo>
                    <a:pt x="561365" y="190213"/>
                  </a:lnTo>
                  <a:lnTo>
                    <a:pt x="562766" y="190537"/>
                  </a:lnTo>
                  <a:lnTo>
                    <a:pt x="564166" y="191041"/>
                  </a:lnTo>
                  <a:lnTo>
                    <a:pt x="565499" y="191556"/>
                  </a:lnTo>
                  <a:lnTo>
                    <a:pt x="566900" y="192251"/>
                  </a:lnTo>
                  <a:lnTo>
                    <a:pt x="568300" y="193080"/>
                  </a:lnTo>
                  <a:lnTo>
                    <a:pt x="569633" y="194042"/>
                  </a:lnTo>
                  <a:lnTo>
                    <a:pt x="571033" y="195061"/>
                  </a:lnTo>
                  <a:lnTo>
                    <a:pt x="572434" y="196271"/>
                  </a:lnTo>
                  <a:lnTo>
                    <a:pt x="573834" y="197547"/>
                  </a:lnTo>
                  <a:lnTo>
                    <a:pt x="575167" y="199004"/>
                  </a:lnTo>
                  <a:lnTo>
                    <a:pt x="576567" y="200538"/>
                  </a:lnTo>
                  <a:lnTo>
                    <a:pt x="577968" y="202262"/>
                  </a:lnTo>
                  <a:lnTo>
                    <a:pt x="579301" y="203976"/>
                  </a:lnTo>
                  <a:lnTo>
                    <a:pt x="580701" y="205958"/>
                  </a:lnTo>
                  <a:lnTo>
                    <a:pt x="582101" y="207996"/>
                  </a:lnTo>
                  <a:lnTo>
                    <a:pt x="583435" y="210091"/>
                  </a:lnTo>
                  <a:lnTo>
                    <a:pt x="584835" y="212387"/>
                  </a:lnTo>
                  <a:lnTo>
                    <a:pt x="586235" y="214749"/>
                  </a:lnTo>
                  <a:lnTo>
                    <a:pt x="587569" y="217226"/>
                  </a:lnTo>
                  <a:lnTo>
                    <a:pt x="588969" y="219845"/>
                  </a:lnTo>
                  <a:lnTo>
                    <a:pt x="590369" y="222522"/>
                  </a:lnTo>
                  <a:lnTo>
                    <a:pt x="591769" y="225322"/>
                  </a:lnTo>
                  <a:lnTo>
                    <a:pt x="593103" y="228122"/>
                  </a:lnTo>
                  <a:lnTo>
                    <a:pt x="594503" y="231123"/>
                  </a:lnTo>
                  <a:lnTo>
                    <a:pt x="595903" y="234114"/>
                  </a:lnTo>
                  <a:lnTo>
                    <a:pt x="597237" y="237238"/>
                  </a:lnTo>
                  <a:lnTo>
                    <a:pt x="598637" y="240419"/>
                  </a:lnTo>
                  <a:lnTo>
                    <a:pt x="600037" y="243610"/>
                  </a:lnTo>
                  <a:lnTo>
                    <a:pt x="601370" y="246925"/>
                  </a:lnTo>
                  <a:lnTo>
                    <a:pt x="602771" y="250230"/>
                  </a:lnTo>
                  <a:lnTo>
                    <a:pt x="604171" y="253611"/>
                  </a:lnTo>
                  <a:lnTo>
                    <a:pt x="605504" y="256983"/>
                  </a:lnTo>
                  <a:lnTo>
                    <a:pt x="606904" y="260431"/>
                  </a:lnTo>
                  <a:lnTo>
                    <a:pt x="608295" y="263927"/>
                  </a:lnTo>
                  <a:lnTo>
                    <a:pt x="609695" y="267375"/>
                  </a:lnTo>
                  <a:lnTo>
                    <a:pt x="611039" y="270880"/>
                  </a:lnTo>
                  <a:lnTo>
                    <a:pt x="612429" y="274319"/>
                  </a:lnTo>
                  <a:lnTo>
                    <a:pt x="613829" y="277824"/>
                  </a:lnTo>
                  <a:lnTo>
                    <a:pt x="615172" y="281262"/>
                  </a:lnTo>
                  <a:lnTo>
                    <a:pt x="616563" y="284767"/>
                  </a:lnTo>
                  <a:lnTo>
                    <a:pt x="617963" y="288206"/>
                  </a:lnTo>
                  <a:lnTo>
                    <a:pt x="619296" y="291587"/>
                  </a:lnTo>
                  <a:lnTo>
                    <a:pt x="620697" y="294959"/>
                  </a:lnTo>
                  <a:lnTo>
                    <a:pt x="622097" y="298274"/>
                  </a:lnTo>
                  <a:lnTo>
                    <a:pt x="623430" y="301589"/>
                  </a:lnTo>
                  <a:lnTo>
                    <a:pt x="624831" y="304837"/>
                  </a:lnTo>
                  <a:lnTo>
                    <a:pt x="626231" y="308018"/>
                  </a:lnTo>
                  <a:lnTo>
                    <a:pt x="627631" y="311142"/>
                  </a:lnTo>
                  <a:lnTo>
                    <a:pt x="628964" y="314200"/>
                  </a:lnTo>
                  <a:lnTo>
                    <a:pt x="630365" y="317257"/>
                  </a:lnTo>
                  <a:lnTo>
                    <a:pt x="631765" y="320191"/>
                  </a:lnTo>
                  <a:lnTo>
                    <a:pt x="633098" y="323058"/>
                  </a:lnTo>
                  <a:lnTo>
                    <a:pt x="634498" y="325858"/>
                  </a:lnTo>
                  <a:lnTo>
                    <a:pt x="635899" y="328602"/>
                  </a:lnTo>
                  <a:lnTo>
                    <a:pt x="637232" y="331211"/>
                  </a:lnTo>
                  <a:lnTo>
                    <a:pt x="638632" y="333821"/>
                  </a:lnTo>
                  <a:lnTo>
                    <a:pt x="640032" y="336307"/>
                  </a:lnTo>
                  <a:lnTo>
                    <a:pt x="641366" y="338727"/>
                  </a:lnTo>
                  <a:lnTo>
                    <a:pt x="642766" y="341022"/>
                  </a:lnTo>
                  <a:lnTo>
                    <a:pt x="644166" y="343251"/>
                  </a:lnTo>
                  <a:lnTo>
                    <a:pt x="645567" y="345423"/>
                  </a:lnTo>
                  <a:lnTo>
                    <a:pt x="646900" y="347518"/>
                  </a:lnTo>
                  <a:lnTo>
                    <a:pt x="648300" y="349500"/>
                  </a:lnTo>
                  <a:lnTo>
                    <a:pt x="649700" y="351471"/>
                  </a:lnTo>
                  <a:lnTo>
                    <a:pt x="651034" y="353252"/>
                  </a:lnTo>
                  <a:lnTo>
                    <a:pt x="652434" y="355043"/>
                  </a:lnTo>
                  <a:lnTo>
                    <a:pt x="653834" y="356700"/>
                  </a:lnTo>
                  <a:lnTo>
                    <a:pt x="655168" y="358358"/>
                  </a:lnTo>
                  <a:lnTo>
                    <a:pt x="656568" y="359815"/>
                  </a:lnTo>
                  <a:lnTo>
                    <a:pt x="657968" y="361282"/>
                  </a:lnTo>
                  <a:lnTo>
                    <a:pt x="659302" y="362682"/>
                  </a:lnTo>
                  <a:lnTo>
                    <a:pt x="660702" y="363958"/>
                  </a:lnTo>
                  <a:lnTo>
                    <a:pt x="662102" y="365235"/>
                  </a:lnTo>
                  <a:lnTo>
                    <a:pt x="663493" y="366378"/>
                  </a:lnTo>
                  <a:lnTo>
                    <a:pt x="664836" y="367464"/>
                  </a:lnTo>
                  <a:lnTo>
                    <a:pt x="666236" y="368550"/>
                  </a:lnTo>
                  <a:lnTo>
                    <a:pt x="667626" y="369502"/>
                  </a:lnTo>
                  <a:lnTo>
                    <a:pt x="668969" y="370454"/>
                  </a:lnTo>
                  <a:lnTo>
                    <a:pt x="670369" y="371283"/>
                  </a:lnTo>
                  <a:lnTo>
                    <a:pt x="671760" y="372112"/>
                  </a:lnTo>
                  <a:lnTo>
                    <a:pt x="673103" y="372883"/>
                  </a:lnTo>
                  <a:lnTo>
                    <a:pt x="674494" y="373579"/>
                  </a:lnTo>
                  <a:lnTo>
                    <a:pt x="675894" y="374284"/>
                  </a:lnTo>
                  <a:lnTo>
                    <a:pt x="677237" y="374922"/>
                  </a:lnTo>
                  <a:lnTo>
                    <a:pt x="678628" y="375493"/>
                  </a:lnTo>
                  <a:lnTo>
                    <a:pt x="680028" y="375998"/>
                  </a:lnTo>
                  <a:lnTo>
                    <a:pt x="681428" y="376512"/>
                  </a:lnTo>
                  <a:lnTo>
                    <a:pt x="682761" y="376960"/>
                  </a:lnTo>
                  <a:lnTo>
                    <a:pt x="684162" y="377398"/>
                  </a:lnTo>
                  <a:lnTo>
                    <a:pt x="685562" y="377789"/>
                  </a:lnTo>
                  <a:lnTo>
                    <a:pt x="686895" y="378170"/>
                  </a:lnTo>
                  <a:lnTo>
                    <a:pt x="688295" y="378551"/>
                  </a:lnTo>
                  <a:lnTo>
                    <a:pt x="689696" y="378865"/>
                  </a:lnTo>
                  <a:lnTo>
                    <a:pt x="691030" y="379122"/>
                  </a:lnTo>
                  <a:lnTo>
                    <a:pt x="692429" y="379379"/>
                  </a:lnTo>
                  <a:lnTo>
                    <a:pt x="693829" y="379636"/>
                  </a:lnTo>
                  <a:lnTo>
                    <a:pt x="695163" y="379884"/>
                  </a:lnTo>
                  <a:lnTo>
                    <a:pt x="696564" y="380075"/>
                  </a:lnTo>
                  <a:lnTo>
                    <a:pt x="697963" y="380265"/>
                  </a:lnTo>
                  <a:lnTo>
                    <a:pt x="699364" y="380465"/>
                  </a:lnTo>
                  <a:lnTo>
                    <a:pt x="700697" y="380589"/>
                  </a:lnTo>
                  <a:lnTo>
                    <a:pt x="702097" y="380713"/>
                  </a:lnTo>
                  <a:lnTo>
                    <a:pt x="703497" y="380846"/>
                  </a:lnTo>
                  <a:lnTo>
                    <a:pt x="704831" y="380970"/>
                  </a:lnTo>
                </a:path>
              </a:pathLst>
            </a:custGeom>
            <a:noFill/>
            <a:ln w="7242" cap="flat">
              <a:solidFill>
                <a:srgbClr val="000000"/>
              </a:solidFill>
              <a:prstDash val="solid"/>
              <a:round/>
            </a:ln>
          </p:spPr>
          <p:txBody>
            <a:bodyPr/>
            <a:lstStyle/>
            <a:p>
              <a:endParaRPr lang="zh-CN" altLang="en-US" sz="2190"/>
            </a:p>
          </p:txBody>
        </p:sp>
        <p:sp>
          <p:nvSpPr>
            <p:cNvPr id="935" name="任意多边形: 形状 934"/>
            <p:cNvSpPr/>
            <p:nvPr/>
          </p:nvSpPr>
          <p:spPr>
            <a:xfrm>
              <a:off x="4324812" y="4388372"/>
              <a:ext cx="704850" cy="285750"/>
            </a:xfrm>
            <a:custGeom>
              <a:avLst/>
              <a:gdLst>
                <a:gd name="csX0" fmla="*/ -19 w 704850"/>
                <a:gd name="csY0" fmla="*/ 284425 h 285750"/>
                <a:gd name="csX1" fmla="*/ 1315 w 704850"/>
                <a:gd name="csY1" fmla="*/ 284301 h 285750"/>
                <a:gd name="csX2" fmla="*/ 2715 w 704850"/>
                <a:gd name="csY2" fmla="*/ 284110 h 285750"/>
                <a:gd name="csX3" fmla="*/ 4115 w 704850"/>
                <a:gd name="csY3" fmla="*/ 283929 h 285750"/>
                <a:gd name="csX4" fmla="*/ 5515 w 704850"/>
                <a:gd name="csY4" fmla="*/ 283739 h 285750"/>
                <a:gd name="csX5" fmla="*/ 6849 w 704850"/>
                <a:gd name="csY5" fmla="*/ 283558 h 285750"/>
                <a:gd name="csX6" fmla="*/ 8249 w 704850"/>
                <a:gd name="csY6" fmla="*/ 283310 h 285750"/>
                <a:gd name="csX7" fmla="*/ 9649 w 704850"/>
                <a:gd name="csY7" fmla="*/ 283063 h 285750"/>
                <a:gd name="csX8" fmla="*/ 10982 w 704850"/>
                <a:gd name="csY8" fmla="*/ 282748 h 285750"/>
                <a:gd name="csX9" fmla="*/ 12383 w 704850"/>
                <a:gd name="csY9" fmla="*/ 282443 h 285750"/>
                <a:gd name="csX10" fmla="*/ 13783 w 704850"/>
                <a:gd name="csY10" fmla="*/ 282129 h 285750"/>
                <a:gd name="csX11" fmla="*/ 15116 w 704850"/>
                <a:gd name="csY11" fmla="*/ 281758 h 285750"/>
                <a:gd name="csX12" fmla="*/ 16516 w 704850"/>
                <a:gd name="csY12" fmla="*/ 281386 h 285750"/>
                <a:gd name="csX13" fmla="*/ 17917 w 704850"/>
                <a:gd name="csY13" fmla="*/ 280958 h 285750"/>
                <a:gd name="csX14" fmla="*/ 19250 w 704850"/>
                <a:gd name="csY14" fmla="*/ 280462 h 285750"/>
                <a:gd name="csX15" fmla="*/ 20650 w 704850"/>
                <a:gd name="csY15" fmla="*/ 279967 h 285750"/>
                <a:gd name="csX16" fmla="*/ 22050 w 704850"/>
                <a:gd name="csY16" fmla="*/ 279405 h 285750"/>
                <a:gd name="csX17" fmla="*/ 23450 w 704850"/>
                <a:gd name="csY17" fmla="*/ 278843 h 285750"/>
                <a:gd name="csX18" fmla="*/ 24784 w 704850"/>
                <a:gd name="csY18" fmla="*/ 278167 h 285750"/>
                <a:gd name="csX19" fmla="*/ 26184 w 704850"/>
                <a:gd name="csY19" fmla="*/ 277481 h 285750"/>
                <a:gd name="csX20" fmla="*/ 27585 w 704850"/>
                <a:gd name="csY20" fmla="*/ 276805 h 285750"/>
                <a:gd name="csX21" fmla="*/ 28918 w 704850"/>
                <a:gd name="csY21" fmla="*/ 276005 h 285750"/>
                <a:gd name="csX22" fmla="*/ 30318 w 704850"/>
                <a:gd name="csY22" fmla="*/ 275128 h 285750"/>
                <a:gd name="csX23" fmla="*/ 31718 w 704850"/>
                <a:gd name="csY23" fmla="*/ 274204 h 285750"/>
                <a:gd name="csX24" fmla="*/ 33052 w 704850"/>
                <a:gd name="csY24" fmla="*/ 273214 h 285750"/>
                <a:gd name="csX25" fmla="*/ 34443 w 704850"/>
                <a:gd name="csY25" fmla="*/ 272156 h 285750"/>
                <a:gd name="csX26" fmla="*/ 35843 w 704850"/>
                <a:gd name="csY26" fmla="*/ 271051 h 285750"/>
                <a:gd name="csX27" fmla="*/ 37186 w 704850"/>
                <a:gd name="csY27" fmla="*/ 269870 h 285750"/>
                <a:gd name="csX28" fmla="*/ 38576 w 704850"/>
                <a:gd name="csY28" fmla="*/ 268566 h 285750"/>
                <a:gd name="csX29" fmla="*/ 39977 w 704850"/>
                <a:gd name="csY29" fmla="*/ 267270 h 285750"/>
                <a:gd name="csX30" fmla="*/ 41377 w 704850"/>
                <a:gd name="csY30" fmla="*/ 265841 h 285750"/>
                <a:gd name="csX31" fmla="*/ 42710 w 704850"/>
                <a:gd name="csY31" fmla="*/ 264298 h 285750"/>
                <a:gd name="csX32" fmla="*/ 44110 w 704850"/>
                <a:gd name="csY32" fmla="*/ 262689 h 285750"/>
                <a:gd name="csX33" fmla="*/ 45510 w 704850"/>
                <a:gd name="csY33" fmla="*/ 260955 h 285750"/>
                <a:gd name="csX34" fmla="*/ 46844 w 704850"/>
                <a:gd name="csY34" fmla="*/ 259155 h 285750"/>
                <a:gd name="csX35" fmla="*/ 48244 w 704850"/>
                <a:gd name="csY35" fmla="*/ 257240 h 285750"/>
                <a:gd name="csX36" fmla="*/ 49644 w 704850"/>
                <a:gd name="csY36" fmla="*/ 255259 h 285750"/>
                <a:gd name="csX37" fmla="*/ 50978 w 704850"/>
                <a:gd name="csY37" fmla="*/ 253087 h 285750"/>
                <a:gd name="csX38" fmla="*/ 52378 w 704850"/>
                <a:gd name="csY38" fmla="*/ 250858 h 285750"/>
                <a:gd name="csX39" fmla="*/ 53778 w 704850"/>
                <a:gd name="csY39" fmla="*/ 248573 h 285750"/>
                <a:gd name="csX40" fmla="*/ 55112 w 704850"/>
                <a:gd name="csY40" fmla="*/ 246096 h 285750"/>
                <a:gd name="csX41" fmla="*/ 56512 w 704850"/>
                <a:gd name="csY41" fmla="*/ 243553 h 285750"/>
                <a:gd name="csX42" fmla="*/ 57912 w 704850"/>
                <a:gd name="csY42" fmla="*/ 240895 h 285750"/>
                <a:gd name="csX43" fmla="*/ 59312 w 704850"/>
                <a:gd name="csY43" fmla="*/ 238047 h 285750"/>
                <a:gd name="csX44" fmla="*/ 60646 w 704850"/>
                <a:gd name="csY44" fmla="*/ 235133 h 285750"/>
                <a:gd name="csX45" fmla="*/ 62046 w 704850"/>
                <a:gd name="csY45" fmla="*/ 232104 h 285750"/>
                <a:gd name="csX46" fmla="*/ 63446 w 704850"/>
                <a:gd name="csY46" fmla="*/ 228941 h 285750"/>
                <a:gd name="csX47" fmla="*/ 64780 w 704850"/>
                <a:gd name="csY47" fmla="*/ 225665 h 285750"/>
                <a:gd name="csX48" fmla="*/ 66180 w 704850"/>
                <a:gd name="csY48" fmla="*/ 222255 h 285750"/>
                <a:gd name="csX49" fmla="*/ 67580 w 704850"/>
                <a:gd name="csY49" fmla="*/ 218788 h 285750"/>
                <a:gd name="csX50" fmla="*/ 68913 w 704850"/>
                <a:gd name="csY50" fmla="*/ 215130 h 285750"/>
                <a:gd name="csX51" fmla="*/ 70314 w 704850"/>
                <a:gd name="csY51" fmla="*/ 211358 h 285750"/>
                <a:gd name="csX52" fmla="*/ 71714 w 704850"/>
                <a:gd name="csY52" fmla="*/ 207520 h 285750"/>
                <a:gd name="csX53" fmla="*/ 73047 w 704850"/>
                <a:gd name="csY53" fmla="*/ 203491 h 285750"/>
                <a:gd name="csX54" fmla="*/ 74447 w 704850"/>
                <a:gd name="csY54" fmla="*/ 199404 h 285750"/>
                <a:gd name="csX55" fmla="*/ 75848 w 704850"/>
                <a:gd name="csY55" fmla="*/ 195194 h 285750"/>
                <a:gd name="csX56" fmla="*/ 77248 w 704850"/>
                <a:gd name="csY56" fmla="*/ 190860 h 285750"/>
                <a:gd name="csX57" fmla="*/ 78581 w 704850"/>
                <a:gd name="csY57" fmla="*/ 186469 h 285750"/>
                <a:gd name="csX58" fmla="*/ 79981 w 704850"/>
                <a:gd name="csY58" fmla="*/ 181945 h 285750"/>
                <a:gd name="csX59" fmla="*/ 81382 w 704850"/>
                <a:gd name="csY59" fmla="*/ 177364 h 285750"/>
                <a:gd name="csX60" fmla="*/ 82715 w 704850"/>
                <a:gd name="csY60" fmla="*/ 172658 h 285750"/>
                <a:gd name="csX61" fmla="*/ 84115 w 704850"/>
                <a:gd name="csY61" fmla="*/ 167896 h 285750"/>
                <a:gd name="csX62" fmla="*/ 85516 w 704850"/>
                <a:gd name="csY62" fmla="*/ 163057 h 285750"/>
                <a:gd name="csX63" fmla="*/ 86849 w 704850"/>
                <a:gd name="csY63" fmla="*/ 158171 h 285750"/>
                <a:gd name="csX64" fmla="*/ 88249 w 704850"/>
                <a:gd name="csY64" fmla="*/ 153218 h 285750"/>
                <a:gd name="csX65" fmla="*/ 89649 w 704850"/>
                <a:gd name="csY65" fmla="*/ 148198 h 285750"/>
                <a:gd name="csX66" fmla="*/ 90983 w 704850"/>
                <a:gd name="csY66" fmla="*/ 143121 h 285750"/>
                <a:gd name="csX67" fmla="*/ 92383 w 704850"/>
                <a:gd name="csY67" fmla="*/ 138044 h 285750"/>
                <a:gd name="csX68" fmla="*/ 93783 w 704850"/>
                <a:gd name="csY68" fmla="*/ 132910 h 285750"/>
                <a:gd name="csX69" fmla="*/ 95174 w 704850"/>
                <a:gd name="csY69" fmla="*/ 127767 h 285750"/>
                <a:gd name="csX70" fmla="*/ 96517 w 704850"/>
                <a:gd name="csY70" fmla="*/ 122566 h 285750"/>
                <a:gd name="csX71" fmla="*/ 97917 w 704850"/>
                <a:gd name="csY71" fmla="*/ 117432 h 285750"/>
                <a:gd name="csX72" fmla="*/ 99308 w 704850"/>
                <a:gd name="csY72" fmla="*/ 112232 h 285750"/>
                <a:gd name="csX73" fmla="*/ 100651 w 704850"/>
                <a:gd name="csY73" fmla="*/ 107088 h 285750"/>
                <a:gd name="csX74" fmla="*/ 102041 w 704850"/>
                <a:gd name="csY74" fmla="*/ 102011 h 285750"/>
                <a:gd name="csX75" fmla="*/ 103442 w 704850"/>
                <a:gd name="csY75" fmla="*/ 96934 h 285750"/>
                <a:gd name="csX76" fmla="*/ 104784 w 704850"/>
                <a:gd name="csY76" fmla="*/ 91915 h 285750"/>
                <a:gd name="csX77" fmla="*/ 106175 w 704850"/>
                <a:gd name="csY77" fmla="*/ 86905 h 285750"/>
                <a:gd name="csX78" fmla="*/ 107575 w 704850"/>
                <a:gd name="csY78" fmla="*/ 82009 h 285750"/>
                <a:gd name="csX79" fmla="*/ 108909 w 704850"/>
                <a:gd name="csY79" fmla="*/ 77180 h 285750"/>
                <a:gd name="csX80" fmla="*/ 110309 w 704850"/>
                <a:gd name="csY80" fmla="*/ 72417 h 285750"/>
                <a:gd name="csX81" fmla="*/ 111709 w 704850"/>
                <a:gd name="csY81" fmla="*/ 67712 h 285750"/>
                <a:gd name="csX82" fmla="*/ 113043 w 704850"/>
                <a:gd name="csY82" fmla="*/ 63187 h 285750"/>
                <a:gd name="csX83" fmla="*/ 114443 w 704850"/>
                <a:gd name="csY83" fmla="*/ 58730 h 285750"/>
                <a:gd name="csX84" fmla="*/ 115843 w 704850"/>
                <a:gd name="csY84" fmla="*/ 54396 h 285750"/>
                <a:gd name="csX85" fmla="*/ 117243 w 704850"/>
                <a:gd name="csY85" fmla="*/ 50186 h 285750"/>
                <a:gd name="csX86" fmla="*/ 118577 w 704850"/>
                <a:gd name="csY86" fmla="*/ 46099 h 285750"/>
                <a:gd name="csX87" fmla="*/ 119977 w 704850"/>
                <a:gd name="csY87" fmla="*/ 42194 h 285750"/>
                <a:gd name="csX88" fmla="*/ 121377 w 704850"/>
                <a:gd name="csY88" fmla="*/ 38356 h 285750"/>
                <a:gd name="csX89" fmla="*/ 122711 w 704850"/>
                <a:gd name="csY89" fmla="*/ 34765 h 285750"/>
                <a:gd name="csX90" fmla="*/ 124111 w 704850"/>
                <a:gd name="csY90" fmla="*/ 31298 h 285750"/>
                <a:gd name="csX91" fmla="*/ 125511 w 704850"/>
                <a:gd name="csY91" fmla="*/ 27954 h 285750"/>
                <a:gd name="csX92" fmla="*/ 126844 w 704850"/>
                <a:gd name="csY92" fmla="*/ 24925 h 285750"/>
                <a:gd name="csX93" fmla="*/ 128245 w 704850"/>
                <a:gd name="csY93" fmla="*/ 21954 h 285750"/>
                <a:gd name="csX94" fmla="*/ 129645 w 704850"/>
                <a:gd name="csY94" fmla="*/ 19163 h 285750"/>
                <a:gd name="csX95" fmla="*/ 130978 w 704850"/>
                <a:gd name="csY95" fmla="*/ 16563 h 285750"/>
                <a:gd name="csX96" fmla="*/ 132378 w 704850"/>
                <a:gd name="csY96" fmla="*/ 14210 h 285750"/>
                <a:gd name="csX97" fmla="*/ 133779 w 704850"/>
                <a:gd name="csY97" fmla="*/ 11924 h 285750"/>
                <a:gd name="csX98" fmla="*/ 135179 w 704850"/>
                <a:gd name="csY98" fmla="*/ 9943 h 285750"/>
                <a:gd name="csX99" fmla="*/ 136512 w 704850"/>
                <a:gd name="csY99" fmla="*/ 8085 h 285750"/>
                <a:gd name="csX100" fmla="*/ 137912 w 704850"/>
                <a:gd name="csY100" fmla="*/ 6409 h 285750"/>
                <a:gd name="csX101" fmla="*/ 139313 w 704850"/>
                <a:gd name="csY101" fmla="*/ 4990 h 285750"/>
                <a:gd name="csX102" fmla="*/ 140646 w 704850"/>
                <a:gd name="csY102" fmla="*/ 3751 h 285750"/>
                <a:gd name="csX103" fmla="*/ 142046 w 704850"/>
                <a:gd name="csY103" fmla="*/ 2627 h 285750"/>
                <a:gd name="csX104" fmla="*/ 143447 w 704850"/>
                <a:gd name="csY104" fmla="*/ 1704 h 285750"/>
                <a:gd name="csX105" fmla="*/ 144780 w 704850"/>
                <a:gd name="csY105" fmla="*/ 1027 h 285750"/>
                <a:gd name="csX106" fmla="*/ 146180 w 704850"/>
                <a:gd name="csY106" fmla="*/ 523 h 285750"/>
                <a:gd name="csX107" fmla="*/ 147580 w 704850"/>
                <a:gd name="csY107" fmla="*/ 160 h 285750"/>
                <a:gd name="csX108" fmla="*/ 148914 w 704850"/>
                <a:gd name="csY108" fmla="*/ -30 h 285750"/>
                <a:gd name="csX109" fmla="*/ 150314 w 704850"/>
                <a:gd name="csY109" fmla="*/ -30 h 285750"/>
                <a:gd name="csX110" fmla="*/ 151714 w 704850"/>
                <a:gd name="csY110" fmla="*/ 94 h 285750"/>
                <a:gd name="csX111" fmla="*/ 153105 w 704850"/>
                <a:gd name="csY111" fmla="*/ 465 h 285750"/>
                <a:gd name="csX112" fmla="*/ 154448 w 704850"/>
                <a:gd name="csY112" fmla="*/ 894 h 285750"/>
                <a:gd name="csX113" fmla="*/ 155848 w 704850"/>
                <a:gd name="csY113" fmla="*/ 1523 h 285750"/>
                <a:gd name="csX114" fmla="*/ 157239 w 704850"/>
                <a:gd name="csY114" fmla="*/ 2265 h 285750"/>
                <a:gd name="csX115" fmla="*/ 158582 w 704850"/>
                <a:gd name="csY115" fmla="*/ 3190 h 285750"/>
                <a:gd name="csX116" fmla="*/ 159982 w 704850"/>
                <a:gd name="csY116" fmla="*/ 4247 h 285750"/>
                <a:gd name="csX117" fmla="*/ 161373 w 704850"/>
                <a:gd name="csY117" fmla="*/ 5361 h 285750"/>
                <a:gd name="csX118" fmla="*/ 162716 w 704850"/>
                <a:gd name="csY118" fmla="*/ 6657 h 285750"/>
                <a:gd name="csX119" fmla="*/ 164116 w 704850"/>
                <a:gd name="csY119" fmla="*/ 8019 h 285750"/>
                <a:gd name="csX120" fmla="*/ 165506 w 704850"/>
                <a:gd name="csY120" fmla="*/ 9505 h 285750"/>
                <a:gd name="csX121" fmla="*/ 166850 w 704850"/>
                <a:gd name="csY121" fmla="*/ 11114 h 285750"/>
                <a:gd name="csX122" fmla="*/ 168240 w 704850"/>
                <a:gd name="csY122" fmla="*/ 12791 h 285750"/>
                <a:gd name="csX123" fmla="*/ 169640 w 704850"/>
                <a:gd name="csY123" fmla="*/ 14524 h 285750"/>
                <a:gd name="csX124" fmla="*/ 171041 w 704850"/>
                <a:gd name="csY124" fmla="*/ 16381 h 285750"/>
                <a:gd name="csX125" fmla="*/ 172374 w 704850"/>
                <a:gd name="csY125" fmla="*/ 18239 h 285750"/>
                <a:gd name="csX126" fmla="*/ 173774 w 704850"/>
                <a:gd name="csY126" fmla="*/ 20220 h 285750"/>
                <a:gd name="csX127" fmla="*/ 175174 w 704850"/>
                <a:gd name="csY127" fmla="*/ 22258 h 285750"/>
                <a:gd name="csX128" fmla="*/ 176508 w 704850"/>
                <a:gd name="csY128" fmla="*/ 24306 h 285750"/>
                <a:gd name="csX129" fmla="*/ 177908 w 704850"/>
                <a:gd name="csY129" fmla="*/ 26411 h 285750"/>
                <a:gd name="csX130" fmla="*/ 179308 w 704850"/>
                <a:gd name="csY130" fmla="*/ 28573 h 285750"/>
                <a:gd name="csX131" fmla="*/ 180642 w 704850"/>
                <a:gd name="csY131" fmla="*/ 30745 h 285750"/>
                <a:gd name="csX132" fmla="*/ 182042 w 704850"/>
                <a:gd name="csY132" fmla="*/ 32974 h 285750"/>
                <a:gd name="csX133" fmla="*/ 183442 w 704850"/>
                <a:gd name="csY133" fmla="*/ 35203 h 285750"/>
                <a:gd name="csX134" fmla="*/ 184776 w 704850"/>
                <a:gd name="csY134" fmla="*/ 37432 h 285750"/>
                <a:gd name="csX135" fmla="*/ 186176 w 704850"/>
                <a:gd name="csY135" fmla="*/ 39718 h 285750"/>
                <a:gd name="csX136" fmla="*/ 187576 w 704850"/>
                <a:gd name="csY136" fmla="*/ 41947 h 285750"/>
                <a:gd name="csX137" fmla="*/ 188976 w 704850"/>
                <a:gd name="csY137" fmla="*/ 44242 h 285750"/>
                <a:gd name="csX138" fmla="*/ 190310 w 704850"/>
                <a:gd name="csY138" fmla="*/ 46471 h 285750"/>
                <a:gd name="csX139" fmla="*/ 191710 w 704850"/>
                <a:gd name="csY139" fmla="*/ 48757 h 285750"/>
                <a:gd name="csX140" fmla="*/ 193110 w 704850"/>
                <a:gd name="csY140" fmla="*/ 50986 h 285750"/>
                <a:gd name="csX141" fmla="*/ 194443 w 704850"/>
                <a:gd name="csY141" fmla="*/ 53215 h 285750"/>
                <a:gd name="csX142" fmla="*/ 195843 w 704850"/>
                <a:gd name="csY142" fmla="*/ 55386 h 285750"/>
                <a:gd name="csX143" fmla="*/ 197244 w 704850"/>
                <a:gd name="csY143" fmla="*/ 57615 h 285750"/>
                <a:gd name="csX144" fmla="*/ 198577 w 704850"/>
                <a:gd name="csY144" fmla="*/ 59787 h 285750"/>
                <a:gd name="csX145" fmla="*/ 199978 w 704850"/>
                <a:gd name="csY145" fmla="*/ 61949 h 285750"/>
                <a:gd name="csX146" fmla="*/ 201378 w 704850"/>
                <a:gd name="csY146" fmla="*/ 64054 h 285750"/>
                <a:gd name="csX147" fmla="*/ 202711 w 704850"/>
                <a:gd name="csY147" fmla="*/ 66102 h 285750"/>
                <a:gd name="csX148" fmla="*/ 204111 w 704850"/>
                <a:gd name="csY148" fmla="*/ 68207 h 285750"/>
                <a:gd name="csX149" fmla="*/ 205511 w 704850"/>
                <a:gd name="csY149" fmla="*/ 70245 h 285750"/>
                <a:gd name="csX150" fmla="*/ 206912 w 704850"/>
                <a:gd name="csY150" fmla="*/ 72227 h 285750"/>
                <a:gd name="csX151" fmla="*/ 208245 w 704850"/>
                <a:gd name="csY151" fmla="*/ 74151 h 285750"/>
                <a:gd name="csX152" fmla="*/ 209645 w 704850"/>
                <a:gd name="csY152" fmla="*/ 76065 h 285750"/>
                <a:gd name="csX153" fmla="*/ 211045 w 704850"/>
                <a:gd name="csY153" fmla="*/ 77989 h 285750"/>
                <a:gd name="csX154" fmla="*/ 212379 w 704850"/>
                <a:gd name="csY154" fmla="*/ 79847 h 285750"/>
                <a:gd name="csX155" fmla="*/ 213779 w 704850"/>
                <a:gd name="csY155" fmla="*/ 81637 h 285750"/>
                <a:gd name="csX156" fmla="*/ 215179 w 704850"/>
                <a:gd name="csY156" fmla="*/ 83371 h 285750"/>
                <a:gd name="csX157" fmla="*/ 216513 w 704850"/>
                <a:gd name="csY157" fmla="*/ 85104 h 285750"/>
                <a:gd name="csX158" fmla="*/ 217913 w 704850"/>
                <a:gd name="csY158" fmla="*/ 86838 h 285750"/>
                <a:gd name="csX159" fmla="*/ 219304 w 704850"/>
                <a:gd name="csY159" fmla="*/ 88514 h 285750"/>
                <a:gd name="csX160" fmla="*/ 220647 w 704850"/>
                <a:gd name="csY160" fmla="*/ 90124 h 285750"/>
                <a:gd name="csX161" fmla="*/ 222047 w 704850"/>
                <a:gd name="csY161" fmla="*/ 91734 h 285750"/>
                <a:gd name="csX162" fmla="*/ 223437 w 704850"/>
                <a:gd name="csY162" fmla="*/ 93277 h 285750"/>
                <a:gd name="csX163" fmla="*/ 224838 w 704850"/>
                <a:gd name="csY163" fmla="*/ 94763 h 285750"/>
                <a:gd name="csX164" fmla="*/ 226181 w 704850"/>
                <a:gd name="csY164" fmla="*/ 96249 h 285750"/>
                <a:gd name="csX165" fmla="*/ 227571 w 704850"/>
                <a:gd name="csY165" fmla="*/ 97677 h 285750"/>
                <a:gd name="csX166" fmla="*/ 228971 w 704850"/>
                <a:gd name="csY166" fmla="*/ 99097 h 285750"/>
                <a:gd name="csX167" fmla="*/ 230315 w 704850"/>
                <a:gd name="csY167" fmla="*/ 100459 h 285750"/>
                <a:gd name="csX168" fmla="*/ 231705 w 704850"/>
                <a:gd name="csY168" fmla="*/ 101821 h 285750"/>
                <a:gd name="csX169" fmla="*/ 233105 w 704850"/>
                <a:gd name="csY169" fmla="*/ 103126 h 285750"/>
                <a:gd name="csX170" fmla="*/ 234439 w 704850"/>
                <a:gd name="csY170" fmla="*/ 104421 h 285750"/>
                <a:gd name="csX171" fmla="*/ 235839 w 704850"/>
                <a:gd name="csY171" fmla="*/ 105659 h 285750"/>
                <a:gd name="csX172" fmla="*/ 237239 w 704850"/>
                <a:gd name="csY172" fmla="*/ 106898 h 285750"/>
                <a:gd name="csX173" fmla="*/ 238573 w 704850"/>
                <a:gd name="csY173" fmla="*/ 108136 h 285750"/>
                <a:gd name="csX174" fmla="*/ 239973 w 704850"/>
                <a:gd name="csY174" fmla="*/ 109250 h 285750"/>
                <a:gd name="csX175" fmla="*/ 241373 w 704850"/>
                <a:gd name="csY175" fmla="*/ 110431 h 285750"/>
                <a:gd name="csX176" fmla="*/ 242773 w 704850"/>
                <a:gd name="csY176" fmla="*/ 111546 h 285750"/>
                <a:gd name="csX177" fmla="*/ 244107 w 704850"/>
                <a:gd name="csY177" fmla="*/ 112660 h 285750"/>
                <a:gd name="csX178" fmla="*/ 245507 w 704850"/>
                <a:gd name="csY178" fmla="*/ 113717 h 285750"/>
                <a:gd name="csX179" fmla="*/ 246907 w 704850"/>
                <a:gd name="csY179" fmla="*/ 114765 h 285750"/>
                <a:gd name="csX180" fmla="*/ 248241 w 704850"/>
                <a:gd name="csY180" fmla="*/ 115823 h 285750"/>
                <a:gd name="csX181" fmla="*/ 249641 w 704850"/>
                <a:gd name="csY181" fmla="*/ 116813 h 285750"/>
                <a:gd name="csX182" fmla="*/ 251041 w 704850"/>
                <a:gd name="csY182" fmla="*/ 117804 h 285750"/>
                <a:gd name="csX183" fmla="*/ 252374 w 704850"/>
                <a:gd name="csY183" fmla="*/ 118728 h 285750"/>
                <a:gd name="csX184" fmla="*/ 253775 w 704850"/>
                <a:gd name="csY184" fmla="*/ 119718 h 285750"/>
                <a:gd name="csX185" fmla="*/ 255175 w 704850"/>
                <a:gd name="csY185" fmla="*/ 120652 h 285750"/>
                <a:gd name="csX186" fmla="*/ 256508 w 704850"/>
                <a:gd name="csY186" fmla="*/ 121576 h 285750"/>
                <a:gd name="csX187" fmla="*/ 257909 w 704850"/>
                <a:gd name="csY187" fmla="*/ 122442 h 285750"/>
                <a:gd name="csX188" fmla="*/ 259309 w 704850"/>
                <a:gd name="csY188" fmla="*/ 123309 h 285750"/>
                <a:gd name="csX189" fmla="*/ 260709 w 704850"/>
                <a:gd name="csY189" fmla="*/ 124176 h 285750"/>
                <a:gd name="csX190" fmla="*/ 262042 w 704850"/>
                <a:gd name="csY190" fmla="*/ 125043 h 285750"/>
                <a:gd name="csX191" fmla="*/ 263443 w 704850"/>
                <a:gd name="csY191" fmla="*/ 125909 h 285750"/>
                <a:gd name="csX192" fmla="*/ 264843 w 704850"/>
                <a:gd name="csY192" fmla="*/ 126719 h 285750"/>
                <a:gd name="csX193" fmla="*/ 266176 w 704850"/>
                <a:gd name="csY193" fmla="*/ 127519 h 285750"/>
                <a:gd name="csX194" fmla="*/ 267576 w 704850"/>
                <a:gd name="csY194" fmla="*/ 128329 h 285750"/>
                <a:gd name="csX195" fmla="*/ 268977 w 704850"/>
                <a:gd name="csY195" fmla="*/ 129129 h 285750"/>
                <a:gd name="csX196" fmla="*/ 270310 w 704850"/>
                <a:gd name="csY196" fmla="*/ 129872 h 285750"/>
                <a:gd name="csX197" fmla="*/ 271710 w 704850"/>
                <a:gd name="csY197" fmla="*/ 130615 h 285750"/>
                <a:gd name="csX198" fmla="*/ 273110 w 704850"/>
                <a:gd name="csY198" fmla="*/ 131424 h 285750"/>
                <a:gd name="csX199" fmla="*/ 274444 w 704850"/>
                <a:gd name="csY199" fmla="*/ 132167 h 285750"/>
                <a:gd name="csX200" fmla="*/ 275844 w 704850"/>
                <a:gd name="csY200" fmla="*/ 132844 h 285750"/>
                <a:gd name="csX201" fmla="*/ 277244 w 704850"/>
                <a:gd name="csY201" fmla="*/ 133587 h 285750"/>
                <a:gd name="csX202" fmla="*/ 278635 w 704850"/>
                <a:gd name="csY202" fmla="*/ 134273 h 285750"/>
                <a:gd name="csX203" fmla="*/ 279978 w 704850"/>
                <a:gd name="csY203" fmla="*/ 135016 h 285750"/>
                <a:gd name="csX204" fmla="*/ 281378 w 704850"/>
                <a:gd name="csY204" fmla="*/ 135692 h 285750"/>
                <a:gd name="csX205" fmla="*/ 282769 w 704850"/>
                <a:gd name="csY205" fmla="*/ 136378 h 285750"/>
                <a:gd name="csX206" fmla="*/ 284112 w 704850"/>
                <a:gd name="csY206" fmla="*/ 137054 h 285750"/>
                <a:gd name="csX207" fmla="*/ 285512 w 704850"/>
                <a:gd name="csY207" fmla="*/ 137740 h 285750"/>
                <a:gd name="csX208" fmla="*/ 286902 w 704850"/>
                <a:gd name="csY208" fmla="*/ 138359 h 285750"/>
                <a:gd name="csX209" fmla="*/ 288246 w 704850"/>
                <a:gd name="csY209" fmla="*/ 138978 h 285750"/>
                <a:gd name="csX210" fmla="*/ 289636 w 704850"/>
                <a:gd name="csY210" fmla="*/ 139654 h 285750"/>
                <a:gd name="csX211" fmla="*/ 291037 w 704850"/>
                <a:gd name="csY211" fmla="*/ 140273 h 285750"/>
                <a:gd name="csX212" fmla="*/ 292379 w 704850"/>
                <a:gd name="csY212" fmla="*/ 140893 h 285750"/>
                <a:gd name="csX213" fmla="*/ 293770 w 704850"/>
                <a:gd name="csY213" fmla="*/ 141454 h 285750"/>
                <a:gd name="csX214" fmla="*/ 295170 w 704850"/>
                <a:gd name="csY214" fmla="*/ 142074 h 285750"/>
                <a:gd name="csX215" fmla="*/ 296570 w 704850"/>
                <a:gd name="csY215" fmla="*/ 142626 h 285750"/>
                <a:gd name="csX216" fmla="*/ 297904 w 704850"/>
                <a:gd name="csY216" fmla="*/ 143245 h 285750"/>
                <a:gd name="csX217" fmla="*/ 299304 w 704850"/>
                <a:gd name="csY217" fmla="*/ 143807 h 285750"/>
                <a:gd name="csX218" fmla="*/ 300704 w 704850"/>
                <a:gd name="csY218" fmla="*/ 144302 h 285750"/>
                <a:gd name="csX219" fmla="*/ 302038 w 704850"/>
                <a:gd name="csY219" fmla="*/ 144855 h 285750"/>
                <a:gd name="csX220" fmla="*/ 303438 w 704850"/>
                <a:gd name="csY220" fmla="*/ 145417 h 285750"/>
                <a:gd name="csX221" fmla="*/ 304838 w 704850"/>
                <a:gd name="csY221" fmla="*/ 145912 h 285750"/>
                <a:gd name="csX222" fmla="*/ 306172 w 704850"/>
                <a:gd name="csY222" fmla="*/ 146407 h 285750"/>
                <a:gd name="csX223" fmla="*/ 307572 w 704850"/>
                <a:gd name="csY223" fmla="*/ 146903 h 285750"/>
                <a:gd name="csX224" fmla="*/ 308972 w 704850"/>
                <a:gd name="csY224" fmla="*/ 147398 h 285750"/>
                <a:gd name="csX225" fmla="*/ 310305 w 704850"/>
                <a:gd name="csY225" fmla="*/ 147827 h 285750"/>
                <a:gd name="csX226" fmla="*/ 311706 w 704850"/>
                <a:gd name="csY226" fmla="*/ 148322 h 285750"/>
                <a:gd name="csX227" fmla="*/ 313106 w 704850"/>
                <a:gd name="csY227" fmla="*/ 148760 h 285750"/>
                <a:gd name="csX228" fmla="*/ 314439 w 704850"/>
                <a:gd name="csY228" fmla="*/ 149132 h 285750"/>
                <a:gd name="csX229" fmla="*/ 315840 w 704850"/>
                <a:gd name="csY229" fmla="*/ 149560 h 285750"/>
                <a:gd name="csX230" fmla="*/ 317240 w 704850"/>
                <a:gd name="csY230" fmla="*/ 149931 h 285750"/>
                <a:gd name="csX231" fmla="*/ 318640 w 704850"/>
                <a:gd name="csY231" fmla="*/ 150370 h 285750"/>
                <a:gd name="csX232" fmla="*/ 319973 w 704850"/>
                <a:gd name="csY232" fmla="*/ 150674 h 285750"/>
                <a:gd name="csX233" fmla="*/ 321374 w 704850"/>
                <a:gd name="csY233" fmla="*/ 151046 h 285750"/>
                <a:gd name="csX234" fmla="*/ 322774 w 704850"/>
                <a:gd name="csY234" fmla="*/ 151417 h 285750"/>
                <a:gd name="csX235" fmla="*/ 324107 w 704850"/>
                <a:gd name="csY235" fmla="*/ 151732 h 285750"/>
                <a:gd name="csX236" fmla="*/ 325507 w 704850"/>
                <a:gd name="csY236" fmla="*/ 152037 h 285750"/>
                <a:gd name="csX237" fmla="*/ 326908 w 704850"/>
                <a:gd name="csY237" fmla="*/ 152284 h 285750"/>
                <a:gd name="csX238" fmla="*/ 328241 w 704850"/>
                <a:gd name="csY238" fmla="*/ 152598 h 285750"/>
                <a:gd name="csX239" fmla="*/ 329641 w 704850"/>
                <a:gd name="csY239" fmla="*/ 152846 h 285750"/>
                <a:gd name="csX240" fmla="*/ 331041 w 704850"/>
                <a:gd name="csY240" fmla="*/ 153094 h 285750"/>
                <a:gd name="csX241" fmla="*/ 332375 w 704850"/>
                <a:gd name="csY241" fmla="*/ 153275 h 285750"/>
                <a:gd name="csX242" fmla="*/ 333775 w 704850"/>
                <a:gd name="csY242" fmla="*/ 153523 h 285750"/>
                <a:gd name="csX243" fmla="*/ 335175 w 704850"/>
                <a:gd name="csY243" fmla="*/ 153713 h 285750"/>
                <a:gd name="csX244" fmla="*/ 336576 w 704850"/>
                <a:gd name="csY244" fmla="*/ 153894 h 285750"/>
                <a:gd name="csX245" fmla="*/ 337909 w 704850"/>
                <a:gd name="csY245" fmla="*/ 154018 h 285750"/>
                <a:gd name="csX246" fmla="*/ 339309 w 704850"/>
                <a:gd name="csY246" fmla="*/ 154208 h 285750"/>
                <a:gd name="csX247" fmla="*/ 340709 w 704850"/>
                <a:gd name="csY247" fmla="*/ 154332 h 285750"/>
                <a:gd name="csX248" fmla="*/ 342043 w 704850"/>
                <a:gd name="csY248" fmla="*/ 154456 h 285750"/>
                <a:gd name="csX249" fmla="*/ 343443 w 704850"/>
                <a:gd name="csY249" fmla="*/ 154513 h 285750"/>
                <a:gd name="csX250" fmla="*/ 344843 w 704850"/>
                <a:gd name="csY250" fmla="*/ 154637 h 285750"/>
                <a:gd name="csX251" fmla="*/ 346177 w 704850"/>
                <a:gd name="csY251" fmla="*/ 154704 h 285750"/>
                <a:gd name="csX252" fmla="*/ 347577 w 704850"/>
                <a:gd name="csY252" fmla="*/ 154761 h 285750"/>
                <a:gd name="csX253" fmla="*/ 348968 w 704850"/>
                <a:gd name="csY253" fmla="*/ 154761 h 285750"/>
                <a:gd name="csX254" fmla="*/ 350311 w 704850"/>
                <a:gd name="csY254" fmla="*/ 154827 h 285750"/>
                <a:gd name="csX255" fmla="*/ 351711 w 704850"/>
                <a:gd name="csY255" fmla="*/ 154827 h 285750"/>
                <a:gd name="csX256" fmla="*/ 353101 w 704850"/>
                <a:gd name="csY256" fmla="*/ 154827 h 285750"/>
                <a:gd name="csX257" fmla="*/ 354502 w 704850"/>
                <a:gd name="csY257" fmla="*/ 154827 h 285750"/>
                <a:gd name="csX258" fmla="*/ 355844 w 704850"/>
                <a:gd name="csY258" fmla="*/ 154827 h 285750"/>
                <a:gd name="csX259" fmla="*/ 357235 w 704850"/>
                <a:gd name="csY259" fmla="*/ 154761 h 285750"/>
                <a:gd name="csX260" fmla="*/ 358635 w 704850"/>
                <a:gd name="csY260" fmla="*/ 154761 h 285750"/>
                <a:gd name="csX261" fmla="*/ 359969 w 704850"/>
                <a:gd name="csY261" fmla="*/ 154704 h 285750"/>
                <a:gd name="csX262" fmla="*/ 361369 w 704850"/>
                <a:gd name="csY262" fmla="*/ 154637 h 285750"/>
                <a:gd name="csX263" fmla="*/ 362769 w 704850"/>
                <a:gd name="csY263" fmla="*/ 154580 h 285750"/>
                <a:gd name="csX264" fmla="*/ 364103 w 704850"/>
                <a:gd name="csY264" fmla="*/ 154513 h 285750"/>
                <a:gd name="csX265" fmla="*/ 365503 w 704850"/>
                <a:gd name="csY265" fmla="*/ 154456 h 285750"/>
                <a:gd name="csX266" fmla="*/ 366903 w 704850"/>
                <a:gd name="csY266" fmla="*/ 154389 h 285750"/>
                <a:gd name="csX267" fmla="*/ 368236 w 704850"/>
                <a:gd name="csY267" fmla="*/ 154332 h 285750"/>
                <a:gd name="csX268" fmla="*/ 369637 w 704850"/>
                <a:gd name="csY268" fmla="*/ 154208 h 285750"/>
                <a:gd name="csX269" fmla="*/ 371037 w 704850"/>
                <a:gd name="csY269" fmla="*/ 154142 h 285750"/>
                <a:gd name="csX270" fmla="*/ 372437 w 704850"/>
                <a:gd name="csY270" fmla="*/ 154018 h 285750"/>
                <a:gd name="csX271" fmla="*/ 373771 w 704850"/>
                <a:gd name="csY271" fmla="*/ 153961 h 285750"/>
                <a:gd name="csX272" fmla="*/ 375171 w 704850"/>
                <a:gd name="csY272" fmla="*/ 153837 h 285750"/>
                <a:gd name="csX273" fmla="*/ 376571 w 704850"/>
                <a:gd name="csY273" fmla="*/ 153770 h 285750"/>
                <a:gd name="csX274" fmla="*/ 377904 w 704850"/>
                <a:gd name="csY274" fmla="*/ 153646 h 285750"/>
                <a:gd name="csX275" fmla="*/ 379305 w 704850"/>
                <a:gd name="csY275" fmla="*/ 153589 h 285750"/>
                <a:gd name="csX276" fmla="*/ 380705 w 704850"/>
                <a:gd name="csY276" fmla="*/ 153465 h 285750"/>
                <a:gd name="csX277" fmla="*/ 382038 w 704850"/>
                <a:gd name="csY277" fmla="*/ 153399 h 285750"/>
                <a:gd name="csX278" fmla="*/ 383438 w 704850"/>
                <a:gd name="csY278" fmla="*/ 153275 h 285750"/>
                <a:gd name="csX279" fmla="*/ 384839 w 704850"/>
                <a:gd name="csY279" fmla="*/ 153218 h 285750"/>
                <a:gd name="csX280" fmla="*/ 386172 w 704850"/>
                <a:gd name="csY280" fmla="*/ 153094 h 285750"/>
                <a:gd name="csX281" fmla="*/ 387572 w 704850"/>
                <a:gd name="csY281" fmla="*/ 153027 h 285750"/>
                <a:gd name="csX282" fmla="*/ 388972 w 704850"/>
                <a:gd name="csY282" fmla="*/ 152970 h 285750"/>
                <a:gd name="csX283" fmla="*/ 390373 w 704850"/>
                <a:gd name="csY283" fmla="*/ 152903 h 285750"/>
                <a:gd name="csX284" fmla="*/ 391706 w 704850"/>
                <a:gd name="csY284" fmla="*/ 152846 h 285750"/>
                <a:gd name="csX285" fmla="*/ 393106 w 704850"/>
                <a:gd name="csY285" fmla="*/ 152780 h 285750"/>
                <a:gd name="csX286" fmla="*/ 394507 w 704850"/>
                <a:gd name="csY286" fmla="*/ 152722 h 285750"/>
                <a:gd name="csX287" fmla="*/ 395840 w 704850"/>
                <a:gd name="csY287" fmla="*/ 152656 h 285750"/>
                <a:gd name="csX288" fmla="*/ 397240 w 704850"/>
                <a:gd name="csY288" fmla="*/ 152598 h 285750"/>
                <a:gd name="csX289" fmla="*/ 398640 w 704850"/>
                <a:gd name="csY289" fmla="*/ 152598 h 285750"/>
                <a:gd name="csX290" fmla="*/ 399974 w 704850"/>
                <a:gd name="csY290" fmla="*/ 152532 h 285750"/>
                <a:gd name="csX291" fmla="*/ 401374 w 704850"/>
                <a:gd name="csY291" fmla="*/ 152475 h 285750"/>
                <a:gd name="csX292" fmla="*/ 402774 w 704850"/>
                <a:gd name="csY292" fmla="*/ 152475 h 285750"/>
                <a:gd name="csX293" fmla="*/ 404108 w 704850"/>
                <a:gd name="csY293" fmla="*/ 152475 h 285750"/>
                <a:gd name="csX294" fmla="*/ 405508 w 704850"/>
                <a:gd name="csY294" fmla="*/ 152408 h 285750"/>
                <a:gd name="csX295" fmla="*/ 406908 w 704850"/>
                <a:gd name="csY295" fmla="*/ 152408 h 285750"/>
                <a:gd name="csX296" fmla="*/ 408299 w 704850"/>
                <a:gd name="csY296" fmla="*/ 152408 h 285750"/>
                <a:gd name="csX297" fmla="*/ 409642 w 704850"/>
                <a:gd name="csY297" fmla="*/ 152408 h 285750"/>
                <a:gd name="csX298" fmla="*/ 411042 w 704850"/>
                <a:gd name="csY298" fmla="*/ 152408 h 285750"/>
                <a:gd name="csX299" fmla="*/ 412433 w 704850"/>
                <a:gd name="csY299" fmla="*/ 152408 h 285750"/>
                <a:gd name="csX300" fmla="*/ 413776 w 704850"/>
                <a:gd name="csY300" fmla="*/ 152408 h 285750"/>
                <a:gd name="csX301" fmla="*/ 415176 w 704850"/>
                <a:gd name="csY301" fmla="*/ 152408 h 285750"/>
                <a:gd name="csX302" fmla="*/ 416566 w 704850"/>
                <a:gd name="csY302" fmla="*/ 152408 h 285750"/>
                <a:gd name="csX303" fmla="*/ 417910 w 704850"/>
                <a:gd name="csY303" fmla="*/ 152408 h 285750"/>
                <a:gd name="csX304" fmla="*/ 419300 w 704850"/>
                <a:gd name="csY304" fmla="*/ 152408 h 285750"/>
                <a:gd name="csX305" fmla="*/ 420700 w 704850"/>
                <a:gd name="csY305" fmla="*/ 152408 h 285750"/>
                <a:gd name="csX306" fmla="*/ 422034 w 704850"/>
                <a:gd name="csY306" fmla="*/ 152408 h 285750"/>
                <a:gd name="csX307" fmla="*/ 423434 w 704850"/>
                <a:gd name="csY307" fmla="*/ 152408 h 285750"/>
                <a:gd name="csX308" fmla="*/ 424834 w 704850"/>
                <a:gd name="csY308" fmla="*/ 152351 h 285750"/>
                <a:gd name="csX309" fmla="*/ 426234 w 704850"/>
                <a:gd name="csY309" fmla="*/ 152351 h 285750"/>
                <a:gd name="csX310" fmla="*/ 427568 w 704850"/>
                <a:gd name="csY310" fmla="*/ 152284 h 285750"/>
                <a:gd name="csX311" fmla="*/ 428968 w 704850"/>
                <a:gd name="csY311" fmla="*/ 152284 h 285750"/>
                <a:gd name="csX312" fmla="*/ 430368 w 704850"/>
                <a:gd name="csY312" fmla="*/ 152227 h 285750"/>
                <a:gd name="csX313" fmla="*/ 431702 w 704850"/>
                <a:gd name="csY313" fmla="*/ 152160 h 285750"/>
                <a:gd name="csX314" fmla="*/ 433102 w 704850"/>
                <a:gd name="csY314" fmla="*/ 152103 h 285750"/>
                <a:gd name="csX315" fmla="*/ 434502 w 704850"/>
                <a:gd name="csY315" fmla="*/ 151980 h 285750"/>
                <a:gd name="csX316" fmla="*/ 435836 w 704850"/>
                <a:gd name="csY316" fmla="*/ 151913 h 285750"/>
                <a:gd name="csX317" fmla="*/ 437236 w 704850"/>
                <a:gd name="csY317" fmla="*/ 151789 h 285750"/>
                <a:gd name="csX318" fmla="*/ 438636 w 704850"/>
                <a:gd name="csY318" fmla="*/ 151665 h 285750"/>
                <a:gd name="csX319" fmla="*/ 439969 w 704850"/>
                <a:gd name="csY319" fmla="*/ 151541 h 285750"/>
                <a:gd name="csX320" fmla="*/ 441369 w 704850"/>
                <a:gd name="csY320" fmla="*/ 151360 h 285750"/>
                <a:gd name="csX321" fmla="*/ 442770 w 704850"/>
                <a:gd name="csY321" fmla="*/ 151170 h 285750"/>
                <a:gd name="csX322" fmla="*/ 444170 w 704850"/>
                <a:gd name="csY322" fmla="*/ 150989 h 285750"/>
                <a:gd name="csX323" fmla="*/ 445503 w 704850"/>
                <a:gd name="csY323" fmla="*/ 150798 h 285750"/>
                <a:gd name="csX324" fmla="*/ 446903 w 704850"/>
                <a:gd name="csY324" fmla="*/ 150551 h 285750"/>
                <a:gd name="csX325" fmla="*/ 448304 w 704850"/>
                <a:gd name="csY325" fmla="*/ 150246 h 285750"/>
                <a:gd name="csX326" fmla="*/ 449637 w 704850"/>
                <a:gd name="csY326" fmla="*/ 149998 h 285750"/>
                <a:gd name="csX327" fmla="*/ 451037 w 704850"/>
                <a:gd name="csY327" fmla="*/ 149684 h 285750"/>
                <a:gd name="csX328" fmla="*/ 452438 w 704850"/>
                <a:gd name="csY328" fmla="*/ 149312 h 285750"/>
                <a:gd name="csX329" fmla="*/ 453771 w 704850"/>
                <a:gd name="csY329" fmla="*/ 148941 h 285750"/>
                <a:gd name="csX330" fmla="*/ 455171 w 704850"/>
                <a:gd name="csY330" fmla="*/ 148570 h 285750"/>
                <a:gd name="csX331" fmla="*/ 456571 w 704850"/>
                <a:gd name="csY331" fmla="*/ 148141 h 285750"/>
                <a:gd name="csX332" fmla="*/ 457905 w 704850"/>
                <a:gd name="csY332" fmla="*/ 147703 h 285750"/>
                <a:gd name="csX333" fmla="*/ 459305 w 704850"/>
                <a:gd name="csY333" fmla="*/ 147208 h 285750"/>
                <a:gd name="csX334" fmla="*/ 460705 w 704850"/>
                <a:gd name="csY334" fmla="*/ 146655 h 285750"/>
                <a:gd name="csX335" fmla="*/ 462105 w 704850"/>
                <a:gd name="csY335" fmla="*/ 146093 h 285750"/>
                <a:gd name="csX336" fmla="*/ 463439 w 704850"/>
                <a:gd name="csY336" fmla="*/ 145540 h 285750"/>
                <a:gd name="csX337" fmla="*/ 464839 w 704850"/>
                <a:gd name="csY337" fmla="*/ 144921 h 285750"/>
                <a:gd name="csX338" fmla="*/ 466239 w 704850"/>
                <a:gd name="csY338" fmla="*/ 144302 h 285750"/>
                <a:gd name="csX339" fmla="*/ 467573 w 704850"/>
                <a:gd name="csY339" fmla="*/ 143616 h 285750"/>
                <a:gd name="csX340" fmla="*/ 468973 w 704850"/>
                <a:gd name="csY340" fmla="*/ 142873 h 285750"/>
                <a:gd name="csX341" fmla="*/ 470373 w 704850"/>
                <a:gd name="csY341" fmla="*/ 142074 h 285750"/>
                <a:gd name="csX342" fmla="*/ 471707 w 704850"/>
                <a:gd name="csY342" fmla="*/ 141331 h 285750"/>
                <a:gd name="csX343" fmla="*/ 473107 w 704850"/>
                <a:gd name="csY343" fmla="*/ 140464 h 285750"/>
                <a:gd name="csX344" fmla="*/ 474497 w 704850"/>
                <a:gd name="csY344" fmla="*/ 139597 h 285750"/>
                <a:gd name="csX345" fmla="*/ 475841 w 704850"/>
                <a:gd name="csY345" fmla="*/ 138664 h 285750"/>
                <a:gd name="csX346" fmla="*/ 477241 w 704850"/>
                <a:gd name="csY346" fmla="*/ 137673 h 285750"/>
                <a:gd name="csX347" fmla="*/ 478631 w 704850"/>
                <a:gd name="csY347" fmla="*/ 136682 h 285750"/>
                <a:gd name="csX348" fmla="*/ 480031 w 704850"/>
                <a:gd name="csY348" fmla="*/ 135635 h 285750"/>
                <a:gd name="csX349" fmla="*/ 481375 w 704850"/>
                <a:gd name="csY349" fmla="*/ 134577 h 285750"/>
                <a:gd name="csX350" fmla="*/ 482765 w 704850"/>
                <a:gd name="csY350" fmla="*/ 133406 h 285750"/>
                <a:gd name="csX351" fmla="*/ 484165 w 704850"/>
                <a:gd name="csY351" fmla="*/ 132225 h 285750"/>
                <a:gd name="csX352" fmla="*/ 485508 w 704850"/>
                <a:gd name="csY352" fmla="*/ 131053 h 285750"/>
                <a:gd name="csX353" fmla="*/ 486899 w 704850"/>
                <a:gd name="csY353" fmla="*/ 129748 h 285750"/>
                <a:gd name="csX354" fmla="*/ 488299 w 704850"/>
                <a:gd name="csY354" fmla="*/ 128453 h 285750"/>
                <a:gd name="csX355" fmla="*/ 489633 w 704850"/>
                <a:gd name="csY355" fmla="*/ 127148 h 285750"/>
                <a:gd name="csX356" fmla="*/ 491033 w 704850"/>
                <a:gd name="csY356" fmla="*/ 125729 h 285750"/>
                <a:gd name="csX357" fmla="*/ 492433 w 704850"/>
                <a:gd name="csY357" fmla="*/ 124300 h 285750"/>
                <a:gd name="csX358" fmla="*/ 493767 w 704850"/>
                <a:gd name="csY358" fmla="*/ 122814 h 285750"/>
                <a:gd name="csX359" fmla="*/ 495167 w 704850"/>
                <a:gd name="csY359" fmla="*/ 121271 h 285750"/>
                <a:gd name="csX360" fmla="*/ 496567 w 704850"/>
                <a:gd name="csY360" fmla="*/ 119661 h 285750"/>
                <a:gd name="csX361" fmla="*/ 497967 w 704850"/>
                <a:gd name="csY361" fmla="*/ 118051 h 285750"/>
                <a:gd name="csX362" fmla="*/ 499301 w 704850"/>
                <a:gd name="csY362" fmla="*/ 116375 h 285750"/>
                <a:gd name="csX363" fmla="*/ 500701 w 704850"/>
                <a:gd name="csY363" fmla="*/ 114708 h 285750"/>
                <a:gd name="csX364" fmla="*/ 502101 w 704850"/>
                <a:gd name="csY364" fmla="*/ 112908 h 285750"/>
                <a:gd name="csX365" fmla="*/ 503434 w 704850"/>
                <a:gd name="csY365" fmla="*/ 111117 h 285750"/>
                <a:gd name="csX366" fmla="*/ 504835 w 704850"/>
                <a:gd name="csY366" fmla="*/ 109317 h 285750"/>
                <a:gd name="csX367" fmla="*/ 506235 w 704850"/>
                <a:gd name="csY367" fmla="*/ 107402 h 285750"/>
                <a:gd name="csX368" fmla="*/ 507568 w 704850"/>
                <a:gd name="csY368" fmla="*/ 105536 h 285750"/>
                <a:gd name="csX369" fmla="*/ 508969 w 704850"/>
                <a:gd name="csY369" fmla="*/ 103554 h 285750"/>
                <a:gd name="csX370" fmla="*/ 510369 w 704850"/>
                <a:gd name="csY370" fmla="*/ 101573 h 285750"/>
                <a:gd name="csX371" fmla="*/ 511702 w 704850"/>
                <a:gd name="csY371" fmla="*/ 99535 h 285750"/>
                <a:gd name="csX372" fmla="*/ 513102 w 704850"/>
                <a:gd name="csY372" fmla="*/ 97487 h 285750"/>
                <a:gd name="csX373" fmla="*/ 514503 w 704850"/>
                <a:gd name="csY373" fmla="*/ 95448 h 285750"/>
                <a:gd name="csX374" fmla="*/ 515836 w 704850"/>
                <a:gd name="csY374" fmla="*/ 93344 h 285750"/>
                <a:gd name="csX375" fmla="*/ 517236 w 704850"/>
                <a:gd name="csY375" fmla="*/ 91239 h 285750"/>
                <a:gd name="csX376" fmla="*/ 518636 w 704850"/>
                <a:gd name="csY376" fmla="*/ 89067 h 285750"/>
                <a:gd name="csX377" fmla="*/ 520036 w 704850"/>
                <a:gd name="csY377" fmla="*/ 86905 h 285750"/>
                <a:gd name="csX378" fmla="*/ 521370 w 704850"/>
                <a:gd name="csY378" fmla="*/ 84733 h 285750"/>
                <a:gd name="csX379" fmla="*/ 522770 w 704850"/>
                <a:gd name="csY379" fmla="*/ 82571 h 285750"/>
                <a:gd name="csX380" fmla="*/ 524170 w 704850"/>
                <a:gd name="csY380" fmla="*/ 80399 h 285750"/>
                <a:gd name="csX381" fmla="*/ 525504 w 704850"/>
                <a:gd name="csY381" fmla="*/ 78237 h 285750"/>
                <a:gd name="csX382" fmla="*/ 526904 w 704850"/>
                <a:gd name="csY382" fmla="*/ 76008 h 285750"/>
                <a:gd name="csX383" fmla="*/ 528304 w 704850"/>
                <a:gd name="csY383" fmla="*/ 73903 h 285750"/>
                <a:gd name="csX384" fmla="*/ 529638 w 704850"/>
                <a:gd name="csY384" fmla="*/ 71731 h 285750"/>
                <a:gd name="csX385" fmla="*/ 531038 w 704850"/>
                <a:gd name="csY385" fmla="*/ 69569 h 285750"/>
                <a:gd name="csX386" fmla="*/ 532438 w 704850"/>
                <a:gd name="csY386" fmla="*/ 67521 h 285750"/>
                <a:gd name="csX387" fmla="*/ 533771 w 704850"/>
                <a:gd name="csY387" fmla="*/ 65416 h 285750"/>
                <a:gd name="csX388" fmla="*/ 535172 w 704850"/>
                <a:gd name="csY388" fmla="*/ 63378 h 285750"/>
                <a:gd name="csX389" fmla="*/ 536572 w 704850"/>
                <a:gd name="csY389" fmla="*/ 61397 h 285750"/>
                <a:gd name="csX390" fmla="*/ 537962 w 704850"/>
                <a:gd name="csY390" fmla="*/ 59473 h 285750"/>
                <a:gd name="csX391" fmla="*/ 539306 w 704850"/>
                <a:gd name="csY391" fmla="*/ 57615 h 285750"/>
                <a:gd name="csX392" fmla="*/ 540696 w 704850"/>
                <a:gd name="csY392" fmla="*/ 55825 h 285750"/>
                <a:gd name="csX393" fmla="*/ 542096 w 704850"/>
                <a:gd name="csY393" fmla="*/ 54091 h 285750"/>
                <a:gd name="csX394" fmla="*/ 543439 w 704850"/>
                <a:gd name="csY394" fmla="*/ 52358 h 285750"/>
                <a:gd name="csX395" fmla="*/ 544830 w 704850"/>
                <a:gd name="csY395" fmla="*/ 50805 h 285750"/>
                <a:gd name="csX396" fmla="*/ 546230 w 704850"/>
                <a:gd name="csY396" fmla="*/ 49319 h 285750"/>
                <a:gd name="csX397" fmla="*/ 547573 w 704850"/>
                <a:gd name="csY397" fmla="*/ 47890 h 285750"/>
                <a:gd name="csX398" fmla="*/ 548964 w 704850"/>
                <a:gd name="csY398" fmla="*/ 46652 h 285750"/>
                <a:gd name="csX399" fmla="*/ 550364 w 704850"/>
                <a:gd name="csY399" fmla="*/ 45481 h 285750"/>
                <a:gd name="csX400" fmla="*/ 551707 w 704850"/>
                <a:gd name="csY400" fmla="*/ 44366 h 285750"/>
                <a:gd name="csX401" fmla="*/ 553098 w 704850"/>
                <a:gd name="csY401" fmla="*/ 43432 h 285750"/>
                <a:gd name="csX402" fmla="*/ 554498 w 704850"/>
                <a:gd name="csY402" fmla="*/ 42633 h 285750"/>
                <a:gd name="csX403" fmla="*/ 555898 w 704850"/>
                <a:gd name="csY403" fmla="*/ 41947 h 285750"/>
                <a:gd name="csX404" fmla="*/ 557232 w 704850"/>
                <a:gd name="csY404" fmla="*/ 41394 h 285750"/>
                <a:gd name="csX405" fmla="*/ 558632 w 704850"/>
                <a:gd name="csY405" fmla="*/ 41023 h 285750"/>
                <a:gd name="csX406" fmla="*/ 560032 w 704850"/>
                <a:gd name="csY406" fmla="*/ 40832 h 285750"/>
                <a:gd name="csX407" fmla="*/ 561365 w 704850"/>
                <a:gd name="csY407" fmla="*/ 40709 h 285750"/>
                <a:gd name="csX408" fmla="*/ 562766 w 704850"/>
                <a:gd name="csY408" fmla="*/ 40775 h 285750"/>
                <a:gd name="csX409" fmla="*/ 564166 w 704850"/>
                <a:gd name="csY409" fmla="*/ 41080 h 285750"/>
                <a:gd name="csX410" fmla="*/ 565499 w 704850"/>
                <a:gd name="csY410" fmla="*/ 41451 h 285750"/>
                <a:gd name="csX411" fmla="*/ 566900 w 704850"/>
                <a:gd name="csY411" fmla="*/ 42013 h 285750"/>
                <a:gd name="csX412" fmla="*/ 568300 w 704850"/>
                <a:gd name="csY412" fmla="*/ 42813 h 285750"/>
                <a:gd name="csX413" fmla="*/ 569633 w 704850"/>
                <a:gd name="csY413" fmla="*/ 43680 h 285750"/>
                <a:gd name="csX414" fmla="*/ 571033 w 704850"/>
                <a:gd name="csY414" fmla="*/ 44795 h 285750"/>
                <a:gd name="csX415" fmla="*/ 572434 w 704850"/>
                <a:gd name="csY415" fmla="*/ 46099 h 285750"/>
                <a:gd name="csX416" fmla="*/ 573834 w 704850"/>
                <a:gd name="csY416" fmla="*/ 47519 h 285750"/>
                <a:gd name="csX417" fmla="*/ 575167 w 704850"/>
                <a:gd name="csY417" fmla="*/ 49129 h 285750"/>
                <a:gd name="csX418" fmla="*/ 576567 w 704850"/>
                <a:gd name="csY418" fmla="*/ 50986 h 285750"/>
                <a:gd name="csX419" fmla="*/ 577968 w 704850"/>
                <a:gd name="csY419" fmla="*/ 52977 h 285750"/>
                <a:gd name="csX420" fmla="*/ 579301 w 704850"/>
                <a:gd name="csY420" fmla="*/ 55082 h 285750"/>
                <a:gd name="csX421" fmla="*/ 580701 w 704850"/>
                <a:gd name="csY421" fmla="*/ 57434 h 285750"/>
                <a:gd name="csX422" fmla="*/ 582101 w 704850"/>
                <a:gd name="csY422" fmla="*/ 59911 h 285750"/>
                <a:gd name="csX423" fmla="*/ 583435 w 704850"/>
                <a:gd name="csY423" fmla="*/ 62568 h 285750"/>
                <a:gd name="csX424" fmla="*/ 584835 w 704850"/>
                <a:gd name="csY424" fmla="*/ 65416 h 285750"/>
                <a:gd name="csX425" fmla="*/ 586235 w 704850"/>
                <a:gd name="csY425" fmla="*/ 68388 h 285750"/>
                <a:gd name="csX426" fmla="*/ 587569 w 704850"/>
                <a:gd name="csY426" fmla="*/ 71484 h 285750"/>
                <a:gd name="csX427" fmla="*/ 588969 w 704850"/>
                <a:gd name="csY427" fmla="*/ 74770 h 285750"/>
                <a:gd name="csX428" fmla="*/ 590369 w 704850"/>
                <a:gd name="csY428" fmla="*/ 78170 h 285750"/>
                <a:gd name="csX429" fmla="*/ 591769 w 704850"/>
                <a:gd name="csY429" fmla="*/ 81704 h 285750"/>
                <a:gd name="csX430" fmla="*/ 593103 w 704850"/>
                <a:gd name="csY430" fmla="*/ 85352 h 285750"/>
                <a:gd name="csX431" fmla="*/ 594503 w 704850"/>
                <a:gd name="csY431" fmla="*/ 89133 h 285750"/>
                <a:gd name="csX432" fmla="*/ 595903 w 704850"/>
                <a:gd name="csY432" fmla="*/ 93029 h 285750"/>
                <a:gd name="csX433" fmla="*/ 597237 w 704850"/>
                <a:gd name="csY433" fmla="*/ 96992 h 285750"/>
                <a:gd name="csX434" fmla="*/ 598637 w 704850"/>
                <a:gd name="csY434" fmla="*/ 101145 h 285750"/>
                <a:gd name="csX435" fmla="*/ 600028 w 704850"/>
                <a:gd name="csY435" fmla="*/ 105288 h 285750"/>
                <a:gd name="csX436" fmla="*/ 601370 w 704850"/>
                <a:gd name="csY436" fmla="*/ 109508 h 285750"/>
                <a:gd name="csX437" fmla="*/ 602771 w 704850"/>
                <a:gd name="csY437" fmla="*/ 113832 h 285750"/>
                <a:gd name="csX438" fmla="*/ 604161 w 704850"/>
                <a:gd name="csY438" fmla="*/ 118232 h 285750"/>
                <a:gd name="csX439" fmla="*/ 605504 w 704850"/>
                <a:gd name="csY439" fmla="*/ 122633 h 285750"/>
                <a:gd name="csX440" fmla="*/ 606895 w 704850"/>
                <a:gd name="csY440" fmla="*/ 127148 h 285750"/>
                <a:gd name="csX441" fmla="*/ 608295 w 704850"/>
                <a:gd name="csY441" fmla="*/ 131606 h 285750"/>
                <a:gd name="csX442" fmla="*/ 609695 w 704850"/>
                <a:gd name="csY442" fmla="*/ 136130 h 285750"/>
                <a:gd name="csX443" fmla="*/ 611029 w 704850"/>
                <a:gd name="csY443" fmla="*/ 140711 h 285750"/>
                <a:gd name="csX444" fmla="*/ 612429 w 704850"/>
                <a:gd name="csY444" fmla="*/ 145226 h 285750"/>
                <a:gd name="csX445" fmla="*/ 613829 w 704850"/>
                <a:gd name="csY445" fmla="*/ 149751 h 285750"/>
                <a:gd name="csX446" fmla="*/ 615163 w 704850"/>
                <a:gd name="csY446" fmla="*/ 154332 h 285750"/>
                <a:gd name="csX447" fmla="*/ 616563 w 704850"/>
                <a:gd name="csY447" fmla="*/ 158790 h 285750"/>
                <a:gd name="csX448" fmla="*/ 617963 w 704850"/>
                <a:gd name="csY448" fmla="*/ 163305 h 285750"/>
                <a:gd name="csX449" fmla="*/ 619296 w 704850"/>
                <a:gd name="csY449" fmla="*/ 167762 h 285750"/>
                <a:gd name="csX450" fmla="*/ 620697 w 704850"/>
                <a:gd name="csY450" fmla="*/ 172163 h 285750"/>
                <a:gd name="csX451" fmla="*/ 622097 w 704850"/>
                <a:gd name="csY451" fmla="*/ 176497 h 285750"/>
                <a:gd name="csX452" fmla="*/ 623430 w 704850"/>
                <a:gd name="csY452" fmla="*/ 180831 h 285750"/>
                <a:gd name="csX453" fmla="*/ 624831 w 704850"/>
                <a:gd name="csY453" fmla="*/ 185041 h 285750"/>
                <a:gd name="csX454" fmla="*/ 626231 w 704850"/>
                <a:gd name="csY454" fmla="*/ 189194 h 285750"/>
                <a:gd name="csX455" fmla="*/ 627631 w 704850"/>
                <a:gd name="csY455" fmla="*/ 193337 h 285750"/>
                <a:gd name="csX456" fmla="*/ 628964 w 704850"/>
                <a:gd name="csY456" fmla="*/ 197366 h 285750"/>
                <a:gd name="csX457" fmla="*/ 630365 w 704850"/>
                <a:gd name="csY457" fmla="*/ 201262 h 285750"/>
                <a:gd name="csX458" fmla="*/ 631765 w 704850"/>
                <a:gd name="csY458" fmla="*/ 205101 h 285750"/>
                <a:gd name="csX459" fmla="*/ 633098 w 704850"/>
                <a:gd name="csY459" fmla="*/ 208882 h 285750"/>
                <a:gd name="csX460" fmla="*/ 634498 w 704850"/>
                <a:gd name="csY460" fmla="*/ 212530 h 285750"/>
                <a:gd name="csX461" fmla="*/ 635899 w 704850"/>
                <a:gd name="csY461" fmla="*/ 216064 h 285750"/>
                <a:gd name="csX462" fmla="*/ 637232 w 704850"/>
                <a:gd name="csY462" fmla="*/ 219588 h 285750"/>
                <a:gd name="csX463" fmla="*/ 638632 w 704850"/>
                <a:gd name="csY463" fmla="*/ 222941 h 285750"/>
                <a:gd name="csX464" fmla="*/ 640032 w 704850"/>
                <a:gd name="csY464" fmla="*/ 226160 h 285750"/>
                <a:gd name="csX465" fmla="*/ 641366 w 704850"/>
                <a:gd name="csY465" fmla="*/ 229313 h 285750"/>
                <a:gd name="csX466" fmla="*/ 642766 w 704850"/>
                <a:gd name="csY466" fmla="*/ 232351 h 285750"/>
                <a:gd name="csX467" fmla="*/ 644166 w 704850"/>
                <a:gd name="csY467" fmla="*/ 235257 h 285750"/>
                <a:gd name="csX468" fmla="*/ 645567 w 704850"/>
                <a:gd name="csY468" fmla="*/ 238105 h 285750"/>
                <a:gd name="csX469" fmla="*/ 646900 w 704850"/>
                <a:gd name="csY469" fmla="*/ 240829 h 285750"/>
                <a:gd name="csX470" fmla="*/ 648300 w 704850"/>
                <a:gd name="csY470" fmla="*/ 243429 h 285750"/>
                <a:gd name="csX471" fmla="*/ 649700 w 704850"/>
                <a:gd name="csY471" fmla="*/ 245906 h 285750"/>
                <a:gd name="csX472" fmla="*/ 651034 w 704850"/>
                <a:gd name="csY472" fmla="*/ 248325 h 285750"/>
                <a:gd name="csX473" fmla="*/ 652434 w 704850"/>
                <a:gd name="csY473" fmla="*/ 250611 h 285750"/>
                <a:gd name="csX474" fmla="*/ 653834 w 704850"/>
                <a:gd name="csY474" fmla="*/ 252782 h 285750"/>
                <a:gd name="csX475" fmla="*/ 655168 w 704850"/>
                <a:gd name="csY475" fmla="*/ 254888 h 285750"/>
                <a:gd name="csX476" fmla="*/ 656568 w 704850"/>
                <a:gd name="csY476" fmla="*/ 256869 h 285750"/>
                <a:gd name="csX477" fmla="*/ 657968 w 704850"/>
                <a:gd name="csY477" fmla="*/ 258726 h 285750"/>
                <a:gd name="csX478" fmla="*/ 659302 w 704850"/>
                <a:gd name="csY478" fmla="*/ 260583 h 285750"/>
                <a:gd name="csX479" fmla="*/ 660702 w 704850"/>
                <a:gd name="csY479" fmla="*/ 262251 h 285750"/>
                <a:gd name="csX480" fmla="*/ 662102 w 704850"/>
                <a:gd name="csY480" fmla="*/ 263860 h 285750"/>
                <a:gd name="csX481" fmla="*/ 663493 w 704850"/>
                <a:gd name="csY481" fmla="*/ 265413 h 285750"/>
                <a:gd name="csX482" fmla="*/ 664836 w 704850"/>
                <a:gd name="csY482" fmla="*/ 266832 h 285750"/>
                <a:gd name="csX483" fmla="*/ 666236 w 704850"/>
                <a:gd name="csY483" fmla="*/ 268194 h 285750"/>
                <a:gd name="csX484" fmla="*/ 667626 w 704850"/>
                <a:gd name="csY484" fmla="*/ 269432 h 285750"/>
                <a:gd name="csX485" fmla="*/ 668969 w 704850"/>
                <a:gd name="csY485" fmla="*/ 270680 h 285750"/>
                <a:gd name="csX486" fmla="*/ 670369 w 704850"/>
                <a:gd name="csY486" fmla="*/ 271785 h 285750"/>
                <a:gd name="csX487" fmla="*/ 671760 w 704850"/>
                <a:gd name="csY487" fmla="*/ 272842 h 285750"/>
                <a:gd name="csX488" fmla="*/ 673094 w 704850"/>
                <a:gd name="csY488" fmla="*/ 273833 h 285750"/>
                <a:gd name="csX489" fmla="*/ 674494 w 704850"/>
                <a:gd name="csY489" fmla="*/ 274757 h 285750"/>
                <a:gd name="csX490" fmla="*/ 675894 w 704850"/>
                <a:gd name="csY490" fmla="*/ 275633 h 285750"/>
                <a:gd name="csX491" fmla="*/ 677227 w 704850"/>
                <a:gd name="csY491" fmla="*/ 276433 h 285750"/>
                <a:gd name="csX492" fmla="*/ 678628 w 704850"/>
                <a:gd name="csY492" fmla="*/ 277176 h 285750"/>
                <a:gd name="csX493" fmla="*/ 680028 w 704850"/>
                <a:gd name="csY493" fmla="*/ 277919 h 285750"/>
                <a:gd name="csX494" fmla="*/ 681428 w 704850"/>
                <a:gd name="csY494" fmla="*/ 278538 h 285750"/>
                <a:gd name="csX495" fmla="*/ 682762 w 704850"/>
                <a:gd name="csY495" fmla="*/ 279157 h 285750"/>
                <a:gd name="csX496" fmla="*/ 684162 w 704850"/>
                <a:gd name="csY496" fmla="*/ 279719 h 285750"/>
                <a:gd name="csX497" fmla="*/ 685562 w 704850"/>
                <a:gd name="csY497" fmla="*/ 280215 h 285750"/>
                <a:gd name="csX498" fmla="*/ 686895 w 704850"/>
                <a:gd name="csY498" fmla="*/ 280710 h 285750"/>
                <a:gd name="csX499" fmla="*/ 688295 w 704850"/>
                <a:gd name="csY499" fmla="*/ 281139 h 285750"/>
                <a:gd name="csX500" fmla="*/ 689696 w 704850"/>
                <a:gd name="csY500" fmla="*/ 281577 h 285750"/>
                <a:gd name="csX501" fmla="*/ 691030 w 704850"/>
                <a:gd name="csY501" fmla="*/ 281948 h 285750"/>
                <a:gd name="csX502" fmla="*/ 692429 w 704850"/>
                <a:gd name="csY502" fmla="*/ 282253 h 285750"/>
                <a:gd name="csX503" fmla="*/ 693829 w 704850"/>
                <a:gd name="csY503" fmla="*/ 282624 h 285750"/>
                <a:gd name="csX504" fmla="*/ 695163 w 704850"/>
                <a:gd name="csY504" fmla="*/ 282872 h 285750"/>
                <a:gd name="csX505" fmla="*/ 696564 w 704850"/>
                <a:gd name="csY505" fmla="*/ 283186 h 285750"/>
                <a:gd name="csX506" fmla="*/ 697963 w 704850"/>
                <a:gd name="csY506" fmla="*/ 283434 h 285750"/>
                <a:gd name="csX507" fmla="*/ 699364 w 704850"/>
                <a:gd name="csY507" fmla="*/ 283615 h 285750"/>
                <a:gd name="csX508" fmla="*/ 700697 w 704850"/>
                <a:gd name="csY508" fmla="*/ 283806 h 285750"/>
                <a:gd name="csX509" fmla="*/ 702097 w 704850"/>
                <a:gd name="csY509" fmla="*/ 283986 h 285750"/>
                <a:gd name="csX510" fmla="*/ 703497 w 704850"/>
                <a:gd name="csY510" fmla="*/ 284177 h 285750"/>
                <a:gd name="csX511" fmla="*/ 704831 w 704850"/>
                <a:gd name="csY511" fmla="*/ 284358 h 285750"/>
                <a:gd name="csX512" fmla="*/ 704831 w 704850"/>
                <a:gd name="csY512" fmla="*/ 285720 h 285750"/>
                <a:gd name="csX513" fmla="*/ 703497 w 704850"/>
                <a:gd name="csY513" fmla="*/ 285720 h 285750"/>
                <a:gd name="csX514" fmla="*/ 702097 w 704850"/>
                <a:gd name="csY514" fmla="*/ 285720 h 285750"/>
                <a:gd name="csX515" fmla="*/ 700697 w 704850"/>
                <a:gd name="csY515" fmla="*/ 285720 h 285750"/>
                <a:gd name="csX516" fmla="*/ 699364 w 704850"/>
                <a:gd name="csY516" fmla="*/ 285720 h 285750"/>
                <a:gd name="csX517" fmla="*/ 697963 w 704850"/>
                <a:gd name="csY517" fmla="*/ 285720 h 285750"/>
                <a:gd name="csX518" fmla="*/ 696564 w 704850"/>
                <a:gd name="csY518" fmla="*/ 285720 h 285750"/>
                <a:gd name="csX519" fmla="*/ 695163 w 704850"/>
                <a:gd name="csY519" fmla="*/ 285720 h 285750"/>
                <a:gd name="csX520" fmla="*/ 693829 w 704850"/>
                <a:gd name="csY520" fmla="*/ 285720 h 285750"/>
                <a:gd name="csX521" fmla="*/ 692429 w 704850"/>
                <a:gd name="csY521" fmla="*/ 285720 h 285750"/>
                <a:gd name="csX522" fmla="*/ 691030 w 704850"/>
                <a:gd name="csY522" fmla="*/ 285720 h 285750"/>
                <a:gd name="csX523" fmla="*/ 689696 w 704850"/>
                <a:gd name="csY523" fmla="*/ 285720 h 285750"/>
                <a:gd name="csX524" fmla="*/ 688295 w 704850"/>
                <a:gd name="csY524" fmla="*/ 285720 h 285750"/>
                <a:gd name="csX525" fmla="*/ 686895 w 704850"/>
                <a:gd name="csY525" fmla="*/ 285720 h 285750"/>
                <a:gd name="csX526" fmla="*/ 685562 w 704850"/>
                <a:gd name="csY526" fmla="*/ 285720 h 285750"/>
                <a:gd name="csX527" fmla="*/ 684162 w 704850"/>
                <a:gd name="csY527" fmla="*/ 285720 h 285750"/>
                <a:gd name="csX528" fmla="*/ 682762 w 704850"/>
                <a:gd name="csY528" fmla="*/ 285720 h 285750"/>
                <a:gd name="csX529" fmla="*/ 681428 w 704850"/>
                <a:gd name="csY529" fmla="*/ 285720 h 285750"/>
                <a:gd name="csX530" fmla="*/ 680028 w 704850"/>
                <a:gd name="csY530" fmla="*/ 285720 h 285750"/>
                <a:gd name="csX531" fmla="*/ 678628 w 704850"/>
                <a:gd name="csY531" fmla="*/ 285720 h 285750"/>
                <a:gd name="csX532" fmla="*/ 677227 w 704850"/>
                <a:gd name="csY532" fmla="*/ 285720 h 285750"/>
                <a:gd name="csX533" fmla="*/ 675894 w 704850"/>
                <a:gd name="csY533" fmla="*/ 285720 h 285750"/>
                <a:gd name="csX534" fmla="*/ 674494 w 704850"/>
                <a:gd name="csY534" fmla="*/ 285720 h 285750"/>
                <a:gd name="csX535" fmla="*/ 673094 w 704850"/>
                <a:gd name="csY535" fmla="*/ 285720 h 285750"/>
                <a:gd name="csX536" fmla="*/ 671760 w 704850"/>
                <a:gd name="csY536" fmla="*/ 285720 h 285750"/>
                <a:gd name="csX537" fmla="*/ 670369 w 704850"/>
                <a:gd name="csY537" fmla="*/ 285720 h 285750"/>
                <a:gd name="csX538" fmla="*/ 668969 w 704850"/>
                <a:gd name="csY538" fmla="*/ 285720 h 285750"/>
                <a:gd name="csX539" fmla="*/ 667626 w 704850"/>
                <a:gd name="csY539" fmla="*/ 285720 h 285750"/>
                <a:gd name="csX540" fmla="*/ 666236 w 704850"/>
                <a:gd name="csY540" fmla="*/ 285720 h 285750"/>
                <a:gd name="csX541" fmla="*/ 664836 w 704850"/>
                <a:gd name="csY541" fmla="*/ 285720 h 285750"/>
                <a:gd name="csX542" fmla="*/ 663493 w 704850"/>
                <a:gd name="csY542" fmla="*/ 285720 h 285750"/>
                <a:gd name="csX543" fmla="*/ 662102 w 704850"/>
                <a:gd name="csY543" fmla="*/ 285720 h 285750"/>
                <a:gd name="csX544" fmla="*/ 660702 w 704850"/>
                <a:gd name="csY544" fmla="*/ 285720 h 285750"/>
                <a:gd name="csX545" fmla="*/ 659302 w 704850"/>
                <a:gd name="csY545" fmla="*/ 285720 h 285750"/>
                <a:gd name="csX546" fmla="*/ 657968 w 704850"/>
                <a:gd name="csY546" fmla="*/ 285720 h 285750"/>
                <a:gd name="csX547" fmla="*/ 656568 w 704850"/>
                <a:gd name="csY547" fmla="*/ 285720 h 285750"/>
                <a:gd name="csX548" fmla="*/ 655168 w 704850"/>
                <a:gd name="csY548" fmla="*/ 285720 h 285750"/>
                <a:gd name="csX549" fmla="*/ 653834 w 704850"/>
                <a:gd name="csY549" fmla="*/ 285720 h 285750"/>
                <a:gd name="csX550" fmla="*/ 652434 w 704850"/>
                <a:gd name="csY550" fmla="*/ 285720 h 285750"/>
                <a:gd name="csX551" fmla="*/ 651034 w 704850"/>
                <a:gd name="csY551" fmla="*/ 285720 h 285750"/>
                <a:gd name="csX552" fmla="*/ 649700 w 704850"/>
                <a:gd name="csY552" fmla="*/ 285720 h 285750"/>
                <a:gd name="csX553" fmla="*/ 648300 w 704850"/>
                <a:gd name="csY553" fmla="*/ 285720 h 285750"/>
                <a:gd name="csX554" fmla="*/ 646900 w 704850"/>
                <a:gd name="csY554" fmla="*/ 285720 h 285750"/>
                <a:gd name="csX555" fmla="*/ 645567 w 704850"/>
                <a:gd name="csY555" fmla="*/ 285720 h 285750"/>
                <a:gd name="csX556" fmla="*/ 644166 w 704850"/>
                <a:gd name="csY556" fmla="*/ 285720 h 285750"/>
                <a:gd name="csX557" fmla="*/ 642766 w 704850"/>
                <a:gd name="csY557" fmla="*/ 285720 h 285750"/>
                <a:gd name="csX558" fmla="*/ 641366 w 704850"/>
                <a:gd name="csY558" fmla="*/ 285720 h 285750"/>
                <a:gd name="csX559" fmla="*/ 640032 w 704850"/>
                <a:gd name="csY559" fmla="*/ 285720 h 285750"/>
                <a:gd name="csX560" fmla="*/ 638632 w 704850"/>
                <a:gd name="csY560" fmla="*/ 285720 h 285750"/>
                <a:gd name="csX561" fmla="*/ 637232 w 704850"/>
                <a:gd name="csY561" fmla="*/ 285720 h 285750"/>
                <a:gd name="csX562" fmla="*/ 635899 w 704850"/>
                <a:gd name="csY562" fmla="*/ 285720 h 285750"/>
                <a:gd name="csX563" fmla="*/ 634498 w 704850"/>
                <a:gd name="csY563" fmla="*/ 285720 h 285750"/>
                <a:gd name="csX564" fmla="*/ 633098 w 704850"/>
                <a:gd name="csY564" fmla="*/ 285720 h 285750"/>
                <a:gd name="csX565" fmla="*/ 631765 w 704850"/>
                <a:gd name="csY565" fmla="*/ 285720 h 285750"/>
                <a:gd name="csX566" fmla="*/ 630365 w 704850"/>
                <a:gd name="csY566" fmla="*/ 285720 h 285750"/>
                <a:gd name="csX567" fmla="*/ 628964 w 704850"/>
                <a:gd name="csY567" fmla="*/ 285720 h 285750"/>
                <a:gd name="csX568" fmla="*/ 627631 w 704850"/>
                <a:gd name="csY568" fmla="*/ 285720 h 285750"/>
                <a:gd name="csX569" fmla="*/ 626231 w 704850"/>
                <a:gd name="csY569" fmla="*/ 285720 h 285750"/>
                <a:gd name="csX570" fmla="*/ 624831 w 704850"/>
                <a:gd name="csY570" fmla="*/ 285720 h 285750"/>
                <a:gd name="csX571" fmla="*/ 623430 w 704850"/>
                <a:gd name="csY571" fmla="*/ 285720 h 285750"/>
                <a:gd name="csX572" fmla="*/ 622097 w 704850"/>
                <a:gd name="csY572" fmla="*/ 285720 h 285750"/>
                <a:gd name="csX573" fmla="*/ 620697 w 704850"/>
                <a:gd name="csY573" fmla="*/ 285720 h 285750"/>
                <a:gd name="csX574" fmla="*/ 619296 w 704850"/>
                <a:gd name="csY574" fmla="*/ 285720 h 285750"/>
                <a:gd name="csX575" fmla="*/ 617963 w 704850"/>
                <a:gd name="csY575" fmla="*/ 285720 h 285750"/>
                <a:gd name="csX576" fmla="*/ 616563 w 704850"/>
                <a:gd name="csY576" fmla="*/ 285720 h 285750"/>
                <a:gd name="csX577" fmla="*/ 615163 w 704850"/>
                <a:gd name="csY577" fmla="*/ 285720 h 285750"/>
                <a:gd name="csX578" fmla="*/ 613829 w 704850"/>
                <a:gd name="csY578" fmla="*/ 285720 h 285750"/>
                <a:gd name="csX579" fmla="*/ 612429 w 704850"/>
                <a:gd name="csY579" fmla="*/ 285720 h 285750"/>
                <a:gd name="csX580" fmla="*/ 611029 w 704850"/>
                <a:gd name="csY580" fmla="*/ 285720 h 285750"/>
                <a:gd name="csX581" fmla="*/ 609695 w 704850"/>
                <a:gd name="csY581" fmla="*/ 285720 h 285750"/>
                <a:gd name="csX582" fmla="*/ 608295 w 704850"/>
                <a:gd name="csY582" fmla="*/ 285720 h 285750"/>
                <a:gd name="csX583" fmla="*/ 606895 w 704850"/>
                <a:gd name="csY583" fmla="*/ 285720 h 285750"/>
                <a:gd name="csX584" fmla="*/ 605504 w 704850"/>
                <a:gd name="csY584" fmla="*/ 285720 h 285750"/>
                <a:gd name="csX585" fmla="*/ 604161 w 704850"/>
                <a:gd name="csY585" fmla="*/ 285720 h 285750"/>
                <a:gd name="csX586" fmla="*/ 602771 w 704850"/>
                <a:gd name="csY586" fmla="*/ 285720 h 285750"/>
                <a:gd name="csX587" fmla="*/ 601370 w 704850"/>
                <a:gd name="csY587" fmla="*/ 285720 h 285750"/>
                <a:gd name="csX588" fmla="*/ 600028 w 704850"/>
                <a:gd name="csY588" fmla="*/ 285720 h 285750"/>
                <a:gd name="csX589" fmla="*/ 598637 w 704850"/>
                <a:gd name="csY589" fmla="*/ 285720 h 285750"/>
                <a:gd name="csX590" fmla="*/ 597237 w 704850"/>
                <a:gd name="csY590" fmla="*/ 285720 h 285750"/>
                <a:gd name="csX591" fmla="*/ 595903 w 704850"/>
                <a:gd name="csY591" fmla="*/ 285720 h 285750"/>
                <a:gd name="csX592" fmla="*/ 594503 w 704850"/>
                <a:gd name="csY592" fmla="*/ 285720 h 285750"/>
                <a:gd name="csX593" fmla="*/ 593103 w 704850"/>
                <a:gd name="csY593" fmla="*/ 285720 h 285750"/>
                <a:gd name="csX594" fmla="*/ 591769 w 704850"/>
                <a:gd name="csY594" fmla="*/ 285720 h 285750"/>
                <a:gd name="csX595" fmla="*/ 590369 w 704850"/>
                <a:gd name="csY595" fmla="*/ 285720 h 285750"/>
                <a:gd name="csX596" fmla="*/ 588969 w 704850"/>
                <a:gd name="csY596" fmla="*/ 285720 h 285750"/>
                <a:gd name="csX597" fmla="*/ 587569 w 704850"/>
                <a:gd name="csY597" fmla="*/ 285720 h 285750"/>
                <a:gd name="csX598" fmla="*/ 586235 w 704850"/>
                <a:gd name="csY598" fmla="*/ 285720 h 285750"/>
                <a:gd name="csX599" fmla="*/ 584835 w 704850"/>
                <a:gd name="csY599" fmla="*/ 285720 h 285750"/>
                <a:gd name="csX600" fmla="*/ 583435 w 704850"/>
                <a:gd name="csY600" fmla="*/ 285720 h 285750"/>
                <a:gd name="csX601" fmla="*/ 582101 w 704850"/>
                <a:gd name="csY601" fmla="*/ 285720 h 285750"/>
                <a:gd name="csX602" fmla="*/ 580701 w 704850"/>
                <a:gd name="csY602" fmla="*/ 285720 h 285750"/>
                <a:gd name="csX603" fmla="*/ 579301 w 704850"/>
                <a:gd name="csY603" fmla="*/ 285720 h 285750"/>
                <a:gd name="csX604" fmla="*/ 577968 w 704850"/>
                <a:gd name="csY604" fmla="*/ 285720 h 285750"/>
                <a:gd name="csX605" fmla="*/ 576567 w 704850"/>
                <a:gd name="csY605" fmla="*/ 285720 h 285750"/>
                <a:gd name="csX606" fmla="*/ 575167 w 704850"/>
                <a:gd name="csY606" fmla="*/ 285720 h 285750"/>
                <a:gd name="csX607" fmla="*/ 573834 w 704850"/>
                <a:gd name="csY607" fmla="*/ 285720 h 285750"/>
                <a:gd name="csX608" fmla="*/ 572434 w 704850"/>
                <a:gd name="csY608" fmla="*/ 285720 h 285750"/>
                <a:gd name="csX609" fmla="*/ 571033 w 704850"/>
                <a:gd name="csY609" fmla="*/ 285720 h 285750"/>
                <a:gd name="csX610" fmla="*/ 569633 w 704850"/>
                <a:gd name="csY610" fmla="*/ 285720 h 285750"/>
                <a:gd name="csX611" fmla="*/ 568300 w 704850"/>
                <a:gd name="csY611" fmla="*/ 285720 h 285750"/>
                <a:gd name="csX612" fmla="*/ 566900 w 704850"/>
                <a:gd name="csY612" fmla="*/ 285720 h 285750"/>
                <a:gd name="csX613" fmla="*/ 565499 w 704850"/>
                <a:gd name="csY613" fmla="*/ 285720 h 285750"/>
                <a:gd name="csX614" fmla="*/ 564166 w 704850"/>
                <a:gd name="csY614" fmla="*/ 285720 h 285750"/>
                <a:gd name="csX615" fmla="*/ 562766 w 704850"/>
                <a:gd name="csY615" fmla="*/ 285720 h 285750"/>
                <a:gd name="csX616" fmla="*/ 561365 w 704850"/>
                <a:gd name="csY616" fmla="*/ 285720 h 285750"/>
                <a:gd name="csX617" fmla="*/ 560032 w 704850"/>
                <a:gd name="csY617" fmla="*/ 285720 h 285750"/>
                <a:gd name="csX618" fmla="*/ 558632 w 704850"/>
                <a:gd name="csY618" fmla="*/ 285720 h 285750"/>
                <a:gd name="csX619" fmla="*/ 557232 w 704850"/>
                <a:gd name="csY619" fmla="*/ 285720 h 285750"/>
                <a:gd name="csX620" fmla="*/ 555898 w 704850"/>
                <a:gd name="csY620" fmla="*/ 285720 h 285750"/>
                <a:gd name="csX621" fmla="*/ 554498 w 704850"/>
                <a:gd name="csY621" fmla="*/ 285720 h 285750"/>
                <a:gd name="csX622" fmla="*/ 553098 w 704850"/>
                <a:gd name="csY622" fmla="*/ 285720 h 285750"/>
                <a:gd name="csX623" fmla="*/ 551707 w 704850"/>
                <a:gd name="csY623" fmla="*/ 285720 h 285750"/>
                <a:gd name="csX624" fmla="*/ 550364 w 704850"/>
                <a:gd name="csY624" fmla="*/ 285720 h 285750"/>
                <a:gd name="csX625" fmla="*/ 548964 w 704850"/>
                <a:gd name="csY625" fmla="*/ 285720 h 285750"/>
                <a:gd name="csX626" fmla="*/ 547573 w 704850"/>
                <a:gd name="csY626" fmla="*/ 285720 h 285750"/>
                <a:gd name="csX627" fmla="*/ 546230 w 704850"/>
                <a:gd name="csY627" fmla="*/ 285720 h 285750"/>
                <a:gd name="csX628" fmla="*/ 544830 w 704850"/>
                <a:gd name="csY628" fmla="*/ 285720 h 285750"/>
                <a:gd name="csX629" fmla="*/ 543439 w 704850"/>
                <a:gd name="csY629" fmla="*/ 285720 h 285750"/>
                <a:gd name="csX630" fmla="*/ 542096 w 704850"/>
                <a:gd name="csY630" fmla="*/ 285720 h 285750"/>
                <a:gd name="csX631" fmla="*/ 540696 w 704850"/>
                <a:gd name="csY631" fmla="*/ 285720 h 285750"/>
                <a:gd name="csX632" fmla="*/ 539306 w 704850"/>
                <a:gd name="csY632" fmla="*/ 285720 h 285750"/>
                <a:gd name="csX633" fmla="*/ 537962 w 704850"/>
                <a:gd name="csY633" fmla="*/ 285720 h 285750"/>
                <a:gd name="csX634" fmla="*/ 536572 w 704850"/>
                <a:gd name="csY634" fmla="*/ 285720 h 285750"/>
                <a:gd name="csX635" fmla="*/ 535172 w 704850"/>
                <a:gd name="csY635" fmla="*/ 285720 h 285750"/>
                <a:gd name="csX636" fmla="*/ 533771 w 704850"/>
                <a:gd name="csY636" fmla="*/ 285720 h 285750"/>
                <a:gd name="csX637" fmla="*/ 532438 w 704850"/>
                <a:gd name="csY637" fmla="*/ 285720 h 285750"/>
                <a:gd name="csX638" fmla="*/ 531038 w 704850"/>
                <a:gd name="csY638" fmla="*/ 285720 h 285750"/>
                <a:gd name="csX639" fmla="*/ 529638 w 704850"/>
                <a:gd name="csY639" fmla="*/ 285720 h 285750"/>
                <a:gd name="csX640" fmla="*/ 528304 w 704850"/>
                <a:gd name="csY640" fmla="*/ 285720 h 285750"/>
                <a:gd name="csX641" fmla="*/ 526904 w 704850"/>
                <a:gd name="csY641" fmla="*/ 285720 h 285750"/>
                <a:gd name="csX642" fmla="*/ 525504 w 704850"/>
                <a:gd name="csY642" fmla="*/ 285720 h 285750"/>
                <a:gd name="csX643" fmla="*/ 524170 w 704850"/>
                <a:gd name="csY643" fmla="*/ 285720 h 285750"/>
                <a:gd name="csX644" fmla="*/ 522770 w 704850"/>
                <a:gd name="csY644" fmla="*/ 285720 h 285750"/>
                <a:gd name="csX645" fmla="*/ 521370 w 704850"/>
                <a:gd name="csY645" fmla="*/ 285720 h 285750"/>
                <a:gd name="csX646" fmla="*/ 520036 w 704850"/>
                <a:gd name="csY646" fmla="*/ 285720 h 285750"/>
                <a:gd name="csX647" fmla="*/ 518636 w 704850"/>
                <a:gd name="csY647" fmla="*/ 285720 h 285750"/>
                <a:gd name="csX648" fmla="*/ 517236 w 704850"/>
                <a:gd name="csY648" fmla="*/ 285720 h 285750"/>
                <a:gd name="csX649" fmla="*/ 515836 w 704850"/>
                <a:gd name="csY649" fmla="*/ 285720 h 285750"/>
                <a:gd name="csX650" fmla="*/ 514503 w 704850"/>
                <a:gd name="csY650" fmla="*/ 285720 h 285750"/>
                <a:gd name="csX651" fmla="*/ 513102 w 704850"/>
                <a:gd name="csY651" fmla="*/ 285720 h 285750"/>
                <a:gd name="csX652" fmla="*/ 511702 w 704850"/>
                <a:gd name="csY652" fmla="*/ 285720 h 285750"/>
                <a:gd name="csX653" fmla="*/ 510369 w 704850"/>
                <a:gd name="csY653" fmla="*/ 285720 h 285750"/>
                <a:gd name="csX654" fmla="*/ 508969 w 704850"/>
                <a:gd name="csY654" fmla="*/ 285720 h 285750"/>
                <a:gd name="csX655" fmla="*/ 507568 w 704850"/>
                <a:gd name="csY655" fmla="*/ 285720 h 285750"/>
                <a:gd name="csX656" fmla="*/ 506235 w 704850"/>
                <a:gd name="csY656" fmla="*/ 285720 h 285750"/>
                <a:gd name="csX657" fmla="*/ 504835 w 704850"/>
                <a:gd name="csY657" fmla="*/ 285720 h 285750"/>
                <a:gd name="csX658" fmla="*/ 503434 w 704850"/>
                <a:gd name="csY658" fmla="*/ 285720 h 285750"/>
                <a:gd name="csX659" fmla="*/ 502101 w 704850"/>
                <a:gd name="csY659" fmla="*/ 285720 h 285750"/>
                <a:gd name="csX660" fmla="*/ 500701 w 704850"/>
                <a:gd name="csY660" fmla="*/ 285720 h 285750"/>
                <a:gd name="csX661" fmla="*/ 499301 w 704850"/>
                <a:gd name="csY661" fmla="*/ 285720 h 285750"/>
                <a:gd name="csX662" fmla="*/ 497967 w 704850"/>
                <a:gd name="csY662" fmla="*/ 285720 h 285750"/>
                <a:gd name="csX663" fmla="*/ 496567 w 704850"/>
                <a:gd name="csY663" fmla="*/ 285720 h 285750"/>
                <a:gd name="csX664" fmla="*/ 495167 w 704850"/>
                <a:gd name="csY664" fmla="*/ 285720 h 285750"/>
                <a:gd name="csX665" fmla="*/ 493767 w 704850"/>
                <a:gd name="csY665" fmla="*/ 285720 h 285750"/>
                <a:gd name="csX666" fmla="*/ 492433 w 704850"/>
                <a:gd name="csY666" fmla="*/ 285720 h 285750"/>
                <a:gd name="csX667" fmla="*/ 491033 w 704850"/>
                <a:gd name="csY667" fmla="*/ 285720 h 285750"/>
                <a:gd name="csX668" fmla="*/ 489633 w 704850"/>
                <a:gd name="csY668" fmla="*/ 285720 h 285750"/>
                <a:gd name="csX669" fmla="*/ 488299 w 704850"/>
                <a:gd name="csY669" fmla="*/ 285720 h 285750"/>
                <a:gd name="csX670" fmla="*/ 486899 w 704850"/>
                <a:gd name="csY670" fmla="*/ 285720 h 285750"/>
                <a:gd name="csX671" fmla="*/ 485508 w 704850"/>
                <a:gd name="csY671" fmla="*/ 285720 h 285750"/>
                <a:gd name="csX672" fmla="*/ 484165 w 704850"/>
                <a:gd name="csY672" fmla="*/ 285720 h 285750"/>
                <a:gd name="csX673" fmla="*/ 482765 w 704850"/>
                <a:gd name="csY673" fmla="*/ 285720 h 285750"/>
                <a:gd name="csX674" fmla="*/ 481375 w 704850"/>
                <a:gd name="csY674" fmla="*/ 285720 h 285750"/>
                <a:gd name="csX675" fmla="*/ 480031 w 704850"/>
                <a:gd name="csY675" fmla="*/ 285720 h 285750"/>
                <a:gd name="csX676" fmla="*/ 478631 w 704850"/>
                <a:gd name="csY676" fmla="*/ 285720 h 285750"/>
                <a:gd name="csX677" fmla="*/ 477241 w 704850"/>
                <a:gd name="csY677" fmla="*/ 285720 h 285750"/>
                <a:gd name="csX678" fmla="*/ 475841 w 704850"/>
                <a:gd name="csY678" fmla="*/ 285720 h 285750"/>
                <a:gd name="csX679" fmla="*/ 474497 w 704850"/>
                <a:gd name="csY679" fmla="*/ 285720 h 285750"/>
                <a:gd name="csX680" fmla="*/ 473107 w 704850"/>
                <a:gd name="csY680" fmla="*/ 285720 h 285750"/>
                <a:gd name="csX681" fmla="*/ 471707 w 704850"/>
                <a:gd name="csY681" fmla="*/ 285720 h 285750"/>
                <a:gd name="csX682" fmla="*/ 470373 w 704850"/>
                <a:gd name="csY682" fmla="*/ 285720 h 285750"/>
                <a:gd name="csX683" fmla="*/ 468973 w 704850"/>
                <a:gd name="csY683" fmla="*/ 285720 h 285750"/>
                <a:gd name="csX684" fmla="*/ 467573 w 704850"/>
                <a:gd name="csY684" fmla="*/ 285720 h 285750"/>
                <a:gd name="csX685" fmla="*/ 466239 w 704850"/>
                <a:gd name="csY685" fmla="*/ 285720 h 285750"/>
                <a:gd name="csX686" fmla="*/ 464839 w 704850"/>
                <a:gd name="csY686" fmla="*/ 285720 h 285750"/>
                <a:gd name="csX687" fmla="*/ 463439 w 704850"/>
                <a:gd name="csY687" fmla="*/ 285720 h 285750"/>
                <a:gd name="csX688" fmla="*/ 462105 w 704850"/>
                <a:gd name="csY688" fmla="*/ 285720 h 285750"/>
                <a:gd name="csX689" fmla="*/ 460705 w 704850"/>
                <a:gd name="csY689" fmla="*/ 285720 h 285750"/>
                <a:gd name="csX690" fmla="*/ 459305 w 704850"/>
                <a:gd name="csY690" fmla="*/ 285720 h 285750"/>
                <a:gd name="csX691" fmla="*/ 457905 w 704850"/>
                <a:gd name="csY691" fmla="*/ 285720 h 285750"/>
                <a:gd name="csX692" fmla="*/ 456571 w 704850"/>
                <a:gd name="csY692" fmla="*/ 285720 h 285750"/>
                <a:gd name="csX693" fmla="*/ 455171 w 704850"/>
                <a:gd name="csY693" fmla="*/ 285720 h 285750"/>
                <a:gd name="csX694" fmla="*/ 453771 w 704850"/>
                <a:gd name="csY694" fmla="*/ 285720 h 285750"/>
                <a:gd name="csX695" fmla="*/ 452438 w 704850"/>
                <a:gd name="csY695" fmla="*/ 285720 h 285750"/>
                <a:gd name="csX696" fmla="*/ 451037 w 704850"/>
                <a:gd name="csY696" fmla="*/ 285720 h 285750"/>
                <a:gd name="csX697" fmla="*/ 449637 w 704850"/>
                <a:gd name="csY697" fmla="*/ 285720 h 285750"/>
                <a:gd name="csX698" fmla="*/ 448304 w 704850"/>
                <a:gd name="csY698" fmla="*/ 285720 h 285750"/>
                <a:gd name="csX699" fmla="*/ 446903 w 704850"/>
                <a:gd name="csY699" fmla="*/ 285720 h 285750"/>
                <a:gd name="csX700" fmla="*/ 445503 w 704850"/>
                <a:gd name="csY700" fmla="*/ 285720 h 285750"/>
                <a:gd name="csX701" fmla="*/ 444170 w 704850"/>
                <a:gd name="csY701" fmla="*/ 285720 h 285750"/>
                <a:gd name="csX702" fmla="*/ 442770 w 704850"/>
                <a:gd name="csY702" fmla="*/ 285720 h 285750"/>
                <a:gd name="csX703" fmla="*/ 441369 w 704850"/>
                <a:gd name="csY703" fmla="*/ 285720 h 285750"/>
                <a:gd name="csX704" fmla="*/ 439969 w 704850"/>
                <a:gd name="csY704" fmla="*/ 285720 h 285750"/>
                <a:gd name="csX705" fmla="*/ 438636 w 704850"/>
                <a:gd name="csY705" fmla="*/ 285720 h 285750"/>
                <a:gd name="csX706" fmla="*/ 437236 w 704850"/>
                <a:gd name="csY706" fmla="*/ 285720 h 285750"/>
                <a:gd name="csX707" fmla="*/ 435836 w 704850"/>
                <a:gd name="csY707" fmla="*/ 285720 h 285750"/>
                <a:gd name="csX708" fmla="*/ 434502 w 704850"/>
                <a:gd name="csY708" fmla="*/ 285720 h 285750"/>
                <a:gd name="csX709" fmla="*/ 433102 w 704850"/>
                <a:gd name="csY709" fmla="*/ 285720 h 285750"/>
                <a:gd name="csX710" fmla="*/ 431702 w 704850"/>
                <a:gd name="csY710" fmla="*/ 285720 h 285750"/>
                <a:gd name="csX711" fmla="*/ 430368 w 704850"/>
                <a:gd name="csY711" fmla="*/ 285720 h 285750"/>
                <a:gd name="csX712" fmla="*/ 428968 w 704850"/>
                <a:gd name="csY712" fmla="*/ 285720 h 285750"/>
                <a:gd name="csX713" fmla="*/ 427568 w 704850"/>
                <a:gd name="csY713" fmla="*/ 285720 h 285750"/>
                <a:gd name="csX714" fmla="*/ 426234 w 704850"/>
                <a:gd name="csY714" fmla="*/ 285720 h 285750"/>
                <a:gd name="csX715" fmla="*/ 424834 w 704850"/>
                <a:gd name="csY715" fmla="*/ 285720 h 285750"/>
                <a:gd name="csX716" fmla="*/ 423434 w 704850"/>
                <a:gd name="csY716" fmla="*/ 285720 h 285750"/>
                <a:gd name="csX717" fmla="*/ 422034 w 704850"/>
                <a:gd name="csY717" fmla="*/ 285720 h 285750"/>
                <a:gd name="csX718" fmla="*/ 420700 w 704850"/>
                <a:gd name="csY718" fmla="*/ 285720 h 285750"/>
                <a:gd name="csX719" fmla="*/ 419300 w 704850"/>
                <a:gd name="csY719" fmla="*/ 285720 h 285750"/>
                <a:gd name="csX720" fmla="*/ 417910 w 704850"/>
                <a:gd name="csY720" fmla="*/ 285720 h 285750"/>
                <a:gd name="csX721" fmla="*/ 416566 w 704850"/>
                <a:gd name="csY721" fmla="*/ 285720 h 285750"/>
                <a:gd name="csX722" fmla="*/ 415176 w 704850"/>
                <a:gd name="csY722" fmla="*/ 285720 h 285750"/>
                <a:gd name="csX723" fmla="*/ 413776 w 704850"/>
                <a:gd name="csY723" fmla="*/ 285720 h 285750"/>
                <a:gd name="csX724" fmla="*/ 412433 w 704850"/>
                <a:gd name="csY724" fmla="*/ 285720 h 285750"/>
                <a:gd name="csX725" fmla="*/ 411042 w 704850"/>
                <a:gd name="csY725" fmla="*/ 285720 h 285750"/>
                <a:gd name="csX726" fmla="*/ 409642 w 704850"/>
                <a:gd name="csY726" fmla="*/ 285720 h 285750"/>
                <a:gd name="csX727" fmla="*/ 408299 w 704850"/>
                <a:gd name="csY727" fmla="*/ 285720 h 285750"/>
                <a:gd name="csX728" fmla="*/ 406908 w 704850"/>
                <a:gd name="csY728" fmla="*/ 285720 h 285750"/>
                <a:gd name="csX729" fmla="*/ 405508 w 704850"/>
                <a:gd name="csY729" fmla="*/ 285720 h 285750"/>
                <a:gd name="csX730" fmla="*/ 404108 w 704850"/>
                <a:gd name="csY730" fmla="*/ 285720 h 285750"/>
                <a:gd name="csX731" fmla="*/ 402774 w 704850"/>
                <a:gd name="csY731" fmla="*/ 285720 h 285750"/>
                <a:gd name="csX732" fmla="*/ 401374 w 704850"/>
                <a:gd name="csY732" fmla="*/ 285720 h 285750"/>
                <a:gd name="csX733" fmla="*/ 399974 w 704850"/>
                <a:gd name="csY733" fmla="*/ 285720 h 285750"/>
                <a:gd name="csX734" fmla="*/ 398640 w 704850"/>
                <a:gd name="csY734" fmla="*/ 285720 h 285750"/>
                <a:gd name="csX735" fmla="*/ 397240 w 704850"/>
                <a:gd name="csY735" fmla="*/ 285720 h 285750"/>
                <a:gd name="csX736" fmla="*/ 395840 w 704850"/>
                <a:gd name="csY736" fmla="*/ 285720 h 285750"/>
                <a:gd name="csX737" fmla="*/ 394507 w 704850"/>
                <a:gd name="csY737" fmla="*/ 285720 h 285750"/>
                <a:gd name="csX738" fmla="*/ 393106 w 704850"/>
                <a:gd name="csY738" fmla="*/ 285720 h 285750"/>
                <a:gd name="csX739" fmla="*/ 391706 w 704850"/>
                <a:gd name="csY739" fmla="*/ 285720 h 285750"/>
                <a:gd name="csX740" fmla="*/ 390373 w 704850"/>
                <a:gd name="csY740" fmla="*/ 285720 h 285750"/>
                <a:gd name="csX741" fmla="*/ 388972 w 704850"/>
                <a:gd name="csY741" fmla="*/ 285720 h 285750"/>
                <a:gd name="csX742" fmla="*/ 387572 w 704850"/>
                <a:gd name="csY742" fmla="*/ 285720 h 285750"/>
                <a:gd name="csX743" fmla="*/ 386172 w 704850"/>
                <a:gd name="csY743" fmla="*/ 285720 h 285750"/>
                <a:gd name="csX744" fmla="*/ 384839 w 704850"/>
                <a:gd name="csY744" fmla="*/ 285720 h 285750"/>
                <a:gd name="csX745" fmla="*/ 383438 w 704850"/>
                <a:gd name="csY745" fmla="*/ 285720 h 285750"/>
                <a:gd name="csX746" fmla="*/ 382038 w 704850"/>
                <a:gd name="csY746" fmla="*/ 285720 h 285750"/>
                <a:gd name="csX747" fmla="*/ 380705 w 704850"/>
                <a:gd name="csY747" fmla="*/ 285720 h 285750"/>
                <a:gd name="csX748" fmla="*/ 379305 w 704850"/>
                <a:gd name="csY748" fmla="*/ 285720 h 285750"/>
                <a:gd name="csX749" fmla="*/ 377904 w 704850"/>
                <a:gd name="csY749" fmla="*/ 285720 h 285750"/>
                <a:gd name="csX750" fmla="*/ 376571 w 704850"/>
                <a:gd name="csY750" fmla="*/ 285720 h 285750"/>
                <a:gd name="csX751" fmla="*/ 375171 w 704850"/>
                <a:gd name="csY751" fmla="*/ 285720 h 285750"/>
                <a:gd name="csX752" fmla="*/ 373771 w 704850"/>
                <a:gd name="csY752" fmla="*/ 285720 h 285750"/>
                <a:gd name="csX753" fmla="*/ 372437 w 704850"/>
                <a:gd name="csY753" fmla="*/ 285720 h 285750"/>
                <a:gd name="csX754" fmla="*/ 371037 w 704850"/>
                <a:gd name="csY754" fmla="*/ 285720 h 285750"/>
                <a:gd name="csX755" fmla="*/ 369637 w 704850"/>
                <a:gd name="csY755" fmla="*/ 285720 h 285750"/>
                <a:gd name="csX756" fmla="*/ 368236 w 704850"/>
                <a:gd name="csY756" fmla="*/ 285720 h 285750"/>
                <a:gd name="csX757" fmla="*/ 366903 w 704850"/>
                <a:gd name="csY757" fmla="*/ 285720 h 285750"/>
                <a:gd name="csX758" fmla="*/ 365503 w 704850"/>
                <a:gd name="csY758" fmla="*/ 285720 h 285750"/>
                <a:gd name="csX759" fmla="*/ 364103 w 704850"/>
                <a:gd name="csY759" fmla="*/ 285720 h 285750"/>
                <a:gd name="csX760" fmla="*/ 362769 w 704850"/>
                <a:gd name="csY760" fmla="*/ 285720 h 285750"/>
                <a:gd name="csX761" fmla="*/ 361369 w 704850"/>
                <a:gd name="csY761" fmla="*/ 285720 h 285750"/>
                <a:gd name="csX762" fmla="*/ 359969 w 704850"/>
                <a:gd name="csY762" fmla="*/ 285720 h 285750"/>
                <a:gd name="csX763" fmla="*/ 358635 w 704850"/>
                <a:gd name="csY763" fmla="*/ 285720 h 285750"/>
                <a:gd name="csX764" fmla="*/ 357235 w 704850"/>
                <a:gd name="csY764" fmla="*/ 285720 h 285750"/>
                <a:gd name="csX765" fmla="*/ 355844 w 704850"/>
                <a:gd name="csY765" fmla="*/ 285720 h 285750"/>
                <a:gd name="csX766" fmla="*/ 354502 w 704850"/>
                <a:gd name="csY766" fmla="*/ 285720 h 285750"/>
                <a:gd name="csX767" fmla="*/ 353101 w 704850"/>
                <a:gd name="csY767" fmla="*/ 285720 h 285750"/>
                <a:gd name="csX768" fmla="*/ 351711 w 704850"/>
                <a:gd name="csY768" fmla="*/ 285720 h 285750"/>
                <a:gd name="csX769" fmla="*/ 350311 w 704850"/>
                <a:gd name="csY769" fmla="*/ 285720 h 285750"/>
                <a:gd name="csX770" fmla="*/ 348968 w 704850"/>
                <a:gd name="csY770" fmla="*/ 285720 h 285750"/>
                <a:gd name="csX771" fmla="*/ 347577 w 704850"/>
                <a:gd name="csY771" fmla="*/ 285720 h 285750"/>
                <a:gd name="csX772" fmla="*/ 346177 w 704850"/>
                <a:gd name="csY772" fmla="*/ 285720 h 285750"/>
                <a:gd name="csX773" fmla="*/ 344843 w 704850"/>
                <a:gd name="csY773" fmla="*/ 285720 h 285750"/>
                <a:gd name="csX774" fmla="*/ 343443 w 704850"/>
                <a:gd name="csY774" fmla="*/ 285720 h 285750"/>
                <a:gd name="csX775" fmla="*/ 342043 w 704850"/>
                <a:gd name="csY775" fmla="*/ 285720 h 285750"/>
                <a:gd name="csX776" fmla="*/ 340709 w 704850"/>
                <a:gd name="csY776" fmla="*/ 285720 h 285750"/>
                <a:gd name="csX777" fmla="*/ 339309 w 704850"/>
                <a:gd name="csY777" fmla="*/ 285720 h 285750"/>
                <a:gd name="csX778" fmla="*/ 337909 w 704850"/>
                <a:gd name="csY778" fmla="*/ 285720 h 285750"/>
                <a:gd name="csX779" fmla="*/ 336576 w 704850"/>
                <a:gd name="csY779" fmla="*/ 285720 h 285750"/>
                <a:gd name="csX780" fmla="*/ 335175 w 704850"/>
                <a:gd name="csY780" fmla="*/ 285720 h 285750"/>
                <a:gd name="csX781" fmla="*/ 333775 w 704850"/>
                <a:gd name="csY781" fmla="*/ 285720 h 285750"/>
                <a:gd name="csX782" fmla="*/ 332375 w 704850"/>
                <a:gd name="csY782" fmla="*/ 285720 h 285750"/>
                <a:gd name="csX783" fmla="*/ 331041 w 704850"/>
                <a:gd name="csY783" fmla="*/ 285720 h 285750"/>
                <a:gd name="csX784" fmla="*/ 329641 w 704850"/>
                <a:gd name="csY784" fmla="*/ 285720 h 285750"/>
                <a:gd name="csX785" fmla="*/ 328241 w 704850"/>
                <a:gd name="csY785" fmla="*/ 285720 h 285750"/>
                <a:gd name="csX786" fmla="*/ 326908 w 704850"/>
                <a:gd name="csY786" fmla="*/ 285720 h 285750"/>
                <a:gd name="csX787" fmla="*/ 325507 w 704850"/>
                <a:gd name="csY787" fmla="*/ 285720 h 285750"/>
                <a:gd name="csX788" fmla="*/ 324107 w 704850"/>
                <a:gd name="csY788" fmla="*/ 285720 h 285750"/>
                <a:gd name="csX789" fmla="*/ 322774 w 704850"/>
                <a:gd name="csY789" fmla="*/ 285720 h 285750"/>
                <a:gd name="csX790" fmla="*/ 321374 w 704850"/>
                <a:gd name="csY790" fmla="*/ 285720 h 285750"/>
                <a:gd name="csX791" fmla="*/ 319973 w 704850"/>
                <a:gd name="csY791" fmla="*/ 285720 h 285750"/>
                <a:gd name="csX792" fmla="*/ 318640 w 704850"/>
                <a:gd name="csY792" fmla="*/ 285720 h 285750"/>
                <a:gd name="csX793" fmla="*/ 317240 w 704850"/>
                <a:gd name="csY793" fmla="*/ 285720 h 285750"/>
                <a:gd name="csX794" fmla="*/ 315840 w 704850"/>
                <a:gd name="csY794" fmla="*/ 285720 h 285750"/>
                <a:gd name="csX795" fmla="*/ 314439 w 704850"/>
                <a:gd name="csY795" fmla="*/ 285720 h 285750"/>
                <a:gd name="csX796" fmla="*/ 313106 w 704850"/>
                <a:gd name="csY796" fmla="*/ 285720 h 285750"/>
                <a:gd name="csX797" fmla="*/ 311706 w 704850"/>
                <a:gd name="csY797" fmla="*/ 285720 h 285750"/>
                <a:gd name="csX798" fmla="*/ 310305 w 704850"/>
                <a:gd name="csY798" fmla="*/ 285720 h 285750"/>
                <a:gd name="csX799" fmla="*/ 308972 w 704850"/>
                <a:gd name="csY799" fmla="*/ 285720 h 285750"/>
                <a:gd name="csX800" fmla="*/ 307572 w 704850"/>
                <a:gd name="csY800" fmla="*/ 285720 h 285750"/>
                <a:gd name="csX801" fmla="*/ 306172 w 704850"/>
                <a:gd name="csY801" fmla="*/ 285720 h 285750"/>
                <a:gd name="csX802" fmla="*/ 304838 w 704850"/>
                <a:gd name="csY802" fmla="*/ 285720 h 285750"/>
                <a:gd name="csX803" fmla="*/ 303438 w 704850"/>
                <a:gd name="csY803" fmla="*/ 285720 h 285750"/>
                <a:gd name="csX804" fmla="*/ 302038 w 704850"/>
                <a:gd name="csY804" fmla="*/ 285720 h 285750"/>
                <a:gd name="csX805" fmla="*/ 300704 w 704850"/>
                <a:gd name="csY805" fmla="*/ 285720 h 285750"/>
                <a:gd name="csX806" fmla="*/ 299304 w 704850"/>
                <a:gd name="csY806" fmla="*/ 285720 h 285750"/>
                <a:gd name="csX807" fmla="*/ 297904 w 704850"/>
                <a:gd name="csY807" fmla="*/ 285720 h 285750"/>
                <a:gd name="csX808" fmla="*/ 296570 w 704850"/>
                <a:gd name="csY808" fmla="*/ 285720 h 285750"/>
                <a:gd name="csX809" fmla="*/ 295170 w 704850"/>
                <a:gd name="csY809" fmla="*/ 285720 h 285750"/>
                <a:gd name="csX810" fmla="*/ 293770 w 704850"/>
                <a:gd name="csY810" fmla="*/ 285720 h 285750"/>
                <a:gd name="csX811" fmla="*/ 292379 w 704850"/>
                <a:gd name="csY811" fmla="*/ 285720 h 285750"/>
                <a:gd name="csX812" fmla="*/ 291037 w 704850"/>
                <a:gd name="csY812" fmla="*/ 285720 h 285750"/>
                <a:gd name="csX813" fmla="*/ 289636 w 704850"/>
                <a:gd name="csY813" fmla="*/ 285720 h 285750"/>
                <a:gd name="csX814" fmla="*/ 288246 w 704850"/>
                <a:gd name="csY814" fmla="*/ 285720 h 285750"/>
                <a:gd name="csX815" fmla="*/ 286902 w 704850"/>
                <a:gd name="csY815" fmla="*/ 285720 h 285750"/>
                <a:gd name="csX816" fmla="*/ 285512 w 704850"/>
                <a:gd name="csY816" fmla="*/ 285720 h 285750"/>
                <a:gd name="csX817" fmla="*/ 284112 w 704850"/>
                <a:gd name="csY817" fmla="*/ 285720 h 285750"/>
                <a:gd name="csX818" fmla="*/ 282769 w 704850"/>
                <a:gd name="csY818" fmla="*/ 285720 h 285750"/>
                <a:gd name="csX819" fmla="*/ 281378 w 704850"/>
                <a:gd name="csY819" fmla="*/ 285720 h 285750"/>
                <a:gd name="csX820" fmla="*/ 279978 w 704850"/>
                <a:gd name="csY820" fmla="*/ 285720 h 285750"/>
                <a:gd name="csX821" fmla="*/ 278635 w 704850"/>
                <a:gd name="csY821" fmla="*/ 285720 h 285750"/>
                <a:gd name="csX822" fmla="*/ 277244 w 704850"/>
                <a:gd name="csY822" fmla="*/ 285720 h 285750"/>
                <a:gd name="csX823" fmla="*/ 275844 w 704850"/>
                <a:gd name="csY823" fmla="*/ 285720 h 285750"/>
                <a:gd name="csX824" fmla="*/ 274444 w 704850"/>
                <a:gd name="csY824" fmla="*/ 285720 h 285750"/>
                <a:gd name="csX825" fmla="*/ 273110 w 704850"/>
                <a:gd name="csY825" fmla="*/ 285720 h 285750"/>
                <a:gd name="csX826" fmla="*/ 271710 w 704850"/>
                <a:gd name="csY826" fmla="*/ 285720 h 285750"/>
                <a:gd name="csX827" fmla="*/ 270310 w 704850"/>
                <a:gd name="csY827" fmla="*/ 285720 h 285750"/>
                <a:gd name="csX828" fmla="*/ 268977 w 704850"/>
                <a:gd name="csY828" fmla="*/ 285720 h 285750"/>
                <a:gd name="csX829" fmla="*/ 267576 w 704850"/>
                <a:gd name="csY829" fmla="*/ 285720 h 285750"/>
                <a:gd name="csX830" fmla="*/ 266176 w 704850"/>
                <a:gd name="csY830" fmla="*/ 285720 h 285750"/>
                <a:gd name="csX831" fmla="*/ 264843 w 704850"/>
                <a:gd name="csY831" fmla="*/ 285720 h 285750"/>
                <a:gd name="csX832" fmla="*/ 263443 w 704850"/>
                <a:gd name="csY832" fmla="*/ 285720 h 285750"/>
                <a:gd name="csX833" fmla="*/ 262042 w 704850"/>
                <a:gd name="csY833" fmla="*/ 285720 h 285750"/>
                <a:gd name="csX834" fmla="*/ 260709 w 704850"/>
                <a:gd name="csY834" fmla="*/ 285720 h 285750"/>
                <a:gd name="csX835" fmla="*/ 259309 w 704850"/>
                <a:gd name="csY835" fmla="*/ 285720 h 285750"/>
                <a:gd name="csX836" fmla="*/ 257909 w 704850"/>
                <a:gd name="csY836" fmla="*/ 285720 h 285750"/>
                <a:gd name="csX837" fmla="*/ 256508 w 704850"/>
                <a:gd name="csY837" fmla="*/ 285720 h 285750"/>
                <a:gd name="csX838" fmla="*/ 255175 w 704850"/>
                <a:gd name="csY838" fmla="*/ 285720 h 285750"/>
                <a:gd name="csX839" fmla="*/ 253775 w 704850"/>
                <a:gd name="csY839" fmla="*/ 285720 h 285750"/>
                <a:gd name="csX840" fmla="*/ 252374 w 704850"/>
                <a:gd name="csY840" fmla="*/ 285720 h 285750"/>
                <a:gd name="csX841" fmla="*/ 251041 w 704850"/>
                <a:gd name="csY841" fmla="*/ 285720 h 285750"/>
                <a:gd name="csX842" fmla="*/ 249641 w 704850"/>
                <a:gd name="csY842" fmla="*/ 285720 h 285750"/>
                <a:gd name="csX843" fmla="*/ 248241 w 704850"/>
                <a:gd name="csY843" fmla="*/ 285720 h 285750"/>
                <a:gd name="csX844" fmla="*/ 246907 w 704850"/>
                <a:gd name="csY844" fmla="*/ 285720 h 285750"/>
                <a:gd name="csX845" fmla="*/ 245507 w 704850"/>
                <a:gd name="csY845" fmla="*/ 285720 h 285750"/>
                <a:gd name="csX846" fmla="*/ 244107 w 704850"/>
                <a:gd name="csY846" fmla="*/ 285720 h 285750"/>
                <a:gd name="csX847" fmla="*/ 242773 w 704850"/>
                <a:gd name="csY847" fmla="*/ 285720 h 285750"/>
                <a:gd name="csX848" fmla="*/ 241373 w 704850"/>
                <a:gd name="csY848" fmla="*/ 285720 h 285750"/>
                <a:gd name="csX849" fmla="*/ 239973 w 704850"/>
                <a:gd name="csY849" fmla="*/ 285720 h 285750"/>
                <a:gd name="csX850" fmla="*/ 238573 w 704850"/>
                <a:gd name="csY850" fmla="*/ 285720 h 285750"/>
                <a:gd name="csX851" fmla="*/ 237239 w 704850"/>
                <a:gd name="csY851" fmla="*/ 285720 h 285750"/>
                <a:gd name="csX852" fmla="*/ 235839 w 704850"/>
                <a:gd name="csY852" fmla="*/ 285720 h 285750"/>
                <a:gd name="csX853" fmla="*/ 234439 w 704850"/>
                <a:gd name="csY853" fmla="*/ 285720 h 285750"/>
                <a:gd name="csX854" fmla="*/ 233105 w 704850"/>
                <a:gd name="csY854" fmla="*/ 285720 h 285750"/>
                <a:gd name="csX855" fmla="*/ 231705 w 704850"/>
                <a:gd name="csY855" fmla="*/ 285720 h 285750"/>
                <a:gd name="csX856" fmla="*/ 230315 w 704850"/>
                <a:gd name="csY856" fmla="*/ 285720 h 285750"/>
                <a:gd name="csX857" fmla="*/ 228971 w 704850"/>
                <a:gd name="csY857" fmla="*/ 285720 h 285750"/>
                <a:gd name="csX858" fmla="*/ 227571 w 704850"/>
                <a:gd name="csY858" fmla="*/ 285720 h 285750"/>
                <a:gd name="csX859" fmla="*/ 226181 w 704850"/>
                <a:gd name="csY859" fmla="*/ 285720 h 285750"/>
                <a:gd name="csX860" fmla="*/ 224838 w 704850"/>
                <a:gd name="csY860" fmla="*/ 285720 h 285750"/>
                <a:gd name="csX861" fmla="*/ 223437 w 704850"/>
                <a:gd name="csY861" fmla="*/ 285720 h 285750"/>
                <a:gd name="csX862" fmla="*/ 222047 w 704850"/>
                <a:gd name="csY862" fmla="*/ 285720 h 285750"/>
                <a:gd name="csX863" fmla="*/ 220647 w 704850"/>
                <a:gd name="csY863" fmla="*/ 285720 h 285750"/>
                <a:gd name="csX864" fmla="*/ 219304 w 704850"/>
                <a:gd name="csY864" fmla="*/ 285720 h 285750"/>
                <a:gd name="csX865" fmla="*/ 217913 w 704850"/>
                <a:gd name="csY865" fmla="*/ 285720 h 285750"/>
                <a:gd name="csX866" fmla="*/ 216513 w 704850"/>
                <a:gd name="csY866" fmla="*/ 285720 h 285750"/>
                <a:gd name="csX867" fmla="*/ 215179 w 704850"/>
                <a:gd name="csY867" fmla="*/ 285720 h 285750"/>
                <a:gd name="csX868" fmla="*/ 213779 w 704850"/>
                <a:gd name="csY868" fmla="*/ 285720 h 285750"/>
                <a:gd name="csX869" fmla="*/ 212379 w 704850"/>
                <a:gd name="csY869" fmla="*/ 285720 h 285750"/>
                <a:gd name="csX870" fmla="*/ 211045 w 704850"/>
                <a:gd name="csY870" fmla="*/ 285720 h 285750"/>
                <a:gd name="csX871" fmla="*/ 209645 w 704850"/>
                <a:gd name="csY871" fmla="*/ 285720 h 285750"/>
                <a:gd name="csX872" fmla="*/ 208245 w 704850"/>
                <a:gd name="csY872" fmla="*/ 285720 h 285750"/>
                <a:gd name="csX873" fmla="*/ 206912 w 704850"/>
                <a:gd name="csY873" fmla="*/ 285720 h 285750"/>
                <a:gd name="csX874" fmla="*/ 205511 w 704850"/>
                <a:gd name="csY874" fmla="*/ 285720 h 285750"/>
                <a:gd name="csX875" fmla="*/ 204111 w 704850"/>
                <a:gd name="csY875" fmla="*/ 285720 h 285750"/>
                <a:gd name="csX876" fmla="*/ 202711 w 704850"/>
                <a:gd name="csY876" fmla="*/ 285720 h 285750"/>
                <a:gd name="csX877" fmla="*/ 201378 w 704850"/>
                <a:gd name="csY877" fmla="*/ 285720 h 285750"/>
                <a:gd name="csX878" fmla="*/ 199978 w 704850"/>
                <a:gd name="csY878" fmla="*/ 285720 h 285750"/>
                <a:gd name="csX879" fmla="*/ 198577 w 704850"/>
                <a:gd name="csY879" fmla="*/ 285720 h 285750"/>
                <a:gd name="csX880" fmla="*/ 197244 w 704850"/>
                <a:gd name="csY880" fmla="*/ 285720 h 285750"/>
                <a:gd name="csX881" fmla="*/ 195843 w 704850"/>
                <a:gd name="csY881" fmla="*/ 285720 h 285750"/>
                <a:gd name="csX882" fmla="*/ 194443 w 704850"/>
                <a:gd name="csY882" fmla="*/ 285720 h 285750"/>
                <a:gd name="csX883" fmla="*/ 193110 w 704850"/>
                <a:gd name="csY883" fmla="*/ 285720 h 285750"/>
                <a:gd name="csX884" fmla="*/ 191710 w 704850"/>
                <a:gd name="csY884" fmla="*/ 285720 h 285750"/>
                <a:gd name="csX885" fmla="*/ 190310 w 704850"/>
                <a:gd name="csY885" fmla="*/ 285720 h 285750"/>
                <a:gd name="csX886" fmla="*/ 188976 w 704850"/>
                <a:gd name="csY886" fmla="*/ 285720 h 285750"/>
                <a:gd name="csX887" fmla="*/ 187576 w 704850"/>
                <a:gd name="csY887" fmla="*/ 285720 h 285750"/>
                <a:gd name="csX888" fmla="*/ 186176 w 704850"/>
                <a:gd name="csY888" fmla="*/ 285720 h 285750"/>
                <a:gd name="csX889" fmla="*/ 184776 w 704850"/>
                <a:gd name="csY889" fmla="*/ 285720 h 285750"/>
                <a:gd name="csX890" fmla="*/ 183442 w 704850"/>
                <a:gd name="csY890" fmla="*/ 285720 h 285750"/>
                <a:gd name="csX891" fmla="*/ 182042 w 704850"/>
                <a:gd name="csY891" fmla="*/ 285720 h 285750"/>
                <a:gd name="csX892" fmla="*/ 180642 w 704850"/>
                <a:gd name="csY892" fmla="*/ 285720 h 285750"/>
                <a:gd name="csX893" fmla="*/ 179308 w 704850"/>
                <a:gd name="csY893" fmla="*/ 285720 h 285750"/>
                <a:gd name="csX894" fmla="*/ 177908 w 704850"/>
                <a:gd name="csY894" fmla="*/ 285720 h 285750"/>
                <a:gd name="csX895" fmla="*/ 176508 w 704850"/>
                <a:gd name="csY895" fmla="*/ 285720 h 285750"/>
                <a:gd name="csX896" fmla="*/ 175174 w 704850"/>
                <a:gd name="csY896" fmla="*/ 285720 h 285750"/>
                <a:gd name="csX897" fmla="*/ 173774 w 704850"/>
                <a:gd name="csY897" fmla="*/ 285720 h 285750"/>
                <a:gd name="csX898" fmla="*/ 172374 w 704850"/>
                <a:gd name="csY898" fmla="*/ 285720 h 285750"/>
                <a:gd name="csX899" fmla="*/ 171041 w 704850"/>
                <a:gd name="csY899" fmla="*/ 285720 h 285750"/>
                <a:gd name="csX900" fmla="*/ 169640 w 704850"/>
                <a:gd name="csY900" fmla="*/ 285720 h 285750"/>
                <a:gd name="csX901" fmla="*/ 168240 w 704850"/>
                <a:gd name="csY901" fmla="*/ 285720 h 285750"/>
                <a:gd name="csX902" fmla="*/ 166850 w 704850"/>
                <a:gd name="csY902" fmla="*/ 285720 h 285750"/>
                <a:gd name="csX903" fmla="*/ 165506 w 704850"/>
                <a:gd name="csY903" fmla="*/ 285720 h 285750"/>
                <a:gd name="csX904" fmla="*/ 164116 w 704850"/>
                <a:gd name="csY904" fmla="*/ 285720 h 285750"/>
                <a:gd name="csX905" fmla="*/ 162716 w 704850"/>
                <a:gd name="csY905" fmla="*/ 285720 h 285750"/>
                <a:gd name="csX906" fmla="*/ 161373 w 704850"/>
                <a:gd name="csY906" fmla="*/ 285720 h 285750"/>
                <a:gd name="csX907" fmla="*/ 159982 w 704850"/>
                <a:gd name="csY907" fmla="*/ 285720 h 285750"/>
                <a:gd name="csX908" fmla="*/ 158582 w 704850"/>
                <a:gd name="csY908" fmla="*/ 285720 h 285750"/>
                <a:gd name="csX909" fmla="*/ 157239 w 704850"/>
                <a:gd name="csY909" fmla="*/ 285720 h 285750"/>
                <a:gd name="csX910" fmla="*/ 155848 w 704850"/>
                <a:gd name="csY910" fmla="*/ 285720 h 285750"/>
                <a:gd name="csX911" fmla="*/ 154448 w 704850"/>
                <a:gd name="csY911" fmla="*/ 285720 h 285750"/>
                <a:gd name="csX912" fmla="*/ 153105 w 704850"/>
                <a:gd name="csY912" fmla="*/ 285720 h 285750"/>
                <a:gd name="csX913" fmla="*/ 151714 w 704850"/>
                <a:gd name="csY913" fmla="*/ 285720 h 285750"/>
                <a:gd name="csX914" fmla="*/ 150314 w 704850"/>
                <a:gd name="csY914" fmla="*/ 285720 h 285750"/>
                <a:gd name="csX915" fmla="*/ 148914 w 704850"/>
                <a:gd name="csY915" fmla="*/ 285720 h 285750"/>
                <a:gd name="csX916" fmla="*/ 147580 w 704850"/>
                <a:gd name="csY916" fmla="*/ 285720 h 285750"/>
                <a:gd name="csX917" fmla="*/ 146180 w 704850"/>
                <a:gd name="csY917" fmla="*/ 285720 h 285750"/>
                <a:gd name="csX918" fmla="*/ 144780 w 704850"/>
                <a:gd name="csY918" fmla="*/ 285720 h 285750"/>
                <a:gd name="csX919" fmla="*/ 143447 w 704850"/>
                <a:gd name="csY919" fmla="*/ 285720 h 285750"/>
                <a:gd name="csX920" fmla="*/ 142046 w 704850"/>
                <a:gd name="csY920" fmla="*/ 285720 h 285750"/>
                <a:gd name="csX921" fmla="*/ 140646 w 704850"/>
                <a:gd name="csY921" fmla="*/ 285720 h 285750"/>
                <a:gd name="csX922" fmla="*/ 139313 w 704850"/>
                <a:gd name="csY922" fmla="*/ 285720 h 285750"/>
                <a:gd name="csX923" fmla="*/ 137912 w 704850"/>
                <a:gd name="csY923" fmla="*/ 285720 h 285750"/>
                <a:gd name="csX924" fmla="*/ 136512 w 704850"/>
                <a:gd name="csY924" fmla="*/ 285720 h 285750"/>
                <a:gd name="csX925" fmla="*/ 135179 w 704850"/>
                <a:gd name="csY925" fmla="*/ 285720 h 285750"/>
                <a:gd name="csX926" fmla="*/ 133779 w 704850"/>
                <a:gd name="csY926" fmla="*/ 285720 h 285750"/>
                <a:gd name="csX927" fmla="*/ 132378 w 704850"/>
                <a:gd name="csY927" fmla="*/ 285720 h 285750"/>
                <a:gd name="csX928" fmla="*/ 130978 w 704850"/>
                <a:gd name="csY928" fmla="*/ 285720 h 285750"/>
                <a:gd name="csX929" fmla="*/ 129645 w 704850"/>
                <a:gd name="csY929" fmla="*/ 285720 h 285750"/>
                <a:gd name="csX930" fmla="*/ 128245 w 704850"/>
                <a:gd name="csY930" fmla="*/ 285720 h 285750"/>
                <a:gd name="csX931" fmla="*/ 126844 w 704850"/>
                <a:gd name="csY931" fmla="*/ 285720 h 285750"/>
                <a:gd name="csX932" fmla="*/ 125511 w 704850"/>
                <a:gd name="csY932" fmla="*/ 285720 h 285750"/>
                <a:gd name="csX933" fmla="*/ 124111 w 704850"/>
                <a:gd name="csY933" fmla="*/ 285720 h 285750"/>
                <a:gd name="csX934" fmla="*/ 122711 w 704850"/>
                <a:gd name="csY934" fmla="*/ 285720 h 285750"/>
                <a:gd name="csX935" fmla="*/ 121377 w 704850"/>
                <a:gd name="csY935" fmla="*/ 285720 h 285750"/>
                <a:gd name="csX936" fmla="*/ 119977 w 704850"/>
                <a:gd name="csY936" fmla="*/ 285720 h 285750"/>
                <a:gd name="csX937" fmla="*/ 118577 w 704850"/>
                <a:gd name="csY937" fmla="*/ 285720 h 285750"/>
                <a:gd name="csX938" fmla="*/ 117243 w 704850"/>
                <a:gd name="csY938" fmla="*/ 285720 h 285750"/>
                <a:gd name="csX939" fmla="*/ 115843 w 704850"/>
                <a:gd name="csY939" fmla="*/ 285720 h 285750"/>
                <a:gd name="csX940" fmla="*/ 114443 w 704850"/>
                <a:gd name="csY940" fmla="*/ 285720 h 285750"/>
                <a:gd name="csX941" fmla="*/ 113043 w 704850"/>
                <a:gd name="csY941" fmla="*/ 285720 h 285750"/>
                <a:gd name="csX942" fmla="*/ 111709 w 704850"/>
                <a:gd name="csY942" fmla="*/ 285720 h 285750"/>
                <a:gd name="csX943" fmla="*/ 110309 w 704850"/>
                <a:gd name="csY943" fmla="*/ 285720 h 285750"/>
                <a:gd name="csX944" fmla="*/ 108909 w 704850"/>
                <a:gd name="csY944" fmla="*/ 285720 h 285750"/>
                <a:gd name="csX945" fmla="*/ 107575 w 704850"/>
                <a:gd name="csY945" fmla="*/ 285720 h 285750"/>
                <a:gd name="csX946" fmla="*/ 106175 w 704850"/>
                <a:gd name="csY946" fmla="*/ 285720 h 285750"/>
                <a:gd name="csX947" fmla="*/ 104784 w 704850"/>
                <a:gd name="csY947" fmla="*/ 285720 h 285750"/>
                <a:gd name="csX948" fmla="*/ 103442 w 704850"/>
                <a:gd name="csY948" fmla="*/ 285720 h 285750"/>
                <a:gd name="csX949" fmla="*/ 102041 w 704850"/>
                <a:gd name="csY949" fmla="*/ 285720 h 285750"/>
                <a:gd name="csX950" fmla="*/ 100651 w 704850"/>
                <a:gd name="csY950" fmla="*/ 285720 h 285750"/>
                <a:gd name="csX951" fmla="*/ 99308 w 704850"/>
                <a:gd name="csY951" fmla="*/ 285720 h 285750"/>
                <a:gd name="csX952" fmla="*/ 97917 w 704850"/>
                <a:gd name="csY952" fmla="*/ 285720 h 285750"/>
                <a:gd name="csX953" fmla="*/ 96517 w 704850"/>
                <a:gd name="csY953" fmla="*/ 285720 h 285750"/>
                <a:gd name="csX954" fmla="*/ 95174 w 704850"/>
                <a:gd name="csY954" fmla="*/ 285720 h 285750"/>
                <a:gd name="csX955" fmla="*/ 93783 w 704850"/>
                <a:gd name="csY955" fmla="*/ 285720 h 285750"/>
                <a:gd name="csX956" fmla="*/ 92383 w 704850"/>
                <a:gd name="csY956" fmla="*/ 285720 h 285750"/>
                <a:gd name="csX957" fmla="*/ 90983 w 704850"/>
                <a:gd name="csY957" fmla="*/ 285720 h 285750"/>
                <a:gd name="csX958" fmla="*/ 89649 w 704850"/>
                <a:gd name="csY958" fmla="*/ 285720 h 285750"/>
                <a:gd name="csX959" fmla="*/ 88249 w 704850"/>
                <a:gd name="csY959" fmla="*/ 285720 h 285750"/>
                <a:gd name="csX960" fmla="*/ 86849 w 704850"/>
                <a:gd name="csY960" fmla="*/ 285720 h 285750"/>
                <a:gd name="csX961" fmla="*/ 85516 w 704850"/>
                <a:gd name="csY961" fmla="*/ 285720 h 285750"/>
                <a:gd name="csX962" fmla="*/ 84115 w 704850"/>
                <a:gd name="csY962" fmla="*/ 285720 h 285750"/>
                <a:gd name="csX963" fmla="*/ 82715 w 704850"/>
                <a:gd name="csY963" fmla="*/ 285720 h 285750"/>
                <a:gd name="csX964" fmla="*/ 81382 w 704850"/>
                <a:gd name="csY964" fmla="*/ 285720 h 285750"/>
                <a:gd name="csX965" fmla="*/ 79981 w 704850"/>
                <a:gd name="csY965" fmla="*/ 285720 h 285750"/>
                <a:gd name="csX966" fmla="*/ 78581 w 704850"/>
                <a:gd name="csY966" fmla="*/ 285720 h 285750"/>
                <a:gd name="csX967" fmla="*/ 77248 w 704850"/>
                <a:gd name="csY967" fmla="*/ 285720 h 285750"/>
                <a:gd name="csX968" fmla="*/ 75848 w 704850"/>
                <a:gd name="csY968" fmla="*/ 285720 h 285750"/>
                <a:gd name="csX969" fmla="*/ 74447 w 704850"/>
                <a:gd name="csY969" fmla="*/ 285720 h 285750"/>
                <a:gd name="csX970" fmla="*/ 73047 w 704850"/>
                <a:gd name="csY970" fmla="*/ 285720 h 285750"/>
                <a:gd name="csX971" fmla="*/ 71714 w 704850"/>
                <a:gd name="csY971" fmla="*/ 285720 h 285750"/>
                <a:gd name="csX972" fmla="*/ 70314 w 704850"/>
                <a:gd name="csY972" fmla="*/ 285720 h 285750"/>
                <a:gd name="csX973" fmla="*/ 68913 w 704850"/>
                <a:gd name="csY973" fmla="*/ 285720 h 285750"/>
                <a:gd name="csX974" fmla="*/ 67580 w 704850"/>
                <a:gd name="csY974" fmla="*/ 285720 h 285750"/>
                <a:gd name="csX975" fmla="*/ 66180 w 704850"/>
                <a:gd name="csY975" fmla="*/ 285720 h 285750"/>
                <a:gd name="csX976" fmla="*/ 64780 w 704850"/>
                <a:gd name="csY976" fmla="*/ 285720 h 285750"/>
                <a:gd name="csX977" fmla="*/ 63446 w 704850"/>
                <a:gd name="csY977" fmla="*/ 285720 h 285750"/>
                <a:gd name="csX978" fmla="*/ 62046 w 704850"/>
                <a:gd name="csY978" fmla="*/ 285720 h 285750"/>
                <a:gd name="csX979" fmla="*/ 60646 w 704850"/>
                <a:gd name="csY979" fmla="*/ 285720 h 285750"/>
                <a:gd name="csX980" fmla="*/ 59312 w 704850"/>
                <a:gd name="csY980" fmla="*/ 285720 h 285750"/>
                <a:gd name="csX981" fmla="*/ 57912 w 704850"/>
                <a:gd name="csY981" fmla="*/ 285720 h 285750"/>
                <a:gd name="csX982" fmla="*/ 56512 w 704850"/>
                <a:gd name="csY982" fmla="*/ 285720 h 285750"/>
                <a:gd name="csX983" fmla="*/ 55112 w 704850"/>
                <a:gd name="csY983" fmla="*/ 285720 h 285750"/>
                <a:gd name="csX984" fmla="*/ 53778 w 704850"/>
                <a:gd name="csY984" fmla="*/ 285720 h 285750"/>
                <a:gd name="csX985" fmla="*/ 52378 w 704850"/>
                <a:gd name="csY985" fmla="*/ 285720 h 285750"/>
                <a:gd name="csX986" fmla="*/ 50978 w 704850"/>
                <a:gd name="csY986" fmla="*/ 285720 h 285750"/>
                <a:gd name="csX987" fmla="*/ 49644 w 704850"/>
                <a:gd name="csY987" fmla="*/ 285720 h 285750"/>
                <a:gd name="csX988" fmla="*/ 48244 w 704850"/>
                <a:gd name="csY988" fmla="*/ 285720 h 285750"/>
                <a:gd name="csX989" fmla="*/ 46844 w 704850"/>
                <a:gd name="csY989" fmla="*/ 285720 h 285750"/>
                <a:gd name="csX990" fmla="*/ 45510 w 704850"/>
                <a:gd name="csY990" fmla="*/ 285720 h 285750"/>
                <a:gd name="csX991" fmla="*/ 44110 w 704850"/>
                <a:gd name="csY991" fmla="*/ 285720 h 285750"/>
                <a:gd name="csX992" fmla="*/ 42710 w 704850"/>
                <a:gd name="csY992" fmla="*/ 285720 h 285750"/>
                <a:gd name="csX993" fmla="*/ 41377 w 704850"/>
                <a:gd name="csY993" fmla="*/ 285720 h 285750"/>
                <a:gd name="csX994" fmla="*/ 39977 w 704850"/>
                <a:gd name="csY994" fmla="*/ 285720 h 285750"/>
                <a:gd name="csX995" fmla="*/ 38576 w 704850"/>
                <a:gd name="csY995" fmla="*/ 285720 h 285750"/>
                <a:gd name="csX996" fmla="*/ 37186 w 704850"/>
                <a:gd name="csY996" fmla="*/ 285720 h 285750"/>
                <a:gd name="csX997" fmla="*/ 35843 w 704850"/>
                <a:gd name="csY997" fmla="*/ 285720 h 285750"/>
                <a:gd name="csX998" fmla="*/ 34443 w 704850"/>
                <a:gd name="csY998" fmla="*/ 285720 h 285750"/>
                <a:gd name="csX999" fmla="*/ 33052 w 704850"/>
                <a:gd name="csY999" fmla="*/ 285720 h 285750"/>
                <a:gd name="csX1000" fmla="*/ 31718 w 704850"/>
                <a:gd name="csY1000" fmla="*/ 285720 h 285750"/>
                <a:gd name="csX1001" fmla="*/ 30318 w 704850"/>
                <a:gd name="csY1001" fmla="*/ 285720 h 285750"/>
                <a:gd name="csX1002" fmla="*/ 28918 w 704850"/>
                <a:gd name="csY1002" fmla="*/ 285720 h 285750"/>
                <a:gd name="csX1003" fmla="*/ 27585 w 704850"/>
                <a:gd name="csY1003" fmla="*/ 285720 h 285750"/>
                <a:gd name="csX1004" fmla="*/ 26184 w 704850"/>
                <a:gd name="csY1004" fmla="*/ 285720 h 285750"/>
                <a:gd name="csX1005" fmla="*/ 24784 w 704850"/>
                <a:gd name="csY1005" fmla="*/ 285720 h 285750"/>
                <a:gd name="csX1006" fmla="*/ 23450 w 704850"/>
                <a:gd name="csY1006" fmla="*/ 285720 h 285750"/>
                <a:gd name="csX1007" fmla="*/ 22050 w 704850"/>
                <a:gd name="csY1007" fmla="*/ 285720 h 285750"/>
                <a:gd name="csX1008" fmla="*/ 20650 w 704850"/>
                <a:gd name="csY1008" fmla="*/ 285720 h 285750"/>
                <a:gd name="csX1009" fmla="*/ 19250 w 704850"/>
                <a:gd name="csY1009" fmla="*/ 285720 h 285750"/>
                <a:gd name="csX1010" fmla="*/ 17917 w 704850"/>
                <a:gd name="csY1010" fmla="*/ 285720 h 285750"/>
                <a:gd name="csX1011" fmla="*/ 16516 w 704850"/>
                <a:gd name="csY1011" fmla="*/ 285720 h 285750"/>
                <a:gd name="csX1012" fmla="*/ 15116 w 704850"/>
                <a:gd name="csY1012" fmla="*/ 285720 h 285750"/>
                <a:gd name="csX1013" fmla="*/ 13783 w 704850"/>
                <a:gd name="csY1013" fmla="*/ 285720 h 285750"/>
                <a:gd name="csX1014" fmla="*/ 12383 w 704850"/>
                <a:gd name="csY1014" fmla="*/ 285720 h 285750"/>
                <a:gd name="csX1015" fmla="*/ 10982 w 704850"/>
                <a:gd name="csY1015" fmla="*/ 285720 h 285750"/>
                <a:gd name="csX1016" fmla="*/ 9649 w 704850"/>
                <a:gd name="csY1016" fmla="*/ 285720 h 285750"/>
                <a:gd name="csX1017" fmla="*/ 8249 w 704850"/>
                <a:gd name="csY1017" fmla="*/ 285720 h 285750"/>
                <a:gd name="csX1018" fmla="*/ 6849 w 704850"/>
                <a:gd name="csY1018" fmla="*/ 285720 h 285750"/>
                <a:gd name="csX1019" fmla="*/ 5515 w 704850"/>
                <a:gd name="csY1019" fmla="*/ 285720 h 285750"/>
                <a:gd name="csX1020" fmla="*/ 4115 w 704850"/>
                <a:gd name="csY1020" fmla="*/ 285720 h 285750"/>
                <a:gd name="csX1021" fmla="*/ 2715 w 704850"/>
                <a:gd name="csY1021" fmla="*/ 285720 h 285750"/>
                <a:gd name="csX1022" fmla="*/ 1315 w 704850"/>
                <a:gd name="csY1022" fmla="*/ 285720 h 285750"/>
                <a:gd name="csX1023" fmla="*/ -19 w 70485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85750">
                  <a:moveTo>
                    <a:pt x="-19" y="284425"/>
                  </a:moveTo>
                  <a:lnTo>
                    <a:pt x="1315" y="284301"/>
                  </a:lnTo>
                  <a:lnTo>
                    <a:pt x="2715" y="284110"/>
                  </a:lnTo>
                  <a:lnTo>
                    <a:pt x="4115" y="283929"/>
                  </a:lnTo>
                  <a:lnTo>
                    <a:pt x="5515" y="283739"/>
                  </a:lnTo>
                  <a:lnTo>
                    <a:pt x="6849" y="283558"/>
                  </a:lnTo>
                  <a:lnTo>
                    <a:pt x="8249" y="283310"/>
                  </a:lnTo>
                  <a:lnTo>
                    <a:pt x="9649" y="283063"/>
                  </a:lnTo>
                  <a:lnTo>
                    <a:pt x="10982" y="282748"/>
                  </a:lnTo>
                  <a:lnTo>
                    <a:pt x="12383" y="282443"/>
                  </a:lnTo>
                  <a:lnTo>
                    <a:pt x="13783" y="282129"/>
                  </a:lnTo>
                  <a:lnTo>
                    <a:pt x="15116" y="281758"/>
                  </a:lnTo>
                  <a:lnTo>
                    <a:pt x="16516" y="281386"/>
                  </a:lnTo>
                  <a:lnTo>
                    <a:pt x="17917" y="280958"/>
                  </a:lnTo>
                  <a:lnTo>
                    <a:pt x="19250" y="280462"/>
                  </a:lnTo>
                  <a:lnTo>
                    <a:pt x="20650" y="279967"/>
                  </a:lnTo>
                  <a:lnTo>
                    <a:pt x="22050" y="279405"/>
                  </a:lnTo>
                  <a:lnTo>
                    <a:pt x="23450" y="278843"/>
                  </a:lnTo>
                  <a:lnTo>
                    <a:pt x="24784" y="278167"/>
                  </a:lnTo>
                  <a:lnTo>
                    <a:pt x="26184" y="277481"/>
                  </a:lnTo>
                  <a:lnTo>
                    <a:pt x="27585" y="276805"/>
                  </a:lnTo>
                  <a:lnTo>
                    <a:pt x="28918" y="276005"/>
                  </a:lnTo>
                  <a:lnTo>
                    <a:pt x="30318" y="275128"/>
                  </a:lnTo>
                  <a:lnTo>
                    <a:pt x="31718" y="274204"/>
                  </a:lnTo>
                  <a:lnTo>
                    <a:pt x="33052" y="273214"/>
                  </a:lnTo>
                  <a:lnTo>
                    <a:pt x="34443" y="272156"/>
                  </a:lnTo>
                  <a:lnTo>
                    <a:pt x="35843" y="271051"/>
                  </a:lnTo>
                  <a:lnTo>
                    <a:pt x="37186" y="269870"/>
                  </a:lnTo>
                  <a:lnTo>
                    <a:pt x="38576" y="268566"/>
                  </a:lnTo>
                  <a:lnTo>
                    <a:pt x="39977" y="267270"/>
                  </a:lnTo>
                  <a:lnTo>
                    <a:pt x="41377" y="265841"/>
                  </a:lnTo>
                  <a:lnTo>
                    <a:pt x="42710" y="264298"/>
                  </a:lnTo>
                  <a:lnTo>
                    <a:pt x="44110" y="262689"/>
                  </a:lnTo>
                  <a:lnTo>
                    <a:pt x="45510" y="260955"/>
                  </a:lnTo>
                  <a:lnTo>
                    <a:pt x="46844" y="259155"/>
                  </a:lnTo>
                  <a:lnTo>
                    <a:pt x="48244" y="257240"/>
                  </a:lnTo>
                  <a:lnTo>
                    <a:pt x="49644" y="255259"/>
                  </a:lnTo>
                  <a:lnTo>
                    <a:pt x="50978" y="253087"/>
                  </a:lnTo>
                  <a:lnTo>
                    <a:pt x="52378" y="250858"/>
                  </a:lnTo>
                  <a:lnTo>
                    <a:pt x="53778" y="248573"/>
                  </a:lnTo>
                  <a:lnTo>
                    <a:pt x="55112" y="246096"/>
                  </a:lnTo>
                  <a:lnTo>
                    <a:pt x="56512" y="243553"/>
                  </a:lnTo>
                  <a:lnTo>
                    <a:pt x="57912" y="240895"/>
                  </a:lnTo>
                  <a:lnTo>
                    <a:pt x="59312" y="238047"/>
                  </a:lnTo>
                  <a:lnTo>
                    <a:pt x="60646" y="235133"/>
                  </a:lnTo>
                  <a:lnTo>
                    <a:pt x="62046" y="232104"/>
                  </a:lnTo>
                  <a:lnTo>
                    <a:pt x="63446" y="228941"/>
                  </a:lnTo>
                  <a:lnTo>
                    <a:pt x="64780" y="225665"/>
                  </a:lnTo>
                  <a:lnTo>
                    <a:pt x="66180" y="222255"/>
                  </a:lnTo>
                  <a:lnTo>
                    <a:pt x="67580" y="218788"/>
                  </a:lnTo>
                  <a:lnTo>
                    <a:pt x="68913" y="215130"/>
                  </a:lnTo>
                  <a:lnTo>
                    <a:pt x="70314" y="211358"/>
                  </a:lnTo>
                  <a:lnTo>
                    <a:pt x="71714" y="207520"/>
                  </a:lnTo>
                  <a:lnTo>
                    <a:pt x="73047" y="203491"/>
                  </a:lnTo>
                  <a:lnTo>
                    <a:pt x="74447" y="199404"/>
                  </a:lnTo>
                  <a:lnTo>
                    <a:pt x="75848" y="195194"/>
                  </a:lnTo>
                  <a:lnTo>
                    <a:pt x="77248" y="190860"/>
                  </a:lnTo>
                  <a:lnTo>
                    <a:pt x="78581" y="186469"/>
                  </a:lnTo>
                  <a:lnTo>
                    <a:pt x="79981" y="181945"/>
                  </a:lnTo>
                  <a:lnTo>
                    <a:pt x="81382" y="177364"/>
                  </a:lnTo>
                  <a:lnTo>
                    <a:pt x="82715" y="172658"/>
                  </a:lnTo>
                  <a:lnTo>
                    <a:pt x="84115" y="167896"/>
                  </a:lnTo>
                  <a:lnTo>
                    <a:pt x="85516" y="163057"/>
                  </a:lnTo>
                  <a:lnTo>
                    <a:pt x="86849" y="158171"/>
                  </a:lnTo>
                  <a:lnTo>
                    <a:pt x="88249" y="153218"/>
                  </a:lnTo>
                  <a:lnTo>
                    <a:pt x="89649" y="148198"/>
                  </a:lnTo>
                  <a:lnTo>
                    <a:pt x="90983" y="143121"/>
                  </a:lnTo>
                  <a:lnTo>
                    <a:pt x="92383" y="138044"/>
                  </a:lnTo>
                  <a:lnTo>
                    <a:pt x="93783" y="132910"/>
                  </a:lnTo>
                  <a:lnTo>
                    <a:pt x="95174" y="127767"/>
                  </a:lnTo>
                  <a:lnTo>
                    <a:pt x="96517" y="122566"/>
                  </a:lnTo>
                  <a:lnTo>
                    <a:pt x="97917" y="117432"/>
                  </a:lnTo>
                  <a:lnTo>
                    <a:pt x="99308" y="112232"/>
                  </a:lnTo>
                  <a:lnTo>
                    <a:pt x="100651" y="107088"/>
                  </a:lnTo>
                  <a:lnTo>
                    <a:pt x="102041" y="102011"/>
                  </a:lnTo>
                  <a:lnTo>
                    <a:pt x="103442" y="96934"/>
                  </a:lnTo>
                  <a:lnTo>
                    <a:pt x="104784" y="91915"/>
                  </a:lnTo>
                  <a:lnTo>
                    <a:pt x="106175" y="86905"/>
                  </a:lnTo>
                  <a:lnTo>
                    <a:pt x="107575" y="82009"/>
                  </a:lnTo>
                  <a:lnTo>
                    <a:pt x="108909" y="77180"/>
                  </a:lnTo>
                  <a:lnTo>
                    <a:pt x="110309" y="72417"/>
                  </a:lnTo>
                  <a:lnTo>
                    <a:pt x="111709" y="67712"/>
                  </a:lnTo>
                  <a:lnTo>
                    <a:pt x="113043" y="63187"/>
                  </a:lnTo>
                  <a:lnTo>
                    <a:pt x="114443" y="58730"/>
                  </a:lnTo>
                  <a:lnTo>
                    <a:pt x="115843" y="54396"/>
                  </a:lnTo>
                  <a:lnTo>
                    <a:pt x="117243" y="50186"/>
                  </a:lnTo>
                  <a:lnTo>
                    <a:pt x="118577" y="46099"/>
                  </a:lnTo>
                  <a:lnTo>
                    <a:pt x="119977" y="42194"/>
                  </a:lnTo>
                  <a:lnTo>
                    <a:pt x="121377" y="38356"/>
                  </a:lnTo>
                  <a:lnTo>
                    <a:pt x="122711" y="34765"/>
                  </a:lnTo>
                  <a:lnTo>
                    <a:pt x="124111" y="31298"/>
                  </a:lnTo>
                  <a:lnTo>
                    <a:pt x="125511" y="27954"/>
                  </a:lnTo>
                  <a:lnTo>
                    <a:pt x="126844" y="24925"/>
                  </a:lnTo>
                  <a:lnTo>
                    <a:pt x="128245" y="21954"/>
                  </a:lnTo>
                  <a:lnTo>
                    <a:pt x="129645" y="19163"/>
                  </a:lnTo>
                  <a:lnTo>
                    <a:pt x="130978" y="16563"/>
                  </a:lnTo>
                  <a:lnTo>
                    <a:pt x="132378" y="14210"/>
                  </a:lnTo>
                  <a:lnTo>
                    <a:pt x="133779" y="11924"/>
                  </a:lnTo>
                  <a:lnTo>
                    <a:pt x="135179" y="9943"/>
                  </a:lnTo>
                  <a:lnTo>
                    <a:pt x="136512" y="8085"/>
                  </a:lnTo>
                  <a:lnTo>
                    <a:pt x="137912" y="6409"/>
                  </a:lnTo>
                  <a:lnTo>
                    <a:pt x="139313" y="4990"/>
                  </a:lnTo>
                  <a:lnTo>
                    <a:pt x="140646" y="3751"/>
                  </a:lnTo>
                  <a:lnTo>
                    <a:pt x="142046" y="2627"/>
                  </a:lnTo>
                  <a:lnTo>
                    <a:pt x="143447" y="1704"/>
                  </a:lnTo>
                  <a:lnTo>
                    <a:pt x="144780" y="1027"/>
                  </a:lnTo>
                  <a:lnTo>
                    <a:pt x="146180" y="523"/>
                  </a:lnTo>
                  <a:lnTo>
                    <a:pt x="147580" y="160"/>
                  </a:lnTo>
                  <a:lnTo>
                    <a:pt x="148914" y="-30"/>
                  </a:lnTo>
                  <a:lnTo>
                    <a:pt x="150314" y="-30"/>
                  </a:lnTo>
                  <a:lnTo>
                    <a:pt x="151714" y="94"/>
                  </a:lnTo>
                  <a:lnTo>
                    <a:pt x="153105" y="465"/>
                  </a:lnTo>
                  <a:lnTo>
                    <a:pt x="154448" y="894"/>
                  </a:lnTo>
                  <a:lnTo>
                    <a:pt x="155848" y="1523"/>
                  </a:lnTo>
                  <a:lnTo>
                    <a:pt x="157239" y="2265"/>
                  </a:lnTo>
                  <a:lnTo>
                    <a:pt x="158582" y="3190"/>
                  </a:lnTo>
                  <a:lnTo>
                    <a:pt x="159982" y="4247"/>
                  </a:lnTo>
                  <a:lnTo>
                    <a:pt x="161373" y="5361"/>
                  </a:lnTo>
                  <a:lnTo>
                    <a:pt x="162716" y="6657"/>
                  </a:lnTo>
                  <a:lnTo>
                    <a:pt x="164116" y="8019"/>
                  </a:lnTo>
                  <a:lnTo>
                    <a:pt x="165506" y="9505"/>
                  </a:lnTo>
                  <a:lnTo>
                    <a:pt x="166850" y="11114"/>
                  </a:lnTo>
                  <a:lnTo>
                    <a:pt x="168240" y="12791"/>
                  </a:lnTo>
                  <a:lnTo>
                    <a:pt x="169640" y="14524"/>
                  </a:lnTo>
                  <a:lnTo>
                    <a:pt x="171041" y="16381"/>
                  </a:lnTo>
                  <a:lnTo>
                    <a:pt x="172374" y="18239"/>
                  </a:lnTo>
                  <a:lnTo>
                    <a:pt x="173774" y="20220"/>
                  </a:lnTo>
                  <a:lnTo>
                    <a:pt x="175174" y="22258"/>
                  </a:lnTo>
                  <a:lnTo>
                    <a:pt x="176508" y="24306"/>
                  </a:lnTo>
                  <a:lnTo>
                    <a:pt x="177908" y="26411"/>
                  </a:lnTo>
                  <a:lnTo>
                    <a:pt x="179308" y="28573"/>
                  </a:lnTo>
                  <a:lnTo>
                    <a:pt x="180642" y="30745"/>
                  </a:lnTo>
                  <a:lnTo>
                    <a:pt x="182042" y="32974"/>
                  </a:lnTo>
                  <a:lnTo>
                    <a:pt x="183442" y="35203"/>
                  </a:lnTo>
                  <a:lnTo>
                    <a:pt x="184776" y="37432"/>
                  </a:lnTo>
                  <a:lnTo>
                    <a:pt x="186176" y="39718"/>
                  </a:lnTo>
                  <a:lnTo>
                    <a:pt x="187576" y="41947"/>
                  </a:lnTo>
                  <a:lnTo>
                    <a:pt x="188976" y="44242"/>
                  </a:lnTo>
                  <a:lnTo>
                    <a:pt x="190310" y="46471"/>
                  </a:lnTo>
                  <a:lnTo>
                    <a:pt x="191710" y="48757"/>
                  </a:lnTo>
                  <a:lnTo>
                    <a:pt x="193110" y="50986"/>
                  </a:lnTo>
                  <a:lnTo>
                    <a:pt x="194443" y="53215"/>
                  </a:lnTo>
                  <a:lnTo>
                    <a:pt x="195843" y="55386"/>
                  </a:lnTo>
                  <a:lnTo>
                    <a:pt x="197244" y="57615"/>
                  </a:lnTo>
                  <a:lnTo>
                    <a:pt x="198577" y="59787"/>
                  </a:lnTo>
                  <a:lnTo>
                    <a:pt x="199978" y="61949"/>
                  </a:lnTo>
                  <a:lnTo>
                    <a:pt x="201378" y="64054"/>
                  </a:lnTo>
                  <a:lnTo>
                    <a:pt x="202711" y="66102"/>
                  </a:lnTo>
                  <a:lnTo>
                    <a:pt x="204111" y="68207"/>
                  </a:lnTo>
                  <a:lnTo>
                    <a:pt x="205511" y="70245"/>
                  </a:lnTo>
                  <a:lnTo>
                    <a:pt x="206912" y="72227"/>
                  </a:lnTo>
                  <a:lnTo>
                    <a:pt x="208245" y="74151"/>
                  </a:lnTo>
                  <a:lnTo>
                    <a:pt x="209645" y="76065"/>
                  </a:lnTo>
                  <a:lnTo>
                    <a:pt x="211045" y="77989"/>
                  </a:lnTo>
                  <a:lnTo>
                    <a:pt x="212379" y="79847"/>
                  </a:lnTo>
                  <a:lnTo>
                    <a:pt x="213779" y="81637"/>
                  </a:lnTo>
                  <a:lnTo>
                    <a:pt x="215179" y="83371"/>
                  </a:lnTo>
                  <a:lnTo>
                    <a:pt x="216513" y="85104"/>
                  </a:lnTo>
                  <a:lnTo>
                    <a:pt x="217913" y="86838"/>
                  </a:lnTo>
                  <a:lnTo>
                    <a:pt x="219304" y="88514"/>
                  </a:lnTo>
                  <a:lnTo>
                    <a:pt x="220647" y="90124"/>
                  </a:lnTo>
                  <a:lnTo>
                    <a:pt x="222047" y="91734"/>
                  </a:lnTo>
                  <a:lnTo>
                    <a:pt x="223437" y="93277"/>
                  </a:lnTo>
                  <a:lnTo>
                    <a:pt x="224838" y="94763"/>
                  </a:lnTo>
                  <a:lnTo>
                    <a:pt x="226181" y="96249"/>
                  </a:lnTo>
                  <a:lnTo>
                    <a:pt x="227571" y="97677"/>
                  </a:lnTo>
                  <a:lnTo>
                    <a:pt x="228971" y="99097"/>
                  </a:lnTo>
                  <a:lnTo>
                    <a:pt x="230315" y="100459"/>
                  </a:lnTo>
                  <a:lnTo>
                    <a:pt x="231705" y="101821"/>
                  </a:lnTo>
                  <a:lnTo>
                    <a:pt x="233105" y="103126"/>
                  </a:lnTo>
                  <a:lnTo>
                    <a:pt x="234439" y="104421"/>
                  </a:lnTo>
                  <a:lnTo>
                    <a:pt x="235839" y="105659"/>
                  </a:lnTo>
                  <a:lnTo>
                    <a:pt x="237239" y="106898"/>
                  </a:lnTo>
                  <a:lnTo>
                    <a:pt x="238573" y="108136"/>
                  </a:lnTo>
                  <a:lnTo>
                    <a:pt x="239973" y="109250"/>
                  </a:lnTo>
                  <a:lnTo>
                    <a:pt x="241373" y="110431"/>
                  </a:lnTo>
                  <a:lnTo>
                    <a:pt x="242773" y="111546"/>
                  </a:lnTo>
                  <a:lnTo>
                    <a:pt x="244107" y="112660"/>
                  </a:lnTo>
                  <a:lnTo>
                    <a:pt x="245507" y="113717"/>
                  </a:lnTo>
                  <a:lnTo>
                    <a:pt x="246907" y="114765"/>
                  </a:lnTo>
                  <a:lnTo>
                    <a:pt x="248241" y="115823"/>
                  </a:lnTo>
                  <a:lnTo>
                    <a:pt x="249641" y="116813"/>
                  </a:lnTo>
                  <a:lnTo>
                    <a:pt x="251041" y="117804"/>
                  </a:lnTo>
                  <a:lnTo>
                    <a:pt x="252374" y="118728"/>
                  </a:lnTo>
                  <a:lnTo>
                    <a:pt x="253775" y="119718"/>
                  </a:lnTo>
                  <a:lnTo>
                    <a:pt x="255175" y="120652"/>
                  </a:lnTo>
                  <a:lnTo>
                    <a:pt x="256508" y="121576"/>
                  </a:lnTo>
                  <a:lnTo>
                    <a:pt x="257909" y="122442"/>
                  </a:lnTo>
                  <a:lnTo>
                    <a:pt x="259309" y="123309"/>
                  </a:lnTo>
                  <a:lnTo>
                    <a:pt x="260709" y="124176"/>
                  </a:lnTo>
                  <a:lnTo>
                    <a:pt x="262042" y="125043"/>
                  </a:lnTo>
                  <a:lnTo>
                    <a:pt x="263443" y="125909"/>
                  </a:lnTo>
                  <a:lnTo>
                    <a:pt x="264843" y="126719"/>
                  </a:lnTo>
                  <a:lnTo>
                    <a:pt x="266176" y="127519"/>
                  </a:lnTo>
                  <a:lnTo>
                    <a:pt x="267576" y="128329"/>
                  </a:lnTo>
                  <a:lnTo>
                    <a:pt x="268977" y="129129"/>
                  </a:lnTo>
                  <a:lnTo>
                    <a:pt x="270310" y="129872"/>
                  </a:lnTo>
                  <a:lnTo>
                    <a:pt x="271710" y="130615"/>
                  </a:lnTo>
                  <a:lnTo>
                    <a:pt x="273110" y="131424"/>
                  </a:lnTo>
                  <a:lnTo>
                    <a:pt x="274444" y="132167"/>
                  </a:lnTo>
                  <a:lnTo>
                    <a:pt x="275844" y="132844"/>
                  </a:lnTo>
                  <a:lnTo>
                    <a:pt x="277244" y="133587"/>
                  </a:lnTo>
                  <a:lnTo>
                    <a:pt x="278635" y="134273"/>
                  </a:lnTo>
                  <a:lnTo>
                    <a:pt x="279978" y="135016"/>
                  </a:lnTo>
                  <a:lnTo>
                    <a:pt x="281378" y="135692"/>
                  </a:lnTo>
                  <a:lnTo>
                    <a:pt x="282769" y="136378"/>
                  </a:lnTo>
                  <a:lnTo>
                    <a:pt x="284112" y="137054"/>
                  </a:lnTo>
                  <a:lnTo>
                    <a:pt x="285512" y="137740"/>
                  </a:lnTo>
                  <a:lnTo>
                    <a:pt x="286902" y="138359"/>
                  </a:lnTo>
                  <a:lnTo>
                    <a:pt x="288246" y="138978"/>
                  </a:lnTo>
                  <a:lnTo>
                    <a:pt x="289636" y="139654"/>
                  </a:lnTo>
                  <a:lnTo>
                    <a:pt x="291037" y="140273"/>
                  </a:lnTo>
                  <a:lnTo>
                    <a:pt x="292379" y="140893"/>
                  </a:lnTo>
                  <a:lnTo>
                    <a:pt x="293770" y="141454"/>
                  </a:lnTo>
                  <a:lnTo>
                    <a:pt x="295170" y="142074"/>
                  </a:lnTo>
                  <a:lnTo>
                    <a:pt x="296570" y="142626"/>
                  </a:lnTo>
                  <a:lnTo>
                    <a:pt x="297904" y="143245"/>
                  </a:lnTo>
                  <a:lnTo>
                    <a:pt x="299304" y="143807"/>
                  </a:lnTo>
                  <a:lnTo>
                    <a:pt x="300704" y="144302"/>
                  </a:lnTo>
                  <a:lnTo>
                    <a:pt x="302038" y="144855"/>
                  </a:lnTo>
                  <a:lnTo>
                    <a:pt x="303438" y="145417"/>
                  </a:lnTo>
                  <a:lnTo>
                    <a:pt x="304838" y="145912"/>
                  </a:lnTo>
                  <a:lnTo>
                    <a:pt x="306172" y="146407"/>
                  </a:lnTo>
                  <a:lnTo>
                    <a:pt x="307572" y="146903"/>
                  </a:lnTo>
                  <a:lnTo>
                    <a:pt x="308972" y="147398"/>
                  </a:lnTo>
                  <a:lnTo>
                    <a:pt x="310305" y="147827"/>
                  </a:lnTo>
                  <a:lnTo>
                    <a:pt x="311706" y="148322"/>
                  </a:lnTo>
                  <a:lnTo>
                    <a:pt x="313106" y="148760"/>
                  </a:lnTo>
                  <a:lnTo>
                    <a:pt x="314439" y="149132"/>
                  </a:lnTo>
                  <a:lnTo>
                    <a:pt x="315840" y="149560"/>
                  </a:lnTo>
                  <a:lnTo>
                    <a:pt x="317240" y="149931"/>
                  </a:lnTo>
                  <a:lnTo>
                    <a:pt x="318640" y="150370"/>
                  </a:lnTo>
                  <a:lnTo>
                    <a:pt x="319973" y="150674"/>
                  </a:lnTo>
                  <a:lnTo>
                    <a:pt x="321374" y="151046"/>
                  </a:lnTo>
                  <a:lnTo>
                    <a:pt x="322774" y="151417"/>
                  </a:lnTo>
                  <a:lnTo>
                    <a:pt x="324107" y="151732"/>
                  </a:lnTo>
                  <a:lnTo>
                    <a:pt x="325507" y="152037"/>
                  </a:lnTo>
                  <a:lnTo>
                    <a:pt x="326908" y="152284"/>
                  </a:lnTo>
                  <a:lnTo>
                    <a:pt x="328241" y="152598"/>
                  </a:lnTo>
                  <a:lnTo>
                    <a:pt x="329641" y="152846"/>
                  </a:lnTo>
                  <a:lnTo>
                    <a:pt x="331041" y="153094"/>
                  </a:lnTo>
                  <a:lnTo>
                    <a:pt x="332375" y="153275"/>
                  </a:lnTo>
                  <a:lnTo>
                    <a:pt x="333775" y="153523"/>
                  </a:lnTo>
                  <a:lnTo>
                    <a:pt x="335175" y="153713"/>
                  </a:lnTo>
                  <a:lnTo>
                    <a:pt x="336576" y="153894"/>
                  </a:lnTo>
                  <a:lnTo>
                    <a:pt x="337909" y="154018"/>
                  </a:lnTo>
                  <a:lnTo>
                    <a:pt x="339309" y="154208"/>
                  </a:lnTo>
                  <a:lnTo>
                    <a:pt x="340709" y="154332"/>
                  </a:lnTo>
                  <a:lnTo>
                    <a:pt x="342043" y="154456"/>
                  </a:lnTo>
                  <a:lnTo>
                    <a:pt x="343443" y="154513"/>
                  </a:lnTo>
                  <a:lnTo>
                    <a:pt x="344843" y="154637"/>
                  </a:lnTo>
                  <a:lnTo>
                    <a:pt x="346177" y="154704"/>
                  </a:lnTo>
                  <a:lnTo>
                    <a:pt x="347577" y="154761"/>
                  </a:lnTo>
                  <a:lnTo>
                    <a:pt x="348968" y="154761"/>
                  </a:lnTo>
                  <a:lnTo>
                    <a:pt x="350311" y="154827"/>
                  </a:lnTo>
                  <a:lnTo>
                    <a:pt x="351711" y="154827"/>
                  </a:lnTo>
                  <a:lnTo>
                    <a:pt x="353101" y="154827"/>
                  </a:lnTo>
                  <a:lnTo>
                    <a:pt x="354502" y="154827"/>
                  </a:lnTo>
                  <a:lnTo>
                    <a:pt x="355844" y="154827"/>
                  </a:lnTo>
                  <a:lnTo>
                    <a:pt x="357235" y="154761"/>
                  </a:lnTo>
                  <a:lnTo>
                    <a:pt x="358635" y="154761"/>
                  </a:lnTo>
                  <a:lnTo>
                    <a:pt x="359969" y="154704"/>
                  </a:lnTo>
                  <a:lnTo>
                    <a:pt x="361369" y="154637"/>
                  </a:lnTo>
                  <a:lnTo>
                    <a:pt x="362769" y="154580"/>
                  </a:lnTo>
                  <a:lnTo>
                    <a:pt x="364103" y="154513"/>
                  </a:lnTo>
                  <a:lnTo>
                    <a:pt x="365503" y="154456"/>
                  </a:lnTo>
                  <a:lnTo>
                    <a:pt x="366903" y="154389"/>
                  </a:lnTo>
                  <a:lnTo>
                    <a:pt x="368236" y="154332"/>
                  </a:lnTo>
                  <a:lnTo>
                    <a:pt x="369637" y="154208"/>
                  </a:lnTo>
                  <a:lnTo>
                    <a:pt x="371037" y="154142"/>
                  </a:lnTo>
                  <a:lnTo>
                    <a:pt x="372437" y="154018"/>
                  </a:lnTo>
                  <a:lnTo>
                    <a:pt x="373771" y="153961"/>
                  </a:lnTo>
                  <a:lnTo>
                    <a:pt x="375171" y="153837"/>
                  </a:lnTo>
                  <a:lnTo>
                    <a:pt x="376571" y="153770"/>
                  </a:lnTo>
                  <a:lnTo>
                    <a:pt x="377904" y="153646"/>
                  </a:lnTo>
                  <a:lnTo>
                    <a:pt x="379305" y="153589"/>
                  </a:lnTo>
                  <a:lnTo>
                    <a:pt x="380705" y="153465"/>
                  </a:lnTo>
                  <a:lnTo>
                    <a:pt x="382038" y="153399"/>
                  </a:lnTo>
                  <a:lnTo>
                    <a:pt x="383438" y="153275"/>
                  </a:lnTo>
                  <a:lnTo>
                    <a:pt x="384839" y="153218"/>
                  </a:lnTo>
                  <a:lnTo>
                    <a:pt x="386172" y="153094"/>
                  </a:lnTo>
                  <a:lnTo>
                    <a:pt x="387572" y="153027"/>
                  </a:lnTo>
                  <a:lnTo>
                    <a:pt x="388972" y="152970"/>
                  </a:lnTo>
                  <a:lnTo>
                    <a:pt x="390373" y="152903"/>
                  </a:lnTo>
                  <a:lnTo>
                    <a:pt x="391706" y="152846"/>
                  </a:lnTo>
                  <a:lnTo>
                    <a:pt x="393106" y="152780"/>
                  </a:lnTo>
                  <a:lnTo>
                    <a:pt x="394507" y="152722"/>
                  </a:lnTo>
                  <a:lnTo>
                    <a:pt x="395840" y="152656"/>
                  </a:lnTo>
                  <a:lnTo>
                    <a:pt x="397240" y="152598"/>
                  </a:lnTo>
                  <a:lnTo>
                    <a:pt x="398640" y="152598"/>
                  </a:lnTo>
                  <a:lnTo>
                    <a:pt x="399974" y="152532"/>
                  </a:lnTo>
                  <a:lnTo>
                    <a:pt x="401374" y="152475"/>
                  </a:lnTo>
                  <a:lnTo>
                    <a:pt x="402774" y="152475"/>
                  </a:lnTo>
                  <a:lnTo>
                    <a:pt x="404108" y="152475"/>
                  </a:lnTo>
                  <a:lnTo>
                    <a:pt x="405508" y="152408"/>
                  </a:lnTo>
                  <a:lnTo>
                    <a:pt x="406908" y="152408"/>
                  </a:lnTo>
                  <a:lnTo>
                    <a:pt x="408299" y="152408"/>
                  </a:lnTo>
                  <a:lnTo>
                    <a:pt x="409642" y="152408"/>
                  </a:lnTo>
                  <a:lnTo>
                    <a:pt x="411042" y="152408"/>
                  </a:lnTo>
                  <a:lnTo>
                    <a:pt x="412433" y="152408"/>
                  </a:lnTo>
                  <a:lnTo>
                    <a:pt x="413776" y="152408"/>
                  </a:lnTo>
                  <a:lnTo>
                    <a:pt x="415176" y="152408"/>
                  </a:lnTo>
                  <a:lnTo>
                    <a:pt x="416566" y="152408"/>
                  </a:lnTo>
                  <a:lnTo>
                    <a:pt x="417910" y="152408"/>
                  </a:lnTo>
                  <a:lnTo>
                    <a:pt x="419300" y="152408"/>
                  </a:lnTo>
                  <a:lnTo>
                    <a:pt x="420700" y="152408"/>
                  </a:lnTo>
                  <a:lnTo>
                    <a:pt x="422034" y="152408"/>
                  </a:lnTo>
                  <a:lnTo>
                    <a:pt x="423434" y="152408"/>
                  </a:lnTo>
                  <a:lnTo>
                    <a:pt x="424834" y="152351"/>
                  </a:lnTo>
                  <a:lnTo>
                    <a:pt x="426234" y="152351"/>
                  </a:lnTo>
                  <a:lnTo>
                    <a:pt x="427568" y="152284"/>
                  </a:lnTo>
                  <a:lnTo>
                    <a:pt x="428968" y="152284"/>
                  </a:lnTo>
                  <a:lnTo>
                    <a:pt x="430368" y="152227"/>
                  </a:lnTo>
                  <a:lnTo>
                    <a:pt x="431702" y="152160"/>
                  </a:lnTo>
                  <a:lnTo>
                    <a:pt x="433102" y="152103"/>
                  </a:lnTo>
                  <a:lnTo>
                    <a:pt x="434502" y="151980"/>
                  </a:lnTo>
                  <a:lnTo>
                    <a:pt x="435836" y="151913"/>
                  </a:lnTo>
                  <a:lnTo>
                    <a:pt x="437236" y="151789"/>
                  </a:lnTo>
                  <a:lnTo>
                    <a:pt x="438636" y="151665"/>
                  </a:lnTo>
                  <a:lnTo>
                    <a:pt x="439969" y="151541"/>
                  </a:lnTo>
                  <a:lnTo>
                    <a:pt x="441369" y="151360"/>
                  </a:lnTo>
                  <a:lnTo>
                    <a:pt x="442770" y="151170"/>
                  </a:lnTo>
                  <a:lnTo>
                    <a:pt x="444170" y="150989"/>
                  </a:lnTo>
                  <a:lnTo>
                    <a:pt x="445503" y="150798"/>
                  </a:lnTo>
                  <a:lnTo>
                    <a:pt x="446903" y="150551"/>
                  </a:lnTo>
                  <a:lnTo>
                    <a:pt x="448304" y="150246"/>
                  </a:lnTo>
                  <a:lnTo>
                    <a:pt x="449637" y="149998"/>
                  </a:lnTo>
                  <a:lnTo>
                    <a:pt x="451037" y="149684"/>
                  </a:lnTo>
                  <a:lnTo>
                    <a:pt x="452438" y="149312"/>
                  </a:lnTo>
                  <a:lnTo>
                    <a:pt x="453771" y="148941"/>
                  </a:lnTo>
                  <a:lnTo>
                    <a:pt x="455171" y="148570"/>
                  </a:lnTo>
                  <a:lnTo>
                    <a:pt x="456571" y="148141"/>
                  </a:lnTo>
                  <a:lnTo>
                    <a:pt x="457905" y="147703"/>
                  </a:lnTo>
                  <a:lnTo>
                    <a:pt x="459305" y="147208"/>
                  </a:lnTo>
                  <a:lnTo>
                    <a:pt x="460705" y="146655"/>
                  </a:lnTo>
                  <a:lnTo>
                    <a:pt x="462105" y="146093"/>
                  </a:lnTo>
                  <a:lnTo>
                    <a:pt x="463439" y="145540"/>
                  </a:lnTo>
                  <a:lnTo>
                    <a:pt x="464839" y="144921"/>
                  </a:lnTo>
                  <a:lnTo>
                    <a:pt x="466239" y="144302"/>
                  </a:lnTo>
                  <a:lnTo>
                    <a:pt x="467573" y="143616"/>
                  </a:lnTo>
                  <a:lnTo>
                    <a:pt x="468973" y="142873"/>
                  </a:lnTo>
                  <a:lnTo>
                    <a:pt x="470373" y="142074"/>
                  </a:lnTo>
                  <a:lnTo>
                    <a:pt x="471707" y="141331"/>
                  </a:lnTo>
                  <a:lnTo>
                    <a:pt x="473107" y="140464"/>
                  </a:lnTo>
                  <a:lnTo>
                    <a:pt x="474497" y="139597"/>
                  </a:lnTo>
                  <a:lnTo>
                    <a:pt x="475841" y="138664"/>
                  </a:lnTo>
                  <a:lnTo>
                    <a:pt x="477241" y="137673"/>
                  </a:lnTo>
                  <a:lnTo>
                    <a:pt x="478631" y="136682"/>
                  </a:lnTo>
                  <a:lnTo>
                    <a:pt x="480031" y="135635"/>
                  </a:lnTo>
                  <a:lnTo>
                    <a:pt x="481375" y="134577"/>
                  </a:lnTo>
                  <a:lnTo>
                    <a:pt x="482765" y="133406"/>
                  </a:lnTo>
                  <a:lnTo>
                    <a:pt x="484165" y="132225"/>
                  </a:lnTo>
                  <a:lnTo>
                    <a:pt x="485508" y="131053"/>
                  </a:lnTo>
                  <a:lnTo>
                    <a:pt x="486899" y="129748"/>
                  </a:lnTo>
                  <a:lnTo>
                    <a:pt x="488299" y="128453"/>
                  </a:lnTo>
                  <a:lnTo>
                    <a:pt x="489633" y="127148"/>
                  </a:lnTo>
                  <a:lnTo>
                    <a:pt x="491033" y="125729"/>
                  </a:lnTo>
                  <a:lnTo>
                    <a:pt x="492433" y="124300"/>
                  </a:lnTo>
                  <a:lnTo>
                    <a:pt x="493767" y="122814"/>
                  </a:lnTo>
                  <a:lnTo>
                    <a:pt x="495167" y="121271"/>
                  </a:lnTo>
                  <a:lnTo>
                    <a:pt x="496567" y="119661"/>
                  </a:lnTo>
                  <a:lnTo>
                    <a:pt x="497967" y="118051"/>
                  </a:lnTo>
                  <a:lnTo>
                    <a:pt x="499301" y="116375"/>
                  </a:lnTo>
                  <a:lnTo>
                    <a:pt x="500701" y="114708"/>
                  </a:lnTo>
                  <a:lnTo>
                    <a:pt x="502101" y="112908"/>
                  </a:lnTo>
                  <a:lnTo>
                    <a:pt x="503434" y="111117"/>
                  </a:lnTo>
                  <a:lnTo>
                    <a:pt x="504835" y="109317"/>
                  </a:lnTo>
                  <a:lnTo>
                    <a:pt x="506235" y="107402"/>
                  </a:lnTo>
                  <a:lnTo>
                    <a:pt x="507568" y="105536"/>
                  </a:lnTo>
                  <a:lnTo>
                    <a:pt x="508969" y="103554"/>
                  </a:lnTo>
                  <a:lnTo>
                    <a:pt x="510369" y="101573"/>
                  </a:lnTo>
                  <a:lnTo>
                    <a:pt x="511702" y="99535"/>
                  </a:lnTo>
                  <a:lnTo>
                    <a:pt x="513102" y="97487"/>
                  </a:lnTo>
                  <a:lnTo>
                    <a:pt x="514503" y="95448"/>
                  </a:lnTo>
                  <a:lnTo>
                    <a:pt x="515836" y="93344"/>
                  </a:lnTo>
                  <a:lnTo>
                    <a:pt x="517236" y="91239"/>
                  </a:lnTo>
                  <a:lnTo>
                    <a:pt x="518636" y="89067"/>
                  </a:lnTo>
                  <a:lnTo>
                    <a:pt x="520036" y="86905"/>
                  </a:lnTo>
                  <a:lnTo>
                    <a:pt x="521370" y="84733"/>
                  </a:lnTo>
                  <a:lnTo>
                    <a:pt x="522770" y="82571"/>
                  </a:lnTo>
                  <a:lnTo>
                    <a:pt x="524170" y="80399"/>
                  </a:lnTo>
                  <a:lnTo>
                    <a:pt x="525504" y="78237"/>
                  </a:lnTo>
                  <a:lnTo>
                    <a:pt x="526904" y="76008"/>
                  </a:lnTo>
                  <a:lnTo>
                    <a:pt x="528304" y="73903"/>
                  </a:lnTo>
                  <a:lnTo>
                    <a:pt x="529638" y="71731"/>
                  </a:lnTo>
                  <a:lnTo>
                    <a:pt x="531038" y="69569"/>
                  </a:lnTo>
                  <a:lnTo>
                    <a:pt x="532438" y="67521"/>
                  </a:lnTo>
                  <a:lnTo>
                    <a:pt x="533771" y="65416"/>
                  </a:lnTo>
                  <a:lnTo>
                    <a:pt x="535172" y="63378"/>
                  </a:lnTo>
                  <a:lnTo>
                    <a:pt x="536572" y="61397"/>
                  </a:lnTo>
                  <a:lnTo>
                    <a:pt x="537962" y="59473"/>
                  </a:lnTo>
                  <a:lnTo>
                    <a:pt x="539306" y="57615"/>
                  </a:lnTo>
                  <a:lnTo>
                    <a:pt x="540696" y="55825"/>
                  </a:lnTo>
                  <a:lnTo>
                    <a:pt x="542096" y="54091"/>
                  </a:lnTo>
                  <a:lnTo>
                    <a:pt x="543439" y="52358"/>
                  </a:lnTo>
                  <a:lnTo>
                    <a:pt x="544830" y="50805"/>
                  </a:lnTo>
                  <a:lnTo>
                    <a:pt x="546230" y="49319"/>
                  </a:lnTo>
                  <a:lnTo>
                    <a:pt x="547573" y="47890"/>
                  </a:lnTo>
                  <a:lnTo>
                    <a:pt x="548964" y="46652"/>
                  </a:lnTo>
                  <a:lnTo>
                    <a:pt x="550364" y="45481"/>
                  </a:lnTo>
                  <a:lnTo>
                    <a:pt x="551707" y="44366"/>
                  </a:lnTo>
                  <a:lnTo>
                    <a:pt x="553098" y="43432"/>
                  </a:lnTo>
                  <a:lnTo>
                    <a:pt x="554498" y="42633"/>
                  </a:lnTo>
                  <a:lnTo>
                    <a:pt x="555898" y="41947"/>
                  </a:lnTo>
                  <a:lnTo>
                    <a:pt x="557232" y="41394"/>
                  </a:lnTo>
                  <a:lnTo>
                    <a:pt x="558632" y="41023"/>
                  </a:lnTo>
                  <a:lnTo>
                    <a:pt x="560032" y="40832"/>
                  </a:lnTo>
                  <a:lnTo>
                    <a:pt x="561365" y="40709"/>
                  </a:lnTo>
                  <a:lnTo>
                    <a:pt x="562766" y="40775"/>
                  </a:lnTo>
                  <a:lnTo>
                    <a:pt x="564166" y="41080"/>
                  </a:lnTo>
                  <a:lnTo>
                    <a:pt x="565499" y="41451"/>
                  </a:lnTo>
                  <a:lnTo>
                    <a:pt x="566900" y="42013"/>
                  </a:lnTo>
                  <a:lnTo>
                    <a:pt x="568300" y="42813"/>
                  </a:lnTo>
                  <a:lnTo>
                    <a:pt x="569633" y="43680"/>
                  </a:lnTo>
                  <a:lnTo>
                    <a:pt x="571033" y="44795"/>
                  </a:lnTo>
                  <a:lnTo>
                    <a:pt x="572434" y="46099"/>
                  </a:lnTo>
                  <a:lnTo>
                    <a:pt x="573834" y="47519"/>
                  </a:lnTo>
                  <a:lnTo>
                    <a:pt x="575167" y="49129"/>
                  </a:lnTo>
                  <a:lnTo>
                    <a:pt x="576567" y="50986"/>
                  </a:lnTo>
                  <a:lnTo>
                    <a:pt x="577968" y="52977"/>
                  </a:lnTo>
                  <a:lnTo>
                    <a:pt x="579301" y="55082"/>
                  </a:lnTo>
                  <a:lnTo>
                    <a:pt x="580701" y="57434"/>
                  </a:lnTo>
                  <a:lnTo>
                    <a:pt x="582101" y="59911"/>
                  </a:lnTo>
                  <a:lnTo>
                    <a:pt x="583435" y="62568"/>
                  </a:lnTo>
                  <a:lnTo>
                    <a:pt x="584835" y="65416"/>
                  </a:lnTo>
                  <a:lnTo>
                    <a:pt x="586235" y="68388"/>
                  </a:lnTo>
                  <a:lnTo>
                    <a:pt x="587569" y="71484"/>
                  </a:lnTo>
                  <a:lnTo>
                    <a:pt x="588969" y="74770"/>
                  </a:lnTo>
                  <a:lnTo>
                    <a:pt x="590369" y="78170"/>
                  </a:lnTo>
                  <a:lnTo>
                    <a:pt x="591769" y="81704"/>
                  </a:lnTo>
                  <a:lnTo>
                    <a:pt x="593103" y="85352"/>
                  </a:lnTo>
                  <a:lnTo>
                    <a:pt x="594503" y="89133"/>
                  </a:lnTo>
                  <a:lnTo>
                    <a:pt x="595903" y="93029"/>
                  </a:lnTo>
                  <a:lnTo>
                    <a:pt x="597237" y="96992"/>
                  </a:lnTo>
                  <a:lnTo>
                    <a:pt x="598637" y="101145"/>
                  </a:lnTo>
                  <a:lnTo>
                    <a:pt x="600028" y="105288"/>
                  </a:lnTo>
                  <a:lnTo>
                    <a:pt x="601370" y="109508"/>
                  </a:lnTo>
                  <a:lnTo>
                    <a:pt x="602771" y="113832"/>
                  </a:lnTo>
                  <a:lnTo>
                    <a:pt x="604161" y="118232"/>
                  </a:lnTo>
                  <a:lnTo>
                    <a:pt x="605504" y="122633"/>
                  </a:lnTo>
                  <a:lnTo>
                    <a:pt x="606895" y="127148"/>
                  </a:lnTo>
                  <a:lnTo>
                    <a:pt x="608295" y="131606"/>
                  </a:lnTo>
                  <a:lnTo>
                    <a:pt x="609695" y="136130"/>
                  </a:lnTo>
                  <a:lnTo>
                    <a:pt x="611029" y="140711"/>
                  </a:lnTo>
                  <a:lnTo>
                    <a:pt x="612429" y="145226"/>
                  </a:lnTo>
                  <a:lnTo>
                    <a:pt x="613829" y="149751"/>
                  </a:lnTo>
                  <a:lnTo>
                    <a:pt x="615163" y="154332"/>
                  </a:lnTo>
                  <a:lnTo>
                    <a:pt x="616563" y="158790"/>
                  </a:lnTo>
                  <a:lnTo>
                    <a:pt x="617963" y="163305"/>
                  </a:lnTo>
                  <a:lnTo>
                    <a:pt x="619296" y="167762"/>
                  </a:lnTo>
                  <a:lnTo>
                    <a:pt x="620697" y="172163"/>
                  </a:lnTo>
                  <a:lnTo>
                    <a:pt x="622097" y="176497"/>
                  </a:lnTo>
                  <a:lnTo>
                    <a:pt x="623430" y="180831"/>
                  </a:lnTo>
                  <a:lnTo>
                    <a:pt x="624831" y="185041"/>
                  </a:lnTo>
                  <a:lnTo>
                    <a:pt x="626231" y="189194"/>
                  </a:lnTo>
                  <a:lnTo>
                    <a:pt x="627631" y="193337"/>
                  </a:lnTo>
                  <a:lnTo>
                    <a:pt x="628964" y="197366"/>
                  </a:lnTo>
                  <a:lnTo>
                    <a:pt x="630365" y="201262"/>
                  </a:lnTo>
                  <a:lnTo>
                    <a:pt x="631765" y="205101"/>
                  </a:lnTo>
                  <a:lnTo>
                    <a:pt x="633098" y="208882"/>
                  </a:lnTo>
                  <a:lnTo>
                    <a:pt x="634498" y="212530"/>
                  </a:lnTo>
                  <a:lnTo>
                    <a:pt x="635899" y="216064"/>
                  </a:lnTo>
                  <a:lnTo>
                    <a:pt x="637232" y="219588"/>
                  </a:lnTo>
                  <a:lnTo>
                    <a:pt x="638632" y="222941"/>
                  </a:lnTo>
                  <a:lnTo>
                    <a:pt x="640032" y="226160"/>
                  </a:lnTo>
                  <a:lnTo>
                    <a:pt x="641366" y="229313"/>
                  </a:lnTo>
                  <a:lnTo>
                    <a:pt x="642766" y="232351"/>
                  </a:lnTo>
                  <a:lnTo>
                    <a:pt x="644166" y="235257"/>
                  </a:lnTo>
                  <a:lnTo>
                    <a:pt x="645567" y="238105"/>
                  </a:lnTo>
                  <a:lnTo>
                    <a:pt x="646900" y="240829"/>
                  </a:lnTo>
                  <a:lnTo>
                    <a:pt x="648300" y="243429"/>
                  </a:lnTo>
                  <a:lnTo>
                    <a:pt x="649700" y="245906"/>
                  </a:lnTo>
                  <a:lnTo>
                    <a:pt x="651034" y="248325"/>
                  </a:lnTo>
                  <a:lnTo>
                    <a:pt x="652434" y="250611"/>
                  </a:lnTo>
                  <a:lnTo>
                    <a:pt x="653834" y="252782"/>
                  </a:lnTo>
                  <a:lnTo>
                    <a:pt x="655168" y="254888"/>
                  </a:lnTo>
                  <a:lnTo>
                    <a:pt x="656568" y="256869"/>
                  </a:lnTo>
                  <a:lnTo>
                    <a:pt x="657968" y="258726"/>
                  </a:lnTo>
                  <a:lnTo>
                    <a:pt x="659302" y="260583"/>
                  </a:lnTo>
                  <a:lnTo>
                    <a:pt x="660702" y="262251"/>
                  </a:lnTo>
                  <a:lnTo>
                    <a:pt x="662102" y="263860"/>
                  </a:lnTo>
                  <a:lnTo>
                    <a:pt x="663493" y="265413"/>
                  </a:lnTo>
                  <a:lnTo>
                    <a:pt x="664836" y="266832"/>
                  </a:lnTo>
                  <a:lnTo>
                    <a:pt x="666236" y="268194"/>
                  </a:lnTo>
                  <a:lnTo>
                    <a:pt x="667626" y="269432"/>
                  </a:lnTo>
                  <a:lnTo>
                    <a:pt x="668969" y="270680"/>
                  </a:lnTo>
                  <a:lnTo>
                    <a:pt x="670369" y="271785"/>
                  </a:lnTo>
                  <a:lnTo>
                    <a:pt x="671760" y="272842"/>
                  </a:lnTo>
                  <a:lnTo>
                    <a:pt x="673094" y="273833"/>
                  </a:lnTo>
                  <a:lnTo>
                    <a:pt x="674494" y="274757"/>
                  </a:lnTo>
                  <a:lnTo>
                    <a:pt x="675894" y="275633"/>
                  </a:lnTo>
                  <a:lnTo>
                    <a:pt x="677227" y="276433"/>
                  </a:lnTo>
                  <a:lnTo>
                    <a:pt x="678628" y="277176"/>
                  </a:lnTo>
                  <a:lnTo>
                    <a:pt x="680028" y="277919"/>
                  </a:lnTo>
                  <a:lnTo>
                    <a:pt x="681428" y="278538"/>
                  </a:lnTo>
                  <a:lnTo>
                    <a:pt x="682762" y="279157"/>
                  </a:lnTo>
                  <a:lnTo>
                    <a:pt x="684162" y="279719"/>
                  </a:lnTo>
                  <a:lnTo>
                    <a:pt x="685562" y="280215"/>
                  </a:lnTo>
                  <a:lnTo>
                    <a:pt x="686895" y="280710"/>
                  </a:lnTo>
                  <a:lnTo>
                    <a:pt x="688295" y="281139"/>
                  </a:lnTo>
                  <a:lnTo>
                    <a:pt x="689696" y="281577"/>
                  </a:lnTo>
                  <a:lnTo>
                    <a:pt x="691030" y="281948"/>
                  </a:lnTo>
                  <a:lnTo>
                    <a:pt x="692429" y="282253"/>
                  </a:lnTo>
                  <a:lnTo>
                    <a:pt x="693829" y="282624"/>
                  </a:lnTo>
                  <a:lnTo>
                    <a:pt x="695163" y="282872"/>
                  </a:lnTo>
                  <a:lnTo>
                    <a:pt x="696564" y="283186"/>
                  </a:lnTo>
                  <a:lnTo>
                    <a:pt x="697963" y="283434"/>
                  </a:lnTo>
                  <a:lnTo>
                    <a:pt x="699364" y="283615"/>
                  </a:lnTo>
                  <a:lnTo>
                    <a:pt x="700697" y="283806"/>
                  </a:lnTo>
                  <a:lnTo>
                    <a:pt x="702097" y="283986"/>
                  </a:lnTo>
                  <a:lnTo>
                    <a:pt x="703497" y="284177"/>
                  </a:lnTo>
                  <a:lnTo>
                    <a:pt x="704831" y="284358"/>
                  </a:lnTo>
                  <a:lnTo>
                    <a:pt x="704831" y="285720"/>
                  </a:lnTo>
                  <a:lnTo>
                    <a:pt x="703497" y="285720"/>
                  </a:lnTo>
                  <a:lnTo>
                    <a:pt x="702097" y="285720"/>
                  </a:lnTo>
                  <a:lnTo>
                    <a:pt x="700697" y="285720"/>
                  </a:lnTo>
                  <a:lnTo>
                    <a:pt x="699364" y="285720"/>
                  </a:lnTo>
                  <a:lnTo>
                    <a:pt x="697963" y="285720"/>
                  </a:lnTo>
                  <a:lnTo>
                    <a:pt x="696564" y="285720"/>
                  </a:lnTo>
                  <a:lnTo>
                    <a:pt x="695163" y="285720"/>
                  </a:lnTo>
                  <a:lnTo>
                    <a:pt x="693829" y="285720"/>
                  </a:lnTo>
                  <a:lnTo>
                    <a:pt x="692429" y="285720"/>
                  </a:lnTo>
                  <a:lnTo>
                    <a:pt x="691030" y="285720"/>
                  </a:lnTo>
                  <a:lnTo>
                    <a:pt x="689696" y="285720"/>
                  </a:lnTo>
                  <a:lnTo>
                    <a:pt x="688295" y="285720"/>
                  </a:lnTo>
                  <a:lnTo>
                    <a:pt x="686895" y="285720"/>
                  </a:lnTo>
                  <a:lnTo>
                    <a:pt x="685562" y="285720"/>
                  </a:lnTo>
                  <a:lnTo>
                    <a:pt x="684162" y="285720"/>
                  </a:lnTo>
                  <a:lnTo>
                    <a:pt x="682762" y="285720"/>
                  </a:lnTo>
                  <a:lnTo>
                    <a:pt x="681428" y="285720"/>
                  </a:lnTo>
                  <a:lnTo>
                    <a:pt x="680028" y="285720"/>
                  </a:lnTo>
                  <a:lnTo>
                    <a:pt x="678628" y="285720"/>
                  </a:lnTo>
                  <a:lnTo>
                    <a:pt x="677227" y="285720"/>
                  </a:lnTo>
                  <a:lnTo>
                    <a:pt x="675894" y="285720"/>
                  </a:lnTo>
                  <a:lnTo>
                    <a:pt x="674494" y="285720"/>
                  </a:lnTo>
                  <a:lnTo>
                    <a:pt x="673094" y="285720"/>
                  </a:lnTo>
                  <a:lnTo>
                    <a:pt x="671760" y="285720"/>
                  </a:lnTo>
                  <a:lnTo>
                    <a:pt x="670369" y="285720"/>
                  </a:lnTo>
                  <a:lnTo>
                    <a:pt x="668969" y="285720"/>
                  </a:lnTo>
                  <a:lnTo>
                    <a:pt x="667626" y="285720"/>
                  </a:lnTo>
                  <a:lnTo>
                    <a:pt x="666236" y="285720"/>
                  </a:lnTo>
                  <a:lnTo>
                    <a:pt x="664836" y="285720"/>
                  </a:lnTo>
                  <a:lnTo>
                    <a:pt x="663493" y="285720"/>
                  </a:lnTo>
                  <a:lnTo>
                    <a:pt x="662102" y="285720"/>
                  </a:lnTo>
                  <a:lnTo>
                    <a:pt x="660702" y="285720"/>
                  </a:lnTo>
                  <a:lnTo>
                    <a:pt x="659302" y="285720"/>
                  </a:lnTo>
                  <a:lnTo>
                    <a:pt x="657968" y="285720"/>
                  </a:lnTo>
                  <a:lnTo>
                    <a:pt x="656568" y="285720"/>
                  </a:lnTo>
                  <a:lnTo>
                    <a:pt x="655168" y="285720"/>
                  </a:lnTo>
                  <a:lnTo>
                    <a:pt x="653834" y="285720"/>
                  </a:lnTo>
                  <a:lnTo>
                    <a:pt x="652434" y="285720"/>
                  </a:lnTo>
                  <a:lnTo>
                    <a:pt x="651034" y="285720"/>
                  </a:lnTo>
                  <a:lnTo>
                    <a:pt x="649700" y="285720"/>
                  </a:lnTo>
                  <a:lnTo>
                    <a:pt x="648300" y="285720"/>
                  </a:lnTo>
                  <a:lnTo>
                    <a:pt x="646900" y="285720"/>
                  </a:lnTo>
                  <a:lnTo>
                    <a:pt x="645567" y="285720"/>
                  </a:lnTo>
                  <a:lnTo>
                    <a:pt x="644166" y="285720"/>
                  </a:lnTo>
                  <a:lnTo>
                    <a:pt x="642766" y="285720"/>
                  </a:lnTo>
                  <a:lnTo>
                    <a:pt x="641366" y="285720"/>
                  </a:lnTo>
                  <a:lnTo>
                    <a:pt x="640032" y="285720"/>
                  </a:lnTo>
                  <a:lnTo>
                    <a:pt x="638632" y="285720"/>
                  </a:lnTo>
                  <a:lnTo>
                    <a:pt x="637232" y="285720"/>
                  </a:lnTo>
                  <a:lnTo>
                    <a:pt x="635899" y="285720"/>
                  </a:lnTo>
                  <a:lnTo>
                    <a:pt x="634498" y="285720"/>
                  </a:lnTo>
                  <a:lnTo>
                    <a:pt x="633098" y="285720"/>
                  </a:lnTo>
                  <a:lnTo>
                    <a:pt x="631765" y="285720"/>
                  </a:lnTo>
                  <a:lnTo>
                    <a:pt x="630365" y="285720"/>
                  </a:lnTo>
                  <a:lnTo>
                    <a:pt x="628964" y="285720"/>
                  </a:lnTo>
                  <a:lnTo>
                    <a:pt x="627631" y="285720"/>
                  </a:lnTo>
                  <a:lnTo>
                    <a:pt x="626231" y="285720"/>
                  </a:lnTo>
                  <a:lnTo>
                    <a:pt x="624831" y="285720"/>
                  </a:lnTo>
                  <a:lnTo>
                    <a:pt x="623430" y="285720"/>
                  </a:lnTo>
                  <a:lnTo>
                    <a:pt x="622097" y="285720"/>
                  </a:lnTo>
                  <a:lnTo>
                    <a:pt x="620697" y="285720"/>
                  </a:lnTo>
                  <a:lnTo>
                    <a:pt x="619296" y="285720"/>
                  </a:lnTo>
                  <a:lnTo>
                    <a:pt x="617963" y="285720"/>
                  </a:lnTo>
                  <a:lnTo>
                    <a:pt x="616563" y="285720"/>
                  </a:lnTo>
                  <a:lnTo>
                    <a:pt x="615163" y="285720"/>
                  </a:lnTo>
                  <a:lnTo>
                    <a:pt x="613829" y="285720"/>
                  </a:lnTo>
                  <a:lnTo>
                    <a:pt x="612429" y="285720"/>
                  </a:lnTo>
                  <a:lnTo>
                    <a:pt x="611029" y="285720"/>
                  </a:lnTo>
                  <a:lnTo>
                    <a:pt x="609695" y="285720"/>
                  </a:lnTo>
                  <a:lnTo>
                    <a:pt x="608295" y="285720"/>
                  </a:lnTo>
                  <a:lnTo>
                    <a:pt x="606895" y="285720"/>
                  </a:lnTo>
                  <a:lnTo>
                    <a:pt x="605504" y="285720"/>
                  </a:lnTo>
                  <a:lnTo>
                    <a:pt x="604161" y="285720"/>
                  </a:lnTo>
                  <a:lnTo>
                    <a:pt x="602771" y="285720"/>
                  </a:lnTo>
                  <a:lnTo>
                    <a:pt x="601370" y="285720"/>
                  </a:lnTo>
                  <a:lnTo>
                    <a:pt x="600028" y="285720"/>
                  </a:lnTo>
                  <a:lnTo>
                    <a:pt x="598637" y="285720"/>
                  </a:lnTo>
                  <a:lnTo>
                    <a:pt x="597237" y="285720"/>
                  </a:lnTo>
                  <a:lnTo>
                    <a:pt x="595903" y="285720"/>
                  </a:lnTo>
                  <a:lnTo>
                    <a:pt x="594503" y="285720"/>
                  </a:lnTo>
                  <a:lnTo>
                    <a:pt x="593103" y="285720"/>
                  </a:lnTo>
                  <a:lnTo>
                    <a:pt x="591769" y="285720"/>
                  </a:lnTo>
                  <a:lnTo>
                    <a:pt x="590369" y="285720"/>
                  </a:lnTo>
                  <a:lnTo>
                    <a:pt x="588969" y="285720"/>
                  </a:lnTo>
                  <a:lnTo>
                    <a:pt x="587569" y="285720"/>
                  </a:lnTo>
                  <a:lnTo>
                    <a:pt x="586235" y="285720"/>
                  </a:lnTo>
                  <a:lnTo>
                    <a:pt x="584835" y="285720"/>
                  </a:lnTo>
                  <a:lnTo>
                    <a:pt x="583435" y="285720"/>
                  </a:lnTo>
                  <a:lnTo>
                    <a:pt x="582101" y="285720"/>
                  </a:lnTo>
                  <a:lnTo>
                    <a:pt x="580701" y="285720"/>
                  </a:lnTo>
                  <a:lnTo>
                    <a:pt x="579301" y="285720"/>
                  </a:lnTo>
                  <a:lnTo>
                    <a:pt x="577968" y="285720"/>
                  </a:lnTo>
                  <a:lnTo>
                    <a:pt x="576567" y="285720"/>
                  </a:lnTo>
                  <a:lnTo>
                    <a:pt x="575167" y="285720"/>
                  </a:lnTo>
                  <a:lnTo>
                    <a:pt x="573834" y="285720"/>
                  </a:lnTo>
                  <a:lnTo>
                    <a:pt x="572434" y="285720"/>
                  </a:lnTo>
                  <a:lnTo>
                    <a:pt x="571033" y="285720"/>
                  </a:lnTo>
                  <a:lnTo>
                    <a:pt x="569633" y="285720"/>
                  </a:lnTo>
                  <a:lnTo>
                    <a:pt x="568300" y="285720"/>
                  </a:lnTo>
                  <a:lnTo>
                    <a:pt x="566900" y="285720"/>
                  </a:lnTo>
                  <a:lnTo>
                    <a:pt x="565499" y="285720"/>
                  </a:lnTo>
                  <a:lnTo>
                    <a:pt x="564166" y="285720"/>
                  </a:lnTo>
                  <a:lnTo>
                    <a:pt x="562766" y="285720"/>
                  </a:lnTo>
                  <a:lnTo>
                    <a:pt x="561365" y="285720"/>
                  </a:lnTo>
                  <a:lnTo>
                    <a:pt x="560032" y="285720"/>
                  </a:lnTo>
                  <a:lnTo>
                    <a:pt x="558632" y="285720"/>
                  </a:lnTo>
                  <a:lnTo>
                    <a:pt x="557232" y="285720"/>
                  </a:lnTo>
                  <a:lnTo>
                    <a:pt x="555898" y="285720"/>
                  </a:lnTo>
                  <a:lnTo>
                    <a:pt x="554498" y="285720"/>
                  </a:lnTo>
                  <a:lnTo>
                    <a:pt x="553098" y="285720"/>
                  </a:lnTo>
                  <a:lnTo>
                    <a:pt x="551707" y="285720"/>
                  </a:lnTo>
                  <a:lnTo>
                    <a:pt x="550364" y="285720"/>
                  </a:lnTo>
                  <a:lnTo>
                    <a:pt x="548964" y="285720"/>
                  </a:lnTo>
                  <a:lnTo>
                    <a:pt x="547573" y="285720"/>
                  </a:lnTo>
                  <a:lnTo>
                    <a:pt x="546230" y="285720"/>
                  </a:lnTo>
                  <a:lnTo>
                    <a:pt x="544830" y="285720"/>
                  </a:lnTo>
                  <a:lnTo>
                    <a:pt x="543439" y="285720"/>
                  </a:lnTo>
                  <a:lnTo>
                    <a:pt x="542096" y="285720"/>
                  </a:lnTo>
                  <a:lnTo>
                    <a:pt x="540696" y="285720"/>
                  </a:lnTo>
                  <a:lnTo>
                    <a:pt x="539306" y="285720"/>
                  </a:lnTo>
                  <a:lnTo>
                    <a:pt x="537962" y="285720"/>
                  </a:lnTo>
                  <a:lnTo>
                    <a:pt x="536572" y="285720"/>
                  </a:lnTo>
                  <a:lnTo>
                    <a:pt x="535172" y="285720"/>
                  </a:lnTo>
                  <a:lnTo>
                    <a:pt x="533771" y="285720"/>
                  </a:lnTo>
                  <a:lnTo>
                    <a:pt x="532438" y="285720"/>
                  </a:lnTo>
                  <a:lnTo>
                    <a:pt x="531038" y="285720"/>
                  </a:lnTo>
                  <a:lnTo>
                    <a:pt x="529638" y="285720"/>
                  </a:lnTo>
                  <a:lnTo>
                    <a:pt x="528304" y="285720"/>
                  </a:lnTo>
                  <a:lnTo>
                    <a:pt x="526904" y="285720"/>
                  </a:lnTo>
                  <a:lnTo>
                    <a:pt x="525504" y="285720"/>
                  </a:lnTo>
                  <a:lnTo>
                    <a:pt x="524170" y="285720"/>
                  </a:lnTo>
                  <a:lnTo>
                    <a:pt x="522770" y="285720"/>
                  </a:lnTo>
                  <a:lnTo>
                    <a:pt x="521370" y="285720"/>
                  </a:lnTo>
                  <a:lnTo>
                    <a:pt x="520036" y="285720"/>
                  </a:lnTo>
                  <a:lnTo>
                    <a:pt x="518636" y="285720"/>
                  </a:lnTo>
                  <a:lnTo>
                    <a:pt x="517236" y="285720"/>
                  </a:lnTo>
                  <a:lnTo>
                    <a:pt x="515836" y="285720"/>
                  </a:lnTo>
                  <a:lnTo>
                    <a:pt x="514503" y="285720"/>
                  </a:lnTo>
                  <a:lnTo>
                    <a:pt x="513102" y="285720"/>
                  </a:lnTo>
                  <a:lnTo>
                    <a:pt x="511702" y="285720"/>
                  </a:lnTo>
                  <a:lnTo>
                    <a:pt x="510369" y="285720"/>
                  </a:lnTo>
                  <a:lnTo>
                    <a:pt x="508969" y="285720"/>
                  </a:lnTo>
                  <a:lnTo>
                    <a:pt x="507568" y="285720"/>
                  </a:lnTo>
                  <a:lnTo>
                    <a:pt x="506235" y="285720"/>
                  </a:lnTo>
                  <a:lnTo>
                    <a:pt x="504835" y="285720"/>
                  </a:lnTo>
                  <a:lnTo>
                    <a:pt x="503434" y="285720"/>
                  </a:lnTo>
                  <a:lnTo>
                    <a:pt x="502101" y="285720"/>
                  </a:lnTo>
                  <a:lnTo>
                    <a:pt x="500701" y="285720"/>
                  </a:lnTo>
                  <a:lnTo>
                    <a:pt x="499301" y="285720"/>
                  </a:lnTo>
                  <a:lnTo>
                    <a:pt x="497967" y="285720"/>
                  </a:lnTo>
                  <a:lnTo>
                    <a:pt x="496567" y="285720"/>
                  </a:lnTo>
                  <a:lnTo>
                    <a:pt x="495167" y="285720"/>
                  </a:lnTo>
                  <a:lnTo>
                    <a:pt x="493767" y="285720"/>
                  </a:lnTo>
                  <a:lnTo>
                    <a:pt x="492433" y="285720"/>
                  </a:lnTo>
                  <a:lnTo>
                    <a:pt x="491033" y="285720"/>
                  </a:lnTo>
                  <a:lnTo>
                    <a:pt x="489633" y="285720"/>
                  </a:lnTo>
                  <a:lnTo>
                    <a:pt x="488299" y="285720"/>
                  </a:lnTo>
                  <a:lnTo>
                    <a:pt x="486899" y="285720"/>
                  </a:lnTo>
                  <a:lnTo>
                    <a:pt x="485508" y="285720"/>
                  </a:lnTo>
                  <a:lnTo>
                    <a:pt x="484165" y="285720"/>
                  </a:lnTo>
                  <a:lnTo>
                    <a:pt x="482765" y="285720"/>
                  </a:lnTo>
                  <a:lnTo>
                    <a:pt x="481375" y="285720"/>
                  </a:lnTo>
                  <a:lnTo>
                    <a:pt x="480031" y="285720"/>
                  </a:lnTo>
                  <a:lnTo>
                    <a:pt x="478631" y="285720"/>
                  </a:lnTo>
                  <a:lnTo>
                    <a:pt x="477241" y="285720"/>
                  </a:lnTo>
                  <a:lnTo>
                    <a:pt x="475841" y="285720"/>
                  </a:lnTo>
                  <a:lnTo>
                    <a:pt x="474497" y="285720"/>
                  </a:lnTo>
                  <a:lnTo>
                    <a:pt x="473107" y="285720"/>
                  </a:lnTo>
                  <a:lnTo>
                    <a:pt x="471707" y="285720"/>
                  </a:lnTo>
                  <a:lnTo>
                    <a:pt x="470373" y="285720"/>
                  </a:lnTo>
                  <a:lnTo>
                    <a:pt x="468973" y="285720"/>
                  </a:lnTo>
                  <a:lnTo>
                    <a:pt x="467573" y="285720"/>
                  </a:lnTo>
                  <a:lnTo>
                    <a:pt x="466239" y="285720"/>
                  </a:lnTo>
                  <a:lnTo>
                    <a:pt x="464839" y="285720"/>
                  </a:lnTo>
                  <a:lnTo>
                    <a:pt x="463439" y="285720"/>
                  </a:lnTo>
                  <a:lnTo>
                    <a:pt x="462105" y="285720"/>
                  </a:lnTo>
                  <a:lnTo>
                    <a:pt x="460705" y="285720"/>
                  </a:lnTo>
                  <a:lnTo>
                    <a:pt x="459305" y="285720"/>
                  </a:lnTo>
                  <a:lnTo>
                    <a:pt x="457905" y="285720"/>
                  </a:lnTo>
                  <a:lnTo>
                    <a:pt x="456571" y="285720"/>
                  </a:lnTo>
                  <a:lnTo>
                    <a:pt x="455171" y="285720"/>
                  </a:lnTo>
                  <a:lnTo>
                    <a:pt x="453771" y="285720"/>
                  </a:lnTo>
                  <a:lnTo>
                    <a:pt x="452438" y="285720"/>
                  </a:lnTo>
                  <a:lnTo>
                    <a:pt x="451037" y="285720"/>
                  </a:lnTo>
                  <a:lnTo>
                    <a:pt x="449637" y="285720"/>
                  </a:lnTo>
                  <a:lnTo>
                    <a:pt x="448304" y="285720"/>
                  </a:lnTo>
                  <a:lnTo>
                    <a:pt x="446903" y="285720"/>
                  </a:lnTo>
                  <a:lnTo>
                    <a:pt x="445503" y="285720"/>
                  </a:lnTo>
                  <a:lnTo>
                    <a:pt x="444170" y="285720"/>
                  </a:lnTo>
                  <a:lnTo>
                    <a:pt x="442770" y="285720"/>
                  </a:lnTo>
                  <a:lnTo>
                    <a:pt x="441369" y="285720"/>
                  </a:lnTo>
                  <a:lnTo>
                    <a:pt x="439969" y="285720"/>
                  </a:lnTo>
                  <a:lnTo>
                    <a:pt x="438636" y="285720"/>
                  </a:lnTo>
                  <a:lnTo>
                    <a:pt x="437236" y="285720"/>
                  </a:lnTo>
                  <a:lnTo>
                    <a:pt x="435836" y="285720"/>
                  </a:lnTo>
                  <a:lnTo>
                    <a:pt x="434502" y="285720"/>
                  </a:lnTo>
                  <a:lnTo>
                    <a:pt x="433102" y="285720"/>
                  </a:lnTo>
                  <a:lnTo>
                    <a:pt x="431702" y="285720"/>
                  </a:lnTo>
                  <a:lnTo>
                    <a:pt x="430368" y="285720"/>
                  </a:lnTo>
                  <a:lnTo>
                    <a:pt x="428968" y="285720"/>
                  </a:lnTo>
                  <a:lnTo>
                    <a:pt x="427568" y="285720"/>
                  </a:lnTo>
                  <a:lnTo>
                    <a:pt x="426234" y="285720"/>
                  </a:lnTo>
                  <a:lnTo>
                    <a:pt x="424834" y="285720"/>
                  </a:lnTo>
                  <a:lnTo>
                    <a:pt x="423434" y="285720"/>
                  </a:lnTo>
                  <a:lnTo>
                    <a:pt x="422034" y="285720"/>
                  </a:lnTo>
                  <a:lnTo>
                    <a:pt x="420700" y="285720"/>
                  </a:lnTo>
                  <a:lnTo>
                    <a:pt x="419300" y="285720"/>
                  </a:lnTo>
                  <a:lnTo>
                    <a:pt x="417910" y="285720"/>
                  </a:lnTo>
                  <a:lnTo>
                    <a:pt x="416566" y="285720"/>
                  </a:lnTo>
                  <a:lnTo>
                    <a:pt x="415176" y="285720"/>
                  </a:lnTo>
                  <a:lnTo>
                    <a:pt x="413776" y="285720"/>
                  </a:lnTo>
                  <a:lnTo>
                    <a:pt x="412433" y="285720"/>
                  </a:lnTo>
                  <a:lnTo>
                    <a:pt x="411042" y="285720"/>
                  </a:lnTo>
                  <a:lnTo>
                    <a:pt x="409642" y="285720"/>
                  </a:lnTo>
                  <a:lnTo>
                    <a:pt x="408299" y="285720"/>
                  </a:lnTo>
                  <a:lnTo>
                    <a:pt x="406908" y="285720"/>
                  </a:lnTo>
                  <a:lnTo>
                    <a:pt x="405508" y="285720"/>
                  </a:lnTo>
                  <a:lnTo>
                    <a:pt x="404108" y="285720"/>
                  </a:lnTo>
                  <a:lnTo>
                    <a:pt x="402774" y="285720"/>
                  </a:lnTo>
                  <a:lnTo>
                    <a:pt x="401374" y="285720"/>
                  </a:lnTo>
                  <a:lnTo>
                    <a:pt x="399974" y="285720"/>
                  </a:lnTo>
                  <a:lnTo>
                    <a:pt x="398640" y="285720"/>
                  </a:lnTo>
                  <a:lnTo>
                    <a:pt x="397240" y="285720"/>
                  </a:lnTo>
                  <a:lnTo>
                    <a:pt x="395840" y="285720"/>
                  </a:lnTo>
                  <a:lnTo>
                    <a:pt x="394507" y="285720"/>
                  </a:lnTo>
                  <a:lnTo>
                    <a:pt x="393106" y="285720"/>
                  </a:lnTo>
                  <a:lnTo>
                    <a:pt x="391706" y="285720"/>
                  </a:lnTo>
                  <a:lnTo>
                    <a:pt x="390373" y="285720"/>
                  </a:lnTo>
                  <a:lnTo>
                    <a:pt x="388972" y="285720"/>
                  </a:lnTo>
                  <a:lnTo>
                    <a:pt x="387572" y="285720"/>
                  </a:lnTo>
                  <a:lnTo>
                    <a:pt x="386172" y="285720"/>
                  </a:lnTo>
                  <a:lnTo>
                    <a:pt x="384839" y="285720"/>
                  </a:lnTo>
                  <a:lnTo>
                    <a:pt x="383438" y="285720"/>
                  </a:lnTo>
                  <a:lnTo>
                    <a:pt x="382038" y="285720"/>
                  </a:lnTo>
                  <a:lnTo>
                    <a:pt x="380705" y="285720"/>
                  </a:lnTo>
                  <a:lnTo>
                    <a:pt x="379305" y="285720"/>
                  </a:lnTo>
                  <a:lnTo>
                    <a:pt x="377904" y="285720"/>
                  </a:lnTo>
                  <a:lnTo>
                    <a:pt x="376571" y="285720"/>
                  </a:lnTo>
                  <a:lnTo>
                    <a:pt x="375171" y="285720"/>
                  </a:lnTo>
                  <a:lnTo>
                    <a:pt x="373771" y="285720"/>
                  </a:lnTo>
                  <a:lnTo>
                    <a:pt x="372437" y="285720"/>
                  </a:lnTo>
                  <a:lnTo>
                    <a:pt x="371037" y="285720"/>
                  </a:lnTo>
                  <a:lnTo>
                    <a:pt x="369637" y="285720"/>
                  </a:lnTo>
                  <a:lnTo>
                    <a:pt x="368236" y="285720"/>
                  </a:lnTo>
                  <a:lnTo>
                    <a:pt x="366903" y="285720"/>
                  </a:lnTo>
                  <a:lnTo>
                    <a:pt x="365503" y="285720"/>
                  </a:lnTo>
                  <a:lnTo>
                    <a:pt x="364103" y="285720"/>
                  </a:lnTo>
                  <a:lnTo>
                    <a:pt x="362769" y="285720"/>
                  </a:lnTo>
                  <a:lnTo>
                    <a:pt x="361369" y="285720"/>
                  </a:lnTo>
                  <a:lnTo>
                    <a:pt x="359969" y="285720"/>
                  </a:lnTo>
                  <a:lnTo>
                    <a:pt x="358635" y="285720"/>
                  </a:lnTo>
                  <a:lnTo>
                    <a:pt x="357235" y="285720"/>
                  </a:lnTo>
                  <a:lnTo>
                    <a:pt x="355844" y="285720"/>
                  </a:lnTo>
                  <a:lnTo>
                    <a:pt x="354502" y="285720"/>
                  </a:lnTo>
                  <a:lnTo>
                    <a:pt x="353101" y="285720"/>
                  </a:lnTo>
                  <a:lnTo>
                    <a:pt x="351711" y="285720"/>
                  </a:lnTo>
                  <a:lnTo>
                    <a:pt x="350311" y="285720"/>
                  </a:lnTo>
                  <a:lnTo>
                    <a:pt x="348968" y="285720"/>
                  </a:lnTo>
                  <a:lnTo>
                    <a:pt x="347577" y="285720"/>
                  </a:lnTo>
                  <a:lnTo>
                    <a:pt x="346177" y="285720"/>
                  </a:lnTo>
                  <a:lnTo>
                    <a:pt x="344843" y="285720"/>
                  </a:lnTo>
                  <a:lnTo>
                    <a:pt x="343443" y="285720"/>
                  </a:lnTo>
                  <a:lnTo>
                    <a:pt x="342043" y="285720"/>
                  </a:lnTo>
                  <a:lnTo>
                    <a:pt x="340709" y="285720"/>
                  </a:lnTo>
                  <a:lnTo>
                    <a:pt x="339309" y="285720"/>
                  </a:lnTo>
                  <a:lnTo>
                    <a:pt x="337909" y="285720"/>
                  </a:lnTo>
                  <a:lnTo>
                    <a:pt x="336576" y="285720"/>
                  </a:lnTo>
                  <a:lnTo>
                    <a:pt x="335175" y="285720"/>
                  </a:lnTo>
                  <a:lnTo>
                    <a:pt x="333775" y="285720"/>
                  </a:lnTo>
                  <a:lnTo>
                    <a:pt x="332375" y="285720"/>
                  </a:lnTo>
                  <a:lnTo>
                    <a:pt x="331041" y="285720"/>
                  </a:lnTo>
                  <a:lnTo>
                    <a:pt x="329641" y="285720"/>
                  </a:lnTo>
                  <a:lnTo>
                    <a:pt x="328241" y="285720"/>
                  </a:lnTo>
                  <a:lnTo>
                    <a:pt x="326908" y="285720"/>
                  </a:lnTo>
                  <a:lnTo>
                    <a:pt x="325507" y="285720"/>
                  </a:lnTo>
                  <a:lnTo>
                    <a:pt x="324107" y="285720"/>
                  </a:lnTo>
                  <a:lnTo>
                    <a:pt x="322774" y="285720"/>
                  </a:lnTo>
                  <a:lnTo>
                    <a:pt x="321374" y="285720"/>
                  </a:lnTo>
                  <a:lnTo>
                    <a:pt x="319973" y="285720"/>
                  </a:lnTo>
                  <a:lnTo>
                    <a:pt x="318640" y="285720"/>
                  </a:lnTo>
                  <a:lnTo>
                    <a:pt x="317240" y="285720"/>
                  </a:lnTo>
                  <a:lnTo>
                    <a:pt x="315840" y="285720"/>
                  </a:lnTo>
                  <a:lnTo>
                    <a:pt x="314439" y="285720"/>
                  </a:lnTo>
                  <a:lnTo>
                    <a:pt x="313106" y="285720"/>
                  </a:lnTo>
                  <a:lnTo>
                    <a:pt x="311706" y="285720"/>
                  </a:lnTo>
                  <a:lnTo>
                    <a:pt x="310305" y="285720"/>
                  </a:lnTo>
                  <a:lnTo>
                    <a:pt x="308972" y="285720"/>
                  </a:lnTo>
                  <a:lnTo>
                    <a:pt x="307572" y="285720"/>
                  </a:lnTo>
                  <a:lnTo>
                    <a:pt x="306172" y="285720"/>
                  </a:lnTo>
                  <a:lnTo>
                    <a:pt x="304838" y="285720"/>
                  </a:lnTo>
                  <a:lnTo>
                    <a:pt x="303438" y="285720"/>
                  </a:lnTo>
                  <a:lnTo>
                    <a:pt x="302038" y="285720"/>
                  </a:lnTo>
                  <a:lnTo>
                    <a:pt x="300704" y="285720"/>
                  </a:lnTo>
                  <a:lnTo>
                    <a:pt x="299304" y="285720"/>
                  </a:lnTo>
                  <a:lnTo>
                    <a:pt x="297904" y="285720"/>
                  </a:lnTo>
                  <a:lnTo>
                    <a:pt x="296570" y="285720"/>
                  </a:lnTo>
                  <a:lnTo>
                    <a:pt x="295170" y="285720"/>
                  </a:lnTo>
                  <a:lnTo>
                    <a:pt x="293770" y="285720"/>
                  </a:lnTo>
                  <a:lnTo>
                    <a:pt x="292379" y="285720"/>
                  </a:lnTo>
                  <a:lnTo>
                    <a:pt x="291037" y="285720"/>
                  </a:lnTo>
                  <a:lnTo>
                    <a:pt x="289636" y="285720"/>
                  </a:lnTo>
                  <a:lnTo>
                    <a:pt x="288246" y="285720"/>
                  </a:lnTo>
                  <a:lnTo>
                    <a:pt x="286902" y="285720"/>
                  </a:lnTo>
                  <a:lnTo>
                    <a:pt x="285512" y="285720"/>
                  </a:lnTo>
                  <a:lnTo>
                    <a:pt x="284112" y="285720"/>
                  </a:lnTo>
                  <a:lnTo>
                    <a:pt x="282769" y="285720"/>
                  </a:lnTo>
                  <a:lnTo>
                    <a:pt x="281378" y="285720"/>
                  </a:lnTo>
                  <a:lnTo>
                    <a:pt x="279978" y="285720"/>
                  </a:lnTo>
                  <a:lnTo>
                    <a:pt x="278635" y="285720"/>
                  </a:lnTo>
                  <a:lnTo>
                    <a:pt x="277244" y="285720"/>
                  </a:lnTo>
                  <a:lnTo>
                    <a:pt x="275844" y="285720"/>
                  </a:lnTo>
                  <a:lnTo>
                    <a:pt x="274444" y="285720"/>
                  </a:lnTo>
                  <a:lnTo>
                    <a:pt x="273110" y="285720"/>
                  </a:lnTo>
                  <a:lnTo>
                    <a:pt x="271710" y="285720"/>
                  </a:lnTo>
                  <a:lnTo>
                    <a:pt x="270310" y="285720"/>
                  </a:lnTo>
                  <a:lnTo>
                    <a:pt x="268977" y="285720"/>
                  </a:lnTo>
                  <a:lnTo>
                    <a:pt x="267576" y="285720"/>
                  </a:lnTo>
                  <a:lnTo>
                    <a:pt x="266176" y="285720"/>
                  </a:lnTo>
                  <a:lnTo>
                    <a:pt x="264843" y="285720"/>
                  </a:lnTo>
                  <a:lnTo>
                    <a:pt x="263443" y="285720"/>
                  </a:lnTo>
                  <a:lnTo>
                    <a:pt x="262042" y="285720"/>
                  </a:lnTo>
                  <a:lnTo>
                    <a:pt x="260709" y="285720"/>
                  </a:lnTo>
                  <a:lnTo>
                    <a:pt x="259309" y="285720"/>
                  </a:lnTo>
                  <a:lnTo>
                    <a:pt x="257909" y="285720"/>
                  </a:lnTo>
                  <a:lnTo>
                    <a:pt x="256508" y="285720"/>
                  </a:lnTo>
                  <a:lnTo>
                    <a:pt x="255175" y="285720"/>
                  </a:lnTo>
                  <a:lnTo>
                    <a:pt x="253775" y="285720"/>
                  </a:lnTo>
                  <a:lnTo>
                    <a:pt x="252374" y="285720"/>
                  </a:lnTo>
                  <a:lnTo>
                    <a:pt x="251041" y="285720"/>
                  </a:lnTo>
                  <a:lnTo>
                    <a:pt x="249641" y="285720"/>
                  </a:lnTo>
                  <a:lnTo>
                    <a:pt x="248241" y="285720"/>
                  </a:lnTo>
                  <a:lnTo>
                    <a:pt x="246907" y="285720"/>
                  </a:lnTo>
                  <a:lnTo>
                    <a:pt x="245507" y="285720"/>
                  </a:lnTo>
                  <a:lnTo>
                    <a:pt x="244107" y="285720"/>
                  </a:lnTo>
                  <a:lnTo>
                    <a:pt x="242773" y="285720"/>
                  </a:lnTo>
                  <a:lnTo>
                    <a:pt x="241373" y="285720"/>
                  </a:lnTo>
                  <a:lnTo>
                    <a:pt x="239973" y="285720"/>
                  </a:lnTo>
                  <a:lnTo>
                    <a:pt x="238573" y="285720"/>
                  </a:lnTo>
                  <a:lnTo>
                    <a:pt x="237239" y="285720"/>
                  </a:lnTo>
                  <a:lnTo>
                    <a:pt x="235839" y="285720"/>
                  </a:lnTo>
                  <a:lnTo>
                    <a:pt x="234439" y="285720"/>
                  </a:lnTo>
                  <a:lnTo>
                    <a:pt x="233105" y="285720"/>
                  </a:lnTo>
                  <a:lnTo>
                    <a:pt x="231705" y="285720"/>
                  </a:lnTo>
                  <a:lnTo>
                    <a:pt x="230315" y="285720"/>
                  </a:lnTo>
                  <a:lnTo>
                    <a:pt x="228971" y="285720"/>
                  </a:lnTo>
                  <a:lnTo>
                    <a:pt x="227571" y="285720"/>
                  </a:lnTo>
                  <a:lnTo>
                    <a:pt x="226181" y="285720"/>
                  </a:lnTo>
                  <a:lnTo>
                    <a:pt x="224838" y="285720"/>
                  </a:lnTo>
                  <a:lnTo>
                    <a:pt x="223437" y="285720"/>
                  </a:lnTo>
                  <a:lnTo>
                    <a:pt x="222047" y="285720"/>
                  </a:lnTo>
                  <a:lnTo>
                    <a:pt x="220647" y="285720"/>
                  </a:lnTo>
                  <a:lnTo>
                    <a:pt x="219304" y="285720"/>
                  </a:lnTo>
                  <a:lnTo>
                    <a:pt x="217913" y="285720"/>
                  </a:lnTo>
                  <a:lnTo>
                    <a:pt x="216513" y="285720"/>
                  </a:lnTo>
                  <a:lnTo>
                    <a:pt x="215179" y="285720"/>
                  </a:lnTo>
                  <a:lnTo>
                    <a:pt x="213779" y="285720"/>
                  </a:lnTo>
                  <a:lnTo>
                    <a:pt x="212379" y="285720"/>
                  </a:lnTo>
                  <a:lnTo>
                    <a:pt x="211045" y="285720"/>
                  </a:lnTo>
                  <a:lnTo>
                    <a:pt x="209645" y="285720"/>
                  </a:lnTo>
                  <a:lnTo>
                    <a:pt x="208245" y="285720"/>
                  </a:lnTo>
                  <a:lnTo>
                    <a:pt x="206912" y="285720"/>
                  </a:lnTo>
                  <a:lnTo>
                    <a:pt x="205511" y="285720"/>
                  </a:lnTo>
                  <a:lnTo>
                    <a:pt x="204111" y="285720"/>
                  </a:lnTo>
                  <a:lnTo>
                    <a:pt x="202711" y="285720"/>
                  </a:lnTo>
                  <a:lnTo>
                    <a:pt x="201378" y="285720"/>
                  </a:lnTo>
                  <a:lnTo>
                    <a:pt x="199978" y="285720"/>
                  </a:lnTo>
                  <a:lnTo>
                    <a:pt x="198577" y="285720"/>
                  </a:lnTo>
                  <a:lnTo>
                    <a:pt x="197244" y="285720"/>
                  </a:lnTo>
                  <a:lnTo>
                    <a:pt x="195843" y="285720"/>
                  </a:lnTo>
                  <a:lnTo>
                    <a:pt x="194443" y="285720"/>
                  </a:lnTo>
                  <a:lnTo>
                    <a:pt x="193110" y="285720"/>
                  </a:lnTo>
                  <a:lnTo>
                    <a:pt x="191710" y="285720"/>
                  </a:lnTo>
                  <a:lnTo>
                    <a:pt x="190310" y="285720"/>
                  </a:lnTo>
                  <a:lnTo>
                    <a:pt x="188976" y="285720"/>
                  </a:lnTo>
                  <a:lnTo>
                    <a:pt x="187576" y="285720"/>
                  </a:lnTo>
                  <a:lnTo>
                    <a:pt x="186176" y="285720"/>
                  </a:lnTo>
                  <a:lnTo>
                    <a:pt x="184776" y="285720"/>
                  </a:lnTo>
                  <a:lnTo>
                    <a:pt x="183442" y="285720"/>
                  </a:lnTo>
                  <a:lnTo>
                    <a:pt x="182042" y="285720"/>
                  </a:lnTo>
                  <a:lnTo>
                    <a:pt x="180642" y="285720"/>
                  </a:lnTo>
                  <a:lnTo>
                    <a:pt x="179308" y="285720"/>
                  </a:lnTo>
                  <a:lnTo>
                    <a:pt x="177908" y="285720"/>
                  </a:lnTo>
                  <a:lnTo>
                    <a:pt x="176508" y="285720"/>
                  </a:lnTo>
                  <a:lnTo>
                    <a:pt x="175174" y="285720"/>
                  </a:lnTo>
                  <a:lnTo>
                    <a:pt x="173774" y="285720"/>
                  </a:lnTo>
                  <a:lnTo>
                    <a:pt x="172374" y="285720"/>
                  </a:lnTo>
                  <a:lnTo>
                    <a:pt x="171041" y="285720"/>
                  </a:lnTo>
                  <a:lnTo>
                    <a:pt x="169640" y="285720"/>
                  </a:lnTo>
                  <a:lnTo>
                    <a:pt x="168240" y="285720"/>
                  </a:lnTo>
                  <a:lnTo>
                    <a:pt x="166850" y="285720"/>
                  </a:lnTo>
                  <a:lnTo>
                    <a:pt x="165506" y="285720"/>
                  </a:lnTo>
                  <a:lnTo>
                    <a:pt x="164116" y="285720"/>
                  </a:lnTo>
                  <a:lnTo>
                    <a:pt x="162716" y="285720"/>
                  </a:lnTo>
                  <a:lnTo>
                    <a:pt x="161373" y="285720"/>
                  </a:lnTo>
                  <a:lnTo>
                    <a:pt x="159982" y="285720"/>
                  </a:lnTo>
                  <a:lnTo>
                    <a:pt x="158582" y="285720"/>
                  </a:lnTo>
                  <a:lnTo>
                    <a:pt x="157239" y="285720"/>
                  </a:lnTo>
                  <a:lnTo>
                    <a:pt x="155848" y="285720"/>
                  </a:lnTo>
                  <a:lnTo>
                    <a:pt x="154448" y="285720"/>
                  </a:lnTo>
                  <a:lnTo>
                    <a:pt x="153105" y="285720"/>
                  </a:lnTo>
                  <a:lnTo>
                    <a:pt x="151714" y="285720"/>
                  </a:lnTo>
                  <a:lnTo>
                    <a:pt x="150314" y="285720"/>
                  </a:lnTo>
                  <a:lnTo>
                    <a:pt x="148914" y="285720"/>
                  </a:lnTo>
                  <a:lnTo>
                    <a:pt x="147580" y="285720"/>
                  </a:lnTo>
                  <a:lnTo>
                    <a:pt x="146180" y="285720"/>
                  </a:lnTo>
                  <a:lnTo>
                    <a:pt x="144780" y="285720"/>
                  </a:lnTo>
                  <a:lnTo>
                    <a:pt x="143447" y="285720"/>
                  </a:lnTo>
                  <a:lnTo>
                    <a:pt x="142046" y="285720"/>
                  </a:lnTo>
                  <a:lnTo>
                    <a:pt x="140646" y="285720"/>
                  </a:lnTo>
                  <a:lnTo>
                    <a:pt x="139313" y="285720"/>
                  </a:lnTo>
                  <a:lnTo>
                    <a:pt x="137912" y="285720"/>
                  </a:lnTo>
                  <a:lnTo>
                    <a:pt x="136512" y="285720"/>
                  </a:lnTo>
                  <a:lnTo>
                    <a:pt x="135179" y="285720"/>
                  </a:lnTo>
                  <a:lnTo>
                    <a:pt x="133779" y="285720"/>
                  </a:lnTo>
                  <a:lnTo>
                    <a:pt x="132378" y="285720"/>
                  </a:lnTo>
                  <a:lnTo>
                    <a:pt x="130978" y="285720"/>
                  </a:lnTo>
                  <a:lnTo>
                    <a:pt x="129645" y="285720"/>
                  </a:lnTo>
                  <a:lnTo>
                    <a:pt x="128245" y="285720"/>
                  </a:lnTo>
                  <a:lnTo>
                    <a:pt x="126844" y="285720"/>
                  </a:lnTo>
                  <a:lnTo>
                    <a:pt x="125511" y="285720"/>
                  </a:lnTo>
                  <a:lnTo>
                    <a:pt x="124111" y="285720"/>
                  </a:lnTo>
                  <a:lnTo>
                    <a:pt x="122711" y="285720"/>
                  </a:lnTo>
                  <a:lnTo>
                    <a:pt x="121377" y="285720"/>
                  </a:lnTo>
                  <a:lnTo>
                    <a:pt x="119977" y="285720"/>
                  </a:lnTo>
                  <a:lnTo>
                    <a:pt x="118577" y="285720"/>
                  </a:lnTo>
                  <a:lnTo>
                    <a:pt x="117243" y="285720"/>
                  </a:lnTo>
                  <a:lnTo>
                    <a:pt x="115843" y="285720"/>
                  </a:lnTo>
                  <a:lnTo>
                    <a:pt x="114443" y="285720"/>
                  </a:lnTo>
                  <a:lnTo>
                    <a:pt x="113043" y="285720"/>
                  </a:lnTo>
                  <a:lnTo>
                    <a:pt x="111709" y="285720"/>
                  </a:lnTo>
                  <a:lnTo>
                    <a:pt x="110309" y="285720"/>
                  </a:lnTo>
                  <a:lnTo>
                    <a:pt x="108909" y="285720"/>
                  </a:lnTo>
                  <a:lnTo>
                    <a:pt x="107575" y="285720"/>
                  </a:lnTo>
                  <a:lnTo>
                    <a:pt x="106175" y="285720"/>
                  </a:lnTo>
                  <a:lnTo>
                    <a:pt x="104784" y="285720"/>
                  </a:lnTo>
                  <a:lnTo>
                    <a:pt x="103442" y="285720"/>
                  </a:lnTo>
                  <a:lnTo>
                    <a:pt x="102041" y="285720"/>
                  </a:lnTo>
                  <a:lnTo>
                    <a:pt x="100651" y="285720"/>
                  </a:lnTo>
                  <a:lnTo>
                    <a:pt x="99308" y="285720"/>
                  </a:lnTo>
                  <a:lnTo>
                    <a:pt x="97917" y="285720"/>
                  </a:lnTo>
                  <a:lnTo>
                    <a:pt x="96517" y="285720"/>
                  </a:lnTo>
                  <a:lnTo>
                    <a:pt x="95174" y="285720"/>
                  </a:lnTo>
                  <a:lnTo>
                    <a:pt x="93783" y="285720"/>
                  </a:lnTo>
                  <a:lnTo>
                    <a:pt x="92383" y="285720"/>
                  </a:lnTo>
                  <a:lnTo>
                    <a:pt x="90983" y="285720"/>
                  </a:lnTo>
                  <a:lnTo>
                    <a:pt x="89649" y="285720"/>
                  </a:lnTo>
                  <a:lnTo>
                    <a:pt x="88249" y="285720"/>
                  </a:lnTo>
                  <a:lnTo>
                    <a:pt x="86849" y="285720"/>
                  </a:lnTo>
                  <a:lnTo>
                    <a:pt x="85516" y="285720"/>
                  </a:lnTo>
                  <a:lnTo>
                    <a:pt x="84115" y="285720"/>
                  </a:lnTo>
                  <a:lnTo>
                    <a:pt x="82715" y="285720"/>
                  </a:lnTo>
                  <a:lnTo>
                    <a:pt x="81382" y="285720"/>
                  </a:lnTo>
                  <a:lnTo>
                    <a:pt x="79981" y="285720"/>
                  </a:lnTo>
                  <a:lnTo>
                    <a:pt x="78581" y="285720"/>
                  </a:lnTo>
                  <a:lnTo>
                    <a:pt x="77248" y="285720"/>
                  </a:lnTo>
                  <a:lnTo>
                    <a:pt x="75848" y="285720"/>
                  </a:lnTo>
                  <a:lnTo>
                    <a:pt x="74447" y="285720"/>
                  </a:lnTo>
                  <a:lnTo>
                    <a:pt x="73047" y="285720"/>
                  </a:lnTo>
                  <a:lnTo>
                    <a:pt x="71714" y="285720"/>
                  </a:lnTo>
                  <a:lnTo>
                    <a:pt x="70314" y="285720"/>
                  </a:lnTo>
                  <a:lnTo>
                    <a:pt x="68913" y="285720"/>
                  </a:lnTo>
                  <a:lnTo>
                    <a:pt x="67580" y="285720"/>
                  </a:lnTo>
                  <a:lnTo>
                    <a:pt x="66180" y="285720"/>
                  </a:lnTo>
                  <a:lnTo>
                    <a:pt x="64780" y="285720"/>
                  </a:lnTo>
                  <a:lnTo>
                    <a:pt x="63446" y="285720"/>
                  </a:lnTo>
                  <a:lnTo>
                    <a:pt x="62046" y="285720"/>
                  </a:lnTo>
                  <a:lnTo>
                    <a:pt x="60646" y="285720"/>
                  </a:lnTo>
                  <a:lnTo>
                    <a:pt x="59312" y="285720"/>
                  </a:lnTo>
                  <a:lnTo>
                    <a:pt x="57912" y="285720"/>
                  </a:lnTo>
                  <a:lnTo>
                    <a:pt x="56512" y="285720"/>
                  </a:lnTo>
                  <a:lnTo>
                    <a:pt x="55112" y="285720"/>
                  </a:lnTo>
                  <a:lnTo>
                    <a:pt x="53778" y="285720"/>
                  </a:lnTo>
                  <a:lnTo>
                    <a:pt x="52378" y="285720"/>
                  </a:lnTo>
                  <a:lnTo>
                    <a:pt x="50978" y="285720"/>
                  </a:lnTo>
                  <a:lnTo>
                    <a:pt x="49644" y="285720"/>
                  </a:lnTo>
                  <a:lnTo>
                    <a:pt x="48244" y="285720"/>
                  </a:lnTo>
                  <a:lnTo>
                    <a:pt x="46844" y="285720"/>
                  </a:lnTo>
                  <a:lnTo>
                    <a:pt x="45510" y="285720"/>
                  </a:lnTo>
                  <a:lnTo>
                    <a:pt x="44110" y="285720"/>
                  </a:lnTo>
                  <a:lnTo>
                    <a:pt x="42710" y="285720"/>
                  </a:lnTo>
                  <a:lnTo>
                    <a:pt x="41377" y="285720"/>
                  </a:lnTo>
                  <a:lnTo>
                    <a:pt x="39977" y="285720"/>
                  </a:lnTo>
                  <a:lnTo>
                    <a:pt x="38576" y="285720"/>
                  </a:lnTo>
                  <a:lnTo>
                    <a:pt x="37186" y="285720"/>
                  </a:lnTo>
                  <a:lnTo>
                    <a:pt x="35843" y="285720"/>
                  </a:lnTo>
                  <a:lnTo>
                    <a:pt x="34443" y="285720"/>
                  </a:lnTo>
                  <a:lnTo>
                    <a:pt x="33052" y="285720"/>
                  </a:lnTo>
                  <a:lnTo>
                    <a:pt x="31718" y="285720"/>
                  </a:lnTo>
                  <a:lnTo>
                    <a:pt x="30318" y="285720"/>
                  </a:lnTo>
                  <a:lnTo>
                    <a:pt x="28918" y="285720"/>
                  </a:lnTo>
                  <a:lnTo>
                    <a:pt x="27585" y="285720"/>
                  </a:lnTo>
                  <a:lnTo>
                    <a:pt x="26184" y="285720"/>
                  </a:lnTo>
                  <a:lnTo>
                    <a:pt x="24784" y="285720"/>
                  </a:lnTo>
                  <a:lnTo>
                    <a:pt x="23450" y="285720"/>
                  </a:lnTo>
                  <a:lnTo>
                    <a:pt x="22050" y="285720"/>
                  </a:lnTo>
                  <a:lnTo>
                    <a:pt x="20650" y="285720"/>
                  </a:lnTo>
                  <a:lnTo>
                    <a:pt x="19250" y="285720"/>
                  </a:lnTo>
                  <a:lnTo>
                    <a:pt x="17917" y="285720"/>
                  </a:lnTo>
                  <a:lnTo>
                    <a:pt x="16516" y="285720"/>
                  </a:lnTo>
                  <a:lnTo>
                    <a:pt x="15116" y="285720"/>
                  </a:lnTo>
                  <a:lnTo>
                    <a:pt x="13783" y="285720"/>
                  </a:lnTo>
                  <a:lnTo>
                    <a:pt x="12383" y="285720"/>
                  </a:lnTo>
                  <a:lnTo>
                    <a:pt x="10982" y="285720"/>
                  </a:lnTo>
                  <a:lnTo>
                    <a:pt x="9649" y="285720"/>
                  </a:lnTo>
                  <a:lnTo>
                    <a:pt x="8249" y="285720"/>
                  </a:lnTo>
                  <a:lnTo>
                    <a:pt x="6849" y="285720"/>
                  </a:lnTo>
                  <a:lnTo>
                    <a:pt x="5515" y="285720"/>
                  </a:lnTo>
                  <a:lnTo>
                    <a:pt x="4115" y="285720"/>
                  </a:lnTo>
                  <a:lnTo>
                    <a:pt x="2715" y="285720"/>
                  </a:lnTo>
                  <a:lnTo>
                    <a:pt x="1315" y="285720"/>
                  </a:lnTo>
                  <a:lnTo>
                    <a:pt x="-19" y="285720"/>
                  </a:lnTo>
                  <a:close/>
                </a:path>
              </a:pathLst>
            </a:custGeom>
            <a:solidFill>
              <a:srgbClr val="457B9D">
                <a:alpha val="50000"/>
              </a:srgbClr>
            </a:solidFill>
            <a:ln w="9525" cap="flat">
              <a:noFill/>
              <a:prstDash val="solid"/>
              <a:round/>
            </a:ln>
          </p:spPr>
          <p:txBody>
            <a:bodyPr/>
            <a:lstStyle/>
            <a:p>
              <a:endParaRPr lang="zh-CN" altLang="en-US" sz="2190"/>
            </a:p>
          </p:txBody>
        </p:sp>
        <p:sp>
          <p:nvSpPr>
            <p:cNvPr id="936" name="任意多边形: 形状 935"/>
            <p:cNvSpPr/>
            <p:nvPr/>
          </p:nvSpPr>
          <p:spPr>
            <a:xfrm>
              <a:off x="4672474" y="4545534"/>
              <a:ext cx="9525" cy="133350"/>
            </a:xfrm>
            <a:custGeom>
              <a:avLst/>
              <a:gdLst>
                <a:gd name="csX0" fmla="*/ -19 w 9525"/>
                <a:gd name="csY0" fmla="*/ 133320 h 133350"/>
                <a:gd name="csX1" fmla="*/ -19 w 9525"/>
                <a:gd name="csY1" fmla="*/ -30 h 133350"/>
              </a:gdLst>
              <a:ahLst/>
              <a:cxnLst>
                <a:cxn ang="0">
                  <a:pos x="csX0" y="csY0"/>
                </a:cxn>
                <a:cxn ang="0">
                  <a:pos x="csX1" y="csY1"/>
                </a:cxn>
              </a:cxnLst>
              <a:rect l="l" t="t" r="r" b="b"/>
              <a:pathLst>
                <a:path w="9525" h="133350">
                  <a:moveTo>
                    <a:pt x="-19" y="133320"/>
                  </a:moveTo>
                  <a:lnTo>
                    <a:pt x="-19" y="-30"/>
                  </a:lnTo>
                </a:path>
              </a:pathLst>
            </a:custGeom>
            <a:noFill/>
            <a:ln w="7242" cap="flat">
              <a:solidFill>
                <a:srgbClr val="000000"/>
              </a:solidFill>
              <a:prstDash val="solid"/>
              <a:round/>
            </a:ln>
          </p:spPr>
          <p:txBody>
            <a:bodyPr/>
            <a:lstStyle/>
            <a:p>
              <a:endParaRPr lang="zh-CN" altLang="en-US" sz="2190"/>
            </a:p>
          </p:txBody>
        </p:sp>
        <p:sp>
          <p:nvSpPr>
            <p:cNvPr id="937" name="任意多边形: 形状 936"/>
            <p:cNvSpPr/>
            <p:nvPr/>
          </p:nvSpPr>
          <p:spPr>
            <a:xfrm>
              <a:off x="4329574" y="4393134"/>
              <a:ext cx="704850" cy="285750"/>
            </a:xfrm>
            <a:custGeom>
              <a:avLst/>
              <a:gdLst>
                <a:gd name="csX0" fmla="*/ -19 w 704850"/>
                <a:gd name="csY0" fmla="*/ 285720 h 285750"/>
                <a:gd name="csX1" fmla="*/ 1315 w 704850"/>
                <a:gd name="csY1" fmla="*/ 285596 h 285750"/>
                <a:gd name="csX2" fmla="*/ 2715 w 704850"/>
                <a:gd name="csY2" fmla="*/ 285415 h 285750"/>
                <a:gd name="csX3" fmla="*/ 4115 w 704850"/>
                <a:gd name="csY3" fmla="*/ 285225 h 285750"/>
                <a:gd name="csX4" fmla="*/ 5515 w 704850"/>
                <a:gd name="csY4" fmla="*/ 285034 h 285750"/>
                <a:gd name="csX5" fmla="*/ 6849 w 704850"/>
                <a:gd name="csY5" fmla="*/ 284853 h 285750"/>
                <a:gd name="csX6" fmla="*/ 8249 w 704850"/>
                <a:gd name="csY6" fmla="*/ 284606 h 285750"/>
                <a:gd name="csX7" fmla="*/ 9649 w 704850"/>
                <a:gd name="csY7" fmla="*/ 284358 h 285750"/>
                <a:gd name="csX8" fmla="*/ 10982 w 704850"/>
                <a:gd name="csY8" fmla="*/ 284044 h 285750"/>
                <a:gd name="csX9" fmla="*/ 12383 w 704850"/>
                <a:gd name="csY9" fmla="*/ 283729 h 285750"/>
                <a:gd name="csX10" fmla="*/ 13783 w 704850"/>
                <a:gd name="csY10" fmla="*/ 283415 h 285750"/>
                <a:gd name="csX11" fmla="*/ 15116 w 704850"/>
                <a:gd name="csY11" fmla="*/ 283043 h 285750"/>
                <a:gd name="csX12" fmla="*/ 16516 w 704850"/>
                <a:gd name="csY12" fmla="*/ 282672 h 285750"/>
                <a:gd name="csX13" fmla="*/ 17917 w 704850"/>
                <a:gd name="csY13" fmla="*/ 282234 h 285750"/>
                <a:gd name="csX14" fmla="*/ 19250 w 704850"/>
                <a:gd name="csY14" fmla="*/ 281739 h 285750"/>
                <a:gd name="csX15" fmla="*/ 20650 w 704850"/>
                <a:gd name="csY15" fmla="*/ 281243 h 285750"/>
                <a:gd name="csX16" fmla="*/ 22050 w 704850"/>
                <a:gd name="csY16" fmla="*/ 280681 h 285750"/>
                <a:gd name="csX17" fmla="*/ 23450 w 704850"/>
                <a:gd name="csY17" fmla="*/ 280119 h 285750"/>
                <a:gd name="csX18" fmla="*/ 24784 w 704850"/>
                <a:gd name="csY18" fmla="*/ 279443 h 285750"/>
                <a:gd name="csX19" fmla="*/ 26184 w 704850"/>
                <a:gd name="csY19" fmla="*/ 278757 h 285750"/>
                <a:gd name="csX20" fmla="*/ 27585 w 704850"/>
                <a:gd name="csY20" fmla="*/ 278071 h 285750"/>
                <a:gd name="csX21" fmla="*/ 28918 w 704850"/>
                <a:gd name="csY21" fmla="*/ 277262 h 285750"/>
                <a:gd name="csX22" fmla="*/ 30318 w 704850"/>
                <a:gd name="csY22" fmla="*/ 276395 h 285750"/>
                <a:gd name="csX23" fmla="*/ 31718 w 704850"/>
                <a:gd name="csY23" fmla="*/ 275462 h 285750"/>
                <a:gd name="csX24" fmla="*/ 33052 w 704850"/>
                <a:gd name="csY24" fmla="*/ 274461 h 285750"/>
                <a:gd name="csX25" fmla="*/ 34452 w 704850"/>
                <a:gd name="csY25" fmla="*/ 273404 h 285750"/>
                <a:gd name="csX26" fmla="*/ 35843 w 704850"/>
                <a:gd name="csY26" fmla="*/ 272290 h 285750"/>
                <a:gd name="csX27" fmla="*/ 37186 w 704850"/>
                <a:gd name="csY27" fmla="*/ 271109 h 285750"/>
                <a:gd name="csX28" fmla="*/ 38586 w 704850"/>
                <a:gd name="csY28" fmla="*/ 269794 h 285750"/>
                <a:gd name="csX29" fmla="*/ 39977 w 704850"/>
                <a:gd name="csY29" fmla="*/ 268489 h 285750"/>
                <a:gd name="csX30" fmla="*/ 41377 w 704850"/>
                <a:gd name="csY30" fmla="*/ 267060 h 285750"/>
                <a:gd name="csX31" fmla="*/ 42720 w 704850"/>
                <a:gd name="csY31" fmla="*/ 265508 h 285750"/>
                <a:gd name="csX32" fmla="*/ 44110 w 704850"/>
                <a:gd name="csY32" fmla="*/ 263889 h 285750"/>
                <a:gd name="csX33" fmla="*/ 45510 w 704850"/>
                <a:gd name="csY33" fmla="*/ 262146 h 285750"/>
                <a:gd name="csX34" fmla="*/ 46853 w 704850"/>
                <a:gd name="csY34" fmla="*/ 260345 h 285750"/>
                <a:gd name="csX35" fmla="*/ 48244 w 704850"/>
                <a:gd name="csY35" fmla="*/ 258412 h 285750"/>
                <a:gd name="csX36" fmla="*/ 49644 w 704850"/>
                <a:gd name="csY36" fmla="*/ 256421 h 285750"/>
                <a:gd name="csX37" fmla="*/ 50978 w 704850"/>
                <a:gd name="csY37" fmla="*/ 254250 h 285750"/>
                <a:gd name="csX38" fmla="*/ 52378 w 704850"/>
                <a:gd name="csY38" fmla="*/ 252011 h 285750"/>
                <a:gd name="csX39" fmla="*/ 53778 w 704850"/>
                <a:gd name="csY39" fmla="*/ 249706 h 285750"/>
                <a:gd name="csX40" fmla="*/ 55112 w 704850"/>
                <a:gd name="csY40" fmla="*/ 247220 h 285750"/>
                <a:gd name="csX41" fmla="*/ 56512 w 704850"/>
                <a:gd name="csY41" fmla="*/ 244667 h 285750"/>
                <a:gd name="csX42" fmla="*/ 57912 w 704850"/>
                <a:gd name="csY42" fmla="*/ 241991 h 285750"/>
                <a:gd name="csX43" fmla="*/ 59312 w 704850"/>
                <a:gd name="csY43" fmla="*/ 239133 h 285750"/>
                <a:gd name="csX44" fmla="*/ 60646 w 704850"/>
                <a:gd name="csY44" fmla="*/ 236209 h 285750"/>
                <a:gd name="csX45" fmla="*/ 62046 w 704850"/>
                <a:gd name="csY45" fmla="*/ 233161 h 285750"/>
                <a:gd name="csX46" fmla="*/ 63446 w 704850"/>
                <a:gd name="csY46" fmla="*/ 229989 h 285750"/>
                <a:gd name="csX47" fmla="*/ 64780 w 704850"/>
                <a:gd name="csY47" fmla="*/ 226694 h 285750"/>
                <a:gd name="csX48" fmla="*/ 66180 w 704850"/>
                <a:gd name="csY48" fmla="*/ 223274 h 285750"/>
                <a:gd name="csX49" fmla="*/ 67580 w 704850"/>
                <a:gd name="csY49" fmla="*/ 219788 h 285750"/>
                <a:gd name="csX50" fmla="*/ 68913 w 704850"/>
                <a:gd name="csY50" fmla="*/ 216121 h 285750"/>
                <a:gd name="csX51" fmla="*/ 70314 w 704850"/>
                <a:gd name="csY51" fmla="*/ 212320 h 285750"/>
                <a:gd name="csX52" fmla="*/ 71714 w 704850"/>
                <a:gd name="csY52" fmla="*/ 208472 h 285750"/>
                <a:gd name="csX53" fmla="*/ 73047 w 704850"/>
                <a:gd name="csY53" fmla="*/ 204424 h 285750"/>
                <a:gd name="csX54" fmla="*/ 74447 w 704850"/>
                <a:gd name="csY54" fmla="*/ 200319 h 285750"/>
                <a:gd name="csX55" fmla="*/ 75848 w 704850"/>
                <a:gd name="csY55" fmla="*/ 196090 h 285750"/>
                <a:gd name="csX56" fmla="*/ 77248 w 704850"/>
                <a:gd name="csY56" fmla="*/ 191737 h 285750"/>
                <a:gd name="csX57" fmla="*/ 78581 w 704850"/>
                <a:gd name="csY57" fmla="*/ 187317 h 285750"/>
                <a:gd name="csX58" fmla="*/ 79981 w 704850"/>
                <a:gd name="csY58" fmla="*/ 182783 h 285750"/>
                <a:gd name="csX59" fmla="*/ 81382 w 704850"/>
                <a:gd name="csY59" fmla="*/ 178173 h 285750"/>
                <a:gd name="csX60" fmla="*/ 82715 w 704850"/>
                <a:gd name="csY60" fmla="*/ 173449 h 285750"/>
                <a:gd name="csX61" fmla="*/ 84115 w 704850"/>
                <a:gd name="csY61" fmla="*/ 168658 h 285750"/>
                <a:gd name="csX62" fmla="*/ 85516 w 704850"/>
                <a:gd name="csY62" fmla="*/ 163809 h 285750"/>
                <a:gd name="csX63" fmla="*/ 86849 w 704850"/>
                <a:gd name="csY63" fmla="*/ 158895 h 285750"/>
                <a:gd name="csX64" fmla="*/ 88249 w 704850"/>
                <a:gd name="csY64" fmla="*/ 153923 h 285750"/>
                <a:gd name="csX65" fmla="*/ 89649 w 704850"/>
                <a:gd name="csY65" fmla="*/ 148884 h 285750"/>
                <a:gd name="csX66" fmla="*/ 90983 w 704850"/>
                <a:gd name="csY66" fmla="*/ 143778 h 285750"/>
                <a:gd name="csX67" fmla="*/ 92383 w 704850"/>
                <a:gd name="csY67" fmla="*/ 138682 h 285750"/>
                <a:gd name="csX68" fmla="*/ 93783 w 704850"/>
                <a:gd name="csY68" fmla="*/ 133520 h 285750"/>
                <a:gd name="csX69" fmla="*/ 95174 w 704850"/>
                <a:gd name="csY69" fmla="*/ 128358 h 285750"/>
                <a:gd name="csX70" fmla="*/ 96517 w 704850"/>
                <a:gd name="csY70" fmla="*/ 123128 h 285750"/>
                <a:gd name="csX71" fmla="*/ 97917 w 704850"/>
                <a:gd name="csY71" fmla="*/ 117966 h 285750"/>
                <a:gd name="csX72" fmla="*/ 99308 w 704850"/>
                <a:gd name="csY72" fmla="*/ 112736 h 285750"/>
                <a:gd name="csX73" fmla="*/ 100651 w 704850"/>
                <a:gd name="csY73" fmla="*/ 107574 h 285750"/>
                <a:gd name="csX74" fmla="*/ 102041 w 704850"/>
                <a:gd name="csY74" fmla="*/ 102478 h 285750"/>
                <a:gd name="csX75" fmla="*/ 103442 w 704850"/>
                <a:gd name="csY75" fmla="*/ 97373 h 285750"/>
                <a:gd name="csX76" fmla="*/ 104784 w 704850"/>
                <a:gd name="csY76" fmla="*/ 92334 h 285750"/>
                <a:gd name="csX77" fmla="*/ 106175 w 704850"/>
                <a:gd name="csY77" fmla="*/ 87305 h 285750"/>
                <a:gd name="csX78" fmla="*/ 107575 w 704850"/>
                <a:gd name="csY78" fmla="*/ 82390 h 285750"/>
                <a:gd name="csX79" fmla="*/ 108919 w 704850"/>
                <a:gd name="csY79" fmla="*/ 77532 h 285750"/>
                <a:gd name="csX80" fmla="*/ 110309 w 704850"/>
                <a:gd name="csY80" fmla="*/ 72750 h 285750"/>
                <a:gd name="csX81" fmla="*/ 111709 w 704850"/>
                <a:gd name="csY81" fmla="*/ 68017 h 285750"/>
                <a:gd name="csX82" fmla="*/ 113052 w 704850"/>
                <a:gd name="csY82" fmla="*/ 63473 h 285750"/>
                <a:gd name="csX83" fmla="*/ 114443 w 704850"/>
                <a:gd name="csY83" fmla="*/ 58996 h 285750"/>
                <a:gd name="csX84" fmla="*/ 115843 w 704850"/>
                <a:gd name="csY84" fmla="*/ 54643 h 285750"/>
                <a:gd name="csX85" fmla="*/ 117243 w 704850"/>
                <a:gd name="csY85" fmla="*/ 50414 h 285750"/>
                <a:gd name="csX86" fmla="*/ 118577 w 704850"/>
                <a:gd name="csY86" fmla="*/ 46309 h 285750"/>
                <a:gd name="csX87" fmla="*/ 119977 w 704850"/>
                <a:gd name="csY87" fmla="*/ 42394 h 285750"/>
                <a:gd name="csX88" fmla="*/ 121377 w 704850"/>
                <a:gd name="csY88" fmla="*/ 38537 h 285750"/>
                <a:gd name="csX89" fmla="*/ 122711 w 704850"/>
                <a:gd name="csY89" fmla="*/ 34927 h 285750"/>
                <a:gd name="csX90" fmla="*/ 124111 w 704850"/>
                <a:gd name="csY90" fmla="*/ 31440 h 285750"/>
                <a:gd name="csX91" fmla="*/ 125511 w 704850"/>
                <a:gd name="csY91" fmla="*/ 28088 h 285750"/>
                <a:gd name="csX92" fmla="*/ 126844 w 704850"/>
                <a:gd name="csY92" fmla="*/ 25040 h 285750"/>
                <a:gd name="csX93" fmla="*/ 128245 w 704850"/>
                <a:gd name="csY93" fmla="*/ 22049 h 285750"/>
                <a:gd name="csX94" fmla="*/ 129645 w 704850"/>
                <a:gd name="csY94" fmla="*/ 19248 h 285750"/>
                <a:gd name="csX95" fmla="*/ 130978 w 704850"/>
                <a:gd name="csY95" fmla="*/ 16639 h 285750"/>
                <a:gd name="csX96" fmla="*/ 132378 w 704850"/>
                <a:gd name="csY96" fmla="*/ 14277 h 285750"/>
                <a:gd name="csX97" fmla="*/ 133779 w 704850"/>
                <a:gd name="csY97" fmla="*/ 11972 h 285750"/>
                <a:gd name="csX98" fmla="*/ 135179 w 704850"/>
                <a:gd name="csY98" fmla="*/ 9981 h 285750"/>
                <a:gd name="csX99" fmla="*/ 136512 w 704850"/>
                <a:gd name="csY99" fmla="*/ 8123 h 285750"/>
                <a:gd name="csX100" fmla="*/ 137912 w 704850"/>
                <a:gd name="csY100" fmla="*/ 6437 h 285750"/>
                <a:gd name="csX101" fmla="*/ 139313 w 704850"/>
                <a:gd name="csY101" fmla="*/ 5009 h 285750"/>
                <a:gd name="csX102" fmla="*/ 140646 w 704850"/>
                <a:gd name="csY102" fmla="*/ 3761 h 285750"/>
                <a:gd name="csX103" fmla="*/ 142046 w 704850"/>
                <a:gd name="csY103" fmla="*/ 2647 h 285750"/>
                <a:gd name="csX104" fmla="*/ 143447 w 704850"/>
                <a:gd name="csY104" fmla="*/ 1713 h 285750"/>
                <a:gd name="csX105" fmla="*/ 144780 w 704850"/>
                <a:gd name="csY105" fmla="*/ 1027 h 285750"/>
                <a:gd name="csX106" fmla="*/ 146180 w 704850"/>
                <a:gd name="csY106" fmla="*/ 532 h 285750"/>
                <a:gd name="csX107" fmla="*/ 147580 w 704850"/>
                <a:gd name="csY107" fmla="*/ 160 h 285750"/>
                <a:gd name="csX108" fmla="*/ 148914 w 704850"/>
                <a:gd name="csY108" fmla="*/ -30 h 285750"/>
                <a:gd name="csX109" fmla="*/ 150314 w 704850"/>
                <a:gd name="csY109" fmla="*/ -30 h 285750"/>
                <a:gd name="csX110" fmla="*/ 151714 w 704850"/>
                <a:gd name="csY110" fmla="*/ 94 h 285750"/>
                <a:gd name="csX111" fmla="*/ 153114 w 704850"/>
                <a:gd name="csY111" fmla="*/ 465 h 285750"/>
                <a:gd name="csX112" fmla="*/ 154448 w 704850"/>
                <a:gd name="csY112" fmla="*/ 903 h 285750"/>
                <a:gd name="csX113" fmla="*/ 155848 w 704850"/>
                <a:gd name="csY113" fmla="*/ 1523 h 285750"/>
                <a:gd name="csX114" fmla="*/ 157248 w 704850"/>
                <a:gd name="csY114" fmla="*/ 2275 h 285750"/>
                <a:gd name="csX115" fmla="*/ 158582 w 704850"/>
                <a:gd name="csY115" fmla="*/ 3208 h 285750"/>
                <a:gd name="csX116" fmla="*/ 159982 w 704850"/>
                <a:gd name="csY116" fmla="*/ 4266 h 285750"/>
                <a:gd name="csX117" fmla="*/ 161373 w 704850"/>
                <a:gd name="csY117" fmla="*/ 5380 h 285750"/>
                <a:gd name="csX118" fmla="*/ 162716 w 704850"/>
                <a:gd name="csY118" fmla="*/ 6685 h 285750"/>
                <a:gd name="csX119" fmla="*/ 164116 w 704850"/>
                <a:gd name="csY119" fmla="*/ 8057 h 285750"/>
                <a:gd name="csX120" fmla="*/ 165506 w 704850"/>
                <a:gd name="csY120" fmla="*/ 9552 h 285750"/>
                <a:gd name="csX121" fmla="*/ 166850 w 704850"/>
                <a:gd name="csY121" fmla="*/ 11162 h 285750"/>
                <a:gd name="csX122" fmla="*/ 168240 w 704850"/>
                <a:gd name="csY122" fmla="*/ 12848 h 285750"/>
                <a:gd name="csX123" fmla="*/ 169640 w 704850"/>
                <a:gd name="csY123" fmla="*/ 14591 h 285750"/>
                <a:gd name="csX124" fmla="*/ 171041 w 704850"/>
                <a:gd name="csY124" fmla="*/ 16458 h 285750"/>
                <a:gd name="csX125" fmla="*/ 172374 w 704850"/>
                <a:gd name="csY125" fmla="*/ 18315 h 285750"/>
                <a:gd name="csX126" fmla="*/ 173774 w 704850"/>
                <a:gd name="csY126" fmla="*/ 20306 h 285750"/>
                <a:gd name="csX127" fmla="*/ 175174 w 704850"/>
                <a:gd name="csY127" fmla="*/ 22363 h 285750"/>
                <a:gd name="csX128" fmla="*/ 176508 w 704850"/>
                <a:gd name="csY128" fmla="*/ 24411 h 285750"/>
                <a:gd name="csX129" fmla="*/ 177908 w 704850"/>
                <a:gd name="csY129" fmla="*/ 26526 h 285750"/>
                <a:gd name="csX130" fmla="*/ 179308 w 704850"/>
                <a:gd name="csY130" fmla="*/ 28707 h 285750"/>
                <a:gd name="csX131" fmla="*/ 180642 w 704850"/>
                <a:gd name="csY131" fmla="*/ 30888 h 285750"/>
                <a:gd name="csX132" fmla="*/ 182042 w 704850"/>
                <a:gd name="csY132" fmla="*/ 33126 h 285750"/>
                <a:gd name="csX133" fmla="*/ 183442 w 704850"/>
                <a:gd name="csY133" fmla="*/ 35365 h 285750"/>
                <a:gd name="csX134" fmla="*/ 184776 w 704850"/>
                <a:gd name="csY134" fmla="*/ 37603 h 285750"/>
                <a:gd name="csX135" fmla="*/ 186176 w 704850"/>
                <a:gd name="csY135" fmla="*/ 39899 h 285750"/>
                <a:gd name="csX136" fmla="*/ 187576 w 704850"/>
                <a:gd name="csY136" fmla="*/ 42147 h 285750"/>
                <a:gd name="csX137" fmla="*/ 188976 w 704850"/>
                <a:gd name="csY137" fmla="*/ 44442 h 285750"/>
                <a:gd name="csX138" fmla="*/ 190310 w 704850"/>
                <a:gd name="csY138" fmla="*/ 46681 h 285750"/>
                <a:gd name="csX139" fmla="*/ 191710 w 704850"/>
                <a:gd name="csY139" fmla="*/ 48986 h 285750"/>
                <a:gd name="csX140" fmla="*/ 193110 w 704850"/>
                <a:gd name="csY140" fmla="*/ 51224 h 285750"/>
                <a:gd name="csX141" fmla="*/ 194443 w 704850"/>
                <a:gd name="csY141" fmla="*/ 53462 h 285750"/>
                <a:gd name="csX142" fmla="*/ 195843 w 704850"/>
                <a:gd name="csY142" fmla="*/ 55644 h 285750"/>
                <a:gd name="csX143" fmla="*/ 197244 w 704850"/>
                <a:gd name="csY143" fmla="*/ 57882 h 285750"/>
                <a:gd name="csX144" fmla="*/ 198577 w 704850"/>
                <a:gd name="csY144" fmla="*/ 60054 h 285750"/>
                <a:gd name="csX145" fmla="*/ 199978 w 704850"/>
                <a:gd name="csY145" fmla="*/ 62235 h 285750"/>
                <a:gd name="csX146" fmla="*/ 201378 w 704850"/>
                <a:gd name="csY146" fmla="*/ 64350 h 285750"/>
                <a:gd name="csX147" fmla="*/ 202711 w 704850"/>
                <a:gd name="csY147" fmla="*/ 66397 h 285750"/>
                <a:gd name="csX148" fmla="*/ 204111 w 704850"/>
                <a:gd name="csY148" fmla="*/ 68512 h 285750"/>
                <a:gd name="csX149" fmla="*/ 205511 w 704850"/>
                <a:gd name="csY149" fmla="*/ 70569 h 285750"/>
                <a:gd name="csX150" fmla="*/ 206912 w 704850"/>
                <a:gd name="csY150" fmla="*/ 72560 h 285750"/>
                <a:gd name="csX151" fmla="*/ 208245 w 704850"/>
                <a:gd name="csY151" fmla="*/ 74484 h 285750"/>
                <a:gd name="csX152" fmla="*/ 209645 w 704850"/>
                <a:gd name="csY152" fmla="*/ 76418 h 285750"/>
                <a:gd name="csX153" fmla="*/ 211045 w 704850"/>
                <a:gd name="csY153" fmla="*/ 78342 h 285750"/>
                <a:gd name="csX154" fmla="*/ 212379 w 704850"/>
                <a:gd name="csY154" fmla="*/ 80209 h 285750"/>
                <a:gd name="csX155" fmla="*/ 213779 w 704850"/>
                <a:gd name="csY155" fmla="*/ 82009 h 285750"/>
                <a:gd name="csX156" fmla="*/ 215179 w 704850"/>
                <a:gd name="csY156" fmla="*/ 83752 h 285750"/>
                <a:gd name="csX157" fmla="*/ 216513 w 704850"/>
                <a:gd name="csY157" fmla="*/ 85495 h 285750"/>
                <a:gd name="csX158" fmla="*/ 217913 w 704850"/>
                <a:gd name="csY158" fmla="*/ 87238 h 285750"/>
                <a:gd name="csX159" fmla="*/ 219313 w 704850"/>
                <a:gd name="csY159" fmla="*/ 88915 h 285750"/>
                <a:gd name="csX160" fmla="*/ 220647 w 704850"/>
                <a:gd name="csY160" fmla="*/ 90534 h 285750"/>
                <a:gd name="csX161" fmla="*/ 222047 w 704850"/>
                <a:gd name="csY161" fmla="*/ 92153 h 285750"/>
                <a:gd name="csX162" fmla="*/ 223447 w 704850"/>
                <a:gd name="csY162" fmla="*/ 93706 h 285750"/>
                <a:gd name="csX163" fmla="*/ 224838 w 704850"/>
                <a:gd name="csY163" fmla="*/ 95201 h 285750"/>
                <a:gd name="csX164" fmla="*/ 226181 w 704850"/>
                <a:gd name="csY164" fmla="*/ 96696 h 285750"/>
                <a:gd name="csX165" fmla="*/ 227581 w 704850"/>
                <a:gd name="csY165" fmla="*/ 98125 h 285750"/>
                <a:gd name="csX166" fmla="*/ 228971 w 704850"/>
                <a:gd name="csY166" fmla="*/ 99554 h 285750"/>
                <a:gd name="csX167" fmla="*/ 230315 w 704850"/>
                <a:gd name="csY167" fmla="*/ 100925 h 285750"/>
                <a:gd name="csX168" fmla="*/ 231705 w 704850"/>
                <a:gd name="csY168" fmla="*/ 102288 h 285750"/>
                <a:gd name="csX169" fmla="*/ 233105 w 704850"/>
                <a:gd name="csY169" fmla="*/ 103602 h 285750"/>
                <a:gd name="csX170" fmla="*/ 234448 w 704850"/>
                <a:gd name="csY170" fmla="*/ 104907 h 285750"/>
                <a:gd name="csX171" fmla="*/ 235839 w 704850"/>
                <a:gd name="csY171" fmla="*/ 106145 h 285750"/>
                <a:gd name="csX172" fmla="*/ 237239 w 704850"/>
                <a:gd name="csY172" fmla="*/ 107393 h 285750"/>
                <a:gd name="csX173" fmla="*/ 238573 w 704850"/>
                <a:gd name="csY173" fmla="*/ 108631 h 285750"/>
                <a:gd name="csX174" fmla="*/ 239973 w 704850"/>
                <a:gd name="csY174" fmla="*/ 109755 h 285750"/>
                <a:gd name="csX175" fmla="*/ 241373 w 704850"/>
                <a:gd name="csY175" fmla="*/ 110936 h 285750"/>
                <a:gd name="csX176" fmla="*/ 242773 w 704850"/>
                <a:gd name="csY176" fmla="*/ 112060 h 285750"/>
                <a:gd name="csX177" fmla="*/ 244107 w 704850"/>
                <a:gd name="csY177" fmla="*/ 113175 h 285750"/>
                <a:gd name="csX178" fmla="*/ 245507 w 704850"/>
                <a:gd name="csY178" fmla="*/ 114232 h 285750"/>
                <a:gd name="csX179" fmla="*/ 246907 w 704850"/>
                <a:gd name="csY179" fmla="*/ 115289 h 285750"/>
                <a:gd name="csX180" fmla="*/ 248241 w 704850"/>
                <a:gd name="csY180" fmla="*/ 116346 h 285750"/>
                <a:gd name="csX181" fmla="*/ 249641 w 704850"/>
                <a:gd name="csY181" fmla="*/ 117347 h 285750"/>
                <a:gd name="csX182" fmla="*/ 251041 w 704850"/>
                <a:gd name="csY182" fmla="*/ 118337 h 285750"/>
                <a:gd name="csX183" fmla="*/ 252374 w 704850"/>
                <a:gd name="csY183" fmla="*/ 119271 h 285750"/>
                <a:gd name="csX184" fmla="*/ 253775 w 704850"/>
                <a:gd name="csY184" fmla="*/ 120271 h 285750"/>
                <a:gd name="csX185" fmla="*/ 255175 w 704850"/>
                <a:gd name="csY185" fmla="*/ 121204 h 285750"/>
                <a:gd name="csX186" fmla="*/ 256508 w 704850"/>
                <a:gd name="csY186" fmla="*/ 122138 h 285750"/>
                <a:gd name="csX187" fmla="*/ 257909 w 704850"/>
                <a:gd name="csY187" fmla="*/ 123004 h 285750"/>
                <a:gd name="csX188" fmla="*/ 259309 w 704850"/>
                <a:gd name="csY188" fmla="*/ 123871 h 285750"/>
                <a:gd name="csX189" fmla="*/ 260709 w 704850"/>
                <a:gd name="csY189" fmla="*/ 124748 h 285750"/>
                <a:gd name="csX190" fmla="*/ 262042 w 704850"/>
                <a:gd name="csY190" fmla="*/ 125614 h 285750"/>
                <a:gd name="csX191" fmla="*/ 263443 w 704850"/>
                <a:gd name="csY191" fmla="*/ 126490 h 285750"/>
                <a:gd name="csX192" fmla="*/ 264843 w 704850"/>
                <a:gd name="csY192" fmla="*/ 127300 h 285750"/>
                <a:gd name="csX193" fmla="*/ 266176 w 704850"/>
                <a:gd name="csY193" fmla="*/ 128100 h 285750"/>
                <a:gd name="csX194" fmla="*/ 267576 w 704850"/>
                <a:gd name="csY194" fmla="*/ 128910 h 285750"/>
                <a:gd name="csX195" fmla="*/ 268977 w 704850"/>
                <a:gd name="csY195" fmla="*/ 129720 h 285750"/>
                <a:gd name="csX196" fmla="*/ 270310 w 704850"/>
                <a:gd name="csY196" fmla="*/ 130472 h 285750"/>
                <a:gd name="csX197" fmla="*/ 271710 w 704850"/>
                <a:gd name="csY197" fmla="*/ 131215 h 285750"/>
                <a:gd name="csX198" fmla="*/ 273110 w 704850"/>
                <a:gd name="csY198" fmla="*/ 132025 h 285750"/>
                <a:gd name="csX199" fmla="*/ 274444 w 704850"/>
                <a:gd name="csY199" fmla="*/ 132767 h 285750"/>
                <a:gd name="csX200" fmla="*/ 275844 w 704850"/>
                <a:gd name="csY200" fmla="*/ 133453 h 285750"/>
                <a:gd name="csX201" fmla="*/ 277244 w 704850"/>
                <a:gd name="csY201" fmla="*/ 134196 h 285750"/>
                <a:gd name="csX202" fmla="*/ 278645 w 704850"/>
                <a:gd name="csY202" fmla="*/ 134882 h 285750"/>
                <a:gd name="csX203" fmla="*/ 279978 w 704850"/>
                <a:gd name="csY203" fmla="*/ 135635 h 285750"/>
                <a:gd name="csX204" fmla="*/ 281378 w 704850"/>
                <a:gd name="csY204" fmla="*/ 136311 h 285750"/>
                <a:gd name="csX205" fmla="*/ 282778 w 704850"/>
                <a:gd name="csY205" fmla="*/ 136997 h 285750"/>
                <a:gd name="csX206" fmla="*/ 284112 w 704850"/>
                <a:gd name="csY206" fmla="*/ 137683 h 285750"/>
                <a:gd name="csX207" fmla="*/ 285512 w 704850"/>
                <a:gd name="csY207" fmla="*/ 138368 h 285750"/>
                <a:gd name="csX208" fmla="*/ 286902 w 704850"/>
                <a:gd name="csY208" fmla="*/ 138987 h 285750"/>
                <a:gd name="csX209" fmla="*/ 288246 w 704850"/>
                <a:gd name="csY209" fmla="*/ 139616 h 285750"/>
                <a:gd name="csX210" fmla="*/ 289646 w 704850"/>
                <a:gd name="csY210" fmla="*/ 140292 h 285750"/>
                <a:gd name="csX211" fmla="*/ 291037 w 704850"/>
                <a:gd name="csY211" fmla="*/ 140921 h 285750"/>
                <a:gd name="csX212" fmla="*/ 292379 w 704850"/>
                <a:gd name="csY212" fmla="*/ 141540 h 285750"/>
                <a:gd name="csX213" fmla="*/ 293780 w 704850"/>
                <a:gd name="csY213" fmla="*/ 142102 h 285750"/>
                <a:gd name="csX214" fmla="*/ 295170 w 704850"/>
                <a:gd name="csY214" fmla="*/ 142721 h 285750"/>
                <a:gd name="csX215" fmla="*/ 296570 w 704850"/>
                <a:gd name="csY215" fmla="*/ 143283 h 285750"/>
                <a:gd name="csX216" fmla="*/ 297913 w 704850"/>
                <a:gd name="csY216" fmla="*/ 143902 h 285750"/>
                <a:gd name="csX217" fmla="*/ 299304 w 704850"/>
                <a:gd name="csY217" fmla="*/ 144464 h 285750"/>
                <a:gd name="csX218" fmla="*/ 300704 w 704850"/>
                <a:gd name="csY218" fmla="*/ 144959 h 285750"/>
                <a:gd name="csX219" fmla="*/ 302038 w 704850"/>
                <a:gd name="csY219" fmla="*/ 145522 h 285750"/>
                <a:gd name="csX220" fmla="*/ 303438 w 704850"/>
                <a:gd name="csY220" fmla="*/ 146083 h 285750"/>
                <a:gd name="csX221" fmla="*/ 304838 w 704850"/>
                <a:gd name="csY221" fmla="*/ 146579 h 285750"/>
                <a:gd name="csX222" fmla="*/ 306172 w 704850"/>
                <a:gd name="csY222" fmla="*/ 147074 h 285750"/>
                <a:gd name="csX223" fmla="*/ 307572 w 704850"/>
                <a:gd name="csY223" fmla="*/ 147569 h 285750"/>
                <a:gd name="csX224" fmla="*/ 308972 w 704850"/>
                <a:gd name="csY224" fmla="*/ 148074 h 285750"/>
                <a:gd name="csX225" fmla="*/ 310305 w 704850"/>
                <a:gd name="csY225" fmla="*/ 148503 h 285750"/>
                <a:gd name="csX226" fmla="*/ 311706 w 704850"/>
                <a:gd name="csY226" fmla="*/ 149008 h 285750"/>
                <a:gd name="csX227" fmla="*/ 313106 w 704850"/>
                <a:gd name="csY227" fmla="*/ 149436 h 285750"/>
                <a:gd name="csX228" fmla="*/ 314439 w 704850"/>
                <a:gd name="csY228" fmla="*/ 149808 h 285750"/>
                <a:gd name="csX229" fmla="*/ 315840 w 704850"/>
                <a:gd name="csY229" fmla="*/ 150246 h 285750"/>
                <a:gd name="csX230" fmla="*/ 317240 w 704850"/>
                <a:gd name="csY230" fmla="*/ 150617 h 285750"/>
                <a:gd name="csX231" fmla="*/ 318640 w 704850"/>
                <a:gd name="csY231" fmla="*/ 151056 h 285750"/>
                <a:gd name="csX232" fmla="*/ 319973 w 704850"/>
                <a:gd name="csY232" fmla="*/ 151370 h 285750"/>
                <a:gd name="csX233" fmla="*/ 321374 w 704850"/>
                <a:gd name="csY233" fmla="*/ 151741 h 285750"/>
                <a:gd name="csX234" fmla="*/ 322774 w 704850"/>
                <a:gd name="csY234" fmla="*/ 152113 h 285750"/>
                <a:gd name="csX235" fmla="*/ 324107 w 704850"/>
                <a:gd name="csY235" fmla="*/ 152427 h 285750"/>
                <a:gd name="csX236" fmla="*/ 325507 w 704850"/>
                <a:gd name="csY236" fmla="*/ 152732 h 285750"/>
                <a:gd name="csX237" fmla="*/ 326908 w 704850"/>
                <a:gd name="csY237" fmla="*/ 152989 h 285750"/>
                <a:gd name="csX238" fmla="*/ 328241 w 704850"/>
                <a:gd name="csY238" fmla="*/ 153294 h 285750"/>
                <a:gd name="csX239" fmla="*/ 329641 w 704850"/>
                <a:gd name="csY239" fmla="*/ 153541 h 285750"/>
                <a:gd name="csX240" fmla="*/ 331041 w 704850"/>
                <a:gd name="csY240" fmla="*/ 153789 h 285750"/>
                <a:gd name="csX241" fmla="*/ 332375 w 704850"/>
                <a:gd name="csY241" fmla="*/ 153980 h 285750"/>
                <a:gd name="csX242" fmla="*/ 333775 w 704850"/>
                <a:gd name="csY242" fmla="*/ 154227 h 285750"/>
                <a:gd name="csX243" fmla="*/ 335175 w 704850"/>
                <a:gd name="csY243" fmla="*/ 154418 h 285750"/>
                <a:gd name="csX244" fmla="*/ 336576 w 704850"/>
                <a:gd name="csY244" fmla="*/ 154599 h 285750"/>
                <a:gd name="csX245" fmla="*/ 337909 w 704850"/>
                <a:gd name="csY245" fmla="*/ 154723 h 285750"/>
                <a:gd name="csX246" fmla="*/ 339309 w 704850"/>
                <a:gd name="csY246" fmla="*/ 154913 h 285750"/>
                <a:gd name="csX247" fmla="*/ 340709 w 704850"/>
                <a:gd name="csY247" fmla="*/ 155037 h 285750"/>
                <a:gd name="csX248" fmla="*/ 342043 w 704850"/>
                <a:gd name="csY248" fmla="*/ 155161 h 285750"/>
                <a:gd name="csX249" fmla="*/ 343443 w 704850"/>
                <a:gd name="csY249" fmla="*/ 155227 h 285750"/>
                <a:gd name="csX250" fmla="*/ 344843 w 704850"/>
                <a:gd name="csY250" fmla="*/ 155351 h 285750"/>
                <a:gd name="csX251" fmla="*/ 346177 w 704850"/>
                <a:gd name="csY251" fmla="*/ 155408 h 285750"/>
                <a:gd name="csX252" fmla="*/ 347577 w 704850"/>
                <a:gd name="csY252" fmla="*/ 155475 h 285750"/>
                <a:gd name="csX253" fmla="*/ 348977 w 704850"/>
                <a:gd name="csY253" fmla="*/ 155475 h 285750"/>
                <a:gd name="csX254" fmla="*/ 350311 w 704850"/>
                <a:gd name="csY254" fmla="*/ 155532 h 285750"/>
                <a:gd name="csX255" fmla="*/ 351711 w 704850"/>
                <a:gd name="csY255" fmla="*/ 155532 h 285750"/>
                <a:gd name="csX256" fmla="*/ 353101 w 704850"/>
                <a:gd name="csY256" fmla="*/ 155532 h 285750"/>
                <a:gd name="csX257" fmla="*/ 354502 w 704850"/>
                <a:gd name="csY257" fmla="*/ 155532 h 285750"/>
                <a:gd name="csX258" fmla="*/ 355844 w 704850"/>
                <a:gd name="csY258" fmla="*/ 155532 h 285750"/>
                <a:gd name="csX259" fmla="*/ 357235 w 704850"/>
                <a:gd name="csY259" fmla="*/ 155475 h 285750"/>
                <a:gd name="csX260" fmla="*/ 358635 w 704850"/>
                <a:gd name="csY260" fmla="*/ 155475 h 285750"/>
                <a:gd name="csX261" fmla="*/ 359979 w 704850"/>
                <a:gd name="csY261" fmla="*/ 155408 h 285750"/>
                <a:gd name="csX262" fmla="*/ 361369 w 704850"/>
                <a:gd name="csY262" fmla="*/ 155351 h 285750"/>
                <a:gd name="csX263" fmla="*/ 362769 w 704850"/>
                <a:gd name="csY263" fmla="*/ 155285 h 285750"/>
                <a:gd name="csX264" fmla="*/ 364112 w 704850"/>
                <a:gd name="csY264" fmla="*/ 155227 h 285750"/>
                <a:gd name="csX265" fmla="*/ 365503 w 704850"/>
                <a:gd name="csY265" fmla="*/ 155161 h 285750"/>
                <a:gd name="csX266" fmla="*/ 366903 w 704850"/>
                <a:gd name="csY266" fmla="*/ 155104 h 285750"/>
                <a:gd name="csX267" fmla="*/ 368236 w 704850"/>
                <a:gd name="csY267" fmla="*/ 155037 h 285750"/>
                <a:gd name="csX268" fmla="*/ 369637 w 704850"/>
                <a:gd name="csY268" fmla="*/ 154913 h 285750"/>
                <a:gd name="csX269" fmla="*/ 371037 w 704850"/>
                <a:gd name="csY269" fmla="*/ 154847 h 285750"/>
                <a:gd name="csX270" fmla="*/ 372437 w 704850"/>
                <a:gd name="csY270" fmla="*/ 154723 h 285750"/>
                <a:gd name="csX271" fmla="*/ 373771 w 704850"/>
                <a:gd name="csY271" fmla="*/ 154666 h 285750"/>
                <a:gd name="csX272" fmla="*/ 375171 w 704850"/>
                <a:gd name="csY272" fmla="*/ 154542 h 285750"/>
                <a:gd name="csX273" fmla="*/ 376571 w 704850"/>
                <a:gd name="csY273" fmla="*/ 154475 h 285750"/>
                <a:gd name="csX274" fmla="*/ 377904 w 704850"/>
                <a:gd name="csY274" fmla="*/ 154351 h 285750"/>
                <a:gd name="csX275" fmla="*/ 379305 w 704850"/>
                <a:gd name="csY275" fmla="*/ 154294 h 285750"/>
                <a:gd name="csX276" fmla="*/ 380705 w 704850"/>
                <a:gd name="csY276" fmla="*/ 154170 h 285750"/>
                <a:gd name="csX277" fmla="*/ 382038 w 704850"/>
                <a:gd name="csY277" fmla="*/ 154104 h 285750"/>
                <a:gd name="csX278" fmla="*/ 383438 w 704850"/>
                <a:gd name="csY278" fmla="*/ 153980 h 285750"/>
                <a:gd name="csX279" fmla="*/ 384839 w 704850"/>
                <a:gd name="csY279" fmla="*/ 153923 h 285750"/>
                <a:gd name="csX280" fmla="*/ 386172 w 704850"/>
                <a:gd name="csY280" fmla="*/ 153789 h 285750"/>
                <a:gd name="csX281" fmla="*/ 387572 w 704850"/>
                <a:gd name="csY281" fmla="*/ 153732 h 285750"/>
                <a:gd name="csX282" fmla="*/ 388972 w 704850"/>
                <a:gd name="csY282" fmla="*/ 153665 h 285750"/>
                <a:gd name="csX283" fmla="*/ 390373 w 704850"/>
                <a:gd name="csY283" fmla="*/ 153608 h 285750"/>
                <a:gd name="csX284" fmla="*/ 391706 w 704850"/>
                <a:gd name="csY284" fmla="*/ 153541 h 285750"/>
                <a:gd name="csX285" fmla="*/ 393106 w 704850"/>
                <a:gd name="csY285" fmla="*/ 153484 h 285750"/>
                <a:gd name="csX286" fmla="*/ 394507 w 704850"/>
                <a:gd name="csY286" fmla="*/ 153418 h 285750"/>
                <a:gd name="csX287" fmla="*/ 395840 w 704850"/>
                <a:gd name="csY287" fmla="*/ 153361 h 285750"/>
                <a:gd name="csX288" fmla="*/ 397240 w 704850"/>
                <a:gd name="csY288" fmla="*/ 153294 h 285750"/>
                <a:gd name="csX289" fmla="*/ 398640 w 704850"/>
                <a:gd name="csY289" fmla="*/ 153294 h 285750"/>
                <a:gd name="csX290" fmla="*/ 399974 w 704850"/>
                <a:gd name="csY290" fmla="*/ 153237 h 285750"/>
                <a:gd name="csX291" fmla="*/ 401374 w 704850"/>
                <a:gd name="csY291" fmla="*/ 153170 h 285750"/>
                <a:gd name="csX292" fmla="*/ 402774 w 704850"/>
                <a:gd name="csY292" fmla="*/ 153170 h 285750"/>
                <a:gd name="csX293" fmla="*/ 404108 w 704850"/>
                <a:gd name="csY293" fmla="*/ 153170 h 285750"/>
                <a:gd name="csX294" fmla="*/ 405508 w 704850"/>
                <a:gd name="csY294" fmla="*/ 153113 h 285750"/>
                <a:gd name="csX295" fmla="*/ 406908 w 704850"/>
                <a:gd name="csY295" fmla="*/ 153113 h 285750"/>
                <a:gd name="csX296" fmla="*/ 408299 w 704850"/>
                <a:gd name="csY296" fmla="*/ 153113 h 285750"/>
                <a:gd name="csX297" fmla="*/ 409642 w 704850"/>
                <a:gd name="csY297" fmla="*/ 153113 h 285750"/>
                <a:gd name="csX298" fmla="*/ 411042 w 704850"/>
                <a:gd name="csY298" fmla="*/ 153113 h 285750"/>
                <a:gd name="csX299" fmla="*/ 412433 w 704850"/>
                <a:gd name="csY299" fmla="*/ 153113 h 285750"/>
                <a:gd name="csX300" fmla="*/ 413776 w 704850"/>
                <a:gd name="csY300" fmla="*/ 153113 h 285750"/>
                <a:gd name="csX301" fmla="*/ 415176 w 704850"/>
                <a:gd name="csY301" fmla="*/ 153113 h 285750"/>
                <a:gd name="csX302" fmla="*/ 416566 w 704850"/>
                <a:gd name="csY302" fmla="*/ 153113 h 285750"/>
                <a:gd name="csX303" fmla="*/ 417910 w 704850"/>
                <a:gd name="csY303" fmla="*/ 153113 h 285750"/>
                <a:gd name="csX304" fmla="*/ 419300 w 704850"/>
                <a:gd name="csY304" fmla="*/ 153113 h 285750"/>
                <a:gd name="csX305" fmla="*/ 420700 w 704850"/>
                <a:gd name="csY305" fmla="*/ 153113 h 285750"/>
                <a:gd name="csX306" fmla="*/ 422043 w 704850"/>
                <a:gd name="csY306" fmla="*/ 153113 h 285750"/>
                <a:gd name="csX307" fmla="*/ 423434 w 704850"/>
                <a:gd name="csY307" fmla="*/ 153113 h 285750"/>
                <a:gd name="csX308" fmla="*/ 424834 w 704850"/>
                <a:gd name="csY308" fmla="*/ 153046 h 285750"/>
                <a:gd name="csX309" fmla="*/ 426234 w 704850"/>
                <a:gd name="csY309" fmla="*/ 153046 h 285750"/>
                <a:gd name="csX310" fmla="*/ 427568 w 704850"/>
                <a:gd name="csY310" fmla="*/ 152989 h 285750"/>
                <a:gd name="csX311" fmla="*/ 428968 w 704850"/>
                <a:gd name="csY311" fmla="*/ 152989 h 285750"/>
                <a:gd name="csX312" fmla="*/ 430368 w 704850"/>
                <a:gd name="csY312" fmla="*/ 152923 h 285750"/>
                <a:gd name="csX313" fmla="*/ 431702 w 704850"/>
                <a:gd name="csY313" fmla="*/ 152865 h 285750"/>
                <a:gd name="csX314" fmla="*/ 433102 w 704850"/>
                <a:gd name="csY314" fmla="*/ 152799 h 285750"/>
                <a:gd name="csX315" fmla="*/ 434502 w 704850"/>
                <a:gd name="csY315" fmla="*/ 152675 h 285750"/>
                <a:gd name="csX316" fmla="*/ 435836 w 704850"/>
                <a:gd name="csY316" fmla="*/ 152608 h 285750"/>
                <a:gd name="csX317" fmla="*/ 437236 w 704850"/>
                <a:gd name="csY317" fmla="*/ 152484 h 285750"/>
                <a:gd name="csX318" fmla="*/ 438636 w 704850"/>
                <a:gd name="csY318" fmla="*/ 152360 h 285750"/>
                <a:gd name="csX319" fmla="*/ 439969 w 704850"/>
                <a:gd name="csY319" fmla="*/ 152237 h 285750"/>
                <a:gd name="csX320" fmla="*/ 441369 w 704850"/>
                <a:gd name="csY320" fmla="*/ 152056 h 285750"/>
                <a:gd name="csX321" fmla="*/ 442770 w 704850"/>
                <a:gd name="csY321" fmla="*/ 151865 h 285750"/>
                <a:gd name="csX322" fmla="*/ 444170 w 704850"/>
                <a:gd name="csY322" fmla="*/ 151675 h 285750"/>
                <a:gd name="csX323" fmla="*/ 445503 w 704850"/>
                <a:gd name="csY323" fmla="*/ 151494 h 285750"/>
                <a:gd name="csX324" fmla="*/ 446903 w 704850"/>
                <a:gd name="csY324" fmla="*/ 151246 h 285750"/>
                <a:gd name="csX325" fmla="*/ 448304 w 704850"/>
                <a:gd name="csY325" fmla="*/ 150932 h 285750"/>
                <a:gd name="csX326" fmla="*/ 449637 w 704850"/>
                <a:gd name="csY326" fmla="*/ 150684 h 285750"/>
                <a:gd name="csX327" fmla="*/ 451037 w 704850"/>
                <a:gd name="csY327" fmla="*/ 150370 h 285750"/>
                <a:gd name="csX328" fmla="*/ 452438 w 704850"/>
                <a:gd name="csY328" fmla="*/ 149998 h 285750"/>
                <a:gd name="csX329" fmla="*/ 453771 w 704850"/>
                <a:gd name="csY329" fmla="*/ 149627 h 285750"/>
                <a:gd name="csX330" fmla="*/ 455171 w 704850"/>
                <a:gd name="csY330" fmla="*/ 149255 h 285750"/>
                <a:gd name="csX331" fmla="*/ 456571 w 704850"/>
                <a:gd name="csY331" fmla="*/ 148817 h 285750"/>
                <a:gd name="csX332" fmla="*/ 457905 w 704850"/>
                <a:gd name="csY332" fmla="*/ 148379 h 285750"/>
                <a:gd name="csX333" fmla="*/ 459305 w 704850"/>
                <a:gd name="csY333" fmla="*/ 147884 h 285750"/>
                <a:gd name="csX334" fmla="*/ 460705 w 704850"/>
                <a:gd name="csY334" fmla="*/ 147322 h 285750"/>
                <a:gd name="csX335" fmla="*/ 462105 w 704850"/>
                <a:gd name="csY335" fmla="*/ 146769 h 285750"/>
                <a:gd name="csX336" fmla="*/ 463439 w 704850"/>
                <a:gd name="csY336" fmla="*/ 146207 h 285750"/>
                <a:gd name="csX337" fmla="*/ 464839 w 704850"/>
                <a:gd name="csY337" fmla="*/ 145579 h 285750"/>
                <a:gd name="csX338" fmla="*/ 466239 w 704850"/>
                <a:gd name="csY338" fmla="*/ 144959 h 285750"/>
                <a:gd name="csX339" fmla="*/ 467573 w 704850"/>
                <a:gd name="csY339" fmla="*/ 144274 h 285750"/>
                <a:gd name="csX340" fmla="*/ 468973 w 704850"/>
                <a:gd name="csY340" fmla="*/ 143531 h 285750"/>
                <a:gd name="csX341" fmla="*/ 470373 w 704850"/>
                <a:gd name="csY341" fmla="*/ 142721 h 285750"/>
                <a:gd name="csX342" fmla="*/ 471707 w 704850"/>
                <a:gd name="csY342" fmla="*/ 141978 h 285750"/>
                <a:gd name="csX343" fmla="*/ 473107 w 704850"/>
                <a:gd name="csY343" fmla="*/ 141102 h 285750"/>
                <a:gd name="csX344" fmla="*/ 474507 w 704850"/>
                <a:gd name="csY344" fmla="*/ 140235 h 285750"/>
                <a:gd name="csX345" fmla="*/ 475841 w 704850"/>
                <a:gd name="csY345" fmla="*/ 139302 h 285750"/>
                <a:gd name="csX346" fmla="*/ 477241 w 704850"/>
                <a:gd name="csY346" fmla="*/ 138302 h 285750"/>
                <a:gd name="csX347" fmla="*/ 478641 w 704850"/>
                <a:gd name="csY347" fmla="*/ 137311 h 285750"/>
                <a:gd name="csX348" fmla="*/ 480031 w 704850"/>
                <a:gd name="csY348" fmla="*/ 136254 h 285750"/>
                <a:gd name="csX349" fmla="*/ 481375 w 704850"/>
                <a:gd name="csY349" fmla="*/ 135196 h 285750"/>
                <a:gd name="csX350" fmla="*/ 482765 w 704850"/>
                <a:gd name="csY350" fmla="*/ 134015 h 285750"/>
                <a:gd name="csX351" fmla="*/ 484165 w 704850"/>
                <a:gd name="csY351" fmla="*/ 132834 h 285750"/>
                <a:gd name="csX352" fmla="*/ 485508 w 704850"/>
                <a:gd name="csY352" fmla="*/ 131653 h 285750"/>
                <a:gd name="csX353" fmla="*/ 486899 w 704850"/>
                <a:gd name="csY353" fmla="*/ 130348 h 285750"/>
                <a:gd name="csX354" fmla="*/ 488299 w 704850"/>
                <a:gd name="csY354" fmla="*/ 129034 h 285750"/>
                <a:gd name="csX355" fmla="*/ 489633 w 704850"/>
                <a:gd name="csY355" fmla="*/ 127729 h 285750"/>
                <a:gd name="csX356" fmla="*/ 491033 w 704850"/>
                <a:gd name="csY356" fmla="*/ 126300 h 285750"/>
                <a:gd name="csX357" fmla="*/ 492433 w 704850"/>
                <a:gd name="csY357" fmla="*/ 124871 h 285750"/>
                <a:gd name="csX358" fmla="*/ 493767 w 704850"/>
                <a:gd name="csY358" fmla="*/ 123376 h 285750"/>
                <a:gd name="csX359" fmla="*/ 495167 w 704850"/>
                <a:gd name="csY359" fmla="*/ 121823 h 285750"/>
                <a:gd name="csX360" fmla="*/ 496567 w 704850"/>
                <a:gd name="csY360" fmla="*/ 120204 h 285750"/>
                <a:gd name="csX361" fmla="*/ 497967 w 704850"/>
                <a:gd name="csY361" fmla="*/ 118585 h 285750"/>
                <a:gd name="csX362" fmla="*/ 499301 w 704850"/>
                <a:gd name="csY362" fmla="*/ 116909 h 285750"/>
                <a:gd name="csX363" fmla="*/ 500701 w 704850"/>
                <a:gd name="csY363" fmla="*/ 115232 h 285750"/>
                <a:gd name="csX364" fmla="*/ 502101 w 704850"/>
                <a:gd name="csY364" fmla="*/ 113422 h 285750"/>
                <a:gd name="csX365" fmla="*/ 503434 w 704850"/>
                <a:gd name="csY365" fmla="*/ 111622 h 285750"/>
                <a:gd name="csX366" fmla="*/ 504835 w 704850"/>
                <a:gd name="csY366" fmla="*/ 109822 h 285750"/>
                <a:gd name="csX367" fmla="*/ 506235 w 704850"/>
                <a:gd name="csY367" fmla="*/ 107888 h 285750"/>
                <a:gd name="csX368" fmla="*/ 507568 w 704850"/>
                <a:gd name="csY368" fmla="*/ 106021 h 285750"/>
                <a:gd name="csX369" fmla="*/ 508969 w 704850"/>
                <a:gd name="csY369" fmla="*/ 104031 h 285750"/>
                <a:gd name="csX370" fmla="*/ 510369 w 704850"/>
                <a:gd name="csY370" fmla="*/ 102040 h 285750"/>
                <a:gd name="csX371" fmla="*/ 511702 w 704850"/>
                <a:gd name="csY371" fmla="*/ 99992 h 285750"/>
                <a:gd name="csX372" fmla="*/ 513102 w 704850"/>
                <a:gd name="csY372" fmla="*/ 97935 h 285750"/>
                <a:gd name="csX373" fmla="*/ 514503 w 704850"/>
                <a:gd name="csY373" fmla="*/ 95887 h 285750"/>
                <a:gd name="csX374" fmla="*/ 515836 w 704850"/>
                <a:gd name="csY374" fmla="*/ 93772 h 285750"/>
                <a:gd name="csX375" fmla="*/ 517236 w 704850"/>
                <a:gd name="csY375" fmla="*/ 91658 h 285750"/>
                <a:gd name="csX376" fmla="*/ 518636 w 704850"/>
                <a:gd name="csY376" fmla="*/ 89476 h 285750"/>
                <a:gd name="csX377" fmla="*/ 520036 w 704850"/>
                <a:gd name="csY377" fmla="*/ 87305 h 285750"/>
                <a:gd name="csX378" fmla="*/ 521370 w 704850"/>
                <a:gd name="csY378" fmla="*/ 85124 h 285750"/>
                <a:gd name="csX379" fmla="*/ 522770 w 704850"/>
                <a:gd name="csY379" fmla="*/ 82942 h 285750"/>
                <a:gd name="csX380" fmla="*/ 524170 w 704850"/>
                <a:gd name="csY380" fmla="*/ 80771 h 285750"/>
                <a:gd name="csX381" fmla="*/ 525504 w 704850"/>
                <a:gd name="csY381" fmla="*/ 78589 h 285750"/>
                <a:gd name="csX382" fmla="*/ 526904 w 704850"/>
                <a:gd name="csY382" fmla="*/ 76351 h 285750"/>
                <a:gd name="csX383" fmla="*/ 528304 w 704850"/>
                <a:gd name="csY383" fmla="*/ 74236 h 285750"/>
                <a:gd name="csX384" fmla="*/ 529638 w 704850"/>
                <a:gd name="csY384" fmla="*/ 72065 h 285750"/>
                <a:gd name="csX385" fmla="*/ 531038 w 704850"/>
                <a:gd name="csY385" fmla="*/ 69883 h 285750"/>
                <a:gd name="csX386" fmla="*/ 532438 w 704850"/>
                <a:gd name="csY386" fmla="*/ 67836 h 285750"/>
                <a:gd name="csX387" fmla="*/ 533771 w 704850"/>
                <a:gd name="csY387" fmla="*/ 65712 h 285750"/>
                <a:gd name="csX388" fmla="*/ 535172 w 704850"/>
                <a:gd name="csY388" fmla="*/ 63664 h 285750"/>
                <a:gd name="csX389" fmla="*/ 536572 w 704850"/>
                <a:gd name="csY389" fmla="*/ 61673 h 285750"/>
                <a:gd name="csX390" fmla="*/ 537962 w 704850"/>
                <a:gd name="csY390" fmla="*/ 59749 h 285750"/>
                <a:gd name="csX391" fmla="*/ 539306 w 704850"/>
                <a:gd name="csY391" fmla="*/ 57882 h 285750"/>
                <a:gd name="csX392" fmla="*/ 540706 w 704850"/>
                <a:gd name="csY392" fmla="*/ 56072 h 285750"/>
                <a:gd name="csX393" fmla="*/ 542096 w 704850"/>
                <a:gd name="csY393" fmla="*/ 54339 h 285750"/>
                <a:gd name="csX394" fmla="*/ 543439 w 704850"/>
                <a:gd name="csY394" fmla="*/ 52596 h 285750"/>
                <a:gd name="csX395" fmla="*/ 544840 w 704850"/>
                <a:gd name="csY395" fmla="*/ 51033 h 285750"/>
                <a:gd name="csX396" fmla="*/ 546230 w 704850"/>
                <a:gd name="csY396" fmla="*/ 49547 h 285750"/>
                <a:gd name="csX397" fmla="*/ 547573 w 704850"/>
                <a:gd name="csY397" fmla="*/ 48109 h 285750"/>
                <a:gd name="csX398" fmla="*/ 548973 w 704850"/>
                <a:gd name="csY398" fmla="*/ 46871 h 285750"/>
                <a:gd name="csX399" fmla="*/ 550364 w 704850"/>
                <a:gd name="csY399" fmla="*/ 45690 h 285750"/>
                <a:gd name="csX400" fmla="*/ 551707 w 704850"/>
                <a:gd name="csY400" fmla="*/ 44566 h 285750"/>
                <a:gd name="csX401" fmla="*/ 553098 w 704850"/>
                <a:gd name="csY401" fmla="*/ 43633 h 285750"/>
                <a:gd name="csX402" fmla="*/ 554498 w 704850"/>
                <a:gd name="csY402" fmla="*/ 42823 h 285750"/>
                <a:gd name="csX403" fmla="*/ 555898 w 704850"/>
                <a:gd name="csY403" fmla="*/ 42147 h 285750"/>
                <a:gd name="csX404" fmla="*/ 557232 w 704850"/>
                <a:gd name="csY404" fmla="*/ 41585 h 285750"/>
                <a:gd name="csX405" fmla="*/ 558632 w 704850"/>
                <a:gd name="csY405" fmla="*/ 41213 h 285750"/>
                <a:gd name="csX406" fmla="*/ 560032 w 704850"/>
                <a:gd name="csY406" fmla="*/ 41023 h 285750"/>
                <a:gd name="csX407" fmla="*/ 561365 w 704850"/>
                <a:gd name="csY407" fmla="*/ 40899 h 285750"/>
                <a:gd name="csX408" fmla="*/ 562766 w 704850"/>
                <a:gd name="csY408" fmla="*/ 40956 h 285750"/>
                <a:gd name="csX409" fmla="*/ 564166 w 704850"/>
                <a:gd name="csY409" fmla="*/ 41270 h 285750"/>
                <a:gd name="csX410" fmla="*/ 565499 w 704850"/>
                <a:gd name="csY410" fmla="*/ 41642 h 285750"/>
                <a:gd name="csX411" fmla="*/ 566900 w 704850"/>
                <a:gd name="csY411" fmla="*/ 42204 h 285750"/>
                <a:gd name="csX412" fmla="*/ 568300 w 704850"/>
                <a:gd name="csY412" fmla="*/ 43014 h 285750"/>
                <a:gd name="csX413" fmla="*/ 569633 w 704850"/>
                <a:gd name="csY413" fmla="*/ 43880 h 285750"/>
                <a:gd name="csX414" fmla="*/ 571033 w 704850"/>
                <a:gd name="csY414" fmla="*/ 45004 h 285750"/>
                <a:gd name="csX415" fmla="*/ 572434 w 704850"/>
                <a:gd name="csY415" fmla="*/ 46309 h 285750"/>
                <a:gd name="csX416" fmla="*/ 573834 w 704850"/>
                <a:gd name="csY416" fmla="*/ 47738 h 285750"/>
                <a:gd name="csX417" fmla="*/ 575167 w 704850"/>
                <a:gd name="csY417" fmla="*/ 49357 h 285750"/>
                <a:gd name="csX418" fmla="*/ 576567 w 704850"/>
                <a:gd name="csY418" fmla="*/ 51224 h 285750"/>
                <a:gd name="csX419" fmla="*/ 577968 w 704850"/>
                <a:gd name="csY419" fmla="*/ 53215 h 285750"/>
                <a:gd name="csX420" fmla="*/ 579301 w 704850"/>
                <a:gd name="csY420" fmla="*/ 55329 h 285750"/>
                <a:gd name="csX421" fmla="*/ 580701 w 704850"/>
                <a:gd name="csY421" fmla="*/ 57691 h 285750"/>
                <a:gd name="csX422" fmla="*/ 582101 w 704850"/>
                <a:gd name="csY422" fmla="*/ 60178 h 285750"/>
                <a:gd name="csX423" fmla="*/ 583435 w 704850"/>
                <a:gd name="csY423" fmla="*/ 62854 h 285750"/>
                <a:gd name="csX424" fmla="*/ 584835 w 704850"/>
                <a:gd name="csY424" fmla="*/ 65712 h 285750"/>
                <a:gd name="csX425" fmla="*/ 586235 w 704850"/>
                <a:gd name="csY425" fmla="*/ 68702 h 285750"/>
                <a:gd name="csX426" fmla="*/ 587569 w 704850"/>
                <a:gd name="csY426" fmla="*/ 71817 h 285750"/>
                <a:gd name="csX427" fmla="*/ 588969 w 704850"/>
                <a:gd name="csY427" fmla="*/ 75113 h 285750"/>
                <a:gd name="csX428" fmla="*/ 590369 w 704850"/>
                <a:gd name="csY428" fmla="*/ 78532 h 285750"/>
                <a:gd name="csX429" fmla="*/ 591769 w 704850"/>
                <a:gd name="csY429" fmla="*/ 82075 h 285750"/>
                <a:gd name="csX430" fmla="*/ 593103 w 704850"/>
                <a:gd name="csY430" fmla="*/ 85743 h 285750"/>
                <a:gd name="csX431" fmla="*/ 594503 w 704850"/>
                <a:gd name="csY431" fmla="*/ 89543 h 285750"/>
                <a:gd name="csX432" fmla="*/ 595903 w 704850"/>
                <a:gd name="csY432" fmla="*/ 93458 h 285750"/>
                <a:gd name="csX433" fmla="*/ 597237 w 704850"/>
                <a:gd name="csY433" fmla="*/ 97439 h 285750"/>
                <a:gd name="csX434" fmla="*/ 598637 w 704850"/>
                <a:gd name="csY434" fmla="*/ 101611 h 285750"/>
                <a:gd name="csX435" fmla="*/ 600037 w 704850"/>
                <a:gd name="csY435" fmla="*/ 105774 h 285750"/>
                <a:gd name="csX436" fmla="*/ 601370 w 704850"/>
                <a:gd name="csY436" fmla="*/ 110003 h 285750"/>
                <a:gd name="csX437" fmla="*/ 602771 w 704850"/>
                <a:gd name="csY437" fmla="*/ 114356 h 285750"/>
                <a:gd name="csX438" fmla="*/ 604171 w 704850"/>
                <a:gd name="csY438" fmla="*/ 118775 h 285750"/>
                <a:gd name="csX439" fmla="*/ 605504 w 704850"/>
                <a:gd name="csY439" fmla="*/ 123185 h 285750"/>
                <a:gd name="csX440" fmla="*/ 606904 w 704850"/>
                <a:gd name="csY440" fmla="*/ 127729 h 285750"/>
                <a:gd name="csX441" fmla="*/ 608295 w 704850"/>
                <a:gd name="csY441" fmla="*/ 132206 h 285750"/>
                <a:gd name="csX442" fmla="*/ 609695 w 704850"/>
                <a:gd name="csY442" fmla="*/ 136749 h 285750"/>
                <a:gd name="csX443" fmla="*/ 611039 w 704850"/>
                <a:gd name="csY443" fmla="*/ 141349 h 285750"/>
                <a:gd name="csX444" fmla="*/ 612429 w 704850"/>
                <a:gd name="csY444" fmla="*/ 145893 h 285750"/>
                <a:gd name="csX445" fmla="*/ 613829 w 704850"/>
                <a:gd name="csY445" fmla="*/ 150436 h 285750"/>
                <a:gd name="csX446" fmla="*/ 615172 w 704850"/>
                <a:gd name="csY446" fmla="*/ 155037 h 285750"/>
                <a:gd name="csX447" fmla="*/ 616563 w 704850"/>
                <a:gd name="csY447" fmla="*/ 159514 h 285750"/>
                <a:gd name="csX448" fmla="*/ 617963 w 704850"/>
                <a:gd name="csY448" fmla="*/ 164057 h 285750"/>
                <a:gd name="csX449" fmla="*/ 619296 w 704850"/>
                <a:gd name="csY449" fmla="*/ 168534 h 285750"/>
                <a:gd name="csX450" fmla="*/ 620697 w 704850"/>
                <a:gd name="csY450" fmla="*/ 172954 h 285750"/>
                <a:gd name="csX451" fmla="*/ 622097 w 704850"/>
                <a:gd name="csY451" fmla="*/ 177307 h 285750"/>
                <a:gd name="csX452" fmla="*/ 623430 w 704850"/>
                <a:gd name="csY452" fmla="*/ 181659 h 285750"/>
                <a:gd name="csX453" fmla="*/ 624831 w 704850"/>
                <a:gd name="csY453" fmla="*/ 185889 h 285750"/>
                <a:gd name="csX454" fmla="*/ 626231 w 704850"/>
                <a:gd name="csY454" fmla="*/ 190060 h 285750"/>
                <a:gd name="csX455" fmla="*/ 627631 w 704850"/>
                <a:gd name="csY455" fmla="*/ 194223 h 285750"/>
                <a:gd name="csX456" fmla="*/ 628964 w 704850"/>
                <a:gd name="csY456" fmla="*/ 198271 h 285750"/>
                <a:gd name="csX457" fmla="*/ 630365 w 704850"/>
                <a:gd name="csY457" fmla="*/ 202186 h 285750"/>
                <a:gd name="csX458" fmla="*/ 631765 w 704850"/>
                <a:gd name="csY458" fmla="*/ 206043 h 285750"/>
                <a:gd name="csX459" fmla="*/ 633098 w 704850"/>
                <a:gd name="csY459" fmla="*/ 209834 h 285750"/>
                <a:gd name="csX460" fmla="*/ 634498 w 704850"/>
                <a:gd name="csY460" fmla="*/ 213501 h 285750"/>
                <a:gd name="csX461" fmla="*/ 635899 w 704850"/>
                <a:gd name="csY461" fmla="*/ 217054 h 285750"/>
                <a:gd name="csX462" fmla="*/ 637232 w 704850"/>
                <a:gd name="csY462" fmla="*/ 220598 h 285750"/>
                <a:gd name="csX463" fmla="*/ 638632 w 704850"/>
                <a:gd name="csY463" fmla="*/ 223960 h 285750"/>
                <a:gd name="csX464" fmla="*/ 640032 w 704850"/>
                <a:gd name="csY464" fmla="*/ 227189 h 285750"/>
                <a:gd name="csX465" fmla="*/ 641366 w 704850"/>
                <a:gd name="csY465" fmla="*/ 230361 h 285750"/>
                <a:gd name="csX466" fmla="*/ 642766 w 704850"/>
                <a:gd name="csY466" fmla="*/ 233409 h 285750"/>
                <a:gd name="csX467" fmla="*/ 644166 w 704850"/>
                <a:gd name="csY467" fmla="*/ 236333 h 285750"/>
                <a:gd name="csX468" fmla="*/ 645567 w 704850"/>
                <a:gd name="csY468" fmla="*/ 239190 h 285750"/>
                <a:gd name="csX469" fmla="*/ 646900 w 704850"/>
                <a:gd name="csY469" fmla="*/ 241934 h 285750"/>
                <a:gd name="csX470" fmla="*/ 648300 w 704850"/>
                <a:gd name="csY470" fmla="*/ 244543 h 285750"/>
                <a:gd name="csX471" fmla="*/ 649700 w 704850"/>
                <a:gd name="csY471" fmla="*/ 247029 h 285750"/>
                <a:gd name="csX472" fmla="*/ 651034 w 704850"/>
                <a:gd name="csY472" fmla="*/ 249458 h 285750"/>
                <a:gd name="csX473" fmla="*/ 652434 w 704850"/>
                <a:gd name="csY473" fmla="*/ 251763 h 285750"/>
                <a:gd name="csX474" fmla="*/ 653834 w 704850"/>
                <a:gd name="csY474" fmla="*/ 253935 h 285750"/>
                <a:gd name="csX475" fmla="*/ 655168 w 704850"/>
                <a:gd name="csY475" fmla="*/ 256050 h 285750"/>
                <a:gd name="csX476" fmla="*/ 656568 w 704850"/>
                <a:gd name="csY476" fmla="*/ 258040 h 285750"/>
                <a:gd name="csX477" fmla="*/ 657968 w 704850"/>
                <a:gd name="csY477" fmla="*/ 259907 h 285750"/>
                <a:gd name="csX478" fmla="*/ 659302 w 704850"/>
                <a:gd name="csY478" fmla="*/ 261774 h 285750"/>
                <a:gd name="csX479" fmla="*/ 660702 w 704850"/>
                <a:gd name="csY479" fmla="*/ 263450 h 285750"/>
                <a:gd name="csX480" fmla="*/ 662102 w 704850"/>
                <a:gd name="csY480" fmla="*/ 265070 h 285750"/>
                <a:gd name="csX481" fmla="*/ 663493 w 704850"/>
                <a:gd name="csY481" fmla="*/ 266622 h 285750"/>
                <a:gd name="csX482" fmla="*/ 664836 w 704850"/>
                <a:gd name="csY482" fmla="*/ 268061 h 285750"/>
                <a:gd name="csX483" fmla="*/ 666236 w 704850"/>
                <a:gd name="csY483" fmla="*/ 269423 h 285750"/>
                <a:gd name="csX484" fmla="*/ 667626 w 704850"/>
                <a:gd name="csY484" fmla="*/ 270671 h 285750"/>
                <a:gd name="csX485" fmla="*/ 668969 w 704850"/>
                <a:gd name="csY485" fmla="*/ 271909 h 285750"/>
                <a:gd name="csX486" fmla="*/ 670369 w 704850"/>
                <a:gd name="csY486" fmla="*/ 273033 h 285750"/>
                <a:gd name="csX487" fmla="*/ 671760 w 704850"/>
                <a:gd name="csY487" fmla="*/ 274090 h 285750"/>
                <a:gd name="csX488" fmla="*/ 673103 w 704850"/>
                <a:gd name="csY488" fmla="*/ 275081 h 285750"/>
                <a:gd name="csX489" fmla="*/ 674494 w 704850"/>
                <a:gd name="csY489" fmla="*/ 276014 h 285750"/>
                <a:gd name="csX490" fmla="*/ 675894 w 704850"/>
                <a:gd name="csY490" fmla="*/ 276890 h 285750"/>
                <a:gd name="csX491" fmla="*/ 677237 w 704850"/>
                <a:gd name="csY491" fmla="*/ 277700 h 285750"/>
                <a:gd name="csX492" fmla="*/ 678628 w 704850"/>
                <a:gd name="csY492" fmla="*/ 278443 h 285750"/>
                <a:gd name="csX493" fmla="*/ 680028 w 704850"/>
                <a:gd name="csY493" fmla="*/ 279186 h 285750"/>
                <a:gd name="csX494" fmla="*/ 681428 w 704850"/>
                <a:gd name="csY494" fmla="*/ 279815 h 285750"/>
                <a:gd name="csX495" fmla="*/ 682761 w 704850"/>
                <a:gd name="csY495" fmla="*/ 280434 h 285750"/>
                <a:gd name="csX496" fmla="*/ 684162 w 704850"/>
                <a:gd name="csY496" fmla="*/ 280996 h 285750"/>
                <a:gd name="csX497" fmla="*/ 685562 w 704850"/>
                <a:gd name="csY497" fmla="*/ 281491 h 285750"/>
                <a:gd name="csX498" fmla="*/ 686895 w 704850"/>
                <a:gd name="csY498" fmla="*/ 281986 h 285750"/>
                <a:gd name="csX499" fmla="*/ 688295 w 704850"/>
                <a:gd name="csY499" fmla="*/ 282424 h 285750"/>
                <a:gd name="csX500" fmla="*/ 689696 w 704850"/>
                <a:gd name="csY500" fmla="*/ 282863 h 285750"/>
                <a:gd name="csX501" fmla="*/ 691030 w 704850"/>
                <a:gd name="csY501" fmla="*/ 283234 h 285750"/>
                <a:gd name="csX502" fmla="*/ 692429 w 704850"/>
                <a:gd name="csY502" fmla="*/ 283548 h 285750"/>
                <a:gd name="csX503" fmla="*/ 693829 w 704850"/>
                <a:gd name="csY503" fmla="*/ 283920 h 285750"/>
                <a:gd name="csX504" fmla="*/ 695163 w 704850"/>
                <a:gd name="csY504" fmla="*/ 284167 h 285750"/>
                <a:gd name="csX505" fmla="*/ 696564 w 704850"/>
                <a:gd name="csY505" fmla="*/ 284482 h 285750"/>
                <a:gd name="csX506" fmla="*/ 697963 w 704850"/>
                <a:gd name="csY506" fmla="*/ 284729 h 285750"/>
                <a:gd name="csX507" fmla="*/ 699364 w 704850"/>
                <a:gd name="csY507" fmla="*/ 284910 h 285750"/>
                <a:gd name="csX508" fmla="*/ 700697 w 704850"/>
                <a:gd name="csY508" fmla="*/ 285101 h 285750"/>
                <a:gd name="csX509" fmla="*/ 702097 w 704850"/>
                <a:gd name="csY509" fmla="*/ 285282 h 285750"/>
                <a:gd name="csX510" fmla="*/ 703497 w 704850"/>
                <a:gd name="csY510" fmla="*/ 285472 h 285750"/>
                <a:gd name="csX511" fmla="*/ 704831 w 704850"/>
                <a:gd name="csY511" fmla="*/ 285663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85750">
                  <a:moveTo>
                    <a:pt x="-19" y="285720"/>
                  </a:moveTo>
                  <a:lnTo>
                    <a:pt x="1315" y="285596"/>
                  </a:lnTo>
                  <a:lnTo>
                    <a:pt x="2715" y="285415"/>
                  </a:lnTo>
                  <a:lnTo>
                    <a:pt x="4115" y="285225"/>
                  </a:lnTo>
                  <a:lnTo>
                    <a:pt x="5515" y="285034"/>
                  </a:lnTo>
                  <a:lnTo>
                    <a:pt x="6849" y="284853"/>
                  </a:lnTo>
                  <a:lnTo>
                    <a:pt x="8249" y="284606"/>
                  </a:lnTo>
                  <a:lnTo>
                    <a:pt x="9649" y="284358"/>
                  </a:lnTo>
                  <a:lnTo>
                    <a:pt x="10982" y="284044"/>
                  </a:lnTo>
                  <a:lnTo>
                    <a:pt x="12383" y="283729"/>
                  </a:lnTo>
                  <a:lnTo>
                    <a:pt x="13783" y="283415"/>
                  </a:lnTo>
                  <a:lnTo>
                    <a:pt x="15116" y="283043"/>
                  </a:lnTo>
                  <a:lnTo>
                    <a:pt x="16516" y="282672"/>
                  </a:lnTo>
                  <a:lnTo>
                    <a:pt x="17917" y="282234"/>
                  </a:lnTo>
                  <a:lnTo>
                    <a:pt x="19250" y="281739"/>
                  </a:lnTo>
                  <a:lnTo>
                    <a:pt x="20650" y="281243"/>
                  </a:lnTo>
                  <a:lnTo>
                    <a:pt x="22050" y="280681"/>
                  </a:lnTo>
                  <a:lnTo>
                    <a:pt x="23450" y="280119"/>
                  </a:lnTo>
                  <a:lnTo>
                    <a:pt x="24784" y="279443"/>
                  </a:lnTo>
                  <a:lnTo>
                    <a:pt x="26184" y="278757"/>
                  </a:lnTo>
                  <a:lnTo>
                    <a:pt x="27585" y="278071"/>
                  </a:lnTo>
                  <a:lnTo>
                    <a:pt x="28918" y="277262"/>
                  </a:lnTo>
                  <a:lnTo>
                    <a:pt x="30318" y="276395"/>
                  </a:lnTo>
                  <a:lnTo>
                    <a:pt x="31718" y="275462"/>
                  </a:lnTo>
                  <a:lnTo>
                    <a:pt x="33052" y="274461"/>
                  </a:lnTo>
                  <a:lnTo>
                    <a:pt x="34452" y="273404"/>
                  </a:lnTo>
                  <a:lnTo>
                    <a:pt x="35843" y="272290"/>
                  </a:lnTo>
                  <a:lnTo>
                    <a:pt x="37186" y="271109"/>
                  </a:lnTo>
                  <a:lnTo>
                    <a:pt x="38586" y="269794"/>
                  </a:lnTo>
                  <a:lnTo>
                    <a:pt x="39977" y="268489"/>
                  </a:lnTo>
                  <a:lnTo>
                    <a:pt x="41377" y="267060"/>
                  </a:lnTo>
                  <a:lnTo>
                    <a:pt x="42720" y="265508"/>
                  </a:lnTo>
                  <a:lnTo>
                    <a:pt x="44110" y="263889"/>
                  </a:lnTo>
                  <a:lnTo>
                    <a:pt x="45510" y="262146"/>
                  </a:lnTo>
                  <a:lnTo>
                    <a:pt x="46853" y="260345"/>
                  </a:lnTo>
                  <a:lnTo>
                    <a:pt x="48244" y="258412"/>
                  </a:lnTo>
                  <a:lnTo>
                    <a:pt x="49644" y="256421"/>
                  </a:lnTo>
                  <a:lnTo>
                    <a:pt x="50978" y="254250"/>
                  </a:lnTo>
                  <a:lnTo>
                    <a:pt x="52378" y="252011"/>
                  </a:lnTo>
                  <a:lnTo>
                    <a:pt x="53778" y="249706"/>
                  </a:lnTo>
                  <a:lnTo>
                    <a:pt x="55112" y="247220"/>
                  </a:lnTo>
                  <a:lnTo>
                    <a:pt x="56512" y="244667"/>
                  </a:lnTo>
                  <a:lnTo>
                    <a:pt x="57912" y="241991"/>
                  </a:lnTo>
                  <a:lnTo>
                    <a:pt x="59312" y="239133"/>
                  </a:lnTo>
                  <a:lnTo>
                    <a:pt x="60646" y="236209"/>
                  </a:lnTo>
                  <a:lnTo>
                    <a:pt x="62046" y="233161"/>
                  </a:lnTo>
                  <a:lnTo>
                    <a:pt x="63446" y="229989"/>
                  </a:lnTo>
                  <a:lnTo>
                    <a:pt x="64780" y="226694"/>
                  </a:lnTo>
                  <a:lnTo>
                    <a:pt x="66180" y="223274"/>
                  </a:lnTo>
                  <a:lnTo>
                    <a:pt x="67580" y="219788"/>
                  </a:lnTo>
                  <a:lnTo>
                    <a:pt x="68913" y="216121"/>
                  </a:lnTo>
                  <a:lnTo>
                    <a:pt x="70314" y="212320"/>
                  </a:lnTo>
                  <a:lnTo>
                    <a:pt x="71714" y="208472"/>
                  </a:lnTo>
                  <a:lnTo>
                    <a:pt x="73047" y="204424"/>
                  </a:lnTo>
                  <a:lnTo>
                    <a:pt x="74447" y="200319"/>
                  </a:lnTo>
                  <a:lnTo>
                    <a:pt x="75848" y="196090"/>
                  </a:lnTo>
                  <a:lnTo>
                    <a:pt x="77248" y="191737"/>
                  </a:lnTo>
                  <a:lnTo>
                    <a:pt x="78581" y="187317"/>
                  </a:lnTo>
                  <a:lnTo>
                    <a:pt x="79981" y="182783"/>
                  </a:lnTo>
                  <a:lnTo>
                    <a:pt x="81382" y="178173"/>
                  </a:lnTo>
                  <a:lnTo>
                    <a:pt x="82715" y="173449"/>
                  </a:lnTo>
                  <a:lnTo>
                    <a:pt x="84115" y="168658"/>
                  </a:lnTo>
                  <a:lnTo>
                    <a:pt x="85516" y="163809"/>
                  </a:lnTo>
                  <a:lnTo>
                    <a:pt x="86849" y="158895"/>
                  </a:lnTo>
                  <a:lnTo>
                    <a:pt x="88249" y="153923"/>
                  </a:lnTo>
                  <a:lnTo>
                    <a:pt x="89649" y="148884"/>
                  </a:lnTo>
                  <a:lnTo>
                    <a:pt x="90983" y="143778"/>
                  </a:lnTo>
                  <a:lnTo>
                    <a:pt x="92383" y="138682"/>
                  </a:lnTo>
                  <a:lnTo>
                    <a:pt x="93783" y="133520"/>
                  </a:lnTo>
                  <a:lnTo>
                    <a:pt x="95174" y="128358"/>
                  </a:lnTo>
                  <a:lnTo>
                    <a:pt x="96517" y="123128"/>
                  </a:lnTo>
                  <a:lnTo>
                    <a:pt x="97917" y="117966"/>
                  </a:lnTo>
                  <a:lnTo>
                    <a:pt x="99308" y="112736"/>
                  </a:lnTo>
                  <a:lnTo>
                    <a:pt x="100651" y="107574"/>
                  </a:lnTo>
                  <a:lnTo>
                    <a:pt x="102041" y="102478"/>
                  </a:lnTo>
                  <a:lnTo>
                    <a:pt x="103442" y="97373"/>
                  </a:lnTo>
                  <a:lnTo>
                    <a:pt x="104784" y="92334"/>
                  </a:lnTo>
                  <a:lnTo>
                    <a:pt x="106175" y="87305"/>
                  </a:lnTo>
                  <a:lnTo>
                    <a:pt x="107575" y="82390"/>
                  </a:lnTo>
                  <a:lnTo>
                    <a:pt x="108919" y="77532"/>
                  </a:lnTo>
                  <a:lnTo>
                    <a:pt x="110309" y="72750"/>
                  </a:lnTo>
                  <a:lnTo>
                    <a:pt x="111709" y="68017"/>
                  </a:lnTo>
                  <a:lnTo>
                    <a:pt x="113052" y="63473"/>
                  </a:lnTo>
                  <a:lnTo>
                    <a:pt x="114443" y="58996"/>
                  </a:lnTo>
                  <a:lnTo>
                    <a:pt x="115843" y="54643"/>
                  </a:lnTo>
                  <a:lnTo>
                    <a:pt x="117243" y="50414"/>
                  </a:lnTo>
                  <a:lnTo>
                    <a:pt x="118577" y="46309"/>
                  </a:lnTo>
                  <a:lnTo>
                    <a:pt x="119977" y="42394"/>
                  </a:lnTo>
                  <a:lnTo>
                    <a:pt x="121377" y="38537"/>
                  </a:lnTo>
                  <a:lnTo>
                    <a:pt x="122711" y="34927"/>
                  </a:lnTo>
                  <a:lnTo>
                    <a:pt x="124111" y="31440"/>
                  </a:lnTo>
                  <a:lnTo>
                    <a:pt x="125511" y="28088"/>
                  </a:lnTo>
                  <a:lnTo>
                    <a:pt x="126844" y="25040"/>
                  </a:lnTo>
                  <a:lnTo>
                    <a:pt x="128245" y="22049"/>
                  </a:lnTo>
                  <a:lnTo>
                    <a:pt x="129645" y="19248"/>
                  </a:lnTo>
                  <a:lnTo>
                    <a:pt x="130978" y="16639"/>
                  </a:lnTo>
                  <a:lnTo>
                    <a:pt x="132378" y="14277"/>
                  </a:lnTo>
                  <a:lnTo>
                    <a:pt x="133779" y="11972"/>
                  </a:lnTo>
                  <a:lnTo>
                    <a:pt x="135179" y="9981"/>
                  </a:lnTo>
                  <a:lnTo>
                    <a:pt x="136512" y="8123"/>
                  </a:lnTo>
                  <a:lnTo>
                    <a:pt x="137912" y="6437"/>
                  </a:lnTo>
                  <a:lnTo>
                    <a:pt x="139313" y="5009"/>
                  </a:lnTo>
                  <a:lnTo>
                    <a:pt x="140646" y="3761"/>
                  </a:lnTo>
                  <a:lnTo>
                    <a:pt x="142046" y="2647"/>
                  </a:lnTo>
                  <a:lnTo>
                    <a:pt x="143447" y="1713"/>
                  </a:lnTo>
                  <a:lnTo>
                    <a:pt x="144780" y="1027"/>
                  </a:lnTo>
                  <a:lnTo>
                    <a:pt x="146180" y="532"/>
                  </a:lnTo>
                  <a:lnTo>
                    <a:pt x="147580" y="160"/>
                  </a:lnTo>
                  <a:lnTo>
                    <a:pt x="148914" y="-30"/>
                  </a:lnTo>
                  <a:lnTo>
                    <a:pt x="150314" y="-30"/>
                  </a:lnTo>
                  <a:lnTo>
                    <a:pt x="151714" y="94"/>
                  </a:lnTo>
                  <a:lnTo>
                    <a:pt x="153114" y="465"/>
                  </a:lnTo>
                  <a:lnTo>
                    <a:pt x="154448" y="903"/>
                  </a:lnTo>
                  <a:lnTo>
                    <a:pt x="155848" y="1523"/>
                  </a:lnTo>
                  <a:lnTo>
                    <a:pt x="157248" y="2275"/>
                  </a:lnTo>
                  <a:lnTo>
                    <a:pt x="158582" y="3208"/>
                  </a:lnTo>
                  <a:lnTo>
                    <a:pt x="159982" y="4266"/>
                  </a:lnTo>
                  <a:lnTo>
                    <a:pt x="161373" y="5380"/>
                  </a:lnTo>
                  <a:lnTo>
                    <a:pt x="162716" y="6685"/>
                  </a:lnTo>
                  <a:lnTo>
                    <a:pt x="164116" y="8057"/>
                  </a:lnTo>
                  <a:lnTo>
                    <a:pt x="165506" y="9552"/>
                  </a:lnTo>
                  <a:lnTo>
                    <a:pt x="166850" y="11162"/>
                  </a:lnTo>
                  <a:lnTo>
                    <a:pt x="168240" y="12848"/>
                  </a:lnTo>
                  <a:lnTo>
                    <a:pt x="169640" y="14591"/>
                  </a:lnTo>
                  <a:lnTo>
                    <a:pt x="171041" y="16458"/>
                  </a:lnTo>
                  <a:lnTo>
                    <a:pt x="172374" y="18315"/>
                  </a:lnTo>
                  <a:lnTo>
                    <a:pt x="173774" y="20306"/>
                  </a:lnTo>
                  <a:lnTo>
                    <a:pt x="175174" y="22363"/>
                  </a:lnTo>
                  <a:lnTo>
                    <a:pt x="176508" y="24411"/>
                  </a:lnTo>
                  <a:lnTo>
                    <a:pt x="177908" y="26526"/>
                  </a:lnTo>
                  <a:lnTo>
                    <a:pt x="179308" y="28707"/>
                  </a:lnTo>
                  <a:lnTo>
                    <a:pt x="180642" y="30888"/>
                  </a:lnTo>
                  <a:lnTo>
                    <a:pt x="182042" y="33126"/>
                  </a:lnTo>
                  <a:lnTo>
                    <a:pt x="183442" y="35365"/>
                  </a:lnTo>
                  <a:lnTo>
                    <a:pt x="184776" y="37603"/>
                  </a:lnTo>
                  <a:lnTo>
                    <a:pt x="186176" y="39899"/>
                  </a:lnTo>
                  <a:lnTo>
                    <a:pt x="187576" y="42147"/>
                  </a:lnTo>
                  <a:lnTo>
                    <a:pt x="188976" y="44442"/>
                  </a:lnTo>
                  <a:lnTo>
                    <a:pt x="190310" y="46681"/>
                  </a:lnTo>
                  <a:lnTo>
                    <a:pt x="191710" y="48986"/>
                  </a:lnTo>
                  <a:lnTo>
                    <a:pt x="193110" y="51224"/>
                  </a:lnTo>
                  <a:lnTo>
                    <a:pt x="194443" y="53462"/>
                  </a:lnTo>
                  <a:lnTo>
                    <a:pt x="195843" y="55644"/>
                  </a:lnTo>
                  <a:lnTo>
                    <a:pt x="197244" y="57882"/>
                  </a:lnTo>
                  <a:lnTo>
                    <a:pt x="198577" y="60054"/>
                  </a:lnTo>
                  <a:lnTo>
                    <a:pt x="199978" y="62235"/>
                  </a:lnTo>
                  <a:lnTo>
                    <a:pt x="201378" y="64350"/>
                  </a:lnTo>
                  <a:lnTo>
                    <a:pt x="202711" y="66397"/>
                  </a:lnTo>
                  <a:lnTo>
                    <a:pt x="204111" y="68512"/>
                  </a:lnTo>
                  <a:lnTo>
                    <a:pt x="205511" y="70569"/>
                  </a:lnTo>
                  <a:lnTo>
                    <a:pt x="206912" y="72560"/>
                  </a:lnTo>
                  <a:lnTo>
                    <a:pt x="208245" y="74484"/>
                  </a:lnTo>
                  <a:lnTo>
                    <a:pt x="209645" y="76418"/>
                  </a:lnTo>
                  <a:lnTo>
                    <a:pt x="211045" y="78342"/>
                  </a:lnTo>
                  <a:lnTo>
                    <a:pt x="212379" y="80209"/>
                  </a:lnTo>
                  <a:lnTo>
                    <a:pt x="213779" y="82009"/>
                  </a:lnTo>
                  <a:lnTo>
                    <a:pt x="215179" y="83752"/>
                  </a:lnTo>
                  <a:lnTo>
                    <a:pt x="216513" y="85495"/>
                  </a:lnTo>
                  <a:lnTo>
                    <a:pt x="217913" y="87238"/>
                  </a:lnTo>
                  <a:lnTo>
                    <a:pt x="219313" y="88915"/>
                  </a:lnTo>
                  <a:lnTo>
                    <a:pt x="220647" y="90534"/>
                  </a:lnTo>
                  <a:lnTo>
                    <a:pt x="222047" y="92153"/>
                  </a:lnTo>
                  <a:lnTo>
                    <a:pt x="223447" y="93706"/>
                  </a:lnTo>
                  <a:lnTo>
                    <a:pt x="224838" y="95201"/>
                  </a:lnTo>
                  <a:lnTo>
                    <a:pt x="226181" y="96696"/>
                  </a:lnTo>
                  <a:lnTo>
                    <a:pt x="227581" y="98125"/>
                  </a:lnTo>
                  <a:lnTo>
                    <a:pt x="228971" y="99554"/>
                  </a:lnTo>
                  <a:lnTo>
                    <a:pt x="230315" y="100925"/>
                  </a:lnTo>
                  <a:lnTo>
                    <a:pt x="231705" y="102288"/>
                  </a:lnTo>
                  <a:lnTo>
                    <a:pt x="233105" y="103602"/>
                  </a:lnTo>
                  <a:lnTo>
                    <a:pt x="234448" y="104907"/>
                  </a:lnTo>
                  <a:lnTo>
                    <a:pt x="235839" y="106145"/>
                  </a:lnTo>
                  <a:lnTo>
                    <a:pt x="237239" y="107393"/>
                  </a:lnTo>
                  <a:lnTo>
                    <a:pt x="238573" y="108631"/>
                  </a:lnTo>
                  <a:lnTo>
                    <a:pt x="239973" y="109755"/>
                  </a:lnTo>
                  <a:lnTo>
                    <a:pt x="241373" y="110936"/>
                  </a:lnTo>
                  <a:lnTo>
                    <a:pt x="242773" y="112060"/>
                  </a:lnTo>
                  <a:lnTo>
                    <a:pt x="244107" y="113175"/>
                  </a:lnTo>
                  <a:lnTo>
                    <a:pt x="245507" y="114232"/>
                  </a:lnTo>
                  <a:lnTo>
                    <a:pt x="246907" y="115289"/>
                  </a:lnTo>
                  <a:lnTo>
                    <a:pt x="248241" y="116346"/>
                  </a:lnTo>
                  <a:lnTo>
                    <a:pt x="249641" y="117347"/>
                  </a:lnTo>
                  <a:lnTo>
                    <a:pt x="251041" y="118337"/>
                  </a:lnTo>
                  <a:lnTo>
                    <a:pt x="252374" y="119271"/>
                  </a:lnTo>
                  <a:lnTo>
                    <a:pt x="253775" y="120271"/>
                  </a:lnTo>
                  <a:lnTo>
                    <a:pt x="255175" y="121204"/>
                  </a:lnTo>
                  <a:lnTo>
                    <a:pt x="256508" y="122138"/>
                  </a:lnTo>
                  <a:lnTo>
                    <a:pt x="257909" y="123004"/>
                  </a:lnTo>
                  <a:lnTo>
                    <a:pt x="259309" y="123871"/>
                  </a:lnTo>
                  <a:lnTo>
                    <a:pt x="260709" y="124748"/>
                  </a:lnTo>
                  <a:lnTo>
                    <a:pt x="262042" y="125614"/>
                  </a:lnTo>
                  <a:lnTo>
                    <a:pt x="263443" y="126490"/>
                  </a:lnTo>
                  <a:lnTo>
                    <a:pt x="264843" y="127300"/>
                  </a:lnTo>
                  <a:lnTo>
                    <a:pt x="266176" y="128100"/>
                  </a:lnTo>
                  <a:lnTo>
                    <a:pt x="267576" y="128910"/>
                  </a:lnTo>
                  <a:lnTo>
                    <a:pt x="268977" y="129720"/>
                  </a:lnTo>
                  <a:lnTo>
                    <a:pt x="270310" y="130472"/>
                  </a:lnTo>
                  <a:lnTo>
                    <a:pt x="271710" y="131215"/>
                  </a:lnTo>
                  <a:lnTo>
                    <a:pt x="273110" y="132025"/>
                  </a:lnTo>
                  <a:lnTo>
                    <a:pt x="274444" y="132767"/>
                  </a:lnTo>
                  <a:lnTo>
                    <a:pt x="275844" y="133453"/>
                  </a:lnTo>
                  <a:lnTo>
                    <a:pt x="277244" y="134196"/>
                  </a:lnTo>
                  <a:lnTo>
                    <a:pt x="278645" y="134882"/>
                  </a:lnTo>
                  <a:lnTo>
                    <a:pt x="279978" y="135635"/>
                  </a:lnTo>
                  <a:lnTo>
                    <a:pt x="281378" y="136311"/>
                  </a:lnTo>
                  <a:lnTo>
                    <a:pt x="282778" y="136997"/>
                  </a:lnTo>
                  <a:lnTo>
                    <a:pt x="284112" y="137683"/>
                  </a:lnTo>
                  <a:lnTo>
                    <a:pt x="285512" y="138368"/>
                  </a:lnTo>
                  <a:lnTo>
                    <a:pt x="286902" y="138987"/>
                  </a:lnTo>
                  <a:lnTo>
                    <a:pt x="288246" y="139616"/>
                  </a:lnTo>
                  <a:lnTo>
                    <a:pt x="289646" y="140292"/>
                  </a:lnTo>
                  <a:lnTo>
                    <a:pt x="291037" y="140921"/>
                  </a:lnTo>
                  <a:lnTo>
                    <a:pt x="292379" y="141540"/>
                  </a:lnTo>
                  <a:lnTo>
                    <a:pt x="293780" y="142102"/>
                  </a:lnTo>
                  <a:lnTo>
                    <a:pt x="295170" y="142721"/>
                  </a:lnTo>
                  <a:lnTo>
                    <a:pt x="296570" y="143283"/>
                  </a:lnTo>
                  <a:lnTo>
                    <a:pt x="297913" y="143902"/>
                  </a:lnTo>
                  <a:lnTo>
                    <a:pt x="299304" y="144464"/>
                  </a:lnTo>
                  <a:lnTo>
                    <a:pt x="300704" y="144959"/>
                  </a:lnTo>
                  <a:lnTo>
                    <a:pt x="302038" y="145522"/>
                  </a:lnTo>
                  <a:lnTo>
                    <a:pt x="303438" y="146083"/>
                  </a:lnTo>
                  <a:lnTo>
                    <a:pt x="304838" y="146579"/>
                  </a:lnTo>
                  <a:lnTo>
                    <a:pt x="306172" y="147074"/>
                  </a:lnTo>
                  <a:lnTo>
                    <a:pt x="307572" y="147569"/>
                  </a:lnTo>
                  <a:lnTo>
                    <a:pt x="308972" y="148074"/>
                  </a:lnTo>
                  <a:lnTo>
                    <a:pt x="310305" y="148503"/>
                  </a:lnTo>
                  <a:lnTo>
                    <a:pt x="311706" y="149008"/>
                  </a:lnTo>
                  <a:lnTo>
                    <a:pt x="313106" y="149436"/>
                  </a:lnTo>
                  <a:lnTo>
                    <a:pt x="314439" y="149808"/>
                  </a:lnTo>
                  <a:lnTo>
                    <a:pt x="315840" y="150246"/>
                  </a:lnTo>
                  <a:lnTo>
                    <a:pt x="317240" y="150617"/>
                  </a:lnTo>
                  <a:lnTo>
                    <a:pt x="318640" y="151056"/>
                  </a:lnTo>
                  <a:lnTo>
                    <a:pt x="319973" y="151370"/>
                  </a:lnTo>
                  <a:lnTo>
                    <a:pt x="321374" y="151741"/>
                  </a:lnTo>
                  <a:lnTo>
                    <a:pt x="322774" y="152113"/>
                  </a:lnTo>
                  <a:lnTo>
                    <a:pt x="324107" y="152427"/>
                  </a:lnTo>
                  <a:lnTo>
                    <a:pt x="325507" y="152732"/>
                  </a:lnTo>
                  <a:lnTo>
                    <a:pt x="326908" y="152989"/>
                  </a:lnTo>
                  <a:lnTo>
                    <a:pt x="328241" y="153294"/>
                  </a:lnTo>
                  <a:lnTo>
                    <a:pt x="329641" y="153541"/>
                  </a:lnTo>
                  <a:lnTo>
                    <a:pt x="331041" y="153789"/>
                  </a:lnTo>
                  <a:lnTo>
                    <a:pt x="332375" y="153980"/>
                  </a:lnTo>
                  <a:lnTo>
                    <a:pt x="333775" y="154227"/>
                  </a:lnTo>
                  <a:lnTo>
                    <a:pt x="335175" y="154418"/>
                  </a:lnTo>
                  <a:lnTo>
                    <a:pt x="336576" y="154599"/>
                  </a:lnTo>
                  <a:lnTo>
                    <a:pt x="337909" y="154723"/>
                  </a:lnTo>
                  <a:lnTo>
                    <a:pt x="339309" y="154913"/>
                  </a:lnTo>
                  <a:lnTo>
                    <a:pt x="340709" y="155037"/>
                  </a:lnTo>
                  <a:lnTo>
                    <a:pt x="342043" y="155161"/>
                  </a:lnTo>
                  <a:lnTo>
                    <a:pt x="343443" y="155227"/>
                  </a:lnTo>
                  <a:lnTo>
                    <a:pt x="344843" y="155351"/>
                  </a:lnTo>
                  <a:lnTo>
                    <a:pt x="346177" y="155408"/>
                  </a:lnTo>
                  <a:lnTo>
                    <a:pt x="347577" y="155475"/>
                  </a:lnTo>
                  <a:lnTo>
                    <a:pt x="348977" y="155475"/>
                  </a:lnTo>
                  <a:lnTo>
                    <a:pt x="350311" y="155532"/>
                  </a:lnTo>
                  <a:lnTo>
                    <a:pt x="351711" y="155532"/>
                  </a:lnTo>
                  <a:lnTo>
                    <a:pt x="353101" y="155532"/>
                  </a:lnTo>
                  <a:lnTo>
                    <a:pt x="354502" y="155532"/>
                  </a:lnTo>
                  <a:lnTo>
                    <a:pt x="355844" y="155532"/>
                  </a:lnTo>
                  <a:lnTo>
                    <a:pt x="357235" y="155475"/>
                  </a:lnTo>
                  <a:lnTo>
                    <a:pt x="358635" y="155475"/>
                  </a:lnTo>
                  <a:lnTo>
                    <a:pt x="359979" y="155408"/>
                  </a:lnTo>
                  <a:lnTo>
                    <a:pt x="361369" y="155351"/>
                  </a:lnTo>
                  <a:lnTo>
                    <a:pt x="362769" y="155285"/>
                  </a:lnTo>
                  <a:lnTo>
                    <a:pt x="364112" y="155227"/>
                  </a:lnTo>
                  <a:lnTo>
                    <a:pt x="365503" y="155161"/>
                  </a:lnTo>
                  <a:lnTo>
                    <a:pt x="366903" y="155104"/>
                  </a:lnTo>
                  <a:lnTo>
                    <a:pt x="368236" y="155037"/>
                  </a:lnTo>
                  <a:lnTo>
                    <a:pt x="369637" y="154913"/>
                  </a:lnTo>
                  <a:lnTo>
                    <a:pt x="371037" y="154847"/>
                  </a:lnTo>
                  <a:lnTo>
                    <a:pt x="372437" y="154723"/>
                  </a:lnTo>
                  <a:lnTo>
                    <a:pt x="373771" y="154666"/>
                  </a:lnTo>
                  <a:lnTo>
                    <a:pt x="375171" y="154542"/>
                  </a:lnTo>
                  <a:lnTo>
                    <a:pt x="376571" y="154475"/>
                  </a:lnTo>
                  <a:lnTo>
                    <a:pt x="377904" y="154351"/>
                  </a:lnTo>
                  <a:lnTo>
                    <a:pt x="379305" y="154294"/>
                  </a:lnTo>
                  <a:lnTo>
                    <a:pt x="380705" y="154170"/>
                  </a:lnTo>
                  <a:lnTo>
                    <a:pt x="382038" y="154104"/>
                  </a:lnTo>
                  <a:lnTo>
                    <a:pt x="383438" y="153980"/>
                  </a:lnTo>
                  <a:lnTo>
                    <a:pt x="384839" y="153923"/>
                  </a:lnTo>
                  <a:lnTo>
                    <a:pt x="386172" y="153789"/>
                  </a:lnTo>
                  <a:lnTo>
                    <a:pt x="387572" y="153732"/>
                  </a:lnTo>
                  <a:lnTo>
                    <a:pt x="388972" y="153665"/>
                  </a:lnTo>
                  <a:lnTo>
                    <a:pt x="390373" y="153608"/>
                  </a:lnTo>
                  <a:lnTo>
                    <a:pt x="391706" y="153541"/>
                  </a:lnTo>
                  <a:lnTo>
                    <a:pt x="393106" y="153484"/>
                  </a:lnTo>
                  <a:lnTo>
                    <a:pt x="394507" y="153418"/>
                  </a:lnTo>
                  <a:lnTo>
                    <a:pt x="395840" y="153361"/>
                  </a:lnTo>
                  <a:lnTo>
                    <a:pt x="397240" y="153294"/>
                  </a:lnTo>
                  <a:lnTo>
                    <a:pt x="398640" y="153294"/>
                  </a:lnTo>
                  <a:lnTo>
                    <a:pt x="399974" y="153237"/>
                  </a:lnTo>
                  <a:lnTo>
                    <a:pt x="401374" y="153170"/>
                  </a:lnTo>
                  <a:lnTo>
                    <a:pt x="402774" y="153170"/>
                  </a:lnTo>
                  <a:lnTo>
                    <a:pt x="404108" y="153170"/>
                  </a:lnTo>
                  <a:lnTo>
                    <a:pt x="405508" y="153113"/>
                  </a:lnTo>
                  <a:lnTo>
                    <a:pt x="406908" y="153113"/>
                  </a:lnTo>
                  <a:lnTo>
                    <a:pt x="408299" y="153113"/>
                  </a:lnTo>
                  <a:lnTo>
                    <a:pt x="409642" y="153113"/>
                  </a:lnTo>
                  <a:lnTo>
                    <a:pt x="411042" y="153113"/>
                  </a:lnTo>
                  <a:lnTo>
                    <a:pt x="412433" y="153113"/>
                  </a:lnTo>
                  <a:lnTo>
                    <a:pt x="413776" y="153113"/>
                  </a:lnTo>
                  <a:lnTo>
                    <a:pt x="415176" y="153113"/>
                  </a:lnTo>
                  <a:lnTo>
                    <a:pt x="416566" y="153113"/>
                  </a:lnTo>
                  <a:lnTo>
                    <a:pt x="417910" y="153113"/>
                  </a:lnTo>
                  <a:lnTo>
                    <a:pt x="419300" y="153113"/>
                  </a:lnTo>
                  <a:lnTo>
                    <a:pt x="420700" y="153113"/>
                  </a:lnTo>
                  <a:lnTo>
                    <a:pt x="422043" y="153113"/>
                  </a:lnTo>
                  <a:lnTo>
                    <a:pt x="423434" y="153113"/>
                  </a:lnTo>
                  <a:lnTo>
                    <a:pt x="424834" y="153046"/>
                  </a:lnTo>
                  <a:lnTo>
                    <a:pt x="426234" y="153046"/>
                  </a:lnTo>
                  <a:lnTo>
                    <a:pt x="427568" y="152989"/>
                  </a:lnTo>
                  <a:lnTo>
                    <a:pt x="428968" y="152989"/>
                  </a:lnTo>
                  <a:lnTo>
                    <a:pt x="430368" y="152923"/>
                  </a:lnTo>
                  <a:lnTo>
                    <a:pt x="431702" y="152865"/>
                  </a:lnTo>
                  <a:lnTo>
                    <a:pt x="433102" y="152799"/>
                  </a:lnTo>
                  <a:lnTo>
                    <a:pt x="434502" y="152675"/>
                  </a:lnTo>
                  <a:lnTo>
                    <a:pt x="435836" y="152608"/>
                  </a:lnTo>
                  <a:lnTo>
                    <a:pt x="437236" y="152484"/>
                  </a:lnTo>
                  <a:lnTo>
                    <a:pt x="438636" y="152360"/>
                  </a:lnTo>
                  <a:lnTo>
                    <a:pt x="439969" y="152237"/>
                  </a:lnTo>
                  <a:lnTo>
                    <a:pt x="441369" y="152056"/>
                  </a:lnTo>
                  <a:lnTo>
                    <a:pt x="442770" y="151865"/>
                  </a:lnTo>
                  <a:lnTo>
                    <a:pt x="444170" y="151675"/>
                  </a:lnTo>
                  <a:lnTo>
                    <a:pt x="445503" y="151494"/>
                  </a:lnTo>
                  <a:lnTo>
                    <a:pt x="446903" y="151246"/>
                  </a:lnTo>
                  <a:lnTo>
                    <a:pt x="448304" y="150932"/>
                  </a:lnTo>
                  <a:lnTo>
                    <a:pt x="449637" y="150684"/>
                  </a:lnTo>
                  <a:lnTo>
                    <a:pt x="451037" y="150370"/>
                  </a:lnTo>
                  <a:lnTo>
                    <a:pt x="452438" y="149998"/>
                  </a:lnTo>
                  <a:lnTo>
                    <a:pt x="453771" y="149627"/>
                  </a:lnTo>
                  <a:lnTo>
                    <a:pt x="455171" y="149255"/>
                  </a:lnTo>
                  <a:lnTo>
                    <a:pt x="456571" y="148817"/>
                  </a:lnTo>
                  <a:lnTo>
                    <a:pt x="457905" y="148379"/>
                  </a:lnTo>
                  <a:lnTo>
                    <a:pt x="459305" y="147884"/>
                  </a:lnTo>
                  <a:lnTo>
                    <a:pt x="460705" y="147322"/>
                  </a:lnTo>
                  <a:lnTo>
                    <a:pt x="462105" y="146769"/>
                  </a:lnTo>
                  <a:lnTo>
                    <a:pt x="463439" y="146207"/>
                  </a:lnTo>
                  <a:lnTo>
                    <a:pt x="464839" y="145579"/>
                  </a:lnTo>
                  <a:lnTo>
                    <a:pt x="466239" y="144959"/>
                  </a:lnTo>
                  <a:lnTo>
                    <a:pt x="467573" y="144274"/>
                  </a:lnTo>
                  <a:lnTo>
                    <a:pt x="468973" y="143531"/>
                  </a:lnTo>
                  <a:lnTo>
                    <a:pt x="470373" y="142721"/>
                  </a:lnTo>
                  <a:lnTo>
                    <a:pt x="471707" y="141978"/>
                  </a:lnTo>
                  <a:lnTo>
                    <a:pt x="473107" y="141102"/>
                  </a:lnTo>
                  <a:lnTo>
                    <a:pt x="474507" y="140235"/>
                  </a:lnTo>
                  <a:lnTo>
                    <a:pt x="475841" y="139302"/>
                  </a:lnTo>
                  <a:lnTo>
                    <a:pt x="477241" y="138302"/>
                  </a:lnTo>
                  <a:lnTo>
                    <a:pt x="478641" y="137311"/>
                  </a:lnTo>
                  <a:lnTo>
                    <a:pt x="480031" y="136254"/>
                  </a:lnTo>
                  <a:lnTo>
                    <a:pt x="481375" y="135196"/>
                  </a:lnTo>
                  <a:lnTo>
                    <a:pt x="482765" y="134015"/>
                  </a:lnTo>
                  <a:lnTo>
                    <a:pt x="484165" y="132834"/>
                  </a:lnTo>
                  <a:lnTo>
                    <a:pt x="485508" y="131653"/>
                  </a:lnTo>
                  <a:lnTo>
                    <a:pt x="486899" y="130348"/>
                  </a:lnTo>
                  <a:lnTo>
                    <a:pt x="488299" y="129034"/>
                  </a:lnTo>
                  <a:lnTo>
                    <a:pt x="489633" y="127729"/>
                  </a:lnTo>
                  <a:lnTo>
                    <a:pt x="491033" y="126300"/>
                  </a:lnTo>
                  <a:lnTo>
                    <a:pt x="492433" y="124871"/>
                  </a:lnTo>
                  <a:lnTo>
                    <a:pt x="493767" y="123376"/>
                  </a:lnTo>
                  <a:lnTo>
                    <a:pt x="495167" y="121823"/>
                  </a:lnTo>
                  <a:lnTo>
                    <a:pt x="496567" y="120204"/>
                  </a:lnTo>
                  <a:lnTo>
                    <a:pt x="497967" y="118585"/>
                  </a:lnTo>
                  <a:lnTo>
                    <a:pt x="499301" y="116909"/>
                  </a:lnTo>
                  <a:lnTo>
                    <a:pt x="500701" y="115232"/>
                  </a:lnTo>
                  <a:lnTo>
                    <a:pt x="502101" y="113422"/>
                  </a:lnTo>
                  <a:lnTo>
                    <a:pt x="503434" y="111622"/>
                  </a:lnTo>
                  <a:lnTo>
                    <a:pt x="504835" y="109822"/>
                  </a:lnTo>
                  <a:lnTo>
                    <a:pt x="506235" y="107888"/>
                  </a:lnTo>
                  <a:lnTo>
                    <a:pt x="507568" y="106021"/>
                  </a:lnTo>
                  <a:lnTo>
                    <a:pt x="508969" y="104031"/>
                  </a:lnTo>
                  <a:lnTo>
                    <a:pt x="510369" y="102040"/>
                  </a:lnTo>
                  <a:lnTo>
                    <a:pt x="511702" y="99992"/>
                  </a:lnTo>
                  <a:lnTo>
                    <a:pt x="513102" y="97935"/>
                  </a:lnTo>
                  <a:lnTo>
                    <a:pt x="514503" y="95887"/>
                  </a:lnTo>
                  <a:lnTo>
                    <a:pt x="515836" y="93772"/>
                  </a:lnTo>
                  <a:lnTo>
                    <a:pt x="517236" y="91658"/>
                  </a:lnTo>
                  <a:lnTo>
                    <a:pt x="518636" y="89476"/>
                  </a:lnTo>
                  <a:lnTo>
                    <a:pt x="520036" y="87305"/>
                  </a:lnTo>
                  <a:lnTo>
                    <a:pt x="521370" y="85124"/>
                  </a:lnTo>
                  <a:lnTo>
                    <a:pt x="522770" y="82942"/>
                  </a:lnTo>
                  <a:lnTo>
                    <a:pt x="524170" y="80771"/>
                  </a:lnTo>
                  <a:lnTo>
                    <a:pt x="525504" y="78589"/>
                  </a:lnTo>
                  <a:lnTo>
                    <a:pt x="526904" y="76351"/>
                  </a:lnTo>
                  <a:lnTo>
                    <a:pt x="528304" y="74236"/>
                  </a:lnTo>
                  <a:lnTo>
                    <a:pt x="529638" y="72065"/>
                  </a:lnTo>
                  <a:lnTo>
                    <a:pt x="531038" y="69883"/>
                  </a:lnTo>
                  <a:lnTo>
                    <a:pt x="532438" y="67836"/>
                  </a:lnTo>
                  <a:lnTo>
                    <a:pt x="533771" y="65712"/>
                  </a:lnTo>
                  <a:lnTo>
                    <a:pt x="535172" y="63664"/>
                  </a:lnTo>
                  <a:lnTo>
                    <a:pt x="536572" y="61673"/>
                  </a:lnTo>
                  <a:lnTo>
                    <a:pt x="537962" y="59749"/>
                  </a:lnTo>
                  <a:lnTo>
                    <a:pt x="539306" y="57882"/>
                  </a:lnTo>
                  <a:lnTo>
                    <a:pt x="540706" y="56072"/>
                  </a:lnTo>
                  <a:lnTo>
                    <a:pt x="542096" y="54339"/>
                  </a:lnTo>
                  <a:lnTo>
                    <a:pt x="543439" y="52596"/>
                  </a:lnTo>
                  <a:lnTo>
                    <a:pt x="544840" y="51033"/>
                  </a:lnTo>
                  <a:lnTo>
                    <a:pt x="546230" y="49547"/>
                  </a:lnTo>
                  <a:lnTo>
                    <a:pt x="547573" y="48109"/>
                  </a:lnTo>
                  <a:lnTo>
                    <a:pt x="548973" y="46871"/>
                  </a:lnTo>
                  <a:lnTo>
                    <a:pt x="550364" y="45690"/>
                  </a:lnTo>
                  <a:lnTo>
                    <a:pt x="551707" y="44566"/>
                  </a:lnTo>
                  <a:lnTo>
                    <a:pt x="553098" y="43633"/>
                  </a:lnTo>
                  <a:lnTo>
                    <a:pt x="554498" y="42823"/>
                  </a:lnTo>
                  <a:lnTo>
                    <a:pt x="555898" y="42147"/>
                  </a:lnTo>
                  <a:lnTo>
                    <a:pt x="557232" y="41585"/>
                  </a:lnTo>
                  <a:lnTo>
                    <a:pt x="558632" y="41213"/>
                  </a:lnTo>
                  <a:lnTo>
                    <a:pt x="560032" y="41023"/>
                  </a:lnTo>
                  <a:lnTo>
                    <a:pt x="561365" y="40899"/>
                  </a:lnTo>
                  <a:lnTo>
                    <a:pt x="562766" y="40956"/>
                  </a:lnTo>
                  <a:lnTo>
                    <a:pt x="564166" y="41270"/>
                  </a:lnTo>
                  <a:lnTo>
                    <a:pt x="565499" y="41642"/>
                  </a:lnTo>
                  <a:lnTo>
                    <a:pt x="566900" y="42204"/>
                  </a:lnTo>
                  <a:lnTo>
                    <a:pt x="568300" y="43014"/>
                  </a:lnTo>
                  <a:lnTo>
                    <a:pt x="569633" y="43880"/>
                  </a:lnTo>
                  <a:lnTo>
                    <a:pt x="571033" y="45004"/>
                  </a:lnTo>
                  <a:lnTo>
                    <a:pt x="572434" y="46309"/>
                  </a:lnTo>
                  <a:lnTo>
                    <a:pt x="573834" y="47738"/>
                  </a:lnTo>
                  <a:lnTo>
                    <a:pt x="575167" y="49357"/>
                  </a:lnTo>
                  <a:lnTo>
                    <a:pt x="576567" y="51224"/>
                  </a:lnTo>
                  <a:lnTo>
                    <a:pt x="577968" y="53215"/>
                  </a:lnTo>
                  <a:lnTo>
                    <a:pt x="579301" y="55329"/>
                  </a:lnTo>
                  <a:lnTo>
                    <a:pt x="580701" y="57691"/>
                  </a:lnTo>
                  <a:lnTo>
                    <a:pt x="582101" y="60178"/>
                  </a:lnTo>
                  <a:lnTo>
                    <a:pt x="583435" y="62854"/>
                  </a:lnTo>
                  <a:lnTo>
                    <a:pt x="584835" y="65712"/>
                  </a:lnTo>
                  <a:lnTo>
                    <a:pt x="586235" y="68702"/>
                  </a:lnTo>
                  <a:lnTo>
                    <a:pt x="587569" y="71817"/>
                  </a:lnTo>
                  <a:lnTo>
                    <a:pt x="588969" y="75113"/>
                  </a:lnTo>
                  <a:lnTo>
                    <a:pt x="590369" y="78532"/>
                  </a:lnTo>
                  <a:lnTo>
                    <a:pt x="591769" y="82075"/>
                  </a:lnTo>
                  <a:lnTo>
                    <a:pt x="593103" y="85743"/>
                  </a:lnTo>
                  <a:lnTo>
                    <a:pt x="594503" y="89543"/>
                  </a:lnTo>
                  <a:lnTo>
                    <a:pt x="595903" y="93458"/>
                  </a:lnTo>
                  <a:lnTo>
                    <a:pt x="597237" y="97439"/>
                  </a:lnTo>
                  <a:lnTo>
                    <a:pt x="598637" y="101611"/>
                  </a:lnTo>
                  <a:lnTo>
                    <a:pt x="600037" y="105774"/>
                  </a:lnTo>
                  <a:lnTo>
                    <a:pt x="601370" y="110003"/>
                  </a:lnTo>
                  <a:lnTo>
                    <a:pt x="602771" y="114356"/>
                  </a:lnTo>
                  <a:lnTo>
                    <a:pt x="604171" y="118775"/>
                  </a:lnTo>
                  <a:lnTo>
                    <a:pt x="605504" y="123185"/>
                  </a:lnTo>
                  <a:lnTo>
                    <a:pt x="606904" y="127729"/>
                  </a:lnTo>
                  <a:lnTo>
                    <a:pt x="608295" y="132206"/>
                  </a:lnTo>
                  <a:lnTo>
                    <a:pt x="609695" y="136749"/>
                  </a:lnTo>
                  <a:lnTo>
                    <a:pt x="611039" y="141349"/>
                  </a:lnTo>
                  <a:lnTo>
                    <a:pt x="612429" y="145893"/>
                  </a:lnTo>
                  <a:lnTo>
                    <a:pt x="613829" y="150436"/>
                  </a:lnTo>
                  <a:lnTo>
                    <a:pt x="615172" y="155037"/>
                  </a:lnTo>
                  <a:lnTo>
                    <a:pt x="616563" y="159514"/>
                  </a:lnTo>
                  <a:lnTo>
                    <a:pt x="617963" y="164057"/>
                  </a:lnTo>
                  <a:lnTo>
                    <a:pt x="619296" y="168534"/>
                  </a:lnTo>
                  <a:lnTo>
                    <a:pt x="620697" y="172954"/>
                  </a:lnTo>
                  <a:lnTo>
                    <a:pt x="622097" y="177307"/>
                  </a:lnTo>
                  <a:lnTo>
                    <a:pt x="623430" y="181659"/>
                  </a:lnTo>
                  <a:lnTo>
                    <a:pt x="624831" y="185889"/>
                  </a:lnTo>
                  <a:lnTo>
                    <a:pt x="626231" y="190060"/>
                  </a:lnTo>
                  <a:lnTo>
                    <a:pt x="627631" y="194223"/>
                  </a:lnTo>
                  <a:lnTo>
                    <a:pt x="628964" y="198271"/>
                  </a:lnTo>
                  <a:lnTo>
                    <a:pt x="630365" y="202186"/>
                  </a:lnTo>
                  <a:lnTo>
                    <a:pt x="631765" y="206043"/>
                  </a:lnTo>
                  <a:lnTo>
                    <a:pt x="633098" y="209834"/>
                  </a:lnTo>
                  <a:lnTo>
                    <a:pt x="634498" y="213501"/>
                  </a:lnTo>
                  <a:lnTo>
                    <a:pt x="635899" y="217054"/>
                  </a:lnTo>
                  <a:lnTo>
                    <a:pt x="637232" y="220598"/>
                  </a:lnTo>
                  <a:lnTo>
                    <a:pt x="638632" y="223960"/>
                  </a:lnTo>
                  <a:lnTo>
                    <a:pt x="640032" y="227189"/>
                  </a:lnTo>
                  <a:lnTo>
                    <a:pt x="641366" y="230361"/>
                  </a:lnTo>
                  <a:lnTo>
                    <a:pt x="642766" y="233409"/>
                  </a:lnTo>
                  <a:lnTo>
                    <a:pt x="644166" y="236333"/>
                  </a:lnTo>
                  <a:lnTo>
                    <a:pt x="645567" y="239190"/>
                  </a:lnTo>
                  <a:lnTo>
                    <a:pt x="646900" y="241934"/>
                  </a:lnTo>
                  <a:lnTo>
                    <a:pt x="648300" y="244543"/>
                  </a:lnTo>
                  <a:lnTo>
                    <a:pt x="649700" y="247029"/>
                  </a:lnTo>
                  <a:lnTo>
                    <a:pt x="651034" y="249458"/>
                  </a:lnTo>
                  <a:lnTo>
                    <a:pt x="652434" y="251763"/>
                  </a:lnTo>
                  <a:lnTo>
                    <a:pt x="653834" y="253935"/>
                  </a:lnTo>
                  <a:lnTo>
                    <a:pt x="655168" y="256050"/>
                  </a:lnTo>
                  <a:lnTo>
                    <a:pt x="656568" y="258040"/>
                  </a:lnTo>
                  <a:lnTo>
                    <a:pt x="657968" y="259907"/>
                  </a:lnTo>
                  <a:lnTo>
                    <a:pt x="659302" y="261774"/>
                  </a:lnTo>
                  <a:lnTo>
                    <a:pt x="660702" y="263450"/>
                  </a:lnTo>
                  <a:lnTo>
                    <a:pt x="662102" y="265070"/>
                  </a:lnTo>
                  <a:lnTo>
                    <a:pt x="663493" y="266622"/>
                  </a:lnTo>
                  <a:lnTo>
                    <a:pt x="664836" y="268061"/>
                  </a:lnTo>
                  <a:lnTo>
                    <a:pt x="666236" y="269423"/>
                  </a:lnTo>
                  <a:lnTo>
                    <a:pt x="667626" y="270671"/>
                  </a:lnTo>
                  <a:lnTo>
                    <a:pt x="668969" y="271909"/>
                  </a:lnTo>
                  <a:lnTo>
                    <a:pt x="670369" y="273033"/>
                  </a:lnTo>
                  <a:lnTo>
                    <a:pt x="671760" y="274090"/>
                  </a:lnTo>
                  <a:lnTo>
                    <a:pt x="673103" y="275081"/>
                  </a:lnTo>
                  <a:lnTo>
                    <a:pt x="674494" y="276014"/>
                  </a:lnTo>
                  <a:lnTo>
                    <a:pt x="675894" y="276890"/>
                  </a:lnTo>
                  <a:lnTo>
                    <a:pt x="677237" y="277700"/>
                  </a:lnTo>
                  <a:lnTo>
                    <a:pt x="678628" y="278443"/>
                  </a:lnTo>
                  <a:lnTo>
                    <a:pt x="680028" y="279186"/>
                  </a:lnTo>
                  <a:lnTo>
                    <a:pt x="681428" y="279815"/>
                  </a:lnTo>
                  <a:lnTo>
                    <a:pt x="682761" y="280434"/>
                  </a:lnTo>
                  <a:lnTo>
                    <a:pt x="684162" y="280996"/>
                  </a:lnTo>
                  <a:lnTo>
                    <a:pt x="685562" y="281491"/>
                  </a:lnTo>
                  <a:lnTo>
                    <a:pt x="686895" y="281986"/>
                  </a:lnTo>
                  <a:lnTo>
                    <a:pt x="688295" y="282424"/>
                  </a:lnTo>
                  <a:lnTo>
                    <a:pt x="689696" y="282863"/>
                  </a:lnTo>
                  <a:lnTo>
                    <a:pt x="691030" y="283234"/>
                  </a:lnTo>
                  <a:lnTo>
                    <a:pt x="692429" y="283548"/>
                  </a:lnTo>
                  <a:lnTo>
                    <a:pt x="693829" y="283920"/>
                  </a:lnTo>
                  <a:lnTo>
                    <a:pt x="695163" y="284167"/>
                  </a:lnTo>
                  <a:lnTo>
                    <a:pt x="696564" y="284482"/>
                  </a:lnTo>
                  <a:lnTo>
                    <a:pt x="697963" y="284729"/>
                  </a:lnTo>
                  <a:lnTo>
                    <a:pt x="699364" y="284910"/>
                  </a:lnTo>
                  <a:lnTo>
                    <a:pt x="700697" y="285101"/>
                  </a:lnTo>
                  <a:lnTo>
                    <a:pt x="702097" y="285282"/>
                  </a:lnTo>
                  <a:lnTo>
                    <a:pt x="703497" y="285472"/>
                  </a:lnTo>
                  <a:lnTo>
                    <a:pt x="704831" y="285663"/>
                  </a:lnTo>
                </a:path>
              </a:pathLst>
            </a:custGeom>
            <a:noFill/>
            <a:ln w="7242" cap="flat">
              <a:solidFill>
                <a:srgbClr val="000000"/>
              </a:solidFill>
              <a:prstDash val="solid"/>
              <a:round/>
            </a:ln>
          </p:spPr>
          <p:txBody>
            <a:bodyPr/>
            <a:lstStyle/>
            <a:p>
              <a:endParaRPr lang="zh-CN" altLang="en-US" sz="2190"/>
            </a:p>
          </p:txBody>
        </p:sp>
        <p:sp>
          <p:nvSpPr>
            <p:cNvPr id="938" name="任意多边形: 形状 937"/>
            <p:cNvSpPr/>
            <p:nvPr/>
          </p:nvSpPr>
          <p:spPr>
            <a:xfrm>
              <a:off x="4324812" y="4464572"/>
              <a:ext cx="704850" cy="342900"/>
            </a:xfrm>
            <a:custGeom>
              <a:avLst/>
              <a:gdLst>
                <a:gd name="csX0" fmla="*/ -19 w 704850"/>
                <a:gd name="csY0" fmla="*/ 340593 h 342900"/>
                <a:gd name="csX1" fmla="*/ 1315 w 704850"/>
                <a:gd name="csY1" fmla="*/ 340336 h 342900"/>
                <a:gd name="csX2" fmla="*/ 2715 w 704850"/>
                <a:gd name="csY2" fmla="*/ 340022 h 342900"/>
                <a:gd name="csX3" fmla="*/ 4115 w 704850"/>
                <a:gd name="csY3" fmla="*/ 339765 h 342900"/>
                <a:gd name="csX4" fmla="*/ 5515 w 704850"/>
                <a:gd name="csY4" fmla="*/ 339393 h 342900"/>
                <a:gd name="csX5" fmla="*/ 6849 w 704850"/>
                <a:gd name="csY5" fmla="*/ 339012 h 342900"/>
                <a:gd name="csX6" fmla="*/ 8249 w 704850"/>
                <a:gd name="csY6" fmla="*/ 338631 h 342900"/>
                <a:gd name="csX7" fmla="*/ 9649 w 704850"/>
                <a:gd name="csY7" fmla="*/ 338184 h 342900"/>
                <a:gd name="csX8" fmla="*/ 10982 w 704850"/>
                <a:gd name="csY8" fmla="*/ 337679 h 342900"/>
                <a:gd name="csX9" fmla="*/ 12383 w 704850"/>
                <a:gd name="csY9" fmla="*/ 337174 h 342900"/>
                <a:gd name="csX10" fmla="*/ 13783 w 704850"/>
                <a:gd name="csY10" fmla="*/ 336603 h 342900"/>
                <a:gd name="csX11" fmla="*/ 15116 w 704850"/>
                <a:gd name="csY11" fmla="*/ 336040 h 342900"/>
                <a:gd name="csX12" fmla="*/ 16516 w 704850"/>
                <a:gd name="csY12" fmla="*/ 335345 h 342900"/>
                <a:gd name="csX13" fmla="*/ 17917 w 704850"/>
                <a:gd name="csY13" fmla="*/ 334583 h 342900"/>
                <a:gd name="csX14" fmla="*/ 19250 w 704850"/>
                <a:gd name="csY14" fmla="*/ 333821 h 342900"/>
                <a:gd name="csX15" fmla="*/ 20650 w 704850"/>
                <a:gd name="csY15" fmla="*/ 332935 h 342900"/>
                <a:gd name="csX16" fmla="*/ 22050 w 704850"/>
                <a:gd name="csY16" fmla="*/ 332050 h 342900"/>
                <a:gd name="csX17" fmla="*/ 23450 w 704850"/>
                <a:gd name="csY17" fmla="*/ 331097 h 342900"/>
                <a:gd name="csX18" fmla="*/ 24784 w 704850"/>
                <a:gd name="csY18" fmla="*/ 330021 h 342900"/>
                <a:gd name="csX19" fmla="*/ 26184 w 704850"/>
                <a:gd name="csY19" fmla="*/ 328887 h 342900"/>
                <a:gd name="csX20" fmla="*/ 27585 w 704850"/>
                <a:gd name="csY20" fmla="*/ 327620 h 342900"/>
                <a:gd name="csX21" fmla="*/ 28918 w 704850"/>
                <a:gd name="csY21" fmla="*/ 326297 h 342900"/>
                <a:gd name="csX22" fmla="*/ 30318 w 704850"/>
                <a:gd name="csY22" fmla="*/ 324896 h 342900"/>
                <a:gd name="csX23" fmla="*/ 31718 w 704850"/>
                <a:gd name="csY23" fmla="*/ 323449 h 342900"/>
                <a:gd name="csX24" fmla="*/ 33052 w 704850"/>
                <a:gd name="csY24" fmla="*/ 321801 h 342900"/>
                <a:gd name="csX25" fmla="*/ 34443 w 704850"/>
                <a:gd name="csY25" fmla="*/ 320086 h 342900"/>
                <a:gd name="csX26" fmla="*/ 35843 w 704850"/>
                <a:gd name="csY26" fmla="*/ 318257 h 342900"/>
                <a:gd name="csX27" fmla="*/ 37186 w 704850"/>
                <a:gd name="csY27" fmla="*/ 316352 h 342900"/>
                <a:gd name="csX28" fmla="*/ 38576 w 704850"/>
                <a:gd name="csY28" fmla="*/ 314267 h 342900"/>
                <a:gd name="csX29" fmla="*/ 39977 w 704850"/>
                <a:gd name="csY29" fmla="*/ 312114 h 342900"/>
                <a:gd name="csX30" fmla="*/ 41377 w 704850"/>
                <a:gd name="csY30" fmla="*/ 309780 h 342900"/>
                <a:gd name="csX31" fmla="*/ 42710 w 704850"/>
                <a:gd name="csY31" fmla="*/ 307304 h 342900"/>
                <a:gd name="csX32" fmla="*/ 44110 w 704850"/>
                <a:gd name="csY32" fmla="*/ 304780 h 342900"/>
                <a:gd name="csX33" fmla="*/ 45510 w 704850"/>
                <a:gd name="csY33" fmla="*/ 302055 h 342900"/>
                <a:gd name="csX34" fmla="*/ 46844 w 704850"/>
                <a:gd name="csY34" fmla="*/ 299150 h 342900"/>
                <a:gd name="csX35" fmla="*/ 48244 w 704850"/>
                <a:gd name="csY35" fmla="*/ 296169 h 342900"/>
                <a:gd name="csX36" fmla="*/ 49644 w 704850"/>
                <a:gd name="csY36" fmla="*/ 293007 h 342900"/>
                <a:gd name="csX37" fmla="*/ 50978 w 704850"/>
                <a:gd name="csY37" fmla="*/ 289654 h 342900"/>
                <a:gd name="csX38" fmla="*/ 52378 w 704850"/>
                <a:gd name="csY38" fmla="*/ 286234 h 342900"/>
                <a:gd name="csX39" fmla="*/ 53778 w 704850"/>
                <a:gd name="csY39" fmla="*/ 282634 h 342900"/>
                <a:gd name="csX40" fmla="*/ 55112 w 704850"/>
                <a:gd name="csY40" fmla="*/ 278834 h 342900"/>
                <a:gd name="csX41" fmla="*/ 56512 w 704850"/>
                <a:gd name="csY41" fmla="*/ 274842 h 342900"/>
                <a:gd name="csX42" fmla="*/ 57912 w 704850"/>
                <a:gd name="csY42" fmla="*/ 270794 h 342900"/>
                <a:gd name="csX43" fmla="*/ 59312 w 704850"/>
                <a:gd name="csY43" fmla="*/ 266499 h 342900"/>
                <a:gd name="csX44" fmla="*/ 60646 w 704850"/>
                <a:gd name="csY44" fmla="*/ 262069 h 342900"/>
                <a:gd name="csX45" fmla="*/ 62046 w 704850"/>
                <a:gd name="csY45" fmla="*/ 257507 h 342900"/>
                <a:gd name="csX46" fmla="*/ 63446 w 704850"/>
                <a:gd name="csY46" fmla="*/ 252764 h 342900"/>
                <a:gd name="csX47" fmla="*/ 64780 w 704850"/>
                <a:gd name="csY47" fmla="*/ 247830 h 342900"/>
                <a:gd name="csX48" fmla="*/ 66180 w 704850"/>
                <a:gd name="csY48" fmla="*/ 242762 h 342900"/>
                <a:gd name="csX49" fmla="*/ 67580 w 704850"/>
                <a:gd name="csY49" fmla="*/ 237638 h 342900"/>
                <a:gd name="csX50" fmla="*/ 68913 w 704850"/>
                <a:gd name="csY50" fmla="*/ 232266 h 342900"/>
                <a:gd name="csX51" fmla="*/ 70314 w 704850"/>
                <a:gd name="csY51" fmla="*/ 226760 h 342900"/>
                <a:gd name="csX52" fmla="*/ 71714 w 704850"/>
                <a:gd name="csY52" fmla="*/ 221188 h 342900"/>
                <a:gd name="csX53" fmla="*/ 73047 w 704850"/>
                <a:gd name="csY53" fmla="*/ 215368 h 342900"/>
                <a:gd name="csX54" fmla="*/ 74447 w 704850"/>
                <a:gd name="csY54" fmla="*/ 209482 h 342900"/>
                <a:gd name="csX55" fmla="*/ 75848 w 704850"/>
                <a:gd name="csY55" fmla="*/ 203529 h 342900"/>
                <a:gd name="csX56" fmla="*/ 77248 w 704850"/>
                <a:gd name="csY56" fmla="*/ 197395 h 342900"/>
                <a:gd name="csX57" fmla="*/ 78581 w 704850"/>
                <a:gd name="csY57" fmla="*/ 191194 h 342900"/>
                <a:gd name="csX58" fmla="*/ 79981 w 704850"/>
                <a:gd name="csY58" fmla="*/ 184926 h 342900"/>
                <a:gd name="csX59" fmla="*/ 81382 w 704850"/>
                <a:gd name="csY59" fmla="*/ 178535 h 342900"/>
                <a:gd name="csX60" fmla="*/ 82715 w 704850"/>
                <a:gd name="csY60" fmla="*/ 172144 h 342900"/>
                <a:gd name="csX61" fmla="*/ 84115 w 704850"/>
                <a:gd name="csY61" fmla="*/ 165629 h 342900"/>
                <a:gd name="csX62" fmla="*/ 85516 w 704850"/>
                <a:gd name="csY62" fmla="*/ 159114 h 342900"/>
                <a:gd name="csX63" fmla="*/ 86849 w 704850"/>
                <a:gd name="csY63" fmla="*/ 152532 h 342900"/>
                <a:gd name="csX64" fmla="*/ 88249 w 704850"/>
                <a:gd name="csY64" fmla="*/ 145883 h 342900"/>
                <a:gd name="csX65" fmla="*/ 89649 w 704850"/>
                <a:gd name="csY65" fmla="*/ 139311 h 342900"/>
                <a:gd name="csX66" fmla="*/ 90983 w 704850"/>
                <a:gd name="csY66" fmla="*/ 132663 h 342900"/>
                <a:gd name="csX67" fmla="*/ 92383 w 704850"/>
                <a:gd name="csY67" fmla="*/ 126081 h 342900"/>
                <a:gd name="csX68" fmla="*/ 93783 w 704850"/>
                <a:gd name="csY68" fmla="*/ 119566 h 342900"/>
                <a:gd name="csX69" fmla="*/ 95174 w 704850"/>
                <a:gd name="csY69" fmla="*/ 113051 h 342900"/>
                <a:gd name="csX70" fmla="*/ 96517 w 704850"/>
                <a:gd name="csY70" fmla="*/ 106593 h 342900"/>
                <a:gd name="csX71" fmla="*/ 97917 w 704850"/>
                <a:gd name="csY71" fmla="*/ 100202 h 342900"/>
                <a:gd name="csX72" fmla="*/ 99308 w 704850"/>
                <a:gd name="csY72" fmla="*/ 93877 h 342900"/>
                <a:gd name="csX73" fmla="*/ 100651 w 704850"/>
                <a:gd name="csY73" fmla="*/ 87733 h 342900"/>
                <a:gd name="csX74" fmla="*/ 102041 w 704850"/>
                <a:gd name="csY74" fmla="*/ 81656 h 342900"/>
                <a:gd name="csX75" fmla="*/ 103442 w 704850"/>
                <a:gd name="csY75" fmla="*/ 75713 h 342900"/>
                <a:gd name="csX76" fmla="*/ 104784 w 704850"/>
                <a:gd name="csY76" fmla="*/ 69960 h 342900"/>
                <a:gd name="csX77" fmla="*/ 106175 w 704850"/>
                <a:gd name="csY77" fmla="*/ 64321 h 342900"/>
                <a:gd name="csX78" fmla="*/ 107575 w 704850"/>
                <a:gd name="csY78" fmla="*/ 58816 h 342900"/>
                <a:gd name="csX79" fmla="*/ 108909 w 704850"/>
                <a:gd name="csY79" fmla="*/ 53567 h 342900"/>
                <a:gd name="csX80" fmla="*/ 110309 w 704850"/>
                <a:gd name="csY80" fmla="*/ 48500 h 342900"/>
                <a:gd name="csX81" fmla="*/ 111709 w 704850"/>
                <a:gd name="csY81" fmla="*/ 43566 h 342900"/>
                <a:gd name="csX82" fmla="*/ 113043 w 704850"/>
                <a:gd name="csY82" fmla="*/ 38946 h 342900"/>
                <a:gd name="csX83" fmla="*/ 114443 w 704850"/>
                <a:gd name="csY83" fmla="*/ 34517 h 342900"/>
                <a:gd name="csX84" fmla="*/ 115843 w 704850"/>
                <a:gd name="csY84" fmla="*/ 30279 h 342900"/>
                <a:gd name="csX85" fmla="*/ 117243 w 704850"/>
                <a:gd name="csY85" fmla="*/ 26354 h 342900"/>
                <a:gd name="csX86" fmla="*/ 118577 w 704850"/>
                <a:gd name="csY86" fmla="*/ 22687 h 342900"/>
                <a:gd name="csX87" fmla="*/ 119977 w 704850"/>
                <a:gd name="csY87" fmla="*/ 19268 h 342900"/>
                <a:gd name="csX88" fmla="*/ 121377 w 704850"/>
                <a:gd name="csY88" fmla="*/ 16039 h 342900"/>
                <a:gd name="csX89" fmla="*/ 122711 w 704850"/>
                <a:gd name="csY89" fmla="*/ 13257 h 342900"/>
                <a:gd name="csX90" fmla="*/ 124111 w 704850"/>
                <a:gd name="csY90" fmla="*/ 10600 h 342900"/>
                <a:gd name="csX91" fmla="*/ 125511 w 704850"/>
                <a:gd name="csY91" fmla="*/ 8257 h 342900"/>
                <a:gd name="csX92" fmla="*/ 126844 w 704850"/>
                <a:gd name="csY92" fmla="*/ 6237 h 342900"/>
                <a:gd name="csX93" fmla="*/ 128245 w 704850"/>
                <a:gd name="csY93" fmla="*/ 4523 h 342900"/>
                <a:gd name="csX94" fmla="*/ 129645 w 704850"/>
                <a:gd name="csY94" fmla="*/ 3008 h 342900"/>
                <a:gd name="csX95" fmla="*/ 130978 w 704850"/>
                <a:gd name="csY95" fmla="*/ 1866 h 342900"/>
                <a:gd name="csX96" fmla="*/ 132378 w 704850"/>
                <a:gd name="csY96" fmla="*/ 980 h 342900"/>
                <a:gd name="csX97" fmla="*/ 133779 w 704850"/>
                <a:gd name="csY97" fmla="*/ 351 h 342900"/>
                <a:gd name="csX98" fmla="*/ 135179 w 704850"/>
                <a:gd name="csY98" fmla="*/ 37 h 342900"/>
                <a:gd name="csX99" fmla="*/ 136512 w 704850"/>
                <a:gd name="csY99" fmla="*/ -30 h 342900"/>
                <a:gd name="csX100" fmla="*/ 137912 w 704850"/>
                <a:gd name="csY100" fmla="*/ 160 h 342900"/>
                <a:gd name="csX101" fmla="*/ 139313 w 704850"/>
                <a:gd name="csY101" fmla="*/ 665 h 342900"/>
                <a:gd name="csX102" fmla="*/ 140646 w 704850"/>
                <a:gd name="csY102" fmla="*/ 1427 h 342900"/>
                <a:gd name="csX103" fmla="*/ 142046 w 704850"/>
                <a:gd name="csY103" fmla="*/ 2437 h 342900"/>
                <a:gd name="csX104" fmla="*/ 143447 w 704850"/>
                <a:gd name="csY104" fmla="*/ 3637 h 342900"/>
                <a:gd name="csX105" fmla="*/ 144780 w 704850"/>
                <a:gd name="csY105" fmla="*/ 5161 h 342900"/>
                <a:gd name="csX106" fmla="*/ 146180 w 704850"/>
                <a:gd name="csY106" fmla="*/ 6866 h 342900"/>
                <a:gd name="csX107" fmla="*/ 147580 w 704850"/>
                <a:gd name="csY107" fmla="*/ 8704 h 342900"/>
                <a:gd name="csX108" fmla="*/ 148914 w 704850"/>
                <a:gd name="csY108" fmla="*/ 10914 h 342900"/>
                <a:gd name="csX109" fmla="*/ 150314 w 704850"/>
                <a:gd name="csY109" fmla="*/ 13257 h 342900"/>
                <a:gd name="csX110" fmla="*/ 151714 w 704850"/>
                <a:gd name="csY110" fmla="*/ 15724 h 342900"/>
                <a:gd name="csX111" fmla="*/ 153105 w 704850"/>
                <a:gd name="csY111" fmla="*/ 18449 h 342900"/>
                <a:gd name="csX112" fmla="*/ 154448 w 704850"/>
                <a:gd name="csY112" fmla="*/ 21354 h 342900"/>
                <a:gd name="csX113" fmla="*/ 155848 w 704850"/>
                <a:gd name="csY113" fmla="*/ 24335 h 342900"/>
                <a:gd name="csX114" fmla="*/ 157239 w 704850"/>
                <a:gd name="csY114" fmla="*/ 27497 h 342900"/>
                <a:gd name="csX115" fmla="*/ 158582 w 704850"/>
                <a:gd name="csY115" fmla="*/ 30783 h 342900"/>
                <a:gd name="csX116" fmla="*/ 159982 w 704850"/>
                <a:gd name="csY116" fmla="*/ 34203 h 342900"/>
                <a:gd name="csX117" fmla="*/ 161373 w 704850"/>
                <a:gd name="csY117" fmla="*/ 37746 h 342900"/>
                <a:gd name="csX118" fmla="*/ 162716 w 704850"/>
                <a:gd name="csY118" fmla="*/ 41356 h 342900"/>
                <a:gd name="csX119" fmla="*/ 164116 w 704850"/>
                <a:gd name="csY119" fmla="*/ 45090 h 342900"/>
                <a:gd name="csX120" fmla="*/ 165506 w 704850"/>
                <a:gd name="csY120" fmla="*/ 48824 h 342900"/>
                <a:gd name="csX121" fmla="*/ 166850 w 704850"/>
                <a:gd name="csY121" fmla="*/ 52681 h 342900"/>
                <a:gd name="csX122" fmla="*/ 168240 w 704850"/>
                <a:gd name="csY122" fmla="*/ 56606 h 342900"/>
                <a:gd name="csX123" fmla="*/ 169640 w 704850"/>
                <a:gd name="csY123" fmla="*/ 60530 h 342900"/>
                <a:gd name="csX124" fmla="*/ 171041 w 704850"/>
                <a:gd name="csY124" fmla="*/ 64511 h 342900"/>
                <a:gd name="csX125" fmla="*/ 172374 w 704850"/>
                <a:gd name="csY125" fmla="*/ 68502 h 342900"/>
                <a:gd name="csX126" fmla="*/ 173774 w 704850"/>
                <a:gd name="csY126" fmla="*/ 72484 h 342900"/>
                <a:gd name="csX127" fmla="*/ 175174 w 704850"/>
                <a:gd name="csY127" fmla="*/ 76532 h 342900"/>
                <a:gd name="csX128" fmla="*/ 176508 w 704850"/>
                <a:gd name="csY128" fmla="*/ 80523 h 342900"/>
                <a:gd name="csX129" fmla="*/ 177908 w 704850"/>
                <a:gd name="csY129" fmla="*/ 84514 h 342900"/>
                <a:gd name="csX130" fmla="*/ 179308 w 704850"/>
                <a:gd name="csY130" fmla="*/ 88495 h 342900"/>
                <a:gd name="csX131" fmla="*/ 180642 w 704850"/>
                <a:gd name="csY131" fmla="*/ 92477 h 342900"/>
                <a:gd name="csX132" fmla="*/ 182042 w 704850"/>
                <a:gd name="csY132" fmla="*/ 96401 h 342900"/>
                <a:gd name="csX133" fmla="*/ 183442 w 704850"/>
                <a:gd name="csY133" fmla="*/ 100268 h 342900"/>
                <a:gd name="csX134" fmla="*/ 184776 w 704850"/>
                <a:gd name="csY134" fmla="*/ 104126 h 342900"/>
                <a:gd name="csX135" fmla="*/ 186176 w 704850"/>
                <a:gd name="csY135" fmla="*/ 107860 h 342900"/>
                <a:gd name="csX136" fmla="*/ 187576 w 704850"/>
                <a:gd name="csY136" fmla="*/ 111593 h 342900"/>
                <a:gd name="csX137" fmla="*/ 188976 w 704850"/>
                <a:gd name="csY137" fmla="*/ 115261 h 342900"/>
                <a:gd name="csX138" fmla="*/ 190310 w 704850"/>
                <a:gd name="csY138" fmla="*/ 118871 h 342900"/>
                <a:gd name="csX139" fmla="*/ 191710 w 704850"/>
                <a:gd name="csY139" fmla="*/ 122414 h 342900"/>
                <a:gd name="csX140" fmla="*/ 193110 w 704850"/>
                <a:gd name="csY140" fmla="*/ 125891 h 342900"/>
                <a:gd name="csX141" fmla="*/ 194443 w 704850"/>
                <a:gd name="csY141" fmla="*/ 129310 h 342900"/>
                <a:gd name="csX142" fmla="*/ 195843 w 704850"/>
                <a:gd name="csY142" fmla="*/ 132596 h 342900"/>
                <a:gd name="csX143" fmla="*/ 197244 w 704850"/>
                <a:gd name="csY143" fmla="*/ 135892 h 342900"/>
                <a:gd name="csX144" fmla="*/ 198577 w 704850"/>
                <a:gd name="csY144" fmla="*/ 139054 h 342900"/>
                <a:gd name="csX145" fmla="*/ 199978 w 704850"/>
                <a:gd name="csY145" fmla="*/ 142092 h 342900"/>
                <a:gd name="csX146" fmla="*/ 201378 w 704850"/>
                <a:gd name="csY146" fmla="*/ 145131 h 342900"/>
                <a:gd name="csX147" fmla="*/ 202711 w 704850"/>
                <a:gd name="csY147" fmla="*/ 148036 h 342900"/>
                <a:gd name="csX148" fmla="*/ 204111 w 704850"/>
                <a:gd name="csY148" fmla="*/ 150884 h 342900"/>
                <a:gd name="csX149" fmla="*/ 205511 w 704850"/>
                <a:gd name="csY149" fmla="*/ 153675 h 342900"/>
                <a:gd name="csX150" fmla="*/ 206912 w 704850"/>
                <a:gd name="csY150" fmla="*/ 156332 h 342900"/>
                <a:gd name="csX151" fmla="*/ 208245 w 704850"/>
                <a:gd name="csY151" fmla="*/ 158990 h 342900"/>
                <a:gd name="csX152" fmla="*/ 209645 w 704850"/>
                <a:gd name="csY152" fmla="*/ 161514 h 342900"/>
                <a:gd name="csX153" fmla="*/ 211045 w 704850"/>
                <a:gd name="csY153" fmla="*/ 163924 h 342900"/>
                <a:gd name="csX154" fmla="*/ 212379 w 704850"/>
                <a:gd name="csY154" fmla="*/ 166324 h 342900"/>
                <a:gd name="csX155" fmla="*/ 213779 w 704850"/>
                <a:gd name="csY155" fmla="*/ 168601 h 342900"/>
                <a:gd name="csX156" fmla="*/ 215179 w 704850"/>
                <a:gd name="csY156" fmla="*/ 170820 h 342900"/>
                <a:gd name="csX157" fmla="*/ 216513 w 704850"/>
                <a:gd name="csY157" fmla="*/ 172973 h 342900"/>
                <a:gd name="csX158" fmla="*/ 217913 w 704850"/>
                <a:gd name="csY158" fmla="*/ 175058 h 342900"/>
                <a:gd name="csX159" fmla="*/ 219304 w 704850"/>
                <a:gd name="csY159" fmla="*/ 177087 h 342900"/>
                <a:gd name="csX160" fmla="*/ 220647 w 704850"/>
                <a:gd name="csY160" fmla="*/ 179049 h 342900"/>
                <a:gd name="csX161" fmla="*/ 222047 w 704850"/>
                <a:gd name="csY161" fmla="*/ 180945 h 342900"/>
                <a:gd name="csX162" fmla="*/ 223437 w 704850"/>
                <a:gd name="csY162" fmla="*/ 182717 h 342900"/>
                <a:gd name="csX163" fmla="*/ 224838 w 704850"/>
                <a:gd name="csY163" fmla="*/ 184488 h 342900"/>
                <a:gd name="csX164" fmla="*/ 226181 w 704850"/>
                <a:gd name="csY164" fmla="*/ 186193 h 342900"/>
                <a:gd name="csX165" fmla="*/ 227571 w 704850"/>
                <a:gd name="csY165" fmla="*/ 187841 h 342900"/>
                <a:gd name="csX166" fmla="*/ 228971 w 704850"/>
                <a:gd name="csY166" fmla="*/ 189356 h 342900"/>
                <a:gd name="csX167" fmla="*/ 230315 w 704850"/>
                <a:gd name="csY167" fmla="*/ 190880 h 342900"/>
                <a:gd name="csX168" fmla="*/ 231705 w 704850"/>
                <a:gd name="csY168" fmla="*/ 192394 h 342900"/>
                <a:gd name="csX169" fmla="*/ 233105 w 704850"/>
                <a:gd name="csY169" fmla="*/ 193785 h 342900"/>
                <a:gd name="csX170" fmla="*/ 234439 w 704850"/>
                <a:gd name="csY170" fmla="*/ 195185 h 342900"/>
                <a:gd name="csX171" fmla="*/ 235839 w 704850"/>
                <a:gd name="csY171" fmla="*/ 196509 h 342900"/>
                <a:gd name="csX172" fmla="*/ 237239 w 704850"/>
                <a:gd name="csY172" fmla="*/ 197776 h 342900"/>
                <a:gd name="csX173" fmla="*/ 238573 w 704850"/>
                <a:gd name="csY173" fmla="*/ 199042 h 342900"/>
                <a:gd name="csX174" fmla="*/ 239973 w 704850"/>
                <a:gd name="csY174" fmla="*/ 200243 h 342900"/>
                <a:gd name="csX175" fmla="*/ 241373 w 704850"/>
                <a:gd name="csY175" fmla="*/ 201386 h 342900"/>
                <a:gd name="csX176" fmla="*/ 242773 w 704850"/>
                <a:gd name="csY176" fmla="*/ 202462 h 342900"/>
                <a:gd name="csX177" fmla="*/ 244107 w 704850"/>
                <a:gd name="csY177" fmla="*/ 203595 h 342900"/>
                <a:gd name="csX178" fmla="*/ 245507 w 704850"/>
                <a:gd name="csY178" fmla="*/ 204605 h 342900"/>
                <a:gd name="csX179" fmla="*/ 246907 w 704850"/>
                <a:gd name="csY179" fmla="*/ 205624 h 342900"/>
                <a:gd name="csX180" fmla="*/ 248241 w 704850"/>
                <a:gd name="csY180" fmla="*/ 206567 h 342900"/>
                <a:gd name="csX181" fmla="*/ 249641 w 704850"/>
                <a:gd name="csY181" fmla="*/ 207520 h 342900"/>
                <a:gd name="csX182" fmla="*/ 251041 w 704850"/>
                <a:gd name="csY182" fmla="*/ 208472 h 342900"/>
                <a:gd name="csX183" fmla="*/ 252374 w 704850"/>
                <a:gd name="csY183" fmla="*/ 209358 h 342900"/>
                <a:gd name="csX184" fmla="*/ 253775 w 704850"/>
                <a:gd name="csY184" fmla="*/ 210244 h 342900"/>
                <a:gd name="csX185" fmla="*/ 255175 w 704850"/>
                <a:gd name="csY185" fmla="*/ 211063 h 342900"/>
                <a:gd name="csX186" fmla="*/ 256508 w 704850"/>
                <a:gd name="csY186" fmla="*/ 211882 h 342900"/>
                <a:gd name="csX187" fmla="*/ 257909 w 704850"/>
                <a:gd name="csY187" fmla="*/ 212644 h 342900"/>
                <a:gd name="csX188" fmla="*/ 259309 w 704850"/>
                <a:gd name="csY188" fmla="*/ 213406 h 342900"/>
                <a:gd name="csX189" fmla="*/ 260709 w 704850"/>
                <a:gd name="csY189" fmla="*/ 214168 h 342900"/>
                <a:gd name="csX190" fmla="*/ 262042 w 704850"/>
                <a:gd name="csY190" fmla="*/ 214864 h 342900"/>
                <a:gd name="csX191" fmla="*/ 263443 w 704850"/>
                <a:gd name="csY191" fmla="*/ 215559 h 342900"/>
                <a:gd name="csX192" fmla="*/ 264843 w 704850"/>
                <a:gd name="csY192" fmla="*/ 216254 h 342900"/>
                <a:gd name="csX193" fmla="*/ 266176 w 704850"/>
                <a:gd name="csY193" fmla="*/ 216883 h 342900"/>
                <a:gd name="csX194" fmla="*/ 267576 w 704850"/>
                <a:gd name="csY194" fmla="*/ 217521 h 342900"/>
                <a:gd name="csX195" fmla="*/ 268977 w 704850"/>
                <a:gd name="csY195" fmla="*/ 218150 h 342900"/>
                <a:gd name="csX196" fmla="*/ 270310 w 704850"/>
                <a:gd name="csY196" fmla="*/ 218721 h 342900"/>
                <a:gd name="csX197" fmla="*/ 271710 w 704850"/>
                <a:gd name="csY197" fmla="*/ 219350 h 342900"/>
                <a:gd name="csX198" fmla="*/ 273110 w 704850"/>
                <a:gd name="csY198" fmla="*/ 219921 h 342900"/>
                <a:gd name="csX199" fmla="*/ 274444 w 704850"/>
                <a:gd name="csY199" fmla="*/ 220426 h 342900"/>
                <a:gd name="csX200" fmla="*/ 275844 w 704850"/>
                <a:gd name="csY200" fmla="*/ 220998 h 342900"/>
                <a:gd name="csX201" fmla="*/ 277244 w 704850"/>
                <a:gd name="csY201" fmla="*/ 221502 h 342900"/>
                <a:gd name="csX202" fmla="*/ 278635 w 704850"/>
                <a:gd name="csY202" fmla="*/ 222007 h 342900"/>
                <a:gd name="csX203" fmla="*/ 279978 w 704850"/>
                <a:gd name="csY203" fmla="*/ 222522 h 342900"/>
                <a:gd name="csX204" fmla="*/ 281378 w 704850"/>
                <a:gd name="csY204" fmla="*/ 223026 h 342900"/>
                <a:gd name="csX205" fmla="*/ 282769 w 704850"/>
                <a:gd name="csY205" fmla="*/ 223465 h 342900"/>
                <a:gd name="csX206" fmla="*/ 284112 w 704850"/>
                <a:gd name="csY206" fmla="*/ 223912 h 342900"/>
                <a:gd name="csX207" fmla="*/ 285512 w 704850"/>
                <a:gd name="csY207" fmla="*/ 224350 h 342900"/>
                <a:gd name="csX208" fmla="*/ 286902 w 704850"/>
                <a:gd name="csY208" fmla="*/ 224798 h 342900"/>
                <a:gd name="csX209" fmla="*/ 288246 w 704850"/>
                <a:gd name="csY209" fmla="*/ 225170 h 342900"/>
                <a:gd name="csX210" fmla="*/ 289636 w 704850"/>
                <a:gd name="csY210" fmla="*/ 225617 h 342900"/>
                <a:gd name="csX211" fmla="*/ 291037 w 704850"/>
                <a:gd name="csY211" fmla="*/ 225998 h 342900"/>
                <a:gd name="csX212" fmla="*/ 292379 w 704850"/>
                <a:gd name="csY212" fmla="*/ 226379 h 342900"/>
                <a:gd name="csX213" fmla="*/ 293770 w 704850"/>
                <a:gd name="csY213" fmla="*/ 226760 h 342900"/>
                <a:gd name="csX214" fmla="*/ 295170 w 704850"/>
                <a:gd name="csY214" fmla="*/ 227132 h 342900"/>
                <a:gd name="csX215" fmla="*/ 296570 w 704850"/>
                <a:gd name="csY215" fmla="*/ 227513 h 342900"/>
                <a:gd name="csX216" fmla="*/ 297904 w 704850"/>
                <a:gd name="csY216" fmla="*/ 227837 h 342900"/>
                <a:gd name="csX217" fmla="*/ 299304 w 704850"/>
                <a:gd name="csY217" fmla="*/ 228151 h 342900"/>
                <a:gd name="csX218" fmla="*/ 300704 w 704850"/>
                <a:gd name="csY218" fmla="*/ 228532 h 342900"/>
                <a:gd name="csX219" fmla="*/ 302038 w 704850"/>
                <a:gd name="csY219" fmla="*/ 228846 h 342900"/>
                <a:gd name="csX220" fmla="*/ 303438 w 704850"/>
                <a:gd name="csY220" fmla="*/ 229094 h 342900"/>
                <a:gd name="csX221" fmla="*/ 304838 w 704850"/>
                <a:gd name="csY221" fmla="*/ 229418 h 342900"/>
                <a:gd name="csX222" fmla="*/ 306172 w 704850"/>
                <a:gd name="csY222" fmla="*/ 229732 h 342900"/>
                <a:gd name="csX223" fmla="*/ 307572 w 704850"/>
                <a:gd name="csY223" fmla="*/ 229980 h 342900"/>
                <a:gd name="csX224" fmla="*/ 308972 w 704850"/>
                <a:gd name="csY224" fmla="*/ 230304 h 342900"/>
                <a:gd name="csX225" fmla="*/ 310305 w 704850"/>
                <a:gd name="csY225" fmla="*/ 230551 h 342900"/>
                <a:gd name="csX226" fmla="*/ 311706 w 704850"/>
                <a:gd name="csY226" fmla="*/ 230808 h 342900"/>
                <a:gd name="csX227" fmla="*/ 313106 w 704850"/>
                <a:gd name="csY227" fmla="*/ 231056 h 342900"/>
                <a:gd name="csX228" fmla="*/ 314439 w 704850"/>
                <a:gd name="csY228" fmla="*/ 231313 h 342900"/>
                <a:gd name="csX229" fmla="*/ 315840 w 704850"/>
                <a:gd name="csY229" fmla="*/ 231570 h 342900"/>
                <a:gd name="csX230" fmla="*/ 317240 w 704850"/>
                <a:gd name="csY230" fmla="*/ 231818 h 342900"/>
                <a:gd name="csX231" fmla="*/ 318640 w 704850"/>
                <a:gd name="csY231" fmla="*/ 232075 h 342900"/>
                <a:gd name="csX232" fmla="*/ 319973 w 704850"/>
                <a:gd name="csY232" fmla="*/ 232266 h 342900"/>
                <a:gd name="csX233" fmla="*/ 321374 w 704850"/>
                <a:gd name="csY233" fmla="*/ 232513 h 342900"/>
                <a:gd name="csX234" fmla="*/ 322774 w 704850"/>
                <a:gd name="csY234" fmla="*/ 232771 h 342900"/>
                <a:gd name="csX235" fmla="*/ 324107 w 704850"/>
                <a:gd name="csY235" fmla="*/ 232961 h 342900"/>
                <a:gd name="csX236" fmla="*/ 325507 w 704850"/>
                <a:gd name="csY236" fmla="*/ 233151 h 342900"/>
                <a:gd name="csX237" fmla="*/ 326908 w 704850"/>
                <a:gd name="csY237" fmla="*/ 233399 h 342900"/>
                <a:gd name="csX238" fmla="*/ 328241 w 704850"/>
                <a:gd name="csY238" fmla="*/ 233590 h 342900"/>
                <a:gd name="csX239" fmla="*/ 329641 w 704850"/>
                <a:gd name="csY239" fmla="*/ 233780 h 342900"/>
                <a:gd name="csX240" fmla="*/ 331041 w 704850"/>
                <a:gd name="csY240" fmla="*/ 233971 h 342900"/>
                <a:gd name="csX241" fmla="*/ 332375 w 704850"/>
                <a:gd name="csY241" fmla="*/ 234161 h 342900"/>
                <a:gd name="csX242" fmla="*/ 333775 w 704850"/>
                <a:gd name="csY242" fmla="*/ 234352 h 342900"/>
                <a:gd name="csX243" fmla="*/ 335175 w 704850"/>
                <a:gd name="csY243" fmla="*/ 234542 h 342900"/>
                <a:gd name="csX244" fmla="*/ 336576 w 704850"/>
                <a:gd name="csY244" fmla="*/ 234733 h 342900"/>
                <a:gd name="csX245" fmla="*/ 337909 w 704850"/>
                <a:gd name="csY245" fmla="*/ 234923 h 342900"/>
                <a:gd name="csX246" fmla="*/ 339309 w 704850"/>
                <a:gd name="csY246" fmla="*/ 235047 h 342900"/>
                <a:gd name="csX247" fmla="*/ 340709 w 704850"/>
                <a:gd name="csY247" fmla="*/ 235238 h 342900"/>
                <a:gd name="csX248" fmla="*/ 342043 w 704850"/>
                <a:gd name="csY248" fmla="*/ 235428 h 342900"/>
                <a:gd name="csX249" fmla="*/ 343443 w 704850"/>
                <a:gd name="csY249" fmla="*/ 235552 h 342900"/>
                <a:gd name="csX250" fmla="*/ 344843 w 704850"/>
                <a:gd name="csY250" fmla="*/ 235742 h 342900"/>
                <a:gd name="csX251" fmla="*/ 346177 w 704850"/>
                <a:gd name="csY251" fmla="*/ 235866 h 342900"/>
                <a:gd name="csX252" fmla="*/ 347577 w 704850"/>
                <a:gd name="csY252" fmla="*/ 236057 h 342900"/>
                <a:gd name="csX253" fmla="*/ 348968 w 704850"/>
                <a:gd name="csY253" fmla="*/ 236181 h 342900"/>
                <a:gd name="csX254" fmla="*/ 350311 w 704850"/>
                <a:gd name="csY254" fmla="*/ 236371 h 342900"/>
                <a:gd name="csX255" fmla="*/ 351711 w 704850"/>
                <a:gd name="csY255" fmla="*/ 236504 h 342900"/>
                <a:gd name="csX256" fmla="*/ 353101 w 704850"/>
                <a:gd name="csY256" fmla="*/ 236628 h 342900"/>
                <a:gd name="csX257" fmla="*/ 354502 w 704850"/>
                <a:gd name="csY257" fmla="*/ 236752 h 342900"/>
                <a:gd name="csX258" fmla="*/ 355844 w 704850"/>
                <a:gd name="csY258" fmla="*/ 236885 h 342900"/>
                <a:gd name="csX259" fmla="*/ 357235 w 704850"/>
                <a:gd name="csY259" fmla="*/ 237009 h 342900"/>
                <a:gd name="csX260" fmla="*/ 358635 w 704850"/>
                <a:gd name="csY260" fmla="*/ 237133 h 342900"/>
                <a:gd name="csX261" fmla="*/ 359969 w 704850"/>
                <a:gd name="csY261" fmla="*/ 237257 h 342900"/>
                <a:gd name="csX262" fmla="*/ 361369 w 704850"/>
                <a:gd name="csY262" fmla="*/ 237390 h 342900"/>
                <a:gd name="csX263" fmla="*/ 362769 w 704850"/>
                <a:gd name="csY263" fmla="*/ 237514 h 342900"/>
                <a:gd name="csX264" fmla="*/ 364103 w 704850"/>
                <a:gd name="csY264" fmla="*/ 237581 h 342900"/>
                <a:gd name="csX265" fmla="*/ 365503 w 704850"/>
                <a:gd name="csY265" fmla="*/ 237705 h 342900"/>
                <a:gd name="csX266" fmla="*/ 366903 w 704850"/>
                <a:gd name="csY266" fmla="*/ 237771 h 342900"/>
                <a:gd name="csX267" fmla="*/ 368236 w 704850"/>
                <a:gd name="csY267" fmla="*/ 237895 h 342900"/>
                <a:gd name="csX268" fmla="*/ 369637 w 704850"/>
                <a:gd name="csY268" fmla="*/ 237962 h 342900"/>
                <a:gd name="csX269" fmla="*/ 371037 w 704850"/>
                <a:gd name="csY269" fmla="*/ 238019 h 342900"/>
                <a:gd name="csX270" fmla="*/ 372437 w 704850"/>
                <a:gd name="csY270" fmla="*/ 238085 h 342900"/>
                <a:gd name="csX271" fmla="*/ 373771 w 704850"/>
                <a:gd name="csY271" fmla="*/ 238143 h 342900"/>
                <a:gd name="csX272" fmla="*/ 375171 w 704850"/>
                <a:gd name="csY272" fmla="*/ 238143 h 342900"/>
                <a:gd name="csX273" fmla="*/ 376571 w 704850"/>
                <a:gd name="csY273" fmla="*/ 238209 h 342900"/>
                <a:gd name="csX274" fmla="*/ 377904 w 704850"/>
                <a:gd name="csY274" fmla="*/ 238209 h 342900"/>
                <a:gd name="csX275" fmla="*/ 379305 w 704850"/>
                <a:gd name="csY275" fmla="*/ 238276 h 342900"/>
                <a:gd name="csX276" fmla="*/ 380705 w 704850"/>
                <a:gd name="csY276" fmla="*/ 238276 h 342900"/>
                <a:gd name="csX277" fmla="*/ 382038 w 704850"/>
                <a:gd name="csY277" fmla="*/ 238276 h 342900"/>
                <a:gd name="csX278" fmla="*/ 383438 w 704850"/>
                <a:gd name="csY278" fmla="*/ 238276 h 342900"/>
                <a:gd name="csX279" fmla="*/ 384839 w 704850"/>
                <a:gd name="csY279" fmla="*/ 238209 h 342900"/>
                <a:gd name="csX280" fmla="*/ 386172 w 704850"/>
                <a:gd name="csY280" fmla="*/ 238209 h 342900"/>
                <a:gd name="csX281" fmla="*/ 387572 w 704850"/>
                <a:gd name="csY281" fmla="*/ 238143 h 342900"/>
                <a:gd name="csX282" fmla="*/ 388972 w 704850"/>
                <a:gd name="csY282" fmla="*/ 238143 h 342900"/>
                <a:gd name="csX283" fmla="*/ 390373 w 704850"/>
                <a:gd name="csY283" fmla="*/ 238085 h 342900"/>
                <a:gd name="csX284" fmla="*/ 391706 w 704850"/>
                <a:gd name="csY284" fmla="*/ 237962 h 342900"/>
                <a:gd name="csX285" fmla="*/ 393106 w 704850"/>
                <a:gd name="csY285" fmla="*/ 237895 h 342900"/>
                <a:gd name="csX286" fmla="*/ 394507 w 704850"/>
                <a:gd name="csY286" fmla="*/ 237771 h 342900"/>
                <a:gd name="csX287" fmla="*/ 395840 w 704850"/>
                <a:gd name="csY287" fmla="*/ 237705 h 342900"/>
                <a:gd name="csX288" fmla="*/ 397240 w 704850"/>
                <a:gd name="csY288" fmla="*/ 237581 h 342900"/>
                <a:gd name="csX289" fmla="*/ 398640 w 704850"/>
                <a:gd name="csY289" fmla="*/ 237447 h 342900"/>
                <a:gd name="csX290" fmla="*/ 399974 w 704850"/>
                <a:gd name="csY290" fmla="*/ 237257 h 342900"/>
                <a:gd name="csX291" fmla="*/ 401374 w 704850"/>
                <a:gd name="csY291" fmla="*/ 237133 h 342900"/>
                <a:gd name="csX292" fmla="*/ 402774 w 704850"/>
                <a:gd name="csY292" fmla="*/ 236942 h 342900"/>
                <a:gd name="csX293" fmla="*/ 404108 w 704850"/>
                <a:gd name="csY293" fmla="*/ 236752 h 342900"/>
                <a:gd name="csX294" fmla="*/ 405508 w 704850"/>
                <a:gd name="csY294" fmla="*/ 236561 h 342900"/>
                <a:gd name="csX295" fmla="*/ 406908 w 704850"/>
                <a:gd name="csY295" fmla="*/ 236371 h 342900"/>
                <a:gd name="csX296" fmla="*/ 408299 w 704850"/>
                <a:gd name="csY296" fmla="*/ 236181 h 342900"/>
                <a:gd name="csX297" fmla="*/ 409642 w 704850"/>
                <a:gd name="csY297" fmla="*/ 235933 h 342900"/>
                <a:gd name="csX298" fmla="*/ 411042 w 704850"/>
                <a:gd name="csY298" fmla="*/ 235676 h 342900"/>
                <a:gd name="csX299" fmla="*/ 412433 w 704850"/>
                <a:gd name="csY299" fmla="*/ 235428 h 342900"/>
                <a:gd name="csX300" fmla="*/ 413776 w 704850"/>
                <a:gd name="csY300" fmla="*/ 235171 h 342900"/>
                <a:gd name="csX301" fmla="*/ 415176 w 704850"/>
                <a:gd name="csY301" fmla="*/ 234923 h 342900"/>
                <a:gd name="csX302" fmla="*/ 416566 w 704850"/>
                <a:gd name="csY302" fmla="*/ 234599 h 342900"/>
                <a:gd name="csX303" fmla="*/ 417910 w 704850"/>
                <a:gd name="csY303" fmla="*/ 234285 h 342900"/>
                <a:gd name="csX304" fmla="*/ 419300 w 704850"/>
                <a:gd name="csY304" fmla="*/ 234037 h 342900"/>
                <a:gd name="csX305" fmla="*/ 420700 w 704850"/>
                <a:gd name="csY305" fmla="*/ 233656 h 342900"/>
                <a:gd name="csX306" fmla="*/ 422034 w 704850"/>
                <a:gd name="csY306" fmla="*/ 233342 h 342900"/>
                <a:gd name="csX307" fmla="*/ 423434 w 704850"/>
                <a:gd name="csY307" fmla="*/ 233018 h 342900"/>
                <a:gd name="csX308" fmla="*/ 424834 w 704850"/>
                <a:gd name="csY308" fmla="*/ 232637 h 342900"/>
                <a:gd name="csX309" fmla="*/ 426234 w 704850"/>
                <a:gd name="csY309" fmla="*/ 232323 h 342900"/>
                <a:gd name="csX310" fmla="*/ 427568 w 704850"/>
                <a:gd name="csY310" fmla="*/ 231942 h 342900"/>
                <a:gd name="csX311" fmla="*/ 428968 w 704850"/>
                <a:gd name="csY311" fmla="*/ 231570 h 342900"/>
                <a:gd name="csX312" fmla="*/ 430368 w 704850"/>
                <a:gd name="csY312" fmla="*/ 231189 h 342900"/>
                <a:gd name="csX313" fmla="*/ 431702 w 704850"/>
                <a:gd name="csY313" fmla="*/ 230742 h 342900"/>
                <a:gd name="csX314" fmla="*/ 433102 w 704850"/>
                <a:gd name="csY314" fmla="*/ 230361 h 342900"/>
                <a:gd name="csX315" fmla="*/ 434502 w 704850"/>
                <a:gd name="csY315" fmla="*/ 229923 h 342900"/>
                <a:gd name="csX316" fmla="*/ 435836 w 704850"/>
                <a:gd name="csY316" fmla="*/ 229475 h 342900"/>
                <a:gd name="csX317" fmla="*/ 437236 w 704850"/>
                <a:gd name="csY317" fmla="*/ 229094 h 342900"/>
                <a:gd name="csX318" fmla="*/ 438636 w 704850"/>
                <a:gd name="csY318" fmla="*/ 228589 h 342900"/>
                <a:gd name="csX319" fmla="*/ 439969 w 704850"/>
                <a:gd name="csY319" fmla="*/ 228151 h 342900"/>
                <a:gd name="csX320" fmla="*/ 441369 w 704850"/>
                <a:gd name="csY320" fmla="*/ 227703 h 342900"/>
                <a:gd name="csX321" fmla="*/ 442770 w 704850"/>
                <a:gd name="csY321" fmla="*/ 227198 h 342900"/>
                <a:gd name="csX322" fmla="*/ 444170 w 704850"/>
                <a:gd name="csY322" fmla="*/ 226694 h 342900"/>
                <a:gd name="csX323" fmla="*/ 445503 w 704850"/>
                <a:gd name="csY323" fmla="*/ 226189 h 342900"/>
                <a:gd name="csX324" fmla="*/ 446903 w 704850"/>
                <a:gd name="csY324" fmla="*/ 225684 h 342900"/>
                <a:gd name="csX325" fmla="*/ 448304 w 704850"/>
                <a:gd name="csY325" fmla="*/ 225170 h 342900"/>
                <a:gd name="csX326" fmla="*/ 449637 w 704850"/>
                <a:gd name="csY326" fmla="*/ 224608 h 342900"/>
                <a:gd name="csX327" fmla="*/ 451037 w 704850"/>
                <a:gd name="csY327" fmla="*/ 224036 h 342900"/>
                <a:gd name="csX328" fmla="*/ 452438 w 704850"/>
                <a:gd name="csY328" fmla="*/ 223465 h 342900"/>
                <a:gd name="csX329" fmla="*/ 453771 w 704850"/>
                <a:gd name="csY329" fmla="*/ 222893 h 342900"/>
                <a:gd name="csX330" fmla="*/ 455171 w 704850"/>
                <a:gd name="csY330" fmla="*/ 222331 h 342900"/>
                <a:gd name="csX331" fmla="*/ 456571 w 704850"/>
                <a:gd name="csY331" fmla="*/ 221693 h 342900"/>
                <a:gd name="csX332" fmla="*/ 457905 w 704850"/>
                <a:gd name="csY332" fmla="*/ 221064 h 342900"/>
                <a:gd name="csX333" fmla="*/ 459305 w 704850"/>
                <a:gd name="csY333" fmla="*/ 220369 h 342900"/>
                <a:gd name="csX334" fmla="*/ 460705 w 704850"/>
                <a:gd name="csY334" fmla="*/ 219731 h 342900"/>
                <a:gd name="csX335" fmla="*/ 462105 w 704850"/>
                <a:gd name="csY335" fmla="*/ 219035 h 342900"/>
                <a:gd name="csX336" fmla="*/ 463439 w 704850"/>
                <a:gd name="csY336" fmla="*/ 218274 h 342900"/>
                <a:gd name="csX337" fmla="*/ 464839 w 704850"/>
                <a:gd name="csY337" fmla="*/ 217521 h 342900"/>
                <a:gd name="csX338" fmla="*/ 466239 w 704850"/>
                <a:gd name="csY338" fmla="*/ 216759 h 342900"/>
                <a:gd name="csX339" fmla="*/ 467573 w 704850"/>
                <a:gd name="csY339" fmla="*/ 215997 h 342900"/>
                <a:gd name="csX340" fmla="*/ 468973 w 704850"/>
                <a:gd name="csY340" fmla="*/ 215111 h 342900"/>
                <a:gd name="csX341" fmla="*/ 470373 w 704850"/>
                <a:gd name="csY341" fmla="*/ 214292 h 342900"/>
                <a:gd name="csX342" fmla="*/ 471707 w 704850"/>
                <a:gd name="csY342" fmla="*/ 213406 h 342900"/>
                <a:gd name="csX343" fmla="*/ 473107 w 704850"/>
                <a:gd name="csY343" fmla="*/ 212454 h 342900"/>
                <a:gd name="csX344" fmla="*/ 474497 w 704850"/>
                <a:gd name="csY344" fmla="*/ 211511 h 342900"/>
                <a:gd name="csX345" fmla="*/ 475841 w 704850"/>
                <a:gd name="csY345" fmla="*/ 210558 h 342900"/>
                <a:gd name="csX346" fmla="*/ 477241 w 704850"/>
                <a:gd name="csY346" fmla="*/ 209482 h 342900"/>
                <a:gd name="csX347" fmla="*/ 478631 w 704850"/>
                <a:gd name="csY347" fmla="*/ 208406 h 342900"/>
                <a:gd name="csX348" fmla="*/ 480031 w 704850"/>
                <a:gd name="csY348" fmla="*/ 207329 h 342900"/>
                <a:gd name="csX349" fmla="*/ 481375 w 704850"/>
                <a:gd name="csY349" fmla="*/ 206196 h 342900"/>
                <a:gd name="csX350" fmla="*/ 482765 w 704850"/>
                <a:gd name="csY350" fmla="*/ 204986 h 342900"/>
                <a:gd name="csX351" fmla="*/ 484165 w 704850"/>
                <a:gd name="csY351" fmla="*/ 203719 h 342900"/>
                <a:gd name="csX352" fmla="*/ 485508 w 704850"/>
                <a:gd name="csY352" fmla="*/ 202462 h 342900"/>
                <a:gd name="csX353" fmla="*/ 486899 w 704850"/>
                <a:gd name="csY353" fmla="*/ 201062 h 342900"/>
                <a:gd name="csX354" fmla="*/ 488299 w 704850"/>
                <a:gd name="csY354" fmla="*/ 199671 h 342900"/>
                <a:gd name="csX355" fmla="*/ 489633 w 704850"/>
                <a:gd name="csY355" fmla="*/ 198214 h 342900"/>
                <a:gd name="csX356" fmla="*/ 491033 w 704850"/>
                <a:gd name="csY356" fmla="*/ 196699 h 342900"/>
                <a:gd name="csX357" fmla="*/ 492433 w 704850"/>
                <a:gd name="csY357" fmla="*/ 195118 h 342900"/>
                <a:gd name="csX358" fmla="*/ 493767 w 704850"/>
                <a:gd name="csY358" fmla="*/ 193537 h 342900"/>
                <a:gd name="csX359" fmla="*/ 495167 w 704850"/>
                <a:gd name="csY359" fmla="*/ 191832 h 342900"/>
                <a:gd name="csX360" fmla="*/ 496567 w 704850"/>
                <a:gd name="csY360" fmla="*/ 190060 h 342900"/>
                <a:gd name="csX361" fmla="*/ 497967 w 704850"/>
                <a:gd name="csY361" fmla="*/ 188289 h 342900"/>
                <a:gd name="csX362" fmla="*/ 499301 w 704850"/>
                <a:gd name="csY362" fmla="*/ 186384 h 342900"/>
                <a:gd name="csX363" fmla="*/ 500701 w 704850"/>
                <a:gd name="csY363" fmla="*/ 184422 h 342900"/>
                <a:gd name="csX364" fmla="*/ 502101 w 704850"/>
                <a:gd name="csY364" fmla="*/ 182459 h 342900"/>
                <a:gd name="csX365" fmla="*/ 503434 w 704850"/>
                <a:gd name="csY365" fmla="*/ 180374 h 342900"/>
                <a:gd name="csX366" fmla="*/ 504835 w 704850"/>
                <a:gd name="csY366" fmla="*/ 178221 h 342900"/>
                <a:gd name="csX367" fmla="*/ 506235 w 704850"/>
                <a:gd name="csY367" fmla="*/ 176011 h 342900"/>
                <a:gd name="csX368" fmla="*/ 507568 w 704850"/>
                <a:gd name="csY368" fmla="*/ 173792 h 342900"/>
                <a:gd name="csX369" fmla="*/ 508969 w 704850"/>
                <a:gd name="csY369" fmla="*/ 171448 h 342900"/>
                <a:gd name="csX370" fmla="*/ 510369 w 704850"/>
                <a:gd name="csY370" fmla="*/ 169048 h 342900"/>
                <a:gd name="csX371" fmla="*/ 511702 w 704850"/>
                <a:gd name="csY371" fmla="*/ 166581 h 342900"/>
                <a:gd name="csX372" fmla="*/ 513102 w 704850"/>
                <a:gd name="csY372" fmla="*/ 164048 h 342900"/>
                <a:gd name="csX373" fmla="*/ 514503 w 704850"/>
                <a:gd name="csY373" fmla="*/ 161457 h 342900"/>
                <a:gd name="csX374" fmla="*/ 515836 w 704850"/>
                <a:gd name="csY374" fmla="*/ 158799 h 342900"/>
                <a:gd name="csX375" fmla="*/ 517236 w 704850"/>
                <a:gd name="csY375" fmla="*/ 156075 h 342900"/>
                <a:gd name="csX376" fmla="*/ 518636 w 704850"/>
                <a:gd name="csY376" fmla="*/ 153351 h 342900"/>
                <a:gd name="csX377" fmla="*/ 520036 w 704850"/>
                <a:gd name="csY377" fmla="*/ 150503 h 342900"/>
                <a:gd name="csX378" fmla="*/ 521370 w 704850"/>
                <a:gd name="csY378" fmla="*/ 147655 h 342900"/>
                <a:gd name="csX379" fmla="*/ 522770 w 704850"/>
                <a:gd name="csY379" fmla="*/ 144750 h 342900"/>
                <a:gd name="csX380" fmla="*/ 524170 w 704850"/>
                <a:gd name="csY380" fmla="*/ 141835 h 342900"/>
                <a:gd name="csX381" fmla="*/ 525504 w 704850"/>
                <a:gd name="csY381" fmla="*/ 138864 h 342900"/>
                <a:gd name="csX382" fmla="*/ 526904 w 704850"/>
                <a:gd name="csY382" fmla="*/ 135825 h 342900"/>
                <a:gd name="csX383" fmla="*/ 528304 w 704850"/>
                <a:gd name="csY383" fmla="*/ 132787 h 342900"/>
                <a:gd name="csX384" fmla="*/ 529638 w 704850"/>
                <a:gd name="csY384" fmla="*/ 129748 h 342900"/>
                <a:gd name="csX385" fmla="*/ 531038 w 704850"/>
                <a:gd name="csY385" fmla="*/ 126652 h 342900"/>
                <a:gd name="csX386" fmla="*/ 532438 w 704850"/>
                <a:gd name="csY386" fmla="*/ 123614 h 342900"/>
                <a:gd name="csX387" fmla="*/ 533771 w 704850"/>
                <a:gd name="csY387" fmla="*/ 120518 h 342900"/>
                <a:gd name="csX388" fmla="*/ 535172 w 704850"/>
                <a:gd name="csY388" fmla="*/ 117480 h 342900"/>
                <a:gd name="csX389" fmla="*/ 536572 w 704850"/>
                <a:gd name="csY389" fmla="*/ 114442 h 342900"/>
                <a:gd name="csX390" fmla="*/ 537962 w 704850"/>
                <a:gd name="csY390" fmla="*/ 111403 h 342900"/>
                <a:gd name="csX391" fmla="*/ 539306 w 704850"/>
                <a:gd name="csY391" fmla="*/ 108365 h 342900"/>
                <a:gd name="csX392" fmla="*/ 540696 w 704850"/>
                <a:gd name="csY392" fmla="*/ 105450 h 342900"/>
                <a:gd name="csX393" fmla="*/ 542096 w 704850"/>
                <a:gd name="csY393" fmla="*/ 102545 h 342900"/>
                <a:gd name="csX394" fmla="*/ 543439 w 704850"/>
                <a:gd name="csY394" fmla="*/ 99630 h 342900"/>
                <a:gd name="csX395" fmla="*/ 544830 w 704850"/>
                <a:gd name="csY395" fmla="*/ 96916 h 342900"/>
                <a:gd name="csX396" fmla="*/ 546230 w 704850"/>
                <a:gd name="csY396" fmla="*/ 94191 h 342900"/>
                <a:gd name="csX397" fmla="*/ 547573 w 704850"/>
                <a:gd name="csY397" fmla="*/ 91534 h 342900"/>
                <a:gd name="csX398" fmla="*/ 548964 w 704850"/>
                <a:gd name="csY398" fmla="*/ 89000 h 342900"/>
                <a:gd name="csX399" fmla="*/ 550364 w 704850"/>
                <a:gd name="csY399" fmla="*/ 86600 h 342900"/>
                <a:gd name="csX400" fmla="*/ 551707 w 704850"/>
                <a:gd name="csY400" fmla="*/ 84257 h 342900"/>
                <a:gd name="csX401" fmla="*/ 553098 w 704850"/>
                <a:gd name="csY401" fmla="*/ 82037 h 342900"/>
                <a:gd name="csX402" fmla="*/ 554498 w 704850"/>
                <a:gd name="csY402" fmla="*/ 80018 h 342900"/>
                <a:gd name="csX403" fmla="*/ 555898 w 704850"/>
                <a:gd name="csY403" fmla="*/ 78113 h 342900"/>
                <a:gd name="csX404" fmla="*/ 557232 w 704850"/>
                <a:gd name="csY404" fmla="*/ 76284 h 342900"/>
                <a:gd name="csX405" fmla="*/ 558632 w 704850"/>
                <a:gd name="csY405" fmla="*/ 74703 h 342900"/>
                <a:gd name="csX406" fmla="*/ 560032 w 704850"/>
                <a:gd name="csY406" fmla="*/ 73313 h 342900"/>
                <a:gd name="csX407" fmla="*/ 561365 w 704850"/>
                <a:gd name="csY407" fmla="*/ 71979 h 342900"/>
                <a:gd name="csX408" fmla="*/ 562766 w 704850"/>
                <a:gd name="csY408" fmla="*/ 70903 h 342900"/>
                <a:gd name="csX409" fmla="*/ 564166 w 704850"/>
                <a:gd name="csY409" fmla="*/ 70017 h 342900"/>
                <a:gd name="csX410" fmla="*/ 565499 w 704850"/>
                <a:gd name="csY410" fmla="*/ 69322 h 342900"/>
                <a:gd name="csX411" fmla="*/ 566900 w 704850"/>
                <a:gd name="csY411" fmla="*/ 68817 h 342900"/>
                <a:gd name="csX412" fmla="*/ 568300 w 704850"/>
                <a:gd name="csY412" fmla="*/ 68559 h 342900"/>
                <a:gd name="csX413" fmla="*/ 569633 w 704850"/>
                <a:gd name="csY413" fmla="*/ 68436 h 342900"/>
                <a:gd name="csX414" fmla="*/ 571033 w 704850"/>
                <a:gd name="csY414" fmla="*/ 68559 h 342900"/>
                <a:gd name="csX415" fmla="*/ 572434 w 704850"/>
                <a:gd name="csY415" fmla="*/ 68941 h 342900"/>
                <a:gd name="csX416" fmla="*/ 573834 w 704850"/>
                <a:gd name="csY416" fmla="*/ 69512 h 342900"/>
                <a:gd name="csX417" fmla="*/ 575167 w 704850"/>
                <a:gd name="csY417" fmla="*/ 70331 h 342900"/>
                <a:gd name="csX418" fmla="*/ 576567 w 704850"/>
                <a:gd name="csY418" fmla="*/ 71408 h 342900"/>
                <a:gd name="csX419" fmla="*/ 577968 w 704850"/>
                <a:gd name="csY419" fmla="*/ 72674 h 342900"/>
                <a:gd name="csX420" fmla="*/ 579301 w 704850"/>
                <a:gd name="csY420" fmla="*/ 74132 h 342900"/>
                <a:gd name="csX421" fmla="*/ 580701 w 704850"/>
                <a:gd name="csY421" fmla="*/ 75903 h 342900"/>
                <a:gd name="csX422" fmla="*/ 582101 w 704850"/>
                <a:gd name="csY422" fmla="*/ 77866 h 342900"/>
                <a:gd name="csX423" fmla="*/ 583435 w 704850"/>
                <a:gd name="csY423" fmla="*/ 79951 h 342900"/>
                <a:gd name="csX424" fmla="*/ 584835 w 704850"/>
                <a:gd name="csY424" fmla="*/ 82418 h 342900"/>
                <a:gd name="csX425" fmla="*/ 586235 w 704850"/>
                <a:gd name="csY425" fmla="*/ 85019 h 342900"/>
                <a:gd name="csX426" fmla="*/ 587569 w 704850"/>
                <a:gd name="csY426" fmla="*/ 87867 h 342900"/>
                <a:gd name="csX427" fmla="*/ 588969 w 704850"/>
                <a:gd name="csY427" fmla="*/ 90896 h 342900"/>
                <a:gd name="csX428" fmla="*/ 590369 w 704850"/>
                <a:gd name="csY428" fmla="*/ 94125 h 342900"/>
                <a:gd name="csX429" fmla="*/ 591769 w 704850"/>
                <a:gd name="csY429" fmla="*/ 97544 h 342900"/>
                <a:gd name="csX430" fmla="*/ 593103 w 704850"/>
                <a:gd name="csY430" fmla="*/ 101154 h 342900"/>
                <a:gd name="csX431" fmla="*/ 594503 w 704850"/>
                <a:gd name="csY431" fmla="*/ 105012 h 342900"/>
                <a:gd name="csX432" fmla="*/ 595903 w 704850"/>
                <a:gd name="csY432" fmla="*/ 108993 h 342900"/>
                <a:gd name="csX433" fmla="*/ 597237 w 704850"/>
                <a:gd name="csY433" fmla="*/ 113108 h 342900"/>
                <a:gd name="csX434" fmla="*/ 598637 w 704850"/>
                <a:gd name="csY434" fmla="*/ 117413 h 342900"/>
                <a:gd name="csX435" fmla="*/ 600028 w 704850"/>
                <a:gd name="csY435" fmla="*/ 121843 h 342900"/>
                <a:gd name="csX436" fmla="*/ 601370 w 704850"/>
                <a:gd name="csY436" fmla="*/ 126395 h 342900"/>
                <a:gd name="csX437" fmla="*/ 602771 w 704850"/>
                <a:gd name="csY437" fmla="*/ 131082 h 342900"/>
                <a:gd name="csX438" fmla="*/ 604161 w 704850"/>
                <a:gd name="csY438" fmla="*/ 135892 h 342900"/>
                <a:gd name="csX439" fmla="*/ 605504 w 704850"/>
                <a:gd name="csY439" fmla="*/ 140826 h 342900"/>
                <a:gd name="csX440" fmla="*/ 606895 w 704850"/>
                <a:gd name="csY440" fmla="*/ 145826 h 342900"/>
                <a:gd name="csX441" fmla="*/ 608295 w 704850"/>
                <a:gd name="csY441" fmla="*/ 150884 h 342900"/>
                <a:gd name="csX442" fmla="*/ 609695 w 704850"/>
                <a:gd name="csY442" fmla="*/ 156008 h 342900"/>
                <a:gd name="csX443" fmla="*/ 611029 w 704850"/>
                <a:gd name="csY443" fmla="*/ 161200 h 342900"/>
                <a:gd name="csX444" fmla="*/ 612429 w 704850"/>
                <a:gd name="csY444" fmla="*/ 166458 h 342900"/>
                <a:gd name="csX445" fmla="*/ 613829 w 704850"/>
                <a:gd name="csY445" fmla="*/ 171706 h 342900"/>
                <a:gd name="csX446" fmla="*/ 615163 w 704850"/>
                <a:gd name="csY446" fmla="*/ 177021 h 342900"/>
                <a:gd name="csX447" fmla="*/ 616563 w 704850"/>
                <a:gd name="csY447" fmla="*/ 182336 h 342900"/>
                <a:gd name="csX448" fmla="*/ 617963 w 704850"/>
                <a:gd name="csY448" fmla="*/ 187584 h 342900"/>
                <a:gd name="csX449" fmla="*/ 619296 w 704850"/>
                <a:gd name="csY449" fmla="*/ 192899 h 342900"/>
                <a:gd name="csX450" fmla="*/ 620697 w 704850"/>
                <a:gd name="csY450" fmla="*/ 198157 h 342900"/>
                <a:gd name="csX451" fmla="*/ 622097 w 704850"/>
                <a:gd name="csY451" fmla="*/ 203405 h 342900"/>
                <a:gd name="csX452" fmla="*/ 623430 w 704850"/>
                <a:gd name="csY452" fmla="*/ 208596 h 342900"/>
                <a:gd name="csX453" fmla="*/ 624831 w 704850"/>
                <a:gd name="csY453" fmla="*/ 213721 h 342900"/>
                <a:gd name="csX454" fmla="*/ 626231 w 704850"/>
                <a:gd name="csY454" fmla="*/ 218788 h 342900"/>
                <a:gd name="csX455" fmla="*/ 627631 w 704850"/>
                <a:gd name="csY455" fmla="*/ 223846 h 342900"/>
                <a:gd name="csX456" fmla="*/ 628964 w 704850"/>
                <a:gd name="csY456" fmla="*/ 228780 h 342900"/>
                <a:gd name="csX457" fmla="*/ 630365 w 704850"/>
                <a:gd name="csY457" fmla="*/ 233590 h 342900"/>
                <a:gd name="csX458" fmla="*/ 631765 w 704850"/>
                <a:gd name="csY458" fmla="*/ 238333 h 342900"/>
                <a:gd name="csX459" fmla="*/ 633098 w 704850"/>
                <a:gd name="csY459" fmla="*/ 243019 h 342900"/>
                <a:gd name="csX460" fmla="*/ 634498 w 704850"/>
                <a:gd name="csY460" fmla="*/ 247572 h 342900"/>
                <a:gd name="csX461" fmla="*/ 635899 w 704850"/>
                <a:gd name="csY461" fmla="*/ 252068 h 342900"/>
                <a:gd name="csX462" fmla="*/ 637232 w 704850"/>
                <a:gd name="csY462" fmla="*/ 256431 h 342900"/>
                <a:gd name="csX463" fmla="*/ 638632 w 704850"/>
                <a:gd name="csY463" fmla="*/ 260612 h 342900"/>
                <a:gd name="csX464" fmla="*/ 640032 w 704850"/>
                <a:gd name="csY464" fmla="*/ 264727 h 342900"/>
                <a:gd name="csX465" fmla="*/ 641366 w 704850"/>
                <a:gd name="csY465" fmla="*/ 268775 h 342900"/>
                <a:gd name="csX466" fmla="*/ 642766 w 704850"/>
                <a:gd name="csY466" fmla="*/ 272633 h 342900"/>
                <a:gd name="csX467" fmla="*/ 644166 w 704850"/>
                <a:gd name="csY467" fmla="*/ 276367 h 342900"/>
                <a:gd name="csX468" fmla="*/ 645567 w 704850"/>
                <a:gd name="csY468" fmla="*/ 279976 h 342900"/>
                <a:gd name="csX469" fmla="*/ 646900 w 704850"/>
                <a:gd name="csY469" fmla="*/ 283453 h 342900"/>
                <a:gd name="csX470" fmla="*/ 648300 w 704850"/>
                <a:gd name="csY470" fmla="*/ 286806 h 342900"/>
                <a:gd name="csX471" fmla="*/ 649700 w 704850"/>
                <a:gd name="csY471" fmla="*/ 290035 h 342900"/>
                <a:gd name="csX472" fmla="*/ 651034 w 704850"/>
                <a:gd name="csY472" fmla="*/ 293131 h 342900"/>
                <a:gd name="csX473" fmla="*/ 652434 w 704850"/>
                <a:gd name="csY473" fmla="*/ 296112 h 342900"/>
                <a:gd name="csX474" fmla="*/ 653834 w 704850"/>
                <a:gd name="csY474" fmla="*/ 298960 h 342900"/>
                <a:gd name="csX475" fmla="*/ 655168 w 704850"/>
                <a:gd name="csY475" fmla="*/ 301674 h 342900"/>
                <a:gd name="csX476" fmla="*/ 656568 w 704850"/>
                <a:gd name="csY476" fmla="*/ 304275 h 342900"/>
                <a:gd name="csX477" fmla="*/ 657968 w 704850"/>
                <a:gd name="csY477" fmla="*/ 306742 h 342900"/>
                <a:gd name="csX478" fmla="*/ 659302 w 704850"/>
                <a:gd name="csY478" fmla="*/ 309085 h 342900"/>
                <a:gd name="csX479" fmla="*/ 660702 w 704850"/>
                <a:gd name="csY479" fmla="*/ 311295 h 342900"/>
                <a:gd name="csX480" fmla="*/ 662102 w 704850"/>
                <a:gd name="csY480" fmla="*/ 313447 h 342900"/>
                <a:gd name="csX481" fmla="*/ 663493 w 704850"/>
                <a:gd name="csY481" fmla="*/ 315476 h 342900"/>
                <a:gd name="csX482" fmla="*/ 664836 w 704850"/>
                <a:gd name="csY482" fmla="*/ 317372 h 342900"/>
                <a:gd name="csX483" fmla="*/ 666236 w 704850"/>
                <a:gd name="csY483" fmla="*/ 319143 h 342900"/>
                <a:gd name="csX484" fmla="*/ 667626 w 704850"/>
                <a:gd name="csY484" fmla="*/ 320848 h 342900"/>
                <a:gd name="csX485" fmla="*/ 668969 w 704850"/>
                <a:gd name="csY485" fmla="*/ 322429 h 342900"/>
                <a:gd name="csX486" fmla="*/ 670369 w 704850"/>
                <a:gd name="csY486" fmla="*/ 323953 h 342900"/>
                <a:gd name="csX487" fmla="*/ 671760 w 704850"/>
                <a:gd name="csY487" fmla="*/ 325344 h 342900"/>
                <a:gd name="csX488" fmla="*/ 673094 w 704850"/>
                <a:gd name="csY488" fmla="*/ 326735 h 342900"/>
                <a:gd name="csX489" fmla="*/ 674494 w 704850"/>
                <a:gd name="csY489" fmla="*/ 327935 h 342900"/>
                <a:gd name="csX490" fmla="*/ 675894 w 704850"/>
                <a:gd name="csY490" fmla="*/ 329078 h 342900"/>
                <a:gd name="csX491" fmla="*/ 677227 w 704850"/>
                <a:gd name="csY491" fmla="*/ 330211 h 342900"/>
                <a:gd name="csX492" fmla="*/ 678628 w 704850"/>
                <a:gd name="csY492" fmla="*/ 331231 h 342900"/>
                <a:gd name="csX493" fmla="*/ 680028 w 704850"/>
                <a:gd name="csY493" fmla="*/ 332174 h 342900"/>
                <a:gd name="csX494" fmla="*/ 681428 w 704850"/>
                <a:gd name="csY494" fmla="*/ 333059 h 342900"/>
                <a:gd name="csX495" fmla="*/ 682762 w 704850"/>
                <a:gd name="csY495" fmla="*/ 333888 h 342900"/>
                <a:gd name="csX496" fmla="*/ 684162 w 704850"/>
                <a:gd name="csY496" fmla="*/ 334640 h 342900"/>
                <a:gd name="csX497" fmla="*/ 685562 w 704850"/>
                <a:gd name="csY497" fmla="*/ 335345 h 342900"/>
                <a:gd name="csX498" fmla="*/ 686895 w 704850"/>
                <a:gd name="csY498" fmla="*/ 335974 h 342900"/>
                <a:gd name="csX499" fmla="*/ 688295 w 704850"/>
                <a:gd name="csY499" fmla="*/ 336603 h 342900"/>
                <a:gd name="csX500" fmla="*/ 689696 w 704850"/>
                <a:gd name="csY500" fmla="*/ 337117 h 342900"/>
                <a:gd name="csX501" fmla="*/ 691030 w 704850"/>
                <a:gd name="csY501" fmla="*/ 337679 h 342900"/>
                <a:gd name="csX502" fmla="*/ 692429 w 704850"/>
                <a:gd name="csY502" fmla="*/ 338127 h 342900"/>
                <a:gd name="csX503" fmla="*/ 693829 w 704850"/>
                <a:gd name="csY503" fmla="*/ 338565 h 342900"/>
                <a:gd name="csX504" fmla="*/ 695163 w 704850"/>
                <a:gd name="csY504" fmla="*/ 338946 h 342900"/>
                <a:gd name="csX505" fmla="*/ 696564 w 704850"/>
                <a:gd name="csY505" fmla="*/ 339327 h 342900"/>
                <a:gd name="csX506" fmla="*/ 697963 w 704850"/>
                <a:gd name="csY506" fmla="*/ 339641 h 342900"/>
                <a:gd name="csX507" fmla="*/ 699364 w 704850"/>
                <a:gd name="csY507" fmla="*/ 339955 h 342900"/>
                <a:gd name="csX508" fmla="*/ 700697 w 704850"/>
                <a:gd name="csY508" fmla="*/ 340279 h 342900"/>
                <a:gd name="csX509" fmla="*/ 702097 w 704850"/>
                <a:gd name="csY509" fmla="*/ 340527 h 342900"/>
                <a:gd name="csX510" fmla="*/ 703497 w 704850"/>
                <a:gd name="csY510" fmla="*/ 340717 h 342900"/>
                <a:gd name="csX511" fmla="*/ 704831 w 704850"/>
                <a:gd name="csY511" fmla="*/ 340974 h 342900"/>
                <a:gd name="csX512" fmla="*/ 704831 w 704850"/>
                <a:gd name="csY512" fmla="*/ 342870 h 342900"/>
                <a:gd name="csX513" fmla="*/ 703497 w 704850"/>
                <a:gd name="csY513" fmla="*/ 342870 h 342900"/>
                <a:gd name="csX514" fmla="*/ 702097 w 704850"/>
                <a:gd name="csY514" fmla="*/ 342870 h 342900"/>
                <a:gd name="csX515" fmla="*/ 700697 w 704850"/>
                <a:gd name="csY515" fmla="*/ 342870 h 342900"/>
                <a:gd name="csX516" fmla="*/ 699364 w 704850"/>
                <a:gd name="csY516" fmla="*/ 342870 h 342900"/>
                <a:gd name="csX517" fmla="*/ 697963 w 704850"/>
                <a:gd name="csY517" fmla="*/ 342870 h 342900"/>
                <a:gd name="csX518" fmla="*/ 696564 w 704850"/>
                <a:gd name="csY518" fmla="*/ 342870 h 342900"/>
                <a:gd name="csX519" fmla="*/ 695163 w 704850"/>
                <a:gd name="csY519" fmla="*/ 342870 h 342900"/>
                <a:gd name="csX520" fmla="*/ 693829 w 704850"/>
                <a:gd name="csY520" fmla="*/ 342870 h 342900"/>
                <a:gd name="csX521" fmla="*/ 692429 w 704850"/>
                <a:gd name="csY521" fmla="*/ 342870 h 342900"/>
                <a:gd name="csX522" fmla="*/ 691030 w 704850"/>
                <a:gd name="csY522" fmla="*/ 342870 h 342900"/>
                <a:gd name="csX523" fmla="*/ 689696 w 704850"/>
                <a:gd name="csY523" fmla="*/ 342870 h 342900"/>
                <a:gd name="csX524" fmla="*/ 688295 w 704850"/>
                <a:gd name="csY524" fmla="*/ 342870 h 342900"/>
                <a:gd name="csX525" fmla="*/ 686895 w 704850"/>
                <a:gd name="csY525" fmla="*/ 342870 h 342900"/>
                <a:gd name="csX526" fmla="*/ 685562 w 704850"/>
                <a:gd name="csY526" fmla="*/ 342870 h 342900"/>
                <a:gd name="csX527" fmla="*/ 684162 w 704850"/>
                <a:gd name="csY527" fmla="*/ 342870 h 342900"/>
                <a:gd name="csX528" fmla="*/ 682762 w 704850"/>
                <a:gd name="csY528" fmla="*/ 342870 h 342900"/>
                <a:gd name="csX529" fmla="*/ 681428 w 704850"/>
                <a:gd name="csY529" fmla="*/ 342870 h 342900"/>
                <a:gd name="csX530" fmla="*/ 680028 w 704850"/>
                <a:gd name="csY530" fmla="*/ 342870 h 342900"/>
                <a:gd name="csX531" fmla="*/ 678628 w 704850"/>
                <a:gd name="csY531" fmla="*/ 342870 h 342900"/>
                <a:gd name="csX532" fmla="*/ 677227 w 704850"/>
                <a:gd name="csY532" fmla="*/ 342870 h 342900"/>
                <a:gd name="csX533" fmla="*/ 675894 w 704850"/>
                <a:gd name="csY533" fmla="*/ 342870 h 342900"/>
                <a:gd name="csX534" fmla="*/ 674494 w 704850"/>
                <a:gd name="csY534" fmla="*/ 342870 h 342900"/>
                <a:gd name="csX535" fmla="*/ 673094 w 704850"/>
                <a:gd name="csY535" fmla="*/ 342870 h 342900"/>
                <a:gd name="csX536" fmla="*/ 671760 w 704850"/>
                <a:gd name="csY536" fmla="*/ 342870 h 342900"/>
                <a:gd name="csX537" fmla="*/ 670369 w 704850"/>
                <a:gd name="csY537" fmla="*/ 342870 h 342900"/>
                <a:gd name="csX538" fmla="*/ 668969 w 704850"/>
                <a:gd name="csY538" fmla="*/ 342870 h 342900"/>
                <a:gd name="csX539" fmla="*/ 667626 w 704850"/>
                <a:gd name="csY539" fmla="*/ 342870 h 342900"/>
                <a:gd name="csX540" fmla="*/ 666236 w 704850"/>
                <a:gd name="csY540" fmla="*/ 342870 h 342900"/>
                <a:gd name="csX541" fmla="*/ 664836 w 704850"/>
                <a:gd name="csY541" fmla="*/ 342870 h 342900"/>
                <a:gd name="csX542" fmla="*/ 663493 w 704850"/>
                <a:gd name="csY542" fmla="*/ 342870 h 342900"/>
                <a:gd name="csX543" fmla="*/ 662102 w 704850"/>
                <a:gd name="csY543" fmla="*/ 342870 h 342900"/>
                <a:gd name="csX544" fmla="*/ 660702 w 704850"/>
                <a:gd name="csY544" fmla="*/ 342870 h 342900"/>
                <a:gd name="csX545" fmla="*/ 659302 w 704850"/>
                <a:gd name="csY545" fmla="*/ 342870 h 342900"/>
                <a:gd name="csX546" fmla="*/ 657968 w 704850"/>
                <a:gd name="csY546" fmla="*/ 342870 h 342900"/>
                <a:gd name="csX547" fmla="*/ 656568 w 704850"/>
                <a:gd name="csY547" fmla="*/ 342870 h 342900"/>
                <a:gd name="csX548" fmla="*/ 655168 w 704850"/>
                <a:gd name="csY548" fmla="*/ 342870 h 342900"/>
                <a:gd name="csX549" fmla="*/ 653834 w 704850"/>
                <a:gd name="csY549" fmla="*/ 342870 h 342900"/>
                <a:gd name="csX550" fmla="*/ 652434 w 704850"/>
                <a:gd name="csY550" fmla="*/ 342870 h 342900"/>
                <a:gd name="csX551" fmla="*/ 651034 w 704850"/>
                <a:gd name="csY551" fmla="*/ 342870 h 342900"/>
                <a:gd name="csX552" fmla="*/ 649700 w 704850"/>
                <a:gd name="csY552" fmla="*/ 342870 h 342900"/>
                <a:gd name="csX553" fmla="*/ 648300 w 704850"/>
                <a:gd name="csY553" fmla="*/ 342870 h 342900"/>
                <a:gd name="csX554" fmla="*/ 646900 w 704850"/>
                <a:gd name="csY554" fmla="*/ 342870 h 342900"/>
                <a:gd name="csX555" fmla="*/ 645567 w 704850"/>
                <a:gd name="csY555" fmla="*/ 342870 h 342900"/>
                <a:gd name="csX556" fmla="*/ 644166 w 704850"/>
                <a:gd name="csY556" fmla="*/ 342870 h 342900"/>
                <a:gd name="csX557" fmla="*/ 642766 w 704850"/>
                <a:gd name="csY557" fmla="*/ 342870 h 342900"/>
                <a:gd name="csX558" fmla="*/ 641366 w 704850"/>
                <a:gd name="csY558" fmla="*/ 342870 h 342900"/>
                <a:gd name="csX559" fmla="*/ 640032 w 704850"/>
                <a:gd name="csY559" fmla="*/ 342870 h 342900"/>
                <a:gd name="csX560" fmla="*/ 638632 w 704850"/>
                <a:gd name="csY560" fmla="*/ 342870 h 342900"/>
                <a:gd name="csX561" fmla="*/ 637232 w 704850"/>
                <a:gd name="csY561" fmla="*/ 342870 h 342900"/>
                <a:gd name="csX562" fmla="*/ 635899 w 704850"/>
                <a:gd name="csY562" fmla="*/ 342870 h 342900"/>
                <a:gd name="csX563" fmla="*/ 634498 w 704850"/>
                <a:gd name="csY563" fmla="*/ 342870 h 342900"/>
                <a:gd name="csX564" fmla="*/ 633098 w 704850"/>
                <a:gd name="csY564" fmla="*/ 342870 h 342900"/>
                <a:gd name="csX565" fmla="*/ 631765 w 704850"/>
                <a:gd name="csY565" fmla="*/ 342870 h 342900"/>
                <a:gd name="csX566" fmla="*/ 630365 w 704850"/>
                <a:gd name="csY566" fmla="*/ 342870 h 342900"/>
                <a:gd name="csX567" fmla="*/ 628964 w 704850"/>
                <a:gd name="csY567" fmla="*/ 342870 h 342900"/>
                <a:gd name="csX568" fmla="*/ 627631 w 704850"/>
                <a:gd name="csY568" fmla="*/ 342870 h 342900"/>
                <a:gd name="csX569" fmla="*/ 626231 w 704850"/>
                <a:gd name="csY569" fmla="*/ 342870 h 342900"/>
                <a:gd name="csX570" fmla="*/ 624831 w 704850"/>
                <a:gd name="csY570" fmla="*/ 342870 h 342900"/>
                <a:gd name="csX571" fmla="*/ 623430 w 704850"/>
                <a:gd name="csY571" fmla="*/ 342870 h 342900"/>
                <a:gd name="csX572" fmla="*/ 622097 w 704850"/>
                <a:gd name="csY572" fmla="*/ 342870 h 342900"/>
                <a:gd name="csX573" fmla="*/ 620697 w 704850"/>
                <a:gd name="csY573" fmla="*/ 342870 h 342900"/>
                <a:gd name="csX574" fmla="*/ 619296 w 704850"/>
                <a:gd name="csY574" fmla="*/ 342870 h 342900"/>
                <a:gd name="csX575" fmla="*/ 617963 w 704850"/>
                <a:gd name="csY575" fmla="*/ 342870 h 342900"/>
                <a:gd name="csX576" fmla="*/ 616563 w 704850"/>
                <a:gd name="csY576" fmla="*/ 342870 h 342900"/>
                <a:gd name="csX577" fmla="*/ 615163 w 704850"/>
                <a:gd name="csY577" fmla="*/ 342870 h 342900"/>
                <a:gd name="csX578" fmla="*/ 613829 w 704850"/>
                <a:gd name="csY578" fmla="*/ 342870 h 342900"/>
                <a:gd name="csX579" fmla="*/ 612429 w 704850"/>
                <a:gd name="csY579" fmla="*/ 342870 h 342900"/>
                <a:gd name="csX580" fmla="*/ 611029 w 704850"/>
                <a:gd name="csY580" fmla="*/ 342870 h 342900"/>
                <a:gd name="csX581" fmla="*/ 609695 w 704850"/>
                <a:gd name="csY581" fmla="*/ 342870 h 342900"/>
                <a:gd name="csX582" fmla="*/ 608295 w 704850"/>
                <a:gd name="csY582" fmla="*/ 342870 h 342900"/>
                <a:gd name="csX583" fmla="*/ 606895 w 704850"/>
                <a:gd name="csY583" fmla="*/ 342870 h 342900"/>
                <a:gd name="csX584" fmla="*/ 605504 w 704850"/>
                <a:gd name="csY584" fmla="*/ 342870 h 342900"/>
                <a:gd name="csX585" fmla="*/ 604161 w 704850"/>
                <a:gd name="csY585" fmla="*/ 342870 h 342900"/>
                <a:gd name="csX586" fmla="*/ 602771 w 704850"/>
                <a:gd name="csY586" fmla="*/ 342870 h 342900"/>
                <a:gd name="csX587" fmla="*/ 601370 w 704850"/>
                <a:gd name="csY587" fmla="*/ 342870 h 342900"/>
                <a:gd name="csX588" fmla="*/ 600028 w 704850"/>
                <a:gd name="csY588" fmla="*/ 342870 h 342900"/>
                <a:gd name="csX589" fmla="*/ 598637 w 704850"/>
                <a:gd name="csY589" fmla="*/ 342870 h 342900"/>
                <a:gd name="csX590" fmla="*/ 597237 w 704850"/>
                <a:gd name="csY590" fmla="*/ 342870 h 342900"/>
                <a:gd name="csX591" fmla="*/ 595903 w 704850"/>
                <a:gd name="csY591" fmla="*/ 342870 h 342900"/>
                <a:gd name="csX592" fmla="*/ 594503 w 704850"/>
                <a:gd name="csY592" fmla="*/ 342870 h 342900"/>
                <a:gd name="csX593" fmla="*/ 593103 w 704850"/>
                <a:gd name="csY593" fmla="*/ 342870 h 342900"/>
                <a:gd name="csX594" fmla="*/ 591769 w 704850"/>
                <a:gd name="csY594" fmla="*/ 342870 h 342900"/>
                <a:gd name="csX595" fmla="*/ 590369 w 704850"/>
                <a:gd name="csY595" fmla="*/ 342870 h 342900"/>
                <a:gd name="csX596" fmla="*/ 588969 w 704850"/>
                <a:gd name="csY596" fmla="*/ 342870 h 342900"/>
                <a:gd name="csX597" fmla="*/ 587569 w 704850"/>
                <a:gd name="csY597" fmla="*/ 342870 h 342900"/>
                <a:gd name="csX598" fmla="*/ 586235 w 704850"/>
                <a:gd name="csY598" fmla="*/ 342870 h 342900"/>
                <a:gd name="csX599" fmla="*/ 584835 w 704850"/>
                <a:gd name="csY599" fmla="*/ 342870 h 342900"/>
                <a:gd name="csX600" fmla="*/ 583435 w 704850"/>
                <a:gd name="csY600" fmla="*/ 342870 h 342900"/>
                <a:gd name="csX601" fmla="*/ 582101 w 704850"/>
                <a:gd name="csY601" fmla="*/ 342870 h 342900"/>
                <a:gd name="csX602" fmla="*/ 580701 w 704850"/>
                <a:gd name="csY602" fmla="*/ 342870 h 342900"/>
                <a:gd name="csX603" fmla="*/ 579301 w 704850"/>
                <a:gd name="csY603" fmla="*/ 342870 h 342900"/>
                <a:gd name="csX604" fmla="*/ 577968 w 704850"/>
                <a:gd name="csY604" fmla="*/ 342870 h 342900"/>
                <a:gd name="csX605" fmla="*/ 576567 w 704850"/>
                <a:gd name="csY605" fmla="*/ 342870 h 342900"/>
                <a:gd name="csX606" fmla="*/ 575167 w 704850"/>
                <a:gd name="csY606" fmla="*/ 342870 h 342900"/>
                <a:gd name="csX607" fmla="*/ 573834 w 704850"/>
                <a:gd name="csY607" fmla="*/ 342870 h 342900"/>
                <a:gd name="csX608" fmla="*/ 572434 w 704850"/>
                <a:gd name="csY608" fmla="*/ 342870 h 342900"/>
                <a:gd name="csX609" fmla="*/ 571033 w 704850"/>
                <a:gd name="csY609" fmla="*/ 342870 h 342900"/>
                <a:gd name="csX610" fmla="*/ 569633 w 704850"/>
                <a:gd name="csY610" fmla="*/ 342870 h 342900"/>
                <a:gd name="csX611" fmla="*/ 568300 w 704850"/>
                <a:gd name="csY611" fmla="*/ 342870 h 342900"/>
                <a:gd name="csX612" fmla="*/ 566900 w 704850"/>
                <a:gd name="csY612" fmla="*/ 342870 h 342900"/>
                <a:gd name="csX613" fmla="*/ 565499 w 704850"/>
                <a:gd name="csY613" fmla="*/ 342870 h 342900"/>
                <a:gd name="csX614" fmla="*/ 564166 w 704850"/>
                <a:gd name="csY614" fmla="*/ 342870 h 342900"/>
                <a:gd name="csX615" fmla="*/ 562766 w 704850"/>
                <a:gd name="csY615" fmla="*/ 342870 h 342900"/>
                <a:gd name="csX616" fmla="*/ 561365 w 704850"/>
                <a:gd name="csY616" fmla="*/ 342870 h 342900"/>
                <a:gd name="csX617" fmla="*/ 560032 w 704850"/>
                <a:gd name="csY617" fmla="*/ 342870 h 342900"/>
                <a:gd name="csX618" fmla="*/ 558632 w 704850"/>
                <a:gd name="csY618" fmla="*/ 342870 h 342900"/>
                <a:gd name="csX619" fmla="*/ 557232 w 704850"/>
                <a:gd name="csY619" fmla="*/ 342870 h 342900"/>
                <a:gd name="csX620" fmla="*/ 555898 w 704850"/>
                <a:gd name="csY620" fmla="*/ 342870 h 342900"/>
                <a:gd name="csX621" fmla="*/ 554498 w 704850"/>
                <a:gd name="csY621" fmla="*/ 342870 h 342900"/>
                <a:gd name="csX622" fmla="*/ 553098 w 704850"/>
                <a:gd name="csY622" fmla="*/ 342870 h 342900"/>
                <a:gd name="csX623" fmla="*/ 551707 w 704850"/>
                <a:gd name="csY623" fmla="*/ 342870 h 342900"/>
                <a:gd name="csX624" fmla="*/ 550364 w 704850"/>
                <a:gd name="csY624" fmla="*/ 342870 h 342900"/>
                <a:gd name="csX625" fmla="*/ 548964 w 704850"/>
                <a:gd name="csY625" fmla="*/ 342870 h 342900"/>
                <a:gd name="csX626" fmla="*/ 547573 w 704850"/>
                <a:gd name="csY626" fmla="*/ 342870 h 342900"/>
                <a:gd name="csX627" fmla="*/ 546230 w 704850"/>
                <a:gd name="csY627" fmla="*/ 342870 h 342900"/>
                <a:gd name="csX628" fmla="*/ 544830 w 704850"/>
                <a:gd name="csY628" fmla="*/ 342870 h 342900"/>
                <a:gd name="csX629" fmla="*/ 543439 w 704850"/>
                <a:gd name="csY629" fmla="*/ 342870 h 342900"/>
                <a:gd name="csX630" fmla="*/ 542096 w 704850"/>
                <a:gd name="csY630" fmla="*/ 342870 h 342900"/>
                <a:gd name="csX631" fmla="*/ 540696 w 704850"/>
                <a:gd name="csY631" fmla="*/ 342870 h 342900"/>
                <a:gd name="csX632" fmla="*/ 539306 w 704850"/>
                <a:gd name="csY632" fmla="*/ 342870 h 342900"/>
                <a:gd name="csX633" fmla="*/ 537962 w 704850"/>
                <a:gd name="csY633" fmla="*/ 342870 h 342900"/>
                <a:gd name="csX634" fmla="*/ 536572 w 704850"/>
                <a:gd name="csY634" fmla="*/ 342870 h 342900"/>
                <a:gd name="csX635" fmla="*/ 535172 w 704850"/>
                <a:gd name="csY635" fmla="*/ 342870 h 342900"/>
                <a:gd name="csX636" fmla="*/ 533771 w 704850"/>
                <a:gd name="csY636" fmla="*/ 342870 h 342900"/>
                <a:gd name="csX637" fmla="*/ 532438 w 704850"/>
                <a:gd name="csY637" fmla="*/ 342870 h 342900"/>
                <a:gd name="csX638" fmla="*/ 531038 w 704850"/>
                <a:gd name="csY638" fmla="*/ 342870 h 342900"/>
                <a:gd name="csX639" fmla="*/ 529638 w 704850"/>
                <a:gd name="csY639" fmla="*/ 342870 h 342900"/>
                <a:gd name="csX640" fmla="*/ 528304 w 704850"/>
                <a:gd name="csY640" fmla="*/ 342870 h 342900"/>
                <a:gd name="csX641" fmla="*/ 526904 w 704850"/>
                <a:gd name="csY641" fmla="*/ 342870 h 342900"/>
                <a:gd name="csX642" fmla="*/ 525504 w 704850"/>
                <a:gd name="csY642" fmla="*/ 342870 h 342900"/>
                <a:gd name="csX643" fmla="*/ 524170 w 704850"/>
                <a:gd name="csY643" fmla="*/ 342870 h 342900"/>
                <a:gd name="csX644" fmla="*/ 522770 w 704850"/>
                <a:gd name="csY644" fmla="*/ 342870 h 342900"/>
                <a:gd name="csX645" fmla="*/ 521370 w 704850"/>
                <a:gd name="csY645" fmla="*/ 342870 h 342900"/>
                <a:gd name="csX646" fmla="*/ 520036 w 704850"/>
                <a:gd name="csY646" fmla="*/ 342870 h 342900"/>
                <a:gd name="csX647" fmla="*/ 518636 w 704850"/>
                <a:gd name="csY647" fmla="*/ 342870 h 342900"/>
                <a:gd name="csX648" fmla="*/ 517236 w 704850"/>
                <a:gd name="csY648" fmla="*/ 342870 h 342900"/>
                <a:gd name="csX649" fmla="*/ 515836 w 704850"/>
                <a:gd name="csY649" fmla="*/ 342870 h 342900"/>
                <a:gd name="csX650" fmla="*/ 514503 w 704850"/>
                <a:gd name="csY650" fmla="*/ 342870 h 342900"/>
                <a:gd name="csX651" fmla="*/ 513102 w 704850"/>
                <a:gd name="csY651" fmla="*/ 342870 h 342900"/>
                <a:gd name="csX652" fmla="*/ 511702 w 704850"/>
                <a:gd name="csY652" fmla="*/ 342870 h 342900"/>
                <a:gd name="csX653" fmla="*/ 510369 w 704850"/>
                <a:gd name="csY653" fmla="*/ 342870 h 342900"/>
                <a:gd name="csX654" fmla="*/ 508969 w 704850"/>
                <a:gd name="csY654" fmla="*/ 342870 h 342900"/>
                <a:gd name="csX655" fmla="*/ 507568 w 704850"/>
                <a:gd name="csY655" fmla="*/ 342870 h 342900"/>
                <a:gd name="csX656" fmla="*/ 506235 w 704850"/>
                <a:gd name="csY656" fmla="*/ 342870 h 342900"/>
                <a:gd name="csX657" fmla="*/ 504835 w 704850"/>
                <a:gd name="csY657" fmla="*/ 342870 h 342900"/>
                <a:gd name="csX658" fmla="*/ 503434 w 704850"/>
                <a:gd name="csY658" fmla="*/ 342870 h 342900"/>
                <a:gd name="csX659" fmla="*/ 502101 w 704850"/>
                <a:gd name="csY659" fmla="*/ 342870 h 342900"/>
                <a:gd name="csX660" fmla="*/ 500701 w 704850"/>
                <a:gd name="csY660" fmla="*/ 342870 h 342900"/>
                <a:gd name="csX661" fmla="*/ 499301 w 704850"/>
                <a:gd name="csY661" fmla="*/ 342870 h 342900"/>
                <a:gd name="csX662" fmla="*/ 497967 w 704850"/>
                <a:gd name="csY662" fmla="*/ 342870 h 342900"/>
                <a:gd name="csX663" fmla="*/ 496567 w 704850"/>
                <a:gd name="csY663" fmla="*/ 342870 h 342900"/>
                <a:gd name="csX664" fmla="*/ 495167 w 704850"/>
                <a:gd name="csY664" fmla="*/ 342870 h 342900"/>
                <a:gd name="csX665" fmla="*/ 493767 w 704850"/>
                <a:gd name="csY665" fmla="*/ 342870 h 342900"/>
                <a:gd name="csX666" fmla="*/ 492433 w 704850"/>
                <a:gd name="csY666" fmla="*/ 342870 h 342900"/>
                <a:gd name="csX667" fmla="*/ 491033 w 704850"/>
                <a:gd name="csY667" fmla="*/ 342870 h 342900"/>
                <a:gd name="csX668" fmla="*/ 489633 w 704850"/>
                <a:gd name="csY668" fmla="*/ 342870 h 342900"/>
                <a:gd name="csX669" fmla="*/ 488299 w 704850"/>
                <a:gd name="csY669" fmla="*/ 342870 h 342900"/>
                <a:gd name="csX670" fmla="*/ 486899 w 704850"/>
                <a:gd name="csY670" fmla="*/ 342870 h 342900"/>
                <a:gd name="csX671" fmla="*/ 485508 w 704850"/>
                <a:gd name="csY671" fmla="*/ 342870 h 342900"/>
                <a:gd name="csX672" fmla="*/ 484165 w 704850"/>
                <a:gd name="csY672" fmla="*/ 342870 h 342900"/>
                <a:gd name="csX673" fmla="*/ 482765 w 704850"/>
                <a:gd name="csY673" fmla="*/ 342870 h 342900"/>
                <a:gd name="csX674" fmla="*/ 481375 w 704850"/>
                <a:gd name="csY674" fmla="*/ 342870 h 342900"/>
                <a:gd name="csX675" fmla="*/ 480031 w 704850"/>
                <a:gd name="csY675" fmla="*/ 342870 h 342900"/>
                <a:gd name="csX676" fmla="*/ 478631 w 704850"/>
                <a:gd name="csY676" fmla="*/ 342870 h 342900"/>
                <a:gd name="csX677" fmla="*/ 477241 w 704850"/>
                <a:gd name="csY677" fmla="*/ 342870 h 342900"/>
                <a:gd name="csX678" fmla="*/ 475841 w 704850"/>
                <a:gd name="csY678" fmla="*/ 342870 h 342900"/>
                <a:gd name="csX679" fmla="*/ 474497 w 704850"/>
                <a:gd name="csY679" fmla="*/ 342870 h 342900"/>
                <a:gd name="csX680" fmla="*/ 473107 w 704850"/>
                <a:gd name="csY680" fmla="*/ 342870 h 342900"/>
                <a:gd name="csX681" fmla="*/ 471707 w 704850"/>
                <a:gd name="csY681" fmla="*/ 342870 h 342900"/>
                <a:gd name="csX682" fmla="*/ 470373 w 704850"/>
                <a:gd name="csY682" fmla="*/ 342870 h 342900"/>
                <a:gd name="csX683" fmla="*/ 468973 w 704850"/>
                <a:gd name="csY683" fmla="*/ 342870 h 342900"/>
                <a:gd name="csX684" fmla="*/ 467573 w 704850"/>
                <a:gd name="csY684" fmla="*/ 342870 h 342900"/>
                <a:gd name="csX685" fmla="*/ 466239 w 704850"/>
                <a:gd name="csY685" fmla="*/ 342870 h 342900"/>
                <a:gd name="csX686" fmla="*/ 464839 w 704850"/>
                <a:gd name="csY686" fmla="*/ 342870 h 342900"/>
                <a:gd name="csX687" fmla="*/ 463439 w 704850"/>
                <a:gd name="csY687" fmla="*/ 342870 h 342900"/>
                <a:gd name="csX688" fmla="*/ 462105 w 704850"/>
                <a:gd name="csY688" fmla="*/ 342870 h 342900"/>
                <a:gd name="csX689" fmla="*/ 460705 w 704850"/>
                <a:gd name="csY689" fmla="*/ 342870 h 342900"/>
                <a:gd name="csX690" fmla="*/ 459305 w 704850"/>
                <a:gd name="csY690" fmla="*/ 342870 h 342900"/>
                <a:gd name="csX691" fmla="*/ 457905 w 704850"/>
                <a:gd name="csY691" fmla="*/ 342870 h 342900"/>
                <a:gd name="csX692" fmla="*/ 456571 w 704850"/>
                <a:gd name="csY692" fmla="*/ 342870 h 342900"/>
                <a:gd name="csX693" fmla="*/ 455171 w 704850"/>
                <a:gd name="csY693" fmla="*/ 342870 h 342900"/>
                <a:gd name="csX694" fmla="*/ 453771 w 704850"/>
                <a:gd name="csY694" fmla="*/ 342870 h 342900"/>
                <a:gd name="csX695" fmla="*/ 452438 w 704850"/>
                <a:gd name="csY695" fmla="*/ 342870 h 342900"/>
                <a:gd name="csX696" fmla="*/ 451037 w 704850"/>
                <a:gd name="csY696" fmla="*/ 342870 h 342900"/>
                <a:gd name="csX697" fmla="*/ 449637 w 704850"/>
                <a:gd name="csY697" fmla="*/ 342870 h 342900"/>
                <a:gd name="csX698" fmla="*/ 448304 w 704850"/>
                <a:gd name="csY698" fmla="*/ 342870 h 342900"/>
                <a:gd name="csX699" fmla="*/ 446903 w 704850"/>
                <a:gd name="csY699" fmla="*/ 342870 h 342900"/>
                <a:gd name="csX700" fmla="*/ 445503 w 704850"/>
                <a:gd name="csY700" fmla="*/ 342870 h 342900"/>
                <a:gd name="csX701" fmla="*/ 444170 w 704850"/>
                <a:gd name="csY701" fmla="*/ 342870 h 342900"/>
                <a:gd name="csX702" fmla="*/ 442770 w 704850"/>
                <a:gd name="csY702" fmla="*/ 342870 h 342900"/>
                <a:gd name="csX703" fmla="*/ 441369 w 704850"/>
                <a:gd name="csY703" fmla="*/ 342870 h 342900"/>
                <a:gd name="csX704" fmla="*/ 439969 w 704850"/>
                <a:gd name="csY704" fmla="*/ 342870 h 342900"/>
                <a:gd name="csX705" fmla="*/ 438636 w 704850"/>
                <a:gd name="csY705" fmla="*/ 342870 h 342900"/>
                <a:gd name="csX706" fmla="*/ 437236 w 704850"/>
                <a:gd name="csY706" fmla="*/ 342870 h 342900"/>
                <a:gd name="csX707" fmla="*/ 435836 w 704850"/>
                <a:gd name="csY707" fmla="*/ 342870 h 342900"/>
                <a:gd name="csX708" fmla="*/ 434502 w 704850"/>
                <a:gd name="csY708" fmla="*/ 342870 h 342900"/>
                <a:gd name="csX709" fmla="*/ 433102 w 704850"/>
                <a:gd name="csY709" fmla="*/ 342870 h 342900"/>
                <a:gd name="csX710" fmla="*/ 431702 w 704850"/>
                <a:gd name="csY710" fmla="*/ 342870 h 342900"/>
                <a:gd name="csX711" fmla="*/ 430368 w 704850"/>
                <a:gd name="csY711" fmla="*/ 342870 h 342900"/>
                <a:gd name="csX712" fmla="*/ 428968 w 704850"/>
                <a:gd name="csY712" fmla="*/ 342870 h 342900"/>
                <a:gd name="csX713" fmla="*/ 427568 w 704850"/>
                <a:gd name="csY713" fmla="*/ 342870 h 342900"/>
                <a:gd name="csX714" fmla="*/ 426234 w 704850"/>
                <a:gd name="csY714" fmla="*/ 342870 h 342900"/>
                <a:gd name="csX715" fmla="*/ 424834 w 704850"/>
                <a:gd name="csY715" fmla="*/ 342870 h 342900"/>
                <a:gd name="csX716" fmla="*/ 423434 w 704850"/>
                <a:gd name="csY716" fmla="*/ 342870 h 342900"/>
                <a:gd name="csX717" fmla="*/ 422034 w 704850"/>
                <a:gd name="csY717" fmla="*/ 342870 h 342900"/>
                <a:gd name="csX718" fmla="*/ 420700 w 704850"/>
                <a:gd name="csY718" fmla="*/ 342870 h 342900"/>
                <a:gd name="csX719" fmla="*/ 419300 w 704850"/>
                <a:gd name="csY719" fmla="*/ 342870 h 342900"/>
                <a:gd name="csX720" fmla="*/ 417910 w 704850"/>
                <a:gd name="csY720" fmla="*/ 342870 h 342900"/>
                <a:gd name="csX721" fmla="*/ 416566 w 704850"/>
                <a:gd name="csY721" fmla="*/ 342870 h 342900"/>
                <a:gd name="csX722" fmla="*/ 415176 w 704850"/>
                <a:gd name="csY722" fmla="*/ 342870 h 342900"/>
                <a:gd name="csX723" fmla="*/ 413776 w 704850"/>
                <a:gd name="csY723" fmla="*/ 342870 h 342900"/>
                <a:gd name="csX724" fmla="*/ 412433 w 704850"/>
                <a:gd name="csY724" fmla="*/ 342870 h 342900"/>
                <a:gd name="csX725" fmla="*/ 411042 w 704850"/>
                <a:gd name="csY725" fmla="*/ 342870 h 342900"/>
                <a:gd name="csX726" fmla="*/ 409642 w 704850"/>
                <a:gd name="csY726" fmla="*/ 342870 h 342900"/>
                <a:gd name="csX727" fmla="*/ 408299 w 704850"/>
                <a:gd name="csY727" fmla="*/ 342870 h 342900"/>
                <a:gd name="csX728" fmla="*/ 406908 w 704850"/>
                <a:gd name="csY728" fmla="*/ 342870 h 342900"/>
                <a:gd name="csX729" fmla="*/ 405508 w 704850"/>
                <a:gd name="csY729" fmla="*/ 342870 h 342900"/>
                <a:gd name="csX730" fmla="*/ 404108 w 704850"/>
                <a:gd name="csY730" fmla="*/ 342870 h 342900"/>
                <a:gd name="csX731" fmla="*/ 402774 w 704850"/>
                <a:gd name="csY731" fmla="*/ 342870 h 342900"/>
                <a:gd name="csX732" fmla="*/ 401374 w 704850"/>
                <a:gd name="csY732" fmla="*/ 342870 h 342900"/>
                <a:gd name="csX733" fmla="*/ 399974 w 704850"/>
                <a:gd name="csY733" fmla="*/ 342870 h 342900"/>
                <a:gd name="csX734" fmla="*/ 398640 w 704850"/>
                <a:gd name="csY734" fmla="*/ 342870 h 342900"/>
                <a:gd name="csX735" fmla="*/ 397240 w 704850"/>
                <a:gd name="csY735" fmla="*/ 342870 h 342900"/>
                <a:gd name="csX736" fmla="*/ 395840 w 704850"/>
                <a:gd name="csY736" fmla="*/ 342870 h 342900"/>
                <a:gd name="csX737" fmla="*/ 394507 w 704850"/>
                <a:gd name="csY737" fmla="*/ 342870 h 342900"/>
                <a:gd name="csX738" fmla="*/ 393106 w 704850"/>
                <a:gd name="csY738" fmla="*/ 342870 h 342900"/>
                <a:gd name="csX739" fmla="*/ 391706 w 704850"/>
                <a:gd name="csY739" fmla="*/ 342870 h 342900"/>
                <a:gd name="csX740" fmla="*/ 390373 w 704850"/>
                <a:gd name="csY740" fmla="*/ 342870 h 342900"/>
                <a:gd name="csX741" fmla="*/ 388972 w 704850"/>
                <a:gd name="csY741" fmla="*/ 342870 h 342900"/>
                <a:gd name="csX742" fmla="*/ 387572 w 704850"/>
                <a:gd name="csY742" fmla="*/ 342870 h 342900"/>
                <a:gd name="csX743" fmla="*/ 386172 w 704850"/>
                <a:gd name="csY743" fmla="*/ 342870 h 342900"/>
                <a:gd name="csX744" fmla="*/ 384839 w 704850"/>
                <a:gd name="csY744" fmla="*/ 342870 h 342900"/>
                <a:gd name="csX745" fmla="*/ 383438 w 704850"/>
                <a:gd name="csY745" fmla="*/ 342870 h 342900"/>
                <a:gd name="csX746" fmla="*/ 382038 w 704850"/>
                <a:gd name="csY746" fmla="*/ 342870 h 342900"/>
                <a:gd name="csX747" fmla="*/ 380705 w 704850"/>
                <a:gd name="csY747" fmla="*/ 342870 h 342900"/>
                <a:gd name="csX748" fmla="*/ 379305 w 704850"/>
                <a:gd name="csY748" fmla="*/ 342870 h 342900"/>
                <a:gd name="csX749" fmla="*/ 377904 w 704850"/>
                <a:gd name="csY749" fmla="*/ 342870 h 342900"/>
                <a:gd name="csX750" fmla="*/ 376571 w 704850"/>
                <a:gd name="csY750" fmla="*/ 342870 h 342900"/>
                <a:gd name="csX751" fmla="*/ 375171 w 704850"/>
                <a:gd name="csY751" fmla="*/ 342870 h 342900"/>
                <a:gd name="csX752" fmla="*/ 373771 w 704850"/>
                <a:gd name="csY752" fmla="*/ 342870 h 342900"/>
                <a:gd name="csX753" fmla="*/ 372437 w 704850"/>
                <a:gd name="csY753" fmla="*/ 342870 h 342900"/>
                <a:gd name="csX754" fmla="*/ 371037 w 704850"/>
                <a:gd name="csY754" fmla="*/ 342870 h 342900"/>
                <a:gd name="csX755" fmla="*/ 369637 w 704850"/>
                <a:gd name="csY755" fmla="*/ 342870 h 342900"/>
                <a:gd name="csX756" fmla="*/ 368236 w 704850"/>
                <a:gd name="csY756" fmla="*/ 342870 h 342900"/>
                <a:gd name="csX757" fmla="*/ 366903 w 704850"/>
                <a:gd name="csY757" fmla="*/ 342870 h 342900"/>
                <a:gd name="csX758" fmla="*/ 365503 w 704850"/>
                <a:gd name="csY758" fmla="*/ 342870 h 342900"/>
                <a:gd name="csX759" fmla="*/ 364103 w 704850"/>
                <a:gd name="csY759" fmla="*/ 342870 h 342900"/>
                <a:gd name="csX760" fmla="*/ 362769 w 704850"/>
                <a:gd name="csY760" fmla="*/ 342870 h 342900"/>
                <a:gd name="csX761" fmla="*/ 361369 w 704850"/>
                <a:gd name="csY761" fmla="*/ 342870 h 342900"/>
                <a:gd name="csX762" fmla="*/ 359969 w 704850"/>
                <a:gd name="csY762" fmla="*/ 342870 h 342900"/>
                <a:gd name="csX763" fmla="*/ 358635 w 704850"/>
                <a:gd name="csY763" fmla="*/ 342870 h 342900"/>
                <a:gd name="csX764" fmla="*/ 357235 w 704850"/>
                <a:gd name="csY764" fmla="*/ 342870 h 342900"/>
                <a:gd name="csX765" fmla="*/ 355844 w 704850"/>
                <a:gd name="csY765" fmla="*/ 342870 h 342900"/>
                <a:gd name="csX766" fmla="*/ 354502 w 704850"/>
                <a:gd name="csY766" fmla="*/ 342870 h 342900"/>
                <a:gd name="csX767" fmla="*/ 353101 w 704850"/>
                <a:gd name="csY767" fmla="*/ 342870 h 342900"/>
                <a:gd name="csX768" fmla="*/ 351711 w 704850"/>
                <a:gd name="csY768" fmla="*/ 342870 h 342900"/>
                <a:gd name="csX769" fmla="*/ 350311 w 704850"/>
                <a:gd name="csY769" fmla="*/ 342870 h 342900"/>
                <a:gd name="csX770" fmla="*/ 348968 w 704850"/>
                <a:gd name="csY770" fmla="*/ 342870 h 342900"/>
                <a:gd name="csX771" fmla="*/ 347577 w 704850"/>
                <a:gd name="csY771" fmla="*/ 342870 h 342900"/>
                <a:gd name="csX772" fmla="*/ 346177 w 704850"/>
                <a:gd name="csY772" fmla="*/ 342870 h 342900"/>
                <a:gd name="csX773" fmla="*/ 344843 w 704850"/>
                <a:gd name="csY773" fmla="*/ 342870 h 342900"/>
                <a:gd name="csX774" fmla="*/ 343443 w 704850"/>
                <a:gd name="csY774" fmla="*/ 342870 h 342900"/>
                <a:gd name="csX775" fmla="*/ 342043 w 704850"/>
                <a:gd name="csY775" fmla="*/ 342870 h 342900"/>
                <a:gd name="csX776" fmla="*/ 340709 w 704850"/>
                <a:gd name="csY776" fmla="*/ 342870 h 342900"/>
                <a:gd name="csX777" fmla="*/ 339309 w 704850"/>
                <a:gd name="csY777" fmla="*/ 342870 h 342900"/>
                <a:gd name="csX778" fmla="*/ 337909 w 704850"/>
                <a:gd name="csY778" fmla="*/ 342870 h 342900"/>
                <a:gd name="csX779" fmla="*/ 336576 w 704850"/>
                <a:gd name="csY779" fmla="*/ 342870 h 342900"/>
                <a:gd name="csX780" fmla="*/ 335175 w 704850"/>
                <a:gd name="csY780" fmla="*/ 342870 h 342900"/>
                <a:gd name="csX781" fmla="*/ 333775 w 704850"/>
                <a:gd name="csY781" fmla="*/ 342870 h 342900"/>
                <a:gd name="csX782" fmla="*/ 332375 w 704850"/>
                <a:gd name="csY782" fmla="*/ 342870 h 342900"/>
                <a:gd name="csX783" fmla="*/ 331041 w 704850"/>
                <a:gd name="csY783" fmla="*/ 342870 h 342900"/>
                <a:gd name="csX784" fmla="*/ 329641 w 704850"/>
                <a:gd name="csY784" fmla="*/ 342870 h 342900"/>
                <a:gd name="csX785" fmla="*/ 328241 w 704850"/>
                <a:gd name="csY785" fmla="*/ 342870 h 342900"/>
                <a:gd name="csX786" fmla="*/ 326908 w 704850"/>
                <a:gd name="csY786" fmla="*/ 342870 h 342900"/>
                <a:gd name="csX787" fmla="*/ 325507 w 704850"/>
                <a:gd name="csY787" fmla="*/ 342870 h 342900"/>
                <a:gd name="csX788" fmla="*/ 324107 w 704850"/>
                <a:gd name="csY788" fmla="*/ 342870 h 342900"/>
                <a:gd name="csX789" fmla="*/ 322774 w 704850"/>
                <a:gd name="csY789" fmla="*/ 342870 h 342900"/>
                <a:gd name="csX790" fmla="*/ 321374 w 704850"/>
                <a:gd name="csY790" fmla="*/ 342870 h 342900"/>
                <a:gd name="csX791" fmla="*/ 319973 w 704850"/>
                <a:gd name="csY791" fmla="*/ 342870 h 342900"/>
                <a:gd name="csX792" fmla="*/ 318640 w 704850"/>
                <a:gd name="csY792" fmla="*/ 342870 h 342900"/>
                <a:gd name="csX793" fmla="*/ 317240 w 704850"/>
                <a:gd name="csY793" fmla="*/ 342870 h 342900"/>
                <a:gd name="csX794" fmla="*/ 315840 w 704850"/>
                <a:gd name="csY794" fmla="*/ 342870 h 342900"/>
                <a:gd name="csX795" fmla="*/ 314439 w 704850"/>
                <a:gd name="csY795" fmla="*/ 342870 h 342900"/>
                <a:gd name="csX796" fmla="*/ 313106 w 704850"/>
                <a:gd name="csY796" fmla="*/ 342870 h 342900"/>
                <a:gd name="csX797" fmla="*/ 311706 w 704850"/>
                <a:gd name="csY797" fmla="*/ 342870 h 342900"/>
                <a:gd name="csX798" fmla="*/ 310305 w 704850"/>
                <a:gd name="csY798" fmla="*/ 342870 h 342900"/>
                <a:gd name="csX799" fmla="*/ 308972 w 704850"/>
                <a:gd name="csY799" fmla="*/ 342870 h 342900"/>
                <a:gd name="csX800" fmla="*/ 307572 w 704850"/>
                <a:gd name="csY800" fmla="*/ 342870 h 342900"/>
                <a:gd name="csX801" fmla="*/ 306172 w 704850"/>
                <a:gd name="csY801" fmla="*/ 342870 h 342900"/>
                <a:gd name="csX802" fmla="*/ 304838 w 704850"/>
                <a:gd name="csY802" fmla="*/ 342870 h 342900"/>
                <a:gd name="csX803" fmla="*/ 303438 w 704850"/>
                <a:gd name="csY803" fmla="*/ 342870 h 342900"/>
                <a:gd name="csX804" fmla="*/ 302038 w 704850"/>
                <a:gd name="csY804" fmla="*/ 342870 h 342900"/>
                <a:gd name="csX805" fmla="*/ 300704 w 704850"/>
                <a:gd name="csY805" fmla="*/ 342870 h 342900"/>
                <a:gd name="csX806" fmla="*/ 299304 w 704850"/>
                <a:gd name="csY806" fmla="*/ 342870 h 342900"/>
                <a:gd name="csX807" fmla="*/ 297904 w 704850"/>
                <a:gd name="csY807" fmla="*/ 342870 h 342900"/>
                <a:gd name="csX808" fmla="*/ 296570 w 704850"/>
                <a:gd name="csY808" fmla="*/ 342870 h 342900"/>
                <a:gd name="csX809" fmla="*/ 295170 w 704850"/>
                <a:gd name="csY809" fmla="*/ 342870 h 342900"/>
                <a:gd name="csX810" fmla="*/ 293770 w 704850"/>
                <a:gd name="csY810" fmla="*/ 342870 h 342900"/>
                <a:gd name="csX811" fmla="*/ 292379 w 704850"/>
                <a:gd name="csY811" fmla="*/ 342870 h 342900"/>
                <a:gd name="csX812" fmla="*/ 291037 w 704850"/>
                <a:gd name="csY812" fmla="*/ 342870 h 342900"/>
                <a:gd name="csX813" fmla="*/ 289636 w 704850"/>
                <a:gd name="csY813" fmla="*/ 342870 h 342900"/>
                <a:gd name="csX814" fmla="*/ 288246 w 704850"/>
                <a:gd name="csY814" fmla="*/ 342870 h 342900"/>
                <a:gd name="csX815" fmla="*/ 286902 w 704850"/>
                <a:gd name="csY815" fmla="*/ 342870 h 342900"/>
                <a:gd name="csX816" fmla="*/ 285512 w 704850"/>
                <a:gd name="csY816" fmla="*/ 342870 h 342900"/>
                <a:gd name="csX817" fmla="*/ 284112 w 704850"/>
                <a:gd name="csY817" fmla="*/ 342870 h 342900"/>
                <a:gd name="csX818" fmla="*/ 282769 w 704850"/>
                <a:gd name="csY818" fmla="*/ 342870 h 342900"/>
                <a:gd name="csX819" fmla="*/ 281378 w 704850"/>
                <a:gd name="csY819" fmla="*/ 342870 h 342900"/>
                <a:gd name="csX820" fmla="*/ 279978 w 704850"/>
                <a:gd name="csY820" fmla="*/ 342870 h 342900"/>
                <a:gd name="csX821" fmla="*/ 278635 w 704850"/>
                <a:gd name="csY821" fmla="*/ 342870 h 342900"/>
                <a:gd name="csX822" fmla="*/ 277244 w 704850"/>
                <a:gd name="csY822" fmla="*/ 342870 h 342900"/>
                <a:gd name="csX823" fmla="*/ 275844 w 704850"/>
                <a:gd name="csY823" fmla="*/ 342870 h 342900"/>
                <a:gd name="csX824" fmla="*/ 274444 w 704850"/>
                <a:gd name="csY824" fmla="*/ 342870 h 342900"/>
                <a:gd name="csX825" fmla="*/ 273110 w 704850"/>
                <a:gd name="csY825" fmla="*/ 342870 h 342900"/>
                <a:gd name="csX826" fmla="*/ 271710 w 704850"/>
                <a:gd name="csY826" fmla="*/ 342870 h 342900"/>
                <a:gd name="csX827" fmla="*/ 270310 w 704850"/>
                <a:gd name="csY827" fmla="*/ 342870 h 342900"/>
                <a:gd name="csX828" fmla="*/ 268977 w 704850"/>
                <a:gd name="csY828" fmla="*/ 342870 h 342900"/>
                <a:gd name="csX829" fmla="*/ 267576 w 704850"/>
                <a:gd name="csY829" fmla="*/ 342870 h 342900"/>
                <a:gd name="csX830" fmla="*/ 266176 w 704850"/>
                <a:gd name="csY830" fmla="*/ 342870 h 342900"/>
                <a:gd name="csX831" fmla="*/ 264843 w 704850"/>
                <a:gd name="csY831" fmla="*/ 342870 h 342900"/>
                <a:gd name="csX832" fmla="*/ 263443 w 704850"/>
                <a:gd name="csY832" fmla="*/ 342870 h 342900"/>
                <a:gd name="csX833" fmla="*/ 262042 w 704850"/>
                <a:gd name="csY833" fmla="*/ 342870 h 342900"/>
                <a:gd name="csX834" fmla="*/ 260709 w 704850"/>
                <a:gd name="csY834" fmla="*/ 342870 h 342900"/>
                <a:gd name="csX835" fmla="*/ 259309 w 704850"/>
                <a:gd name="csY835" fmla="*/ 342870 h 342900"/>
                <a:gd name="csX836" fmla="*/ 257909 w 704850"/>
                <a:gd name="csY836" fmla="*/ 342870 h 342900"/>
                <a:gd name="csX837" fmla="*/ 256508 w 704850"/>
                <a:gd name="csY837" fmla="*/ 342870 h 342900"/>
                <a:gd name="csX838" fmla="*/ 255175 w 704850"/>
                <a:gd name="csY838" fmla="*/ 342870 h 342900"/>
                <a:gd name="csX839" fmla="*/ 253775 w 704850"/>
                <a:gd name="csY839" fmla="*/ 342870 h 342900"/>
                <a:gd name="csX840" fmla="*/ 252374 w 704850"/>
                <a:gd name="csY840" fmla="*/ 342870 h 342900"/>
                <a:gd name="csX841" fmla="*/ 251041 w 704850"/>
                <a:gd name="csY841" fmla="*/ 342870 h 342900"/>
                <a:gd name="csX842" fmla="*/ 249641 w 704850"/>
                <a:gd name="csY842" fmla="*/ 342870 h 342900"/>
                <a:gd name="csX843" fmla="*/ 248241 w 704850"/>
                <a:gd name="csY843" fmla="*/ 342870 h 342900"/>
                <a:gd name="csX844" fmla="*/ 246907 w 704850"/>
                <a:gd name="csY844" fmla="*/ 342870 h 342900"/>
                <a:gd name="csX845" fmla="*/ 245507 w 704850"/>
                <a:gd name="csY845" fmla="*/ 342870 h 342900"/>
                <a:gd name="csX846" fmla="*/ 244107 w 704850"/>
                <a:gd name="csY846" fmla="*/ 342870 h 342900"/>
                <a:gd name="csX847" fmla="*/ 242773 w 704850"/>
                <a:gd name="csY847" fmla="*/ 342870 h 342900"/>
                <a:gd name="csX848" fmla="*/ 241373 w 704850"/>
                <a:gd name="csY848" fmla="*/ 342870 h 342900"/>
                <a:gd name="csX849" fmla="*/ 239973 w 704850"/>
                <a:gd name="csY849" fmla="*/ 342870 h 342900"/>
                <a:gd name="csX850" fmla="*/ 238573 w 704850"/>
                <a:gd name="csY850" fmla="*/ 342870 h 342900"/>
                <a:gd name="csX851" fmla="*/ 237239 w 704850"/>
                <a:gd name="csY851" fmla="*/ 342870 h 342900"/>
                <a:gd name="csX852" fmla="*/ 235839 w 704850"/>
                <a:gd name="csY852" fmla="*/ 342870 h 342900"/>
                <a:gd name="csX853" fmla="*/ 234439 w 704850"/>
                <a:gd name="csY853" fmla="*/ 342870 h 342900"/>
                <a:gd name="csX854" fmla="*/ 233105 w 704850"/>
                <a:gd name="csY854" fmla="*/ 342870 h 342900"/>
                <a:gd name="csX855" fmla="*/ 231705 w 704850"/>
                <a:gd name="csY855" fmla="*/ 342870 h 342900"/>
                <a:gd name="csX856" fmla="*/ 230315 w 704850"/>
                <a:gd name="csY856" fmla="*/ 342870 h 342900"/>
                <a:gd name="csX857" fmla="*/ 228971 w 704850"/>
                <a:gd name="csY857" fmla="*/ 342870 h 342900"/>
                <a:gd name="csX858" fmla="*/ 227571 w 704850"/>
                <a:gd name="csY858" fmla="*/ 342870 h 342900"/>
                <a:gd name="csX859" fmla="*/ 226181 w 704850"/>
                <a:gd name="csY859" fmla="*/ 342870 h 342900"/>
                <a:gd name="csX860" fmla="*/ 224838 w 704850"/>
                <a:gd name="csY860" fmla="*/ 342870 h 342900"/>
                <a:gd name="csX861" fmla="*/ 223437 w 704850"/>
                <a:gd name="csY861" fmla="*/ 342870 h 342900"/>
                <a:gd name="csX862" fmla="*/ 222047 w 704850"/>
                <a:gd name="csY862" fmla="*/ 342870 h 342900"/>
                <a:gd name="csX863" fmla="*/ 220647 w 704850"/>
                <a:gd name="csY863" fmla="*/ 342870 h 342900"/>
                <a:gd name="csX864" fmla="*/ 219304 w 704850"/>
                <a:gd name="csY864" fmla="*/ 342870 h 342900"/>
                <a:gd name="csX865" fmla="*/ 217913 w 704850"/>
                <a:gd name="csY865" fmla="*/ 342870 h 342900"/>
                <a:gd name="csX866" fmla="*/ 216513 w 704850"/>
                <a:gd name="csY866" fmla="*/ 342870 h 342900"/>
                <a:gd name="csX867" fmla="*/ 215179 w 704850"/>
                <a:gd name="csY867" fmla="*/ 342870 h 342900"/>
                <a:gd name="csX868" fmla="*/ 213779 w 704850"/>
                <a:gd name="csY868" fmla="*/ 342870 h 342900"/>
                <a:gd name="csX869" fmla="*/ 212379 w 704850"/>
                <a:gd name="csY869" fmla="*/ 342870 h 342900"/>
                <a:gd name="csX870" fmla="*/ 211045 w 704850"/>
                <a:gd name="csY870" fmla="*/ 342870 h 342900"/>
                <a:gd name="csX871" fmla="*/ 209645 w 704850"/>
                <a:gd name="csY871" fmla="*/ 342870 h 342900"/>
                <a:gd name="csX872" fmla="*/ 208245 w 704850"/>
                <a:gd name="csY872" fmla="*/ 342870 h 342900"/>
                <a:gd name="csX873" fmla="*/ 206912 w 704850"/>
                <a:gd name="csY873" fmla="*/ 342870 h 342900"/>
                <a:gd name="csX874" fmla="*/ 205511 w 704850"/>
                <a:gd name="csY874" fmla="*/ 342870 h 342900"/>
                <a:gd name="csX875" fmla="*/ 204111 w 704850"/>
                <a:gd name="csY875" fmla="*/ 342870 h 342900"/>
                <a:gd name="csX876" fmla="*/ 202711 w 704850"/>
                <a:gd name="csY876" fmla="*/ 342870 h 342900"/>
                <a:gd name="csX877" fmla="*/ 201378 w 704850"/>
                <a:gd name="csY877" fmla="*/ 342870 h 342900"/>
                <a:gd name="csX878" fmla="*/ 199978 w 704850"/>
                <a:gd name="csY878" fmla="*/ 342870 h 342900"/>
                <a:gd name="csX879" fmla="*/ 198577 w 704850"/>
                <a:gd name="csY879" fmla="*/ 342870 h 342900"/>
                <a:gd name="csX880" fmla="*/ 197244 w 704850"/>
                <a:gd name="csY880" fmla="*/ 342870 h 342900"/>
                <a:gd name="csX881" fmla="*/ 195843 w 704850"/>
                <a:gd name="csY881" fmla="*/ 342870 h 342900"/>
                <a:gd name="csX882" fmla="*/ 194443 w 704850"/>
                <a:gd name="csY882" fmla="*/ 342870 h 342900"/>
                <a:gd name="csX883" fmla="*/ 193110 w 704850"/>
                <a:gd name="csY883" fmla="*/ 342870 h 342900"/>
                <a:gd name="csX884" fmla="*/ 191710 w 704850"/>
                <a:gd name="csY884" fmla="*/ 342870 h 342900"/>
                <a:gd name="csX885" fmla="*/ 190310 w 704850"/>
                <a:gd name="csY885" fmla="*/ 342870 h 342900"/>
                <a:gd name="csX886" fmla="*/ 188976 w 704850"/>
                <a:gd name="csY886" fmla="*/ 342870 h 342900"/>
                <a:gd name="csX887" fmla="*/ 187576 w 704850"/>
                <a:gd name="csY887" fmla="*/ 342870 h 342900"/>
                <a:gd name="csX888" fmla="*/ 186176 w 704850"/>
                <a:gd name="csY888" fmla="*/ 342870 h 342900"/>
                <a:gd name="csX889" fmla="*/ 184776 w 704850"/>
                <a:gd name="csY889" fmla="*/ 342870 h 342900"/>
                <a:gd name="csX890" fmla="*/ 183442 w 704850"/>
                <a:gd name="csY890" fmla="*/ 342870 h 342900"/>
                <a:gd name="csX891" fmla="*/ 182042 w 704850"/>
                <a:gd name="csY891" fmla="*/ 342870 h 342900"/>
                <a:gd name="csX892" fmla="*/ 180642 w 704850"/>
                <a:gd name="csY892" fmla="*/ 342870 h 342900"/>
                <a:gd name="csX893" fmla="*/ 179308 w 704850"/>
                <a:gd name="csY893" fmla="*/ 342870 h 342900"/>
                <a:gd name="csX894" fmla="*/ 177908 w 704850"/>
                <a:gd name="csY894" fmla="*/ 342870 h 342900"/>
                <a:gd name="csX895" fmla="*/ 176508 w 704850"/>
                <a:gd name="csY895" fmla="*/ 342870 h 342900"/>
                <a:gd name="csX896" fmla="*/ 175174 w 704850"/>
                <a:gd name="csY896" fmla="*/ 342870 h 342900"/>
                <a:gd name="csX897" fmla="*/ 173774 w 704850"/>
                <a:gd name="csY897" fmla="*/ 342870 h 342900"/>
                <a:gd name="csX898" fmla="*/ 172374 w 704850"/>
                <a:gd name="csY898" fmla="*/ 342870 h 342900"/>
                <a:gd name="csX899" fmla="*/ 171041 w 704850"/>
                <a:gd name="csY899" fmla="*/ 342870 h 342900"/>
                <a:gd name="csX900" fmla="*/ 169640 w 704850"/>
                <a:gd name="csY900" fmla="*/ 342870 h 342900"/>
                <a:gd name="csX901" fmla="*/ 168240 w 704850"/>
                <a:gd name="csY901" fmla="*/ 342870 h 342900"/>
                <a:gd name="csX902" fmla="*/ 166850 w 704850"/>
                <a:gd name="csY902" fmla="*/ 342870 h 342900"/>
                <a:gd name="csX903" fmla="*/ 165506 w 704850"/>
                <a:gd name="csY903" fmla="*/ 342870 h 342900"/>
                <a:gd name="csX904" fmla="*/ 164116 w 704850"/>
                <a:gd name="csY904" fmla="*/ 342870 h 342900"/>
                <a:gd name="csX905" fmla="*/ 162716 w 704850"/>
                <a:gd name="csY905" fmla="*/ 342870 h 342900"/>
                <a:gd name="csX906" fmla="*/ 161373 w 704850"/>
                <a:gd name="csY906" fmla="*/ 342870 h 342900"/>
                <a:gd name="csX907" fmla="*/ 159982 w 704850"/>
                <a:gd name="csY907" fmla="*/ 342870 h 342900"/>
                <a:gd name="csX908" fmla="*/ 158582 w 704850"/>
                <a:gd name="csY908" fmla="*/ 342870 h 342900"/>
                <a:gd name="csX909" fmla="*/ 157239 w 704850"/>
                <a:gd name="csY909" fmla="*/ 342870 h 342900"/>
                <a:gd name="csX910" fmla="*/ 155848 w 704850"/>
                <a:gd name="csY910" fmla="*/ 342870 h 342900"/>
                <a:gd name="csX911" fmla="*/ 154448 w 704850"/>
                <a:gd name="csY911" fmla="*/ 342870 h 342900"/>
                <a:gd name="csX912" fmla="*/ 153105 w 704850"/>
                <a:gd name="csY912" fmla="*/ 342870 h 342900"/>
                <a:gd name="csX913" fmla="*/ 151714 w 704850"/>
                <a:gd name="csY913" fmla="*/ 342870 h 342900"/>
                <a:gd name="csX914" fmla="*/ 150314 w 704850"/>
                <a:gd name="csY914" fmla="*/ 342870 h 342900"/>
                <a:gd name="csX915" fmla="*/ 148914 w 704850"/>
                <a:gd name="csY915" fmla="*/ 342870 h 342900"/>
                <a:gd name="csX916" fmla="*/ 147580 w 704850"/>
                <a:gd name="csY916" fmla="*/ 342870 h 342900"/>
                <a:gd name="csX917" fmla="*/ 146180 w 704850"/>
                <a:gd name="csY917" fmla="*/ 342870 h 342900"/>
                <a:gd name="csX918" fmla="*/ 144780 w 704850"/>
                <a:gd name="csY918" fmla="*/ 342870 h 342900"/>
                <a:gd name="csX919" fmla="*/ 143447 w 704850"/>
                <a:gd name="csY919" fmla="*/ 342870 h 342900"/>
                <a:gd name="csX920" fmla="*/ 142046 w 704850"/>
                <a:gd name="csY920" fmla="*/ 342870 h 342900"/>
                <a:gd name="csX921" fmla="*/ 140646 w 704850"/>
                <a:gd name="csY921" fmla="*/ 342870 h 342900"/>
                <a:gd name="csX922" fmla="*/ 139313 w 704850"/>
                <a:gd name="csY922" fmla="*/ 342870 h 342900"/>
                <a:gd name="csX923" fmla="*/ 137912 w 704850"/>
                <a:gd name="csY923" fmla="*/ 342870 h 342900"/>
                <a:gd name="csX924" fmla="*/ 136512 w 704850"/>
                <a:gd name="csY924" fmla="*/ 342870 h 342900"/>
                <a:gd name="csX925" fmla="*/ 135179 w 704850"/>
                <a:gd name="csY925" fmla="*/ 342870 h 342900"/>
                <a:gd name="csX926" fmla="*/ 133779 w 704850"/>
                <a:gd name="csY926" fmla="*/ 342870 h 342900"/>
                <a:gd name="csX927" fmla="*/ 132378 w 704850"/>
                <a:gd name="csY927" fmla="*/ 342870 h 342900"/>
                <a:gd name="csX928" fmla="*/ 130978 w 704850"/>
                <a:gd name="csY928" fmla="*/ 342870 h 342900"/>
                <a:gd name="csX929" fmla="*/ 129645 w 704850"/>
                <a:gd name="csY929" fmla="*/ 342870 h 342900"/>
                <a:gd name="csX930" fmla="*/ 128245 w 704850"/>
                <a:gd name="csY930" fmla="*/ 342870 h 342900"/>
                <a:gd name="csX931" fmla="*/ 126844 w 704850"/>
                <a:gd name="csY931" fmla="*/ 342870 h 342900"/>
                <a:gd name="csX932" fmla="*/ 125511 w 704850"/>
                <a:gd name="csY932" fmla="*/ 342870 h 342900"/>
                <a:gd name="csX933" fmla="*/ 124111 w 704850"/>
                <a:gd name="csY933" fmla="*/ 342870 h 342900"/>
                <a:gd name="csX934" fmla="*/ 122711 w 704850"/>
                <a:gd name="csY934" fmla="*/ 342870 h 342900"/>
                <a:gd name="csX935" fmla="*/ 121377 w 704850"/>
                <a:gd name="csY935" fmla="*/ 342870 h 342900"/>
                <a:gd name="csX936" fmla="*/ 119977 w 704850"/>
                <a:gd name="csY936" fmla="*/ 342870 h 342900"/>
                <a:gd name="csX937" fmla="*/ 118577 w 704850"/>
                <a:gd name="csY937" fmla="*/ 342870 h 342900"/>
                <a:gd name="csX938" fmla="*/ 117243 w 704850"/>
                <a:gd name="csY938" fmla="*/ 342870 h 342900"/>
                <a:gd name="csX939" fmla="*/ 115843 w 704850"/>
                <a:gd name="csY939" fmla="*/ 342870 h 342900"/>
                <a:gd name="csX940" fmla="*/ 114443 w 704850"/>
                <a:gd name="csY940" fmla="*/ 342870 h 342900"/>
                <a:gd name="csX941" fmla="*/ 113043 w 704850"/>
                <a:gd name="csY941" fmla="*/ 342870 h 342900"/>
                <a:gd name="csX942" fmla="*/ 111709 w 704850"/>
                <a:gd name="csY942" fmla="*/ 342870 h 342900"/>
                <a:gd name="csX943" fmla="*/ 110309 w 704850"/>
                <a:gd name="csY943" fmla="*/ 342870 h 342900"/>
                <a:gd name="csX944" fmla="*/ 108909 w 704850"/>
                <a:gd name="csY944" fmla="*/ 342870 h 342900"/>
                <a:gd name="csX945" fmla="*/ 107575 w 704850"/>
                <a:gd name="csY945" fmla="*/ 342870 h 342900"/>
                <a:gd name="csX946" fmla="*/ 106175 w 704850"/>
                <a:gd name="csY946" fmla="*/ 342870 h 342900"/>
                <a:gd name="csX947" fmla="*/ 104784 w 704850"/>
                <a:gd name="csY947" fmla="*/ 342870 h 342900"/>
                <a:gd name="csX948" fmla="*/ 103442 w 704850"/>
                <a:gd name="csY948" fmla="*/ 342870 h 342900"/>
                <a:gd name="csX949" fmla="*/ 102041 w 704850"/>
                <a:gd name="csY949" fmla="*/ 342870 h 342900"/>
                <a:gd name="csX950" fmla="*/ 100651 w 704850"/>
                <a:gd name="csY950" fmla="*/ 342870 h 342900"/>
                <a:gd name="csX951" fmla="*/ 99308 w 704850"/>
                <a:gd name="csY951" fmla="*/ 342870 h 342900"/>
                <a:gd name="csX952" fmla="*/ 97917 w 704850"/>
                <a:gd name="csY952" fmla="*/ 342870 h 342900"/>
                <a:gd name="csX953" fmla="*/ 96517 w 704850"/>
                <a:gd name="csY953" fmla="*/ 342870 h 342900"/>
                <a:gd name="csX954" fmla="*/ 95174 w 704850"/>
                <a:gd name="csY954" fmla="*/ 342870 h 342900"/>
                <a:gd name="csX955" fmla="*/ 93783 w 704850"/>
                <a:gd name="csY955" fmla="*/ 342870 h 342900"/>
                <a:gd name="csX956" fmla="*/ 92383 w 704850"/>
                <a:gd name="csY956" fmla="*/ 342870 h 342900"/>
                <a:gd name="csX957" fmla="*/ 90983 w 704850"/>
                <a:gd name="csY957" fmla="*/ 342870 h 342900"/>
                <a:gd name="csX958" fmla="*/ 89649 w 704850"/>
                <a:gd name="csY958" fmla="*/ 342870 h 342900"/>
                <a:gd name="csX959" fmla="*/ 88249 w 704850"/>
                <a:gd name="csY959" fmla="*/ 342870 h 342900"/>
                <a:gd name="csX960" fmla="*/ 86849 w 704850"/>
                <a:gd name="csY960" fmla="*/ 342870 h 342900"/>
                <a:gd name="csX961" fmla="*/ 85516 w 704850"/>
                <a:gd name="csY961" fmla="*/ 342870 h 342900"/>
                <a:gd name="csX962" fmla="*/ 84115 w 704850"/>
                <a:gd name="csY962" fmla="*/ 342870 h 342900"/>
                <a:gd name="csX963" fmla="*/ 82715 w 704850"/>
                <a:gd name="csY963" fmla="*/ 342870 h 342900"/>
                <a:gd name="csX964" fmla="*/ 81382 w 704850"/>
                <a:gd name="csY964" fmla="*/ 342870 h 342900"/>
                <a:gd name="csX965" fmla="*/ 79981 w 704850"/>
                <a:gd name="csY965" fmla="*/ 342870 h 342900"/>
                <a:gd name="csX966" fmla="*/ 78581 w 704850"/>
                <a:gd name="csY966" fmla="*/ 342870 h 342900"/>
                <a:gd name="csX967" fmla="*/ 77248 w 704850"/>
                <a:gd name="csY967" fmla="*/ 342870 h 342900"/>
                <a:gd name="csX968" fmla="*/ 75848 w 704850"/>
                <a:gd name="csY968" fmla="*/ 342870 h 342900"/>
                <a:gd name="csX969" fmla="*/ 74447 w 704850"/>
                <a:gd name="csY969" fmla="*/ 342870 h 342900"/>
                <a:gd name="csX970" fmla="*/ 73047 w 704850"/>
                <a:gd name="csY970" fmla="*/ 342870 h 342900"/>
                <a:gd name="csX971" fmla="*/ 71714 w 704850"/>
                <a:gd name="csY971" fmla="*/ 342870 h 342900"/>
                <a:gd name="csX972" fmla="*/ 70314 w 704850"/>
                <a:gd name="csY972" fmla="*/ 342870 h 342900"/>
                <a:gd name="csX973" fmla="*/ 68913 w 704850"/>
                <a:gd name="csY973" fmla="*/ 342870 h 342900"/>
                <a:gd name="csX974" fmla="*/ 67580 w 704850"/>
                <a:gd name="csY974" fmla="*/ 342870 h 342900"/>
                <a:gd name="csX975" fmla="*/ 66180 w 704850"/>
                <a:gd name="csY975" fmla="*/ 342870 h 342900"/>
                <a:gd name="csX976" fmla="*/ 64780 w 704850"/>
                <a:gd name="csY976" fmla="*/ 342870 h 342900"/>
                <a:gd name="csX977" fmla="*/ 63446 w 704850"/>
                <a:gd name="csY977" fmla="*/ 342870 h 342900"/>
                <a:gd name="csX978" fmla="*/ 62046 w 704850"/>
                <a:gd name="csY978" fmla="*/ 342870 h 342900"/>
                <a:gd name="csX979" fmla="*/ 60646 w 704850"/>
                <a:gd name="csY979" fmla="*/ 342870 h 342900"/>
                <a:gd name="csX980" fmla="*/ 59312 w 704850"/>
                <a:gd name="csY980" fmla="*/ 342870 h 342900"/>
                <a:gd name="csX981" fmla="*/ 57912 w 704850"/>
                <a:gd name="csY981" fmla="*/ 342870 h 342900"/>
                <a:gd name="csX982" fmla="*/ 56512 w 704850"/>
                <a:gd name="csY982" fmla="*/ 342870 h 342900"/>
                <a:gd name="csX983" fmla="*/ 55112 w 704850"/>
                <a:gd name="csY983" fmla="*/ 342870 h 342900"/>
                <a:gd name="csX984" fmla="*/ 53778 w 704850"/>
                <a:gd name="csY984" fmla="*/ 342870 h 342900"/>
                <a:gd name="csX985" fmla="*/ 52378 w 704850"/>
                <a:gd name="csY985" fmla="*/ 342870 h 342900"/>
                <a:gd name="csX986" fmla="*/ 50978 w 704850"/>
                <a:gd name="csY986" fmla="*/ 342870 h 342900"/>
                <a:gd name="csX987" fmla="*/ 49644 w 704850"/>
                <a:gd name="csY987" fmla="*/ 342870 h 342900"/>
                <a:gd name="csX988" fmla="*/ 48244 w 704850"/>
                <a:gd name="csY988" fmla="*/ 342870 h 342900"/>
                <a:gd name="csX989" fmla="*/ 46844 w 704850"/>
                <a:gd name="csY989" fmla="*/ 342870 h 342900"/>
                <a:gd name="csX990" fmla="*/ 45510 w 704850"/>
                <a:gd name="csY990" fmla="*/ 342870 h 342900"/>
                <a:gd name="csX991" fmla="*/ 44110 w 704850"/>
                <a:gd name="csY991" fmla="*/ 342870 h 342900"/>
                <a:gd name="csX992" fmla="*/ 42710 w 704850"/>
                <a:gd name="csY992" fmla="*/ 342870 h 342900"/>
                <a:gd name="csX993" fmla="*/ 41377 w 704850"/>
                <a:gd name="csY993" fmla="*/ 342870 h 342900"/>
                <a:gd name="csX994" fmla="*/ 39977 w 704850"/>
                <a:gd name="csY994" fmla="*/ 342870 h 342900"/>
                <a:gd name="csX995" fmla="*/ 38576 w 704850"/>
                <a:gd name="csY995" fmla="*/ 342870 h 342900"/>
                <a:gd name="csX996" fmla="*/ 37186 w 704850"/>
                <a:gd name="csY996" fmla="*/ 342870 h 342900"/>
                <a:gd name="csX997" fmla="*/ 35843 w 704850"/>
                <a:gd name="csY997" fmla="*/ 342870 h 342900"/>
                <a:gd name="csX998" fmla="*/ 34443 w 704850"/>
                <a:gd name="csY998" fmla="*/ 342870 h 342900"/>
                <a:gd name="csX999" fmla="*/ 33052 w 704850"/>
                <a:gd name="csY999" fmla="*/ 342870 h 342900"/>
                <a:gd name="csX1000" fmla="*/ 31718 w 704850"/>
                <a:gd name="csY1000" fmla="*/ 342870 h 342900"/>
                <a:gd name="csX1001" fmla="*/ 30318 w 704850"/>
                <a:gd name="csY1001" fmla="*/ 342870 h 342900"/>
                <a:gd name="csX1002" fmla="*/ 28918 w 704850"/>
                <a:gd name="csY1002" fmla="*/ 342870 h 342900"/>
                <a:gd name="csX1003" fmla="*/ 27585 w 704850"/>
                <a:gd name="csY1003" fmla="*/ 342870 h 342900"/>
                <a:gd name="csX1004" fmla="*/ 26184 w 704850"/>
                <a:gd name="csY1004" fmla="*/ 342870 h 342900"/>
                <a:gd name="csX1005" fmla="*/ 24784 w 704850"/>
                <a:gd name="csY1005" fmla="*/ 342870 h 342900"/>
                <a:gd name="csX1006" fmla="*/ 23450 w 704850"/>
                <a:gd name="csY1006" fmla="*/ 342870 h 342900"/>
                <a:gd name="csX1007" fmla="*/ 22050 w 704850"/>
                <a:gd name="csY1007" fmla="*/ 342870 h 342900"/>
                <a:gd name="csX1008" fmla="*/ 20650 w 704850"/>
                <a:gd name="csY1008" fmla="*/ 342870 h 342900"/>
                <a:gd name="csX1009" fmla="*/ 19250 w 704850"/>
                <a:gd name="csY1009" fmla="*/ 342870 h 342900"/>
                <a:gd name="csX1010" fmla="*/ 17917 w 704850"/>
                <a:gd name="csY1010" fmla="*/ 342870 h 342900"/>
                <a:gd name="csX1011" fmla="*/ 16516 w 704850"/>
                <a:gd name="csY1011" fmla="*/ 342870 h 342900"/>
                <a:gd name="csX1012" fmla="*/ 15116 w 704850"/>
                <a:gd name="csY1012" fmla="*/ 342870 h 342900"/>
                <a:gd name="csX1013" fmla="*/ 13783 w 704850"/>
                <a:gd name="csY1013" fmla="*/ 342870 h 342900"/>
                <a:gd name="csX1014" fmla="*/ 12383 w 704850"/>
                <a:gd name="csY1014" fmla="*/ 342870 h 342900"/>
                <a:gd name="csX1015" fmla="*/ 10982 w 704850"/>
                <a:gd name="csY1015" fmla="*/ 342870 h 342900"/>
                <a:gd name="csX1016" fmla="*/ 9649 w 704850"/>
                <a:gd name="csY1016" fmla="*/ 342870 h 342900"/>
                <a:gd name="csX1017" fmla="*/ 8249 w 704850"/>
                <a:gd name="csY1017" fmla="*/ 342870 h 342900"/>
                <a:gd name="csX1018" fmla="*/ 6849 w 704850"/>
                <a:gd name="csY1018" fmla="*/ 342870 h 342900"/>
                <a:gd name="csX1019" fmla="*/ 5515 w 704850"/>
                <a:gd name="csY1019" fmla="*/ 342870 h 342900"/>
                <a:gd name="csX1020" fmla="*/ 4115 w 704850"/>
                <a:gd name="csY1020" fmla="*/ 342870 h 342900"/>
                <a:gd name="csX1021" fmla="*/ 2715 w 704850"/>
                <a:gd name="csY1021" fmla="*/ 342870 h 342900"/>
                <a:gd name="csX1022" fmla="*/ 1315 w 704850"/>
                <a:gd name="csY1022" fmla="*/ 342870 h 342900"/>
                <a:gd name="csX1023" fmla="*/ -19 w 704850"/>
                <a:gd name="csY1023"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42900">
                  <a:moveTo>
                    <a:pt x="-19" y="340593"/>
                  </a:moveTo>
                  <a:lnTo>
                    <a:pt x="1315" y="340336"/>
                  </a:lnTo>
                  <a:lnTo>
                    <a:pt x="2715" y="340022"/>
                  </a:lnTo>
                  <a:lnTo>
                    <a:pt x="4115" y="339765"/>
                  </a:lnTo>
                  <a:lnTo>
                    <a:pt x="5515" y="339393"/>
                  </a:lnTo>
                  <a:lnTo>
                    <a:pt x="6849" y="339012"/>
                  </a:lnTo>
                  <a:lnTo>
                    <a:pt x="8249" y="338631"/>
                  </a:lnTo>
                  <a:lnTo>
                    <a:pt x="9649" y="338184"/>
                  </a:lnTo>
                  <a:lnTo>
                    <a:pt x="10982" y="337679"/>
                  </a:lnTo>
                  <a:lnTo>
                    <a:pt x="12383" y="337174"/>
                  </a:lnTo>
                  <a:lnTo>
                    <a:pt x="13783" y="336603"/>
                  </a:lnTo>
                  <a:lnTo>
                    <a:pt x="15116" y="336040"/>
                  </a:lnTo>
                  <a:lnTo>
                    <a:pt x="16516" y="335345"/>
                  </a:lnTo>
                  <a:lnTo>
                    <a:pt x="17917" y="334583"/>
                  </a:lnTo>
                  <a:lnTo>
                    <a:pt x="19250" y="333821"/>
                  </a:lnTo>
                  <a:lnTo>
                    <a:pt x="20650" y="332935"/>
                  </a:lnTo>
                  <a:lnTo>
                    <a:pt x="22050" y="332050"/>
                  </a:lnTo>
                  <a:lnTo>
                    <a:pt x="23450" y="331097"/>
                  </a:lnTo>
                  <a:lnTo>
                    <a:pt x="24784" y="330021"/>
                  </a:lnTo>
                  <a:lnTo>
                    <a:pt x="26184" y="328887"/>
                  </a:lnTo>
                  <a:lnTo>
                    <a:pt x="27585" y="327620"/>
                  </a:lnTo>
                  <a:lnTo>
                    <a:pt x="28918" y="326297"/>
                  </a:lnTo>
                  <a:lnTo>
                    <a:pt x="30318" y="324896"/>
                  </a:lnTo>
                  <a:lnTo>
                    <a:pt x="31718" y="323449"/>
                  </a:lnTo>
                  <a:lnTo>
                    <a:pt x="33052" y="321801"/>
                  </a:lnTo>
                  <a:lnTo>
                    <a:pt x="34443" y="320086"/>
                  </a:lnTo>
                  <a:lnTo>
                    <a:pt x="35843" y="318257"/>
                  </a:lnTo>
                  <a:lnTo>
                    <a:pt x="37186" y="316352"/>
                  </a:lnTo>
                  <a:lnTo>
                    <a:pt x="38576" y="314267"/>
                  </a:lnTo>
                  <a:lnTo>
                    <a:pt x="39977" y="312114"/>
                  </a:lnTo>
                  <a:lnTo>
                    <a:pt x="41377" y="309780"/>
                  </a:lnTo>
                  <a:lnTo>
                    <a:pt x="42710" y="307304"/>
                  </a:lnTo>
                  <a:lnTo>
                    <a:pt x="44110" y="304780"/>
                  </a:lnTo>
                  <a:lnTo>
                    <a:pt x="45510" y="302055"/>
                  </a:lnTo>
                  <a:lnTo>
                    <a:pt x="46844" y="299150"/>
                  </a:lnTo>
                  <a:lnTo>
                    <a:pt x="48244" y="296169"/>
                  </a:lnTo>
                  <a:lnTo>
                    <a:pt x="49644" y="293007"/>
                  </a:lnTo>
                  <a:lnTo>
                    <a:pt x="50978" y="289654"/>
                  </a:lnTo>
                  <a:lnTo>
                    <a:pt x="52378" y="286234"/>
                  </a:lnTo>
                  <a:lnTo>
                    <a:pt x="53778" y="282634"/>
                  </a:lnTo>
                  <a:lnTo>
                    <a:pt x="55112" y="278834"/>
                  </a:lnTo>
                  <a:lnTo>
                    <a:pt x="56512" y="274842"/>
                  </a:lnTo>
                  <a:lnTo>
                    <a:pt x="57912" y="270794"/>
                  </a:lnTo>
                  <a:lnTo>
                    <a:pt x="59312" y="266499"/>
                  </a:lnTo>
                  <a:lnTo>
                    <a:pt x="60646" y="262069"/>
                  </a:lnTo>
                  <a:lnTo>
                    <a:pt x="62046" y="257507"/>
                  </a:lnTo>
                  <a:lnTo>
                    <a:pt x="63446" y="252764"/>
                  </a:lnTo>
                  <a:lnTo>
                    <a:pt x="64780" y="247830"/>
                  </a:lnTo>
                  <a:lnTo>
                    <a:pt x="66180" y="242762"/>
                  </a:lnTo>
                  <a:lnTo>
                    <a:pt x="67580" y="237638"/>
                  </a:lnTo>
                  <a:lnTo>
                    <a:pt x="68913" y="232266"/>
                  </a:lnTo>
                  <a:lnTo>
                    <a:pt x="70314" y="226760"/>
                  </a:lnTo>
                  <a:lnTo>
                    <a:pt x="71714" y="221188"/>
                  </a:lnTo>
                  <a:lnTo>
                    <a:pt x="73047" y="215368"/>
                  </a:lnTo>
                  <a:lnTo>
                    <a:pt x="74447" y="209482"/>
                  </a:lnTo>
                  <a:lnTo>
                    <a:pt x="75848" y="203529"/>
                  </a:lnTo>
                  <a:lnTo>
                    <a:pt x="77248" y="197395"/>
                  </a:lnTo>
                  <a:lnTo>
                    <a:pt x="78581" y="191194"/>
                  </a:lnTo>
                  <a:lnTo>
                    <a:pt x="79981" y="184926"/>
                  </a:lnTo>
                  <a:lnTo>
                    <a:pt x="81382" y="178535"/>
                  </a:lnTo>
                  <a:lnTo>
                    <a:pt x="82715" y="172144"/>
                  </a:lnTo>
                  <a:lnTo>
                    <a:pt x="84115" y="165629"/>
                  </a:lnTo>
                  <a:lnTo>
                    <a:pt x="85516" y="159114"/>
                  </a:lnTo>
                  <a:lnTo>
                    <a:pt x="86849" y="152532"/>
                  </a:lnTo>
                  <a:lnTo>
                    <a:pt x="88249" y="145883"/>
                  </a:lnTo>
                  <a:lnTo>
                    <a:pt x="89649" y="139311"/>
                  </a:lnTo>
                  <a:lnTo>
                    <a:pt x="90983" y="132663"/>
                  </a:lnTo>
                  <a:lnTo>
                    <a:pt x="92383" y="126081"/>
                  </a:lnTo>
                  <a:lnTo>
                    <a:pt x="93783" y="119566"/>
                  </a:lnTo>
                  <a:lnTo>
                    <a:pt x="95174" y="113051"/>
                  </a:lnTo>
                  <a:lnTo>
                    <a:pt x="96517" y="106593"/>
                  </a:lnTo>
                  <a:lnTo>
                    <a:pt x="97917" y="100202"/>
                  </a:lnTo>
                  <a:lnTo>
                    <a:pt x="99308" y="93877"/>
                  </a:lnTo>
                  <a:lnTo>
                    <a:pt x="100651" y="87733"/>
                  </a:lnTo>
                  <a:lnTo>
                    <a:pt x="102041" y="81656"/>
                  </a:lnTo>
                  <a:lnTo>
                    <a:pt x="103442" y="75713"/>
                  </a:lnTo>
                  <a:lnTo>
                    <a:pt x="104784" y="69960"/>
                  </a:lnTo>
                  <a:lnTo>
                    <a:pt x="106175" y="64321"/>
                  </a:lnTo>
                  <a:lnTo>
                    <a:pt x="107575" y="58816"/>
                  </a:lnTo>
                  <a:lnTo>
                    <a:pt x="108909" y="53567"/>
                  </a:lnTo>
                  <a:lnTo>
                    <a:pt x="110309" y="48500"/>
                  </a:lnTo>
                  <a:lnTo>
                    <a:pt x="111709" y="43566"/>
                  </a:lnTo>
                  <a:lnTo>
                    <a:pt x="113043" y="38946"/>
                  </a:lnTo>
                  <a:lnTo>
                    <a:pt x="114443" y="34517"/>
                  </a:lnTo>
                  <a:lnTo>
                    <a:pt x="115843" y="30279"/>
                  </a:lnTo>
                  <a:lnTo>
                    <a:pt x="117243" y="26354"/>
                  </a:lnTo>
                  <a:lnTo>
                    <a:pt x="118577" y="22687"/>
                  </a:lnTo>
                  <a:lnTo>
                    <a:pt x="119977" y="19268"/>
                  </a:lnTo>
                  <a:lnTo>
                    <a:pt x="121377" y="16039"/>
                  </a:lnTo>
                  <a:lnTo>
                    <a:pt x="122711" y="13257"/>
                  </a:lnTo>
                  <a:lnTo>
                    <a:pt x="124111" y="10600"/>
                  </a:lnTo>
                  <a:lnTo>
                    <a:pt x="125511" y="8257"/>
                  </a:lnTo>
                  <a:lnTo>
                    <a:pt x="126844" y="6237"/>
                  </a:lnTo>
                  <a:lnTo>
                    <a:pt x="128245" y="4523"/>
                  </a:lnTo>
                  <a:lnTo>
                    <a:pt x="129645" y="3008"/>
                  </a:lnTo>
                  <a:lnTo>
                    <a:pt x="130978" y="1866"/>
                  </a:lnTo>
                  <a:lnTo>
                    <a:pt x="132378" y="980"/>
                  </a:lnTo>
                  <a:lnTo>
                    <a:pt x="133779" y="351"/>
                  </a:lnTo>
                  <a:lnTo>
                    <a:pt x="135179" y="37"/>
                  </a:lnTo>
                  <a:lnTo>
                    <a:pt x="136512" y="-30"/>
                  </a:lnTo>
                  <a:lnTo>
                    <a:pt x="137912" y="160"/>
                  </a:lnTo>
                  <a:lnTo>
                    <a:pt x="139313" y="665"/>
                  </a:lnTo>
                  <a:lnTo>
                    <a:pt x="140646" y="1427"/>
                  </a:lnTo>
                  <a:lnTo>
                    <a:pt x="142046" y="2437"/>
                  </a:lnTo>
                  <a:lnTo>
                    <a:pt x="143447" y="3637"/>
                  </a:lnTo>
                  <a:lnTo>
                    <a:pt x="144780" y="5161"/>
                  </a:lnTo>
                  <a:lnTo>
                    <a:pt x="146180" y="6866"/>
                  </a:lnTo>
                  <a:lnTo>
                    <a:pt x="147580" y="8704"/>
                  </a:lnTo>
                  <a:lnTo>
                    <a:pt x="148914" y="10914"/>
                  </a:lnTo>
                  <a:lnTo>
                    <a:pt x="150314" y="13257"/>
                  </a:lnTo>
                  <a:lnTo>
                    <a:pt x="151714" y="15724"/>
                  </a:lnTo>
                  <a:lnTo>
                    <a:pt x="153105" y="18449"/>
                  </a:lnTo>
                  <a:lnTo>
                    <a:pt x="154448" y="21354"/>
                  </a:lnTo>
                  <a:lnTo>
                    <a:pt x="155848" y="24335"/>
                  </a:lnTo>
                  <a:lnTo>
                    <a:pt x="157239" y="27497"/>
                  </a:lnTo>
                  <a:lnTo>
                    <a:pt x="158582" y="30783"/>
                  </a:lnTo>
                  <a:lnTo>
                    <a:pt x="159982" y="34203"/>
                  </a:lnTo>
                  <a:lnTo>
                    <a:pt x="161373" y="37746"/>
                  </a:lnTo>
                  <a:lnTo>
                    <a:pt x="162716" y="41356"/>
                  </a:lnTo>
                  <a:lnTo>
                    <a:pt x="164116" y="45090"/>
                  </a:lnTo>
                  <a:lnTo>
                    <a:pt x="165506" y="48824"/>
                  </a:lnTo>
                  <a:lnTo>
                    <a:pt x="166850" y="52681"/>
                  </a:lnTo>
                  <a:lnTo>
                    <a:pt x="168240" y="56606"/>
                  </a:lnTo>
                  <a:lnTo>
                    <a:pt x="169640" y="60530"/>
                  </a:lnTo>
                  <a:lnTo>
                    <a:pt x="171041" y="64511"/>
                  </a:lnTo>
                  <a:lnTo>
                    <a:pt x="172374" y="68502"/>
                  </a:lnTo>
                  <a:lnTo>
                    <a:pt x="173774" y="72484"/>
                  </a:lnTo>
                  <a:lnTo>
                    <a:pt x="175174" y="76532"/>
                  </a:lnTo>
                  <a:lnTo>
                    <a:pt x="176508" y="80523"/>
                  </a:lnTo>
                  <a:lnTo>
                    <a:pt x="177908" y="84514"/>
                  </a:lnTo>
                  <a:lnTo>
                    <a:pt x="179308" y="88495"/>
                  </a:lnTo>
                  <a:lnTo>
                    <a:pt x="180642" y="92477"/>
                  </a:lnTo>
                  <a:lnTo>
                    <a:pt x="182042" y="96401"/>
                  </a:lnTo>
                  <a:lnTo>
                    <a:pt x="183442" y="100268"/>
                  </a:lnTo>
                  <a:lnTo>
                    <a:pt x="184776" y="104126"/>
                  </a:lnTo>
                  <a:lnTo>
                    <a:pt x="186176" y="107860"/>
                  </a:lnTo>
                  <a:lnTo>
                    <a:pt x="187576" y="111593"/>
                  </a:lnTo>
                  <a:lnTo>
                    <a:pt x="188976" y="115261"/>
                  </a:lnTo>
                  <a:lnTo>
                    <a:pt x="190310" y="118871"/>
                  </a:lnTo>
                  <a:lnTo>
                    <a:pt x="191710" y="122414"/>
                  </a:lnTo>
                  <a:lnTo>
                    <a:pt x="193110" y="125891"/>
                  </a:lnTo>
                  <a:lnTo>
                    <a:pt x="194443" y="129310"/>
                  </a:lnTo>
                  <a:lnTo>
                    <a:pt x="195843" y="132596"/>
                  </a:lnTo>
                  <a:lnTo>
                    <a:pt x="197244" y="135892"/>
                  </a:lnTo>
                  <a:lnTo>
                    <a:pt x="198577" y="139054"/>
                  </a:lnTo>
                  <a:lnTo>
                    <a:pt x="199978" y="142092"/>
                  </a:lnTo>
                  <a:lnTo>
                    <a:pt x="201378" y="145131"/>
                  </a:lnTo>
                  <a:lnTo>
                    <a:pt x="202711" y="148036"/>
                  </a:lnTo>
                  <a:lnTo>
                    <a:pt x="204111" y="150884"/>
                  </a:lnTo>
                  <a:lnTo>
                    <a:pt x="205511" y="153675"/>
                  </a:lnTo>
                  <a:lnTo>
                    <a:pt x="206912" y="156332"/>
                  </a:lnTo>
                  <a:lnTo>
                    <a:pt x="208245" y="158990"/>
                  </a:lnTo>
                  <a:lnTo>
                    <a:pt x="209645" y="161514"/>
                  </a:lnTo>
                  <a:lnTo>
                    <a:pt x="211045" y="163924"/>
                  </a:lnTo>
                  <a:lnTo>
                    <a:pt x="212379" y="166324"/>
                  </a:lnTo>
                  <a:lnTo>
                    <a:pt x="213779" y="168601"/>
                  </a:lnTo>
                  <a:lnTo>
                    <a:pt x="215179" y="170820"/>
                  </a:lnTo>
                  <a:lnTo>
                    <a:pt x="216513" y="172973"/>
                  </a:lnTo>
                  <a:lnTo>
                    <a:pt x="217913" y="175058"/>
                  </a:lnTo>
                  <a:lnTo>
                    <a:pt x="219304" y="177087"/>
                  </a:lnTo>
                  <a:lnTo>
                    <a:pt x="220647" y="179049"/>
                  </a:lnTo>
                  <a:lnTo>
                    <a:pt x="222047" y="180945"/>
                  </a:lnTo>
                  <a:lnTo>
                    <a:pt x="223437" y="182717"/>
                  </a:lnTo>
                  <a:lnTo>
                    <a:pt x="224838" y="184488"/>
                  </a:lnTo>
                  <a:lnTo>
                    <a:pt x="226181" y="186193"/>
                  </a:lnTo>
                  <a:lnTo>
                    <a:pt x="227571" y="187841"/>
                  </a:lnTo>
                  <a:lnTo>
                    <a:pt x="228971" y="189356"/>
                  </a:lnTo>
                  <a:lnTo>
                    <a:pt x="230315" y="190880"/>
                  </a:lnTo>
                  <a:lnTo>
                    <a:pt x="231705" y="192394"/>
                  </a:lnTo>
                  <a:lnTo>
                    <a:pt x="233105" y="193785"/>
                  </a:lnTo>
                  <a:lnTo>
                    <a:pt x="234439" y="195185"/>
                  </a:lnTo>
                  <a:lnTo>
                    <a:pt x="235839" y="196509"/>
                  </a:lnTo>
                  <a:lnTo>
                    <a:pt x="237239" y="197776"/>
                  </a:lnTo>
                  <a:lnTo>
                    <a:pt x="238573" y="199042"/>
                  </a:lnTo>
                  <a:lnTo>
                    <a:pt x="239973" y="200243"/>
                  </a:lnTo>
                  <a:lnTo>
                    <a:pt x="241373" y="201386"/>
                  </a:lnTo>
                  <a:lnTo>
                    <a:pt x="242773" y="202462"/>
                  </a:lnTo>
                  <a:lnTo>
                    <a:pt x="244107" y="203595"/>
                  </a:lnTo>
                  <a:lnTo>
                    <a:pt x="245507" y="204605"/>
                  </a:lnTo>
                  <a:lnTo>
                    <a:pt x="246907" y="205624"/>
                  </a:lnTo>
                  <a:lnTo>
                    <a:pt x="248241" y="206567"/>
                  </a:lnTo>
                  <a:lnTo>
                    <a:pt x="249641" y="207520"/>
                  </a:lnTo>
                  <a:lnTo>
                    <a:pt x="251041" y="208472"/>
                  </a:lnTo>
                  <a:lnTo>
                    <a:pt x="252374" y="209358"/>
                  </a:lnTo>
                  <a:lnTo>
                    <a:pt x="253775" y="210244"/>
                  </a:lnTo>
                  <a:lnTo>
                    <a:pt x="255175" y="211063"/>
                  </a:lnTo>
                  <a:lnTo>
                    <a:pt x="256508" y="211882"/>
                  </a:lnTo>
                  <a:lnTo>
                    <a:pt x="257909" y="212644"/>
                  </a:lnTo>
                  <a:lnTo>
                    <a:pt x="259309" y="213406"/>
                  </a:lnTo>
                  <a:lnTo>
                    <a:pt x="260709" y="214168"/>
                  </a:lnTo>
                  <a:lnTo>
                    <a:pt x="262042" y="214864"/>
                  </a:lnTo>
                  <a:lnTo>
                    <a:pt x="263443" y="215559"/>
                  </a:lnTo>
                  <a:lnTo>
                    <a:pt x="264843" y="216254"/>
                  </a:lnTo>
                  <a:lnTo>
                    <a:pt x="266176" y="216883"/>
                  </a:lnTo>
                  <a:lnTo>
                    <a:pt x="267576" y="217521"/>
                  </a:lnTo>
                  <a:lnTo>
                    <a:pt x="268977" y="218150"/>
                  </a:lnTo>
                  <a:lnTo>
                    <a:pt x="270310" y="218721"/>
                  </a:lnTo>
                  <a:lnTo>
                    <a:pt x="271710" y="219350"/>
                  </a:lnTo>
                  <a:lnTo>
                    <a:pt x="273110" y="219921"/>
                  </a:lnTo>
                  <a:lnTo>
                    <a:pt x="274444" y="220426"/>
                  </a:lnTo>
                  <a:lnTo>
                    <a:pt x="275844" y="220998"/>
                  </a:lnTo>
                  <a:lnTo>
                    <a:pt x="277244" y="221502"/>
                  </a:lnTo>
                  <a:lnTo>
                    <a:pt x="278635" y="222007"/>
                  </a:lnTo>
                  <a:lnTo>
                    <a:pt x="279978" y="222522"/>
                  </a:lnTo>
                  <a:lnTo>
                    <a:pt x="281378" y="223026"/>
                  </a:lnTo>
                  <a:lnTo>
                    <a:pt x="282769" y="223465"/>
                  </a:lnTo>
                  <a:lnTo>
                    <a:pt x="284112" y="223912"/>
                  </a:lnTo>
                  <a:lnTo>
                    <a:pt x="285512" y="224350"/>
                  </a:lnTo>
                  <a:lnTo>
                    <a:pt x="286902" y="224798"/>
                  </a:lnTo>
                  <a:lnTo>
                    <a:pt x="288246" y="225170"/>
                  </a:lnTo>
                  <a:lnTo>
                    <a:pt x="289636" y="225617"/>
                  </a:lnTo>
                  <a:lnTo>
                    <a:pt x="291037" y="225998"/>
                  </a:lnTo>
                  <a:lnTo>
                    <a:pt x="292379" y="226379"/>
                  </a:lnTo>
                  <a:lnTo>
                    <a:pt x="293770" y="226760"/>
                  </a:lnTo>
                  <a:lnTo>
                    <a:pt x="295170" y="227132"/>
                  </a:lnTo>
                  <a:lnTo>
                    <a:pt x="296570" y="227513"/>
                  </a:lnTo>
                  <a:lnTo>
                    <a:pt x="297904" y="227837"/>
                  </a:lnTo>
                  <a:lnTo>
                    <a:pt x="299304" y="228151"/>
                  </a:lnTo>
                  <a:lnTo>
                    <a:pt x="300704" y="228532"/>
                  </a:lnTo>
                  <a:lnTo>
                    <a:pt x="302038" y="228846"/>
                  </a:lnTo>
                  <a:lnTo>
                    <a:pt x="303438" y="229094"/>
                  </a:lnTo>
                  <a:lnTo>
                    <a:pt x="304838" y="229418"/>
                  </a:lnTo>
                  <a:lnTo>
                    <a:pt x="306172" y="229732"/>
                  </a:lnTo>
                  <a:lnTo>
                    <a:pt x="307572" y="229980"/>
                  </a:lnTo>
                  <a:lnTo>
                    <a:pt x="308972" y="230304"/>
                  </a:lnTo>
                  <a:lnTo>
                    <a:pt x="310305" y="230551"/>
                  </a:lnTo>
                  <a:lnTo>
                    <a:pt x="311706" y="230808"/>
                  </a:lnTo>
                  <a:lnTo>
                    <a:pt x="313106" y="231056"/>
                  </a:lnTo>
                  <a:lnTo>
                    <a:pt x="314439" y="231313"/>
                  </a:lnTo>
                  <a:lnTo>
                    <a:pt x="315840" y="231570"/>
                  </a:lnTo>
                  <a:lnTo>
                    <a:pt x="317240" y="231818"/>
                  </a:lnTo>
                  <a:lnTo>
                    <a:pt x="318640" y="232075"/>
                  </a:lnTo>
                  <a:lnTo>
                    <a:pt x="319973" y="232266"/>
                  </a:lnTo>
                  <a:lnTo>
                    <a:pt x="321374" y="232513"/>
                  </a:lnTo>
                  <a:lnTo>
                    <a:pt x="322774" y="232771"/>
                  </a:lnTo>
                  <a:lnTo>
                    <a:pt x="324107" y="232961"/>
                  </a:lnTo>
                  <a:lnTo>
                    <a:pt x="325507" y="233151"/>
                  </a:lnTo>
                  <a:lnTo>
                    <a:pt x="326908" y="233399"/>
                  </a:lnTo>
                  <a:lnTo>
                    <a:pt x="328241" y="233590"/>
                  </a:lnTo>
                  <a:lnTo>
                    <a:pt x="329641" y="233780"/>
                  </a:lnTo>
                  <a:lnTo>
                    <a:pt x="331041" y="233971"/>
                  </a:lnTo>
                  <a:lnTo>
                    <a:pt x="332375" y="234161"/>
                  </a:lnTo>
                  <a:lnTo>
                    <a:pt x="333775" y="234352"/>
                  </a:lnTo>
                  <a:lnTo>
                    <a:pt x="335175" y="234542"/>
                  </a:lnTo>
                  <a:lnTo>
                    <a:pt x="336576" y="234733"/>
                  </a:lnTo>
                  <a:lnTo>
                    <a:pt x="337909" y="234923"/>
                  </a:lnTo>
                  <a:lnTo>
                    <a:pt x="339309" y="235047"/>
                  </a:lnTo>
                  <a:lnTo>
                    <a:pt x="340709" y="235238"/>
                  </a:lnTo>
                  <a:lnTo>
                    <a:pt x="342043" y="235428"/>
                  </a:lnTo>
                  <a:lnTo>
                    <a:pt x="343443" y="235552"/>
                  </a:lnTo>
                  <a:lnTo>
                    <a:pt x="344843" y="235742"/>
                  </a:lnTo>
                  <a:lnTo>
                    <a:pt x="346177" y="235866"/>
                  </a:lnTo>
                  <a:lnTo>
                    <a:pt x="347577" y="236057"/>
                  </a:lnTo>
                  <a:lnTo>
                    <a:pt x="348968" y="236181"/>
                  </a:lnTo>
                  <a:lnTo>
                    <a:pt x="350311" y="236371"/>
                  </a:lnTo>
                  <a:lnTo>
                    <a:pt x="351711" y="236504"/>
                  </a:lnTo>
                  <a:lnTo>
                    <a:pt x="353101" y="236628"/>
                  </a:lnTo>
                  <a:lnTo>
                    <a:pt x="354502" y="236752"/>
                  </a:lnTo>
                  <a:lnTo>
                    <a:pt x="355844" y="236885"/>
                  </a:lnTo>
                  <a:lnTo>
                    <a:pt x="357235" y="237009"/>
                  </a:lnTo>
                  <a:lnTo>
                    <a:pt x="358635" y="237133"/>
                  </a:lnTo>
                  <a:lnTo>
                    <a:pt x="359969" y="237257"/>
                  </a:lnTo>
                  <a:lnTo>
                    <a:pt x="361369" y="237390"/>
                  </a:lnTo>
                  <a:lnTo>
                    <a:pt x="362769" y="237514"/>
                  </a:lnTo>
                  <a:lnTo>
                    <a:pt x="364103" y="237581"/>
                  </a:lnTo>
                  <a:lnTo>
                    <a:pt x="365503" y="237705"/>
                  </a:lnTo>
                  <a:lnTo>
                    <a:pt x="366903" y="237771"/>
                  </a:lnTo>
                  <a:lnTo>
                    <a:pt x="368236" y="237895"/>
                  </a:lnTo>
                  <a:lnTo>
                    <a:pt x="369637" y="237962"/>
                  </a:lnTo>
                  <a:lnTo>
                    <a:pt x="371037" y="238019"/>
                  </a:lnTo>
                  <a:lnTo>
                    <a:pt x="372437" y="238085"/>
                  </a:lnTo>
                  <a:lnTo>
                    <a:pt x="373771" y="238143"/>
                  </a:lnTo>
                  <a:lnTo>
                    <a:pt x="375171" y="238143"/>
                  </a:lnTo>
                  <a:lnTo>
                    <a:pt x="376571" y="238209"/>
                  </a:lnTo>
                  <a:lnTo>
                    <a:pt x="377904" y="238209"/>
                  </a:lnTo>
                  <a:lnTo>
                    <a:pt x="379305" y="238276"/>
                  </a:lnTo>
                  <a:lnTo>
                    <a:pt x="380705" y="238276"/>
                  </a:lnTo>
                  <a:lnTo>
                    <a:pt x="382038" y="238276"/>
                  </a:lnTo>
                  <a:lnTo>
                    <a:pt x="383438" y="238276"/>
                  </a:lnTo>
                  <a:lnTo>
                    <a:pt x="384839" y="238209"/>
                  </a:lnTo>
                  <a:lnTo>
                    <a:pt x="386172" y="238209"/>
                  </a:lnTo>
                  <a:lnTo>
                    <a:pt x="387572" y="238143"/>
                  </a:lnTo>
                  <a:lnTo>
                    <a:pt x="388972" y="238143"/>
                  </a:lnTo>
                  <a:lnTo>
                    <a:pt x="390373" y="238085"/>
                  </a:lnTo>
                  <a:lnTo>
                    <a:pt x="391706" y="237962"/>
                  </a:lnTo>
                  <a:lnTo>
                    <a:pt x="393106" y="237895"/>
                  </a:lnTo>
                  <a:lnTo>
                    <a:pt x="394507" y="237771"/>
                  </a:lnTo>
                  <a:lnTo>
                    <a:pt x="395840" y="237705"/>
                  </a:lnTo>
                  <a:lnTo>
                    <a:pt x="397240" y="237581"/>
                  </a:lnTo>
                  <a:lnTo>
                    <a:pt x="398640" y="237447"/>
                  </a:lnTo>
                  <a:lnTo>
                    <a:pt x="399974" y="237257"/>
                  </a:lnTo>
                  <a:lnTo>
                    <a:pt x="401374" y="237133"/>
                  </a:lnTo>
                  <a:lnTo>
                    <a:pt x="402774" y="236942"/>
                  </a:lnTo>
                  <a:lnTo>
                    <a:pt x="404108" y="236752"/>
                  </a:lnTo>
                  <a:lnTo>
                    <a:pt x="405508" y="236561"/>
                  </a:lnTo>
                  <a:lnTo>
                    <a:pt x="406908" y="236371"/>
                  </a:lnTo>
                  <a:lnTo>
                    <a:pt x="408299" y="236181"/>
                  </a:lnTo>
                  <a:lnTo>
                    <a:pt x="409642" y="235933"/>
                  </a:lnTo>
                  <a:lnTo>
                    <a:pt x="411042" y="235676"/>
                  </a:lnTo>
                  <a:lnTo>
                    <a:pt x="412433" y="235428"/>
                  </a:lnTo>
                  <a:lnTo>
                    <a:pt x="413776" y="235171"/>
                  </a:lnTo>
                  <a:lnTo>
                    <a:pt x="415176" y="234923"/>
                  </a:lnTo>
                  <a:lnTo>
                    <a:pt x="416566" y="234599"/>
                  </a:lnTo>
                  <a:lnTo>
                    <a:pt x="417910" y="234285"/>
                  </a:lnTo>
                  <a:lnTo>
                    <a:pt x="419300" y="234037"/>
                  </a:lnTo>
                  <a:lnTo>
                    <a:pt x="420700" y="233656"/>
                  </a:lnTo>
                  <a:lnTo>
                    <a:pt x="422034" y="233342"/>
                  </a:lnTo>
                  <a:lnTo>
                    <a:pt x="423434" y="233018"/>
                  </a:lnTo>
                  <a:lnTo>
                    <a:pt x="424834" y="232637"/>
                  </a:lnTo>
                  <a:lnTo>
                    <a:pt x="426234" y="232323"/>
                  </a:lnTo>
                  <a:lnTo>
                    <a:pt x="427568" y="231942"/>
                  </a:lnTo>
                  <a:lnTo>
                    <a:pt x="428968" y="231570"/>
                  </a:lnTo>
                  <a:lnTo>
                    <a:pt x="430368" y="231189"/>
                  </a:lnTo>
                  <a:lnTo>
                    <a:pt x="431702" y="230742"/>
                  </a:lnTo>
                  <a:lnTo>
                    <a:pt x="433102" y="230361"/>
                  </a:lnTo>
                  <a:lnTo>
                    <a:pt x="434502" y="229923"/>
                  </a:lnTo>
                  <a:lnTo>
                    <a:pt x="435836" y="229475"/>
                  </a:lnTo>
                  <a:lnTo>
                    <a:pt x="437236" y="229094"/>
                  </a:lnTo>
                  <a:lnTo>
                    <a:pt x="438636" y="228589"/>
                  </a:lnTo>
                  <a:lnTo>
                    <a:pt x="439969" y="228151"/>
                  </a:lnTo>
                  <a:lnTo>
                    <a:pt x="441369" y="227703"/>
                  </a:lnTo>
                  <a:lnTo>
                    <a:pt x="442770" y="227198"/>
                  </a:lnTo>
                  <a:lnTo>
                    <a:pt x="444170" y="226694"/>
                  </a:lnTo>
                  <a:lnTo>
                    <a:pt x="445503" y="226189"/>
                  </a:lnTo>
                  <a:lnTo>
                    <a:pt x="446903" y="225684"/>
                  </a:lnTo>
                  <a:lnTo>
                    <a:pt x="448304" y="225170"/>
                  </a:lnTo>
                  <a:lnTo>
                    <a:pt x="449637" y="224608"/>
                  </a:lnTo>
                  <a:lnTo>
                    <a:pt x="451037" y="224036"/>
                  </a:lnTo>
                  <a:lnTo>
                    <a:pt x="452438" y="223465"/>
                  </a:lnTo>
                  <a:lnTo>
                    <a:pt x="453771" y="222893"/>
                  </a:lnTo>
                  <a:lnTo>
                    <a:pt x="455171" y="222331"/>
                  </a:lnTo>
                  <a:lnTo>
                    <a:pt x="456571" y="221693"/>
                  </a:lnTo>
                  <a:lnTo>
                    <a:pt x="457905" y="221064"/>
                  </a:lnTo>
                  <a:lnTo>
                    <a:pt x="459305" y="220369"/>
                  </a:lnTo>
                  <a:lnTo>
                    <a:pt x="460705" y="219731"/>
                  </a:lnTo>
                  <a:lnTo>
                    <a:pt x="462105" y="219035"/>
                  </a:lnTo>
                  <a:lnTo>
                    <a:pt x="463439" y="218274"/>
                  </a:lnTo>
                  <a:lnTo>
                    <a:pt x="464839" y="217521"/>
                  </a:lnTo>
                  <a:lnTo>
                    <a:pt x="466239" y="216759"/>
                  </a:lnTo>
                  <a:lnTo>
                    <a:pt x="467573" y="215997"/>
                  </a:lnTo>
                  <a:lnTo>
                    <a:pt x="468973" y="215111"/>
                  </a:lnTo>
                  <a:lnTo>
                    <a:pt x="470373" y="214292"/>
                  </a:lnTo>
                  <a:lnTo>
                    <a:pt x="471707" y="213406"/>
                  </a:lnTo>
                  <a:lnTo>
                    <a:pt x="473107" y="212454"/>
                  </a:lnTo>
                  <a:lnTo>
                    <a:pt x="474497" y="211511"/>
                  </a:lnTo>
                  <a:lnTo>
                    <a:pt x="475841" y="210558"/>
                  </a:lnTo>
                  <a:lnTo>
                    <a:pt x="477241" y="209482"/>
                  </a:lnTo>
                  <a:lnTo>
                    <a:pt x="478631" y="208406"/>
                  </a:lnTo>
                  <a:lnTo>
                    <a:pt x="480031" y="207329"/>
                  </a:lnTo>
                  <a:lnTo>
                    <a:pt x="481375" y="206196"/>
                  </a:lnTo>
                  <a:lnTo>
                    <a:pt x="482765" y="204986"/>
                  </a:lnTo>
                  <a:lnTo>
                    <a:pt x="484165" y="203719"/>
                  </a:lnTo>
                  <a:lnTo>
                    <a:pt x="485508" y="202462"/>
                  </a:lnTo>
                  <a:lnTo>
                    <a:pt x="486899" y="201062"/>
                  </a:lnTo>
                  <a:lnTo>
                    <a:pt x="488299" y="199671"/>
                  </a:lnTo>
                  <a:lnTo>
                    <a:pt x="489633" y="198214"/>
                  </a:lnTo>
                  <a:lnTo>
                    <a:pt x="491033" y="196699"/>
                  </a:lnTo>
                  <a:lnTo>
                    <a:pt x="492433" y="195118"/>
                  </a:lnTo>
                  <a:lnTo>
                    <a:pt x="493767" y="193537"/>
                  </a:lnTo>
                  <a:lnTo>
                    <a:pt x="495167" y="191832"/>
                  </a:lnTo>
                  <a:lnTo>
                    <a:pt x="496567" y="190060"/>
                  </a:lnTo>
                  <a:lnTo>
                    <a:pt x="497967" y="188289"/>
                  </a:lnTo>
                  <a:lnTo>
                    <a:pt x="499301" y="186384"/>
                  </a:lnTo>
                  <a:lnTo>
                    <a:pt x="500701" y="184422"/>
                  </a:lnTo>
                  <a:lnTo>
                    <a:pt x="502101" y="182459"/>
                  </a:lnTo>
                  <a:lnTo>
                    <a:pt x="503434" y="180374"/>
                  </a:lnTo>
                  <a:lnTo>
                    <a:pt x="504835" y="178221"/>
                  </a:lnTo>
                  <a:lnTo>
                    <a:pt x="506235" y="176011"/>
                  </a:lnTo>
                  <a:lnTo>
                    <a:pt x="507568" y="173792"/>
                  </a:lnTo>
                  <a:lnTo>
                    <a:pt x="508969" y="171448"/>
                  </a:lnTo>
                  <a:lnTo>
                    <a:pt x="510369" y="169048"/>
                  </a:lnTo>
                  <a:lnTo>
                    <a:pt x="511702" y="166581"/>
                  </a:lnTo>
                  <a:lnTo>
                    <a:pt x="513102" y="164048"/>
                  </a:lnTo>
                  <a:lnTo>
                    <a:pt x="514503" y="161457"/>
                  </a:lnTo>
                  <a:lnTo>
                    <a:pt x="515836" y="158799"/>
                  </a:lnTo>
                  <a:lnTo>
                    <a:pt x="517236" y="156075"/>
                  </a:lnTo>
                  <a:lnTo>
                    <a:pt x="518636" y="153351"/>
                  </a:lnTo>
                  <a:lnTo>
                    <a:pt x="520036" y="150503"/>
                  </a:lnTo>
                  <a:lnTo>
                    <a:pt x="521370" y="147655"/>
                  </a:lnTo>
                  <a:lnTo>
                    <a:pt x="522770" y="144750"/>
                  </a:lnTo>
                  <a:lnTo>
                    <a:pt x="524170" y="141835"/>
                  </a:lnTo>
                  <a:lnTo>
                    <a:pt x="525504" y="138864"/>
                  </a:lnTo>
                  <a:lnTo>
                    <a:pt x="526904" y="135825"/>
                  </a:lnTo>
                  <a:lnTo>
                    <a:pt x="528304" y="132787"/>
                  </a:lnTo>
                  <a:lnTo>
                    <a:pt x="529638" y="129748"/>
                  </a:lnTo>
                  <a:lnTo>
                    <a:pt x="531038" y="126652"/>
                  </a:lnTo>
                  <a:lnTo>
                    <a:pt x="532438" y="123614"/>
                  </a:lnTo>
                  <a:lnTo>
                    <a:pt x="533771" y="120518"/>
                  </a:lnTo>
                  <a:lnTo>
                    <a:pt x="535172" y="117480"/>
                  </a:lnTo>
                  <a:lnTo>
                    <a:pt x="536572" y="114442"/>
                  </a:lnTo>
                  <a:lnTo>
                    <a:pt x="537962" y="111403"/>
                  </a:lnTo>
                  <a:lnTo>
                    <a:pt x="539306" y="108365"/>
                  </a:lnTo>
                  <a:lnTo>
                    <a:pt x="540696" y="105450"/>
                  </a:lnTo>
                  <a:lnTo>
                    <a:pt x="542096" y="102545"/>
                  </a:lnTo>
                  <a:lnTo>
                    <a:pt x="543439" y="99630"/>
                  </a:lnTo>
                  <a:lnTo>
                    <a:pt x="544830" y="96916"/>
                  </a:lnTo>
                  <a:lnTo>
                    <a:pt x="546230" y="94191"/>
                  </a:lnTo>
                  <a:lnTo>
                    <a:pt x="547573" y="91534"/>
                  </a:lnTo>
                  <a:lnTo>
                    <a:pt x="548964" y="89000"/>
                  </a:lnTo>
                  <a:lnTo>
                    <a:pt x="550364" y="86600"/>
                  </a:lnTo>
                  <a:lnTo>
                    <a:pt x="551707" y="84257"/>
                  </a:lnTo>
                  <a:lnTo>
                    <a:pt x="553098" y="82037"/>
                  </a:lnTo>
                  <a:lnTo>
                    <a:pt x="554498" y="80018"/>
                  </a:lnTo>
                  <a:lnTo>
                    <a:pt x="555898" y="78113"/>
                  </a:lnTo>
                  <a:lnTo>
                    <a:pt x="557232" y="76284"/>
                  </a:lnTo>
                  <a:lnTo>
                    <a:pt x="558632" y="74703"/>
                  </a:lnTo>
                  <a:lnTo>
                    <a:pt x="560032" y="73313"/>
                  </a:lnTo>
                  <a:lnTo>
                    <a:pt x="561365" y="71979"/>
                  </a:lnTo>
                  <a:lnTo>
                    <a:pt x="562766" y="70903"/>
                  </a:lnTo>
                  <a:lnTo>
                    <a:pt x="564166" y="70017"/>
                  </a:lnTo>
                  <a:lnTo>
                    <a:pt x="565499" y="69322"/>
                  </a:lnTo>
                  <a:lnTo>
                    <a:pt x="566900" y="68817"/>
                  </a:lnTo>
                  <a:lnTo>
                    <a:pt x="568300" y="68559"/>
                  </a:lnTo>
                  <a:lnTo>
                    <a:pt x="569633" y="68436"/>
                  </a:lnTo>
                  <a:lnTo>
                    <a:pt x="571033" y="68559"/>
                  </a:lnTo>
                  <a:lnTo>
                    <a:pt x="572434" y="68941"/>
                  </a:lnTo>
                  <a:lnTo>
                    <a:pt x="573834" y="69512"/>
                  </a:lnTo>
                  <a:lnTo>
                    <a:pt x="575167" y="70331"/>
                  </a:lnTo>
                  <a:lnTo>
                    <a:pt x="576567" y="71408"/>
                  </a:lnTo>
                  <a:lnTo>
                    <a:pt x="577968" y="72674"/>
                  </a:lnTo>
                  <a:lnTo>
                    <a:pt x="579301" y="74132"/>
                  </a:lnTo>
                  <a:lnTo>
                    <a:pt x="580701" y="75903"/>
                  </a:lnTo>
                  <a:lnTo>
                    <a:pt x="582101" y="77866"/>
                  </a:lnTo>
                  <a:lnTo>
                    <a:pt x="583435" y="79951"/>
                  </a:lnTo>
                  <a:lnTo>
                    <a:pt x="584835" y="82418"/>
                  </a:lnTo>
                  <a:lnTo>
                    <a:pt x="586235" y="85019"/>
                  </a:lnTo>
                  <a:lnTo>
                    <a:pt x="587569" y="87867"/>
                  </a:lnTo>
                  <a:lnTo>
                    <a:pt x="588969" y="90896"/>
                  </a:lnTo>
                  <a:lnTo>
                    <a:pt x="590369" y="94125"/>
                  </a:lnTo>
                  <a:lnTo>
                    <a:pt x="591769" y="97544"/>
                  </a:lnTo>
                  <a:lnTo>
                    <a:pt x="593103" y="101154"/>
                  </a:lnTo>
                  <a:lnTo>
                    <a:pt x="594503" y="105012"/>
                  </a:lnTo>
                  <a:lnTo>
                    <a:pt x="595903" y="108993"/>
                  </a:lnTo>
                  <a:lnTo>
                    <a:pt x="597237" y="113108"/>
                  </a:lnTo>
                  <a:lnTo>
                    <a:pt x="598637" y="117413"/>
                  </a:lnTo>
                  <a:lnTo>
                    <a:pt x="600028" y="121843"/>
                  </a:lnTo>
                  <a:lnTo>
                    <a:pt x="601370" y="126395"/>
                  </a:lnTo>
                  <a:lnTo>
                    <a:pt x="602771" y="131082"/>
                  </a:lnTo>
                  <a:lnTo>
                    <a:pt x="604161" y="135892"/>
                  </a:lnTo>
                  <a:lnTo>
                    <a:pt x="605504" y="140826"/>
                  </a:lnTo>
                  <a:lnTo>
                    <a:pt x="606895" y="145826"/>
                  </a:lnTo>
                  <a:lnTo>
                    <a:pt x="608295" y="150884"/>
                  </a:lnTo>
                  <a:lnTo>
                    <a:pt x="609695" y="156008"/>
                  </a:lnTo>
                  <a:lnTo>
                    <a:pt x="611029" y="161200"/>
                  </a:lnTo>
                  <a:lnTo>
                    <a:pt x="612429" y="166458"/>
                  </a:lnTo>
                  <a:lnTo>
                    <a:pt x="613829" y="171706"/>
                  </a:lnTo>
                  <a:lnTo>
                    <a:pt x="615163" y="177021"/>
                  </a:lnTo>
                  <a:lnTo>
                    <a:pt x="616563" y="182336"/>
                  </a:lnTo>
                  <a:lnTo>
                    <a:pt x="617963" y="187584"/>
                  </a:lnTo>
                  <a:lnTo>
                    <a:pt x="619296" y="192899"/>
                  </a:lnTo>
                  <a:lnTo>
                    <a:pt x="620697" y="198157"/>
                  </a:lnTo>
                  <a:lnTo>
                    <a:pt x="622097" y="203405"/>
                  </a:lnTo>
                  <a:lnTo>
                    <a:pt x="623430" y="208596"/>
                  </a:lnTo>
                  <a:lnTo>
                    <a:pt x="624831" y="213721"/>
                  </a:lnTo>
                  <a:lnTo>
                    <a:pt x="626231" y="218788"/>
                  </a:lnTo>
                  <a:lnTo>
                    <a:pt x="627631" y="223846"/>
                  </a:lnTo>
                  <a:lnTo>
                    <a:pt x="628964" y="228780"/>
                  </a:lnTo>
                  <a:lnTo>
                    <a:pt x="630365" y="233590"/>
                  </a:lnTo>
                  <a:lnTo>
                    <a:pt x="631765" y="238333"/>
                  </a:lnTo>
                  <a:lnTo>
                    <a:pt x="633098" y="243019"/>
                  </a:lnTo>
                  <a:lnTo>
                    <a:pt x="634498" y="247572"/>
                  </a:lnTo>
                  <a:lnTo>
                    <a:pt x="635899" y="252068"/>
                  </a:lnTo>
                  <a:lnTo>
                    <a:pt x="637232" y="256431"/>
                  </a:lnTo>
                  <a:lnTo>
                    <a:pt x="638632" y="260612"/>
                  </a:lnTo>
                  <a:lnTo>
                    <a:pt x="640032" y="264727"/>
                  </a:lnTo>
                  <a:lnTo>
                    <a:pt x="641366" y="268775"/>
                  </a:lnTo>
                  <a:lnTo>
                    <a:pt x="642766" y="272633"/>
                  </a:lnTo>
                  <a:lnTo>
                    <a:pt x="644166" y="276367"/>
                  </a:lnTo>
                  <a:lnTo>
                    <a:pt x="645567" y="279976"/>
                  </a:lnTo>
                  <a:lnTo>
                    <a:pt x="646900" y="283453"/>
                  </a:lnTo>
                  <a:lnTo>
                    <a:pt x="648300" y="286806"/>
                  </a:lnTo>
                  <a:lnTo>
                    <a:pt x="649700" y="290035"/>
                  </a:lnTo>
                  <a:lnTo>
                    <a:pt x="651034" y="293131"/>
                  </a:lnTo>
                  <a:lnTo>
                    <a:pt x="652434" y="296112"/>
                  </a:lnTo>
                  <a:lnTo>
                    <a:pt x="653834" y="298960"/>
                  </a:lnTo>
                  <a:lnTo>
                    <a:pt x="655168" y="301674"/>
                  </a:lnTo>
                  <a:lnTo>
                    <a:pt x="656568" y="304275"/>
                  </a:lnTo>
                  <a:lnTo>
                    <a:pt x="657968" y="306742"/>
                  </a:lnTo>
                  <a:lnTo>
                    <a:pt x="659302" y="309085"/>
                  </a:lnTo>
                  <a:lnTo>
                    <a:pt x="660702" y="311295"/>
                  </a:lnTo>
                  <a:lnTo>
                    <a:pt x="662102" y="313447"/>
                  </a:lnTo>
                  <a:lnTo>
                    <a:pt x="663493" y="315476"/>
                  </a:lnTo>
                  <a:lnTo>
                    <a:pt x="664836" y="317372"/>
                  </a:lnTo>
                  <a:lnTo>
                    <a:pt x="666236" y="319143"/>
                  </a:lnTo>
                  <a:lnTo>
                    <a:pt x="667626" y="320848"/>
                  </a:lnTo>
                  <a:lnTo>
                    <a:pt x="668969" y="322429"/>
                  </a:lnTo>
                  <a:lnTo>
                    <a:pt x="670369" y="323953"/>
                  </a:lnTo>
                  <a:lnTo>
                    <a:pt x="671760" y="325344"/>
                  </a:lnTo>
                  <a:lnTo>
                    <a:pt x="673094" y="326735"/>
                  </a:lnTo>
                  <a:lnTo>
                    <a:pt x="674494" y="327935"/>
                  </a:lnTo>
                  <a:lnTo>
                    <a:pt x="675894" y="329078"/>
                  </a:lnTo>
                  <a:lnTo>
                    <a:pt x="677227" y="330211"/>
                  </a:lnTo>
                  <a:lnTo>
                    <a:pt x="678628" y="331231"/>
                  </a:lnTo>
                  <a:lnTo>
                    <a:pt x="680028" y="332174"/>
                  </a:lnTo>
                  <a:lnTo>
                    <a:pt x="681428" y="333059"/>
                  </a:lnTo>
                  <a:lnTo>
                    <a:pt x="682762" y="333888"/>
                  </a:lnTo>
                  <a:lnTo>
                    <a:pt x="684162" y="334640"/>
                  </a:lnTo>
                  <a:lnTo>
                    <a:pt x="685562" y="335345"/>
                  </a:lnTo>
                  <a:lnTo>
                    <a:pt x="686895" y="335974"/>
                  </a:lnTo>
                  <a:lnTo>
                    <a:pt x="688295" y="336603"/>
                  </a:lnTo>
                  <a:lnTo>
                    <a:pt x="689696" y="337117"/>
                  </a:lnTo>
                  <a:lnTo>
                    <a:pt x="691030" y="337679"/>
                  </a:lnTo>
                  <a:lnTo>
                    <a:pt x="692429" y="338127"/>
                  </a:lnTo>
                  <a:lnTo>
                    <a:pt x="693829" y="338565"/>
                  </a:lnTo>
                  <a:lnTo>
                    <a:pt x="695163" y="338946"/>
                  </a:lnTo>
                  <a:lnTo>
                    <a:pt x="696564" y="339327"/>
                  </a:lnTo>
                  <a:lnTo>
                    <a:pt x="697963" y="339641"/>
                  </a:lnTo>
                  <a:lnTo>
                    <a:pt x="699364" y="339955"/>
                  </a:lnTo>
                  <a:lnTo>
                    <a:pt x="700697" y="340279"/>
                  </a:lnTo>
                  <a:lnTo>
                    <a:pt x="702097" y="340527"/>
                  </a:lnTo>
                  <a:lnTo>
                    <a:pt x="703497" y="340717"/>
                  </a:lnTo>
                  <a:lnTo>
                    <a:pt x="704831" y="340974"/>
                  </a:lnTo>
                  <a:lnTo>
                    <a:pt x="704831" y="342870"/>
                  </a:lnTo>
                  <a:lnTo>
                    <a:pt x="703497" y="342870"/>
                  </a:lnTo>
                  <a:lnTo>
                    <a:pt x="702097" y="342870"/>
                  </a:lnTo>
                  <a:lnTo>
                    <a:pt x="700697" y="342870"/>
                  </a:lnTo>
                  <a:lnTo>
                    <a:pt x="699364" y="342870"/>
                  </a:lnTo>
                  <a:lnTo>
                    <a:pt x="697963" y="342870"/>
                  </a:lnTo>
                  <a:lnTo>
                    <a:pt x="696564" y="342870"/>
                  </a:lnTo>
                  <a:lnTo>
                    <a:pt x="695163" y="342870"/>
                  </a:lnTo>
                  <a:lnTo>
                    <a:pt x="693829" y="342870"/>
                  </a:lnTo>
                  <a:lnTo>
                    <a:pt x="692429" y="342870"/>
                  </a:lnTo>
                  <a:lnTo>
                    <a:pt x="691030" y="342870"/>
                  </a:lnTo>
                  <a:lnTo>
                    <a:pt x="689696" y="342870"/>
                  </a:lnTo>
                  <a:lnTo>
                    <a:pt x="688295" y="342870"/>
                  </a:lnTo>
                  <a:lnTo>
                    <a:pt x="686895" y="342870"/>
                  </a:lnTo>
                  <a:lnTo>
                    <a:pt x="685562" y="342870"/>
                  </a:lnTo>
                  <a:lnTo>
                    <a:pt x="684162" y="342870"/>
                  </a:lnTo>
                  <a:lnTo>
                    <a:pt x="682762" y="342870"/>
                  </a:lnTo>
                  <a:lnTo>
                    <a:pt x="681428" y="342870"/>
                  </a:lnTo>
                  <a:lnTo>
                    <a:pt x="680028" y="342870"/>
                  </a:lnTo>
                  <a:lnTo>
                    <a:pt x="678628" y="342870"/>
                  </a:lnTo>
                  <a:lnTo>
                    <a:pt x="677227" y="342870"/>
                  </a:lnTo>
                  <a:lnTo>
                    <a:pt x="675894" y="342870"/>
                  </a:lnTo>
                  <a:lnTo>
                    <a:pt x="674494" y="342870"/>
                  </a:lnTo>
                  <a:lnTo>
                    <a:pt x="673094" y="342870"/>
                  </a:lnTo>
                  <a:lnTo>
                    <a:pt x="671760" y="342870"/>
                  </a:lnTo>
                  <a:lnTo>
                    <a:pt x="670369" y="342870"/>
                  </a:lnTo>
                  <a:lnTo>
                    <a:pt x="668969" y="342870"/>
                  </a:lnTo>
                  <a:lnTo>
                    <a:pt x="667626" y="342870"/>
                  </a:lnTo>
                  <a:lnTo>
                    <a:pt x="666236" y="342870"/>
                  </a:lnTo>
                  <a:lnTo>
                    <a:pt x="664836" y="342870"/>
                  </a:lnTo>
                  <a:lnTo>
                    <a:pt x="663493" y="342870"/>
                  </a:lnTo>
                  <a:lnTo>
                    <a:pt x="662102" y="342870"/>
                  </a:lnTo>
                  <a:lnTo>
                    <a:pt x="660702" y="342870"/>
                  </a:lnTo>
                  <a:lnTo>
                    <a:pt x="659302" y="342870"/>
                  </a:lnTo>
                  <a:lnTo>
                    <a:pt x="657968" y="342870"/>
                  </a:lnTo>
                  <a:lnTo>
                    <a:pt x="656568" y="342870"/>
                  </a:lnTo>
                  <a:lnTo>
                    <a:pt x="655168" y="342870"/>
                  </a:lnTo>
                  <a:lnTo>
                    <a:pt x="653834" y="342870"/>
                  </a:lnTo>
                  <a:lnTo>
                    <a:pt x="652434" y="342870"/>
                  </a:lnTo>
                  <a:lnTo>
                    <a:pt x="651034" y="342870"/>
                  </a:lnTo>
                  <a:lnTo>
                    <a:pt x="649700" y="342870"/>
                  </a:lnTo>
                  <a:lnTo>
                    <a:pt x="648300" y="342870"/>
                  </a:lnTo>
                  <a:lnTo>
                    <a:pt x="646900" y="342870"/>
                  </a:lnTo>
                  <a:lnTo>
                    <a:pt x="645567" y="342870"/>
                  </a:lnTo>
                  <a:lnTo>
                    <a:pt x="644166" y="342870"/>
                  </a:lnTo>
                  <a:lnTo>
                    <a:pt x="642766" y="342870"/>
                  </a:lnTo>
                  <a:lnTo>
                    <a:pt x="641366" y="342870"/>
                  </a:lnTo>
                  <a:lnTo>
                    <a:pt x="640032" y="342870"/>
                  </a:lnTo>
                  <a:lnTo>
                    <a:pt x="638632" y="342870"/>
                  </a:lnTo>
                  <a:lnTo>
                    <a:pt x="637232" y="342870"/>
                  </a:lnTo>
                  <a:lnTo>
                    <a:pt x="635899" y="342870"/>
                  </a:lnTo>
                  <a:lnTo>
                    <a:pt x="634498" y="342870"/>
                  </a:lnTo>
                  <a:lnTo>
                    <a:pt x="633098" y="342870"/>
                  </a:lnTo>
                  <a:lnTo>
                    <a:pt x="631765" y="342870"/>
                  </a:lnTo>
                  <a:lnTo>
                    <a:pt x="630365" y="342870"/>
                  </a:lnTo>
                  <a:lnTo>
                    <a:pt x="628964" y="342870"/>
                  </a:lnTo>
                  <a:lnTo>
                    <a:pt x="627631" y="342870"/>
                  </a:lnTo>
                  <a:lnTo>
                    <a:pt x="626231" y="342870"/>
                  </a:lnTo>
                  <a:lnTo>
                    <a:pt x="624831" y="342870"/>
                  </a:lnTo>
                  <a:lnTo>
                    <a:pt x="623430" y="342870"/>
                  </a:lnTo>
                  <a:lnTo>
                    <a:pt x="622097" y="342870"/>
                  </a:lnTo>
                  <a:lnTo>
                    <a:pt x="620697" y="342870"/>
                  </a:lnTo>
                  <a:lnTo>
                    <a:pt x="619296" y="342870"/>
                  </a:lnTo>
                  <a:lnTo>
                    <a:pt x="617963" y="342870"/>
                  </a:lnTo>
                  <a:lnTo>
                    <a:pt x="616563" y="342870"/>
                  </a:lnTo>
                  <a:lnTo>
                    <a:pt x="615163" y="342870"/>
                  </a:lnTo>
                  <a:lnTo>
                    <a:pt x="613829" y="342870"/>
                  </a:lnTo>
                  <a:lnTo>
                    <a:pt x="612429" y="342870"/>
                  </a:lnTo>
                  <a:lnTo>
                    <a:pt x="611029" y="342870"/>
                  </a:lnTo>
                  <a:lnTo>
                    <a:pt x="609695" y="342870"/>
                  </a:lnTo>
                  <a:lnTo>
                    <a:pt x="608295" y="342870"/>
                  </a:lnTo>
                  <a:lnTo>
                    <a:pt x="606895" y="342870"/>
                  </a:lnTo>
                  <a:lnTo>
                    <a:pt x="605504" y="342870"/>
                  </a:lnTo>
                  <a:lnTo>
                    <a:pt x="604161" y="342870"/>
                  </a:lnTo>
                  <a:lnTo>
                    <a:pt x="602771" y="342870"/>
                  </a:lnTo>
                  <a:lnTo>
                    <a:pt x="601370" y="342870"/>
                  </a:lnTo>
                  <a:lnTo>
                    <a:pt x="600028" y="342870"/>
                  </a:lnTo>
                  <a:lnTo>
                    <a:pt x="598637" y="342870"/>
                  </a:lnTo>
                  <a:lnTo>
                    <a:pt x="597237" y="342870"/>
                  </a:lnTo>
                  <a:lnTo>
                    <a:pt x="595903" y="342870"/>
                  </a:lnTo>
                  <a:lnTo>
                    <a:pt x="594503" y="342870"/>
                  </a:lnTo>
                  <a:lnTo>
                    <a:pt x="593103" y="342870"/>
                  </a:lnTo>
                  <a:lnTo>
                    <a:pt x="591769" y="342870"/>
                  </a:lnTo>
                  <a:lnTo>
                    <a:pt x="590369" y="342870"/>
                  </a:lnTo>
                  <a:lnTo>
                    <a:pt x="588969" y="342870"/>
                  </a:lnTo>
                  <a:lnTo>
                    <a:pt x="587569" y="342870"/>
                  </a:lnTo>
                  <a:lnTo>
                    <a:pt x="586235" y="342870"/>
                  </a:lnTo>
                  <a:lnTo>
                    <a:pt x="584835" y="342870"/>
                  </a:lnTo>
                  <a:lnTo>
                    <a:pt x="583435" y="342870"/>
                  </a:lnTo>
                  <a:lnTo>
                    <a:pt x="582101" y="342870"/>
                  </a:lnTo>
                  <a:lnTo>
                    <a:pt x="580701" y="342870"/>
                  </a:lnTo>
                  <a:lnTo>
                    <a:pt x="579301" y="342870"/>
                  </a:lnTo>
                  <a:lnTo>
                    <a:pt x="577968" y="342870"/>
                  </a:lnTo>
                  <a:lnTo>
                    <a:pt x="576567" y="342870"/>
                  </a:lnTo>
                  <a:lnTo>
                    <a:pt x="575167" y="342870"/>
                  </a:lnTo>
                  <a:lnTo>
                    <a:pt x="573834" y="342870"/>
                  </a:lnTo>
                  <a:lnTo>
                    <a:pt x="572434" y="342870"/>
                  </a:lnTo>
                  <a:lnTo>
                    <a:pt x="571033" y="342870"/>
                  </a:lnTo>
                  <a:lnTo>
                    <a:pt x="569633" y="342870"/>
                  </a:lnTo>
                  <a:lnTo>
                    <a:pt x="568300" y="342870"/>
                  </a:lnTo>
                  <a:lnTo>
                    <a:pt x="566900" y="342870"/>
                  </a:lnTo>
                  <a:lnTo>
                    <a:pt x="565499" y="342870"/>
                  </a:lnTo>
                  <a:lnTo>
                    <a:pt x="564166" y="342870"/>
                  </a:lnTo>
                  <a:lnTo>
                    <a:pt x="562766" y="342870"/>
                  </a:lnTo>
                  <a:lnTo>
                    <a:pt x="561365" y="342870"/>
                  </a:lnTo>
                  <a:lnTo>
                    <a:pt x="560032" y="342870"/>
                  </a:lnTo>
                  <a:lnTo>
                    <a:pt x="558632" y="342870"/>
                  </a:lnTo>
                  <a:lnTo>
                    <a:pt x="557232" y="342870"/>
                  </a:lnTo>
                  <a:lnTo>
                    <a:pt x="555898" y="342870"/>
                  </a:lnTo>
                  <a:lnTo>
                    <a:pt x="554498" y="342870"/>
                  </a:lnTo>
                  <a:lnTo>
                    <a:pt x="553098" y="342870"/>
                  </a:lnTo>
                  <a:lnTo>
                    <a:pt x="551707" y="342870"/>
                  </a:lnTo>
                  <a:lnTo>
                    <a:pt x="550364" y="342870"/>
                  </a:lnTo>
                  <a:lnTo>
                    <a:pt x="548964" y="342870"/>
                  </a:lnTo>
                  <a:lnTo>
                    <a:pt x="547573" y="342870"/>
                  </a:lnTo>
                  <a:lnTo>
                    <a:pt x="546230" y="342870"/>
                  </a:lnTo>
                  <a:lnTo>
                    <a:pt x="544830" y="342870"/>
                  </a:lnTo>
                  <a:lnTo>
                    <a:pt x="543439" y="342870"/>
                  </a:lnTo>
                  <a:lnTo>
                    <a:pt x="542096" y="342870"/>
                  </a:lnTo>
                  <a:lnTo>
                    <a:pt x="540696" y="342870"/>
                  </a:lnTo>
                  <a:lnTo>
                    <a:pt x="539306" y="342870"/>
                  </a:lnTo>
                  <a:lnTo>
                    <a:pt x="537962" y="342870"/>
                  </a:lnTo>
                  <a:lnTo>
                    <a:pt x="536572" y="342870"/>
                  </a:lnTo>
                  <a:lnTo>
                    <a:pt x="535172" y="342870"/>
                  </a:lnTo>
                  <a:lnTo>
                    <a:pt x="533771" y="342870"/>
                  </a:lnTo>
                  <a:lnTo>
                    <a:pt x="532438" y="342870"/>
                  </a:lnTo>
                  <a:lnTo>
                    <a:pt x="531038" y="342870"/>
                  </a:lnTo>
                  <a:lnTo>
                    <a:pt x="529638" y="342870"/>
                  </a:lnTo>
                  <a:lnTo>
                    <a:pt x="528304" y="342870"/>
                  </a:lnTo>
                  <a:lnTo>
                    <a:pt x="526904" y="342870"/>
                  </a:lnTo>
                  <a:lnTo>
                    <a:pt x="525504" y="342870"/>
                  </a:lnTo>
                  <a:lnTo>
                    <a:pt x="524170" y="342870"/>
                  </a:lnTo>
                  <a:lnTo>
                    <a:pt x="522770" y="342870"/>
                  </a:lnTo>
                  <a:lnTo>
                    <a:pt x="521370" y="342870"/>
                  </a:lnTo>
                  <a:lnTo>
                    <a:pt x="520036" y="342870"/>
                  </a:lnTo>
                  <a:lnTo>
                    <a:pt x="518636" y="342870"/>
                  </a:lnTo>
                  <a:lnTo>
                    <a:pt x="517236" y="342870"/>
                  </a:lnTo>
                  <a:lnTo>
                    <a:pt x="515836" y="342870"/>
                  </a:lnTo>
                  <a:lnTo>
                    <a:pt x="514503" y="342870"/>
                  </a:lnTo>
                  <a:lnTo>
                    <a:pt x="513102" y="342870"/>
                  </a:lnTo>
                  <a:lnTo>
                    <a:pt x="511702" y="342870"/>
                  </a:lnTo>
                  <a:lnTo>
                    <a:pt x="510369" y="342870"/>
                  </a:lnTo>
                  <a:lnTo>
                    <a:pt x="508969" y="342870"/>
                  </a:lnTo>
                  <a:lnTo>
                    <a:pt x="507568" y="342870"/>
                  </a:lnTo>
                  <a:lnTo>
                    <a:pt x="506235" y="342870"/>
                  </a:lnTo>
                  <a:lnTo>
                    <a:pt x="504835" y="342870"/>
                  </a:lnTo>
                  <a:lnTo>
                    <a:pt x="503434" y="342870"/>
                  </a:lnTo>
                  <a:lnTo>
                    <a:pt x="502101" y="342870"/>
                  </a:lnTo>
                  <a:lnTo>
                    <a:pt x="500701" y="342870"/>
                  </a:lnTo>
                  <a:lnTo>
                    <a:pt x="499301" y="342870"/>
                  </a:lnTo>
                  <a:lnTo>
                    <a:pt x="497967" y="342870"/>
                  </a:lnTo>
                  <a:lnTo>
                    <a:pt x="496567" y="342870"/>
                  </a:lnTo>
                  <a:lnTo>
                    <a:pt x="495167" y="342870"/>
                  </a:lnTo>
                  <a:lnTo>
                    <a:pt x="493767" y="342870"/>
                  </a:lnTo>
                  <a:lnTo>
                    <a:pt x="492433" y="342870"/>
                  </a:lnTo>
                  <a:lnTo>
                    <a:pt x="491033" y="342870"/>
                  </a:lnTo>
                  <a:lnTo>
                    <a:pt x="489633" y="342870"/>
                  </a:lnTo>
                  <a:lnTo>
                    <a:pt x="488299" y="342870"/>
                  </a:lnTo>
                  <a:lnTo>
                    <a:pt x="486899" y="342870"/>
                  </a:lnTo>
                  <a:lnTo>
                    <a:pt x="485508" y="342870"/>
                  </a:lnTo>
                  <a:lnTo>
                    <a:pt x="484165" y="342870"/>
                  </a:lnTo>
                  <a:lnTo>
                    <a:pt x="482765" y="342870"/>
                  </a:lnTo>
                  <a:lnTo>
                    <a:pt x="481375" y="342870"/>
                  </a:lnTo>
                  <a:lnTo>
                    <a:pt x="480031" y="342870"/>
                  </a:lnTo>
                  <a:lnTo>
                    <a:pt x="478631" y="342870"/>
                  </a:lnTo>
                  <a:lnTo>
                    <a:pt x="477241" y="342870"/>
                  </a:lnTo>
                  <a:lnTo>
                    <a:pt x="475841" y="342870"/>
                  </a:lnTo>
                  <a:lnTo>
                    <a:pt x="474497" y="342870"/>
                  </a:lnTo>
                  <a:lnTo>
                    <a:pt x="473107" y="342870"/>
                  </a:lnTo>
                  <a:lnTo>
                    <a:pt x="471707" y="342870"/>
                  </a:lnTo>
                  <a:lnTo>
                    <a:pt x="470373" y="342870"/>
                  </a:lnTo>
                  <a:lnTo>
                    <a:pt x="468973" y="342870"/>
                  </a:lnTo>
                  <a:lnTo>
                    <a:pt x="467573" y="342870"/>
                  </a:lnTo>
                  <a:lnTo>
                    <a:pt x="466239" y="342870"/>
                  </a:lnTo>
                  <a:lnTo>
                    <a:pt x="464839" y="342870"/>
                  </a:lnTo>
                  <a:lnTo>
                    <a:pt x="463439" y="342870"/>
                  </a:lnTo>
                  <a:lnTo>
                    <a:pt x="462105" y="342870"/>
                  </a:lnTo>
                  <a:lnTo>
                    <a:pt x="460705" y="342870"/>
                  </a:lnTo>
                  <a:lnTo>
                    <a:pt x="459305" y="342870"/>
                  </a:lnTo>
                  <a:lnTo>
                    <a:pt x="457905" y="342870"/>
                  </a:lnTo>
                  <a:lnTo>
                    <a:pt x="456571" y="342870"/>
                  </a:lnTo>
                  <a:lnTo>
                    <a:pt x="455171" y="342870"/>
                  </a:lnTo>
                  <a:lnTo>
                    <a:pt x="453771" y="342870"/>
                  </a:lnTo>
                  <a:lnTo>
                    <a:pt x="452438" y="342870"/>
                  </a:lnTo>
                  <a:lnTo>
                    <a:pt x="451037" y="342870"/>
                  </a:lnTo>
                  <a:lnTo>
                    <a:pt x="449637" y="342870"/>
                  </a:lnTo>
                  <a:lnTo>
                    <a:pt x="448304" y="342870"/>
                  </a:lnTo>
                  <a:lnTo>
                    <a:pt x="446903" y="342870"/>
                  </a:lnTo>
                  <a:lnTo>
                    <a:pt x="445503" y="342870"/>
                  </a:lnTo>
                  <a:lnTo>
                    <a:pt x="444170" y="342870"/>
                  </a:lnTo>
                  <a:lnTo>
                    <a:pt x="442770" y="342870"/>
                  </a:lnTo>
                  <a:lnTo>
                    <a:pt x="441369" y="342870"/>
                  </a:lnTo>
                  <a:lnTo>
                    <a:pt x="439969" y="342870"/>
                  </a:lnTo>
                  <a:lnTo>
                    <a:pt x="438636" y="342870"/>
                  </a:lnTo>
                  <a:lnTo>
                    <a:pt x="437236" y="342870"/>
                  </a:lnTo>
                  <a:lnTo>
                    <a:pt x="435836" y="342870"/>
                  </a:lnTo>
                  <a:lnTo>
                    <a:pt x="434502" y="342870"/>
                  </a:lnTo>
                  <a:lnTo>
                    <a:pt x="433102" y="342870"/>
                  </a:lnTo>
                  <a:lnTo>
                    <a:pt x="431702" y="342870"/>
                  </a:lnTo>
                  <a:lnTo>
                    <a:pt x="430368" y="342870"/>
                  </a:lnTo>
                  <a:lnTo>
                    <a:pt x="428968" y="342870"/>
                  </a:lnTo>
                  <a:lnTo>
                    <a:pt x="427568" y="342870"/>
                  </a:lnTo>
                  <a:lnTo>
                    <a:pt x="426234" y="342870"/>
                  </a:lnTo>
                  <a:lnTo>
                    <a:pt x="424834" y="342870"/>
                  </a:lnTo>
                  <a:lnTo>
                    <a:pt x="423434" y="342870"/>
                  </a:lnTo>
                  <a:lnTo>
                    <a:pt x="422034" y="342870"/>
                  </a:lnTo>
                  <a:lnTo>
                    <a:pt x="420700" y="342870"/>
                  </a:lnTo>
                  <a:lnTo>
                    <a:pt x="419300" y="342870"/>
                  </a:lnTo>
                  <a:lnTo>
                    <a:pt x="417910" y="342870"/>
                  </a:lnTo>
                  <a:lnTo>
                    <a:pt x="416566" y="342870"/>
                  </a:lnTo>
                  <a:lnTo>
                    <a:pt x="415176" y="342870"/>
                  </a:lnTo>
                  <a:lnTo>
                    <a:pt x="413776" y="342870"/>
                  </a:lnTo>
                  <a:lnTo>
                    <a:pt x="412433" y="342870"/>
                  </a:lnTo>
                  <a:lnTo>
                    <a:pt x="411042" y="342870"/>
                  </a:lnTo>
                  <a:lnTo>
                    <a:pt x="409642" y="342870"/>
                  </a:lnTo>
                  <a:lnTo>
                    <a:pt x="408299" y="342870"/>
                  </a:lnTo>
                  <a:lnTo>
                    <a:pt x="406908" y="342870"/>
                  </a:lnTo>
                  <a:lnTo>
                    <a:pt x="405508" y="342870"/>
                  </a:lnTo>
                  <a:lnTo>
                    <a:pt x="404108" y="342870"/>
                  </a:lnTo>
                  <a:lnTo>
                    <a:pt x="402774" y="342870"/>
                  </a:lnTo>
                  <a:lnTo>
                    <a:pt x="401374" y="342870"/>
                  </a:lnTo>
                  <a:lnTo>
                    <a:pt x="399974" y="342870"/>
                  </a:lnTo>
                  <a:lnTo>
                    <a:pt x="398640" y="342870"/>
                  </a:lnTo>
                  <a:lnTo>
                    <a:pt x="397240" y="342870"/>
                  </a:lnTo>
                  <a:lnTo>
                    <a:pt x="395840" y="342870"/>
                  </a:lnTo>
                  <a:lnTo>
                    <a:pt x="394507" y="342870"/>
                  </a:lnTo>
                  <a:lnTo>
                    <a:pt x="393106" y="342870"/>
                  </a:lnTo>
                  <a:lnTo>
                    <a:pt x="391706" y="342870"/>
                  </a:lnTo>
                  <a:lnTo>
                    <a:pt x="390373" y="342870"/>
                  </a:lnTo>
                  <a:lnTo>
                    <a:pt x="388972" y="342870"/>
                  </a:lnTo>
                  <a:lnTo>
                    <a:pt x="387572" y="342870"/>
                  </a:lnTo>
                  <a:lnTo>
                    <a:pt x="386172" y="342870"/>
                  </a:lnTo>
                  <a:lnTo>
                    <a:pt x="384839" y="342870"/>
                  </a:lnTo>
                  <a:lnTo>
                    <a:pt x="383438" y="342870"/>
                  </a:lnTo>
                  <a:lnTo>
                    <a:pt x="382038" y="342870"/>
                  </a:lnTo>
                  <a:lnTo>
                    <a:pt x="380705" y="342870"/>
                  </a:lnTo>
                  <a:lnTo>
                    <a:pt x="379305" y="342870"/>
                  </a:lnTo>
                  <a:lnTo>
                    <a:pt x="377904" y="342870"/>
                  </a:lnTo>
                  <a:lnTo>
                    <a:pt x="376571" y="342870"/>
                  </a:lnTo>
                  <a:lnTo>
                    <a:pt x="375171" y="342870"/>
                  </a:lnTo>
                  <a:lnTo>
                    <a:pt x="373771" y="342870"/>
                  </a:lnTo>
                  <a:lnTo>
                    <a:pt x="372437" y="342870"/>
                  </a:lnTo>
                  <a:lnTo>
                    <a:pt x="371037" y="342870"/>
                  </a:lnTo>
                  <a:lnTo>
                    <a:pt x="369637" y="342870"/>
                  </a:lnTo>
                  <a:lnTo>
                    <a:pt x="368236" y="342870"/>
                  </a:lnTo>
                  <a:lnTo>
                    <a:pt x="366903" y="342870"/>
                  </a:lnTo>
                  <a:lnTo>
                    <a:pt x="365503" y="342870"/>
                  </a:lnTo>
                  <a:lnTo>
                    <a:pt x="364103" y="342870"/>
                  </a:lnTo>
                  <a:lnTo>
                    <a:pt x="362769" y="342870"/>
                  </a:lnTo>
                  <a:lnTo>
                    <a:pt x="361369" y="342870"/>
                  </a:lnTo>
                  <a:lnTo>
                    <a:pt x="359969" y="342870"/>
                  </a:lnTo>
                  <a:lnTo>
                    <a:pt x="358635" y="342870"/>
                  </a:lnTo>
                  <a:lnTo>
                    <a:pt x="357235" y="342870"/>
                  </a:lnTo>
                  <a:lnTo>
                    <a:pt x="355844" y="342870"/>
                  </a:lnTo>
                  <a:lnTo>
                    <a:pt x="354502" y="342870"/>
                  </a:lnTo>
                  <a:lnTo>
                    <a:pt x="353101" y="342870"/>
                  </a:lnTo>
                  <a:lnTo>
                    <a:pt x="351711" y="342870"/>
                  </a:lnTo>
                  <a:lnTo>
                    <a:pt x="350311" y="342870"/>
                  </a:lnTo>
                  <a:lnTo>
                    <a:pt x="348968" y="342870"/>
                  </a:lnTo>
                  <a:lnTo>
                    <a:pt x="347577" y="342870"/>
                  </a:lnTo>
                  <a:lnTo>
                    <a:pt x="346177" y="342870"/>
                  </a:lnTo>
                  <a:lnTo>
                    <a:pt x="344843" y="342870"/>
                  </a:lnTo>
                  <a:lnTo>
                    <a:pt x="343443" y="342870"/>
                  </a:lnTo>
                  <a:lnTo>
                    <a:pt x="342043" y="342870"/>
                  </a:lnTo>
                  <a:lnTo>
                    <a:pt x="340709" y="342870"/>
                  </a:lnTo>
                  <a:lnTo>
                    <a:pt x="339309" y="342870"/>
                  </a:lnTo>
                  <a:lnTo>
                    <a:pt x="337909" y="342870"/>
                  </a:lnTo>
                  <a:lnTo>
                    <a:pt x="336576" y="342870"/>
                  </a:lnTo>
                  <a:lnTo>
                    <a:pt x="335175" y="342870"/>
                  </a:lnTo>
                  <a:lnTo>
                    <a:pt x="333775" y="342870"/>
                  </a:lnTo>
                  <a:lnTo>
                    <a:pt x="332375" y="342870"/>
                  </a:lnTo>
                  <a:lnTo>
                    <a:pt x="331041" y="342870"/>
                  </a:lnTo>
                  <a:lnTo>
                    <a:pt x="329641" y="342870"/>
                  </a:lnTo>
                  <a:lnTo>
                    <a:pt x="328241" y="342870"/>
                  </a:lnTo>
                  <a:lnTo>
                    <a:pt x="326908" y="342870"/>
                  </a:lnTo>
                  <a:lnTo>
                    <a:pt x="325507" y="342870"/>
                  </a:lnTo>
                  <a:lnTo>
                    <a:pt x="324107" y="342870"/>
                  </a:lnTo>
                  <a:lnTo>
                    <a:pt x="322774" y="342870"/>
                  </a:lnTo>
                  <a:lnTo>
                    <a:pt x="321374" y="342870"/>
                  </a:lnTo>
                  <a:lnTo>
                    <a:pt x="319973" y="342870"/>
                  </a:lnTo>
                  <a:lnTo>
                    <a:pt x="318640" y="342870"/>
                  </a:lnTo>
                  <a:lnTo>
                    <a:pt x="317240" y="342870"/>
                  </a:lnTo>
                  <a:lnTo>
                    <a:pt x="315840" y="342870"/>
                  </a:lnTo>
                  <a:lnTo>
                    <a:pt x="314439" y="342870"/>
                  </a:lnTo>
                  <a:lnTo>
                    <a:pt x="313106" y="342870"/>
                  </a:lnTo>
                  <a:lnTo>
                    <a:pt x="311706" y="342870"/>
                  </a:lnTo>
                  <a:lnTo>
                    <a:pt x="310305" y="342870"/>
                  </a:lnTo>
                  <a:lnTo>
                    <a:pt x="308972" y="342870"/>
                  </a:lnTo>
                  <a:lnTo>
                    <a:pt x="307572" y="342870"/>
                  </a:lnTo>
                  <a:lnTo>
                    <a:pt x="306172" y="342870"/>
                  </a:lnTo>
                  <a:lnTo>
                    <a:pt x="304838" y="342870"/>
                  </a:lnTo>
                  <a:lnTo>
                    <a:pt x="303438" y="342870"/>
                  </a:lnTo>
                  <a:lnTo>
                    <a:pt x="302038" y="342870"/>
                  </a:lnTo>
                  <a:lnTo>
                    <a:pt x="300704" y="342870"/>
                  </a:lnTo>
                  <a:lnTo>
                    <a:pt x="299304" y="342870"/>
                  </a:lnTo>
                  <a:lnTo>
                    <a:pt x="297904" y="342870"/>
                  </a:lnTo>
                  <a:lnTo>
                    <a:pt x="296570" y="342870"/>
                  </a:lnTo>
                  <a:lnTo>
                    <a:pt x="295170" y="342870"/>
                  </a:lnTo>
                  <a:lnTo>
                    <a:pt x="293770" y="342870"/>
                  </a:lnTo>
                  <a:lnTo>
                    <a:pt x="292379" y="342870"/>
                  </a:lnTo>
                  <a:lnTo>
                    <a:pt x="291037" y="342870"/>
                  </a:lnTo>
                  <a:lnTo>
                    <a:pt x="289636" y="342870"/>
                  </a:lnTo>
                  <a:lnTo>
                    <a:pt x="288246" y="342870"/>
                  </a:lnTo>
                  <a:lnTo>
                    <a:pt x="286902" y="342870"/>
                  </a:lnTo>
                  <a:lnTo>
                    <a:pt x="285512" y="342870"/>
                  </a:lnTo>
                  <a:lnTo>
                    <a:pt x="284112" y="342870"/>
                  </a:lnTo>
                  <a:lnTo>
                    <a:pt x="282769" y="342870"/>
                  </a:lnTo>
                  <a:lnTo>
                    <a:pt x="281378" y="342870"/>
                  </a:lnTo>
                  <a:lnTo>
                    <a:pt x="279978" y="342870"/>
                  </a:lnTo>
                  <a:lnTo>
                    <a:pt x="278635" y="342870"/>
                  </a:lnTo>
                  <a:lnTo>
                    <a:pt x="277244" y="342870"/>
                  </a:lnTo>
                  <a:lnTo>
                    <a:pt x="275844" y="342870"/>
                  </a:lnTo>
                  <a:lnTo>
                    <a:pt x="274444" y="342870"/>
                  </a:lnTo>
                  <a:lnTo>
                    <a:pt x="273110" y="342870"/>
                  </a:lnTo>
                  <a:lnTo>
                    <a:pt x="271710" y="342870"/>
                  </a:lnTo>
                  <a:lnTo>
                    <a:pt x="270310" y="342870"/>
                  </a:lnTo>
                  <a:lnTo>
                    <a:pt x="268977" y="342870"/>
                  </a:lnTo>
                  <a:lnTo>
                    <a:pt x="267576" y="342870"/>
                  </a:lnTo>
                  <a:lnTo>
                    <a:pt x="266176" y="342870"/>
                  </a:lnTo>
                  <a:lnTo>
                    <a:pt x="264843" y="342870"/>
                  </a:lnTo>
                  <a:lnTo>
                    <a:pt x="263443" y="342870"/>
                  </a:lnTo>
                  <a:lnTo>
                    <a:pt x="262042" y="342870"/>
                  </a:lnTo>
                  <a:lnTo>
                    <a:pt x="260709" y="342870"/>
                  </a:lnTo>
                  <a:lnTo>
                    <a:pt x="259309" y="342870"/>
                  </a:lnTo>
                  <a:lnTo>
                    <a:pt x="257909" y="342870"/>
                  </a:lnTo>
                  <a:lnTo>
                    <a:pt x="256508" y="342870"/>
                  </a:lnTo>
                  <a:lnTo>
                    <a:pt x="255175" y="342870"/>
                  </a:lnTo>
                  <a:lnTo>
                    <a:pt x="253775" y="342870"/>
                  </a:lnTo>
                  <a:lnTo>
                    <a:pt x="252374" y="342870"/>
                  </a:lnTo>
                  <a:lnTo>
                    <a:pt x="251041" y="342870"/>
                  </a:lnTo>
                  <a:lnTo>
                    <a:pt x="249641" y="342870"/>
                  </a:lnTo>
                  <a:lnTo>
                    <a:pt x="248241" y="342870"/>
                  </a:lnTo>
                  <a:lnTo>
                    <a:pt x="246907" y="342870"/>
                  </a:lnTo>
                  <a:lnTo>
                    <a:pt x="245507" y="342870"/>
                  </a:lnTo>
                  <a:lnTo>
                    <a:pt x="244107" y="342870"/>
                  </a:lnTo>
                  <a:lnTo>
                    <a:pt x="242773" y="342870"/>
                  </a:lnTo>
                  <a:lnTo>
                    <a:pt x="241373" y="342870"/>
                  </a:lnTo>
                  <a:lnTo>
                    <a:pt x="239973" y="342870"/>
                  </a:lnTo>
                  <a:lnTo>
                    <a:pt x="238573" y="342870"/>
                  </a:lnTo>
                  <a:lnTo>
                    <a:pt x="237239" y="342870"/>
                  </a:lnTo>
                  <a:lnTo>
                    <a:pt x="235839" y="342870"/>
                  </a:lnTo>
                  <a:lnTo>
                    <a:pt x="234439" y="342870"/>
                  </a:lnTo>
                  <a:lnTo>
                    <a:pt x="233105" y="342870"/>
                  </a:lnTo>
                  <a:lnTo>
                    <a:pt x="231705" y="342870"/>
                  </a:lnTo>
                  <a:lnTo>
                    <a:pt x="230315" y="342870"/>
                  </a:lnTo>
                  <a:lnTo>
                    <a:pt x="228971" y="342870"/>
                  </a:lnTo>
                  <a:lnTo>
                    <a:pt x="227571" y="342870"/>
                  </a:lnTo>
                  <a:lnTo>
                    <a:pt x="226181" y="342870"/>
                  </a:lnTo>
                  <a:lnTo>
                    <a:pt x="224838" y="342870"/>
                  </a:lnTo>
                  <a:lnTo>
                    <a:pt x="223437" y="342870"/>
                  </a:lnTo>
                  <a:lnTo>
                    <a:pt x="222047" y="342870"/>
                  </a:lnTo>
                  <a:lnTo>
                    <a:pt x="220647" y="342870"/>
                  </a:lnTo>
                  <a:lnTo>
                    <a:pt x="219304" y="342870"/>
                  </a:lnTo>
                  <a:lnTo>
                    <a:pt x="217913" y="342870"/>
                  </a:lnTo>
                  <a:lnTo>
                    <a:pt x="216513" y="342870"/>
                  </a:lnTo>
                  <a:lnTo>
                    <a:pt x="215179" y="342870"/>
                  </a:lnTo>
                  <a:lnTo>
                    <a:pt x="213779" y="342870"/>
                  </a:lnTo>
                  <a:lnTo>
                    <a:pt x="212379" y="342870"/>
                  </a:lnTo>
                  <a:lnTo>
                    <a:pt x="211045" y="342870"/>
                  </a:lnTo>
                  <a:lnTo>
                    <a:pt x="209645" y="342870"/>
                  </a:lnTo>
                  <a:lnTo>
                    <a:pt x="208245" y="342870"/>
                  </a:lnTo>
                  <a:lnTo>
                    <a:pt x="206912" y="342870"/>
                  </a:lnTo>
                  <a:lnTo>
                    <a:pt x="205511" y="342870"/>
                  </a:lnTo>
                  <a:lnTo>
                    <a:pt x="204111" y="342870"/>
                  </a:lnTo>
                  <a:lnTo>
                    <a:pt x="202711" y="342870"/>
                  </a:lnTo>
                  <a:lnTo>
                    <a:pt x="201378" y="342870"/>
                  </a:lnTo>
                  <a:lnTo>
                    <a:pt x="199978" y="342870"/>
                  </a:lnTo>
                  <a:lnTo>
                    <a:pt x="198577" y="342870"/>
                  </a:lnTo>
                  <a:lnTo>
                    <a:pt x="197244" y="342870"/>
                  </a:lnTo>
                  <a:lnTo>
                    <a:pt x="195843" y="342870"/>
                  </a:lnTo>
                  <a:lnTo>
                    <a:pt x="194443" y="342870"/>
                  </a:lnTo>
                  <a:lnTo>
                    <a:pt x="193110" y="342870"/>
                  </a:lnTo>
                  <a:lnTo>
                    <a:pt x="191710" y="342870"/>
                  </a:lnTo>
                  <a:lnTo>
                    <a:pt x="190310" y="342870"/>
                  </a:lnTo>
                  <a:lnTo>
                    <a:pt x="188976" y="342870"/>
                  </a:lnTo>
                  <a:lnTo>
                    <a:pt x="187576" y="342870"/>
                  </a:lnTo>
                  <a:lnTo>
                    <a:pt x="186176" y="342870"/>
                  </a:lnTo>
                  <a:lnTo>
                    <a:pt x="184776" y="342870"/>
                  </a:lnTo>
                  <a:lnTo>
                    <a:pt x="183442" y="342870"/>
                  </a:lnTo>
                  <a:lnTo>
                    <a:pt x="182042" y="342870"/>
                  </a:lnTo>
                  <a:lnTo>
                    <a:pt x="180642" y="342870"/>
                  </a:lnTo>
                  <a:lnTo>
                    <a:pt x="179308" y="342870"/>
                  </a:lnTo>
                  <a:lnTo>
                    <a:pt x="177908" y="342870"/>
                  </a:lnTo>
                  <a:lnTo>
                    <a:pt x="176508" y="342870"/>
                  </a:lnTo>
                  <a:lnTo>
                    <a:pt x="175174" y="342870"/>
                  </a:lnTo>
                  <a:lnTo>
                    <a:pt x="173774" y="342870"/>
                  </a:lnTo>
                  <a:lnTo>
                    <a:pt x="172374" y="342870"/>
                  </a:lnTo>
                  <a:lnTo>
                    <a:pt x="171041" y="342870"/>
                  </a:lnTo>
                  <a:lnTo>
                    <a:pt x="169640" y="342870"/>
                  </a:lnTo>
                  <a:lnTo>
                    <a:pt x="168240" y="342870"/>
                  </a:lnTo>
                  <a:lnTo>
                    <a:pt x="166850" y="342870"/>
                  </a:lnTo>
                  <a:lnTo>
                    <a:pt x="165506" y="342870"/>
                  </a:lnTo>
                  <a:lnTo>
                    <a:pt x="164116" y="342870"/>
                  </a:lnTo>
                  <a:lnTo>
                    <a:pt x="162716" y="342870"/>
                  </a:lnTo>
                  <a:lnTo>
                    <a:pt x="161373" y="342870"/>
                  </a:lnTo>
                  <a:lnTo>
                    <a:pt x="159982" y="342870"/>
                  </a:lnTo>
                  <a:lnTo>
                    <a:pt x="158582" y="342870"/>
                  </a:lnTo>
                  <a:lnTo>
                    <a:pt x="157239" y="342870"/>
                  </a:lnTo>
                  <a:lnTo>
                    <a:pt x="155848" y="342870"/>
                  </a:lnTo>
                  <a:lnTo>
                    <a:pt x="154448" y="342870"/>
                  </a:lnTo>
                  <a:lnTo>
                    <a:pt x="153105" y="342870"/>
                  </a:lnTo>
                  <a:lnTo>
                    <a:pt x="151714" y="342870"/>
                  </a:lnTo>
                  <a:lnTo>
                    <a:pt x="150314" y="342870"/>
                  </a:lnTo>
                  <a:lnTo>
                    <a:pt x="148914" y="342870"/>
                  </a:lnTo>
                  <a:lnTo>
                    <a:pt x="147580" y="342870"/>
                  </a:lnTo>
                  <a:lnTo>
                    <a:pt x="146180" y="342870"/>
                  </a:lnTo>
                  <a:lnTo>
                    <a:pt x="144780" y="342870"/>
                  </a:lnTo>
                  <a:lnTo>
                    <a:pt x="143447" y="342870"/>
                  </a:lnTo>
                  <a:lnTo>
                    <a:pt x="142046" y="342870"/>
                  </a:lnTo>
                  <a:lnTo>
                    <a:pt x="140646" y="342870"/>
                  </a:lnTo>
                  <a:lnTo>
                    <a:pt x="139313" y="342870"/>
                  </a:lnTo>
                  <a:lnTo>
                    <a:pt x="137912" y="342870"/>
                  </a:lnTo>
                  <a:lnTo>
                    <a:pt x="136512" y="342870"/>
                  </a:lnTo>
                  <a:lnTo>
                    <a:pt x="135179" y="342870"/>
                  </a:lnTo>
                  <a:lnTo>
                    <a:pt x="133779" y="342870"/>
                  </a:lnTo>
                  <a:lnTo>
                    <a:pt x="132378" y="342870"/>
                  </a:lnTo>
                  <a:lnTo>
                    <a:pt x="130978" y="342870"/>
                  </a:lnTo>
                  <a:lnTo>
                    <a:pt x="129645" y="342870"/>
                  </a:lnTo>
                  <a:lnTo>
                    <a:pt x="128245" y="342870"/>
                  </a:lnTo>
                  <a:lnTo>
                    <a:pt x="126844" y="342870"/>
                  </a:lnTo>
                  <a:lnTo>
                    <a:pt x="125511" y="342870"/>
                  </a:lnTo>
                  <a:lnTo>
                    <a:pt x="124111" y="342870"/>
                  </a:lnTo>
                  <a:lnTo>
                    <a:pt x="122711" y="342870"/>
                  </a:lnTo>
                  <a:lnTo>
                    <a:pt x="121377" y="342870"/>
                  </a:lnTo>
                  <a:lnTo>
                    <a:pt x="119977" y="342870"/>
                  </a:lnTo>
                  <a:lnTo>
                    <a:pt x="118577" y="342870"/>
                  </a:lnTo>
                  <a:lnTo>
                    <a:pt x="117243" y="342870"/>
                  </a:lnTo>
                  <a:lnTo>
                    <a:pt x="115843" y="342870"/>
                  </a:lnTo>
                  <a:lnTo>
                    <a:pt x="114443" y="342870"/>
                  </a:lnTo>
                  <a:lnTo>
                    <a:pt x="113043" y="342870"/>
                  </a:lnTo>
                  <a:lnTo>
                    <a:pt x="111709" y="342870"/>
                  </a:lnTo>
                  <a:lnTo>
                    <a:pt x="110309" y="342870"/>
                  </a:lnTo>
                  <a:lnTo>
                    <a:pt x="108909" y="342870"/>
                  </a:lnTo>
                  <a:lnTo>
                    <a:pt x="107575" y="342870"/>
                  </a:lnTo>
                  <a:lnTo>
                    <a:pt x="106175" y="342870"/>
                  </a:lnTo>
                  <a:lnTo>
                    <a:pt x="104784" y="342870"/>
                  </a:lnTo>
                  <a:lnTo>
                    <a:pt x="103442" y="342870"/>
                  </a:lnTo>
                  <a:lnTo>
                    <a:pt x="102041" y="342870"/>
                  </a:lnTo>
                  <a:lnTo>
                    <a:pt x="100651" y="342870"/>
                  </a:lnTo>
                  <a:lnTo>
                    <a:pt x="99308" y="342870"/>
                  </a:lnTo>
                  <a:lnTo>
                    <a:pt x="97917" y="342870"/>
                  </a:lnTo>
                  <a:lnTo>
                    <a:pt x="96517" y="342870"/>
                  </a:lnTo>
                  <a:lnTo>
                    <a:pt x="95174" y="342870"/>
                  </a:lnTo>
                  <a:lnTo>
                    <a:pt x="93783" y="342870"/>
                  </a:lnTo>
                  <a:lnTo>
                    <a:pt x="92383" y="342870"/>
                  </a:lnTo>
                  <a:lnTo>
                    <a:pt x="90983" y="342870"/>
                  </a:lnTo>
                  <a:lnTo>
                    <a:pt x="89649" y="342870"/>
                  </a:lnTo>
                  <a:lnTo>
                    <a:pt x="88249" y="342870"/>
                  </a:lnTo>
                  <a:lnTo>
                    <a:pt x="86849" y="342870"/>
                  </a:lnTo>
                  <a:lnTo>
                    <a:pt x="85516" y="342870"/>
                  </a:lnTo>
                  <a:lnTo>
                    <a:pt x="84115" y="342870"/>
                  </a:lnTo>
                  <a:lnTo>
                    <a:pt x="82715" y="342870"/>
                  </a:lnTo>
                  <a:lnTo>
                    <a:pt x="81382" y="342870"/>
                  </a:lnTo>
                  <a:lnTo>
                    <a:pt x="79981" y="342870"/>
                  </a:lnTo>
                  <a:lnTo>
                    <a:pt x="78581" y="342870"/>
                  </a:lnTo>
                  <a:lnTo>
                    <a:pt x="77248" y="342870"/>
                  </a:lnTo>
                  <a:lnTo>
                    <a:pt x="75848" y="342870"/>
                  </a:lnTo>
                  <a:lnTo>
                    <a:pt x="74447" y="342870"/>
                  </a:lnTo>
                  <a:lnTo>
                    <a:pt x="73047" y="342870"/>
                  </a:lnTo>
                  <a:lnTo>
                    <a:pt x="71714" y="342870"/>
                  </a:lnTo>
                  <a:lnTo>
                    <a:pt x="70314" y="342870"/>
                  </a:lnTo>
                  <a:lnTo>
                    <a:pt x="68913" y="342870"/>
                  </a:lnTo>
                  <a:lnTo>
                    <a:pt x="67580" y="342870"/>
                  </a:lnTo>
                  <a:lnTo>
                    <a:pt x="66180" y="342870"/>
                  </a:lnTo>
                  <a:lnTo>
                    <a:pt x="64780" y="342870"/>
                  </a:lnTo>
                  <a:lnTo>
                    <a:pt x="63446" y="342870"/>
                  </a:lnTo>
                  <a:lnTo>
                    <a:pt x="62046" y="342870"/>
                  </a:lnTo>
                  <a:lnTo>
                    <a:pt x="60646" y="342870"/>
                  </a:lnTo>
                  <a:lnTo>
                    <a:pt x="59312" y="342870"/>
                  </a:lnTo>
                  <a:lnTo>
                    <a:pt x="57912" y="342870"/>
                  </a:lnTo>
                  <a:lnTo>
                    <a:pt x="56512" y="342870"/>
                  </a:lnTo>
                  <a:lnTo>
                    <a:pt x="55112" y="342870"/>
                  </a:lnTo>
                  <a:lnTo>
                    <a:pt x="53778" y="342870"/>
                  </a:lnTo>
                  <a:lnTo>
                    <a:pt x="52378" y="342870"/>
                  </a:lnTo>
                  <a:lnTo>
                    <a:pt x="50978" y="342870"/>
                  </a:lnTo>
                  <a:lnTo>
                    <a:pt x="49644" y="342870"/>
                  </a:lnTo>
                  <a:lnTo>
                    <a:pt x="48244" y="342870"/>
                  </a:lnTo>
                  <a:lnTo>
                    <a:pt x="46844" y="342870"/>
                  </a:lnTo>
                  <a:lnTo>
                    <a:pt x="45510" y="342870"/>
                  </a:lnTo>
                  <a:lnTo>
                    <a:pt x="44110" y="342870"/>
                  </a:lnTo>
                  <a:lnTo>
                    <a:pt x="42710" y="342870"/>
                  </a:lnTo>
                  <a:lnTo>
                    <a:pt x="41377" y="342870"/>
                  </a:lnTo>
                  <a:lnTo>
                    <a:pt x="39977" y="342870"/>
                  </a:lnTo>
                  <a:lnTo>
                    <a:pt x="38576" y="342870"/>
                  </a:lnTo>
                  <a:lnTo>
                    <a:pt x="37186" y="342870"/>
                  </a:lnTo>
                  <a:lnTo>
                    <a:pt x="35843" y="342870"/>
                  </a:lnTo>
                  <a:lnTo>
                    <a:pt x="34443" y="342870"/>
                  </a:lnTo>
                  <a:lnTo>
                    <a:pt x="33052" y="342870"/>
                  </a:lnTo>
                  <a:lnTo>
                    <a:pt x="31718" y="342870"/>
                  </a:lnTo>
                  <a:lnTo>
                    <a:pt x="30318" y="342870"/>
                  </a:lnTo>
                  <a:lnTo>
                    <a:pt x="28918" y="342870"/>
                  </a:lnTo>
                  <a:lnTo>
                    <a:pt x="27585" y="342870"/>
                  </a:lnTo>
                  <a:lnTo>
                    <a:pt x="26184" y="342870"/>
                  </a:lnTo>
                  <a:lnTo>
                    <a:pt x="24784" y="342870"/>
                  </a:lnTo>
                  <a:lnTo>
                    <a:pt x="23450" y="342870"/>
                  </a:lnTo>
                  <a:lnTo>
                    <a:pt x="22050" y="342870"/>
                  </a:lnTo>
                  <a:lnTo>
                    <a:pt x="20650" y="342870"/>
                  </a:lnTo>
                  <a:lnTo>
                    <a:pt x="19250" y="342870"/>
                  </a:lnTo>
                  <a:lnTo>
                    <a:pt x="17917" y="342870"/>
                  </a:lnTo>
                  <a:lnTo>
                    <a:pt x="16516" y="342870"/>
                  </a:lnTo>
                  <a:lnTo>
                    <a:pt x="15116" y="342870"/>
                  </a:lnTo>
                  <a:lnTo>
                    <a:pt x="13783" y="342870"/>
                  </a:lnTo>
                  <a:lnTo>
                    <a:pt x="12383" y="342870"/>
                  </a:lnTo>
                  <a:lnTo>
                    <a:pt x="10982" y="342870"/>
                  </a:lnTo>
                  <a:lnTo>
                    <a:pt x="9649" y="342870"/>
                  </a:lnTo>
                  <a:lnTo>
                    <a:pt x="8249" y="342870"/>
                  </a:lnTo>
                  <a:lnTo>
                    <a:pt x="6849" y="342870"/>
                  </a:lnTo>
                  <a:lnTo>
                    <a:pt x="5515" y="342870"/>
                  </a:lnTo>
                  <a:lnTo>
                    <a:pt x="4115" y="342870"/>
                  </a:lnTo>
                  <a:lnTo>
                    <a:pt x="2715" y="342870"/>
                  </a:lnTo>
                  <a:lnTo>
                    <a:pt x="1315" y="342870"/>
                  </a:lnTo>
                  <a:lnTo>
                    <a:pt x="-19" y="342870"/>
                  </a:lnTo>
                  <a:close/>
                </a:path>
              </a:pathLst>
            </a:custGeom>
            <a:solidFill>
              <a:srgbClr val="A8DADC">
                <a:alpha val="50000"/>
              </a:srgbClr>
            </a:solidFill>
            <a:ln w="9525" cap="flat">
              <a:noFill/>
              <a:prstDash val="solid"/>
              <a:round/>
            </a:ln>
          </p:spPr>
          <p:txBody>
            <a:bodyPr/>
            <a:lstStyle/>
            <a:p>
              <a:endParaRPr lang="zh-CN" altLang="en-US" sz="2190"/>
            </a:p>
          </p:txBody>
        </p:sp>
        <p:sp>
          <p:nvSpPr>
            <p:cNvPr id="939" name="任意多边形: 形状 938"/>
            <p:cNvSpPr/>
            <p:nvPr/>
          </p:nvSpPr>
          <p:spPr>
            <a:xfrm>
              <a:off x="4662949" y="46979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940" name="任意多边形: 形状 939"/>
            <p:cNvSpPr/>
            <p:nvPr/>
          </p:nvSpPr>
          <p:spPr>
            <a:xfrm>
              <a:off x="4329574" y="4469334"/>
              <a:ext cx="704850" cy="342900"/>
            </a:xfrm>
            <a:custGeom>
              <a:avLst/>
              <a:gdLst>
                <a:gd name="csX0" fmla="*/ -19 w 704850"/>
                <a:gd name="csY0" fmla="*/ 342489 h 342900"/>
                <a:gd name="csX1" fmla="*/ 1315 w 704850"/>
                <a:gd name="csY1" fmla="*/ 342232 h 342900"/>
                <a:gd name="csX2" fmla="*/ 2715 w 704850"/>
                <a:gd name="csY2" fmla="*/ 341917 h 342900"/>
                <a:gd name="csX3" fmla="*/ 4115 w 704850"/>
                <a:gd name="csY3" fmla="*/ 341660 h 342900"/>
                <a:gd name="csX4" fmla="*/ 5515 w 704850"/>
                <a:gd name="csY4" fmla="*/ 341279 h 342900"/>
                <a:gd name="csX5" fmla="*/ 6849 w 704850"/>
                <a:gd name="csY5" fmla="*/ 340898 h 342900"/>
                <a:gd name="csX6" fmla="*/ 8249 w 704850"/>
                <a:gd name="csY6" fmla="*/ 340517 h 342900"/>
                <a:gd name="csX7" fmla="*/ 9649 w 704850"/>
                <a:gd name="csY7" fmla="*/ 340070 h 342900"/>
                <a:gd name="csX8" fmla="*/ 10982 w 704850"/>
                <a:gd name="csY8" fmla="*/ 339565 h 342900"/>
                <a:gd name="csX9" fmla="*/ 12383 w 704850"/>
                <a:gd name="csY9" fmla="*/ 339050 h 342900"/>
                <a:gd name="csX10" fmla="*/ 13783 w 704850"/>
                <a:gd name="csY10" fmla="*/ 338479 h 342900"/>
                <a:gd name="csX11" fmla="*/ 15116 w 704850"/>
                <a:gd name="csY11" fmla="*/ 337908 h 342900"/>
                <a:gd name="csX12" fmla="*/ 16516 w 704850"/>
                <a:gd name="csY12" fmla="*/ 337212 h 342900"/>
                <a:gd name="csX13" fmla="*/ 17917 w 704850"/>
                <a:gd name="csY13" fmla="*/ 336441 h 342900"/>
                <a:gd name="csX14" fmla="*/ 19250 w 704850"/>
                <a:gd name="csY14" fmla="*/ 335679 h 342900"/>
                <a:gd name="csX15" fmla="*/ 20650 w 704850"/>
                <a:gd name="csY15" fmla="*/ 334793 h 342900"/>
                <a:gd name="csX16" fmla="*/ 22050 w 704850"/>
                <a:gd name="csY16" fmla="*/ 333898 h 342900"/>
                <a:gd name="csX17" fmla="*/ 23450 w 704850"/>
                <a:gd name="csY17" fmla="*/ 332945 h 342900"/>
                <a:gd name="csX18" fmla="*/ 24784 w 704850"/>
                <a:gd name="csY18" fmla="*/ 331859 h 342900"/>
                <a:gd name="csX19" fmla="*/ 26184 w 704850"/>
                <a:gd name="csY19" fmla="*/ 330716 h 342900"/>
                <a:gd name="csX20" fmla="*/ 27585 w 704850"/>
                <a:gd name="csY20" fmla="*/ 329449 h 342900"/>
                <a:gd name="csX21" fmla="*/ 28918 w 704850"/>
                <a:gd name="csY21" fmla="*/ 328106 h 342900"/>
                <a:gd name="csX22" fmla="*/ 30318 w 704850"/>
                <a:gd name="csY22" fmla="*/ 326706 h 342900"/>
                <a:gd name="csX23" fmla="*/ 31718 w 704850"/>
                <a:gd name="csY23" fmla="*/ 325249 h 342900"/>
                <a:gd name="csX24" fmla="*/ 33052 w 704850"/>
                <a:gd name="csY24" fmla="*/ 323592 h 342900"/>
                <a:gd name="csX25" fmla="*/ 34452 w 704850"/>
                <a:gd name="csY25" fmla="*/ 321877 h 342900"/>
                <a:gd name="csX26" fmla="*/ 35843 w 704850"/>
                <a:gd name="csY26" fmla="*/ 320029 h 342900"/>
                <a:gd name="csX27" fmla="*/ 37186 w 704850"/>
                <a:gd name="csY27" fmla="*/ 318115 h 342900"/>
                <a:gd name="csX28" fmla="*/ 38586 w 704850"/>
                <a:gd name="csY28" fmla="*/ 316019 h 342900"/>
                <a:gd name="csX29" fmla="*/ 39977 w 704850"/>
                <a:gd name="csY29" fmla="*/ 313857 h 342900"/>
                <a:gd name="csX30" fmla="*/ 41377 w 704850"/>
                <a:gd name="csY30" fmla="*/ 311504 h 342900"/>
                <a:gd name="csX31" fmla="*/ 42720 w 704850"/>
                <a:gd name="csY31" fmla="*/ 309018 h 342900"/>
                <a:gd name="csX32" fmla="*/ 44110 w 704850"/>
                <a:gd name="csY32" fmla="*/ 306475 h 342900"/>
                <a:gd name="csX33" fmla="*/ 45510 w 704850"/>
                <a:gd name="csY33" fmla="*/ 303741 h 342900"/>
                <a:gd name="csX34" fmla="*/ 46853 w 704850"/>
                <a:gd name="csY34" fmla="*/ 300808 h 342900"/>
                <a:gd name="csX35" fmla="*/ 48244 w 704850"/>
                <a:gd name="csY35" fmla="*/ 297817 h 342900"/>
                <a:gd name="csX36" fmla="*/ 49644 w 704850"/>
                <a:gd name="csY36" fmla="*/ 294635 h 342900"/>
                <a:gd name="csX37" fmla="*/ 50978 w 704850"/>
                <a:gd name="csY37" fmla="*/ 291264 h 342900"/>
                <a:gd name="csX38" fmla="*/ 52378 w 704850"/>
                <a:gd name="csY38" fmla="*/ 287834 h 342900"/>
                <a:gd name="csX39" fmla="*/ 53778 w 704850"/>
                <a:gd name="csY39" fmla="*/ 284206 h 342900"/>
                <a:gd name="csX40" fmla="*/ 55112 w 704850"/>
                <a:gd name="csY40" fmla="*/ 280386 h 342900"/>
                <a:gd name="csX41" fmla="*/ 56512 w 704850"/>
                <a:gd name="csY41" fmla="*/ 276376 h 342900"/>
                <a:gd name="csX42" fmla="*/ 57912 w 704850"/>
                <a:gd name="csY42" fmla="*/ 272309 h 342900"/>
                <a:gd name="csX43" fmla="*/ 59312 w 704850"/>
                <a:gd name="csY43" fmla="*/ 267975 h 342900"/>
                <a:gd name="csX44" fmla="*/ 60646 w 704850"/>
                <a:gd name="csY44" fmla="*/ 263527 h 342900"/>
                <a:gd name="csX45" fmla="*/ 62046 w 704850"/>
                <a:gd name="csY45" fmla="*/ 258945 h 342900"/>
                <a:gd name="csX46" fmla="*/ 63446 w 704850"/>
                <a:gd name="csY46" fmla="*/ 254173 h 342900"/>
                <a:gd name="csX47" fmla="*/ 64780 w 704850"/>
                <a:gd name="csY47" fmla="*/ 249211 h 342900"/>
                <a:gd name="csX48" fmla="*/ 66180 w 704850"/>
                <a:gd name="csY48" fmla="*/ 244115 h 342900"/>
                <a:gd name="csX49" fmla="*/ 67580 w 704850"/>
                <a:gd name="csY49" fmla="*/ 238962 h 342900"/>
                <a:gd name="csX50" fmla="*/ 68913 w 704850"/>
                <a:gd name="csY50" fmla="*/ 233552 h 342900"/>
                <a:gd name="csX51" fmla="*/ 70314 w 704850"/>
                <a:gd name="csY51" fmla="*/ 228017 h 342900"/>
                <a:gd name="csX52" fmla="*/ 71714 w 704850"/>
                <a:gd name="csY52" fmla="*/ 222417 h 342900"/>
                <a:gd name="csX53" fmla="*/ 73047 w 704850"/>
                <a:gd name="csY53" fmla="*/ 216568 h 342900"/>
                <a:gd name="csX54" fmla="*/ 74447 w 704850"/>
                <a:gd name="csY54" fmla="*/ 210644 h 342900"/>
                <a:gd name="csX55" fmla="*/ 75848 w 704850"/>
                <a:gd name="csY55" fmla="*/ 204662 h 342900"/>
                <a:gd name="csX56" fmla="*/ 77248 w 704850"/>
                <a:gd name="csY56" fmla="*/ 198490 h 342900"/>
                <a:gd name="csX57" fmla="*/ 78581 w 704850"/>
                <a:gd name="csY57" fmla="*/ 192261 h 342900"/>
                <a:gd name="csX58" fmla="*/ 79981 w 704850"/>
                <a:gd name="csY58" fmla="*/ 185965 h 342900"/>
                <a:gd name="csX59" fmla="*/ 81382 w 704850"/>
                <a:gd name="csY59" fmla="*/ 179535 h 342900"/>
                <a:gd name="csX60" fmla="*/ 82715 w 704850"/>
                <a:gd name="csY60" fmla="*/ 173106 h 342900"/>
                <a:gd name="csX61" fmla="*/ 84115 w 704850"/>
                <a:gd name="csY61" fmla="*/ 166553 h 342900"/>
                <a:gd name="csX62" fmla="*/ 85516 w 704850"/>
                <a:gd name="csY62" fmla="*/ 159999 h 342900"/>
                <a:gd name="csX63" fmla="*/ 86849 w 704850"/>
                <a:gd name="csY63" fmla="*/ 153380 h 342900"/>
                <a:gd name="csX64" fmla="*/ 88249 w 704850"/>
                <a:gd name="csY64" fmla="*/ 146703 h 342900"/>
                <a:gd name="csX65" fmla="*/ 89649 w 704850"/>
                <a:gd name="csY65" fmla="*/ 140083 h 342900"/>
                <a:gd name="csX66" fmla="*/ 90983 w 704850"/>
                <a:gd name="csY66" fmla="*/ 133406 h 342900"/>
                <a:gd name="csX67" fmla="*/ 92383 w 704850"/>
                <a:gd name="csY67" fmla="*/ 126786 h 342900"/>
                <a:gd name="csX68" fmla="*/ 93783 w 704850"/>
                <a:gd name="csY68" fmla="*/ 120233 h 342900"/>
                <a:gd name="csX69" fmla="*/ 95174 w 704850"/>
                <a:gd name="csY69" fmla="*/ 113679 h 342900"/>
                <a:gd name="csX70" fmla="*/ 96517 w 704850"/>
                <a:gd name="csY70" fmla="*/ 107184 h 342900"/>
                <a:gd name="csX71" fmla="*/ 97917 w 704850"/>
                <a:gd name="csY71" fmla="*/ 100764 h 342900"/>
                <a:gd name="csX72" fmla="*/ 99308 w 704850"/>
                <a:gd name="csY72" fmla="*/ 94401 h 342900"/>
                <a:gd name="csX73" fmla="*/ 100651 w 704850"/>
                <a:gd name="csY73" fmla="*/ 88229 h 342900"/>
                <a:gd name="csX74" fmla="*/ 102041 w 704850"/>
                <a:gd name="csY74" fmla="*/ 82114 h 342900"/>
                <a:gd name="csX75" fmla="*/ 103442 w 704850"/>
                <a:gd name="csY75" fmla="*/ 76132 h 342900"/>
                <a:gd name="csX76" fmla="*/ 104784 w 704850"/>
                <a:gd name="csY76" fmla="*/ 70341 h 342900"/>
                <a:gd name="csX77" fmla="*/ 106175 w 704850"/>
                <a:gd name="csY77" fmla="*/ 64683 h 342900"/>
                <a:gd name="csX78" fmla="*/ 107575 w 704850"/>
                <a:gd name="csY78" fmla="*/ 59149 h 342900"/>
                <a:gd name="csX79" fmla="*/ 108919 w 704850"/>
                <a:gd name="csY79" fmla="*/ 53862 h 342900"/>
                <a:gd name="csX80" fmla="*/ 110309 w 704850"/>
                <a:gd name="csY80" fmla="*/ 48776 h 342900"/>
                <a:gd name="csX81" fmla="*/ 111709 w 704850"/>
                <a:gd name="csY81" fmla="*/ 43814 h 342900"/>
                <a:gd name="csX82" fmla="*/ 113052 w 704850"/>
                <a:gd name="csY82" fmla="*/ 39165 h 342900"/>
                <a:gd name="csX83" fmla="*/ 114443 w 704850"/>
                <a:gd name="csY83" fmla="*/ 34708 h 342900"/>
                <a:gd name="csX84" fmla="*/ 115843 w 704850"/>
                <a:gd name="csY84" fmla="*/ 30450 h 342900"/>
                <a:gd name="csX85" fmla="*/ 117243 w 704850"/>
                <a:gd name="csY85" fmla="*/ 26507 h 342900"/>
                <a:gd name="csX86" fmla="*/ 118577 w 704850"/>
                <a:gd name="csY86" fmla="*/ 22811 h 342900"/>
                <a:gd name="csX87" fmla="*/ 119977 w 704850"/>
                <a:gd name="csY87" fmla="*/ 19382 h 342900"/>
                <a:gd name="csX88" fmla="*/ 121377 w 704850"/>
                <a:gd name="csY88" fmla="*/ 16134 h 342900"/>
                <a:gd name="csX89" fmla="*/ 122711 w 704850"/>
                <a:gd name="csY89" fmla="*/ 13334 h 342900"/>
                <a:gd name="csX90" fmla="*/ 124111 w 704850"/>
                <a:gd name="csY90" fmla="*/ 10657 h 342900"/>
                <a:gd name="csX91" fmla="*/ 125511 w 704850"/>
                <a:gd name="csY91" fmla="*/ 8304 h 342900"/>
                <a:gd name="csX92" fmla="*/ 126844 w 704850"/>
                <a:gd name="csY92" fmla="*/ 6266 h 342900"/>
                <a:gd name="csX93" fmla="*/ 128245 w 704850"/>
                <a:gd name="csY93" fmla="*/ 4551 h 342900"/>
                <a:gd name="csX94" fmla="*/ 129645 w 704850"/>
                <a:gd name="csY94" fmla="*/ 3028 h 342900"/>
                <a:gd name="csX95" fmla="*/ 130978 w 704850"/>
                <a:gd name="csY95" fmla="*/ 1884 h 342900"/>
                <a:gd name="csX96" fmla="*/ 132378 w 704850"/>
                <a:gd name="csY96" fmla="*/ 989 h 342900"/>
                <a:gd name="csX97" fmla="*/ 133779 w 704850"/>
                <a:gd name="csY97" fmla="*/ 351 h 342900"/>
                <a:gd name="csX98" fmla="*/ 135179 w 704850"/>
                <a:gd name="csY98" fmla="*/ 37 h 342900"/>
                <a:gd name="csX99" fmla="*/ 136512 w 704850"/>
                <a:gd name="csY99" fmla="*/ -30 h 342900"/>
                <a:gd name="csX100" fmla="*/ 137912 w 704850"/>
                <a:gd name="csY100" fmla="*/ 160 h 342900"/>
                <a:gd name="csX101" fmla="*/ 139313 w 704850"/>
                <a:gd name="csY101" fmla="*/ 675 h 342900"/>
                <a:gd name="csX102" fmla="*/ 140646 w 704850"/>
                <a:gd name="csY102" fmla="*/ 1437 h 342900"/>
                <a:gd name="csX103" fmla="*/ 142046 w 704850"/>
                <a:gd name="csY103" fmla="*/ 2456 h 342900"/>
                <a:gd name="csX104" fmla="*/ 143447 w 704850"/>
                <a:gd name="csY104" fmla="*/ 3666 h 342900"/>
                <a:gd name="csX105" fmla="*/ 144780 w 704850"/>
                <a:gd name="csY105" fmla="*/ 5190 h 342900"/>
                <a:gd name="csX106" fmla="*/ 146180 w 704850"/>
                <a:gd name="csY106" fmla="*/ 6904 h 342900"/>
                <a:gd name="csX107" fmla="*/ 147580 w 704850"/>
                <a:gd name="csY107" fmla="*/ 8752 h 342900"/>
                <a:gd name="csX108" fmla="*/ 148914 w 704850"/>
                <a:gd name="csY108" fmla="*/ 10981 h 342900"/>
                <a:gd name="csX109" fmla="*/ 150314 w 704850"/>
                <a:gd name="csY109" fmla="*/ 13334 h 342900"/>
                <a:gd name="csX110" fmla="*/ 151714 w 704850"/>
                <a:gd name="csY110" fmla="*/ 15810 h 342900"/>
                <a:gd name="csX111" fmla="*/ 153114 w 704850"/>
                <a:gd name="csY111" fmla="*/ 18553 h 342900"/>
                <a:gd name="csX112" fmla="*/ 154448 w 704850"/>
                <a:gd name="csY112" fmla="*/ 21477 h 342900"/>
                <a:gd name="csX113" fmla="*/ 155848 w 704850"/>
                <a:gd name="csY113" fmla="*/ 24468 h 342900"/>
                <a:gd name="csX114" fmla="*/ 157248 w 704850"/>
                <a:gd name="csY114" fmla="*/ 27650 h 342900"/>
                <a:gd name="csX115" fmla="*/ 158582 w 704850"/>
                <a:gd name="csY115" fmla="*/ 30955 h 342900"/>
                <a:gd name="csX116" fmla="*/ 159982 w 704850"/>
                <a:gd name="csY116" fmla="*/ 34393 h 342900"/>
                <a:gd name="csX117" fmla="*/ 161373 w 704850"/>
                <a:gd name="csY117" fmla="*/ 37956 h 342900"/>
                <a:gd name="csX118" fmla="*/ 162716 w 704850"/>
                <a:gd name="csY118" fmla="*/ 41585 h 342900"/>
                <a:gd name="csX119" fmla="*/ 164116 w 704850"/>
                <a:gd name="csY119" fmla="*/ 45338 h 342900"/>
                <a:gd name="csX120" fmla="*/ 165506 w 704850"/>
                <a:gd name="csY120" fmla="*/ 49091 h 342900"/>
                <a:gd name="csX121" fmla="*/ 166850 w 704850"/>
                <a:gd name="csY121" fmla="*/ 52977 h 342900"/>
                <a:gd name="csX122" fmla="*/ 168240 w 704850"/>
                <a:gd name="csY122" fmla="*/ 56920 h 342900"/>
                <a:gd name="csX123" fmla="*/ 169640 w 704850"/>
                <a:gd name="csY123" fmla="*/ 60863 h 342900"/>
                <a:gd name="csX124" fmla="*/ 171041 w 704850"/>
                <a:gd name="csY124" fmla="*/ 64873 h 342900"/>
                <a:gd name="csX125" fmla="*/ 172374 w 704850"/>
                <a:gd name="csY125" fmla="*/ 68883 h 342900"/>
                <a:gd name="csX126" fmla="*/ 173774 w 704850"/>
                <a:gd name="csY126" fmla="*/ 72893 h 342900"/>
                <a:gd name="csX127" fmla="*/ 175174 w 704850"/>
                <a:gd name="csY127" fmla="*/ 76961 h 342900"/>
                <a:gd name="csX128" fmla="*/ 176508 w 704850"/>
                <a:gd name="csY128" fmla="*/ 80971 h 342900"/>
                <a:gd name="csX129" fmla="*/ 177908 w 704850"/>
                <a:gd name="csY129" fmla="*/ 84981 h 342900"/>
                <a:gd name="csX130" fmla="*/ 179308 w 704850"/>
                <a:gd name="csY130" fmla="*/ 88991 h 342900"/>
                <a:gd name="csX131" fmla="*/ 180642 w 704850"/>
                <a:gd name="csY131" fmla="*/ 93001 h 342900"/>
                <a:gd name="csX132" fmla="*/ 182042 w 704850"/>
                <a:gd name="csY132" fmla="*/ 96944 h 342900"/>
                <a:gd name="csX133" fmla="*/ 183442 w 704850"/>
                <a:gd name="csY133" fmla="*/ 100821 h 342900"/>
                <a:gd name="csX134" fmla="*/ 184776 w 704850"/>
                <a:gd name="csY134" fmla="*/ 104707 h 342900"/>
                <a:gd name="csX135" fmla="*/ 186176 w 704850"/>
                <a:gd name="csY135" fmla="*/ 108460 h 342900"/>
                <a:gd name="csX136" fmla="*/ 187576 w 704850"/>
                <a:gd name="csY136" fmla="*/ 112213 h 342900"/>
                <a:gd name="csX137" fmla="*/ 188976 w 704850"/>
                <a:gd name="csY137" fmla="*/ 115908 h 342900"/>
                <a:gd name="csX138" fmla="*/ 190310 w 704850"/>
                <a:gd name="csY138" fmla="*/ 119528 h 342900"/>
                <a:gd name="csX139" fmla="*/ 191710 w 704850"/>
                <a:gd name="csY139" fmla="*/ 123090 h 342900"/>
                <a:gd name="csX140" fmla="*/ 193110 w 704850"/>
                <a:gd name="csY140" fmla="*/ 126595 h 342900"/>
                <a:gd name="csX141" fmla="*/ 194443 w 704850"/>
                <a:gd name="csY141" fmla="*/ 130034 h 342900"/>
                <a:gd name="csX142" fmla="*/ 195843 w 704850"/>
                <a:gd name="csY142" fmla="*/ 133339 h 342900"/>
                <a:gd name="csX143" fmla="*/ 197244 w 704850"/>
                <a:gd name="csY143" fmla="*/ 136644 h 342900"/>
                <a:gd name="csX144" fmla="*/ 198577 w 704850"/>
                <a:gd name="csY144" fmla="*/ 139826 h 342900"/>
                <a:gd name="csX145" fmla="*/ 199978 w 704850"/>
                <a:gd name="csY145" fmla="*/ 142883 h 342900"/>
                <a:gd name="csX146" fmla="*/ 201378 w 704850"/>
                <a:gd name="csY146" fmla="*/ 145941 h 342900"/>
                <a:gd name="csX147" fmla="*/ 202711 w 704850"/>
                <a:gd name="csY147" fmla="*/ 148865 h 342900"/>
                <a:gd name="csX148" fmla="*/ 204111 w 704850"/>
                <a:gd name="csY148" fmla="*/ 151722 h 342900"/>
                <a:gd name="csX149" fmla="*/ 205511 w 704850"/>
                <a:gd name="csY149" fmla="*/ 154532 h 342900"/>
                <a:gd name="csX150" fmla="*/ 206912 w 704850"/>
                <a:gd name="csY150" fmla="*/ 157199 h 342900"/>
                <a:gd name="csX151" fmla="*/ 208245 w 704850"/>
                <a:gd name="csY151" fmla="*/ 159876 h 342900"/>
                <a:gd name="csX152" fmla="*/ 209645 w 704850"/>
                <a:gd name="csY152" fmla="*/ 162419 h 342900"/>
                <a:gd name="csX153" fmla="*/ 211045 w 704850"/>
                <a:gd name="csY153" fmla="*/ 164838 h 342900"/>
                <a:gd name="csX154" fmla="*/ 212379 w 704850"/>
                <a:gd name="csY154" fmla="*/ 167257 h 342900"/>
                <a:gd name="csX155" fmla="*/ 213779 w 704850"/>
                <a:gd name="csY155" fmla="*/ 169544 h 342900"/>
                <a:gd name="csX156" fmla="*/ 215179 w 704850"/>
                <a:gd name="csY156" fmla="*/ 171772 h 342900"/>
                <a:gd name="csX157" fmla="*/ 216513 w 704850"/>
                <a:gd name="csY157" fmla="*/ 173935 h 342900"/>
                <a:gd name="csX158" fmla="*/ 217913 w 704850"/>
                <a:gd name="csY158" fmla="*/ 176030 h 342900"/>
                <a:gd name="csX159" fmla="*/ 219313 w 704850"/>
                <a:gd name="csY159" fmla="*/ 178068 h 342900"/>
                <a:gd name="csX160" fmla="*/ 220647 w 704850"/>
                <a:gd name="csY160" fmla="*/ 180040 h 342900"/>
                <a:gd name="csX161" fmla="*/ 222047 w 704850"/>
                <a:gd name="csY161" fmla="*/ 181955 h 342900"/>
                <a:gd name="csX162" fmla="*/ 223447 w 704850"/>
                <a:gd name="csY162" fmla="*/ 183736 h 342900"/>
                <a:gd name="csX163" fmla="*/ 224838 w 704850"/>
                <a:gd name="csY163" fmla="*/ 185517 h 342900"/>
                <a:gd name="csX164" fmla="*/ 226181 w 704850"/>
                <a:gd name="csY164" fmla="*/ 187232 h 342900"/>
                <a:gd name="csX165" fmla="*/ 227581 w 704850"/>
                <a:gd name="csY165" fmla="*/ 188889 h 342900"/>
                <a:gd name="csX166" fmla="*/ 228971 w 704850"/>
                <a:gd name="csY166" fmla="*/ 190413 h 342900"/>
                <a:gd name="csX167" fmla="*/ 230315 w 704850"/>
                <a:gd name="csY167" fmla="*/ 191937 h 342900"/>
                <a:gd name="csX168" fmla="*/ 231705 w 704850"/>
                <a:gd name="csY168" fmla="*/ 193470 h 342900"/>
                <a:gd name="csX169" fmla="*/ 233105 w 704850"/>
                <a:gd name="csY169" fmla="*/ 194871 h 342900"/>
                <a:gd name="csX170" fmla="*/ 234448 w 704850"/>
                <a:gd name="csY170" fmla="*/ 196271 h 342900"/>
                <a:gd name="csX171" fmla="*/ 235839 w 704850"/>
                <a:gd name="csY171" fmla="*/ 197604 h 342900"/>
                <a:gd name="csX172" fmla="*/ 237239 w 704850"/>
                <a:gd name="csY172" fmla="*/ 198881 h 342900"/>
                <a:gd name="csX173" fmla="*/ 238573 w 704850"/>
                <a:gd name="csY173" fmla="*/ 200147 h 342900"/>
                <a:gd name="csX174" fmla="*/ 239973 w 704850"/>
                <a:gd name="csY174" fmla="*/ 201357 h 342900"/>
                <a:gd name="csX175" fmla="*/ 241373 w 704850"/>
                <a:gd name="csY175" fmla="*/ 202500 h 342900"/>
                <a:gd name="csX176" fmla="*/ 242773 w 704850"/>
                <a:gd name="csY176" fmla="*/ 203586 h 342900"/>
                <a:gd name="csX177" fmla="*/ 244107 w 704850"/>
                <a:gd name="csY177" fmla="*/ 204729 h 342900"/>
                <a:gd name="csX178" fmla="*/ 245507 w 704850"/>
                <a:gd name="csY178" fmla="*/ 205748 h 342900"/>
                <a:gd name="csX179" fmla="*/ 246907 w 704850"/>
                <a:gd name="csY179" fmla="*/ 206767 h 342900"/>
                <a:gd name="csX180" fmla="*/ 248241 w 704850"/>
                <a:gd name="csY180" fmla="*/ 207720 h 342900"/>
                <a:gd name="csX181" fmla="*/ 249641 w 704850"/>
                <a:gd name="csY181" fmla="*/ 208672 h 342900"/>
                <a:gd name="csX182" fmla="*/ 251041 w 704850"/>
                <a:gd name="csY182" fmla="*/ 209634 h 342900"/>
                <a:gd name="csX183" fmla="*/ 252374 w 704850"/>
                <a:gd name="csY183" fmla="*/ 210520 h 342900"/>
                <a:gd name="csX184" fmla="*/ 253775 w 704850"/>
                <a:gd name="csY184" fmla="*/ 211416 h 342900"/>
                <a:gd name="csX185" fmla="*/ 255175 w 704850"/>
                <a:gd name="csY185" fmla="*/ 212235 h 342900"/>
                <a:gd name="csX186" fmla="*/ 256508 w 704850"/>
                <a:gd name="csY186" fmla="*/ 213063 h 342900"/>
                <a:gd name="csX187" fmla="*/ 257909 w 704850"/>
                <a:gd name="csY187" fmla="*/ 213825 h 342900"/>
                <a:gd name="csX188" fmla="*/ 259309 w 704850"/>
                <a:gd name="csY188" fmla="*/ 214597 h 342900"/>
                <a:gd name="csX189" fmla="*/ 260709 w 704850"/>
                <a:gd name="csY189" fmla="*/ 215359 h 342900"/>
                <a:gd name="csX190" fmla="*/ 262042 w 704850"/>
                <a:gd name="csY190" fmla="*/ 216054 h 342900"/>
                <a:gd name="csX191" fmla="*/ 263443 w 704850"/>
                <a:gd name="csY191" fmla="*/ 216759 h 342900"/>
                <a:gd name="csX192" fmla="*/ 264843 w 704850"/>
                <a:gd name="csY192" fmla="*/ 217454 h 342900"/>
                <a:gd name="csX193" fmla="*/ 266176 w 704850"/>
                <a:gd name="csY193" fmla="*/ 218092 h 342900"/>
                <a:gd name="csX194" fmla="*/ 267576 w 704850"/>
                <a:gd name="csY194" fmla="*/ 218731 h 342900"/>
                <a:gd name="csX195" fmla="*/ 268977 w 704850"/>
                <a:gd name="csY195" fmla="*/ 219369 h 342900"/>
                <a:gd name="csX196" fmla="*/ 270310 w 704850"/>
                <a:gd name="csY196" fmla="*/ 219940 h 342900"/>
                <a:gd name="csX197" fmla="*/ 271710 w 704850"/>
                <a:gd name="csY197" fmla="*/ 220579 h 342900"/>
                <a:gd name="csX198" fmla="*/ 273110 w 704850"/>
                <a:gd name="csY198" fmla="*/ 221150 h 342900"/>
                <a:gd name="csX199" fmla="*/ 274444 w 704850"/>
                <a:gd name="csY199" fmla="*/ 221655 h 342900"/>
                <a:gd name="csX200" fmla="*/ 275844 w 704850"/>
                <a:gd name="csY200" fmla="*/ 222226 h 342900"/>
                <a:gd name="csX201" fmla="*/ 277244 w 704850"/>
                <a:gd name="csY201" fmla="*/ 222741 h 342900"/>
                <a:gd name="csX202" fmla="*/ 278645 w 704850"/>
                <a:gd name="csY202" fmla="*/ 223246 h 342900"/>
                <a:gd name="csX203" fmla="*/ 279978 w 704850"/>
                <a:gd name="csY203" fmla="*/ 223760 h 342900"/>
                <a:gd name="csX204" fmla="*/ 281378 w 704850"/>
                <a:gd name="csY204" fmla="*/ 224265 h 342900"/>
                <a:gd name="csX205" fmla="*/ 282778 w 704850"/>
                <a:gd name="csY205" fmla="*/ 224712 h 342900"/>
                <a:gd name="csX206" fmla="*/ 284112 w 704850"/>
                <a:gd name="csY206" fmla="*/ 225160 h 342900"/>
                <a:gd name="csX207" fmla="*/ 285512 w 704850"/>
                <a:gd name="csY207" fmla="*/ 225598 h 342900"/>
                <a:gd name="csX208" fmla="*/ 286902 w 704850"/>
                <a:gd name="csY208" fmla="*/ 226046 h 342900"/>
                <a:gd name="csX209" fmla="*/ 288246 w 704850"/>
                <a:gd name="csY209" fmla="*/ 226427 h 342900"/>
                <a:gd name="csX210" fmla="*/ 289646 w 704850"/>
                <a:gd name="csY210" fmla="*/ 226874 h 342900"/>
                <a:gd name="csX211" fmla="*/ 291037 w 704850"/>
                <a:gd name="csY211" fmla="*/ 227256 h 342900"/>
                <a:gd name="csX212" fmla="*/ 292379 w 704850"/>
                <a:gd name="csY212" fmla="*/ 227637 h 342900"/>
                <a:gd name="csX213" fmla="*/ 293780 w 704850"/>
                <a:gd name="csY213" fmla="*/ 228017 h 342900"/>
                <a:gd name="csX214" fmla="*/ 295170 w 704850"/>
                <a:gd name="csY214" fmla="*/ 228399 h 342900"/>
                <a:gd name="csX215" fmla="*/ 296570 w 704850"/>
                <a:gd name="csY215" fmla="*/ 228780 h 342900"/>
                <a:gd name="csX216" fmla="*/ 297913 w 704850"/>
                <a:gd name="csY216" fmla="*/ 229103 h 342900"/>
                <a:gd name="csX217" fmla="*/ 299304 w 704850"/>
                <a:gd name="csY217" fmla="*/ 229418 h 342900"/>
                <a:gd name="csX218" fmla="*/ 300704 w 704850"/>
                <a:gd name="csY218" fmla="*/ 229799 h 342900"/>
                <a:gd name="csX219" fmla="*/ 302038 w 704850"/>
                <a:gd name="csY219" fmla="*/ 230123 h 342900"/>
                <a:gd name="csX220" fmla="*/ 303438 w 704850"/>
                <a:gd name="csY220" fmla="*/ 230370 h 342900"/>
                <a:gd name="csX221" fmla="*/ 304838 w 704850"/>
                <a:gd name="csY221" fmla="*/ 230694 h 342900"/>
                <a:gd name="csX222" fmla="*/ 306172 w 704850"/>
                <a:gd name="csY222" fmla="*/ 231009 h 342900"/>
                <a:gd name="csX223" fmla="*/ 307572 w 704850"/>
                <a:gd name="csY223" fmla="*/ 231265 h 342900"/>
                <a:gd name="csX224" fmla="*/ 308972 w 704850"/>
                <a:gd name="csY224" fmla="*/ 231580 h 342900"/>
                <a:gd name="csX225" fmla="*/ 310305 w 704850"/>
                <a:gd name="csY225" fmla="*/ 231837 h 342900"/>
                <a:gd name="csX226" fmla="*/ 311706 w 704850"/>
                <a:gd name="csY226" fmla="*/ 232094 h 342900"/>
                <a:gd name="csX227" fmla="*/ 313106 w 704850"/>
                <a:gd name="csY227" fmla="*/ 232342 h 342900"/>
                <a:gd name="csX228" fmla="*/ 314439 w 704850"/>
                <a:gd name="csY228" fmla="*/ 232599 h 342900"/>
                <a:gd name="csX229" fmla="*/ 315840 w 704850"/>
                <a:gd name="csY229" fmla="*/ 232856 h 342900"/>
                <a:gd name="csX230" fmla="*/ 317240 w 704850"/>
                <a:gd name="csY230" fmla="*/ 233113 h 342900"/>
                <a:gd name="csX231" fmla="*/ 318640 w 704850"/>
                <a:gd name="csY231" fmla="*/ 233361 h 342900"/>
                <a:gd name="csX232" fmla="*/ 319973 w 704850"/>
                <a:gd name="csY232" fmla="*/ 233552 h 342900"/>
                <a:gd name="csX233" fmla="*/ 321374 w 704850"/>
                <a:gd name="csY233" fmla="*/ 233809 h 342900"/>
                <a:gd name="csX234" fmla="*/ 322774 w 704850"/>
                <a:gd name="csY234" fmla="*/ 234066 h 342900"/>
                <a:gd name="csX235" fmla="*/ 324107 w 704850"/>
                <a:gd name="csY235" fmla="*/ 234256 h 342900"/>
                <a:gd name="csX236" fmla="*/ 325507 w 704850"/>
                <a:gd name="csY236" fmla="*/ 234447 h 342900"/>
                <a:gd name="csX237" fmla="*/ 326908 w 704850"/>
                <a:gd name="csY237" fmla="*/ 234704 h 342900"/>
                <a:gd name="csX238" fmla="*/ 328241 w 704850"/>
                <a:gd name="csY238" fmla="*/ 234895 h 342900"/>
                <a:gd name="csX239" fmla="*/ 329641 w 704850"/>
                <a:gd name="csY239" fmla="*/ 235085 h 342900"/>
                <a:gd name="csX240" fmla="*/ 331041 w 704850"/>
                <a:gd name="csY240" fmla="*/ 235276 h 342900"/>
                <a:gd name="csX241" fmla="*/ 332375 w 704850"/>
                <a:gd name="csY241" fmla="*/ 235466 h 342900"/>
                <a:gd name="csX242" fmla="*/ 333775 w 704850"/>
                <a:gd name="csY242" fmla="*/ 235656 h 342900"/>
                <a:gd name="csX243" fmla="*/ 335175 w 704850"/>
                <a:gd name="csY243" fmla="*/ 235847 h 342900"/>
                <a:gd name="csX244" fmla="*/ 336576 w 704850"/>
                <a:gd name="csY244" fmla="*/ 236038 h 342900"/>
                <a:gd name="csX245" fmla="*/ 337909 w 704850"/>
                <a:gd name="csY245" fmla="*/ 236228 h 342900"/>
                <a:gd name="csX246" fmla="*/ 339309 w 704850"/>
                <a:gd name="csY246" fmla="*/ 236352 h 342900"/>
                <a:gd name="csX247" fmla="*/ 340709 w 704850"/>
                <a:gd name="csY247" fmla="*/ 236542 h 342900"/>
                <a:gd name="csX248" fmla="*/ 342043 w 704850"/>
                <a:gd name="csY248" fmla="*/ 236733 h 342900"/>
                <a:gd name="csX249" fmla="*/ 343443 w 704850"/>
                <a:gd name="csY249" fmla="*/ 236866 h 342900"/>
                <a:gd name="csX250" fmla="*/ 344843 w 704850"/>
                <a:gd name="csY250" fmla="*/ 237057 h 342900"/>
                <a:gd name="csX251" fmla="*/ 346177 w 704850"/>
                <a:gd name="csY251" fmla="*/ 237181 h 342900"/>
                <a:gd name="csX252" fmla="*/ 347577 w 704850"/>
                <a:gd name="csY252" fmla="*/ 237371 h 342900"/>
                <a:gd name="csX253" fmla="*/ 348977 w 704850"/>
                <a:gd name="csY253" fmla="*/ 237504 h 342900"/>
                <a:gd name="csX254" fmla="*/ 350311 w 704850"/>
                <a:gd name="csY254" fmla="*/ 237695 h 342900"/>
                <a:gd name="csX255" fmla="*/ 351711 w 704850"/>
                <a:gd name="csY255" fmla="*/ 237819 h 342900"/>
                <a:gd name="csX256" fmla="*/ 353101 w 704850"/>
                <a:gd name="csY256" fmla="*/ 237943 h 342900"/>
                <a:gd name="csX257" fmla="*/ 354502 w 704850"/>
                <a:gd name="csY257" fmla="*/ 238076 h 342900"/>
                <a:gd name="csX258" fmla="*/ 355844 w 704850"/>
                <a:gd name="csY258" fmla="*/ 238200 h 342900"/>
                <a:gd name="csX259" fmla="*/ 357235 w 704850"/>
                <a:gd name="csY259" fmla="*/ 238323 h 342900"/>
                <a:gd name="csX260" fmla="*/ 358635 w 704850"/>
                <a:gd name="csY260" fmla="*/ 238457 h 342900"/>
                <a:gd name="csX261" fmla="*/ 359979 w 704850"/>
                <a:gd name="csY261" fmla="*/ 238581 h 342900"/>
                <a:gd name="csX262" fmla="*/ 361369 w 704850"/>
                <a:gd name="csY262" fmla="*/ 238705 h 342900"/>
                <a:gd name="csX263" fmla="*/ 362769 w 704850"/>
                <a:gd name="csY263" fmla="*/ 238838 h 342900"/>
                <a:gd name="csX264" fmla="*/ 364112 w 704850"/>
                <a:gd name="csY264" fmla="*/ 238905 h 342900"/>
                <a:gd name="csX265" fmla="*/ 365503 w 704850"/>
                <a:gd name="csY265" fmla="*/ 239028 h 342900"/>
                <a:gd name="csX266" fmla="*/ 366903 w 704850"/>
                <a:gd name="csY266" fmla="*/ 239086 h 342900"/>
                <a:gd name="csX267" fmla="*/ 368236 w 704850"/>
                <a:gd name="csY267" fmla="*/ 239219 h 342900"/>
                <a:gd name="csX268" fmla="*/ 369637 w 704850"/>
                <a:gd name="csY268" fmla="*/ 239286 h 342900"/>
                <a:gd name="csX269" fmla="*/ 371037 w 704850"/>
                <a:gd name="csY269" fmla="*/ 239343 h 342900"/>
                <a:gd name="csX270" fmla="*/ 372437 w 704850"/>
                <a:gd name="csY270" fmla="*/ 239409 h 342900"/>
                <a:gd name="csX271" fmla="*/ 373771 w 704850"/>
                <a:gd name="csY271" fmla="*/ 239476 h 342900"/>
                <a:gd name="csX272" fmla="*/ 375171 w 704850"/>
                <a:gd name="csY272" fmla="*/ 239476 h 342900"/>
                <a:gd name="csX273" fmla="*/ 376571 w 704850"/>
                <a:gd name="csY273" fmla="*/ 239533 h 342900"/>
                <a:gd name="csX274" fmla="*/ 377904 w 704850"/>
                <a:gd name="csY274" fmla="*/ 239533 h 342900"/>
                <a:gd name="csX275" fmla="*/ 379305 w 704850"/>
                <a:gd name="csY275" fmla="*/ 239600 h 342900"/>
                <a:gd name="csX276" fmla="*/ 380705 w 704850"/>
                <a:gd name="csY276" fmla="*/ 239600 h 342900"/>
                <a:gd name="csX277" fmla="*/ 382038 w 704850"/>
                <a:gd name="csY277" fmla="*/ 239600 h 342900"/>
                <a:gd name="csX278" fmla="*/ 383438 w 704850"/>
                <a:gd name="csY278" fmla="*/ 239600 h 342900"/>
                <a:gd name="csX279" fmla="*/ 384839 w 704850"/>
                <a:gd name="csY279" fmla="*/ 239533 h 342900"/>
                <a:gd name="csX280" fmla="*/ 386172 w 704850"/>
                <a:gd name="csY280" fmla="*/ 239533 h 342900"/>
                <a:gd name="csX281" fmla="*/ 387572 w 704850"/>
                <a:gd name="csY281" fmla="*/ 239476 h 342900"/>
                <a:gd name="csX282" fmla="*/ 388972 w 704850"/>
                <a:gd name="csY282" fmla="*/ 239476 h 342900"/>
                <a:gd name="csX283" fmla="*/ 390373 w 704850"/>
                <a:gd name="csY283" fmla="*/ 239409 h 342900"/>
                <a:gd name="csX284" fmla="*/ 391706 w 704850"/>
                <a:gd name="csY284" fmla="*/ 239286 h 342900"/>
                <a:gd name="csX285" fmla="*/ 393106 w 704850"/>
                <a:gd name="csY285" fmla="*/ 239219 h 342900"/>
                <a:gd name="csX286" fmla="*/ 394507 w 704850"/>
                <a:gd name="csY286" fmla="*/ 239086 h 342900"/>
                <a:gd name="csX287" fmla="*/ 395840 w 704850"/>
                <a:gd name="csY287" fmla="*/ 239028 h 342900"/>
                <a:gd name="csX288" fmla="*/ 397240 w 704850"/>
                <a:gd name="csY288" fmla="*/ 238905 h 342900"/>
                <a:gd name="csX289" fmla="*/ 398640 w 704850"/>
                <a:gd name="csY289" fmla="*/ 238771 h 342900"/>
                <a:gd name="csX290" fmla="*/ 399974 w 704850"/>
                <a:gd name="csY290" fmla="*/ 238581 h 342900"/>
                <a:gd name="csX291" fmla="*/ 401374 w 704850"/>
                <a:gd name="csY291" fmla="*/ 238457 h 342900"/>
                <a:gd name="csX292" fmla="*/ 402774 w 704850"/>
                <a:gd name="csY292" fmla="*/ 238267 h 342900"/>
                <a:gd name="csX293" fmla="*/ 404108 w 704850"/>
                <a:gd name="csY293" fmla="*/ 238076 h 342900"/>
                <a:gd name="csX294" fmla="*/ 405508 w 704850"/>
                <a:gd name="csY294" fmla="*/ 237885 h 342900"/>
                <a:gd name="csX295" fmla="*/ 406908 w 704850"/>
                <a:gd name="csY295" fmla="*/ 237695 h 342900"/>
                <a:gd name="csX296" fmla="*/ 408299 w 704850"/>
                <a:gd name="csY296" fmla="*/ 237504 h 342900"/>
                <a:gd name="csX297" fmla="*/ 409642 w 704850"/>
                <a:gd name="csY297" fmla="*/ 237247 h 342900"/>
                <a:gd name="csX298" fmla="*/ 411042 w 704850"/>
                <a:gd name="csY298" fmla="*/ 236990 h 342900"/>
                <a:gd name="csX299" fmla="*/ 412433 w 704850"/>
                <a:gd name="csY299" fmla="*/ 236733 h 342900"/>
                <a:gd name="csX300" fmla="*/ 413776 w 704850"/>
                <a:gd name="csY300" fmla="*/ 236485 h 342900"/>
                <a:gd name="csX301" fmla="*/ 415176 w 704850"/>
                <a:gd name="csY301" fmla="*/ 236228 h 342900"/>
                <a:gd name="csX302" fmla="*/ 416566 w 704850"/>
                <a:gd name="csY302" fmla="*/ 235914 h 342900"/>
                <a:gd name="csX303" fmla="*/ 417910 w 704850"/>
                <a:gd name="csY303" fmla="*/ 235590 h 342900"/>
                <a:gd name="csX304" fmla="*/ 419300 w 704850"/>
                <a:gd name="csY304" fmla="*/ 235333 h 342900"/>
                <a:gd name="csX305" fmla="*/ 420700 w 704850"/>
                <a:gd name="csY305" fmla="*/ 234952 h 342900"/>
                <a:gd name="csX306" fmla="*/ 422043 w 704850"/>
                <a:gd name="csY306" fmla="*/ 234637 h 342900"/>
                <a:gd name="csX307" fmla="*/ 423434 w 704850"/>
                <a:gd name="csY307" fmla="*/ 234323 h 342900"/>
                <a:gd name="csX308" fmla="*/ 424834 w 704850"/>
                <a:gd name="csY308" fmla="*/ 233932 h 342900"/>
                <a:gd name="csX309" fmla="*/ 426234 w 704850"/>
                <a:gd name="csY309" fmla="*/ 233618 h 342900"/>
                <a:gd name="csX310" fmla="*/ 427568 w 704850"/>
                <a:gd name="csY310" fmla="*/ 233237 h 342900"/>
                <a:gd name="csX311" fmla="*/ 428968 w 704850"/>
                <a:gd name="csY311" fmla="*/ 232856 h 342900"/>
                <a:gd name="csX312" fmla="*/ 430368 w 704850"/>
                <a:gd name="csY312" fmla="*/ 232475 h 342900"/>
                <a:gd name="csX313" fmla="*/ 431702 w 704850"/>
                <a:gd name="csY313" fmla="*/ 232028 h 342900"/>
                <a:gd name="csX314" fmla="*/ 433102 w 704850"/>
                <a:gd name="csY314" fmla="*/ 231647 h 342900"/>
                <a:gd name="csX315" fmla="*/ 434502 w 704850"/>
                <a:gd name="csY315" fmla="*/ 231199 h 342900"/>
                <a:gd name="csX316" fmla="*/ 435836 w 704850"/>
                <a:gd name="csY316" fmla="*/ 230751 h 342900"/>
                <a:gd name="csX317" fmla="*/ 437236 w 704850"/>
                <a:gd name="csY317" fmla="*/ 230370 h 342900"/>
                <a:gd name="csX318" fmla="*/ 438636 w 704850"/>
                <a:gd name="csY318" fmla="*/ 229865 h 342900"/>
                <a:gd name="csX319" fmla="*/ 439969 w 704850"/>
                <a:gd name="csY319" fmla="*/ 229418 h 342900"/>
                <a:gd name="csX320" fmla="*/ 441369 w 704850"/>
                <a:gd name="csY320" fmla="*/ 228970 h 342900"/>
                <a:gd name="csX321" fmla="*/ 442770 w 704850"/>
                <a:gd name="csY321" fmla="*/ 228465 h 342900"/>
                <a:gd name="csX322" fmla="*/ 444170 w 704850"/>
                <a:gd name="csY322" fmla="*/ 227951 h 342900"/>
                <a:gd name="csX323" fmla="*/ 445503 w 704850"/>
                <a:gd name="csY323" fmla="*/ 227446 h 342900"/>
                <a:gd name="csX324" fmla="*/ 446903 w 704850"/>
                <a:gd name="csY324" fmla="*/ 226941 h 342900"/>
                <a:gd name="csX325" fmla="*/ 448304 w 704850"/>
                <a:gd name="csY325" fmla="*/ 226427 h 342900"/>
                <a:gd name="csX326" fmla="*/ 449637 w 704850"/>
                <a:gd name="csY326" fmla="*/ 225855 h 342900"/>
                <a:gd name="csX327" fmla="*/ 451037 w 704850"/>
                <a:gd name="csY327" fmla="*/ 225284 h 342900"/>
                <a:gd name="csX328" fmla="*/ 452438 w 704850"/>
                <a:gd name="csY328" fmla="*/ 224712 h 342900"/>
                <a:gd name="csX329" fmla="*/ 453771 w 704850"/>
                <a:gd name="csY329" fmla="*/ 224141 h 342900"/>
                <a:gd name="csX330" fmla="*/ 455171 w 704850"/>
                <a:gd name="csY330" fmla="*/ 223569 h 342900"/>
                <a:gd name="csX331" fmla="*/ 456571 w 704850"/>
                <a:gd name="csY331" fmla="*/ 222931 h 342900"/>
                <a:gd name="csX332" fmla="*/ 457905 w 704850"/>
                <a:gd name="csY332" fmla="*/ 222293 h 342900"/>
                <a:gd name="csX333" fmla="*/ 459305 w 704850"/>
                <a:gd name="csY333" fmla="*/ 221588 h 342900"/>
                <a:gd name="csX334" fmla="*/ 460705 w 704850"/>
                <a:gd name="csY334" fmla="*/ 220959 h 342900"/>
                <a:gd name="csX335" fmla="*/ 462105 w 704850"/>
                <a:gd name="csY335" fmla="*/ 220255 h 342900"/>
                <a:gd name="csX336" fmla="*/ 463439 w 704850"/>
                <a:gd name="csY336" fmla="*/ 219493 h 342900"/>
                <a:gd name="csX337" fmla="*/ 464839 w 704850"/>
                <a:gd name="csY337" fmla="*/ 218731 h 342900"/>
                <a:gd name="csX338" fmla="*/ 466239 w 704850"/>
                <a:gd name="csY338" fmla="*/ 217969 h 342900"/>
                <a:gd name="csX339" fmla="*/ 467573 w 704850"/>
                <a:gd name="csY339" fmla="*/ 217207 h 342900"/>
                <a:gd name="csX340" fmla="*/ 468973 w 704850"/>
                <a:gd name="csY340" fmla="*/ 216311 h 342900"/>
                <a:gd name="csX341" fmla="*/ 470373 w 704850"/>
                <a:gd name="csY341" fmla="*/ 215483 h 342900"/>
                <a:gd name="csX342" fmla="*/ 471707 w 704850"/>
                <a:gd name="csY342" fmla="*/ 214597 h 342900"/>
                <a:gd name="csX343" fmla="*/ 473107 w 704850"/>
                <a:gd name="csY343" fmla="*/ 213635 h 342900"/>
                <a:gd name="csX344" fmla="*/ 474507 w 704850"/>
                <a:gd name="csY344" fmla="*/ 212682 h 342900"/>
                <a:gd name="csX345" fmla="*/ 475841 w 704850"/>
                <a:gd name="csY345" fmla="*/ 211730 h 342900"/>
                <a:gd name="csX346" fmla="*/ 477241 w 704850"/>
                <a:gd name="csY346" fmla="*/ 210644 h 342900"/>
                <a:gd name="csX347" fmla="*/ 478641 w 704850"/>
                <a:gd name="csY347" fmla="*/ 209568 h 342900"/>
                <a:gd name="csX348" fmla="*/ 480031 w 704850"/>
                <a:gd name="csY348" fmla="*/ 208482 h 342900"/>
                <a:gd name="csX349" fmla="*/ 481375 w 704850"/>
                <a:gd name="csY349" fmla="*/ 207339 h 342900"/>
                <a:gd name="csX350" fmla="*/ 482765 w 704850"/>
                <a:gd name="csY350" fmla="*/ 206129 h 342900"/>
                <a:gd name="csX351" fmla="*/ 484165 w 704850"/>
                <a:gd name="csY351" fmla="*/ 204862 h 342900"/>
                <a:gd name="csX352" fmla="*/ 485508 w 704850"/>
                <a:gd name="csY352" fmla="*/ 203586 h 342900"/>
                <a:gd name="csX353" fmla="*/ 486899 w 704850"/>
                <a:gd name="csY353" fmla="*/ 202186 h 342900"/>
                <a:gd name="csX354" fmla="*/ 488299 w 704850"/>
                <a:gd name="csY354" fmla="*/ 200786 h 342900"/>
                <a:gd name="csX355" fmla="*/ 489633 w 704850"/>
                <a:gd name="csY355" fmla="*/ 199319 h 342900"/>
                <a:gd name="csX356" fmla="*/ 491033 w 704850"/>
                <a:gd name="csY356" fmla="*/ 197795 h 342900"/>
                <a:gd name="csX357" fmla="*/ 492433 w 704850"/>
                <a:gd name="csY357" fmla="*/ 196204 h 342900"/>
                <a:gd name="csX358" fmla="*/ 493767 w 704850"/>
                <a:gd name="csY358" fmla="*/ 194613 h 342900"/>
                <a:gd name="csX359" fmla="*/ 495167 w 704850"/>
                <a:gd name="csY359" fmla="*/ 192899 h 342900"/>
                <a:gd name="csX360" fmla="*/ 496567 w 704850"/>
                <a:gd name="csY360" fmla="*/ 191118 h 342900"/>
                <a:gd name="csX361" fmla="*/ 497967 w 704850"/>
                <a:gd name="csY361" fmla="*/ 189337 h 342900"/>
                <a:gd name="csX362" fmla="*/ 499301 w 704850"/>
                <a:gd name="csY362" fmla="*/ 187422 h 342900"/>
                <a:gd name="csX363" fmla="*/ 500701 w 704850"/>
                <a:gd name="csY363" fmla="*/ 185450 h 342900"/>
                <a:gd name="csX364" fmla="*/ 502101 w 704850"/>
                <a:gd name="csY364" fmla="*/ 183479 h 342900"/>
                <a:gd name="csX365" fmla="*/ 503434 w 704850"/>
                <a:gd name="csY365" fmla="*/ 181383 h 342900"/>
                <a:gd name="csX366" fmla="*/ 504835 w 704850"/>
                <a:gd name="csY366" fmla="*/ 179211 h 342900"/>
                <a:gd name="csX367" fmla="*/ 506235 w 704850"/>
                <a:gd name="csY367" fmla="*/ 176992 h 342900"/>
                <a:gd name="csX368" fmla="*/ 507568 w 704850"/>
                <a:gd name="csY368" fmla="*/ 174763 h 342900"/>
                <a:gd name="csX369" fmla="*/ 508969 w 704850"/>
                <a:gd name="csY369" fmla="*/ 172411 h 342900"/>
                <a:gd name="csX370" fmla="*/ 510369 w 704850"/>
                <a:gd name="csY370" fmla="*/ 169991 h 342900"/>
                <a:gd name="csX371" fmla="*/ 511702 w 704850"/>
                <a:gd name="csY371" fmla="*/ 167505 h 342900"/>
                <a:gd name="csX372" fmla="*/ 513102 w 704850"/>
                <a:gd name="csY372" fmla="*/ 164962 h 342900"/>
                <a:gd name="csX373" fmla="*/ 514503 w 704850"/>
                <a:gd name="csY373" fmla="*/ 162352 h 342900"/>
                <a:gd name="csX374" fmla="*/ 515836 w 704850"/>
                <a:gd name="csY374" fmla="*/ 159685 h 342900"/>
                <a:gd name="csX375" fmla="*/ 517236 w 704850"/>
                <a:gd name="csY375" fmla="*/ 156942 h 342900"/>
                <a:gd name="csX376" fmla="*/ 518636 w 704850"/>
                <a:gd name="csY376" fmla="*/ 154208 h 342900"/>
                <a:gd name="csX377" fmla="*/ 520036 w 704850"/>
                <a:gd name="csY377" fmla="*/ 151341 h 342900"/>
                <a:gd name="csX378" fmla="*/ 521370 w 704850"/>
                <a:gd name="csY378" fmla="*/ 148484 h 342900"/>
                <a:gd name="csX379" fmla="*/ 522770 w 704850"/>
                <a:gd name="csY379" fmla="*/ 145550 h 342900"/>
                <a:gd name="csX380" fmla="*/ 524170 w 704850"/>
                <a:gd name="csY380" fmla="*/ 142626 h 342900"/>
                <a:gd name="csX381" fmla="*/ 525504 w 704850"/>
                <a:gd name="csY381" fmla="*/ 139635 h 342900"/>
                <a:gd name="csX382" fmla="*/ 526904 w 704850"/>
                <a:gd name="csY382" fmla="*/ 136587 h 342900"/>
                <a:gd name="csX383" fmla="*/ 528304 w 704850"/>
                <a:gd name="csY383" fmla="*/ 133530 h 342900"/>
                <a:gd name="csX384" fmla="*/ 529638 w 704850"/>
                <a:gd name="csY384" fmla="*/ 130472 h 342900"/>
                <a:gd name="csX385" fmla="*/ 531038 w 704850"/>
                <a:gd name="csY385" fmla="*/ 127357 h 342900"/>
                <a:gd name="csX386" fmla="*/ 532438 w 704850"/>
                <a:gd name="csY386" fmla="*/ 124300 h 342900"/>
                <a:gd name="csX387" fmla="*/ 533771 w 704850"/>
                <a:gd name="csY387" fmla="*/ 121185 h 342900"/>
                <a:gd name="csX388" fmla="*/ 535172 w 704850"/>
                <a:gd name="csY388" fmla="*/ 118128 h 342900"/>
                <a:gd name="csX389" fmla="*/ 536572 w 704850"/>
                <a:gd name="csY389" fmla="*/ 115080 h 342900"/>
                <a:gd name="csX390" fmla="*/ 537962 w 704850"/>
                <a:gd name="csY390" fmla="*/ 112022 h 342900"/>
                <a:gd name="csX391" fmla="*/ 539306 w 704850"/>
                <a:gd name="csY391" fmla="*/ 108965 h 342900"/>
                <a:gd name="csX392" fmla="*/ 540706 w 704850"/>
                <a:gd name="csY392" fmla="*/ 106040 h 342900"/>
                <a:gd name="csX393" fmla="*/ 542096 w 704850"/>
                <a:gd name="csY393" fmla="*/ 103116 h 342900"/>
                <a:gd name="csX394" fmla="*/ 543439 w 704850"/>
                <a:gd name="csY394" fmla="*/ 100192 h 342900"/>
                <a:gd name="csX395" fmla="*/ 544840 w 704850"/>
                <a:gd name="csY395" fmla="*/ 97449 h 342900"/>
                <a:gd name="csX396" fmla="*/ 546230 w 704850"/>
                <a:gd name="csY396" fmla="*/ 94715 h 342900"/>
                <a:gd name="csX397" fmla="*/ 547573 w 704850"/>
                <a:gd name="csY397" fmla="*/ 92039 h 342900"/>
                <a:gd name="csX398" fmla="*/ 548973 w 704850"/>
                <a:gd name="csY398" fmla="*/ 89495 h 342900"/>
                <a:gd name="csX399" fmla="*/ 550364 w 704850"/>
                <a:gd name="csY399" fmla="*/ 87076 h 342900"/>
                <a:gd name="csX400" fmla="*/ 551707 w 704850"/>
                <a:gd name="csY400" fmla="*/ 84724 h 342900"/>
                <a:gd name="csX401" fmla="*/ 553098 w 704850"/>
                <a:gd name="csY401" fmla="*/ 82495 h 342900"/>
                <a:gd name="csX402" fmla="*/ 554498 w 704850"/>
                <a:gd name="csY402" fmla="*/ 80466 h 342900"/>
                <a:gd name="csX403" fmla="*/ 555898 w 704850"/>
                <a:gd name="csY403" fmla="*/ 78551 h 342900"/>
                <a:gd name="csX404" fmla="*/ 557232 w 704850"/>
                <a:gd name="csY404" fmla="*/ 76703 h 342900"/>
                <a:gd name="csX405" fmla="*/ 558632 w 704850"/>
                <a:gd name="csY405" fmla="*/ 75113 h 342900"/>
                <a:gd name="csX406" fmla="*/ 560032 w 704850"/>
                <a:gd name="csY406" fmla="*/ 73722 h 342900"/>
                <a:gd name="csX407" fmla="*/ 561365 w 704850"/>
                <a:gd name="csY407" fmla="*/ 72379 h 342900"/>
                <a:gd name="csX408" fmla="*/ 562766 w 704850"/>
                <a:gd name="csY408" fmla="*/ 71303 h 342900"/>
                <a:gd name="csX409" fmla="*/ 564166 w 704850"/>
                <a:gd name="csY409" fmla="*/ 70407 h 342900"/>
                <a:gd name="csX410" fmla="*/ 565499 w 704850"/>
                <a:gd name="csY410" fmla="*/ 69712 h 342900"/>
                <a:gd name="csX411" fmla="*/ 566900 w 704850"/>
                <a:gd name="csY411" fmla="*/ 69198 h 342900"/>
                <a:gd name="csX412" fmla="*/ 568300 w 704850"/>
                <a:gd name="csY412" fmla="*/ 68950 h 342900"/>
                <a:gd name="csX413" fmla="*/ 569633 w 704850"/>
                <a:gd name="csY413" fmla="*/ 68817 h 342900"/>
                <a:gd name="csX414" fmla="*/ 571033 w 704850"/>
                <a:gd name="csY414" fmla="*/ 68950 h 342900"/>
                <a:gd name="csX415" fmla="*/ 572434 w 704850"/>
                <a:gd name="csY415" fmla="*/ 69331 h 342900"/>
                <a:gd name="csX416" fmla="*/ 573834 w 704850"/>
                <a:gd name="csY416" fmla="*/ 69903 h 342900"/>
                <a:gd name="csX417" fmla="*/ 575167 w 704850"/>
                <a:gd name="csY417" fmla="*/ 70731 h 342900"/>
                <a:gd name="csX418" fmla="*/ 576567 w 704850"/>
                <a:gd name="csY418" fmla="*/ 71807 h 342900"/>
                <a:gd name="csX419" fmla="*/ 577968 w 704850"/>
                <a:gd name="csY419" fmla="*/ 73084 h 342900"/>
                <a:gd name="csX420" fmla="*/ 579301 w 704850"/>
                <a:gd name="csY420" fmla="*/ 74541 h 342900"/>
                <a:gd name="csX421" fmla="*/ 580701 w 704850"/>
                <a:gd name="csY421" fmla="*/ 76322 h 342900"/>
                <a:gd name="csX422" fmla="*/ 582101 w 704850"/>
                <a:gd name="csY422" fmla="*/ 78294 h 342900"/>
                <a:gd name="csX423" fmla="*/ 583435 w 704850"/>
                <a:gd name="csY423" fmla="*/ 80399 h 342900"/>
                <a:gd name="csX424" fmla="*/ 584835 w 704850"/>
                <a:gd name="csY424" fmla="*/ 82876 h 342900"/>
                <a:gd name="csX425" fmla="*/ 586235 w 704850"/>
                <a:gd name="csY425" fmla="*/ 85485 h 342900"/>
                <a:gd name="csX426" fmla="*/ 587569 w 704850"/>
                <a:gd name="csY426" fmla="*/ 88352 h 342900"/>
                <a:gd name="csX427" fmla="*/ 588969 w 704850"/>
                <a:gd name="csY427" fmla="*/ 91410 h 342900"/>
                <a:gd name="csX428" fmla="*/ 590369 w 704850"/>
                <a:gd name="csY428" fmla="*/ 94649 h 342900"/>
                <a:gd name="csX429" fmla="*/ 591769 w 704850"/>
                <a:gd name="csY429" fmla="*/ 98087 h 342900"/>
                <a:gd name="csX430" fmla="*/ 593103 w 704850"/>
                <a:gd name="csY430" fmla="*/ 101716 h 342900"/>
                <a:gd name="csX431" fmla="*/ 594503 w 704850"/>
                <a:gd name="csY431" fmla="*/ 105593 h 342900"/>
                <a:gd name="csX432" fmla="*/ 595903 w 704850"/>
                <a:gd name="csY432" fmla="*/ 109603 h 342900"/>
                <a:gd name="csX433" fmla="*/ 597237 w 704850"/>
                <a:gd name="csY433" fmla="*/ 113737 h 342900"/>
                <a:gd name="csX434" fmla="*/ 598637 w 704850"/>
                <a:gd name="csY434" fmla="*/ 118070 h 342900"/>
                <a:gd name="csX435" fmla="*/ 600037 w 704850"/>
                <a:gd name="csY435" fmla="*/ 122519 h 342900"/>
                <a:gd name="csX436" fmla="*/ 601370 w 704850"/>
                <a:gd name="csY436" fmla="*/ 127100 h 342900"/>
                <a:gd name="csX437" fmla="*/ 602771 w 704850"/>
                <a:gd name="csY437" fmla="*/ 131815 h 342900"/>
                <a:gd name="csX438" fmla="*/ 604171 w 704850"/>
                <a:gd name="csY438" fmla="*/ 136644 h 342900"/>
                <a:gd name="csX439" fmla="*/ 605504 w 704850"/>
                <a:gd name="csY439" fmla="*/ 141607 h 342900"/>
                <a:gd name="csX440" fmla="*/ 606904 w 704850"/>
                <a:gd name="csY440" fmla="*/ 146636 h 342900"/>
                <a:gd name="csX441" fmla="*/ 608295 w 704850"/>
                <a:gd name="csY441" fmla="*/ 151722 h 342900"/>
                <a:gd name="csX442" fmla="*/ 609695 w 704850"/>
                <a:gd name="csY442" fmla="*/ 156885 h 342900"/>
                <a:gd name="csX443" fmla="*/ 611039 w 704850"/>
                <a:gd name="csY443" fmla="*/ 162095 h 342900"/>
                <a:gd name="csX444" fmla="*/ 612429 w 704850"/>
                <a:gd name="csY444" fmla="*/ 167381 h 342900"/>
                <a:gd name="csX445" fmla="*/ 613829 w 704850"/>
                <a:gd name="csY445" fmla="*/ 172658 h 342900"/>
                <a:gd name="csX446" fmla="*/ 615172 w 704850"/>
                <a:gd name="csY446" fmla="*/ 178002 h 342900"/>
                <a:gd name="csX447" fmla="*/ 616563 w 704850"/>
                <a:gd name="csY447" fmla="*/ 183355 h 342900"/>
                <a:gd name="csX448" fmla="*/ 617963 w 704850"/>
                <a:gd name="csY448" fmla="*/ 188632 h 342900"/>
                <a:gd name="csX449" fmla="*/ 619296 w 704850"/>
                <a:gd name="csY449" fmla="*/ 193975 h 342900"/>
                <a:gd name="csX450" fmla="*/ 620697 w 704850"/>
                <a:gd name="csY450" fmla="*/ 199262 h 342900"/>
                <a:gd name="csX451" fmla="*/ 622097 w 704850"/>
                <a:gd name="csY451" fmla="*/ 204538 h 342900"/>
                <a:gd name="csX452" fmla="*/ 623430 w 704850"/>
                <a:gd name="csY452" fmla="*/ 209758 h 342900"/>
                <a:gd name="csX453" fmla="*/ 624831 w 704850"/>
                <a:gd name="csY453" fmla="*/ 214911 h 342900"/>
                <a:gd name="csX454" fmla="*/ 626231 w 704850"/>
                <a:gd name="csY454" fmla="*/ 219998 h 342900"/>
                <a:gd name="csX455" fmla="*/ 627631 w 704850"/>
                <a:gd name="csY455" fmla="*/ 225093 h 342900"/>
                <a:gd name="csX456" fmla="*/ 628964 w 704850"/>
                <a:gd name="csY456" fmla="*/ 230056 h 342900"/>
                <a:gd name="csX457" fmla="*/ 630365 w 704850"/>
                <a:gd name="csY457" fmla="*/ 234895 h 342900"/>
                <a:gd name="csX458" fmla="*/ 631765 w 704850"/>
                <a:gd name="csY458" fmla="*/ 239667 h 342900"/>
                <a:gd name="csX459" fmla="*/ 633098 w 704850"/>
                <a:gd name="csY459" fmla="*/ 244372 h 342900"/>
                <a:gd name="csX460" fmla="*/ 634498 w 704850"/>
                <a:gd name="csY460" fmla="*/ 248954 h 342900"/>
                <a:gd name="csX461" fmla="*/ 635899 w 704850"/>
                <a:gd name="csY461" fmla="*/ 253468 h 342900"/>
                <a:gd name="csX462" fmla="*/ 637232 w 704850"/>
                <a:gd name="csY462" fmla="*/ 257859 h 342900"/>
                <a:gd name="csX463" fmla="*/ 638632 w 704850"/>
                <a:gd name="csY463" fmla="*/ 262060 h 342900"/>
                <a:gd name="csX464" fmla="*/ 640032 w 704850"/>
                <a:gd name="csY464" fmla="*/ 266194 h 342900"/>
                <a:gd name="csX465" fmla="*/ 641366 w 704850"/>
                <a:gd name="csY465" fmla="*/ 270270 h 342900"/>
                <a:gd name="csX466" fmla="*/ 642766 w 704850"/>
                <a:gd name="csY466" fmla="*/ 274147 h 342900"/>
                <a:gd name="csX467" fmla="*/ 644166 w 704850"/>
                <a:gd name="csY467" fmla="*/ 277900 h 342900"/>
                <a:gd name="csX468" fmla="*/ 645567 w 704850"/>
                <a:gd name="csY468" fmla="*/ 281529 h 342900"/>
                <a:gd name="csX469" fmla="*/ 646900 w 704850"/>
                <a:gd name="csY469" fmla="*/ 285034 h 342900"/>
                <a:gd name="csX470" fmla="*/ 648300 w 704850"/>
                <a:gd name="csY470" fmla="*/ 288406 h 342900"/>
                <a:gd name="csX471" fmla="*/ 649700 w 704850"/>
                <a:gd name="csY471" fmla="*/ 291645 h 342900"/>
                <a:gd name="csX472" fmla="*/ 651034 w 704850"/>
                <a:gd name="csY472" fmla="*/ 294769 h 342900"/>
                <a:gd name="csX473" fmla="*/ 652434 w 704850"/>
                <a:gd name="csY473" fmla="*/ 297760 h 342900"/>
                <a:gd name="csX474" fmla="*/ 653834 w 704850"/>
                <a:gd name="csY474" fmla="*/ 300617 h 342900"/>
                <a:gd name="csX475" fmla="*/ 655168 w 704850"/>
                <a:gd name="csY475" fmla="*/ 303360 h 342900"/>
                <a:gd name="csX476" fmla="*/ 656568 w 704850"/>
                <a:gd name="csY476" fmla="*/ 305970 h 342900"/>
                <a:gd name="csX477" fmla="*/ 657968 w 704850"/>
                <a:gd name="csY477" fmla="*/ 308447 h 342900"/>
                <a:gd name="csX478" fmla="*/ 659302 w 704850"/>
                <a:gd name="csY478" fmla="*/ 310799 h 342900"/>
                <a:gd name="csX479" fmla="*/ 660702 w 704850"/>
                <a:gd name="csY479" fmla="*/ 313028 h 342900"/>
                <a:gd name="csX480" fmla="*/ 662102 w 704850"/>
                <a:gd name="csY480" fmla="*/ 315190 h 342900"/>
                <a:gd name="csX481" fmla="*/ 663493 w 704850"/>
                <a:gd name="csY481" fmla="*/ 317229 h 342900"/>
                <a:gd name="csX482" fmla="*/ 664836 w 704850"/>
                <a:gd name="csY482" fmla="*/ 319134 h 342900"/>
                <a:gd name="csX483" fmla="*/ 666236 w 704850"/>
                <a:gd name="csY483" fmla="*/ 320915 h 342900"/>
                <a:gd name="csX484" fmla="*/ 667626 w 704850"/>
                <a:gd name="csY484" fmla="*/ 322639 h 342900"/>
                <a:gd name="csX485" fmla="*/ 668969 w 704850"/>
                <a:gd name="csY485" fmla="*/ 324230 h 342900"/>
                <a:gd name="csX486" fmla="*/ 670369 w 704850"/>
                <a:gd name="csY486" fmla="*/ 325754 h 342900"/>
                <a:gd name="csX487" fmla="*/ 671760 w 704850"/>
                <a:gd name="csY487" fmla="*/ 327154 h 342900"/>
                <a:gd name="csX488" fmla="*/ 673103 w 704850"/>
                <a:gd name="csY488" fmla="*/ 328554 h 342900"/>
                <a:gd name="csX489" fmla="*/ 674494 w 704850"/>
                <a:gd name="csY489" fmla="*/ 329764 h 342900"/>
                <a:gd name="csX490" fmla="*/ 675894 w 704850"/>
                <a:gd name="csY490" fmla="*/ 330907 h 342900"/>
                <a:gd name="csX491" fmla="*/ 677237 w 704850"/>
                <a:gd name="csY491" fmla="*/ 332050 h 342900"/>
                <a:gd name="csX492" fmla="*/ 678628 w 704850"/>
                <a:gd name="csY492" fmla="*/ 333069 h 342900"/>
                <a:gd name="csX493" fmla="*/ 680028 w 704850"/>
                <a:gd name="csY493" fmla="*/ 334021 h 342900"/>
                <a:gd name="csX494" fmla="*/ 681428 w 704850"/>
                <a:gd name="csY494" fmla="*/ 334917 h 342900"/>
                <a:gd name="csX495" fmla="*/ 682761 w 704850"/>
                <a:gd name="csY495" fmla="*/ 335745 h 342900"/>
                <a:gd name="csX496" fmla="*/ 684162 w 704850"/>
                <a:gd name="csY496" fmla="*/ 336507 h 342900"/>
                <a:gd name="csX497" fmla="*/ 685562 w 704850"/>
                <a:gd name="csY497" fmla="*/ 337212 h 342900"/>
                <a:gd name="csX498" fmla="*/ 686895 w 704850"/>
                <a:gd name="csY498" fmla="*/ 337841 h 342900"/>
                <a:gd name="csX499" fmla="*/ 688295 w 704850"/>
                <a:gd name="csY499" fmla="*/ 338479 h 342900"/>
                <a:gd name="csX500" fmla="*/ 689696 w 704850"/>
                <a:gd name="csY500" fmla="*/ 338993 h 342900"/>
                <a:gd name="csX501" fmla="*/ 691030 w 704850"/>
                <a:gd name="csY501" fmla="*/ 339565 h 342900"/>
                <a:gd name="csX502" fmla="*/ 692429 w 704850"/>
                <a:gd name="csY502" fmla="*/ 340003 h 342900"/>
                <a:gd name="csX503" fmla="*/ 693829 w 704850"/>
                <a:gd name="csY503" fmla="*/ 340451 h 342900"/>
                <a:gd name="csX504" fmla="*/ 695163 w 704850"/>
                <a:gd name="csY504" fmla="*/ 340832 h 342900"/>
                <a:gd name="csX505" fmla="*/ 696564 w 704850"/>
                <a:gd name="csY505" fmla="*/ 341213 h 342900"/>
                <a:gd name="csX506" fmla="*/ 697963 w 704850"/>
                <a:gd name="csY506" fmla="*/ 341536 h 342900"/>
                <a:gd name="csX507" fmla="*/ 699364 w 704850"/>
                <a:gd name="csY507" fmla="*/ 341851 h 342900"/>
                <a:gd name="csX508" fmla="*/ 700697 w 704850"/>
                <a:gd name="csY508" fmla="*/ 342175 h 342900"/>
                <a:gd name="csX509" fmla="*/ 702097 w 704850"/>
                <a:gd name="csY509" fmla="*/ 342422 h 342900"/>
                <a:gd name="csX510" fmla="*/ 703497 w 704850"/>
                <a:gd name="csY510" fmla="*/ 342613 h 342900"/>
                <a:gd name="csX511" fmla="*/ 704831 w 704850"/>
                <a:gd name="csY511"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42900">
                  <a:moveTo>
                    <a:pt x="-19" y="342489"/>
                  </a:moveTo>
                  <a:lnTo>
                    <a:pt x="1315" y="342232"/>
                  </a:lnTo>
                  <a:lnTo>
                    <a:pt x="2715" y="341917"/>
                  </a:lnTo>
                  <a:lnTo>
                    <a:pt x="4115" y="341660"/>
                  </a:lnTo>
                  <a:lnTo>
                    <a:pt x="5515" y="341279"/>
                  </a:lnTo>
                  <a:lnTo>
                    <a:pt x="6849" y="340898"/>
                  </a:lnTo>
                  <a:lnTo>
                    <a:pt x="8249" y="340517"/>
                  </a:lnTo>
                  <a:lnTo>
                    <a:pt x="9649" y="340070"/>
                  </a:lnTo>
                  <a:lnTo>
                    <a:pt x="10982" y="339565"/>
                  </a:lnTo>
                  <a:lnTo>
                    <a:pt x="12383" y="339050"/>
                  </a:lnTo>
                  <a:lnTo>
                    <a:pt x="13783" y="338479"/>
                  </a:lnTo>
                  <a:lnTo>
                    <a:pt x="15116" y="337908"/>
                  </a:lnTo>
                  <a:lnTo>
                    <a:pt x="16516" y="337212"/>
                  </a:lnTo>
                  <a:lnTo>
                    <a:pt x="17917" y="336441"/>
                  </a:lnTo>
                  <a:lnTo>
                    <a:pt x="19250" y="335679"/>
                  </a:lnTo>
                  <a:lnTo>
                    <a:pt x="20650" y="334793"/>
                  </a:lnTo>
                  <a:lnTo>
                    <a:pt x="22050" y="333898"/>
                  </a:lnTo>
                  <a:lnTo>
                    <a:pt x="23450" y="332945"/>
                  </a:lnTo>
                  <a:lnTo>
                    <a:pt x="24784" y="331859"/>
                  </a:lnTo>
                  <a:lnTo>
                    <a:pt x="26184" y="330716"/>
                  </a:lnTo>
                  <a:lnTo>
                    <a:pt x="27585" y="329449"/>
                  </a:lnTo>
                  <a:lnTo>
                    <a:pt x="28918" y="328106"/>
                  </a:lnTo>
                  <a:lnTo>
                    <a:pt x="30318" y="326706"/>
                  </a:lnTo>
                  <a:lnTo>
                    <a:pt x="31718" y="325249"/>
                  </a:lnTo>
                  <a:lnTo>
                    <a:pt x="33052" y="323592"/>
                  </a:lnTo>
                  <a:lnTo>
                    <a:pt x="34452" y="321877"/>
                  </a:lnTo>
                  <a:lnTo>
                    <a:pt x="35843" y="320029"/>
                  </a:lnTo>
                  <a:lnTo>
                    <a:pt x="37186" y="318115"/>
                  </a:lnTo>
                  <a:lnTo>
                    <a:pt x="38586" y="316019"/>
                  </a:lnTo>
                  <a:lnTo>
                    <a:pt x="39977" y="313857"/>
                  </a:lnTo>
                  <a:lnTo>
                    <a:pt x="41377" y="311504"/>
                  </a:lnTo>
                  <a:lnTo>
                    <a:pt x="42720" y="309018"/>
                  </a:lnTo>
                  <a:lnTo>
                    <a:pt x="44110" y="306475"/>
                  </a:lnTo>
                  <a:lnTo>
                    <a:pt x="45510" y="303741"/>
                  </a:lnTo>
                  <a:lnTo>
                    <a:pt x="46853" y="300808"/>
                  </a:lnTo>
                  <a:lnTo>
                    <a:pt x="48244" y="297817"/>
                  </a:lnTo>
                  <a:lnTo>
                    <a:pt x="49644" y="294635"/>
                  </a:lnTo>
                  <a:lnTo>
                    <a:pt x="50978" y="291264"/>
                  </a:lnTo>
                  <a:lnTo>
                    <a:pt x="52378" y="287834"/>
                  </a:lnTo>
                  <a:lnTo>
                    <a:pt x="53778" y="284206"/>
                  </a:lnTo>
                  <a:lnTo>
                    <a:pt x="55112" y="280386"/>
                  </a:lnTo>
                  <a:lnTo>
                    <a:pt x="56512" y="276376"/>
                  </a:lnTo>
                  <a:lnTo>
                    <a:pt x="57912" y="272309"/>
                  </a:lnTo>
                  <a:lnTo>
                    <a:pt x="59312" y="267975"/>
                  </a:lnTo>
                  <a:lnTo>
                    <a:pt x="60646" y="263527"/>
                  </a:lnTo>
                  <a:lnTo>
                    <a:pt x="62046" y="258945"/>
                  </a:lnTo>
                  <a:lnTo>
                    <a:pt x="63446" y="254173"/>
                  </a:lnTo>
                  <a:lnTo>
                    <a:pt x="64780" y="249211"/>
                  </a:lnTo>
                  <a:lnTo>
                    <a:pt x="66180" y="244115"/>
                  </a:lnTo>
                  <a:lnTo>
                    <a:pt x="67580" y="238962"/>
                  </a:lnTo>
                  <a:lnTo>
                    <a:pt x="68913" y="233552"/>
                  </a:lnTo>
                  <a:lnTo>
                    <a:pt x="70314" y="228017"/>
                  </a:lnTo>
                  <a:lnTo>
                    <a:pt x="71714" y="222417"/>
                  </a:lnTo>
                  <a:lnTo>
                    <a:pt x="73047" y="216568"/>
                  </a:lnTo>
                  <a:lnTo>
                    <a:pt x="74447" y="210644"/>
                  </a:lnTo>
                  <a:lnTo>
                    <a:pt x="75848" y="204662"/>
                  </a:lnTo>
                  <a:lnTo>
                    <a:pt x="77248" y="198490"/>
                  </a:lnTo>
                  <a:lnTo>
                    <a:pt x="78581" y="192261"/>
                  </a:lnTo>
                  <a:lnTo>
                    <a:pt x="79981" y="185965"/>
                  </a:lnTo>
                  <a:lnTo>
                    <a:pt x="81382" y="179535"/>
                  </a:lnTo>
                  <a:lnTo>
                    <a:pt x="82715" y="173106"/>
                  </a:lnTo>
                  <a:lnTo>
                    <a:pt x="84115" y="166553"/>
                  </a:lnTo>
                  <a:lnTo>
                    <a:pt x="85516" y="159999"/>
                  </a:lnTo>
                  <a:lnTo>
                    <a:pt x="86849" y="153380"/>
                  </a:lnTo>
                  <a:lnTo>
                    <a:pt x="88249" y="146703"/>
                  </a:lnTo>
                  <a:lnTo>
                    <a:pt x="89649" y="140083"/>
                  </a:lnTo>
                  <a:lnTo>
                    <a:pt x="90983" y="133406"/>
                  </a:lnTo>
                  <a:lnTo>
                    <a:pt x="92383" y="126786"/>
                  </a:lnTo>
                  <a:lnTo>
                    <a:pt x="93783" y="120233"/>
                  </a:lnTo>
                  <a:lnTo>
                    <a:pt x="95174" y="113679"/>
                  </a:lnTo>
                  <a:lnTo>
                    <a:pt x="96517" y="107184"/>
                  </a:lnTo>
                  <a:lnTo>
                    <a:pt x="97917" y="100764"/>
                  </a:lnTo>
                  <a:lnTo>
                    <a:pt x="99308" y="94401"/>
                  </a:lnTo>
                  <a:lnTo>
                    <a:pt x="100651" y="88229"/>
                  </a:lnTo>
                  <a:lnTo>
                    <a:pt x="102041" y="82114"/>
                  </a:lnTo>
                  <a:lnTo>
                    <a:pt x="103442" y="76132"/>
                  </a:lnTo>
                  <a:lnTo>
                    <a:pt x="104784" y="70341"/>
                  </a:lnTo>
                  <a:lnTo>
                    <a:pt x="106175" y="64683"/>
                  </a:lnTo>
                  <a:lnTo>
                    <a:pt x="107575" y="59149"/>
                  </a:lnTo>
                  <a:lnTo>
                    <a:pt x="108919" y="53862"/>
                  </a:lnTo>
                  <a:lnTo>
                    <a:pt x="110309" y="48776"/>
                  </a:lnTo>
                  <a:lnTo>
                    <a:pt x="111709" y="43814"/>
                  </a:lnTo>
                  <a:lnTo>
                    <a:pt x="113052" y="39165"/>
                  </a:lnTo>
                  <a:lnTo>
                    <a:pt x="114443" y="34708"/>
                  </a:lnTo>
                  <a:lnTo>
                    <a:pt x="115843" y="30450"/>
                  </a:lnTo>
                  <a:lnTo>
                    <a:pt x="117243" y="26507"/>
                  </a:lnTo>
                  <a:lnTo>
                    <a:pt x="118577" y="22811"/>
                  </a:lnTo>
                  <a:lnTo>
                    <a:pt x="119977" y="19382"/>
                  </a:lnTo>
                  <a:lnTo>
                    <a:pt x="121377" y="16134"/>
                  </a:lnTo>
                  <a:lnTo>
                    <a:pt x="122711" y="13334"/>
                  </a:lnTo>
                  <a:lnTo>
                    <a:pt x="124111" y="10657"/>
                  </a:lnTo>
                  <a:lnTo>
                    <a:pt x="125511" y="8304"/>
                  </a:lnTo>
                  <a:lnTo>
                    <a:pt x="126844" y="6266"/>
                  </a:lnTo>
                  <a:lnTo>
                    <a:pt x="128245" y="4551"/>
                  </a:lnTo>
                  <a:lnTo>
                    <a:pt x="129645" y="3028"/>
                  </a:lnTo>
                  <a:lnTo>
                    <a:pt x="130978" y="1884"/>
                  </a:lnTo>
                  <a:lnTo>
                    <a:pt x="132378" y="989"/>
                  </a:lnTo>
                  <a:lnTo>
                    <a:pt x="133779" y="351"/>
                  </a:lnTo>
                  <a:lnTo>
                    <a:pt x="135179" y="37"/>
                  </a:lnTo>
                  <a:lnTo>
                    <a:pt x="136512" y="-30"/>
                  </a:lnTo>
                  <a:lnTo>
                    <a:pt x="137912" y="160"/>
                  </a:lnTo>
                  <a:lnTo>
                    <a:pt x="139313" y="675"/>
                  </a:lnTo>
                  <a:lnTo>
                    <a:pt x="140646" y="1437"/>
                  </a:lnTo>
                  <a:lnTo>
                    <a:pt x="142046" y="2456"/>
                  </a:lnTo>
                  <a:lnTo>
                    <a:pt x="143447" y="3666"/>
                  </a:lnTo>
                  <a:lnTo>
                    <a:pt x="144780" y="5190"/>
                  </a:lnTo>
                  <a:lnTo>
                    <a:pt x="146180" y="6904"/>
                  </a:lnTo>
                  <a:lnTo>
                    <a:pt x="147580" y="8752"/>
                  </a:lnTo>
                  <a:lnTo>
                    <a:pt x="148914" y="10981"/>
                  </a:lnTo>
                  <a:lnTo>
                    <a:pt x="150314" y="13334"/>
                  </a:lnTo>
                  <a:lnTo>
                    <a:pt x="151714" y="15810"/>
                  </a:lnTo>
                  <a:lnTo>
                    <a:pt x="153114" y="18553"/>
                  </a:lnTo>
                  <a:lnTo>
                    <a:pt x="154448" y="21477"/>
                  </a:lnTo>
                  <a:lnTo>
                    <a:pt x="155848" y="24468"/>
                  </a:lnTo>
                  <a:lnTo>
                    <a:pt x="157248" y="27650"/>
                  </a:lnTo>
                  <a:lnTo>
                    <a:pt x="158582" y="30955"/>
                  </a:lnTo>
                  <a:lnTo>
                    <a:pt x="159982" y="34393"/>
                  </a:lnTo>
                  <a:lnTo>
                    <a:pt x="161373" y="37956"/>
                  </a:lnTo>
                  <a:lnTo>
                    <a:pt x="162716" y="41585"/>
                  </a:lnTo>
                  <a:lnTo>
                    <a:pt x="164116" y="45338"/>
                  </a:lnTo>
                  <a:lnTo>
                    <a:pt x="165506" y="49091"/>
                  </a:lnTo>
                  <a:lnTo>
                    <a:pt x="166850" y="52977"/>
                  </a:lnTo>
                  <a:lnTo>
                    <a:pt x="168240" y="56920"/>
                  </a:lnTo>
                  <a:lnTo>
                    <a:pt x="169640" y="60863"/>
                  </a:lnTo>
                  <a:lnTo>
                    <a:pt x="171041" y="64873"/>
                  </a:lnTo>
                  <a:lnTo>
                    <a:pt x="172374" y="68883"/>
                  </a:lnTo>
                  <a:lnTo>
                    <a:pt x="173774" y="72893"/>
                  </a:lnTo>
                  <a:lnTo>
                    <a:pt x="175174" y="76961"/>
                  </a:lnTo>
                  <a:lnTo>
                    <a:pt x="176508" y="80971"/>
                  </a:lnTo>
                  <a:lnTo>
                    <a:pt x="177908" y="84981"/>
                  </a:lnTo>
                  <a:lnTo>
                    <a:pt x="179308" y="88991"/>
                  </a:lnTo>
                  <a:lnTo>
                    <a:pt x="180642" y="93001"/>
                  </a:lnTo>
                  <a:lnTo>
                    <a:pt x="182042" y="96944"/>
                  </a:lnTo>
                  <a:lnTo>
                    <a:pt x="183442" y="100821"/>
                  </a:lnTo>
                  <a:lnTo>
                    <a:pt x="184776" y="104707"/>
                  </a:lnTo>
                  <a:lnTo>
                    <a:pt x="186176" y="108460"/>
                  </a:lnTo>
                  <a:lnTo>
                    <a:pt x="187576" y="112213"/>
                  </a:lnTo>
                  <a:lnTo>
                    <a:pt x="188976" y="115908"/>
                  </a:lnTo>
                  <a:lnTo>
                    <a:pt x="190310" y="119528"/>
                  </a:lnTo>
                  <a:lnTo>
                    <a:pt x="191710" y="123090"/>
                  </a:lnTo>
                  <a:lnTo>
                    <a:pt x="193110" y="126595"/>
                  </a:lnTo>
                  <a:lnTo>
                    <a:pt x="194443" y="130034"/>
                  </a:lnTo>
                  <a:lnTo>
                    <a:pt x="195843" y="133339"/>
                  </a:lnTo>
                  <a:lnTo>
                    <a:pt x="197244" y="136644"/>
                  </a:lnTo>
                  <a:lnTo>
                    <a:pt x="198577" y="139826"/>
                  </a:lnTo>
                  <a:lnTo>
                    <a:pt x="199978" y="142883"/>
                  </a:lnTo>
                  <a:lnTo>
                    <a:pt x="201378" y="145941"/>
                  </a:lnTo>
                  <a:lnTo>
                    <a:pt x="202711" y="148865"/>
                  </a:lnTo>
                  <a:lnTo>
                    <a:pt x="204111" y="151722"/>
                  </a:lnTo>
                  <a:lnTo>
                    <a:pt x="205511" y="154532"/>
                  </a:lnTo>
                  <a:lnTo>
                    <a:pt x="206912" y="157199"/>
                  </a:lnTo>
                  <a:lnTo>
                    <a:pt x="208245" y="159876"/>
                  </a:lnTo>
                  <a:lnTo>
                    <a:pt x="209645" y="162419"/>
                  </a:lnTo>
                  <a:lnTo>
                    <a:pt x="211045" y="164838"/>
                  </a:lnTo>
                  <a:lnTo>
                    <a:pt x="212379" y="167257"/>
                  </a:lnTo>
                  <a:lnTo>
                    <a:pt x="213779" y="169544"/>
                  </a:lnTo>
                  <a:lnTo>
                    <a:pt x="215179" y="171772"/>
                  </a:lnTo>
                  <a:lnTo>
                    <a:pt x="216513" y="173935"/>
                  </a:lnTo>
                  <a:lnTo>
                    <a:pt x="217913" y="176030"/>
                  </a:lnTo>
                  <a:lnTo>
                    <a:pt x="219313" y="178068"/>
                  </a:lnTo>
                  <a:lnTo>
                    <a:pt x="220647" y="180040"/>
                  </a:lnTo>
                  <a:lnTo>
                    <a:pt x="222047" y="181955"/>
                  </a:lnTo>
                  <a:lnTo>
                    <a:pt x="223447" y="183736"/>
                  </a:lnTo>
                  <a:lnTo>
                    <a:pt x="224838" y="185517"/>
                  </a:lnTo>
                  <a:lnTo>
                    <a:pt x="226181" y="187232"/>
                  </a:lnTo>
                  <a:lnTo>
                    <a:pt x="227581" y="188889"/>
                  </a:lnTo>
                  <a:lnTo>
                    <a:pt x="228971" y="190413"/>
                  </a:lnTo>
                  <a:lnTo>
                    <a:pt x="230315" y="191937"/>
                  </a:lnTo>
                  <a:lnTo>
                    <a:pt x="231705" y="193470"/>
                  </a:lnTo>
                  <a:lnTo>
                    <a:pt x="233105" y="194871"/>
                  </a:lnTo>
                  <a:lnTo>
                    <a:pt x="234448" y="196271"/>
                  </a:lnTo>
                  <a:lnTo>
                    <a:pt x="235839" y="197604"/>
                  </a:lnTo>
                  <a:lnTo>
                    <a:pt x="237239" y="198881"/>
                  </a:lnTo>
                  <a:lnTo>
                    <a:pt x="238573" y="200147"/>
                  </a:lnTo>
                  <a:lnTo>
                    <a:pt x="239973" y="201357"/>
                  </a:lnTo>
                  <a:lnTo>
                    <a:pt x="241373" y="202500"/>
                  </a:lnTo>
                  <a:lnTo>
                    <a:pt x="242773" y="203586"/>
                  </a:lnTo>
                  <a:lnTo>
                    <a:pt x="244107" y="204729"/>
                  </a:lnTo>
                  <a:lnTo>
                    <a:pt x="245507" y="205748"/>
                  </a:lnTo>
                  <a:lnTo>
                    <a:pt x="246907" y="206767"/>
                  </a:lnTo>
                  <a:lnTo>
                    <a:pt x="248241" y="207720"/>
                  </a:lnTo>
                  <a:lnTo>
                    <a:pt x="249641" y="208672"/>
                  </a:lnTo>
                  <a:lnTo>
                    <a:pt x="251041" y="209634"/>
                  </a:lnTo>
                  <a:lnTo>
                    <a:pt x="252374" y="210520"/>
                  </a:lnTo>
                  <a:lnTo>
                    <a:pt x="253775" y="211416"/>
                  </a:lnTo>
                  <a:lnTo>
                    <a:pt x="255175" y="212235"/>
                  </a:lnTo>
                  <a:lnTo>
                    <a:pt x="256508" y="213063"/>
                  </a:lnTo>
                  <a:lnTo>
                    <a:pt x="257909" y="213825"/>
                  </a:lnTo>
                  <a:lnTo>
                    <a:pt x="259309" y="214597"/>
                  </a:lnTo>
                  <a:lnTo>
                    <a:pt x="260709" y="215359"/>
                  </a:lnTo>
                  <a:lnTo>
                    <a:pt x="262042" y="216054"/>
                  </a:lnTo>
                  <a:lnTo>
                    <a:pt x="263443" y="216759"/>
                  </a:lnTo>
                  <a:lnTo>
                    <a:pt x="264843" y="217454"/>
                  </a:lnTo>
                  <a:lnTo>
                    <a:pt x="266176" y="218092"/>
                  </a:lnTo>
                  <a:lnTo>
                    <a:pt x="267576" y="218731"/>
                  </a:lnTo>
                  <a:lnTo>
                    <a:pt x="268977" y="219369"/>
                  </a:lnTo>
                  <a:lnTo>
                    <a:pt x="270310" y="219940"/>
                  </a:lnTo>
                  <a:lnTo>
                    <a:pt x="271710" y="220579"/>
                  </a:lnTo>
                  <a:lnTo>
                    <a:pt x="273110" y="221150"/>
                  </a:lnTo>
                  <a:lnTo>
                    <a:pt x="274444" y="221655"/>
                  </a:lnTo>
                  <a:lnTo>
                    <a:pt x="275844" y="222226"/>
                  </a:lnTo>
                  <a:lnTo>
                    <a:pt x="277244" y="222741"/>
                  </a:lnTo>
                  <a:lnTo>
                    <a:pt x="278645" y="223246"/>
                  </a:lnTo>
                  <a:lnTo>
                    <a:pt x="279978" y="223760"/>
                  </a:lnTo>
                  <a:lnTo>
                    <a:pt x="281378" y="224265"/>
                  </a:lnTo>
                  <a:lnTo>
                    <a:pt x="282778" y="224712"/>
                  </a:lnTo>
                  <a:lnTo>
                    <a:pt x="284112" y="225160"/>
                  </a:lnTo>
                  <a:lnTo>
                    <a:pt x="285512" y="225598"/>
                  </a:lnTo>
                  <a:lnTo>
                    <a:pt x="286902" y="226046"/>
                  </a:lnTo>
                  <a:lnTo>
                    <a:pt x="288246" y="226427"/>
                  </a:lnTo>
                  <a:lnTo>
                    <a:pt x="289646" y="226874"/>
                  </a:lnTo>
                  <a:lnTo>
                    <a:pt x="291037" y="227256"/>
                  </a:lnTo>
                  <a:lnTo>
                    <a:pt x="292379" y="227637"/>
                  </a:lnTo>
                  <a:lnTo>
                    <a:pt x="293780" y="228017"/>
                  </a:lnTo>
                  <a:lnTo>
                    <a:pt x="295170" y="228399"/>
                  </a:lnTo>
                  <a:lnTo>
                    <a:pt x="296570" y="228780"/>
                  </a:lnTo>
                  <a:lnTo>
                    <a:pt x="297913" y="229103"/>
                  </a:lnTo>
                  <a:lnTo>
                    <a:pt x="299304" y="229418"/>
                  </a:lnTo>
                  <a:lnTo>
                    <a:pt x="300704" y="229799"/>
                  </a:lnTo>
                  <a:lnTo>
                    <a:pt x="302038" y="230123"/>
                  </a:lnTo>
                  <a:lnTo>
                    <a:pt x="303438" y="230370"/>
                  </a:lnTo>
                  <a:lnTo>
                    <a:pt x="304838" y="230694"/>
                  </a:lnTo>
                  <a:lnTo>
                    <a:pt x="306172" y="231009"/>
                  </a:lnTo>
                  <a:lnTo>
                    <a:pt x="307572" y="231265"/>
                  </a:lnTo>
                  <a:lnTo>
                    <a:pt x="308972" y="231580"/>
                  </a:lnTo>
                  <a:lnTo>
                    <a:pt x="310305" y="231837"/>
                  </a:lnTo>
                  <a:lnTo>
                    <a:pt x="311706" y="232094"/>
                  </a:lnTo>
                  <a:lnTo>
                    <a:pt x="313106" y="232342"/>
                  </a:lnTo>
                  <a:lnTo>
                    <a:pt x="314439" y="232599"/>
                  </a:lnTo>
                  <a:lnTo>
                    <a:pt x="315840" y="232856"/>
                  </a:lnTo>
                  <a:lnTo>
                    <a:pt x="317240" y="233113"/>
                  </a:lnTo>
                  <a:lnTo>
                    <a:pt x="318640" y="233361"/>
                  </a:lnTo>
                  <a:lnTo>
                    <a:pt x="319973" y="233552"/>
                  </a:lnTo>
                  <a:lnTo>
                    <a:pt x="321374" y="233809"/>
                  </a:lnTo>
                  <a:lnTo>
                    <a:pt x="322774" y="234066"/>
                  </a:lnTo>
                  <a:lnTo>
                    <a:pt x="324107" y="234256"/>
                  </a:lnTo>
                  <a:lnTo>
                    <a:pt x="325507" y="234447"/>
                  </a:lnTo>
                  <a:lnTo>
                    <a:pt x="326908" y="234704"/>
                  </a:lnTo>
                  <a:lnTo>
                    <a:pt x="328241" y="234895"/>
                  </a:lnTo>
                  <a:lnTo>
                    <a:pt x="329641" y="235085"/>
                  </a:lnTo>
                  <a:lnTo>
                    <a:pt x="331041" y="235276"/>
                  </a:lnTo>
                  <a:lnTo>
                    <a:pt x="332375" y="235466"/>
                  </a:lnTo>
                  <a:lnTo>
                    <a:pt x="333775" y="235656"/>
                  </a:lnTo>
                  <a:lnTo>
                    <a:pt x="335175" y="235847"/>
                  </a:lnTo>
                  <a:lnTo>
                    <a:pt x="336576" y="236038"/>
                  </a:lnTo>
                  <a:lnTo>
                    <a:pt x="337909" y="236228"/>
                  </a:lnTo>
                  <a:lnTo>
                    <a:pt x="339309" y="236352"/>
                  </a:lnTo>
                  <a:lnTo>
                    <a:pt x="340709" y="236542"/>
                  </a:lnTo>
                  <a:lnTo>
                    <a:pt x="342043" y="236733"/>
                  </a:lnTo>
                  <a:lnTo>
                    <a:pt x="343443" y="236866"/>
                  </a:lnTo>
                  <a:lnTo>
                    <a:pt x="344843" y="237057"/>
                  </a:lnTo>
                  <a:lnTo>
                    <a:pt x="346177" y="237181"/>
                  </a:lnTo>
                  <a:lnTo>
                    <a:pt x="347577" y="237371"/>
                  </a:lnTo>
                  <a:lnTo>
                    <a:pt x="348977" y="237504"/>
                  </a:lnTo>
                  <a:lnTo>
                    <a:pt x="350311" y="237695"/>
                  </a:lnTo>
                  <a:lnTo>
                    <a:pt x="351711" y="237819"/>
                  </a:lnTo>
                  <a:lnTo>
                    <a:pt x="353101" y="237943"/>
                  </a:lnTo>
                  <a:lnTo>
                    <a:pt x="354502" y="238076"/>
                  </a:lnTo>
                  <a:lnTo>
                    <a:pt x="355844" y="238200"/>
                  </a:lnTo>
                  <a:lnTo>
                    <a:pt x="357235" y="238323"/>
                  </a:lnTo>
                  <a:lnTo>
                    <a:pt x="358635" y="238457"/>
                  </a:lnTo>
                  <a:lnTo>
                    <a:pt x="359979" y="238581"/>
                  </a:lnTo>
                  <a:lnTo>
                    <a:pt x="361369" y="238705"/>
                  </a:lnTo>
                  <a:lnTo>
                    <a:pt x="362769" y="238838"/>
                  </a:lnTo>
                  <a:lnTo>
                    <a:pt x="364112" y="238905"/>
                  </a:lnTo>
                  <a:lnTo>
                    <a:pt x="365503" y="239028"/>
                  </a:lnTo>
                  <a:lnTo>
                    <a:pt x="366903" y="239086"/>
                  </a:lnTo>
                  <a:lnTo>
                    <a:pt x="368236" y="239219"/>
                  </a:lnTo>
                  <a:lnTo>
                    <a:pt x="369637" y="239286"/>
                  </a:lnTo>
                  <a:lnTo>
                    <a:pt x="371037" y="239343"/>
                  </a:lnTo>
                  <a:lnTo>
                    <a:pt x="372437" y="239409"/>
                  </a:lnTo>
                  <a:lnTo>
                    <a:pt x="373771" y="239476"/>
                  </a:lnTo>
                  <a:lnTo>
                    <a:pt x="375171" y="239476"/>
                  </a:lnTo>
                  <a:lnTo>
                    <a:pt x="376571" y="239533"/>
                  </a:lnTo>
                  <a:lnTo>
                    <a:pt x="377904" y="239533"/>
                  </a:lnTo>
                  <a:lnTo>
                    <a:pt x="379305" y="239600"/>
                  </a:lnTo>
                  <a:lnTo>
                    <a:pt x="380705" y="239600"/>
                  </a:lnTo>
                  <a:lnTo>
                    <a:pt x="382038" y="239600"/>
                  </a:lnTo>
                  <a:lnTo>
                    <a:pt x="383438" y="239600"/>
                  </a:lnTo>
                  <a:lnTo>
                    <a:pt x="384839" y="239533"/>
                  </a:lnTo>
                  <a:lnTo>
                    <a:pt x="386172" y="239533"/>
                  </a:lnTo>
                  <a:lnTo>
                    <a:pt x="387572" y="239476"/>
                  </a:lnTo>
                  <a:lnTo>
                    <a:pt x="388972" y="239476"/>
                  </a:lnTo>
                  <a:lnTo>
                    <a:pt x="390373" y="239409"/>
                  </a:lnTo>
                  <a:lnTo>
                    <a:pt x="391706" y="239286"/>
                  </a:lnTo>
                  <a:lnTo>
                    <a:pt x="393106" y="239219"/>
                  </a:lnTo>
                  <a:lnTo>
                    <a:pt x="394507" y="239086"/>
                  </a:lnTo>
                  <a:lnTo>
                    <a:pt x="395840" y="239028"/>
                  </a:lnTo>
                  <a:lnTo>
                    <a:pt x="397240" y="238905"/>
                  </a:lnTo>
                  <a:lnTo>
                    <a:pt x="398640" y="238771"/>
                  </a:lnTo>
                  <a:lnTo>
                    <a:pt x="399974" y="238581"/>
                  </a:lnTo>
                  <a:lnTo>
                    <a:pt x="401374" y="238457"/>
                  </a:lnTo>
                  <a:lnTo>
                    <a:pt x="402774" y="238267"/>
                  </a:lnTo>
                  <a:lnTo>
                    <a:pt x="404108" y="238076"/>
                  </a:lnTo>
                  <a:lnTo>
                    <a:pt x="405508" y="237885"/>
                  </a:lnTo>
                  <a:lnTo>
                    <a:pt x="406908" y="237695"/>
                  </a:lnTo>
                  <a:lnTo>
                    <a:pt x="408299" y="237504"/>
                  </a:lnTo>
                  <a:lnTo>
                    <a:pt x="409642" y="237247"/>
                  </a:lnTo>
                  <a:lnTo>
                    <a:pt x="411042" y="236990"/>
                  </a:lnTo>
                  <a:lnTo>
                    <a:pt x="412433" y="236733"/>
                  </a:lnTo>
                  <a:lnTo>
                    <a:pt x="413776" y="236485"/>
                  </a:lnTo>
                  <a:lnTo>
                    <a:pt x="415176" y="236228"/>
                  </a:lnTo>
                  <a:lnTo>
                    <a:pt x="416566" y="235914"/>
                  </a:lnTo>
                  <a:lnTo>
                    <a:pt x="417910" y="235590"/>
                  </a:lnTo>
                  <a:lnTo>
                    <a:pt x="419300" y="235333"/>
                  </a:lnTo>
                  <a:lnTo>
                    <a:pt x="420700" y="234952"/>
                  </a:lnTo>
                  <a:lnTo>
                    <a:pt x="422043" y="234637"/>
                  </a:lnTo>
                  <a:lnTo>
                    <a:pt x="423434" y="234323"/>
                  </a:lnTo>
                  <a:lnTo>
                    <a:pt x="424834" y="233932"/>
                  </a:lnTo>
                  <a:lnTo>
                    <a:pt x="426234" y="233618"/>
                  </a:lnTo>
                  <a:lnTo>
                    <a:pt x="427568" y="233237"/>
                  </a:lnTo>
                  <a:lnTo>
                    <a:pt x="428968" y="232856"/>
                  </a:lnTo>
                  <a:lnTo>
                    <a:pt x="430368" y="232475"/>
                  </a:lnTo>
                  <a:lnTo>
                    <a:pt x="431702" y="232028"/>
                  </a:lnTo>
                  <a:lnTo>
                    <a:pt x="433102" y="231647"/>
                  </a:lnTo>
                  <a:lnTo>
                    <a:pt x="434502" y="231199"/>
                  </a:lnTo>
                  <a:lnTo>
                    <a:pt x="435836" y="230751"/>
                  </a:lnTo>
                  <a:lnTo>
                    <a:pt x="437236" y="230370"/>
                  </a:lnTo>
                  <a:lnTo>
                    <a:pt x="438636" y="229865"/>
                  </a:lnTo>
                  <a:lnTo>
                    <a:pt x="439969" y="229418"/>
                  </a:lnTo>
                  <a:lnTo>
                    <a:pt x="441369" y="228970"/>
                  </a:lnTo>
                  <a:lnTo>
                    <a:pt x="442770" y="228465"/>
                  </a:lnTo>
                  <a:lnTo>
                    <a:pt x="444170" y="227951"/>
                  </a:lnTo>
                  <a:lnTo>
                    <a:pt x="445503" y="227446"/>
                  </a:lnTo>
                  <a:lnTo>
                    <a:pt x="446903" y="226941"/>
                  </a:lnTo>
                  <a:lnTo>
                    <a:pt x="448304" y="226427"/>
                  </a:lnTo>
                  <a:lnTo>
                    <a:pt x="449637" y="225855"/>
                  </a:lnTo>
                  <a:lnTo>
                    <a:pt x="451037" y="225284"/>
                  </a:lnTo>
                  <a:lnTo>
                    <a:pt x="452438" y="224712"/>
                  </a:lnTo>
                  <a:lnTo>
                    <a:pt x="453771" y="224141"/>
                  </a:lnTo>
                  <a:lnTo>
                    <a:pt x="455171" y="223569"/>
                  </a:lnTo>
                  <a:lnTo>
                    <a:pt x="456571" y="222931"/>
                  </a:lnTo>
                  <a:lnTo>
                    <a:pt x="457905" y="222293"/>
                  </a:lnTo>
                  <a:lnTo>
                    <a:pt x="459305" y="221588"/>
                  </a:lnTo>
                  <a:lnTo>
                    <a:pt x="460705" y="220959"/>
                  </a:lnTo>
                  <a:lnTo>
                    <a:pt x="462105" y="220255"/>
                  </a:lnTo>
                  <a:lnTo>
                    <a:pt x="463439" y="219493"/>
                  </a:lnTo>
                  <a:lnTo>
                    <a:pt x="464839" y="218731"/>
                  </a:lnTo>
                  <a:lnTo>
                    <a:pt x="466239" y="217969"/>
                  </a:lnTo>
                  <a:lnTo>
                    <a:pt x="467573" y="217207"/>
                  </a:lnTo>
                  <a:lnTo>
                    <a:pt x="468973" y="216311"/>
                  </a:lnTo>
                  <a:lnTo>
                    <a:pt x="470373" y="215483"/>
                  </a:lnTo>
                  <a:lnTo>
                    <a:pt x="471707" y="214597"/>
                  </a:lnTo>
                  <a:lnTo>
                    <a:pt x="473107" y="213635"/>
                  </a:lnTo>
                  <a:lnTo>
                    <a:pt x="474507" y="212682"/>
                  </a:lnTo>
                  <a:lnTo>
                    <a:pt x="475841" y="211730"/>
                  </a:lnTo>
                  <a:lnTo>
                    <a:pt x="477241" y="210644"/>
                  </a:lnTo>
                  <a:lnTo>
                    <a:pt x="478641" y="209568"/>
                  </a:lnTo>
                  <a:lnTo>
                    <a:pt x="480031" y="208482"/>
                  </a:lnTo>
                  <a:lnTo>
                    <a:pt x="481375" y="207339"/>
                  </a:lnTo>
                  <a:lnTo>
                    <a:pt x="482765" y="206129"/>
                  </a:lnTo>
                  <a:lnTo>
                    <a:pt x="484165" y="204862"/>
                  </a:lnTo>
                  <a:lnTo>
                    <a:pt x="485508" y="203586"/>
                  </a:lnTo>
                  <a:lnTo>
                    <a:pt x="486899" y="202186"/>
                  </a:lnTo>
                  <a:lnTo>
                    <a:pt x="488299" y="200786"/>
                  </a:lnTo>
                  <a:lnTo>
                    <a:pt x="489633" y="199319"/>
                  </a:lnTo>
                  <a:lnTo>
                    <a:pt x="491033" y="197795"/>
                  </a:lnTo>
                  <a:lnTo>
                    <a:pt x="492433" y="196204"/>
                  </a:lnTo>
                  <a:lnTo>
                    <a:pt x="493767" y="194613"/>
                  </a:lnTo>
                  <a:lnTo>
                    <a:pt x="495167" y="192899"/>
                  </a:lnTo>
                  <a:lnTo>
                    <a:pt x="496567" y="191118"/>
                  </a:lnTo>
                  <a:lnTo>
                    <a:pt x="497967" y="189337"/>
                  </a:lnTo>
                  <a:lnTo>
                    <a:pt x="499301" y="187422"/>
                  </a:lnTo>
                  <a:lnTo>
                    <a:pt x="500701" y="185450"/>
                  </a:lnTo>
                  <a:lnTo>
                    <a:pt x="502101" y="183479"/>
                  </a:lnTo>
                  <a:lnTo>
                    <a:pt x="503434" y="181383"/>
                  </a:lnTo>
                  <a:lnTo>
                    <a:pt x="504835" y="179211"/>
                  </a:lnTo>
                  <a:lnTo>
                    <a:pt x="506235" y="176992"/>
                  </a:lnTo>
                  <a:lnTo>
                    <a:pt x="507568" y="174763"/>
                  </a:lnTo>
                  <a:lnTo>
                    <a:pt x="508969" y="172411"/>
                  </a:lnTo>
                  <a:lnTo>
                    <a:pt x="510369" y="169991"/>
                  </a:lnTo>
                  <a:lnTo>
                    <a:pt x="511702" y="167505"/>
                  </a:lnTo>
                  <a:lnTo>
                    <a:pt x="513102" y="164962"/>
                  </a:lnTo>
                  <a:lnTo>
                    <a:pt x="514503" y="162352"/>
                  </a:lnTo>
                  <a:lnTo>
                    <a:pt x="515836" y="159685"/>
                  </a:lnTo>
                  <a:lnTo>
                    <a:pt x="517236" y="156942"/>
                  </a:lnTo>
                  <a:lnTo>
                    <a:pt x="518636" y="154208"/>
                  </a:lnTo>
                  <a:lnTo>
                    <a:pt x="520036" y="151341"/>
                  </a:lnTo>
                  <a:lnTo>
                    <a:pt x="521370" y="148484"/>
                  </a:lnTo>
                  <a:lnTo>
                    <a:pt x="522770" y="145550"/>
                  </a:lnTo>
                  <a:lnTo>
                    <a:pt x="524170" y="142626"/>
                  </a:lnTo>
                  <a:lnTo>
                    <a:pt x="525504" y="139635"/>
                  </a:lnTo>
                  <a:lnTo>
                    <a:pt x="526904" y="136587"/>
                  </a:lnTo>
                  <a:lnTo>
                    <a:pt x="528304" y="133530"/>
                  </a:lnTo>
                  <a:lnTo>
                    <a:pt x="529638" y="130472"/>
                  </a:lnTo>
                  <a:lnTo>
                    <a:pt x="531038" y="127357"/>
                  </a:lnTo>
                  <a:lnTo>
                    <a:pt x="532438" y="124300"/>
                  </a:lnTo>
                  <a:lnTo>
                    <a:pt x="533771" y="121185"/>
                  </a:lnTo>
                  <a:lnTo>
                    <a:pt x="535172" y="118128"/>
                  </a:lnTo>
                  <a:lnTo>
                    <a:pt x="536572" y="115080"/>
                  </a:lnTo>
                  <a:lnTo>
                    <a:pt x="537962" y="112022"/>
                  </a:lnTo>
                  <a:lnTo>
                    <a:pt x="539306" y="108965"/>
                  </a:lnTo>
                  <a:lnTo>
                    <a:pt x="540706" y="106040"/>
                  </a:lnTo>
                  <a:lnTo>
                    <a:pt x="542096" y="103116"/>
                  </a:lnTo>
                  <a:lnTo>
                    <a:pt x="543439" y="100192"/>
                  </a:lnTo>
                  <a:lnTo>
                    <a:pt x="544840" y="97449"/>
                  </a:lnTo>
                  <a:lnTo>
                    <a:pt x="546230" y="94715"/>
                  </a:lnTo>
                  <a:lnTo>
                    <a:pt x="547573" y="92039"/>
                  </a:lnTo>
                  <a:lnTo>
                    <a:pt x="548973" y="89495"/>
                  </a:lnTo>
                  <a:lnTo>
                    <a:pt x="550364" y="87076"/>
                  </a:lnTo>
                  <a:lnTo>
                    <a:pt x="551707" y="84724"/>
                  </a:lnTo>
                  <a:lnTo>
                    <a:pt x="553098" y="82495"/>
                  </a:lnTo>
                  <a:lnTo>
                    <a:pt x="554498" y="80466"/>
                  </a:lnTo>
                  <a:lnTo>
                    <a:pt x="555898" y="78551"/>
                  </a:lnTo>
                  <a:lnTo>
                    <a:pt x="557232" y="76703"/>
                  </a:lnTo>
                  <a:lnTo>
                    <a:pt x="558632" y="75113"/>
                  </a:lnTo>
                  <a:lnTo>
                    <a:pt x="560032" y="73722"/>
                  </a:lnTo>
                  <a:lnTo>
                    <a:pt x="561365" y="72379"/>
                  </a:lnTo>
                  <a:lnTo>
                    <a:pt x="562766" y="71303"/>
                  </a:lnTo>
                  <a:lnTo>
                    <a:pt x="564166" y="70407"/>
                  </a:lnTo>
                  <a:lnTo>
                    <a:pt x="565499" y="69712"/>
                  </a:lnTo>
                  <a:lnTo>
                    <a:pt x="566900" y="69198"/>
                  </a:lnTo>
                  <a:lnTo>
                    <a:pt x="568300" y="68950"/>
                  </a:lnTo>
                  <a:lnTo>
                    <a:pt x="569633" y="68817"/>
                  </a:lnTo>
                  <a:lnTo>
                    <a:pt x="571033" y="68950"/>
                  </a:lnTo>
                  <a:lnTo>
                    <a:pt x="572434" y="69331"/>
                  </a:lnTo>
                  <a:lnTo>
                    <a:pt x="573834" y="69903"/>
                  </a:lnTo>
                  <a:lnTo>
                    <a:pt x="575167" y="70731"/>
                  </a:lnTo>
                  <a:lnTo>
                    <a:pt x="576567" y="71807"/>
                  </a:lnTo>
                  <a:lnTo>
                    <a:pt x="577968" y="73084"/>
                  </a:lnTo>
                  <a:lnTo>
                    <a:pt x="579301" y="74541"/>
                  </a:lnTo>
                  <a:lnTo>
                    <a:pt x="580701" y="76322"/>
                  </a:lnTo>
                  <a:lnTo>
                    <a:pt x="582101" y="78294"/>
                  </a:lnTo>
                  <a:lnTo>
                    <a:pt x="583435" y="80399"/>
                  </a:lnTo>
                  <a:lnTo>
                    <a:pt x="584835" y="82876"/>
                  </a:lnTo>
                  <a:lnTo>
                    <a:pt x="586235" y="85485"/>
                  </a:lnTo>
                  <a:lnTo>
                    <a:pt x="587569" y="88352"/>
                  </a:lnTo>
                  <a:lnTo>
                    <a:pt x="588969" y="91410"/>
                  </a:lnTo>
                  <a:lnTo>
                    <a:pt x="590369" y="94649"/>
                  </a:lnTo>
                  <a:lnTo>
                    <a:pt x="591769" y="98087"/>
                  </a:lnTo>
                  <a:lnTo>
                    <a:pt x="593103" y="101716"/>
                  </a:lnTo>
                  <a:lnTo>
                    <a:pt x="594503" y="105593"/>
                  </a:lnTo>
                  <a:lnTo>
                    <a:pt x="595903" y="109603"/>
                  </a:lnTo>
                  <a:lnTo>
                    <a:pt x="597237" y="113737"/>
                  </a:lnTo>
                  <a:lnTo>
                    <a:pt x="598637" y="118070"/>
                  </a:lnTo>
                  <a:lnTo>
                    <a:pt x="600037" y="122519"/>
                  </a:lnTo>
                  <a:lnTo>
                    <a:pt x="601370" y="127100"/>
                  </a:lnTo>
                  <a:lnTo>
                    <a:pt x="602771" y="131815"/>
                  </a:lnTo>
                  <a:lnTo>
                    <a:pt x="604171" y="136644"/>
                  </a:lnTo>
                  <a:lnTo>
                    <a:pt x="605504" y="141607"/>
                  </a:lnTo>
                  <a:lnTo>
                    <a:pt x="606904" y="146636"/>
                  </a:lnTo>
                  <a:lnTo>
                    <a:pt x="608295" y="151722"/>
                  </a:lnTo>
                  <a:lnTo>
                    <a:pt x="609695" y="156885"/>
                  </a:lnTo>
                  <a:lnTo>
                    <a:pt x="611039" y="162095"/>
                  </a:lnTo>
                  <a:lnTo>
                    <a:pt x="612429" y="167381"/>
                  </a:lnTo>
                  <a:lnTo>
                    <a:pt x="613829" y="172658"/>
                  </a:lnTo>
                  <a:lnTo>
                    <a:pt x="615172" y="178002"/>
                  </a:lnTo>
                  <a:lnTo>
                    <a:pt x="616563" y="183355"/>
                  </a:lnTo>
                  <a:lnTo>
                    <a:pt x="617963" y="188632"/>
                  </a:lnTo>
                  <a:lnTo>
                    <a:pt x="619296" y="193975"/>
                  </a:lnTo>
                  <a:lnTo>
                    <a:pt x="620697" y="199262"/>
                  </a:lnTo>
                  <a:lnTo>
                    <a:pt x="622097" y="204538"/>
                  </a:lnTo>
                  <a:lnTo>
                    <a:pt x="623430" y="209758"/>
                  </a:lnTo>
                  <a:lnTo>
                    <a:pt x="624831" y="214911"/>
                  </a:lnTo>
                  <a:lnTo>
                    <a:pt x="626231" y="219998"/>
                  </a:lnTo>
                  <a:lnTo>
                    <a:pt x="627631" y="225093"/>
                  </a:lnTo>
                  <a:lnTo>
                    <a:pt x="628964" y="230056"/>
                  </a:lnTo>
                  <a:lnTo>
                    <a:pt x="630365" y="234895"/>
                  </a:lnTo>
                  <a:lnTo>
                    <a:pt x="631765" y="239667"/>
                  </a:lnTo>
                  <a:lnTo>
                    <a:pt x="633098" y="244372"/>
                  </a:lnTo>
                  <a:lnTo>
                    <a:pt x="634498" y="248954"/>
                  </a:lnTo>
                  <a:lnTo>
                    <a:pt x="635899" y="253468"/>
                  </a:lnTo>
                  <a:lnTo>
                    <a:pt x="637232" y="257859"/>
                  </a:lnTo>
                  <a:lnTo>
                    <a:pt x="638632" y="262060"/>
                  </a:lnTo>
                  <a:lnTo>
                    <a:pt x="640032" y="266194"/>
                  </a:lnTo>
                  <a:lnTo>
                    <a:pt x="641366" y="270270"/>
                  </a:lnTo>
                  <a:lnTo>
                    <a:pt x="642766" y="274147"/>
                  </a:lnTo>
                  <a:lnTo>
                    <a:pt x="644166" y="277900"/>
                  </a:lnTo>
                  <a:lnTo>
                    <a:pt x="645567" y="281529"/>
                  </a:lnTo>
                  <a:lnTo>
                    <a:pt x="646900" y="285034"/>
                  </a:lnTo>
                  <a:lnTo>
                    <a:pt x="648300" y="288406"/>
                  </a:lnTo>
                  <a:lnTo>
                    <a:pt x="649700" y="291645"/>
                  </a:lnTo>
                  <a:lnTo>
                    <a:pt x="651034" y="294769"/>
                  </a:lnTo>
                  <a:lnTo>
                    <a:pt x="652434" y="297760"/>
                  </a:lnTo>
                  <a:lnTo>
                    <a:pt x="653834" y="300617"/>
                  </a:lnTo>
                  <a:lnTo>
                    <a:pt x="655168" y="303360"/>
                  </a:lnTo>
                  <a:lnTo>
                    <a:pt x="656568" y="305970"/>
                  </a:lnTo>
                  <a:lnTo>
                    <a:pt x="657968" y="308447"/>
                  </a:lnTo>
                  <a:lnTo>
                    <a:pt x="659302" y="310799"/>
                  </a:lnTo>
                  <a:lnTo>
                    <a:pt x="660702" y="313028"/>
                  </a:lnTo>
                  <a:lnTo>
                    <a:pt x="662102" y="315190"/>
                  </a:lnTo>
                  <a:lnTo>
                    <a:pt x="663493" y="317229"/>
                  </a:lnTo>
                  <a:lnTo>
                    <a:pt x="664836" y="319134"/>
                  </a:lnTo>
                  <a:lnTo>
                    <a:pt x="666236" y="320915"/>
                  </a:lnTo>
                  <a:lnTo>
                    <a:pt x="667626" y="322639"/>
                  </a:lnTo>
                  <a:lnTo>
                    <a:pt x="668969" y="324230"/>
                  </a:lnTo>
                  <a:lnTo>
                    <a:pt x="670369" y="325754"/>
                  </a:lnTo>
                  <a:lnTo>
                    <a:pt x="671760" y="327154"/>
                  </a:lnTo>
                  <a:lnTo>
                    <a:pt x="673103" y="328554"/>
                  </a:lnTo>
                  <a:lnTo>
                    <a:pt x="674494" y="329764"/>
                  </a:lnTo>
                  <a:lnTo>
                    <a:pt x="675894" y="330907"/>
                  </a:lnTo>
                  <a:lnTo>
                    <a:pt x="677237" y="332050"/>
                  </a:lnTo>
                  <a:lnTo>
                    <a:pt x="678628" y="333069"/>
                  </a:lnTo>
                  <a:lnTo>
                    <a:pt x="680028" y="334021"/>
                  </a:lnTo>
                  <a:lnTo>
                    <a:pt x="681428" y="334917"/>
                  </a:lnTo>
                  <a:lnTo>
                    <a:pt x="682761" y="335745"/>
                  </a:lnTo>
                  <a:lnTo>
                    <a:pt x="684162" y="336507"/>
                  </a:lnTo>
                  <a:lnTo>
                    <a:pt x="685562" y="337212"/>
                  </a:lnTo>
                  <a:lnTo>
                    <a:pt x="686895" y="337841"/>
                  </a:lnTo>
                  <a:lnTo>
                    <a:pt x="688295" y="338479"/>
                  </a:lnTo>
                  <a:lnTo>
                    <a:pt x="689696" y="338993"/>
                  </a:lnTo>
                  <a:lnTo>
                    <a:pt x="691030" y="339565"/>
                  </a:lnTo>
                  <a:lnTo>
                    <a:pt x="692429" y="340003"/>
                  </a:lnTo>
                  <a:lnTo>
                    <a:pt x="693829" y="340451"/>
                  </a:lnTo>
                  <a:lnTo>
                    <a:pt x="695163" y="340832"/>
                  </a:lnTo>
                  <a:lnTo>
                    <a:pt x="696564" y="341213"/>
                  </a:lnTo>
                  <a:lnTo>
                    <a:pt x="697963" y="341536"/>
                  </a:lnTo>
                  <a:lnTo>
                    <a:pt x="699364" y="341851"/>
                  </a:lnTo>
                  <a:lnTo>
                    <a:pt x="700697" y="342175"/>
                  </a:lnTo>
                  <a:lnTo>
                    <a:pt x="702097" y="342422"/>
                  </a:lnTo>
                  <a:lnTo>
                    <a:pt x="703497" y="342613"/>
                  </a:lnTo>
                  <a:lnTo>
                    <a:pt x="704831" y="342870"/>
                  </a:lnTo>
                </a:path>
              </a:pathLst>
            </a:custGeom>
            <a:noFill/>
            <a:ln w="7242" cap="flat">
              <a:solidFill>
                <a:srgbClr val="000000"/>
              </a:solidFill>
              <a:prstDash val="solid"/>
              <a:round/>
            </a:ln>
          </p:spPr>
          <p:txBody>
            <a:bodyPr/>
            <a:lstStyle/>
            <a:p>
              <a:endParaRPr lang="zh-CN" altLang="en-US" sz="2190"/>
            </a:p>
          </p:txBody>
        </p:sp>
        <p:sp>
          <p:nvSpPr>
            <p:cNvPr id="941" name="任意多边形: 形状 940"/>
            <p:cNvSpPr/>
            <p:nvPr/>
          </p:nvSpPr>
          <p:spPr>
            <a:xfrm>
              <a:off x="4281949"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942" name="任意多边形: 形状 941"/>
            <p:cNvSpPr/>
            <p:nvPr/>
          </p:nvSpPr>
          <p:spPr>
            <a:xfrm>
              <a:off x="4277187"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943" name="任意多边形: 形状 942"/>
            <p:cNvSpPr/>
            <p:nvPr/>
          </p:nvSpPr>
          <p:spPr>
            <a:xfrm>
              <a:off x="43581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4" name="任意多边形: 形状 943"/>
            <p:cNvSpPr/>
            <p:nvPr/>
          </p:nvSpPr>
          <p:spPr>
            <a:xfrm>
              <a:off x="45391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5" name="任意多边形: 形状 944"/>
            <p:cNvSpPr/>
            <p:nvPr/>
          </p:nvSpPr>
          <p:spPr>
            <a:xfrm>
              <a:off x="47296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6" name="任意多边形: 形状 945"/>
            <p:cNvSpPr/>
            <p:nvPr/>
          </p:nvSpPr>
          <p:spPr>
            <a:xfrm>
              <a:off x="49201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7" name="任意多边形: 形状 946"/>
            <p:cNvSpPr/>
            <p:nvPr/>
          </p:nvSpPr>
          <p:spPr>
            <a:xfrm>
              <a:off x="50058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8" name="任意多边形: 形状 947"/>
            <p:cNvSpPr/>
            <p:nvPr/>
          </p:nvSpPr>
          <p:spPr>
            <a:xfrm>
              <a:off x="4281949"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49" name="任意多边形: 形状 948"/>
            <p:cNvSpPr/>
            <p:nvPr/>
          </p:nvSpPr>
          <p:spPr>
            <a:xfrm>
              <a:off x="4281949"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0" name="任意多边形: 形状 949"/>
            <p:cNvSpPr/>
            <p:nvPr/>
          </p:nvSpPr>
          <p:spPr>
            <a:xfrm>
              <a:off x="4281949"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1" name="任意多边形: 形状 950"/>
            <p:cNvSpPr/>
            <p:nvPr/>
          </p:nvSpPr>
          <p:spPr>
            <a:xfrm>
              <a:off x="4281949"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2" name="任意多边形: 形状 951"/>
            <p:cNvSpPr/>
            <p:nvPr/>
          </p:nvSpPr>
          <p:spPr>
            <a:xfrm>
              <a:off x="44533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3" name="任意多边形: 形状 952"/>
            <p:cNvSpPr/>
            <p:nvPr/>
          </p:nvSpPr>
          <p:spPr>
            <a:xfrm>
              <a:off x="46343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4" name="任意多边形: 形状 953"/>
            <p:cNvSpPr/>
            <p:nvPr/>
          </p:nvSpPr>
          <p:spPr>
            <a:xfrm>
              <a:off x="48248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5" name="任意多边形: 形状 954"/>
            <p:cNvSpPr/>
            <p:nvPr/>
          </p:nvSpPr>
          <p:spPr>
            <a:xfrm>
              <a:off x="4315287" y="5026547"/>
              <a:ext cx="723900" cy="381000"/>
            </a:xfrm>
            <a:custGeom>
              <a:avLst/>
              <a:gdLst>
                <a:gd name="csX0" fmla="*/ -19 w 723900"/>
                <a:gd name="csY0" fmla="*/ 377607 h 381000"/>
                <a:gd name="csX1" fmla="*/ 1381 w 723900"/>
                <a:gd name="csY1" fmla="*/ 377284 h 381000"/>
                <a:gd name="csX2" fmla="*/ 2838 w 723900"/>
                <a:gd name="csY2" fmla="*/ 376903 h 381000"/>
                <a:gd name="csX3" fmla="*/ 4229 w 723900"/>
                <a:gd name="csY3" fmla="*/ 376455 h 381000"/>
                <a:gd name="csX4" fmla="*/ 5629 w 723900"/>
                <a:gd name="csY4" fmla="*/ 376017 h 381000"/>
                <a:gd name="csX5" fmla="*/ 7087 w 723900"/>
                <a:gd name="csY5" fmla="*/ 375503 h 381000"/>
                <a:gd name="csX6" fmla="*/ 8487 w 723900"/>
                <a:gd name="csY6" fmla="*/ 374998 h 381000"/>
                <a:gd name="csX7" fmla="*/ 9887 w 723900"/>
                <a:gd name="csY7" fmla="*/ 374426 h 381000"/>
                <a:gd name="csX8" fmla="*/ 11344 w 723900"/>
                <a:gd name="csY8" fmla="*/ 373788 h 381000"/>
                <a:gd name="csX9" fmla="*/ 12744 w 723900"/>
                <a:gd name="csY9" fmla="*/ 373159 h 381000"/>
                <a:gd name="csX10" fmla="*/ 14135 w 723900"/>
                <a:gd name="csY10" fmla="*/ 372397 h 381000"/>
                <a:gd name="csX11" fmla="*/ 15593 w 723900"/>
                <a:gd name="csY11" fmla="*/ 371636 h 381000"/>
                <a:gd name="csX12" fmla="*/ 16993 w 723900"/>
                <a:gd name="csY12" fmla="*/ 370740 h 381000"/>
                <a:gd name="csX13" fmla="*/ 18393 w 723900"/>
                <a:gd name="csY13" fmla="*/ 369854 h 381000"/>
                <a:gd name="csX14" fmla="*/ 19784 w 723900"/>
                <a:gd name="csY14" fmla="*/ 368902 h 381000"/>
                <a:gd name="csX15" fmla="*/ 21250 w 723900"/>
                <a:gd name="csY15" fmla="*/ 367816 h 381000"/>
                <a:gd name="csX16" fmla="*/ 22641 w 723900"/>
                <a:gd name="csY16" fmla="*/ 366673 h 381000"/>
                <a:gd name="csX17" fmla="*/ 24041 w 723900"/>
                <a:gd name="csY17" fmla="*/ 365473 h 381000"/>
                <a:gd name="csX18" fmla="*/ 25498 w 723900"/>
                <a:gd name="csY18" fmla="*/ 364197 h 381000"/>
                <a:gd name="csX19" fmla="*/ 26899 w 723900"/>
                <a:gd name="csY19" fmla="*/ 362796 h 381000"/>
                <a:gd name="csX20" fmla="*/ 28289 w 723900"/>
                <a:gd name="csY20" fmla="*/ 361339 h 381000"/>
                <a:gd name="csX21" fmla="*/ 29756 w 723900"/>
                <a:gd name="csY21" fmla="*/ 359748 h 381000"/>
                <a:gd name="csX22" fmla="*/ 31147 w 723900"/>
                <a:gd name="csY22" fmla="*/ 358034 h 381000"/>
                <a:gd name="csX23" fmla="*/ 32547 w 723900"/>
                <a:gd name="csY23" fmla="*/ 356253 h 381000"/>
                <a:gd name="csX24" fmla="*/ 34004 w 723900"/>
                <a:gd name="csY24" fmla="*/ 354348 h 381000"/>
                <a:gd name="csX25" fmla="*/ 35404 w 723900"/>
                <a:gd name="csY25" fmla="*/ 352376 h 381000"/>
                <a:gd name="csX26" fmla="*/ 36795 w 723900"/>
                <a:gd name="csY26" fmla="*/ 350223 h 381000"/>
                <a:gd name="csX27" fmla="*/ 38262 w 723900"/>
                <a:gd name="csY27" fmla="*/ 347937 h 381000"/>
                <a:gd name="csX28" fmla="*/ 39653 w 723900"/>
                <a:gd name="csY28" fmla="*/ 345584 h 381000"/>
                <a:gd name="csX29" fmla="*/ 41053 w 723900"/>
                <a:gd name="csY29" fmla="*/ 343042 h 381000"/>
                <a:gd name="csX30" fmla="*/ 42510 w 723900"/>
                <a:gd name="csY30" fmla="*/ 340374 h 381000"/>
                <a:gd name="csX31" fmla="*/ 43910 w 723900"/>
                <a:gd name="csY31" fmla="*/ 337574 h 381000"/>
                <a:gd name="csX32" fmla="*/ 45301 w 723900"/>
                <a:gd name="csY32" fmla="*/ 334659 h 381000"/>
                <a:gd name="csX33" fmla="*/ 46768 w 723900"/>
                <a:gd name="csY33" fmla="*/ 331545 h 381000"/>
                <a:gd name="csX34" fmla="*/ 48159 w 723900"/>
                <a:gd name="csY34" fmla="*/ 328306 h 381000"/>
                <a:gd name="csX35" fmla="*/ 49558 w 723900"/>
                <a:gd name="csY35" fmla="*/ 324934 h 381000"/>
                <a:gd name="csX36" fmla="*/ 50949 w 723900"/>
                <a:gd name="csY36" fmla="*/ 321382 h 381000"/>
                <a:gd name="csX37" fmla="*/ 52416 w 723900"/>
                <a:gd name="csY37" fmla="*/ 317695 h 381000"/>
                <a:gd name="csX38" fmla="*/ 53807 w 723900"/>
                <a:gd name="csY38" fmla="*/ 313819 h 381000"/>
                <a:gd name="csX39" fmla="*/ 55207 w 723900"/>
                <a:gd name="csY39" fmla="*/ 309819 h 381000"/>
                <a:gd name="csX40" fmla="*/ 56664 w 723900"/>
                <a:gd name="csY40" fmla="*/ 305618 h 381000"/>
                <a:gd name="csX41" fmla="*/ 58064 w 723900"/>
                <a:gd name="csY41" fmla="*/ 301303 h 381000"/>
                <a:gd name="csX42" fmla="*/ 59465 w 723900"/>
                <a:gd name="csY42" fmla="*/ 296731 h 381000"/>
                <a:gd name="csX43" fmla="*/ 60922 w 723900"/>
                <a:gd name="csY43" fmla="*/ 292025 h 381000"/>
                <a:gd name="csX44" fmla="*/ 62313 w 723900"/>
                <a:gd name="csY44" fmla="*/ 287263 h 381000"/>
                <a:gd name="csX45" fmla="*/ 63713 w 723900"/>
                <a:gd name="csY45" fmla="*/ 282177 h 381000"/>
                <a:gd name="csX46" fmla="*/ 65170 w 723900"/>
                <a:gd name="csY46" fmla="*/ 277033 h 381000"/>
                <a:gd name="csX47" fmla="*/ 66570 w 723900"/>
                <a:gd name="csY47" fmla="*/ 271756 h 381000"/>
                <a:gd name="csX48" fmla="*/ 67970 w 723900"/>
                <a:gd name="csY48" fmla="*/ 266232 h 381000"/>
                <a:gd name="csX49" fmla="*/ 69428 w 723900"/>
                <a:gd name="csY49" fmla="*/ 260641 h 381000"/>
                <a:gd name="csX50" fmla="*/ 70819 w 723900"/>
                <a:gd name="csY50" fmla="*/ 254859 h 381000"/>
                <a:gd name="csX51" fmla="*/ 72219 w 723900"/>
                <a:gd name="csY51" fmla="*/ 248954 h 381000"/>
                <a:gd name="csX52" fmla="*/ 73676 w 723900"/>
                <a:gd name="csY52" fmla="*/ 242914 h 381000"/>
                <a:gd name="csX53" fmla="*/ 75076 w 723900"/>
                <a:gd name="csY53" fmla="*/ 236752 h 381000"/>
                <a:gd name="csX54" fmla="*/ 76467 w 723900"/>
                <a:gd name="csY54" fmla="*/ 230399 h 381000"/>
                <a:gd name="csX55" fmla="*/ 77867 w 723900"/>
                <a:gd name="csY55" fmla="*/ 223979 h 381000"/>
                <a:gd name="csX56" fmla="*/ 79324 w 723900"/>
                <a:gd name="csY56" fmla="*/ 217502 h 381000"/>
                <a:gd name="csX57" fmla="*/ 80724 w 723900"/>
                <a:gd name="csY57" fmla="*/ 210834 h 381000"/>
                <a:gd name="csX58" fmla="*/ 82125 w 723900"/>
                <a:gd name="csY58" fmla="*/ 204158 h 381000"/>
                <a:gd name="csX59" fmla="*/ 83582 w 723900"/>
                <a:gd name="csY59" fmla="*/ 197366 h 381000"/>
                <a:gd name="csX60" fmla="*/ 84982 w 723900"/>
                <a:gd name="csY60" fmla="*/ 190498 h 381000"/>
                <a:gd name="csX61" fmla="*/ 86373 w 723900"/>
                <a:gd name="csY61" fmla="*/ 183574 h 381000"/>
                <a:gd name="csX62" fmla="*/ 87830 w 723900"/>
                <a:gd name="csY62" fmla="*/ 176592 h 381000"/>
                <a:gd name="csX63" fmla="*/ 89230 w 723900"/>
                <a:gd name="csY63" fmla="*/ 169601 h 381000"/>
                <a:gd name="csX64" fmla="*/ 90630 w 723900"/>
                <a:gd name="csY64" fmla="*/ 162552 h 381000"/>
                <a:gd name="csX65" fmla="*/ 92088 w 723900"/>
                <a:gd name="csY65" fmla="*/ 155494 h 381000"/>
                <a:gd name="csX66" fmla="*/ 93488 w 723900"/>
                <a:gd name="csY66" fmla="*/ 148446 h 381000"/>
                <a:gd name="csX67" fmla="*/ 94879 w 723900"/>
                <a:gd name="csY67" fmla="*/ 141454 h 381000"/>
                <a:gd name="csX68" fmla="*/ 96336 w 723900"/>
                <a:gd name="csY68" fmla="*/ 134463 h 381000"/>
                <a:gd name="csX69" fmla="*/ 97736 w 723900"/>
                <a:gd name="csY69" fmla="*/ 127481 h 381000"/>
                <a:gd name="csX70" fmla="*/ 99136 w 723900"/>
                <a:gd name="csY70" fmla="*/ 120614 h 381000"/>
                <a:gd name="csX71" fmla="*/ 100593 w 723900"/>
                <a:gd name="csY71" fmla="*/ 113756 h 381000"/>
                <a:gd name="csX72" fmla="*/ 101994 w 723900"/>
                <a:gd name="csY72" fmla="*/ 107022 h 381000"/>
                <a:gd name="csX73" fmla="*/ 103384 w 723900"/>
                <a:gd name="csY73" fmla="*/ 100411 h 381000"/>
                <a:gd name="csX74" fmla="*/ 104842 w 723900"/>
                <a:gd name="csY74" fmla="*/ 93867 h 381000"/>
                <a:gd name="csX75" fmla="*/ 106242 w 723900"/>
                <a:gd name="csY75" fmla="*/ 87390 h 381000"/>
                <a:gd name="csX76" fmla="*/ 107642 w 723900"/>
                <a:gd name="csY76" fmla="*/ 81161 h 381000"/>
                <a:gd name="csX77" fmla="*/ 109033 w 723900"/>
                <a:gd name="csY77" fmla="*/ 75065 h 381000"/>
                <a:gd name="csX78" fmla="*/ 110500 w 723900"/>
                <a:gd name="csY78" fmla="*/ 69093 h 381000"/>
                <a:gd name="csX79" fmla="*/ 111890 w 723900"/>
                <a:gd name="csY79" fmla="*/ 63311 h 381000"/>
                <a:gd name="csX80" fmla="*/ 113290 w 723900"/>
                <a:gd name="csY80" fmla="*/ 57787 h 381000"/>
                <a:gd name="csX81" fmla="*/ 114748 w 723900"/>
                <a:gd name="csY81" fmla="*/ 52386 h 381000"/>
                <a:gd name="csX82" fmla="*/ 116148 w 723900"/>
                <a:gd name="csY82" fmla="*/ 47176 h 381000"/>
                <a:gd name="csX83" fmla="*/ 117539 w 723900"/>
                <a:gd name="csY83" fmla="*/ 42280 h 381000"/>
                <a:gd name="csX84" fmla="*/ 119005 w 723900"/>
                <a:gd name="csY84" fmla="*/ 37584 h 381000"/>
                <a:gd name="csX85" fmla="*/ 120396 w 723900"/>
                <a:gd name="csY85" fmla="*/ 33069 h 381000"/>
                <a:gd name="csX86" fmla="*/ 121796 w 723900"/>
                <a:gd name="csY86" fmla="*/ 28945 h 381000"/>
                <a:gd name="csX87" fmla="*/ 123253 w 723900"/>
                <a:gd name="csY87" fmla="*/ 24935 h 381000"/>
                <a:gd name="csX88" fmla="*/ 124654 w 723900"/>
                <a:gd name="csY88" fmla="*/ 21249 h 381000"/>
                <a:gd name="csX89" fmla="*/ 126044 w 723900"/>
                <a:gd name="csY89" fmla="*/ 17953 h 381000"/>
                <a:gd name="csX90" fmla="*/ 127511 w 723900"/>
                <a:gd name="csY90" fmla="*/ 14772 h 381000"/>
                <a:gd name="csX91" fmla="*/ 128902 w 723900"/>
                <a:gd name="csY91" fmla="*/ 11981 h 381000"/>
                <a:gd name="csX92" fmla="*/ 130302 w 723900"/>
                <a:gd name="csY92" fmla="*/ 9504 h 381000"/>
                <a:gd name="csX93" fmla="*/ 131759 w 723900"/>
                <a:gd name="csY93" fmla="*/ 7209 h 381000"/>
                <a:gd name="csX94" fmla="*/ 133160 w 723900"/>
                <a:gd name="csY94" fmla="*/ 5247 h 381000"/>
                <a:gd name="csX95" fmla="*/ 134550 w 723900"/>
                <a:gd name="csY95" fmla="*/ 3656 h 381000"/>
                <a:gd name="csX96" fmla="*/ 135950 w 723900"/>
                <a:gd name="csY96" fmla="*/ 2323 h 381000"/>
                <a:gd name="csX97" fmla="*/ 137408 w 723900"/>
                <a:gd name="csY97" fmla="*/ 1237 h 381000"/>
                <a:gd name="csX98" fmla="*/ 138808 w 723900"/>
                <a:gd name="csY98" fmla="*/ 608 h 381000"/>
                <a:gd name="csX99" fmla="*/ 140199 w 723900"/>
                <a:gd name="csY99" fmla="*/ 161 h 381000"/>
                <a:gd name="csX100" fmla="*/ 141665 w 723900"/>
                <a:gd name="csY100" fmla="*/ -30 h 381000"/>
                <a:gd name="csX101" fmla="*/ 143056 w 723900"/>
                <a:gd name="csY101" fmla="*/ 161 h 381000"/>
                <a:gd name="csX102" fmla="*/ 144456 w 723900"/>
                <a:gd name="csY102" fmla="*/ 665 h 381000"/>
                <a:gd name="csX103" fmla="*/ 145914 w 723900"/>
                <a:gd name="csY103" fmla="*/ 1304 h 381000"/>
                <a:gd name="csX104" fmla="*/ 147314 w 723900"/>
                <a:gd name="csY104" fmla="*/ 2380 h 381000"/>
                <a:gd name="csX105" fmla="*/ 148714 w 723900"/>
                <a:gd name="csY105" fmla="*/ 3656 h 381000"/>
                <a:gd name="csX106" fmla="*/ 150171 w 723900"/>
                <a:gd name="csY106" fmla="*/ 5180 h 381000"/>
                <a:gd name="csX107" fmla="*/ 151562 w 723900"/>
                <a:gd name="csY107" fmla="*/ 7018 h 381000"/>
                <a:gd name="csX108" fmla="*/ 152962 w 723900"/>
                <a:gd name="csY108" fmla="*/ 9124 h 381000"/>
                <a:gd name="csX109" fmla="*/ 154419 w 723900"/>
                <a:gd name="csY109" fmla="*/ 11409 h 381000"/>
                <a:gd name="csX110" fmla="*/ 155819 w 723900"/>
                <a:gd name="csY110" fmla="*/ 13943 h 381000"/>
                <a:gd name="csX111" fmla="*/ 157220 w 723900"/>
                <a:gd name="csY111" fmla="*/ 16743 h 381000"/>
                <a:gd name="csX112" fmla="*/ 158677 w 723900"/>
                <a:gd name="csY112" fmla="*/ 19725 h 381000"/>
                <a:gd name="csX113" fmla="*/ 160068 w 723900"/>
                <a:gd name="csY113" fmla="*/ 22973 h 381000"/>
                <a:gd name="csX114" fmla="*/ 161468 w 723900"/>
                <a:gd name="csY114" fmla="*/ 26335 h 381000"/>
                <a:gd name="csX115" fmla="*/ 162868 w 723900"/>
                <a:gd name="csY115" fmla="*/ 29898 h 381000"/>
                <a:gd name="csX116" fmla="*/ 164325 w 723900"/>
                <a:gd name="csY116" fmla="*/ 33641 h 381000"/>
                <a:gd name="csX117" fmla="*/ 165726 w 723900"/>
                <a:gd name="csY117" fmla="*/ 37642 h 381000"/>
                <a:gd name="csX118" fmla="*/ 167116 w 723900"/>
                <a:gd name="csY118" fmla="*/ 41651 h 381000"/>
                <a:gd name="csX119" fmla="*/ 168574 w 723900"/>
                <a:gd name="csY119" fmla="*/ 45900 h 381000"/>
                <a:gd name="csX120" fmla="*/ 169974 w 723900"/>
                <a:gd name="csY120" fmla="*/ 50224 h 381000"/>
                <a:gd name="csX121" fmla="*/ 171374 w 723900"/>
                <a:gd name="csY121" fmla="*/ 54739 h 381000"/>
                <a:gd name="csX122" fmla="*/ 172831 w 723900"/>
                <a:gd name="csY122" fmla="*/ 59311 h 381000"/>
                <a:gd name="csX123" fmla="*/ 174231 w 723900"/>
                <a:gd name="csY123" fmla="*/ 64007 h 381000"/>
                <a:gd name="csX124" fmla="*/ 175622 w 723900"/>
                <a:gd name="csY124" fmla="*/ 68779 h 381000"/>
                <a:gd name="csX125" fmla="*/ 177089 w 723900"/>
                <a:gd name="csY125" fmla="*/ 73608 h 381000"/>
                <a:gd name="csX126" fmla="*/ 178479 w 723900"/>
                <a:gd name="csY126" fmla="*/ 78494 h 381000"/>
                <a:gd name="csX127" fmla="*/ 179880 w 723900"/>
                <a:gd name="csY127" fmla="*/ 83447 h 381000"/>
                <a:gd name="csX128" fmla="*/ 181337 w 723900"/>
                <a:gd name="csY128" fmla="*/ 88467 h 381000"/>
                <a:gd name="csX129" fmla="*/ 182737 w 723900"/>
                <a:gd name="csY129" fmla="*/ 93553 h 381000"/>
                <a:gd name="csX130" fmla="*/ 184128 w 723900"/>
                <a:gd name="csY130" fmla="*/ 98630 h 381000"/>
                <a:gd name="csX131" fmla="*/ 185595 w 723900"/>
                <a:gd name="csY131" fmla="*/ 103717 h 381000"/>
                <a:gd name="csX132" fmla="*/ 186985 w 723900"/>
                <a:gd name="csY132" fmla="*/ 108860 h 381000"/>
                <a:gd name="csX133" fmla="*/ 188385 w 723900"/>
                <a:gd name="csY133" fmla="*/ 113946 h 381000"/>
                <a:gd name="csX134" fmla="*/ 189843 w 723900"/>
                <a:gd name="csY134" fmla="*/ 119089 h 381000"/>
                <a:gd name="csX135" fmla="*/ 191243 w 723900"/>
                <a:gd name="csY135" fmla="*/ 124176 h 381000"/>
                <a:gd name="csX136" fmla="*/ 192634 w 723900"/>
                <a:gd name="csY136" fmla="*/ 129253 h 381000"/>
                <a:gd name="csX137" fmla="*/ 194034 w 723900"/>
                <a:gd name="csY137" fmla="*/ 134272 h 381000"/>
                <a:gd name="csX138" fmla="*/ 195491 w 723900"/>
                <a:gd name="csY138" fmla="*/ 139292 h 381000"/>
                <a:gd name="csX139" fmla="*/ 196891 w 723900"/>
                <a:gd name="csY139" fmla="*/ 144255 h 381000"/>
                <a:gd name="csX140" fmla="*/ 198282 w 723900"/>
                <a:gd name="csY140" fmla="*/ 149141 h 381000"/>
                <a:gd name="csX141" fmla="*/ 199749 w 723900"/>
                <a:gd name="csY141" fmla="*/ 154037 h 381000"/>
                <a:gd name="csX142" fmla="*/ 201139 w 723900"/>
                <a:gd name="csY142" fmla="*/ 158866 h 381000"/>
                <a:gd name="csX143" fmla="*/ 202540 w 723900"/>
                <a:gd name="csY143" fmla="*/ 163562 h 381000"/>
                <a:gd name="csX144" fmla="*/ 203997 w 723900"/>
                <a:gd name="csY144" fmla="*/ 168267 h 381000"/>
                <a:gd name="csX145" fmla="*/ 205397 w 723900"/>
                <a:gd name="csY145" fmla="*/ 172839 h 381000"/>
                <a:gd name="csX146" fmla="*/ 206788 w 723900"/>
                <a:gd name="csY146" fmla="*/ 177412 h 381000"/>
                <a:gd name="csX147" fmla="*/ 208255 w 723900"/>
                <a:gd name="csY147" fmla="*/ 181859 h 381000"/>
                <a:gd name="csX148" fmla="*/ 209645 w 723900"/>
                <a:gd name="csY148" fmla="*/ 186184 h 381000"/>
                <a:gd name="csX149" fmla="*/ 211045 w 723900"/>
                <a:gd name="csY149" fmla="*/ 190498 h 381000"/>
                <a:gd name="csX150" fmla="*/ 212503 w 723900"/>
                <a:gd name="csY150" fmla="*/ 194699 h 381000"/>
                <a:gd name="csX151" fmla="*/ 213903 w 723900"/>
                <a:gd name="csY151" fmla="*/ 198757 h 381000"/>
                <a:gd name="csX152" fmla="*/ 215294 w 723900"/>
                <a:gd name="csY152" fmla="*/ 202767 h 381000"/>
                <a:gd name="csX153" fmla="*/ 216761 w 723900"/>
                <a:gd name="csY153" fmla="*/ 206700 h 381000"/>
                <a:gd name="csX154" fmla="*/ 218151 w 723900"/>
                <a:gd name="csY154" fmla="*/ 210511 h 381000"/>
                <a:gd name="csX155" fmla="*/ 219551 w 723900"/>
                <a:gd name="csY155" fmla="*/ 214263 h 381000"/>
                <a:gd name="csX156" fmla="*/ 220952 w 723900"/>
                <a:gd name="csY156" fmla="*/ 217883 h 381000"/>
                <a:gd name="csX157" fmla="*/ 222409 w 723900"/>
                <a:gd name="csY157" fmla="*/ 221445 h 381000"/>
                <a:gd name="csX158" fmla="*/ 223799 w 723900"/>
                <a:gd name="csY158" fmla="*/ 224874 h 381000"/>
                <a:gd name="csX159" fmla="*/ 225200 w 723900"/>
                <a:gd name="csY159" fmla="*/ 228237 h 381000"/>
                <a:gd name="csX160" fmla="*/ 226657 w 723900"/>
                <a:gd name="csY160" fmla="*/ 231418 h 381000"/>
                <a:gd name="csX161" fmla="*/ 228057 w 723900"/>
                <a:gd name="csY161" fmla="*/ 234590 h 381000"/>
                <a:gd name="csX162" fmla="*/ 229457 w 723900"/>
                <a:gd name="csY162" fmla="*/ 237638 h 381000"/>
                <a:gd name="csX163" fmla="*/ 230915 w 723900"/>
                <a:gd name="csY163" fmla="*/ 240629 h 381000"/>
                <a:gd name="csX164" fmla="*/ 232305 w 723900"/>
                <a:gd name="csY164" fmla="*/ 243486 h 381000"/>
                <a:gd name="csX165" fmla="*/ 233705 w 723900"/>
                <a:gd name="csY165" fmla="*/ 246220 h 381000"/>
                <a:gd name="csX166" fmla="*/ 235163 w 723900"/>
                <a:gd name="csY166" fmla="*/ 248887 h 381000"/>
                <a:gd name="csX167" fmla="*/ 236563 w 723900"/>
                <a:gd name="csY167" fmla="*/ 251497 h 381000"/>
                <a:gd name="csX168" fmla="*/ 237963 w 723900"/>
                <a:gd name="csY168" fmla="*/ 253973 h 381000"/>
                <a:gd name="csX169" fmla="*/ 239420 w 723900"/>
                <a:gd name="csY169" fmla="*/ 256383 h 381000"/>
                <a:gd name="csX170" fmla="*/ 240811 w 723900"/>
                <a:gd name="csY170" fmla="*/ 258736 h 381000"/>
                <a:gd name="csX171" fmla="*/ 242211 w 723900"/>
                <a:gd name="csY171" fmla="*/ 260955 h 381000"/>
                <a:gd name="csX172" fmla="*/ 243669 w 723900"/>
                <a:gd name="csY172" fmla="*/ 263117 h 381000"/>
                <a:gd name="csX173" fmla="*/ 245069 w 723900"/>
                <a:gd name="csY173" fmla="*/ 265156 h 381000"/>
                <a:gd name="csX174" fmla="*/ 246469 w 723900"/>
                <a:gd name="csY174" fmla="*/ 267118 h 381000"/>
                <a:gd name="csX175" fmla="*/ 247926 w 723900"/>
                <a:gd name="csY175" fmla="*/ 269090 h 381000"/>
                <a:gd name="csX176" fmla="*/ 249327 w 723900"/>
                <a:gd name="csY176" fmla="*/ 270870 h 381000"/>
                <a:gd name="csX177" fmla="*/ 250717 w 723900"/>
                <a:gd name="csY177" fmla="*/ 272652 h 381000"/>
                <a:gd name="csX178" fmla="*/ 252117 w 723900"/>
                <a:gd name="csY178" fmla="*/ 274366 h 381000"/>
                <a:gd name="csX179" fmla="*/ 253575 w 723900"/>
                <a:gd name="csY179" fmla="*/ 275957 h 381000"/>
                <a:gd name="csX180" fmla="*/ 254975 w 723900"/>
                <a:gd name="csY180" fmla="*/ 277481 h 381000"/>
                <a:gd name="csX181" fmla="*/ 256365 w 723900"/>
                <a:gd name="csY181" fmla="*/ 279005 h 381000"/>
                <a:gd name="csX182" fmla="*/ 257823 w 723900"/>
                <a:gd name="csY182" fmla="*/ 280395 h 381000"/>
                <a:gd name="csX183" fmla="*/ 259223 w 723900"/>
                <a:gd name="csY183" fmla="*/ 281738 h 381000"/>
                <a:gd name="csX184" fmla="*/ 260623 w 723900"/>
                <a:gd name="csY184" fmla="*/ 283006 h 381000"/>
                <a:gd name="csX185" fmla="*/ 262080 w 723900"/>
                <a:gd name="csY185" fmla="*/ 284272 h 381000"/>
                <a:gd name="csX186" fmla="*/ 263481 w 723900"/>
                <a:gd name="csY186" fmla="*/ 285415 h 381000"/>
                <a:gd name="csX187" fmla="*/ 264871 w 723900"/>
                <a:gd name="csY187" fmla="*/ 286558 h 381000"/>
                <a:gd name="csX188" fmla="*/ 266338 w 723900"/>
                <a:gd name="csY188" fmla="*/ 287644 h 381000"/>
                <a:gd name="csX189" fmla="*/ 267729 w 723900"/>
                <a:gd name="csY189" fmla="*/ 288654 h 381000"/>
                <a:gd name="csX190" fmla="*/ 269129 w 723900"/>
                <a:gd name="csY190" fmla="*/ 289616 h 381000"/>
                <a:gd name="csX191" fmla="*/ 270586 w 723900"/>
                <a:gd name="csY191" fmla="*/ 290568 h 381000"/>
                <a:gd name="csX192" fmla="*/ 271987 w 723900"/>
                <a:gd name="csY192" fmla="*/ 291387 h 381000"/>
                <a:gd name="csX193" fmla="*/ 273377 w 723900"/>
                <a:gd name="csY193" fmla="*/ 292283 h 381000"/>
                <a:gd name="csX194" fmla="*/ 274844 w 723900"/>
                <a:gd name="csY194" fmla="*/ 293045 h 381000"/>
                <a:gd name="csX195" fmla="*/ 276235 w 723900"/>
                <a:gd name="csY195" fmla="*/ 293807 h 381000"/>
                <a:gd name="csX196" fmla="*/ 277635 w 723900"/>
                <a:gd name="csY196" fmla="*/ 294502 h 381000"/>
                <a:gd name="csX197" fmla="*/ 279025 w 723900"/>
                <a:gd name="csY197" fmla="*/ 295197 h 381000"/>
                <a:gd name="csX198" fmla="*/ 280492 w 723900"/>
                <a:gd name="csY198" fmla="*/ 295836 h 381000"/>
                <a:gd name="csX199" fmla="*/ 281883 w 723900"/>
                <a:gd name="csY199" fmla="*/ 296474 h 381000"/>
                <a:gd name="csX200" fmla="*/ 283283 w 723900"/>
                <a:gd name="csY200" fmla="*/ 297045 h 381000"/>
                <a:gd name="csX201" fmla="*/ 284740 w 723900"/>
                <a:gd name="csY201" fmla="*/ 297617 h 381000"/>
                <a:gd name="csX202" fmla="*/ 286141 w 723900"/>
                <a:gd name="csY202" fmla="*/ 298122 h 381000"/>
                <a:gd name="csX203" fmla="*/ 287531 w 723900"/>
                <a:gd name="csY203" fmla="*/ 298636 h 381000"/>
                <a:gd name="csX204" fmla="*/ 288998 w 723900"/>
                <a:gd name="csY204" fmla="*/ 299141 h 381000"/>
                <a:gd name="csX205" fmla="*/ 290389 w 723900"/>
                <a:gd name="csY205" fmla="*/ 299588 h 381000"/>
                <a:gd name="csX206" fmla="*/ 291789 w 723900"/>
                <a:gd name="csY206" fmla="*/ 300027 h 381000"/>
                <a:gd name="csX207" fmla="*/ 293246 w 723900"/>
                <a:gd name="csY207" fmla="*/ 300474 h 381000"/>
                <a:gd name="csX208" fmla="*/ 294646 w 723900"/>
                <a:gd name="csY208" fmla="*/ 300855 h 381000"/>
                <a:gd name="csX209" fmla="*/ 296037 w 723900"/>
                <a:gd name="csY209" fmla="*/ 301237 h 381000"/>
                <a:gd name="csX210" fmla="*/ 297504 w 723900"/>
                <a:gd name="csY210" fmla="*/ 301617 h 381000"/>
                <a:gd name="csX211" fmla="*/ 298894 w 723900"/>
                <a:gd name="csY211" fmla="*/ 301998 h 381000"/>
                <a:gd name="csX212" fmla="*/ 300295 w 723900"/>
                <a:gd name="csY212" fmla="*/ 302322 h 381000"/>
                <a:gd name="csX213" fmla="*/ 301752 w 723900"/>
                <a:gd name="csY213" fmla="*/ 302636 h 381000"/>
                <a:gd name="csX214" fmla="*/ 303152 w 723900"/>
                <a:gd name="csY214" fmla="*/ 302951 h 381000"/>
                <a:gd name="csX215" fmla="*/ 304543 w 723900"/>
                <a:gd name="csY215" fmla="*/ 303275 h 381000"/>
                <a:gd name="csX216" fmla="*/ 306010 w 723900"/>
                <a:gd name="csY216" fmla="*/ 303589 h 381000"/>
                <a:gd name="csX217" fmla="*/ 307400 w 723900"/>
                <a:gd name="csY217" fmla="*/ 303903 h 381000"/>
                <a:gd name="csX218" fmla="*/ 308801 w 723900"/>
                <a:gd name="csY218" fmla="*/ 304227 h 381000"/>
                <a:gd name="csX219" fmla="*/ 310201 w 723900"/>
                <a:gd name="csY219" fmla="*/ 304475 h 381000"/>
                <a:gd name="csX220" fmla="*/ 311658 w 723900"/>
                <a:gd name="csY220" fmla="*/ 304799 h 381000"/>
                <a:gd name="csX221" fmla="*/ 313058 w 723900"/>
                <a:gd name="csY221" fmla="*/ 305046 h 381000"/>
                <a:gd name="csX222" fmla="*/ 314449 w 723900"/>
                <a:gd name="csY222" fmla="*/ 305370 h 381000"/>
                <a:gd name="csX223" fmla="*/ 315906 w 723900"/>
                <a:gd name="csY223" fmla="*/ 305618 h 381000"/>
                <a:gd name="csX224" fmla="*/ 317306 w 723900"/>
                <a:gd name="csY224" fmla="*/ 305941 h 381000"/>
                <a:gd name="csX225" fmla="*/ 318707 w 723900"/>
                <a:gd name="csY225" fmla="*/ 306189 h 381000"/>
                <a:gd name="csX226" fmla="*/ 320164 w 723900"/>
                <a:gd name="csY226" fmla="*/ 306513 h 381000"/>
                <a:gd name="csX227" fmla="*/ 321564 w 723900"/>
                <a:gd name="csY227" fmla="*/ 306761 h 381000"/>
                <a:gd name="csX228" fmla="*/ 322955 w 723900"/>
                <a:gd name="csY228" fmla="*/ 307084 h 381000"/>
                <a:gd name="csX229" fmla="*/ 324412 w 723900"/>
                <a:gd name="csY229" fmla="*/ 307399 h 381000"/>
                <a:gd name="csX230" fmla="*/ 325812 w 723900"/>
                <a:gd name="csY230" fmla="*/ 307723 h 381000"/>
                <a:gd name="csX231" fmla="*/ 327212 w 723900"/>
                <a:gd name="csY231" fmla="*/ 308037 h 381000"/>
                <a:gd name="csX232" fmla="*/ 328670 w 723900"/>
                <a:gd name="csY232" fmla="*/ 308351 h 381000"/>
                <a:gd name="csX233" fmla="*/ 330060 w 723900"/>
                <a:gd name="csY233" fmla="*/ 308675 h 381000"/>
                <a:gd name="csX234" fmla="*/ 331460 w 723900"/>
                <a:gd name="csY234" fmla="*/ 308990 h 381000"/>
                <a:gd name="csX235" fmla="*/ 332918 w 723900"/>
                <a:gd name="csY235" fmla="*/ 309370 h 381000"/>
                <a:gd name="csX236" fmla="*/ 334318 w 723900"/>
                <a:gd name="csY236" fmla="*/ 309752 h 381000"/>
                <a:gd name="csX237" fmla="*/ 335718 w 723900"/>
                <a:gd name="csY237" fmla="*/ 310066 h 381000"/>
                <a:gd name="csX238" fmla="*/ 337109 w 723900"/>
                <a:gd name="csY238" fmla="*/ 310447 h 381000"/>
                <a:gd name="csX239" fmla="*/ 338576 w 723900"/>
                <a:gd name="csY239" fmla="*/ 310895 h 381000"/>
                <a:gd name="csX240" fmla="*/ 339966 w 723900"/>
                <a:gd name="csY240" fmla="*/ 311275 h 381000"/>
                <a:gd name="csX241" fmla="*/ 341367 w 723900"/>
                <a:gd name="csY241" fmla="*/ 311657 h 381000"/>
                <a:gd name="csX242" fmla="*/ 342824 w 723900"/>
                <a:gd name="csY242" fmla="*/ 312104 h 381000"/>
                <a:gd name="csX243" fmla="*/ 344224 w 723900"/>
                <a:gd name="csY243" fmla="*/ 312542 h 381000"/>
                <a:gd name="csX244" fmla="*/ 345615 w 723900"/>
                <a:gd name="csY244" fmla="*/ 312990 h 381000"/>
                <a:gd name="csX245" fmla="*/ 347082 w 723900"/>
                <a:gd name="csY245" fmla="*/ 313504 h 381000"/>
                <a:gd name="csX246" fmla="*/ 348472 w 723900"/>
                <a:gd name="csY246" fmla="*/ 313943 h 381000"/>
                <a:gd name="csX247" fmla="*/ 349872 w 723900"/>
                <a:gd name="csY247" fmla="*/ 314457 h 381000"/>
                <a:gd name="csX248" fmla="*/ 351330 w 723900"/>
                <a:gd name="csY248" fmla="*/ 314962 h 381000"/>
                <a:gd name="csX249" fmla="*/ 352730 w 723900"/>
                <a:gd name="csY249" fmla="*/ 315466 h 381000"/>
                <a:gd name="csX250" fmla="*/ 354120 w 723900"/>
                <a:gd name="csY250" fmla="*/ 316038 h 381000"/>
                <a:gd name="csX251" fmla="*/ 355588 w 723900"/>
                <a:gd name="csY251" fmla="*/ 316552 h 381000"/>
                <a:gd name="csX252" fmla="*/ 356978 w 723900"/>
                <a:gd name="csY252" fmla="*/ 317124 h 381000"/>
                <a:gd name="csX253" fmla="*/ 358378 w 723900"/>
                <a:gd name="csY253" fmla="*/ 317695 h 381000"/>
                <a:gd name="csX254" fmla="*/ 359836 w 723900"/>
                <a:gd name="csY254" fmla="*/ 318267 h 381000"/>
                <a:gd name="csX255" fmla="*/ 361236 w 723900"/>
                <a:gd name="csY255" fmla="*/ 318895 h 381000"/>
                <a:gd name="csX256" fmla="*/ 362626 w 723900"/>
                <a:gd name="csY256" fmla="*/ 319467 h 381000"/>
                <a:gd name="csX257" fmla="*/ 364027 w 723900"/>
                <a:gd name="csY257" fmla="*/ 320105 h 381000"/>
                <a:gd name="csX258" fmla="*/ 365484 w 723900"/>
                <a:gd name="csY258" fmla="*/ 320743 h 381000"/>
                <a:gd name="csX259" fmla="*/ 366884 w 723900"/>
                <a:gd name="csY259" fmla="*/ 321382 h 381000"/>
                <a:gd name="csX260" fmla="*/ 368275 w 723900"/>
                <a:gd name="csY260" fmla="*/ 322010 h 381000"/>
                <a:gd name="csX261" fmla="*/ 369742 w 723900"/>
                <a:gd name="csY261" fmla="*/ 322715 h 381000"/>
                <a:gd name="csX262" fmla="*/ 371132 w 723900"/>
                <a:gd name="csY262" fmla="*/ 323344 h 381000"/>
                <a:gd name="csX263" fmla="*/ 372532 w 723900"/>
                <a:gd name="csY263" fmla="*/ 324048 h 381000"/>
                <a:gd name="csX264" fmla="*/ 373990 w 723900"/>
                <a:gd name="csY264" fmla="*/ 324744 h 381000"/>
                <a:gd name="csX265" fmla="*/ 375390 w 723900"/>
                <a:gd name="csY265" fmla="*/ 325439 h 381000"/>
                <a:gd name="csX266" fmla="*/ 376780 w 723900"/>
                <a:gd name="csY266" fmla="*/ 326144 h 381000"/>
                <a:gd name="csX267" fmla="*/ 378247 w 723900"/>
                <a:gd name="csY267" fmla="*/ 326840 h 381000"/>
                <a:gd name="csX268" fmla="*/ 379638 w 723900"/>
                <a:gd name="csY268" fmla="*/ 327544 h 381000"/>
                <a:gd name="csX269" fmla="*/ 381038 w 723900"/>
                <a:gd name="csY269" fmla="*/ 328306 h 381000"/>
                <a:gd name="csX270" fmla="*/ 382495 w 723900"/>
                <a:gd name="csY270" fmla="*/ 329002 h 381000"/>
                <a:gd name="csX271" fmla="*/ 383896 w 723900"/>
                <a:gd name="csY271" fmla="*/ 329697 h 381000"/>
                <a:gd name="csX272" fmla="*/ 385296 w 723900"/>
                <a:gd name="csY272" fmla="*/ 330459 h 381000"/>
                <a:gd name="csX273" fmla="*/ 386753 w 723900"/>
                <a:gd name="csY273" fmla="*/ 331164 h 381000"/>
                <a:gd name="csX274" fmla="*/ 388144 w 723900"/>
                <a:gd name="csY274" fmla="*/ 331926 h 381000"/>
                <a:gd name="csX275" fmla="*/ 389544 w 723900"/>
                <a:gd name="csY275" fmla="*/ 332621 h 381000"/>
                <a:gd name="csX276" fmla="*/ 391001 w 723900"/>
                <a:gd name="csY276" fmla="*/ 333383 h 381000"/>
                <a:gd name="csX277" fmla="*/ 392402 w 723900"/>
                <a:gd name="csY277" fmla="*/ 334088 h 381000"/>
                <a:gd name="csX278" fmla="*/ 393802 w 723900"/>
                <a:gd name="csY278" fmla="*/ 334783 h 381000"/>
                <a:gd name="csX279" fmla="*/ 395192 w 723900"/>
                <a:gd name="csY279" fmla="*/ 335545 h 381000"/>
                <a:gd name="csX280" fmla="*/ 396650 w 723900"/>
                <a:gd name="csY280" fmla="*/ 336241 h 381000"/>
                <a:gd name="csX281" fmla="*/ 398050 w 723900"/>
                <a:gd name="csY281" fmla="*/ 336945 h 381000"/>
                <a:gd name="csX282" fmla="*/ 399450 w 723900"/>
                <a:gd name="csY282" fmla="*/ 337641 h 381000"/>
                <a:gd name="csX283" fmla="*/ 400907 w 723900"/>
                <a:gd name="csY283" fmla="*/ 338336 h 381000"/>
                <a:gd name="csX284" fmla="*/ 402308 w 723900"/>
                <a:gd name="csY284" fmla="*/ 339041 h 381000"/>
                <a:gd name="csX285" fmla="*/ 403698 w 723900"/>
                <a:gd name="csY285" fmla="*/ 339670 h 381000"/>
                <a:gd name="csX286" fmla="*/ 405155 w 723900"/>
                <a:gd name="csY286" fmla="*/ 340374 h 381000"/>
                <a:gd name="csX287" fmla="*/ 406556 w 723900"/>
                <a:gd name="csY287" fmla="*/ 341013 h 381000"/>
                <a:gd name="csX288" fmla="*/ 407956 w 723900"/>
                <a:gd name="csY288" fmla="*/ 341708 h 381000"/>
                <a:gd name="csX289" fmla="*/ 409413 w 723900"/>
                <a:gd name="csY289" fmla="*/ 342346 h 381000"/>
                <a:gd name="csX290" fmla="*/ 410813 w 723900"/>
                <a:gd name="csY290" fmla="*/ 342975 h 381000"/>
                <a:gd name="csX291" fmla="*/ 412204 w 723900"/>
                <a:gd name="csY291" fmla="*/ 343546 h 381000"/>
                <a:gd name="csX292" fmla="*/ 413671 w 723900"/>
                <a:gd name="csY292" fmla="*/ 344184 h 381000"/>
                <a:gd name="csX293" fmla="*/ 415061 w 723900"/>
                <a:gd name="csY293" fmla="*/ 344756 h 381000"/>
                <a:gd name="csX294" fmla="*/ 416462 w 723900"/>
                <a:gd name="csY294" fmla="*/ 345327 h 381000"/>
                <a:gd name="csX295" fmla="*/ 417919 w 723900"/>
                <a:gd name="csY295" fmla="*/ 345899 h 381000"/>
                <a:gd name="csX296" fmla="*/ 419319 w 723900"/>
                <a:gd name="csY296" fmla="*/ 346470 h 381000"/>
                <a:gd name="csX297" fmla="*/ 420710 w 723900"/>
                <a:gd name="csY297" fmla="*/ 347042 h 381000"/>
                <a:gd name="csX298" fmla="*/ 422110 w 723900"/>
                <a:gd name="csY298" fmla="*/ 347556 h 381000"/>
                <a:gd name="csX299" fmla="*/ 423567 w 723900"/>
                <a:gd name="csY299" fmla="*/ 348061 h 381000"/>
                <a:gd name="csX300" fmla="*/ 424968 w 723900"/>
                <a:gd name="csY300" fmla="*/ 348509 h 381000"/>
                <a:gd name="csX301" fmla="*/ 426358 w 723900"/>
                <a:gd name="csY301" fmla="*/ 349014 h 381000"/>
                <a:gd name="csX302" fmla="*/ 427825 w 723900"/>
                <a:gd name="csY302" fmla="*/ 349461 h 381000"/>
                <a:gd name="csX303" fmla="*/ 429216 w 723900"/>
                <a:gd name="csY303" fmla="*/ 349899 h 381000"/>
                <a:gd name="csX304" fmla="*/ 430616 w 723900"/>
                <a:gd name="csY304" fmla="*/ 350281 h 381000"/>
                <a:gd name="csX305" fmla="*/ 432073 w 723900"/>
                <a:gd name="csY305" fmla="*/ 350728 h 381000"/>
                <a:gd name="csX306" fmla="*/ 433473 w 723900"/>
                <a:gd name="csY306" fmla="*/ 351109 h 381000"/>
                <a:gd name="csX307" fmla="*/ 434864 w 723900"/>
                <a:gd name="csY307" fmla="*/ 351424 h 381000"/>
                <a:gd name="csX308" fmla="*/ 436331 w 723900"/>
                <a:gd name="csY308" fmla="*/ 351814 h 381000"/>
                <a:gd name="csX309" fmla="*/ 437721 w 723900"/>
                <a:gd name="csY309" fmla="*/ 352128 h 381000"/>
                <a:gd name="csX310" fmla="*/ 439122 w 723900"/>
                <a:gd name="csY310" fmla="*/ 352376 h 381000"/>
                <a:gd name="csX311" fmla="*/ 440579 w 723900"/>
                <a:gd name="csY311" fmla="*/ 352700 h 381000"/>
                <a:gd name="csX312" fmla="*/ 441979 w 723900"/>
                <a:gd name="csY312" fmla="*/ 352957 h 381000"/>
                <a:gd name="csX313" fmla="*/ 443370 w 723900"/>
                <a:gd name="csY313" fmla="*/ 353147 h 381000"/>
                <a:gd name="csX314" fmla="*/ 444837 w 723900"/>
                <a:gd name="csY314" fmla="*/ 353338 h 381000"/>
                <a:gd name="csX315" fmla="*/ 446227 w 723900"/>
                <a:gd name="csY315" fmla="*/ 353529 h 381000"/>
                <a:gd name="csX316" fmla="*/ 447628 w 723900"/>
                <a:gd name="csY316" fmla="*/ 353652 h 381000"/>
                <a:gd name="csX317" fmla="*/ 449085 w 723900"/>
                <a:gd name="csY317" fmla="*/ 353776 h 381000"/>
                <a:gd name="csX318" fmla="*/ 450485 w 723900"/>
                <a:gd name="csY318" fmla="*/ 353843 h 381000"/>
                <a:gd name="csX319" fmla="*/ 451876 w 723900"/>
                <a:gd name="csY319" fmla="*/ 353909 h 381000"/>
                <a:gd name="csX320" fmla="*/ 453276 w 723900"/>
                <a:gd name="csY320" fmla="*/ 353966 h 381000"/>
                <a:gd name="csX321" fmla="*/ 454733 w 723900"/>
                <a:gd name="csY321" fmla="*/ 353966 h 381000"/>
                <a:gd name="csX322" fmla="*/ 456133 w 723900"/>
                <a:gd name="csY322" fmla="*/ 353909 h 381000"/>
                <a:gd name="csX323" fmla="*/ 457533 w 723900"/>
                <a:gd name="csY323" fmla="*/ 353843 h 381000"/>
                <a:gd name="csX324" fmla="*/ 458991 w 723900"/>
                <a:gd name="csY324" fmla="*/ 353719 h 381000"/>
                <a:gd name="csX325" fmla="*/ 460381 w 723900"/>
                <a:gd name="csY325" fmla="*/ 353586 h 381000"/>
                <a:gd name="csX326" fmla="*/ 461782 w 723900"/>
                <a:gd name="csY326" fmla="*/ 353395 h 381000"/>
                <a:gd name="csX327" fmla="*/ 463239 w 723900"/>
                <a:gd name="csY327" fmla="*/ 353205 h 381000"/>
                <a:gd name="csX328" fmla="*/ 464639 w 723900"/>
                <a:gd name="csY328" fmla="*/ 352957 h 381000"/>
                <a:gd name="csX329" fmla="*/ 466039 w 723900"/>
                <a:gd name="csY329" fmla="*/ 352633 h 381000"/>
                <a:gd name="csX330" fmla="*/ 467497 w 723900"/>
                <a:gd name="csY330" fmla="*/ 352319 h 381000"/>
                <a:gd name="csX331" fmla="*/ 468887 w 723900"/>
                <a:gd name="csY331" fmla="*/ 351938 h 381000"/>
                <a:gd name="csX332" fmla="*/ 470287 w 723900"/>
                <a:gd name="csY332" fmla="*/ 351490 h 381000"/>
                <a:gd name="csX333" fmla="*/ 471745 w 723900"/>
                <a:gd name="csY333" fmla="*/ 350985 h 381000"/>
                <a:gd name="csX334" fmla="*/ 473145 w 723900"/>
                <a:gd name="csY334" fmla="*/ 350471 h 381000"/>
                <a:gd name="csX335" fmla="*/ 474545 w 723900"/>
                <a:gd name="csY335" fmla="*/ 349899 h 381000"/>
                <a:gd name="csX336" fmla="*/ 476003 w 723900"/>
                <a:gd name="csY336" fmla="*/ 349328 h 381000"/>
                <a:gd name="csX337" fmla="*/ 477393 w 723900"/>
                <a:gd name="csY337" fmla="*/ 348632 h 381000"/>
                <a:gd name="csX338" fmla="*/ 478793 w 723900"/>
                <a:gd name="csY338" fmla="*/ 347937 h 381000"/>
                <a:gd name="csX339" fmla="*/ 480193 w 723900"/>
                <a:gd name="csY339" fmla="*/ 347176 h 381000"/>
                <a:gd name="csX340" fmla="*/ 481651 w 723900"/>
                <a:gd name="csY340" fmla="*/ 346347 h 381000"/>
                <a:gd name="csX341" fmla="*/ 483051 w 723900"/>
                <a:gd name="csY341" fmla="*/ 345461 h 381000"/>
                <a:gd name="csX342" fmla="*/ 484442 w 723900"/>
                <a:gd name="csY342" fmla="*/ 344499 h 381000"/>
                <a:gd name="csX343" fmla="*/ 485908 w 723900"/>
                <a:gd name="csY343" fmla="*/ 343546 h 381000"/>
                <a:gd name="csX344" fmla="*/ 487299 w 723900"/>
                <a:gd name="csY344" fmla="*/ 342537 h 381000"/>
                <a:gd name="csX345" fmla="*/ 488699 w 723900"/>
                <a:gd name="csY345" fmla="*/ 341451 h 381000"/>
                <a:gd name="csX346" fmla="*/ 490157 w 723900"/>
                <a:gd name="csY346" fmla="*/ 340308 h 381000"/>
                <a:gd name="csX347" fmla="*/ 491557 w 723900"/>
                <a:gd name="csY347" fmla="*/ 339098 h 381000"/>
                <a:gd name="csX348" fmla="*/ 492947 w 723900"/>
                <a:gd name="csY348" fmla="*/ 337831 h 381000"/>
                <a:gd name="csX349" fmla="*/ 494405 w 723900"/>
                <a:gd name="csY349" fmla="*/ 336565 h 381000"/>
                <a:gd name="csX350" fmla="*/ 495805 w 723900"/>
                <a:gd name="csY350" fmla="*/ 335231 h 381000"/>
                <a:gd name="csX351" fmla="*/ 497205 w 723900"/>
                <a:gd name="csY351" fmla="*/ 333831 h 381000"/>
                <a:gd name="csX352" fmla="*/ 498662 w 723900"/>
                <a:gd name="csY352" fmla="*/ 332374 h 381000"/>
                <a:gd name="csX353" fmla="*/ 500063 w 723900"/>
                <a:gd name="csY353" fmla="*/ 330840 h 381000"/>
                <a:gd name="csX354" fmla="*/ 501453 w 723900"/>
                <a:gd name="csY354" fmla="*/ 329259 h 381000"/>
                <a:gd name="csX355" fmla="*/ 502920 w 723900"/>
                <a:gd name="csY355" fmla="*/ 327668 h 381000"/>
                <a:gd name="csX356" fmla="*/ 504311 w 723900"/>
                <a:gd name="csY356" fmla="*/ 326011 h 381000"/>
                <a:gd name="csX357" fmla="*/ 505711 w 723900"/>
                <a:gd name="csY357" fmla="*/ 324296 h 381000"/>
                <a:gd name="csX358" fmla="*/ 507168 w 723900"/>
                <a:gd name="csY358" fmla="*/ 322582 h 381000"/>
                <a:gd name="csX359" fmla="*/ 508568 w 723900"/>
                <a:gd name="csY359" fmla="*/ 320810 h 381000"/>
                <a:gd name="csX360" fmla="*/ 509959 w 723900"/>
                <a:gd name="csY360" fmla="*/ 318962 h 381000"/>
                <a:gd name="csX361" fmla="*/ 511359 w 723900"/>
                <a:gd name="csY361" fmla="*/ 317124 h 381000"/>
                <a:gd name="csX362" fmla="*/ 512817 w 723900"/>
                <a:gd name="csY362" fmla="*/ 315219 h 381000"/>
                <a:gd name="csX363" fmla="*/ 514217 w 723900"/>
                <a:gd name="csY363" fmla="*/ 313247 h 381000"/>
                <a:gd name="csX364" fmla="*/ 515607 w 723900"/>
                <a:gd name="csY364" fmla="*/ 311342 h 381000"/>
                <a:gd name="csX365" fmla="*/ 517074 w 723900"/>
                <a:gd name="csY365" fmla="*/ 309304 h 381000"/>
                <a:gd name="csX366" fmla="*/ 518465 w 723900"/>
                <a:gd name="csY366" fmla="*/ 307342 h 381000"/>
                <a:gd name="csX367" fmla="*/ 519865 w 723900"/>
                <a:gd name="csY367" fmla="*/ 305304 h 381000"/>
                <a:gd name="csX368" fmla="*/ 521322 w 723900"/>
                <a:gd name="csY368" fmla="*/ 303208 h 381000"/>
                <a:gd name="csX369" fmla="*/ 522723 w 723900"/>
                <a:gd name="csY369" fmla="*/ 301170 h 381000"/>
                <a:gd name="csX370" fmla="*/ 524113 w 723900"/>
                <a:gd name="csY370" fmla="*/ 299074 h 381000"/>
                <a:gd name="csX371" fmla="*/ 525580 w 723900"/>
                <a:gd name="csY371" fmla="*/ 296979 h 381000"/>
                <a:gd name="csX372" fmla="*/ 526971 w 723900"/>
                <a:gd name="csY372" fmla="*/ 294883 h 381000"/>
                <a:gd name="csX373" fmla="*/ 528371 w 723900"/>
                <a:gd name="csY373" fmla="*/ 292788 h 381000"/>
                <a:gd name="csX374" fmla="*/ 529828 w 723900"/>
                <a:gd name="csY374" fmla="*/ 290692 h 381000"/>
                <a:gd name="csX375" fmla="*/ 531228 w 723900"/>
                <a:gd name="csY375" fmla="*/ 288597 h 381000"/>
                <a:gd name="csX376" fmla="*/ 532619 w 723900"/>
                <a:gd name="csY376" fmla="*/ 286501 h 381000"/>
                <a:gd name="csX377" fmla="*/ 534086 w 723900"/>
                <a:gd name="csY377" fmla="*/ 284463 h 381000"/>
                <a:gd name="csX378" fmla="*/ 535477 w 723900"/>
                <a:gd name="csY378" fmla="*/ 282434 h 381000"/>
                <a:gd name="csX379" fmla="*/ 536877 w 723900"/>
                <a:gd name="csY379" fmla="*/ 280395 h 381000"/>
                <a:gd name="csX380" fmla="*/ 538277 w 723900"/>
                <a:gd name="csY380" fmla="*/ 278367 h 381000"/>
                <a:gd name="csX381" fmla="*/ 539734 w 723900"/>
                <a:gd name="csY381" fmla="*/ 276395 h 381000"/>
                <a:gd name="csX382" fmla="*/ 541125 w 723900"/>
                <a:gd name="csY382" fmla="*/ 274490 h 381000"/>
                <a:gd name="csX383" fmla="*/ 542525 w 723900"/>
                <a:gd name="csY383" fmla="*/ 272585 h 381000"/>
                <a:gd name="csX384" fmla="*/ 543982 w 723900"/>
                <a:gd name="csY384" fmla="*/ 270747 h 381000"/>
                <a:gd name="csX385" fmla="*/ 545383 w 723900"/>
                <a:gd name="csY385" fmla="*/ 268899 h 381000"/>
                <a:gd name="csX386" fmla="*/ 546783 w 723900"/>
                <a:gd name="csY386" fmla="*/ 267118 h 381000"/>
                <a:gd name="csX387" fmla="*/ 548240 w 723900"/>
                <a:gd name="csY387" fmla="*/ 265470 h 381000"/>
                <a:gd name="csX388" fmla="*/ 549640 w 723900"/>
                <a:gd name="csY388" fmla="*/ 263822 h 381000"/>
                <a:gd name="csX389" fmla="*/ 551031 w 723900"/>
                <a:gd name="csY389" fmla="*/ 262164 h 381000"/>
                <a:gd name="csX390" fmla="*/ 552488 w 723900"/>
                <a:gd name="csY390" fmla="*/ 260641 h 381000"/>
                <a:gd name="csX391" fmla="*/ 553889 w 723900"/>
                <a:gd name="csY391" fmla="*/ 259183 h 381000"/>
                <a:gd name="csX392" fmla="*/ 555288 w 723900"/>
                <a:gd name="csY392" fmla="*/ 257783 h 381000"/>
                <a:gd name="csX393" fmla="*/ 556746 w 723900"/>
                <a:gd name="csY393" fmla="*/ 256507 h 381000"/>
                <a:gd name="csX394" fmla="*/ 558136 w 723900"/>
                <a:gd name="csY394" fmla="*/ 255240 h 381000"/>
                <a:gd name="csX395" fmla="*/ 559537 w 723900"/>
                <a:gd name="csY395" fmla="*/ 254097 h 381000"/>
                <a:gd name="csX396" fmla="*/ 560994 w 723900"/>
                <a:gd name="csY396" fmla="*/ 253021 h 381000"/>
                <a:gd name="csX397" fmla="*/ 562394 w 723900"/>
                <a:gd name="csY397" fmla="*/ 252002 h 381000"/>
                <a:gd name="csX398" fmla="*/ 563794 w 723900"/>
                <a:gd name="csY398" fmla="*/ 251116 h 381000"/>
                <a:gd name="csX399" fmla="*/ 565185 w 723900"/>
                <a:gd name="csY399" fmla="*/ 250287 h 381000"/>
                <a:gd name="csX400" fmla="*/ 566652 w 723900"/>
                <a:gd name="csY400" fmla="*/ 249582 h 381000"/>
                <a:gd name="csX401" fmla="*/ 568043 w 723900"/>
                <a:gd name="csY401" fmla="*/ 248954 h 381000"/>
                <a:gd name="csX402" fmla="*/ 569443 w 723900"/>
                <a:gd name="csY402" fmla="*/ 248382 h 381000"/>
                <a:gd name="csX403" fmla="*/ 570900 w 723900"/>
                <a:gd name="csY403" fmla="*/ 248001 h 381000"/>
                <a:gd name="csX404" fmla="*/ 572300 w 723900"/>
                <a:gd name="csY404" fmla="*/ 247677 h 381000"/>
                <a:gd name="csX405" fmla="*/ 573691 w 723900"/>
                <a:gd name="csY405" fmla="*/ 247429 h 381000"/>
                <a:gd name="csX406" fmla="*/ 575158 w 723900"/>
                <a:gd name="csY406" fmla="*/ 247296 h 381000"/>
                <a:gd name="csX407" fmla="*/ 576548 w 723900"/>
                <a:gd name="csY407" fmla="*/ 247239 h 381000"/>
                <a:gd name="csX408" fmla="*/ 577948 w 723900"/>
                <a:gd name="csY408" fmla="*/ 247296 h 381000"/>
                <a:gd name="csX409" fmla="*/ 579406 w 723900"/>
                <a:gd name="csY409" fmla="*/ 247487 h 381000"/>
                <a:gd name="csX410" fmla="*/ 580806 w 723900"/>
                <a:gd name="csY410" fmla="*/ 247811 h 381000"/>
                <a:gd name="csX411" fmla="*/ 582197 w 723900"/>
                <a:gd name="csY411" fmla="*/ 248125 h 381000"/>
                <a:gd name="csX412" fmla="*/ 583663 w 723900"/>
                <a:gd name="csY412" fmla="*/ 248630 h 381000"/>
                <a:gd name="csX413" fmla="*/ 585054 w 723900"/>
                <a:gd name="csY413" fmla="*/ 249201 h 381000"/>
                <a:gd name="csX414" fmla="*/ 586454 w 723900"/>
                <a:gd name="csY414" fmla="*/ 249906 h 381000"/>
                <a:gd name="csX415" fmla="*/ 587912 w 723900"/>
                <a:gd name="csY415" fmla="*/ 250668 h 381000"/>
                <a:gd name="csX416" fmla="*/ 589312 w 723900"/>
                <a:gd name="csY416" fmla="*/ 251554 h 381000"/>
                <a:gd name="csX417" fmla="*/ 590703 w 723900"/>
                <a:gd name="csY417" fmla="*/ 252573 h 381000"/>
                <a:gd name="csX418" fmla="*/ 592169 w 723900"/>
                <a:gd name="csY418" fmla="*/ 253649 h 381000"/>
                <a:gd name="csX419" fmla="*/ 593560 w 723900"/>
                <a:gd name="csY419" fmla="*/ 254792 h 381000"/>
                <a:gd name="csX420" fmla="*/ 594960 w 723900"/>
                <a:gd name="csY420" fmla="*/ 256069 h 381000"/>
                <a:gd name="csX421" fmla="*/ 596351 w 723900"/>
                <a:gd name="csY421" fmla="*/ 257402 h 381000"/>
                <a:gd name="csX422" fmla="*/ 597818 w 723900"/>
                <a:gd name="csY422" fmla="*/ 258859 h 381000"/>
                <a:gd name="csX423" fmla="*/ 599208 w 723900"/>
                <a:gd name="csY423" fmla="*/ 260384 h 381000"/>
                <a:gd name="csX424" fmla="*/ 600609 w 723900"/>
                <a:gd name="csY424" fmla="*/ 261974 h 381000"/>
                <a:gd name="csX425" fmla="*/ 602066 w 723900"/>
                <a:gd name="csY425" fmla="*/ 263632 h 381000"/>
                <a:gd name="csX426" fmla="*/ 603466 w 723900"/>
                <a:gd name="csY426" fmla="*/ 265403 h 381000"/>
                <a:gd name="csX427" fmla="*/ 604857 w 723900"/>
                <a:gd name="csY427" fmla="*/ 267185 h 381000"/>
                <a:gd name="csX428" fmla="*/ 606323 w 723900"/>
                <a:gd name="csY428" fmla="*/ 269090 h 381000"/>
                <a:gd name="csX429" fmla="*/ 607714 w 723900"/>
                <a:gd name="csY429" fmla="*/ 271061 h 381000"/>
                <a:gd name="csX430" fmla="*/ 609114 w 723900"/>
                <a:gd name="csY430" fmla="*/ 273033 h 381000"/>
                <a:gd name="csX431" fmla="*/ 610572 w 723900"/>
                <a:gd name="csY431" fmla="*/ 275128 h 381000"/>
                <a:gd name="csX432" fmla="*/ 611972 w 723900"/>
                <a:gd name="csY432" fmla="*/ 277223 h 381000"/>
                <a:gd name="csX433" fmla="*/ 613362 w 723900"/>
                <a:gd name="csY433" fmla="*/ 279386 h 381000"/>
                <a:gd name="csX434" fmla="*/ 614829 w 723900"/>
                <a:gd name="csY434" fmla="*/ 281538 h 381000"/>
                <a:gd name="csX435" fmla="*/ 616220 w 723900"/>
                <a:gd name="csY435" fmla="*/ 283834 h 381000"/>
                <a:gd name="csX436" fmla="*/ 617620 w 723900"/>
                <a:gd name="csY436" fmla="*/ 286053 h 381000"/>
                <a:gd name="csX437" fmla="*/ 619078 w 723900"/>
                <a:gd name="csY437" fmla="*/ 288406 h 381000"/>
                <a:gd name="csX438" fmla="*/ 620478 w 723900"/>
                <a:gd name="csY438" fmla="*/ 290692 h 381000"/>
                <a:gd name="csX439" fmla="*/ 621868 w 723900"/>
                <a:gd name="csY439" fmla="*/ 293045 h 381000"/>
                <a:gd name="csX440" fmla="*/ 623269 w 723900"/>
                <a:gd name="csY440" fmla="*/ 295397 h 381000"/>
                <a:gd name="csX441" fmla="*/ 624726 w 723900"/>
                <a:gd name="csY441" fmla="*/ 297807 h 381000"/>
                <a:gd name="csX442" fmla="*/ 626126 w 723900"/>
                <a:gd name="csY442" fmla="*/ 300160 h 381000"/>
                <a:gd name="csX443" fmla="*/ 627526 w 723900"/>
                <a:gd name="csY443" fmla="*/ 302570 h 381000"/>
                <a:gd name="csX444" fmla="*/ 628983 w 723900"/>
                <a:gd name="csY444" fmla="*/ 304922 h 381000"/>
                <a:gd name="csX445" fmla="*/ 630374 w 723900"/>
                <a:gd name="csY445" fmla="*/ 307342 h 381000"/>
                <a:gd name="csX446" fmla="*/ 631774 w 723900"/>
                <a:gd name="csY446" fmla="*/ 309685 h 381000"/>
                <a:gd name="csX447" fmla="*/ 633232 w 723900"/>
                <a:gd name="csY447" fmla="*/ 312038 h 381000"/>
                <a:gd name="csX448" fmla="*/ 634632 w 723900"/>
                <a:gd name="csY448" fmla="*/ 314390 h 381000"/>
                <a:gd name="csX449" fmla="*/ 636032 w 723900"/>
                <a:gd name="csY449" fmla="*/ 316743 h 381000"/>
                <a:gd name="csX450" fmla="*/ 637489 w 723900"/>
                <a:gd name="csY450" fmla="*/ 319029 h 381000"/>
                <a:gd name="csX451" fmla="*/ 638889 w 723900"/>
                <a:gd name="csY451" fmla="*/ 321315 h 381000"/>
                <a:gd name="csX452" fmla="*/ 640280 w 723900"/>
                <a:gd name="csY452" fmla="*/ 323534 h 381000"/>
                <a:gd name="csX453" fmla="*/ 641737 w 723900"/>
                <a:gd name="csY453" fmla="*/ 325763 h 381000"/>
                <a:gd name="csX454" fmla="*/ 643138 w 723900"/>
                <a:gd name="csY454" fmla="*/ 327983 h 381000"/>
                <a:gd name="csX455" fmla="*/ 644538 w 723900"/>
                <a:gd name="csY455" fmla="*/ 330078 h 381000"/>
                <a:gd name="csX456" fmla="*/ 645995 w 723900"/>
                <a:gd name="csY456" fmla="*/ 332174 h 381000"/>
                <a:gd name="csX457" fmla="*/ 647395 w 723900"/>
                <a:gd name="csY457" fmla="*/ 334279 h 381000"/>
                <a:gd name="csX458" fmla="*/ 648786 w 723900"/>
                <a:gd name="csY458" fmla="*/ 336307 h 381000"/>
                <a:gd name="csX459" fmla="*/ 650243 w 723900"/>
                <a:gd name="csY459" fmla="*/ 338279 h 381000"/>
                <a:gd name="csX460" fmla="*/ 651643 w 723900"/>
                <a:gd name="csY460" fmla="*/ 340184 h 381000"/>
                <a:gd name="csX461" fmla="*/ 653043 w 723900"/>
                <a:gd name="csY461" fmla="*/ 342089 h 381000"/>
                <a:gd name="csX462" fmla="*/ 654434 w 723900"/>
                <a:gd name="csY462" fmla="*/ 343870 h 381000"/>
                <a:gd name="csX463" fmla="*/ 655901 w 723900"/>
                <a:gd name="csY463" fmla="*/ 345651 h 381000"/>
                <a:gd name="csX464" fmla="*/ 657292 w 723900"/>
                <a:gd name="csY464" fmla="*/ 347423 h 381000"/>
                <a:gd name="csX465" fmla="*/ 658692 w 723900"/>
                <a:gd name="csY465" fmla="*/ 349080 h 381000"/>
                <a:gd name="csX466" fmla="*/ 660149 w 723900"/>
                <a:gd name="csY466" fmla="*/ 350661 h 381000"/>
                <a:gd name="csX467" fmla="*/ 661549 w 723900"/>
                <a:gd name="csY467" fmla="*/ 352252 h 381000"/>
                <a:gd name="csX468" fmla="*/ 662940 w 723900"/>
                <a:gd name="csY468" fmla="*/ 353776 h 381000"/>
                <a:gd name="csX469" fmla="*/ 664407 w 723900"/>
                <a:gd name="csY469" fmla="*/ 355243 h 381000"/>
                <a:gd name="csX470" fmla="*/ 665798 w 723900"/>
                <a:gd name="csY470" fmla="*/ 356634 h 381000"/>
                <a:gd name="csX471" fmla="*/ 667198 w 723900"/>
                <a:gd name="csY471" fmla="*/ 357977 h 381000"/>
                <a:gd name="csX472" fmla="*/ 668655 w 723900"/>
                <a:gd name="csY472" fmla="*/ 359243 h 381000"/>
                <a:gd name="csX473" fmla="*/ 670055 w 723900"/>
                <a:gd name="csY473" fmla="*/ 360510 h 381000"/>
                <a:gd name="csX474" fmla="*/ 671446 w 723900"/>
                <a:gd name="csY474" fmla="*/ 361720 h 381000"/>
                <a:gd name="csX475" fmla="*/ 672913 w 723900"/>
                <a:gd name="csY475" fmla="*/ 362863 h 381000"/>
                <a:gd name="csX476" fmla="*/ 674304 w 723900"/>
                <a:gd name="csY476" fmla="*/ 363939 h 381000"/>
                <a:gd name="csX477" fmla="*/ 675703 w 723900"/>
                <a:gd name="csY477" fmla="*/ 365025 h 381000"/>
                <a:gd name="csX478" fmla="*/ 677161 w 723900"/>
                <a:gd name="csY478" fmla="*/ 365978 h 381000"/>
                <a:gd name="csX479" fmla="*/ 678561 w 723900"/>
                <a:gd name="csY479" fmla="*/ 366930 h 381000"/>
                <a:gd name="csX480" fmla="*/ 679952 w 723900"/>
                <a:gd name="csY480" fmla="*/ 367816 h 381000"/>
                <a:gd name="csX481" fmla="*/ 681352 w 723900"/>
                <a:gd name="csY481" fmla="*/ 368711 h 381000"/>
                <a:gd name="csX482" fmla="*/ 682809 w 723900"/>
                <a:gd name="csY482" fmla="*/ 369474 h 381000"/>
                <a:gd name="csX483" fmla="*/ 684209 w 723900"/>
                <a:gd name="csY483" fmla="*/ 370302 h 381000"/>
                <a:gd name="csX484" fmla="*/ 685610 w 723900"/>
                <a:gd name="csY484" fmla="*/ 370997 h 381000"/>
                <a:gd name="csX485" fmla="*/ 687067 w 723900"/>
                <a:gd name="csY485" fmla="*/ 371693 h 381000"/>
                <a:gd name="csX486" fmla="*/ 688458 w 723900"/>
                <a:gd name="csY486" fmla="*/ 372331 h 381000"/>
                <a:gd name="csX487" fmla="*/ 689858 w 723900"/>
                <a:gd name="csY487" fmla="*/ 372969 h 381000"/>
                <a:gd name="csX488" fmla="*/ 691315 w 723900"/>
                <a:gd name="csY488" fmla="*/ 373540 h 381000"/>
                <a:gd name="csX489" fmla="*/ 692715 w 723900"/>
                <a:gd name="csY489" fmla="*/ 374045 h 381000"/>
                <a:gd name="csX490" fmla="*/ 694106 w 723900"/>
                <a:gd name="csY490" fmla="*/ 374550 h 381000"/>
                <a:gd name="csX491" fmla="*/ 695573 w 723900"/>
                <a:gd name="csY491" fmla="*/ 375065 h 381000"/>
                <a:gd name="csX492" fmla="*/ 696963 w 723900"/>
                <a:gd name="csY492" fmla="*/ 375503 h 381000"/>
                <a:gd name="csX493" fmla="*/ 698363 w 723900"/>
                <a:gd name="csY493" fmla="*/ 375884 h 381000"/>
                <a:gd name="csX494" fmla="*/ 699821 w 723900"/>
                <a:gd name="csY494" fmla="*/ 376331 h 381000"/>
                <a:gd name="csX495" fmla="*/ 701221 w 723900"/>
                <a:gd name="csY495" fmla="*/ 376646 h 381000"/>
                <a:gd name="csX496" fmla="*/ 702621 w 723900"/>
                <a:gd name="csY496" fmla="*/ 377027 h 381000"/>
                <a:gd name="csX497" fmla="*/ 704079 w 723900"/>
                <a:gd name="csY497" fmla="*/ 377350 h 381000"/>
                <a:gd name="csX498" fmla="*/ 705469 w 723900"/>
                <a:gd name="csY498" fmla="*/ 377607 h 381000"/>
                <a:gd name="csX499" fmla="*/ 706869 w 723900"/>
                <a:gd name="csY499" fmla="*/ 377922 h 381000"/>
                <a:gd name="csX500" fmla="*/ 708327 w 723900"/>
                <a:gd name="csY500" fmla="*/ 378179 h 381000"/>
                <a:gd name="csX501" fmla="*/ 709727 w 723900"/>
                <a:gd name="csY501" fmla="*/ 378427 h 381000"/>
                <a:gd name="csX502" fmla="*/ 711127 w 723900"/>
                <a:gd name="csY502" fmla="*/ 378617 h 381000"/>
                <a:gd name="csX503" fmla="*/ 712518 w 723900"/>
                <a:gd name="csY503" fmla="*/ 378808 h 381000"/>
                <a:gd name="csX504" fmla="*/ 713975 w 723900"/>
                <a:gd name="csY504" fmla="*/ 378999 h 381000"/>
                <a:gd name="csX505" fmla="*/ 715375 w 723900"/>
                <a:gd name="csY505" fmla="*/ 379189 h 381000"/>
                <a:gd name="csX506" fmla="*/ 716776 w 723900"/>
                <a:gd name="csY506" fmla="*/ 379322 h 381000"/>
                <a:gd name="csX507" fmla="*/ 718233 w 723900"/>
                <a:gd name="csY507" fmla="*/ 379513 h 381000"/>
                <a:gd name="csX508" fmla="*/ 719633 w 723900"/>
                <a:gd name="csY508" fmla="*/ 379636 h 381000"/>
                <a:gd name="csX509" fmla="*/ 721024 w 723900"/>
                <a:gd name="csY509" fmla="*/ 379760 h 381000"/>
                <a:gd name="csX510" fmla="*/ 722481 w 723900"/>
                <a:gd name="csY510" fmla="*/ 379827 h 381000"/>
                <a:gd name="csX511" fmla="*/ 723881 w 723900"/>
                <a:gd name="csY511" fmla="*/ 379951 h 381000"/>
                <a:gd name="csX512" fmla="*/ 723881 w 723900"/>
                <a:gd name="csY512" fmla="*/ 380970 h 381000"/>
                <a:gd name="csX513" fmla="*/ 722481 w 723900"/>
                <a:gd name="csY513" fmla="*/ 380970 h 381000"/>
                <a:gd name="csX514" fmla="*/ 721024 w 723900"/>
                <a:gd name="csY514" fmla="*/ 380970 h 381000"/>
                <a:gd name="csX515" fmla="*/ 719633 w 723900"/>
                <a:gd name="csY515" fmla="*/ 380970 h 381000"/>
                <a:gd name="csX516" fmla="*/ 718233 w 723900"/>
                <a:gd name="csY516" fmla="*/ 380970 h 381000"/>
                <a:gd name="csX517" fmla="*/ 716776 w 723900"/>
                <a:gd name="csY517" fmla="*/ 380970 h 381000"/>
                <a:gd name="csX518" fmla="*/ 715375 w 723900"/>
                <a:gd name="csY518" fmla="*/ 380970 h 381000"/>
                <a:gd name="csX519" fmla="*/ 713975 w 723900"/>
                <a:gd name="csY519" fmla="*/ 380970 h 381000"/>
                <a:gd name="csX520" fmla="*/ 712518 w 723900"/>
                <a:gd name="csY520" fmla="*/ 380970 h 381000"/>
                <a:gd name="csX521" fmla="*/ 711127 w 723900"/>
                <a:gd name="csY521" fmla="*/ 380970 h 381000"/>
                <a:gd name="csX522" fmla="*/ 709727 w 723900"/>
                <a:gd name="csY522" fmla="*/ 380970 h 381000"/>
                <a:gd name="csX523" fmla="*/ 708327 w 723900"/>
                <a:gd name="csY523" fmla="*/ 380970 h 381000"/>
                <a:gd name="csX524" fmla="*/ 706869 w 723900"/>
                <a:gd name="csY524" fmla="*/ 380970 h 381000"/>
                <a:gd name="csX525" fmla="*/ 705469 w 723900"/>
                <a:gd name="csY525" fmla="*/ 380970 h 381000"/>
                <a:gd name="csX526" fmla="*/ 704079 w 723900"/>
                <a:gd name="csY526" fmla="*/ 380970 h 381000"/>
                <a:gd name="csX527" fmla="*/ 702621 w 723900"/>
                <a:gd name="csY527" fmla="*/ 380970 h 381000"/>
                <a:gd name="csX528" fmla="*/ 701221 w 723900"/>
                <a:gd name="csY528" fmla="*/ 380970 h 381000"/>
                <a:gd name="csX529" fmla="*/ 699821 w 723900"/>
                <a:gd name="csY529" fmla="*/ 380970 h 381000"/>
                <a:gd name="csX530" fmla="*/ 698363 w 723900"/>
                <a:gd name="csY530" fmla="*/ 380970 h 381000"/>
                <a:gd name="csX531" fmla="*/ 696963 w 723900"/>
                <a:gd name="csY531" fmla="*/ 380970 h 381000"/>
                <a:gd name="csX532" fmla="*/ 695573 w 723900"/>
                <a:gd name="csY532" fmla="*/ 380970 h 381000"/>
                <a:gd name="csX533" fmla="*/ 694106 w 723900"/>
                <a:gd name="csY533" fmla="*/ 380970 h 381000"/>
                <a:gd name="csX534" fmla="*/ 692715 w 723900"/>
                <a:gd name="csY534" fmla="*/ 380970 h 381000"/>
                <a:gd name="csX535" fmla="*/ 691315 w 723900"/>
                <a:gd name="csY535" fmla="*/ 380970 h 381000"/>
                <a:gd name="csX536" fmla="*/ 689858 w 723900"/>
                <a:gd name="csY536" fmla="*/ 380970 h 381000"/>
                <a:gd name="csX537" fmla="*/ 688458 w 723900"/>
                <a:gd name="csY537" fmla="*/ 380970 h 381000"/>
                <a:gd name="csX538" fmla="*/ 687067 w 723900"/>
                <a:gd name="csY538" fmla="*/ 380970 h 381000"/>
                <a:gd name="csX539" fmla="*/ 685610 w 723900"/>
                <a:gd name="csY539" fmla="*/ 380970 h 381000"/>
                <a:gd name="csX540" fmla="*/ 684209 w 723900"/>
                <a:gd name="csY540" fmla="*/ 380970 h 381000"/>
                <a:gd name="csX541" fmla="*/ 682809 w 723900"/>
                <a:gd name="csY541" fmla="*/ 380970 h 381000"/>
                <a:gd name="csX542" fmla="*/ 681352 w 723900"/>
                <a:gd name="csY542" fmla="*/ 380970 h 381000"/>
                <a:gd name="csX543" fmla="*/ 679952 w 723900"/>
                <a:gd name="csY543" fmla="*/ 380970 h 381000"/>
                <a:gd name="csX544" fmla="*/ 678561 w 723900"/>
                <a:gd name="csY544" fmla="*/ 380970 h 381000"/>
                <a:gd name="csX545" fmla="*/ 677161 w 723900"/>
                <a:gd name="csY545" fmla="*/ 380970 h 381000"/>
                <a:gd name="csX546" fmla="*/ 675703 w 723900"/>
                <a:gd name="csY546" fmla="*/ 380970 h 381000"/>
                <a:gd name="csX547" fmla="*/ 674304 w 723900"/>
                <a:gd name="csY547" fmla="*/ 380970 h 381000"/>
                <a:gd name="csX548" fmla="*/ 672913 w 723900"/>
                <a:gd name="csY548" fmla="*/ 380970 h 381000"/>
                <a:gd name="csX549" fmla="*/ 671446 w 723900"/>
                <a:gd name="csY549" fmla="*/ 380970 h 381000"/>
                <a:gd name="csX550" fmla="*/ 670055 w 723900"/>
                <a:gd name="csY550" fmla="*/ 380970 h 381000"/>
                <a:gd name="csX551" fmla="*/ 668655 w 723900"/>
                <a:gd name="csY551" fmla="*/ 380970 h 381000"/>
                <a:gd name="csX552" fmla="*/ 667198 w 723900"/>
                <a:gd name="csY552" fmla="*/ 380970 h 381000"/>
                <a:gd name="csX553" fmla="*/ 665798 w 723900"/>
                <a:gd name="csY553" fmla="*/ 380970 h 381000"/>
                <a:gd name="csX554" fmla="*/ 664407 w 723900"/>
                <a:gd name="csY554" fmla="*/ 380970 h 381000"/>
                <a:gd name="csX555" fmla="*/ 662940 w 723900"/>
                <a:gd name="csY555" fmla="*/ 380970 h 381000"/>
                <a:gd name="csX556" fmla="*/ 661549 w 723900"/>
                <a:gd name="csY556" fmla="*/ 380970 h 381000"/>
                <a:gd name="csX557" fmla="*/ 660149 w 723900"/>
                <a:gd name="csY557" fmla="*/ 380970 h 381000"/>
                <a:gd name="csX558" fmla="*/ 658692 w 723900"/>
                <a:gd name="csY558" fmla="*/ 380970 h 381000"/>
                <a:gd name="csX559" fmla="*/ 657292 w 723900"/>
                <a:gd name="csY559" fmla="*/ 380970 h 381000"/>
                <a:gd name="csX560" fmla="*/ 655901 w 723900"/>
                <a:gd name="csY560" fmla="*/ 380970 h 381000"/>
                <a:gd name="csX561" fmla="*/ 654434 w 723900"/>
                <a:gd name="csY561" fmla="*/ 380970 h 381000"/>
                <a:gd name="csX562" fmla="*/ 653043 w 723900"/>
                <a:gd name="csY562" fmla="*/ 380970 h 381000"/>
                <a:gd name="csX563" fmla="*/ 651643 w 723900"/>
                <a:gd name="csY563" fmla="*/ 380970 h 381000"/>
                <a:gd name="csX564" fmla="*/ 650243 w 723900"/>
                <a:gd name="csY564" fmla="*/ 380970 h 381000"/>
                <a:gd name="csX565" fmla="*/ 648786 w 723900"/>
                <a:gd name="csY565" fmla="*/ 380970 h 381000"/>
                <a:gd name="csX566" fmla="*/ 647395 w 723900"/>
                <a:gd name="csY566" fmla="*/ 380970 h 381000"/>
                <a:gd name="csX567" fmla="*/ 645995 w 723900"/>
                <a:gd name="csY567" fmla="*/ 380970 h 381000"/>
                <a:gd name="csX568" fmla="*/ 644538 w 723900"/>
                <a:gd name="csY568" fmla="*/ 380970 h 381000"/>
                <a:gd name="csX569" fmla="*/ 643138 w 723900"/>
                <a:gd name="csY569" fmla="*/ 380970 h 381000"/>
                <a:gd name="csX570" fmla="*/ 641737 w 723900"/>
                <a:gd name="csY570" fmla="*/ 380970 h 381000"/>
                <a:gd name="csX571" fmla="*/ 640280 w 723900"/>
                <a:gd name="csY571" fmla="*/ 380970 h 381000"/>
                <a:gd name="csX572" fmla="*/ 638889 w 723900"/>
                <a:gd name="csY572" fmla="*/ 380970 h 381000"/>
                <a:gd name="csX573" fmla="*/ 637489 w 723900"/>
                <a:gd name="csY573" fmla="*/ 380970 h 381000"/>
                <a:gd name="csX574" fmla="*/ 636032 w 723900"/>
                <a:gd name="csY574" fmla="*/ 380970 h 381000"/>
                <a:gd name="csX575" fmla="*/ 634632 w 723900"/>
                <a:gd name="csY575" fmla="*/ 380970 h 381000"/>
                <a:gd name="csX576" fmla="*/ 633232 w 723900"/>
                <a:gd name="csY576" fmla="*/ 380970 h 381000"/>
                <a:gd name="csX577" fmla="*/ 631774 w 723900"/>
                <a:gd name="csY577" fmla="*/ 380970 h 381000"/>
                <a:gd name="csX578" fmla="*/ 630374 w 723900"/>
                <a:gd name="csY578" fmla="*/ 380970 h 381000"/>
                <a:gd name="csX579" fmla="*/ 628983 w 723900"/>
                <a:gd name="csY579" fmla="*/ 380970 h 381000"/>
                <a:gd name="csX580" fmla="*/ 627526 w 723900"/>
                <a:gd name="csY580" fmla="*/ 380970 h 381000"/>
                <a:gd name="csX581" fmla="*/ 626126 w 723900"/>
                <a:gd name="csY581" fmla="*/ 380970 h 381000"/>
                <a:gd name="csX582" fmla="*/ 624726 w 723900"/>
                <a:gd name="csY582" fmla="*/ 380970 h 381000"/>
                <a:gd name="csX583" fmla="*/ 623269 w 723900"/>
                <a:gd name="csY583" fmla="*/ 380970 h 381000"/>
                <a:gd name="csX584" fmla="*/ 621868 w 723900"/>
                <a:gd name="csY584" fmla="*/ 380970 h 381000"/>
                <a:gd name="csX585" fmla="*/ 620478 w 723900"/>
                <a:gd name="csY585" fmla="*/ 380970 h 381000"/>
                <a:gd name="csX586" fmla="*/ 619078 w 723900"/>
                <a:gd name="csY586" fmla="*/ 380970 h 381000"/>
                <a:gd name="csX587" fmla="*/ 617620 w 723900"/>
                <a:gd name="csY587" fmla="*/ 380970 h 381000"/>
                <a:gd name="csX588" fmla="*/ 616220 w 723900"/>
                <a:gd name="csY588" fmla="*/ 380970 h 381000"/>
                <a:gd name="csX589" fmla="*/ 614829 w 723900"/>
                <a:gd name="csY589" fmla="*/ 380970 h 381000"/>
                <a:gd name="csX590" fmla="*/ 613362 w 723900"/>
                <a:gd name="csY590" fmla="*/ 380970 h 381000"/>
                <a:gd name="csX591" fmla="*/ 611972 w 723900"/>
                <a:gd name="csY591" fmla="*/ 380970 h 381000"/>
                <a:gd name="csX592" fmla="*/ 610572 w 723900"/>
                <a:gd name="csY592" fmla="*/ 380970 h 381000"/>
                <a:gd name="csX593" fmla="*/ 609114 w 723900"/>
                <a:gd name="csY593" fmla="*/ 380970 h 381000"/>
                <a:gd name="csX594" fmla="*/ 607714 w 723900"/>
                <a:gd name="csY594" fmla="*/ 380970 h 381000"/>
                <a:gd name="csX595" fmla="*/ 606323 w 723900"/>
                <a:gd name="csY595" fmla="*/ 380970 h 381000"/>
                <a:gd name="csX596" fmla="*/ 604857 w 723900"/>
                <a:gd name="csY596" fmla="*/ 380970 h 381000"/>
                <a:gd name="csX597" fmla="*/ 603466 w 723900"/>
                <a:gd name="csY597" fmla="*/ 380970 h 381000"/>
                <a:gd name="csX598" fmla="*/ 602066 w 723900"/>
                <a:gd name="csY598" fmla="*/ 380970 h 381000"/>
                <a:gd name="csX599" fmla="*/ 600609 w 723900"/>
                <a:gd name="csY599" fmla="*/ 380970 h 381000"/>
                <a:gd name="csX600" fmla="*/ 599208 w 723900"/>
                <a:gd name="csY600" fmla="*/ 380970 h 381000"/>
                <a:gd name="csX601" fmla="*/ 597818 w 723900"/>
                <a:gd name="csY601" fmla="*/ 380970 h 381000"/>
                <a:gd name="csX602" fmla="*/ 596351 w 723900"/>
                <a:gd name="csY602" fmla="*/ 380970 h 381000"/>
                <a:gd name="csX603" fmla="*/ 594960 w 723900"/>
                <a:gd name="csY603" fmla="*/ 380970 h 381000"/>
                <a:gd name="csX604" fmla="*/ 593560 w 723900"/>
                <a:gd name="csY604" fmla="*/ 380970 h 381000"/>
                <a:gd name="csX605" fmla="*/ 592169 w 723900"/>
                <a:gd name="csY605" fmla="*/ 380970 h 381000"/>
                <a:gd name="csX606" fmla="*/ 590703 w 723900"/>
                <a:gd name="csY606" fmla="*/ 380970 h 381000"/>
                <a:gd name="csX607" fmla="*/ 589312 w 723900"/>
                <a:gd name="csY607" fmla="*/ 380970 h 381000"/>
                <a:gd name="csX608" fmla="*/ 587912 w 723900"/>
                <a:gd name="csY608" fmla="*/ 380970 h 381000"/>
                <a:gd name="csX609" fmla="*/ 586454 w 723900"/>
                <a:gd name="csY609" fmla="*/ 380970 h 381000"/>
                <a:gd name="csX610" fmla="*/ 585054 w 723900"/>
                <a:gd name="csY610" fmla="*/ 380970 h 381000"/>
                <a:gd name="csX611" fmla="*/ 583663 w 723900"/>
                <a:gd name="csY611" fmla="*/ 380970 h 381000"/>
                <a:gd name="csX612" fmla="*/ 582197 w 723900"/>
                <a:gd name="csY612" fmla="*/ 380970 h 381000"/>
                <a:gd name="csX613" fmla="*/ 580806 w 723900"/>
                <a:gd name="csY613" fmla="*/ 380970 h 381000"/>
                <a:gd name="csX614" fmla="*/ 579406 w 723900"/>
                <a:gd name="csY614" fmla="*/ 380970 h 381000"/>
                <a:gd name="csX615" fmla="*/ 577948 w 723900"/>
                <a:gd name="csY615" fmla="*/ 380970 h 381000"/>
                <a:gd name="csX616" fmla="*/ 576548 w 723900"/>
                <a:gd name="csY616" fmla="*/ 380970 h 381000"/>
                <a:gd name="csX617" fmla="*/ 575158 w 723900"/>
                <a:gd name="csY617" fmla="*/ 380970 h 381000"/>
                <a:gd name="csX618" fmla="*/ 573691 w 723900"/>
                <a:gd name="csY618" fmla="*/ 380970 h 381000"/>
                <a:gd name="csX619" fmla="*/ 572300 w 723900"/>
                <a:gd name="csY619" fmla="*/ 380970 h 381000"/>
                <a:gd name="csX620" fmla="*/ 570900 w 723900"/>
                <a:gd name="csY620" fmla="*/ 380970 h 381000"/>
                <a:gd name="csX621" fmla="*/ 569443 w 723900"/>
                <a:gd name="csY621" fmla="*/ 380970 h 381000"/>
                <a:gd name="csX622" fmla="*/ 568043 w 723900"/>
                <a:gd name="csY622" fmla="*/ 380970 h 381000"/>
                <a:gd name="csX623" fmla="*/ 566652 w 723900"/>
                <a:gd name="csY623" fmla="*/ 380970 h 381000"/>
                <a:gd name="csX624" fmla="*/ 565185 w 723900"/>
                <a:gd name="csY624" fmla="*/ 380970 h 381000"/>
                <a:gd name="csX625" fmla="*/ 563794 w 723900"/>
                <a:gd name="csY625" fmla="*/ 380970 h 381000"/>
                <a:gd name="csX626" fmla="*/ 562394 w 723900"/>
                <a:gd name="csY626" fmla="*/ 380970 h 381000"/>
                <a:gd name="csX627" fmla="*/ 560994 w 723900"/>
                <a:gd name="csY627" fmla="*/ 380970 h 381000"/>
                <a:gd name="csX628" fmla="*/ 559537 w 723900"/>
                <a:gd name="csY628" fmla="*/ 380970 h 381000"/>
                <a:gd name="csX629" fmla="*/ 558136 w 723900"/>
                <a:gd name="csY629" fmla="*/ 380970 h 381000"/>
                <a:gd name="csX630" fmla="*/ 556746 w 723900"/>
                <a:gd name="csY630" fmla="*/ 380970 h 381000"/>
                <a:gd name="csX631" fmla="*/ 555288 w 723900"/>
                <a:gd name="csY631" fmla="*/ 380970 h 381000"/>
                <a:gd name="csX632" fmla="*/ 553889 w 723900"/>
                <a:gd name="csY632" fmla="*/ 380970 h 381000"/>
                <a:gd name="csX633" fmla="*/ 552488 w 723900"/>
                <a:gd name="csY633" fmla="*/ 380970 h 381000"/>
                <a:gd name="csX634" fmla="*/ 551031 w 723900"/>
                <a:gd name="csY634" fmla="*/ 380970 h 381000"/>
                <a:gd name="csX635" fmla="*/ 549640 w 723900"/>
                <a:gd name="csY635" fmla="*/ 380970 h 381000"/>
                <a:gd name="csX636" fmla="*/ 548240 w 723900"/>
                <a:gd name="csY636" fmla="*/ 380970 h 381000"/>
                <a:gd name="csX637" fmla="*/ 546783 w 723900"/>
                <a:gd name="csY637" fmla="*/ 380970 h 381000"/>
                <a:gd name="csX638" fmla="*/ 545383 w 723900"/>
                <a:gd name="csY638" fmla="*/ 380970 h 381000"/>
                <a:gd name="csX639" fmla="*/ 543982 w 723900"/>
                <a:gd name="csY639" fmla="*/ 380970 h 381000"/>
                <a:gd name="csX640" fmla="*/ 542525 w 723900"/>
                <a:gd name="csY640" fmla="*/ 380970 h 381000"/>
                <a:gd name="csX641" fmla="*/ 541125 w 723900"/>
                <a:gd name="csY641" fmla="*/ 380970 h 381000"/>
                <a:gd name="csX642" fmla="*/ 539734 w 723900"/>
                <a:gd name="csY642" fmla="*/ 380970 h 381000"/>
                <a:gd name="csX643" fmla="*/ 538277 w 723900"/>
                <a:gd name="csY643" fmla="*/ 380970 h 381000"/>
                <a:gd name="csX644" fmla="*/ 536877 w 723900"/>
                <a:gd name="csY644" fmla="*/ 380970 h 381000"/>
                <a:gd name="csX645" fmla="*/ 535477 w 723900"/>
                <a:gd name="csY645" fmla="*/ 380970 h 381000"/>
                <a:gd name="csX646" fmla="*/ 534086 w 723900"/>
                <a:gd name="csY646" fmla="*/ 380970 h 381000"/>
                <a:gd name="csX647" fmla="*/ 532619 w 723900"/>
                <a:gd name="csY647" fmla="*/ 380970 h 381000"/>
                <a:gd name="csX648" fmla="*/ 531228 w 723900"/>
                <a:gd name="csY648" fmla="*/ 380970 h 381000"/>
                <a:gd name="csX649" fmla="*/ 529828 w 723900"/>
                <a:gd name="csY649" fmla="*/ 380970 h 381000"/>
                <a:gd name="csX650" fmla="*/ 528371 w 723900"/>
                <a:gd name="csY650" fmla="*/ 380970 h 381000"/>
                <a:gd name="csX651" fmla="*/ 526971 w 723900"/>
                <a:gd name="csY651" fmla="*/ 380970 h 381000"/>
                <a:gd name="csX652" fmla="*/ 525580 w 723900"/>
                <a:gd name="csY652" fmla="*/ 380970 h 381000"/>
                <a:gd name="csX653" fmla="*/ 524113 w 723900"/>
                <a:gd name="csY653" fmla="*/ 380970 h 381000"/>
                <a:gd name="csX654" fmla="*/ 522723 w 723900"/>
                <a:gd name="csY654" fmla="*/ 380970 h 381000"/>
                <a:gd name="csX655" fmla="*/ 521322 w 723900"/>
                <a:gd name="csY655" fmla="*/ 380970 h 381000"/>
                <a:gd name="csX656" fmla="*/ 519865 w 723900"/>
                <a:gd name="csY656" fmla="*/ 380970 h 381000"/>
                <a:gd name="csX657" fmla="*/ 518465 w 723900"/>
                <a:gd name="csY657" fmla="*/ 380970 h 381000"/>
                <a:gd name="csX658" fmla="*/ 517074 w 723900"/>
                <a:gd name="csY658" fmla="*/ 380970 h 381000"/>
                <a:gd name="csX659" fmla="*/ 515607 w 723900"/>
                <a:gd name="csY659" fmla="*/ 380970 h 381000"/>
                <a:gd name="csX660" fmla="*/ 514217 w 723900"/>
                <a:gd name="csY660" fmla="*/ 380970 h 381000"/>
                <a:gd name="csX661" fmla="*/ 512817 w 723900"/>
                <a:gd name="csY661" fmla="*/ 380970 h 381000"/>
                <a:gd name="csX662" fmla="*/ 511359 w 723900"/>
                <a:gd name="csY662" fmla="*/ 380970 h 381000"/>
                <a:gd name="csX663" fmla="*/ 509959 w 723900"/>
                <a:gd name="csY663" fmla="*/ 380970 h 381000"/>
                <a:gd name="csX664" fmla="*/ 508568 w 723900"/>
                <a:gd name="csY664" fmla="*/ 380970 h 381000"/>
                <a:gd name="csX665" fmla="*/ 507168 w 723900"/>
                <a:gd name="csY665" fmla="*/ 380970 h 381000"/>
                <a:gd name="csX666" fmla="*/ 505711 w 723900"/>
                <a:gd name="csY666" fmla="*/ 380970 h 381000"/>
                <a:gd name="csX667" fmla="*/ 504311 w 723900"/>
                <a:gd name="csY667" fmla="*/ 380970 h 381000"/>
                <a:gd name="csX668" fmla="*/ 502920 w 723900"/>
                <a:gd name="csY668" fmla="*/ 380970 h 381000"/>
                <a:gd name="csX669" fmla="*/ 501453 w 723900"/>
                <a:gd name="csY669" fmla="*/ 380970 h 381000"/>
                <a:gd name="csX670" fmla="*/ 500063 w 723900"/>
                <a:gd name="csY670" fmla="*/ 380970 h 381000"/>
                <a:gd name="csX671" fmla="*/ 498662 w 723900"/>
                <a:gd name="csY671" fmla="*/ 380970 h 381000"/>
                <a:gd name="csX672" fmla="*/ 497205 w 723900"/>
                <a:gd name="csY672" fmla="*/ 380970 h 381000"/>
                <a:gd name="csX673" fmla="*/ 495805 w 723900"/>
                <a:gd name="csY673" fmla="*/ 380970 h 381000"/>
                <a:gd name="csX674" fmla="*/ 494405 w 723900"/>
                <a:gd name="csY674" fmla="*/ 380970 h 381000"/>
                <a:gd name="csX675" fmla="*/ 492947 w 723900"/>
                <a:gd name="csY675" fmla="*/ 380970 h 381000"/>
                <a:gd name="csX676" fmla="*/ 491557 w 723900"/>
                <a:gd name="csY676" fmla="*/ 380970 h 381000"/>
                <a:gd name="csX677" fmla="*/ 490157 w 723900"/>
                <a:gd name="csY677" fmla="*/ 380970 h 381000"/>
                <a:gd name="csX678" fmla="*/ 488699 w 723900"/>
                <a:gd name="csY678" fmla="*/ 380970 h 381000"/>
                <a:gd name="csX679" fmla="*/ 487299 w 723900"/>
                <a:gd name="csY679" fmla="*/ 380970 h 381000"/>
                <a:gd name="csX680" fmla="*/ 485908 w 723900"/>
                <a:gd name="csY680" fmla="*/ 380970 h 381000"/>
                <a:gd name="csX681" fmla="*/ 484442 w 723900"/>
                <a:gd name="csY681" fmla="*/ 380970 h 381000"/>
                <a:gd name="csX682" fmla="*/ 483051 w 723900"/>
                <a:gd name="csY682" fmla="*/ 380970 h 381000"/>
                <a:gd name="csX683" fmla="*/ 481651 w 723900"/>
                <a:gd name="csY683" fmla="*/ 380970 h 381000"/>
                <a:gd name="csX684" fmla="*/ 480193 w 723900"/>
                <a:gd name="csY684" fmla="*/ 380970 h 381000"/>
                <a:gd name="csX685" fmla="*/ 478793 w 723900"/>
                <a:gd name="csY685" fmla="*/ 380970 h 381000"/>
                <a:gd name="csX686" fmla="*/ 477393 w 723900"/>
                <a:gd name="csY686" fmla="*/ 380970 h 381000"/>
                <a:gd name="csX687" fmla="*/ 476003 w 723900"/>
                <a:gd name="csY687" fmla="*/ 380970 h 381000"/>
                <a:gd name="csX688" fmla="*/ 474545 w 723900"/>
                <a:gd name="csY688" fmla="*/ 380970 h 381000"/>
                <a:gd name="csX689" fmla="*/ 473145 w 723900"/>
                <a:gd name="csY689" fmla="*/ 380970 h 381000"/>
                <a:gd name="csX690" fmla="*/ 471745 w 723900"/>
                <a:gd name="csY690" fmla="*/ 380970 h 381000"/>
                <a:gd name="csX691" fmla="*/ 470287 w 723900"/>
                <a:gd name="csY691" fmla="*/ 380970 h 381000"/>
                <a:gd name="csX692" fmla="*/ 468887 w 723900"/>
                <a:gd name="csY692" fmla="*/ 380970 h 381000"/>
                <a:gd name="csX693" fmla="*/ 467497 w 723900"/>
                <a:gd name="csY693" fmla="*/ 380970 h 381000"/>
                <a:gd name="csX694" fmla="*/ 466039 w 723900"/>
                <a:gd name="csY694" fmla="*/ 380970 h 381000"/>
                <a:gd name="csX695" fmla="*/ 464639 w 723900"/>
                <a:gd name="csY695" fmla="*/ 380970 h 381000"/>
                <a:gd name="csX696" fmla="*/ 463239 w 723900"/>
                <a:gd name="csY696" fmla="*/ 380970 h 381000"/>
                <a:gd name="csX697" fmla="*/ 461782 w 723900"/>
                <a:gd name="csY697" fmla="*/ 380970 h 381000"/>
                <a:gd name="csX698" fmla="*/ 460381 w 723900"/>
                <a:gd name="csY698" fmla="*/ 380970 h 381000"/>
                <a:gd name="csX699" fmla="*/ 458991 w 723900"/>
                <a:gd name="csY699" fmla="*/ 380970 h 381000"/>
                <a:gd name="csX700" fmla="*/ 457533 w 723900"/>
                <a:gd name="csY700" fmla="*/ 380970 h 381000"/>
                <a:gd name="csX701" fmla="*/ 456133 w 723900"/>
                <a:gd name="csY701" fmla="*/ 380970 h 381000"/>
                <a:gd name="csX702" fmla="*/ 454733 w 723900"/>
                <a:gd name="csY702" fmla="*/ 380970 h 381000"/>
                <a:gd name="csX703" fmla="*/ 453276 w 723900"/>
                <a:gd name="csY703" fmla="*/ 380970 h 381000"/>
                <a:gd name="csX704" fmla="*/ 451876 w 723900"/>
                <a:gd name="csY704" fmla="*/ 380970 h 381000"/>
                <a:gd name="csX705" fmla="*/ 450485 w 723900"/>
                <a:gd name="csY705" fmla="*/ 380970 h 381000"/>
                <a:gd name="csX706" fmla="*/ 449085 w 723900"/>
                <a:gd name="csY706" fmla="*/ 380970 h 381000"/>
                <a:gd name="csX707" fmla="*/ 447628 w 723900"/>
                <a:gd name="csY707" fmla="*/ 380970 h 381000"/>
                <a:gd name="csX708" fmla="*/ 446227 w 723900"/>
                <a:gd name="csY708" fmla="*/ 380970 h 381000"/>
                <a:gd name="csX709" fmla="*/ 444837 w 723900"/>
                <a:gd name="csY709" fmla="*/ 380970 h 381000"/>
                <a:gd name="csX710" fmla="*/ 443370 w 723900"/>
                <a:gd name="csY710" fmla="*/ 380970 h 381000"/>
                <a:gd name="csX711" fmla="*/ 441979 w 723900"/>
                <a:gd name="csY711" fmla="*/ 380970 h 381000"/>
                <a:gd name="csX712" fmla="*/ 440579 w 723900"/>
                <a:gd name="csY712" fmla="*/ 380970 h 381000"/>
                <a:gd name="csX713" fmla="*/ 439122 w 723900"/>
                <a:gd name="csY713" fmla="*/ 380970 h 381000"/>
                <a:gd name="csX714" fmla="*/ 437721 w 723900"/>
                <a:gd name="csY714" fmla="*/ 380970 h 381000"/>
                <a:gd name="csX715" fmla="*/ 436331 w 723900"/>
                <a:gd name="csY715" fmla="*/ 380970 h 381000"/>
                <a:gd name="csX716" fmla="*/ 434864 w 723900"/>
                <a:gd name="csY716" fmla="*/ 380970 h 381000"/>
                <a:gd name="csX717" fmla="*/ 433473 w 723900"/>
                <a:gd name="csY717" fmla="*/ 380970 h 381000"/>
                <a:gd name="csX718" fmla="*/ 432073 w 723900"/>
                <a:gd name="csY718" fmla="*/ 380970 h 381000"/>
                <a:gd name="csX719" fmla="*/ 430616 w 723900"/>
                <a:gd name="csY719" fmla="*/ 380970 h 381000"/>
                <a:gd name="csX720" fmla="*/ 429216 w 723900"/>
                <a:gd name="csY720" fmla="*/ 380970 h 381000"/>
                <a:gd name="csX721" fmla="*/ 427825 w 723900"/>
                <a:gd name="csY721" fmla="*/ 380970 h 381000"/>
                <a:gd name="csX722" fmla="*/ 426358 w 723900"/>
                <a:gd name="csY722" fmla="*/ 380970 h 381000"/>
                <a:gd name="csX723" fmla="*/ 424968 w 723900"/>
                <a:gd name="csY723" fmla="*/ 380970 h 381000"/>
                <a:gd name="csX724" fmla="*/ 423567 w 723900"/>
                <a:gd name="csY724" fmla="*/ 380970 h 381000"/>
                <a:gd name="csX725" fmla="*/ 422110 w 723900"/>
                <a:gd name="csY725" fmla="*/ 380970 h 381000"/>
                <a:gd name="csX726" fmla="*/ 420710 w 723900"/>
                <a:gd name="csY726" fmla="*/ 380970 h 381000"/>
                <a:gd name="csX727" fmla="*/ 419319 w 723900"/>
                <a:gd name="csY727" fmla="*/ 380970 h 381000"/>
                <a:gd name="csX728" fmla="*/ 417919 w 723900"/>
                <a:gd name="csY728" fmla="*/ 380970 h 381000"/>
                <a:gd name="csX729" fmla="*/ 416462 w 723900"/>
                <a:gd name="csY729" fmla="*/ 380970 h 381000"/>
                <a:gd name="csX730" fmla="*/ 415061 w 723900"/>
                <a:gd name="csY730" fmla="*/ 380970 h 381000"/>
                <a:gd name="csX731" fmla="*/ 413671 w 723900"/>
                <a:gd name="csY731" fmla="*/ 380970 h 381000"/>
                <a:gd name="csX732" fmla="*/ 412204 w 723900"/>
                <a:gd name="csY732" fmla="*/ 380970 h 381000"/>
                <a:gd name="csX733" fmla="*/ 410813 w 723900"/>
                <a:gd name="csY733" fmla="*/ 380970 h 381000"/>
                <a:gd name="csX734" fmla="*/ 409413 w 723900"/>
                <a:gd name="csY734" fmla="*/ 380970 h 381000"/>
                <a:gd name="csX735" fmla="*/ 407956 w 723900"/>
                <a:gd name="csY735" fmla="*/ 380970 h 381000"/>
                <a:gd name="csX736" fmla="*/ 406556 w 723900"/>
                <a:gd name="csY736" fmla="*/ 380970 h 381000"/>
                <a:gd name="csX737" fmla="*/ 405155 w 723900"/>
                <a:gd name="csY737" fmla="*/ 380970 h 381000"/>
                <a:gd name="csX738" fmla="*/ 403698 w 723900"/>
                <a:gd name="csY738" fmla="*/ 380970 h 381000"/>
                <a:gd name="csX739" fmla="*/ 402308 w 723900"/>
                <a:gd name="csY739" fmla="*/ 380970 h 381000"/>
                <a:gd name="csX740" fmla="*/ 400907 w 723900"/>
                <a:gd name="csY740" fmla="*/ 380970 h 381000"/>
                <a:gd name="csX741" fmla="*/ 399450 w 723900"/>
                <a:gd name="csY741" fmla="*/ 380970 h 381000"/>
                <a:gd name="csX742" fmla="*/ 398050 w 723900"/>
                <a:gd name="csY742" fmla="*/ 380970 h 381000"/>
                <a:gd name="csX743" fmla="*/ 396650 w 723900"/>
                <a:gd name="csY743" fmla="*/ 380970 h 381000"/>
                <a:gd name="csX744" fmla="*/ 395192 w 723900"/>
                <a:gd name="csY744" fmla="*/ 380970 h 381000"/>
                <a:gd name="csX745" fmla="*/ 393802 w 723900"/>
                <a:gd name="csY745" fmla="*/ 380970 h 381000"/>
                <a:gd name="csX746" fmla="*/ 392402 w 723900"/>
                <a:gd name="csY746" fmla="*/ 380970 h 381000"/>
                <a:gd name="csX747" fmla="*/ 391001 w 723900"/>
                <a:gd name="csY747" fmla="*/ 380970 h 381000"/>
                <a:gd name="csX748" fmla="*/ 389544 w 723900"/>
                <a:gd name="csY748" fmla="*/ 380970 h 381000"/>
                <a:gd name="csX749" fmla="*/ 388144 w 723900"/>
                <a:gd name="csY749" fmla="*/ 380970 h 381000"/>
                <a:gd name="csX750" fmla="*/ 386753 w 723900"/>
                <a:gd name="csY750" fmla="*/ 380970 h 381000"/>
                <a:gd name="csX751" fmla="*/ 385296 w 723900"/>
                <a:gd name="csY751" fmla="*/ 380970 h 381000"/>
                <a:gd name="csX752" fmla="*/ 383896 w 723900"/>
                <a:gd name="csY752" fmla="*/ 380970 h 381000"/>
                <a:gd name="csX753" fmla="*/ 382495 w 723900"/>
                <a:gd name="csY753" fmla="*/ 380970 h 381000"/>
                <a:gd name="csX754" fmla="*/ 381038 w 723900"/>
                <a:gd name="csY754" fmla="*/ 380970 h 381000"/>
                <a:gd name="csX755" fmla="*/ 379638 w 723900"/>
                <a:gd name="csY755" fmla="*/ 380970 h 381000"/>
                <a:gd name="csX756" fmla="*/ 378247 w 723900"/>
                <a:gd name="csY756" fmla="*/ 380970 h 381000"/>
                <a:gd name="csX757" fmla="*/ 376780 w 723900"/>
                <a:gd name="csY757" fmla="*/ 380970 h 381000"/>
                <a:gd name="csX758" fmla="*/ 375390 w 723900"/>
                <a:gd name="csY758" fmla="*/ 380970 h 381000"/>
                <a:gd name="csX759" fmla="*/ 373990 w 723900"/>
                <a:gd name="csY759" fmla="*/ 380970 h 381000"/>
                <a:gd name="csX760" fmla="*/ 372532 w 723900"/>
                <a:gd name="csY760" fmla="*/ 380970 h 381000"/>
                <a:gd name="csX761" fmla="*/ 371132 w 723900"/>
                <a:gd name="csY761" fmla="*/ 380970 h 381000"/>
                <a:gd name="csX762" fmla="*/ 369742 w 723900"/>
                <a:gd name="csY762" fmla="*/ 380970 h 381000"/>
                <a:gd name="csX763" fmla="*/ 368275 w 723900"/>
                <a:gd name="csY763" fmla="*/ 380970 h 381000"/>
                <a:gd name="csX764" fmla="*/ 366884 w 723900"/>
                <a:gd name="csY764" fmla="*/ 380970 h 381000"/>
                <a:gd name="csX765" fmla="*/ 365484 w 723900"/>
                <a:gd name="csY765" fmla="*/ 380970 h 381000"/>
                <a:gd name="csX766" fmla="*/ 364027 w 723900"/>
                <a:gd name="csY766" fmla="*/ 380970 h 381000"/>
                <a:gd name="csX767" fmla="*/ 362626 w 723900"/>
                <a:gd name="csY767" fmla="*/ 380970 h 381000"/>
                <a:gd name="csX768" fmla="*/ 361236 w 723900"/>
                <a:gd name="csY768" fmla="*/ 380970 h 381000"/>
                <a:gd name="csX769" fmla="*/ 359836 w 723900"/>
                <a:gd name="csY769" fmla="*/ 380970 h 381000"/>
                <a:gd name="csX770" fmla="*/ 358378 w 723900"/>
                <a:gd name="csY770" fmla="*/ 380970 h 381000"/>
                <a:gd name="csX771" fmla="*/ 356978 w 723900"/>
                <a:gd name="csY771" fmla="*/ 380970 h 381000"/>
                <a:gd name="csX772" fmla="*/ 355588 w 723900"/>
                <a:gd name="csY772" fmla="*/ 380970 h 381000"/>
                <a:gd name="csX773" fmla="*/ 354120 w 723900"/>
                <a:gd name="csY773" fmla="*/ 380970 h 381000"/>
                <a:gd name="csX774" fmla="*/ 352730 w 723900"/>
                <a:gd name="csY774" fmla="*/ 380970 h 381000"/>
                <a:gd name="csX775" fmla="*/ 351330 w 723900"/>
                <a:gd name="csY775" fmla="*/ 380970 h 381000"/>
                <a:gd name="csX776" fmla="*/ 349872 w 723900"/>
                <a:gd name="csY776" fmla="*/ 380970 h 381000"/>
                <a:gd name="csX777" fmla="*/ 348472 w 723900"/>
                <a:gd name="csY777" fmla="*/ 380970 h 381000"/>
                <a:gd name="csX778" fmla="*/ 347082 w 723900"/>
                <a:gd name="csY778" fmla="*/ 380970 h 381000"/>
                <a:gd name="csX779" fmla="*/ 345615 w 723900"/>
                <a:gd name="csY779" fmla="*/ 380970 h 381000"/>
                <a:gd name="csX780" fmla="*/ 344224 w 723900"/>
                <a:gd name="csY780" fmla="*/ 380970 h 381000"/>
                <a:gd name="csX781" fmla="*/ 342824 w 723900"/>
                <a:gd name="csY781" fmla="*/ 380970 h 381000"/>
                <a:gd name="csX782" fmla="*/ 341367 w 723900"/>
                <a:gd name="csY782" fmla="*/ 380970 h 381000"/>
                <a:gd name="csX783" fmla="*/ 339966 w 723900"/>
                <a:gd name="csY783" fmla="*/ 380970 h 381000"/>
                <a:gd name="csX784" fmla="*/ 338576 w 723900"/>
                <a:gd name="csY784" fmla="*/ 380970 h 381000"/>
                <a:gd name="csX785" fmla="*/ 337109 w 723900"/>
                <a:gd name="csY785" fmla="*/ 380970 h 381000"/>
                <a:gd name="csX786" fmla="*/ 335718 w 723900"/>
                <a:gd name="csY786" fmla="*/ 380970 h 381000"/>
                <a:gd name="csX787" fmla="*/ 334318 w 723900"/>
                <a:gd name="csY787" fmla="*/ 380970 h 381000"/>
                <a:gd name="csX788" fmla="*/ 332918 w 723900"/>
                <a:gd name="csY788" fmla="*/ 380970 h 381000"/>
                <a:gd name="csX789" fmla="*/ 331460 w 723900"/>
                <a:gd name="csY789" fmla="*/ 380970 h 381000"/>
                <a:gd name="csX790" fmla="*/ 330060 w 723900"/>
                <a:gd name="csY790" fmla="*/ 380970 h 381000"/>
                <a:gd name="csX791" fmla="*/ 328670 w 723900"/>
                <a:gd name="csY791" fmla="*/ 380970 h 381000"/>
                <a:gd name="csX792" fmla="*/ 327212 w 723900"/>
                <a:gd name="csY792" fmla="*/ 380970 h 381000"/>
                <a:gd name="csX793" fmla="*/ 325812 w 723900"/>
                <a:gd name="csY793" fmla="*/ 380970 h 381000"/>
                <a:gd name="csX794" fmla="*/ 324412 w 723900"/>
                <a:gd name="csY794" fmla="*/ 380970 h 381000"/>
                <a:gd name="csX795" fmla="*/ 322955 w 723900"/>
                <a:gd name="csY795" fmla="*/ 380970 h 381000"/>
                <a:gd name="csX796" fmla="*/ 321564 w 723900"/>
                <a:gd name="csY796" fmla="*/ 380970 h 381000"/>
                <a:gd name="csX797" fmla="*/ 320164 w 723900"/>
                <a:gd name="csY797" fmla="*/ 380970 h 381000"/>
                <a:gd name="csX798" fmla="*/ 318707 w 723900"/>
                <a:gd name="csY798" fmla="*/ 380970 h 381000"/>
                <a:gd name="csX799" fmla="*/ 317306 w 723900"/>
                <a:gd name="csY799" fmla="*/ 380970 h 381000"/>
                <a:gd name="csX800" fmla="*/ 315906 w 723900"/>
                <a:gd name="csY800" fmla="*/ 380970 h 381000"/>
                <a:gd name="csX801" fmla="*/ 314449 w 723900"/>
                <a:gd name="csY801" fmla="*/ 380970 h 381000"/>
                <a:gd name="csX802" fmla="*/ 313058 w 723900"/>
                <a:gd name="csY802" fmla="*/ 380970 h 381000"/>
                <a:gd name="csX803" fmla="*/ 311658 w 723900"/>
                <a:gd name="csY803" fmla="*/ 380970 h 381000"/>
                <a:gd name="csX804" fmla="*/ 310201 w 723900"/>
                <a:gd name="csY804" fmla="*/ 380970 h 381000"/>
                <a:gd name="csX805" fmla="*/ 308801 w 723900"/>
                <a:gd name="csY805" fmla="*/ 380970 h 381000"/>
                <a:gd name="csX806" fmla="*/ 307400 w 723900"/>
                <a:gd name="csY806" fmla="*/ 380970 h 381000"/>
                <a:gd name="csX807" fmla="*/ 306010 w 723900"/>
                <a:gd name="csY807" fmla="*/ 380970 h 381000"/>
                <a:gd name="csX808" fmla="*/ 304543 w 723900"/>
                <a:gd name="csY808" fmla="*/ 380970 h 381000"/>
                <a:gd name="csX809" fmla="*/ 303152 w 723900"/>
                <a:gd name="csY809" fmla="*/ 380970 h 381000"/>
                <a:gd name="csX810" fmla="*/ 301752 w 723900"/>
                <a:gd name="csY810" fmla="*/ 380970 h 381000"/>
                <a:gd name="csX811" fmla="*/ 300295 w 723900"/>
                <a:gd name="csY811" fmla="*/ 380970 h 381000"/>
                <a:gd name="csX812" fmla="*/ 298894 w 723900"/>
                <a:gd name="csY812" fmla="*/ 380970 h 381000"/>
                <a:gd name="csX813" fmla="*/ 297504 w 723900"/>
                <a:gd name="csY813" fmla="*/ 380970 h 381000"/>
                <a:gd name="csX814" fmla="*/ 296037 w 723900"/>
                <a:gd name="csY814" fmla="*/ 380970 h 381000"/>
                <a:gd name="csX815" fmla="*/ 294646 w 723900"/>
                <a:gd name="csY815" fmla="*/ 380970 h 381000"/>
                <a:gd name="csX816" fmla="*/ 293246 w 723900"/>
                <a:gd name="csY816" fmla="*/ 380970 h 381000"/>
                <a:gd name="csX817" fmla="*/ 291789 w 723900"/>
                <a:gd name="csY817" fmla="*/ 380970 h 381000"/>
                <a:gd name="csX818" fmla="*/ 290389 w 723900"/>
                <a:gd name="csY818" fmla="*/ 380970 h 381000"/>
                <a:gd name="csX819" fmla="*/ 288998 w 723900"/>
                <a:gd name="csY819" fmla="*/ 380970 h 381000"/>
                <a:gd name="csX820" fmla="*/ 287531 w 723900"/>
                <a:gd name="csY820" fmla="*/ 380970 h 381000"/>
                <a:gd name="csX821" fmla="*/ 286141 w 723900"/>
                <a:gd name="csY821" fmla="*/ 380970 h 381000"/>
                <a:gd name="csX822" fmla="*/ 284740 w 723900"/>
                <a:gd name="csY822" fmla="*/ 380970 h 381000"/>
                <a:gd name="csX823" fmla="*/ 283283 w 723900"/>
                <a:gd name="csY823" fmla="*/ 380970 h 381000"/>
                <a:gd name="csX824" fmla="*/ 281883 w 723900"/>
                <a:gd name="csY824" fmla="*/ 380970 h 381000"/>
                <a:gd name="csX825" fmla="*/ 280492 w 723900"/>
                <a:gd name="csY825" fmla="*/ 380970 h 381000"/>
                <a:gd name="csX826" fmla="*/ 279025 w 723900"/>
                <a:gd name="csY826" fmla="*/ 380970 h 381000"/>
                <a:gd name="csX827" fmla="*/ 277635 w 723900"/>
                <a:gd name="csY827" fmla="*/ 380970 h 381000"/>
                <a:gd name="csX828" fmla="*/ 276235 w 723900"/>
                <a:gd name="csY828" fmla="*/ 380970 h 381000"/>
                <a:gd name="csX829" fmla="*/ 274844 w 723900"/>
                <a:gd name="csY829" fmla="*/ 380970 h 381000"/>
                <a:gd name="csX830" fmla="*/ 273377 w 723900"/>
                <a:gd name="csY830" fmla="*/ 380970 h 381000"/>
                <a:gd name="csX831" fmla="*/ 271987 w 723900"/>
                <a:gd name="csY831" fmla="*/ 380970 h 381000"/>
                <a:gd name="csX832" fmla="*/ 270586 w 723900"/>
                <a:gd name="csY832" fmla="*/ 380970 h 381000"/>
                <a:gd name="csX833" fmla="*/ 269129 w 723900"/>
                <a:gd name="csY833" fmla="*/ 380970 h 381000"/>
                <a:gd name="csX834" fmla="*/ 267729 w 723900"/>
                <a:gd name="csY834" fmla="*/ 380970 h 381000"/>
                <a:gd name="csX835" fmla="*/ 266338 w 723900"/>
                <a:gd name="csY835" fmla="*/ 380970 h 381000"/>
                <a:gd name="csX836" fmla="*/ 264871 w 723900"/>
                <a:gd name="csY836" fmla="*/ 380970 h 381000"/>
                <a:gd name="csX837" fmla="*/ 263481 w 723900"/>
                <a:gd name="csY837" fmla="*/ 380970 h 381000"/>
                <a:gd name="csX838" fmla="*/ 262080 w 723900"/>
                <a:gd name="csY838" fmla="*/ 380970 h 381000"/>
                <a:gd name="csX839" fmla="*/ 260623 w 723900"/>
                <a:gd name="csY839" fmla="*/ 380970 h 381000"/>
                <a:gd name="csX840" fmla="*/ 259223 w 723900"/>
                <a:gd name="csY840" fmla="*/ 380970 h 381000"/>
                <a:gd name="csX841" fmla="*/ 257823 w 723900"/>
                <a:gd name="csY841" fmla="*/ 380970 h 381000"/>
                <a:gd name="csX842" fmla="*/ 256365 w 723900"/>
                <a:gd name="csY842" fmla="*/ 380970 h 381000"/>
                <a:gd name="csX843" fmla="*/ 254975 w 723900"/>
                <a:gd name="csY843" fmla="*/ 380970 h 381000"/>
                <a:gd name="csX844" fmla="*/ 253575 w 723900"/>
                <a:gd name="csY844" fmla="*/ 380970 h 381000"/>
                <a:gd name="csX845" fmla="*/ 252117 w 723900"/>
                <a:gd name="csY845" fmla="*/ 380970 h 381000"/>
                <a:gd name="csX846" fmla="*/ 250717 w 723900"/>
                <a:gd name="csY846" fmla="*/ 380970 h 381000"/>
                <a:gd name="csX847" fmla="*/ 249327 w 723900"/>
                <a:gd name="csY847" fmla="*/ 380970 h 381000"/>
                <a:gd name="csX848" fmla="*/ 247926 w 723900"/>
                <a:gd name="csY848" fmla="*/ 380970 h 381000"/>
                <a:gd name="csX849" fmla="*/ 246469 w 723900"/>
                <a:gd name="csY849" fmla="*/ 380970 h 381000"/>
                <a:gd name="csX850" fmla="*/ 245069 w 723900"/>
                <a:gd name="csY850" fmla="*/ 380970 h 381000"/>
                <a:gd name="csX851" fmla="*/ 243669 w 723900"/>
                <a:gd name="csY851" fmla="*/ 380970 h 381000"/>
                <a:gd name="csX852" fmla="*/ 242211 w 723900"/>
                <a:gd name="csY852" fmla="*/ 380970 h 381000"/>
                <a:gd name="csX853" fmla="*/ 240811 w 723900"/>
                <a:gd name="csY853" fmla="*/ 380970 h 381000"/>
                <a:gd name="csX854" fmla="*/ 239420 w 723900"/>
                <a:gd name="csY854" fmla="*/ 380970 h 381000"/>
                <a:gd name="csX855" fmla="*/ 237963 w 723900"/>
                <a:gd name="csY855" fmla="*/ 380970 h 381000"/>
                <a:gd name="csX856" fmla="*/ 236563 w 723900"/>
                <a:gd name="csY856" fmla="*/ 380970 h 381000"/>
                <a:gd name="csX857" fmla="*/ 235163 w 723900"/>
                <a:gd name="csY857" fmla="*/ 380970 h 381000"/>
                <a:gd name="csX858" fmla="*/ 233705 w 723900"/>
                <a:gd name="csY858" fmla="*/ 380970 h 381000"/>
                <a:gd name="csX859" fmla="*/ 232305 w 723900"/>
                <a:gd name="csY859" fmla="*/ 380970 h 381000"/>
                <a:gd name="csX860" fmla="*/ 230915 w 723900"/>
                <a:gd name="csY860" fmla="*/ 380970 h 381000"/>
                <a:gd name="csX861" fmla="*/ 229457 w 723900"/>
                <a:gd name="csY861" fmla="*/ 380970 h 381000"/>
                <a:gd name="csX862" fmla="*/ 228057 w 723900"/>
                <a:gd name="csY862" fmla="*/ 380970 h 381000"/>
                <a:gd name="csX863" fmla="*/ 226657 w 723900"/>
                <a:gd name="csY863" fmla="*/ 380970 h 381000"/>
                <a:gd name="csX864" fmla="*/ 225200 w 723900"/>
                <a:gd name="csY864" fmla="*/ 380970 h 381000"/>
                <a:gd name="csX865" fmla="*/ 223799 w 723900"/>
                <a:gd name="csY865" fmla="*/ 380970 h 381000"/>
                <a:gd name="csX866" fmla="*/ 222409 w 723900"/>
                <a:gd name="csY866" fmla="*/ 380970 h 381000"/>
                <a:gd name="csX867" fmla="*/ 220952 w 723900"/>
                <a:gd name="csY867" fmla="*/ 380970 h 381000"/>
                <a:gd name="csX868" fmla="*/ 219551 w 723900"/>
                <a:gd name="csY868" fmla="*/ 380970 h 381000"/>
                <a:gd name="csX869" fmla="*/ 218151 w 723900"/>
                <a:gd name="csY869" fmla="*/ 380970 h 381000"/>
                <a:gd name="csX870" fmla="*/ 216761 w 723900"/>
                <a:gd name="csY870" fmla="*/ 380970 h 381000"/>
                <a:gd name="csX871" fmla="*/ 215294 w 723900"/>
                <a:gd name="csY871" fmla="*/ 380970 h 381000"/>
                <a:gd name="csX872" fmla="*/ 213903 w 723900"/>
                <a:gd name="csY872" fmla="*/ 380970 h 381000"/>
                <a:gd name="csX873" fmla="*/ 212503 w 723900"/>
                <a:gd name="csY873" fmla="*/ 380970 h 381000"/>
                <a:gd name="csX874" fmla="*/ 211045 w 723900"/>
                <a:gd name="csY874" fmla="*/ 380970 h 381000"/>
                <a:gd name="csX875" fmla="*/ 209645 w 723900"/>
                <a:gd name="csY875" fmla="*/ 380970 h 381000"/>
                <a:gd name="csX876" fmla="*/ 208255 w 723900"/>
                <a:gd name="csY876" fmla="*/ 380970 h 381000"/>
                <a:gd name="csX877" fmla="*/ 206788 w 723900"/>
                <a:gd name="csY877" fmla="*/ 380970 h 381000"/>
                <a:gd name="csX878" fmla="*/ 205397 w 723900"/>
                <a:gd name="csY878" fmla="*/ 380970 h 381000"/>
                <a:gd name="csX879" fmla="*/ 203997 w 723900"/>
                <a:gd name="csY879" fmla="*/ 380970 h 381000"/>
                <a:gd name="csX880" fmla="*/ 202540 w 723900"/>
                <a:gd name="csY880" fmla="*/ 380970 h 381000"/>
                <a:gd name="csX881" fmla="*/ 201139 w 723900"/>
                <a:gd name="csY881" fmla="*/ 380970 h 381000"/>
                <a:gd name="csX882" fmla="*/ 199749 w 723900"/>
                <a:gd name="csY882" fmla="*/ 380970 h 381000"/>
                <a:gd name="csX883" fmla="*/ 198282 w 723900"/>
                <a:gd name="csY883" fmla="*/ 380970 h 381000"/>
                <a:gd name="csX884" fmla="*/ 196891 w 723900"/>
                <a:gd name="csY884" fmla="*/ 380970 h 381000"/>
                <a:gd name="csX885" fmla="*/ 195491 w 723900"/>
                <a:gd name="csY885" fmla="*/ 380970 h 381000"/>
                <a:gd name="csX886" fmla="*/ 194034 w 723900"/>
                <a:gd name="csY886" fmla="*/ 380970 h 381000"/>
                <a:gd name="csX887" fmla="*/ 192634 w 723900"/>
                <a:gd name="csY887" fmla="*/ 380970 h 381000"/>
                <a:gd name="csX888" fmla="*/ 191243 w 723900"/>
                <a:gd name="csY888" fmla="*/ 380970 h 381000"/>
                <a:gd name="csX889" fmla="*/ 189843 w 723900"/>
                <a:gd name="csY889" fmla="*/ 380970 h 381000"/>
                <a:gd name="csX890" fmla="*/ 188385 w 723900"/>
                <a:gd name="csY890" fmla="*/ 380970 h 381000"/>
                <a:gd name="csX891" fmla="*/ 186985 w 723900"/>
                <a:gd name="csY891" fmla="*/ 380970 h 381000"/>
                <a:gd name="csX892" fmla="*/ 185595 w 723900"/>
                <a:gd name="csY892" fmla="*/ 380970 h 381000"/>
                <a:gd name="csX893" fmla="*/ 184128 w 723900"/>
                <a:gd name="csY893" fmla="*/ 380970 h 381000"/>
                <a:gd name="csX894" fmla="*/ 182737 w 723900"/>
                <a:gd name="csY894" fmla="*/ 380970 h 381000"/>
                <a:gd name="csX895" fmla="*/ 181337 w 723900"/>
                <a:gd name="csY895" fmla="*/ 380970 h 381000"/>
                <a:gd name="csX896" fmla="*/ 179880 w 723900"/>
                <a:gd name="csY896" fmla="*/ 380970 h 381000"/>
                <a:gd name="csX897" fmla="*/ 178479 w 723900"/>
                <a:gd name="csY897" fmla="*/ 380970 h 381000"/>
                <a:gd name="csX898" fmla="*/ 177089 w 723900"/>
                <a:gd name="csY898" fmla="*/ 380970 h 381000"/>
                <a:gd name="csX899" fmla="*/ 175622 w 723900"/>
                <a:gd name="csY899" fmla="*/ 380970 h 381000"/>
                <a:gd name="csX900" fmla="*/ 174231 w 723900"/>
                <a:gd name="csY900" fmla="*/ 380970 h 381000"/>
                <a:gd name="csX901" fmla="*/ 172831 w 723900"/>
                <a:gd name="csY901" fmla="*/ 380970 h 381000"/>
                <a:gd name="csX902" fmla="*/ 171374 w 723900"/>
                <a:gd name="csY902" fmla="*/ 380970 h 381000"/>
                <a:gd name="csX903" fmla="*/ 169974 w 723900"/>
                <a:gd name="csY903" fmla="*/ 380970 h 381000"/>
                <a:gd name="csX904" fmla="*/ 168574 w 723900"/>
                <a:gd name="csY904" fmla="*/ 380970 h 381000"/>
                <a:gd name="csX905" fmla="*/ 167116 w 723900"/>
                <a:gd name="csY905" fmla="*/ 380970 h 381000"/>
                <a:gd name="csX906" fmla="*/ 165726 w 723900"/>
                <a:gd name="csY906" fmla="*/ 380970 h 381000"/>
                <a:gd name="csX907" fmla="*/ 164325 w 723900"/>
                <a:gd name="csY907" fmla="*/ 380970 h 381000"/>
                <a:gd name="csX908" fmla="*/ 162868 w 723900"/>
                <a:gd name="csY908" fmla="*/ 380970 h 381000"/>
                <a:gd name="csX909" fmla="*/ 161468 w 723900"/>
                <a:gd name="csY909" fmla="*/ 380970 h 381000"/>
                <a:gd name="csX910" fmla="*/ 160068 w 723900"/>
                <a:gd name="csY910" fmla="*/ 380970 h 381000"/>
                <a:gd name="csX911" fmla="*/ 158677 w 723900"/>
                <a:gd name="csY911" fmla="*/ 380970 h 381000"/>
                <a:gd name="csX912" fmla="*/ 157220 w 723900"/>
                <a:gd name="csY912" fmla="*/ 380970 h 381000"/>
                <a:gd name="csX913" fmla="*/ 155819 w 723900"/>
                <a:gd name="csY913" fmla="*/ 380970 h 381000"/>
                <a:gd name="csX914" fmla="*/ 154419 w 723900"/>
                <a:gd name="csY914" fmla="*/ 380970 h 381000"/>
                <a:gd name="csX915" fmla="*/ 152962 w 723900"/>
                <a:gd name="csY915" fmla="*/ 380970 h 381000"/>
                <a:gd name="csX916" fmla="*/ 151562 w 723900"/>
                <a:gd name="csY916" fmla="*/ 380970 h 381000"/>
                <a:gd name="csX917" fmla="*/ 150171 w 723900"/>
                <a:gd name="csY917" fmla="*/ 380970 h 381000"/>
                <a:gd name="csX918" fmla="*/ 148714 w 723900"/>
                <a:gd name="csY918" fmla="*/ 380970 h 381000"/>
                <a:gd name="csX919" fmla="*/ 147314 w 723900"/>
                <a:gd name="csY919" fmla="*/ 380970 h 381000"/>
                <a:gd name="csX920" fmla="*/ 145914 w 723900"/>
                <a:gd name="csY920" fmla="*/ 380970 h 381000"/>
                <a:gd name="csX921" fmla="*/ 144456 w 723900"/>
                <a:gd name="csY921" fmla="*/ 380970 h 381000"/>
                <a:gd name="csX922" fmla="*/ 143056 w 723900"/>
                <a:gd name="csY922" fmla="*/ 380970 h 381000"/>
                <a:gd name="csX923" fmla="*/ 141665 w 723900"/>
                <a:gd name="csY923" fmla="*/ 380970 h 381000"/>
                <a:gd name="csX924" fmla="*/ 140199 w 723900"/>
                <a:gd name="csY924" fmla="*/ 380970 h 381000"/>
                <a:gd name="csX925" fmla="*/ 138808 w 723900"/>
                <a:gd name="csY925" fmla="*/ 380970 h 381000"/>
                <a:gd name="csX926" fmla="*/ 137408 w 723900"/>
                <a:gd name="csY926" fmla="*/ 380970 h 381000"/>
                <a:gd name="csX927" fmla="*/ 135950 w 723900"/>
                <a:gd name="csY927" fmla="*/ 380970 h 381000"/>
                <a:gd name="csX928" fmla="*/ 134550 w 723900"/>
                <a:gd name="csY928" fmla="*/ 380970 h 381000"/>
                <a:gd name="csX929" fmla="*/ 133160 w 723900"/>
                <a:gd name="csY929" fmla="*/ 380970 h 381000"/>
                <a:gd name="csX930" fmla="*/ 131759 w 723900"/>
                <a:gd name="csY930" fmla="*/ 380970 h 381000"/>
                <a:gd name="csX931" fmla="*/ 130302 w 723900"/>
                <a:gd name="csY931" fmla="*/ 380970 h 381000"/>
                <a:gd name="csX932" fmla="*/ 128902 w 723900"/>
                <a:gd name="csY932" fmla="*/ 380970 h 381000"/>
                <a:gd name="csX933" fmla="*/ 127511 w 723900"/>
                <a:gd name="csY933" fmla="*/ 380970 h 381000"/>
                <a:gd name="csX934" fmla="*/ 126044 w 723900"/>
                <a:gd name="csY934" fmla="*/ 380970 h 381000"/>
                <a:gd name="csX935" fmla="*/ 124654 w 723900"/>
                <a:gd name="csY935" fmla="*/ 380970 h 381000"/>
                <a:gd name="csX936" fmla="*/ 123253 w 723900"/>
                <a:gd name="csY936" fmla="*/ 380970 h 381000"/>
                <a:gd name="csX937" fmla="*/ 121796 w 723900"/>
                <a:gd name="csY937" fmla="*/ 380970 h 381000"/>
                <a:gd name="csX938" fmla="*/ 120396 w 723900"/>
                <a:gd name="csY938" fmla="*/ 380970 h 381000"/>
                <a:gd name="csX939" fmla="*/ 119005 w 723900"/>
                <a:gd name="csY939" fmla="*/ 380970 h 381000"/>
                <a:gd name="csX940" fmla="*/ 117539 w 723900"/>
                <a:gd name="csY940" fmla="*/ 380970 h 381000"/>
                <a:gd name="csX941" fmla="*/ 116148 w 723900"/>
                <a:gd name="csY941" fmla="*/ 380970 h 381000"/>
                <a:gd name="csX942" fmla="*/ 114748 w 723900"/>
                <a:gd name="csY942" fmla="*/ 380970 h 381000"/>
                <a:gd name="csX943" fmla="*/ 113290 w 723900"/>
                <a:gd name="csY943" fmla="*/ 380970 h 381000"/>
                <a:gd name="csX944" fmla="*/ 111890 w 723900"/>
                <a:gd name="csY944" fmla="*/ 380970 h 381000"/>
                <a:gd name="csX945" fmla="*/ 110500 w 723900"/>
                <a:gd name="csY945" fmla="*/ 380970 h 381000"/>
                <a:gd name="csX946" fmla="*/ 109033 w 723900"/>
                <a:gd name="csY946" fmla="*/ 380970 h 381000"/>
                <a:gd name="csX947" fmla="*/ 107642 w 723900"/>
                <a:gd name="csY947" fmla="*/ 380970 h 381000"/>
                <a:gd name="csX948" fmla="*/ 106242 w 723900"/>
                <a:gd name="csY948" fmla="*/ 380970 h 381000"/>
                <a:gd name="csX949" fmla="*/ 104842 w 723900"/>
                <a:gd name="csY949" fmla="*/ 380970 h 381000"/>
                <a:gd name="csX950" fmla="*/ 103384 w 723900"/>
                <a:gd name="csY950" fmla="*/ 380970 h 381000"/>
                <a:gd name="csX951" fmla="*/ 101994 w 723900"/>
                <a:gd name="csY951" fmla="*/ 380970 h 381000"/>
                <a:gd name="csX952" fmla="*/ 100593 w 723900"/>
                <a:gd name="csY952" fmla="*/ 380970 h 381000"/>
                <a:gd name="csX953" fmla="*/ 99136 w 723900"/>
                <a:gd name="csY953" fmla="*/ 380970 h 381000"/>
                <a:gd name="csX954" fmla="*/ 97736 w 723900"/>
                <a:gd name="csY954" fmla="*/ 380970 h 381000"/>
                <a:gd name="csX955" fmla="*/ 96336 w 723900"/>
                <a:gd name="csY955" fmla="*/ 380970 h 381000"/>
                <a:gd name="csX956" fmla="*/ 94879 w 723900"/>
                <a:gd name="csY956" fmla="*/ 380970 h 381000"/>
                <a:gd name="csX957" fmla="*/ 93488 w 723900"/>
                <a:gd name="csY957" fmla="*/ 380970 h 381000"/>
                <a:gd name="csX958" fmla="*/ 92088 w 723900"/>
                <a:gd name="csY958" fmla="*/ 380970 h 381000"/>
                <a:gd name="csX959" fmla="*/ 90630 w 723900"/>
                <a:gd name="csY959" fmla="*/ 380970 h 381000"/>
                <a:gd name="csX960" fmla="*/ 89230 w 723900"/>
                <a:gd name="csY960" fmla="*/ 380970 h 381000"/>
                <a:gd name="csX961" fmla="*/ 87830 w 723900"/>
                <a:gd name="csY961" fmla="*/ 380970 h 381000"/>
                <a:gd name="csX962" fmla="*/ 86373 w 723900"/>
                <a:gd name="csY962" fmla="*/ 380970 h 381000"/>
                <a:gd name="csX963" fmla="*/ 84982 w 723900"/>
                <a:gd name="csY963" fmla="*/ 380970 h 381000"/>
                <a:gd name="csX964" fmla="*/ 83582 w 723900"/>
                <a:gd name="csY964" fmla="*/ 380970 h 381000"/>
                <a:gd name="csX965" fmla="*/ 82125 w 723900"/>
                <a:gd name="csY965" fmla="*/ 380970 h 381000"/>
                <a:gd name="csX966" fmla="*/ 80724 w 723900"/>
                <a:gd name="csY966" fmla="*/ 380970 h 381000"/>
                <a:gd name="csX967" fmla="*/ 79324 w 723900"/>
                <a:gd name="csY967" fmla="*/ 380970 h 381000"/>
                <a:gd name="csX968" fmla="*/ 77867 w 723900"/>
                <a:gd name="csY968" fmla="*/ 380970 h 381000"/>
                <a:gd name="csX969" fmla="*/ 76467 w 723900"/>
                <a:gd name="csY969" fmla="*/ 380970 h 381000"/>
                <a:gd name="csX970" fmla="*/ 75076 w 723900"/>
                <a:gd name="csY970" fmla="*/ 380970 h 381000"/>
                <a:gd name="csX971" fmla="*/ 73676 w 723900"/>
                <a:gd name="csY971" fmla="*/ 380970 h 381000"/>
                <a:gd name="csX972" fmla="*/ 72219 w 723900"/>
                <a:gd name="csY972" fmla="*/ 380970 h 381000"/>
                <a:gd name="csX973" fmla="*/ 70819 w 723900"/>
                <a:gd name="csY973" fmla="*/ 380970 h 381000"/>
                <a:gd name="csX974" fmla="*/ 69428 w 723900"/>
                <a:gd name="csY974" fmla="*/ 380970 h 381000"/>
                <a:gd name="csX975" fmla="*/ 67970 w 723900"/>
                <a:gd name="csY975" fmla="*/ 380970 h 381000"/>
                <a:gd name="csX976" fmla="*/ 66570 w 723900"/>
                <a:gd name="csY976" fmla="*/ 380970 h 381000"/>
                <a:gd name="csX977" fmla="*/ 65170 w 723900"/>
                <a:gd name="csY977" fmla="*/ 380970 h 381000"/>
                <a:gd name="csX978" fmla="*/ 63713 w 723900"/>
                <a:gd name="csY978" fmla="*/ 380970 h 381000"/>
                <a:gd name="csX979" fmla="*/ 62313 w 723900"/>
                <a:gd name="csY979" fmla="*/ 380970 h 381000"/>
                <a:gd name="csX980" fmla="*/ 60922 w 723900"/>
                <a:gd name="csY980" fmla="*/ 380970 h 381000"/>
                <a:gd name="csX981" fmla="*/ 59465 w 723900"/>
                <a:gd name="csY981" fmla="*/ 380970 h 381000"/>
                <a:gd name="csX982" fmla="*/ 58064 w 723900"/>
                <a:gd name="csY982" fmla="*/ 380970 h 381000"/>
                <a:gd name="csX983" fmla="*/ 56664 w 723900"/>
                <a:gd name="csY983" fmla="*/ 380970 h 381000"/>
                <a:gd name="csX984" fmla="*/ 55207 w 723900"/>
                <a:gd name="csY984" fmla="*/ 380970 h 381000"/>
                <a:gd name="csX985" fmla="*/ 53807 w 723900"/>
                <a:gd name="csY985" fmla="*/ 380970 h 381000"/>
                <a:gd name="csX986" fmla="*/ 52416 w 723900"/>
                <a:gd name="csY986" fmla="*/ 380970 h 381000"/>
                <a:gd name="csX987" fmla="*/ 50949 w 723900"/>
                <a:gd name="csY987" fmla="*/ 380970 h 381000"/>
                <a:gd name="csX988" fmla="*/ 49558 w 723900"/>
                <a:gd name="csY988" fmla="*/ 380970 h 381000"/>
                <a:gd name="csX989" fmla="*/ 48159 w 723900"/>
                <a:gd name="csY989" fmla="*/ 380970 h 381000"/>
                <a:gd name="csX990" fmla="*/ 46768 w 723900"/>
                <a:gd name="csY990" fmla="*/ 380970 h 381000"/>
                <a:gd name="csX991" fmla="*/ 45301 w 723900"/>
                <a:gd name="csY991" fmla="*/ 380970 h 381000"/>
                <a:gd name="csX992" fmla="*/ 43910 w 723900"/>
                <a:gd name="csY992" fmla="*/ 380970 h 381000"/>
                <a:gd name="csX993" fmla="*/ 42510 w 723900"/>
                <a:gd name="csY993" fmla="*/ 380970 h 381000"/>
                <a:gd name="csX994" fmla="*/ 41053 w 723900"/>
                <a:gd name="csY994" fmla="*/ 380970 h 381000"/>
                <a:gd name="csX995" fmla="*/ 39653 w 723900"/>
                <a:gd name="csY995" fmla="*/ 380970 h 381000"/>
                <a:gd name="csX996" fmla="*/ 38262 w 723900"/>
                <a:gd name="csY996" fmla="*/ 380970 h 381000"/>
                <a:gd name="csX997" fmla="*/ 36795 w 723900"/>
                <a:gd name="csY997" fmla="*/ 380970 h 381000"/>
                <a:gd name="csX998" fmla="*/ 35404 w 723900"/>
                <a:gd name="csY998" fmla="*/ 380970 h 381000"/>
                <a:gd name="csX999" fmla="*/ 34004 w 723900"/>
                <a:gd name="csY999" fmla="*/ 380970 h 381000"/>
                <a:gd name="csX1000" fmla="*/ 32547 w 723900"/>
                <a:gd name="csY1000" fmla="*/ 380970 h 381000"/>
                <a:gd name="csX1001" fmla="*/ 31147 w 723900"/>
                <a:gd name="csY1001" fmla="*/ 380970 h 381000"/>
                <a:gd name="csX1002" fmla="*/ 29756 w 723900"/>
                <a:gd name="csY1002" fmla="*/ 380970 h 381000"/>
                <a:gd name="csX1003" fmla="*/ 28289 w 723900"/>
                <a:gd name="csY1003" fmla="*/ 380970 h 381000"/>
                <a:gd name="csX1004" fmla="*/ 26899 w 723900"/>
                <a:gd name="csY1004" fmla="*/ 380970 h 381000"/>
                <a:gd name="csX1005" fmla="*/ 25498 w 723900"/>
                <a:gd name="csY1005" fmla="*/ 380970 h 381000"/>
                <a:gd name="csX1006" fmla="*/ 24041 w 723900"/>
                <a:gd name="csY1006" fmla="*/ 380970 h 381000"/>
                <a:gd name="csX1007" fmla="*/ 22641 w 723900"/>
                <a:gd name="csY1007" fmla="*/ 380970 h 381000"/>
                <a:gd name="csX1008" fmla="*/ 21250 w 723900"/>
                <a:gd name="csY1008" fmla="*/ 380970 h 381000"/>
                <a:gd name="csX1009" fmla="*/ 19784 w 723900"/>
                <a:gd name="csY1009" fmla="*/ 380970 h 381000"/>
                <a:gd name="csX1010" fmla="*/ 18393 w 723900"/>
                <a:gd name="csY1010" fmla="*/ 380970 h 381000"/>
                <a:gd name="csX1011" fmla="*/ 16993 w 723900"/>
                <a:gd name="csY1011" fmla="*/ 380970 h 381000"/>
                <a:gd name="csX1012" fmla="*/ 15593 w 723900"/>
                <a:gd name="csY1012" fmla="*/ 380970 h 381000"/>
                <a:gd name="csX1013" fmla="*/ 14135 w 723900"/>
                <a:gd name="csY1013" fmla="*/ 380970 h 381000"/>
                <a:gd name="csX1014" fmla="*/ 12744 w 723900"/>
                <a:gd name="csY1014" fmla="*/ 380970 h 381000"/>
                <a:gd name="csX1015" fmla="*/ 11344 w 723900"/>
                <a:gd name="csY1015" fmla="*/ 380970 h 381000"/>
                <a:gd name="csX1016" fmla="*/ 9887 w 723900"/>
                <a:gd name="csY1016" fmla="*/ 380970 h 381000"/>
                <a:gd name="csX1017" fmla="*/ 8487 w 723900"/>
                <a:gd name="csY1017" fmla="*/ 380970 h 381000"/>
                <a:gd name="csX1018" fmla="*/ 7087 w 723900"/>
                <a:gd name="csY1018" fmla="*/ 380970 h 381000"/>
                <a:gd name="csX1019" fmla="*/ 5629 w 723900"/>
                <a:gd name="csY1019" fmla="*/ 380970 h 381000"/>
                <a:gd name="csX1020" fmla="*/ 4229 w 723900"/>
                <a:gd name="csY1020" fmla="*/ 380970 h 381000"/>
                <a:gd name="csX1021" fmla="*/ 2838 w 723900"/>
                <a:gd name="csY1021" fmla="*/ 380970 h 381000"/>
                <a:gd name="csX1022" fmla="*/ 1381 w 723900"/>
                <a:gd name="csY1022" fmla="*/ 380970 h 381000"/>
                <a:gd name="csX1023" fmla="*/ -19 w 72390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81000">
                  <a:moveTo>
                    <a:pt x="-19" y="377607"/>
                  </a:moveTo>
                  <a:lnTo>
                    <a:pt x="1381" y="377284"/>
                  </a:lnTo>
                  <a:lnTo>
                    <a:pt x="2838" y="376903"/>
                  </a:lnTo>
                  <a:lnTo>
                    <a:pt x="4229" y="376455"/>
                  </a:lnTo>
                  <a:lnTo>
                    <a:pt x="5629" y="376017"/>
                  </a:lnTo>
                  <a:lnTo>
                    <a:pt x="7087" y="375503"/>
                  </a:lnTo>
                  <a:lnTo>
                    <a:pt x="8487" y="374998"/>
                  </a:lnTo>
                  <a:lnTo>
                    <a:pt x="9887" y="374426"/>
                  </a:lnTo>
                  <a:lnTo>
                    <a:pt x="11344" y="373788"/>
                  </a:lnTo>
                  <a:lnTo>
                    <a:pt x="12744" y="373159"/>
                  </a:lnTo>
                  <a:lnTo>
                    <a:pt x="14135" y="372397"/>
                  </a:lnTo>
                  <a:lnTo>
                    <a:pt x="15593" y="371636"/>
                  </a:lnTo>
                  <a:lnTo>
                    <a:pt x="16993" y="370740"/>
                  </a:lnTo>
                  <a:lnTo>
                    <a:pt x="18393" y="369854"/>
                  </a:lnTo>
                  <a:lnTo>
                    <a:pt x="19784" y="368902"/>
                  </a:lnTo>
                  <a:lnTo>
                    <a:pt x="21250" y="367816"/>
                  </a:lnTo>
                  <a:lnTo>
                    <a:pt x="22641" y="366673"/>
                  </a:lnTo>
                  <a:lnTo>
                    <a:pt x="24041" y="365473"/>
                  </a:lnTo>
                  <a:lnTo>
                    <a:pt x="25498" y="364197"/>
                  </a:lnTo>
                  <a:lnTo>
                    <a:pt x="26899" y="362796"/>
                  </a:lnTo>
                  <a:lnTo>
                    <a:pt x="28289" y="361339"/>
                  </a:lnTo>
                  <a:lnTo>
                    <a:pt x="29756" y="359748"/>
                  </a:lnTo>
                  <a:lnTo>
                    <a:pt x="31147" y="358034"/>
                  </a:lnTo>
                  <a:lnTo>
                    <a:pt x="32547" y="356253"/>
                  </a:lnTo>
                  <a:lnTo>
                    <a:pt x="34004" y="354348"/>
                  </a:lnTo>
                  <a:lnTo>
                    <a:pt x="35404" y="352376"/>
                  </a:lnTo>
                  <a:lnTo>
                    <a:pt x="36795" y="350223"/>
                  </a:lnTo>
                  <a:lnTo>
                    <a:pt x="38262" y="347937"/>
                  </a:lnTo>
                  <a:lnTo>
                    <a:pt x="39653" y="345584"/>
                  </a:lnTo>
                  <a:lnTo>
                    <a:pt x="41053" y="343042"/>
                  </a:lnTo>
                  <a:lnTo>
                    <a:pt x="42510" y="340374"/>
                  </a:lnTo>
                  <a:lnTo>
                    <a:pt x="43910" y="337574"/>
                  </a:lnTo>
                  <a:lnTo>
                    <a:pt x="45301" y="334659"/>
                  </a:lnTo>
                  <a:lnTo>
                    <a:pt x="46768" y="331545"/>
                  </a:lnTo>
                  <a:lnTo>
                    <a:pt x="48159" y="328306"/>
                  </a:lnTo>
                  <a:lnTo>
                    <a:pt x="49558" y="324934"/>
                  </a:lnTo>
                  <a:lnTo>
                    <a:pt x="50949" y="321382"/>
                  </a:lnTo>
                  <a:lnTo>
                    <a:pt x="52416" y="317695"/>
                  </a:lnTo>
                  <a:lnTo>
                    <a:pt x="53807" y="313819"/>
                  </a:lnTo>
                  <a:lnTo>
                    <a:pt x="55207" y="309819"/>
                  </a:lnTo>
                  <a:lnTo>
                    <a:pt x="56664" y="305618"/>
                  </a:lnTo>
                  <a:lnTo>
                    <a:pt x="58064" y="301303"/>
                  </a:lnTo>
                  <a:lnTo>
                    <a:pt x="59465" y="296731"/>
                  </a:lnTo>
                  <a:lnTo>
                    <a:pt x="60922" y="292025"/>
                  </a:lnTo>
                  <a:lnTo>
                    <a:pt x="62313" y="287263"/>
                  </a:lnTo>
                  <a:lnTo>
                    <a:pt x="63713" y="282177"/>
                  </a:lnTo>
                  <a:lnTo>
                    <a:pt x="65170" y="277033"/>
                  </a:lnTo>
                  <a:lnTo>
                    <a:pt x="66570" y="271756"/>
                  </a:lnTo>
                  <a:lnTo>
                    <a:pt x="67970" y="266232"/>
                  </a:lnTo>
                  <a:lnTo>
                    <a:pt x="69428" y="260641"/>
                  </a:lnTo>
                  <a:lnTo>
                    <a:pt x="70819" y="254859"/>
                  </a:lnTo>
                  <a:lnTo>
                    <a:pt x="72219" y="248954"/>
                  </a:lnTo>
                  <a:lnTo>
                    <a:pt x="73676" y="242914"/>
                  </a:lnTo>
                  <a:lnTo>
                    <a:pt x="75076" y="236752"/>
                  </a:lnTo>
                  <a:lnTo>
                    <a:pt x="76467" y="230399"/>
                  </a:lnTo>
                  <a:lnTo>
                    <a:pt x="77867" y="223979"/>
                  </a:lnTo>
                  <a:lnTo>
                    <a:pt x="79324" y="217502"/>
                  </a:lnTo>
                  <a:lnTo>
                    <a:pt x="80724" y="210834"/>
                  </a:lnTo>
                  <a:lnTo>
                    <a:pt x="82125" y="204158"/>
                  </a:lnTo>
                  <a:lnTo>
                    <a:pt x="83582" y="197366"/>
                  </a:lnTo>
                  <a:lnTo>
                    <a:pt x="84982" y="190498"/>
                  </a:lnTo>
                  <a:lnTo>
                    <a:pt x="86373" y="183574"/>
                  </a:lnTo>
                  <a:lnTo>
                    <a:pt x="87830" y="176592"/>
                  </a:lnTo>
                  <a:lnTo>
                    <a:pt x="89230" y="169601"/>
                  </a:lnTo>
                  <a:lnTo>
                    <a:pt x="90630" y="162552"/>
                  </a:lnTo>
                  <a:lnTo>
                    <a:pt x="92088" y="155494"/>
                  </a:lnTo>
                  <a:lnTo>
                    <a:pt x="93488" y="148446"/>
                  </a:lnTo>
                  <a:lnTo>
                    <a:pt x="94879" y="141454"/>
                  </a:lnTo>
                  <a:lnTo>
                    <a:pt x="96336" y="134463"/>
                  </a:lnTo>
                  <a:lnTo>
                    <a:pt x="97736" y="127481"/>
                  </a:lnTo>
                  <a:lnTo>
                    <a:pt x="99136" y="120614"/>
                  </a:lnTo>
                  <a:lnTo>
                    <a:pt x="100593" y="113756"/>
                  </a:lnTo>
                  <a:lnTo>
                    <a:pt x="101994" y="107022"/>
                  </a:lnTo>
                  <a:lnTo>
                    <a:pt x="103384" y="100411"/>
                  </a:lnTo>
                  <a:lnTo>
                    <a:pt x="104842" y="93867"/>
                  </a:lnTo>
                  <a:lnTo>
                    <a:pt x="106242" y="87390"/>
                  </a:lnTo>
                  <a:lnTo>
                    <a:pt x="107642" y="81161"/>
                  </a:lnTo>
                  <a:lnTo>
                    <a:pt x="109033" y="75065"/>
                  </a:lnTo>
                  <a:lnTo>
                    <a:pt x="110500" y="69093"/>
                  </a:lnTo>
                  <a:lnTo>
                    <a:pt x="111890" y="63311"/>
                  </a:lnTo>
                  <a:lnTo>
                    <a:pt x="113290" y="57787"/>
                  </a:lnTo>
                  <a:lnTo>
                    <a:pt x="114748" y="52386"/>
                  </a:lnTo>
                  <a:lnTo>
                    <a:pt x="116148" y="47176"/>
                  </a:lnTo>
                  <a:lnTo>
                    <a:pt x="117539" y="42280"/>
                  </a:lnTo>
                  <a:lnTo>
                    <a:pt x="119005" y="37584"/>
                  </a:lnTo>
                  <a:lnTo>
                    <a:pt x="120396" y="33069"/>
                  </a:lnTo>
                  <a:lnTo>
                    <a:pt x="121796" y="28945"/>
                  </a:lnTo>
                  <a:lnTo>
                    <a:pt x="123253" y="24935"/>
                  </a:lnTo>
                  <a:lnTo>
                    <a:pt x="124654" y="21249"/>
                  </a:lnTo>
                  <a:lnTo>
                    <a:pt x="126044" y="17953"/>
                  </a:lnTo>
                  <a:lnTo>
                    <a:pt x="127511" y="14772"/>
                  </a:lnTo>
                  <a:lnTo>
                    <a:pt x="128902" y="11981"/>
                  </a:lnTo>
                  <a:lnTo>
                    <a:pt x="130302" y="9504"/>
                  </a:lnTo>
                  <a:lnTo>
                    <a:pt x="131759" y="7209"/>
                  </a:lnTo>
                  <a:lnTo>
                    <a:pt x="133160" y="5247"/>
                  </a:lnTo>
                  <a:lnTo>
                    <a:pt x="134550" y="3656"/>
                  </a:lnTo>
                  <a:lnTo>
                    <a:pt x="135950" y="2323"/>
                  </a:lnTo>
                  <a:lnTo>
                    <a:pt x="137408" y="1237"/>
                  </a:lnTo>
                  <a:lnTo>
                    <a:pt x="138808" y="608"/>
                  </a:lnTo>
                  <a:lnTo>
                    <a:pt x="140199" y="161"/>
                  </a:lnTo>
                  <a:lnTo>
                    <a:pt x="141665" y="-30"/>
                  </a:lnTo>
                  <a:lnTo>
                    <a:pt x="143056" y="161"/>
                  </a:lnTo>
                  <a:lnTo>
                    <a:pt x="144456" y="665"/>
                  </a:lnTo>
                  <a:lnTo>
                    <a:pt x="145914" y="1304"/>
                  </a:lnTo>
                  <a:lnTo>
                    <a:pt x="147314" y="2380"/>
                  </a:lnTo>
                  <a:lnTo>
                    <a:pt x="148714" y="3656"/>
                  </a:lnTo>
                  <a:lnTo>
                    <a:pt x="150171" y="5180"/>
                  </a:lnTo>
                  <a:lnTo>
                    <a:pt x="151562" y="7018"/>
                  </a:lnTo>
                  <a:lnTo>
                    <a:pt x="152962" y="9124"/>
                  </a:lnTo>
                  <a:lnTo>
                    <a:pt x="154419" y="11409"/>
                  </a:lnTo>
                  <a:lnTo>
                    <a:pt x="155819" y="13943"/>
                  </a:lnTo>
                  <a:lnTo>
                    <a:pt x="157220" y="16743"/>
                  </a:lnTo>
                  <a:lnTo>
                    <a:pt x="158677" y="19725"/>
                  </a:lnTo>
                  <a:lnTo>
                    <a:pt x="160068" y="22973"/>
                  </a:lnTo>
                  <a:lnTo>
                    <a:pt x="161468" y="26335"/>
                  </a:lnTo>
                  <a:lnTo>
                    <a:pt x="162868" y="29898"/>
                  </a:lnTo>
                  <a:lnTo>
                    <a:pt x="164325" y="33641"/>
                  </a:lnTo>
                  <a:lnTo>
                    <a:pt x="165726" y="37642"/>
                  </a:lnTo>
                  <a:lnTo>
                    <a:pt x="167116" y="41651"/>
                  </a:lnTo>
                  <a:lnTo>
                    <a:pt x="168574" y="45900"/>
                  </a:lnTo>
                  <a:lnTo>
                    <a:pt x="169974" y="50224"/>
                  </a:lnTo>
                  <a:lnTo>
                    <a:pt x="171374" y="54739"/>
                  </a:lnTo>
                  <a:lnTo>
                    <a:pt x="172831" y="59311"/>
                  </a:lnTo>
                  <a:lnTo>
                    <a:pt x="174231" y="64007"/>
                  </a:lnTo>
                  <a:lnTo>
                    <a:pt x="175622" y="68779"/>
                  </a:lnTo>
                  <a:lnTo>
                    <a:pt x="177089" y="73608"/>
                  </a:lnTo>
                  <a:lnTo>
                    <a:pt x="178479" y="78494"/>
                  </a:lnTo>
                  <a:lnTo>
                    <a:pt x="179880" y="83447"/>
                  </a:lnTo>
                  <a:lnTo>
                    <a:pt x="181337" y="88467"/>
                  </a:lnTo>
                  <a:lnTo>
                    <a:pt x="182737" y="93553"/>
                  </a:lnTo>
                  <a:lnTo>
                    <a:pt x="184128" y="98630"/>
                  </a:lnTo>
                  <a:lnTo>
                    <a:pt x="185595" y="103717"/>
                  </a:lnTo>
                  <a:lnTo>
                    <a:pt x="186985" y="108860"/>
                  </a:lnTo>
                  <a:lnTo>
                    <a:pt x="188385" y="113946"/>
                  </a:lnTo>
                  <a:lnTo>
                    <a:pt x="189843" y="119089"/>
                  </a:lnTo>
                  <a:lnTo>
                    <a:pt x="191243" y="124176"/>
                  </a:lnTo>
                  <a:lnTo>
                    <a:pt x="192634" y="129253"/>
                  </a:lnTo>
                  <a:lnTo>
                    <a:pt x="194034" y="134272"/>
                  </a:lnTo>
                  <a:lnTo>
                    <a:pt x="195491" y="139292"/>
                  </a:lnTo>
                  <a:lnTo>
                    <a:pt x="196891" y="144255"/>
                  </a:lnTo>
                  <a:lnTo>
                    <a:pt x="198282" y="149141"/>
                  </a:lnTo>
                  <a:lnTo>
                    <a:pt x="199749" y="154037"/>
                  </a:lnTo>
                  <a:lnTo>
                    <a:pt x="201139" y="158866"/>
                  </a:lnTo>
                  <a:lnTo>
                    <a:pt x="202540" y="163562"/>
                  </a:lnTo>
                  <a:lnTo>
                    <a:pt x="203997" y="168267"/>
                  </a:lnTo>
                  <a:lnTo>
                    <a:pt x="205397" y="172839"/>
                  </a:lnTo>
                  <a:lnTo>
                    <a:pt x="206788" y="177412"/>
                  </a:lnTo>
                  <a:lnTo>
                    <a:pt x="208255" y="181859"/>
                  </a:lnTo>
                  <a:lnTo>
                    <a:pt x="209645" y="186184"/>
                  </a:lnTo>
                  <a:lnTo>
                    <a:pt x="211045" y="190498"/>
                  </a:lnTo>
                  <a:lnTo>
                    <a:pt x="212503" y="194699"/>
                  </a:lnTo>
                  <a:lnTo>
                    <a:pt x="213903" y="198757"/>
                  </a:lnTo>
                  <a:lnTo>
                    <a:pt x="215294" y="202767"/>
                  </a:lnTo>
                  <a:lnTo>
                    <a:pt x="216761" y="206700"/>
                  </a:lnTo>
                  <a:lnTo>
                    <a:pt x="218151" y="210511"/>
                  </a:lnTo>
                  <a:lnTo>
                    <a:pt x="219551" y="214263"/>
                  </a:lnTo>
                  <a:lnTo>
                    <a:pt x="220952" y="217883"/>
                  </a:lnTo>
                  <a:lnTo>
                    <a:pt x="222409" y="221445"/>
                  </a:lnTo>
                  <a:lnTo>
                    <a:pt x="223799" y="224874"/>
                  </a:lnTo>
                  <a:lnTo>
                    <a:pt x="225200" y="228237"/>
                  </a:lnTo>
                  <a:lnTo>
                    <a:pt x="226657" y="231418"/>
                  </a:lnTo>
                  <a:lnTo>
                    <a:pt x="228057" y="234590"/>
                  </a:lnTo>
                  <a:lnTo>
                    <a:pt x="229457" y="237638"/>
                  </a:lnTo>
                  <a:lnTo>
                    <a:pt x="230915" y="240629"/>
                  </a:lnTo>
                  <a:lnTo>
                    <a:pt x="232305" y="243486"/>
                  </a:lnTo>
                  <a:lnTo>
                    <a:pt x="233705" y="246220"/>
                  </a:lnTo>
                  <a:lnTo>
                    <a:pt x="235163" y="248887"/>
                  </a:lnTo>
                  <a:lnTo>
                    <a:pt x="236563" y="251497"/>
                  </a:lnTo>
                  <a:lnTo>
                    <a:pt x="237963" y="253973"/>
                  </a:lnTo>
                  <a:lnTo>
                    <a:pt x="239420" y="256383"/>
                  </a:lnTo>
                  <a:lnTo>
                    <a:pt x="240811" y="258736"/>
                  </a:lnTo>
                  <a:lnTo>
                    <a:pt x="242211" y="260955"/>
                  </a:lnTo>
                  <a:lnTo>
                    <a:pt x="243669" y="263117"/>
                  </a:lnTo>
                  <a:lnTo>
                    <a:pt x="245069" y="265156"/>
                  </a:lnTo>
                  <a:lnTo>
                    <a:pt x="246469" y="267118"/>
                  </a:lnTo>
                  <a:lnTo>
                    <a:pt x="247926" y="269090"/>
                  </a:lnTo>
                  <a:lnTo>
                    <a:pt x="249327" y="270870"/>
                  </a:lnTo>
                  <a:lnTo>
                    <a:pt x="250717" y="272652"/>
                  </a:lnTo>
                  <a:lnTo>
                    <a:pt x="252117" y="274366"/>
                  </a:lnTo>
                  <a:lnTo>
                    <a:pt x="253575" y="275957"/>
                  </a:lnTo>
                  <a:lnTo>
                    <a:pt x="254975" y="277481"/>
                  </a:lnTo>
                  <a:lnTo>
                    <a:pt x="256365" y="279005"/>
                  </a:lnTo>
                  <a:lnTo>
                    <a:pt x="257823" y="280395"/>
                  </a:lnTo>
                  <a:lnTo>
                    <a:pt x="259223" y="281738"/>
                  </a:lnTo>
                  <a:lnTo>
                    <a:pt x="260623" y="283006"/>
                  </a:lnTo>
                  <a:lnTo>
                    <a:pt x="262080" y="284272"/>
                  </a:lnTo>
                  <a:lnTo>
                    <a:pt x="263481" y="285415"/>
                  </a:lnTo>
                  <a:lnTo>
                    <a:pt x="264871" y="286558"/>
                  </a:lnTo>
                  <a:lnTo>
                    <a:pt x="266338" y="287644"/>
                  </a:lnTo>
                  <a:lnTo>
                    <a:pt x="267729" y="288654"/>
                  </a:lnTo>
                  <a:lnTo>
                    <a:pt x="269129" y="289616"/>
                  </a:lnTo>
                  <a:lnTo>
                    <a:pt x="270586" y="290568"/>
                  </a:lnTo>
                  <a:lnTo>
                    <a:pt x="271987" y="291387"/>
                  </a:lnTo>
                  <a:lnTo>
                    <a:pt x="273377" y="292283"/>
                  </a:lnTo>
                  <a:lnTo>
                    <a:pt x="274844" y="293045"/>
                  </a:lnTo>
                  <a:lnTo>
                    <a:pt x="276235" y="293807"/>
                  </a:lnTo>
                  <a:lnTo>
                    <a:pt x="277635" y="294502"/>
                  </a:lnTo>
                  <a:lnTo>
                    <a:pt x="279025" y="295197"/>
                  </a:lnTo>
                  <a:lnTo>
                    <a:pt x="280492" y="295836"/>
                  </a:lnTo>
                  <a:lnTo>
                    <a:pt x="281883" y="296474"/>
                  </a:lnTo>
                  <a:lnTo>
                    <a:pt x="283283" y="297045"/>
                  </a:lnTo>
                  <a:lnTo>
                    <a:pt x="284740" y="297617"/>
                  </a:lnTo>
                  <a:lnTo>
                    <a:pt x="286141" y="298122"/>
                  </a:lnTo>
                  <a:lnTo>
                    <a:pt x="287531" y="298636"/>
                  </a:lnTo>
                  <a:lnTo>
                    <a:pt x="288998" y="299141"/>
                  </a:lnTo>
                  <a:lnTo>
                    <a:pt x="290389" y="299588"/>
                  </a:lnTo>
                  <a:lnTo>
                    <a:pt x="291789" y="300027"/>
                  </a:lnTo>
                  <a:lnTo>
                    <a:pt x="293246" y="300474"/>
                  </a:lnTo>
                  <a:lnTo>
                    <a:pt x="294646" y="300855"/>
                  </a:lnTo>
                  <a:lnTo>
                    <a:pt x="296037" y="301237"/>
                  </a:lnTo>
                  <a:lnTo>
                    <a:pt x="297504" y="301617"/>
                  </a:lnTo>
                  <a:lnTo>
                    <a:pt x="298894" y="301998"/>
                  </a:lnTo>
                  <a:lnTo>
                    <a:pt x="300295" y="302322"/>
                  </a:lnTo>
                  <a:lnTo>
                    <a:pt x="301752" y="302636"/>
                  </a:lnTo>
                  <a:lnTo>
                    <a:pt x="303152" y="302951"/>
                  </a:lnTo>
                  <a:lnTo>
                    <a:pt x="304543" y="303275"/>
                  </a:lnTo>
                  <a:lnTo>
                    <a:pt x="306010" y="303589"/>
                  </a:lnTo>
                  <a:lnTo>
                    <a:pt x="307400" y="303903"/>
                  </a:lnTo>
                  <a:lnTo>
                    <a:pt x="308801" y="304227"/>
                  </a:lnTo>
                  <a:lnTo>
                    <a:pt x="310201" y="304475"/>
                  </a:lnTo>
                  <a:lnTo>
                    <a:pt x="311658" y="304799"/>
                  </a:lnTo>
                  <a:lnTo>
                    <a:pt x="313058" y="305046"/>
                  </a:lnTo>
                  <a:lnTo>
                    <a:pt x="314449" y="305370"/>
                  </a:lnTo>
                  <a:lnTo>
                    <a:pt x="315906" y="305618"/>
                  </a:lnTo>
                  <a:lnTo>
                    <a:pt x="317306" y="305941"/>
                  </a:lnTo>
                  <a:lnTo>
                    <a:pt x="318707" y="306189"/>
                  </a:lnTo>
                  <a:lnTo>
                    <a:pt x="320164" y="306513"/>
                  </a:lnTo>
                  <a:lnTo>
                    <a:pt x="321564" y="306761"/>
                  </a:lnTo>
                  <a:lnTo>
                    <a:pt x="322955" y="307084"/>
                  </a:lnTo>
                  <a:lnTo>
                    <a:pt x="324412" y="307399"/>
                  </a:lnTo>
                  <a:lnTo>
                    <a:pt x="325812" y="307723"/>
                  </a:lnTo>
                  <a:lnTo>
                    <a:pt x="327212" y="308037"/>
                  </a:lnTo>
                  <a:lnTo>
                    <a:pt x="328670" y="308351"/>
                  </a:lnTo>
                  <a:lnTo>
                    <a:pt x="330060" y="308675"/>
                  </a:lnTo>
                  <a:lnTo>
                    <a:pt x="331460" y="308990"/>
                  </a:lnTo>
                  <a:lnTo>
                    <a:pt x="332918" y="309370"/>
                  </a:lnTo>
                  <a:lnTo>
                    <a:pt x="334318" y="309752"/>
                  </a:lnTo>
                  <a:lnTo>
                    <a:pt x="335718" y="310066"/>
                  </a:lnTo>
                  <a:lnTo>
                    <a:pt x="337109" y="310447"/>
                  </a:lnTo>
                  <a:lnTo>
                    <a:pt x="338576" y="310895"/>
                  </a:lnTo>
                  <a:lnTo>
                    <a:pt x="339966" y="311275"/>
                  </a:lnTo>
                  <a:lnTo>
                    <a:pt x="341367" y="311657"/>
                  </a:lnTo>
                  <a:lnTo>
                    <a:pt x="342824" y="312104"/>
                  </a:lnTo>
                  <a:lnTo>
                    <a:pt x="344224" y="312542"/>
                  </a:lnTo>
                  <a:lnTo>
                    <a:pt x="345615" y="312990"/>
                  </a:lnTo>
                  <a:lnTo>
                    <a:pt x="347082" y="313504"/>
                  </a:lnTo>
                  <a:lnTo>
                    <a:pt x="348472" y="313943"/>
                  </a:lnTo>
                  <a:lnTo>
                    <a:pt x="349872" y="314457"/>
                  </a:lnTo>
                  <a:lnTo>
                    <a:pt x="351330" y="314962"/>
                  </a:lnTo>
                  <a:lnTo>
                    <a:pt x="352730" y="315466"/>
                  </a:lnTo>
                  <a:lnTo>
                    <a:pt x="354120" y="316038"/>
                  </a:lnTo>
                  <a:lnTo>
                    <a:pt x="355588" y="316552"/>
                  </a:lnTo>
                  <a:lnTo>
                    <a:pt x="356978" y="317124"/>
                  </a:lnTo>
                  <a:lnTo>
                    <a:pt x="358378" y="317695"/>
                  </a:lnTo>
                  <a:lnTo>
                    <a:pt x="359836" y="318267"/>
                  </a:lnTo>
                  <a:lnTo>
                    <a:pt x="361236" y="318895"/>
                  </a:lnTo>
                  <a:lnTo>
                    <a:pt x="362626" y="319467"/>
                  </a:lnTo>
                  <a:lnTo>
                    <a:pt x="364027" y="320105"/>
                  </a:lnTo>
                  <a:lnTo>
                    <a:pt x="365484" y="320743"/>
                  </a:lnTo>
                  <a:lnTo>
                    <a:pt x="366884" y="321382"/>
                  </a:lnTo>
                  <a:lnTo>
                    <a:pt x="368275" y="322010"/>
                  </a:lnTo>
                  <a:lnTo>
                    <a:pt x="369742" y="322715"/>
                  </a:lnTo>
                  <a:lnTo>
                    <a:pt x="371132" y="323344"/>
                  </a:lnTo>
                  <a:lnTo>
                    <a:pt x="372532" y="324048"/>
                  </a:lnTo>
                  <a:lnTo>
                    <a:pt x="373990" y="324744"/>
                  </a:lnTo>
                  <a:lnTo>
                    <a:pt x="375390" y="325439"/>
                  </a:lnTo>
                  <a:lnTo>
                    <a:pt x="376780" y="326144"/>
                  </a:lnTo>
                  <a:lnTo>
                    <a:pt x="378247" y="326840"/>
                  </a:lnTo>
                  <a:lnTo>
                    <a:pt x="379638" y="327544"/>
                  </a:lnTo>
                  <a:lnTo>
                    <a:pt x="381038" y="328306"/>
                  </a:lnTo>
                  <a:lnTo>
                    <a:pt x="382495" y="329002"/>
                  </a:lnTo>
                  <a:lnTo>
                    <a:pt x="383896" y="329697"/>
                  </a:lnTo>
                  <a:lnTo>
                    <a:pt x="385296" y="330459"/>
                  </a:lnTo>
                  <a:lnTo>
                    <a:pt x="386753" y="331164"/>
                  </a:lnTo>
                  <a:lnTo>
                    <a:pt x="388144" y="331926"/>
                  </a:lnTo>
                  <a:lnTo>
                    <a:pt x="389544" y="332621"/>
                  </a:lnTo>
                  <a:lnTo>
                    <a:pt x="391001" y="333383"/>
                  </a:lnTo>
                  <a:lnTo>
                    <a:pt x="392402" y="334088"/>
                  </a:lnTo>
                  <a:lnTo>
                    <a:pt x="393802" y="334783"/>
                  </a:lnTo>
                  <a:lnTo>
                    <a:pt x="395192" y="335545"/>
                  </a:lnTo>
                  <a:lnTo>
                    <a:pt x="396650" y="336241"/>
                  </a:lnTo>
                  <a:lnTo>
                    <a:pt x="398050" y="336945"/>
                  </a:lnTo>
                  <a:lnTo>
                    <a:pt x="399450" y="337641"/>
                  </a:lnTo>
                  <a:lnTo>
                    <a:pt x="400907" y="338336"/>
                  </a:lnTo>
                  <a:lnTo>
                    <a:pt x="402308" y="339041"/>
                  </a:lnTo>
                  <a:lnTo>
                    <a:pt x="403698" y="339670"/>
                  </a:lnTo>
                  <a:lnTo>
                    <a:pt x="405155" y="340374"/>
                  </a:lnTo>
                  <a:lnTo>
                    <a:pt x="406556" y="341013"/>
                  </a:lnTo>
                  <a:lnTo>
                    <a:pt x="407956" y="341708"/>
                  </a:lnTo>
                  <a:lnTo>
                    <a:pt x="409413" y="342346"/>
                  </a:lnTo>
                  <a:lnTo>
                    <a:pt x="410813" y="342975"/>
                  </a:lnTo>
                  <a:lnTo>
                    <a:pt x="412204" y="343546"/>
                  </a:lnTo>
                  <a:lnTo>
                    <a:pt x="413671" y="344184"/>
                  </a:lnTo>
                  <a:lnTo>
                    <a:pt x="415061" y="344756"/>
                  </a:lnTo>
                  <a:lnTo>
                    <a:pt x="416462" y="345327"/>
                  </a:lnTo>
                  <a:lnTo>
                    <a:pt x="417919" y="345899"/>
                  </a:lnTo>
                  <a:lnTo>
                    <a:pt x="419319" y="346470"/>
                  </a:lnTo>
                  <a:lnTo>
                    <a:pt x="420710" y="347042"/>
                  </a:lnTo>
                  <a:lnTo>
                    <a:pt x="422110" y="347556"/>
                  </a:lnTo>
                  <a:lnTo>
                    <a:pt x="423567" y="348061"/>
                  </a:lnTo>
                  <a:lnTo>
                    <a:pt x="424968" y="348509"/>
                  </a:lnTo>
                  <a:lnTo>
                    <a:pt x="426358" y="349014"/>
                  </a:lnTo>
                  <a:lnTo>
                    <a:pt x="427825" y="349461"/>
                  </a:lnTo>
                  <a:lnTo>
                    <a:pt x="429216" y="349899"/>
                  </a:lnTo>
                  <a:lnTo>
                    <a:pt x="430616" y="350281"/>
                  </a:lnTo>
                  <a:lnTo>
                    <a:pt x="432073" y="350728"/>
                  </a:lnTo>
                  <a:lnTo>
                    <a:pt x="433473" y="351109"/>
                  </a:lnTo>
                  <a:lnTo>
                    <a:pt x="434864" y="351424"/>
                  </a:lnTo>
                  <a:lnTo>
                    <a:pt x="436331" y="351814"/>
                  </a:lnTo>
                  <a:lnTo>
                    <a:pt x="437721" y="352128"/>
                  </a:lnTo>
                  <a:lnTo>
                    <a:pt x="439122" y="352376"/>
                  </a:lnTo>
                  <a:lnTo>
                    <a:pt x="440579" y="352700"/>
                  </a:lnTo>
                  <a:lnTo>
                    <a:pt x="441979" y="352957"/>
                  </a:lnTo>
                  <a:lnTo>
                    <a:pt x="443370" y="353147"/>
                  </a:lnTo>
                  <a:lnTo>
                    <a:pt x="444837" y="353338"/>
                  </a:lnTo>
                  <a:lnTo>
                    <a:pt x="446227" y="353529"/>
                  </a:lnTo>
                  <a:lnTo>
                    <a:pt x="447628" y="353652"/>
                  </a:lnTo>
                  <a:lnTo>
                    <a:pt x="449085" y="353776"/>
                  </a:lnTo>
                  <a:lnTo>
                    <a:pt x="450485" y="353843"/>
                  </a:lnTo>
                  <a:lnTo>
                    <a:pt x="451876" y="353909"/>
                  </a:lnTo>
                  <a:lnTo>
                    <a:pt x="453276" y="353966"/>
                  </a:lnTo>
                  <a:lnTo>
                    <a:pt x="454733" y="353966"/>
                  </a:lnTo>
                  <a:lnTo>
                    <a:pt x="456133" y="353909"/>
                  </a:lnTo>
                  <a:lnTo>
                    <a:pt x="457533" y="353843"/>
                  </a:lnTo>
                  <a:lnTo>
                    <a:pt x="458991" y="353719"/>
                  </a:lnTo>
                  <a:lnTo>
                    <a:pt x="460381" y="353586"/>
                  </a:lnTo>
                  <a:lnTo>
                    <a:pt x="461782" y="353395"/>
                  </a:lnTo>
                  <a:lnTo>
                    <a:pt x="463239" y="353205"/>
                  </a:lnTo>
                  <a:lnTo>
                    <a:pt x="464639" y="352957"/>
                  </a:lnTo>
                  <a:lnTo>
                    <a:pt x="466039" y="352633"/>
                  </a:lnTo>
                  <a:lnTo>
                    <a:pt x="467497" y="352319"/>
                  </a:lnTo>
                  <a:lnTo>
                    <a:pt x="468887" y="351938"/>
                  </a:lnTo>
                  <a:lnTo>
                    <a:pt x="470287" y="351490"/>
                  </a:lnTo>
                  <a:lnTo>
                    <a:pt x="471745" y="350985"/>
                  </a:lnTo>
                  <a:lnTo>
                    <a:pt x="473145" y="350471"/>
                  </a:lnTo>
                  <a:lnTo>
                    <a:pt x="474545" y="349899"/>
                  </a:lnTo>
                  <a:lnTo>
                    <a:pt x="476003" y="349328"/>
                  </a:lnTo>
                  <a:lnTo>
                    <a:pt x="477393" y="348632"/>
                  </a:lnTo>
                  <a:lnTo>
                    <a:pt x="478793" y="347937"/>
                  </a:lnTo>
                  <a:lnTo>
                    <a:pt x="480193" y="347176"/>
                  </a:lnTo>
                  <a:lnTo>
                    <a:pt x="481651" y="346347"/>
                  </a:lnTo>
                  <a:lnTo>
                    <a:pt x="483051" y="345461"/>
                  </a:lnTo>
                  <a:lnTo>
                    <a:pt x="484442" y="344499"/>
                  </a:lnTo>
                  <a:lnTo>
                    <a:pt x="485908" y="343546"/>
                  </a:lnTo>
                  <a:lnTo>
                    <a:pt x="487299" y="342537"/>
                  </a:lnTo>
                  <a:lnTo>
                    <a:pt x="488699" y="341451"/>
                  </a:lnTo>
                  <a:lnTo>
                    <a:pt x="490157" y="340308"/>
                  </a:lnTo>
                  <a:lnTo>
                    <a:pt x="491557" y="339098"/>
                  </a:lnTo>
                  <a:lnTo>
                    <a:pt x="492947" y="337831"/>
                  </a:lnTo>
                  <a:lnTo>
                    <a:pt x="494405" y="336565"/>
                  </a:lnTo>
                  <a:lnTo>
                    <a:pt x="495805" y="335231"/>
                  </a:lnTo>
                  <a:lnTo>
                    <a:pt x="497205" y="333831"/>
                  </a:lnTo>
                  <a:lnTo>
                    <a:pt x="498662" y="332374"/>
                  </a:lnTo>
                  <a:lnTo>
                    <a:pt x="500063" y="330840"/>
                  </a:lnTo>
                  <a:lnTo>
                    <a:pt x="501453" y="329259"/>
                  </a:lnTo>
                  <a:lnTo>
                    <a:pt x="502920" y="327668"/>
                  </a:lnTo>
                  <a:lnTo>
                    <a:pt x="504311" y="326011"/>
                  </a:lnTo>
                  <a:lnTo>
                    <a:pt x="505711" y="324296"/>
                  </a:lnTo>
                  <a:lnTo>
                    <a:pt x="507168" y="322582"/>
                  </a:lnTo>
                  <a:lnTo>
                    <a:pt x="508568" y="320810"/>
                  </a:lnTo>
                  <a:lnTo>
                    <a:pt x="509959" y="318962"/>
                  </a:lnTo>
                  <a:lnTo>
                    <a:pt x="511359" y="317124"/>
                  </a:lnTo>
                  <a:lnTo>
                    <a:pt x="512817" y="315219"/>
                  </a:lnTo>
                  <a:lnTo>
                    <a:pt x="514217" y="313247"/>
                  </a:lnTo>
                  <a:lnTo>
                    <a:pt x="515607" y="311342"/>
                  </a:lnTo>
                  <a:lnTo>
                    <a:pt x="517074" y="309304"/>
                  </a:lnTo>
                  <a:lnTo>
                    <a:pt x="518465" y="307342"/>
                  </a:lnTo>
                  <a:lnTo>
                    <a:pt x="519865" y="305304"/>
                  </a:lnTo>
                  <a:lnTo>
                    <a:pt x="521322" y="303208"/>
                  </a:lnTo>
                  <a:lnTo>
                    <a:pt x="522723" y="301170"/>
                  </a:lnTo>
                  <a:lnTo>
                    <a:pt x="524113" y="299074"/>
                  </a:lnTo>
                  <a:lnTo>
                    <a:pt x="525580" y="296979"/>
                  </a:lnTo>
                  <a:lnTo>
                    <a:pt x="526971" y="294883"/>
                  </a:lnTo>
                  <a:lnTo>
                    <a:pt x="528371" y="292788"/>
                  </a:lnTo>
                  <a:lnTo>
                    <a:pt x="529828" y="290692"/>
                  </a:lnTo>
                  <a:lnTo>
                    <a:pt x="531228" y="288597"/>
                  </a:lnTo>
                  <a:lnTo>
                    <a:pt x="532619" y="286501"/>
                  </a:lnTo>
                  <a:lnTo>
                    <a:pt x="534086" y="284463"/>
                  </a:lnTo>
                  <a:lnTo>
                    <a:pt x="535477" y="282434"/>
                  </a:lnTo>
                  <a:lnTo>
                    <a:pt x="536877" y="280395"/>
                  </a:lnTo>
                  <a:lnTo>
                    <a:pt x="538277" y="278367"/>
                  </a:lnTo>
                  <a:lnTo>
                    <a:pt x="539734" y="276395"/>
                  </a:lnTo>
                  <a:lnTo>
                    <a:pt x="541125" y="274490"/>
                  </a:lnTo>
                  <a:lnTo>
                    <a:pt x="542525" y="272585"/>
                  </a:lnTo>
                  <a:lnTo>
                    <a:pt x="543982" y="270747"/>
                  </a:lnTo>
                  <a:lnTo>
                    <a:pt x="545383" y="268899"/>
                  </a:lnTo>
                  <a:lnTo>
                    <a:pt x="546783" y="267118"/>
                  </a:lnTo>
                  <a:lnTo>
                    <a:pt x="548240" y="265470"/>
                  </a:lnTo>
                  <a:lnTo>
                    <a:pt x="549640" y="263822"/>
                  </a:lnTo>
                  <a:lnTo>
                    <a:pt x="551031" y="262164"/>
                  </a:lnTo>
                  <a:lnTo>
                    <a:pt x="552488" y="260641"/>
                  </a:lnTo>
                  <a:lnTo>
                    <a:pt x="553889" y="259183"/>
                  </a:lnTo>
                  <a:lnTo>
                    <a:pt x="555288" y="257783"/>
                  </a:lnTo>
                  <a:lnTo>
                    <a:pt x="556746" y="256507"/>
                  </a:lnTo>
                  <a:lnTo>
                    <a:pt x="558136" y="255240"/>
                  </a:lnTo>
                  <a:lnTo>
                    <a:pt x="559537" y="254097"/>
                  </a:lnTo>
                  <a:lnTo>
                    <a:pt x="560994" y="253021"/>
                  </a:lnTo>
                  <a:lnTo>
                    <a:pt x="562394" y="252002"/>
                  </a:lnTo>
                  <a:lnTo>
                    <a:pt x="563794" y="251116"/>
                  </a:lnTo>
                  <a:lnTo>
                    <a:pt x="565185" y="250287"/>
                  </a:lnTo>
                  <a:lnTo>
                    <a:pt x="566652" y="249582"/>
                  </a:lnTo>
                  <a:lnTo>
                    <a:pt x="568043" y="248954"/>
                  </a:lnTo>
                  <a:lnTo>
                    <a:pt x="569443" y="248382"/>
                  </a:lnTo>
                  <a:lnTo>
                    <a:pt x="570900" y="248001"/>
                  </a:lnTo>
                  <a:lnTo>
                    <a:pt x="572300" y="247677"/>
                  </a:lnTo>
                  <a:lnTo>
                    <a:pt x="573691" y="247429"/>
                  </a:lnTo>
                  <a:lnTo>
                    <a:pt x="575158" y="247296"/>
                  </a:lnTo>
                  <a:lnTo>
                    <a:pt x="576548" y="247239"/>
                  </a:lnTo>
                  <a:lnTo>
                    <a:pt x="577948" y="247296"/>
                  </a:lnTo>
                  <a:lnTo>
                    <a:pt x="579406" y="247487"/>
                  </a:lnTo>
                  <a:lnTo>
                    <a:pt x="580806" y="247811"/>
                  </a:lnTo>
                  <a:lnTo>
                    <a:pt x="582197" y="248125"/>
                  </a:lnTo>
                  <a:lnTo>
                    <a:pt x="583663" y="248630"/>
                  </a:lnTo>
                  <a:lnTo>
                    <a:pt x="585054" y="249201"/>
                  </a:lnTo>
                  <a:lnTo>
                    <a:pt x="586454" y="249906"/>
                  </a:lnTo>
                  <a:lnTo>
                    <a:pt x="587912" y="250668"/>
                  </a:lnTo>
                  <a:lnTo>
                    <a:pt x="589312" y="251554"/>
                  </a:lnTo>
                  <a:lnTo>
                    <a:pt x="590703" y="252573"/>
                  </a:lnTo>
                  <a:lnTo>
                    <a:pt x="592169" y="253649"/>
                  </a:lnTo>
                  <a:lnTo>
                    <a:pt x="593560" y="254792"/>
                  </a:lnTo>
                  <a:lnTo>
                    <a:pt x="594960" y="256069"/>
                  </a:lnTo>
                  <a:lnTo>
                    <a:pt x="596351" y="257402"/>
                  </a:lnTo>
                  <a:lnTo>
                    <a:pt x="597818" y="258859"/>
                  </a:lnTo>
                  <a:lnTo>
                    <a:pt x="599208" y="260384"/>
                  </a:lnTo>
                  <a:lnTo>
                    <a:pt x="600609" y="261974"/>
                  </a:lnTo>
                  <a:lnTo>
                    <a:pt x="602066" y="263632"/>
                  </a:lnTo>
                  <a:lnTo>
                    <a:pt x="603466" y="265403"/>
                  </a:lnTo>
                  <a:lnTo>
                    <a:pt x="604857" y="267185"/>
                  </a:lnTo>
                  <a:lnTo>
                    <a:pt x="606323" y="269090"/>
                  </a:lnTo>
                  <a:lnTo>
                    <a:pt x="607714" y="271061"/>
                  </a:lnTo>
                  <a:lnTo>
                    <a:pt x="609114" y="273033"/>
                  </a:lnTo>
                  <a:lnTo>
                    <a:pt x="610572" y="275128"/>
                  </a:lnTo>
                  <a:lnTo>
                    <a:pt x="611972" y="277223"/>
                  </a:lnTo>
                  <a:lnTo>
                    <a:pt x="613362" y="279386"/>
                  </a:lnTo>
                  <a:lnTo>
                    <a:pt x="614829" y="281538"/>
                  </a:lnTo>
                  <a:lnTo>
                    <a:pt x="616220" y="283834"/>
                  </a:lnTo>
                  <a:lnTo>
                    <a:pt x="617620" y="286053"/>
                  </a:lnTo>
                  <a:lnTo>
                    <a:pt x="619078" y="288406"/>
                  </a:lnTo>
                  <a:lnTo>
                    <a:pt x="620478" y="290692"/>
                  </a:lnTo>
                  <a:lnTo>
                    <a:pt x="621868" y="293045"/>
                  </a:lnTo>
                  <a:lnTo>
                    <a:pt x="623269" y="295397"/>
                  </a:lnTo>
                  <a:lnTo>
                    <a:pt x="624726" y="297807"/>
                  </a:lnTo>
                  <a:lnTo>
                    <a:pt x="626126" y="300160"/>
                  </a:lnTo>
                  <a:lnTo>
                    <a:pt x="627526" y="302570"/>
                  </a:lnTo>
                  <a:lnTo>
                    <a:pt x="628983" y="304922"/>
                  </a:lnTo>
                  <a:lnTo>
                    <a:pt x="630374" y="307342"/>
                  </a:lnTo>
                  <a:lnTo>
                    <a:pt x="631774" y="309685"/>
                  </a:lnTo>
                  <a:lnTo>
                    <a:pt x="633232" y="312038"/>
                  </a:lnTo>
                  <a:lnTo>
                    <a:pt x="634632" y="314390"/>
                  </a:lnTo>
                  <a:lnTo>
                    <a:pt x="636032" y="316743"/>
                  </a:lnTo>
                  <a:lnTo>
                    <a:pt x="637489" y="319029"/>
                  </a:lnTo>
                  <a:lnTo>
                    <a:pt x="638889" y="321315"/>
                  </a:lnTo>
                  <a:lnTo>
                    <a:pt x="640280" y="323534"/>
                  </a:lnTo>
                  <a:lnTo>
                    <a:pt x="641737" y="325763"/>
                  </a:lnTo>
                  <a:lnTo>
                    <a:pt x="643138" y="327983"/>
                  </a:lnTo>
                  <a:lnTo>
                    <a:pt x="644538" y="330078"/>
                  </a:lnTo>
                  <a:lnTo>
                    <a:pt x="645995" y="332174"/>
                  </a:lnTo>
                  <a:lnTo>
                    <a:pt x="647395" y="334279"/>
                  </a:lnTo>
                  <a:lnTo>
                    <a:pt x="648786" y="336307"/>
                  </a:lnTo>
                  <a:lnTo>
                    <a:pt x="650243" y="338279"/>
                  </a:lnTo>
                  <a:lnTo>
                    <a:pt x="651643" y="340184"/>
                  </a:lnTo>
                  <a:lnTo>
                    <a:pt x="653043" y="342089"/>
                  </a:lnTo>
                  <a:lnTo>
                    <a:pt x="654434" y="343870"/>
                  </a:lnTo>
                  <a:lnTo>
                    <a:pt x="655901" y="345651"/>
                  </a:lnTo>
                  <a:lnTo>
                    <a:pt x="657292" y="347423"/>
                  </a:lnTo>
                  <a:lnTo>
                    <a:pt x="658692" y="349080"/>
                  </a:lnTo>
                  <a:lnTo>
                    <a:pt x="660149" y="350661"/>
                  </a:lnTo>
                  <a:lnTo>
                    <a:pt x="661549" y="352252"/>
                  </a:lnTo>
                  <a:lnTo>
                    <a:pt x="662940" y="353776"/>
                  </a:lnTo>
                  <a:lnTo>
                    <a:pt x="664407" y="355243"/>
                  </a:lnTo>
                  <a:lnTo>
                    <a:pt x="665798" y="356634"/>
                  </a:lnTo>
                  <a:lnTo>
                    <a:pt x="667198" y="357977"/>
                  </a:lnTo>
                  <a:lnTo>
                    <a:pt x="668655" y="359243"/>
                  </a:lnTo>
                  <a:lnTo>
                    <a:pt x="670055" y="360510"/>
                  </a:lnTo>
                  <a:lnTo>
                    <a:pt x="671446" y="361720"/>
                  </a:lnTo>
                  <a:lnTo>
                    <a:pt x="672913" y="362863"/>
                  </a:lnTo>
                  <a:lnTo>
                    <a:pt x="674304" y="363939"/>
                  </a:lnTo>
                  <a:lnTo>
                    <a:pt x="675703" y="365025"/>
                  </a:lnTo>
                  <a:lnTo>
                    <a:pt x="677161" y="365978"/>
                  </a:lnTo>
                  <a:lnTo>
                    <a:pt x="678561" y="366930"/>
                  </a:lnTo>
                  <a:lnTo>
                    <a:pt x="679952" y="367816"/>
                  </a:lnTo>
                  <a:lnTo>
                    <a:pt x="681352" y="368711"/>
                  </a:lnTo>
                  <a:lnTo>
                    <a:pt x="682809" y="369474"/>
                  </a:lnTo>
                  <a:lnTo>
                    <a:pt x="684209" y="370302"/>
                  </a:lnTo>
                  <a:lnTo>
                    <a:pt x="685610" y="370997"/>
                  </a:lnTo>
                  <a:lnTo>
                    <a:pt x="687067" y="371693"/>
                  </a:lnTo>
                  <a:lnTo>
                    <a:pt x="688458" y="372331"/>
                  </a:lnTo>
                  <a:lnTo>
                    <a:pt x="689858" y="372969"/>
                  </a:lnTo>
                  <a:lnTo>
                    <a:pt x="691315" y="373540"/>
                  </a:lnTo>
                  <a:lnTo>
                    <a:pt x="692715" y="374045"/>
                  </a:lnTo>
                  <a:lnTo>
                    <a:pt x="694106" y="374550"/>
                  </a:lnTo>
                  <a:lnTo>
                    <a:pt x="695573" y="375065"/>
                  </a:lnTo>
                  <a:lnTo>
                    <a:pt x="696963" y="375503"/>
                  </a:lnTo>
                  <a:lnTo>
                    <a:pt x="698363" y="375884"/>
                  </a:lnTo>
                  <a:lnTo>
                    <a:pt x="699821" y="376331"/>
                  </a:lnTo>
                  <a:lnTo>
                    <a:pt x="701221" y="376646"/>
                  </a:lnTo>
                  <a:lnTo>
                    <a:pt x="702621" y="377027"/>
                  </a:lnTo>
                  <a:lnTo>
                    <a:pt x="704079" y="377350"/>
                  </a:lnTo>
                  <a:lnTo>
                    <a:pt x="705469" y="377607"/>
                  </a:lnTo>
                  <a:lnTo>
                    <a:pt x="706869" y="377922"/>
                  </a:lnTo>
                  <a:lnTo>
                    <a:pt x="708327" y="378179"/>
                  </a:lnTo>
                  <a:lnTo>
                    <a:pt x="709727" y="378427"/>
                  </a:lnTo>
                  <a:lnTo>
                    <a:pt x="711127" y="378617"/>
                  </a:lnTo>
                  <a:lnTo>
                    <a:pt x="712518" y="378808"/>
                  </a:lnTo>
                  <a:lnTo>
                    <a:pt x="713975" y="378999"/>
                  </a:lnTo>
                  <a:lnTo>
                    <a:pt x="715375" y="379189"/>
                  </a:lnTo>
                  <a:lnTo>
                    <a:pt x="716776" y="379322"/>
                  </a:lnTo>
                  <a:lnTo>
                    <a:pt x="718233" y="379513"/>
                  </a:lnTo>
                  <a:lnTo>
                    <a:pt x="719633" y="379636"/>
                  </a:lnTo>
                  <a:lnTo>
                    <a:pt x="721024" y="379760"/>
                  </a:lnTo>
                  <a:lnTo>
                    <a:pt x="722481" y="379827"/>
                  </a:lnTo>
                  <a:lnTo>
                    <a:pt x="723881" y="379951"/>
                  </a:lnTo>
                  <a:lnTo>
                    <a:pt x="723881" y="380970"/>
                  </a:lnTo>
                  <a:lnTo>
                    <a:pt x="722481" y="380970"/>
                  </a:lnTo>
                  <a:lnTo>
                    <a:pt x="721024" y="380970"/>
                  </a:lnTo>
                  <a:lnTo>
                    <a:pt x="719633" y="380970"/>
                  </a:lnTo>
                  <a:lnTo>
                    <a:pt x="718233" y="380970"/>
                  </a:lnTo>
                  <a:lnTo>
                    <a:pt x="716776" y="380970"/>
                  </a:lnTo>
                  <a:lnTo>
                    <a:pt x="715375" y="380970"/>
                  </a:lnTo>
                  <a:lnTo>
                    <a:pt x="713975" y="380970"/>
                  </a:lnTo>
                  <a:lnTo>
                    <a:pt x="712518" y="380970"/>
                  </a:lnTo>
                  <a:lnTo>
                    <a:pt x="711127" y="380970"/>
                  </a:lnTo>
                  <a:lnTo>
                    <a:pt x="709727" y="380970"/>
                  </a:lnTo>
                  <a:lnTo>
                    <a:pt x="708327" y="380970"/>
                  </a:lnTo>
                  <a:lnTo>
                    <a:pt x="706869" y="380970"/>
                  </a:lnTo>
                  <a:lnTo>
                    <a:pt x="705469" y="380970"/>
                  </a:lnTo>
                  <a:lnTo>
                    <a:pt x="704079" y="380970"/>
                  </a:lnTo>
                  <a:lnTo>
                    <a:pt x="702621" y="380970"/>
                  </a:lnTo>
                  <a:lnTo>
                    <a:pt x="701221" y="380970"/>
                  </a:lnTo>
                  <a:lnTo>
                    <a:pt x="699821" y="380970"/>
                  </a:lnTo>
                  <a:lnTo>
                    <a:pt x="698363" y="380970"/>
                  </a:lnTo>
                  <a:lnTo>
                    <a:pt x="696963" y="380970"/>
                  </a:lnTo>
                  <a:lnTo>
                    <a:pt x="695573" y="380970"/>
                  </a:lnTo>
                  <a:lnTo>
                    <a:pt x="694106" y="380970"/>
                  </a:lnTo>
                  <a:lnTo>
                    <a:pt x="692715" y="380970"/>
                  </a:lnTo>
                  <a:lnTo>
                    <a:pt x="691315" y="380970"/>
                  </a:lnTo>
                  <a:lnTo>
                    <a:pt x="689858" y="380970"/>
                  </a:lnTo>
                  <a:lnTo>
                    <a:pt x="688458" y="380970"/>
                  </a:lnTo>
                  <a:lnTo>
                    <a:pt x="687067" y="380970"/>
                  </a:lnTo>
                  <a:lnTo>
                    <a:pt x="685610" y="380970"/>
                  </a:lnTo>
                  <a:lnTo>
                    <a:pt x="684209" y="380970"/>
                  </a:lnTo>
                  <a:lnTo>
                    <a:pt x="682809" y="380970"/>
                  </a:lnTo>
                  <a:lnTo>
                    <a:pt x="681352" y="380970"/>
                  </a:lnTo>
                  <a:lnTo>
                    <a:pt x="679952" y="380970"/>
                  </a:lnTo>
                  <a:lnTo>
                    <a:pt x="678561" y="380970"/>
                  </a:lnTo>
                  <a:lnTo>
                    <a:pt x="677161" y="380970"/>
                  </a:lnTo>
                  <a:lnTo>
                    <a:pt x="675703" y="380970"/>
                  </a:lnTo>
                  <a:lnTo>
                    <a:pt x="674304" y="380970"/>
                  </a:lnTo>
                  <a:lnTo>
                    <a:pt x="672913" y="380970"/>
                  </a:lnTo>
                  <a:lnTo>
                    <a:pt x="671446" y="380970"/>
                  </a:lnTo>
                  <a:lnTo>
                    <a:pt x="670055" y="380970"/>
                  </a:lnTo>
                  <a:lnTo>
                    <a:pt x="668655" y="380970"/>
                  </a:lnTo>
                  <a:lnTo>
                    <a:pt x="667198" y="380970"/>
                  </a:lnTo>
                  <a:lnTo>
                    <a:pt x="665798" y="380970"/>
                  </a:lnTo>
                  <a:lnTo>
                    <a:pt x="664407" y="380970"/>
                  </a:lnTo>
                  <a:lnTo>
                    <a:pt x="662940" y="380970"/>
                  </a:lnTo>
                  <a:lnTo>
                    <a:pt x="661549" y="380970"/>
                  </a:lnTo>
                  <a:lnTo>
                    <a:pt x="660149" y="380970"/>
                  </a:lnTo>
                  <a:lnTo>
                    <a:pt x="658692" y="380970"/>
                  </a:lnTo>
                  <a:lnTo>
                    <a:pt x="657292" y="380970"/>
                  </a:lnTo>
                  <a:lnTo>
                    <a:pt x="655901" y="380970"/>
                  </a:lnTo>
                  <a:lnTo>
                    <a:pt x="654434" y="380970"/>
                  </a:lnTo>
                  <a:lnTo>
                    <a:pt x="653043" y="380970"/>
                  </a:lnTo>
                  <a:lnTo>
                    <a:pt x="651643" y="380970"/>
                  </a:lnTo>
                  <a:lnTo>
                    <a:pt x="650243" y="380970"/>
                  </a:lnTo>
                  <a:lnTo>
                    <a:pt x="648786" y="380970"/>
                  </a:lnTo>
                  <a:lnTo>
                    <a:pt x="647395" y="380970"/>
                  </a:lnTo>
                  <a:lnTo>
                    <a:pt x="645995" y="380970"/>
                  </a:lnTo>
                  <a:lnTo>
                    <a:pt x="644538" y="380970"/>
                  </a:lnTo>
                  <a:lnTo>
                    <a:pt x="643138" y="380970"/>
                  </a:lnTo>
                  <a:lnTo>
                    <a:pt x="641737" y="380970"/>
                  </a:lnTo>
                  <a:lnTo>
                    <a:pt x="640280" y="380970"/>
                  </a:lnTo>
                  <a:lnTo>
                    <a:pt x="638889" y="380970"/>
                  </a:lnTo>
                  <a:lnTo>
                    <a:pt x="637489" y="380970"/>
                  </a:lnTo>
                  <a:lnTo>
                    <a:pt x="636032" y="380970"/>
                  </a:lnTo>
                  <a:lnTo>
                    <a:pt x="634632" y="380970"/>
                  </a:lnTo>
                  <a:lnTo>
                    <a:pt x="633232" y="380970"/>
                  </a:lnTo>
                  <a:lnTo>
                    <a:pt x="631774" y="380970"/>
                  </a:lnTo>
                  <a:lnTo>
                    <a:pt x="630374" y="380970"/>
                  </a:lnTo>
                  <a:lnTo>
                    <a:pt x="628983" y="380970"/>
                  </a:lnTo>
                  <a:lnTo>
                    <a:pt x="627526" y="380970"/>
                  </a:lnTo>
                  <a:lnTo>
                    <a:pt x="626126" y="380970"/>
                  </a:lnTo>
                  <a:lnTo>
                    <a:pt x="624726" y="380970"/>
                  </a:lnTo>
                  <a:lnTo>
                    <a:pt x="623269" y="380970"/>
                  </a:lnTo>
                  <a:lnTo>
                    <a:pt x="621868" y="380970"/>
                  </a:lnTo>
                  <a:lnTo>
                    <a:pt x="620478" y="380970"/>
                  </a:lnTo>
                  <a:lnTo>
                    <a:pt x="619078" y="380970"/>
                  </a:lnTo>
                  <a:lnTo>
                    <a:pt x="617620" y="380970"/>
                  </a:lnTo>
                  <a:lnTo>
                    <a:pt x="616220" y="380970"/>
                  </a:lnTo>
                  <a:lnTo>
                    <a:pt x="614829" y="380970"/>
                  </a:lnTo>
                  <a:lnTo>
                    <a:pt x="613362" y="380970"/>
                  </a:lnTo>
                  <a:lnTo>
                    <a:pt x="611972" y="380970"/>
                  </a:lnTo>
                  <a:lnTo>
                    <a:pt x="610572" y="380970"/>
                  </a:lnTo>
                  <a:lnTo>
                    <a:pt x="609114" y="380970"/>
                  </a:lnTo>
                  <a:lnTo>
                    <a:pt x="607714" y="380970"/>
                  </a:lnTo>
                  <a:lnTo>
                    <a:pt x="606323" y="380970"/>
                  </a:lnTo>
                  <a:lnTo>
                    <a:pt x="604857" y="380970"/>
                  </a:lnTo>
                  <a:lnTo>
                    <a:pt x="603466" y="380970"/>
                  </a:lnTo>
                  <a:lnTo>
                    <a:pt x="602066" y="380970"/>
                  </a:lnTo>
                  <a:lnTo>
                    <a:pt x="600609" y="380970"/>
                  </a:lnTo>
                  <a:lnTo>
                    <a:pt x="599208" y="380970"/>
                  </a:lnTo>
                  <a:lnTo>
                    <a:pt x="597818" y="380970"/>
                  </a:lnTo>
                  <a:lnTo>
                    <a:pt x="596351" y="380970"/>
                  </a:lnTo>
                  <a:lnTo>
                    <a:pt x="594960" y="380970"/>
                  </a:lnTo>
                  <a:lnTo>
                    <a:pt x="593560" y="380970"/>
                  </a:lnTo>
                  <a:lnTo>
                    <a:pt x="592169" y="380970"/>
                  </a:lnTo>
                  <a:lnTo>
                    <a:pt x="590703" y="380970"/>
                  </a:lnTo>
                  <a:lnTo>
                    <a:pt x="589312" y="380970"/>
                  </a:lnTo>
                  <a:lnTo>
                    <a:pt x="587912" y="380970"/>
                  </a:lnTo>
                  <a:lnTo>
                    <a:pt x="586454" y="380970"/>
                  </a:lnTo>
                  <a:lnTo>
                    <a:pt x="585054" y="380970"/>
                  </a:lnTo>
                  <a:lnTo>
                    <a:pt x="583663" y="380970"/>
                  </a:lnTo>
                  <a:lnTo>
                    <a:pt x="582197" y="380970"/>
                  </a:lnTo>
                  <a:lnTo>
                    <a:pt x="580806" y="380970"/>
                  </a:lnTo>
                  <a:lnTo>
                    <a:pt x="579406" y="380970"/>
                  </a:lnTo>
                  <a:lnTo>
                    <a:pt x="577948" y="380970"/>
                  </a:lnTo>
                  <a:lnTo>
                    <a:pt x="576548" y="380970"/>
                  </a:lnTo>
                  <a:lnTo>
                    <a:pt x="575158" y="380970"/>
                  </a:lnTo>
                  <a:lnTo>
                    <a:pt x="573691" y="380970"/>
                  </a:lnTo>
                  <a:lnTo>
                    <a:pt x="572300" y="380970"/>
                  </a:lnTo>
                  <a:lnTo>
                    <a:pt x="570900" y="380970"/>
                  </a:lnTo>
                  <a:lnTo>
                    <a:pt x="569443" y="380970"/>
                  </a:lnTo>
                  <a:lnTo>
                    <a:pt x="568043" y="380970"/>
                  </a:lnTo>
                  <a:lnTo>
                    <a:pt x="566652" y="380970"/>
                  </a:lnTo>
                  <a:lnTo>
                    <a:pt x="565185" y="380970"/>
                  </a:lnTo>
                  <a:lnTo>
                    <a:pt x="563794" y="380970"/>
                  </a:lnTo>
                  <a:lnTo>
                    <a:pt x="562394" y="380970"/>
                  </a:lnTo>
                  <a:lnTo>
                    <a:pt x="560994" y="380970"/>
                  </a:lnTo>
                  <a:lnTo>
                    <a:pt x="559537" y="380970"/>
                  </a:lnTo>
                  <a:lnTo>
                    <a:pt x="558136" y="380970"/>
                  </a:lnTo>
                  <a:lnTo>
                    <a:pt x="556746" y="380970"/>
                  </a:lnTo>
                  <a:lnTo>
                    <a:pt x="555288" y="380970"/>
                  </a:lnTo>
                  <a:lnTo>
                    <a:pt x="553889" y="380970"/>
                  </a:lnTo>
                  <a:lnTo>
                    <a:pt x="552488" y="380970"/>
                  </a:lnTo>
                  <a:lnTo>
                    <a:pt x="551031" y="380970"/>
                  </a:lnTo>
                  <a:lnTo>
                    <a:pt x="549640" y="380970"/>
                  </a:lnTo>
                  <a:lnTo>
                    <a:pt x="548240" y="380970"/>
                  </a:lnTo>
                  <a:lnTo>
                    <a:pt x="546783" y="380970"/>
                  </a:lnTo>
                  <a:lnTo>
                    <a:pt x="545383" y="380970"/>
                  </a:lnTo>
                  <a:lnTo>
                    <a:pt x="543982" y="380970"/>
                  </a:lnTo>
                  <a:lnTo>
                    <a:pt x="542525" y="380970"/>
                  </a:lnTo>
                  <a:lnTo>
                    <a:pt x="541125" y="380970"/>
                  </a:lnTo>
                  <a:lnTo>
                    <a:pt x="539734" y="380970"/>
                  </a:lnTo>
                  <a:lnTo>
                    <a:pt x="538277" y="380970"/>
                  </a:lnTo>
                  <a:lnTo>
                    <a:pt x="536877" y="380970"/>
                  </a:lnTo>
                  <a:lnTo>
                    <a:pt x="535477" y="380970"/>
                  </a:lnTo>
                  <a:lnTo>
                    <a:pt x="534086" y="380970"/>
                  </a:lnTo>
                  <a:lnTo>
                    <a:pt x="532619" y="380970"/>
                  </a:lnTo>
                  <a:lnTo>
                    <a:pt x="531228" y="380970"/>
                  </a:lnTo>
                  <a:lnTo>
                    <a:pt x="529828" y="380970"/>
                  </a:lnTo>
                  <a:lnTo>
                    <a:pt x="528371" y="380970"/>
                  </a:lnTo>
                  <a:lnTo>
                    <a:pt x="526971" y="380970"/>
                  </a:lnTo>
                  <a:lnTo>
                    <a:pt x="525580" y="380970"/>
                  </a:lnTo>
                  <a:lnTo>
                    <a:pt x="524113" y="380970"/>
                  </a:lnTo>
                  <a:lnTo>
                    <a:pt x="522723" y="380970"/>
                  </a:lnTo>
                  <a:lnTo>
                    <a:pt x="521322" y="380970"/>
                  </a:lnTo>
                  <a:lnTo>
                    <a:pt x="519865" y="380970"/>
                  </a:lnTo>
                  <a:lnTo>
                    <a:pt x="518465" y="380970"/>
                  </a:lnTo>
                  <a:lnTo>
                    <a:pt x="517074" y="380970"/>
                  </a:lnTo>
                  <a:lnTo>
                    <a:pt x="515607" y="380970"/>
                  </a:lnTo>
                  <a:lnTo>
                    <a:pt x="514217" y="380970"/>
                  </a:lnTo>
                  <a:lnTo>
                    <a:pt x="512817" y="380970"/>
                  </a:lnTo>
                  <a:lnTo>
                    <a:pt x="511359" y="380970"/>
                  </a:lnTo>
                  <a:lnTo>
                    <a:pt x="509959" y="380970"/>
                  </a:lnTo>
                  <a:lnTo>
                    <a:pt x="508568" y="380970"/>
                  </a:lnTo>
                  <a:lnTo>
                    <a:pt x="507168" y="380970"/>
                  </a:lnTo>
                  <a:lnTo>
                    <a:pt x="505711" y="380970"/>
                  </a:lnTo>
                  <a:lnTo>
                    <a:pt x="504311" y="380970"/>
                  </a:lnTo>
                  <a:lnTo>
                    <a:pt x="502920" y="380970"/>
                  </a:lnTo>
                  <a:lnTo>
                    <a:pt x="501453" y="380970"/>
                  </a:lnTo>
                  <a:lnTo>
                    <a:pt x="500063" y="380970"/>
                  </a:lnTo>
                  <a:lnTo>
                    <a:pt x="498662" y="380970"/>
                  </a:lnTo>
                  <a:lnTo>
                    <a:pt x="497205" y="380970"/>
                  </a:lnTo>
                  <a:lnTo>
                    <a:pt x="495805" y="380970"/>
                  </a:lnTo>
                  <a:lnTo>
                    <a:pt x="494405" y="380970"/>
                  </a:lnTo>
                  <a:lnTo>
                    <a:pt x="492947" y="380970"/>
                  </a:lnTo>
                  <a:lnTo>
                    <a:pt x="491557" y="380970"/>
                  </a:lnTo>
                  <a:lnTo>
                    <a:pt x="490157" y="380970"/>
                  </a:lnTo>
                  <a:lnTo>
                    <a:pt x="488699" y="380970"/>
                  </a:lnTo>
                  <a:lnTo>
                    <a:pt x="487299" y="380970"/>
                  </a:lnTo>
                  <a:lnTo>
                    <a:pt x="485908" y="380970"/>
                  </a:lnTo>
                  <a:lnTo>
                    <a:pt x="484442" y="380970"/>
                  </a:lnTo>
                  <a:lnTo>
                    <a:pt x="483051" y="380970"/>
                  </a:lnTo>
                  <a:lnTo>
                    <a:pt x="481651" y="380970"/>
                  </a:lnTo>
                  <a:lnTo>
                    <a:pt x="480193" y="380970"/>
                  </a:lnTo>
                  <a:lnTo>
                    <a:pt x="478793" y="380970"/>
                  </a:lnTo>
                  <a:lnTo>
                    <a:pt x="477393" y="380970"/>
                  </a:lnTo>
                  <a:lnTo>
                    <a:pt x="476003" y="380970"/>
                  </a:lnTo>
                  <a:lnTo>
                    <a:pt x="474545" y="380970"/>
                  </a:lnTo>
                  <a:lnTo>
                    <a:pt x="473145" y="380970"/>
                  </a:lnTo>
                  <a:lnTo>
                    <a:pt x="471745" y="380970"/>
                  </a:lnTo>
                  <a:lnTo>
                    <a:pt x="470287" y="380970"/>
                  </a:lnTo>
                  <a:lnTo>
                    <a:pt x="468887" y="380970"/>
                  </a:lnTo>
                  <a:lnTo>
                    <a:pt x="467497" y="380970"/>
                  </a:lnTo>
                  <a:lnTo>
                    <a:pt x="466039" y="380970"/>
                  </a:lnTo>
                  <a:lnTo>
                    <a:pt x="464639" y="380970"/>
                  </a:lnTo>
                  <a:lnTo>
                    <a:pt x="463239" y="380970"/>
                  </a:lnTo>
                  <a:lnTo>
                    <a:pt x="461782" y="380970"/>
                  </a:lnTo>
                  <a:lnTo>
                    <a:pt x="460381" y="380970"/>
                  </a:lnTo>
                  <a:lnTo>
                    <a:pt x="458991" y="380970"/>
                  </a:lnTo>
                  <a:lnTo>
                    <a:pt x="457533" y="380970"/>
                  </a:lnTo>
                  <a:lnTo>
                    <a:pt x="456133" y="380970"/>
                  </a:lnTo>
                  <a:lnTo>
                    <a:pt x="454733" y="380970"/>
                  </a:lnTo>
                  <a:lnTo>
                    <a:pt x="453276" y="380970"/>
                  </a:lnTo>
                  <a:lnTo>
                    <a:pt x="451876" y="380970"/>
                  </a:lnTo>
                  <a:lnTo>
                    <a:pt x="450485" y="380970"/>
                  </a:lnTo>
                  <a:lnTo>
                    <a:pt x="449085" y="380970"/>
                  </a:lnTo>
                  <a:lnTo>
                    <a:pt x="447628" y="380970"/>
                  </a:lnTo>
                  <a:lnTo>
                    <a:pt x="446227" y="380970"/>
                  </a:lnTo>
                  <a:lnTo>
                    <a:pt x="444837" y="380970"/>
                  </a:lnTo>
                  <a:lnTo>
                    <a:pt x="443370" y="380970"/>
                  </a:lnTo>
                  <a:lnTo>
                    <a:pt x="441979" y="380970"/>
                  </a:lnTo>
                  <a:lnTo>
                    <a:pt x="440579" y="380970"/>
                  </a:lnTo>
                  <a:lnTo>
                    <a:pt x="439122" y="380970"/>
                  </a:lnTo>
                  <a:lnTo>
                    <a:pt x="437721" y="380970"/>
                  </a:lnTo>
                  <a:lnTo>
                    <a:pt x="436331" y="380970"/>
                  </a:lnTo>
                  <a:lnTo>
                    <a:pt x="434864" y="380970"/>
                  </a:lnTo>
                  <a:lnTo>
                    <a:pt x="433473" y="380970"/>
                  </a:lnTo>
                  <a:lnTo>
                    <a:pt x="432073" y="380970"/>
                  </a:lnTo>
                  <a:lnTo>
                    <a:pt x="430616" y="380970"/>
                  </a:lnTo>
                  <a:lnTo>
                    <a:pt x="429216" y="380970"/>
                  </a:lnTo>
                  <a:lnTo>
                    <a:pt x="427825" y="380970"/>
                  </a:lnTo>
                  <a:lnTo>
                    <a:pt x="426358" y="380970"/>
                  </a:lnTo>
                  <a:lnTo>
                    <a:pt x="424968" y="380970"/>
                  </a:lnTo>
                  <a:lnTo>
                    <a:pt x="423567" y="380970"/>
                  </a:lnTo>
                  <a:lnTo>
                    <a:pt x="422110" y="380970"/>
                  </a:lnTo>
                  <a:lnTo>
                    <a:pt x="420710" y="380970"/>
                  </a:lnTo>
                  <a:lnTo>
                    <a:pt x="419319" y="380970"/>
                  </a:lnTo>
                  <a:lnTo>
                    <a:pt x="417919" y="380970"/>
                  </a:lnTo>
                  <a:lnTo>
                    <a:pt x="416462" y="380970"/>
                  </a:lnTo>
                  <a:lnTo>
                    <a:pt x="415061" y="380970"/>
                  </a:lnTo>
                  <a:lnTo>
                    <a:pt x="413671" y="380970"/>
                  </a:lnTo>
                  <a:lnTo>
                    <a:pt x="412204" y="380970"/>
                  </a:lnTo>
                  <a:lnTo>
                    <a:pt x="410813" y="380970"/>
                  </a:lnTo>
                  <a:lnTo>
                    <a:pt x="409413" y="380970"/>
                  </a:lnTo>
                  <a:lnTo>
                    <a:pt x="407956" y="380970"/>
                  </a:lnTo>
                  <a:lnTo>
                    <a:pt x="406556" y="380970"/>
                  </a:lnTo>
                  <a:lnTo>
                    <a:pt x="405155" y="380970"/>
                  </a:lnTo>
                  <a:lnTo>
                    <a:pt x="403698" y="380970"/>
                  </a:lnTo>
                  <a:lnTo>
                    <a:pt x="402308" y="380970"/>
                  </a:lnTo>
                  <a:lnTo>
                    <a:pt x="400907" y="380970"/>
                  </a:lnTo>
                  <a:lnTo>
                    <a:pt x="399450" y="380970"/>
                  </a:lnTo>
                  <a:lnTo>
                    <a:pt x="398050" y="380970"/>
                  </a:lnTo>
                  <a:lnTo>
                    <a:pt x="396650" y="380970"/>
                  </a:lnTo>
                  <a:lnTo>
                    <a:pt x="395192" y="380970"/>
                  </a:lnTo>
                  <a:lnTo>
                    <a:pt x="393802" y="380970"/>
                  </a:lnTo>
                  <a:lnTo>
                    <a:pt x="392402" y="380970"/>
                  </a:lnTo>
                  <a:lnTo>
                    <a:pt x="391001" y="380970"/>
                  </a:lnTo>
                  <a:lnTo>
                    <a:pt x="389544" y="380970"/>
                  </a:lnTo>
                  <a:lnTo>
                    <a:pt x="388144" y="380970"/>
                  </a:lnTo>
                  <a:lnTo>
                    <a:pt x="386753" y="380970"/>
                  </a:lnTo>
                  <a:lnTo>
                    <a:pt x="385296" y="380970"/>
                  </a:lnTo>
                  <a:lnTo>
                    <a:pt x="383896" y="380970"/>
                  </a:lnTo>
                  <a:lnTo>
                    <a:pt x="382495" y="380970"/>
                  </a:lnTo>
                  <a:lnTo>
                    <a:pt x="381038" y="380970"/>
                  </a:lnTo>
                  <a:lnTo>
                    <a:pt x="379638" y="380970"/>
                  </a:lnTo>
                  <a:lnTo>
                    <a:pt x="378247" y="380970"/>
                  </a:lnTo>
                  <a:lnTo>
                    <a:pt x="376780" y="380970"/>
                  </a:lnTo>
                  <a:lnTo>
                    <a:pt x="375390" y="380970"/>
                  </a:lnTo>
                  <a:lnTo>
                    <a:pt x="373990" y="380970"/>
                  </a:lnTo>
                  <a:lnTo>
                    <a:pt x="372532" y="380970"/>
                  </a:lnTo>
                  <a:lnTo>
                    <a:pt x="371132" y="380970"/>
                  </a:lnTo>
                  <a:lnTo>
                    <a:pt x="369742" y="380970"/>
                  </a:lnTo>
                  <a:lnTo>
                    <a:pt x="368275" y="380970"/>
                  </a:lnTo>
                  <a:lnTo>
                    <a:pt x="366884" y="380970"/>
                  </a:lnTo>
                  <a:lnTo>
                    <a:pt x="365484" y="380970"/>
                  </a:lnTo>
                  <a:lnTo>
                    <a:pt x="364027" y="380970"/>
                  </a:lnTo>
                  <a:lnTo>
                    <a:pt x="362626" y="380970"/>
                  </a:lnTo>
                  <a:lnTo>
                    <a:pt x="361236" y="380970"/>
                  </a:lnTo>
                  <a:lnTo>
                    <a:pt x="359836" y="380970"/>
                  </a:lnTo>
                  <a:lnTo>
                    <a:pt x="358378" y="380970"/>
                  </a:lnTo>
                  <a:lnTo>
                    <a:pt x="356978" y="380970"/>
                  </a:lnTo>
                  <a:lnTo>
                    <a:pt x="355588" y="380970"/>
                  </a:lnTo>
                  <a:lnTo>
                    <a:pt x="354120" y="380970"/>
                  </a:lnTo>
                  <a:lnTo>
                    <a:pt x="352730" y="380970"/>
                  </a:lnTo>
                  <a:lnTo>
                    <a:pt x="351330" y="380970"/>
                  </a:lnTo>
                  <a:lnTo>
                    <a:pt x="349872" y="380970"/>
                  </a:lnTo>
                  <a:lnTo>
                    <a:pt x="348472" y="380970"/>
                  </a:lnTo>
                  <a:lnTo>
                    <a:pt x="347082" y="380970"/>
                  </a:lnTo>
                  <a:lnTo>
                    <a:pt x="345615" y="380970"/>
                  </a:lnTo>
                  <a:lnTo>
                    <a:pt x="344224" y="380970"/>
                  </a:lnTo>
                  <a:lnTo>
                    <a:pt x="342824" y="380970"/>
                  </a:lnTo>
                  <a:lnTo>
                    <a:pt x="341367" y="380970"/>
                  </a:lnTo>
                  <a:lnTo>
                    <a:pt x="339966" y="380970"/>
                  </a:lnTo>
                  <a:lnTo>
                    <a:pt x="338576" y="380970"/>
                  </a:lnTo>
                  <a:lnTo>
                    <a:pt x="337109" y="380970"/>
                  </a:lnTo>
                  <a:lnTo>
                    <a:pt x="335718" y="380970"/>
                  </a:lnTo>
                  <a:lnTo>
                    <a:pt x="334318" y="380970"/>
                  </a:lnTo>
                  <a:lnTo>
                    <a:pt x="332918" y="380970"/>
                  </a:lnTo>
                  <a:lnTo>
                    <a:pt x="331460" y="380970"/>
                  </a:lnTo>
                  <a:lnTo>
                    <a:pt x="330060" y="380970"/>
                  </a:lnTo>
                  <a:lnTo>
                    <a:pt x="328670" y="380970"/>
                  </a:lnTo>
                  <a:lnTo>
                    <a:pt x="327212" y="380970"/>
                  </a:lnTo>
                  <a:lnTo>
                    <a:pt x="325812" y="380970"/>
                  </a:lnTo>
                  <a:lnTo>
                    <a:pt x="324412" y="380970"/>
                  </a:lnTo>
                  <a:lnTo>
                    <a:pt x="322955" y="380970"/>
                  </a:lnTo>
                  <a:lnTo>
                    <a:pt x="321564" y="380970"/>
                  </a:lnTo>
                  <a:lnTo>
                    <a:pt x="320164" y="380970"/>
                  </a:lnTo>
                  <a:lnTo>
                    <a:pt x="318707" y="380970"/>
                  </a:lnTo>
                  <a:lnTo>
                    <a:pt x="317306" y="380970"/>
                  </a:lnTo>
                  <a:lnTo>
                    <a:pt x="315906" y="380970"/>
                  </a:lnTo>
                  <a:lnTo>
                    <a:pt x="314449" y="380970"/>
                  </a:lnTo>
                  <a:lnTo>
                    <a:pt x="313058" y="380970"/>
                  </a:lnTo>
                  <a:lnTo>
                    <a:pt x="311658" y="380970"/>
                  </a:lnTo>
                  <a:lnTo>
                    <a:pt x="310201" y="380970"/>
                  </a:lnTo>
                  <a:lnTo>
                    <a:pt x="308801" y="380970"/>
                  </a:lnTo>
                  <a:lnTo>
                    <a:pt x="307400" y="380970"/>
                  </a:lnTo>
                  <a:lnTo>
                    <a:pt x="306010" y="380970"/>
                  </a:lnTo>
                  <a:lnTo>
                    <a:pt x="304543" y="380970"/>
                  </a:lnTo>
                  <a:lnTo>
                    <a:pt x="303152" y="380970"/>
                  </a:lnTo>
                  <a:lnTo>
                    <a:pt x="301752" y="380970"/>
                  </a:lnTo>
                  <a:lnTo>
                    <a:pt x="300295" y="380970"/>
                  </a:lnTo>
                  <a:lnTo>
                    <a:pt x="298894" y="380970"/>
                  </a:lnTo>
                  <a:lnTo>
                    <a:pt x="297504" y="380970"/>
                  </a:lnTo>
                  <a:lnTo>
                    <a:pt x="296037" y="380970"/>
                  </a:lnTo>
                  <a:lnTo>
                    <a:pt x="294646" y="380970"/>
                  </a:lnTo>
                  <a:lnTo>
                    <a:pt x="293246" y="380970"/>
                  </a:lnTo>
                  <a:lnTo>
                    <a:pt x="291789" y="380970"/>
                  </a:lnTo>
                  <a:lnTo>
                    <a:pt x="290389" y="380970"/>
                  </a:lnTo>
                  <a:lnTo>
                    <a:pt x="288998" y="380970"/>
                  </a:lnTo>
                  <a:lnTo>
                    <a:pt x="287531" y="380970"/>
                  </a:lnTo>
                  <a:lnTo>
                    <a:pt x="286141" y="380970"/>
                  </a:lnTo>
                  <a:lnTo>
                    <a:pt x="284740" y="380970"/>
                  </a:lnTo>
                  <a:lnTo>
                    <a:pt x="283283" y="380970"/>
                  </a:lnTo>
                  <a:lnTo>
                    <a:pt x="281883" y="380970"/>
                  </a:lnTo>
                  <a:lnTo>
                    <a:pt x="280492" y="380970"/>
                  </a:lnTo>
                  <a:lnTo>
                    <a:pt x="279025" y="380970"/>
                  </a:lnTo>
                  <a:lnTo>
                    <a:pt x="277635" y="380970"/>
                  </a:lnTo>
                  <a:lnTo>
                    <a:pt x="276235" y="380970"/>
                  </a:lnTo>
                  <a:lnTo>
                    <a:pt x="274844" y="380970"/>
                  </a:lnTo>
                  <a:lnTo>
                    <a:pt x="273377" y="380970"/>
                  </a:lnTo>
                  <a:lnTo>
                    <a:pt x="271987" y="380970"/>
                  </a:lnTo>
                  <a:lnTo>
                    <a:pt x="270586" y="380970"/>
                  </a:lnTo>
                  <a:lnTo>
                    <a:pt x="269129" y="380970"/>
                  </a:lnTo>
                  <a:lnTo>
                    <a:pt x="267729" y="380970"/>
                  </a:lnTo>
                  <a:lnTo>
                    <a:pt x="266338" y="380970"/>
                  </a:lnTo>
                  <a:lnTo>
                    <a:pt x="264871" y="380970"/>
                  </a:lnTo>
                  <a:lnTo>
                    <a:pt x="263481" y="380970"/>
                  </a:lnTo>
                  <a:lnTo>
                    <a:pt x="262080" y="380970"/>
                  </a:lnTo>
                  <a:lnTo>
                    <a:pt x="260623" y="380970"/>
                  </a:lnTo>
                  <a:lnTo>
                    <a:pt x="259223" y="380970"/>
                  </a:lnTo>
                  <a:lnTo>
                    <a:pt x="257823" y="380970"/>
                  </a:lnTo>
                  <a:lnTo>
                    <a:pt x="256365" y="380970"/>
                  </a:lnTo>
                  <a:lnTo>
                    <a:pt x="254975" y="380970"/>
                  </a:lnTo>
                  <a:lnTo>
                    <a:pt x="253575" y="380970"/>
                  </a:lnTo>
                  <a:lnTo>
                    <a:pt x="252117" y="380970"/>
                  </a:lnTo>
                  <a:lnTo>
                    <a:pt x="250717" y="380970"/>
                  </a:lnTo>
                  <a:lnTo>
                    <a:pt x="249327" y="380970"/>
                  </a:lnTo>
                  <a:lnTo>
                    <a:pt x="247926" y="380970"/>
                  </a:lnTo>
                  <a:lnTo>
                    <a:pt x="246469" y="380970"/>
                  </a:lnTo>
                  <a:lnTo>
                    <a:pt x="245069" y="380970"/>
                  </a:lnTo>
                  <a:lnTo>
                    <a:pt x="243669" y="380970"/>
                  </a:lnTo>
                  <a:lnTo>
                    <a:pt x="242211" y="380970"/>
                  </a:lnTo>
                  <a:lnTo>
                    <a:pt x="240811" y="380970"/>
                  </a:lnTo>
                  <a:lnTo>
                    <a:pt x="239420" y="380970"/>
                  </a:lnTo>
                  <a:lnTo>
                    <a:pt x="237963" y="380970"/>
                  </a:lnTo>
                  <a:lnTo>
                    <a:pt x="236563" y="380970"/>
                  </a:lnTo>
                  <a:lnTo>
                    <a:pt x="235163" y="380970"/>
                  </a:lnTo>
                  <a:lnTo>
                    <a:pt x="233705" y="380970"/>
                  </a:lnTo>
                  <a:lnTo>
                    <a:pt x="232305" y="380970"/>
                  </a:lnTo>
                  <a:lnTo>
                    <a:pt x="230915" y="380970"/>
                  </a:lnTo>
                  <a:lnTo>
                    <a:pt x="229457" y="380970"/>
                  </a:lnTo>
                  <a:lnTo>
                    <a:pt x="228057" y="380970"/>
                  </a:lnTo>
                  <a:lnTo>
                    <a:pt x="226657" y="380970"/>
                  </a:lnTo>
                  <a:lnTo>
                    <a:pt x="225200" y="380970"/>
                  </a:lnTo>
                  <a:lnTo>
                    <a:pt x="223799" y="380970"/>
                  </a:lnTo>
                  <a:lnTo>
                    <a:pt x="222409" y="380970"/>
                  </a:lnTo>
                  <a:lnTo>
                    <a:pt x="220952" y="380970"/>
                  </a:lnTo>
                  <a:lnTo>
                    <a:pt x="219551" y="380970"/>
                  </a:lnTo>
                  <a:lnTo>
                    <a:pt x="218151" y="380970"/>
                  </a:lnTo>
                  <a:lnTo>
                    <a:pt x="216761" y="380970"/>
                  </a:lnTo>
                  <a:lnTo>
                    <a:pt x="215294" y="380970"/>
                  </a:lnTo>
                  <a:lnTo>
                    <a:pt x="213903" y="380970"/>
                  </a:lnTo>
                  <a:lnTo>
                    <a:pt x="212503" y="380970"/>
                  </a:lnTo>
                  <a:lnTo>
                    <a:pt x="211045" y="380970"/>
                  </a:lnTo>
                  <a:lnTo>
                    <a:pt x="209645" y="380970"/>
                  </a:lnTo>
                  <a:lnTo>
                    <a:pt x="208255" y="380970"/>
                  </a:lnTo>
                  <a:lnTo>
                    <a:pt x="206788" y="380970"/>
                  </a:lnTo>
                  <a:lnTo>
                    <a:pt x="205397" y="380970"/>
                  </a:lnTo>
                  <a:lnTo>
                    <a:pt x="203997" y="380970"/>
                  </a:lnTo>
                  <a:lnTo>
                    <a:pt x="202540" y="380970"/>
                  </a:lnTo>
                  <a:lnTo>
                    <a:pt x="201139" y="380970"/>
                  </a:lnTo>
                  <a:lnTo>
                    <a:pt x="199749" y="380970"/>
                  </a:lnTo>
                  <a:lnTo>
                    <a:pt x="198282" y="380970"/>
                  </a:lnTo>
                  <a:lnTo>
                    <a:pt x="196891" y="380970"/>
                  </a:lnTo>
                  <a:lnTo>
                    <a:pt x="195491" y="380970"/>
                  </a:lnTo>
                  <a:lnTo>
                    <a:pt x="194034" y="380970"/>
                  </a:lnTo>
                  <a:lnTo>
                    <a:pt x="192634" y="380970"/>
                  </a:lnTo>
                  <a:lnTo>
                    <a:pt x="191243" y="380970"/>
                  </a:lnTo>
                  <a:lnTo>
                    <a:pt x="189843" y="380970"/>
                  </a:lnTo>
                  <a:lnTo>
                    <a:pt x="188385" y="380970"/>
                  </a:lnTo>
                  <a:lnTo>
                    <a:pt x="186985" y="380970"/>
                  </a:lnTo>
                  <a:lnTo>
                    <a:pt x="185595" y="380970"/>
                  </a:lnTo>
                  <a:lnTo>
                    <a:pt x="184128" y="380970"/>
                  </a:lnTo>
                  <a:lnTo>
                    <a:pt x="182737" y="380970"/>
                  </a:lnTo>
                  <a:lnTo>
                    <a:pt x="181337" y="380970"/>
                  </a:lnTo>
                  <a:lnTo>
                    <a:pt x="179880" y="380970"/>
                  </a:lnTo>
                  <a:lnTo>
                    <a:pt x="178479" y="380970"/>
                  </a:lnTo>
                  <a:lnTo>
                    <a:pt x="177089" y="380970"/>
                  </a:lnTo>
                  <a:lnTo>
                    <a:pt x="175622" y="380970"/>
                  </a:lnTo>
                  <a:lnTo>
                    <a:pt x="174231" y="380970"/>
                  </a:lnTo>
                  <a:lnTo>
                    <a:pt x="172831" y="380970"/>
                  </a:lnTo>
                  <a:lnTo>
                    <a:pt x="171374" y="380970"/>
                  </a:lnTo>
                  <a:lnTo>
                    <a:pt x="169974" y="380970"/>
                  </a:lnTo>
                  <a:lnTo>
                    <a:pt x="168574" y="380970"/>
                  </a:lnTo>
                  <a:lnTo>
                    <a:pt x="167116" y="380970"/>
                  </a:lnTo>
                  <a:lnTo>
                    <a:pt x="165726" y="380970"/>
                  </a:lnTo>
                  <a:lnTo>
                    <a:pt x="164325" y="380970"/>
                  </a:lnTo>
                  <a:lnTo>
                    <a:pt x="162868" y="380970"/>
                  </a:lnTo>
                  <a:lnTo>
                    <a:pt x="161468" y="380970"/>
                  </a:lnTo>
                  <a:lnTo>
                    <a:pt x="160068" y="380970"/>
                  </a:lnTo>
                  <a:lnTo>
                    <a:pt x="158677" y="380970"/>
                  </a:lnTo>
                  <a:lnTo>
                    <a:pt x="157220" y="380970"/>
                  </a:lnTo>
                  <a:lnTo>
                    <a:pt x="155819" y="380970"/>
                  </a:lnTo>
                  <a:lnTo>
                    <a:pt x="154419" y="380970"/>
                  </a:lnTo>
                  <a:lnTo>
                    <a:pt x="152962" y="380970"/>
                  </a:lnTo>
                  <a:lnTo>
                    <a:pt x="151562" y="380970"/>
                  </a:lnTo>
                  <a:lnTo>
                    <a:pt x="150171" y="380970"/>
                  </a:lnTo>
                  <a:lnTo>
                    <a:pt x="148714" y="380970"/>
                  </a:lnTo>
                  <a:lnTo>
                    <a:pt x="147314" y="380970"/>
                  </a:lnTo>
                  <a:lnTo>
                    <a:pt x="145914" y="380970"/>
                  </a:lnTo>
                  <a:lnTo>
                    <a:pt x="144456" y="380970"/>
                  </a:lnTo>
                  <a:lnTo>
                    <a:pt x="143056" y="380970"/>
                  </a:lnTo>
                  <a:lnTo>
                    <a:pt x="141665" y="380970"/>
                  </a:lnTo>
                  <a:lnTo>
                    <a:pt x="140199" y="380970"/>
                  </a:lnTo>
                  <a:lnTo>
                    <a:pt x="138808" y="380970"/>
                  </a:lnTo>
                  <a:lnTo>
                    <a:pt x="137408" y="380970"/>
                  </a:lnTo>
                  <a:lnTo>
                    <a:pt x="135950" y="380970"/>
                  </a:lnTo>
                  <a:lnTo>
                    <a:pt x="134550" y="380970"/>
                  </a:lnTo>
                  <a:lnTo>
                    <a:pt x="133160" y="380970"/>
                  </a:lnTo>
                  <a:lnTo>
                    <a:pt x="131759" y="380970"/>
                  </a:lnTo>
                  <a:lnTo>
                    <a:pt x="130302" y="380970"/>
                  </a:lnTo>
                  <a:lnTo>
                    <a:pt x="128902" y="380970"/>
                  </a:lnTo>
                  <a:lnTo>
                    <a:pt x="127511" y="380970"/>
                  </a:lnTo>
                  <a:lnTo>
                    <a:pt x="126044" y="380970"/>
                  </a:lnTo>
                  <a:lnTo>
                    <a:pt x="124654" y="380970"/>
                  </a:lnTo>
                  <a:lnTo>
                    <a:pt x="123253" y="380970"/>
                  </a:lnTo>
                  <a:lnTo>
                    <a:pt x="121796" y="380970"/>
                  </a:lnTo>
                  <a:lnTo>
                    <a:pt x="120396" y="380970"/>
                  </a:lnTo>
                  <a:lnTo>
                    <a:pt x="119005" y="380970"/>
                  </a:lnTo>
                  <a:lnTo>
                    <a:pt x="117539" y="380970"/>
                  </a:lnTo>
                  <a:lnTo>
                    <a:pt x="116148" y="380970"/>
                  </a:lnTo>
                  <a:lnTo>
                    <a:pt x="114748" y="380970"/>
                  </a:lnTo>
                  <a:lnTo>
                    <a:pt x="113290" y="380970"/>
                  </a:lnTo>
                  <a:lnTo>
                    <a:pt x="111890" y="380970"/>
                  </a:lnTo>
                  <a:lnTo>
                    <a:pt x="110500" y="380970"/>
                  </a:lnTo>
                  <a:lnTo>
                    <a:pt x="109033" y="380970"/>
                  </a:lnTo>
                  <a:lnTo>
                    <a:pt x="107642" y="380970"/>
                  </a:lnTo>
                  <a:lnTo>
                    <a:pt x="106242" y="380970"/>
                  </a:lnTo>
                  <a:lnTo>
                    <a:pt x="104842" y="380970"/>
                  </a:lnTo>
                  <a:lnTo>
                    <a:pt x="103384" y="380970"/>
                  </a:lnTo>
                  <a:lnTo>
                    <a:pt x="101994" y="380970"/>
                  </a:lnTo>
                  <a:lnTo>
                    <a:pt x="100593" y="380970"/>
                  </a:lnTo>
                  <a:lnTo>
                    <a:pt x="99136" y="380970"/>
                  </a:lnTo>
                  <a:lnTo>
                    <a:pt x="97736" y="380970"/>
                  </a:lnTo>
                  <a:lnTo>
                    <a:pt x="96336" y="380970"/>
                  </a:lnTo>
                  <a:lnTo>
                    <a:pt x="94879" y="380970"/>
                  </a:lnTo>
                  <a:lnTo>
                    <a:pt x="93488" y="380970"/>
                  </a:lnTo>
                  <a:lnTo>
                    <a:pt x="92088" y="380970"/>
                  </a:lnTo>
                  <a:lnTo>
                    <a:pt x="90630" y="380970"/>
                  </a:lnTo>
                  <a:lnTo>
                    <a:pt x="89230" y="380970"/>
                  </a:lnTo>
                  <a:lnTo>
                    <a:pt x="87830" y="380970"/>
                  </a:lnTo>
                  <a:lnTo>
                    <a:pt x="86373" y="380970"/>
                  </a:lnTo>
                  <a:lnTo>
                    <a:pt x="84982" y="380970"/>
                  </a:lnTo>
                  <a:lnTo>
                    <a:pt x="83582" y="380970"/>
                  </a:lnTo>
                  <a:lnTo>
                    <a:pt x="82125" y="380970"/>
                  </a:lnTo>
                  <a:lnTo>
                    <a:pt x="80724" y="380970"/>
                  </a:lnTo>
                  <a:lnTo>
                    <a:pt x="79324" y="380970"/>
                  </a:lnTo>
                  <a:lnTo>
                    <a:pt x="77867" y="380970"/>
                  </a:lnTo>
                  <a:lnTo>
                    <a:pt x="76467" y="380970"/>
                  </a:lnTo>
                  <a:lnTo>
                    <a:pt x="75076" y="380970"/>
                  </a:lnTo>
                  <a:lnTo>
                    <a:pt x="73676" y="380970"/>
                  </a:lnTo>
                  <a:lnTo>
                    <a:pt x="72219" y="380970"/>
                  </a:lnTo>
                  <a:lnTo>
                    <a:pt x="70819" y="380970"/>
                  </a:lnTo>
                  <a:lnTo>
                    <a:pt x="69428" y="380970"/>
                  </a:lnTo>
                  <a:lnTo>
                    <a:pt x="67970" y="380970"/>
                  </a:lnTo>
                  <a:lnTo>
                    <a:pt x="66570" y="380970"/>
                  </a:lnTo>
                  <a:lnTo>
                    <a:pt x="65170" y="380970"/>
                  </a:lnTo>
                  <a:lnTo>
                    <a:pt x="63713" y="380970"/>
                  </a:lnTo>
                  <a:lnTo>
                    <a:pt x="62313" y="380970"/>
                  </a:lnTo>
                  <a:lnTo>
                    <a:pt x="60922" y="380970"/>
                  </a:lnTo>
                  <a:lnTo>
                    <a:pt x="59465" y="380970"/>
                  </a:lnTo>
                  <a:lnTo>
                    <a:pt x="58064" y="380970"/>
                  </a:lnTo>
                  <a:lnTo>
                    <a:pt x="56664" y="380970"/>
                  </a:lnTo>
                  <a:lnTo>
                    <a:pt x="55207" y="380970"/>
                  </a:lnTo>
                  <a:lnTo>
                    <a:pt x="53807" y="380970"/>
                  </a:lnTo>
                  <a:lnTo>
                    <a:pt x="52416" y="380970"/>
                  </a:lnTo>
                  <a:lnTo>
                    <a:pt x="50949" y="380970"/>
                  </a:lnTo>
                  <a:lnTo>
                    <a:pt x="49558" y="380970"/>
                  </a:lnTo>
                  <a:lnTo>
                    <a:pt x="48159" y="380970"/>
                  </a:lnTo>
                  <a:lnTo>
                    <a:pt x="46768" y="380970"/>
                  </a:lnTo>
                  <a:lnTo>
                    <a:pt x="45301" y="380970"/>
                  </a:lnTo>
                  <a:lnTo>
                    <a:pt x="43910" y="380970"/>
                  </a:lnTo>
                  <a:lnTo>
                    <a:pt x="42510" y="380970"/>
                  </a:lnTo>
                  <a:lnTo>
                    <a:pt x="41053" y="380970"/>
                  </a:lnTo>
                  <a:lnTo>
                    <a:pt x="39653" y="380970"/>
                  </a:lnTo>
                  <a:lnTo>
                    <a:pt x="38262" y="380970"/>
                  </a:lnTo>
                  <a:lnTo>
                    <a:pt x="36795" y="380970"/>
                  </a:lnTo>
                  <a:lnTo>
                    <a:pt x="35404" y="380970"/>
                  </a:lnTo>
                  <a:lnTo>
                    <a:pt x="34004" y="380970"/>
                  </a:lnTo>
                  <a:lnTo>
                    <a:pt x="32547" y="380970"/>
                  </a:lnTo>
                  <a:lnTo>
                    <a:pt x="31147" y="380970"/>
                  </a:lnTo>
                  <a:lnTo>
                    <a:pt x="29756" y="380970"/>
                  </a:lnTo>
                  <a:lnTo>
                    <a:pt x="28289" y="380970"/>
                  </a:lnTo>
                  <a:lnTo>
                    <a:pt x="26899" y="380970"/>
                  </a:lnTo>
                  <a:lnTo>
                    <a:pt x="25498" y="380970"/>
                  </a:lnTo>
                  <a:lnTo>
                    <a:pt x="24041" y="380970"/>
                  </a:lnTo>
                  <a:lnTo>
                    <a:pt x="22641" y="380970"/>
                  </a:lnTo>
                  <a:lnTo>
                    <a:pt x="21250" y="380970"/>
                  </a:lnTo>
                  <a:lnTo>
                    <a:pt x="19784" y="380970"/>
                  </a:lnTo>
                  <a:lnTo>
                    <a:pt x="18393" y="380970"/>
                  </a:lnTo>
                  <a:lnTo>
                    <a:pt x="16993" y="380970"/>
                  </a:lnTo>
                  <a:lnTo>
                    <a:pt x="15593" y="380970"/>
                  </a:lnTo>
                  <a:lnTo>
                    <a:pt x="14135" y="380970"/>
                  </a:lnTo>
                  <a:lnTo>
                    <a:pt x="12744" y="380970"/>
                  </a:lnTo>
                  <a:lnTo>
                    <a:pt x="11344" y="380970"/>
                  </a:lnTo>
                  <a:lnTo>
                    <a:pt x="9887" y="380970"/>
                  </a:lnTo>
                  <a:lnTo>
                    <a:pt x="8487" y="380970"/>
                  </a:lnTo>
                  <a:lnTo>
                    <a:pt x="7087" y="380970"/>
                  </a:lnTo>
                  <a:lnTo>
                    <a:pt x="5629" y="380970"/>
                  </a:lnTo>
                  <a:lnTo>
                    <a:pt x="4229" y="380970"/>
                  </a:lnTo>
                  <a:lnTo>
                    <a:pt x="2838" y="380970"/>
                  </a:lnTo>
                  <a:lnTo>
                    <a:pt x="1381" y="380970"/>
                  </a:lnTo>
                  <a:lnTo>
                    <a:pt x="-19" y="380970"/>
                  </a:lnTo>
                  <a:close/>
                </a:path>
              </a:pathLst>
            </a:custGeom>
            <a:solidFill>
              <a:srgbClr val="BCBDB8">
                <a:alpha val="50000"/>
              </a:srgbClr>
            </a:solidFill>
            <a:ln w="9525" cap="flat">
              <a:noFill/>
              <a:prstDash val="solid"/>
              <a:round/>
            </a:ln>
          </p:spPr>
          <p:txBody>
            <a:bodyPr/>
            <a:lstStyle/>
            <a:p>
              <a:endParaRPr lang="zh-CN" altLang="en-US" sz="2190"/>
            </a:p>
          </p:txBody>
        </p:sp>
        <p:sp>
          <p:nvSpPr>
            <p:cNvPr id="956" name="任意多边形: 形状 955"/>
            <p:cNvSpPr/>
            <p:nvPr/>
          </p:nvSpPr>
          <p:spPr>
            <a:xfrm>
              <a:off x="4586749" y="5317059"/>
              <a:ext cx="9525" cy="95250"/>
            </a:xfrm>
            <a:custGeom>
              <a:avLst/>
              <a:gdLst>
                <a:gd name="csX0" fmla="*/ -19 w 9525"/>
                <a:gd name="csY0" fmla="*/ 95220 h 95250"/>
                <a:gd name="csX1" fmla="*/ -19 w 9525"/>
                <a:gd name="csY1" fmla="*/ -30 h 95250"/>
              </a:gdLst>
              <a:ahLst/>
              <a:cxnLst>
                <a:cxn ang="0">
                  <a:pos x="csX0" y="csY0"/>
                </a:cxn>
                <a:cxn ang="0">
                  <a:pos x="csX1" y="csY1"/>
                </a:cxn>
              </a:cxnLst>
              <a:rect l="l" t="t" r="r" b="b"/>
              <a:pathLst>
                <a:path w="9525" h="95250">
                  <a:moveTo>
                    <a:pt x="-19" y="95220"/>
                  </a:moveTo>
                  <a:lnTo>
                    <a:pt x="-19" y="-30"/>
                  </a:lnTo>
                </a:path>
              </a:pathLst>
            </a:custGeom>
            <a:noFill/>
            <a:ln w="7242" cap="flat">
              <a:solidFill>
                <a:srgbClr val="000000"/>
              </a:solidFill>
              <a:prstDash val="solid"/>
              <a:round/>
            </a:ln>
          </p:spPr>
          <p:txBody>
            <a:bodyPr/>
            <a:lstStyle/>
            <a:p>
              <a:endParaRPr lang="zh-CN" altLang="en-US" sz="2190"/>
            </a:p>
          </p:txBody>
        </p:sp>
        <p:sp>
          <p:nvSpPr>
            <p:cNvPr id="957" name="任意多边形: 形状 956"/>
            <p:cNvSpPr/>
            <p:nvPr/>
          </p:nvSpPr>
          <p:spPr>
            <a:xfrm>
              <a:off x="4320049" y="5031309"/>
              <a:ext cx="723900" cy="371475"/>
            </a:xfrm>
            <a:custGeom>
              <a:avLst/>
              <a:gdLst>
                <a:gd name="csX0" fmla="*/ -19 w 723900"/>
                <a:gd name="csY0" fmla="*/ 369149 h 371475"/>
                <a:gd name="csX1" fmla="*/ 1381 w 723900"/>
                <a:gd name="csY1" fmla="*/ 368835 h 371475"/>
                <a:gd name="csX2" fmla="*/ 2838 w 723900"/>
                <a:gd name="csY2" fmla="*/ 368464 h 371475"/>
                <a:gd name="csX3" fmla="*/ 4239 w 723900"/>
                <a:gd name="csY3" fmla="*/ 368025 h 371475"/>
                <a:gd name="csX4" fmla="*/ 5629 w 723900"/>
                <a:gd name="csY4" fmla="*/ 367597 h 371475"/>
                <a:gd name="csX5" fmla="*/ 7087 w 723900"/>
                <a:gd name="csY5" fmla="*/ 367102 h 371475"/>
                <a:gd name="csX6" fmla="*/ 8487 w 723900"/>
                <a:gd name="csY6" fmla="*/ 366597 h 371475"/>
                <a:gd name="csX7" fmla="*/ 9887 w 723900"/>
                <a:gd name="csY7" fmla="*/ 366044 h 371475"/>
                <a:gd name="csX8" fmla="*/ 11344 w 723900"/>
                <a:gd name="csY8" fmla="*/ 365425 h 371475"/>
                <a:gd name="csX9" fmla="*/ 12744 w 723900"/>
                <a:gd name="csY9" fmla="*/ 364797 h 371475"/>
                <a:gd name="csX10" fmla="*/ 14135 w 723900"/>
                <a:gd name="csY10" fmla="*/ 364054 h 371475"/>
                <a:gd name="csX11" fmla="*/ 15593 w 723900"/>
                <a:gd name="csY11" fmla="*/ 363311 h 371475"/>
                <a:gd name="csX12" fmla="*/ 16993 w 723900"/>
                <a:gd name="csY12" fmla="*/ 362444 h 371475"/>
                <a:gd name="csX13" fmla="*/ 18393 w 723900"/>
                <a:gd name="csY13" fmla="*/ 361568 h 371475"/>
                <a:gd name="csX14" fmla="*/ 19784 w 723900"/>
                <a:gd name="csY14" fmla="*/ 360634 h 371475"/>
                <a:gd name="csX15" fmla="*/ 21250 w 723900"/>
                <a:gd name="csY15" fmla="*/ 359586 h 371475"/>
                <a:gd name="csX16" fmla="*/ 22641 w 723900"/>
                <a:gd name="csY16" fmla="*/ 358463 h 371475"/>
                <a:gd name="csX17" fmla="*/ 24041 w 723900"/>
                <a:gd name="csY17" fmla="*/ 357281 h 371475"/>
                <a:gd name="csX18" fmla="*/ 25498 w 723900"/>
                <a:gd name="csY18" fmla="*/ 356043 h 371475"/>
                <a:gd name="csX19" fmla="*/ 26899 w 723900"/>
                <a:gd name="csY19" fmla="*/ 354681 h 371475"/>
                <a:gd name="csX20" fmla="*/ 28289 w 723900"/>
                <a:gd name="csY20" fmla="*/ 353253 h 371475"/>
                <a:gd name="csX21" fmla="*/ 29756 w 723900"/>
                <a:gd name="csY21" fmla="*/ 351700 h 371475"/>
                <a:gd name="csX22" fmla="*/ 31147 w 723900"/>
                <a:gd name="csY22" fmla="*/ 350014 h 371475"/>
                <a:gd name="csX23" fmla="*/ 32547 w 723900"/>
                <a:gd name="csY23" fmla="*/ 348280 h 371475"/>
                <a:gd name="csX24" fmla="*/ 34004 w 723900"/>
                <a:gd name="csY24" fmla="*/ 346413 h 371475"/>
                <a:gd name="csX25" fmla="*/ 35404 w 723900"/>
                <a:gd name="csY25" fmla="*/ 344489 h 371475"/>
                <a:gd name="csX26" fmla="*/ 36795 w 723900"/>
                <a:gd name="csY26" fmla="*/ 342375 h 371475"/>
                <a:gd name="csX27" fmla="*/ 38262 w 723900"/>
                <a:gd name="csY27" fmla="*/ 340146 h 371475"/>
                <a:gd name="csX28" fmla="*/ 39653 w 723900"/>
                <a:gd name="csY28" fmla="*/ 337841 h 371475"/>
                <a:gd name="csX29" fmla="*/ 41053 w 723900"/>
                <a:gd name="csY29" fmla="*/ 335364 h 371475"/>
                <a:gd name="csX30" fmla="*/ 42510 w 723900"/>
                <a:gd name="csY30" fmla="*/ 332754 h 371475"/>
                <a:gd name="csX31" fmla="*/ 43910 w 723900"/>
                <a:gd name="csY31" fmla="*/ 330021 h 371475"/>
                <a:gd name="csX32" fmla="*/ 45301 w 723900"/>
                <a:gd name="csY32" fmla="*/ 327163 h 371475"/>
                <a:gd name="csX33" fmla="*/ 46768 w 723900"/>
                <a:gd name="csY33" fmla="*/ 324115 h 371475"/>
                <a:gd name="csX34" fmla="*/ 48159 w 723900"/>
                <a:gd name="csY34" fmla="*/ 320953 h 371475"/>
                <a:gd name="csX35" fmla="*/ 49558 w 723900"/>
                <a:gd name="csY35" fmla="*/ 317658 h 371475"/>
                <a:gd name="csX36" fmla="*/ 50959 w 723900"/>
                <a:gd name="csY36" fmla="*/ 314180 h 371475"/>
                <a:gd name="csX37" fmla="*/ 52416 w 723900"/>
                <a:gd name="csY37" fmla="*/ 310580 h 371475"/>
                <a:gd name="csX38" fmla="*/ 53807 w 723900"/>
                <a:gd name="csY38" fmla="*/ 306789 h 371475"/>
                <a:gd name="csX39" fmla="*/ 55207 w 723900"/>
                <a:gd name="csY39" fmla="*/ 302875 h 371475"/>
                <a:gd name="csX40" fmla="*/ 56664 w 723900"/>
                <a:gd name="csY40" fmla="*/ 298779 h 371475"/>
                <a:gd name="csX41" fmla="*/ 58064 w 723900"/>
                <a:gd name="csY41" fmla="*/ 294559 h 371475"/>
                <a:gd name="csX42" fmla="*/ 59465 w 723900"/>
                <a:gd name="csY42" fmla="*/ 290083 h 371475"/>
                <a:gd name="csX43" fmla="*/ 60922 w 723900"/>
                <a:gd name="csY43" fmla="*/ 285482 h 371475"/>
                <a:gd name="csX44" fmla="*/ 62313 w 723900"/>
                <a:gd name="csY44" fmla="*/ 280824 h 371475"/>
                <a:gd name="csX45" fmla="*/ 63713 w 723900"/>
                <a:gd name="csY45" fmla="*/ 275862 h 371475"/>
                <a:gd name="csX46" fmla="*/ 65170 w 723900"/>
                <a:gd name="csY46" fmla="*/ 270833 h 371475"/>
                <a:gd name="csX47" fmla="*/ 66570 w 723900"/>
                <a:gd name="csY47" fmla="*/ 265670 h 371475"/>
                <a:gd name="csX48" fmla="*/ 67970 w 723900"/>
                <a:gd name="csY48" fmla="*/ 260269 h 371475"/>
                <a:gd name="csX49" fmla="*/ 69428 w 723900"/>
                <a:gd name="csY49" fmla="*/ 254802 h 371475"/>
                <a:gd name="csX50" fmla="*/ 70819 w 723900"/>
                <a:gd name="csY50" fmla="*/ 249154 h 371475"/>
                <a:gd name="csX51" fmla="*/ 72219 w 723900"/>
                <a:gd name="csY51" fmla="*/ 243381 h 371475"/>
                <a:gd name="csX52" fmla="*/ 73676 w 723900"/>
                <a:gd name="csY52" fmla="*/ 237476 h 371475"/>
                <a:gd name="csX53" fmla="*/ 75076 w 723900"/>
                <a:gd name="csY53" fmla="*/ 231456 h 371475"/>
                <a:gd name="csX54" fmla="*/ 76476 w 723900"/>
                <a:gd name="csY54" fmla="*/ 225236 h 371475"/>
                <a:gd name="csX55" fmla="*/ 77867 w 723900"/>
                <a:gd name="csY55" fmla="*/ 218969 h 371475"/>
                <a:gd name="csX56" fmla="*/ 79334 w 723900"/>
                <a:gd name="csY56" fmla="*/ 212635 h 371475"/>
                <a:gd name="csX57" fmla="*/ 80724 w 723900"/>
                <a:gd name="csY57" fmla="*/ 206110 h 371475"/>
                <a:gd name="csX58" fmla="*/ 82125 w 723900"/>
                <a:gd name="csY58" fmla="*/ 199585 h 371475"/>
                <a:gd name="csX59" fmla="*/ 83582 w 723900"/>
                <a:gd name="csY59" fmla="*/ 192947 h 371475"/>
                <a:gd name="csX60" fmla="*/ 84982 w 723900"/>
                <a:gd name="csY60" fmla="*/ 186241 h 371475"/>
                <a:gd name="csX61" fmla="*/ 86373 w 723900"/>
                <a:gd name="csY61" fmla="*/ 179468 h 371475"/>
                <a:gd name="csX62" fmla="*/ 87830 w 723900"/>
                <a:gd name="csY62" fmla="*/ 172630 h 371475"/>
                <a:gd name="csX63" fmla="*/ 89230 w 723900"/>
                <a:gd name="csY63" fmla="*/ 165800 h 371475"/>
                <a:gd name="csX64" fmla="*/ 90630 w 723900"/>
                <a:gd name="csY64" fmla="*/ 158904 h 371475"/>
                <a:gd name="csX65" fmla="*/ 92088 w 723900"/>
                <a:gd name="csY65" fmla="*/ 152018 h 371475"/>
                <a:gd name="csX66" fmla="*/ 93488 w 723900"/>
                <a:gd name="csY66" fmla="*/ 145122 h 371475"/>
                <a:gd name="csX67" fmla="*/ 94879 w 723900"/>
                <a:gd name="csY67" fmla="*/ 138292 h 371475"/>
                <a:gd name="csX68" fmla="*/ 96345 w 723900"/>
                <a:gd name="csY68" fmla="*/ 131453 h 371475"/>
                <a:gd name="csX69" fmla="*/ 97736 w 723900"/>
                <a:gd name="csY69" fmla="*/ 124623 h 371475"/>
                <a:gd name="csX70" fmla="*/ 99136 w 723900"/>
                <a:gd name="csY70" fmla="*/ 117918 h 371475"/>
                <a:gd name="csX71" fmla="*/ 100593 w 723900"/>
                <a:gd name="csY71" fmla="*/ 111213 h 371475"/>
                <a:gd name="csX72" fmla="*/ 101994 w 723900"/>
                <a:gd name="csY72" fmla="*/ 104621 h 371475"/>
                <a:gd name="csX73" fmla="*/ 103384 w 723900"/>
                <a:gd name="csY73" fmla="*/ 98163 h 371475"/>
                <a:gd name="csX74" fmla="*/ 104851 w 723900"/>
                <a:gd name="csY74" fmla="*/ 91772 h 371475"/>
                <a:gd name="csX75" fmla="*/ 106242 w 723900"/>
                <a:gd name="csY75" fmla="*/ 85438 h 371475"/>
                <a:gd name="csX76" fmla="*/ 107642 w 723900"/>
                <a:gd name="csY76" fmla="*/ 79342 h 371475"/>
                <a:gd name="csX77" fmla="*/ 109033 w 723900"/>
                <a:gd name="csY77" fmla="*/ 73389 h 371475"/>
                <a:gd name="csX78" fmla="*/ 110500 w 723900"/>
                <a:gd name="csY78" fmla="*/ 67550 h 371475"/>
                <a:gd name="csX79" fmla="*/ 111890 w 723900"/>
                <a:gd name="csY79" fmla="*/ 61892 h 371475"/>
                <a:gd name="csX80" fmla="*/ 113290 w 723900"/>
                <a:gd name="csY80" fmla="*/ 56492 h 371475"/>
                <a:gd name="csX81" fmla="*/ 114748 w 723900"/>
                <a:gd name="csY81" fmla="*/ 51215 h 371475"/>
                <a:gd name="csX82" fmla="*/ 116148 w 723900"/>
                <a:gd name="csY82" fmla="*/ 46118 h 371475"/>
                <a:gd name="csX83" fmla="*/ 117539 w 723900"/>
                <a:gd name="csY83" fmla="*/ 41337 h 371475"/>
                <a:gd name="csX84" fmla="*/ 119005 w 723900"/>
                <a:gd name="csY84" fmla="*/ 36736 h 371475"/>
                <a:gd name="csX85" fmla="*/ 120396 w 723900"/>
                <a:gd name="csY85" fmla="*/ 32326 h 371475"/>
                <a:gd name="csX86" fmla="*/ 121796 w 723900"/>
                <a:gd name="csY86" fmla="*/ 28297 h 371475"/>
                <a:gd name="csX87" fmla="*/ 123253 w 723900"/>
                <a:gd name="csY87" fmla="*/ 24382 h 371475"/>
                <a:gd name="csX88" fmla="*/ 124654 w 723900"/>
                <a:gd name="csY88" fmla="*/ 20773 h 371475"/>
                <a:gd name="csX89" fmla="*/ 126044 w 723900"/>
                <a:gd name="csY89" fmla="*/ 17543 h 371475"/>
                <a:gd name="csX90" fmla="*/ 127511 w 723900"/>
                <a:gd name="csY90" fmla="*/ 14438 h 371475"/>
                <a:gd name="csX91" fmla="*/ 128902 w 723900"/>
                <a:gd name="csY91" fmla="*/ 11705 h 371475"/>
                <a:gd name="csX92" fmla="*/ 130302 w 723900"/>
                <a:gd name="csY92" fmla="*/ 9286 h 371475"/>
                <a:gd name="csX93" fmla="*/ 131759 w 723900"/>
                <a:gd name="csY93" fmla="*/ 7047 h 371475"/>
                <a:gd name="csX94" fmla="*/ 133160 w 723900"/>
                <a:gd name="csY94" fmla="*/ 5123 h 371475"/>
                <a:gd name="csX95" fmla="*/ 134550 w 723900"/>
                <a:gd name="csY95" fmla="*/ 3570 h 371475"/>
                <a:gd name="csX96" fmla="*/ 135950 w 723900"/>
                <a:gd name="csY96" fmla="*/ 2266 h 371475"/>
                <a:gd name="csX97" fmla="*/ 137408 w 723900"/>
                <a:gd name="csY97" fmla="*/ 1208 h 371475"/>
                <a:gd name="csX98" fmla="*/ 138808 w 723900"/>
                <a:gd name="csY98" fmla="*/ 589 h 371475"/>
                <a:gd name="csX99" fmla="*/ 140208 w 723900"/>
                <a:gd name="csY99" fmla="*/ 161 h 371475"/>
                <a:gd name="csX100" fmla="*/ 141665 w 723900"/>
                <a:gd name="csY100" fmla="*/ -30 h 371475"/>
                <a:gd name="csX101" fmla="*/ 143066 w 723900"/>
                <a:gd name="csY101" fmla="*/ 161 h 371475"/>
                <a:gd name="csX102" fmla="*/ 144456 w 723900"/>
                <a:gd name="csY102" fmla="*/ 656 h 371475"/>
                <a:gd name="csX103" fmla="*/ 145914 w 723900"/>
                <a:gd name="csY103" fmla="*/ 1275 h 371475"/>
                <a:gd name="csX104" fmla="*/ 147314 w 723900"/>
                <a:gd name="csY104" fmla="*/ 2332 h 371475"/>
                <a:gd name="csX105" fmla="*/ 148714 w 723900"/>
                <a:gd name="csY105" fmla="*/ 3570 h 371475"/>
                <a:gd name="csX106" fmla="*/ 150171 w 723900"/>
                <a:gd name="csY106" fmla="*/ 5066 h 371475"/>
                <a:gd name="csX107" fmla="*/ 151562 w 723900"/>
                <a:gd name="csY107" fmla="*/ 6866 h 371475"/>
                <a:gd name="csX108" fmla="*/ 152962 w 723900"/>
                <a:gd name="csY108" fmla="*/ 8914 h 371475"/>
                <a:gd name="csX109" fmla="*/ 154419 w 723900"/>
                <a:gd name="csY109" fmla="*/ 11152 h 371475"/>
                <a:gd name="csX110" fmla="*/ 155819 w 723900"/>
                <a:gd name="csY110" fmla="*/ 13638 h 371475"/>
                <a:gd name="csX111" fmla="*/ 157220 w 723900"/>
                <a:gd name="csY111" fmla="*/ 16372 h 371475"/>
                <a:gd name="csX112" fmla="*/ 158677 w 723900"/>
                <a:gd name="csY112" fmla="*/ 19287 h 371475"/>
                <a:gd name="csX113" fmla="*/ 160077 w 723900"/>
                <a:gd name="csY113" fmla="*/ 22459 h 371475"/>
                <a:gd name="csX114" fmla="*/ 161468 w 723900"/>
                <a:gd name="csY114" fmla="*/ 25745 h 371475"/>
                <a:gd name="csX115" fmla="*/ 162868 w 723900"/>
                <a:gd name="csY115" fmla="*/ 29221 h 371475"/>
                <a:gd name="csX116" fmla="*/ 164325 w 723900"/>
                <a:gd name="csY116" fmla="*/ 32888 h 371475"/>
                <a:gd name="csX117" fmla="*/ 165726 w 723900"/>
                <a:gd name="csY117" fmla="*/ 36803 h 371475"/>
                <a:gd name="csX118" fmla="*/ 167116 w 723900"/>
                <a:gd name="csY118" fmla="*/ 40718 h 371475"/>
                <a:gd name="csX119" fmla="*/ 168583 w 723900"/>
                <a:gd name="csY119" fmla="*/ 44871 h 371475"/>
                <a:gd name="csX120" fmla="*/ 169974 w 723900"/>
                <a:gd name="csY120" fmla="*/ 49100 h 371475"/>
                <a:gd name="csX121" fmla="*/ 171374 w 723900"/>
                <a:gd name="csY121" fmla="*/ 53510 h 371475"/>
                <a:gd name="csX122" fmla="*/ 172831 w 723900"/>
                <a:gd name="csY122" fmla="*/ 57978 h 371475"/>
                <a:gd name="csX123" fmla="*/ 174231 w 723900"/>
                <a:gd name="csY123" fmla="*/ 62578 h 371475"/>
                <a:gd name="csX124" fmla="*/ 175622 w 723900"/>
                <a:gd name="csY124" fmla="*/ 67236 h 371475"/>
                <a:gd name="csX125" fmla="*/ 177089 w 723900"/>
                <a:gd name="csY125" fmla="*/ 71960 h 371475"/>
                <a:gd name="csX126" fmla="*/ 178479 w 723900"/>
                <a:gd name="csY126" fmla="*/ 76741 h 371475"/>
                <a:gd name="csX127" fmla="*/ 179880 w 723900"/>
                <a:gd name="csY127" fmla="*/ 81580 h 371475"/>
                <a:gd name="csX128" fmla="*/ 181337 w 723900"/>
                <a:gd name="csY128" fmla="*/ 86486 h 371475"/>
                <a:gd name="csX129" fmla="*/ 182737 w 723900"/>
                <a:gd name="csY129" fmla="*/ 91457 h 371475"/>
                <a:gd name="csX130" fmla="*/ 184128 w 723900"/>
                <a:gd name="csY130" fmla="*/ 96430 h 371475"/>
                <a:gd name="csX131" fmla="*/ 185595 w 723900"/>
                <a:gd name="csY131" fmla="*/ 101392 h 371475"/>
                <a:gd name="csX132" fmla="*/ 186985 w 723900"/>
                <a:gd name="csY132" fmla="*/ 106422 h 371475"/>
                <a:gd name="csX133" fmla="*/ 188385 w 723900"/>
                <a:gd name="csY133" fmla="*/ 111393 h 371475"/>
                <a:gd name="csX134" fmla="*/ 189843 w 723900"/>
                <a:gd name="csY134" fmla="*/ 116423 h 371475"/>
                <a:gd name="csX135" fmla="*/ 191243 w 723900"/>
                <a:gd name="csY135" fmla="*/ 121395 h 371475"/>
                <a:gd name="csX136" fmla="*/ 192634 w 723900"/>
                <a:gd name="csY136" fmla="*/ 126367 h 371475"/>
                <a:gd name="csX137" fmla="*/ 194034 w 723900"/>
                <a:gd name="csY137" fmla="*/ 131272 h 371475"/>
                <a:gd name="csX138" fmla="*/ 195491 w 723900"/>
                <a:gd name="csY138" fmla="*/ 136177 h 371475"/>
                <a:gd name="csX139" fmla="*/ 196891 w 723900"/>
                <a:gd name="csY139" fmla="*/ 141016 h 371475"/>
                <a:gd name="csX140" fmla="*/ 198282 w 723900"/>
                <a:gd name="csY140" fmla="*/ 145807 h 371475"/>
                <a:gd name="csX141" fmla="*/ 199749 w 723900"/>
                <a:gd name="csY141" fmla="*/ 150589 h 371475"/>
                <a:gd name="csX142" fmla="*/ 201139 w 723900"/>
                <a:gd name="csY142" fmla="*/ 155304 h 371475"/>
                <a:gd name="csX143" fmla="*/ 202540 w 723900"/>
                <a:gd name="csY143" fmla="*/ 159904 h 371475"/>
                <a:gd name="csX144" fmla="*/ 203997 w 723900"/>
                <a:gd name="csY144" fmla="*/ 164495 h 371475"/>
                <a:gd name="csX145" fmla="*/ 205397 w 723900"/>
                <a:gd name="csY145" fmla="*/ 168972 h 371475"/>
                <a:gd name="csX146" fmla="*/ 206788 w 723900"/>
                <a:gd name="csY146" fmla="*/ 173439 h 371475"/>
                <a:gd name="csX147" fmla="*/ 208255 w 723900"/>
                <a:gd name="csY147" fmla="*/ 177792 h 371475"/>
                <a:gd name="csX148" fmla="*/ 209645 w 723900"/>
                <a:gd name="csY148" fmla="*/ 182012 h 371475"/>
                <a:gd name="csX149" fmla="*/ 211045 w 723900"/>
                <a:gd name="csY149" fmla="*/ 186241 h 371475"/>
                <a:gd name="csX150" fmla="*/ 212503 w 723900"/>
                <a:gd name="csY150" fmla="*/ 190337 h 371475"/>
                <a:gd name="csX151" fmla="*/ 213903 w 723900"/>
                <a:gd name="csY151" fmla="*/ 194309 h 371475"/>
                <a:gd name="csX152" fmla="*/ 215294 w 723900"/>
                <a:gd name="csY152" fmla="*/ 198224 h 371475"/>
                <a:gd name="csX153" fmla="*/ 216761 w 723900"/>
                <a:gd name="csY153" fmla="*/ 202072 h 371475"/>
                <a:gd name="csX154" fmla="*/ 218151 w 723900"/>
                <a:gd name="csY154" fmla="*/ 205796 h 371475"/>
                <a:gd name="csX155" fmla="*/ 219551 w 723900"/>
                <a:gd name="csY155" fmla="*/ 209463 h 371475"/>
                <a:gd name="csX156" fmla="*/ 220952 w 723900"/>
                <a:gd name="csY156" fmla="*/ 213006 h 371475"/>
                <a:gd name="csX157" fmla="*/ 222409 w 723900"/>
                <a:gd name="csY157" fmla="*/ 216483 h 371475"/>
                <a:gd name="csX158" fmla="*/ 223799 w 723900"/>
                <a:gd name="csY158" fmla="*/ 219836 h 371475"/>
                <a:gd name="csX159" fmla="*/ 225200 w 723900"/>
                <a:gd name="csY159" fmla="*/ 223131 h 371475"/>
                <a:gd name="csX160" fmla="*/ 226657 w 723900"/>
                <a:gd name="csY160" fmla="*/ 226236 h 371475"/>
                <a:gd name="csX161" fmla="*/ 228057 w 723900"/>
                <a:gd name="csY161" fmla="*/ 229341 h 371475"/>
                <a:gd name="csX162" fmla="*/ 229457 w 723900"/>
                <a:gd name="csY162" fmla="*/ 232323 h 371475"/>
                <a:gd name="csX163" fmla="*/ 230915 w 723900"/>
                <a:gd name="csY163" fmla="*/ 235238 h 371475"/>
                <a:gd name="csX164" fmla="*/ 232315 w 723900"/>
                <a:gd name="csY164" fmla="*/ 238038 h 371475"/>
                <a:gd name="csX165" fmla="*/ 233705 w 723900"/>
                <a:gd name="csY165" fmla="*/ 240705 h 371475"/>
                <a:gd name="csX166" fmla="*/ 235163 w 723900"/>
                <a:gd name="csY166" fmla="*/ 243314 h 371475"/>
                <a:gd name="csX167" fmla="*/ 236563 w 723900"/>
                <a:gd name="csY167" fmla="*/ 245858 h 371475"/>
                <a:gd name="csX168" fmla="*/ 237963 w 723900"/>
                <a:gd name="csY168" fmla="*/ 248287 h 371475"/>
                <a:gd name="csX169" fmla="*/ 239420 w 723900"/>
                <a:gd name="csY169" fmla="*/ 250640 h 371475"/>
                <a:gd name="csX170" fmla="*/ 240821 w 723900"/>
                <a:gd name="csY170" fmla="*/ 252945 h 371475"/>
                <a:gd name="csX171" fmla="*/ 242211 w 723900"/>
                <a:gd name="csY171" fmla="*/ 255116 h 371475"/>
                <a:gd name="csX172" fmla="*/ 243669 w 723900"/>
                <a:gd name="csY172" fmla="*/ 257230 h 371475"/>
                <a:gd name="csX173" fmla="*/ 245069 w 723900"/>
                <a:gd name="csY173" fmla="*/ 259212 h 371475"/>
                <a:gd name="csX174" fmla="*/ 246469 w 723900"/>
                <a:gd name="csY174" fmla="*/ 261136 h 371475"/>
                <a:gd name="csX175" fmla="*/ 247926 w 723900"/>
                <a:gd name="csY175" fmla="*/ 263070 h 371475"/>
                <a:gd name="csX176" fmla="*/ 249327 w 723900"/>
                <a:gd name="csY176" fmla="*/ 264803 h 371475"/>
                <a:gd name="csX177" fmla="*/ 250717 w 723900"/>
                <a:gd name="csY177" fmla="*/ 266546 h 371475"/>
                <a:gd name="csX178" fmla="*/ 252117 w 723900"/>
                <a:gd name="csY178" fmla="*/ 268223 h 371475"/>
                <a:gd name="csX179" fmla="*/ 253575 w 723900"/>
                <a:gd name="csY179" fmla="*/ 269775 h 371475"/>
                <a:gd name="csX180" fmla="*/ 254975 w 723900"/>
                <a:gd name="csY180" fmla="*/ 271261 h 371475"/>
                <a:gd name="csX181" fmla="*/ 256365 w 723900"/>
                <a:gd name="csY181" fmla="*/ 272756 h 371475"/>
                <a:gd name="csX182" fmla="*/ 257832 w 723900"/>
                <a:gd name="csY182" fmla="*/ 274118 h 371475"/>
                <a:gd name="csX183" fmla="*/ 259223 w 723900"/>
                <a:gd name="csY183" fmla="*/ 275424 h 371475"/>
                <a:gd name="csX184" fmla="*/ 260623 w 723900"/>
                <a:gd name="csY184" fmla="*/ 276671 h 371475"/>
                <a:gd name="csX185" fmla="*/ 262080 w 723900"/>
                <a:gd name="csY185" fmla="*/ 277909 h 371475"/>
                <a:gd name="csX186" fmla="*/ 263481 w 723900"/>
                <a:gd name="csY186" fmla="*/ 279024 h 371475"/>
                <a:gd name="csX187" fmla="*/ 264871 w 723900"/>
                <a:gd name="csY187" fmla="*/ 280148 h 371475"/>
                <a:gd name="csX188" fmla="*/ 266338 w 723900"/>
                <a:gd name="csY188" fmla="*/ 281205 h 371475"/>
                <a:gd name="csX189" fmla="*/ 267729 w 723900"/>
                <a:gd name="csY189" fmla="*/ 282196 h 371475"/>
                <a:gd name="csX190" fmla="*/ 269129 w 723900"/>
                <a:gd name="csY190" fmla="*/ 283129 h 371475"/>
                <a:gd name="csX191" fmla="*/ 270586 w 723900"/>
                <a:gd name="csY191" fmla="*/ 284063 h 371475"/>
                <a:gd name="csX192" fmla="*/ 271987 w 723900"/>
                <a:gd name="csY192" fmla="*/ 284863 h 371475"/>
                <a:gd name="csX193" fmla="*/ 273377 w 723900"/>
                <a:gd name="csY193" fmla="*/ 285739 h 371475"/>
                <a:gd name="csX194" fmla="*/ 274844 w 723900"/>
                <a:gd name="csY194" fmla="*/ 286482 h 371475"/>
                <a:gd name="csX195" fmla="*/ 276235 w 723900"/>
                <a:gd name="csY195" fmla="*/ 287225 h 371475"/>
                <a:gd name="csX196" fmla="*/ 277635 w 723900"/>
                <a:gd name="csY196" fmla="*/ 287911 h 371475"/>
                <a:gd name="csX197" fmla="*/ 279035 w 723900"/>
                <a:gd name="csY197" fmla="*/ 288597 h 371475"/>
                <a:gd name="csX198" fmla="*/ 280492 w 723900"/>
                <a:gd name="csY198" fmla="*/ 289216 h 371475"/>
                <a:gd name="csX199" fmla="*/ 281883 w 723900"/>
                <a:gd name="csY199" fmla="*/ 289835 h 371475"/>
                <a:gd name="csX200" fmla="*/ 283283 w 723900"/>
                <a:gd name="csY200" fmla="*/ 290397 h 371475"/>
                <a:gd name="csX201" fmla="*/ 284740 w 723900"/>
                <a:gd name="csY201" fmla="*/ 290949 h 371475"/>
                <a:gd name="csX202" fmla="*/ 286141 w 723900"/>
                <a:gd name="csY202" fmla="*/ 291445 h 371475"/>
                <a:gd name="csX203" fmla="*/ 287531 w 723900"/>
                <a:gd name="csY203" fmla="*/ 291949 h 371475"/>
                <a:gd name="csX204" fmla="*/ 288998 w 723900"/>
                <a:gd name="csY204" fmla="*/ 292445 h 371475"/>
                <a:gd name="csX205" fmla="*/ 290389 w 723900"/>
                <a:gd name="csY205" fmla="*/ 292873 h 371475"/>
                <a:gd name="csX206" fmla="*/ 291789 w 723900"/>
                <a:gd name="csY206" fmla="*/ 293311 h 371475"/>
                <a:gd name="csX207" fmla="*/ 293246 w 723900"/>
                <a:gd name="csY207" fmla="*/ 293750 h 371475"/>
                <a:gd name="csX208" fmla="*/ 294646 w 723900"/>
                <a:gd name="csY208" fmla="*/ 294121 h 371475"/>
                <a:gd name="csX209" fmla="*/ 296047 w 723900"/>
                <a:gd name="csY209" fmla="*/ 294493 h 371475"/>
                <a:gd name="csX210" fmla="*/ 297504 w 723900"/>
                <a:gd name="csY210" fmla="*/ 294864 h 371475"/>
                <a:gd name="csX211" fmla="*/ 298894 w 723900"/>
                <a:gd name="csY211" fmla="*/ 295236 h 371475"/>
                <a:gd name="csX212" fmla="*/ 300295 w 723900"/>
                <a:gd name="csY212" fmla="*/ 295550 h 371475"/>
                <a:gd name="csX213" fmla="*/ 301752 w 723900"/>
                <a:gd name="csY213" fmla="*/ 295855 h 371475"/>
                <a:gd name="csX214" fmla="*/ 303152 w 723900"/>
                <a:gd name="csY214" fmla="*/ 296169 h 371475"/>
                <a:gd name="csX215" fmla="*/ 304553 w 723900"/>
                <a:gd name="csY215" fmla="*/ 296483 h 371475"/>
                <a:gd name="csX216" fmla="*/ 306010 w 723900"/>
                <a:gd name="csY216" fmla="*/ 296788 h 371475"/>
                <a:gd name="csX217" fmla="*/ 307400 w 723900"/>
                <a:gd name="csY217" fmla="*/ 297102 h 371475"/>
                <a:gd name="csX218" fmla="*/ 308801 w 723900"/>
                <a:gd name="csY218" fmla="*/ 297407 h 371475"/>
                <a:gd name="csX219" fmla="*/ 310201 w 723900"/>
                <a:gd name="csY219" fmla="*/ 297665 h 371475"/>
                <a:gd name="csX220" fmla="*/ 311658 w 723900"/>
                <a:gd name="csY220" fmla="*/ 297969 h 371475"/>
                <a:gd name="csX221" fmla="*/ 313058 w 723900"/>
                <a:gd name="csY221" fmla="*/ 298217 h 371475"/>
                <a:gd name="csX222" fmla="*/ 314449 w 723900"/>
                <a:gd name="csY222" fmla="*/ 298531 h 371475"/>
                <a:gd name="csX223" fmla="*/ 315906 w 723900"/>
                <a:gd name="csY223" fmla="*/ 298779 h 371475"/>
                <a:gd name="csX224" fmla="*/ 317306 w 723900"/>
                <a:gd name="csY224" fmla="*/ 299093 h 371475"/>
                <a:gd name="csX225" fmla="*/ 318707 w 723900"/>
                <a:gd name="csY225" fmla="*/ 299341 h 371475"/>
                <a:gd name="csX226" fmla="*/ 320164 w 723900"/>
                <a:gd name="csY226" fmla="*/ 299645 h 371475"/>
                <a:gd name="csX227" fmla="*/ 321564 w 723900"/>
                <a:gd name="csY227" fmla="*/ 299893 h 371475"/>
                <a:gd name="csX228" fmla="*/ 322955 w 723900"/>
                <a:gd name="csY228" fmla="*/ 300208 h 371475"/>
                <a:gd name="csX229" fmla="*/ 324412 w 723900"/>
                <a:gd name="csY229" fmla="*/ 300522 h 371475"/>
                <a:gd name="csX230" fmla="*/ 325812 w 723900"/>
                <a:gd name="csY230" fmla="*/ 300827 h 371475"/>
                <a:gd name="csX231" fmla="*/ 327212 w 723900"/>
                <a:gd name="csY231" fmla="*/ 301141 h 371475"/>
                <a:gd name="csX232" fmla="*/ 328670 w 723900"/>
                <a:gd name="csY232" fmla="*/ 301446 h 371475"/>
                <a:gd name="csX233" fmla="*/ 330070 w 723900"/>
                <a:gd name="csY233" fmla="*/ 301760 h 371475"/>
                <a:gd name="csX234" fmla="*/ 331460 w 723900"/>
                <a:gd name="csY234" fmla="*/ 302065 h 371475"/>
                <a:gd name="csX235" fmla="*/ 332918 w 723900"/>
                <a:gd name="csY235" fmla="*/ 302446 h 371475"/>
                <a:gd name="csX236" fmla="*/ 334318 w 723900"/>
                <a:gd name="csY236" fmla="*/ 302817 h 371475"/>
                <a:gd name="csX237" fmla="*/ 335718 w 723900"/>
                <a:gd name="csY237" fmla="*/ 303122 h 371475"/>
                <a:gd name="csX238" fmla="*/ 337109 w 723900"/>
                <a:gd name="csY238" fmla="*/ 303494 h 371475"/>
                <a:gd name="csX239" fmla="*/ 338576 w 723900"/>
                <a:gd name="csY239" fmla="*/ 303932 h 371475"/>
                <a:gd name="csX240" fmla="*/ 339966 w 723900"/>
                <a:gd name="csY240" fmla="*/ 304303 h 371475"/>
                <a:gd name="csX241" fmla="*/ 341367 w 723900"/>
                <a:gd name="csY241" fmla="*/ 304675 h 371475"/>
                <a:gd name="csX242" fmla="*/ 342824 w 723900"/>
                <a:gd name="csY242" fmla="*/ 305113 h 371475"/>
                <a:gd name="csX243" fmla="*/ 344224 w 723900"/>
                <a:gd name="csY243" fmla="*/ 305551 h 371475"/>
                <a:gd name="csX244" fmla="*/ 345615 w 723900"/>
                <a:gd name="csY244" fmla="*/ 305980 h 371475"/>
                <a:gd name="csX245" fmla="*/ 347082 w 723900"/>
                <a:gd name="csY245" fmla="*/ 306484 h 371475"/>
                <a:gd name="csX246" fmla="*/ 348472 w 723900"/>
                <a:gd name="csY246" fmla="*/ 306913 h 371475"/>
                <a:gd name="csX247" fmla="*/ 349872 w 723900"/>
                <a:gd name="csY247" fmla="*/ 307408 h 371475"/>
                <a:gd name="csX248" fmla="*/ 351330 w 723900"/>
                <a:gd name="csY248" fmla="*/ 307904 h 371475"/>
                <a:gd name="csX249" fmla="*/ 352730 w 723900"/>
                <a:gd name="csY249" fmla="*/ 308409 h 371475"/>
                <a:gd name="csX250" fmla="*/ 354120 w 723900"/>
                <a:gd name="csY250" fmla="*/ 308961 h 371475"/>
                <a:gd name="csX251" fmla="*/ 355588 w 723900"/>
                <a:gd name="csY251" fmla="*/ 309456 h 371475"/>
                <a:gd name="csX252" fmla="*/ 356978 w 723900"/>
                <a:gd name="csY252" fmla="*/ 310019 h 371475"/>
                <a:gd name="csX253" fmla="*/ 358378 w 723900"/>
                <a:gd name="csY253" fmla="*/ 310580 h 371475"/>
                <a:gd name="csX254" fmla="*/ 359836 w 723900"/>
                <a:gd name="csY254" fmla="*/ 311142 h 371475"/>
                <a:gd name="csX255" fmla="*/ 361236 w 723900"/>
                <a:gd name="csY255" fmla="*/ 311761 h 371475"/>
                <a:gd name="csX256" fmla="*/ 362626 w 723900"/>
                <a:gd name="csY256" fmla="*/ 312314 h 371475"/>
                <a:gd name="csX257" fmla="*/ 364027 w 723900"/>
                <a:gd name="csY257" fmla="*/ 312942 h 371475"/>
                <a:gd name="csX258" fmla="*/ 365484 w 723900"/>
                <a:gd name="csY258" fmla="*/ 313561 h 371475"/>
                <a:gd name="csX259" fmla="*/ 366884 w 723900"/>
                <a:gd name="csY259" fmla="*/ 314180 h 371475"/>
                <a:gd name="csX260" fmla="*/ 368284 w 723900"/>
                <a:gd name="csY260" fmla="*/ 314800 h 371475"/>
                <a:gd name="csX261" fmla="*/ 369742 w 723900"/>
                <a:gd name="csY261" fmla="*/ 315486 h 371475"/>
                <a:gd name="csX262" fmla="*/ 371132 w 723900"/>
                <a:gd name="csY262" fmla="*/ 316105 h 371475"/>
                <a:gd name="csX263" fmla="*/ 372532 w 723900"/>
                <a:gd name="csY263" fmla="*/ 316791 h 371475"/>
                <a:gd name="csX264" fmla="*/ 373990 w 723900"/>
                <a:gd name="csY264" fmla="*/ 317476 h 371475"/>
                <a:gd name="csX265" fmla="*/ 375390 w 723900"/>
                <a:gd name="csY265" fmla="*/ 318153 h 371475"/>
                <a:gd name="csX266" fmla="*/ 376790 w 723900"/>
                <a:gd name="csY266" fmla="*/ 318838 h 371475"/>
                <a:gd name="csX267" fmla="*/ 378247 w 723900"/>
                <a:gd name="csY267" fmla="*/ 319524 h 371475"/>
                <a:gd name="csX268" fmla="*/ 379638 w 723900"/>
                <a:gd name="csY268" fmla="*/ 320210 h 371475"/>
                <a:gd name="csX269" fmla="*/ 381038 w 723900"/>
                <a:gd name="csY269" fmla="*/ 320953 h 371475"/>
                <a:gd name="csX270" fmla="*/ 382495 w 723900"/>
                <a:gd name="csY270" fmla="*/ 321639 h 371475"/>
                <a:gd name="csX271" fmla="*/ 383896 w 723900"/>
                <a:gd name="csY271" fmla="*/ 322315 h 371475"/>
                <a:gd name="csX272" fmla="*/ 385296 w 723900"/>
                <a:gd name="csY272" fmla="*/ 323058 h 371475"/>
                <a:gd name="csX273" fmla="*/ 386753 w 723900"/>
                <a:gd name="csY273" fmla="*/ 323744 h 371475"/>
                <a:gd name="csX274" fmla="*/ 388144 w 723900"/>
                <a:gd name="csY274" fmla="*/ 324487 h 371475"/>
                <a:gd name="csX275" fmla="*/ 389544 w 723900"/>
                <a:gd name="csY275" fmla="*/ 325173 h 371475"/>
                <a:gd name="csX276" fmla="*/ 391001 w 723900"/>
                <a:gd name="csY276" fmla="*/ 325915 h 371475"/>
                <a:gd name="csX277" fmla="*/ 392402 w 723900"/>
                <a:gd name="csY277" fmla="*/ 326601 h 371475"/>
                <a:gd name="csX278" fmla="*/ 393802 w 723900"/>
                <a:gd name="csY278" fmla="*/ 327287 h 371475"/>
                <a:gd name="csX279" fmla="*/ 395192 w 723900"/>
                <a:gd name="csY279" fmla="*/ 328030 h 371475"/>
                <a:gd name="csX280" fmla="*/ 396659 w 723900"/>
                <a:gd name="csY280" fmla="*/ 328716 h 371475"/>
                <a:gd name="csX281" fmla="*/ 398050 w 723900"/>
                <a:gd name="csY281" fmla="*/ 329402 h 371475"/>
                <a:gd name="csX282" fmla="*/ 399450 w 723900"/>
                <a:gd name="csY282" fmla="*/ 330078 h 371475"/>
                <a:gd name="csX283" fmla="*/ 400907 w 723900"/>
                <a:gd name="csY283" fmla="*/ 330764 h 371475"/>
                <a:gd name="csX284" fmla="*/ 402308 w 723900"/>
                <a:gd name="csY284" fmla="*/ 331450 h 371475"/>
                <a:gd name="csX285" fmla="*/ 403698 w 723900"/>
                <a:gd name="csY285" fmla="*/ 332069 h 371475"/>
                <a:gd name="csX286" fmla="*/ 405155 w 723900"/>
                <a:gd name="csY286" fmla="*/ 332754 h 371475"/>
                <a:gd name="csX287" fmla="*/ 406556 w 723900"/>
                <a:gd name="csY287" fmla="*/ 333374 h 371475"/>
                <a:gd name="csX288" fmla="*/ 407956 w 723900"/>
                <a:gd name="csY288" fmla="*/ 334060 h 371475"/>
                <a:gd name="csX289" fmla="*/ 409413 w 723900"/>
                <a:gd name="csY289" fmla="*/ 334679 h 371475"/>
                <a:gd name="csX290" fmla="*/ 410813 w 723900"/>
                <a:gd name="csY290" fmla="*/ 335298 h 371475"/>
                <a:gd name="csX291" fmla="*/ 412204 w 723900"/>
                <a:gd name="csY291" fmla="*/ 335859 h 371475"/>
                <a:gd name="csX292" fmla="*/ 413671 w 723900"/>
                <a:gd name="csY292" fmla="*/ 336479 h 371475"/>
                <a:gd name="csX293" fmla="*/ 415061 w 723900"/>
                <a:gd name="csY293" fmla="*/ 337041 h 371475"/>
                <a:gd name="csX294" fmla="*/ 416462 w 723900"/>
                <a:gd name="csY294" fmla="*/ 337593 h 371475"/>
                <a:gd name="csX295" fmla="*/ 417919 w 723900"/>
                <a:gd name="csY295" fmla="*/ 338155 h 371475"/>
                <a:gd name="csX296" fmla="*/ 419319 w 723900"/>
                <a:gd name="csY296" fmla="*/ 338717 h 371475"/>
                <a:gd name="csX297" fmla="*/ 420710 w 723900"/>
                <a:gd name="csY297" fmla="*/ 339270 h 371475"/>
                <a:gd name="csX298" fmla="*/ 422110 w 723900"/>
                <a:gd name="csY298" fmla="*/ 339774 h 371475"/>
                <a:gd name="csX299" fmla="*/ 423567 w 723900"/>
                <a:gd name="csY299" fmla="*/ 340270 h 371475"/>
                <a:gd name="csX300" fmla="*/ 424968 w 723900"/>
                <a:gd name="csY300" fmla="*/ 340698 h 371475"/>
                <a:gd name="csX301" fmla="*/ 426358 w 723900"/>
                <a:gd name="csY301" fmla="*/ 341203 h 371475"/>
                <a:gd name="csX302" fmla="*/ 427825 w 723900"/>
                <a:gd name="csY302" fmla="*/ 341632 h 371475"/>
                <a:gd name="csX303" fmla="*/ 429216 w 723900"/>
                <a:gd name="csY303" fmla="*/ 342070 h 371475"/>
                <a:gd name="csX304" fmla="*/ 430616 w 723900"/>
                <a:gd name="csY304" fmla="*/ 342442 h 371475"/>
                <a:gd name="csX305" fmla="*/ 432073 w 723900"/>
                <a:gd name="csY305" fmla="*/ 342879 h 371475"/>
                <a:gd name="csX306" fmla="*/ 433473 w 723900"/>
                <a:gd name="csY306" fmla="*/ 343251 h 371475"/>
                <a:gd name="csX307" fmla="*/ 434864 w 723900"/>
                <a:gd name="csY307" fmla="*/ 343556 h 371475"/>
                <a:gd name="csX308" fmla="*/ 436331 w 723900"/>
                <a:gd name="csY308" fmla="*/ 343928 h 371475"/>
                <a:gd name="csX309" fmla="*/ 437721 w 723900"/>
                <a:gd name="csY309" fmla="*/ 344241 h 371475"/>
                <a:gd name="csX310" fmla="*/ 439122 w 723900"/>
                <a:gd name="csY310" fmla="*/ 344489 h 371475"/>
                <a:gd name="csX311" fmla="*/ 440579 w 723900"/>
                <a:gd name="csY311" fmla="*/ 344804 h 371475"/>
                <a:gd name="csX312" fmla="*/ 441979 w 723900"/>
                <a:gd name="csY312" fmla="*/ 345051 h 371475"/>
                <a:gd name="csX313" fmla="*/ 443370 w 723900"/>
                <a:gd name="csY313" fmla="*/ 345232 h 371475"/>
                <a:gd name="csX314" fmla="*/ 444837 w 723900"/>
                <a:gd name="csY314" fmla="*/ 345423 h 371475"/>
                <a:gd name="csX315" fmla="*/ 446227 w 723900"/>
                <a:gd name="csY315" fmla="*/ 345604 h 371475"/>
                <a:gd name="csX316" fmla="*/ 447628 w 723900"/>
                <a:gd name="csY316" fmla="*/ 345737 h 371475"/>
                <a:gd name="csX317" fmla="*/ 449085 w 723900"/>
                <a:gd name="csY317" fmla="*/ 345861 h 371475"/>
                <a:gd name="csX318" fmla="*/ 450485 w 723900"/>
                <a:gd name="csY318" fmla="*/ 345918 h 371475"/>
                <a:gd name="csX319" fmla="*/ 451876 w 723900"/>
                <a:gd name="csY319" fmla="*/ 345985 h 371475"/>
                <a:gd name="csX320" fmla="*/ 453276 w 723900"/>
                <a:gd name="csY320" fmla="*/ 346042 h 371475"/>
                <a:gd name="csX321" fmla="*/ 454733 w 723900"/>
                <a:gd name="csY321" fmla="*/ 346042 h 371475"/>
                <a:gd name="csX322" fmla="*/ 456133 w 723900"/>
                <a:gd name="csY322" fmla="*/ 345985 h 371475"/>
                <a:gd name="csX323" fmla="*/ 457533 w 723900"/>
                <a:gd name="csY323" fmla="*/ 345918 h 371475"/>
                <a:gd name="csX324" fmla="*/ 458991 w 723900"/>
                <a:gd name="csY324" fmla="*/ 345794 h 371475"/>
                <a:gd name="csX325" fmla="*/ 460381 w 723900"/>
                <a:gd name="csY325" fmla="*/ 345670 h 371475"/>
                <a:gd name="csX326" fmla="*/ 461782 w 723900"/>
                <a:gd name="csY326" fmla="*/ 345480 h 371475"/>
                <a:gd name="csX327" fmla="*/ 463239 w 723900"/>
                <a:gd name="csY327" fmla="*/ 345299 h 371475"/>
                <a:gd name="csX328" fmla="*/ 464639 w 723900"/>
                <a:gd name="csY328" fmla="*/ 345051 h 371475"/>
                <a:gd name="csX329" fmla="*/ 466039 w 723900"/>
                <a:gd name="csY329" fmla="*/ 344737 h 371475"/>
                <a:gd name="csX330" fmla="*/ 467497 w 723900"/>
                <a:gd name="csY330" fmla="*/ 344432 h 371475"/>
                <a:gd name="csX331" fmla="*/ 468887 w 723900"/>
                <a:gd name="csY331" fmla="*/ 344061 h 371475"/>
                <a:gd name="csX332" fmla="*/ 470287 w 723900"/>
                <a:gd name="csY332" fmla="*/ 343622 h 371475"/>
                <a:gd name="csX333" fmla="*/ 471745 w 723900"/>
                <a:gd name="csY333" fmla="*/ 343127 h 371475"/>
                <a:gd name="csX334" fmla="*/ 473145 w 723900"/>
                <a:gd name="csY334" fmla="*/ 342632 h 371475"/>
                <a:gd name="csX335" fmla="*/ 474545 w 723900"/>
                <a:gd name="csY335" fmla="*/ 342070 h 371475"/>
                <a:gd name="csX336" fmla="*/ 476003 w 723900"/>
                <a:gd name="csY336" fmla="*/ 341508 h 371475"/>
                <a:gd name="csX337" fmla="*/ 477393 w 723900"/>
                <a:gd name="csY337" fmla="*/ 340822 h 371475"/>
                <a:gd name="csX338" fmla="*/ 478793 w 723900"/>
                <a:gd name="csY338" fmla="*/ 340146 h 371475"/>
                <a:gd name="csX339" fmla="*/ 480193 w 723900"/>
                <a:gd name="csY339" fmla="*/ 339393 h 371475"/>
                <a:gd name="csX340" fmla="*/ 481651 w 723900"/>
                <a:gd name="csY340" fmla="*/ 338594 h 371475"/>
                <a:gd name="csX341" fmla="*/ 483051 w 723900"/>
                <a:gd name="csY341" fmla="*/ 337717 h 371475"/>
                <a:gd name="csX342" fmla="*/ 484442 w 723900"/>
                <a:gd name="csY342" fmla="*/ 336793 h 371475"/>
                <a:gd name="csX343" fmla="*/ 485908 w 723900"/>
                <a:gd name="csY343" fmla="*/ 335859 h 371475"/>
                <a:gd name="csX344" fmla="*/ 487299 w 723900"/>
                <a:gd name="csY344" fmla="*/ 334859 h 371475"/>
                <a:gd name="csX345" fmla="*/ 488699 w 723900"/>
                <a:gd name="csY345" fmla="*/ 333812 h 371475"/>
                <a:gd name="csX346" fmla="*/ 490157 w 723900"/>
                <a:gd name="csY346" fmla="*/ 332688 h 371475"/>
                <a:gd name="csX347" fmla="*/ 491557 w 723900"/>
                <a:gd name="csY347" fmla="*/ 331507 h 371475"/>
                <a:gd name="csX348" fmla="*/ 492947 w 723900"/>
                <a:gd name="csY348" fmla="*/ 330268 h 371475"/>
                <a:gd name="csX349" fmla="*/ 494414 w 723900"/>
                <a:gd name="csY349" fmla="*/ 329021 h 371475"/>
                <a:gd name="csX350" fmla="*/ 495805 w 723900"/>
                <a:gd name="csY350" fmla="*/ 327725 h 371475"/>
                <a:gd name="csX351" fmla="*/ 497205 w 723900"/>
                <a:gd name="csY351" fmla="*/ 326354 h 371475"/>
                <a:gd name="csX352" fmla="*/ 498662 w 723900"/>
                <a:gd name="csY352" fmla="*/ 324925 h 371475"/>
                <a:gd name="csX353" fmla="*/ 500063 w 723900"/>
                <a:gd name="csY353" fmla="*/ 323439 h 371475"/>
                <a:gd name="csX354" fmla="*/ 501453 w 723900"/>
                <a:gd name="csY354" fmla="*/ 321886 h 371475"/>
                <a:gd name="csX355" fmla="*/ 502920 w 723900"/>
                <a:gd name="csY355" fmla="*/ 320334 h 371475"/>
                <a:gd name="csX356" fmla="*/ 504311 w 723900"/>
                <a:gd name="csY356" fmla="*/ 318715 h 371475"/>
                <a:gd name="csX357" fmla="*/ 505711 w 723900"/>
                <a:gd name="csY357" fmla="*/ 317038 h 371475"/>
                <a:gd name="csX358" fmla="*/ 507168 w 723900"/>
                <a:gd name="csY358" fmla="*/ 315362 h 371475"/>
                <a:gd name="csX359" fmla="*/ 508568 w 723900"/>
                <a:gd name="csY359" fmla="*/ 313619 h 371475"/>
                <a:gd name="csX360" fmla="*/ 509959 w 723900"/>
                <a:gd name="csY360" fmla="*/ 311818 h 371475"/>
                <a:gd name="csX361" fmla="*/ 511359 w 723900"/>
                <a:gd name="csY361" fmla="*/ 310019 h 371475"/>
                <a:gd name="csX362" fmla="*/ 512817 w 723900"/>
                <a:gd name="csY362" fmla="*/ 308161 h 371475"/>
                <a:gd name="csX363" fmla="*/ 514217 w 723900"/>
                <a:gd name="csY363" fmla="*/ 306227 h 371475"/>
                <a:gd name="csX364" fmla="*/ 515607 w 723900"/>
                <a:gd name="csY364" fmla="*/ 304370 h 371475"/>
                <a:gd name="csX365" fmla="*/ 517074 w 723900"/>
                <a:gd name="csY365" fmla="*/ 302379 h 371475"/>
                <a:gd name="csX366" fmla="*/ 518465 w 723900"/>
                <a:gd name="csY366" fmla="*/ 300455 h 371475"/>
                <a:gd name="csX367" fmla="*/ 519865 w 723900"/>
                <a:gd name="csY367" fmla="*/ 298465 h 371475"/>
                <a:gd name="csX368" fmla="*/ 521322 w 723900"/>
                <a:gd name="csY368" fmla="*/ 296416 h 371475"/>
                <a:gd name="csX369" fmla="*/ 522723 w 723900"/>
                <a:gd name="csY369" fmla="*/ 294426 h 371475"/>
                <a:gd name="csX370" fmla="*/ 524113 w 723900"/>
                <a:gd name="csY370" fmla="*/ 292378 h 371475"/>
                <a:gd name="csX371" fmla="*/ 525580 w 723900"/>
                <a:gd name="csY371" fmla="*/ 290330 h 371475"/>
                <a:gd name="csX372" fmla="*/ 526971 w 723900"/>
                <a:gd name="csY372" fmla="*/ 288282 h 371475"/>
                <a:gd name="csX373" fmla="*/ 528371 w 723900"/>
                <a:gd name="csY373" fmla="*/ 286235 h 371475"/>
                <a:gd name="csX374" fmla="*/ 529828 w 723900"/>
                <a:gd name="csY374" fmla="*/ 284186 h 371475"/>
                <a:gd name="csX375" fmla="*/ 531228 w 723900"/>
                <a:gd name="csY375" fmla="*/ 282129 h 371475"/>
                <a:gd name="csX376" fmla="*/ 532628 w 723900"/>
                <a:gd name="csY376" fmla="*/ 280081 h 371475"/>
                <a:gd name="csX377" fmla="*/ 534086 w 723900"/>
                <a:gd name="csY377" fmla="*/ 278100 h 371475"/>
                <a:gd name="csX378" fmla="*/ 535477 w 723900"/>
                <a:gd name="csY378" fmla="*/ 276110 h 371475"/>
                <a:gd name="csX379" fmla="*/ 536877 w 723900"/>
                <a:gd name="csY379" fmla="*/ 274118 h 371475"/>
                <a:gd name="csX380" fmla="*/ 538277 w 723900"/>
                <a:gd name="csY380" fmla="*/ 272137 h 371475"/>
                <a:gd name="csX381" fmla="*/ 539734 w 723900"/>
                <a:gd name="csY381" fmla="*/ 270204 h 371475"/>
                <a:gd name="csX382" fmla="*/ 541134 w 723900"/>
                <a:gd name="csY382" fmla="*/ 268347 h 371475"/>
                <a:gd name="csX383" fmla="*/ 542525 w 723900"/>
                <a:gd name="csY383" fmla="*/ 266479 h 371475"/>
                <a:gd name="csX384" fmla="*/ 543982 w 723900"/>
                <a:gd name="csY384" fmla="*/ 264679 h 371475"/>
                <a:gd name="csX385" fmla="*/ 545383 w 723900"/>
                <a:gd name="csY385" fmla="*/ 262879 h 371475"/>
                <a:gd name="csX386" fmla="*/ 546783 w 723900"/>
                <a:gd name="csY386" fmla="*/ 261136 h 371475"/>
                <a:gd name="csX387" fmla="*/ 548240 w 723900"/>
                <a:gd name="csY387" fmla="*/ 259526 h 371475"/>
                <a:gd name="csX388" fmla="*/ 549640 w 723900"/>
                <a:gd name="csY388" fmla="*/ 257907 h 371475"/>
                <a:gd name="csX389" fmla="*/ 551031 w 723900"/>
                <a:gd name="csY389" fmla="*/ 256297 h 371475"/>
                <a:gd name="csX390" fmla="*/ 552488 w 723900"/>
                <a:gd name="csY390" fmla="*/ 254802 h 371475"/>
                <a:gd name="csX391" fmla="*/ 553889 w 723900"/>
                <a:gd name="csY391" fmla="*/ 253373 h 371475"/>
                <a:gd name="csX392" fmla="*/ 555288 w 723900"/>
                <a:gd name="csY392" fmla="*/ 252011 h 371475"/>
                <a:gd name="csX393" fmla="*/ 556746 w 723900"/>
                <a:gd name="csY393" fmla="*/ 250763 h 371475"/>
                <a:gd name="csX394" fmla="*/ 558146 w 723900"/>
                <a:gd name="csY394" fmla="*/ 249525 h 371475"/>
                <a:gd name="csX395" fmla="*/ 559537 w 723900"/>
                <a:gd name="csY395" fmla="*/ 248411 h 371475"/>
                <a:gd name="csX396" fmla="*/ 561003 w 723900"/>
                <a:gd name="csY396" fmla="*/ 247353 h 371475"/>
                <a:gd name="csX397" fmla="*/ 562394 w 723900"/>
                <a:gd name="csY397" fmla="*/ 246353 h 371475"/>
                <a:gd name="csX398" fmla="*/ 563794 w 723900"/>
                <a:gd name="csY398" fmla="*/ 245486 h 371475"/>
                <a:gd name="csX399" fmla="*/ 565185 w 723900"/>
                <a:gd name="csY399" fmla="*/ 244677 h 371475"/>
                <a:gd name="csX400" fmla="*/ 566652 w 723900"/>
                <a:gd name="csY400" fmla="*/ 244000 h 371475"/>
                <a:gd name="csX401" fmla="*/ 568043 w 723900"/>
                <a:gd name="csY401" fmla="*/ 243381 h 371475"/>
                <a:gd name="csX402" fmla="*/ 569443 w 723900"/>
                <a:gd name="csY402" fmla="*/ 242819 h 371475"/>
                <a:gd name="csX403" fmla="*/ 570900 w 723900"/>
                <a:gd name="csY403" fmla="*/ 242448 h 371475"/>
                <a:gd name="csX404" fmla="*/ 572300 w 723900"/>
                <a:gd name="csY404" fmla="*/ 242134 h 371475"/>
                <a:gd name="csX405" fmla="*/ 573691 w 723900"/>
                <a:gd name="csY405" fmla="*/ 241886 h 371475"/>
                <a:gd name="csX406" fmla="*/ 575158 w 723900"/>
                <a:gd name="csY406" fmla="*/ 241762 h 371475"/>
                <a:gd name="csX407" fmla="*/ 576548 w 723900"/>
                <a:gd name="csY407" fmla="*/ 241695 h 371475"/>
                <a:gd name="csX408" fmla="*/ 577948 w 723900"/>
                <a:gd name="csY408" fmla="*/ 241762 h 371475"/>
                <a:gd name="csX409" fmla="*/ 579406 w 723900"/>
                <a:gd name="csY409" fmla="*/ 241943 h 371475"/>
                <a:gd name="csX410" fmla="*/ 580806 w 723900"/>
                <a:gd name="csY410" fmla="*/ 242258 h 371475"/>
                <a:gd name="csX411" fmla="*/ 582197 w 723900"/>
                <a:gd name="csY411" fmla="*/ 242571 h 371475"/>
                <a:gd name="csX412" fmla="*/ 583663 w 723900"/>
                <a:gd name="csY412" fmla="*/ 243067 h 371475"/>
                <a:gd name="csX413" fmla="*/ 585054 w 723900"/>
                <a:gd name="csY413" fmla="*/ 243629 h 371475"/>
                <a:gd name="csX414" fmla="*/ 586454 w 723900"/>
                <a:gd name="csY414" fmla="*/ 244305 h 371475"/>
                <a:gd name="csX415" fmla="*/ 587912 w 723900"/>
                <a:gd name="csY415" fmla="*/ 245058 h 371475"/>
                <a:gd name="csX416" fmla="*/ 589312 w 723900"/>
                <a:gd name="csY416" fmla="*/ 245925 h 371475"/>
                <a:gd name="csX417" fmla="*/ 590703 w 723900"/>
                <a:gd name="csY417" fmla="*/ 246915 h 371475"/>
                <a:gd name="csX418" fmla="*/ 592169 w 723900"/>
                <a:gd name="csY418" fmla="*/ 247972 h 371475"/>
                <a:gd name="csX419" fmla="*/ 593560 w 723900"/>
                <a:gd name="csY419" fmla="*/ 249087 h 371475"/>
                <a:gd name="csX420" fmla="*/ 594960 w 723900"/>
                <a:gd name="csY420" fmla="*/ 250334 h 371475"/>
                <a:gd name="csX421" fmla="*/ 596351 w 723900"/>
                <a:gd name="csY421" fmla="*/ 251640 h 371475"/>
                <a:gd name="csX422" fmla="*/ 597818 w 723900"/>
                <a:gd name="csY422" fmla="*/ 253069 h 371475"/>
                <a:gd name="csX423" fmla="*/ 599208 w 723900"/>
                <a:gd name="csY423" fmla="*/ 254554 h 371475"/>
                <a:gd name="csX424" fmla="*/ 600609 w 723900"/>
                <a:gd name="csY424" fmla="*/ 256107 h 371475"/>
                <a:gd name="csX425" fmla="*/ 602066 w 723900"/>
                <a:gd name="csY425" fmla="*/ 257726 h 371475"/>
                <a:gd name="csX426" fmla="*/ 603466 w 723900"/>
                <a:gd name="csY426" fmla="*/ 259459 h 371475"/>
                <a:gd name="csX427" fmla="*/ 604866 w 723900"/>
                <a:gd name="csY427" fmla="*/ 261203 h 371475"/>
                <a:gd name="csX428" fmla="*/ 606323 w 723900"/>
                <a:gd name="csY428" fmla="*/ 263070 h 371475"/>
                <a:gd name="csX429" fmla="*/ 607714 w 723900"/>
                <a:gd name="csY429" fmla="*/ 264993 h 371475"/>
                <a:gd name="csX430" fmla="*/ 609114 w 723900"/>
                <a:gd name="csY430" fmla="*/ 266918 h 371475"/>
                <a:gd name="csX431" fmla="*/ 610572 w 723900"/>
                <a:gd name="csY431" fmla="*/ 268966 h 371475"/>
                <a:gd name="csX432" fmla="*/ 611972 w 723900"/>
                <a:gd name="csY432" fmla="*/ 271013 h 371475"/>
                <a:gd name="csX433" fmla="*/ 613362 w 723900"/>
                <a:gd name="csY433" fmla="*/ 273128 h 371475"/>
                <a:gd name="csX434" fmla="*/ 614829 w 723900"/>
                <a:gd name="csY434" fmla="*/ 275243 h 371475"/>
                <a:gd name="csX435" fmla="*/ 616220 w 723900"/>
                <a:gd name="csY435" fmla="*/ 277471 h 371475"/>
                <a:gd name="csX436" fmla="*/ 617620 w 723900"/>
                <a:gd name="csY436" fmla="*/ 279652 h 371475"/>
                <a:gd name="csX437" fmla="*/ 619078 w 723900"/>
                <a:gd name="csY437" fmla="*/ 281948 h 371475"/>
                <a:gd name="csX438" fmla="*/ 620478 w 723900"/>
                <a:gd name="csY438" fmla="*/ 284186 h 371475"/>
                <a:gd name="csX439" fmla="*/ 621878 w 723900"/>
                <a:gd name="csY439" fmla="*/ 286482 h 371475"/>
                <a:gd name="csX440" fmla="*/ 623269 w 723900"/>
                <a:gd name="csY440" fmla="*/ 288777 h 371475"/>
                <a:gd name="csX441" fmla="*/ 624726 w 723900"/>
                <a:gd name="csY441" fmla="*/ 291139 h 371475"/>
                <a:gd name="csX442" fmla="*/ 626126 w 723900"/>
                <a:gd name="csY442" fmla="*/ 293435 h 371475"/>
                <a:gd name="csX443" fmla="*/ 627526 w 723900"/>
                <a:gd name="csY443" fmla="*/ 295797 h 371475"/>
                <a:gd name="csX444" fmla="*/ 628983 w 723900"/>
                <a:gd name="csY444" fmla="*/ 298093 h 371475"/>
                <a:gd name="csX445" fmla="*/ 630384 w 723900"/>
                <a:gd name="csY445" fmla="*/ 300455 h 371475"/>
                <a:gd name="csX446" fmla="*/ 631774 w 723900"/>
                <a:gd name="csY446" fmla="*/ 302751 h 371475"/>
                <a:gd name="csX447" fmla="*/ 633232 w 723900"/>
                <a:gd name="csY447" fmla="*/ 305056 h 371475"/>
                <a:gd name="csX448" fmla="*/ 634632 w 723900"/>
                <a:gd name="csY448" fmla="*/ 307351 h 371475"/>
                <a:gd name="csX449" fmla="*/ 636032 w 723900"/>
                <a:gd name="csY449" fmla="*/ 309647 h 371475"/>
                <a:gd name="csX450" fmla="*/ 637489 w 723900"/>
                <a:gd name="csY450" fmla="*/ 311885 h 371475"/>
                <a:gd name="csX451" fmla="*/ 638889 w 723900"/>
                <a:gd name="csY451" fmla="*/ 314124 h 371475"/>
                <a:gd name="csX452" fmla="*/ 640280 w 723900"/>
                <a:gd name="csY452" fmla="*/ 316295 h 371475"/>
                <a:gd name="csX453" fmla="*/ 641737 w 723900"/>
                <a:gd name="csY453" fmla="*/ 318467 h 371475"/>
                <a:gd name="csX454" fmla="*/ 643138 w 723900"/>
                <a:gd name="csY454" fmla="*/ 320639 h 371475"/>
                <a:gd name="csX455" fmla="*/ 644538 w 723900"/>
                <a:gd name="csY455" fmla="*/ 322686 h 371475"/>
                <a:gd name="csX456" fmla="*/ 645995 w 723900"/>
                <a:gd name="csY456" fmla="*/ 324744 h 371475"/>
                <a:gd name="csX457" fmla="*/ 647395 w 723900"/>
                <a:gd name="csY457" fmla="*/ 326792 h 371475"/>
                <a:gd name="csX458" fmla="*/ 648786 w 723900"/>
                <a:gd name="csY458" fmla="*/ 328773 h 371475"/>
                <a:gd name="csX459" fmla="*/ 650253 w 723900"/>
                <a:gd name="csY459" fmla="*/ 330697 h 371475"/>
                <a:gd name="csX460" fmla="*/ 651643 w 723900"/>
                <a:gd name="csY460" fmla="*/ 332564 h 371475"/>
                <a:gd name="csX461" fmla="*/ 653043 w 723900"/>
                <a:gd name="csY461" fmla="*/ 334431 h 371475"/>
                <a:gd name="csX462" fmla="*/ 654434 w 723900"/>
                <a:gd name="csY462" fmla="*/ 336165 h 371475"/>
                <a:gd name="csX463" fmla="*/ 655901 w 723900"/>
                <a:gd name="csY463" fmla="*/ 337908 h 371475"/>
                <a:gd name="csX464" fmla="*/ 657292 w 723900"/>
                <a:gd name="csY464" fmla="*/ 339641 h 371475"/>
                <a:gd name="csX465" fmla="*/ 658692 w 723900"/>
                <a:gd name="csY465" fmla="*/ 341260 h 371475"/>
                <a:gd name="csX466" fmla="*/ 660149 w 723900"/>
                <a:gd name="csY466" fmla="*/ 342813 h 371475"/>
                <a:gd name="csX467" fmla="*/ 661549 w 723900"/>
                <a:gd name="csY467" fmla="*/ 344365 h 371475"/>
                <a:gd name="csX468" fmla="*/ 662940 w 723900"/>
                <a:gd name="csY468" fmla="*/ 345861 h 371475"/>
                <a:gd name="csX469" fmla="*/ 664407 w 723900"/>
                <a:gd name="csY469" fmla="*/ 347290 h 371475"/>
                <a:gd name="csX470" fmla="*/ 665798 w 723900"/>
                <a:gd name="csY470" fmla="*/ 348652 h 371475"/>
                <a:gd name="csX471" fmla="*/ 667198 w 723900"/>
                <a:gd name="csY471" fmla="*/ 349957 h 371475"/>
                <a:gd name="csX472" fmla="*/ 668655 w 723900"/>
                <a:gd name="csY472" fmla="*/ 351195 h 371475"/>
                <a:gd name="csX473" fmla="*/ 670055 w 723900"/>
                <a:gd name="csY473" fmla="*/ 352443 h 371475"/>
                <a:gd name="csX474" fmla="*/ 671446 w 723900"/>
                <a:gd name="csY474" fmla="*/ 353624 h 371475"/>
                <a:gd name="csX475" fmla="*/ 672913 w 723900"/>
                <a:gd name="csY475" fmla="*/ 354738 h 371475"/>
                <a:gd name="csX476" fmla="*/ 674304 w 723900"/>
                <a:gd name="csY476" fmla="*/ 355795 h 371475"/>
                <a:gd name="csX477" fmla="*/ 675703 w 723900"/>
                <a:gd name="csY477" fmla="*/ 356853 h 371475"/>
                <a:gd name="csX478" fmla="*/ 677161 w 723900"/>
                <a:gd name="csY478" fmla="*/ 357786 h 371475"/>
                <a:gd name="csX479" fmla="*/ 678561 w 723900"/>
                <a:gd name="csY479" fmla="*/ 358710 h 371475"/>
                <a:gd name="csX480" fmla="*/ 679952 w 723900"/>
                <a:gd name="csY480" fmla="*/ 359586 h 371475"/>
                <a:gd name="csX481" fmla="*/ 681352 w 723900"/>
                <a:gd name="csY481" fmla="*/ 360453 h 371475"/>
                <a:gd name="csX482" fmla="*/ 682809 w 723900"/>
                <a:gd name="csY482" fmla="*/ 361196 h 371475"/>
                <a:gd name="csX483" fmla="*/ 684209 w 723900"/>
                <a:gd name="csY483" fmla="*/ 362005 h 371475"/>
                <a:gd name="csX484" fmla="*/ 685610 w 723900"/>
                <a:gd name="csY484" fmla="*/ 362691 h 371475"/>
                <a:gd name="csX485" fmla="*/ 687067 w 723900"/>
                <a:gd name="csY485" fmla="*/ 363368 h 371475"/>
                <a:gd name="csX486" fmla="*/ 688458 w 723900"/>
                <a:gd name="csY486" fmla="*/ 363997 h 371475"/>
                <a:gd name="csX487" fmla="*/ 689858 w 723900"/>
                <a:gd name="csY487" fmla="*/ 364616 h 371475"/>
                <a:gd name="csX488" fmla="*/ 691315 w 723900"/>
                <a:gd name="csY488" fmla="*/ 365168 h 371475"/>
                <a:gd name="csX489" fmla="*/ 692715 w 723900"/>
                <a:gd name="csY489" fmla="*/ 365673 h 371475"/>
                <a:gd name="csX490" fmla="*/ 694115 w 723900"/>
                <a:gd name="csY490" fmla="*/ 366168 h 371475"/>
                <a:gd name="csX491" fmla="*/ 695573 w 723900"/>
                <a:gd name="csY491" fmla="*/ 366663 h 371475"/>
                <a:gd name="csX492" fmla="*/ 696963 w 723900"/>
                <a:gd name="csY492" fmla="*/ 367102 h 371475"/>
                <a:gd name="csX493" fmla="*/ 698363 w 723900"/>
                <a:gd name="csY493" fmla="*/ 367473 h 371475"/>
                <a:gd name="csX494" fmla="*/ 699821 w 723900"/>
                <a:gd name="csY494" fmla="*/ 367902 h 371475"/>
                <a:gd name="csX495" fmla="*/ 701221 w 723900"/>
                <a:gd name="csY495" fmla="*/ 368216 h 371475"/>
                <a:gd name="csX496" fmla="*/ 702621 w 723900"/>
                <a:gd name="csY496" fmla="*/ 368588 h 371475"/>
                <a:gd name="csX497" fmla="*/ 704079 w 723900"/>
                <a:gd name="csY497" fmla="*/ 368902 h 371475"/>
                <a:gd name="csX498" fmla="*/ 705479 w 723900"/>
                <a:gd name="csY498" fmla="*/ 369149 h 371475"/>
                <a:gd name="csX499" fmla="*/ 706869 w 723900"/>
                <a:gd name="csY499" fmla="*/ 369454 h 371475"/>
                <a:gd name="csX500" fmla="*/ 708327 w 723900"/>
                <a:gd name="csY500" fmla="*/ 369711 h 371475"/>
                <a:gd name="csX501" fmla="*/ 709727 w 723900"/>
                <a:gd name="csY501" fmla="*/ 369959 h 371475"/>
                <a:gd name="csX502" fmla="*/ 711127 w 723900"/>
                <a:gd name="csY502" fmla="*/ 370140 h 371475"/>
                <a:gd name="csX503" fmla="*/ 712518 w 723900"/>
                <a:gd name="csY503" fmla="*/ 370331 h 371475"/>
                <a:gd name="csX504" fmla="*/ 713975 w 723900"/>
                <a:gd name="csY504" fmla="*/ 370511 h 371475"/>
                <a:gd name="csX505" fmla="*/ 715375 w 723900"/>
                <a:gd name="csY505" fmla="*/ 370702 h 371475"/>
                <a:gd name="csX506" fmla="*/ 716776 w 723900"/>
                <a:gd name="csY506" fmla="*/ 370826 h 371475"/>
                <a:gd name="csX507" fmla="*/ 718233 w 723900"/>
                <a:gd name="csY507" fmla="*/ 371007 h 371475"/>
                <a:gd name="csX508" fmla="*/ 719633 w 723900"/>
                <a:gd name="csY508" fmla="*/ 371130 h 371475"/>
                <a:gd name="csX509" fmla="*/ 721024 w 723900"/>
                <a:gd name="csY509" fmla="*/ 371264 h 371475"/>
                <a:gd name="csX510" fmla="*/ 722490 w 723900"/>
                <a:gd name="csY510" fmla="*/ 371321 h 371475"/>
                <a:gd name="csX511" fmla="*/ 723881 w 723900"/>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71475">
                  <a:moveTo>
                    <a:pt x="-19" y="369149"/>
                  </a:moveTo>
                  <a:lnTo>
                    <a:pt x="1381" y="368835"/>
                  </a:lnTo>
                  <a:lnTo>
                    <a:pt x="2838" y="368464"/>
                  </a:lnTo>
                  <a:lnTo>
                    <a:pt x="4239" y="368025"/>
                  </a:lnTo>
                  <a:lnTo>
                    <a:pt x="5629" y="367597"/>
                  </a:lnTo>
                  <a:lnTo>
                    <a:pt x="7087" y="367102"/>
                  </a:lnTo>
                  <a:lnTo>
                    <a:pt x="8487" y="366597"/>
                  </a:lnTo>
                  <a:lnTo>
                    <a:pt x="9887" y="366044"/>
                  </a:lnTo>
                  <a:lnTo>
                    <a:pt x="11344" y="365425"/>
                  </a:lnTo>
                  <a:lnTo>
                    <a:pt x="12744" y="364797"/>
                  </a:lnTo>
                  <a:lnTo>
                    <a:pt x="14135" y="364054"/>
                  </a:lnTo>
                  <a:lnTo>
                    <a:pt x="15593" y="363311"/>
                  </a:lnTo>
                  <a:lnTo>
                    <a:pt x="16993" y="362444"/>
                  </a:lnTo>
                  <a:lnTo>
                    <a:pt x="18393" y="361568"/>
                  </a:lnTo>
                  <a:lnTo>
                    <a:pt x="19784" y="360634"/>
                  </a:lnTo>
                  <a:lnTo>
                    <a:pt x="21250" y="359586"/>
                  </a:lnTo>
                  <a:lnTo>
                    <a:pt x="22641" y="358463"/>
                  </a:lnTo>
                  <a:lnTo>
                    <a:pt x="24041" y="357281"/>
                  </a:lnTo>
                  <a:lnTo>
                    <a:pt x="25498" y="356043"/>
                  </a:lnTo>
                  <a:lnTo>
                    <a:pt x="26899" y="354681"/>
                  </a:lnTo>
                  <a:lnTo>
                    <a:pt x="28289" y="353253"/>
                  </a:lnTo>
                  <a:lnTo>
                    <a:pt x="29756" y="351700"/>
                  </a:lnTo>
                  <a:lnTo>
                    <a:pt x="31147" y="350014"/>
                  </a:lnTo>
                  <a:lnTo>
                    <a:pt x="32547" y="348280"/>
                  </a:lnTo>
                  <a:lnTo>
                    <a:pt x="34004" y="346413"/>
                  </a:lnTo>
                  <a:lnTo>
                    <a:pt x="35404" y="344489"/>
                  </a:lnTo>
                  <a:lnTo>
                    <a:pt x="36795" y="342375"/>
                  </a:lnTo>
                  <a:lnTo>
                    <a:pt x="38262" y="340146"/>
                  </a:lnTo>
                  <a:lnTo>
                    <a:pt x="39653" y="337841"/>
                  </a:lnTo>
                  <a:lnTo>
                    <a:pt x="41053" y="335364"/>
                  </a:lnTo>
                  <a:lnTo>
                    <a:pt x="42510" y="332754"/>
                  </a:lnTo>
                  <a:lnTo>
                    <a:pt x="43910" y="330021"/>
                  </a:lnTo>
                  <a:lnTo>
                    <a:pt x="45301" y="327163"/>
                  </a:lnTo>
                  <a:lnTo>
                    <a:pt x="46768" y="324115"/>
                  </a:lnTo>
                  <a:lnTo>
                    <a:pt x="48159" y="320953"/>
                  </a:lnTo>
                  <a:lnTo>
                    <a:pt x="49558" y="317658"/>
                  </a:lnTo>
                  <a:lnTo>
                    <a:pt x="50959" y="314180"/>
                  </a:lnTo>
                  <a:lnTo>
                    <a:pt x="52416" y="310580"/>
                  </a:lnTo>
                  <a:lnTo>
                    <a:pt x="53807" y="306789"/>
                  </a:lnTo>
                  <a:lnTo>
                    <a:pt x="55207" y="302875"/>
                  </a:lnTo>
                  <a:lnTo>
                    <a:pt x="56664" y="298779"/>
                  </a:lnTo>
                  <a:lnTo>
                    <a:pt x="58064" y="294559"/>
                  </a:lnTo>
                  <a:lnTo>
                    <a:pt x="59465" y="290083"/>
                  </a:lnTo>
                  <a:lnTo>
                    <a:pt x="60922" y="285482"/>
                  </a:lnTo>
                  <a:lnTo>
                    <a:pt x="62313" y="280824"/>
                  </a:lnTo>
                  <a:lnTo>
                    <a:pt x="63713" y="275862"/>
                  </a:lnTo>
                  <a:lnTo>
                    <a:pt x="65170" y="270833"/>
                  </a:lnTo>
                  <a:lnTo>
                    <a:pt x="66570" y="265670"/>
                  </a:lnTo>
                  <a:lnTo>
                    <a:pt x="67970" y="260269"/>
                  </a:lnTo>
                  <a:lnTo>
                    <a:pt x="69428" y="254802"/>
                  </a:lnTo>
                  <a:lnTo>
                    <a:pt x="70819" y="249154"/>
                  </a:lnTo>
                  <a:lnTo>
                    <a:pt x="72219" y="243381"/>
                  </a:lnTo>
                  <a:lnTo>
                    <a:pt x="73676" y="237476"/>
                  </a:lnTo>
                  <a:lnTo>
                    <a:pt x="75076" y="231456"/>
                  </a:lnTo>
                  <a:lnTo>
                    <a:pt x="76476" y="225236"/>
                  </a:lnTo>
                  <a:lnTo>
                    <a:pt x="77867" y="218969"/>
                  </a:lnTo>
                  <a:lnTo>
                    <a:pt x="79334" y="212635"/>
                  </a:lnTo>
                  <a:lnTo>
                    <a:pt x="80724" y="206110"/>
                  </a:lnTo>
                  <a:lnTo>
                    <a:pt x="82125" y="199585"/>
                  </a:lnTo>
                  <a:lnTo>
                    <a:pt x="83582" y="192947"/>
                  </a:lnTo>
                  <a:lnTo>
                    <a:pt x="84982" y="186241"/>
                  </a:lnTo>
                  <a:lnTo>
                    <a:pt x="86373" y="179468"/>
                  </a:lnTo>
                  <a:lnTo>
                    <a:pt x="87830" y="172630"/>
                  </a:lnTo>
                  <a:lnTo>
                    <a:pt x="89230" y="165800"/>
                  </a:lnTo>
                  <a:lnTo>
                    <a:pt x="90630" y="158904"/>
                  </a:lnTo>
                  <a:lnTo>
                    <a:pt x="92088" y="152018"/>
                  </a:lnTo>
                  <a:lnTo>
                    <a:pt x="93488" y="145122"/>
                  </a:lnTo>
                  <a:lnTo>
                    <a:pt x="94879" y="138292"/>
                  </a:lnTo>
                  <a:lnTo>
                    <a:pt x="96345" y="131453"/>
                  </a:lnTo>
                  <a:lnTo>
                    <a:pt x="97736" y="124623"/>
                  </a:lnTo>
                  <a:lnTo>
                    <a:pt x="99136" y="117918"/>
                  </a:lnTo>
                  <a:lnTo>
                    <a:pt x="100593" y="111213"/>
                  </a:lnTo>
                  <a:lnTo>
                    <a:pt x="101994" y="104621"/>
                  </a:lnTo>
                  <a:lnTo>
                    <a:pt x="103384" y="98163"/>
                  </a:lnTo>
                  <a:lnTo>
                    <a:pt x="104851" y="91772"/>
                  </a:lnTo>
                  <a:lnTo>
                    <a:pt x="106242" y="85438"/>
                  </a:lnTo>
                  <a:lnTo>
                    <a:pt x="107642" y="79342"/>
                  </a:lnTo>
                  <a:lnTo>
                    <a:pt x="109033" y="73389"/>
                  </a:lnTo>
                  <a:lnTo>
                    <a:pt x="110500" y="67550"/>
                  </a:lnTo>
                  <a:lnTo>
                    <a:pt x="111890" y="61892"/>
                  </a:lnTo>
                  <a:lnTo>
                    <a:pt x="113290" y="56492"/>
                  </a:lnTo>
                  <a:lnTo>
                    <a:pt x="114748" y="51215"/>
                  </a:lnTo>
                  <a:lnTo>
                    <a:pt x="116148" y="46118"/>
                  </a:lnTo>
                  <a:lnTo>
                    <a:pt x="117539" y="41337"/>
                  </a:lnTo>
                  <a:lnTo>
                    <a:pt x="119005" y="36736"/>
                  </a:lnTo>
                  <a:lnTo>
                    <a:pt x="120396" y="32326"/>
                  </a:lnTo>
                  <a:lnTo>
                    <a:pt x="121796" y="28297"/>
                  </a:lnTo>
                  <a:lnTo>
                    <a:pt x="123253" y="24382"/>
                  </a:lnTo>
                  <a:lnTo>
                    <a:pt x="124654" y="20773"/>
                  </a:lnTo>
                  <a:lnTo>
                    <a:pt x="126044" y="17543"/>
                  </a:lnTo>
                  <a:lnTo>
                    <a:pt x="127511" y="14438"/>
                  </a:lnTo>
                  <a:lnTo>
                    <a:pt x="128902" y="11705"/>
                  </a:lnTo>
                  <a:lnTo>
                    <a:pt x="130302" y="9286"/>
                  </a:lnTo>
                  <a:lnTo>
                    <a:pt x="131759" y="7047"/>
                  </a:lnTo>
                  <a:lnTo>
                    <a:pt x="133160" y="5123"/>
                  </a:lnTo>
                  <a:lnTo>
                    <a:pt x="134550" y="3570"/>
                  </a:lnTo>
                  <a:lnTo>
                    <a:pt x="135950" y="2266"/>
                  </a:lnTo>
                  <a:lnTo>
                    <a:pt x="137408" y="1208"/>
                  </a:lnTo>
                  <a:lnTo>
                    <a:pt x="138808" y="589"/>
                  </a:lnTo>
                  <a:lnTo>
                    <a:pt x="140208" y="161"/>
                  </a:lnTo>
                  <a:lnTo>
                    <a:pt x="141665" y="-30"/>
                  </a:lnTo>
                  <a:lnTo>
                    <a:pt x="143066" y="161"/>
                  </a:lnTo>
                  <a:lnTo>
                    <a:pt x="144456" y="656"/>
                  </a:lnTo>
                  <a:lnTo>
                    <a:pt x="145914" y="1275"/>
                  </a:lnTo>
                  <a:lnTo>
                    <a:pt x="147314" y="2332"/>
                  </a:lnTo>
                  <a:lnTo>
                    <a:pt x="148714" y="3570"/>
                  </a:lnTo>
                  <a:lnTo>
                    <a:pt x="150171" y="5066"/>
                  </a:lnTo>
                  <a:lnTo>
                    <a:pt x="151562" y="6866"/>
                  </a:lnTo>
                  <a:lnTo>
                    <a:pt x="152962" y="8914"/>
                  </a:lnTo>
                  <a:lnTo>
                    <a:pt x="154419" y="11152"/>
                  </a:lnTo>
                  <a:lnTo>
                    <a:pt x="155819" y="13638"/>
                  </a:lnTo>
                  <a:lnTo>
                    <a:pt x="157220" y="16372"/>
                  </a:lnTo>
                  <a:lnTo>
                    <a:pt x="158677" y="19287"/>
                  </a:lnTo>
                  <a:lnTo>
                    <a:pt x="160077" y="22459"/>
                  </a:lnTo>
                  <a:lnTo>
                    <a:pt x="161468" y="25745"/>
                  </a:lnTo>
                  <a:lnTo>
                    <a:pt x="162868" y="29221"/>
                  </a:lnTo>
                  <a:lnTo>
                    <a:pt x="164325" y="32888"/>
                  </a:lnTo>
                  <a:lnTo>
                    <a:pt x="165726" y="36803"/>
                  </a:lnTo>
                  <a:lnTo>
                    <a:pt x="167116" y="40718"/>
                  </a:lnTo>
                  <a:lnTo>
                    <a:pt x="168583" y="44871"/>
                  </a:lnTo>
                  <a:lnTo>
                    <a:pt x="169974" y="49100"/>
                  </a:lnTo>
                  <a:lnTo>
                    <a:pt x="171374" y="53510"/>
                  </a:lnTo>
                  <a:lnTo>
                    <a:pt x="172831" y="57978"/>
                  </a:lnTo>
                  <a:lnTo>
                    <a:pt x="174231" y="62578"/>
                  </a:lnTo>
                  <a:lnTo>
                    <a:pt x="175622" y="67236"/>
                  </a:lnTo>
                  <a:lnTo>
                    <a:pt x="177089" y="71960"/>
                  </a:lnTo>
                  <a:lnTo>
                    <a:pt x="178479" y="76741"/>
                  </a:lnTo>
                  <a:lnTo>
                    <a:pt x="179880" y="81580"/>
                  </a:lnTo>
                  <a:lnTo>
                    <a:pt x="181337" y="86486"/>
                  </a:lnTo>
                  <a:lnTo>
                    <a:pt x="182737" y="91457"/>
                  </a:lnTo>
                  <a:lnTo>
                    <a:pt x="184128" y="96430"/>
                  </a:lnTo>
                  <a:lnTo>
                    <a:pt x="185595" y="101392"/>
                  </a:lnTo>
                  <a:lnTo>
                    <a:pt x="186985" y="106422"/>
                  </a:lnTo>
                  <a:lnTo>
                    <a:pt x="188385" y="111393"/>
                  </a:lnTo>
                  <a:lnTo>
                    <a:pt x="189843" y="116423"/>
                  </a:lnTo>
                  <a:lnTo>
                    <a:pt x="191243" y="121395"/>
                  </a:lnTo>
                  <a:lnTo>
                    <a:pt x="192634" y="126367"/>
                  </a:lnTo>
                  <a:lnTo>
                    <a:pt x="194034" y="131272"/>
                  </a:lnTo>
                  <a:lnTo>
                    <a:pt x="195491" y="136177"/>
                  </a:lnTo>
                  <a:lnTo>
                    <a:pt x="196891" y="141016"/>
                  </a:lnTo>
                  <a:lnTo>
                    <a:pt x="198282" y="145807"/>
                  </a:lnTo>
                  <a:lnTo>
                    <a:pt x="199749" y="150589"/>
                  </a:lnTo>
                  <a:lnTo>
                    <a:pt x="201139" y="155304"/>
                  </a:lnTo>
                  <a:lnTo>
                    <a:pt x="202540" y="159904"/>
                  </a:lnTo>
                  <a:lnTo>
                    <a:pt x="203997" y="164495"/>
                  </a:lnTo>
                  <a:lnTo>
                    <a:pt x="205397" y="168972"/>
                  </a:lnTo>
                  <a:lnTo>
                    <a:pt x="206788" y="173439"/>
                  </a:lnTo>
                  <a:lnTo>
                    <a:pt x="208255" y="177792"/>
                  </a:lnTo>
                  <a:lnTo>
                    <a:pt x="209645" y="182012"/>
                  </a:lnTo>
                  <a:lnTo>
                    <a:pt x="211045" y="186241"/>
                  </a:lnTo>
                  <a:lnTo>
                    <a:pt x="212503" y="190337"/>
                  </a:lnTo>
                  <a:lnTo>
                    <a:pt x="213903" y="194309"/>
                  </a:lnTo>
                  <a:lnTo>
                    <a:pt x="215294" y="198224"/>
                  </a:lnTo>
                  <a:lnTo>
                    <a:pt x="216761" y="202072"/>
                  </a:lnTo>
                  <a:lnTo>
                    <a:pt x="218151" y="205796"/>
                  </a:lnTo>
                  <a:lnTo>
                    <a:pt x="219551" y="209463"/>
                  </a:lnTo>
                  <a:lnTo>
                    <a:pt x="220952" y="213006"/>
                  </a:lnTo>
                  <a:lnTo>
                    <a:pt x="222409" y="216483"/>
                  </a:lnTo>
                  <a:lnTo>
                    <a:pt x="223799" y="219836"/>
                  </a:lnTo>
                  <a:lnTo>
                    <a:pt x="225200" y="223131"/>
                  </a:lnTo>
                  <a:lnTo>
                    <a:pt x="226657" y="226236"/>
                  </a:lnTo>
                  <a:lnTo>
                    <a:pt x="228057" y="229341"/>
                  </a:lnTo>
                  <a:lnTo>
                    <a:pt x="229457" y="232323"/>
                  </a:lnTo>
                  <a:lnTo>
                    <a:pt x="230915" y="235238"/>
                  </a:lnTo>
                  <a:lnTo>
                    <a:pt x="232315" y="238038"/>
                  </a:lnTo>
                  <a:lnTo>
                    <a:pt x="233705" y="240705"/>
                  </a:lnTo>
                  <a:lnTo>
                    <a:pt x="235163" y="243314"/>
                  </a:lnTo>
                  <a:lnTo>
                    <a:pt x="236563" y="245858"/>
                  </a:lnTo>
                  <a:lnTo>
                    <a:pt x="237963" y="248287"/>
                  </a:lnTo>
                  <a:lnTo>
                    <a:pt x="239420" y="250640"/>
                  </a:lnTo>
                  <a:lnTo>
                    <a:pt x="240821" y="252945"/>
                  </a:lnTo>
                  <a:lnTo>
                    <a:pt x="242211" y="255116"/>
                  </a:lnTo>
                  <a:lnTo>
                    <a:pt x="243669" y="257230"/>
                  </a:lnTo>
                  <a:lnTo>
                    <a:pt x="245069" y="259212"/>
                  </a:lnTo>
                  <a:lnTo>
                    <a:pt x="246469" y="261136"/>
                  </a:lnTo>
                  <a:lnTo>
                    <a:pt x="247926" y="263070"/>
                  </a:lnTo>
                  <a:lnTo>
                    <a:pt x="249327" y="264803"/>
                  </a:lnTo>
                  <a:lnTo>
                    <a:pt x="250717" y="266546"/>
                  </a:lnTo>
                  <a:lnTo>
                    <a:pt x="252117" y="268223"/>
                  </a:lnTo>
                  <a:lnTo>
                    <a:pt x="253575" y="269775"/>
                  </a:lnTo>
                  <a:lnTo>
                    <a:pt x="254975" y="271261"/>
                  </a:lnTo>
                  <a:lnTo>
                    <a:pt x="256365" y="272756"/>
                  </a:lnTo>
                  <a:lnTo>
                    <a:pt x="257832" y="274118"/>
                  </a:lnTo>
                  <a:lnTo>
                    <a:pt x="259223" y="275424"/>
                  </a:lnTo>
                  <a:lnTo>
                    <a:pt x="260623" y="276671"/>
                  </a:lnTo>
                  <a:lnTo>
                    <a:pt x="262080" y="277909"/>
                  </a:lnTo>
                  <a:lnTo>
                    <a:pt x="263481" y="279024"/>
                  </a:lnTo>
                  <a:lnTo>
                    <a:pt x="264871" y="280148"/>
                  </a:lnTo>
                  <a:lnTo>
                    <a:pt x="266338" y="281205"/>
                  </a:lnTo>
                  <a:lnTo>
                    <a:pt x="267729" y="282196"/>
                  </a:lnTo>
                  <a:lnTo>
                    <a:pt x="269129" y="283129"/>
                  </a:lnTo>
                  <a:lnTo>
                    <a:pt x="270586" y="284063"/>
                  </a:lnTo>
                  <a:lnTo>
                    <a:pt x="271987" y="284863"/>
                  </a:lnTo>
                  <a:lnTo>
                    <a:pt x="273377" y="285739"/>
                  </a:lnTo>
                  <a:lnTo>
                    <a:pt x="274844" y="286482"/>
                  </a:lnTo>
                  <a:lnTo>
                    <a:pt x="276235" y="287225"/>
                  </a:lnTo>
                  <a:lnTo>
                    <a:pt x="277635" y="287911"/>
                  </a:lnTo>
                  <a:lnTo>
                    <a:pt x="279035" y="288597"/>
                  </a:lnTo>
                  <a:lnTo>
                    <a:pt x="280492" y="289216"/>
                  </a:lnTo>
                  <a:lnTo>
                    <a:pt x="281883" y="289835"/>
                  </a:lnTo>
                  <a:lnTo>
                    <a:pt x="283283" y="290397"/>
                  </a:lnTo>
                  <a:lnTo>
                    <a:pt x="284740" y="290949"/>
                  </a:lnTo>
                  <a:lnTo>
                    <a:pt x="286141" y="291445"/>
                  </a:lnTo>
                  <a:lnTo>
                    <a:pt x="287531" y="291949"/>
                  </a:lnTo>
                  <a:lnTo>
                    <a:pt x="288998" y="292445"/>
                  </a:lnTo>
                  <a:lnTo>
                    <a:pt x="290389" y="292873"/>
                  </a:lnTo>
                  <a:lnTo>
                    <a:pt x="291789" y="293311"/>
                  </a:lnTo>
                  <a:lnTo>
                    <a:pt x="293246" y="293750"/>
                  </a:lnTo>
                  <a:lnTo>
                    <a:pt x="294646" y="294121"/>
                  </a:lnTo>
                  <a:lnTo>
                    <a:pt x="296047" y="294493"/>
                  </a:lnTo>
                  <a:lnTo>
                    <a:pt x="297504" y="294864"/>
                  </a:lnTo>
                  <a:lnTo>
                    <a:pt x="298894" y="295236"/>
                  </a:lnTo>
                  <a:lnTo>
                    <a:pt x="300295" y="295550"/>
                  </a:lnTo>
                  <a:lnTo>
                    <a:pt x="301752" y="295855"/>
                  </a:lnTo>
                  <a:lnTo>
                    <a:pt x="303152" y="296169"/>
                  </a:lnTo>
                  <a:lnTo>
                    <a:pt x="304553" y="296483"/>
                  </a:lnTo>
                  <a:lnTo>
                    <a:pt x="306010" y="296788"/>
                  </a:lnTo>
                  <a:lnTo>
                    <a:pt x="307400" y="297102"/>
                  </a:lnTo>
                  <a:lnTo>
                    <a:pt x="308801" y="297407"/>
                  </a:lnTo>
                  <a:lnTo>
                    <a:pt x="310201" y="297665"/>
                  </a:lnTo>
                  <a:lnTo>
                    <a:pt x="311658" y="297969"/>
                  </a:lnTo>
                  <a:lnTo>
                    <a:pt x="313058" y="298217"/>
                  </a:lnTo>
                  <a:lnTo>
                    <a:pt x="314449" y="298531"/>
                  </a:lnTo>
                  <a:lnTo>
                    <a:pt x="315906" y="298779"/>
                  </a:lnTo>
                  <a:lnTo>
                    <a:pt x="317306" y="299093"/>
                  </a:lnTo>
                  <a:lnTo>
                    <a:pt x="318707" y="299341"/>
                  </a:lnTo>
                  <a:lnTo>
                    <a:pt x="320164" y="299645"/>
                  </a:lnTo>
                  <a:lnTo>
                    <a:pt x="321564" y="299893"/>
                  </a:lnTo>
                  <a:lnTo>
                    <a:pt x="322955" y="300208"/>
                  </a:lnTo>
                  <a:lnTo>
                    <a:pt x="324412" y="300522"/>
                  </a:lnTo>
                  <a:lnTo>
                    <a:pt x="325812" y="300827"/>
                  </a:lnTo>
                  <a:lnTo>
                    <a:pt x="327212" y="301141"/>
                  </a:lnTo>
                  <a:lnTo>
                    <a:pt x="328670" y="301446"/>
                  </a:lnTo>
                  <a:lnTo>
                    <a:pt x="330070" y="301760"/>
                  </a:lnTo>
                  <a:lnTo>
                    <a:pt x="331460" y="302065"/>
                  </a:lnTo>
                  <a:lnTo>
                    <a:pt x="332918" y="302446"/>
                  </a:lnTo>
                  <a:lnTo>
                    <a:pt x="334318" y="302817"/>
                  </a:lnTo>
                  <a:lnTo>
                    <a:pt x="335718" y="303122"/>
                  </a:lnTo>
                  <a:lnTo>
                    <a:pt x="337109" y="303494"/>
                  </a:lnTo>
                  <a:lnTo>
                    <a:pt x="338576" y="303932"/>
                  </a:lnTo>
                  <a:lnTo>
                    <a:pt x="339966" y="304303"/>
                  </a:lnTo>
                  <a:lnTo>
                    <a:pt x="341367" y="304675"/>
                  </a:lnTo>
                  <a:lnTo>
                    <a:pt x="342824" y="305113"/>
                  </a:lnTo>
                  <a:lnTo>
                    <a:pt x="344224" y="305551"/>
                  </a:lnTo>
                  <a:lnTo>
                    <a:pt x="345615" y="305980"/>
                  </a:lnTo>
                  <a:lnTo>
                    <a:pt x="347082" y="306484"/>
                  </a:lnTo>
                  <a:lnTo>
                    <a:pt x="348472" y="306913"/>
                  </a:lnTo>
                  <a:lnTo>
                    <a:pt x="349872" y="307408"/>
                  </a:lnTo>
                  <a:lnTo>
                    <a:pt x="351330" y="307904"/>
                  </a:lnTo>
                  <a:lnTo>
                    <a:pt x="352730" y="308409"/>
                  </a:lnTo>
                  <a:lnTo>
                    <a:pt x="354120" y="308961"/>
                  </a:lnTo>
                  <a:lnTo>
                    <a:pt x="355588" y="309456"/>
                  </a:lnTo>
                  <a:lnTo>
                    <a:pt x="356978" y="310019"/>
                  </a:lnTo>
                  <a:lnTo>
                    <a:pt x="358378" y="310580"/>
                  </a:lnTo>
                  <a:lnTo>
                    <a:pt x="359836" y="311142"/>
                  </a:lnTo>
                  <a:lnTo>
                    <a:pt x="361236" y="311761"/>
                  </a:lnTo>
                  <a:lnTo>
                    <a:pt x="362626" y="312314"/>
                  </a:lnTo>
                  <a:lnTo>
                    <a:pt x="364027" y="312942"/>
                  </a:lnTo>
                  <a:lnTo>
                    <a:pt x="365484" y="313561"/>
                  </a:lnTo>
                  <a:lnTo>
                    <a:pt x="366884" y="314180"/>
                  </a:lnTo>
                  <a:lnTo>
                    <a:pt x="368284" y="314800"/>
                  </a:lnTo>
                  <a:lnTo>
                    <a:pt x="369742" y="315486"/>
                  </a:lnTo>
                  <a:lnTo>
                    <a:pt x="371132" y="316105"/>
                  </a:lnTo>
                  <a:lnTo>
                    <a:pt x="372532" y="316791"/>
                  </a:lnTo>
                  <a:lnTo>
                    <a:pt x="373990" y="317476"/>
                  </a:lnTo>
                  <a:lnTo>
                    <a:pt x="375390" y="318153"/>
                  </a:lnTo>
                  <a:lnTo>
                    <a:pt x="376790" y="318838"/>
                  </a:lnTo>
                  <a:lnTo>
                    <a:pt x="378247" y="319524"/>
                  </a:lnTo>
                  <a:lnTo>
                    <a:pt x="379638" y="320210"/>
                  </a:lnTo>
                  <a:lnTo>
                    <a:pt x="381038" y="320953"/>
                  </a:lnTo>
                  <a:lnTo>
                    <a:pt x="382495" y="321639"/>
                  </a:lnTo>
                  <a:lnTo>
                    <a:pt x="383896" y="322315"/>
                  </a:lnTo>
                  <a:lnTo>
                    <a:pt x="385296" y="323058"/>
                  </a:lnTo>
                  <a:lnTo>
                    <a:pt x="386753" y="323744"/>
                  </a:lnTo>
                  <a:lnTo>
                    <a:pt x="388144" y="324487"/>
                  </a:lnTo>
                  <a:lnTo>
                    <a:pt x="389544" y="325173"/>
                  </a:lnTo>
                  <a:lnTo>
                    <a:pt x="391001" y="325915"/>
                  </a:lnTo>
                  <a:lnTo>
                    <a:pt x="392402" y="326601"/>
                  </a:lnTo>
                  <a:lnTo>
                    <a:pt x="393802" y="327287"/>
                  </a:lnTo>
                  <a:lnTo>
                    <a:pt x="395192" y="328030"/>
                  </a:lnTo>
                  <a:lnTo>
                    <a:pt x="396659" y="328716"/>
                  </a:lnTo>
                  <a:lnTo>
                    <a:pt x="398050" y="329402"/>
                  </a:lnTo>
                  <a:lnTo>
                    <a:pt x="399450" y="330078"/>
                  </a:lnTo>
                  <a:lnTo>
                    <a:pt x="400907" y="330764"/>
                  </a:lnTo>
                  <a:lnTo>
                    <a:pt x="402308" y="331450"/>
                  </a:lnTo>
                  <a:lnTo>
                    <a:pt x="403698" y="332069"/>
                  </a:lnTo>
                  <a:lnTo>
                    <a:pt x="405155" y="332754"/>
                  </a:lnTo>
                  <a:lnTo>
                    <a:pt x="406556" y="333374"/>
                  </a:lnTo>
                  <a:lnTo>
                    <a:pt x="407956" y="334060"/>
                  </a:lnTo>
                  <a:lnTo>
                    <a:pt x="409413" y="334679"/>
                  </a:lnTo>
                  <a:lnTo>
                    <a:pt x="410813" y="335298"/>
                  </a:lnTo>
                  <a:lnTo>
                    <a:pt x="412204" y="335859"/>
                  </a:lnTo>
                  <a:lnTo>
                    <a:pt x="413671" y="336479"/>
                  </a:lnTo>
                  <a:lnTo>
                    <a:pt x="415061" y="337041"/>
                  </a:lnTo>
                  <a:lnTo>
                    <a:pt x="416462" y="337593"/>
                  </a:lnTo>
                  <a:lnTo>
                    <a:pt x="417919" y="338155"/>
                  </a:lnTo>
                  <a:lnTo>
                    <a:pt x="419319" y="338717"/>
                  </a:lnTo>
                  <a:lnTo>
                    <a:pt x="420710" y="339270"/>
                  </a:lnTo>
                  <a:lnTo>
                    <a:pt x="422110" y="339774"/>
                  </a:lnTo>
                  <a:lnTo>
                    <a:pt x="423567" y="340270"/>
                  </a:lnTo>
                  <a:lnTo>
                    <a:pt x="424968" y="340698"/>
                  </a:lnTo>
                  <a:lnTo>
                    <a:pt x="426358" y="341203"/>
                  </a:lnTo>
                  <a:lnTo>
                    <a:pt x="427825" y="341632"/>
                  </a:lnTo>
                  <a:lnTo>
                    <a:pt x="429216" y="342070"/>
                  </a:lnTo>
                  <a:lnTo>
                    <a:pt x="430616" y="342442"/>
                  </a:lnTo>
                  <a:lnTo>
                    <a:pt x="432073" y="342879"/>
                  </a:lnTo>
                  <a:lnTo>
                    <a:pt x="433473" y="343251"/>
                  </a:lnTo>
                  <a:lnTo>
                    <a:pt x="434864" y="343556"/>
                  </a:lnTo>
                  <a:lnTo>
                    <a:pt x="436331" y="343928"/>
                  </a:lnTo>
                  <a:lnTo>
                    <a:pt x="437721" y="344241"/>
                  </a:lnTo>
                  <a:lnTo>
                    <a:pt x="439122" y="344489"/>
                  </a:lnTo>
                  <a:lnTo>
                    <a:pt x="440579" y="344804"/>
                  </a:lnTo>
                  <a:lnTo>
                    <a:pt x="441979" y="345051"/>
                  </a:lnTo>
                  <a:lnTo>
                    <a:pt x="443370" y="345232"/>
                  </a:lnTo>
                  <a:lnTo>
                    <a:pt x="444837" y="345423"/>
                  </a:lnTo>
                  <a:lnTo>
                    <a:pt x="446227" y="345604"/>
                  </a:lnTo>
                  <a:lnTo>
                    <a:pt x="447628" y="345737"/>
                  </a:lnTo>
                  <a:lnTo>
                    <a:pt x="449085" y="345861"/>
                  </a:lnTo>
                  <a:lnTo>
                    <a:pt x="450485" y="345918"/>
                  </a:lnTo>
                  <a:lnTo>
                    <a:pt x="451876" y="345985"/>
                  </a:lnTo>
                  <a:lnTo>
                    <a:pt x="453276" y="346042"/>
                  </a:lnTo>
                  <a:lnTo>
                    <a:pt x="454733" y="346042"/>
                  </a:lnTo>
                  <a:lnTo>
                    <a:pt x="456133" y="345985"/>
                  </a:lnTo>
                  <a:lnTo>
                    <a:pt x="457533" y="345918"/>
                  </a:lnTo>
                  <a:lnTo>
                    <a:pt x="458991" y="345794"/>
                  </a:lnTo>
                  <a:lnTo>
                    <a:pt x="460381" y="345670"/>
                  </a:lnTo>
                  <a:lnTo>
                    <a:pt x="461782" y="345480"/>
                  </a:lnTo>
                  <a:lnTo>
                    <a:pt x="463239" y="345299"/>
                  </a:lnTo>
                  <a:lnTo>
                    <a:pt x="464639" y="345051"/>
                  </a:lnTo>
                  <a:lnTo>
                    <a:pt x="466039" y="344737"/>
                  </a:lnTo>
                  <a:lnTo>
                    <a:pt x="467497" y="344432"/>
                  </a:lnTo>
                  <a:lnTo>
                    <a:pt x="468887" y="344061"/>
                  </a:lnTo>
                  <a:lnTo>
                    <a:pt x="470287" y="343622"/>
                  </a:lnTo>
                  <a:lnTo>
                    <a:pt x="471745" y="343127"/>
                  </a:lnTo>
                  <a:lnTo>
                    <a:pt x="473145" y="342632"/>
                  </a:lnTo>
                  <a:lnTo>
                    <a:pt x="474545" y="342070"/>
                  </a:lnTo>
                  <a:lnTo>
                    <a:pt x="476003" y="341508"/>
                  </a:lnTo>
                  <a:lnTo>
                    <a:pt x="477393" y="340822"/>
                  </a:lnTo>
                  <a:lnTo>
                    <a:pt x="478793" y="340146"/>
                  </a:lnTo>
                  <a:lnTo>
                    <a:pt x="480193" y="339393"/>
                  </a:lnTo>
                  <a:lnTo>
                    <a:pt x="481651" y="338594"/>
                  </a:lnTo>
                  <a:lnTo>
                    <a:pt x="483051" y="337717"/>
                  </a:lnTo>
                  <a:lnTo>
                    <a:pt x="484442" y="336793"/>
                  </a:lnTo>
                  <a:lnTo>
                    <a:pt x="485908" y="335859"/>
                  </a:lnTo>
                  <a:lnTo>
                    <a:pt x="487299" y="334859"/>
                  </a:lnTo>
                  <a:lnTo>
                    <a:pt x="488699" y="333812"/>
                  </a:lnTo>
                  <a:lnTo>
                    <a:pt x="490157" y="332688"/>
                  </a:lnTo>
                  <a:lnTo>
                    <a:pt x="491557" y="331507"/>
                  </a:lnTo>
                  <a:lnTo>
                    <a:pt x="492947" y="330268"/>
                  </a:lnTo>
                  <a:lnTo>
                    <a:pt x="494414" y="329021"/>
                  </a:lnTo>
                  <a:lnTo>
                    <a:pt x="495805" y="327725"/>
                  </a:lnTo>
                  <a:lnTo>
                    <a:pt x="497205" y="326354"/>
                  </a:lnTo>
                  <a:lnTo>
                    <a:pt x="498662" y="324925"/>
                  </a:lnTo>
                  <a:lnTo>
                    <a:pt x="500063" y="323439"/>
                  </a:lnTo>
                  <a:lnTo>
                    <a:pt x="501453" y="321886"/>
                  </a:lnTo>
                  <a:lnTo>
                    <a:pt x="502920" y="320334"/>
                  </a:lnTo>
                  <a:lnTo>
                    <a:pt x="504311" y="318715"/>
                  </a:lnTo>
                  <a:lnTo>
                    <a:pt x="505711" y="317038"/>
                  </a:lnTo>
                  <a:lnTo>
                    <a:pt x="507168" y="315362"/>
                  </a:lnTo>
                  <a:lnTo>
                    <a:pt x="508568" y="313619"/>
                  </a:lnTo>
                  <a:lnTo>
                    <a:pt x="509959" y="311818"/>
                  </a:lnTo>
                  <a:lnTo>
                    <a:pt x="511359" y="310019"/>
                  </a:lnTo>
                  <a:lnTo>
                    <a:pt x="512817" y="308161"/>
                  </a:lnTo>
                  <a:lnTo>
                    <a:pt x="514217" y="306227"/>
                  </a:lnTo>
                  <a:lnTo>
                    <a:pt x="515607" y="304370"/>
                  </a:lnTo>
                  <a:lnTo>
                    <a:pt x="517074" y="302379"/>
                  </a:lnTo>
                  <a:lnTo>
                    <a:pt x="518465" y="300455"/>
                  </a:lnTo>
                  <a:lnTo>
                    <a:pt x="519865" y="298465"/>
                  </a:lnTo>
                  <a:lnTo>
                    <a:pt x="521322" y="296416"/>
                  </a:lnTo>
                  <a:lnTo>
                    <a:pt x="522723" y="294426"/>
                  </a:lnTo>
                  <a:lnTo>
                    <a:pt x="524113" y="292378"/>
                  </a:lnTo>
                  <a:lnTo>
                    <a:pt x="525580" y="290330"/>
                  </a:lnTo>
                  <a:lnTo>
                    <a:pt x="526971" y="288282"/>
                  </a:lnTo>
                  <a:lnTo>
                    <a:pt x="528371" y="286235"/>
                  </a:lnTo>
                  <a:lnTo>
                    <a:pt x="529828" y="284186"/>
                  </a:lnTo>
                  <a:lnTo>
                    <a:pt x="531228" y="282129"/>
                  </a:lnTo>
                  <a:lnTo>
                    <a:pt x="532628" y="280081"/>
                  </a:lnTo>
                  <a:lnTo>
                    <a:pt x="534086" y="278100"/>
                  </a:lnTo>
                  <a:lnTo>
                    <a:pt x="535477" y="276110"/>
                  </a:lnTo>
                  <a:lnTo>
                    <a:pt x="536877" y="274118"/>
                  </a:lnTo>
                  <a:lnTo>
                    <a:pt x="538277" y="272137"/>
                  </a:lnTo>
                  <a:lnTo>
                    <a:pt x="539734" y="270204"/>
                  </a:lnTo>
                  <a:lnTo>
                    <a:pt x="541134" y="268347"/>
                  </a:lnTo>
                  <a:lnTo>
                    <a:pt x="542525" y="266479"/>
                  </a:lnTo>
                  <a:lnTo>
                    <a:pt x="543982" y="264679"/>
                  </a:lnTo>
                  <a:lnTo>
                    <a:pt x="545383" y="262879"/>
                  </a:lnTo>
                  <a:lnTo>
                    <a:pt x="546783" y="261136"/>
                  </a:lnTo>
                  <a:lnTo>
                    <a:pt x="548240" y="259526"/>
                  </a:lnTo>
                  <a:lnTo>
                    <a:pt x="549640" y="257907"/>
                  </a:lnTo>
                  <a:lnTo>
                    <a:pt x="551031" y="256297"/>
                  </a:lnTo>
                  <a:lnTo>
                    <a:pt x="552488" y="254802"/>
                  </a:lnTo>
                  <a:lnTo>
                    <a:pt x="553889" y="253373"/>
                  </a:lnTo>
                  <a:lnTo>
                    <a:pt x="555288" y="252011"/>
                  </a:lnTo>
                  <a:lnTo>
                    <a:pt x="556746" y="250763"/>
                  </a:lnTo>
                  <a:lnTo>
                    <a:pt x="558146" y="249525"/>
                  </a:lnTo>
                  <a:lnTo>
                    <a:pt x="559537" y="248411"/>
                  </a:lnTo>
                  <a:lnTo>
                    <a:pt x="561003" y="247353"/>
                  </a:lnTo>
                  <a:lnTo>
                    <a:pt x="562394" y="246353"/>
                  </a:lnTo>
                  <a:lnTo>
                    <a:pt x="563794" y="245486"/>
                  </a:lnTo>
                  <a:lnTo>
                    <a:pt x="565185" y="244677"/>
                  </a:lnTo>
                  <a:lnTo>
                    <a:pt x="566652" y="244000"/>
                  </a:lnTo>
                  <a:lnTo>
                    <a:pt x="568043" y="243381"/>
                  </a:lnTo>
                  <a:lnTo>
                    <a:pt x="569443" y="242819"/>
                  </a:lnTo>
                  <a:lnTo>
                    <a:pt x="570900" y="242448"/>
                  </a:lnTo>
                  <a:lnTo>
                    <a:pt x="572300" y="242134"/>
                  </a:lnTo>
                  <a:lnTo>
                    <a:pt x="573691" y="241886"/>
                  </a:lnTo>
                  <a:lnTo>
                    <a:pt x="575158" y="241762"/>
                  </a:lnTo>
                  <a:lnTo>
                    <a:pt x="576548" y="241695"/>
                  </a:lnTo>
                  <a:lnTo>
                    <a:pt x="577948" y="241762"/>
                  </a:lnTo>
                  <a:lnTo>
                    <a:pt x="579406" y="241943"/>
                  </a:lnTo>
                  <a:lnTo>
                    <a:pt x="580806" y="242258"/>
                  </a:lnTo>
                  <a:lnTo>
                    <a:pt x="582197" y="242571"/>
                  </a:lnTo>
                  <a:lnTo>
                    <a:pt x="583663" y="243067"/>
                  </a:lnTo>
                  <a:lnTo>
                    <a:pt x="585054" y="243629"/>
                  </a:lnTo>
                  <a:lnTo>
                    <a:pt x="586454" y="244305"/>
                  </a:lnTo>
                  <a:lnTo>
                    <a:pt x="587912" y="245058"/>
                  </a:lnTo>
                  <a:lnTo>
                    <a:pt x="589312" y="245925"/>
                  </a:lnTo>
                  <a:lnTo>
                    <a:pt x="590703" y="246915"/>
                  </a:lnTo>
                  <a:lnTo>
                    <a:pt x="592169" y="247972"/>
                  </a:lnTo>
                  <a:lnTo>
                    <a:pt x="593560" y="249087"/>
                  </a:lnTo>
                  <a:lnTo>
                    <a:pt x="594960" y="250334"/>
                  </a:lnTo>
                  <a:lnTo>
                    <a:pt x="596351" y="251640"/>
                  </a:lnTo>
                  <a:lnTo>
                    <a:pt x="597818" y="253069"/>
                  </a:lnTo>
                  <a:lnTo>
                    <a:pt x="599208" y="254554"/>
                  </a:lnTo>
                  <a:lnTo>
                    <a:pt x="600609" y="256107"/>
                  </a:lnTo>
                  <a:lnTo>
                    <a:pt x="602066" y="257726"/>
                  </a:lnTo>
                  <a:lnTo>
                    <a:pt x="603466" y="259459"/>
                  </a:lnTo>
                  <a:lnTo>
                    <a:pt x="604866" y="261203"/>
                  </a:lnTo>
                  <a:lnTo>
                    <a:pt x="606323" y="263070"/>
                  </a:lnTo>
                  <a:lnTo>
                    <a:pt x="607714" y="264993"/>
                  </a:lnTo>
                  <a:lnTo>
                    <a:pt x="609114" y="266918"/>
                  </a:lnTo>
                  <a:lnTo>
                    <a:pt x="610572" y="268966"/>
                  </a:lnTo>
                  <a:lnTo>
                    <a:pt x="611972" y="271013"/>
                  </a:lnTo>
                  <a:lnTo>
                    <a:pt x="613362" y="273128"/>
                  </a:lnTo>
                  <a:lnTo>
                    <a:pt x="614829" y="275243"/>
                  </a:lnTo>
                  <a:lnTo>
                    <a:pt x="616220" y="277471"/>
                  </a:lnTo>
                  <a:lnTo>
                    <a:pt x="617620" y="279652"/>
                  </a:lnTo>
                  <a:lnTo>
                    <a:pt x="619078" y="281948"/>
                  </a:lnTo>
                  <a:lnTo>
                    <a:pt x="620478" y="284186"/>
                  </a:lnTo>
                  <a:lnTo>
                    <a:pt x="621878" y="286482"/>
                  </a:lnTo>
                  <a:lnTo>
                    <a:pt x="623269" y="288777"/>
                  </a:lnTo>
                  <a:lnTo>
                    <a:pt x="624726" y="291139"/>
                  </a:lnTo>
                  <a:lnTo>
                    <a:pt x="626126" y="293435"/>
                  </a:lnTo>
                  <a:lnTo>
                    <a:pt x="627526" y="295797"/>
                  </a:lnTo>
                  <a:lnTo>
                    <a:pt x="628983" y="298093"/>
                  </a:lnTo>
                  <a:lnTo>
                    <a:pt x="630384" y="300455"/>
                  </a:lnTo>
                  <a:lnTo>
                    <a:pt x="631774" y="302751"/>
                  </a:lnTo>
                  <a:lnTo>
                    <a:pt x="633232" y="305056"/>
                  </a:lnTo>
                  <a:lnTo>
                    <a:pt x="634632" y="307351"/>
                  </a:lnTo>
                  <a:lnTo>
                    <a:pt x="636032" y="309647"/>
                  </a:lnTo>
                  <a:lnTo>
                    <a:pt x="637489" y="311885"/>
                  </a:lnTo>
                  <a:lnTo>
                    <a:pt x="638889" y="314124"/>
                  </a:lnTo>
                  <a:lnTo>
                    <a:pt x="640280" y="316295"/>
                  </a:lnTo>
                  <a:lnTo>
                    <a:pt x="641737" y="318467"/>
                  </a:lnTo>
                  <a:lnTo>
                    <a:pt x="643138" y="320639"/>
                  </a:lnTo>
                  <a:lnTo>
                    <a:pt x="644538" y="322686"/>
                  </a:lnTo>
                  <a:lnTo>
                    <a:pt x="645995" y="324744"/>
                  </a:lnTo>
                  <a:lnTo>
                    <a:pt x="647395" y="326792"/>
                  </a:lnTo>
                  <a:lnTo>
                    <a:pt x="648786" y="328773"/>
                  </a:lnTo>
                  <a:lnTo>
                    <a:pt x="650253" y="330697"/>
                  </a:lnTo>
                  <a:lnTo>
                    <a:pt x="651643" y="332564"/>
                  </a:lnTo>
                  <a:lnTo>
                    <a:pt x="653043" y="334431"/>
                  </a:lnTo>
                  <a:lnTo>
                    <a:pt x="654434" y="336165"/>
                  </a:lnTo>
                  <a:lnTo>
                    <a:pt x="655901" y="337908"/>
                  </a:lnTo>
                  <a:lnTo>
                    <a:pt x="657292" y="339641"/>
                  </a:lnTo>
                  <a:lnTo>
                    <a:pt x="658692" y="341260"/>
                  </a:lnTo>
                  <a:lnTo>
                    <a:pt x="660149" y="342813"/>
                  </a:lnTo>
                  <a:lnTo>
                    <a:pt x="661549" y="344365"/>
                  </a:lnTo>
                  <a:lnTo>
                    <a:pt x="662940" y="345861"/>
                  </a:lnTo>
                  <a:lnTo>
                    <a:pt x="664407" y="347290"/>
                  </a:lnTo>
                  <a:lnTo>
                    <a:pt x="665798" y="348652"/>
                  </a:lnTo>
                  <a:lnTo>
                    <a:pt x="667198" y="349957"/>
                  </a:lnTo>
                  <a:lnTo>
                    <a:pt x="668655" y="351195"/>
                  </a:lnTo>
                  <a:lnTo>
                    <a:pt x="670055" y="352443"/>
                  </a:lnTo>
                  <a:lnTo>
                    <a:pt x="671446" y="353624"/>
                  </a:lnTo>
                  <a:lnTo>
                    <a:pt x="672913" y="354738"/>
                  </a:lnTo>
                  <a:lnTo>
                    <a:pt x="674304" y="355795"/>
                  </a:lnTo>
                  <a:lnTo>
                    <a:pt x="675703" y="356853"/>
                  </a:lnTo>
                  <a:lnTo>
                    <a:pt x="677161" y="357786"/>
                  </a:lnTo>
                  <a:lnTo>
                    <a:pt x="678561" y="358710"/>
                  </a:lnTo>
                  <a:lnTo>
                    <a:pt x="679952" y="359586"/>
                  </a:lnTo>
                  <a:lnTo>
                    <a:pt x="681352" y="360453"/>
                  </a:lnTo>
                  <a:lnTo>
                    <a:pt x="682809" y="361196"/>
                  </a:lnTo>
                  <a:lnTo>
                    <a:pt x="684209" y="362005"/>
                  </a:lnTo>
                  <a:lnTo>
                    <a:pt x="685610" y="362691"/>
                  </a:lnTo>
                  <a:lnTo>
                    <a:pt x="687067" y="363368"/>
                  </a:lnTo>
                  <a:lnTo>
                    <a:pt x="688458" y="363997"/>
                  </a:lnTo>
                  <a:lnTo>
                    <a:pt x="689858" y="364616"/>
                  </a:lnTo>
                  <a:lnTo>
                    <a:pt x="691315" y="365168"/>
                  </a:lnTo>
                  <a:lnTo>
                    <a:pt x="692715" y="365673"/>
                  </a:lnTo>
                  <a:lnTo>
                    <a:pt x="694115" y="366168"/>
                  </a:lnTo>
                  <a:lnTo>
                    <a:pt x="695573" y="366663"/>
                  </a:lnTo>
                  <a:lnTo>
                    <a:pt x="696963" y="367102"/>
                  </a:lnTo>
                  <a:lnTo>
                    <a:pt x="698363" y="367473"/>
                  </a:lnTo>
                  <a:lnTo>
                    <a:pt x="699821" y="367902"/>
                  </a:lnTo>
                  <a:lnTo>
                    <a:pt x="701221" y="368216"/>
                  </a:lnTo>
                  <a:lnTo>
                    <a:pt x="702621" y="368588"/>
                  </a:lnTo>
                  <a:lnTo>
                    <a:pt x="704079" y="368902"/>
                  </a:lnTo>
                  <a:lnTo>
                    <a:pt x="705479" y="369149"/>
                  </a:lnTo>
                  <a:lnTo>
                    <a:pt x="706869" y="369454"/>
                  </a:lnTo>
                  <a:lnTo>
                    <a:pt x="708327" y="369711"/>
                  </a:lnTo>
                  <a:lnTo>
                    <a:pt x="709727" y="369959"/>
                  </a:lnTo>
                  <a:lnTo>
                    <a:pt x="711127" y="370140"/>
                  </a:lnTo>
                  <a:lnTo>
                    <a:pt x="712518" y="370331"/>
                  </a:lnTo>
                  <a:lnTo>
                    <a:pt x="713975" y="370511"/>
                  </a:lnTo>
                  <a:lnTo>
                    <a:pt x="715375" y="370702"/>
                  </a:lnTo>
                  <a:lnTo>
                    <a:pt x="716776" y="370826"/>
                  </a:lnTo>
                  <a:lnTo>
                    <a:pt x="718233" y="371007"/>
                  </a:lnTo>
                  <a:lnTo>
                    <a:pt x="719633" y="371130"/>
                  </a:lnTo>
                  <a:lnTo>
                    <a:pt x="721024" y="371264"/>
                  </a:lnTo>
                  <a:lnTo>
                    <a:pt x="722490" y="371321"/>
                  </a:lnTo>
                  <a:lnTo>
                    <a:pt x="723881" y="371445"/>
                  </a:lnTo>
                </a:path>
              </a:pathLst>
            </a:custGeom>
            <a:noFill/>
            <a:ln w="7242" cap="flat">
              <a:solidFill>
                <a:srgbClr val="000000"/>
              </a:solidFill>
              <a:prstDash val="solid"/>
              <a:round/>
            </a:ln>
          </p:spPr>
          <p:txBody>
            <a:bodyPr/>
            <a:lstStyle/>
            <a:p>
              <a:endParaRPr lang="zh-CN" altLang="en-US" sz="2190"/>
            </a:p>
          </p:txBody>
        </p:sp>
        <p:sp>
          <p:nvSpPr>
            <p:cNvPr id="958" name="任意多边形: 形状 957"/>
            <p:cNvSpPr/>
            <p:nvPr/>
          </p:nvSpPr>
          <p:spPr>
            <a:xfrm>
              <a:off x="4315287" y="5178947"/>
              <a:ext cx="723900" cy="352425"/>
            </a:xfrm>
            <a:custGeom>
              <a:avLst/>
              <a:gdLst>
                <a:gd name="csX0" fmla="*/ -19 w 723900"/>
                <a:gd name="csY0" fmla="*/ 349004 h 352425"/>
                <a:gd name="csX1" fmla="*/ 1381 w 723900"/>
                <a:gd name="csY1" fmla="*/ 348623 h 352425"/>
                <a:gd name="csX2" fmla="*/ 2838 w 723900"/>
                <a:gd name="csY2" fmla="*/ 348242 h 352425"/>
                <a:gd name="csX3" fmla="*/ 4229 w 723900"/>
                <a:gd name="csY3" fmla="*/ 347861 h 352425"/>
                <a:gd name="csX4" fmla="*/ 5629 w 723900"/>
                <a:gd name="csY4" fmla="*/ 347413 h 352425"/>
                <a:gd name="csX5" fmla="*/ 7087 w 723900"/>
                <a:gd name="csY5" fmla="*/ 346899 h 352425"/>
                <a:gd name="csX6" fmla="*/ 8487 w 723900"/>
                <a:gd name="csY6" fmla="*/ 346385 h 352425"/>
                <a:gd name="csX7" fmla="*/ 9887 w 723900"/>
                <a:gd name="csY7" fmla="*/ 345813 h 352425"/>
                <a:gd name="csX8" fmla="*/ 11344 w 723900"/>
                <a:gd name="csY8" fmla="*/ 345175 h 352425"/>
                <a:gd name="csX9" fmla="*/ 12744 w 723900"/>
                <a:gd name="csY9" fmla="*/ 344470 h 352425"/>
                <a:gd name="csX10" fmla="*/ 14135 w 723900"/>
                <a:gd name="csY10" fmla="*/ 343765 h 352425"/>
                <a:gd name="csX11" fmla="*/ 15593 w 723900"/>
                <a:gd name="csY11" fmla="*/ 342937 h 352425"/>
                <a:gd name="csX12" fmla="*/ 16993 w 723900"/>
                <a:gd name="csY12" fmla="*/ 342108 h 352425"/>
                <a:gd name="csX13" fmla="*/ 18393 w 723900"/>
                <a:gd name="csY13" fmla="*/ 341213 h 352425"/>
                <a:gd name="csX14" fmla="*/ 19784 w 723900"/>
                <a:gd name="csY14" fmla="*/ 340193 h 352425"/>
                <a:gd name="csX15" fmla="*/ 21250 w 723900"/>
                <a:gd name="csY15" fmla="*/ 339107 h 352425"/>
                <a:gd name="csX16" fmla="*/ 22641 w 723900"/>
                <a:gd name="csY16" fmla="*/ 338022 h 352425"/>
                <a:gd name="csX17" fmla="*/ 24041 w 723900"/>
                <a:gd name="csY17" fmla="*/ 336736 h 352425"/>
                <a:gd name="csX18" fmla="*/ 25498 w 723900"/>
                <a:gd name="csY18" fmla="*/ 335459 h 352425"/>
                <a:gd name="csX19" fmla="*/ 26899 w 723900"/>
                <a:gd name="csY19" fmla="*/ 334050 h 352425"/>
                <a:gd name="csX20" fmla="*/ 28289 w 723900"/>
                <a:gd name="csY20" fmla="*/ 332583 h 352425"/>
                <a:gd name="csX21" fmla="*/ 29756 w 723900"/>
                <a:gd name="csY21" fmla="*/ 330992 h 352425"/>
                <a:gd name="csX22" fmla="*/ 31147 w 723900"/>
                <a:gd name="csY22" fmla="*/ 329325 h 352425"/>
                <a:gd name="csX23" fmla="*/ 32547 w 723900"/>
                <a:gd name="csY23" fmla="*/ 327535 h 352425"/>
                <a:gd name="csX24" fmla="*/ 34004 w 723900"/>
                <a:gd name="csY24" fmla="*/ 325620 h 352425"/>
                <a:gd name="csX25" fmla="*/ 35404 w 723900"/>
                <a:gd name="csY25" fmla="*/ 323572 h 352425"/>
                <a:gd name="csX26" fmla="*/ 36795 w 723900"/>
                <a:gd name="csY26" fmla="*/ 321467 h 352425"/>
                <a:gd name="csX27" fmla="*/ 38262 w 723900"/>
                <a:gd name="csY27" fmla="*/ 319162 h 352425"/>
                <a:gd name="csX28" fmla="*/ 39653 w 723900"/>
                <a:gd name="csY28" fmla="*/ 316800 h 352425"/>
                <a:gd name="csX29" fmla="*/ 41053 w 723900"/>
                <a:gd name="csY29" fmla="*/ 314304 h 352425"/>
                <a:gd name="csX30" fmla="*/ 42510 w 723900"/>
                <a:gd name="csY30" fmla="*/ 311628 h 352425"/>
                <a:gd name="csX31" fmla="*/ 43910 w 723900"/>
                <a:gd name="csY31" fmla="*/ 308809 h 352425"/>
                <a:gd name="csX32" fmla="*/ 45301 w 723900"/>
                <a:gd name="csY32" fmla="*/ 305875 h 352425"/>
                <a:gd name="csX33" fmla="*/ 46768 w 723900"/>
                <a:gd name="csY33" fmla="*/ 302808 h 352425"/>
                <a:gd name="csX34" fmla="*/ 48159 w 723900"/>
                <a:gd name="csY34" fmla="*/ 299551 h 352425"/>
                <a:gd name="csX35" fmla="*/ 49558 w 723900"/>
                <a:gd name="csY35" fmla="*/ 296226 h 352425"/>
                <a:gd name="csX36" fmla="*/ 50949 w 723900"/>
                <a:gd name="csY36" fmla="*/ 292645 h 352425"/>
                <a:gd name="csX37" fmla="*/ 52416 w 723900"/>
                <a:gd name="csY37" fmla="*/ 288940 h 352425"/>
                <a:gd name="csX38" fmla="*/ 53807 w 723900"/>
                <a:gd name="csY38" fmla="*/ 285168 h 352425"/>
                <a:gd name="csX39" fmla="*/ 55207 w 723900"/>
                <a:gd name="csY39" fmla="*/ 281148 h 352425"/>
                <a:gd name="csX40" fmla="*/ 56664 w 723900"/>
                <a:gd name="csY40" fmla="*/ 276986 h 352425"/>
                <a:gd name="csX41" fmla="*/ 58064 w 723900"/>
                <a:gd name="csY41" fmla="*/ 272709 h 352425"/>
                <a:gd name="csX42" fmla="*/ 59465 w 723900"/>
                <a:gd name="csY42" fmla="*/ 268175 h 352425"/>
                <a:gd name="csX43" fmla="*/ 60922 w 723900"/>
                <a:gd name="csY43" fmla="*/ 263565 h 352425"/>
                <a:gd name="csX44" fmla="*/ 62313 w 723900"/>
                <a:gd name="csY44" fmla="*/ 258774 h 352425"/>
                <a:gd name="csX45" fmla="*/ 63713 w 723900"/>
                <a:gd name="csY45" fmla="*/ 253792 h 352425"/>
                <a:gd name="csX46" fmla="*/ 65170 w 723900"/>
                <a:gd name="csY46" fmla="*/ 248744 h 352425"/>
                <a:gd name="csX47" fmla="*/ 66570 w 723900"/>
                <a:gd name="csY47" fmla="*/ 243505 h 352425"/>
                <a:gd name="csX48" fmla="*/ 67970 w 723900"/>
                <a:gd name="csY48" fmla="*/ 238076 h 352425"/>
                <a:gd name="csX49" fmla="*/ 69428 w 723900"/>
                <a:gd name="csY49" fmla="*/ 232580 h 352425"/>
                <a:gd name="csX50" fmla="*/ 70819 w 723900"/>
                <a:gd name="csY50" fmla="*/ 226951 h 352425"/>
                <a:gd name="csX51" fmla="*/ 72219 w 723900"/>
                <a:gd name="csY51" fmla="*/ 221140 h 352425"/>
                <a:gd name="csX52" fmla="*/ 73676 w 723900"/>
                <a:gd name="csY52" fmla="*/ 215197 h 352425"/>
                <a:gd name="csX53" fmla="*/ 75076 w 723900"/>
                <a:gd name="csY53" fmla="*/ 209187 h 352425"/>
                <a:gd name="csX54" fmla="*/ 76467 w 723900"/>
                <a:gd name="csY54" fmla="*/ 203052 h 352425"/>
                <a:gd name="csX55" fmla="*/ 77867 w 723900"/>
                <a:gd name="csY55" fmla="*/ 196795 h 352425"/>
                <a:gd name="csX56" fmla="*/ 79324 w 723900"/>
                <a:gd name="csY56" fmla="*/ 190461 h 352425"/>
                <a:gd name="csX57" fmla="*/ 80724 w 723900"/>
                <a:gd name="csY57" fmla="*/ 184079 h 352425"/>
                <a:gd name="csX58" fmla="*/ 82125 w 723900"/>
                <a:gd name="csY58" fmla="*/ 177554 h 352425"/>
                <a:gd name="csX59" fmla="*/ 83582 w 723900"/>
                <a:gd name="csY59" fmla="*/ 170972 h 352425"/>
                <a:gd name="csX60" fmla="*/ 84982 w 723900"/>
                <a:gd name="csY60" fmla="*/ 164391 h 352425"/>
                <a:gd name="csX61" fmla="*/ 86373 w 723900"/>
                <a:gd name="csY61" fmla="*/ 157752 h 352425"/>
                <a:gd name="csX62" fmla="*/ 87830 w 723900"/>
                <a:gd name="csY62" fmla="*/ 151103 h 352425"/>
                <a:gd name="csX63" fmla="*/ 89230 w 723900"/>
                <a:gd name="csY63" fmla="*/ 144388 h 352425"/>
                <a:gd name="csX64" fmla="*/ 90630 w 723900"/>
                <a:gd name="csY64" fmla="*/ 137683 h 352425"/>
                <a:gd name="csX65" fmla="*/ 92088 w 723900"/>
                <a:gd name="csY65" fmla="*/ 131034 h 352425"/>
                <a:gd name="csX66" fmla="*/ 93488 w 723900"/>
                <a:gd name="csY66" fmla="*/ 124386 h 352425"/>
                <a:gd name="csX67" fmla="*/ 94879 w 723900"/>
                <a:gd name="csY67" fmla="*/ 117747 h 352425"/>
                <a:gd name="csX68" fmla="*/ 96336 w 723900"/>
                <a:gd name="csY68" fmla="*/ 111165 h 352425"/>
                <a:gd name="csX69" fmla="*/ 97736 w 723900"/>
                <a:gd name="csY69" fmla="*/ 104640 h 352425"/>
                <a:gd name="csX70" fmla="*/ 99136 w 723900"/>
                <a:gd name="csY70" fmla="*/ 98249 h 352425"/>
                <a:gd name="csX71" fmla="*/ 100593 w 723900"/>
                <a:gd name="csY71" fmla="*/ 91924 h 352425"/>
                <a:gd name="csX72" fmla="*/ 101994 w 723900"/>
                <a:gd name="csY72" fmla="*/ 85723 h 352425"/>
                <a:gd name="csX73" fmla="*/ 103384 w 723900"/>
                <a:gd name="csY73" fmla="*/ 79656 h 352425"/>
                <a:gd name="csX74" fmla="*/ 104842 w 723900"/>
                <a:gd name="csY74" fmla="*/ 73646 h 352425"/>
                <a:gd name="csX75" fmla="*/ 106242 w 723900"/>
                <a:gd name="csY75" fmla="*/ 67836 h 352425"/>
                <a:gd name="csX76" fmla="*/ 107642 w 723900"/>
                <a:gd name="csY76" fmla="*/ 62216 h 352425"/>
                <a:gd name="csX77" fmla="*/ 109033 w 723900"/>
                <a:gd name="csY77" fmla="*/ 56777 h 352425"/>
                <a:gd name="csX78" fmla="*/ 110500 w 723900"/>
                <a:gd name="csY78" fmla="*/ 51472 h 352425"/>
                <a:gd name="csX79" fmla="*/ 111890 w 723900"/>
                <a:gd name="csY79" fmla="*/ 46424 h 352425"/>
                <a:gd name="csX80" fmla="*/ 113290 w 723900"/>
                <a:gd name="csY80" fmla="*/ 41575 h 352425"/>
                <a:gd name="csX81" fmla="*/ 114748 w 723900"/>
                <a:gd name="csY81" fmla="*/ 36908 h 352425"/>
                <a:gd name="csX82" fmla="*/ 116148 w 723900"/>
                <a:gd name="csY82" fmla="*/ 32565 h 352425"/>
                <a:gd name="csX83" fmla="*/ 117539 w 723900"/>
                <a:gd name="csY83" fmla="*/ 28412 h 352425"/>
                <a:gd name="csX84" fmla="*/ 119005 w 723900"/>
                <a:gd name="csY84" fmla="*/ 24506 h 352425"/>
                <a:gd name="csX85" fmla="*/ 120396 w 723900"/>
                <a:gd name="csY85" fmla="*/ 20868 h 352425"/>
                <a:gd name="csX86" fmla="*/ 121796 w 723900"/>
                <a:gd name="csY86" fmla="*/ 17543 h 352425"/>
                <a:gd name="csX87" fmla="*/ 123253 w 723900"/>
                <a:gd name="csY87" fmla="*/ 14477 h 352425"/>
                <a:gd name="csX88" fmla="*/ 124654 w 723900"/>
                <a:gd name="csY88" fmla="*/ 11667 h 352425"/>
                <a:gd name="csX89" fmla="*/ 126044 w 723900"/>
                <a:gd name="csY89" fmla="*/ 9238 h 352425"/>
                <a:gd name="csX90" fmla="*/ 127511 w 723900"/>
                <a:gd name="csY90" fmla="*/ 6999 h 352425"/>
                <a:gd name="csX91" fmla="*/ 128902 w 723900"/>
                <a:gd name="csY91" fmla="*/ 5085 h 352425"/>
                <a:gd name="csX92" fmla="*/ 130302 w 723900"/>
                <a:gd name="csY92" fmla="*/ 3485 h 352425"/>
                <a:gd name="csX93" fmla="*/ 131759 w 723900"/>
                <a:gd name="csY93" fmla="*/ 2208 h 352425"/>
                <a:gd name="csX94" fmla="*/ 133160 w 723900"/>
                <a:gd name="csY94" fmla="*/ 1189 h 352425"/>
                <a:gd name="csX95" fmla="*/ 134550 w 723900"/>
                <a:gd name="csY95" fmla="*/ 541 h 352425"/>
                <a:gd name="csX96" fmla="*/ 135950 w 723900"/>
                <a:gd name="csY96" fmla="*/ 161 h 352425"/>
                <a:gd name="csX97" fmla="*/ 137408 w 723900"/>
                <a:gd name="csY97" fmla="*/ -30 h 352425"/>
                <a:gd name="csX98" fmla="*/ 138808 w 723900"/>
                <a:gd name="csY98" fmla="*/ 227 h 352425"/>
                <a:gd name="csX99" fmla="*/ 140199 w 723900"/>
                <a:gd name="csY99" fmla="*/ 741 h 352425"/>
                <a:gd name="csX100" fmla="*/ 141665 w 723900"/>
                <a:gd name="csY100" fmla="*/ 1504 h 352425"/>
                <a:gd name="csX101" fmla="*/ 143056 w 723900"/>
                <a:gd name="csY101" fmla="*/ 2590 h 352425"/>
                <a:gd name="csX102" fmla="*/ 144456 w 723900"/>
                <a:gd name="csY102" fmla="*/ 3933 h 352425"/>
                <a:gd name="csX103" fmla="*/ 145914 w 723900"/>
                <a:gd name="csY103" fmla="*/ 5532 h 352425"/>
                <a:gd name="csX104" fmla="*/ 147314 w 723900"/>
                <a:gd name="csY104" fmla="*/ 7447 h 352425"/>
                <a:gd name="csX105" fmla="*/ 148714 w 723900"/>
                <a:gd name="csY105" fmla="*/ 9552 h 352425"/>
                <a:gd name="csX106" fmla="*/ 150171 w 723900"/>
                <a:gd name="csY106" fmla="*/ 11924 h 352425"/>
                <a:gd name="csX107" fmla="*/ 151562 w 723900"/>
                <a:gd name="csY107" fmla="*/ 14544 h 352425"/>
                <a:gd name="csX108" fmla="*/ 152962 w 723900"/>
                <a:gd name="csY108" fmla="*/ 17353 h 352425"/>
                <a:gd name="csX109" fmla="*/ 154419 w 723900"/>
                <a:gd name="csY109" fmla="*/ 20354 h 352425"/>
                <a:gd name="csX110" fmla="*/ 155819 w 723900"/>
                <a:gd name="csY110" fmla="*/ 23611 h 352425"/>
                <a:gd name="csX111" fmla="*/ 157220 w 723900"/>
                <a:gd name="csY111" fmla="*/ 27068 h 352425"/>
                <a:gd name="csX112" fmla="*/ 158677 w 723900"/>
                <a:gd name="csY112" fmla="*/ 30640 h 352425"/>
                <a:gd name="csX113" fmla="*/ 160068 w 723900"/>
                <a:gd name="csY113" fmla="*/ 34413 h 352425"/>
                <a:gd name="csX114" fmla="*/ 161468 w 723900"/>
                <a:gd name="csY114" fmla="*/ 38375 h 352425"/>
                <a:gd name="csX115" fmla="*/ 162868 w 723900"/>
                <a:gd name="csY115" fmla="*/ 42404 h 352425"/>
                <a:gd name="csX116" fmla="*/ 164325 w 723900"/>
                <a:gd name="csY116" fmla="*/ 46624 h 352425"/>
                <a:gd name="csX117" fmla="*/ 165726 w 723900"/>
                <a:gd name="csY117" fmla="*/ 50900 h 352425"/>
                <a:gd name="csX118" fmla="*/ 167116 w 723900"/>
                <a:gd name="csY118" fmla="*/ 55310 h 352425"/>
                <a:gd name="csX119" fmla="*/ 168574 w 723900"/>
                <a:gd name="csY119" fmla="*/ 59844 h 352425"/>
                <a:gd name="csX120" fmla="*/ 169974 w 723900"/>
                <a:gd name="csY120" fmla="*/ 64445 h 352425"/>
                <a:gd name="csX121" fmla="*/ 171374 w 723900"/>
                <a:gd name="csY121" fmla="*/ 69112 h 352425"/>
                <a:gd name="csX122" fmla="*/ 172831 w 723900"/>
                <a:gd name="csY122" fmla="*/ 73846 h 352425"/>
                <a:gd name="csX123" fmla="*/ 174231 w 723900"/>
                <a:gd name="csY123" fmla="*/ 78570 h 352425"/>
                <a:gd name="csX124" fmla="*/ 175622 w 723900"/>
                <a:gd name="csY124" fmla="*/ 83361 h 352425"/>
                <a:gd name="csX125" fmla="*/ 177089 w 723900"/>
                <a:gd name="csY125" fmla="*/ 88219 h 352425"/>
                <a:gd name="csX126" fmla="*/ 178479 w 723900"/>
                <a:gd name="csY126" fmla="*/ 93077 h 352425"/>
                <a:gd name="csX127" fmla="*/ 179880 w 723900"/>
                <a:gd name="csY127" fmla="*/ 97868 h 352425"/>
                <a:gd name="csX128" fmla="*/ 181337 w 723900"/>
                <a:gd name="csY128" fmla="*/ 102726 h 352425"/>
                <a:gd name="csX129" fmla="*/ 182737 w 723900"/>
                <a:gd name="csY129" fmla="*/ 107583 h 352425"/>
                <a:gd name="csX130" fmla="*/ 184128 w 723900"/>
                <a:gd name="csY130" fmla="*/ 112375 h 352425"/>
                <a:gd name="csX131" fmla="*/ 185595 w 723900"/>
                <a:gd name="csY131" fmla="*/ 117166 h 352425"/>
                <a:gd name="csX132" fmla="*/ 186985 w 723900"/>
                <a:gd name="csY132" fmla="*/ 121900 h 352425"/>
                <a:gd name="csX133" fmla="*/ 188385 w 723900"/>
                <a:gd name="csY133" fmla="*/ 126557 h 352425"/>
                <a:gd name="csX134" fmla="*/ 189843 w 723900"/>
                <a:gd name="csY134" fmla="*/ 131225 h 352425"/>
                <a:gd name="csX135" fmla="*/ 191243 w 723900"/>
                <a:gd name="csY135" fmla="*/ 135768 h 352425"/>
                <a:gd name="csX136" fmla="*/ 192634 w 723900"/>
                <a:gd name="csY136" fmla="*/ 140302 h 352425"/>
                <a:gd name="csX137" fmla="*/ 194034 w 723900"/>
                <a:gd name="csY137" fmla="*/ 144712 h 352425"/>
                <a:gd name="csX138" fmla="*/ 195491 w 723900"/>
                <a:gd name="csY138" fmla="*/ 149055 h 352425"/>
                <a:gd name="csX139" fmla="*/ 196891 w 723900"/>
                <a:gd name="csY139" fmla="*/ 153341 h 352425"/>
                <a:gd name="csX140" fmla="*/ 198282 w 723900"/>
                <a:gd name="csY140" fmla="*/ 157552 h 352425"/>
                <a:gd name="csX141" fmla="*/ 199749 w 723900"/>
                <a:gd name="csY141" fmla="*/ 161704 h 352425"/>
                <a:gd name="csX142" fmla="*/ 201139 w 723900"/>
                <a:gd name="csY142" fmla="*/ 165734 h 352425"/>
                <a:gd name="csX143" fmla="*/ 202540 w 723900"/>
                <a:gd name="csY143" fmla="*/ 169629 h 352425"/>
                <a:gd name="csX144" fmla="*/ 203997 w 723900"/>
                <a:gd name="csY144" fmla="*/ 173534 h 352425"/>
                <a:gd name="csX145" fmla="*/ 205397 w 723900"/>
                <a:gd name="csY145" fmla="*/ 177240 h 352425"/>
                <a:gd name="csX146" fmla="*/ 206788 w 723900"/>
                <a:gd name="csY146" fmla="*/ 180878 h 352425"/>
                <a:gd name="csX147" fmla="*/ 208255 w 723900"/>
                <a:gd name="csY147" fmla="*/ 184460 h 352425"/>
                <a:gd name="csX148" fmla="*/ 209645 w 723900"/>
                <a:gd name="csY148" fmla="*/ 187908 h 352425"/>
                <a:gd name="csX149" fmla="*/ 211045 w 723900"/>
                <a:gd name="csY149" fmla="*/ 191298 h 352425"/>
                <a:gd name="csX150" fmla="*/ 212503 w 723900"/>
                <a:gd name="csY150" fmla="*/ 194556 h 352425"/>
                <a:gd name="csX151" fmla="*/ 213903 w 723900"/>
                <a:gd name="csY151" fmla="*/ 197690 h 352425"/>
                <a:gd name="csX152" fmla="*/ 215294 w 723900"/>
                <a:gd name="csY152" fmla="*/ 200757 h 352425"/>
                <a:gd name="csX153" fmla="*/ 216761 w 723900"/>
                <a:gd name="csY153" fmla="*/ 203758 h 352425"/>
                <a:gd name="csX154" fmla="*/ 218151 w 723900"/>
                <a:gd name="csY154" fmla="*/ 206634 h 352425"/>
                <a:gd name="csX155" fmla="*/ 219551 w 723900"/>
                <a:gd name="csY155" fmla="*/ 209377 h 352425"/>
                <a:gd name="csX156" fmla="*/ 220952 w 723900"/>
                <a:gd name="csY156" fmla="*/ 212130 h 352425"/>
                <a:gd name="csX157" fmla="*/ 222409 w 723900"/>
                <a:gd name="csY157" fmla="*/ 214682 h 352425"/>
                <a:gd name="csX158" fmla="*/ 223799 w 723900"/>
                <a:gd name="csY158" fmla="*/ 217235 h 352425"/>
                <a:gd name="csX159" fmla="*/ 225200 w 723900"/>
                <a:gd name="csY159" fmla="*/ 219664 h 352425"/>
                <a:gd name="csX160" fmla="*/ 226657 w 723900"/>
                <a:gd name="csY160" fmla="*/ 221969 h 352425"/>
                <a:gd name="csX161" fmla="*/ 228057 w 723900"/>
                <a:gd name="csY161" fmla="*/ 224274 h 352425"/>
                <a:gd name="csX162" fmla="*/ 229457 w 723900"/>
                <a:gd name="csY162" fmla="*/ 226446 h 352425"/>
                <a:gd name="csX163" fmla="*/ 230915 w 723900"/>
                <a:gd name="csY163" fmla="*/ 228551 h 352425"/>
                <a:gd name="csX164" fmla="*/ 232305 w 723900"/>
                <a:gd name="csY164" fmla="*/ 230532 h 352425"/>
                <a:gd name="csX165" fmla="*/ 233705 w 723900"/>
                <a:gd name="csY165" fmla="*/ 232513 h 352425"/>
                <a:gd name="csX166" fmla="*/ 235163 w 723900"/>
                <a:gd name="csY166" fmla="*/ 234371 h 352425"/>
                <a:gd name="csX167" fmla="*/ 236563 w 723900"/>
                <a:gd name="csY167" fmla="*/ 236218 h 352425"/>
                <a:gd name="csX168" fmla="*/ 237963 w 723900"/>
                <a:gd name="csY168" fmla="*/ 237943 h 352425"/>
                <a:gd name="csX169" fmla="*/ 239420 w 723900"/>
                <a:gd name="csY169" fmla="*/ 239609 h 352425"/>
                <a:gd name="csX170" fmla="*/ 240811 w 723900"/>
                <a:gd name="csY170" fmla="*/ 241200 h 352425"/>
                <a:gd name="csX171" fmla="*/ 242211 w 723900"/>
                <a:gd name="csY171" fmla="*/ 242801 h 352425"/>
                <a:gd name="csX172" fmla="*/ 243669 w 723900"/>
                <a:gd name="csY172" fmla="*/ 244267 h 352425"/>
                <a:gd name="csX173" fmla="*/ 245069 w 723900"/>
                <a:gd name="csY173" fmla="*/ 245743 h 352425"/>
                <a:gd name="csX174" fmla="*/ 246469 w 723900"/>
                <a:gd name="csY174" fmla="*/ 247144 h 352425"/>
                <a:gd name="csX175" fmla="*/ 247926 w 723900"/>
                <a:gd name="csY175" fmla="*/ 248487 h 352425"/>
                <a:gd name="csX176" fmla="*/ 249327 w 723900"/>
                <a:gd name="csY176" fmla="*/ 249763 h 352425"/>
                <a:gd name="csX177" fmla="*/ 250717 w 723900"/>
                <a:gd name="csY177" fmla="*/ 251040 h 352425"/>
                <a:gd name="csX178" fmla="*/ 252117 w 723900"/>
                <a:gd name="csY178" fmla="*/ 252192 h 352425"/>
                <a:gd name="csX179" fmla="*/ 253575 w 723900"/>
                <a:gd name="csY179" fmla="*/ 253345 h 352425"/>
                <a:gd name="csX180" fmla="*/ 254975 w 723900"/>
                <a:gd name="csY180" fmla="*/ 254497 h 352425"/>
                <a:gd name="csX181" fmla="*/ 256365 w 723900"/>
                <a:gd name="csY181" fmla="*/ 255583 h 352425"/>
                <a:gd name="csX182" fmla="*/ 257823 w 723900"/>
                <a:gd name="csY182" fmla="*/ 256602 h 352425"/>
                <a:gd name="csX183" fmla="*/ 259223 w 723900"/>
                <a:gd name="csY183" fmla="*/ 257631 h 352425"/>
                <a:gd name="csX184" fmla="*/ 260623 w 723900"/>
                <a:gd name="csY184" fmla="*/ 258583 h 352425"/>
                <a:gd name="csX185" fmla="*/ 262080 w 723900"/>
                <a:gd name="csY185" fmla="*/ 259479 h 352425"/>
                <a:gd name="csX186" fmla="*/ 263481 w 723900"/>
                <a:gd name="csY186" fmla="*/ 260441 h 352425"/>
                <a:gd name="csX187" fmla="*/ 264871 w 723900"/>
                <a:gd name="csY187" fmla="*/ 261269 h 352425"/>
                <a:gd name="csX188" fmla="*/ 266338 w 723900"/>
                <a:gd name="csY188" fmla="*/ 262164 h 352425"/>
                <a:gd name="csX189" fmla="*/ 267729 w 723900"/>
                <a:gd name="csY189" fmla="*/ 262927 h 352425"/>
                <a:gd name="csX190" fmla="*/ 269129 w 723900"/>
                <a:gd name="csY190" fmla="*/ 263765 h 352425"/>
                <a:gd name="csX191" fmla="*/ 270586 w 723900"/>
                <a:gd name="csY191" fmla="*/ 264527 h 352425"/>
                <a:gd name="csX192" fmla="*/ 271987 w 723900"/>
                <a:gd name="csY192" fmla="*/ 265232 h 352425"/>
                <a:gd name="csX193" fmla="*/ 273377 w 723900"/>
                <a:gd name="csY193" fmla="*/ 265994 h 352425"/>
                <a:gd name="csX194" fmla="*/ 274844 w 723900"/>
                <a:gd name="csY194" fmla="*/ 266642 h 352425"/>
                <a:gd name="csX195" fmla="*/ 276235 w 723900"/>
                <a:gd name="csY195" fmla="*/ 267337 h 352425"/>
                <a:gd name="csX196" fmla="*/ 277635 w 723900"/>
                <a:gd name="csY196" fmla="*/ 267975 h 352425"/>
                <a:gd name="csX197" fmla="*/ 279025 w 723900"/>
                <a:gd name="csY197" fmla="*/ 268623 h 352425"/>
                <a:gd name="csX198" fmla="*/ 280492 w 723900"/>
                <a:gd name="csY198" fmla="*/ 269261 h 352425"/>
                <a:gd name="csX199" fmla="*/ 281883 w 723900"/>
                <a:gd name="csY199" fmla="*/ 269832 h 352425"/>
                <a:gd name="csX200" fmla="*/ 283283 w 723900"/>
                <a:gd name="csY200" fmla="*/ 270470 h 352425"/>
                <a:gd name="csX201" fmla="*/ 284740 w 723900"/>
                <a:gd name="csY201" fmla="*/ 271052 h 352425"/>
                <a:gd name="csX202" fmla="*/ 286141 w 723900"/>
                <a:gd name="csY202" fmla="*/ 271556 h 352425"/>
                <a:gd name="csX203" fmla="*/ 287531 w 723900"/>
                <a:gd name="csY203" fmla="*/ 272137 h 352425"/>
                <a:gd name="csX204" fmla="*/ 288998 w 723900"/>
                <a:gd name="csY204" fmla="*/ 272642 h 352425"/>
                <a:gd name="csX205" fmla="*/ 290389 w 723900"/>
                <a:gd name="csY205" fmla="*/ 273157 h 352425"/>
                <a:gd name="csX206" fmla="*/ 291789 w 723900"/>
                <a:gd name="csY206" fmla="*/ 273661 h 352425"/>
                <a:gd name="csX207" fmla="*/ 293246 w 723900"/>
                <a:gd name="csY207" fmla="*/ 274109 h 352425"/>
                <a:gd name="csX208" fmla="*/ 294646 w 723900"/>
                <a:gd name="csY208" fmla="*/ 274624 h 352425"/>
                <a:gd name="csX209" fmla="*/ 296037 w 723900"/>
                <a:gd name="csY209" fmla="*/ 275071 h 352425"/>
                <a:gd name="csX210" fmla="*/ 297504 w 723900"/>
                <a:gd name="csY210" fmla="*/ 275519 h 352425"/>
                <a:gd name="csX211" fmla="*/ 298894 w 723900"/>
                <a:gd name="csY211" fmla="*/ 275967 h 352425"/>
                <a:gd name="csX212" fmla="*/ 300295 w 723900"/>
                <a:gd name="csY212" fmla="*/ 276414 h 352425"/>
                <a:gd name="csX213" fmla="*/ 301752 w 723900"/>
                <a:gd name="csY213" fmla="*/ 276862 h 352425"/>
                <a:gd name="csX214" fmla="*/ 303152 w 723900"/>
                <a:gd name="csY214" fmla="*/ 277243 h 352425"/>
                <a:gd name="csX215" fmla="*/ 304543 w 723900"/>
                <a:gd name="csY215" fmla="*/ 277690 h 352425"/>
                <a:gd name="csX216" fmla="*/ 306010 w 723900"/>
                <a:gd name="csY216" fmla="*/ 278072 h 352425"/>
                <a:gd name="csX217" fmla="*/ 307400 w 723900"/>
                <a:gd name="csY217" fmla="*/ 278462 h 352425"/>
                <a:gd name="csX218" fmla="*/ 308801 w 723900"/>
                <a:gd name="csY218" fmla="*/ 278843 h 352425"/>
                <a:gd name="csX219" fmla="*/ 310201 w 723900"/>
                <a:gd name="csY219" fmla="*/ 279224 h 352425"/>
                <a:gd name="csX220" fmla="*/ 311658 w 723900"/>
                <a:gd name="csY220" fmla="*/ 279605 h 352425"/>
                <a:gd name="csX221" fmla="*/ 313058 w 723900"/>
                <a:gd name="csY221" fmla="*/ 279929 h 352425"/>
                <a:gd name="csX222" fmla="*/ 314449 w 723900"/>
                <a:gd name="csY222" fmla="*/ 280310 h 352425"/>
                <a:gd name="csX223" fmla="*/ 315906 w 723900"/>
                <a:gd name="csY223" fmla="*/ 280634 h 352425"/>
                <a:gd name="csX224" fmla="*/ 317306 w 723900"/>
                <a:gd name="csY224" fmla="*/ 281014 h 352425"/>
                <a:gd name="csX225" fmla="*/ 318707 w 723900"/>
                <a:gd name="csY225" fmla="*/ 281338 h 352425"/>
                <a:gd name="csX226" fmla="*/ 320164 w 723900"/>
                <a:gd name="csY226" fmla="*/ 281653 h 352425"/>
                <a:gd name="csX227" fmla="*/ 321564 w 723900"/>
                <a:gd name="csY227" fmla="*/ 281977 h 352425"/>
                <a:gd name="csX228" fmla="*/ 322955 w 723900"/>
                <a:gd name="csY228" fmla="*/ 282291 h 352425"/>
                <a:gd name="csX229" fmla="*/ 324412 w 723900"/>
                <a:gd name="csY229" fmla="*/ 282615 h 352425"/>
                <a:gd name="csX230" fmla="*/ 325812 w 723900"/>
                <a:gd name="csY230" fmla="*/ 282872 h 352425"/>
                <a:gd name="csX231" fmla="*/ 327212 w 723900"/>
                <a:gd name="csY231" fmla="*/ 283186 h 352425"/>
                <a:gd name="csX232" fmla="*/ 328670 w 723900"/>
                <a:gd name="csY232" fmla="*/ 283510 h 352425"/>
                <a:gd name="csX233" fmla="*/ 330060 w 723900"/>
                <a:gd name="csY233" fmla="*/ 283767 h 352425"/>
                <a:gd name="csX234" fmla="*/ 331460 w 723900"/>
                <a:gd name="csY234" fmla="*/ 284015 h 352425"/>
                <a:gd name="csX235" fmla="*/ 332918 w 723900"/>
                <a:gd name="csY235" fmla="*/ 284339 h 352425"/>
                <a:gd name="csX236" fmla="*/ 334318 w 723900"/>
                <a:gd name="csY236" fmla="*/ 284596 h 352425"/>
                <a:gd name="csX237" fmla="*/ 335718 w 723900"/>
                <a:gd name="csY237" fmla="*/ 284853 h 352425"/>
                <a:gd name="csX238" fmla="*/ 337109 w 723900"/>
                <a:gd name="csY238" fmla="*/ 285101 h 352425"/>
                <a:gd name="csX239" fmla="*/ 338576 w 723900"/>
                <a:gd name="csY239" fmla="*/ 285358 h 352425"/>
                <a:gd name="csX240" fmla="*/ 339966 w 723900"/>
                <a:gd name="csY240" fmla="*/ 285615 h 352425"/>
                <a:gd name="csX241" fmla="*/ 341367 w 723900"/>
                <a:gd name="csY241" fmla="*/ 285872 h 352425"/>
                <a:gd name="csX242" fmla="*/ 342824 w 723900"/>
                <a:gd name="csY242" fmla="*/ 286063 h 352425"/>
                <a:gd name="csX243" fmla="*/ 344224 w 723900"/>
                <a:gd name="csY243" fmla="*/ 286320 h 352425"/>
                <a:gd name="csX244" fmla="*/ 345615 w 723900"/>
                <a:gd name="csY244" fmla="*/ 286511 h 352425"/>
                <a:gd name="csX245" fmla="*/ 347082 w 723900"/>
                <a:gd name="csY245" fmla="*/ 286768 h 352425"/>
                <a:gd name="csX246" fmla="*/ 348472 w 723900"/>
                <a:gd name="csY246" fmla="*/ 286958 h 352425"/>
                <a:gd name="csX247" fmla="*/ 349872 w 723900"/>
                <a:gd name="csY247" fmla="*/ 287149 h 352425"/>
                <a:gd name="csX248" fmla="*/ 351330 w 723900"/>
                <a:gd name="csY248" fmla="*/ 287339 h 352425"/>
                <a:gd name="csX249" fmla="*/ 352730 w 723900"/>
                <a:gd name="csY249" fmla="*/ 287597 h 352425"/>
                <a:gd name="csX250" fmla="*/ 354120 w 723900"/>
                <a:gd name="csY250" fmla="*/ 287787 h 352425"/>
                <a:gd name="csX251" fmla="*/ 355588 w 723900"/>
                <a:gd name="csY251" fmla="*/ 287977 h 352425"/>
                <a:gd name="csX252" fmla="*/ 356978 w 723900"/>
                <a:gd name="csY252" fmla="*/ 288111 h 352425"/>
                <a:gd name="csX253" fmla="*/ 358378 w 723900"/>
                <a:gd name="csY253" fmla="*/ 288301 h 352425"/>
                <a:gd name="csX254" fmla="*/ 359836 w 723900"/>
                <a:gd name="csY254" fmla="*/ 288492 h 352425"/>
                <a:gd name="csX255" fmla="*/ 361236 w 723900"/>
                <a:gd name="csY255" fmla="*/ 288682 h 352425"/>
                <a:gd name="csX256" fmla="*/ 362626 w 723900"/>
                <a:gd name="csY256" fmla="*/ 288816 h 352425"/>
                <a:gd name="csX257" fmla="*/ 364027 w 723900"/>
                <a:gd name="csY257" fmla="*/ 289006 h 352425"/>
                <a:gd name="csX258" fmla="*/ 365484 w 723900"/>
                <a:gd name="csY258" fmla="*/ 289130 h 352425"/>
                <a:gd name="csX259" fmla="*/ 366884 w 723900"/>
                <a:gd name="csY259" fmla="*/ 289254 h 352425"/>
                <a:gd name="csX260" fmla="*/ 368275 w 723900"/>
                <a:gd name="csY260" fmla="*/ 289454 h 352425"/>
                <a:gd name="csX261" fmla="*/ 369742 w 723900"/>
                <a:gd name="csY261" fmla="*/ 289578 h 352425"/>
                <a:gd name="csX262" fmla="*/ 371132 w 723900"/>
                <a:gd name="csY262" fmla="*/ 289702 h 352425"/>
                <a:gd name="csX263" fmla="*/ 372532 w 723900"/>
                <a:gd name="csY263" fmla="*/ 289835 h 352425"/>
                <a:gd name="csX264" fmla="*/ 373990 w 723900"/>
                <a:gd name="csY264" fmla="*/ 289959 h 352425"/>
                <a:gd name="csX265" fmla="*/ 375390 w 723900"/>
                <a:gd name="csY265" fmla="*/ 290092 h 352425"/>
                <a:gd name="csX266" fmla="*/ 376780 w 723900"/>
                <a:gd name="csY266" fmla="*/ 290216 h 352425"/>
                <a:gd name="csX267" fmla="*/ 378247 w 723900"/>
                <a:gd name="csY267" fmla="*/ 290349 h 352425"/>
                <a:gd name="csX268" fmla="*/ 379638 w 723900"/>
                <a:gd name="csY268" fmla="*/ 290473 h 352425"/>
                <a:gd name="csX269" fmla="*/ 381038 w 723900"/>
                <a:gd name="csY269" fmla="*/ 290597 h 352425"/>
                <a:gd name="csX270" fmla="*/ 382495 w 723900"/>
                <a:gd name="csY270" fmla="*/ 290663 h 352425"/>
                <a:gd name="csX271" fmla="*/ 383896 w 723900"/>
                <a:gd name="csY271" fmla="*/ 290797 h 352425"/>
                <a:gd name="csX272" fmla="*/ 385296 w 723900"/>
                <a:gd name="csY272" fmla="*/ 290921 h 352425"/>
                <a:gd name="csX273" fmla="*/ 386753 w 723900"/>
                <a:gd name="csY273" fmla="*/ 291045 h 352425"/>
                <a:gd name="csX274" fmla="*/ 388144 w 723900"/>
                <a:gd name="csY274" fmla="*/ 291111 h 352425"/>
                <a:gd name="csX275" fmla="*/ 389544 w 723900"/>
                <a:gd name="csY275" fmla="*/ 291245 h 352425"/>
                <a:gd name="csX276" fmla="*/ 391001 w 723900"/>
                <a:gd name="csY276" fmla="*/ 291302 h 352425"/>
                <a:gd name="csX277" fmla="*/ 392402 w 723900"/>
                <a:gd name="csY277" fmla="*/ 291435 h 352425"/>
                <a:gd name="csX278" fmla="*/ 393802 w 723900"/>
                <a:gd name="csY278" fmla="*/ 291559 h 352425"/>
                <a:gd name="csX279" fmla="*/ 395192 w 723900"/>
                <a:gd name="csY279" fmla="*/ 291625 h 352425"/>
                <a:gd name="csX280" fmla="*/ 396650 w 723900"/>
                <a:gd name="csY280" fmla="*/ 291749 h 352425"/>
                <a:gd name="csX281" fmla="*/ 398050 w 723900"/>
                <a:gd name="csY281" fmla="*/ 291816 h 352425"/>
                <a:gd name="csX282" fmla="*/ 399450 w 723900"/>
                <a:gd name="csY282" fmla="*/ 291940 h 352425"/>
                <a:gd name="csX283" fmla="*/ 400907 w 723900"/>
                <a:gd name="csY283" fmla="*/ 292006 h 352425"/>
                <a:gd name="csX284" fmla="*/ 402308 w 723900"/>
                <a:gd name="csY284" fmla="*/ 292130 h 352425"/>
                <a:gd name="csX285" fmla="*/ 403698 w 723900"/>
                <a:gd name="csY285" fmla="*/ 292264 h 352425"/>
                <a:gd name="csX286" fmla="*/ 405155 w 723900"/>
                <a:gd name="csY286" fmla="*/ 292330 h 352425"/>
                <a:gd name="csX287" fmla="*/ 406556 w 723900"/>
                <a:gd name="csY287" fmla="*/ 292454 h 352425"/>
                <a:gd name="csX288" fmla="*/ 407956 w 723900"/>
                <a:gd name="csY288" fmla="*/ 292521 h 352425"/>
                <a:gd name="csX289" fmla="*/ 409413 w 723900"/>
                <a:gd name="csY289" fmla="*/ 292645 h 352425"/>
                <a:gd name="csX290" fmla="*/ 410813 w 723900"/>
                <a:gd name="csY290" fmla="*/ 292711 h 352425"/>
                <a:gd name="csX291" fmla="*/ 412204 w 723900"/>
                <a:gd name="csY291" fmla="*/ 292835 h 352425"/>
                <a:gd name="csX292" fmla="*/ 413671 w 723900"/>
                <a:gd name="csY292" fmla="*/ 292968 h 352425"/>
                <a:gd name="csX293" fmla="*/ 415061 w 723900"/>
                <a:gd name="csY293" fmla="*/ 293026 h 352425"/>
                <a:gd name="csX294" fmla="*/ 416462 w 723900"/>
                <a:gd name="csY294" fmla="*/ 293159 h 352425"/>
                <a:gd name="csX295" fmla="*/ 417919 w 723900"/>
                <a:gd name="csY295" fmla="*/ 293283 h 352425"/>
                <a:gd name="csX296" fmla="*/ 419319 w 723900"/>
                <a:gd name="csY296" fmla="*/ 293350 h 352425"/>
                <a:gd name="csX297" fmla="*/ 420710 w 723900"/>
                <a:gd name="csY297" fmla="*/ 293474 h 352425"/>
                <a:gd name="csX298" fmla="*/ 422110 w 723900"/>
                <a:gd name="csY298" fmla="*/ 293607 h 352425"/>
                <a:gd name="csX299" fmla="*/ 423567 w 723900"/>
                <a:gd name="csY299" fmla="*/ 293664 h 352425"/>
                <a:gd name="csX300" fmla="*/ 424968 w 723900"/>
                <a:gd name="csY300" fmla="*/ 293797 h 352425"/>
                <a:gd name="csX301" fmla="*/ 426358 w 723900"/>
                <a:gd name="csY301" fmla="*/ 293921 h 352425"/>
                <a:gd name="csX302" fmla="*/ 427825 w 723900"/>
                <a:gd name="csY302" fmla="*/ 293988 h 352425"/>
                <a:gd name="csX303" fmla="*/ 429216 w 723900"/>
                <a:gd name="csY303" fmla="*/ 294111 h 352425"/>
                <a:gd name="csX304" fmla="*/ 430616 w 723900"/>
                <a:gd name="csY304" fmla="*/ 294245 h 352425"/>
                <a:gd name="csX305" fmla="*/ 432073 w 723900"/>
                <a:gd name="csY305" fmla="*/ 294311 h 352425"/>
                <a:gd name="csX306" fmla="*/ 433473 w 723900"/>
                <a:gd name="csY306" fmla="*/ 294435 h 352425"/>
                <a:gd name="csX307" fmla="*/ 434864 w 723900"/>
                <a:gd name="csY307" fmla="*/ 294559 h 352425"/>
                <a:gd name="csX308" fmla="*/ 436331 w 723900"/>
                <a:gd name="csY308" fmla="*/ 294626 h 352425"/>
                <a:gd name="csX309" fmla="*/ 437721 w 723900"/>
                <a:gd name="csY309" fmla="*/ 294750 h 352425"/>
                <a:gd name="csX310" fmla="*/ 439122 w 723900"/>
                <a:gd name="csY310" fmla="*/ 294817 h 352425"/>
                <a:gd name="csX311" fmla="*/ 440579 w 723900"/>
                <a:gd name="csY311" fmla="*/ 294950 h 352425"/>
                <a:gd name="csX312" fmla="*/ 441979 w 723900"/>
                <a:gd name="csY312" fmla="*/ 295007 h 352425"/>
                <a:gd name="csX313" fmla="*/ 443370 w 723900"/>
                <a:gd name="csY313" fmla="*/ 295074 h 352425"/>
                <a:gd name="csX314" fmla="*/ 444837 w 723900"/>
                <a:gd name="csY314" fmla="*/ 295140 h 352425"/>
                <a:gd name="csX315" fmla="*/ 446227 w 723900"/>
                <a:gd name="csY315" fmla="*/ 295197 h 352425"/>
                <a:gd name="csX316" fmla="*/ 447628 w 723900"/>
                <a:gd name="csY316" fmla="*/ 295264 h 352425"/>
                <a:gd name="csX317" fmla="*/ 449085 w 723900"/>
                <a:gd name="csY317" fmla="*/ 295330 h 352425"/>
                <a:gd name="csX318" fmla="*/ 450485 w 723900"/>
                <a:gd name="csY318" fmla="*/ 295397 h 352425"/>
                <a:gd name="csX319" fmla="*/ 451876 w 723900"/>
                <a:gd name="csY319" fmla="*/ 295454 h 352425"/>
                <a:gd name="csX320" fmla="*/ 453276 w 723900"/>
                <a:gd name="csY320" fmla="*/ 295454 h 352425"/>
                <a:gd name="csX321" fmla="*/ 454733 w 723900"/>
                <a:gd name="csY321" fmla="*/ 295521 h 352425"/>
                <a:gd name="csX322" fmla="*/ 456133 w 723900"/>
                <a:gd name="csY322" fmla="*/ 295521 h 352425"/>
                <a:gd name="csX323" fmla="*/ 457533 w 723900"/>
                <a:gd name="csY323" fmla="*/ 295521 h 352425"/>
                <a:gd name="csX324" fmla="*/ 458991 w 723900"/>
                <a:gd name="csY324" fmla="*/ 295454 h 352425"/>
                <a:gd name="csX325" fmla="*/ 460381 w 723900"/>
                <a:gd name="csY325" fmla="*/ 295454 h 352425"/>
                <a:gd name="csX326" fmla="*/ 461782 w 723900"/>
                <a:gd name="csY326" fmla="*/ 295397 h 352425"/>
                <a:gd name="csX327" fmla="*/ 463239 w 723900"/>
                <a:gd name="csY327" fmla="*/ 295330 h 352425"/>
                <a:gd name="csX328" fmla="*/ 464639 w 723900"/>
                <a:gd name="csY328" fmla="*/ 295264 h 352425"/>
                <a:gd name="csX329" fmla="*/ 466039 w 723900"/>
                <a:gd name="csY329" fmla="*/ 295197 h 352425"/>
                <a:gd name="csX330" fmla="*/ 467497 w 723900"/>
                <a:gd name="csY330" fmla="*/ 295074 h 352425"/>
                <a:gd name="csX331" fmla="*/ 468887 w 723900"/>
                <a:gd name="csY331" fmla="*/ 294950 h 352425"/>
                <a:gd name="csX332" fmla="*/ 470287 w 723900"/>
                <a:gd name="csY332" fmla="*/ 294750 h 352425"/>
                <a:gd name="csX333" fmla="*/ 471745 w 723900"/>
                <a:gd name="csY333" fmla="*/ 294626 h 352425"/>
                <a:gd name="csX334" fmla="*/ 473145 w 723900"/>
                <a:gd name="csY334" fmla="*/ 294369 h 352425"/>
                <a:gd name="csX335" fmla="*/ 474545 w 723900"/>
                <a:gd name="csY335" fmla="*/ 294178 h 352425"/>
                <a:gd name="csX336" fmla="*/ 476003 w 723900"/>
                <a:gd name="csY336" fmla="*/ 293921 h 352425"/>
                <a:gd name="csX337" fmla="*/ 477393 w 723900"/>
                <a:gd name="csY337" fmla="*/ 293664 h 352425"/>
                <a:gd name="csX338" fmla="*/ 478793 w 723900"/>
                <a:gd name="csY338" fmla="*/ 293350 h 352425"/>
                <a:gd name="csX339" fmla="*/ 480193 w 723900"/>
                <a:gd name="csY339" fmla="*/ 293026 h 352425"/>
                <a:gd name="csX340" fmla="*/ 481651 w 723900"/>
                <a:gd name="csY340" fmla="*/ 292645 h 352425"/>
                <a:gd name="csX341" fmla="*/ 483051 w 723900"/>
                <a:gd name="csY341" fmla="*/ 292264 h 352425"/>
                <a:gd name="csX342" fmla="*/ 484442 w 723900"/>
                <a:gd name="csY342" fmla="*/ 291816 h 352425"/>
                <a:gd name="csX343" fmla="*/ 485908 w 723900"/>
                <a:gd name="csY343" fmla="*/ 291369 h 352425"/>
                <a:gd name="csX344" fmla="*/ 487299 w 723900"/>
                <a:gd name="csY344" fmla="*/ 290854 h 352425"/>
                <a:gd name="csX345" fmla="*/ 488699 w 723900"/>
                <a:gd name="csY345" fmla="*/ 290349 h 352425"/>
                <a:gd name="csX346" fmla="*/ 490157 w 723900"/>
                <a:gd name="csY346" fmla="*/ 289835 h 352425"/>
                <a:gd name="csX347" fmla="*/ 491557 w 723900"/>
                <a:gd name="csY347" fmla="*/ 289197 h 352425"/>
                <a:gd name="csX348" fmla="*/ 492947 w 723900"/>
                <a:gd name="csY348" fmla="*/ 288558 h 352425"/>
                <a:gd name="csX349" fmla="*/ 494405 w 723900"/>
                <a:gd name="csY349" fmla="*/ 287920 h 352425"/>
                <a:gd name="csX350" fmla="*/ 495805 w 723900"/>
                <a:gd name="csY350" fmla="*/ 287149 h 352425"/>
                <a:gd name="csX351" fmla="*/ 497205 w 723900"/>
                <a:gd name="csY351" fmla="*/ 286387 h 352425"/>
                <a:gd name="csX352" fmla="*/ 498662 w 723900"/>
                <a:gd name="csY352" fmla="*/ 285615 h 352425"/>
                <a:gd name="csX353" fmla="*/ 500063 w 723900"/>
                <a:gd name="csY353" fmla="*/ 284786 h 352425"/>
                <a:gd name="csX354" fmla="*/ 501453 w 723900"/>
                <a:gd name="csY354" fmla="*/ 283891 h 352425"/>
                <a:gd name="csX355" fmla="*/ 502920 w 723900"/>
                <a:gd name="csY355" fmla="*/ 282996 h 352425"/>
                <a:gd name="csX356" fmla="*/ 504311 w 723900"/>
                <a:gd name="csY356" fmla="*/ 282034 h 352425"/>
                <a:gd name="csX357" fmla="*/ 505711 w 723900"/>
                <a:gd name="csY357" fmla="*/ 281014 h 352425"/>
                <a:gd name="csX358" fmla="*/ 507168 w 723900"/>
                <a:gd name="csY358" fmla="*/ 279929 h 352425"/>
                <a:gd name="csX359" fmla="*/ 508568 w 723900"/>
                <a:gd name="csY359" fmla="*/ 278843 h 352425"/>
                <a:gd name="csX360" fmla="*/ 509959 w 723900"/>
                <a:gd name="csY360" fmla="*/ 277690 h 352425"/>
                <a:gd name="csX361" fmla="*/ 511359 w 723900"/>
                <a:gd name="csY361" fmla="*/ 276538 h 352425"/>
                <a:gd name="csX362" fmla="*/ 512817 w 723900"/>
                <a:gd name="csY362" fmla="*/ 275328 h 352425"/>
                <a:gd name="csX363" fmla="*/ 514217 w 723900"/>
                <a:gd name="csY363" fmla="*/ 274052 h 352425"/>
                <a:gd name="csX364" fmla="*/ 515607 w 723900"/>
                <a:gd name="csY364" fmla="*/ 272709 h 352425"/>
                <a:gd name="csX365" fmla="*/ 517074 w 723900"/>
                <a:gd name="csY365" fmla="*/ 271366 h 352425"/>
                <a:gd name="csX366" fmla="*/ 518465 w 723900"/>
                <a:gd name="csY366" fmla="*/ 269956 h 352425"/>
                <a:gd name="csX367" fmla="*/ 519865 w 723900"/>
                <a:gd name="csY367" fmla="*/ 268556 h 352425"/>
                <a:gd name="csX368" fmla="*/ 521322 w 723900"/>
                <a:gd name="csY368" fmla="*/ 267080 h 352425"/>
                <a:gd name="csX369" fmla="*/ 522723 w 723900"/>
                <a:gd name="csY369" fmla="*/ 265556 h 352425"/>
                <a:gd name="csX370" fmla="*/ 524113 w 723900"/>
                <a:gd name="csY370" fmla="*/ 264013 h 352425"/>
                <a:gd name="csX371" fmla="*/ 525580 w 723900"/>
                <a:gd name="csY371" fmla="*/ 262422 h 352425"/>
                <a:gd name="csX372" fmla="*/ 526971 w 723900"/>
                <a:gd name="csY372" fmla="*/ 260822 h 352425"/>
                <a:gd name="csX373" fmla="*/ 528371 w 723900"/>
                <a:gd name="csY373" fmla="*/ 259164 h 352425"/>
                <a:gd name="csX374" fmla="*/ 529828 w 723900"/>
                <a:gd name="csY374" fmla="*/ 257497 h 352425"/>
                <a:gd name="csX375" fmla="*/ 531228 w 723900"/>
                <a:gd name="csY375" fmla="*/ 255840 h 352425"/>
                <a:gd name="csX376" fmla="*/ 532619 w 723900"/>
                <a:gd name="csY376" fmla="*/ 254116 h 352425"/>
                <a:gd name="csX377" fmla="*/ 534086 w 723900"/>
                <a:gd name="csY377" fmla="*/ 252326 h 352425"/>
                <a:gd name="csX378" fmla="*/ 535477 w 723900"/>
                <a:gd name="csY378" fmla="*/ 250601 h 352425"/>
                <a:gd name="csX379" fmla="*/ 536877 w 723900"/>
                <a:gd name="csY379" fmla="*/ 248811 h 352425"/>
                <a:gd name="csX380" fmla="*/ 538277 w 723900"/>
                <a:gd name="csY380" fmla="*/ 247020 h 352425"/>
                <a:gd name="csX381" fmla="*/ 539734 w 723900"/>
                <a:gd name="csY381" fmla="*/ 245229 h 352425"/>
                <a:gd name="csX382" fmla="*/ 541125 w 723900"/>
                <a:gd name="csY382" fmla="*/ 243438 h 352425"/>
                <a:gd name="csX383" fmla="*/ 542525 w 723900"/>
                <a:gd name="csY383" fmla="*/ 241591 h 352425"/>
                <a:gd name="csX384" fmla="*/ 543982 w 723900"/>
                <a:gd name="csY384" fmla="*/ 239800 h 352425"/>
                <a:gd name="csX385" fmla="*/ 545383 w 723900"/>
                <a:gd name="csY385" fmla="*/ 238010 h 352425"/>
                <a:gd name="csX386" fmla="*/ 546783 w 723900"/>
                <a:gd name="csY386" fmla="*/ 236218 h 352425"/>
                <a:gd name="csX387" fmla="*/ 548240 w 723900"/>
                <a:gd name="csY387" fmla="*/ 234428 h 352425"/>
                <a:gd name="csX388" fmla="*/ 549640 w 723900"/>
                <a:gd name="csY388" fmla="*/ 232637 h 352425"/>
                <a:gd name="csX389" fmla="*/ 551031 w 723900"/>
                <a:gd name="csY389" fmla="*/ 230913 h 352425"/>
                <a:gd name="csX390" fmla="*/ 552488 w 723900"/>
                <a:gd name="csY390" fmla="*/ 229189 h 352425"/>
                <a:gd name="csX391" fmla="*/ 553889 w 723900"/>
                <a:gd name="csY391" fmla="*/ 227532 h 352425"/>
                <a:gd name="csX392" fmla="*/ 555288 w 723900"/>
                <a:gd name="csY392" fmla="*/ 225865 h 352425"/>
                <a:gd name="csX393" fmla="*/ 556746 w 723900"/>
                <a:gd name="csY393" fmla="*/ 224274 h 352425"/>
                <a:gd name="csX394" fmla="*/ 558136 w 723900"/>
                <a:gd name="csY394" fmla="*/ 222674 h 352425"/>
                <a:gd name="csX395" fmla="*/ 559537 w 723900"/>
                <a:gd name="csY395" fmla="*/ 221198 h 352425"/>
                <a:gd name="csX396" fmla="*/ 560994 w 723900"/>
                <a:gd name="csY396" fmla="*/ 219731 h 352425"/>
                <a:gd name="csX397" fmla="*/ 562394 w 723900"/>
                <a:gd name="csY397" fmla="*/ 218331 h 352425"/>
                <a:gd name="csX398" fmla="*/ 563794 w 723900"/>
                <a:gd name="csY398" fmla="*/ 216988 h 352425"/>
                <a:gd name="csX399" fmla="*/ 565185 w 723900"/>
                <a:gd name="csY399" fmla="*/ 215702 h 352425"/>
                <a:gd name="csX400" fmla="*/ 566652 w 723900"/>
                <a:gd name="csY400" fmla="*/ 214492 h 352425"/>
                <a:gd name="csX401" fmla="*/ 568043 w 723900"/>
                <a:gd name="csY401" fmla="*/ 213340 h 352425"/>
                <a:gd name="csX402" fmla="*/ 569443 w 723900"/>
                <a:gd name="csY402" fmla="*/ 212320 h 352425"/>
                <a:gd name="csX403" fmla="*/ 570900 w 723900"/>
                <a:gd name="csY403" fmla="*/ 211358 h 352425"/>
                <a:gd name="csX404" fmla="*/ 572300 w 723900"/>
                <a:gd name="csY404" fmla="*/ 210463 h 352425"/>
                <a:gd name="csX405" fmla="*/ 573691 w 723900"/>
                <a:gd name="csY405" fmla="*/ 209701 h 352425"/>
                <a:gd name="csX406" fmla="*/ 575158 w 723900"/>
                <a:gd name="csY406" fmla="*/ 208996 h 352425"/>
                <a:gd name="csX407" fmla="*/ 576548 w 723900"/>
                <a:gd name="csY407" fmla="*/ 208425 h 352425"/>
                <a:gd name="csX408" fmla="*/ 577948 w 723900"/>
                <a:gd name="csY408" fmla="*/ 207910 h 352425"/>
                <a:gd name="csX409" fmla="*/ 579406 w 723900"/>
                <a:gd name="csY409" fmla="*/ 207586 h 352425"/>
                <a:gd name="csX410" fmla="*/ 580806 w 723900"/>
                <a:gd name="csY410" fmla="*/ 207272 h 352425"/>
                <a:gd name="csX411" fmla="*/ 582197 w 723900"/>
                <a:gd name="csY411" fmla="*/ 207082 h 352425"/>
                <a:gd name="csX412" fmla="*/ 583663 w 723900"/>
                <a:gd name="csY412" fmla="*/ 207082 h 352425"/>
                <a:gd name="csX413" fmla="*/ 585054 w 723900"/>
                <a:gd name="csY413" fmla="*/ 207139 h 352425"/>
                <a:gd name="csX414" fmla="*/ 586454 w 723900"/>
                <a:gd name="csY414" fmla="*/ 207272 h 352425"/>
                <a:gd name="csX415" fmla="*/ 587912 w 723900"/>
                <a:gd name="csY415" fmla="*/ 207586 h 352425"/>
                <a:gd name="csX416" fmla="*/ 589312 w 723900"/>
                <a:gd name="csY416" fmla="*/ 208034 h 352425"/>
                <a:gd name="csX417" fmla="*/ 590703 w 723900"/>
                <a:gd name="csY417" fmla="*/ 208482 h 352425"/>
                <a:gd name="csX418" fmla="*/ 592169 w 723900"/>
                <a:gd name="csY418" fmla="*/ 209187 h 352425"/>
                <a:gd name="csX419" fmla="*/ 593560 w 723900"/>
                <a:gd name="csY419" fmla="*/ 209958 h 352425"/>
                <a:gd name="csX420" fmla="*/ 594960 w 723900"/>
                <a:gd name="csY420" fmla="*/ 210787 h 352425"/>
                <a:gd name="csX421" fmla="*/ 596351 w 723900"/>
                <a:gd name="csY421" fmla="*/ 211749 h 352425"/>
                <a:gd name="csX422" fmla="*/ 597818 w 723900"/>
                <a:gd name="csY422" fmla="*/ 212892 h 352425"/>
                <a:gd name="csX423" fmla="*/ 599208 w 723900"/>
                <a:gd name="csY423" fmla="*/ 214044 h 352425"/>
                <a:gd name="csX424" fmla="*/ 600609 w 723900"/>
                <a:gd name="csY424" fmla="*/ 215388 h 352425"/>
                <a:gd name="csX425" fmla="*/ 602066 w 723900"/>
                <a:gd name="csY425" fmla="*/ 216854 h 352425"/>
                <a:gd name="csX426" fmla="*/ 603466 w 723900"/>
                <a:gd name="csY426" fmla="*/ 218388 h 352425"/>
                <a:gd name="csX427" fmla="*/ 604857 w 723900"/>
                <a:gd name="csY427" fmla="*/ 219988 h 352425"/>
                <a:gd name="csX428" fmla="*/ 606323 w 723900"/>
                <a:gd name="csY428" fmla="*/ 221712 h 352425"/>
                <a:gd name="csX429" fmla="*/ 607714 w 723900"/>
                <a:gd name="csY429" fmla="*/ 223569 h 352425"/>
                <a:gd name="csX430" fmla="*/ 609114 w 723900"/>
                <a:gd name="csY430" fmla="*/ 225484 h 352425"/>
                <a:gd name="csX431" fmla="*/ 610572 w 723900"/>
                <a:gd name="csY431" fmla="*/ 227465 h 352425"/>
                <a:gd name="csX432" fmla="*/ 611972 w 723900"/>
                <a:gd name="csY432" fmla="*/ 229570 h 352425"/>
                <a:gd name="csX433" fmla="*/ 613362 w 723900"/>
                <a:gd name="csY433" fmla="*/ 231742 h 352425"/>
                <a:gd name="csX434" fmla="*/ 614829 w 723900"/>
                <a:gd name="csY434" fmla="*/ 233980 h 352425"/>
                <a:gd name="csX435" fmla="*/ 616220 w 723900"/>
                <a:gd name="csY435" fmla="*/ 236285 h 352425"/>
                <a:gd name="csX436" fmla="*/ 617620 w 723900"/>
                <a:gd name="csY436" fmla="*/ 238647 h 352425"/>
                <a:gd name="csX437" fmla="*/ 619078 w 723900"/>
                <a:gd name="csY437" fmla="*/ 241076 h 352425"/>
                <a:gd name="csX438" fmla="*/ 620478 w 723900"/>
                <a:gd name="csY438" fmla="*/ 243572 h 352425"/>
                <a:gd name="csX439" fmla="*/ 621868 w 723900"/>
                <a:gd name="csY439" fmla="*/ 246058 h 352425"/>
                <a:gd name="csX440" fmla="*/ 623269 w 723900"/>
                <a:gd name="csY440" fmla="*/ 248620 h 352425"/>
                <a:gd name="csX441" fmla="*/ 624726 w 723900"/>
                <a:gd name="csY441" fmla="*/ 251240 h 352425"/>
                <a:gd name="csX442" fmla="*/ 626126 w 723900"/>
                <a:gd name="csY442" fmla="*/ 253859 h 352425"/>
                <a:gd name="csX443" fmla="*/ 627526 w 723900"/>
                <a:gd name="csY443" fmla="*/ 256545 h 352425"/>
                <a:gd name="csX444" fmla="*/ 628983 w 723900"/>
                <a:gd name="csY444" fmla="*/ 259222 h 352425"/>
                <a:gd name="csX445" fmla="*/ 630374 w 723900"/>
                <a:gd name="csY445" fmla="*/ 261908 h 352425"/>
                <a:gd name="csX446" fmla="*/ 631774 w 723900"/>
                <a:gd name="csY446" fmla="*/ 264660 h 352425"/>
                <a:gd name="csX447" fmla="*/ 633232 w 723900"/>
                <a:gd name="csY447" fmla="*/ 267337 h 352425"/>
                <a:gd name="csX448" fmla="*/ 634632 w 723900"/>
                <a:gd name="csY448" fmla="*/ 270023 h 352425"/>
                <a:gd name="csX449" fmla="*/ 636032 w 723900"/>
                <a:gd name="csY449" fmla="*/ 272775 h 352425"/>
                <a:gd name="csX450" fmla="*/ 637489 w 723900"/>
                <a:gd name="csY450" fmla="*/ 275452 h 352425"/>
                <a:gd name="csX451" fmla="*/ 638889 w 723900"/>
                <a:gd name="csY451" fmla="*/ 278072 h 352425"/>
                <a:gd name="csX452" fmla="*/ 640280 w 723900"/>
                <a:gd name="csY452" fmla="*/ 280758 h 352425"/>
                <a:gd name="csX453" fmla="*/ 641737 w 723900"/>
                <a:gd name="csY453" fmla="*/ 283377 h 352425"/>
                <a:gd name="csX454" fmla="*/ 643138 w 723900"/>
                <a:gd name="csY454" fmla="*/ 285996 h 352425"/>
                <a:gd name="csX455" fmla="*/ 644538 w 723900"/>
                <a:gd name="csY455" fmla="*/ 288558 h 352425"/>
                <a:gd name="csX456" fmla="*/ 645995 w 723900"/>
                <a:gd name="csY456" fmla="*/ 291045 h 352425"/>
                <a:gd name="csX457" fmla="*/ 647395 w 723900"/>
                <a:gd name="csY457" fmla="*/ 293540 h 352425"/>
                <a:gd name="csX458" fmla="*/ 648786 w 723900"/>
                <a:gd name="csY458" fmla="*/ 296036 h 352425"/>
                <a:gd name="csX459" fmla="*/ 650243 w 723900"/>
                <a:gd name="csY459" fmla="*/ 298398 h 352425"/>
                <a:gd name="csX460" fmla="*/ 651643 w 723900"/>
                <a:gd name="csY460" fmla="*/ 300760 h 352425"/>
                <a:gd name="csX461" fmla="*/ 653043 w 723900"/>
                <a:gd name="csY461" fmla="*/ 303065 h 352425"/>
                <a:gd name="csX462" fmla="*/ 654434 w 723900"/>
                <a:gd name="csY462" fmla="*/ 305294 h 352425"/>
                <a:gd name="csX463" fmla="*/ 655901 w 723900"/>
                <a:gd name="csY463" fmla="*/ 307475 h 352425"/>
                <a:gd name="csX464" fmla="*/ 657292 w 723900"/>
                <a:gd name="csY464" fmla="*/ 309647 h 352425"/>
                <a:gd name="csX465" fmla="*/ 658692 w 723900"/>
                <a:gd name="csY465" fmla="*/ 311685 h 352425"/>
                <a:gd name="csX466" fmla="*/ 660149 w 723900"/>
                <a:gd name="csY466" fmla="*/ 313733 h 352425"/>
                <a:gd name="csX467" fmla="*/ 661549 w 723900"/>
                <a:gd name="csY467" fmla="*/ 315648 h 352425"/>
                <a:gd name="csX468" fmla="*/ 662940 w 723900"/>
                <a:gd name="csY468" fmla="*/ 317572 h 352425"/>
                <a:gd name="csX469" fmla="*/ 664407 w 723900"/>
                <a:gd name="csY469" fmla="*/ 319353 h 352425"/>
                <a:gd name="csX470" fmla="*/ 665798 w 723900"/>
                <a:gd name="csY470" fmla="*/ 321143 h 352425"/>
                <a:gd name="csX471" fmla="*/ 667198 w 723900"/>
                <a:gd name="csY471" fmla="*/ 322868 h 352425"/>
                <a:gd name="csX472" fmla="*/ 668655 w 723900"/>
                <a:gd name="csY472" fmla="*/ 324468 h 352425"/>
                <a:gd name="csX473" fmla="*/ 670055 w 723900"/>
                <a:gd name="csY473" fmla="*/ 326068 h 352425"/>
                <a:gd name="csX474" fmla="*/ 671446 w 723900"/>
                <a:gd name="csY474" fmla="*/ 327535 h 352425"/>
                <a:gd name="csX475" fmla="*/ 672913 w 723900"/>
                <a:gd name="csY475" fmla="*/ 329002 h 352425"/>
                <a:gd name="csX476" fmla="*/ 674304 w 723900"/>
                <a:gd name="csY476" fmla="*/ 330411 h 352425"/>
                <a:gd name="csX477" fmla="*/ 675703 w 723900"/>
                <a:gd name="csY477" fmla="*/ 331754 h 352425"/>
                <a:gd name="csX478" fmla="*/ 677161 w 723900"/>
                <a:gd name="csY478" fmla="*/ 332964 h 352425"/>
                <a:gd name="csX479" fmla="*/ 678561 w 723900"/>
                <a:gd name="csY479" fmla="*/ 334183 h 352425"/>
                <a:gd name="csX480" fmla="*/ 679952 w 723900"/>
                <a:gd name="csY480" fmla="*/ 335336 h 352425"/>
                <a:gd name="csX481" fmla="*/ 681352 w 723900"/>
                <a:gd name="csY481" fmla="*/ 336479 h 352425"/>
                <a:gd name="csX482" fmla="*/ 682809 w 723900"/>
                <a:gd name="csY482" fmla="*/ 337508 h 352425"/>
                <a:gd name="csX483" fmla="*/ 684209 w 723900"/>
                <a:gd name="csY483" fmla="*/ 338460 h 352425"/>
                <a:gd name="csX484" fmla="*/ 685610 w 723900"/>
                <a:gd name="csY484" fmla="*/ 339422 h 352425"/>
                <a:gd name="csX485" fmla="*/ 687067 w 723900"/>
                <a:gd name="csY485" fmla="*/ 340317 h 352425"/>
                <a:gd name="csX486" fmla="*/ 688458 w 723900"/>
                <a:gd name="csY486" fmla="*/ 341146 h 352425"/>
                <a:gd name="csX487" fmla="*/ 689858 w 723900"/>
                <a:gd name="csY487" fmla="*/ 341918 h 352425"/>
                <a:gd name="csX488" fmla="*/ 691315 w 723900"/>
                <a:gd name="csY488" fmla="*/ 342679 h 352425"/>
                <a:gd name="csX489" fmla="*/ 692715 w 723900"/>
                <a:gd name="csY489" fmla="*/ 343385 h 352425"/>
                <a:gd name="csX490" fmla="*/ 694106 w 723900"/>
                <a:gd name="csY490" fmla="*/ 344022 h 352425"/>
                <a:gd name="csX491" fmla="*/ 695573 w 723900"/>
                <a:gd name="csY491" fmla="*/ 344661 h 352425"/>
                <a:gd name="csX492" fmla="*/ 696963 w 723900"/>
                <a:gd name="csY492" fmla="*/ 345242 h 352425"/>
                <a:gd name="csX493" fmla="*/ 698363 w 723900"/>
                <a:gd name="csY493" fmla="*/ 345813 h 352425"/>
                <a:gd name="csX494" fmla="*/ 699821 w 723900"/>
                <a:gd name="csY494" fmla="*/ 346327 h 352425"/>
                <a:gd name="csX495" fmla="*/ 701221 w 723900"/>
                <a:gd name="csY495" fmla="*/ 346775 h 352425"/>
                <a:gd name="csX496" fmla="*/ 702621 w 723900"/>
                <a:gd name="csY496" fmla="*/ 347223 h 352425"/>
                <a:gd name="csX497" fmla="*/ 704079 w 723900"/>
                <a:gd name="csY497" fmla="*/ 347604 h 352425"/>
                <a:gd name="csX498" fmla="*/ 705469 w 723900"/>
                <a:gd name="csY498" fmla="*/ 348052 h 352425"/>
                <a:gd name="csX499" fmla="*/ 706869 w 723900"/>
                <a:gd name="csY499" fmla="*/ 348366 h 352425"/>
                <a:gd name="csX500" fmla="*/ 708327 w 723900"/>
                <a:gd name="csY500" fmla="*/ 348690 h 352425"/>
                <a:gd name="csX501" fmla="*/ 709727 w 723900"/>
                <a:gd name="csY501" fmla="*/ 349004 h 352425"/>
                <a:gd name="csX502" fmla="*/ 711127 w 723900"/>
                <a:gd name="csY502" fmla="*/ 349328 h 352425"/>
                <a:gd name="csX503" fmla="*/ 712518 w 723900"/>
                <a:gd name="csY503" fmla="*/ 349585 h 352425"/>
                <a:gd name="csX504" fmla="*/ 713975 w 723900"/>
                <a:gd name="csY504" fmla="*/ 349842 h 352425"/>
                <a:gd name="csX505" fmla="*/ 715375 w 723900"/>
                <a:gd name="csY505" fmla="*/ 350033 h 352425"/>
                <a:gd name="csX506" fmla="*/ 716776 w 723900"/>
                <a:gd name="csY506" fmla="*/ 350223 h 352425"/>
                <a:gd name="csX507" fmla="*/ 718233 w 723900"/>
                <a:gd name="csY507" fmla="*/ 350414 h 352425"/>
                <a:gd name="csX508" fmla="*/ 719633 w 723900"/>
                <a:gd name="csY508" fmla="*/ 350604 h 352425"/>
                <a:gd name="csX509" fmla="*/ 721024 w 723900"/>
                <a:gd name="csY509" fmla="*/ 350795 h 352425"/>
                <a:gd name="csX510" fmla="*/ 722481 w 723900"/>
                <a:gd name="csY510" fmla="*/ 350928 h 352425"/>
                <a:gd name="csX511" fmla="*/ 723881 w 723900"/>
                <a:gd name="csY511" fmla="*/ 351052 h 352425"/>
                <a:gd name="csX512" fmla="*/ 723881 w 723900"/>
                <a:gd name="csY512" fmla="*/ 352395 h 352425"/>
                <a:gd name="csX513" fmla="*/ 722481 w 723900"/>
                <a:gd name="csY513" fmla="*/ 352395 h 352425"/>
                <a:gd name="csX514" fmla="*/ 721024 w 723900"/>
                <a:gd name="csY514" fmla="*/ 352395 h 352425"/>
                <a:gd name="csX515" fmla="*/ 719633 w 723900"/>
                <a:gd name="csY515" fmla="*/ 352395 h 352425"/>
                <a:gd name="csX516" fmla="*/ 718233 w 723900"/>
                <a:gd name="csY516" fmla="*/ 352395 h 352425"/>
                <a:gd name="csX517" fmla="*/ 716776 w 723900"/>
                <a:gd name="csY517" fmla="*/ 352395 h 352425"/>
                <a:gd name="csX518" fmla="*/ 715375 w 723900"/>
                <a:gd name="csY518" fmla="*/ 352395 h 352425"/>
                <a:gd name="csX519" fmla="*/ 713975 w 723900"/>
                <a:gd name="csY519" fmla="*/ 352395 h 352425"/>
                <a:gd name="csX520" fmla="*/ 712518 w 723900"/>
                <a:gd name="csY520" fmla="*/ 352395 h 352425"/>
                <a:gd name="csX521" fmla="*/ 711127 w 723900"/>
                <a:gd name="csY521" fmla="*/ 352395 h 352425"/>
                <a:gd name="csX522" fmla="*/ 709727 w 723900"/>
                <a:gd name="csY522" fmla="*/ 352395 h 352425"/>
                <a:gd name="csX523" fmla="*/ 708327 w 723900"/>
                <a:gd name="csY523" fmla="*/ 352395 h 352425"/>
                <a:gd name="csX524" fmla="*/ 706869 w 723900"/>
                <a:gd name="csY524" fmla="*/ 352395 h 352425"/>
                <a:gd name="csX525" fmla="*/ 705469 w 723900"/>
                <a:gd name="csY525" fmla="*/ 352395 h 352425"/>
                <a:gd name="csX526" fmla="*/ 704079 w 723900"/>
                <a:gd name="csY526" fmla="*/ 352395 h 352425"/>
                <a:gd name="csX527" fmla="*/ 702621 w 723900"/>
                <a:gd name="csY527" fmla="*/ 352395 h 352425"/>
                <a:gd name="csX528" fmla="*/ 701221 w 723900"/>
                <a:gd name="csY528" fmla="*/ 352395 h 352425"/>
                <a:gd name="csX529" fmla="*/ 699821 w 723900"/>
                <a:gd name="csY529" fmla="*/ 352395 h 352425"/>
                <a:gd name="csX530" fmla="*/ 698363 w 723900"/>
                <a:gd name="csY530" fmla="*/ 352395 h 352425"/>
                <a:gd name="csX531" fmla="*/ 696963 w 723900"/>
                <a:gd name="csY531" fmla="*/ 352395 h 352425"/>
                <a:gd name="csX532" fmla="*/ 695573 w 723900"/>
                <a:gd name="csY532" fmla="*/ 352395 h 352425"/>
                <a:gd name="csX533" fmla="*/ 694106 w 723900"/>
                <a:gd name="csY533" fmla="*/ 352395 h 352425"/>
                <a:gd name="csX534" fmla="*/ 692715 w 723900"/>
                <a:gd name="csY534" fmla="*/ 352395 h 352425"/>
                <a:gd name="csX535" fmla="*/ 691315 w 723900"/>
                <a:gd name="csY535" fmla="*/ 352395 h 352425"/>
                <a:gd name="csX536" fmla="*/ 689858 w 723900"/>
                <a:gd name="csY536" fmla="*/ 352395 h 352425"/>
                <a:gd name="csX537" fmla="*/ 688458 w 723900"/>
                <a:gd name="csY537" fmla="*/ 352395 h 352425"/>
                <a:gd name="csX538" fmla="*/ 687067 w 723900"/>
                <a:gd name="csY538" fmla="*/ 352395 h 352425"/>
                <a:gd name="csX539" fmla="*/ 685610 w 723900"/>
                <a:gd name="csY539" fmla="*/ 352395 h 352425"/>
                <a:gd name="csX540" fmla="*/ 684209 w 723900"/>
                <a:gd name="csY540" fmla="*/ 352395 h 352425"/>
                <a:gd name="csX541" fmla="*/ 682809 w 723900"/>
                <a:gd name="csY541" fmla="*/ 352395 h 352425"/>
                <a:gd name="csX542" fmla="*/ 681352 w 723900"/>
                <a:gd name="csY542" fmla="*/ 352395 h 352425"/>
                <a:gd name="csX543" fmla="*/ 679952 w 723900"/>
                <a:gd name="csY543" fmla="*/ 352395 h 352425"/>
                <a:gd name="csX544" fmla="*/ 678561 w 723900"/>
                <a:gd name="csY544" fmla="*/ 352395 h 352425"/>
                <a:gd name="csX545" fmla="*/ 677161 w 723900"/>
                <a:gd name="csY545" fmla="*/ 352395 h 352425"/>
                <a:gd name="csX546" fmla="*/ 675703 w 723900"/>
                <a:gd name="csY546" fmla="*/ 352395 h 352425"/>
                <a:gd name="csX547" fmla="*/ 674304 w 723900"/>
                <a:gd name="csY547" fmla="*/ 352395 h 352425"/>
                <a:gd name="csX548" fmla="*/ 672913 w 723900"/>
                <a:gd name="csY548" fmla="*/ 352395 h 352425"/>
                <a:gd name="csX549" fmla="*/ 671446 w 723900"/>
                <a:gd name="csY549" fmla="*/ 352395 h 352425"/>
                <a:gd name="csX550" fmla="*/ 670055 w 723900"/>
                <a:gd name="csY550" fmla="*/ 352395 h 352425"/>
                <a:gd name="csX551" fmla="*/ 668655 w 723900"/>
                <a:gd name="csY551" fmla="*/ 352395 h 352425"/>
                <a:gd name="csX552" fmla="*/ 667198 w 723900"/>
                <a:gd name="csY552" fmla="*/ 352395 h 352425"/>
                <a:gd name="csX553" fmla="*/ 665798 w 723900"/>
                <a:gd name="csY553" fmla="*/ 352395 h 352425"/>
                <a:gd name="csX554" fmla="*/ 664407 w 723900"/>
                <a:gd name="csY554" fmla="*/ 352395 h 352425"/>
                <a:gd name="csX555" fmla="*/ 662940 w 723900"/>
                <a:gd name="csY555" fmla="*/ 352395 h 352425"/>
                <a:gd name="csX556" fmla="*/ 661549 w 723900"/>
                <a:gd name="csY556" fmla="*/ 352395 h 352425"/>
                <a:gd name="csX557" fmla="*/ 660149 w 723900"/>
                <a:gd name="csY557" fmla="*/ 352395 h 352425"/>
                <a:gd name="csX558" fmla="*/ 658692 w 723900"/>
                <a:gd name="csY558" fmla="*/ 352395 h 352425"/>
                <a:gd name="csX559" fmla="*/ 657292 w 723900"/>
                <a:gd name="csY559" fmla="*/ 352395 h 352425"/>
                <a:gd name="csX560" fmla="*/ 655901 w 723900"/>
                <a:gd name="csY560" fmla="*/ 352395 h 352425"/>
                <a:gd name="csX561" fmla="*/ 654434 w 723900"/>
                <a:gd name="csY561" fmla="*/ 352395 h 352425"/>
                <a:gd name="csX562" fmla="*/ 653043 w 723900"/>
                <a:gd name="csY562" fmla="*/ 352395 h 352425"/>
                <a:gd name="csX563" fmla="*/ 651643 w 723900"/>
                <a:gd name="csY563" fmla="*/ 352395 h 352425"/>
                <a:gd name="csX564" fmla="*/ 650243 w 723900"/>
                <a:gd name="csY564" fmla="*/ 352395 h 352425"/>
                <a:gd name="csX565" fmla="*/ 648786 w 723900"/>
                <a:gd name="csY565" fmla="*/ 352395 h 352425"/>
                <a:gd name="csX566" fmla="*/ 647395 w 723900"/>
                <a:gd name="csY566" fmla="*/ 352395 h 352425"/>
                <a:gd name="csX567" fmla="*/ 645995 w 723900"/>
                <a:gd name="csY567" fmla="*/ 352395 h 352425"/>
                <a:gd name="csX568" fmla="*/ 644538 w 723900"/>
                <a:gd name="csY568" fmla="*/ 352395 h 352425"/>
                <a:gd name="csX569" fmla="*/ 643138 w 723900"/>
                <a:gd name="csY569" fmla="*/ 352395 h 352425"/>
                <a:gd name="csX570" fmla="*/ 641737 w 723900"/>
                <a:gd name="csY570" fmla="*/ 352395 h 352425"/>
                <a:gd name="csX571" fmla="*/ 640280 w 723900"/>
                <a:gd name="csY571" fmla="*/ 352395 h 352425"/>
                <a:gd name="csX572" fmla="*/ 638889 w 723900"/>
                <a:gd name="csY572" fmla="*/ 352395 h 352425"/>
                <a:gd name="csX573" fmla="*/ 637489 w 723900"/>
                <a:gd name="csY573" fmla="*/ 352395 h 352425"/>
                <a:gd name="csX574" fmla="*/ 636032 w 723900"/>
                <a:gd name="csY574" fmla="*/ 352395 h 352425"/>
                <a:gd name="csX575" fmla="*/ 634632 w 723900"/>
                <a:gd name="csY575" fmla="*/ 352395 h 352425"/>
                <a:gd name="csX576" fmla="*/ 633232 w 723900"/>
                <a:gd name="csY576" fmla="*/ 352395 h 352425"/>
                <a:gd name="csX577" fmla="*/ 631774 w 723900"/>
                <a:gd name="csY577" fmla="*/ 352395 h 352425"/>
                <a:gd name="csX578" fmla="*/ 630374 w 723900"/>
                <a:gd name="csY578" fmla="*/ 352395 h 352425"/>
                <a:gd name="csX579" fmla="*/ 628983 w 723900"/>
                <a:gd name="csY579" fmla="*/ 352395 h 352425"/>
                <a:gd name="csX580" fmla="*/ 627526 w 723900"/>
                <a:gd name="csY580" fmla="*/ 352395 h 352425"/>
                <a:gd name="csX581" fmla="*/ 626126 w 723900"/>
                <a:gd name="csY581" fmla="*/ 352395 h 352425"/>
                <a:gd name="csX582" fmla="*/ 624726 w 723900"/>
                <a:gd name="csY582" fmla="*/ 352395 h 352425"/>
                <a:gd name="csX583" fmla="*/ 623269 w 723900"/>
                <a:gd name="csY583" fmla="*/ 352395 h 352425"/>
                <a:gd name="csX584" fmla="*/ 621868 w 723900"/>
                <a:gd name="csY584" fmla="*/ 352395 h 352425"/>
                <a:gd name="csX585" fmla="*/ 620478 w 723900"/>
                <a:gd name="csY585" fmla="*/ 352395 h 352425"/>
                <a:gd name="csX586" fmla="*/ 619078 w 723900"/>
                <a:gd name="csY586" fmla="*/ 352395 h 352425"/>
                <a:gd name="csX587" fmla="*/ 617620 w 723900"/>
                <a:gd name="csY587" fmla="*/ 352395 h 352425"/>
                <a:gd name="csX588" fmla="*/ 616220 w 723900"/>
                <a:gd name="csY588" fmla="*/ 352395 h 352425"/>
                <a:gd name="csX589" fmla="*/ 614829 w 723900"/>
                <a:gd name="csY589" fmla="*/ 352395 h 352425"/>
                <a:gd name="csX590" fmla="*/ 613362 w 723900"/>
                <a:gd name="csY590" fmla="*/ 352395 h 352425"/>
                <a:gd name="csX591" fmla="*/ 611972 w 723900"/>
                <a:gd name="csY591" fmla="*/ 352395 h 352425"/>
                <a:gd name="csX592" fmla="*/ 610572 w 723900"/>
                <a:gd name="csY592" fmla="*/ 352395 h 352425"/>
                <a:gd name="csX593" fmla="*/ 609114 w 723900"/>
                <a:gd name="csY593" fmla="*/ 352395 h 352425"/>
                <a:gd name="csX594" fmla="*/ 607714 w 723900"/>
                <a:gd name="csY594" fmla="*/ 352395 h 352425"/>
                <a:gd name="csX595" fmla="*/ 606323 w 723900"/>
                <a:gd name="csY595" fmla="*/ 352395 h 352425"/>
                <a:gd name="csX596" fmla="*/ 604857 w 723900"/>
                <a:gd name="csY596" fmla="*/ 352395 h 352425"/>
                <a:gd name="csX597" fmla="*/ 603466 w 723900"/>
                <a:gd name="csY597" fmla="*/ 352395 h 352425"/>
                <a:gd name="csX598" fmla="*/ 602066 w 723900"/>
                <a:gd name="csY598" fmla="*/ 352395 h 352425"/>
                <a:gd name="csX599" fmla="*/ 600609 w 723900"/>
                <a:gd name="csY599" fmla="*/ 352395 h 352425"/>
                <a:gd name="csX600" fmla="*/ 599208 w 723900"/>
                <a:gd name="csY600" fmla="*/ 352395 h 352425"/>
                <a:gd name="csX601" fmla="*/ 597818 w 723900"/>
                <a:gd name="csY601" fmla="*/ 352395 h 352425"/>
                <a:gd name="csX602" fmla="*/ 596351 w 723900"/>
                <a:gd name="csY602" fmla="*/ 352395 h 352425"/>
                <a:gd name="csX603" fmla="*/ 594960 w 723900"/>
                <a:gd name="csY603" fmla="*/ 352395 h 352425"/>
                <a:gd name="csX604" fmla="*/ 593560 w 723900"/>
                <a:gd name="csY604" fmla="*/ 352395 h 352425"/>
                <a:gd name="csX605" fmla="*/ 592169 w 723900"/>
                <a:gd name="csY605" fmla="*/ 352395 h 352425"/>
                <a:gd name="csX606" fmla="*/ 590703 w 723900"/>
                <a:gd name="csY606" fmla="*/ 352395 h 352425"/>
                <a:gd name="csX607" fmla="*/ 589312 w 723900"/>
                <a:gd name="csY607" fmla="*/ 352395 h 352425"/>
                <a:gd name="csX608" fmla="*/ 587912 w 723900"/>
                <a:gd name="csY608" fmla="*/ 352395 h 352425"/>
                <a:gd name="csX609" fmla="*/ 586454 w 723900"/>
                <a:gd name="csY609" fmla="*/ 352395 h 352425"/>
                <a:gd name="csX610" fmla="*/ 585054 w 723900"/>
                <a:gd name="csY610" fmla="*/ 352395 h 352425"/>
                <a:gd name="csX611" fmla="*/ 583663 w 723900"/>
                <a:gd name="csY611" fmla="*/ 352395 h 352425"/>
                <a:gd name="csX612" fmla="*/ 582197 w 723900"/>
                <a:gd name="csY612" fmla="*/ 352395 h 352425"/>
                <a:gd name="csX613" fmla="*/ 580806 w 723900"/>
                <a:gd name="csY613" fmla="*/ 352395 h 352425"/>
                <a:gd name="csX614" fmla="*/ 579406 w 723900"/>
                <a:gd name="csY614" fmla="*/ 352395 h 352425"/>
                <a:gd name="csX615" fmla="*/ 577948 w 723900"/>
                <a:gd name="csY615" fmla="*/ 352395 h 352425"/>
                <a:gd name="csX616" fmla="*/ 576548 w 723900"/>
                <a:gd name="csY616" fmla="*/ 352395 h 352425"/>
                <a:gd name="csX617" fmla="*/ 575158 w 723900"/>
                <a:gd name="csY617" fmla="*/ 352395 h 352425"/>
                <a:gd name="csX618" fmla="*/ 573691 w 723900"/>
                <a:gd name="csY618" fmla="*/ 352395 h 352425"/>
                <a:gd name="csX619" fmla="*/ 572300 w 723900"/>
                <a:gd name="csY619" fmla="*/ 352395 h 352425"/>
                <a:gd name="csX620" fmla="*/ 570900 w 723900"/>
                <a:gd name="csY620" fmla="*/ 352395 h 352425"/>
                <a:gd name="csX621" fmla="*/ 569443 w 723900"/>
                <a:gd name="csY621" fmla="*/ 352395 h 352425"/>
                <a:gd name="csX622" fmla="*/ 568043 w 723900"/>
                <a:gd name="csY622" fmla="*/ 352395 h 352425"/>
                <a:gd name="csX623" fmla="*/ 566652 w 723900"/>
                <a:gd name="csY623" fmla="*/ 352395 h 352425"/>
                <a:gd name="csX624" fmla="*/ 565185 w 723900"/>
                <a:gd name="csY624" fmla="*/ 352395 h 352425"/>
                <a:gd name="csX625" fmla="*/ 563794 w 723900"/>
                <a:gd name="csY625" fmla="*/ 352395 h 352425"/>
                <a:gd name="csX626" fmla="*/ 562394 w 723900"/>
                <a:gd name="csY626" fmla="*/ 352395 h 352425"/>
                <a:gd name="csX627" fmla="*/ 560994 w 723900"/>
                <a:gd name="csY627" fmla="*/ 352395 h 352425"/>
                <a:gd name="csX628" fmla="*/ 559537 w 723900"/>
                <a:gd name="csY628" fmla="*/ 352395 h 352425"/>
                <a:gd name="csX629" fmla="*/ 558136 w 723900"/>
                <a:gd name="csY629" fmla="*/ 352395 h 352425"/>
                <a:gd name="csX630" fmla="*/ 556746 w 723900"/>
                <a:gd name="csY630" fmla="*/ 352395 h 352425"/>
                <a:gd name="csX631" fmla="*/ 555288 w 723900"/>
                <a:gd name="csY631" fmla="*/ 352395 h 352425"/>
                <a:gd name="csX632" fmla="*/ 553889 w 723900"/>
                <a:gd name="csY632" fmla="*/ 352395 h 352425"/>
                <a:gd name="csX633" fmla="*/ 552488 w 723900"/>
                <a:gd name="csY633" fmla="*/ 352395 h 352425"/>
                <a:gd name="csX634" fmla="*/ 551031 w 723900"/>
                <a:gd name="csY634" fmla="*/ 352395 h 352425"/>
                <a:gd name="csX635" fmla="*/ 549640 w 723900"/>
                <a:gd name="csY635" fmla="*/ 352395 h 352425"/>
                <a:gd name="csX636" fmla="*/ 548240 w 723900"/>
                <a:gd name="csY636" fmla="*/ 352395 h 352425"/>
                <a:gd name="csX637" fmla="*/ 546783 w 723900"/>
                <a:gd name="csY637" fmla="*/ 352395 h 352425"/>
                <a:gd name="csX638" fmla="*/ 545383 w 723900"/>
                <a:gd name="csY638" fmla="*/ 352395 h 352425"/>
                <a:gd name="csX639" fmla="*/ 543982 w 723900"/>
                <a:gd name="csY639" fmla="*/ 352395 h 352425"/>
                <a:gd name="csX640" fmla="*/ 542525 w 723900"/>
                <a:gd name="csY640" fmla="*/ 352395 h 352425"/>
                <a:gd name="csX641" fmla="*/ 541125 w 723900"/>
                <a:gd name="csY641" fmla="*/ 352395 h 352425"/>
                <a:gd name="csX642" fmla="*/ 539734 w 723900"/>
                <a:gd name="csY642" fmla="*/ 352395 h 352425"/>
                <a:gd name="csX643" fmla="*/ 538277 w 723900"/>
                <a:gd name="csY643" fmla="*/ 352395 h 352425"/>
                <a:gd name="csX644" fmla="*/ 536877 w 723900"/>
                <a:gd name="csY644" fmla="*/ 352395 h 352425"/>
                <a:gd name="csX645" fmla="*/ 535477 w 723900"/>
                <a:gd name="csY645" fmla="*/ 352395 h 352425"/>
                <a:gd name="csX646" fmla="*/ 534086 w 723900"/>
                <a:gd name="csY646" fmla="*/ 352395 h 352425"/>
                <a:gd name="csX647" fmla="*/ 532619 w 723900"/>
                <a:gd name="csY647" fmla="*/ 352395 h 352425"/>
                <a:gd name="csX648" fmla="*/ 531228 w 723900"/>
                <a:gd name="csY648" fmla="*/ 352395 h 352425"/>
                <a:gd name="csX649" fmla="*/ 529828 w 723900"/>
                <a:gd name="csY649" fmla="*/ 352395 h 352425"/>
                <a:gd name="csX650" fmla="*/ 528371 w 723900"/>
                <a:gd name="csY650" fmla="*/ 352395 h 352425"/>
                <a:gd name="csX651" fmla="*/ 526971 w 723900"/>
                <a:gd name="csY651" fmla="*/ 352395 h 352425"/>
                <a:gd name="csX652" fmla="*/ 525580 w 723900"/>
                <a:gd name="csY652" fmla="*/ 352395 h 352425"/>
                <a:gd name="csX653" fmla="*/ 524113 w 723900"/>
                <a:gd name="csY653" fmla="*/ 352395 h 352425"/>
                <a:gd name="csX654" fmla="*/ 522723 w 723900"/>
                <a:gd name="csY654" fmla="*/ 352395 h 352425"/>
                <a:gd name="csX655" fmla="*/ 521322 w 723900"/>
                <a:gd name="csY655" fmla="*/ 352395 h 352425"/>
                <a:gd name="csX656" fmla="*/ 519865 w 723900"/>
                <a:gd name="csY656" fmla="*/ 352395 h 352425"/>
                <a:gd name="csX657" fmla="*/ 518465 w 723900"/>
                <a:gd name="csY657" fmla="*/ 352395 h 352425"/>
                <a:gd name="csX658" fmla="*/ 517074 w 723900"/>
                <a:gd name="csY658" fmla="*/ 352395 h 352425"/>
                <a:gd name="csX659" fmla="*/ 515607 w 723900"/>
                <a:gd name="csY659" fmla="*/ 352395 h 352425"/>
                <a:gd name="csX660" fmla="*/ 514217 w 723900"/>
                <a:gd name="csY660" fmla="*/ 352395 h 352425"/>
                <a:gd name="csX661" fmla="*/ 512817 w 723900"/>
                <a:gd name="csY661" fmla="*/ 352395 h 352425"/>
                <a:gd name="csX662" fmla="*/ 511359 w 723900"/>
                <a:gd name="csY662" fmla="*/ 352395 h 352425"/>
                <a:gd name="csX663" fmla="*/ 509959 w 723900"/>
                <a:gd name="csY663" fmla="*/ 352395 h 352425"/>
                <a:gd name="csX664" fmla="*/ 508568 w 723900"/>
                <a:gd name="csY664" fmla="*/ 352395 h 352425"/>
                <a:gd name="csX665" fmla="*/ 507168 w 723900"/>
                <a:gd name="csY665" fmla="*/ 352395 h 352425"/>
                <a:gd name="csX666" fmla="*/ 505711 w 723900"/>
                <a:gd name="csY666" fmla="*/ 352395 h 352425"/>
                <a:gd name="csX667" fmla="*/ 504311 w 723900"/>
                <a:gd name="csY667" fmla="*/ 352395 h 352425"/>
                <a:gd name="csX668" fmla="*/ 502920 w 723900"/>
                <a:gd name="csY668" fmla="*/ 352395 h 352425"/>
                <a:gd name="csX669" fmla="*/ 501453 w 723900"/>
                <a:gd name="csY669" fmla="*/ 352395 h 352425"/>
                <a:gd name="csX670" fmla="*/ 500063 w 723900"/>
                <a:gd name="csY670" fmla="*/ 352395 h 352425"/>
                <a:gd name="csX671" fmla="*/ 498662 w 723900"/>
                <a:gd name="csY671" fmla="*/ 352395 h 352425"/>
                <a:gd name="csX672" fmla="*/ 497205 w 723900"/>
                <a:gd name="csY672" fmla="*/ 352395 h 352425"/>
                <a:gd name="csX673" fmla="*/ 495805 w 723900"/>
                <a:gd name="csY673" fmla="*/ 352395 h 352425"/>
                <a:gd name="csX674" fmla="*/ 494405 w 723900"/>
                <a:gd name="csY674" fmla="*/ 352395 h 352425"/>
                <a:gd name="csX675" fmla="*/ 492947 w 723900"/>
                <a:gd name="csY675" fmla="*/ 352395 h 352425"/>
                <a:gd name="csX676" fmla="*/ 491557 w 723900"/>
                <a:gd name="csY676" fmla="*/ 352395 h 352425"/>
                <a:gd name="csX677" fmla="*/ 490157 w 723900"/>
                <a:gd name="csY677" fmla="*/ 352395 h 352425"/>
                <a:gd name="csX678" fmla="*/ 488699 w 723900"/>
                <a:gd name="csY678" fmla="*/ 352395 h 352425"/>
                <a:gd name="csX679" fmla="*/ 487299 w 723900"/>
                <a:gd name="csY679" fmla="*/ 352395 h 352425"/>
                <a:gd name="csX680" fmla="*/ 485908 w 723900"/>
                <a:gd name="csY680" fmla="*/ 352395 h 352425"/>
                <a:gd name="csX681" fmla="*/ 484442 w 723900"/>
                <a:gd name="csY681" fmla="*/ 352395 h 352425"/>
                <a:gd name="csX682" fmla="*/ 483051 w 723900"/>
                <a:gd name="csY682" fmla="*/ 352395 h 352425"/>
                <a:gd name="csX683" fmla="*/ 481651 w 723900"/>
                <a:gd name="csY683" fmla="*/ 352395 h 352425"/>
                <a:gd name="csX684" fmla="*/ 480193 w 723900"/>
                <a:gd name="csY684" fmla="*/ 352395 h 352425"/>
                <a:gd name="csX685" fmla="*/ 478793 w 723900"/>
                <a:gd name="csY685" fmla="*/ 352395 h 352425"/>
                <a:gd name="csX686" fmla="*/ 477393 w 723900"/>
                <a:gd name="csY686" fmla="*/ 352395 h 352425"/>
                <a:gd name="csX687" fmla="*/ 476003 w 723900"/>
                <a:gd name="csY687" fmla="*/ 352395 h 352425"/>
                <a:gd name="csX688" fmla="*/ 474545 w 723900"/>
                <a:gd name="csY688" fmla="*/ 352395 h 352425"/>
                <a:gd name="csX689" fmla="*/ 473145 w 723900"/>
                <a:gd name="csY689" fmla="*/ 352395 h 352425"/>
                <a:gd name="csX690" fmla="*/ 471745 w 723900"/>
                <a:gd name="csY690" fmla="*/ 352395 h 352425"/>
                <a:gd name="csX691" fmla="*/ 470287 w 723900"/>
                <a:gd name="csY691" fmla="*/ 352395 h 352425"/>
                <a:gd name="csX692" fmla="*/ 468887 w 723900"/>
                <a:gd name="csY692" fmla="*/ 352395 h 352425"/>
                <a:gd name="csX693" fmla="*/ 467497 w 723900"/>
                <a:gd name="csY693" fmla="*/ 352395 h 352425"/>
                <a:gd name="csX694" fmla="*/ 466039 w 723900"/>
                <a:gd name="csY694" fmla="*/ 352395 h 352425"/>
                <a:gd name="csX695" fmla="*/ 464639 w 723900"/>
                <a:gd name="csY695" fmla="*/ 352395 h 352425"/>
                <a:gd name="csX696" fmla="*/ 463239 w 723900"/>
                <a:gd name="csY696" fmla="*/ 352395 h 352425"/>
                <a:gd name="csX697" fmla="*/ 461782 w 723900"/>
                <a:gd name="csY697" fmla="*/ 352395 h 352425"/>
                <a:gd name="csX698" fmla="*/ 460381 w 723900"/>
                <a:gd name="csY698" fmla="*/ 352395 h 352425"/>
                <a:gd name="csX699" fmla="*/ 458991 w 723900"/>
                <a:gd name="csY699" fmla="*/ 352395 h 352425"/>
                <a:gd name="csX700" fmla="*/ 457533 w 723900"/>
                <a:gd name="csY700" fmla="*/ 352395 h 352425"/>
                <a:gd name="csX701" fmla="*/ 456133 w 723900"/>
                <a:gd name="csY701" fmla="*/ 352395 h 352425"/>
                <a:gd name="csX702" fmla="*/ 454733 w 723900"/>
                <a:gd name="csY702" fmla="*/ 352395 h 352425"/>
                <a:gd name="csX703" fmla="*/ 453276 w 723900"/>
                <a:gd name="csY703" fmla="*/ 352395 h 352425"/>
                <a:gd name="csX704" fmla="*/ 451876 w 723900"/>
                <a:gd name="csY704" fmla="*/ 352395 h 352425"/>
                <a:gd name="csX705" fmla="*/ 450485 w 723900"/>
                <a:gd name="csY705" fmla="*/ 352395 h 352425"/>
                <a:gd name="csX706" fmla="*/ 449085 w 723900"/>
                <a:gd name="csY706" fmla="*/ 352395 h 352425"/>
                <a:gd name="csX707" fmla="*/ 447628 w 723900"/>
                <a:gd name="csY707" fmla="*/ 352395 h 352425"/>
                <a:gd name="csX708" fmla="*/ 446227 w 723900"/>
                <a:gd name="csY708" fmla="*/ 352395 h 352425"/>
                <a:gd name="csX709" fmla="*/ 444837 w 723900"/>
                <a:gd name="csY709" fmla="*/ 352395 h 352425"/>
                <a:gd name="csX710" fmla="*/ 443370 w 723900"/>
                <a:gd name="csY710" fmla="*/ 352395 h 352425"/>
                <a:gd name="csX711" fmla="*/ 441979 w 723900"/>
                <a:gd name="csY711" fmla="*/ 352395 h 352425"/>
                <a:gd name="csX712" fmla="*/ 440579 w 723900"/>
                <a:gd name="csY712" fmla="*/ 352395 h 352425"/>
                <a:gd name="csX713" fmla="*/ 439122 w 723900"/>
                <a:gd name="csY713" fmla="*/ 352395 h 352425"/>
                <a:gd name="csX714" fmla="*/ 437721 w 723900"/>
                <a:gd name="csY714" fmla="*/ 352395 h 352425"/>
                <a:gd name="csX715" fmla="*/ 436331 w 723900"/>
                <a:gd name="csY715" fmla="*/ 352395 h 352425"/>
                <a:gd name="csX716" fmla="*/ 434864 w 723900"/>
                <a:gd name="csY716" fmla="*/ 352395 h 352425"/>
                <a:gd name="csX717" fmla="*/ 433473 w 723900"/>
                <a:gd name="csY717" fmla="*/ 352395 h 352425"/>
                <a:gd name="csX718" fmla="*/ 432073 w 723900"/>
                <a:gd name="csY718" fmla="*/ 352395 h 352425"/>
                <a:gd name="csX719" fmla="*/ 430616 w 723900"/>
                <a:gd name="csY719" fmla="*/ 352395 h 352425"/>
                <a:gd name="csX720" fmla="*/ 429216 w 723900"/>
                <a:gd name="csY720" fmla="*/ 352395 h 352425"/>
                <a:gd name="csX721" fmla="*/ 427825 w 723900"/>
                <a:gd name="csY721" fmla="*/ 352395 h 352425"/>
                <a:gd name="csX722" fmla="*/ 426358 w 723900"/>
                <a:gd name="csY722" fmla="*/ 352395 h 352425"/>
                <a:gd name="csX723" fmla="*/ 424968 w 723900"/>
                <a:gd name="csY723" fmla="*/ 352395 h 352425"/>
                <a:gd name="csX724" fmla="*/ 423567 w 723900"/>
                <a:gd name="csY724" fmla="*/ 352395 h 352425"/>
                <a:gd name="csX725" fmla="*/ 422110 w 723900"/>
                <a:gd name="csY725" fmla="*/ 352395 h 352425"/>
                <a:gd name="csX726" fmla="*/ 420710 w 723900"/>
                <a:gd name="csY726" fmla="*/ 352395 h 352425"/>
                <a:gd name="csX727" fmla="*/ 419319 w 723900"/>
                <a:gd name="csY727" fmla="*/ 352395 h 352425"/>
                <a:gd name="csX728" fmla="*/ 417919 w 723900"/>
                <a:gd name="csY728" fmla="*/ 352395 h 352425"/>
                <a:gd name="csX729" fmla="*/ 416462 w 723900"/>
                <a:gd name="csY729" fmla="*/ 352395 h 352425"/>
                <a:gd name="csX730" fmla="*/ 415061 w 723900"/>
                <a:gd name="csY730" fmla="*/ 352395 h 352425"/>
                <a:gd name="csX731" fmla="*/ 413671 w 723900"/>
                <a:gd name="csY731" fmla="*/ 352395 h 352425"/>
                <a:gd name="csX732" fmla="*/ 412204 w 723900"/>
                <a:gd name="csY732" fmla="*/ 352395 h 352425"/>
                <a:gd name="csX733" fmla="*/ 410813 w 723900"/>
                <a:gd name="csY733" fmla="*/ 352395 h 352425"/>
                <a:gd name="csX734" fmla="*/ 409413 w 723900"/>
                <a:gd name="csY734" fmla="*/ 352395 h 352425"/>
                <a:gd name="csX735" fmla="*/ 407956 w 723900"/>
                <a:gd name="csY735" fmla="*/ 352395 h 352425"/>
                <a:gd name="csX736" fmla="*/ 406556 w 723900"/>
                <a:gd name="csY736" fmla="*/ 352395 h 352425"/>
                <a:gd name="csX737" fmla="*/ 405155 w 723900"/>
                <a:gd name="csY737" fmla="*/ 352395 h 352425"/>
                <a:gd name="csX738" fmla="*/ 403698 w 723900"/>
                <a:gd name="csY738" fmla="*/ 352395 h 352425"/>
                <a:gd name="csX739" fmla="*/ 402308 w 723900"/>
                <a:gd name="csY739" fmla="*/ 352395 h 352425"/>
                <a:gd name="csX740" fmla="*/ 400907 w 723900"/>
                <a:gd name="csY740" fmla="*/ 352395 h 352425"/>
                <a:gd name="csX741" fmla="*/ 399450 w 723900"/>
                <a:gd name="csY741" fmla="*/ 352395 h 352425"/>
                <a:gd name="csX742" fmla="*/ 398050 w 723900"/>
                <a:gd name="csY742" fmla="*/ 352395 h 352425"/>
                <a:gd name="csX743" fmla="*/ 396650 w 723900"/>
                <a:gd name="csY743" fmla="*/ 352395 h 352425"/>
                <a:gd name="csX744" fmla="*/ 395192 w 723900"/>
                <a:gd name="csY744" fmla="*/ 352395 h 352425"/>
                <a:gd name="csX745" fmla="*/ 393802 w 723900"/>
                <a:gd name="csY745" fmla="*/ 352395 h 352425"/>
                <a:gd name="csX746" fmla="*/ 392402 w 723900"/>
                <a:gd name="csY746" fmla="*/ 352395 h 352425"/>
                <a:gd name="csX747" fmla="*/ 391001 w 723900"/>
                <a:gd name="csY747" fmla="*/ 352395 h 352425"/>
                <a:gd name="csX748" fmla="*/ 389544 w 723900"/>
                <a:gd name="csY748" fmla="*/ 352395 h 352425"/>
                <a:gd name="csX749" fmla="*/ 388144 w 723900"/>
                <a:gd name="csY749" fmla="*/ 352395 h 352425"/>
                <a:gd name="csX750" fmla="*/ 386753 w 723900"/>
                <a:gd name="csY750" fmla="*/ 352395 h 352425"/>
                <a:gd name="csX751" fmla="*/ 385296 w 723900"/>
                <a:gd name="csY751" fmla="*/ 352395 h 352425"/>
                <a:gd name="csX752" fmla="*/ 383896 w 723900"/>
                <a:gd name="csY752" fmla="*/ 352395 h 352425"/>
                <a:gd name="csX753" fmla="*/ 382495 w 723900"/>
                <a:gd name="csY753" fmla="*/ 352395 h 352425"/>
                <a:gd name="csX754" fmla="*/ 381038 w 723900"/>
                <a:gd name="csY754" fmla="*/ 352395 h 352425"/>
                <a:gd name="csX755" fmla="*/ 379638 w 723900"/>
                <a:gd name="csY755" fmla="*/ 352395 h 352425"/>
                <a:gd name="csX756" fmla="*/ 378247 w 723900"/>
                <a:gd name="csY756" fmla="*/ 352395 h 352425"/>
                <a:gd name="csX757" fmla="*/ 376780 w 723900"/>
                <a:gd name="csY757" fmla="*/ 352395 h 352425"/>
                <a:gd name="csX758" fmla="*/ 375390 w 723900"/>
                <a:gd name="csY758" fmla="*/ 352395 h 352425"/>
                <a:gd name="csX759" fmla="*/ 373990 w 723900"/>
                <a:gd name="csY759" fmla="*/ 352395 h 352425"/>
                <a:gd name="csX760" fmla="*/ 372532 w 723900"/>
                <a:gd name="csY760" fmla="*/ 352395 h 352425"/>
                <a:gd name="csX761" fmla="*/ 371132 w 723900"/>
                <a:gd name="csY761" fmla="*/ 352395 h 352425"/>
                <a:gd name="csX762" fmla="*/ 369742 w 723900"/>
                <a:gd name="csY762" fmla="*/ 352395 h 352425"/>
                <a:gd name="csX763" fmla="*/ 368275 w 723900"/>
                <a:gd name="csY763" fmla="*/ 352395 h 352425"/>
                <a:gd name="csX764" fmla="*/ 366884 w 723900"/>
                <a:gd name="csY764" fmla="*/ 352395 h 352425"/>
                <a:gd name="csX765" fmla="*/ 365484 w 723900"/>
                <a:gd name="csY765" fmla="*/ 352395 h 352425"/>
                <a:gd name="csX766" fmla="*/ 364027 w 723900"/>
                <a:gd name="csY766" fmla="*/ 352395 h 352425"/>
                <a:gd name="csX767" fmla="*/ 362626 w 723900"/>
                <a:gd name="csY767" fmla="*/ 352395 h 352425"/>
                <a:gd name="csX768" fmla="*/ 361236 w 723900"/>
                <a:gd name="csY768" fmla="*/ 352395 h 352425"/>
                <a:gd name="csX769" fmla="*/ 359836 w 723900"/>
                <a:gd name="csY769" fmla="*/ 352395 h 352425"/>
                <a:gd name="csX770" fmla="*/ 358378 w 723900"/>
                <a:gd name="csY770" fmla="*/ 352395 h 352425"/>
                <a:gd name="csX771" fmla="*/ 356978 w 723900"/>
                <a:gd name="csY771" fmla="*/ 352395 h 352425"/>
                <a:gd name="csX772" fmla="*/ 355588 w 723900"/>
                <a:gd name="csY772" fmla="*/ 352395 h 352425"/>
                <a:gd name="csX773" fmla="*/ 354120 w 723900"/>
                <a:gd name="csY773" fmla="*/ 352395 h 352425"/>
                <a:gd name="csX774" fmla="*/ 352730 w 723900"/>
                <a:gd name="csY774" fmla="*/ 352395 h 352425"/>
                <a:gd name="csX775" fmla="*/ 351330 w 723900"/>
                <a:gd name="csY775" fmla="*/ 352395 h 352425"/>
                <a:gd name="csX776" fmla="*/ 349872 w 723900"/>
                <a:gd name="csY776" fmla="*/ 352395 h 352425"/>
                <a:gd name="csX777" fmla="*/ 348472 w 723900"/>
                <a:gd name="csY777" fmla="*/ 352395 h 352425"/>
                <a:gd name="csX778" fmla="*/ 347082 w 723900"/>
                <a:gd name="csY778" fmla="*/ 352395 h 352425"/>
                <a:gd name="csX779" fmla="*/ 345615 w 723900"/>
                <a:gd name="csY779" fmla="*/ 352395 h 352425"/>
                <a:gd name="csX780" fmla="*/ 344224 w 723900"/>
                <a:gd name="csY780" fmla="*/ 352395 h 352425"/>
                <a:gd name="csX781" fmla="*/ 342824 w 723900"/>
                <a:gd name="csY781" fmla="*/ 352395 h 352425"/>
                <a:gd name="csX782" fmla="*/ 341367 w 723900"/>
                <a:gd name="csY782" fmla="*/ 352395 h 352425"/>
                <a:gd name="csX783" fmla="*/ 339966 w 723900"/>
                <a:gd name="csY783" fmla="*/ 352395 h 352425"/>
                <a:gd name="csX784" fmla="*/ 338576 w 723900"/>
                <a:gd name="csY784" fmla="*/ 352395 h 352425"/>
                <a:gd name="csX785" fmla="*/ 337109 w 723900"/>
                <a:gd name="csY785" fmla="*/ 352395 h 352425"/>
                <a:gd name="csX786" fmla="*/ 335718 w 723900"/>
                <a:gd name="csY786" fmla="*/ 352395 h 352425"/>
                <a:gd name="csX787" fmla="*/ 334318 w 723900"/>
                <a:gd name="csY787" fmla="*/ 352395 h 352425"/>
                <a:gd name="csX788" fmla="*/ 332918 w 723900"/>
                <a:gd name="csY788" fmla="*/ 352395 h 352425"/>
                <a:gd name="csX789" fmla="*/ 331460 w 723900"/>
                <a:gd name="csY789" fmla="*/ 352395 h 352425"/>
                <a:gd name="csX790" fmla="*/ 330060 w 723900"/>
                <a:gd name="csY790" fmla="*/ 352395 h 352425"/>
                <a:gd name="csX791" fmla="*/ 328670 w 723900"/>
                <a:gd name="csY791" fmla="*/ 352395 h 352425"/>
                <a:gd name="csX792" fmla="*/ 327212 w 723900"/>
                <a:gd name="csY792" fmla="*/ 352395 h 352425"/>
                <a:gd name="csX793" fmla="*/ 325812 w 723900"/>
                <a:gd name="csY793" fmla="*/ 352395 h 352425"/>
                <a:gd name="csX794" fmla="*/ 324412 w 723900"/>
                <a:gd name="csY794" fmla="*/ 352395 h 352425"/>
                <a:gd name="csX795" fmla="*/ 322955 w 723900"/>
                <a:gd name="csY795" fmla="*/ 352395 h 352425"/>
                <a:gd name="csX796" fmla="*/ 321564 w 723900"/>
                <a:gd name="csY796" fmla="*/ 352395 h 352425"/>
                <a:gd name="csX797" fmla="*/ 320164 w 723900"/>
                <a:gd name="csY797" fmla="*/ 352395 h 352425"/>
                <a:gd name="csX798" fmla="*/ 318707 w 723900"/>
                <a:gd name="csY798" fmla="*/ 352395 h 352425"/>
                <a:gd name="csX799" fmla="*/ 317306 w 723900"/>
                <a:gd name="csY799" fmla="*/ 352395 h 352425"/>
                <a:gd name="csX800" fmla="*/ 315906 w 723900"/>
                <a:gd name="csY800" fmla="*/ 352395 h 352425"/>
                <a:gd name="csX801" fmla="*/ 314449 w 723900"/>
                <a:gd name="csY801" fmla="*/ 352395 h 352425"/>
                <a:gd name="csX802" fmla="*/ 313058 w 723900"/>
                <a:gd name="csY802" fmla="*/ 352395 h 352425"/>
                <a:gd name="csX803" fmla="*/ 311658 w 723900"/>
                <a:gd name="csY803" fmla="*/ 352395 h 352425"/>
                <a:gd name="csX804" fmla="*/ 310201 w 723900"/>
                <a:gd name="csY804" fmla="*/ 352395 h 352425"/>
                <a:gd name="csX805" fmla="*/ 308801 w 723900"/>
                <a:gd name="csY805" fmla="*/ 352395 h 352425"/>
                <a:gd name="csX806" fmla="*/ 307400 w 723900"/>
                <a:gd name="csY806" fmla="*/ 352395 h 352425"/>
                <a:gd name="csX807" fmla="*/ 306010 w 723900"/>
                <a:gd name="csY807" fmla="*/ 352395 h 352425"/>
                <a:gd name="csX808" fmla="*/ 304543 w 723900"/>
                <a:gd name="csY808" fmla="*/ 352395 h 352425"/>
                <a:gd name="csX809" fmla="*/ 303152 w 723900"/>
                <a:gd name="csY809" fmla="*/ 352395 h 352425"/>
                <a:gd name="csX810" fmla="*/ 301752 w 723900"/>
                <a:gd name="csY810" fmla="*/ 352395 h 352425"/>
                <a:gd name="csX811" fmla="*/ 300295 w 723900"/>
                <a:gd name="csY811" fmla="*/ 352395 h 352425"/>
                <a:gd name="csX812" fmla="*/ 298894 w 723900"/>
                <a:gd name="csY812" fmla="*/ 352395 h 352425"/>
                <a:gd name="csX813" fmla="*/ 297504 w 723900"/>
                <a:gd name="csY813" fmla="*/ 352395 h 352425"/>
                <a:gd name="csX814" fmla="*/ 296037 w 723900"/>
                <a:gd name="csY814" fmla="*/ 352395 h 352425"/>
                <a:gd name="csX815" fmla="*/ 294646 w 723900"/>
                <a:gd name="csY815" fmla="*/ 352395 h 352425"/>
                <a:gd name="csX816" fmla="*/ 293246 w 723900"/>
                <a:gd name="csY816" fmla="*/ 352395 h 352425"/>
                <a:gd name="csX817" fmla="*/ 291789 w 723900"/>
                <a:gd name="csY817" fmla="*/ 352395 h 352425"/>
                <a:gd name="csX818" fmla="*/ 290389 w 723900"/>
                <a:gd name="csY818" fmla="*/ 352395 h 352425"/>
                <a:gd name="csX819" fmla="*/ 288998 w 723900"/>
                <a:gd name="csY819" fmla="*/ 352395 h 352425"/>
                <a:gd name="csX820" fmla="*/ 287531 w 723900"/>
                <a:gd name="csY820" fmla="*/ 352395 h 352425"/>
                <a:gd name="csX821" fmla="*/ 286141 w 723900"/>
                <a:gd name="csY821" fmla="*/ 352395 h 352425"/>
                <a:gd name="csX822" fmla="*/ 284740 w 723900"/>
                <a:gd name="csY822" fmla="*/ 352395 h 352425"/>
                <a:gd name="csX823" fmla="*/ 283283 w 723900"/>
                <a:gd name="csY823" fmla="*/ 352395 h 352425"/>
                <a:gd name="csX824" fmla="*/ 281883 w 723900"/>
                <a:gd name="csY824" fmla="*/ 352395 h 352425"/>
                <a:gd name="csX825" fmla="*/ 280492 w 723900"/>
                <a:gd name="csY825" fmla="*/ 352395 h 352425"/>
                <a:gd name="csX826" fmla="*/ 279025 w 723900"/>
                <a:gd name="csY826" fmla="*/ 352395 h 352425"/>
                <a:gd name="csX827" fmla="*/ 277635 w 723900"/>
                <a:gd name="csY827" fmla="*/ 352395 h 352425"/>
                <a:gd name="csX828" fmla="*/ 276235 w 723900"/>
                <a:gd name="csY828" fmla="*/ 352395 h 352425"/>
                <a:gd name="csX829" fmla="*/ 274844 w 723900"/>
                <a:gd name="csY829" fmla="*/ 352395 h 352425"/>
                <a:gd name="csX830" fmla="*/ 273377 w 723900"/>
                <a:gd name="csY830" fmla="*/ 352395 h 352425"/>
                <a:gd name="csX831" fmla="*/ 271987 w 723900"/>
                <a:gd name="csY831" fmla="*/ 352395 h 352425"/>
                <a:gd name="csX832" fmla="*/ 270586 w 723900"/>
                <a:gd name="csY832" fmla="*/ 352395 h 352425"/>
                <a:gd name="csX833" fmla="*/ 269129 w 723900"/>
                <a:gd name="csY833" fmla="*/ 352395 h 352425"/>
                <a:gd name="csX834" fmla="*/ 267729 w 723900"/>
                <a:gd name="csY834" fmla="*/ 352395 h 352425"/>
                <a:gd name="csX835" fmla="*/ 266338 w 723900"/>
                <a:gd name="csY835" fmla="*/ 352395 h 352425"/>
                <a:gd name="csX836" fmla="*/ 264871 w 723900"/>
                <a:gd name="csY836" fmla="*/ 352395 h 352425"/>
                <a:gd name="csX837" fmla="*/ 263481 w 723900"/>
                <a:gd name="csY837" fmla="*/ 352395 h 352425"/>
                <a:gd name="csX838" fmla="*/ 262080 w 723900"/>
                <a:gd name="csY838" fmla="*/ 352395 h 352425"/>
                <a:gd name="csX839" fmla="*/ 260623 w 723900"/>
                <a:gd name="csY839" fmla="*/ 352395 h 352425"/>
                <a:gd name="csX840" fmla="*/ 259223 w 723900"/>
                <a:gd name="csY840" fmla="*/ 352395 h 352425"/>
                <a:gd name="csX841" fmla="*/ 257823 w 723900"/>
                <a:gd name="csY841" fmla="*/ 352395 h 352425"/>
                <a:gd name="csX842" fmla="*/ 256365 w 723900"/>
                <a:gd name="csY842" fmla="*/ 352395 h 352425"/>
                <a:gd name="csX843" fmla="*/ 254975 w 723900"/>
                <a:gd name="csY843" fmla="*/ 352395 h 352425"/>
                <a:gd name="csX844" fmla="*/ 253575 w 723900"/>
                <a:gd name="csY844" fmla="*/ 352395 h 352425"/>
                <a:gd name="csX845" fmla="*/ 252117 w 723900"/>
                <a:gd name="csY845" fmla="*/ 352395 h 352425"/>
                <a:gd name="csX846" fmla="*/ 250717 w 723900"/>
                <a:gd name="csY846" fmla="*/ 352395 h 352425"/>
                <a:gd name="csX847" fmla="*/ 249327 w 723900"/>
                <a:gd name="csY847" fmla="*/ 352395 h 352425"/>
                <a:gd name="csX848" fmla="*/ 247926 w 723900"/>
                <a:gd name="csY848" fmla="*/ 352395 h 352425"/>
                <a:gd name="csX849" fmla="*/ 246469 w 723900"/>
                <a:gd name="csY849" fmla="*/ 352395 h 352425"/>
                <a:gd name="csX850" fmla="*/ 245069 w 723900"/>
                <a:gd name="csY850" fmla="*/ 352395 h 352425"/>
                <a:gd name="csX851" fmla="*/ 243669 w 723900"/>
                <a:gd name="csY851" fmla="*/ 352395 h 352425"/>
                <a:gd name="csX852" fmla="*/ 242211 w 723900"/>
                <a:gd name="csY852" fmla="*/ 352395 h 352425"/>
                <a:gd name="csX853" fmla="*/ 240811 w 723900"/>
                <a:gd name="csY853" fmla="*/ 352395 h 352425"/>
                <a:gd name="csX854" fmla="*/ 239420 w 723900"/>
                <a:gd name="csY854" fmla="*/ 352395 h 352425"/>
                <a:gd name="csX855" fmla="*/ 237963 w 723900"/>
                <a:gd name="csY855" fmla="*/ 352395 h 352425"/>
                <a:gd name="csX856" fmla="*/ 236563 w 723900"/>
                <a:gd name="csY856" fmla="*/ 352395 h 352425"/>
                <a:gd name="csX857" fmla="*/ 235163 w 723900"/>
                <a:gd name="csY857" fmla="*/ 352395 h 352425"/>
                <a:gd name="csX858" fmla="*/ 233705 w 723900"/>
                <a:gd name="csY858" fmla="*/ 352395 h 352425"/>
                <a:gd name="csX859" fmla="*/ 232305 w 723900"/>
                <a:gd name="csY859" fmla="*/ 352395 h 352425"/>
                <a:gd name="csX860" fmla="*/ 230915 w 723900"/>
                <a:gd name="csY860" fmla="*/ 352395 h 352425"/>
                <a:gd name="csX861" fmla="*/ 229457 w 723900"/>
                <a:gd name="csY861" fmla="*/ 352395 h 352425"/>
                <a:gd name="csX862" fmla="*/ 228057 w 723900"/>
                <a:gd name="csY862" fmla="*/ 352395 h 352425"/>
                <a:gd name="csX863" fmla="*/ 226657 w 723900"/>
                <a:gd name="csY863" fmla="*/ 352395 h 352425"/>
                <a:gd name="csX864" fmla="*/ 225200 w 723900"/>
                <a:gd name="csY864" fmla="*/ 352395 h 352425"/>
                <a:gd name="csX865" fmla="*/ 223799 w 723900"/>
                <a:gd name="csY865" fmla="*/ 352395 h 352425"/>
                <a:gd name="csX866" fmla="*/ 222409 w 723900"/>
                <a:gd name="csY866" fmla="*/ 352395 h 352425"/>
                <a:gd name="csX867" fmla="*/ 220952 w 723900"/>
                <a:gd name="csY867" fmla="*/ 352395 h 352425"/>
                <a:gd name="csX868" fmla="*/ 219551 w 723900"/>
                <a:gd name="csY868" fmla="*/ 352395 h 352425"/>
                <a:gd name="csX869" fmla="*/ 218151 w 723900"/>
                <a:gd name="csY869" fmla="*/ 352395 h 352425"/>
                <a:gd name="csX870" fmla="*/ 216761 w 723900"/>
                <a:gd name="csY870" fmla="*/ 352395 h 352425"/>
                <a:gd name="csX871" fmla="*/ 215294 w 723900"/>
                <a:gd name="csY871" fmla="*/ 352395 h 352425"/>
                <a:gd name="csX872" fmla="*/ 213903 w 723900"/>
                <a:gd name="csY872" fmla="*/ 352395 h 352425"/>
                <a:gd name="csX873" fmla="*/ 212503 w 723900"/>
                <a:gd name="csY873" fmla="*/ 352395 h 352425"/>
                <a:gd name="csX874" fmla="*/ 211045 w 723900"/>
                <a:gd name="csY874" fmla="*/ 352395 h 352425"/>
                <a:gd name="csX875" fmla="*/ 209645 w 723900"/>
                <a:gd name="csY875" fmla="*/ 352395 h 352425"/>
                <a:gd name="csX876" fmla="*/ 208255 w 723900"/>
                <a:gd name="csY876" fmla="*/ 352395 h 352425"/>
                <a:gd name="csX877" fmla="*/ 206788 w 723900"/>
                <a:gd name="csY877" fmla="*/ 352395 h 352425"/>
                <a:gd name="csX878" fmla="*/ 205397 w 723900"/>
                <a:gd name="csY878" fmla="*/ 352395 h 352425"/>
                <a:gd name="csX879" fmla="*/ 203997 w 723900"/>
                <a:gd name="csY879" fmla="*/ 352395 h 352425"/>
                <a:gd name="csX880" fmla="*/ 202540 w 723900"/>
                <a:gd name="csY880" fmla="*/ 352395 h 352425"/>
                <a:gd name="csX881" fmla="*/ 201139 w 723900"/>
                <a:gd name="csY881" fmla="*/ 352395 h 352425"/>
                <a:gd name="csX882" fmla="*/ 199749 w 723900"/>
                <a:gd name="csY882" fmla="*/ 352395 h 352425"/>
                <a:gd name="csX883" fmla="*/ 198282 w 723900"/>
                <a:gd name="csY883" fmla="*/ 352395 h 352425"/>
                <a:gd name="csX884" fmla="*/ 196891 w 723900"/>
                <a:gd name="csY884" fmla="*/ 352395 h 352425"/>
                <a:gd name="csX885" fmla="*/ 195491 w 723900"/>
                <a:gd name="csY885" fmla="*/ 352395 h 352425"/>
                <a:gd name="csX886" fmla="*/ 194034 w 723900"/>
                <a:gd name="csY886" fmla="*/ 352395 h 352425"/>
                <a:gd name="csX887" fmla="*/ 192634 w 723900"/>
                <a:gd name="csY887" fmla="*/ 352395 h 352425"/>
                <a:gd name="csX888" fmla="*/ 191243 w 723900"/>
                <a:gd name="csY888" fmla="*/ 352395 h 352425"/>
                <a:gd name="csX889" fmla="*/ 189843 w 723900"/>
                <a:gd name="csY889" fmla="*/ 352395 h 352425"/>
                <a:gd name="csX890" fmla="*/ 188385 w 723900"/>
                <a:gd name="csY890" fmla="*/ 352395 h 352425"/>
                <a:gd name="csX891" fmla="*/ 186985 w 723900"/>
                <a:gd name="csY891" fmla="*/ 352395 h 352425"/>
                <a:gd name="csX892" fmla="*/ 185595 w 723900"/>
                <a:gd name="csY892" fmla="*/ 352395 h 352425"/>
                <a:gd name="csX893" fmla="*/ 184128 w 723900"/>
                <a:gd name="csY893" fmla="*/ 352395 h 352425"/>
                <a:gd name="csX894" fmla="*/ 182737 w 723900"/>
                <a:gd name="csY894" fmla="*/ 352395 h 352425"/>
                <a:gd name="csX895" fmla="*/ 181337 w 723900"/>
                <a:gd name="csY895" fmla="*/ 352395 h 352425"/>
                <a:gd name="csX896" fmla="*/ 179880 w 723900"/>
                <a:gd name="csY896" fmla="*/ 352395 h 352425"/>
                <a:gd name="csX897" fmla="*/ 178479 w 723900"/>
                <a:gd name="csY897" fmla="*/ 352395 h 352425"/>
                <a:gd name="csX898" fmla="*/ 177089 w 723900"/>
                <a:gd name="csY898" fmla="*/ 352395 h 352425"/>
                <a:gd name="csX899" fmla="*/ 175622 w 723900"/>
                <a:gd name="csY899" fmla="*/ 352395 h 352425"/>
                <a:gd name="csX900" fmla="*/ 174231 w 723900"/>
                <a:gd name="csY900" fmla="*/ 352395 h 352425"/>
                <a:gd name="csX901" fmla="*/ 172831 w 723900"/>
                <a:gd name="csY901" fmla="*/ 352395 h 352425"/>
                <a:gd name="csX902" fmla="*/ 171374 w 723900"/>
                <a:gd name="csY902" fmla="*/ 352395 h 352425"/>
                <a:gd name="csX903" fmla="*/ 169974 w 723900"/>
                <a:gd name="csY903" fmla="*/ 352395 h 352425"/>
                <a:gd name="csX904" fmla="*/ 168574 w 723900"/>
                <a:gd name="csY904" fmla="*/ 352395 h 352425"/>
                <a:gd name="csX905" fmla="*/ 167116 w 723900"/>
                <a:gd name="csY905" fmla="*/ 352395 h 352425"/>
                <a:gd name="csX906" fmla="*/ 165726 w 723900"/>
                <a:gd name="csY906" fmla="*/ 352395 h 352425"/>
                <a:gd name="csX907" fmla="*/ 164325 w 723900"/>
                <a:gd name="csY907" fmla="*/ 352395 h 352425"/>
                <a:gd name="csX908" fmla="*/ 162868 w 723900"/>
                <a:gd name="csY908" fmla="*/ 352395 h 352425"/>
                <a:gd name="csX909" fmla="*/ 161468 w 723900"/>
                <a:gd name="csY909" fmla="*/ 352395 h 352425"/>
                <a:gd name="csX910" fmla="*/ 160068 w 723900"/>
                <a:gd name="csY910" fmla="*/ 352395 h 352425"/>
                <a:gd name="csX911" fmla="*/ 158677 w 723900"/>
                <a:gd name="csY911" fmla="*/ 352395 h 352425"/>
                <a:gd name="csX912" fmla="*/ 157220 w 723900"/>
                <a:gd name="csY912" fmla="*/ 352395 h 352425"/>
                <a:gd name="csX913" fmla="*/ 155819 w 723900"/>
                <a:gd name="csY913" fmla="*/ 352395 h 352425"/>
                <a:gd name="csX914" fmla="*/ 154419 w 723900"/>
                <a:gd name="csY914" fmla="*/ 352395 h 352425"/>
                <a:gd name="csX915" fmla="*/ 152962 w 723900"/>
                <a:gd name="csY915" fmla="*/ 352395 h 352425"/>
                <a:gd name="csX916" fmla="*/ 151562 w 723900"/>
                <a:gd name="csY916" fmla="*/ 352395 h 352425"/>
                <a:gd name="csX917" fmla="*/ 150171 w 723900"/>
                <a:gd name="csY917" fmla="*/ 352395 h 352425"/>
                <a:gd name="csX918" fmla="*/ 148714 w 723900"/>
                <a:gd name="csY918" fmla="*/ 352395 h 352425"/>
                <a:gd name="csX919" fmla="*/ 147314 w 723900"/>
                <a:gd name="csY919" fmla="*/ 352395 h 352425"/>
                <a:gd name="csX920" fmla="*/ 145914 w 723900"/>
                <a:gd name="csY920" fmla="*/ 352395 h 352425"/>
                <a:gd name="csX921" fmla="*/ 144456 w 723900"/>
                <a:gd name="csY921" fmla="*/ 352395 h 352425"/>
                <a:gd name="csX922" fmla="*/ 143056 w 723900"/>
                <a:gd name="csY922" fmla="*/ 352395 h 352425"/>
                <a:gd name="csX923" fmla="*/ 141665 w 723900"/>
                <a:gd name="csY923" fmla="*/ 352395 h 352425"/>
                <a:gd name="csX924" fmla="*/ 140199 w 723900"/>
                <a:gd name="csY924" fmla="*/ 352395 h 352425"/>
                <a:gd name="csX925" fmla="*/ 138808 w 723900"/>
                <a:gd name="csY925" fmla="*/ 352395 h 352425"/>
                <a:gd name="csX926" fmla="*/ 137408 w 723900"/>
                <a:gd name="csY926" fmla="*/ 352395 h 352425"/>
                <a:gd name="csX927" fmla="*/ 135950 w 723900"/>
                <a:gd name="csY927" fmla="*/ 352395 h 352425"/>
                <a:gd name="csX928" fmla="*/ 134550 w 723900"/>
                <a:gd name="csY928" fmla="*/ 352395 h 352425"/>
                <a:gd name="csX929" fmla="*/ 133160 w 723900"/>
                <a:gd name="csY929" fmla="*/ 352395 h 352425"/>
                <a:gd name="csX930" fmla="*/ 131759 w 723900"/>
                <a:gd name="csY930" fmla="*/ 352395 h 352425"/>
                <a:gd name="csX931" fmla="*/ 130302 w 723900"/>
                <a:gd name="csY931" fmla="*/ 352395 h 352425"/>
                <a:gd name="csX932" fmla="*/ 128902 w 723900"/>
                <a:gd name="csY932" fmla="*/ 352395 h 352425"/>
                <a:gd name="csX933" fmla="*/ 127511 w 723900"/>
                <a:gd name="csY933" fmla="*/ 352395 h 352425"/>
                <a:gd name="csX934" fmla="*/ 126044 w 723900"/>
                <a:gd name="csY934" fmla="*/ 352395 h 352425"/>
                <a:gd name="csX935" fmla="*/ 124654 w 723900"/>
                <a:gd name="csY935" fmla="*/ 352395 h 352425"/>
                <a:gd name="csX936" fmla="*/ 123253 w 723900"/>
                <a:gd name="csY936" fmla="*/ 352395 h 352425"/>
                <a:gd name="csX937" fmla="*/ 121796 w 723900"/>
                <a:gd name="csY937" fmla="*/ 352395 h 352425"/>
                <a:gd name="csX938" fmla="*/ 120396 w 723900"/>
                <a:gd name="csY938" fmla="*/ 352395 h 352425"/>
                <a:gd name="csX939" fmla="*/ 119005 w 723900"/>
                <a:gd name="csY939" fmla="*/ 352395 h 352425"/>
                <a:gd name="csX940" fmla="*/ 117539 w 723900"/>
                <a:gd name="csY940" fmla="*/ 352395 h 352425"/>
                <a:gd name="csX941" fmla="*/ 116148 w 723900"/>
                <a:gd name="csY941" fmla="*/ 352395 h 352425"/>
                <a:gd name="csX942" fmla="*/ 114748 w 723900"/>
                <a:gd name="csY942" fmla="*/ 352395 h 352425"/>
                <a:gd name="csX943" fmla="*/ 113290 w 723900"/>
                <a:gd name="csY943" fmla="*/ 352395 h 352425"/>
                <a:gd name="csX944" fmla="*/ 111890 w 723900"/>
                <a:gd name="csY944" fmla="*/ 352395 h 352425"/>
                <a:gd name="csX945" fmla="*/ 110500 w 723900"/>
                <a:gd name="csY945" fmla="*/ 352395 h 352425"/>
                <a:gd name="csX946" fmla="*/ 109033 w 723900"/>
                <a:gd name="csY946" fmla="*/ 352395 h 352425"/>
                <a:gd name="csX947" fmla="*/ 107642 w 723900"/>
                <a:gd name="csY947" fmla="*/ 352395 h 352425"/>
                <a:gd name="csX948" fmla="*/ 106242 w 723900"/>
                <a:gd name="csY948" fmla="*/ 352395 h 352425"/>
                <a:gd name="csX949" fmla="*/ 104842 w 723900"/>
                <a:gd name="csY949" fmla="*/ 352395 h 352425"/>
                <a:gd name="csX950" fmla="*/ 103384 w 723900"/>
                <a:gd name="csY950" fmla="*/ 352395 h 352425"/>
                <a:gd name="csX951" fmla="*/ 101994 w 723900"/>
                <a:gd name="csY951" fmla="*/ 352395 h 352425"/>
                <a:gd name="csX952" fmla="*/ 100593 w 723900"/>
                <a:gd name="csY952" fmla="*/ 352395 h 352425"/>
                <a:gd name="csX953" fmla="*/ 99136 w 723900"/>
                <a:gd name="csY953" fmla="*/ 352395 h 352425"/>
                <a:gd name="csX954" fmla="*/ 97736 w 723900"/>
                <a:gd name="csY954" fmla="*/ 352395 h 352425"/>
                <a:gd name="csX955" fmla="*/ 96336 w 723900"/>
                <a:gd name="csY955" fmla="*/ 352395 h 352425"/>
                <a:gd name="csX956" fmla="*/ 94879 w 723900"/>
                <a:gd name="csY956" fmla="*/ 352395 h 352425"/>
                <a:gd name="csX957" fmla="*/ 93488 w 723900"/>
                <a:gd name="csY957" fmla="*/ 352395 h 352425"/>
                <a:gd name="csX958" fmla="*/ 92088 w 723900"/>
                <a:gd name="csY958" fmla="*/ 352395 h 352425"/>
                <a:gd name="csX959" fmla="*/ 90630 w 723900"/>
                <a:gd name="csY959" fmla="*/ 352395 h 352425"/>
                <a:gd name="csX960" fmla="*/ 89230 w 723900"/>
                <a:gd name="csY960" fmla="*/ 352395 h 352425"/>
                <a:gd name="csX961" fmla="*/ 87830 w 723900"/>
                <a:gd name="csY961" fmla="*/ 352395 h 352425"/>
                <a:gd name="csX962" fmla="*/ 86373 w 723900"/>
                <a:gd name="csY962" fmla="*/ 352395 h 352425"/>
                <a:gd name="csX963" fmla="*/ 84982 w 723900"/>
                <a:gd name="csY963" fmla="*/ 352395 h 352425"/>
                <a:gd name="csX964" fmla="*/ 83582 w 723900"/>
                <a:gd name="csY964" fmla="*/ 352395 h 352425"/>
                <a:gd name="csX965" fmla="*/ 82125 w 723900"/>
                <a:gd name="csY965" fmla="*/ 352395 h 352425"/>
                <a:gd name="csX966" fmla="*/ 80724 w 723900"/>
                <a:gd name="csY966" fmla="*/ 352395 h 352425"/>
                <a:gd name="csX967" fmla="*/ 79324 w 723900"/>
                <a:gd name="csY967" fmla="*/ 352395 h 352425"/>
                <a:gd name="csX968" fmla="*/ 77867 w 723900"/>
                <a:gd name="csY968" fmla="*/ 352395 h 352425"/>
                <a:gd name="csX969" fmla="*/ 76467 w 723900"/>
                <a:gd name="csY969" fmla="*/ 352395 h 352425"/>
                <a:gd name="csX970" fmla="*/ 75076 w 723900"/>
                <a:gd name="csY970" fmla="*/ 352395 h 352425"/>
                <a:gd name="csX971" fmla="*/ 73676 w 723900"/>
                <a:gd name="csY971" fmla="*/ 352395 h 352425"/>
                <a:gd name="csX972" fmla="*/ 72219 w 723900"/>
                <a:gd name="csY972" fmla="*/ 352395 h 352425"/>
                <a:gd name="csX973" fmla="*/ 70819 w 723900"/>
                <a:gd name="csY973" fmla="*/ 352395 h 352425"/>
                <a:gd name="csX974" fmla="*/ 69428 w 723900"/>
                <a:gd name="csY974" fmla="*/ 352395 h 352425"/>
                <a:gd name="csX975" fmla="*/ 67970 w 723900"/>
                <a:gd name="csY975" fmla="*/ 352395 h 352425"/>
                <a:gd name="csX976" fmla="*/ 66570 w 723900"/>
                <a:gd name="csY976" fmla="*/ 352395 h 352425"/>
                <a:gd name="csX977" fmla="*/ 65170 w 723900"/>
                <a:gd name="csY977" fmla="*/ 352395 h 352425"/>
                <a:gd name="csX978" fmla="*/ 63713 w 723900"/>
                <a:gd name="csY978" fmla="*/ 352395 h 352425"/>
                <a:gd name="csX979" fmla="*/ 62313 w 723900"/>
                <a:gd name="csY979" fmla="*/ 352395 h 352425"/>
                <a:gd name="csX980" fmla="*/ 60922 w 723900"/>
                <a:gd name="csY980" fmla="*/ 352395 h 352425"/>
                <a:gd name="csX981" fmla="*/ 59465 w 723900"/>
                <a:gd name="csY981" fmla="*/ 352395 h 352425"/>
                <a:gd name="csX982" fmla="*/ 58064 w 723900"/>
                <a:gd name="csY982" fmla="*/ 352395 h 352425"/>
                <a:gd name="csX983" fmla="*/ 56664 w 723900"/>
                <a:gd name="csY983" fmla="*/ 352395 h 352425"/>
                <a:gd name="csX984" fmla="*/ 55207 w 723900"/>
                <a:gd name="csY984" fmla="*/ 352395 h 352425"/>
                <a:gd name="csX985" fmla="*/ 53807 w 723900"/>
                <a:gd name="csY985" fmla="*/ 352395 h 352425"/>
                <a:gd name="csX986" fmla="*/ 52416 w 723900"/>
                <a:gd name="csY986" fmla="*/ 352395 h 352425"/>
                <a:gd name="csX987" fmla="*/ 50949 w 723900"/>
                <a:gd name="csY987" fmla="*/ 352395 h 352425"/>
                <a:gd name="csX988" fmla="*/ 49558 w 723900"/>
                <a:gd name="csY988" fmla="*/ 352395 h 352425"/>
                <a:gd name="csX989" fmla="*/ 48159 w 723900"/>
                <a:gd name="csY989" fmla="*/ 352395 h 352425"/>
                <a:gd name="csX990" fmla="*/ 46768 w 723900"/>
                <a:gd name="csY990" fmla="*/ 352395 h 352425"/>
                <a:gd name="csX991" fmla="*/ 45301 w 723900"/>
                <a:gd name="csY991" fmla="*/ 352395 h 352425"/>
                <a:gd name="csX992" fmla="*/ 43910 w 723900"/>
                <a:gd name="csY992" fmla="*/ 352395 h 352425"/>
                <a:gd name="csX993" fmla="*/ 42510 w 723900"/>
                <a:gd name="csY993" fmla="*/ 352395 h 352425"/>
                <a:gd name="csX994" fmla="*/ 41053 w 723900"/>
                <a:gd name="csY994" fmla="*/ 352395 h 352425"/>
                <a:gd name="csX995" fmla="*/ 39653 w 723900"/>
                <a:gd name="csY995" fmla="*/ 352395 h 352425"/>
                <a:gd name="csX996" fmla="*/ 38262 w 723900"/>
                <a:gd name="csY996" fmla="*/ 352395 h 352425"/>
                <a:gd name="csX997" fmla="*/ 36795 w 723900"/>
                <a:gd name="csY997" fmla="*/ 352395 h 352425"/>
                <a:gd name="csX998" fmla="*/ 35404 w 723900"/>
                <a:gd name="csY998" fmla="*/ 352395 h 352425"/>
                <a:gd name="csX999" fmla="*/ 34004 w 723900"/>
                <a:gd name="csY999" fmla="*/ 352395 h 352425"/>
                <a:gd name="csX1000" fmla="*/ 32547 w 723900"/>
                <a:gd name="csY1000" fmla="*/ 352395 h 352425"/>
                <a:gd name="csX1001" fmla="*/ 31147 w 723900"/>
                <a:gd name="csY1001" fmla="*/ 352395 h 352425"/>
                <a:gd name="csX1002" fmla="*/ 29756 w 723900"/>
                <a:gd name="csY1002" fmla="*/ 352395 h 352425"/>
                <a:gd name="csX1003" fmla="*/ 28289 w 723900"/>
                <a:gd name="csY1003" fmla="*/ 352395 h 352425"/>
                <a:gd name="csX1004" fmla="*/ 26899 w 723900"/>
                <a:gd name="csY1004" fmla="*/ 352395 h 352425"/>
                <a:gd name="csX1005" fmla="*/ 25498 w 723900"/>
                <a:gd name="csY1005" fmla="*/ 352395 h 352425"/>
                <a:gd name="csX1006" fmla="*/ 24041 w 723900"/>
                <a:gd name="csY1006" fmla="*/ 352395 h 352425"/>
                <a:gd name="csX1007" fmla="*/ 22641 w 723900"/>
                <a:gd name="csY1007" fmla="*/ 352395 h 352425"/>
                <a:gd name="csX1008" fmla="*/ 21250 w 723900"/>
                <a:gd name="csY1008" fmla="*/ 352395 h 352425"/>
                <a:gd name="csX1009" fmla="*/ 19784 w 723900"/>
                <a:gd name="csY1009" fmla="*/ 352395 h 352425"/>
                <a:gd name="csX1010" fmla="*/ 18393 w 723900"/>
                <a:gd name="csY1010" fmla="*/ 352395 h 352425"/>
                <a:gd name="csX1011" fmla="*/ 16993 w 723900"/>
                <a:gd name="csY1011" fmla="*/ 352395 h 352425"/>
                <a:gd name="csX1012" fmla="*/ 15593 w 723900"/>
                <a:gd name="csY1012" fmla="*/ 352395 h 352425"/>
                <a:gd name="csX1013" fmla="*/ 14135 w 723900"/>
                <a:gd name="csY1013" fmla="*/ 352395 h 352425"/>
                <a:gd name="csX1014" fmla="*/ 12744 w 723900"/>
                <a:gd name="csY1014" fmla="*/ 352395 h 352425"/>
                <a:gd name="csX1015" fmla="*/ 11344 w 723900"/>
                <a:gd name="csY1015" fmla="*/ 352395 h 352425"/>
                <a:gd name="csX1016" fmla="*/ 9887 w 723900"/>
                <a:gd name="csY1016" fmla="*/ 352395 h 352425"/>
                <a:gd name="csX1017" fmla="*/ 8487 w 723900"/>
                <a:gd name="csY1017" fmla="*/ 352395 h 352425"/>
                <a:gd name="csX1018" fmla="*/ 7087 w 723900"/>
                <a:gd name="csY1018" fmla="*/ 352395 h 352425"/>
                <a:gd name="csX1019" fmla="*/ 5629 w 723900"/>
                <a:gd name="csY1019" fmla="*/ 352395 h 352425"/>
                <a:gd name="csX1020" fmla="*/ 4229 w 723900"/>
                <a:gd name="csY1020" fmla="*/ 352395 h 352425"/>
                <a:gd name="csX1021" fmla="*/ 2838 w 723900"/>
                <a:gd name="csY1021" fmla="*/ 352395 h 352425"/>
                <a:gd name="csX1022" fmla="*/ 1381 w 723900"/>
                <a:gd name="csY1022" fmla="*/ 352395 h 352425"/>
                <a:gd name="csX1023" fmla="*/ -19 w 72390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52425">
                  <a:moveTo>
                    <a:pt x="-19" y="349004"/>
                  </a:moveTo>
                  <a:lnTo>
                    <a:pt x="1381" y="348623"/>
                  </a:lnTo>
                  <a:lnTo>
                    <a:pt x="2838" y="348242"/>
                  </a:lnTo>
                  <a:lnTo>
                    <a:pt x="4229" y="347861"/>
                  </a:lnTo>
                  <a:lnTo>
                    <a:pt x="5629" y="347413"/>
                  </a:lnTo>
                  <a:lnTo>
                    <a:pt x="7087" y="346899"/>
                  </a:lnTo>
                  <a:lnTo>
                    <a:pt x="8487" y="346385"/>
                  </a:lnTo>
                  <a:lnTo>
                    <a:pt x="9887" y="345813"/>
                  </a:lnTo>
                  <a:lnTo>
                    <a:pt x="11344" y="345175"/>
                  </a:lnTo>
                  <a:lnTo>
                    <a:pt x="12744" y="344470"/>
                  </a:lnTo>
                  <a:lnTo>
                    <a:pt x="14135" y="343765"/>
                  </a:lnTo>
                  <a:lnTo>
                    <a:pt x="15593" y="342937"/>
                  </a:lnTo>
                  <a:lnTo>
                    <a:pt x="16993" y="342108"/>
                  </a:lnTo>
                  <a:lnTo>
                    <a:pt x="18393" y="341213"/>
                  </a:lnTo>
                  <a:lnTo>
                    <a:pt x="19784" y="340193"/>
                  </a:lnTo>
                  <a:lnTo>
                    <a:pt x="21250" y="339107"/>
                  </a:lnTo>
                  <a:lnTo>
                    <a:pt x="22641" y="338022"/>
                  </a:lnTo>
                  <a:lnTo>
                    <a:pt x="24041" y="336736"/>
                  </a:lnTo>
                  <a:lnTo>
                    <a:pt x="25498" y="335459"/>
                  </a:lnTo>
                  <a:lnTo>
                    <a:pt x="26899" y="334050"/>
                  </a:lnTo>
                  <a:lnTo>
                    <a:pt x="28289" y="332583"/>
                  </a:lnTo>
                  <a:lnTo>
                    <a:pt x="29756" y="330992"/>
                  </a:lnTo>
                  <a:lnTo>
                    <a:pt x="31147" y="329325"/>
                  </a:lnTo>
                  <a:lnTo>
                    <a:pt x="32547" y="327535"/>
                  </a:lnTo>
                  <a:lnTo>
                    <a:pt x="34004" y="325620"/>
                  </a:lnTo>
                  <a:lnTo>
                    <a:pt x="35404" y="323572"/>
                  </a:lnTo>
                  <a:lnTo>
                    <a:pt x="36795" y="321467"/>
                  </a:lnTo>
                  <a:lnTo>
                    <a:pt x="38262" y="319162"/>
                  </a:lnTo>
                  <a:lnTo>
                    <a:pt x="39653" y="316800"/>
                  </a:lnTo>
                  <a:lnTo>
                    <a:pt x="41053" y="314304"/>
                  </a:lnTo>
                  <a:lnTo>
                    <a:pt x="42510" y="311628"/>
                  </a:lnTo>
                  <a:lnTo>
                    <a:pt x="43910" y="308809"/>
                  </a:lnTo>
                  <a:lnTo>
                    <a:pt x="45301" y="305875"/>
                  </a:lnTo>
                  <a:lnTo>
                    <a:pt x="46768" y="302808"/>
                  </a:lnTo>
                  <a:lnTo>
                    <a:pt x="48159" y="299551"/>
                  </a:lnTo>
                  <a:lnTo>
                    <a:pt x="49558" y="296226"/>
                  </a:lnTo>
                  <a:lnTo>
                    <a:pt x="50949" y="292645"/>
                  </a:lnTo>
                  <a:lnTo>
                    <a:pt x="52416" y="288940"/>
                  </a:lnTo>
                  <a:lnTo>
                    <a:pt x="53807" y="285168"/>
                  </a:lnTo>
                  <a:lnTo>
                    <a:pt x="55207" y="281148"/>
                  </a:lnTo>
                  <a:lnTo>
                    <a:pt x="56664" y="276986"/>
                  </a:lnTo>
                  <a:lnTo>
                    <a:pt x="58064" y="272709"/>
                  </a:lnTo>
                  <a:lnTo>
                    <a:pt x="59465" y="268175"/>
                  </a:lnTo>
                  <a:lnTo>
                    <a:pt x="60922" y="263565"/>
                  </a:lnTo>
                  <a:lnTo>
                    <a:pt x="62313" y="258774"/>
                  </a:lnTo>
                  <a:lnTo>
                    <a:pt x="63713" y="253792"/>
                  </a:lnTo>
                  <a:lnTo>
                    <a:pt x="65170" y="248744"/>
                  </a:lnTo>
                  <a:lnTo>
                    <a:pt x="66570" y="243505"/>
                  </a:lnTo>
                  <a:lnTo>
                    <a:pt x="67970" y="238076"/>
                  </a:lnTo>
                  <a:lnTo>
                    <a:pt x="69428" y="232580"/>
                  </a:lnTo>
                  <a:lnTo>
                    <a:pt x="70819" y="226951"/>
                  </a:lnTo>
                  <a:lnTo>
                    <a:pt x="72219" y="221140"/>
                  </a:lnTo>
                  <a:lnTo>
                    <a:pt x="73676" y="215197"/>
                  </a:lnTo>
                  <a:lnTo>
                    <a:pt x="75076" y="209187"/>
                  </a:lnTo>
                  <a:lnTo>
                    <a:pt x="76467" y="203052"/>
                  </a:lnTo>
                  <a:lnTo>
                    <a:pt x="77867" y="196795"/>
                  </a:lnTo>
                  <a:lnTo>
                    <a:pt x="79324" y="190461"/>
                  </a:lnTo>
                  <a:lnTo>
                    <a:pt x="80724" y="184079"/>
                  </a:lnTo>
                  <a:lnTo>
                    <a:pt x="82125" y="177554"/>
                  </a:lnTo>
                  <a:lnTo>
                    <a:pt x="83582" y="170972"/>
                  </a:lnTo>
                  <a:lnTo>
                    <a:pt x="84982" y="164391"/>
                  </a:lnTo>
                  <a:lnTo>
                    <a:pt x="86373" y="157752"/>
                  </a:lnTo>
                  <a:lnTo>
                    <a:pt x="87830" y="151103"/>
                  </a:lnTo>
                  <a:lnTo>
                    <a:pt x="89230" y="144388"/>
                  </a:lnTo>
                  <a:lnTo>
                    <a:pt x="90630" y="137683"/>
                  </a:lnTo>
                  <a:lnTo>
                    <a:pt x="92088" y="131034"/>
                  </a:lnTo>
                  <a:lnTo>
                    <a:pt x="93488" y="124386"/>
                  </a:lnTo>
                  <a:lnTo>
                    <a:pt x="94879" y="117747"/>
                  </a:lnTo>
                  <a:lnTo>
                    <a:pt x="96336" y="111165"/>
                  </a:lnTo>
                  <a:lnTo>
                    <a:pt x="97736" y="104640"/>
                  </a:lnTo>
                  <a:lnTo>
                    <a:pt x="99136" y="98249"/>
                  </a:lnTo>
                  <a:lnTo>
                    <a:pt x="100593" y="91924"/>
                  </a:lnTo>
                  <a:lnTo>
                    <a:pt x="101994" y="85723"/>
                  </a:lnTo>
                  <a:lnTo>
                    <a:pt x="103384" y="79656"/>
                  </a:lnTo>
                  <a:lnTo>
                    <a:pt x="104842" y="73646"/>
                  </a:lnTo>
                  <a:lnTo>
                    <a:pt x="106242" y="67836"/>
                  </a:lnTo>
                  <a:lnTo>
                    <a:pt x="107642" y="62216"/>
                  </a:lnTo>
                  <a:lnTo>
                    <a:pt x="109033" y="56777"/>
                  </a:lnTo>
                  <a:lnTo>
                    <a:pt x="110500" y="51472"/>
                  </a:lnTo>
                  <a:lnTo>
                    <a:pt x="111890" y="46424"/>
                  </a:lnTo>
                  <a:lnTo>
                    <a:pt x="113290" y="41575"/>
                  </a:lnTo>
                  <a:lnTo>
                    <a:pt x="114748" y="36908"/>
                  </a:lnTo>
                  <a:lnTo>
                    <a:pt x="116148" y="32565"/>
                  </a:lnTo>
                  <a:lnTo>
                    <a:pt x="117539" y="28412"/>
                  </a:lnTo>
                  <a:lnTo>
                    <a:pt x="119005" y="24506"/>
                  </a:lnTo>
                  <a:lnTo>
                    <a:pt x="120396" y="20868"/>
                  </a:lnTo>
                  <a:lnTo>
                    <a:pt x="121796" y="17543"/>
                  </a:lnTo>
                  <a:lnTo>
                    <a:pt x="123253" y="14477"/>
                  </a:lnTo>
                  <a:lnTo>
                    <a:pt x="124654" y="11667"/>
                  </a:lnTo>
                  <a:lnTo>
                    <a:pt x="126044" y="9238"/>
                  </a:lnTo>
                  <a:lnTo>
                    <a:pt x="127511" y="6999"/>
                  </a:lnTo>
                  <a:lnTo>
                    <a:pt x="128902" y="5085"/>
                  </a:lnTo>
                  <a:lnTo>
                    <a:pt x="130302" y="3485"/>
                  </a:lnTo>
                  <a:lnTo>
                    <a:pt x="131759" y="2208"/>
                  </a:lnTo>
                  <a:lnTo>
                    <a:pt x="133160" y="1189"/>
                  </a:lnTo>
                  <a:lnTo>
                    <a:pt x="134550" y="541"/>
                  </a:lnTo>
                  <a:lnTo>
                    <a:pt x="135950" y="161"/>
                  </a:lnTo>
                  <a:lnTo>
                    <a:pt x="137408" y="-30"/>
                  </a:lnTo>
                  <a:lnTo>
                    <a:pt x="138808" y="227"/>
                  </a:lnTo>
                  <a:lnTo>
                    <a:pt x="140199" y="741"/>
                  </a:lnTo>
                  <a:lnTo>
                    <a:pt x="141665" y="1504"/>
                  </a:lnTo>
                  <a:lnTo>
                    <a:pt x="143056" y="2590"/>
                  </a:lnTo>
                  <a:lnTo>
                    <a:pt x="144456" y="3933"/>
                  </a:lnTo>
                  <a:lnTo>
                    <a:pt x="145914" y="5532"/>
                  </a:lnTo>
                  <a:lnTo>
                    <a:pt x="147314" y="7447"/>
                  </a:lnTo>
                  <a:lnTo>
                    <a:pt x="148714" y="9552"/>
                  </a:lnTo>
                  <a:lnTo>
                    <a:pt x="150171" y="11924"/>
                  </a:lnTo>
                  <a:lnTo>
                    <a:pt x="151562" y="14544"/>
                  </a:lnTo>
                  <a:lnTo>
                    <a:pt x="152962" y="17353"/>
                  </a:lnTo>
                  <a:lnTo>
                    <a:pt x="154419" y="20354"/>
                  </a:lnTo>
                  <a:lnTo>
                    <a:pt x="155819" y="23611"/>
                  </a:lnTo>
                  <a:lnTo>
                    <a:pt x="157220" y="27068"/>
                  </a:lnTo>
                  <a:lnTo>
                    <a:pt x="158677" y="30640"/>
                  </a:lnTo>
                  <a:lnTo>
                    <a:pt x="160068" y="34413"/>
                  </a:lnTo>
                  <a:lnTo>
                    <a:pt x="161468" y="38375"/>
                  </a:lnTo>
                  <a:lnTo>
                    <a:pt x="162868" y="42404"/>
                  </a:lnTo>
                  <a:lnTo>
                    <a:pt x="164325" y="46624"/>
                  </a:lnTo>
                  <a:lnTo>
                    <a:pt x="165726" y="50900"/>
                  </a:lnTo>
                  <a:lnTo>
                    <a:pt x="167116" y="55310"/>
                  </a:lnTo>
                  <a:lnTo>
                    <a:pt x="168574" y="59844"/>
                  </a:lnTo>
                  <a:lnTo>
                    <a:pt x="169974" y="64445"/>
                  </a:lnTo>
                  <a:lnTo>
                    <a:pt x="171374" y="69112"/>
                  </a:lnTo>
                  <a:lnTo>
                    <a:pt x="172831" y="73846"/>
                  </a:lnTo>
                  <a:lnTo>
                    <a:pt x="174231" y="78570"/>
                  </a:lnTo>
                  <a:lnTo>
                    <a:pt x="175622" y="83361"/>
                  </a:lnTo>
                  <a:lnTo>
                    <a:pt x="177089" y="88219"/>
                  </a:lnTo>
                  <a:lnTo>
                    <a:pt x="178479" y="93077"/>
                  </a:lnTo>
                  <a:lnTo>
                    <a:pt x="179880" y="97868"/>
                  </a:lnTo>
                  <a:lnTo>
                    <a:pt x="181337" y="102726"/>
                  </a:lnTo>
                  <a:lnTo>
                    <a:pt x="182737" y="107583"/>
                  </a:lnTo>
                  <a:lnTo>
                    <a:pt x="184128" y="112375"/>
                  </a:lnTo>
                  <a:lnTo>
                    <a:pt x="185595" y="117166"/>
                  </a:lnTo>
                  <a:lnTo>
                    <a:pt x="186985" y="121900"/>
                  </a:lnTo>
                  <a:lnTo>
                    <a:pt x="188385" y="126557"/>
                  </a:lnTo>
                  <a:lnTo>
                    <a:pt x="189843" y="131225"/>
                  </a:lnTo>
                  <a:lnTo>
                    <a:pt x="191243" y="135768"/>
                  </a:lnTo>
                  <a:lnTo>
                    <a:pt x="192634" y="140302"/>
                  </a:lnTo>
                  <a:lnTo>
                    <a:pt x="194034" y="144712"/>
                  </a:lnTo>
                  <a:lnTo>
                    <a:pt x="195491" y="149055"/>
                  </a:lnTo>
                  <a:lnTo>
                    <a:pt x="196891" y="153341"/>
                  </a:lnTo>
                  <a:lnTo>
                    <a:pt x="198282" y="157552"/>
                  </a:lnTo>
                  <a:lnTo>
                    <a:pt x="199749" y="161704"/>
                  </a:lnTo>
                  <a:lnTo>
                    <a:pt x="201139" y="165734"/>
                  </a:lnTo>
                  <a:lnTo>
                    <a:pt x="202540" y="169629"/>
                  </a:lnTo>
                  <a:lnTo>
                    <a:pt x="203997" y="173534"/>
                  </a:lnTo>
                  <a:lnTo>
                    <a:pt x="205397" y="177240"/>
                  </a:lnTo>
                  <a:lnTo>
                    <a:pt x="206788" y="180878"/>
                  </a:lnTo>
                  <a:lnTo>
                    <a:pt x="208255" y="184460"/>
                  </a:lnTo>
                  <a:lnTo>
                    <a:pt x="209645" y="187908"/>
                  </a:lnTo>
                  <a:lnTo>
                    <a:pt x="211045" y="191298"/>
                  </a:lnTo>
                  <a:lnTo>
                    <a:pt x="212503" y="194556"/>
                  </a:lnTo>
                  <a:lnTo>
                    <a:pt x="213903" y="197690"/>
                  </a:lnTo>
                  <a:lnTo>
                    <a:pt x="215294" y="200757"/>
                  </a:lnTo>
                  <a:lnTo>
                    <a:pt x="216761" y="203758"/>
                  </a:lnTo>
                  <a:lnTo>
                    <a:pt x="218151" y="206634"/>
                  </a:lnTo>
                  <a:lnTo>
                    <a:pt x="219551" y="209377"/>
                  </a:lnTo>
                  <a:lnTo>
                    <a:pt x="220952" y="212130"/>
                  </a:lnTo>
                  <a:lnTo>
                    <a:pt x="222409" y="214682"/>
                  </a:lnTo>
                  <a:lnTo>
                    <a:pt x="223799" y="217235"/>
                  </a:lnTo>
                  <a:lnTo>
                    <a:pt x="225200" y="219664"/>
                  </a:lnTo>
                  <a:lnTo>
                    <a:pt x="226657" y="221969"/>
                  </a:lnTo>
                  <a:lnTo>
                    <a:pt x="228057" y="224274"/>
                  </a:lnTo>
                  <a:lnTo>
                    <a:pt x="229457" y="226446"/>
                  </a:lnTo>
                  <a:lnTo>
                    <a:pt x="230915" y="228551"/>
                  </a:lnTo>
                  <a:lnTo>
                    <a:pt x="232305" y="230532"/>
                  </a:lnTo>
                  <a:lnTo>
                    <a:pt x="233705" y="232513"/>
                  </a:lnTo>
                  <a:lnTo>
                    <a:pt x="235163" y="234371"/>
                  </a:lnTo>
                  <a:lnTo>
                    <a:pt x="236563" y="236218"/>
                  </a:lnTo>
                  <a:lnTo>
                    <a:pt x="237963" y="237943"/>
                  </a:lnTo>
                  <a:lnTo>
                    <a:pt x="239420" y="239609"/>
                  </a:lnTo>
                  <a:lnTo>
                    <a:pt x="240811" y="241200"/>
                  </a:lnTo>
                  <a:lnTo>
                    <a:pt x="242211" y="242801"/>
                  </a:lnTo>
                  <a:lnTo>
                    <a:pt x="243669" y="244267"/>
                  </a:lnTo>
                  <a:lnTo>
                    <a:pt x="245069" y="245743"/>
                  </a:lnTo>
                  <a:lnTo>
                    <a:pt x="246469" y="247144"/>
                  </a:lnTo>
                  <a:lnTo>
                    <a:pt x="247926" y="248487"/>
                  </a:lnTo>
                  <a:lnTo>
                    <a:pt x="249327" y="249763"/>
                  </a:lnTo>
                  <a:lnTo>
                    <a:pt x="250717" y="251040"/>
                  </a:lnTo>
                  <a:lnTo>
                    <a:pt x="252117" y="252192"/>
                  </a:lnTo>
                  <a:lnTo>
                    <a:pt x="253575" y="253345"/>
                  </a:lnTo>
                  <a:lnTo>
                    <a:pt x="254975" y="254497"/>
                  </a:lnTo>
                  <a:lnTo>
                    <a:pt x="256365" y="255583"/>
                  </a:lnTo>
                  <a:lnTo>
                    <a:pt x="257823" y="256602"/>
                  </a:lnTo>
                  <a:lnTo>
                    <a:pt x="259223" y="257631"/>
                  </a:lnTo>
                  <a:lnTo>
                    <a:pt x="260623" y="258583"/>
                  </a:lnTo>
                  <a:lnTo>
                    <a:pt x="262080" y="259479"/>
                  </a:lnTo>
                  <a:lnTo>
                    <a:pt x="263481" y="260441"/>
                  </a:lnTo>
                  <a:lnTo>
                    <a:pt x="264871" y="261269"/>
                  </a:lnTo>
                  <a:lnTo>
                    <a:pt x="266338" y="262164"/>
                  </a:lnTo>
                  <a:lnTo>
                    <a:pt x="267729" y="262927"/>
                  </a:lnTo>
                  <a:lnTo>
                    <a:pt x="269129" y="263765"/>
                  </a:lnTo>
                  <a:lnTo>
                    <a:pt x="270586" y="264527"/>
                  </a:lnTo>
                  <a:lnTo>
                    <a:pt x="271987" y="265232"/>
                  </a:lnTo>
                  <a:lnTo>
                    <a:pt x="273377" y="265994"/>
                  </a:lnTo>
                  <a:lnTo>
                    <a:pt x="274844" y="266642"/>
                  </a:lnTo>
                  <a:lnTo>
                    <a:pt x="276235" y="267337"/>
                  </a:lnTo>
                  <a:lnTo>
                    <a:pt x="277635" y="267975"/>
                  </a:lnTo>
                  <a:lnTo>
                    <a:pt x="279025" y="268623"/>
                  </a:lnTo>
                  <a:lnTo>
                    <a:pt x="280492" y="269261"/>
                  </a:lnTo>
                  <a:lnTo>
                    <a:pt x="281883" y="269832"/>
                  </a:lnTo>
                  <a:lnTo>
                    <a:pt x="283283" y="270470"/>
                  </a:lnTo>
                  <a:lnTo>
                    <a:pt x="284740" y="271052"/>
                  </a:lnTo>
                  <a:lnTo>
                    <a:pt x="286141" y="271556"/>
                  </a:lnTo>
                  <a:lnTo>
                    <a:pt x="287531" y="272137"/>
                  </a:lnTo>
                  <a:lnTo>
                    <a:pt x="288998" y="272642"/>
                  </a:lnTo>
                  <a:lnTo>
                    <a:pt x="290389" y="273157"/>
                  </a:lnTo>
                  <a:lnTo>
                    <a:pt x="291789" y="273661"/>
                  </a:lnTo>
                  <a:lnTo>
                    <a:pt x="293246" y="274109"/>
                  </a:lnTo>
                  <a:lnTo>
                    <a:pt x="294646" y="274624"/>
                  </a:lnTo>
                  <a:lnTo>
                    <a:pt x="296037" y="275071"/>
                  </a:lnTo>
                  <a:lnTo>
                    <a:pt x="297504" y="275519"/>
                  </a:lnTo>
                  <a:lnTo>
                    <a:pt x="298894" y="275967"/>
                  </a:lnTo>
                  <a:lnTo>
                    <a:pt x="300295" y="276414"/>
                  </a:lnTo>
                  <a:lnTo>
                    <a:pt x="301752" y="276862"/>
                  </a:lnTo>
                  <a:lnTo>
                    <a:pt x="303152" y="277243"/>
                  </a:lnTo>
                  <a:lnTo>
                    <a:pt x="304543" y="277690"/>
                  </a:lnTo>
                  <a:lnTo>
                    <a:pt x="306010" y="278072"/>
                  </a:lnTo>
                  <a:lnTo>
                    <a:pt x="307400" y="278462"/>
                  </a:lnTo>
                  <a:lnTo>
                    <a:pt x="308801" y="278843"/>
                  </a:lnTo>
                  <a:lnTo>
                    <a:pt x="310201" y="279224"/>
                  </a:lnTo>
                  <a:lnTo>
                    <a:pt x="311658" y="279605"/>
                  </a:lnTo>
                  <a:lnTo>
                    <a:pt x="313058" y="279929"/>
                  </a:lnTo>
                  <a:lnTo>
                    <a:pt x="314449" y="280310"/>
                  </a:lnTo>
                  <a:lnTo>
                    <a:pt x="315906" y="280634"/>
                  </a:lnTo>
                  <a:lnTo>
                    <a:pt x="317306" y="281014"/>
                  </a:lnTo>
                  <a:lnTo>
                    <a:pt x="318707" y="281338"/>
                  </a:lnTo>
                  <a:lnTo>
                    <a:pt x="320164" y="281653"/>
                  </a:lnTo>
                  <a:lnTo>
                    <a:pt x="321564" y="281977"/>
                  </a:lnTo>
                  <a:lnTo>
                    <a:pt x="322955" y="282291"/>
                  </a:lnTo>
                  <a:lnTo>
                    <a:pt x="324412" y="282615"/>
                  </a:lnTo>
                  <a:lnTo>
                    <a:pt x="325812" y="282872"/>
                  </a:lnTo>
                  <a:lnTo>
                    <a:pt x="327212" y="283186"/>
                  </a:lnTo>
                  <a:lnTo>
                    <a:pt x="328670" y="283510"/>
                  </a:lnTo>
                  <a:lnTo>
                    <a:pt x="330060" y="283767"/>
                  </a:lnTo>
                  <a:lnTo>
                    <a:pt x="331460" y="284015"/>
                  </a:lnTo>
                  <a:lnTo>
                    <a:pt x="332918" y="284339"/>
                  </a:lnTo>
                  <a:lnTo>
                    <a:pt x="334318" y="284596"/>
                  </a:lnTo>
                  <a:lnTo>
                    <a:pt x="335718" y="284853"/>
                  </a:lnTo>
                  <a:lnTo>
                    <a:pt x="337109" y="285101"/>
                  </a:lnTo>
                  <a:lnTo>
                    <a:pt x="338576" y="285358"/>
                  </a:lnTo>
                  <a:lnTo>
                    <a:pt x="339966" y="285615"/>
                  </a:lnTo>
                  <a:lnTo>
                    <a:pt x="341367" y="285872"/>
                  </a:lnTo>
                  <a:lnTo>
                    <a:pt x="342824" y="286063"/>
                  </a:lnTo>
                  <a:lnTo>
                    <a:pt x="344224" y="286320"/>
                  </a:lnTo>
                  <a:lnTo>
                    <a:pt x="345615" y="286511"/>
                  </a:lnTo>
                  <a:lnTo>
                    <a:pt x="347082" y="286768"/>
                  </a:lnTo>
                  <a:lnTo>
                    <a:pt x="348472" y="286958"/>
                  </a:lnTo>
                  <a:lnTo>
                    <a:pt x="349872" y="287149"/>
                  </a:lnTo>
                  <a:lnTo>
                    <a:pt x="351330" y="287339"/>
                  </a:lnTo>
                  <a:lnTo>
                    <a:pt x="352730" y="287597"/>
                  </a:lnTo>
                  <a:lnTo>
                    <a:pt x="354120" y="287787"/>
                  </a:lnTo>
                  <a:lnTo>
                    <a:pt x="355588" y="287977"/>
                  </a:lnTo>
                  <a:lnTo>
                    <a:pt x="356978" y="288111"/>
                  </a:lnTo>
                  <a:lnTo>
                    <a:pt x="358378" y="288301"/>
                  </a:lnTo>
                  <a:lnTo>
                    <a:pt x="359836" y="288492"/>
                  </a:lnTo>
                  <a:lnTo>
                    <a:pt x="361236" y="288682"/>
                  </a:lnTo>
                  <a:lnTo>
                    <a:pt x="362626" y="288816"/>
                  </a:lnTo>
                  <a:lnTo>
                    <a:pt x="364027" y="289006"/>
                  </a:lnTo>
                  <a:lnTo>
                    <a:pt x="365484" y="289130"/>
                  </a:lnTo>
                  <a:lnTo>
                    <a:pt x="366884" y="289254"/>
                  </a:lnTo>
                  <a:lnTo>
                    <a:pt x="368275" y="289454"/>
                  </a:lnTo>
                  <a:lnTo>
                    <a:pt x="369742" y="289578"/>
                  </a:lnTo>
                  <a:lnTo>
                    <a:pt x="371132" y="289702"/>
                  </a:lnTo>
                  <a:lnTo>
                    <a:pt x="372532" y="289835"/>
                  </a:lnTo>
                  <a:lnTo>
                    <a:pt x="373990" y="289959"/>
                  </a:lnTo>
                  <a:lnTo>
                    <a:pt x="375390" y="290092"/>
                  </a:lnTo>
                  <a:lnTo>
                    <a:pt x="376780" y="290216"/>
                  </a:lnTo>
                  <a:lnTo>
                    <a:pt x="378247" y="290349"/>
                  </a:lnTo>
                  <a:lnTo>
                    <a:pt x="379638" y="290473"/>
                  </a:lnTo>
                  <a:lnTo>
                    <a:pt x="381038" y="290597"/>
                  </a:lnTo>
                  <a:lnTo>
                    <a:pt x="382495" y="290663"/>
                  </a:lnTo>
                  <a:lnTo>
                    <a:pt x="383896" y="290797"/>
                  </a:lnTo>
                  <a:lnTo>
                    <a:pt x="385296" y="290921"/>
                  </a:lnTo>
                  <a:lnTo>
                    <a:pt x="386753" y="291045"/>
                  </a:lnTo>
                  <a:lnTo>
                    <a:pt x="388144" y="291111"/>
                  </a:lnTo>
                  <a:lnTo>
                    <a:pt x="389544" y="291245"/>
                  </a:lnTo>
                  <a:lnTo>
                    <a:pt x="391001" y="291302"/>
                  </a:lnTo>
                  <a:lnTo>
                    <a:pt x="392402" y="291435"/>
                  </a:lnTo>
                  <a:lnTo>
                    <a:pt x="393802" y="291559"/>
                  </a:lnTo>
                  <a:lnTo>
                    <a:pt x="395192" y="291625"/>
                  </a:lnTo>
                  <a:lnTo>
                    <a:pt x="396650" y="291749"/>
                  </a:lnTo>
                  <a:lnTo>
                    <a:pt x="398050" y="291816"/>
                  </a:lnTo>
                  <a:lnTo>
                    <a:pt x="399450" y="291940"/>
                  </a:lnTo>
                  <a:lnTo>
                    <a:pt x="400907" y="292006"/>
                  </a:lnTo>
                  <a:lnTo>
                    <a:pt x="402308" y="292130"/>
                  </a:lnTo>
                  <a:lnTo>
                    <a:pt x="403698" y="292264"/>
                  </a:lnTo>
                  <a:lnTo>
                    <a:pt x="405155" y="292330"/>
                  </a:lnTo>
                  <a:lnTo>
                    <a:pt x="406556" y="292454"/>
                  </a:lnTo>
                  <a:lnTo>
                    <a:pt x="407956" y="292521"/>
                  </a:lnTo>
                  <a:lnTo>
                    <a:pt x="409413" y="292645"/>
                  </a:lnTo>
                  <a:lnTo>
                    <a:pt x="410813" y="292711"/>
                  </a:lnTo>
                  <a:lnTo>
                    <a:pt x="412204" y="292835"/>
                  </a:lnTo>
                  <a:lnTo>
                    <a:pt x="413671" y="292968"/>
                  </a:lnTo>
                  <a:lnTo>
                    <a:pt x="415061" y="293026"/>
                  </a:lnTo>
                  <a:lnTo>
                    <a:pt x="416462" y="293159"/>
                  </a:lnTo>
                  <a:lnTo>
                    <a:pt x="417919" y="293283"/>
                  </a:lnTo>
                  <a:lnTo>
                    <a:pt x="419319" y="293350"/>
                  </a:lnTo>
                  <a:lnTo>
                    <a:pt x="420710" y="293474"/>
                  </a:lnTo>
                  <a:lnTo>
                    <a:pt x="422110" y="293607"/>
                  </a:lnTo>
                  <a:lnTo>
                    <a:pt x="423567" y="293664"/>
                  </a:lnTo>
                  <a:lnTo>
                    <a:pt x="424968" y="293797"/>
                  </a:lnTo>
                  <a:lnTo>
                    <a:pt x="426358" y="293921"/>
                  </a:lnTo>
                  <a:lnTo>
                    <a:pt x="427825" y="293988"/>
                  </a:lnTo>
                  <a:lnTo>
                    <a:pt x="429216" y="294111"/>
                  </a:lnTo>
                  <a:lnTo>
                    <a:pt x="430616" y="294245"/>
                  </a:lnTo>
                  <a:lnTo>
                    <a:pt x="432073" y="294311"/>
                  </a:lnTo>
                  <a:lnTo>
                    <a:pt x="433473" y="294435"/>
                  </a:lnTo>
                  <a:lnTo>
                    <a:pt x="434864" y="294559"/>
                  </a:lnTo>
                  <a:lnTo>
                    <a:pt x="436331" y="294626"/>
                  </a:lnTo>
                  <a:lnTo>
                    <a:pt x="437721" y="294750"/>
                  </a:lnTo>
                  <a:lnTo>
                    <a:pt x="439122" y="294817"/>
                  </a:lnTo>
                  <a:lnTo>
                    <a:pt x="440579" y="294950"/>
                  </a:lnTo>
                  <a:lnTo>
                    <a:pt x="441979" y="295007"/>
                  </a:lnTo>
                  <a:lnTo>
                    <a:pt x="443370" y="295074"/>
                  </a:lnTo>
                  <a:lnTo>
                    <a:pt x="444837" y="295140"/>
                  </a:lnTo>
                  <a:lnTo>
                    <a:pt x="446227" y="295197"/>
                  </a:lnTo>
                  <a:lnTo>
                    <a:pt x="447628" y="295264"/>
                  </a:lnTo>
                  <a:lnTo>
                    <a:pt x="449085" y="295330"/>
                  </a:lnTo>
                  <a:lnTo>
                    <a:pt x="450485" y="295397"/>
                  </a:lnTo>
                  <a:lnTo>
                    <a:pt x="451876" y="295454"/>
                  </a:lnTo>
                  <a:lnTo>
                    <a:pt x="453276" y="295454"/>
                  </a:lnTo>
                  <a:lnTo>
                    <a:pt x="454733" y="295521"/>
                  </a:lnTo>
                  <a:lnTo>
                    <a:pt x="456133" y="295521"/>
                  </a:lnTo>
                  <a:lnTo>
                    <a:pt x="457533" y="295521"/>
                  </a:lnTo>
                  <a:lnTo>
                    <a:pt x="458991" y="295454"/>
                  </a:lnTo>
                  <a:lnTo>
                    <a:pt x="460381" y="295454"/>
                  </a:lnTo>
                  <a:lnTo>
                    <a:pt x="461782" y="295397"/>
                  </a:lnTo>
                  <a:lnTo>
                    <a:pt x="463239" y="295330"/>
                  </a:lnTo>
                  <a:lnTo>
                    <a:pt x="464639" y="295264"/>
                  </a:lnTo>
                  <a:lnTo>
                    <a:pt x="466039" y="295197"/>
                  </a:lnTo>
                  <a:lnTo>
                    <a:pt x="467497" y="295074"/>
                  </a:lnTo>
                  <a:lnTo>
                    <a:pt x="468887" y="294950"/>
                  </a:lnTo>
                  <a:lnTo>
                    <a:pt x="470287" y="294750"/>
                  </a:lnTo>
                  <a:lnTo>
                    <a:pt x="471745" y="294626"/>
                  </a:lnTo>
                  <a:lnTo>
                    <a:pt x="473145" y="294369"/>
                  </a:lnTo>
                  <a:lnTo>
                    <a:pt x="474545" y="294178"/>
                  </a:lnTo>
                  <a:lnTo>
                    <a:pt x="476003" y="293921"/>
                  </a:lnTo>
                  <a:lnTo>
                    <a:pt x="477393" y="293664"/>
                  </a:lnTo>
                  <a:lnTo>
                    <a:pt x="478793" y="293350"/>
                  </a:lnTo>
                  <a:lnTo>
                    <a:pt x="480193" y="293026"/>
                  </a:lnTo>
                  <a:lnTo>
                    <a:pt x="481651" y="292645"/>
                  </a:lnTo>
                  <a:lnTo>
                    <a:pt x="483051" y="292264"/>
                  </a:lnTo>
                  <a:lnTo>
                    <a:pt x="484442" y="291816"/>
                  </a:lnTo>
                  <a:lnTo>
                    <a:pt x="485908" y="291369"/>
                  </a:lnTo>
                  <a:lnTo>
                    <a:pt x="487299" y="290854"/>
                  </a:lnTo>
                  <a:lnTo>
                    <a:pt x="488699" y="290349"/>
                  </a:lnTo>
                  <a:lnTo>
                    <a:pt x="490157" y="289835"/>
                  </a:lnTo>
                  <a:lnTo>
                    <a:pt x="491557" y="289197"/>
                  </a:lnTo>
                  <a:lnTo>
                    <a:pt x="492947" y="288558"/>
                  </a:lnTo>
                  <a:lnTo>
                    <a:pt x="494405" y="287920"/>
                  </a:lnTo>
                  <a:lnTo>
                    <a:pt x="495805" y="287149"/>
                  </a:lnTo>
                  <a:lnTo>
                    <a:pt x="497205" y="286387"/>
                  </a:lnTo>
                  <a:lnTo>
                    <a:pt x="498662" y="285615"/>
                  </a:lnTo>
                  <a:lnTo>
                    <a:pt x="500063" y="284786"/>
                  </a:lnTo>
                  <a:lnTo>
                    <a:pt x="501453" y="283891"/>
                  </a:lnTo>
                  <a:lnTo>
                    <a:pt x="502920" y="282996"/>
                  </a:lnTo>
                  <a:lnTo>
                    <a:pt x="504311" y="282034"/>
                  </a:lnTo>
                  <a:lnTo>
                    <a:pt x="505711" y="281014"/>
                  </a:lnTo>
                  <a:lnTo>
                    <a:pt x="507168" y="279929"/>
                  </a:lnTo>
                  <a:lnTo>
                    <a:pt x="508568" y="278843"/>
                  </a:lnTo>
                  <a:lnTo>
                    <a:pt x="509959" y="277690"/>
                  </a:lnTo>
                  <a:lnTo>
                    <a:pt x="511359" y="276538"/>
                  </a:lnTo>
                  <a:lnTo>
                    <a:pt x="512817" y="275328"/>
                  </a:lnTo>
                  <a:lnTo>
                    <a:pt x="514217" y="274052"/>
                  </a:lnTo>
                  <a:lnTo>
                    <a:pt x="515607" y="272709"/>
                  </a:lnTo>
                  <a:lnTo>
                    <a:pt x="517074" y="271366"/>
                  </a:lnTo>
                  <a:lnTo>
                    <a:pt x="518465" y="269956"/>
                  </a:lnTo>
                  <a:lnTo>
                    <a:pt x="519865" y="268556"/>
                  </a:lnTo>
                  <a:lnTo>
                    <a:pt x="521322" y="267080"/>
                  </a:lnTo>
                  <a:lnTo>
                    <a:pt x="522723" y="265556"/>
                  </a:lnTo>
                  <a:lnTo>
                    <a:pt x="524113" y="264013"/>
                  </a:lnTo>
                  <a:lnTo>
                    <a:pt x="525580" y="262422"/>
                  </a:lnTo>
                  <a:lnTo>
                    <a:pt x="526971" y="260822"/>
                  </a:lnTo>
                  <a:lnTo>
                    <a:pt x="528371" y="259164"/>
                  </a:lnTo>
                  <a:lnTo>
                    <a:pt x="529828" y="257497"/>
                  </a:lnTo>
                  <a:lnTo>
                    <a:pt x="531228" y="255840"/>
                  </a:lnTo>
                  <a:lnTo>
                    <a:pt x="532619" y="254116"/>
                  </a:lnTo>
                  <a:lnTo>
                    <a:pt x="534086" y="252326"/>
                  </a:lnTo>
                  <a:lnTo>
                    <a:pt x="535477" y="250601"/>
                  </a:lnTo>
                  <a:lnTo>
                    <a:pt x="536877" y="248811"/>
                  </a:lnTo>
                  <a:lnTo>
                    <a:pt x="538277" y="247020"/>
                  </a:lnTo>
                  <a:lnTo>
                    <a:pt x="539734" y="245229"/>
                  </a:lnTo>
                  <a:lnTo>
                    <a:pt x="541125" y="243438"/>
                  </a:lnTo>
                  <a:lnTo>
                    <a:pt x="542525" y="241591"/>
                  </a:lnTo>
                  <a:lnTo>
                    <a:pt x="543982" y="239800"/>
                  </a:lnTo>
                  <a:lnTo>
                    <a:pt x="545383" y="238010"/>
                  </a:lnTo>
                  <a:lnTo>
                    <a:pt x="546783" y="236218"/>
                  </a:lnTo>
                  <a:lnTo>
                    <a:pt x="548240" y="234428"/>
                  </a:lnTo>
                  <a:lnTo>
                    <a:pt x="549640" y="232637"/>
                  </a:lnTo>
                  <a:lnTo>
                    <a:pt x="551031" y="230913"/>
                  </a:lnTo>
                  <a:lnTo>
                    <a:pt x="552488" y="229189"/>
                  </a:lnTo>
                  <a:lnTo>
                    <a:pt x="553889" y="227532"/>
                  </a:lnTo>
                  <a:lnTo>
                    <a:pt x="555288" y="225865"/>
                  </a:lnTo>
                  <a:lnTo>
                    <a:pt x="556746" y="224274"/>
                  </a:lnTo>
                  <a:lnTo>
                    <a:pt x="558136" y="222674"/>
                  </a:lnTo>
                  <a:lnTo>
                    <a:pt x="559537" y="221198"/>
                  </a:lnTo>
                  <a:lnTo>
                    <a:pt x="560994" y="219731"/>
                  </a:lnTo>
                  <a:lnTo>
                    <a:pt x="562394" y="218331"/>
                  </a:lnTo>
                  <a:lnTo>
                    <a:pt x="563794" y="216988"/>
                  </a:lnTo>
                  <a:lnTo>
                    <a:pt x="565185" y="215702"/>
                  </a:lnTo>
                  <a:lnTo>
                    <a:pt x="566652" y="214492"/>
                  </a:lnTo>
                  <a:lnTo>
                    <a:pt x="568043" y="213340"/>
                  </a:lnTo>
                  <a:lnTo>
                    <a:pt x="569443" y="212320"/>
                  </a:lnTo>
                  <a:lnTo>
                    <a:pt x="570900" y="211358"/>
                  </a:lnTo>
                  <a:lnTo>
                    <a:pt x="572300" y="210463"/>
                  </a:lnTo>
                  <a:lnTo>
                    <a:pt x="573691" y="209701"/>
                  </a:lnTo>
                  <a:lnTo>
                    <a:pt x="575158" y="208996"/>
                  </a:lnTo>
                  <a:lnTo>
                    <a:pt x="576548" y="208425"/>
                  </a:lnTo>
                  <a:lnTo>
                    <a:pt x="577948" y="207910"/>
                  </a:lnTo>
                  <a:lnTo>
                    <a:pt x="579406" y="207586"/>
                  </a:lnTo>
                  <a:lnTo>
                    <a:pt x="580806" y="207272"/>
                  </a:lnTo>
                  <a:lnTo>
                    <a:pt x="582197" y="207082"/>
                  </a:lnTo>
                  <a:lnTo>
                    <a:pt x="583663" y="207082"/>
                  </a:lnTo>
                  <a:lnTo>
                    <a:pt x="585054" y="207139"/>
                  </a:lnTo>
                  <a:lnTo>
                    <a:pt x="586454" y="207272"/>
                  </a:lnTo>
                  <a:lnTo>
                    <a:pt x="587912" y="207586"/>
                  </a:lnTo>
                  <a:lnTo>
                    <a:pt x="589312" y="208034"/>
                  </a:lnTo>
                  <a:lnTo>
                    <a:pt x="590703" y="208482"/>
                  </a:lnTo>
                  <a:lnTo>
                    <a:pt x="592169" y="209187"/>
                  </a:lnTo>
                  <a:lnTo>
                    <a:pt x="593560" y="209958"/>
                  </a:lnTo>
                  <a:lnTo>
                    <a:pt x="594960" y="210787"/>
                  </a:lnTo>
                  <a:lnTo>
                    <a:pt x="596351" y="211749"/>
                  </a:lnTo>
                  <a:lnTo>
                    <a:pt x="597818" y="212892"/>
                  </a:lnTo>
                  <a:lnTo>
                    <a:pt x="599208" y="214044"/>
                  </a:lnTo>
                  <a:lnTo>
                    <a:pt x="600609" y="215388"/>
                  </a:lnTo>
                  <a:lnTo>
                    <a:pt x="602066" y="216854"/>
                  </a:lnTo>
                  <a:lnTo>
                    <a:pt x="603466" y="218388"/>
                  </a:lnTo>
                  <a:lnTo>
                    <a:pt x="604857" y="219988"/>
                  </a:lnTo>
                  <a:lnTo>
                    <a:pt x="606323" y="221712"/>
                  </a:lnTo>
                  <a:lnTo>
                    <a:pt x="607714" y="223569"/>
                  </a:lnTo>
                  <a:lnTo>
                    <a:pt x="609114" y="225484"/>
                  </a:lnTo>
                  <a:lnTo>
                    <a:pt x="610572" y="227465"/>
                  </a:lnTo>
                  <a:lnTo>
                    <a:pt x="611972" y="229570"/>
                  </a:lnTo>
                  <a:lnTo>
                    <a:pt x="613362" y="231742"/>
                  </a:lnTo>
                  <a:lnTo>
                    <a:pt x="614829" y="233980"/>
                  </a:lnTo>
                  <a:lnTo>
                    <a:pt x="616220" y="236285"/>
                  </a:lnTo>
                  <a:lnTo>
                    <a:pt x="617620" y="238647"/>
                  </a:lnTo>
                  <a:lnTo>
                    <a:pt x="619078" y="241076"/>
                  </a:lnTo>
                  <a:lnTo>
                    <a:pt x="620478" y="243572"/>
                  </a:lnTo>
                  <a:lnTo>
                    <a:pt x="621868" y="246058"/>
                  </a:lnTo>
                  <a:lnTo>
                    <a:pt x="623269" y="248620"/>
                  </a:lnTo>
                  <a:lnTo>
                    <a:pt x="624726" y="251240"/>
                  </a:lnTo>
                  <a:lnTo>
                    <a:pt x="626126" y="253859"/>
                  </a:lnTo>
                  <a:lnTo>
                    <a:pt x="627526" y="256545"/>
                  </a:lnTo>
                  <a:lnTo>
                    <a:pt x="628983" y="259222"/>
                  </a:lnTo>
                  <a:lnTo>
                    <a:pt x="630374" y="261908"/>
                  </a:lnTo>
                  <a:lnTo>
                    <a:pt x="631774" y="264660"/>
                  </a:lnTo>
                  <a:lnTo>
                    <a:pt x="633232" y="267337"/>
                  </a:lnTo>
                  <a:lnTo>
                    <a:pt x="634632" y="270023"/>
                  </a:lnTo>
                  <a:lnTo>
                    <a:pt x="636032" y="272775"/>
                  </a:lnTo>
                  <a:lnTo>
                    <a:pt x="637489" y="275452"/>
                  </a:lnTo>
                  <a:lnTo>
                    <a:pt x="638889" y="278072"/>
                  </a:lnTo>
                  <a:lnTo>
                    <a:pt x="640280" y="280758"/>
                  </a:lnTo>
                  <a:lnTo>
                    <a:pt x="641737" y="283377"/>
                  </a:lnTo>
                  <a:lnTo>
                    <a:pt x="643138" y="285996"/>
                  </a:lnTo>
                  <a:lnTo>
                    <a:pt x="644538" y="288558"/>
                  </a:lnTo>
                  <a:lnTo>
                    <a:pt x="645995" y="291045"/>
                  </a:lnTo>
                  <a:lnTo>
                    <a:pt x="647395" y="293540"/>
                  </a:lnTo>
                  <a:lnTo>
                    <a:pt x="648786" y="296036"/>
                  </a:lnTo>
                  <a:lnTo>
                    <a:pt x="650243" y="298398"/>
                  </a:lnTo>
                  <a:lnTo>
                    <a:pt x="651643" y="300760"/>
                  </a:lnTo>
                  <a:lnTo>
                    <a:pt x="653043" y="303065"/>
                  </a:lnTo>
                  <a:lnTo>
                    <a:pt x="654434" y="305294"/>
                  </a:lnTo>
                  <a:lnTo>
                    <a:pt x="655901" y="307475"/>
                  </a:lnTo>
                  <a:lnTo>
                    <a:pt x="657292" y="309647"/>
                  </a:lnTo>
                  <a:lnTo>
                    <a:pt x="658692" y="311685"/>
                  </a:lnTo>
                  <a:lnTo>
                    <a:pt x="660149" y="313733"/>
                  </a:lnTo>
                  <a:lnTo>
                    <a:pt x="661549" y="315648"/>
                  </a:lnTo>
                  <a:lnTo>
                    <a:pt x="662940" y="317572"/>
                  </a:lnTo>
                  <a:lnTo>
                    <a:pt x="664407" y="319353"/>
                  </a:lnTo>
                  <a:lnTo>
                    <a:pt x="665798" y="321143"/>
                  </a:lnTo>
                  <a:lnTo>
                    <a:pt x="667198" y="322868"/>
                  </a:lnTo>
                  <a:lnTo>
                    <a:pt x="668655" y="324468"/>
                  </a:lnTo>
                  <a:lnTo>
                    <a:pt x="670055" y="326068"/>
                  </a:lnTo>
                  <a:lnTo>
                    <a:pt x="671446" y="327535"/>
                  </a:lnTo>
                  <a:lnTo>
                    <a:pt x="672913" y="329002"/>
                  </a:lnTo>
                  <a:lnTo>
                    <a:pt x="674304" y="330411"/>
                  </a:lnTo>
                  <a:lnTo>
                    <a:pt x="675703" y="331754"/>
                  </a:lnTo>
                  <a:lnTo>
                    <a:pt x="677161" y="332964"/>
                  </a:lnTo>
                  <a:lnTo>
                    <a:pt x="678561" y="334183"/>
                  </a:lnTo>
                  <a:lnTo>
                    <a:pt x="679952" y="335336"/>
                  </a:lnTo>
                  <a:lnTo>
                    <a:pt x="681352" y="336479"/>
                  </a:lnTo>
                  <a:lnTo>
                    <a:pt x="682809" y="337508"/>
                  </a:lnTo>
                  <a:lnTo>
                    <a:pt x="684209" y="338460"/>
                  </a:lnTo>
                  <a:lnTo>
                    <a:pt x="685610" y="339422"/>
                  </a:lnTo>
                  <a:lnTo>
                    <a:pt x="687067" y="340317"/>
                  </a:lnTo>
                  <a:lnTo>
                    <a:pt x="688458" y="341146"/>
                  </a:lnTo>
                  <a:lnTo>
                    <a:pt x="689858" y="341918"/>
                  </a:lnTo>
                  <a:lnTo>
                    <a:pt x="691315" y="342679"/>
                  </a:lnTo>
                  <a:lnTo>
                    <a:pt x="692715" y="343385"/>
                  </a:lnTo>
                  <a:lnTo>
                    <a:pt x="694106" y="344022"/>
                  </a:lnTo>
                  <a:lnTo>
                    <a:pt x="695573" y="344661"/>
                  </a:lnTo>
                  <a:lnTo>
                    <a:pt x="696963" y="345242"/>
                  </a:lnTo>
                  <a:lnTo>
                    <a:pt x="698363" y="345813"/>
                  </a:lnTo>
                  <a:lnTo>
                    <a:pt x="699821" y="346327"/>
                  </a:lnTo>
                  <a:lnTo>
                    <a:pt x="701221" y="346775"/>
                  </a:lnTo>
                  <a:lnTo>
                    <a:pt x="702621" y="347223"/>
                  </a:lnTo>
                  <a:lnTo>
                    <a:pt x="704079" y="347604"/>
                  </a:lnTo>
                  <a:lnTo>
                    <a:pt x="705469" y="348052"/>
                  </a:lnTo>
                  <a:lnTo>
                    <a:pt x="706869" y="348366"/>
                  </a:lnTo>
                  <a:lnTo>
                    <a:pt x="708327" y="348690"/>
                  </a:lnTo>
                  <a:lnTo>
                    <a:pt x="709727" y="349004"/>
                  </a:lnTo>
                  <a:lnTo>
                    <a:pt x="711127" y="349328"/>
                  </a:lnTo>
                  <a:lnTo>
                    <a:pt x="712518" y="349585"/>
                  </a:lnTo>
                  <a:lnTo>
                    <a:pt x="713975" y="349842"/>
                  </a:lnTo>
                  <a:lnTo>
                    <a:pt x="715375" y="350033"/>
                  </a:lnTo>
                  <a:lnTo>
                    <a:pt x="716776" y="350223"/>
                  </a:lnTo>
                  <a:lnTo>
                    <a:pt x="718233" y="350414"/>
                  </a:lnTo>
                  <a:lnTo>
                    <a:pt x="719633" y="350604"/>
                  </a:lnTo>
                  <a:lnTo>
                    <a:pt x="721024" y="350795"/>
                  </a:lnTo>
                  <a:lnTo>
                    <a:pt x="722481" y="350928"/>
                  </a:lnTo>
                  <a:lnTo>
                    <a:pt x="723881" y="351052"/>
                  </a:lnTo>
                  <a:lnTo>
                    <a:pt x="723881" y="352395"/>
                  </a:lnTo>
                  <a:lnTo>
                    <a:pt x="722481" y="352395"/>
                  </a:lnTo>
                  <a:lnTo>
                    <a:pt x="721024" y="352395"/>
                  </a:lnTo>
                  <a:lnTo>
                    <a:pt x="719633" y="352395"/>
                  </a:lnTo>
                  <a:lnTo>
                    <a:pt x="718233" y="352395"/>
                  </a:lnTo>
                  <a:lnTo>
                    <a:pt x="716776" y="352395"/>
                  </a:lnTo>
                  <a:lnTo>
                    <a:pt x="715375" y="352395"/>
                  </a:lnTo>
                  <a:lnTo>
                    <a:pt x="713975" y="352395"/>
                  </a:lnTo>
                  <a:lnTo>
                    <a:pt x="712518" y="352395"/>
                  </a:lnTo>
                  <a:lnTo>
                    <a:pt x="711127" y="352395"/>
                  </a:lnTo>
                  <a:lnTo>
                    <a:pt x="709727" y="352395"/>
                  </a:lnTo>
                  <a:lnTo>
                    <a:pt x="708327" y="352395"/>
                  </a:lnTo>
                  <a:lnTo>
                    <a:pt x="706869" y="352395"/>
                  </a:lnTo>
                  <a:lnTo>
                    <a:pt x="705469" y="352395"/>
                  </a:lnTo>
                  <a:lnTo>
                    <a:pt x="704079" y="352395"/>
                  </a:lnTo>
                  <a:lnTo>
                    <a:pt x="702621" y="352395"/>
                  </a:lnTo>
                  <a:lnTo>
                    <a:pt x="701221" y="352395"/>
                  </a:lnTo>
                  <a:lnTo>
                    <a:pt x="699821" y="352395"/>
                  </a:lnTo>
                  <a:lnTo>
                    <a:pt x="698363" y="352395"/>
                  </a:lnTo>
                  <a:lnTo>
                    <a:pt x="696963" y="352395"/>
                  </a:lnTo>
                  <a:lnTo>
                    <a:pt x="695573" y="352395"/>
                  </a:lnTo>
                  <a:lnTo>
                    <a:pt x="694106" y="352395"/>
                  </a:lnTo>
                  <a:lnTo>
                    <a:pt x="692715" y="352395"/>
                  </a:lnTo>
                  <a:lnTo>
                    <a:pt x="691315" y="352395"/>
                  </a:lnTo>
                  <a:lnTo>
                    <a:pt x="689858" y="352395"/>
                  </a:lnTo>
                  <a:lnTo>
                    <a:pt x="688458" y="352395"/>
                  </a:lnTo>
                  <a:lnTo>
                    <a:pt x="687067" y="352395"/>
                  </a:lnTo>
                  <a:lnTo>
                    <a:pt x="685610" y="352395"/>
                  </a:lnTo>
                  <a:lnTo>
                    <a:pt x="684209" y="352395"/>
                  </a:lnTo>
                  <a:lnTo>
                    <a:pt x="682809" y="352395"/>
                  </a:lnTo>
                  <a:lnTo>
                    <a:pt x="681352" y="352395"/>
                  </a:lnTo>
                  <a:lnTo>
                    <a:pt x="679952" y="352395"/>
                  </a:lnTo>
                  <a:lnTo>
                    <a:pt x="678561" y="352395"/>
                  </a:lnTo>
                  <a:lnTo>
                    <a:pt x="677161" y="352395"/>
                  </a:lnTo>
                  <a:lnTo>
                    <a:pt x="675703" y="352395"/>
                  </a:lnTo>
                  <a:lnTo>
                    <a:pt x="674304" y="352395"/>
                  </a:lnTo>
                  <a:lnTo>
                    <a:pt x="672913" y="352395"/>
                  </a:lnTo>
                  <a:lnTo>
                    <a:pt x="671446" y="352395"/>
                  </a:lnTo>
                  <a:lnTo>
                    <a:pt x="670055" y="352395"/>
                  </a:lnTo>
                  <a:lnTo>
                    <a:pt x="668655" y="352395"/>
                  </a:lnTo>
                  <a:lnTo>
                    <a:pt x="667198" y="352395"/>
                  </a:lnTo>
                  <a:lnTo>
                    <a:pt x="665798" y="352395"/>
                  </a:lnTo>
                  <a:lnTo>
                    <a:pt x="664407" y="352395"/>
                  </a:lnTo>
                  <a:lnTo>
                    <a:pt x="662940" y="352395"/>
                  </a:lnTo>
                  <a:lnTo>
                    <a:pt x="661549" y="352395"/>
                  </a:lnTo>
                  <a:lnTo>
                    <a:pt x="660149" y="352395"/>
                  </a:lnTo>
                  <a:lnTo>
                    <a:pt x="658692" y="352395"/>
                  </a:lnTo>
                  <a:lnTo>
                    <a:pt x="657292" y="352395"/>
                  </a:lnTo>
                  <a:lnTo>
                    <a:pt x="655901" y="352395"/>
                  </a:lnTo>
                  <a:lnTo>
                    <a:pt x="654434" y="352395"/>
                  </a:lnTo>
                  <a:lnTo>
                    <a:pt x="653043" y="352395"/>
                  </a:lnTo>
                  <a:lnTo>
                    <a:pt x="651643" y="352395"/>
                  </a:lnTo>
                  <a:lnTo>
                    <a:pt x="650243" y="352395"/>
                  </a:lnTo>
                  <a:lnTo>
                    <a:pt x="648786" y="352395"/>
                  </a:lnTo>
                  <a:lnTo>
                    <a:pt x="647395" y="352395"/>
                  </a:lnTo>
                  <a:lnTo>
                    <a:pt x="645995" y="352395"/>
                  </a:lnTo>
                  <a:lnTo>
                    <a:pt x="644538" y="352395"/>
                  </a:lnTo>
                  <a:lnTo>
                    <a:pt x="643138" y="352395"/>
                  </a:lnTo>
                  <a:lnTo>
                    <a:pt x="641737" y="352395"/>
                  </a:lnTo>
                  <a:lnTo>
                    <a:pt x="640280" y="352395"/>
                  </a:lnTo>
                  <a:lnTo>
                    <a:pt x="638889" y="352395"/>
                  </a:lnTo>
                  <a:lnTo>
                    <a:pt x="637489" y="352395"/>
                  </a:lnTo>
                  <a:lnTo>
                    <a:pt x="636032" y="352395"/>
                  </a:lnTo>
                  <a:lnTo>
                    <a:pt x="634632" y="352395"/>
                  </a:lnTo>
                  <a:lnTo>
                    <a:pt x="633232" y="352395"/>
                  </a:lnTo>
                  <a:lnTo>
                    <a:pt x="631774" y="352395"/>
                  </a:lnTo>
                  <a:lnTo>
                    <a:pt x="630374" y="352395"/>
                  </a:lnTo>
                  <a:lnTo>
                    <a:pt x="628983" y="352395"/>
                  </a:lnTo>
                  <a:lnTo>
                    <a:pt x="627526" y="352395"/>
                  </a:lnTo>
                  <a:lnTo>
                    <a:pt x="626126" y="352395"/>
                  </a:lnTo>
                  <a:lnTo>
                    <a:pt x="624726" y="352395"/>
                  </a:lnTo>
                  <a:lnTo>
                    <a:pt x="623269" y="352395"/>
                  </a:lnTo>
                  <a:lnTo>
                    <a:pt x="621868" y="352395"/>
                  </a:lnTo>
                  <a:lnTo>
                    <a:pt x="620478" y="352395"/>
                  </a:lnTo>
                  <a:lnTo>
                    <a:pt x="619078" y="352395"/>
                  </a:lnTo>
                  <a:lnTo>
                    <a:pt x="617620" y="352395"/>
                  </a:lnTo>
                  <a:lnTo>
                    <a:pt x="616220" y="352395"/>
                  </a:lnTo>
                  <a:lnTo>
                    <a:pt x="614829" y="352395"/>
                  </a:lnTo>
                  <a:lnTo>
                    <a:pt x="613362" y="352395"/>
                  </a:lnTo>
                  <a:lnTo>
                    <a:pt x="611972" y="352395"/>
                  </a:lnTo>
                  <a:lnTo>
                    <a:pt x="610572" y="352395"/>
                  </a:lnTo>
                  <a:lnTo>
                    <a:pt x="609114" y="352395"/>
                  </a:lnTo>
                  <a:lnTo>
                    <a:pt x="607714" y="352395"/>
                  </a:lnTo>
                  <a:lnTo>
                    <a:pt x="606323" y="352395"/>
                  </a:lnTo>
                  <a:lnTo>
                    <a:pt x="604857" y="352395"/>
                  </a:lnTo>
                  <a:lnTo>
                    <a:pt x="603466" y="352395"/>
                  </a:lnTo>
                  <a:lnTo>
                    <a:pt x="602066" y="352395"/>
                  </a:lnTo>
                  <a:lnTo>
                    <a:pt x="600609" y="352395"/>
                  </a:lnTo>
                  <a:lnTo>
                    <a:pt x="599208" y="352395"/>
                  </a:lnTo>
                  <a:lnTo>
                    <a:pt x="597818" y="352395"/>
                  </a:lnTo>
                  <a:lnTo>
                    <a:pt x="596351" y="352395"/>
                  </a:lnTo>
                  <a:lnTo>
                    <a:pt x="594960" y="352395"/>
                  </a:lnTo>
                  <a:lnTo>
                    <a:pt x="593560" y="352395"/>
                  </a:lnTo>
                  <a:lnTo>
                    <a:pt x="592169" y="352395"/>
                  </a:lnTo>
                  <a:lnTo>
                    <a:pt x="590703" y="352395"/>
                  </a:lnTo>
                  <a:lnTo>
                    <a:pt x="589312" y="352395"/>
                  </a:lnTo>
                  <a:lnTo>
                    <a:pt x="587912" y="352395"/>
                  </a:lnTo>
                  <a:lnTo>
                    <a:pt x="586454" y="352395"/>
                  </a:lnTo>
                  <a:lnTo>
                    <a:pt x="585054" y="352395"/>
                  </a:lnTo>
                  <a:lnTo>
                    <a:pt x="583663" y="352395"/>
                  </a:lnTo>
                  <a:lnTo>
                    <a:pt x="582197" y="352395"/>
                  </a:lnTo>
                  <a:lnTo>
                    <a:pt x="580806" y="352395"/>
                  </a:lnTo>
                  <a:lnTo>
                    <a:pt x="579406" y="352395"/>
                  </a:lnTo>
                  <a:lnTo>
                    <a:pt x="577948" y="352395"/>
                  </a:lnTo>
                  <a:lnTo>
                    <a:pt x="576548" y="352395"/>
                  </a:lnTo>
                  <a:lnTo>
                    <a:pt x="575158" y="352395"/>
                  </a:lnTo>
                  <a:lnTo>
                    <a:pt x="573691" y="352395"/>
                  </a:lnTo>
                  <a:lnTo>
                    <a:pt x="572300" y="352395"/>
                  </a:lnTo>
                  <a:lnTo>
                    <a:pt x="570900" y="352395"/>
                  </a:lnTo>
                  <a:lnTo>
                    <a:pt x="569443" y="352395"/>
                  </a:lnTo>
                  <a:lnTo>
                    <a:pt x="568043" y="352395"/>
                  </a:lnTo>
                  <a:lnTo>
                    <a:pt x="566652" y="352395"/>
                  </a:lnTo>
                  <a:lnTo>
                    <a:pt x="565185" y="352395"/>
                  </a:lnTo>
                  <a:lnTo>
                    <a:pt x="563794" y="352395"/>
                  </a:lnTo>
                  <a:lnTo>
                    <a:pt x="562394" y="352395"/>
                  </a:lnTo>
                  <a:lnTo>
                    <a:pt x="560994" y="352395"/>
                  </a:lnTo>
                  <a:lnTo>
                    <a:pt x="559537" y="352395"/>
                  </a:lnTo>
                  <a:lnTo>
                    <a:pt x="558136" y="352395"/>
                  </a:lnTo>
                  <a:lnTo>
                    <a:pt x="556746" y="352395"/>
                  </a:lnTo>
                  <a:lnTo>
                    <a:pt x="555288" y="352395"/>
                  </a:lnTo>
                  <a:lnTo>
                    <a:pt x="553889" y="352395"/>
                  </a:lnTo>
                  <a:lnTo>
                    <a:pt x="552488" y="352395"/>
                  </a:lnTo>
                  <a:lnTo>
                    <a:pt x="551031" y="352395"/>
                  </a:lnTo>
                  <a:lnTo>
                    <a:pt x="549640" y="352395"/>
                  </a:lnTo>
                  <a:lnTo>
                    <a:pt x="548240" y="352395"/>
                  </a:lnTo>
                  <a:lnTo>
                    <a:pt x="546783" y="352395"/>
                  </a:lnTo>
                  <a:lnTo>
                    <a:pt x="545383" y="352395"/>
                  </a:lnTo>
                  <a:lnTo>
                    <a:pt x="543982" y="352395"/>
                  </a:lnTo>
                  <a:lnTo>
                    <a:pt x="542525" y="352395"/>
                  </a:lnTo>
                  <a:lnTo>
                    <a:pt x="541125" y="352395"/>
                  </a:lnTo>
                  <a:lnTo>
                    <a:pt x="539734" y="352395"/>
                  </a:lnTo>
                  <a:lnTo>
                    <a:pt x="538277" y="352395"/>
                  </a:lnTo>
                  <a:lnTo>
                    <a:pt x="536877" y="352395"/>
                  </a:lnTo>
                  <a:lnTo>
                    <a:pt x="535477" y="352395"/>
                  </a:lnTo>
                  <a:lnTo>
                    <a:pt x="534086" y="352395"/>
                  </a:lnTo>
                  <a:lnTo>
                    <a:pt x="532619" y="352395"/>
                  </a:lnTo>
                  <a:lnTo>
                    <a:pt x="531228" y="352395"/>
                  </a:lnTo>
                  <a:lnTo>
                    <a:pt x="529828" y="352395"/>
                  </a:lnTo>
                  <a:lnTo>
                    <a:pt x="528371" y="352395"/>
                  </a:lnTo>
                  <a:lnTo>
                    <a:pt x="526971" y="352395"/>
                  </a:lnTo>
                  <a:lnTo>
                    <a:pt x="525580" y="352395"/>
                  </a:lnTo>
                  <a:lnTo>
                    <a:pt x="524113" y="352395"/>
                  </a:lnTo>
                  <a:lnTo>
                    <a:pt x="522723" y="352395"/>
                  </a:lnTo>
                  <a:lnTo>
                    <a:pt x="521322" y="352395"/>
                  </a:lnTo>
                  <a:lnTo>
                    <a:pt x="519865" y="352395"/>
                  </a:lnTo>
                  <a:lnTo>
                    <a:pt x="518465" y="352395"/>
                  </a:lnTo>
                  <a:lnTo>
                    <a:pt x="517074" y="352395"/>
                  </a:lnTo>
                  <a:lnTo>
                    <a:pt x="515607" y="352395"/>
                  </a:lnTo>
                  <a:lnTo>
                    <a:pt x="514217" y="352395"/>
                  </a:lnTo>
                  <a:lnTo>
                    <a:pt x="512817" y="352395"/>
                  </a:lnTo>
                  <a:lnTo>
                    <a:pt x="511359" y="352395"/>
                  </a:lnTo>
                  <a:lnTo>
                    <a:pt x="509959" y="352395"/>
                  </a:lnTo>
                  <a:lnTo>
                    <a:pt x="508568" y="352395"/>
                  </a:lnTo>
                  <a:lnTo>
                    <a:pt x="507168" y="352395"/>
                  </a:lnTo>
                  <a:lnTo>
                    <a:pt x="505711" y="352395"/>
                  </a:lnTo>
                  <a:lnTo>
                    <a:pt x="504311" y="352395"/>
                  </a:lnTo>
                  <a:lnTo>
                    <a:pt x="502920" y="352395"/>
                  </a:lnTo>
                  <a:lnTo>
                    <a:pt x="501453" y="352395"/>
                  </a:lnTo>
                  <a:lnTo>
                    <a:pt x="500063" y="352395"/>
                  </a:lnTo>
                  <a:lnTo>
                    <a:pt x="498662" y="352395"/>
                  </a:lnTo>
                  <a:lnTo>
                    <a:pt x="497205" y="352395"/>
                  </a:lnTo>
                  <a:lnTo>
                    <a:pt x="495805" y="352395"/>
                  </a:lnTo>
                  <a:lnTo>
                    <a:pt x="494405" y="352395"/>
                  </a:lnTo>
                  <a:lnTo>
                    <a:pt x="492947" y="352395"/>
                  </a:lnTo>
                  <a:lnTo>
                    <a:pt x="491557" y="352395"/>
                  </a:lnTo>
                  <a:lnTo>
                    <a:pt x="490157" y="352395"/>
                  </a:lnTo>
                  <a:lnTo>
                    <a:pt x="488699" y="352395"/>
                  </a:lnTo>
                  <a:lnTo>
                    <a:pt x="487299" y="352395"/>
                  </a:lnTo>
                  <a:lnTo>
                    <a:pt x="485908" y="352395"/>
                  </a:lnTo>
                  <a:lnTo>
                    <a:pt x="484442" y="352395"/>
                  </a:lnTo>
                  <a:lnTo>
                    <a:pt x="483051" y="352395"/>
                  </a:lnTo>
                  <a:lnTo>
                    <a:pt x="481651" y="352395"/>
                  </a:lnTo>
                  <a:lnTo>
                    <a:pt x="480193" y="352395"/>
                  </a:lnTo>
                  <a:lnTo>
                    <a:pt x="478793" y="352395"/>
                  </a:lnTo>
                  <a:lnTo>
                    <a:pt x="477393" y="352395"/>
                  </a:lnTo>
                  <a:lnTo>
                    <a:pt x="476003" y="352395"/>
                  </a:lnTo>
                  <a:lnTo>
                    <a:pt x="474545" y="352395"/>
                  </a:lnTo>
                  <a:lnTo>
                    <a:pt x="473145" y="352395"/>
                  </a:lnTo>
                  <a:lnTo>
                    <a:pt x="471745" y="352395"/>
                  </a:lnTo>
                  <a:lnTo>
                    <a:pt x="470287" y="352395"/>
                  </a:lnTo>
                  <a:lnTo>
                    <a:pt x="468887" y="352395"/>
                  </a:lnTo>
                  <a:lnTo>
                    <a:pt x="467497" y="352395"/>
                  </a:lnTo>
                  <a:lnTo>
                    <a:pt x="466039" y="352395"/>
                  </a:lnTo>
                  <a:lnTo>
                    <a:pt x="464639" y="352395"/>
                  </a:lnTo>
                  <a:lnTo>
                    <a:pt x="463239" y="352395"/>
                  </a:lnTo>
                  <a:lnTo>
                    <a:pt x="461782" y="352395"/>
                  </a:lnTo>
                  <a:lnTo>
                    <a:pt x="460381" y="352395"/>
                  </a:lnTo>
                  <a:lnTo>
                    <a:pt x="458991" y="352395"/>
                  </a:lnTo>
                  <a:lnTo>
                    <a:pt x="457533" y="352395"/>
                  </a:lnTo>
                  <a:lnTo>
                    <a:pt x="456133" y="352395"/>
                  </a:lnTo>
                  <a:lnTo>
                    <a:pt x="454733" y="352395"/>
                  </a:lnTo>
                  <a:lnTo>
                    <a:pt x="453276" y="352395"/>
                  </a:lnTo>
                  <a:lnTo>
                    <a:pt x="451876" y="352395"/>
                  </a:lnTo>
                  <a:lnTo>
                    <a:pt x="450485" y="352395"/>
                  </a:lnTo>
                  <a:lnTo>
                    <a:pt x="449085" y="352395"/>
                  </a:lnTo>
                  <a:lnTo>
                    <a:pt x="447628" y="352395"/>
                  </a:lnTo>
                  <a:lnTo>
                    <a:pt x="446227" y="352395"/>
                  </a:lnTo>
                  <a:lnTo>
                    <a:pt x="444837" y="352395"/>
                  </a:lnTo>
                  <a:lnTo>
                    <a:pt x="443370" y="352395"/>
                  </a:lnTo>
                  <a:lnTo>
                    <a:pt x="441979" y="352395"/>
                  </a:lnTo>
                  <a:lnTo>
                    <a:pt x="440579" y="352395"/>
                  </a:lnTo>
                  <a:lnTo>
                    <a:pt x="439122" y="352395"/>
                  </a:lnTo>
                  <a:lnTo>
                    <a:pt x="437721" y="352395"/>
                  </a:lnTo>
                  <a:lnTo>
                    <a:pt x="436331" y="352395"/>
                  </a:lnTo>
                  <a:lnTo>
                    <a:pt x="434864" y="352395"/>
                  </a:lnTo>
                  <a:lnTo>
                    <a:pt x="433473" y="352395"/>
                  </a:lnTo>
                  <a:lnTo>
                    <a:pt x="432073" y="352395"/>
                  </a:lnTo>
                  <a:lnTo>
                    <a:pt x="430616" y="352395"/>
                  </a:lnTo>
                  <a:lnTo>
                    <a:pt x="429216" y="352395"/>
                  </a:lnTo>
                  <a:lnTo>
                    <a:pt x="427825" y="352395"/>
                  </a:lnTo>
                  <a:lnTo>
                    <a:pt x="426358" y="352395"/>
                  </a:lnTo>
                  <a:lnTo>
                    <a:pt x="424968" y="352395"/>
                  </a:lnTo>
                  <a:lnTo>
                    <a:pt x="423567" y="352395"/>
                  </a:lnTo>
                  <a:lnTo>
                    <a:pt x="422110" y="352395"/>
                  </a:lnTo>
                  <a:lnTo>
                    <a:pt x="420710" y="352395"/>
                  </a:lnTo>
                  <a:lnTo>
                    <a:pt x="419319" y="352395"/>
                  </a:lnTo>
                  <a:lnTo>
                    <a:pt x="417919" y="352395"/>
                  </a:lnTo>
                  <a:lnTo>
                    <a:pt x="416462" y="352395"/>
                  </a:lnTo>
                  <a:lnTo>
                    <a:pt x="415061" y="352395"/>
                  </a:lnTo>
                  <a:lnTo>
                    <a:pt x="413671" y="352395"/>
                  </a:lnTo>
                  <a:lnTo>
                    <a:pt x="412204" y="352395"/>
                  </a:lnTo>
                  <a:lnTo>
                    <a:pt x="410813" y="352395"/>
                  </a:lnTo>
                  <a:lnTo>
                    <a:pt x="409413" y="352395"/>
                  </a:lnTo>
                  <a:lnTo>
                    <a:pt x="407956" y="352395"/>
                  </a:lnTo>
                  <a:lnTo>
                    <a:pt x="406556" y="352395"/>
                  </a:lnTo>
                  <a:lnTo>
                    <a:pt x="405155" y="352395"/>
                  </a:lnTo>
                  <a:lnTo>
                    <a:pt x="403698" y="352395"/>
                  </a:lnTo>
                  <a:lnTo>
                    <a:pt x="402308" y="352395"/>
                  </a:lnTo>
                  <a:lnTo>
                    <a:pt x="400907" y="352395"/>
                  </a:lnTo>
                  <a:lnTo>
                    <a:pt x="399450" y="352395"/>
                  </a:lnTo>
                  <a:lnTo>
                    <a:pt x="398050" y="352395"/>
                  </a:lnTo>
                  <a:lnTo>
                    <a:pt x="396650" y="352395"/>
                  </a:lnTo>
                  <a:lnTo>
                    <a:pt x="395192" y="352395"/>
                  </a:lnTo>
                  <a:lnTo>
                    <a:pt x="393802" y="352395"/>
                  </a:lnTo>
                  <a:lnTo>
                    <a:pt x="392402" y="352395"/>
                  </a:lnTo>
                  <a:lnTo>
                    <a:pt x="391001" y="352395"/>
                  </a:lnTo>
                  <a:lnTo>
                    <a:pt x="389544" y="352395"/>
                  </a:lnTo>
                  <a:lnTo>
                    <a:pt x="388144" y="352395"/>
                  </a:lnTo>
                  <a:lnTo>
                    <a:pt x="386753" y="352395"/>
                  </a:lnTo>
                  <a:lnTo>
                    <a:pt x="385296" y="352395"/>
                  </a:lnTo>
                  <a:lnTo>
                    <a:pt x="383896" y="352395"/>
                  </a:lnTo>
                  <a:lnTo>
                    <a:pt x="382495" y="352395"/>
                  </a:lnTo>
                  <a:lnTo>
                    <a:pt x="381038" y="352395"/>
                  </a:lnTo>
                  <a:lnTo>
                    <a:pt x="379638" y="352395"/>
                  </a:lnTo>
                  <a:lnTo>
                    <a:pt x="378247" y="352395"/>
                  </a:lnTo>
                  <a:lnTo>
                    <a:pt x="376780" y="352395"/>
                  </a:lnTo>
                  <a:lnTo>
                    <a:pt x="375390" y="352395"/>
                  </a:lnTo>
                  <a:lnTo>
                    <a:pt x="373990" y="352395"/>
                  </a:lnTo>
                  <a:lnTo>
                    <a:pt x="372532" y="352395"/>
                  </a:lnTo>
                  <a:lnTo>
                    <a:pt x="371132" y="352395"/>
                  </a:lnTo>
                  <a:lnTo>
                    <a:pt x="369742" y="352395"/>
                  </a:lnTo>
                  <a:lnTo>
                    <a:pt x="368275" y="352395"/>
                  </a:lnTo>
                  <a:lnTo>
                    <a:pt x="366884" y="352395"/>
                  </a:lnTo>
                  <a:lnTo>
                    <a:pt x="365484" y="352395"/>
                  </a:lnTo>
                  <a:lnTo>
                    <a:pt x="364027" y="352395"/>
                  </a:lnTo>
                  <a:lnTo>
                    <a:pt x="362626" y="352395"/>
                  </a:lnTo>
                  <a:lnTo>
                    <a:pt x="361236" y="352395"/>
                  </a:lnTo>
                  <a:lnTo>
                    <a:pt x="359836" y="352395"/>
                  </a:lnTo>
                  <a:lnTo>
                    <a:pt x="358378" y="352395"/>
                  </a:lnTo>
                  <a:lnTo>
                    <a:pt x="356978" y="352395"/>
                  </a:lnTo>
                  <a:lnTo>
                    <a:pt x="355588" y="352395"/>
                  </a:lnTo>
                  <a:lnTo>
                    <a:pt x="354120" y="352395"/>
                  </a:lnTo>
                  <a:lnTo>
                    <a:pt x="352730" y="352395"/>
                  </a:lnTo>
                  <a:lnTo>
                    <a:pt x="351330" y="352395"/>
                  </a:lnTo>
                  <a:lnTo>
                    <a:pt x="349872" y="352395"/>
                  </a:lnTo>
                  <a:lnTo>
                    <a:pt x="348472" y="352395"/>
                  </a:lnTo>
                  <a:lnTo>
                    <a:pt x="347082" y="352395"/>
                  </a:lnTo>
                  <a:lnTo>
                    <a:pt x="345615" y="352395"/>
                  </a:lnTo>
                  <a:lnTo>
                    <a:pt x="344224" y="352395"/>
                  </a:lnTo>
                  <a:lnTo>
                    <a:pt x="342824" y="352395"/>
                  </a:lnTo>
                  <a:lnTo>
                    <a:pt x="341367" y="352395"/>
                  </a:lnTo>
                  <a:lnTo>
                    <a:pt x="339966" y="352395"/>
                  </a:lnTo>
                  <a:lnTo>
                    <a:pt x="338576" y="352395"/>
                  </a:lnTo>
                  <a:lnTo>
                    <a:pt x="337109" y="352395"/>
                  </a:lnTo>
                  <a:lnTo>
                    <a:pt x="335718" y="352395"/>
                  </a:lnTo>
                  <a:lnTo>
                    <a:pt x="334318" y="352395"/>
                  </a:lnTo>
                  <a:lnTo>
                    <a:pt x="332918" y="352395"/>
                  </a:lnTo>
                  <a:lnTo>
                    <a:pt x="331460" y="352395"/>
                  </a:lnTo>
                  <a:lnTo>
                    <a:pt x="330060" y="352395"/>
                  </a:lnTo>
                  <a:lnTo>
                    <a:pt x="328670" y="352395"/>
                  </a:lnTo>
                  <a:lnTo>
                    <a:pt x="327212" y="352395"/>
                  </a:lnTo>
                  <a:lnTo>
                    <a:pt x="325812" y="352395"/>
                  </a:lnTo>
                  <a:lnTo>
                    <a:pt x="324412" y="352395"/>
                  </a:lnTo>
                  <a:lnTo>
                    <a:pt x="322955" y="352395"/>
                  </a:lnTo>
                  <a:lnTo>
                    <a:pt x="321564" y="352395"/>
                  </a:lnTo>
                  <a:lnTo>
                    <a:pt x="320164" y="352395"/>
                  </a:lnTo>
                  <a:lnTo>
                    <a:pt x="318707" y="352395"/>
                  </a:lnTo>
                  <a:lnTo>
                    <a:pt x="317306" y="352395"/>
                  </a:lnTo>
                  <a:lnTo>
                    <a:pt x="315906" y="352395"/>
                  </a:lnTo>
                  <a:lnTo>
                    <a:pt x="314449" y="352395"/>
                  </a:lnTo>
                  <a:lnTo>
                    <a:pt x="313058" y="352395"/>
                  </a:lnTo>
                  <a:lnTo>
                    <a:pt x="311658" y="352395"/>
                  </a:lnTo>
                  <a:lnTo>
                    <a:pt x="310201" y="352395"/>
                  </a:lnTo>
                  <a:lnTo>
                    <a:pt x="308801" y="352395"/>
                  </a:lnTo>
                  <a:lnTo>
                    <a:pt x="307400" y="352395"/>
                  </a:lnTo>
                  <a:lnTo>
                    <a:pt x="306010" y="352395"/>
                  </a:lnTo>
                  <a:lnTo>
                    <a:pt x="304543" y="352395"/>
                  </a:lnTo>
                  <a:lnTo>
                    <a:pt x="303152" y="352395"/>
                  </a:lnTo>
                  <a:lnTo>
                    <a:pt x="301752" y="352395"/>
                  </a:lnTo>
                  <a:lnTo>
                    <a:pt x="300295" y="352395"/>
                  </a:lnTo>
                  <a:lnTo>
                    <a:pt x="298894" y="352395"/>
                  </a:lnTo>
                  <a:lnTo>
                    <a:pt x="297504" y="352395"/>
                  </a:lnTo>
                  <a:lnTo>
                    <a:pt x="296037" y="352395"/>
                  </a:lnTo>
                  <a:lnTo>
                    <a:pt x="294646" y="352395"/>
                  </a:lnTo>
                  <a:lnTo>
                    <a:pt x="293246" y="352395"/>
                  </a:lnTo>
                  <a:lnTo>
                    <a:pt x="291789" y="352395"/>
                  </a:lnTo>
                  <a:lnTo>
                    <a:pt x="290389" y="352395"/>
                  </a:lnTo>
                  <a:lnTo>
                    <a:pt x="288998" y="352395"/>
                  </a:lnTo>
                  <a:lnTo>
                    <a:pt x="287531" y="352395"/>
                  </a:lnTo>
                  <a:lnTo>
                    <a:pt x="286141" y="352395"/>
                  </a:lnTo>
                  <a:lnTo>
                    <a:pt x="284740" y="352395"/>
                  </a:lnTo>
                  <a:lnTo>
                    <a:pt x="283283" y="352395"/>
                  </a:lnTo>
                  <a:lnTo>
                    <a:pt x="281883" y="352395"/>
                  </a:lnTo>
                  <a:lnTo>
                    <a:pt x="280492" y="352395"/>
                  </a:lnTo>
                  <a:lnTo>
                    <a:pt x="279025" y="352395"/>
                  </a:lnTo>
                  <a:lnTo>
                    <a:pt x="277635" y="352395"/>
                  </a:lnTo>
                  <a:lnTo>
                    <a:pt x="276235" y="352395"/>
                  </a:lnTo>
                  <a:lnTo>
                    <a:pt x="274844" y="352395"/>
                  </a:lnTo>
                  <a:lnTo>
                    <a:pt x="273377" y="352395"/>
                  </a:lnTo>
                  <a:lnTo>
                    <a:pt x="271987" y="352395"/>
                  </a:lnTo>
                  <a:lnTo>
                    <a:pt x="270586" y="352395"/>
                  </a:lnTo>
                  <a:lnTo>
                    <a:pt x="269129" y="352395"/>
                  </a:lnTo>
                  <a:lnTo>
                    <a:pt x="267729" y="352395"/>
                  </a:lnTo>
                  <a:lnTo>
                    <a:pt x="266338" y="352395"/>
                  </a:lnTo>
                  <a:lnTo>
                    <a:pt x="264871" y="352395"/>
                  </a:lnTo>
                  <a:lnTo>
                    <a:pt x="263481" y="352395"/>
                  </a:lnTo>
                  <a:lnTo>
                    <a:pt x="262080" y="352395"/>
                  </a:lnTo>
                  <a:lnTo>
                    <a:pt x="260623" y="352395"/>
                  </a:lnTo>
                  <a:lnTo>
                    <a:pt x="259223" y="352395"/>
                  </a:lnTo>
                  <a:lnTo>
                    <a:pt x="257823" y="352395"/>
                  </a:lnTo>
                  <a:lnTo>
                    <a:pt x="256365" y="352395"/>
                  </a:lnTo>
                  <a:lnTo>
                    <a:pt x="254975" y="352395"/>
                  </a:lnTo>
                  <a:lnTo>
                    <a:pt x="253575" y="352395"/>
                  </a:lnTo>
                  <a:lnTo>
                    <a:pt x="252117" y="352395"/>
                  </a:lnTo>
                  <a:lnTo>
                    <a:pt x="250717" y="352395"/>
                  </a:lnTo>
                  <a:lnTo>
                    <a:pt x="249327" y="352395"/>
                  </a:lnTo>
                  <a:lnTo>
                    <a:pt x="247926" y="352395"/>
                  </a:lnTo>
                  <a:lnTo>
                    <a:pt x="246469" y="352395"/>
                  </a:lnTo>
                  <a:lnTo>
                    <a:pt x="245069" y="352395"/>
                  </a:lnTo>
                  <a:lnTo>
                    <a:pt x="243669" y="352395"/>
                  </a:lnTo>
                  <a:lnTo>
                    <a:pt x="242211" y="352395"/>
                  </a:lnTo>
                  <a:lnTo>
                    <a:pt x="240811" y="352395"/>
                  </a:lnTo>
                  <a:lnTo>
                    <a:pt x="239420" y="352395"/>
                  </a:lnTo>
                  <a:lnTo>
                    <a:pt x="237963" y="352395"/>
                  </a:lnTo>
                  <a:lnTo>
                    <a:pt x="236563" y="352395"/>
                  </a:lnTo>
                  <a:lnTo>
                    <a:pt x="235163" y="352395"/>
                  </a:lnTo>
                  <a:lnTo>
                    <a:pt x="233705" y="352395"/>
                  </a:lnTo>
                  <a:lnTo>
                    <a:pt x="232305" y="352395"/>
                  </a:lnTo>
                  <a:lnTo>
                    <a:pt x="230915" y="352395"/>
                  </a:lnTo>
                  <a:lnTo>
                    <a:pt x="229457" y="352395"/>
                  </a:lnTo>
                  <a:lnTo>
                    <a:pt x="228057" y="352395"/>
                  </a:lnTo>
                  <a:lnTo>
                    <a:pt x="226657" y="352395"/>
                  </a:lnTo>
                  <a:lnTo>
                    <a:pt x="225200" y="352395"/>
                  </a:lnTo>
                  <a:lnTo>
                    <a:pt x="223799" y="352395"/>
                  </a:lnTo>
                  <a:lnTo>
                    <a:pt x="222409" y="352395"/>
                  </a:lnTo>
                  <a:lnTo>
                    <a:pt x="220952" y="352395"/>
                  </a:lnTo>
                  <a:lnTo>
                    <a:pt x="219551" y="352395"/>
                  </a:lnTo>
                  <a:lnTo>
                    <a:pt x="218151" y="352395"/>
                  </a:lnTo>
                  <a:lnTo>
                    <a:pt x="216761" y="352395"/>
                  </a:lnTo>
                  <a:lnTo>
                    <a:pt x="215294" y="352395"/>
                  </a:lnTo>
                  <a:lnTo>
                    <a:pt x="213903" y="352395"/>
                  </a:lnTo>
                  <a:lnTo>
                    <a:pt x="212503" y="352395"/>
                  </a:lnTo>
                  <a:lnTo>
                    <a:pt x="211045" y="352395"/>
                  </a:lnTo>
                  <a:lnTo>
                    <a:pt x="209645" y="352395"/>
                  </a:lnTo>
                  <a:lnTo>
                    <a:pt x="208255" y="352395"/>
                  </a:lnTo>
                  <a:lnTo>
                    <a:pt x="206788" y="352395"/>
                  </a:lnTo>
                  <a:lnTo>
                    <a:pt x="205397" y="352395"/>
                  </a:lnTo>
                  <a:lnTo>
                    <a:pt x="203997" y="352395"/>
                  </a:lnTo>
                  <a:lnTo>
                    <a:pt x="202540" y="352395"/>
                  </a:lnTo>
                  <a:lnTo>
                    <a:pt x="201139" y="352395"/>
                  </a:lnTo>
                  <a:lnTo>
                    <a:pt x="199749" y="352395"/>
                  </a:lnTo>
                  <a:lnTo>
                    <a:pt x="198282" y="352395"/>
                  </a:lnTo>
                  <a:lnTo>
                    <a:pt x="196891" y="352395"/>
                  </a:lnTo>
                  <a:lnTo>
                    <a:pt x="195491" y="352395"/>
                  </a:lnTo>
                  <a:lnTo>
                    <a:pt x="194034" y="352395"/>
                  </a:lnTo>
                  <a:lnTo>
                    <a:pt x="192634" y="352395"/>
                  </a:lnTo>
                  <a:lnTo>
                    <a:pt x="191243" y="352395"/>
                  </a:lnTo>
                  <a:lnTo>
                    <a:pt x="189843" y="352395"/>
                  </a:lnTo>
                  <a:lnTo>
                    <a:pt x="188385" y="352395"/>
                  </a:lnTo>
                  <a:lnTo>
                    <a:pt x="186985" y="352395"/>
                  </a:lnTo>
                  <a:lnTo>
                    <a:pt x="185595" y="352395"/>
                  </a:lnTo>
                  <a:lnTo>
                    <a:pt x="184128" y="352395"/>
                  </a:lnTo>
                  <a:lnTo>
                    <a:pt x="182737" y="352395"/>
                  </a:lnTo>
                  <a:lnTo>
                    <a:pt x="181337" y="352395"/>
                  </a:lnTo>
                  <a:lnTo>
                    <a:pt x="179880" y="352395"/>
                  </a:lnTo>
                  <a:lnTo>
                    <a:pt x="178479" y="352395"/>
                  </a:lnTo>
                  <a:lnTo>
                    <a:pt x="177089" y="352395"/>
                  </a:lnTo>
                  <a:lnTo>
                    <a:pt x="175622" y="352395"/>
                  </a:lnTo>
                  <a:lnTo>
                    <a:pt x="174231" y="352395"/>
                  </a:lnTo>
                  <a:lnTo>
                    <a:pt x="172831" y="352395"/>
                  </a:lnTo>
                  <a:lnTo>
                    <a:pt x="171374" y="352395"/>
                  </a:lnTo>
                  <a:lnTo>
                    <a:pt x="169974" y="352395"/>
                  </a:lnTo>
                  <a:lnTo>
                    <a:pt x="168574" y="352395"/>
                  </a:lnTo>
                  <a:lnTo>
                    <a:pt x="167116" y="352395"/>
                  </a:lnTo>
                  <a:lnTo>
                    <a:pt x="165726" y="352395"/>
                  </a:lnTo>
                  <a:lnTo>
                    <a:pt x="164325" y="352395"/>
                  </a:lnTo>
                  <a:lnTo>
                    <a:pt x="162868" y="352395"/>
                  </a:lnTo>
                  <a:lnTo>
                    <a:pt x="161468" y="352395"/>
                  </a:lnTo>
                  <a:lnTo>
                    <a:pt x="160068" y="352395"/>
                  </a:lnTo>
                  <a:lnTo>
                    <a:pt x="158677" y="352395"/>
                  </a:lnTo>
                  <a:lnTo>
                    <a:pt x="157220" y="352395"/>
                  </a:lnTo>
                  <a:lnTo>
                    <a:pt x="155819" y="352395"/>
                  </a:lnTo>
                  <a:lnTo>
                    <a:pt x="154419" y="352395"/>
                  </a:lnTo>
                  <a:lnTo>
                    <a:pt x="152962" y="352395"/>
                  </a:lnTo>
                  <a:lnTo>
                    <a:pt x="151562" y="352395"/>
                  </a:lnTo>
                  <a:lnTo>
                    <a:pt x="150171" y="352395"/>
                  </a:lnTo>
                  <a:lnTo>
                    <a:pt x="148714" y="352395"/>
                  </a:lnTo>
                  <a:lnTo>
                    <a:pt x="147314" y="352395"/>
                  </a:lnTo>
                  <a:lnTo>
                    <a:pt x="145914" y="352395"/>
                  </a:lnTo>
                  <a:lnTo>
                    <a:pt x="144456" y="352395"/>
                  </a:lnTo>
                  <a:lnTo>
                    <a:pt x="143056" y="352395"/>
                  </a:lnTo>
                  <a:lnTo>
                    <a:pt x="141665" y="352395"/>
                  </a:lnTo>
                  <a:lnTo>
                    <a:pt x="140199" y="352395"/>
                  </a:lnTo>
                  <a:lnTo>
                    <a:pt x="138808" y="352395"/>
                  </a:lnTo>
                  <a:lnTo>
                    <a:pt x="137408" y="352395"/>
                  </a:lnTo>
                  <a:lnTo>
                    <a:pt x="135950" y="352395"/>
                  </a:lnTo>
                  <a:lnTo>
                    <a:pt x="134550" y="352395"/>
                  </a:lnTo>
                  <a:lnTo>
                    <a:pt x="133160" y="352395"/>
                  </a:lnTo>
                  <a:lnTo>
                    <a:pt x="131759" y="352395"/>
                  </a:lnTo>
                  <a:lnTo>
                    <a:pt x="130302" y="352395"/>
                  </a:lnTo>
                  <a:lnTo>
                    <a:pt x="128902" y="352395"/>
                  </a:lnTo>
                  <a:lnTo>
                    <a:pt x="127511" y="352395"/>
                  </a:lnTo>
                  <a:lnTo>
                    <a:pt x="126044" y="352395"/>
                  </a:lnTo>
                  <a:lnTo>
                    <a:pt x="124654" y="352395"/>
                  </a:lnTo>
                  <a:lnTo>
                    <a:pt x="123253" y="352395"/>
                  </a:lnTo>
                  <a:lnTo>
                    <a:pt x="121796" y="352395"/>
                  </a:lnTo>
                  <a:lnTo>
                    <a:pt x="120396" y="352395"/>
                  </a:lnTo>
                  <a:lnTo>
                    <a:pt x="119005" y="352395"/>
                  </a:lnTo>
                  <a:lnTo>
                    <a:pt x="117539" y="352395"/>
                  </a:lnTo>
                  <a:lnTo>
                    <a:pt x="116148" y="352395"/>
                  </a:lnTo>
                  <a:lnTo>
                    <a:pt x="114748" y="352395"/>
                  </a:lnTo>
                  <a:lnTo>
                    <a:pt x="113290" y="352395"/>
                  </a:lnTo>
                  <a:lnTo>
                    <a:pt x="111890" y="352395"/>
                  </a:lnTo>
                  <a:lnTo>
                    <a:pt x="110500" y="352395"/>
                  </a:lnTo>
                  <a:lnTo>
                    <a:pt x="109033" y="352395"/>
                  </a:lnTo>
                  <a:lnTo>
                    <a:pt x="107642" y="352395"/>
                  </a:lnTo>
                  <a:lnTo>
                    <a:pt x="106242" y="352395"/>
                  </a:lnTo>
                  <a:lnTo>
                    <a:pt x="104842" y="352395"/>
                  </a:lnTo>
                  <a:lnTo>
                    <a:pt x="103384" y="352395"/>
                  </a:lnTo>
                  <a:lnTo>
                    <a:pt x="101994" y="352395"/>
                  </a:lnTo>
                  <a:lnTo>
                    <a:pt x="100593" y="352395"/>
                  </a:lnTo>
                  <a:lnTo>
                    <a:pt x="99136" y="352395"/>
                  </a:lnTo>
                  <a:lnTo>
                    <a:pt x="97736" y="352395"/>
                  </a:lnTo>
                  <a:lnTo>
                    <a:pt x="96336" y="352395"/>
                  </a:lnTo>
                  <a:lnTo>
                    <a:pt x="94879" y="352395"/>
                  </a:lnTo>
                  <a:lnTo>
                    <a:pt x="93488" y="352395"/>
                  </a:lnTo>
                  <a:lnTo>
                    <a:pt x="92088" y="352395"/>
                  </a:lnTo>
                  <a:lnTo>
                    <a:pt x="90630" y="352395"/>
                  </a:lnTo>
                  <a:lnTo>
                    <a:pt x="89230" y="352395"/>
                  </a:lnTo>
                  <a:lnTo>
                    <a:pt x="87830" y="352395"/>
                  </a:lnTo>
                  <a:lnTo>
                    <a:pt x="86373" y="352395"/>
                  </a:lnTo>
                  <a:lnTo>
                    <a:pt x="84982" y="352395"/>
                  </a:lnTo>
                  <a:lnTo>
                    <a:pt x="83582" y="352395"/>
                  </a:lnTo>
                  <a:lnTo>
                    <a:pt x="82125" y="352395"/>
                  </a:lnTo>
                  <a:lnTo>
                    <a:pt x="80724" y="352395"/>
                  </a:lnTo>
                  <a:lnTo>
                    <a:pt x="79324" y="352395"/>
                  </a:lnTo>
                  <a:lnTo>
                    <a:pt x="77867" y="352395"/>
                  </a:lnTo>
                  <a:lnTo>
                    <a:pt x="76467" y="352395"/>
                  </a:lnTo>
                  <a:lnTo>
                    <a:pt x="75076" y="352395"/>
                  </a:lnTo>
                  <a:lnTo>
                    <a:pt x="73676" y="352395"/>
                  </a:lnTo>
                  <a:lnTo>
                    <a:pt x="72219" y="352395"/>
                  </a:lnTo>
                  <a:lnTo>
                    <a:pt x="70819" y="352395"/>
                  </a:lnTo>
                  <a:lnTo>
                    <a:pt x="69428" y="352395"/>
                  </a:lnTo>
                  <a:lnTo>
                    <a:pt x="67970" y="352395"/>
                  </a:lnTo>
                  <a:lnTo>
                    <a:pt x="66570" y="352395"/>
                  </a:lnTo>
                  <a:lnTo>
                    <a:pt x="65170" y="352395"/>
                  </a:lnTo>
                  <a:lnTo>
                    <a:pt x="63713" y="352395"/>
                  </a:lnTo>
                  <a:lnTo>
                    <a:pt x="62313" y="352395"/>
                  </a:lnTo>
                  <a:lnTo>
                    <a:pt x="60922" y="352395"/>
                  </a:lnTo>
                  <a:lnTo>
                    <a:pt x="59465" y="352395"/>
                  </a:lnTo>
                  <a:lnTo>
                    <a:pt x="58064" y="352395"/>
                  </a:lnTo>
                  <a:lnTo>
                    <a:pt x="56664" y="352395"/>
                  </a:lnTo>
                  <a:lnTo>
                    <a:pt x="55207" y="352395"/>
                  </a:lnTo>
                  <a:lnTo>
                    <a:pt x="53807" y="352395"/>
                  </a:lnTo>
                  <a:lnTo>
                    <a:pt x="52416" y="352395"/>
                  </a:lnTo>
                  <a:lnTo>
                    <a:pt x="50949" y="352395"/>
                  </a:lnTo>
                  <a:lnTo>
                    <a:pt x="49558" y="352395"/>
                  </a:lnTo>
                  <a:lnTo>
                    <a:pt x="48159" y="352395"/>
                  </a:lnTo>
                  <a:lnTo>
                    <a:pt x="46768" y="352395"/>
                  </a:lnTo>
                  <a:lnTo>
                    <a:pt x="45301" y="352395"/>
                  </a:lnTo>
                  <a:lnTo>
                    <a:pt x="43910" y="352395"/>
                  </a:lnTo>
                  <a:lnTo>
                    <a:pt x="42510" y="352395"/>
                  </a:lnTo>
                  <a:lnTo>
                    <a:pt x="41053" y="352395"/>
                  </a:lnTo>
                  <a:lnTo>
                    <a:pt x="39653" y="352395"/>
                  </a:lnTo>
                  <a:lnTo>
                    <a:pt x="38262" y="352395"/>
                  </a:lnTo>
                  <a:lnTo>
                    <a:pt x="36795" y="352395"/>
                  </a:lnTo>
                  <a:lnTo>
                    <a:pt x="35404" y="352395"/>
                  </a:lnTo>
                  <a:lnTo>
                    <a:pt x="34004" y="352395"/>
                  </a:lnTo>
                  <a:lnTo>
                    <a:pt x="32547" y="352395"/>
                  </a:lnTo>
                  <a:lnTo>
                    <a:pt x="31147" y="352395"/>
                  </a:lnTo>
                  <a:lnTo>
                    <a:pt x="29756" y="352395"/>
                  </a:lnTo>
                  <a:lnTo>
                    <a:pt x="28289" y="352395"/>
                  </a:lnTo>
                  <a:lnTo>
                    <a:pt x="26899" y="352395"/>
                  </a:lnTo>
                  <a:lnTo>
                    <a:pt x="25498" y="352395"/>
                  </a:lnTo>
                  <a:lnTo>
                    <a:pt x="24041" y="352395"/>
                  </a:lnTo>
                  <a:lnTo>
                    <a:pt x="22641" y="352395"/>
                  </a:lnTo>
                  <a:lnTo>
                    <a:pt x="21250" y="352395"/>
                  </a:lnTo>
                  <a:lnTo>
                    <a:pt x="19784" y="352395"/>
                  </a:lnTo>
                  <a:lnTo>
                    <a:pt x="18393" y="352395"/>
                  </a:lnTo>
                  <a:lnTo>
                    <a:pt x="16993" y="352395"/>
                  </a:lnTo>
                  <a:lnTo>
                    <a:pt x="15593" y="352395"/>
                  </a:lnTo>
                  <a:lnTo>
                    <a:pt x="14135" y="352395"/>
                  </a:lnTo>
                  <a:lnTo>
                    <a:pt x="12744" y="352395"/>
                  </a:lnTo>
                  <a:lnTo>
                    <a:pt x="11344" y="352395"/>
                  </a:lnTo>
                  <a:lnTo>
                    <a:pt x="9887" y="352395"/>
                  </a:lnTo>
                  <a:lnTo>
                    <a:pt x="8487" y="352395"/>
                  </a:lnTo>
                  <a:lnTo>
                    <a:pt x="7087" y="352395"/>
                  </a:lnTo>
                  <a:lnTo>
                    <a:pt x="5629" y="352395"/>
                  </a:lnTo>
                  <a:lnTo>
                    <a:pt x="4229" y="352395"/>
                  </a:lnTo>
                  <a:lnTo>
                    <a:pt x="2838" y="352395"/>
                  </a:lnTo>
                  <a:lnTo>
                    <a:pt x="1381" y="352395"/>
                  </a:lnTo>
                  <a:lnTo>
                    <a:pt x="-19" y="352395"/>
                  </a:lnTo>
                  <a:close/>
                </a:path>
              </a:pathLst>
            </a:custGeom>
            <a:solidFill>
              <a:srgbClr val="E63946">
                <a:alpha val="50000"/>
              </a:srgbClr>
            </a:solidFill>
            <a:ln w="9525" cap="flat">
              <a:noFill/>
              <a:prstDash val="solid"/>
              <a:round/>
            </a:ln>
          </p:spPr>
          <p:txBody>
            <a:bodyPr/>
            <a:lstStyle/>
            <a:p>
              <a:endParaRPr lang="zh-CN" altLang="en-US" sz="2190"/>
            </a:p>
          </p:txBody>
        </p:sp>
        <p:sp>
          <p:nvSpPr>
            <p:cNvPr id="959" name="任意多边形: 形状 958"/>
            <p:cNvSpPr/>
            <p:nvPr/>
          </p:nvSpPr>
          <p:spPr>
            <a:xfrm>
              <a:off x="4605799" y="5450409"/>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7242" cap="flat">
              <a:solidFill>
                <a:srgbClr val="000000"/>
              </a:solidFill>
              <a:prstDash val="solid"/>
              <a:round/>
            </a:ln>
          </p:spPr>
          <p:txBody>
            <a:bodyPr/>
            <a:lstStyle/>
            <a:p>
              <a:endParaRPr lang="zh-CN" altLang="en-US" sz="2190"/>
            </a:p>
          </p:txBody>
        </p:sp>
        <p:sp>
          <p:nvSpPr>
            <p:cNvPr id="960" name="任意多边形: 形状 959"/>
            <p:cNvSpPr/>
            <p:nvPr/>
          </p:nvSpPr>
          <p:spPr>
            <a:xfrm>
              <a:off x="4320049" y="5183709"/>
              <a:ext cx="723900" cy="352425"/>
            </a:xfrm>
            <a:custGeom>
              <a:avLst/>
              <a:gdLst>
                <a:gd name="csX0" fmla="*/ -19 w 723900"/>
                <a:gd name="csY0" fmla="*/ 350347 h 352425"/>
                <a:gd name="csX1" fmla="*/ 1381 w 723900"/>
                <a:gd name="csY1" fmla="*/ 349957 h 352425"/>
                <a:gd name="csX2" fmla="*/ 2838 w 723900"/>
                <a:gd name="csY2" fmla="*/ 349575 h 352425"/>
                <a:gd name="csX3" fmla="*/ 4239 w 723900"/>
                <a:gd name="csY3" fmla="*/ 349185 h 352425"/>
                <a:gd name="csX4" fmla="*/ 5629 w 723900"/>
                <a:gd name="csY4" fmla="*/ 348738 h 352425"/>
                <a:gd name="csX5" fmla="*/ 7087 w 723900"/>
                <a:gd name="csY5" fmla="*/ 348223 h 352425"/>
                <a:gd name="csX6" fmla="*/ 8487 w 723900"/>
                <a:gd name="csY6" fmla="*/ 347718 h 352425"/>
                <a:gd name="csX7" fmla="*/ 9887 w 723900"/>
                <a:gd name="csY7" fmla="*/ 347137 h 352425"/>
                <a:gd name="csX8" fmla="*/ 11344 w 723900"/>
                <a:gd name="csY8" fmla="*/ 346499 h 352425"/>
                <a:gd name="csX9" fmla="*/ 12744 w 723900"/>
                <a:gd name="csY9" fmla="*/ 345785 h 352425"/>
                <a:gd name="csX10" fmla="*/ 14135 w 723900"/>
                <a:gd name="csY10" fmla="*/ 345080 h 352425"/>
                <a:gd name="csX11" fmla="*/ 15593 w 723900"/>
                <a:gd name="csY11" fmla="*/ 344251 h 352425"/>
                <a:gd name="csX12" fmla="*/ 16993 w 723900"/>
                <a:gd name="csY12" fmla="*/ 343413 h 352425"/>
                <a:gd name="csX13" fmla="*/ 18393 w 723900"/>
                <a:gd name="csY13" fmla="*/ 342518 h 352425"/>
                <a:gd name="csX14" fmla="*/ 19784 w 723900"/>
                <a:gd name="csY14" fmla="*/ 341489 h 352425"/>
                <a:gd name="csX15" fmla="*/ 21250 w 723900"/>
                <a:gd name="csY15" fmla="*/ 340403 h 352425"/>
                <a:gd name="csX16" fmla="*/ 22641 w 723900"/>
                <a:gd name="csY16" fmla="*/ 339307 h 352425"/>
                <a:gd name="csX17" fmla="*/ 24041 w 723900"/>
                <a:gd name="csY17" fmla="*/ 338031 h 352425"/>
                <a:gd name="csX18" fmla="*/ 25498 w 723900"/>
                <a:gd name="csY18" fmla="*/ 336745 h 352425"/>
                <a:gd name="csX19" fmla="*/ 26899 w 723900"/>
                <a:gd name="csY19" fmla="*/ 335336 h 352425"/>
                <a:gd name="csX20" fmla="*/ 28289 w 723900"/>
                <a:gd name="csY20" fmla="*/ 333860 h 352425"/>
                <a:gd name="csX21" fmla="*/ 29756 w 723900"/>
                <a:gd name="csY21" fmla="*/ 332250 h 352425"/>
                <a:gd name="csX22" fmla="*/ 31147 w 723900"/>
                <a:gd name="csY22" fmla="*/ 330583 h 352425"/>
                <a:gd name="csX23" fmla="*/ 32547 w 723900"/>
                <a:gd name="csY23" fmla="*/ 328792 h 352425"/>
                <a:gd name="csX24" fmla="*/ 34004 w 723900"/>
                <a:gd name="csY24" fmla="*/ 326868 h 352425"/>
                <a:gd name="csX25" fmla="*/ 35404 w 723900"/>
                <a:gd name="csY25" fmla="*/ 324811 h 352425"/>
                <a:gd name="csX26" fmla="*/ 36795 w 723900"/>
                <a:gd name="csY26" fmla="*/ 322696 h 352425"/>
                <a:gd name="csX27" fmla="*/ 38262 w 723900"/>
                <a:gd name="csY27" fmla="*/ 320391 h 352425"/>
                <a:gd name="csX28" fmla="*/ 39653 w 723900"/>
                <a:gd name="csY28" fmla="*/ 318010 h 352425"/>
                <a:gd name="csX29" fmla="*/ 41053 w 723900"/>
                <a:gd name="csY29" fmla="*/ 315514 h 352425"/>
                <a:gd name="csX30" fmla="*/ 42510 w 723900"/>
                <a:gd name="csY30" fmla="*/ 312818 h 352425"/>
                <a:gd name="csX31" fmla="*/ 43910 w 723900"/>
                <a:gd name="csY31" fmla="*/ 309999 h 352425"/>
                <a:gd name="csX32" fmla="*/ 45301 w 723900"/>
                <a:gd name="csY32" fmla="*/ 307047 h 352425"/>
                <a:gd name="csX33" fmla="*/ 46768 w 723900"/>
                <a:gd name="csY33" fmla="*/ 303960 h 352425"/>
                <a:gd name="csX34" fmla="*/ 48159 w 723900"/>
                <a:gd name="csY34" fmla="*/ 300694 h 352425"/>
                <a:gd name="csX35" fmla="*/ 49558 w 723900"/>
                <a:gd name="csY35" fmla="*/ 297359 h 352425"/>
                <a:gd name="csX36" fmla="*/ 50959 w 723900"/>
                <a:gd name="csY36" fmla="*/ 293768 h 352425"/>
                <a:gd name="csX37" fmla="*/ 52416 w 723900"/>
                <a:gd name="csY37" fmla="*/ 290044 h 352425"/>
                <a:gd name="csX38" fmla="*/ 53807 w 723900"/>
                <a:gd name="csY38" fmla="*/ 286263 h 352425"/>
                <a:gd name="csX39" fmla="*/ 55207 w 723900"/>
                <a:gd name="csY39" fmla="*/ 282215 h 352425"/>
                <a:gd name="csX40" fmla="*/ 56664 w 723900"/>
                <a:gd name="csY40" fmla="*/ 278052 h 352425"/>
                <a:gd name="csX41" fmla="*/ 58064 w 723900"/>
                <a:gd name="csY41" fmla="*/ 273747 h 352425"/>
                <a:gd name="csX42" fmla="*/ 59465 w 723900"/>
                <a:gd name="csY42" fmla="*/ 269194 h 352425"/>
                <a:gd name="csX43" fmla="*/ 60922 w 723900"/>
                <a:gd name="csY43" fmla="*/ 264575 h 352425"/>
                <a:gd name="csX44" fmla="*/ 62313 w 723900"/>
                <a:gd name="csY44" fmla="*/ 259765 h 352425"/>
                <a:gd name="csX45" fmla="*/ 63713 w 723900"/>
                <a:gd name="csY45" fmla="*/ 254764 h 352425"/>
                <a:gd name="csX46" fmla="*/ 65170 w 723900"/>
                <a:gd name="csY46" fmla="*/ 249697 h 352425"/>
                <a:gd name="csX47" fmla="*/ 66570 w 723900"/>
                <a:gd name="csY47" fmla="*/ 244439 h 352425"/>
                <a:gd name="csX48" fmla="*/ 67970 w 723900"/>
                <a:gd name="csY48" fmla="*/ 238981 h 352425"/>
                <a:gd name="csX49" fmla="*/ 69428 w 723900"/>
                <a:gd name="csY49" fmla="*/ 233466 h 352425"/>
                <a:gd name="csX50" fmla="*/ 70819 w 723900"/>
                <a:gd name="csY50" fmla="*/ 227827 h 352425"/>
                <a:gd name="csX51" fmla="*/ 72219 w 723900"/>
                <a:gd name="csY51" fmla="*/ 221988 h 352425"/>
                <a:gd name="csX52" fmla="*/ 73676 w 723900"/>
                <a:gd name="csY52" fmla="*/ 216016 h 352425"/>
                <a:gd name="csX53" fmla="*/ 75076 w 723900"/>
                <a:gd name="csY53" fmla="*/ 209987 h 352425"/>
                <a:gd name="csX54" fmla="*/ 76476 w 723900"/>
                <a:gd name="csY54" fmla="*/ 203834 h 352425"/>
                <a:gd name="csX55" fmla="*/ 77867 w 723900"/>
                <a:gd name="csY55" fmla="*/ 197547 h 352425"/>
                <a:gd name="csX56" fmla="*/ 79334 w 723900"/>
                <a:gd name="csY56" fmla="*/ 191194 h 352425"/>
                <a:gd name="csX57" fmla="*/ 80724 w 723900"/>
                <a:gd name="csY57" fmla="*/ 184784 h 352425"/>
                <a:gd name="csX58" fmla="*/ 82125 w 723900"/>
                <a:gd name="csY58" fmla="*/ 178240 h 352425"/>
                <a:gd name="csX59" fmla="*/ 83582 w 723900"/>
                <a:gd name="csY59" fmla="*/ 171629 h 352425"/>
                <a:gd name="csX60" fmla="*/ 84982 w 723900"/>
                <a:gd name="csY60" fmla="*/ 165019 h 352425"/>
                <a:gd name="csX61" fmla="*/ 86373 w 723900"/>
                <a:gd name="csY61" fmla="*/ 158352 h 352425"/>
                <a:gd name="csX62" fmla="*/ 87830 w 723900"/>
                <a:gd name="csY62" fmla="*/ 151675 h 352425"/>
                <a:gd name="csX63" fmla="*/ 89230 w 723900"/>
                <a:gd name="csY63" fmla="*/ 144940 h 352425"/>
                <a:gd name="csX64" fmla="*/ 90630 w 723900"/>
                <a:gd name="csY64" fmla="*/ 138206 h 352425"/>
                <a:gd name="csX65" fmla="*/ 92088 w 723900"/>
                <a:gd name="csY65" fmla="*/ 131539 h 352425"/>
                <a:gd name="csX66" fmla="*/ 93488 w 723900"/>
                <a:gd name="csY66" fmla="*/ 124862 h 352425"/>
                <a:gd name="csX67" fmla="*/ 94879 w 723900"/>
                <a:gd name="csY67" fmla="*/ 118194 h 352425"/>
                <a:gd name="csX68" fmla="*/ 96345 w 723900"/>
                <a:gd name="csY68" fmla="*/ 111584 h 352425"/>
                <a:gd name="csX69" fmla="*/ 97736 w 723900"/>
                <a:gd name="csY69" fmla="*/ 105040 h 352425"/>
                <a:gd name="csX70" fmla="*/ 99136 w 723900"/>
                <a:gd name="csY70" fmla="*/ 98630 h 352425"/>
                <a:gd name="csX71" fmla="*/ 100593 w 723900"/>
                <a:gd name="csY71" fmla="*/ 92277 h 352425"/>
                <a:gd name="csX72" fmla="*/ 101994 w 723900"/>
                <a:gd name="csY72" fmla="*/ 86057 h 352425"/>
                <a:gd name="csX73" fmla="*/ 103384 w 723900"/>
                <a:gd name="csY73" fmla="*/ 79961 h 352425"/>
                <a:gd name="csX74" fmla="*/ 104851 w 723900"/>
                <a:gd name="csY74" fmla="*/ 73932 h 352425"/>
                <a:gd name="csX75" fmla="*/ 106242 w 723900"/>
                <a:gd name="csY75" fmla="*/ 68093 h 352425"/>
                <a:gd name="csX76" fmla="*/ 107642 w 723900"/>
                <a:gd name="csY76" fmla="*/ 62454 h 352425"/>
                <a:gd name="csX77" fmla="*/ 109033 w 723900"/>
                <a:gd name="csY77" fmla="*/ 56996 h 352425"/>
                <a:gd name="csX78" fmla="*/ 110500 w 723900"/>
                <a:gd name="csY78" fmla="*/ 51671 h 352425"/>
                <a:gd name="csX79" fmla="*/ 111890 w 723900"/>
                <a:gd name="csY79" fmla="*/ 46604 h 352425"/>
                <a:gd name="csX80" fmla="*/ 113290 w 723900"/>
                <a:gd name="csY80" fmla="*/ 41727 h 352425"/>
                <a:gd name="csX81" fmla="*/ 114748 w 723900"/>
                <a:gd name="csY81" fmla="*/ 37051 h 352425"/>
                <a:gd name="csX82" fmla="*/ 116148 w 723900"/>
                <a:gd name="csY82" fmla="*/ 32688 h 352425"/>
                <a:gd name="csX83" fmla="*/ 117539 w 723900"/>
                <a:gd name="csY83" fmla="*/ 28517 h 352425"/>
                <a:gd name="csX84" fmla="*/ 119005 w 723900"/>
                <a:gd name="csY84" fmla="*/ 24602 h 352425"/>
                <a:gd name="csX85" fmla="*/ 120396 w 723900"/>
                <a:gd name="csY85" fmla="*/ 20944 h 352425"/>
                <a:gd name="csX86" fmla="*/ 121796 w 723900"/>
                <a:gd name="csY86" fmla="*/ 17610 h 352425"/>
                <a:gd name="csX87" fmla="*/ 123253 w 723900"/>
                <a:gd name="csY87" fmla="*/ 14534 h 352425"/>
                <a:gd name="csX88" fmla="*/ 124654 w 723900"/>
                <a:gd name="csY88" fmla="*/ 11705 h 352425"/>
                <a:gd name="csX89" fmla="*/ 126044 w 723900"/>
                <a:gd name="csY89" fmla="*/ 9276 h 352425"/>
                <a:gd name="csX90" fmla="*/ 127511 w 723900"/>
                <a:gd name="csY90" fmla="*/ 7028 h 352425"/>
                <a:gd name="csX91" fmla="*/ 128902 w 723900"/>
                <a:gd name="csY91" fmla="*/ 5104 h 352425"/>
                <a:gd name="csX92" fmla="*/ 130302 w 723900"/>
                <a:gd name="csY92" fmla="*/ 3494 h 352425"/>
                <a:gd name="csX93" fmla="*/ 131759 w 723900"/>
                <a:gd name="csY93" fmla="*/ 2218 h 352425"/>
                <a:gd name="csX94" fmla="*/ 133160 w 723900"/>
                <a:gd name="csY94" fmla="*/ 1189 h 352425"/>
                <a:gd name="csX95" fmla="*/ 134550 w 723900"/>
                <a:gd name="csY95" fmla="*/ 551 h 352425"/>
                <a:gd name="csX96" fmla="*/ 135950 w 723900"/>
                <a:gd name="csY96" fmla="*/ 161 h 352425"/>
                <a:gd name="csX97" fmla="*/ 137408 w 723900"/>
                <a:gd name="csY97" fmla="*/ -30 h 352425"/>
                <a:gd name="csX98" fmla="*/ 138808 w 723900"/>
                <a:gd name="csY98" fmla="*/ 227 h 352425"/>
                <a:gd name="csX99" fmla="*/ 140208 w 723900"/>
                <a:gd name="csY99" fmla="*/ 741 h 352425"/>
                <a:gd name="csX100" fmla="*/ 141665 w 723900"/>
                <a:gd name="csY100" fmla="*/ 1513 h 352425"/>
                <a:gd name="csX101" fmla="*/ 143066 w 723900"/>
                <a:gd name="csY101" fmla="*/ 2599 h 352425"/>
                <a:gd name="csX102" fmla="*/ 144456 w 723900"/>
                <a:gd name="csY102" fmla="*/ 3952 h 352425"/>
                <a:gd name="csX103" fmla="*/ 145914 w 723900"/>
                <a:gd name="csY103" fmla="*/ 5552 h 352425"/>
                <a:gd name="csX104" fmla="*/ 147314 w 723900"/>
                <a:gd name="csY104" fmla="*/ 7476 h 352425"/>
                <a:gd name="csX105" fmla="*/ 148714 w 723900"/>
                <a:gd name="csY105" fmla="*/ 9590 h 352425"/>
                <a:gd name="csX106" fmla="*/ 150171 w 723900"/>
                <a:gd name="csY106" fmla="*/ 11962 h 352425"/>
                <a:gd name="csX107" fmla="*/ 151562 w 723900"/>
                <a:gd name="csY107" fmla="*/ 14601 h 352425"/>
                <a:gd name="csX108" fmla="*/ 152962 w 723900"/>
                <a:gd name="csY108" fmla="*/ 17420 h 352425"/>
                <a:gd name="csX109" fmla="*/ 154419 w 723900"/>
                <a:gd name="csY109" fmla="*/ 20430 h 352425"/>
                <a:gd name="csX110" fmla="*/ 155819 w 723900"/>
                <a:gd name="csY110" fmla="*/ 23706 h 352425"/>
                <a:gd name="csX111" fmla="*/ 157220 w 723900"/>
                <a:gd name="csY111" fmla="*/ 27174 h 352425"/>
                <a:gd name="csX112" fmla="*/ 158677 w 723900"/>
                <a:gd name="csY112" fmla="*/ 30764 h 352425"/>
                <a:gd name="csX113" fmla="*/ 160077 w 723900"/>
                <a:gd name="csY113" fmla="*/ 34546 h 352425"/>
                <a:gd name="csX114" fmla="*/ 161468 w 723900"/>
                <a:gd name="csY114" fmla="*/ 38527 h 352425"/>
                <a:gd name="csX115" fmla="*/ 162868 w 723900"/>
                <a:gd name="csY115" fmla="*/ 42566 h 352425"/>
                <a:gd name="csX116" fmla="*/ 164325 w 723900"/>
                <a:gd name="csY116" fmla="*/ 46795 h 352425"/>
                <a:gd name="csX117" fmla="*/ 165726 w 723900"/>
                <a:gd name="csY117" fmla="*/ 51100 h 352425"/>
                <a:gd name="csX118" fmla="*/ 167116 w 723900"/>
                <a:gd name="csY118" fmla="*/ 55520 h 352425"/>
                <a:gd name="csX119" fmla="*/ 168583 w 723900"/>
                <a:gd name="csY119" fmla="*/ 60073 h 352425"/>
                <a:gd name="csX120" fmla="*/ 169974 w 723900"/>
                <a:gd name="csY120" fmla="*/ 64692 h 352425"/>
                <a:gd name="csX121" fmla="*/ 171374 w 723900"/>
                <a:gd name="csY121" fmla="*/ 69379 h 352425"/>
                <a:gd name="csX122" fmla="*/ 172831 w 723900"/>
                <a:gd name="csY122" fmla="*/ 74122 h 352425"/>
                <a:gd name="csX123" fmla="*/ 174231 w 723900"/>
                <a:gd name="csY123" fmla="*/ 78875 h 352425"/>
                <a:gd name="csX124" fmla="*/ 175622 w 723900"/>
                <a:gd name="csY124" fmla="*/ 83685 h 352425"/>
                <a:gd name="csX125" fmla="*/ 177089 w 723900"/>
                <a:gd name="csY125" fmla="*/ 88562 h 352425"/>
                <a:gd name="csX126" fmla="*/ 178479 w 723900"/>
                <a:gd name="csY126" fmla="*/ 93429 h 352425"/>
                <a:gd name="csX127" fmla="*/ 179880 w 723900"/>
                <a:gd name="csY127" fmla="*/ 98249 h 352425"/>
                <a:gd name="csX128" fmla="*/ 181337 w 723900"/>
                <a:gd name="csY128" fmla="*/ 103116 h 352425"/>
                <a:gd name="csX129" fmla="*/ 182737 w 723900"/>
                <a:gd name="csY129" fmla="*/ 107993 h 352425"/>
                <a:gd name="csX130" fmla="*/ 184128 w 723900"/>
                <a:gd name="csY130" fmla="*/ 112803 h 352425"/>
                <a:gd name="csX131" fmla="*/ 185595 w 723900"/>
                <a:gd name="csY131" fmla="*/ 117613 h 352425"/>
                <a:gd name="csX132" fmla="*/ 186985 w 723900"/>
                <a:gd name="csY132" fmla="*/ 122366 h 352425"/>
                <a:gd name="csX133" fmla="*/ 188385 w 723900"/>
                <a:gd name="csY133" fmla="*/ 127043 h 352425"/>
                <a:gd name="csX134" fmla="*/ 189843 w 723900"/>
                <a:gd name="csY134" fmla="*/ 131729 h 352425"/>
                <a:gd name="csX135" fmla="*/ 191243 w 723900"/>
                <a:gd name="csY135" fmla="*/ 136282 h 352425"/>
                <a:gd name="csX136" fmla="*/ 192634 w 723900"/>
                <a:gd name="csY136" fmla="*/ 140835 h 352425"/>
                <a:gd name="csX137" fmla="*/ 194034 w 723900"/>
                <a:gd name="csY137" fmla="*/ 145265 h 352425"/>
                <a:gd name="csX138" fmla="*/ 195491 w 723900"/>
                <a:gd name="csY138" fmla="*/ 149627 h 352425"/>
                <a:gd name="csX139" fmla="*/ 196891 w 723900"/>
                <a:gd name="csY139" fmla="*/ 153923 h 352425"/>
                <a:gd name="csX140" fmla="*/ 198282 w 723900"/>
                <a:gd name="csY140" fmla="*/ 158161 h 352425"/>
                <a:gd name="csX141" fmla="*/ 199749 w 723900"/>
                <a:gd name="csY141" fmla="*/ 162323 h 352425"/>
                <a:gd name="csX142" fmla="*/ 201139 w 723900"/>
                <a:gd name="csY142" fmla="*/ 166371 h 352425"/>
                <a:gd name="csX143" fmla="*/ 202540 w 723900"/>
                <a:gd name="csY143" fmla="*/ 170277 h 352425"/>
                <a:gd name="csX144" fmla="*/ 203997 w 723900"/>
                <a:gd name="csY144" fmla="*/ 174192 h 352425"/>
                <a:gd name="csX145" fmla="*/ 205397 w 723900"/>
                <a:gd name="csY145" fmla="*/ 177916 h 352425"/>
                <a:gd name="csX146" fmla="*/ 206788 w 723900"/>
                <a:gd name="csY146" fmla="*/ 181573 h 352425"/>
                <a:gd name="csX147" fmla="*/ 208255 w 723900"/>
                <a:gd name="csY147" fmla="*/ 185165 h 352425"/>
                <a:gd name="csX148" fmla="*/ 209645 w 723900"/>
                <a:gd name="csY148" fmla="*/ 188632 h 352425"/>
                <a:gd name="csX149" fmla="*/ 211045 w 723900"/>
                <a:gd name="csY149" fmla="*/ 192032 h 352425"/>
                <a:gd name="csX150" fmla="*/ 212503 w 723900"/>
                <a:gd name="csY150" fmla="*/ 195299 h 352425"/>
                <a:gd name="csX151" fmla="*/ 213903 w 723900"/>
                <a:gd name="csY151" fmla="*/ 198442 h 352425"/>
                <a:gd name="csX152" fmla="*/ 215294 w 723900"/>
                <a:gd name="csY152" fmla="*/ 201519 h 352425"/>
                <a:gd name="csX153" fmla="*/ 216761 w 723900"/>
                <a:gd name="csY153" fmla="*/ 204538 h 352425"/>
                <a:gd name="csX154" fmla="*/ 218151 w 723900"/>
                <a:gd name="csY154" fmla="*/ 207425 h 352425"/>
                <a:gd name="csX155" fmla="*/ 219551 w 723900"/>
                <a:gd name="csY155" fmla="*/ 210177 h 352425"/>
                <a:gd name="csX156" fmla="*/ 220952 w 723900"/>
                <a:gd name="csY156" fmla="*/ 212940 h 352425"/>
                <a:gd name="csX157" fmla="*/ 222409 w 723900"/>
                <a:gd name="csY157" fmla="*/ 215502 h 352425"/>
                <a:gd name="csX158" fmla="*/ 223799 w 723900"/>
                <a:gd name="csY158" fmla="*/ 218074 h 352425"/>
                <a:gd name="csX159" fmla="*/ 225200 w 723900"/>
                <a:gd name="csY159" fmla="*/ 220512 h 352425"/>
                <a:gd name="csX160" fmla="*/ 226657 w 723900"/>
                <a:gd name="csY160" fmla="*/ 222817 h 352425"/>
                <a:gd name="csX161" fmla="*/ 228057 w 723900"/>
                <a:gd name="csY161" fmla="*/ 225131 h 352425"/>
                <a:gd name="csX162" fmla="*/ 229457 w 723900"/>
                <a:gd name="csY162" fmla="*/ 227313 h 352425"/>
                <a:gd name="csX163" fmla="*/ 230915 w 723900"/>
                <a:gd name="csY163" fmla="*/ 229428 h 352425"/>
                <a:gd name="csX164" fmla="*/ 232315 w 723900"/>
                <a:gd name="csY164" fmla="*/ 231418 h 352425"/>
                <a:gd name="csX165" fmla="*/ 233705 w 723900"/>
                <a:gd name="csY165" fmla="*/ 233399 h 352425"/>
                <a:gd name="csX166" fmla="*/ 235163 w 723900"/>
                <a:gd name="csY166" fmla="*/ 235266 h 352425"/>
                <a:gd name="csX167" fmla="*/ 236563 w 723900"/>
                <a:gd name="csY167" fmla="*/ 237124 h 352425"/>
                <a:gd name="csX168" fmla="*/ 237963 w 723900"/>
                <a:gd name="csY168" fmla="*/ 238857 h 352425"/>
                <a:gd name="csX169" fmla="*/ 239420 w 723900"/>
                <a:gd name="csY169" fmla="*/ 240524 h 352425"/>
                <a:gd name="csX170" fmla="*/ 240821 w 723900"/>
                <a:gd name="csY170" fmla="*/ 242124 h 352425"/>
                <a:gd name="csX171" fmla="*/ 242211 w 723900"/>
                <a:gd name="csY171" fmla="*/ 243734 h 352425"/>
                <a:gd name="csX172" fmla="*/ 243669 w 723900"/>
                <a:gd name="csY172" fmla="*/ 245210 h 352425"/>
                <a:gd name="csX173" fmla="*/ 245069 w 723900"/>
                <a:gd name="csY173" fmla="*/ 246677 h 352425"/>
                <a:gd name="csX174" fmla="*/ 246469 w 723900"/>
                <a:gd name="csY174" fmla="*/ 248096 h 352425"/>
                <a:gd name="csX175" fmla="*/ 247926 w 723900"/>
                <a:gd name="csY175" fmla="*/ 249439 h 352425"/>
                <a:gd name="csX176" fmla="*/ 249327 w 723900"/>
                <a:gd name="csY176" fmla="*/ 250725 h 352425"/>
                <a:gd name="csX177" fmla="*/ 250717 w 723900"/>
                <a:gd name="csY177" fmla="*/ 252002 h 352425"/>
                <a:gd name="csX178" fmla="*/ 252117 w 723900"/>
                <a:gd name="csY178" fmla="*/ 253163 h 352425"/>
                <a:gd name="csX179" fmla="*/ 253575 w 723900"/>
                <a:gd name="csY179" fmla="*/ 254316 h 352425"/>
                <a:gd name="csX180" fmla="*/ 254975 w 723900"/>
                <a:gd name="csY180" fmla="*/ 255468 h 352425"/>
                <a:gd name="csX181" fmla="*/ 256365 w 723900"/>
                <a:gd name="csY181" fmla="*/ 256564 h 352425"/>
                <a:gd name="csX182" fmla="*/ 257832 w 723900"/>
                <a:gd name="csY182" fmla="*/ 257583 h 352425"/>
                <a:gd name="csX183" fmla="*/ 259223 w 723900"/>
                <a:gd name="csY183" fmla="*/ 258612 h 352425"/>
                <a:gd name="csX184" fmla="*/ 260623 w 723900"/>
                <a:gd name="csY184" fmla="*/ 259574 h 352425"/>
                <a:gd name="csX185" fmla="*/ 262080 w 723900"/>
                <a:gd name="csY185" fmla="*/ 260469 h 352425"/>
                <a:gd name="csX186" fmla="*/ 263481 w 723900"/>
                <a:gd name="csY186" fmla="*/ 261431 h 352425"/>
                <a:gd name="csX187" fmla="*/ 264871 w 723900"/>
                <a:gd name="csY187" fmla="*/ 262270 h 352425"/>
                <a:gd name="csX188" fmla="*/ 266338 w 723900"/>
                <a:gd name="csY188" fmla="*/ 263165 h 352425"/>
                <a:gd name="csX189" fmla="*/ 267729 w 723900"/>
                <a:gd name="csY189" fmla="*/ 263936 h 352425"/>
                <a:gd name="csX190" fmla="*/ 269129 w 723900"/>
                <a:gd name="csY190" fmla="*/ 264775 h 352425"/>
                <a:gd name="csX191" fmla="*/ 270586 w 723900"/>
                <a:gd name="csY191" fmla="*/ 265536 h 352425"/>
                <a:gd name="csX192" fmla="*/ 271987 w 723900"/>
                <a:gd name="csY192" fmla="*/ 266251 h 352425"/>
                <a:gd name="csX193" fmla="*/ 273377 w 723900"/>
                <a:gd name="csY193" fmla="*/ 267013 h 352425"/>
                <a:gd name="csX194" fmla="*/ 274844 w 723900"/>
                <a:gd name="csY194" fmla="*/ 267661 h 352425"/>
                <a:gd name="csX195" fmla="*/ 276235 w 723900"/>
                <a:gd name="csY195" fmla="*/ 268365 h 352425"/>
                <a:gd name="csX196" fmla="*/ 277635 w 723900"/>
                <a:gd name="csY196" fmla="*/ 269004 h 352425"/>
                <a:gd name="csX197" fmla="*/ 279035 w 723900"/>
                <a:gd name="csY197" fmla="*/ 269642 h 352425"/>
                <a:gd name="csX198" fmla="*/ 280492 w 723900"/>
                <a:gd name="csY198" fmla="*/ 270290 h 352425"/>
                <a:gd name="csX199" fmla="*/ 281883 w 723900"/>
                <a:gd name="csY199" fmla="*/ 270861 h 352425"/>
                <a:gd name="csX200" fmla="*/ 283283 w 723900"/>
                <a:gd name="csY200" fmla="*/ 271509 h 352425"/>
                <a:gd name="csX201" fmla="*/ 284740 w 723900"/>
                <a:gd name="csY201" fmla="*/ 272080 h 352425"/>
                <a:gd name="csX202" fmla="*/ 286141 w 723900"/>
                <a:gd name="csY202" fmla="*/ 272595 h 352425"/>
                <a:gd name="csX203" fmla="*/ 287531 w 723900"/>
                <a:gd name="csY203" fmla="*/ 273175 h 352425"/>
                <a:gd name="csX204" fmla="*/ 288998 w 723900"/>
                <a:gd name="csY204" fmla="*/ 273690 h 352425"/>
                <a:gd name="csX205" fmla="*/ 290389 w 723900"/>
                <a:gd name="csY205" fmla="*/ 274204 h 352425"/>
                <a:gd name="csX206" fmla="*/ 291789 w 723900"/>
                <a:gd name="csY206" fmla="*/ 274709 h 352425"/>
                <a:gd name="csX207" fmla="*/ 293246 w 723900"/>
                <a:gd name="csY207" fmla="*/ 275167 h 352425"/>
                <a:gd name="csX208" fmla="*/ 294646 w 723900"/>
                <a:gd name="csY208" fmla="*/ 275681 h 352425"/>
                <a:gd name="csX209" fmla="*/ 296047 w 723900"/>
                <a:gd name="csY209" fmla="*/ 276128 h 352425"/>
                <a:gd name="csX210" fmla="*/ 297504 w 723900"/>
                <a:gd name="csY210" fmla="*/ 276576 h 352425"/>
                <a:gd name="csX211" fmla="*/ 298894 w 723900"/>
                <a:gd name="csY211" fmla="*/ 277023 h 352425"/>
                <a:gd name="csX212" fmla="*/ 300295 w 723900"/>
                <a:gd name="csY212" fmla="*/ 277471 h 352425"/>
                <a:gd name="csX213" fmla="*/ 301752 w 723900"/>
                <a:gd name="csY213" fmla="*/ 277919 h 352425"/>
                <a:gd name="csX214" fmla="*/ 303152 w 723900"/>
                <a:gd name="csY214" fmla="*/ 278309 h 352425"/>
                <a:gd name="csX215" fmla="*/ 304553 w 723900"/>
                <a:gd name="csY215" fmla="*/ 278757 h 352425"/>
                <a:gd name="csX216" fmla="*/ 306010 w 723900"/>
                <a:gd name="csY216" fmla="*/ 279138 h 352425"/>
                <a:gd name="csX217" fmla="*/ 307400 w 723900"/>
                <a:gd name="csY217" fmla="*/ 279529 h 352425"/>
                <a:gd name="csX218" fmla="*/ 308801 w 723900"/>
                <a:gd name="csY218" fmla="*/ 279910 h 352425"/>
                <a:gd name="csX219" fmla="*/ 310201 w 723900"/>
                <a:gd name="csY219" fmla="*/ 280291 h 352425"/>
                <a:gd name="csX220" fmla="*/ 311658 w 723900"/>
                <a:gd name="csY220" fmla="*/ 280681 h 352425"/>
                <a:gd name="csX221" fmla="*/ 313058 w 723900"/>
                <a:gd name="csY221" fmla="*/ 280996 h 352425"/>
                <a:gd name="csX222" fmla="*/ 314449 w 723900"/>
                <a:gd name="csY222" fmla="*/ 281386 h 352425"/>
                <a:gd name="csX223" fmla="*/ 315906 w 723900"/>
                <a:gd name="csY223" fmla="*/ 281710 h 352425"/>
                <a:gd name="csX224" fmla="*/ 317306 w 723900"/>
                <a:gd name="csY224" fmla="*/ 282091 h 352425"/>
                <a:gd name="csX225" fmla="*/ 318707 w 723900"/>
                <a:gd name="csY225" fmla="*/ 282415 h 352425"/>
                <a:gd name="csX226" fmla="*/ 320164 w 723900"/>
                <a:gd name="csY226" fmla="*/ 282729 h 352425"/>
                <a:gd name="csX227" fmla="*/ 321564 w 723900"/>
                <a:gd name="csY227" fmla="*/ 283053 h 352425"/>
                <a:gd name="csX228" fmla="*/ 322955 w 723900"/>
                <a:gd name="csY228" fmla="*/ 283377 h 352425"/>
                <a:gd name="csX229" fmla="*/ 324412 w 723900"/>
                <a:gd name="csY229" fmla="*/ 283691 h 352425"/>
                <a:gd name="csX230" fmla="*/ 325812 w 723900"/>
                <a:gd name="csY230" fmla="*/ 283949 h 352425"/>
                <a:gd name="csX231" fmla="*/ 327212 w 723900"/>
                <a:gd name="csY231" fmla="*/ 284272 h 352425"/>
                <a:gd name="csX232" fmla="*/ 328670 w 723900"/>
                <a:gd name="csY232" fmla="*/ 284596 h 352425"/>
                <a:gd name="csX233" fmla="*/ 330070 w 723900"/>
                <a:gd name="csY233" fmla="*/ 284853 h 352425"/>
                <a:gd name="csX234" fmla="*/ 331460 w 723900"/>
                <a:gd name="csY234" fmla="*/ 285110 h 352425"/>
                <a:gd name="csX235" fmla="*/ 332918 w 723900"/>
                <a:gd name="csY235" fmla="*/ 285425 h 352425"/>
                <a:gd name="csX236" fmla="*/ 334318 w 723900"/>
                <a:gd name="csY236" fmla="*/ 285682 h 352425"/>
                <a:gd name="csX237" fmla="*/ 335718 w 723900"/>
                <a:gd name="csY237" fmla="*/ 285939 h 352425"/>
                <a:gd name="csX238" fmla="*/ 337109 w 723900"/>
                <a:gd name="csY238" fmla="*/ 286196 h 352425"/>
                <a:gd name="csX239" fmla="*/ 338576 w 723900"/>
                <a:gd name="csY239" fmla="*/ 286454 h 352425"/>
                <a:gd name="csX240" fmla="*/ 339966 w 723900"/>
                <a:gd name="csY240" fmla="*/ 286711 h 352425"/>
                <a:gd name="csX241" fmla="*/ 341367 w 723900"/>
                <a:gd name="csY241" fmla="*/ 286968 h 352425"/>
                <a:gd name="csX242" fmla="*/ 342824 w 723900"/>
                <a:gd name="csY242" fmla="*/ 287158 h 352425"/>
                <a:gd name="csX243" fmla="*/ 344224 w 723900"/>
                <a:gd name="csY243" fmla="*/ 287415 h 352425"/>
                <a:gd name="csX244" fmla="*/ 345615 w 723900"/>
                <a:gd name="csY244" fmla="*/ 287606 h 352425"/>
                <a:gd name="csX245" fmla="*/ 347082 w 723900"/>
                <a:gd name="csY245" fmla="*/ 287863 h 352425"/>
                <a:gd name="csX246" fmla="*/ 348472 w 723900"/>
                <a:gd name="csY246" fmla="*/ 288054 h 352425"/>
                <a:gd name="csX247" fmla="*/ 349872 w 723900"/>
                <a:gd name="csY247" fmla="*/ 288254 h 352425"/>
                <a:gd name="csX248" fmla="*/ 351330 w 723900"/>
                <a:gd name="csY248" fmla="*/ 288444 h 352425"/>
                <a:gd name="csX249" fmla="*/ 352730 w 723900"/>
                <a:gd name="csY249" fmla="*/ 288701 h 352425"/>
                <a:gd name="csX250" fmla="*/ 354120 w 723900"/>
                <a:gd name="csY250" fmla="*/ 288892 h 352425"/>
                <a:gd name="csX251" fmla="*/ 355588 w 723900"/>
                <a:gd name="csY251" fmla="*/ 289083 h 352425"/>
                <a:gd name="csX252" fmla="*/ 356978 w 723900"/>
                <a:gd name="csY252" fmla="*/ 289216 h 352425"/>
                <a:gd name="csX253" fmla="*/ 358378 w 723900"/>
                <a:gd name="csY253" fmla="*/ 289406 h 352425"/>
                <a:gd name="csX254" fmla="*/ 359836 w 723900"/>
                <a:gd name="csY254" fmla="*/ 289597 h 352425"/>
                <a:gd name="csX255" fmla="*/ 361236 w 723900"/>
                <a:gd name="csY255" fmla="*/ 289787 h 352425"/>
                <a:gd name="csX256" fmla="*/ 362626 w 723900"/>
                <a:gd name="csY256" fmla="*/ 289920 h 352425"/>
                <a:gd name="csX257" fmla="*/ 364027 w 723900"/>
                <a:gd name="csY257" fmla="*/ 290111 h 352425"/>
                <a:gd name="csX258" fmla="*/ 365484 w 723900"/>
                <a:gd name="csY258" fmla="*/ 290235 h 352425"/>
                <a:gd name="csX259" fmla="*/ 366884 w 723900"/>
                <a:gd name="csY259" fmla="*/ 290368 h 352425"/>
                <a:gd name="csX260" fmla="*/ 368284 w 723900"/>
                <a:gd name="csY260" fmla="*/ 290559 h 352425"/>
                <a:gd name="csX261" fmla="*/ 369742 w 723900"/>
                <a:gd name="csY261" fmla="*/ 290683 h 352425"/>
                <a:gd name="csX262" fmla="*/ 371132 w 723900"/>
                <a:gd name="csY262" fmla="*/ 290816 h 352425"/>
                <a:gd name="csX263" fmla="*/ 372532 w 723900"/>
                <a:gd name="csY263" fmla="*/ 290939 h 352425"/>
                <a:gd name="csX264" fmla="*/ 373990 w 723900"/>
                <a:gd name="csY264" fmla="*/ 291073 h 352425"/>
                <a:gd name="csX265" fmla="*/ 375390 w 723900"/>
                <a:gd name="csY265" fmla="*/ 291197 h 352425"/>
                <a:gd name="csX266" fmla="*/ 376790 w 723900"/>
                <a:gd name="csY266" fmla="*/ 291330 h 352425"/>
                <a:gd name="csX267" fmla="*/ 378247 w 723900"/>
                <a:gd name="csY267" fmla="*/ 291454 h 352425"/>
                <a:gd name="csX268" fmla="*/ 379638 w 723900"/>
                <a:gd name="csY268" fmla="*/ 291588 h 352425"/>
                <a:gd name="csX269" fmla="*/ 381038 w 723900"/>
                <a:gd name="csY269" fmla="*/ 291712 h 352425"/>
                <a:gd name="csX270" fmla="*/ 382495 w 723900"/>
                <a:gd name="csY270" fmla="*/ 291778 h 352425"/>
                <a:gd name="csX271" fmla="*/ 383896 w 723900"/>
                <a:gd name="csY271" fmla="*/ 291902 h 352425"/>
                <a:gd name="csX272" fmla="*/ 385296 w 723900"/>
                <a:gd name="csY272" fmla="*/ 292035 h 352425"/>
                <a:gd name="csX273" fmla="*/ 386753 w 723900"/>
                <a:gd name="csY273" fmla="*/ 292159 h 352425"/>
                <a:gd name="csX274" fmla="*/ 388144 w 723900"/>
                <a:gd name="csY274" fmla="*/ 292225 h 352425"/>
                <a:gd name="csX275" fmla="*/ 389544 w 723900"/>
                <a:gd name="csY275" fmla="*/ 292359 h 352425"/>
                <a:gd name="csX276" fmla="*/ 391001 w 723900"/>
                <a:gd name="csY276" fmla="*/ 292416 h 352425"/>
                <a:gd name="csX277" fmla="*/ 392402 w 723900"/>
                <a:gd name="csY277" fmla="*/ 292549 h 352425"/>
                <a:gd name="csX278" fmla="*/ 393802 w 723900"/>
                <a:gd name="csY278" fmla="*/ 292673 h 352425"/>
                <a:gd name="csX279" fmla="*/ 395192 w 723900"/>
                <a:gd name="csY279" fmla="*/ 292740 h 352425"/>
                <a:gd name="csX280" fmla="*/ 396659 w 723900"/>
                <a:gd name="csY280" fmla="*/ 292864 h 352425"/>
                <a:gd name="csX281" fmla="*/ 398050 w 723900"/>
                <a:gd name="csY281" fmla="*/ 292931 h 352425"/>
                <a:gd name="csX282" fmla="*/ 399450 w 723900"/>
                <a:gd name="csY282" fmla="*/ 293064 h 352425"/>
                <a:gd name="csX283" fmla="*/ 400907 w 723900"/>
                <a:gd name="csY283" fmla="*/ 293121 h 352425"/>
                <a:gd name="csX284" fmla="*/ 402308 w 723900"/>
                <a:gd name="csY284" fmla="*/ 293254 h 352425"/>
                <a:gd name="csX285" fmla="*/ 403698 w 723900"/>
                <a:gd name="csY285" fmla="*/ 293378 h 352425"/>
                <a:gd name="csX286" fmla="*/ 405155 w 723900"/>
                <a:gd name="csY286" fmla="*/ 293445 h 352425"/>
                <a:gd name="csX287" fmla="*/ 406556 w 723900"/>
                <a:gd name="csY287" fmla="*/ 293578 h 352425"/>
                <a:gd name="csX288" fmla="*/ 407956 w 723900"/>
                <a:gd name="csY288" fmla="*/ 293635 h 352425"/>
                <a:gd name="csX289" fmla="*/ 409413 w 723900"/>
                <a:gd name="csY289" fmla="*/ 293768 h 352425"/>
                <a:gd name="csX290" fmla="*/ 410813 w 723900"/>
                <a:gd name="csY290" fmla="*/ 293826 h 352425"/>
                <a:gd name="csX291" fmla="*/ 412204 w 723900"/>
                <a:gd name="csY291" fmla="*/ 293959 h 352425"/>
                <a:gd name="csX292" fmla="*/ 413671 w 723900"/>
                <a:gd name="csY292" fmla="*/ 294083 h 352425"/>
                <a:gd name="csX293" fmla="*/ 415061 w 723900"/>
                <a:gd name="csY293" fmla="*/ 294150 h 352425"/>
                <a:gd name="csX294" fmla="*/ 416462 w 723900"/>
                <a:gd name="csY294" fmla="*/ 294283 h 352425"/>
                <a:gd name="csX295" fmla="*/ 417919 w 723900"/>
                <a:gd name="csY295" fmla="*/ 294407 h 352425"/>
                <a:gd name="csX296" fmla="*/ 419319 w 723900"/>
                <a:gd name="csY296" fmla="*/ 294474 h 352425"/>
                <a:gd name="csX297" fmla="*/ 420710 w 723900"/>
                <a:gd name="csY297" fmla="*/ 294597 h 352425"/>
                <a:gd name="csX298" fmla="*/ 422110 w 723900"/>
                <a:gd name="csY298" fmla="*/ 294731 h 352425"/>
                <a:gd name="csX299" fmla="*/ 423567 w 723900"/>
                <a:gd name="csY299" fmla="*/ 294788 h 352425"/>
                <a:gd name="csX300" fmla="*/ 424968 w 723900"/>
                <a:gd name="csY300" fmla="*/ 294921 h 352425"/>
                <a:gd name="csX301" fmla="*/ 426358 w 723900"/>
                <a:gd name="csY301" fmla="*/ 295045 h 352425"/>
                <a:gd name="csX302" fmla="*/ 427825 w 723900"/>
                <a:gd name="csY302" fmla="*/ 295112 h 352425"/>
                <a:gd name="csX303" fmla="*/ 429216 w 723900"/>
                <a:gd name="csY303" fmla="*/ 295245 h 352425"/>
                <a:gd name="csX304" fmla="*/ 430616 w 723900"/>
                <a:gd name="csY304" fmla="*/ 295369 h 352425"/>
                <a:gd name="csX305" fmla="*/ 432073 w 723900"/>
                <a:gd name="csY305" fmla="*/ 295436 h 352425"/>
                <a:gd name="csX306" fmla="*/ 433473 w 723900"/>
                <a:gd name="csY306" fmla="*/ 295560 h 352425"/>
                <a:gd name="csX307" fmla="*/ 434864 w 723900"/>
                <a:gd name="csY307" fmla="*/ 295693 h 352425"/>
                <a:gd name="csX308" fmla="*/ 436331 w 723900"/>
                <a:gd name="csY308" fmla="*/ 295750 h 352425"/>
                <a:gd name="csX309" fmla="*/ 437721 w 723900"/>
                <a:gd name="csY309" fmla="*/ 295883 h 352425"/>
                <a:gd name="csX310" fmla="*/ 439122 w 723900"/>
                <a:gd name="csY310" fmla="*/ 295950 h 352425"/>
                <a:gd name="csX311" fmla="*/ 440579 w 723900"/>
                <a:gd name="csY311" fmla="*/ 296073 h 352425"/>
                <a:gd name="csX312" fmla="*/ 441979 w 723900"/>
                <a:gd name="csY312" fmla="*/ 296140 h 352425"/>
                <a:gd name="csX313" fmla="*/ 443370 w 723900"/>
                <a:gd name="csY313" fmla="*/ 296207 h 352425"/>
                <a:gd name="csX314" fmla="*/ 444837 w 723900"/>
                <a:gd name="csY314" fmla="*/ 296264 h 352425"/>
                <a:gd name="csX315" fmla="*/ 446227 w 723900"/>
                <a:gd name="csY315" fmla="*/ 296331 h 352425"/>
                <a:gd name="csX316" fmla="*/ 447628 w 723900"/>
                <a:gd name="csY316" fmla="*/ 296397 h 352425"/>
                <a:gd name="csX317" fmla="*/ 449085 w 723900"/>
                <a:gd name="csY317" fmla="*/ 296464 h 352425"/>
                <a:gd name="csX318" fmla="*/ 450485 w 723900"/>
                <a:gd name="csY318" fmla="*/ 296521 h 352425"/>
                <a:gd name="csX319" fmla="*/ 451876 w 723900"/>
                <a:gd name="csY319" fmla="*/ 296588 h 352425"/>
                <a:gd name="csX320" fmla="*/ 453276 w 723900"/>
                <a:gd name="csY320" fmla="*/ 296588 h 352425"/>
                <a:gd name="csX321" fmla="*/ 454733 w 723900"/>
                <a:gd name="csY321" fmla="*/ 296655 h 352425"/>
                <a:gd name="csX322" fmla="*/ 456133 w 723900"/>
                <a:gd name="csY322" fmla="*/ 296655 h 352425"/>
                <a:gd name="csX323" fmla="*/ 457533 w 723900"/>
                <a:gd name="csY323" fmla="*/ 296655 h 352425"/>
                <a:gd name="csX324" fmla="*/ 458991 w 723900"/>
                <a:gd name="csY324" fmla="*/ 296588 h 352425"/>
                <a:gd name="csX325" fmla="*/ 460381 w 723900"/>
                <a:gd name="csY325" fmla="*/ 296588 h 352425"/>
                <a:gd name="csX326" fmla="*/ 461782 w 723900"/>
                <a:gd name="csY326" fmla="*/ 296521 h 352425"/>
                <a:gd name="csX327" fmla="*/ 463239 w 723900"/>
                <a:gd name="csY327" fmla="*/ 296464 h 352425"/>
                <a:gd name="csX328" fmla="*/ 464639 w 723900"/>
                <a:gd name="csY328" fmla="*/ 296397 h 352425"/>
                <a:gd name="csX329" fmla="*/ 466039 w 723900"/>
                <a:gd name="csY329" fmla="*/ 296331 h 352425"/>
                <a:gd name="csX330" fmla="*/ 467497 w 723900"/>
                <a:gd name="csY330" fmla="*/ 296207 h 352425"/>
                <a:gd name="csX331" fmla="*/ 468887 w 723900"/>
                <a:gd name="csY331" fmla="*/ 296073 h 352425"/>
                <a:gd name="csX332" fmla="*/ 470287 w 723900"/>
                <a:gd name="csY332" fmla="*/ 295883 h 352425"/>
                <a:gd name="csX333" fmla="*/ 471745 w 723900"/>
                <a:gd name="csY333" fmla="*/ 295750 h 352425"/>
                <a:gd name="csX334" fmla="*/ 473145 w 723900"/>
                <a:gd name="csY334" fmla="*/ 295493 h 352425"/>
                <a:gd name="csX335" fmla="*/ 474545 w 723900"/>
                <a:gd name="csY335" fmla="*/ 295302 h 352425"/>
                <a:gd name="csX336" fmla="*/ 476003 w 723900"/>
                <a:gd name="csY336" fmla="*/ 295045 h 352425"/>
                <a:gd name="csX337" fmla="*/ 477393 w 723900"/>
                <a:gd name="csY337" fmla="*/ 294788 h 352425"/>
                <a:gd name="csX338" fmla="*/ 478793 w 723900"/>
                <a:gd name="csY338" fmla="*/ 294474 h 352425"/>
                <a:gd name="csX339" fmla="*/ 480193 w 723900"/>
                <a:gd name="csY339" fmla="*/ 294150 h 352425"/>
                <a:gd name="csX340" fmla="*/ 481651 w 723900"/>
                <a:gd name="csY340" fmla="*/ 293768 h 352425"/>
                <a:gd name="csX341" fmla="*/ 483051 w 723900"/>
                <a:gd name="csY341" fmla="*/ 293378 h 352425"/>
                <a:gd name="csX342" fmla="*/ 484442 w 723900"/>
                <a:gd name="csY342" fmla="*/ 292931 h 352425"/>
                <a:gd name="csX343" fmla="*/ 485908 w 723900"/>
                <a:gd name="csY343" fmla="*/ 292483 h 352425"/>
                <a:gd name="csX344" fmla="*/ 487299 w 723900"/>
                <a:gd name="csY344" fmla="*/ 291968 h 352425"/>
                <a:gd name="csX345" fmla="*/ 488699 w 723900"/>
                <a:gd name="csY345" fmla="*/ 291454 h 352425"/>
                <a:gd name="csX346" fmla="*/ 490157 w 723900"/>
                <a:gd name="csY346" fmla="*/ 290939 h 352425"/>
                <a:gd name="csX347" fmla="*/ 491557 w 723900"/>
                <a:gd name="csY347" fmla="*/ 290302 h 352425"/>
                <a:gd name="csX348" fmla="*/ 492947 w 723900"/>
                <a:gd name="csY348" fmla="*/ 289663 h 352425"/>
                <a:gd name="csX349" fmla="*/ 494414 w 723900"/>
                <a:gd name="csY349" fmla="*/ 289016 h 352425"/>
                <a:gd name="csX350" fmla="*/ 495805 w 723900"/>
                <a:gd name="csY350" fmla="*/ 288254 h 352425"/>
                <a:gd name="csX351" fmla="*/ 497205 w 723900"/>
                <a:gd name="csY351" fmla="*/ 287482 h 352425"/>
                <a:gd name="csX352" fmla="*/ 498662 w 723900"/>
                <a:gd name="csY352" fmla="*/ 286711 h 352425"/>
                <a:gd name="csX353" fmla="*/ 500063 w 723900"/>
                <a:gd name="csY353" fmla="*/ 285872 h 352425"/>
                <a:gd name="csX354" fmla="*/ 501453 w 723900"/>
                <a:gd name="csY354" fmla="*/ 284977 h 352425"/>
                <a:gd name="csX355" fmla="*/ 502920 w 723900"/>
                <a:gd name="csY355" fmla="*/ 284082 h 352425"/>
                <a:gd name="csX356" fmla="*/ 504311 w 723900"/>
                <a:gd name="csY356" fmla="*/ 283120 h 352425"/>
                <a:gd name="csX357" fmla="*/ 505711 w 723900"/>
                <a:gd name="csY357" fmla="*/ 282091 h 352425"/>
                <a:gd name="csX358" fmla="*/ 507168 w 723900"/>
                <a:gd name="csY358" fmla="*/ 280996 h 352425"/>
                <a:gd name="csX359" fmla="*/ 508568 w 723900"/>
                <a:gd name="csY359" fmla="*/ 279910 h 352425"/>
                <a:gd name="csX360" fmla="*/ 509959 w 723900"/>
                <a:gd name="csY360" fmla="*/ 278757 h 352425"/>
                <a:gd name="csX361" fmla="*/ 511359 w 723900"/>
                <a:gd name="csY361" fmla="*/ 277605 h 352425"/>
                <a:gd name="csX362" fmla="*/ 512817 w 723900"/>
                <a:gd name="csY362" fmla="*/ 276386 h 352425"/>
                <a:gd name="csX363" fmla="*/ 514217 w 723900"/>
                <a:gd name="csY363" fmla="*/ 275100 h 352425"/>
                <a:gd name="csX364" fmla="*/ 515607 w 723900"/>
                <a:gd name="csY364" fmla="*/ 273747 h 352425"/>
                <a:gd name="csX365" fmla="*/ 517074 w 723900"/>
                <a:gd name="csY365" fmla="*/ 272404 h 352425"/>
                <a:gd name="csX366" fmla="*/ 518465 w 723900"/>
                <a:gd name="csY366" fmla="*/ 270994 h 352425"/>
                <a:gd name="csX367" fmla="*/ 519865 w 723900"/>
                <a:gd name="csY367" fmla="*/ 269585 h 352425"/>
                <a:gd name="csX368" fmla="*/ 521322 w 723900"/>
                <a:gd name="csY368" fmla="*/ 268108 h 352425"/>
                <a:gd name="csX369" fmla="*/ 522723 w 723900"/>
                <a:gd name="csY369" fmla="*/ 266565 h 352425"/>
                <a:gd name="csX370" fmla="*/ 524113 w 723900"/>
                <a:gd name="csY370" fmla="*/ 265032 h 352425"/>
                <a:gd name="csX371" fmla="*/ 525580 w 723900"/>
                <a:gd name="csY371" fmla="*/ 263422 h 352425"/>
                <a:gd name="csX372" fmla="*/ 526971 w 723900"/>
                <a:gd name="csY372" fmla="*/ 261822 h 352425"/>
                <a:gd name="csX373" fmla="*/ 528371 w 723900"/>
                <a:gd name="csY373" fmla="*/ 260155 h 352425"/>
                <a:gd name="csX374" fmla="*/ 529828 w 723900"/>
                <a:gd name="csY374" fmla="*/ 258488 h 352425"/>
                <a:gd name="csX375" fmla="*/ 531228 w 723900"/>
                <a:gd name="csY375" fmla="*/ 256821 h 352425"/>
                <a:gd name="csX376" fmla="*/ 532628 w 723900"/>
                <a:gd name="csY376" fmla="*/ 255088 h 352425"/>
                <a:gd name="csX377" fmla="*/ 534086 w 723900"/>
                <a:gd name="csY377" fmla="*/ 253287 h 352425"/>
                <a:gd name="csX378" fmla="*/ 535477 w 723900"/>
                <a:gd name="csY378" fmla="*/ 251554 h 352425"/>
                <a:gd name="csX379" fmla="*/ 536877 w 723900"/>
                <a:gd name="csY379" fmla="*/ 249763 h 352425"/>
                <a:gd name="csX380" fmla="*/ 538277 w 723900"/>
                <a:gd name="csY380" fmla="*/ 247963 h 352425"/>
                <a:gd name="csX381" fmla="*/ 539734 w 723900"/>
                <a:gd name="csY381" fmla="*/ 246172 h 352425"/>
                <a:gd name="csX382" fmla="*/ 541134 w 723900"/>
                <a:gd name="csY382" fmla="*/ 244372 h 352425"/>
                <a:gd name="csX383" fmla="*/ 542525 w 723900"/>
                <a:gd name="csY383" fmla="*/ 242515 h 352425"/>
                <a:gd name="csX384" fmla="*/ 543982 w 723900"/>
                <a:gd name="csY384" fmla="*/ 240715 h 352425"/>
                <a:gd name="csX385" fmla="*/ 545383 w 723900"/>
                <a:gd name="csY385" fmla="*/ 238923 h 352425"/>
                <a:gd name="csX386" fmla="*/ 546783 w 723900"/>
                <a:gd name="csY386" fmla="*/ 237124 h 352425"/>
                <a:gd name="csX387" fmla="*/ 548240 w 723900"/>
                <a:gd name="csY387" fmla="*/ 235323 h 352425"/>
                <a:gd name="csX388" fmla="*/ 549640 w 723900"/>
                <a:gd name="csY388" fmla="*/ 233532 h 352425"/>
                <a:gd name="csX389" fmla="*/ 551031 w 723900"/>
                <a:gd name="csY389" fmla="*/ 231799 h 352425"/>
                <a:gd name="csX390" fmla="*/ 552488 w 723900"/>
                <a:gd name="csY390" fmla="*/ 230065 h 352425"/>
                <a:gd name="csX391" fmla="*/ 553889 w 723900"/>
                <a:gd name="csY391" fmla="*/ 228399 h 352425"/>
                <a:gd name="csX392" fmla="*/ 555288 w 723900"/>
                <a:gd name="csY392" fmla="*/ 226732 h 352425"/>
                <a:gd name="csX393" fmla="*/ 556746 w 723900"/>
                <a:gd name="csY393" fmla="*/ 225131 h 352425"/>
                <a:gd name="csX394" fmla="*/ 558146 w 723900"/>
                <a:gd name="csY394" fmla="*/ 223521 h 352425"/>
                <a:gd name="csX395" fmla="*/ 559537 w 723900"/>
                <a:gd name="csY395" fmla="*/ 222045 h 352425"/>
                <a:gd name="csX396" fmla="*/ 561003 w 723900"/>
                <a:gd name="csY396" fmla="*/ 220569 h 352425"/>
                <a:gd name="csX397" fmla="*/ 562394 w 723900"/>
                <a:gd name="csY397" fmla="*/ 219160 h 352425"/>
                <a:gd name="csX398" fmla="*/ 563794 w 723900"/>
                <a:gd name="csY398" fmla="*/ 217816 h 352425"/>
                <a:gd name="csX399" fmla="*/ 565185 w 723900"/>
                <a:gd name="csY399" fmla="*/ 216531 h 352425"/>
                <a:gd name="csX400" fmla="*/ 566652 w 723900"/>
                <a:gd name="csY400" fmla="*/ 215311 h 352425"/>
                <a:gd name="csX401" fmla="*/ 568043 w 723900"/>
                <a:gd name="csY401" fmla="*/ 214159 h 352425"/>
                <a:gd name="csX402" fmla="*/ 569443 w 723900"/>
                <a:gd name="csY402" fmla="*/ 213130 h 352425"/>
                <a:gd name="csX403" fmla="*/ 570900 w 723900"/>
                <a:gd name="csY403" fmla="*/ 212168 h 352425"/>
                <a:gd name="csX404" fmla="*/ 572300 w 723900"/>
                <a:gd name="csY404" fmla="*/ 211273 h 352425"/>
                <a:gd name="csX405" fmla="*/ 573691 w 723900"/>
                <a:gd name="csY405" fmla="*/ 210501 h 352425"/>
                <a:gd name="csX406" fmla="*/ 575158 w 723900"/>
                <a:gd name="csY406" fmla="*/ 209796 h 352425"/>
                <a:gd name="csX407" fmla="*/ 576548 w 723900"/>
                <a:gd name="csY407" fmla="*/ 209225 h 352425"/>
                <a:gd name="csX408" fmla="*/ 577948 w 723900"/>
                <a:gd name="csY408" fmla="*/ 208710 h 352425"/>
                <a:gd name="csX409" fmla="*/ 579406 w 723900"/>
                <a:gd name="csY409" fmla="*/ 208386 h 352425"/>
                <a:gd name="csX410" fmla="*/ 580806 w 723900"/>
                <a:gd name="csY410" fmla="*/ 208063 h 352425"/>
                <a:gd name="csX411" fmla="*/ 582197 w 723900"/>
                <a:gd name="csY411" fmla="*/ 207872 h 352425"/>
                <a:gd name="csX412" fmla="*/ 583663 w 723900"/>
                <a:gd name="csY412" fmla="*/ 207872 h 352425"/>
                <a:gd name="csX413" fmla="*/ 585054 w 723900"/>
                <a:gd name="csY413" fmla="*/ 207939 h 352425"/>
                <a:gd name="csX414" fmla="*/ 586454 w 723900"/>
                <a:gd name="csY414" fmla="*/ 208063 h 352425"/>
                <a:gd name="csX415" fmla="*/ 587912 w 723900"/>
                <a:gd name="csY415" fmla="*/ 208386 h 352425"/>
                <a:gd name="csX416" fmla="*/ 589312 w 723900"/>
                <a:gd name="csY416" fmla="*/ 208834 h 352425"/>
                <a:gd name="csX417" fmla="*/ 590703 w 723900"/>
                <a:gd name="csY417" fmla="*/ 209282 h 352425"/>
                <a:gd name="csX418" fmla="*/ 592169 w 723900"/>
                <a:gd name="csY418" fmla="*/ 209987 h 352425"/>
                <a:gd name="csX419" fmla="*/ 593560 w 723900"/>
                <a:gd name="csY419" fmla="*/ 210758 h 352425"/>
                <a:gd name="csX420" fmla="*/ 594960 w 723900"/>
                <a:gd name="csY420" fmla="*/ 211597 h 352425"/>
                <a:gd name="csX421" fmla="*/ 596351 w 723900"/>
                <a:gd name="csY421" fmla="*/ 212558 h 352425"/>
                <a:gd name="csX422" fmla="*/ 597818 w 723900"/>
                <a:gd name="csY422" fmla="*/ 213711 h 352425"/>
                <a:gd name="csX423" fmla="*/ 599208 w 723900"/>
                <a:gd name="csY423" fmla="*/ 214863 h 352425"/>
                <a:gd name="csX424" fmla="*/ 600609 w 723900"/>
                <a:gd name="csY424" fmla="*/ 216207 h 352425"/>
                <a:gd name="csX425" fmla="*/ 602066 w 723900"/>
                <a:gd name="csY425" fmla="*/ 217683 h 352425"/>
                <a:gd name="csX426" fmla="*/ 603466 w 723900"/>
                <a:gd name="csY426" fmla="*/ 219226 h 352425"/>
                <a:gd name="csX427" fmla="*/ 604866 w 723900"/>
                <a:gd name="csY427" fmla="*/ 220826 h 352425"/>
                <a:gd name="csX428" fmla="*/ 606323 w 723900"/>
                <a:gd name="csY428" fmla="*/ 222560 h 352425"/>
                <a:gd name="csX429" fmla="*/ 607714 w 723900"/>
                <a:gd name="csY429" fmla="*/ 224427 h 352425"/>
                <a:gd name="csX430" fmla="*/ 609114 w 723900"/>
                <a:gd name="csY430" fmla="*/ 226351 h 352425"/>
                <a:gd name="csX431" fmla="*/ 610572 w 723900"/>
                <a:gd name="csY431" fmla="*/ 228332 h 352425"/>
                <a:gd name="csX432" fmla="*/ 611972 w 723900"/>
                <a:gd name="csY432" fmla="*/ 230456 h 352425"/>
                <a:gd name="csX433" fmla="*/ 613362 w 723900"/>
                <a:gd name="csY433" fmla="*/ 232637 h 352425"/>
                <a:gd name="csX434" fmla="*/ 614829 w 723900"/>
                <a:gd name="csY434" fmla="*/ 234875 h 352425"/>
                <a:gd name="csX435" fmla="*/ 616220 w 723900"/>
                <a:gd name="csY435" fmla="*/ 237190 h 352425"/>
                <a:gd name="csX436" fmla="*/ 617620 w 723900"/>
                <a:gd name="csY436" fmla="*/ 239562 h 352425"/>
                <a:gd name="csX437" fmla="*/ 619078 w 723900"/>
                <a:gd name="csY437" fmla="*/ 242000 h 352425"/>
                <a:gd name="csX438" fmla="*/ 620478 w 723900"/>
                <a:gd name="csY438" fmla="*/ 244496 h 352425"/>
                <a:gd name="csX439" fmla="*/ 621878 w 723900"/>
                <a:gd name="csY439" fmla="*/ 247001 h 352425"/>
                <a:gd name="csX440" fmla="*/ 623269 w 723900"/>
                <a:gd name="csY440" fmla="*/ 249573 h 352425"/>
                <a:gd name="csX441" fmla="*/ 624726 w 723900"/>
                <a:gd name="csY441" fmla="*/ 252202 h 352425"/>
                <a:gd name="csX442" fmla="*/ 626126 w 723900"/>
                <a:gd name="csY442" fmla="*/ 254831 h 352425"/>
                <a:gd name="csX443" fmla="*/ 627526 w 723900"/>
                <a:gd name="csY443" fmla="*/ 257526 h 352425"/>
                <a:gd name="csX444" fmla="*/ 628983 w 723900"/>
                <a:gd name="csY444" fmla="*/ 260212 h 352425"/>
                <a:gd name="csX445" fmla="*/ 630384 w 723900"/>
                <a:gd name="csY445" fmla="*/ 262907 h 352425"/>
                <a:gd name="csX446" fmla="*/ 631774 w 723900"/>
                <a:gd name="csY446" fmla="*/ 265670 h 352425"/>
                <a:gd name="csX447" fmla="*/ 633232 w 723900"/>
                <a:gd name="csY447" fmla="*/ 268365 h 352425"/>
                <a:gd name="csX448" fmla="*/ 634632 w 723900"/>
                <a:gd name="csY448" fmla="*/ 271061 h 352425"/>
                <a:gd name="csX449" fmla="*/ 636032 w 723900"/>
                <a:gd name="csY449" fmla="*/ 273814 h 352425"/>
                <a:gd name="csX450" fmla="*/ 637489 w 723900"/>
                <a:gd name="csY450" fmla="*/ 276510 h 352425"/>
                <a:gd name="csX451" fmla="*/ 638889 w 723900"/>
                <a:gd name="csY451" fmla="*/ 279138 h 352425"/>
                <a:gd name="csX452" fmla="*/ 640280 w 723900"/>
                <a:gd name="csY452" fmla="*/ 281834 h 352425"/>
                <a:gd name="csX453" fmla="*/ 641737 w 723900"/>
                <a:gd name="csY453" fmla="*/ 284463 h 352425"/>
                <a:gd name="csX454" fmla="*/ 643138 w 723900"/>
                <a:gd name="csY454" fmla="*/ 287091 h 352425"/>
                <a:gd name="csX455" fmla="*/ 644538 w 723900"/>
                <a:gd name="csY455" fmla="*/ 289663 h 352425"/>
                <a:gd name="csX456" fmla="*/ 645995 w 723900"/>
                <a:gd name="csY456" fmla="*/ 292159 h 352425"/>
                <a:gd name="csX457" fmla="*/ 647395 w 723900"/>
                <a:gd name="csY457" fmla="*/ 294664 h 352425"/>
                <a:gd name="csX458" fmla="*/ 648786 w 723900"/>
                <a:gd name="csY458" fmla="*/ 297169 h 352425"/>
                <a:gd name="csX459" fmla="*/ 650253 w 723900"/>
                <a:gd name="csY459" fmla="*/ 299541 h 352425"/>
                <a:gd name="csX460" fmla="*/ 651643 w 723900"/>
                <a:gd name="csY460" fmla="*/ 301913 h 352425"/>
                <a:gd name="csX461" fmla="*/ 653043 w 723900"/>
                <a:gd name="csY461" fmla="*/ 304218 h 352425"/>
                <a:gd name="csX462" fmla="*/ 654434 w 723900"/>
                <a:gd name="csY462" fmla="*/ 306465 h 352425"/>
                <a:gd name="csX463" fmla="*/ 655901 w 723900"/>
                <a:gd name="csY463" fmla="*/ 308647 h 352425"/>
                <a:gd name="csX464" fmla="*/ 657292 w 723900"/>
                <a:gd name="csY464" fmla="*/ 310828 h 352425"/>
                <a:gd name="csX465" fmla="*/ 658692 w 723900"/>
                <a:gd name="csY465" fmla="*/ 312885 h 352425"/>
                <a:gd name="csX466" fmla="*/ 660149 w 723900"/>
                <a:gd name="csY466" fmla="*/ 314933 h 352425"/>
                <a:gd name="csX467" fmla="*/ 661549 w 723900"/>
                <a:gd name="csY467" fmla="*/ 316857 h 352425"/>
                <a:gd name="csX468" fmla="*/ 662940 w 723900"/>
                <a:gd name="csY468" fmla="*/ 318781 h 352425"/>
                <a:gd name="csX469" fmla="*/ 664407 w 723900"/>
                <a:gd name="csY469" fmla="*/ 320581 h 352425"/>
                <a:gd name="csX470" fmla="*/ 665798 w 723900"/>
                <a:gd name="csY470" fmla="*/ 322372 h 352425"/>
                <a:gd name="csX471" fmla="*/ 667198 w 723900"/>
                <a:gd name="csY471" fmla="*/ 324106 h 352425"/>
                <a:gd name="csX472" fmla="*/ 668655 w 723900"/>
                <a:gd name="csY472" fmla="*/ 325715 h 352425"/>
                <a:gd name="csX473" fmla="*/ 670055 w 723900"/>
                <a:gd name="csY473" fmla="*/ 327316 h 352425"/>
                <a:gd name="csX474" fmla="*/ 671446 w 723900"/>
                <a:gd name="csY474" fmla="*/ 328792 h 352425"/>
                <a:gd name="csX475" fmla="*/ 672913 w 723900"/>
                <a:gd name="csY475" fmla="*/ 330268 h 352425"/>
                <a:gd name="csX476" fmla="*/ 674304 w 723900"/>
                <a:gd name="csY476" fmla="*/ 331678 h 352425"/>
                <a:gd name="csX477" fmla="*/ 675703 w 723900"/>
                <a:gd name="csY477" fmla="*/ 333021 h 352425"/>
                <a:gd name="csX478" fmla="*/ 677161 w 723900"/>
                <a:gd name="csY478" fmla="*/ 334240 h 352425"/>
                <a:gd name="csX479" fmla="*/ 678561 w 723900"/>
                <a:gd name="csY479" fmla="*/ 335459 h 352425"/>
                <a:gd name="csX480" fmla="*/ 679952 w 723900"/>
                <a:gd name="csY480" fmla="*/ 336612 h 352425"/>
                <a:gd name="csX481" fmla="*/ 681352 w 723900"/>
                <a:gd name="csY481" fmla="*/ 337774 h 352425"/>
                <a:gd name="csX482" fmla="*/ 682809 w 723900"/>
                <a:gd name="csY482" fmla="*/ 338794 h 352425"/>
                <a:gd name="csX483" fmla="*/ 684209 w 723900"/>
                <a:gd name="csY483" fmla="*/ 339755 h 352425"/>
                <a:gd name="csX484" fmla="*/ 685610 w 723900"/>
                <a:gd name="csY484" fmla="*/ 340717 h 352425"/>
                <a:gd name="csX485" fmla="*/ 687067 w 723900"/>
                <a:gd name="csY485" fmla="*/ 341622 h 352425"/>
                <a:gd name="csX486" fmla="*/ 688458 w 723900"/>
                <a:gd name="csY486" fmla="*/ 342451 h 352425"/>
                <a:gd name="csX487" fmla="*/ 689858 w 723900"/>
                <a:gd name="csY487" fmla="*/ 343222 h 352425"/>
                <a:gd name="csX488" fmla="*/ 691315 w 723900"/>
                <a:gd name="csY488" fmla="*/ 343994 h 352425"/>
                <a:gd name="csX489" fmla="*/ 692715 w 723900"/>
                <a:gd name="csY489" fmla="*/ 344699 h 352425"/>
                <a:gd name="csX490" fmla="*/ 694115 w 723900"/>
                <a:gd name="csY490" fmla="*/ 345337 h 352425"/>
                <a:gd name="csX491" fmla="*/ 695573 w 723900"/>
                <a:gd name="csY491" fmla="*/ 345985 h 352425"/>
                <a:gd name="csX492" fmla="*/ 696963 w 723900"/>
                <a:gd name="csY492" fmla="*/ 346556 h 352425"/>
                <a:gd name="csX493" fmla="*/ 698363 w 723900"/>
                <a:gd name="csY493" fmla="*/ 347137 h 352425"/>
                <a:gd name="csX494" fmla="*/ 699821 w 723900"/>
                <a:gd name="csY494" fmla="*/ 347652 h 352425"/>
                <a:gd name="csX495" fmla="*/ 701221 w 723900"/>
                <a:gd name="csY495" fmla="*/ 348099 h 352425"/>
                <a:gd name="csX496" fmla="*/ 702621 w 723900"/>
                <a:gd name="csY496" fmla="*/ 348547 h 352425"/>
                <a:gd name="csX497" fmla="*/ 704079 w 723900"/>
                <a:gd name="csY497" fmla="*/ 348928 h 352425"/>
                <a:gd name="csX498" fmla="*/ 705479 w 723900"/>
                <a:gd name="csY498" fmla="*/ 349385 h 352425"/>
                <a:gd name="csX499" fmla="*/ 706869 w 723900"/>
                <a:gd name="csY499" fmla="*/ 349699 h 352425"/>
                <a:gd name="csX500" fmla="*/ 708327 w 723900"/>
                <a:gd name="csY500" fmla="*/ 350023 h 352425"/>
                <a:gd name="csX501" fmla="*/ 709727 w 723900"/>
                <a:gd name="csY501" fmla="*/ 350347 h 352425"/>
                <a:gd name="csX502" fmla="*/ 711127 w 723900"/>
                <a:gd name="csY502" fmla="*/ 350661 h 352425"/>
                <a:gd name="csX503" fmla="*/ 712518 w 723900"/>
                <a:gd name="csY503" fmla="*/ 350918 h 352425"/>
                <a:gd name="csX504" fmla="*/ 713975 w 723900"/>
                <a:gd name="csY504" fmla="*/ 351176 h 352425"/>
                <a:gd name="csX505" fmla="*/ 715375 w 723900"/>
                <a:gd name="csY505" fmla="*/ 351367 h 352425"/>
                <a:gd name="csX506" fmla="*/ 716776 w 723900"/>
                <a:gd name="csY506" fmla="*/ 351567 h 352425"/>
                <a:gd name="csX507" fmla="*/ 718233 w 723900"/>
                <a:gd name="csY507" fmla="*/ 351757 h 352425"/>
                <a:gd name="csX508" fmla="*/ 719633 w 723900"/>
                <a:gd name="csY508" fmla="*/ 351947 h 352425"/>
                <a:gd name="csX509" fmla="*/ 721024 w 723900"/>
                <a:gd name="csY509" fmla="*/ 352138 h 352425"/>
                <a:gd name="csX510" fmla="*/ 722490 w 723900"/>
                <a:gd name="csY510" fmla="*/ 352271 h 352425"/>
                <a:gd name="csX511" fmla="*/ 723881 w 72390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52425">
                  <a:moveTo>
                    <a:pt x="-19" y="350347"/>
                  </a:moveTo>
                  <a:lnTo>
                    <a:pt x="1381" y="349957"/>
                  </a:lnTo>
                  <a:lnTo>
                    <a:pt x="2838" y="349575"/>
                  </a:lnTo>
                  <a:lnTo>
                    <a:pt x="4239" y="349185"/>
                  </a:lnTo>
                  <a:lnTo>
                    <a:pt x="5629" y="348738"/>
                  </a:lnTo>
                  <a:lnTo>
                    <a:pt x="7087" y="348223"/>
                  </a:lnTo>
                  <a:lnTo>
                    <a:pt x="8487" y="347718"/>
                  </a:lnTo>
                  <a:lnTo>
                    <a:pt x="9887" y="347137"/>
                  </a:lnTo>
                  <a:lnTo>
                    <a:pt x="11344" y="346499"/>
                  </a:lnTo>
                  <a:lnTo>
                    <a:pt x="12744" y="345785"/>
                  </a:lnTo>
                  <a:lnTo>
                    <a:pt x="14135" y="345080"/>
                  </a:lnTo>
                  <a:lnTo>
                    <a:pt x="15593" y="344251"/>
                  </a:lnTo>
                  <a:lnTo>
                    <a:pt x="16993" y="343413"/>
                  </a:lnTo>
                  <a:lnTo>
                    <a:pt x="18393" y="342518"/>
                  </a:lnTo>
                  <a:lnTo>
                    <a:pt x="19784" y="341489"/>
                  </a:lnTo>
                  <a:lnTo>
                    <a:pt x="21250" y="340403"/>
                  </a:lnTo>
                  <a:lnTo>
                    <a:pt x="22641" y="339307"/>
                  </a:lnTo>
                  <a:lnTo>
                    <a:pt x="24041" y="338031"/>
                  </a:lnTo>
                  <a:lnTo>
                    <a:pt x="25498" y="336745"/>
                  </a:lnTo>
                  <a:lnTo>
                    <a:pt x="26899" y="335336"/>
                  </a:lnTo>
                  <a:lnTo>
                    <a:pt x="28289" y="333860"/>
                  </a:lnTo>
                  <a:lnTo>
                    <a:pt x="29756" y="332250"/>
                  </a:lnTo>
                  <a:lnTo>
                    <a:pt x="31147" y="330583"/>
                  </a:lnTo>
                  <a:lnTo>
                    <a:pt x="32547" y="328792"/>
                  </a:lnTo>
                  <a:lnTo>
                    <a:pt x="34004" y="326868"/>
                  </a:lnTo>
                  <a:lnTo>
                    <a:pt x="35404" y="324811"/>
                  </a:lnTo>
                  <a:lnTo>
                    <a:pt x="36795" y="322696"/>
                  </a:lnTo>
                  <a:lnTo>
                    <a:pt x="38262" y="320391"/>
                  </a:lnTo>
                  <a:lnTo>
                    <a:pt x="39653" y="318010"/>
                  </a:lnTo>
                  <a:lnTo>
                    <a:pt x="41053" y="315514"/>
                  </a:lnTo>
                  <a:lnTo>
                    <a:pt x="42510" y="312818"/>
                  </a:lnTo>
                  <a:lnTo>
                    <a:pt x="43910" y="309999"/>
                  </a:lnTo>
                  <a:lnTo>
                    <a:pt x="45301" y="307047"/>
                  </a:lnTo>
                  <a:lnTo>
                    <a:pt x="46768" y="303960"/>
                  </a:lnTo>
                  <a:lnTo>
                    <a:pt x="48159" y="300694"/>
                  </a:lnTo>
                  <a:lnTo>
                    <a:pt x="49558" y="297359"/>
                  </a:lnTo>
                  <a:lnTo>
                    <a:pt x="50959" y="293768"/>
                  </a:lnTo>
                  <a:lnTo>
                    <a:pt x="52416" y="290044"/>
                  </a:lnTo>
                  <a:lnTo>
                    <a:pt x="53807" y="286263"/>
                  </a:lnTo>
                  <a:lnTo>
                    <a:pt x="55207" y="282215"/>
                  </a:lnTo>
                  <a:lnTo>
                    <a:pt x="56664" y="278052"/>
                  </a:lnTo>
                  <a:lnTo>
                    <a:pt x="58064" y="273747"/>
                  </a:lnTo>
                  <a:lnTo>
                    <a:pt x="59465" y="269194"/>
                  </a:lnTo>
                  <a:lnTo>
                    <a:pt x="60922" y="264575"/>
                  </a:lnTo>
                  <a:lnTo>
                    <a:pt x="62313" y="259765"/>
                  </a:lnTo>
                  <a:lnTo>
                    <a:pt x="63713" y="254764"/>
                  </a:lnTo>
                  <a:lnTo>
                    <a:pt x="65170" y="249697"/>
                  </a:lnTo>
                  <a:lnTo>
                    <a:pt x="66570" y="244439"/>
                  </a:lnTo>
                  <a:lnTo>
                    <a:pt x="67970" y="238981"/>
                  </a:lnTo>
                  <a:lnTo>
                    <a:pt x="69428" y="233466"/>
                  </a:lnTo>
                  <a:lnTo>
                    <a:pt x="70819" y="227827"/>
                  </a:lnTo>
                  <a:lnTo>
                    <a:pt x="72219" y="221988"/>
                  </a:lnTo>
                  <a:lnTo>
                    <a:pt x="73676" y="216016"/>
                  </a:lnTo>
                  <a:lnTo>
                    <a:pt x="75076" y="209987"/>
                  </a:lnTo>
                  <a:lnTo>
                    <a:pt x="76476" y="203834"/>
                  </a:lnTo>
                  <a:lnTo>
                    <a:pt x="77867" y="197547"/>
                  </a:lnTo>
                  <a:lnTo>
                    <a:pt x="79334" y="191194"/>
                  </a:lnTo>
                  <a:lnTo>
                    <a:pt x="80724" y="184784"/>
                  </a:lnTo>
                  <a:lnTo>
                    <a:pt x="82125" y="178240"/>
                  </a:lnTo>
                  <a:lnTo>
                    <a:pt x="83582" y="171629"/>
                  </a:lnTo>
                  <a:lnTo>
                    <a:pt x="84982" y="165019"/>
                  </a:lnTo>
                  <a:lnTo>
                    <a:pt x="86373" y="158352"/>
                  </a:lnTo>
                  <a:lnTo>
                    <a:pt x="87830" y="151675"/>
                  </a:lnTo>
                  <a:lnTo>
                    <a:pt x="89230" y="144940"/>
                  </a:lnTo>
                  <a:lnTo>
                    <a:pt x="90630" y="138206"/>
                  </a:lnTo>
                  <a:lnTo>
                    <a:pt x="92088" y="131539"/>
                  </a:lnTo>
                  <a:lnTo>
                    <a:pt x="93488" y="124862"/>
                  </a:lnTo>
                  <a:lnTo>
                    <a:pt x="94879" y="118194"/>
                  </a:lnTo>
                  <a:lnTo>
                    <a:pt x="96345" y="111584"/>
                  </a:lnTo>
                  <a:lnTo>
                    <a:pt x="97736" y="105040"/>
                  </a:lnTo>
                  <a:lnTo>
                    <a:pt x="99136" y="98630"/>
                  </a:lnTo>
                  <a:lnTo>
                    <a:pt x="100593" y="92277"/>
                  </a:lnTo>
                  <a:lnTo>
                    <a:pt x="101994" y="86057"/>
                  </a:lnTo>
                  <a:lnTo>
                    <a:pt x="103384" y="79961"/>
                  </a:lnTo>
                  <a:lnTo>
                    <a:pt x="104851" y="73932"/>
                  </a:lnTo>
                  <a:lnTo>
                    <a:pt x="106242" y="68093"/>
                  </a:lnTo>
                  <a:lnTo>
                    <a:pt x="107642" y="62454"/>
                  </a:lnTo>
                  <a:lnTo>
                    <a:pt x="109033" y="56996"/>
                  </a:lnTo>
                  <a:lnTo>
                    <a:pt x="110500" y="51671"/>
                  </a:lnTo>
                  <a:lnTo>
                    <a:pt x="111890" y="46604"/>
                  </a:lnTo>
                  <a:lnTo>
                    <a:pt x="113290" y="41727"/>
                  </a:lnTo>
                  <a:lnTo>
                    <a:pt x="114748" y="37051"/>
                  </a:lnTo>
                  <a:lnTo>
                    <a:pt x="116148" y="32688"/>
                  </a:lnTo>
                  <a:lnTo>
                    <a:pt x="117539" y="28517"/>
                  </a:lnTo>
                  <a:lnTo>
                    <a:pt x="119005" y="24602"/>
                  </a:lnTo>
                  <a:lnTo>
                    <a:pt x="120396" y="20944"/>
                  </a:lnTo>
                  <a:lnTo>
                    <a:pt x="121796" y="17610"/>
                  </a:lnTo>
                  <a:lnTo>
                    <a:pt x="123253" y="14534"/>
                  </a:lnTo>
                  <a:lnTo>
                    <a:pt x="124654" y="11705"/>
                  </a:lnTo>
                  <a:lnTo>
                    <a:pt x="126044" y="9276"/>
                  </a:lnTo>
                  <a:lnTo>
                    <a:pt x="127511" y="7028"/>
                  </a:lnTo>
                  <a:lnTo>
                    <a:pt x="128902" y="5104"/>
                  </a:lnTo>
                  <a:lnTo>
                    <a:pt x="130302" y="3494"/>
                  </a:lnTo>
                  <a:lnTo>
                    <a:pt x="131759" y="2218"/>
                  </a:lnTo>
                  <a:lnTo>
                    <a:pt x="133160" y="1189"/>
                  </a:lnTo>
                  <a:lnTo>
                    <a:pt x="134550" y="551"/>
                  </a:lnTo>
                  <a:lnTo>
                    <a:pt x="135950" y="161"/>
                  </a:lnTo>
                  <a:lnTo>
                    <a:pt x="137408" y="-30"/>
                  </a:lnTo>
                  <a:lnTo>
                    <a:pt x="138808" y="227"/>
                  </a:lnTo>
                  <a:lnTo>
                    <a:pt x="140208" y="741"/>
                  </a:lnTo>
                  <a:lnTo>
                    <a:pt x="141665" y="1513"/>
                  </a:lnTo>
                  <a:lnTo>
                    <a:pt x="143066" y="2599"/>
                  </a:lnTo>
                  <a:lnTo>
                    <a:pt x="144456" y="3952"/>
                  </a:lnTo>
                  <a:lnTo>
                    <a:pt x="145914" y="5552"/>
                  </a:lnTo>
                  <a:lnTo>
                    <a:pt x="147314" y="7476"/>
                  </a:lnTo>
                  <a:lnTo>
                    <a:pt x="148714" y="9590"/>
                  </a:lnTo>
                  <a:lnTo>
                    <a:pt x="150171" y="11962"/>
                  </a:lnTo>
                  <a:lnTo>
                    <a:pt x="151562" y="14601"/>
                  </a:lnTo>
                  <a:lnTo>
                    <a:pt x="152962" y="17420"/>
                  </a:lnTo>
                  <a:lnTo>
                    <a:pt x="154419" y="20430"/>
                  </a:lnTo>
                  <a:lnTo>
                    <a:pt x="155819" y="23706"/>
                  </a:lnTo>
                  <a:lnTo>
                    <a:pt x="157220" y="27174"/>
                  </a:lnTo>
                  <a:lnTo>
                    <a:pt x="158677" y="30764"/>
                  </a:lnTo>
                  <a:lnTo>
                    <a:pt x="160077" y="34546"/>
                  </a:lnTo>
                  <a:lnTo>
                    <a:pt x="161468" y="38527"/>
                  </a:lnTo>
                  <a:lnTo>
                    <a:pt x="162868" y="42566"/>
                  </a:lnTo>
                  <a:lnTo>
                    <a:pt x="164325" y="46795"/>
                  </a:lnTo>
                  <a:lnTo>
                    <a:pt x="165726" y="51100"/>
                  </a:lnTo>
                  <a:lnTo>
                    <a:pt x="167116" y="55520"/>
                  </a:lnTo>
                  <a:lnTo>
                    <a:pt x="168583" y="60073"/>
                  </a:lnTo>
                  <a:lnTo>
                    <a:pt x="169974" y="64692"/>
                  </a:lnTo>
                  <a:lnTo>
                    <a:pt x="171374" y="69379"/>
                  </a:lnTo>
                  <a:lnTo>
                    <a:pt x="172831" y="74122"/>
                  </a:lnTo>
                  <a:lnTo>
                    <a:pt x="174231" y="78875"/>
                  </a:lnTo>
                  <a:lnTo>
                    <a:pt x="175622" y="83685"/>
                  </a:lnTo>
                  <a:lnTo>
                    <a:pt x="177089" y="88562"/>
                  </a:lnTo>
                  <a:lnTo>
                    <a:pt x="178479" y="93429"/>
                  </a:lnTo>
                  <a:lnTo>
                    <a:pt x="179880" y="98249"/>
                  </a:lnTo>
                  <a:lnTo>
                    <a:pt x="181337" y="103116"/>
                  </a:lnTo>
                  <a:lnTo>
                    <a:pt x="182737" y="107993"/>
                  </a:lnTo>
                  <a:lnTo>
                    <a:pt x="184128" y="112803"/>
                  </a:lnTo>
                  <a:lnTo>
                    <a:pt x="185595" y="117613"/>
                  </a:lnTo>
                  <a:lnTo>
                    <a:pt x="186985" y="122366"/>
                  </a:lnTo>
                  <a:lnTo>
                    <a:pt x="188385" y="127043"/>
                  </a:lnTo>
                  <a:lnTo>
                    <a:pt x="189843" y="131729"/>
                  </a:lnTo>
                  <a:lnTo>
                    <a:pt x="191243" y="136282"/>
                  </a:lnTo>
                  <a:lnTo>
                    <a:pt x="192634" y="140835"/>
                  </a:lnTo>
                  <a:lnTo>
                    <a:pt x="194034" y="145265"/>
                  </a:lnTo>
                  <a:lnTo>
                    <a:pt x="195491" y="149627"/>
                  </a:lnTo>
                  <a:lnTo>
                    <a:pt x="196891" y="153923"/>
                  </a:lnTo>
                  <a:lnTo>
                    <a:pt x="198282" y="158161"/>
                  </a:lnTo>
                  <a:lnTo>
                    <a:pt x="199749" y="162323"/>
                  </a:lnTo>
                  <a:lnTo>
                    <a:pt x="201139" y="166371"/>
                  </a:lnTo>
                  <a:lnTo>
                    <a:pt x="202540" y="170277"/>
                  </a:lnTo>
                  <a:lnTo>
                    <a:pt x="203997" y="174192"/>
                  </a:lnTo>
                  <a:lnTo>
                    <a:pt x="205397" y="177916"/>
                  </a:lnTo>
                  <a:lnTo>
                    <a:pt x="206788" y="181573"/>
                  </a:lnTo>
                  <a:lnTo>
                    <a:pt x="208255" y="185165"/>
                  </a:lnTo>
                  <a:lnTo>
                    <a:pt x="209645" y="188632"/>
                  </a:lnTo>
                  <a:lnTo>
                    <a:pt x="211045" y="192032"/>
                  </a:lnTo>
                  <a:lnTo>
                    <a:pt x="212503" y="195299"/>
                  </a:lnTo>
                  <a:lnTo>
                    <a:pt x="213903" y="198442"/>
                  </a:lnTo>
                  <a:lnTo>
                    <a:pt x="215294" y="201519"/>
                  </a:lnTo>
                  <a:lnTo>
                    <a:pt x="216761" y="204538"/>
                  </a:lnTo>
                  <a:lnTo>
                    <a:pt x="218151" y="207425"/>
                  </a:lnTo>
                  <a:lnTo>
                    <a:pt x="219551" y="210177"/>
                  </a:lnTo>
                  <a:lnTo>
                    <a:pt x="220952" y="212940"/>
                  </a:lnTo>
                  <a:lnTo>
                    <a:pt x="222409" y="215502"/>
                  </a:lnTo>
                  <a:lnTo>
                    <a:pt x="223799" y="218074"/>
                  </a:lnTo>
                  <a:lnTo>
                    <a:pt x="225200" y="220512"/>
                  </a:lnTo>
                  <a:lnTo>
                    <a:pt x="226657" y="222817"/>
                  </a:lnTo>
                  <a:lnTo>
                    <a:pt x="228057" y="225131"/>
                  </a:lnTo>
                  <a:lnTo>
                    <a:pt x="229457" y="227313"/>
                  </a:lnTo>
                  <a:lnTo>
                    <a:pt x="230915" y="229428"/>
                  </a:lnTo>
                  <a:lnTo>
                    <a:pt x="232315" y="231418"/>
                  </a:lnTo>
                  <a:lnTo>
                    <a:pt x="233705" y="233399"/>
                  </a:lnTo>
                  <a:lnTo>
                    <a:pt x="235163" y="235266"/>
                  </a:lnTo>
                  <a:lnTo>
                    <a:pt x="236563" y="237124"/>
                  </a:lnTo>
                  <a:lnTo>
                    <a:pt x="237963" y="238857"/>
                  </a:lnTo>
                  <a:lnTo>
                    <a:pt x="239420" y="240524"/>
                  </a:lnTo>
                  <a:lnTo>
                    <a:pt x="240821" y="242124"/>
                  </a:lnTo>
                  <a:lnTo>
                    <a:pt x="242211" y="243734"/>
                  </a:lnTo>
                  <a:lnTo>
                    <a:pt x="243669" y="245210"/>
                  </a:lnTo>
                  <a:lnTo>
                    <a:pt x="245069" y="246677"/>
                  </a:lnTo>
                  <a:lnTo>
                    <a:pt x="246469" y="248096"/>
                  </a:lnTo>
                  <a:lnTo>
                    <a:pt x="247926" y="249439"/>
                  </a:lnTo>
                  <a:lnTo>
                    <a:pt x="249327" y="250725"/>
                  </a:lnTo>
                  <a:lnTo>
                    <a:pt x="250717" y="252002"/>
                  </a:lnTo>
                  <a:lnTo>
                    <a:pt x="252117" y="253163"/>
                  </a:lnTo>
                  <a:lnTo>
                    <a:pt x="253575" y="254316"/>
                  </a:lnTo>
                  <a:lnTo>
                    <a:pt x="254975" y="255468"/>
                  </a:lnTo>
                  <a:lnTo>
                    <a:pt x="256365" y="256564"/>
                  </a:lnTo>
                  <a:lnTo>
                    <a:pt x="257832" y="257583"/>
                  </a:lnTo>
                  <a:lnTo>
                    <a:pt x="259223" y="258612"/>
                  </a:lnTo>
                  <a:lnTo>
                    <a:pt x="260623" y="259574"/>
                  </a:lnTo>
                  <a:lnTo>
                    <a:pt x="262080" y="260469"/>
                  </a:lnTo>
                  <a:lnTo>
                    <a:pt x="263481" y="261431"/>
                  </a:lnTo>
                  <a:lnTo>
                    <a:pt x="264871" y="262270"/>
                  </a:lnTo>
                  <a:lnTo>
                    <a:pt x="266338" y="263165"/>
                  </a:lnTo>
                  <a:lnTo>
                    <a:pt x="267729" y="263936"/>
                  </a:lnTo>
                  <a:lnTo>
                    <a:pt x="269129" y="264775"/>
                  </a:lnTo>
                  <a:lnTo>
                    <a:pt x="270586" y="265536"/>
                  </a:lnTo>
                  <a:lnTo>
                    <a:pt x="271987" y="266251"/>
                  </a:lnTo>
                  <a:lnTo>
                    <a:pt x="273377" y="267013"/>
                  </a:lnTo>
                  <a:lnTo>
                    <a:pt x="274844" y="267661"/>
                  </a:lnTo>
                  <a:lnTo>
                    <a:pt x="276235" y="268365"/>
                  </a:lnTo>
                  <a:lnTo>
                    <a:pt x="277635" y="269004"/>
                  </a:lnTo>
                  <a:lnTo>
                    <a:pt x="279035" y="269642"/>
                  </a:lnTo>
                  <a:lnTo>
                    <a:pt x="280492" y="270290"/>
                  </a:lnTo>
                  <a:lnTo>
                    <a:pt x="281883" y="270861"/>
                  </a:lnTo>
                  <a:lnTo>
                    <a:pt x="283283" y="271509"/>
                  </a:lnTo>
                  <a:lnTo>
                    <a:pt x="284740" y="272080"/>
                  </a:lnTo>
                  <a:lnTo>
                    <a:pt x="286141" y="272595"/>
                  </a:lnTo>
                  <a:lnTo>
                    <a:pt x="287531" y="273175"/>
                  </a:lnTo>
                  <a:lnTo>
                    <a:pt x="288998" y="273690"/>
                  </a:lnTo>
                  <a:lnTo>
                    <a:pt x="290389" y="274204"/>
                  </a:lnTo>
                  <a:lnTo>
                    <a:pt x="291789" y="274709"/>
                  </a:lnTo>
                  <a:lnTo>
                    <a:pt x="293246" y="275167"/>
                  </a:lnTo>
                  <a:lnTo>
                    <a:pt x="294646" y="275681"/>
                  </a:lnTo>
                  <a:lnTo>
                    <a:pt x="296047" y="276128"/>
                  </a:lnTo>
                  <a:lnTo>
                    <a:pt x="297504" y="276576"/>
                  </a:lnTo>
                  <a:lnTo>
                    <a:pt x="298894" y="277023"/>
                  </a:lnTo>
                  <a:lnTo>
                    <a:pt x="300295" y="277471"/>
                  </a:lnTo>
                  <a:lnTo>
                    <a:pt x="301752" y="277919"/>
                  </a:lnTo>
                  <a:lnTo>
                    <a:pt x="303152" y="278309"/>
                  </a:lnTo>
                  <a:lnTo>
                    <a:pt x="304553" y="278757"/>
                  </a:lnTo>
                  <a:lnTo>
                    <a:pt x="306010" y="279138"/>
                  </a:lnTo>
                  <a:lnTo>
                    <a:pt x="307400" y="279529"/>
                  </a:lnTo>
                  <a:lnTo>
                    <a:pt x="308801" y="279910"/>
                  </a:lnTo>
                  <a:lnTo>
                    <a:pt x="310201" y="280291"/>
                  </a:lnTo>
                  <a:lnTo>
                    <a:pt x="311658" y="280681"/>
                  </a:lnTo>
                  <a:lnTo>
                    <a:pt x="313058" y="280996"/>
                  </a:lnTo>
                  <a:lnTo>
                    <a:pt x="314449" y="281386"/>
                  </a:lnTo>
                  <a:lnTo>
                    <a:pt x="315906" y="281710"/>
                  </a:lnTo>
                  <a:lnTo>
                    <a:pt x="317306" y="282091"/>
                  </a:lnTo>
                  <a:lnTo>
                    <a:pt x="318707" y="282415"/>
                  </a:lnTo>
                  <a:lnTo>
                    <a:pt x="320164" y="282729"/>
                  </a:lnTo>
                  <a:lnTo>
                    <a:pt x="321564" y="283053"/>
                  </a:lnTo>
                  <a:lnTo>
                    <a:pt x="322955" y="283377"/>
                  </a:lnTo>
                  <a:lnTo>
                    <a:pt x="324412" y="283691"/>
                  </a:lnTo>
                  <a:lnTo>
                    <a:pt x="325812" y="283949"/>
                  </a:lnTo>
                  <a:lnTo>
                    <a:pt x="327212" y="284272"/>
                  </a:lnTo>
                  <a:lnTo>
                    <a:pt x="328670" y="284596"/>
                  </a:lnTo>
                  <a:lnTo>
                    <a:pt x="330070" y="284853"/>
                  </a:lnTo>
                  <a:lnTo>
                    <a:pt x="331460" y="285110"/>
                  </a:lnTo>
                  <a:lnTo>
                    <a:pt x="332918" y="285425"/>
                  </a:lnTo>
                  <a:lnTo>
                    <a:pt x="334318" y="285682"/>
                  </a:lnTo>
                  <a:lnTo>
                    <a:pt x="335718" y="285939"/>
                  </a:lnTo>
                  <a:lnTo>
                    <a:pt x="337109" y="286196"/>
                  </a:lnTo>
                  <a:lnTo>
                    <a:pt x="338576" y="286454"/>
                  </a:lnTo>
                  <a:lnTo>
                    <a:pt x="339966" y="286711"/>
                  </a:lnTo>
                  <a:lnTo>
                    <a:pt x="341367" y="286968"/>
                  </a:lnTo>
                  <a:lnTo>
                    <a:pt x="342824" y="287158"/>
                  </a:lnTo>
                  <a:lnTo>
                    <a:pt x="344224" y="287415"/>
                  </a:lnTo>
                  <a:lnTo>
                    <a:pt x="345615" y="287606"/>
                  </a:lnTo>
                  <a:lnTo>
                    <a:pt x="347082" y="287863"/>
                  </a:lnTo>
                  <a:lnTo>
                    <a:pt x="348472" y="288054"/>
                  </a:lnTo>
                  <a:lnTo>
                    <a:pt x="349872" y="288254"/>
                  </a:lnTo>
                  <a:lnTo>
                    <a:pt x="351330" y="288444"/>
                  </a:lnTo>
                  <a:lnTo>
                    <a:pt x="352730" y="288701"/>
                  </a:lnTo>
                  <a:lnTo>
                    <a:pt x="354120" y="288892"/>
                  </a:lnTo>
                  <a:lnTo>
                    <a:pt x="355588" y="289083"/>
                  </a:lnTo>
                  <a:lnTo>
                    <a:pt x="356978" y="289216"/>
                  </a:lnTo>
                  <a:lnTo>
                    <a:pt x="358378" y="289406"/>
                  </a:lnTo>
                  <a:lnTo>
                    <a:pt x="359836" y="289597"/>
                  </a:lnTo>
                  <a:lnTo>
                    <a:pt x="361236" y="289787"/>
                  </a:lnTo>
                  <a:lnTo>
                    <a:pt x="362626" y="289920"/>
                  </a:lnTo>
                  <a:lnTo>
                    <a:pt x="364027" y="290111"/>
                  </a:lnTo>
                  <a:lnTo>
                    <a:pt x="365484" y="290235"/>
                  </a:lnTo>
                  <a:lnTo>
                    <a:pt x="366884" y="290368"/>
                  </a:lnTo>
                  <a:lnTo>
                    <a:pt x="368284" y="290559"/>
                  </a:lnTo>
                  <a:lnTo>
                    <a:pt x="369742" y="290683"/>
                  </a:lnTo>
                  <a:lnTo>
                    <a:pt x="371132" y="290816"/>
                  </a:lnTo>
                  <a:lnTo>
                    <a:pt x="372532" y="290939"/>
                  </a:lnTo>
                  <a:lnTo>
                    <a:pt x="373990" y="291073"/>
                  </a:lnTo>
                  <a:lnTo>
                    <a:pt x="375390" y="291197"/>
                  </a:lnTo>
                  <a:lnTo>
                    <a:pt x="376790" y="291330"/>
                  </a:lnTo>
                  <a:lnTo>
                    <a:pt x="378247" y="291454"/>
                  </a:lnTo>
                  <a:lnTo>
                    <a:pt x="379638" y="291588"/>
                  </a:lnTo>
                  <a:lnTo>
                    <a:pt x="381038" y="291712"/>
                  </a:lnTo>
                  <a:lnTo>
                    <a:pt x="382495" y="291778"/>
                  </a:lnTo>
                  <a:lnTo>
                    <a:pt x="383896" y="291902"/>
                  </a:lnTo>
                  <a:lnTo>
                    <a:pt x="385296" y="292035"/>
                  </a:lnTo>
                  <a:lnTo>
                    <a:pt x="386753" y="292159"/>
                  </a:lnTo>
                  <a:lnTo>
                    <a:pt x="388144" y="292225"/>
                  </a:lnTo>
                  <a:lnTo>
                    <a:pt x="389544" y="292359"/>
                  </a:lnTo>
                  <a:lnTo>
                    <a:pt x="391001" y="292416"/>
                  </a:lnTo>
                  <a:lnTo>
                    <a:pt x="392402" y="292549"/>
                  </a:lnTo>
                  <a:lnTo>
                    <a:pt x="393802" y="292673"/>
                  </a:lnTo>
                  <a:lnTo>
                    <a:pt x="395192" y="292740"/>
                  </a:lnTo>
                  <a:lnTo>
                    <a:pt x="396659" y="292864"/>
                  </a:lnTo>
                  <a:lnTo>
                    <a:pt x="398050" y="292931"/>
                  </a:lnTo>
                  <a:lnTo>
                    <a:pt x="399450" y="293064"/>
                  </a:lnTo>
                  <a:lnTo>
                    <a:pt x="400907" y="293121"/>
                  </a:lnTo>
                  <a:lnTo>
                    <a:pt x="402308" y="293254"/>
                  </a:lnTo>
                  <a:lnTo>
                    <a:pt x="403698" y="293378"/>
                  </a:lnTo>
                  <a:lnTo>
                    <a:pt x="405155" y="293445"/>
                  </a:lnTo>
                  <a:lnTo>
                    <a:pt x="406556" y="293578"/>
                  </a:lnTo>
                  <a:lnTo>
                    <a:pt x="407956" y="293635"/>
                  </a:lnTo>
                  <a:lnTo>
                    <a:pt x="409413" y="293768"/>
                  </a:lnTo>
                  <a:lnTo>
                    <a:pt x="410813" y="293826"/>
                  </a:lnTo>
                  <a:lnTo>
                    <a:pt x="412204" y="293959"/>
                  </a:lnTo>
                  <a:lnTo>
                    <a:pt x="413671" y="294083"/>
                  </a:lnTo>
                  <a:lnTo>
                    <a:pt x="415061" y="294150"/>
                  </a:lnTo>
                  <a:lnTo>
                    <a:pt x="416462" y="294283"/>
                  </a:lnTo>
                  <a:lnTo>
                    <a:pt x="417919" y="294407"/>
                  </a:lnTo>
                  <a:lnTo>
                    <a:pt x="419319" y="294474"/>
                  </a:lnTo>
                  <a:lnTo>
                    <a:pt x="420710" y="294597"/>
                  </a:lnTo>
                  <a:lnTo>
                    <a:pt x="422110" y="294731"/>
                  </a:lnTo>
                  <a:lnTo>
                    <a:pt x="423567" y="294788"/>
                  </a:lnTo>
                  <a:lnTo>
                    <a:pt x="424968" y="294921"/>
                  </a:lnTo>
                  <a:lnTo>
                    <a:pt x="426358" y="295045"/>
                  </a:lnTo>
                  <a:lnTo>
                    <a:pt x="427825" y="295112"/>
                  </a:lnTo>
                  <a:lnTo>
                    <a:pt x="429216" y="295245"/>
                  </a:lnTo>
                  <a:lnTo>
                    <a:pt x="430616" y="295369"/>
                  </a:lnTo>
                  <a:lnTo>
                    <a:pt x="432073" y="295436"/>
                  </a:lnTo>
                  <a:lnTo>
                    <a:pt x="433473" y="295560"/>
                  </a:lnTo>
                  <a:lnTo>
                    <a:pt x="434864" y="295693"/>
                  </a:lnTo>
                  <a:lnTo>
                    <a:pt x="436331" y="295750"/>
                  </a:lnTo>
                  <a:lnTo>
                    <a:pt x="437721" y="295883"/>
                  </a:lnTo>
                  <a:lnTo>
                    <a:pt x="439122" y="295950"/>
                  </a:lnTo>
                  <a:lnTo>
                    <a:pt x="440579" y="296073"/>
                  </a:lnTo>
                  <a:lnTo>
                    <a:pt x="441979" y="296140"/>
                  </a:lnTo>
                  <a:lnTo>
                    <a:pt x="443370" y="296207"/>
                  </a:lnTo>
                  <a:lnTo>
                    <a:pt x="444837" y="296264"/>
                  </a:lnTo>
                  <a:lnTo>
                    <a:pt x="446227" y="296331"/>
                  </a:lnTo>
                  <a:lnTo>
                    <a:pt x="447628" y="296397"/>
                  </a:lnTo>
                  <a:lnTo>
                    <a:pt x="449085" y="296464"/>
                  </a:lnTo>
                  <a:lnTo>
                    <a:pt x="450485" y="296521"/>
                  </a:lnTo>
                  <a:lnTo>
                    <a:pt x="451876" y="296588"/>
                  </a:lnTo>
                  <a:lnTo>
                    <a:pt x="453276" y="296588"/>
                  </a:lnTo>
                  <a:lnTo>
                    <a:pt x="454733" y="296655"/>
                  </a:lnTo>
                  <a:lnTo>
                    <a:pt x="456133" y="296655"/>
                  </a:lnTo>
                  <a:lnTo>
                    <a:pt x="457533" y="296655"/>
                  </a:lnTo>
                  <a:lnTo>
                    <a:pt x="458991" y="296588"/>
                  </a:lnTo>
                  <a:lnTo>
                    <a:pt x="460381" y="296588"/>
                  </a:lnTo>
                  <a:lnTo>
                    <a:pt x="461782" y="296521"/>
                  </a:lnTo>
                  <a:lnTo>
                    <a:pt x="463239" y="296464"/>
                  </a:lnTo>
                  <a:lnTo>
                    <a:pt x="464639" y="296397"/>
                  </a:lnTo>
                  <a:lnTo>
                    <a:pt x="466039" y="296331"/>
                  </a:lnTo>
                  <a:lnTo>
                    <a:pt x="467497" y="296207"/>
                  </a:lnTo>
                  <a:lnTo>
                    <a:pt x="468887" y="296073"/>
                  </a:lnTo>
                  <a:lnTo>
                    <a:pt x="470287" y="295883"/>
                  </a:lnTo>
                  <a:lnTo>
                    <a:pt x="471745" y="295750"/>
                  </a:lnTo>
                  <a:lnTo>
                    <a:pt x="473145" y="295493"/>
                  </a:lnTo>
                  <a:lnTo>
                    <a:pt x="474545" y="295302"/>
                  </a:lnTo>
                  <a:lnTo>
                    <a:pt x="476003" y="295045"/>
                  </a:lnTo>
                  <a:lnTo>
                    <a:pt x="477393" y="294788"/>
                  </a:lnTo>
                  <a:lnTo>
                    <a:pt x="478793" y="294474"/>
                  </a:lnTo>
                  <a:lnTo>
                    <a:pt x="480193" y="294150"/>
                  </a:lnTo>
                  <a:lnTo>
                    <a:pt x="481651" y="293768"/>
                  </a:lnTo>
                  <a:lnTo>
                    <a:pt x="483051" y="293378"/>
                  </a:lnTo>
                  <a:lnTo>
                    <a:pt x="484442" y="292931"/>
                  </a:lnTo>
                  <a:lnTo>
                    <a:pt x="485908" y="292483"/>
                  </a:lnTo>
                  <a:lnTo>
                    <a:pt x="487299" y="291968"/>
                  </a:lnTo>
                  <a:lnTo>
                    <a:pt x="488699" y="291454"/>
                  </a:lnTo>
                  <a:lnTo>
                    <a:pt x="490157" y="290939"/>
                  </a:lnTo>
                  <a:lnTo>
                    <a:pt x="491557" y="290302"/>
                  </a:lnTo>
                  <a:lnTo>
                    <a:pt x="492947" y="289663"/>
                  </a:lnTo>
                  <a:lnTo>
                    <a:pt x="494414" y="289016"/>
                  </a:lnTo>
                  <a:lnTo>
                    <a:pt x="495805" y="288254"/>
                  </a:lnTo>
                  <a:lnTo>
                    <a:pt x="497205" y="287482"/>
                  </a:lnTo>
                  <a:lnTo>
                    <a:pt x="498662" y="286711"/>
                  </a:lnTo>
                  <a:lnTo>
                    <a:pt x="500063" y="285872"/>
                  </a:lnTo>
                  <a:lnTo>
                    <a:pt x="501453" y="284977"/>
                  </a:lnTo>
                  <a:lnTo>
                    <a:pt x="502920" y="284082"/>
                  </a:lnTo>
                  <a:lnTo>
                    <a:pt x="504311" y="283120"/>
                  </a:lnTo>
                  <a:lnTo>
                    <a:pt x="505711" y="282091"/>
                  </a:lnTo>
                  <a:lnTo>
                    <a:pt x="507168" y="280996"/>
                  </a:lnTo>
                  <a:lnTo>
                    <a:pt x="508568" y="279910"/>
                  </a:lnTo>
                  <a:lnTo>
                    <a:pt x="509959" y="278757"/>
                  </a:lnTo>
                  <a:lnTo>
                    <a:pt x="511359" y="277605"/>
                  </a:lnTo>
                  <a:lnTo>
                    <a:pt x="512817" y="276386"/>
                  </a:lnTo>
                  <a:lnTo>
                    <a:pt x="514217" y="275100"/>
                  </a:lnTo>
                  <a:lnTo>
                    <a:pt x="515607" y="273747"/>
                  </a:lnTo>
                  <a:lnTo>
                    <a:pt x="517074" y="272404"/>
                  </a:lnTo>
                  <a:lnTo>
                    <a:pt x="518465" y="270994"/>
                  </a:lnTo>
                  <a:lnTo>
                    <a:pt x="519865" y="269585"/>
                  </a:lnTo>
                  <a:lnTo>
                    <a:pt x="521322" y="268108"/>
                  </a:lnTo>
                  <a:lnTo>
                    <a:pt x="522723" y="266565"/>
                  </a:lnTo>
                  <a:lnTo>
                    <a:pt x="524113" y="265032"/>
                  </a:lnTo>
                  <a:lnTo>
                    <a:pt x="525580" y="263422"/>
                  </a:lnTo>
                  <a:lnTo>
                    <a:pt x="526971" y="261822"/>
                  </a:lnTo>
                  <a:lnTo>
                    <a:pt x="528371" y="260155"/>
                  </a:lnTo>
                  <a:lnTo>
                    <a:pt x="529828" y="258488"/>
                  </a:lnTo>
                  <a:lnTo>
                    <a:pt x="531228" y="256821"/>
                  </a:lnTo>
                  <a:lnTo>
                    <a:pt x="532628" y="255088"/>
                  </a:lnTo>
                  <a:lnTo>
                    <a:pt x="534086" y="253287"/>
                  </a:lnTo>
                  <a:lnTo>
                    <a:pt x="535477" y="251554"/>
                  </a:lnTo>
                  <a:lnTo>
                    <a:pt x="536877" y="249763"/>
                  </a:lnTo>
                  <a:lnTo>
                    <a:pt x="538277" y="247963"/>
                  </a:lnTo>
                  <a:lnTo>
                    <a:pt x="539734" y="246172"/>
                  </a:lnTo>
                  <a:lnTo>
                    <a:pt x="541134" y="244372"/>
                  </a:lnTo>
                  <a:lnTo>
                    <a:pt x="542525" y="242515"/>
                  </a:lnTo>
                  <a:lnTo>
                    <a:pt x="543982" y="240715"/>
                  </a:lnTo>
                  <a:lnTo>
                    <a:pt x="545383" y="238923"/>
                  </a:lnTo>
                  <a:lnTo>
                    <a:pt x="546783" y="237124"/>
                  </a:lnTo>
                  <a:lnTo>
                    <a:pt x="548240" y="235323"/>
                  </a:lnTo>
                  <a:lnTo>
                    <a:pt x="549640" y="233532"/>
                  </a:lnTo>
                  <a:lnTo>
                    <a:pt x="551031" y="231799"/>
                  </a:lnTo>
                  <a:lnTo>
                    <a:pt x="552488" y="230065"/>
                  </a:lnTo>
                  <a:lnTo>
                    <a:pt x="553889" y="228399"/>
                  </a:lnTo>
                  <a:lnTo>
                    <a:pt x="555288" y="226732"/>
                  </a:lnTo>
                  <a:lnTo>
                    <a:pt x="556746" y="225131"/>
                  </a:lnTo>
                  <a:lnTo>
                    <a:pt x="558146" y="223521"/>
                  </a:lnTo>
                  <a:lnTo>
                    <a:pt x="559537" y="222045"/>
                  </a:lnTo>
                  <a:lnTo>
                    <a:pt x="561003" y="220569"/>
                  </a:lnTo>
                  <a:lnTo>
                    <a:pt x="562394" y="219160"/>
                  </a:lnTo>
                  <a:lnTo>
                    <a:pt x="563794" y="217816"/>
                  </a:lnTo>
                  <a:lnTo>
                    <a:pt x="565185" y="216531"/>
                  </a:lnTo>
                  <a:lnTo>
                    <a:pt x="566652" y="215311"/>
                  </a:lnTo>
                  <a:lnTo>
                    <a:pt x="568043" y="214159"/>
                  </a:lnTo>
                  <a:lnTo>
                    <a:pt x="569443" y="213130"/>
                  </a:lnTo>
                  <a:lnTo>
                    <a:pt x="570900" y="212168"/>
                  </a:lnTo>
                  <a:lnTo>
                    <a:pt x="572300" y="211273"/>
                  </a:lnTo>
                  <a:lnTo>
                    <a:pt x="573691" y="210501"/>
                  </a:lnTo>
                  <a:lnTo>
                    <a:pt x="575158" y="209796"/>
                  </a:lnTo>
                  <a:lnTo>
                    <a:pt x="576548" y="209225"/>
                  </a:lnTo>
                  <a:lnTo>
                    <a:pt x="577948" y="208710"/>
                  </a:lnTo>
                  <a:lnTo>
                    <a:pt x="579406" y="208386"/>
                  </a:lnTo>
                  <a:lnTo>
                    <a:pt x="580806" y="208063"/>
                  </a:lnTo>
                  <a:lnTo>
                    <a:pt x="582197" y="207872"/>
                  </a:lnTo>
                  <a:lnTo>
                    <a:pt x="583663" y="207872"/>
                  </a:lnTo>
                  <a:lnTo>
                    <a:pt x="585054" y="207939"/>
                  </a:lnTo>
                  <a:lnTo>
                    <a:pt x="586454" y="208063"/>
                  </a:lnTo>
                  <a:lnTo>
                    <a:pt x="587912" y="208386"/>
                  </a:lnTo>
                  <a:lnTo>
                    <a:pt x="589312" y="208834"/>
                  </a:lnTo>
                  <a:lnTo>
                    <a:pt x="590703" y="209282"/>
                  </a:lnTo>
                  <a:lnTo>
                    <a:pt x="592169" y="209987"/>
                  </a:lnTo>
                  <a:lnTo>
                    <a:pt x="593560" y="210758"/>
                  </a:lnTo>
                  <a:lnTo>
                    <a:pt x="594960" y="211597"/>
                  </a:lnTo>
                  <a:lnTo>
                    <a:pt x="596351" y="212558"/>
                  </a:lnTo>
                  <a:lnTo>
                    <a:pt x="597818" y="213711"/>
                  </a:lnTo>
                  <a:lnTo>
                    <a:pt x="599208" y="214863"/>
                  </a:lnTo>
                  <a:lnTo>
                    <a:pt x="600609" y="216207"/>
                  </a:lnTo>
                  <a:lnTo>
                    <a:pt x="602066" y="217683"/>
                  </a:lnTo>
                  <a:lnTo>
                    <a:pt x="603466" y="219226"/>
                  </a:lnTo>
                  <a:lnTo>
                    <a:pt x="604866" y="220826"/>
                  </a:lnTo>
                  <a:lnTo>
                    <a:pt x="606323" y="222560"/>
                  </a:lnTo>
                  <a:lnTo>
                    <a:pt x="607714" y="224427"/>
                  </a:lnTo>
                  <a:lnTo>
                    <a:pt x="609114" y="226351"/>
                  </a:lnTo>
                  <a:lnTo>
                    <a:pt x="610572" y="228332"/>
                  </a:lnTo>
                  <a:lnTo>
                    <a:pt x="611972" y="230456"/>
                  </a:lnTo>
                  <a:lnTo>
                    <a:pt x="613362" y="232637"/>
                  </a:lnTo>
                  <a:lnTo>
                    <a:pt x="614829" y="234875"/>
                  </a:lnTo>
                  <a:lnTo>
                    <a:pt x="616220" y="237190"/>
                  </a:lnTo>
                  <a:lnTo>
                    <a:pt x="617620" y="239562"/>
                  </a:lnTo>
                  <a:lnTo>
                    <a:pt x="619078" y="242000"/>
                  </a:lnTo>
                  <a:lnTo>
                    <a:pt x="620478" y="244496"/>
                  </a:lnTo>
                  <a:lnTo>
                    <a:pt x="621878" y="247001"/>
                  </a:lnTo>
                  <a:lnTo>
                    <a:pt x="623269" y="249573"/>
                  </a:lnTo>
                  <a:lnTo>
                    <a:pt x="624726" y="252202"/>
                  </a:lnTo>
                  <a:lnTo>
                    <a:pt x="626126" y="254831"/>
                  </a:lnTo>
                  <a:lnTo>
                    <a:pt x="627526" y="257526"/>
                  </a:lnTo>
                  <a:lnTo>
                    <a:pt x="628983" y="260212"/>
                  </a:lnTo>
                  <a:lnTo>
                    <a:pt x="630384" y="262907"/>
                  </a:lnTo>
                  <a:lnTo>
                    <a:pt x="631774" y="265670"/>
                  </a:lnTo>
                  <a:lnTo>
                    <a:pt x="633232" y="268365"/>
                  </a:lnTo>
                  <a:lnTo>
                    <a:pt x="634632" y="271061"/>
                  </a:lnTo>
                  <a:lnTo>
                    <a:pt x="636032" y="273814"/>
                  </a:lnTo>
                  <a:lnTo>
                    <a:pt x="637489" y="276510"/>
                  </a:lnTo>
                  <a:lnTo>
                    <a:pt x="638889" y="279138"/>
                  </a:lnTo>
                  <a:lnTo>
                    <a:pt x="640280" y="281834"/>
                  </a:lnTo>
                  <a:lnTo>
                    <a:pt x="641737" y="284463"/>
                  </a:lnTo>
                  <a:lnTo>
                    <a:pt x="643138" y="287091"/>
                  </a:lnTo>
                  <a:lnTo>
                    <a:pt x="644538" y="289663"/>
                  </a:lnTo>
                  <a:lnTo>
                    <a:pt x="645995" y="292159"/>
                  </a:lnTo>
                  <a:lnTo>
                    <a:pt x="647395" y="294664"/>
                  </a:lnTo>
                  <a:lnTo>
                    <a:pt x="648786" y="297169"/>
                  </a:lnTo>
                  <a:lnTo>
                    <a:pt x="650253" y="299541"/>
                  </a:lnTo>
                  <a:lnTo>
                    <a:pt x="651643" y="301913"/>
                  </a:lnTo>
                  <a:lnTo>
                    <a:pt x="653043" y="304218"/>
                  </a:lnTo>
                  <a:lnTo>
                    <a:pt x="654434" y="306465"/>
                  </a:lnTo>
                  <a:lnTo>
                    <a:pt x="655901" y="308647"/>
                  </a:lnTo>
                  <a:lnTo>
                    <a:pt x="657292" y="310828"/>
                  </a:lnTo>
                  <a:lnTo>
                    <a:pt x="658692" y="312885"/>
                  </a:lnTo>
                  <a:lnTo>
                    <a:pt x="660149" y="314933"/>
                  </a:lnTo>
                  <a:lnTo>
                    <a:pt x="661549" y="316857"/>
                  </a:lnTo>
                  <a:lnTo>
                    <a:pt x="662940" y="318781"/>
                  </a:lnTo>
                  <a:lnTo>
                    <a:pt x="664407" y="320581"/>
                  </a:lnTo>
                  <a:lnTo>
                    <a:pt x="665798" y="322372"/>
                  </a:lnTo>
                  <a:lnTo>
                    <a:pt x="667198" y="324106"/>
                  </a:lnTo>
                  <a:lnTo>
                    <a:pt x="668655" y="325715"/>
                  </a:lnTo>
                  <a:lnTo>
                    <a:pt x="670055" y="327316"/>
                  </a:lnTo>
                  <a:lnTo>
                    <a:pt x="671446" y="328792"/>
                  </a:lnTo>
                  <a:lnTo>
                    <a:pt x="672913" y="330268"/>
                  </a:lnTo>
                  <a:lnTo>
                    <a:pt x="674304" y="331678"/>
                  </a:lnTo>
                  <a:lnTo>
                    <a:pt x="675703" y="333021"/>
                  </a:lnTo>
                  <a:lnTo>
                    <a:pt x="677161" y="334240"/>
                  </a:lnTo>
                  <a:lnTo>
                    <a:pt x="678561" y="335459"/>
                  </a:lnTo>
                  <a:lnTo>
                    <a:pt x="679952" y="336612"/>
                  </a:lnTo>
                  <a:lnTo>
                    <a:pt x="681352" y="337774"/>
                  </a:lnTo>
                  <a:lnTo>
                    <a:pt x="682809" y="338794"/>
                  </a:lnTo>
                  <a:lnTo>
                    <a:pt x="684209" y="339755"/>
                  </a:lnTo>
                  <a:lnTo>
                    <a:pt x="685610" y="340717"/>
                  </a:lnTo>
                  <a:lnTo>
                    <a:pt x="687067" y="341622"/>
                  </a:lnTo>
                  <a:lnTo>
                    <a:pt x="688458" y="342451"/>
                  </a:lnTo>
                  <a:lnTo>
                    <a:pt x="689858" y="343222"/>
                  </a:lnTo>
                  <a:lnTo>
                    <a:pt x="691315" y="343994"/>
                  </a:lnTo>
                  <a:lnTo>
                    <a:pt x="692715" y="344699"/>
                  </a:lnTo>
                  <a:lnTo>
                    <a:pt x="694115" y="345337"/>
                  </a:lnTo>
                  <a:lnTo>
                    <a:pt x="695573" y="345985"/>
                  </a:lnTo>
                  <a:lnTo>
                    <a:pt x="696963" y="346556"/>
                  </a:lnTo>
                  <a:lnTo>
                    <a:pt x="698363" y="347137"/>
                  </a:lnTo>
                  <a:lnTo>
                    <a:pt x="699821" y="347652"/>
                  </a:lnTo>
                  <a:lnTo>
                    <a:pt x="701221" y="348099"/>
                  </a:lnTo>
                  <a:lnTo>
                    <a:pt x="702621" y="348547"/>
                  </a:lnTo>
                  <a:lnTo>
                    <a:pt x="704079" y="348928"/>
                  </a:lnTo>
                  <a:lnTo>
                    <a:pt x="705479" y="349385"/>
                  </a:lnTo>
                  <a:lnTo>
                    <a:pt x="706869" y="349699"/>
                  </a:lnTo>
                  <a:lnTo>
                    <a:pt x="708327" y="350023"/>
                  </a:lnTo>
                  <a:lnTo>
                    <a:pt x="709727" y="350347"/>
                  </a:lnTo>
                  <a:lnTo>
                    <a:pt x="711127" y="350661"/>
                  </a:lnTo>
                  <a:lnTo>
                    <a:pt x="712518" y="350918"/>
                  </a:lnTo>
                  <a:lnTo>
                    <a:pt x="713975" y="351176"/>
                  </a:lnTo>
                  <a:lnTo>
                    <a:pt x="715375" y="351367"/>
                  </a:lnTo>
                  <a:lnTo>
                    <a:pt x="716776" y="351567"/>
                  </a:lnTo>
                  <a:lnTo>
                    <a:pt x="718233" y="351757"/>
                  </a:lnTo>
                  <a:lnTo>
                    <a:pt x="719633" y="351947"/>
                  </a:lnTo>
                  <a:lnTo>
                    <a:pt x="721024" y="352138"/>
                  </a:lnTo>
                  <a:lnTo>
                    <a:pt x="722490" y="352271"/>
                  </a:lnTo>
                  <a:lnTo>
                    <a:pt x="723881" y="352395"/>
                  </a:lnTo>
                </a:path>
              </a:pathLst>
            </a:custGeom>
            <a:noFill/>
            <a:ln w="7242" cap="flat">
              <a:solidFill>
                <a:srgbClr val="000000"/>
              </a:solidFill>
              <a:prstDash val="solid"/>
              <a:round/>
            </a:ln>
          </p:spPr>
          <p:txBody>
            <a:bodyPr/>
            <a:lstStyle/>
            <a:p>
              <a:endParaRPr lang="zh-CN" altLang="en-US" sz="2190"/>
            </a:p>
          </p:txBody>
        </p:sp>
        <p:sp>
          <p:nvSpPr>
            <p:cNvPr id="961" name="任意多边形: 形状 960"/>
            <p:cNvSpPr/>
            <p:nvPr/>
          </p:nvSpPr>
          <p:spPr>
            <a:xfrm>
              <a:off x="4315287" y="5407547"/>
              <a:ext cx="723900" cy="247650"/>
            </a:xfrm>
            <a:custGeom>
              <a:avLst/>
              <a:gdLst>
                <a:gd name="csX0" fmla="*/ -19 w 723900"/>
                <a:gd name="csY0" fmla="*/ 245324 h 247650"/>
                <a:gd name="csX1" fmla="*/ 1381 w 723900"/>
                <a:gd name="csY1" fmla="*/ 245077 h 247650"/>
                <a:gd name="csX2" fmla="*/ 2838 w 723900"/>
                <a:gd name="csY2" fmla="*/ 244829 h 247650"/>
                <a:gd name="csX3" fmla="*/ 4229 w 723900"/>
                <a:gd name="csY3" fmla="*/ 244524 h 247650"/>
                <a:gd name="csX4" fmla="*/ 5629 w 723900"/>
                <a:gd name="csY4" fmla="*/ 244210 h 247650"/>
                <a:gd name="csX5" fmla="*/ 7087 w 723900"/>
                <a:gd name="csY5" fmla="*/ 243905 h 247650"/>
                <a:gd name="csX6" fmla="*/ 8487 w 723900"/>
                <a:gd name="csY6" fmla="*/ 243534 h 247650"/>
                <a:gd name="csX7" fmla="*/ 9887 w 723900"/>
                <a:gd name="csY7" fmla="*/ 243162 h 247650"/>
                <a:gd name="csX8" fmla="*/ 11344 w 723900"/>
                <a:gd name="csY8" fmla="*/ 242724 h 247650"/>
                <a:gd name="csX9" fmla="*/ 12744 w 723900"/>
                <a:gd name="csY9" fmla="*/ 242229 h 247650"/>
                <a:gd name="csX10" fmla="*/ 14135 w 723900"/>
                <a:gd name="csY10" fmla="*/ 241734 h 247650"/>
                <a:gd name="csX11" fmla="*/ 15593 w 723900"/>
                <a:gd name="csY11" fmla="*/ 241181 h 247650"/>
                <a:gd name="csX12" fmla="*/ 16993 w 723900"/>
                <a:gd name="csY12" fmla="*/ 240619 h 247650"/>
                <a:gd name="csX13" fmla="*/ 18393 w 723900"/>
                <a:gd name="csY13" fmla="*/ 240000 h 247650"/>
                <a:gd name="csX14" fmla="*/ 19784 w 723900"/>
                <a:gd name="csY14" fmla="*/ 239314 h 247650"/>
                <a:gd name="csX15" fmla="*/ 21250 w 723900"/>
                <a:gd name="csY15" fmla="*/ 238638 h 247650"/>
                <a:gd name="csX16" fmla="*/ 22641 w 723900"/>
                <a:gd name="csY16" fmla="*/ 237828 h 247650"/>
                <a:gd name="csX17" fmla="*/ 24041 w 723900"/>
                <a:gd name="csY17" fmla="*/ 237028 h 247650"/>
                <a:gd name="csX18" fmla="*/ 25498 w 723900"/>
                <a:gd name="csY18" fmla="*/ 236095 h 247650"/>
                <a:gd name="csX19" fmla="*/ 26899 w 723900"/>
                <a:gd name="csY19" fmla="*/ 235171 h 247650"/>
                <a:gd name="csX20" fmla="*/ 28289 w 723900"/>
                <a:gd name="csY20" fmla="*/ 234180 h 247650"/>
                <a:gd name="csX21" fmla="*/ 29756 w 723900"/>
                <a:gd name="csY21" fmla="*/ 233056 h 247650"/>
                <a:gd name="csX22" fmla="*/ 31147 w 723900"/>
                <a:gd name="csY22" fmla="*/ 231942 h 247650"/>
                <a:gd name="csX23" fmla="*/ 32547 w 723900"/>
                <a:gd name="csY23" fmla="*/ 230704 h 247650"/>
                <a:gd name="csX24" fmla="*/ 34004 w 723900"/>
                <a:gd name="csY24" fmla="*/ 229408 h 247650"/>
                <a:gd name="csX25" fmla="*/ 35404 w 723900"/>
                <a:gd name="csY25" fmla="*/ 228046 h 247650"/>
                <a:gd name="csX26" fmla="*/ 36795 w 723900"/>
                <a:gd name="csY26" fmla="*/ 226617 h 247650"/>
                <a:gd name="csX27" fmla="*/ 38262 w 723900"/>
                <a:gd name="csY27" fmla="*/ 225065 h 247650"/>
                <a:gd name="csX28" fmla="*/ 39653 w 723900"/>
                <a:gd name="csY28" fmla="*/ 223455 h 247650"/>
                <a:gd name="csX29" fmla="*/ 41053 w 723900"/>
                <a:gd name="csY29" fmla="*/ 221722 h 247650"/>
                <a:gd name="csX30" fmla="*/ 42510 w 723900"/>
                <a:gd name="csY30" fmla="*/ 219921 h 247650"/>
                <a:gd name="csX31" fmla="*/ 43910 w 723900"/>
                <a:gd name="csY31" fmla="*/ 218007 h 247650"/>
                <a:gd name="csX32" fmla="*/ 45301 w 723900"/>
                <a:gd name="csY32" fmla="*/ 216025 h 247650"/>
                <a:gd name="csX33" fmla="*/ 46768 w 723900"/>
                <a:gd name="csY33" fmla="*/ 213911 h 247650"/>
                <a:gd name="csX34" fmla="*/ 48159 w 723900"/>
                <a:gd name="csY34" fmla="*/ 211682 h 247650"/>
                <a:gd name="csX35" fmla="*/ 49558 w 723900"/>
                <a:gd name="csY35" fmla="*/ 209396 h 247650"/>
                <a:gd name="csX36" fmla="*/ 50949 w 723900"/>
                <a:gd name="csY36" fmla="*/ 206977 h 247650"/>
                <a:gd name="csX37" fmla="*/ 52416 w 723900"/>
                <a:gd name="csY37" fmla="*/ 204501 h 247650"/>
                <a:gd name="csX38" fmla="*/ 53807 w 723900"/>
                <a:gd name="csY38" fmla="*/ 201890 h 247650"/>
                <a:gd name="csX39" fmla="*/ 55207 w 723900"/>
                <a:gd name="csY39" fmla="*/ 199109 h 247650"/>
                <a:gd name="csX40" fmla="*/ 56664 w 723900"/>
                <a:gd name="csY40" fmla="*/ 196318 h 247650"/>
                <a:gd name="csX41" fmla="*/ 58064 w 723900"/>
                <a:gd name="csY41" fmla="*/ 193347 h 247650"/>
                <a:gd name="csX42" fmla="*/ 59465 w 723900"/>
                <a:gd name="csY42" fmla="*/ 190308 h 247650"/>
                <a:gd name="csX43" fmla="*/ 60922 w 723900"/>
                <a:gd name="csY43" fmla="*/ 187146 h 247650"/>
                <a:gd name="csX44" fmla="*/ 62313 w 723900"/>
                <a:gd name="csY44" fmla="*/ 183869 h 247650"/>
                <a:gd name="csX45" fmla="*/ 63713 w 723900"/>
                <a:gd name="csY45" fmla="*/ 180459 h 247650"/>
                <a:gd name="csX46" fmla="*/ 65170 w 723900"/>
                <a:gd name="csY46" fmla="*/ 176982 h 247650"/>
                <a:gd name="csX47" fmla="*/ 66570 w 723900"/>
                <a:gd name="csY47" fmla="*/ 173458 h 247650"/>
                <a:gd name="csX48" fmla="*/ 67970 w 723900"/>
                <a:gd name="csY48" fmla="*/ 169734 h 247650"/>
                <a:gd name="csX49" fmla="*/ 69428 w 723900"/>
                <a:gd name="csY49" fmla="*/ 165962 h 247650"/>
                <a:gd name="csX50" fmla="*/ 70819 w 723900"/>
                <a:gd name="csY50" fmla="*/ 162057 h 247650"/>
                <a:gd name="csX51" fmla="*/ 72219 w 723900"/>
                <a:gd name="csY51" fmla="*/ 158085 h 247650"/>
                <a:gd name="csX52" fmla="*/ 73676 w 723900"/>
                <a:gd name="csY52" fmla="*/ 154065 h 247650"/>
                <a:gd name="csX53" fmla="*/ 75076 w 723900"/>
                <a:gd name="csY53" fmla="*/ 149913 h 247650"/>
                <a:gd name="csX54" fmla="*/ 76467 w 723900"/>
                <a:gd name="csY54" fmla="*/ 145693 h 247650"/>
                <a:gd name="csX55" fmla="*/ 77867 w 723900"/>
                <a:gd name="csY55" fmla="*/ 141426 h 247650"/>
                <a:gd name="csX56" fmla="*/ 79324 w 723900"/>
                <a:gd name="csY56" fmla="*/ 137025 h 247650"/>
                <a:gd name="csX57" fmla="*/ 80724 w 723900"/>
                <a:gd name="csY57" fmla="*/ 132625 h 247650"/>
                <a:gd name="csX58" fmla="*/ 82125 w 723900"/>
                <a:gd name="csY58" fmla="*/ 128167 h 247650"/>
                <a:gd name="csX59" fmla="*/ 83582 w 723900"/>
                <a:gd name="csY59" fmla="*/ 123643 h 247650"/>
                <a:gd name="csX60" fmla="*/ 84982 w 723900"/>
                <a:gd name="csY60" fmla="*/ 119052 h 247650"/>
                <a:gd name="csX61" fmla="*/ 86373 w 723900"/>
                <a:gd name="csY61" fmla="*/ 114470 h 247650"/>
                <a:gd name="csX62" fmla="*/ 87830 w 723900"/>
                <a:gd name="csY62" fmla="*/ 109888 h 247650"/>
                <a:gd name="csX63" fmla="*/ 89230 w 723900"/>
                <a:gd name="csY63" fmla="*/ 105240 h 247650"/>
                <a:gd name="csX64" fmla="*/ 90630 w 723900"/>
                <a:gd name="csY64" fmla="*/ 100592 h 247650"/>
                <a:gd name="csX65" fmla="*/ 92088 w 723900"/>
                <a:gd name="csY65" fmla="*/ 95944 h 247650"/>
                <a:gd name="csX66" fmla="*/ 93488 w 723900"/>
                <a:gd name="csY66" fmla="*/ 91362 h 247650"/>
                <a:gd name="csX67" fmla="*/ 94879 w 723900"/>
                <a:gd name="csY67" fmla="*/ 86714 h 247650"/>
                <a:gd name="csX68" fmla="*/ 96336 w 723900"/>
                <a:gd name="csY68" fmla="*/ 82123 h 247650"/>
                <a:gd name="csX69" fmla="*/ 97736 w 723900"/>
                <a:gd name="csY69" fmla="*/ 77608 h 247650"/>
                <a:gd name="csX70" fmla="*/ 99136 w 723900"/>
                <a:gd name="csY70" fmla="*/ 73141 h 247650"/>
                <a:gd name="csX71" fmla="*/ 100593 w 723900"/>
                <a:gd name="csY71" fmla="*/ 68683 h 247650"/>
                <a:gd name="csX72" fmla="*/ 101994 w 723900"/>
                <a:gd name="csY72" fmla="*/ 64283 h 247650"/>
                <a:gd name="csX73" fmla="*/ 103384 w 723900"/>
                <a:gd name="csY73" fmla="*/ 60006 h 247650"/>
                <a:gd name="csX74" fmla="*/ 104842 w 723900"/>
                <a:gd name="csY74" fmla="*/ 55853 h 247650"/>
                <a:gd name="csX75" fmla="*/ 106242 w 723900"/>
                <a:gd name="csY75" fmla="*/ 51710 h 247650"/>
                <a:gd name="csX76" fmla="*/ 107642 w 723900"/>
                <a:gd name="csY76" fmla="*/ 47680 h 247650"/>
                <a:gd name="csX77" fmla="*/ 109033 w 723900"/>
                <a:gd name="csY77" fmla="*/ 43832 h 247650"/>
                <a:gd name="csX78" fmla="*/ 110500 w 723900"/>
                <a:gd name="csY78" fmla="*/ 40061 h 247650"/>
                <a:gd name="csX79" fmla="*/ 111890 w 723900"/>
                <a:gd name="csY79" fmla="*/ 36403 h 247650"/>
                <a:gd name="csX80" fmla="*/ 113290 w 723900"/>
                <a:gd name="csY80" fmla="*/ 32936 h 247650"/>
                <a:gd name="csX81" fmla="*/ 114748 w 723900"/>
                <a:gd name="csY81" fmla="*/ 29526 h 247650"/>
                <a:gd name="csX82" fmla="*/ 116148 w 723900"/>
                <a:gd name="csY82" fmla="*/ 26364 h 247650"/>
                <a:gd name="csX83" fmla="*/ 117539 w 723900"/>
                <a:gd name="csY83" fmla="*/ 23326 h 247650"/>
                <a:gd name="csX84" fmla="*/ 119005 w 723900"/>
                <a:gd name="csY84" fmla="*/ 20420 h 247650"/>
                <a:gd name="csX85" fmla="*/ 120396 w 723900"/>
                <a:gd name="csY85" fmla="*/ 17686 h 247650"/>
                <a:gd name="csX86" fmla="*/ 121796 w 723900"/>
                <a:gd name="csY86" fmla="*/ 15210 h 247650"/>
                <a:gd name="csX87" fmla="*/ 123253 w 723900"/>
                <a:gd name="csY87" fmla="*/ 12858 h 247650"/>
                <a:gd name="csX88" fmla="*/ 124654 w 723900"/>
                <a:gd name="csY88" fmla="*/ 10686 h 247650"/>
                <a:gd name="csX89" fmla="*/ 126044 w 723900"/>
                <a:gd name="csY89" fmla="*/ 8771 h 247650"/>
                <a:gd name="csX90" fmla="*/ 127511 w 723900"/>
                <a:gd name="csY90" fmla="*/ 6971 h 247650"/>
                <a:gd name="csX91" fmla="*/ 128902 w 723900"/>
                <a:gd name="csY91" fmla="*/ 5361 h 247650"/>
                <a:gd name="csX92" fmla="*/ 130302 w 723900"/>
                <a:gd name="csY92" fmla="*/ 3999 h 247650"/>
                <a:gd name="csX93" fmla="*/ 131759 w 723900"/>
                <a:gd name="csY93" fmla="*/ 2818 h 247650"/>
                <a:gd name="csX94" fmla="*/ 133160 w 723900"/>
                <a:gd name="csY94" fmla="*/ 1827 h 247650"/>
                <a:gd name="csX95" fmla="*/ 134550 w 723900"/>
                <a:gd name="csY95" fmla="*/ 1084 h 247650"/>
                <a:gd name="csX96" fmla="*/ 135950 w 723900"/>
                <a:gd name="csY96" fmla="*/ 532 h 247650"/>
                <a:gd name="csX97" fmla="*/ 137408 w 723900"/>
                <a:gd name="csY97" fmla="*/ 94 h 247650"/>
                <a:gd name="csX98" fmla="*/ 138808 w 723900"/>
                <a:gd name="csY98" fmla="*/ -30 h 247650"/>
                <a:gd name="csX99" fmla="*/ 140199 w 723900"/>
                <a:gd name="csY99" fmla="*/ -30 h 247650"/>
                <a:gd name="csX100" fmla="*/ 141665 w 723900"/>
                <a:gd name="csY100" fmla="*/ 94 h 247650"/>
                <a:gd name="csX101" fmla="*/ 143056 w 723900"/>
                <a:gd name="csY101" fmla="*/ 589 h 247650"/>
                <a:gd name="csX102" fmla="*/ 144456 w 723900"/>
                <a:gd name="csY102" fmla="*/ 1151 h 247650"/>
                <a:gd name="csX103" fmla="*/ 145914 w 723900"/>
                <a:gd name="csY103" fmla="*/ 1894 h 247650"/>
                <a:gd name="csX104" fmla="*/ 147314 w 723900"/>
                <a:gd name="csY104" fmla="*/ 2818 h 247650"/>
                <a:gd name="csX105" fmla="*/ 148714 w 723900"/>
                <a:gd name="csY105" fmla="*/ 3933 h 247650"/>
                <a:gd name="csX106" fmla="*/ 150171 w 723900"/>
                <a:gd name="csY106" fmla="*/ 5171 h 247650"/>
                <a:gd name="csX107" fmla="*/ 151562 w 723900"/>
                <a:gd name="csY107" fmla="*/ 6599 h 247650"/>
                <a:gd name="csX108" fmla="*/ 152962 w 723900"/>
                <a:gd name="csY108" fmla="*/ 8209 h 247650"/>
                <a:gd name="csX109" fmla="*/ 154419 w 723900"/>
                <a:gd name="csY109" fmla="*/ 9886 h 247650"/>
                <a:gd name="csX110" fmla="*/ 155819 w 723900"/>
                <a:gd name="csY110" fmla="*/ 11800 h 247650"/>
                <a:gd name="csX111" fmla="*/ 157220 w 723900"/>
                <a:gd name="csY111" fmla="*/ 13791 h 247650"/>
                <a:gd name="csX112" fmla="*/ 158677 w 723900"/>
                <a:gd name="csY112" fmla="*/ 15896 h 247650"/>
                <a:gd name="csX113" fmla="*/ 160068 w 723900"/>
                <a:gd name="csY113" fmla="*/ 18125 h 247650"/>
                <a:gd name="csX114" fmla="*/ 161468 w 723900"/>
                <a:gd name="csY114" fmla="*/ 20477 h 247650"/>
                <a:gd name="csX115" fmla="*/ 162868 w 723900"/>
                <a:gd name="csY115" fmla="*/ 22897 h 247650"/>
                <a:gd name="csX116" fmla="*/ 164325 w 723900"/>
                <a:gd name="csY116" fmla="*/ 25440 h 247650"/>
                <a:gd name="csX117" fmla="*/ 165726 w 723900"/>
                <a:gd name="csY117" fmla="*/ 28040 h 247650"/>
                <a:gd name="csX118" fmla="*/ 167116 w 723900"/>
                <a:gd name="csY118" fmla="*/ 30764 h 247650"/>
                <a:gd name="csX119" fmla="*/ 168574 w 723900"/>
                <a:gd name="csY119" fmla="*/ 33488 h 247650"/>
                <a:gd name="csX120" fmla="*/ 169974 w 723900"/>
                <a:gd name="csY120" fmla="*/ 36336 h 247650"/>
                <a:gd name="csX121" fmla="*/ 171374 w 723900"/>
                <a:gd name="csY121" fmla="*/ 39194 h 247650"/>
                <a:gd name="csX122" fmla="*/ 172831 w 723900"/>
                <a:gd name="csY122" fmla="*/ 42099 h 247650"/>
                <a:gd name="csX123" fmla="*/ 174231 w 723900"/>
                <a:gd name="csY123" fmla="*/ 45081 h 247650"/>
                <a:gd name="csX124" fmla="*/ 175622 w 723900"/>
                <a:gd name="csY124" fmla="*/ 48052 h 247650"/>
                <a:gd name="csX125" fmla="*/ 177089 w 723900"/>
                <a:gd name="csY125" fmla="*/ 51091 h 247650"/>
                <a:gd name="csX126" fmla="*/ 178479 w 723900"/>
                <a:gd name="csY126" fmla="*/ 54120 h 247650"/>
                <a:gd name="csX127" fmla="*/ 179880 w 723900"/>
                <a:gd name="csY127" fmla="*/ 57158 h 247650"/>
                <a:gd name="csX128" fmla="*/ 181337 w 723900"/>
                <a:gd name="csY128" fmla="*/ 60197 h 247650"/>
                <a:gd name="csX129" fmla="*/ 182737 w 723900"/>
                <a:gd name="csY129" fmla="*/ 63235 h 247650"/>
                <a:gd name="csX130" fmla="*/ 184128 w 723900"/>
                <a:gd name="csY130" fmla="*/ 66264 h 247650"/>
                <a:gd name="csX131" fmla="*/ 185595 w 723900"/>
                <a:gd name="csY131" fmla="*/ 69302 h 247650"/>
                <a:gd name="csX132" fmla="*/ 186985 w 723900"/>
                <a:gd name="csY132" fmla="*/ 72341 h 247650"/>
                <a:gd name="csX133" fmla="*/ 188385 w 723900"/>
                <a:gd name="csY133" fmla="*/ 75312 h 247650"/>
                <a:gd name="csX134" fmla="*/ 189843 w 723900"/>
                <a:gd name="csY134" fmla="*/ 78284 h 247650"/>
                <a:gd name="csX135" fmla="*/ 191243 w 723900"/>
                <a:gd name="csY135" fmla="*/ 81199 h 247650"/>
                <a:gd name="csX136" fmla="*/ 192634 w 723900"/>
                <a:gd name="csY136" fmla="*/ 84114 h 247650"/>
                <a:gd name="csX137" fmla="*/ 194034 w 723900"/>
                <a:gd name="csY137" fmla="*/ 86962 h 247650"/>
                <a:gd name="csX138" fmla="*/ 195491 w 723900"/>
                <a:gd name="csY138" fmla="*/ 89810 h 247650"/>
                <a:gd name="csX139" fmla="*/ 196891 w 723900"/>
                <a:gd name="csY139" fmla="*/ 92600 h 247650"/>
                <a:gd name="csX140" fmla="*/ 198282 w 723900"/>
                <a:gd name="csY140" fmla="*/ 95325 h 247650"/>
                <a:gd name="csX141" fmla="*/ 199749 w 723900"/>
                <a:gd name="csY141" fmla="*/ 97992 h 247650"/>
                <a:gd name="csX142" fmla="*/ 201139 w 723900"/>
                <a:gd name="csY142" fmla="*/ 100592 h 247650"/>
                <a:gd name="csX143" fmla="*/ 202540 w 723900"/>
                <a:gd name="csY143" fmla="*/ 103192 h 247650"/>
                <a:gd name="csX144" fmla="*/ 203997 w 723900"/>
                <a:gd name="csY144" fmla="*/ 105736 h 247650"/>
                <a:gd name="csX145" fmla="*/ 205397 w 723900"/>
                <a:gd name="csY145" fmla="*/ 108145 h 247650"/>
                <a:gd name="csX146" fmla="*/ 206788 w 723900"/>
                <a:gd name="csY146" fmla="*/ 110565 h 247650"/>
                <a:gd name="csX147" fmla="*/ 208255 w 723900"/>
                <a:gd name="csY147" fmla="*/ 112917 h 247650"/>
                <a:gd name="csX148" fmla="*/ 209645 w 723900"/>
                <a:gd name="csY148" fmla="*/ 115213 h 247650"/>
                <a:gd name="csX149" fmla="*/ 211045 w 723900"/>
                <a:gd name="csY149" fmla="*/ 117442 h 247650"/>
                <a:gd name="csX150" fmla="*/ 212503 w 723900"/>
                <a:gd name="csY150" fmla="*/ 119613 h 247650"/>
                <a:gd name="csX151" fmla="*/ 213903 w 723900"/>
                <a:gd name="csY151" fmla="*/ 121718 h 247650"/>
                <a:gd name="csX152" fmla="*/ 215294 w 723900"/>
                <a:gd name="csY152" fmla="*/ 123823 h 247650"/>
                <a:gd name="csX153" fmla="*/ 216761 w 723900"/>
                <a:gd name="csY153" fmla="*/ 125805 h 247650"/>
                <a:gd name="csX154" fmla="*/ 218151 w 723900"/>
                <a:gd name="csY154" fmla="*/ 127729 h 247650"/>
                <a:gd name="csX155" fmla="*/ 219551 w 723900"/>
                <a:gd name="csY155" fmla="*/ 129586 h 247650"/>
                <a:gd name="csX156" fmla="*/ 220952 w 723900"/>
                <a:gd name="csY156" fmla="*/ 131443 h 247650"/>
                <a:gd name="csX157" fmla="*/ 222409 w 723900"/>
                <a:gd name="csY157" fmla="*/ 133187 h 247650"/>
                <a:gd name="csX158" fmla="*/ 223799 w 723900"/>
                <a:gd name="csY158" fmla="*/ 134920 h 247650"/>
                <a:gd name="csX159" fmla="*/ 225200 w 723900"/>
                <a:gd name="csY159" fmla="*/ 136587 h 247650"/>
                <a:gd name="csX160" fmla="*/ 226657 w 723900"/>
                <a:gd name="csY160" fmla="*/ 138139 h 247650"/>
                <a:gd name="csX161" fmla="*/ 228057 w 723900"/>
                <a:gd name="csY161" fmla="*/ 139692 h 247650"/>
                <a:gd name="csX162" fmla="*/ 229457 w 723900"/>
                <a:gd name="csY162" fmla="*/ 141235 h 247650"/>
                <a:gd name="csX163" fmla="*/ 230915 w 723900"/>
                <a:gd name="csY163" fmla="*/ 142664 h 247650"/>
                <a:gd name="csX164" fmla="*/ 232305 w 723900"/>
                <a:gd name="csY164" fmla="*/ 144026 h 247650"/>
                <a:gd name="csX165" fmla="*/ 233705 w 723900"/>
                <a:gd name="csY165" fmla="*/ 145388 h 247650"/>
                <a:gd name="csX166" fmla="*/ 235163 w 723900"/>
                <a:gd name="csY166" fmla="*/ 146693 h 247650"/>
                <a:gd name="csX167" fmla="*/ 236563 w 723900"/>
                <a:gd name="csY167" fmla="*/ 147931 h 247650"/>
                <a:gd name="csX168" fmla="*/ 237963 w 723900"/>
                <a:gd name="csY168" fmla="*/ 149103 h 247650"/>
                <a:gd name="csX169" fmla="*/ 239420 w 723900"/>
                <a:gd name="csY169" fmla="*/ 150284 h 247650"/>
                <a:gd name="csX170" fmla="*/ 240811 w 723900"/>
                <a:gd name="csY170" fmla="*/ 151399 h 247650"/>
                <a:gd name="csX171" fmla="*/ 242211 w 723900"/>
                <a:gd name="csY171" fmla="*/ 152455 h 247650"/>
                <a:gd name="csX172" fmla="*/ 243669 w 723900"/>
                <a:gd name="csY172" fmla="*/ 153504 h 247650"/>
                <a:gd name="csX173" fmla="*/ 245069 w 723900"/>
                <a:gd name="csY173" fmla="*/ 154494 h 247650"/>
                <a:gd name="csX174" fmla="*/ 246469 w 723900"/>
                <a:gd name="csY174" fmla="*/ 155427 h 247650"/>
                <a:gd name="csX175" fmla="*/ 247926 w 723900"/>
                <a:gd name="csY175" fmla="*/ 156352 h 247650"/>
                <a:gd name="csX176" fmla="*/ 249327 w 723900"/>
                <a:gd name="csY176" fmla="*/ 157218 h 247650"/>
                <a:gd name="csX177" fmla="*/ 250717 w 723900"/>
                <a:gd name="csY177" fmla="*/ 158085 h 247650"/>
                <a:gd name="csX178" fmla="*/ 252117 w 723900"/>
                <a:gd name="csY178" fmla="*/ 158895 h 247650"/>
                <a:gd name="csX179" fmla="*/ 253575 w 723900"/>
                <a:gd name="csY179" fmla="*/ 159638 h 247650"/>
                <a:gd name="csX180" fmla="*/ 254975 w 723900"/>
                <a:gd name="csY180" fmla="*/ 160447 h 247650"/>
                <a:gd name="csX181" fmla="*/ 256365 w 723900"/>
                <a:gd name="csY181" fmla="*/ 161124 h 247650"/>
                <a:gd name="csX182" fmla="*/ 257823 w 723900"/>
                <a:gd name="csY182" fmla="*/ 161810 h 247650"/>
                <a:gd name="csX183" fmla="*/ 259223 w 723900"/>
                <a:gd name="csY183" fmla="*/ 162486 h 247650"/>
                <a:gd name="csX184" fmla="*/ 260623 w 723900"/>
                <a:gd name="csY184" fmla="*/ 163105 h 247650"/>
                <a:gd name="csX185" fmla="*/ 262080 w 723900"/>
                <a:gd name="csY185" fmla="*/ 163666 h 247650"/>
                <a:gd name="csX186" fmla="*/ 263481 w 723900"/>
                <a:gd name="csY186" fmla="*/ 164229 h 247650"/>
                <a:gd name="csX187" fmla="*/ 264871 w 723900"/>
                <a:gd name="csY187" fmla="*/ 164781 h 247650"/>
                <a:gd name="csX188" fmla="*/ 266338 w 723900"/>
                <a:gd name="csY188" fmla="*/ 165343 h 247650"/>
                <a:gd name="csX189" fmla="*/ 267729 w 723900"/>
                <a:gd name="csY189" fmla="*/ 165838 h 247650"/>
                <a:gd name="csX190" fmla="*/ 269129 w 723900"/>
                <a:gd name="csY190" fmla="*/ 166267 h 247650"/>
                <a:gd name="csX191" fmla="*/ 270586 w 723900"/>
                <a:gd name="csY191" fmla="*/ 166762 h 247650"/>
                <a:gd name="csX192" fmla="*/ 271987 w 723900"/>
                <a:gd name="csY192" fmla="*/ 167200 h 247650"/>
                <a:gd name="csX193" fmla="*/ 273377 w 723900"/>
                <a:gd name="csY193" fmla="*/ 167572 h 247650"/>
                <a:gd name="csX194" fmla="*/ 274844 w 723900"/>
                <a:gd name="csY194" fmla="*/ 168000 h 247650"/>
                <a:gd name="csX195" fmla="*/ 276235 w 723900"/>
                <a:gd name="csY195" fmla="*/ 168372 h 247650"/>
                <a:gd name="csX196" fmla="*/ 277635 w 723900"/>
                <a:gd name="csY196" fmla="*/ 168743 h 247650"/>
                <a:gd name="csX197" fmla="*/ 279025 w 723900"/>
                <a:gd name="csY197" fmla="*/ 169058 h 247650"/>
                <a:gd name="csX198" fmla="*/ 280492 w 723900"/>
                <a:gd name="csY198" fmla="*/ 169363 h 247650"/>
                <a:gd name="csX199" fmla="*/ 281883 w 723900"/>
                <a:gd name="csY199" fmla="*/ 169677 h 247650"/>
                <a:gd name="csX200" fmla="*/ 283283 w 723900"/>
                <a:gd name="csY200" fmla="*/ 169982 h 247650"/>
                <a:gd name="csX201" fmla="*/ 284740 w 723900"/>
                <a:gd name="csY201" fmla="*/ 170296 h 247650"/>
                <a:gd name="csX202" fmla="*/ 286141 w 723900"/>
                <a:gd name="csY202" fmla="*/ 170544 h 247650"/>
                <a:gd name="csX203" fmla="*/ 287531 w 723900"/>
                <a:gd name="csY203" fmla="*/ 170792 h 247650"/>
                <a:gd name="csX204" fmla="*/ 288998 w 723900"/>
                <a:gd name="csY204" fmla="*/ 171039 h 247650"/>
                <a:gd name="csX205" fmla="*/ 290389 w 723900"/>
                <a:gd name="csY205" fmla="*/ 171287 h 247650"/>
                <a:gd name="csX206" fmla="*/ 291789 w 723900"/>
                <a:gd name="csY206" fmla="*/ 171535 h 247650"/>
                <a:gd name="csX207" fmla="*/ 293246 w 723900"/>
                <a:gd name="csY207" fmla="*/ 171715 h 247650"/>
                <a:gd name="csX208" fmla="*/ 294646 w 723900"/>
                <a:gd name="csY208" fmla="*/ 171972 h 247650"/>
                <a:gd name="csX209" fmla="*/ 296037 w 723900"/>
                <a:gd name="csY209" fmla="*/ 172154 h 247650"/>
                <a:gd name="csX210" fmla="*/ 297504 w 723900"/>
                <a:gd name="csY210" fmla="*/ 172344 h 247650"/>
                <a:gd name="csX211" fmla="*/ 298894 w 723900"/>
                <a:gd name="csY211" fmla="*/ 172591 h 247650"/>
                <a:gd name="csX212" fmla="*/ 300295 w 723900"/>
                <a:gd name="csY212" fmla="*/ 172773 h 247650"/>
                <a:gd name="csX213" fmla="*/ 301752 w 723900"/>
                <a:gd name="csY213" fmla="*/ 172963 h 247650"/>
                <a:gd name="csX214" fmla="*/ 303152 w 723900"/>
                <a:gd name="csY214" fmla="*/ 173087 h 247650"/>
                <a:gd name="csX215" fmla="*/ 304543 w 723900"/>
                <a:gd name="csY215" fmla="*/ 173268 h 247650"/>
                <a:gd name="csX216" fmla="*/ 306010 w 723900"/>
                <a:gd name="csY216" fmla="*/ 173458 h 247650"/>
                <a:gd name="csX217" fmla="*/ 307400 w 723900"/>
                <a:gd name="csY217" fmla="*/ 173639 h 247650"/>
                <a:gd name="csX218" fmla="*/ 308801 w 723900"/>
                <a:gd name="csY218" fmla="*/ 173830 h 247650"/>
                <a:gd name="csX219" fmla="*/ 310201 w 723900"/>
                <a:gd name="csY219" fmla="*/ 173954 h 247650"/>
                <a:gd name="csX220" fmla="*/ 311658 w 723900"/>
                <a:gd name="csY220" fmla="*/ 174134 h 247650"/>
                <a:gd name="csX221" fmla="*/ 313058 w 723900"/>
                <a:gd name="csY221" fmla="*/ 174325 h 247650"/>
                <a:gd name="csX222" fmla="*/ 314449 w 723900"/>
                <a:gd name="csY222" fmla="*/ 174506 h 247650"/>
                <a:gd name="csX223" fmla="*/ 315906 w 723900"/>
                <a:gd name="csY223" fmla="*/ 174630 h 247650"/>
                <a:gd name="csX224" fmla="*/ 317306 w 723900"/>
                <a:gd name="csY224" fmla="*/ 174820 h 247650"/>
                <a:gd name="csX225" fmla="*/ 318707 w 723900"/>
                <a:gd name="csY225" fmla="*/ 175001 h 247650"/>
                <a:gd name="csX226" fmla="*/ 320164 w 723900"/>
                <a:gd name="csY226" fmla="*/ 175125 h 247650"/>
                <a:gd name="csX227" fmla="*/ 321564 w 723900"/>
                <a:gd name="csY227" fmla="*/ 175316 h 247650"/>
                <a:gd name="csX228" fmla="*/ 322955 w 723900"/>
                <a:gd name="csY228" fmla="*/ 175497 h 247650"/>
                <a:gd name="csX229" fmla="*/ 324412 w 723900"/>
                <a:gd name="csY229" fmla="*/ 175687 h 247650"/>
                <a:gd name="csX230" fmla="*/ 325812 w 723900"/>
                <a:gd name="csY230" fmla="*/ 175811 h 247650"/>
                <a:gd name="csX231" fmla="*/ 327212 w 723900"/>
                <a:gd name="csY231" fmla="*/ 175992 h 247650"/>
                <a:gd name="csX232" fmla="*/ 328670 w 723900"/>
                <a:gd name="csY232" fmla="*/ 176183 h 247650"/>
                <a:gd name="csX233" fmla="*/ 330060 w 723900"/>
                <a:gd name="csY233" fmla="*/ 176363 h 247650"/>
                <a:gd name="csX234" fmla="*/ 331460 w 723900"/>
                <a:gd name="csY234" fmla="*/ 176554 h 247650"/>
                <a:gd name="csX235" fmla="*/ 332918 w 723900"/>
                <a:gd name="csY235" fmla="*/ 176678 h 247650"/>
                <a:gd name="csX236" fmla="*/ 334318 w 723900"/>
                <a:gd name="csY236" fmla="*/ 176859 h 247650"/>
                <a:gd name="csX237" fmla="*/ 335718 w 723900"/>
                <a:gd name="csY237" fmla="*/ 177049 h 247650"/>
                <a:gd name="csX238" fmla="*/ 337109 w 723900"/>
                <a:gd name="csY238" fmla="*/ 177230 h 247650"/>
                <a:gd name="csX239" fmla="*/ 338576 w 723900"/>
                <a:gd name="csY239" fmla="*/ 177421 h 247650"/>
                <a:gd name="csX240" fmla="*/ 339966 w 723900"/>
                <a:gd name="csY240" fmla="*/ 177611 h 247650"/>
                <a:gd name="csX241" fmla="*/ 341367 w 723900"/>
                <a:gd name="csY241" fmla="*/ 177792 h 247650"/>
                <a:gd name="csX242" fmla="*/ 342824 w 723900"/>
                <a:gd name="csY242" fmla="*/ 177983 h 247650"/>
                <a:gd name="csX243" fmla="*/ 344224 w 723900"/>
                <a:gd name="csY243" fmla="*/ 178164 h 247650"/>
                <a:gd name="csX244" fmla="*/ 345615 w 723900"/>
                <a:gd name="csY244" fmla="*/ 178288 h 247650"/>
                <a:gd name="csX245" fmla="*/ 347082 w 723900"/>
                <a:gd name="csY245" fmla="*/ 178478 h 247650"/>
                <a:gd name="csX246" fmla="*/ 348472 w 723900"/>
                <a:gd name="csY246" fmla="*/ 178659 h 247650"/>
                <a:gd name="csX247" fmla="*/ 349872 w 723900"/>
                <a:gd name="csY247" fmla="*/ 178850 h 247650"/>
                <a:gd name="csX248" fmla="*/ 351330 w 723900"/>
                <a:gd name="csY248" fmla="*/ 178974 h 247650"/>
                <a:gd name="csX249" fmla="*/ 352730 w 723900"/>
                <a:gd name="csY249" fmla="*/ 179154 h 247650"/>
                <a:gd name="csX250" fmla="*/ 354120 w 723900"/>
                <a:gd name="csY250" fmla="*/ 179345 h 247650"/>
                <a:gd name="csX251" fmla="*/ 355588 w 723900"/>
                <a:gd name="csY251" fmla="*/ 179468 h 247650"/>
                <a:gd name="csX252" fmla="*/ 356978 w 723900"/>
                <a:gd name="csY252" fmla="*/ 179650 h 247650"/>
                <a:gd name="csX253" fmla="*/ 358378 w 723900"/>
                <a:gd name="csY253" fmla="*/ 179774 h 247650"/>
                <a:gd name="csX254" fmla="*/ 359836 w 723900"/>
                <a:gd name="csY254" fmla="*/ 179964 h 247650"/>
                <a:gd name="csX255" fmla="*/ 361236 w 723900"/>
                <a:gd name="csY255" fmla="*/ 180088 h 247650"/>
                <a:gd name="csX256" fmla="*/ 362626 w 723900"/>
                <a:gd name="csY256" fmla="*/ 180211 h 247650"/>
                <a:gd name="csX257" fmla="*/ 364027 w 723900"/>
                <a:gd name="csY257" fmla="*/ 180393 h 247650"/>
                <a:gd name="csX258" fmla="*/ 365484 w 723900"/>
                <a:gd name="csY258" fmla="*/ 180517 h 247650"/>
                <a:gd name="csX259" fmla="*/ 366884 w 723900"/>
                <a:gd name="csY259" fmla="*/ 180640 h 247650"/>
                <a:gd name="csX260" fmla="*/ 368275 w 723900"/>
                <a:gd name="csY260" fmla="*/ 180764 h 247650"/>
                <a:gd name="csX261" fmla="*/ 369742 w 723900"/>
                <a:gd name="csY261" fmla="*/ 180888 h 247650"/>
                <a:gd name="csX262" fmla="*/ 371132 w 723900"/>
                <a:gd name="csY262" fmla="*/ 180954 h 247650"/>
                <a:gd name="csX263" fmla="*/ 372532 w 723900"/>
                <a:gd name="csY263" fmla="*/ 181078 h 247650"/>
                <a:gd name="csX264" fmla="*/ 373990 w 723900"/>
                <a:gd name="csY264" fmla="*/ 181136 h 247650"/>
                <a:gd name="csX265" fmla="*/ 375390 w 723900"/>
                <a:gd name="csY265" fmla="*/ 181260 h 247650"/>
                <a:gd name="csX266" fmla="*/ 376780 w 723900"/>
                <a:gd name="csY266" fmla="*/ 181326 h 247650"/>
                <a:gd name="csX267" fmla="*/ 378247 w 723900"/>
                <a:gd name="csY267" fmla="*/ 181383 h 247650"/>
                <a:gd name="csX268" fmla="*/ 379638 w 723900"/>
                <a:gd name="csY268" fmla="*/ 181450 h 247650"/>
                <a:gd name="csX269" fmla="*/ 381038 w 723900"/>
                <a:gd name="csY269" fmla="*/ 181507 h 247650"/>
                <a:gd name="csX270" fmla="*/ 382495 w 723900"/>
                <a:gd name="csY270" fmla="*/ 181573 h 247650"/>
                <a:gd name="csX271" fmla="*/ 383896 w 723900"/>
                <a:gd name="csY271" fmla="*/ 181631 h 247650"/>
                <a:gd name="csX272" fmla="*/ 385296 w 723900"/>
                <a:gd name="csY272" fmla="*/ 181697 h 247650"/>
                <a:gd name="csX273" fmla="*/ 386753 w 723900"/>
                <a:gd name="csY273" fmla="*/ 181697 h 247650"/>
                <a:gd name="csX274" fmla="*/ 388144 w 723900"/>
                <a:gd name="csY274" fmla="*/ 181697 h 247650"/>
                <a:gd name="csX275" fmla="*/ 389544 w 723900"/>
                <a:gd name="csY275" fmla="*/ 181755 h 247650"/>
                <a:gd name="csX276" fmla="*/ 391001 w 723900"/>
                <a:gd name="csY276" fmla="*/ 181755 h 247650"/>
                <a:gd name="csX277" fmla="*/ 392402 w 723900"/>
                <a:gd name="csY277" fmla="*/ 181755 h 247650"/>
                <a:gd name="csX278" fmla="*/ 393802 w 723900"/>
                <a:gd name="csY278" fmla="*/ 181755 h 247650"/>
                <a:gd name="csX279" fmla="*/ 395192 w 723900"/>
                <a:gd name="csY279" fmla="*/ 181697 h 247650"/>
                <a:gd name="csX280" fmla="*/ 396650 w 723900"/>
                <a:gd name="csY280" fmla="*/ 181697 h 247650"/>
                <a:gd name="csX281" fmla="*/ 398050 w 723900"/>
                <a:gd name="csY281" fmla="*/ 181697 h 247650"/>
                <a:gd name="csX282" fmla="*/ 399450 w 723900"/>
                <a:gd name="csY282" fmla="*/ 181631 h 247650"/>
                <a:gd name="csX283" fmla="*/ 400907 w 723900"/>
                <a:gd name="csY283" fmla="*/ 181573 h 247650"/>
                <a:gd name="csX284" fmla="*/ 402308 w 723900"/>
                <a:gd name="csY284" fmla="*/ 181507 h 247650"/>
                <a:gd name="csX285" fmla="*/ 403698 w 723900"/>
                <a:gd name="csY285" fmla="*/ 181507 h 247650"/>
                <a:gd name="csX286" fmla="*/ 405155 w 723900"/>
                <a:gd name="csY286" fmla="*/ 181383 h 247650"/>
                <a:gd name="csX287" fmla="*/ 406556 w 723900"/>
                <a:gd name="csY287" fmla="*/ 181326 h 247650"/>
                <a:gd name="csX288" fmla="*/ 407956 w 723900"/>
                <a:gd name="csY288" fmla="*/ 181260 h 247650"/>
                <a:gd name="csX289" fmla="*/ 409413 w 723900"/>
                <a:gd name="csY289" fmla="*/ 181202 h 247650"/>
                <a:gd name="csX290" fmla="*/ 410813 w 723900"/>
                <a:gd name="csY290" fmla="*/ 181078 h 247650"/>
                <a:gd name="csX291" fmla="*/ 412204 w 723900"/>
                <a:gd name="csY291" fmla="*/ 180954 h 247650"/>
                <a:gd name="csX292" fmla="*/ 413671 w 723900"/>
                <a:gd name="csY292" fmla="*/ 180888 h 247650"/>
                <a:gd name="csX293" fmla="*/ 415061 w 723900"/>
                <a:gd name="csY293" fmla="*/ 180764 h 247650"/>
                <a:gd name="csX294" fmla="*/ 416462 w 723900"/>
                <a:gd name="csY294" fmla="*/ 180640 h 247650"/>
                <a:gd name="csX295" fmla="*/ 417919 w 723900"/>
                <a:gd name="csY295" fmla="*/ 180517 h 247650"/>
                <a:gd name="csX296" fmla="*/ 419319 w 723900"/>
                <a:gd name="csY296" fmla="*/ 180393 h 247650"/>
                <a:gd name="csX297" fmla="*/ 420710 w 723900"/>
                <a:gd name="csY297" fmla="*/ 180211 h 247650"/>
                <a:gd name="csX298" fmla="*/ 422110 w 723900"/>
                <a:gd name="csY298" fmla="*/ 180088 h 247650"/>
                <a:gd name="csX299" fmla="*/ 423567 w 723900"/>
                <a:gd name="csY299" fmla="*/ 179897 h 247650"/>
                <a:gd name="csX300" fmla="*/ 424968 w 723900"/>
                <a:gd name="csY300" fmla="*/ 179774 h 247650"/>
                <a:gd name="csX301" fmla="*/ 426358 w 723900"/>
                <a:gd name="csY301" fmla="*/ 179592 h 247650"/>
                <a:gd name="csX302" fmla="*/ 427825 w 723900"/>
                <a:gd name="csY302" fmla="*/ 179402 h 247650"/>
                <a:gd name="csX303" fmla="*/ 429216 w 723900"/>
                <a:gd name="csY303" fmla="*/ 179221 h 247650"/>
                <a:gd name="csX304" fmla="*/ 430616 w 723900"/>
                <a:gd name="csY304" fmla="*/ 179031 h 247650"/>
                <a:gd name="csX305" fmla="*/ 432073 w 723900"/>
                <a:gd name="csY305" fmla="*/ 178850 h 247650"/>
                <a:gd name="csX306" fmla="*/ 433473 w 723900"/>
                <a:gd name="csY306" fmla="*/ 178602 h 247650"/>
                <a:gd name="csX307" fmla="*/ 434864 w 723900"/>
                <a:gd name="csY307" fmla="*/ 178411 h 247650"/>
                <a:gd name="csX308" fmla="*/ 436331 w 723900"/>
                <a:gd name="csY308" fmla="*/ 178164 h 247650"/>
                <a:gd name="csX309" fmla="*/ 437721 w 723900"/>
                <a:gd name="csY309" fmla="*/ 177916 h 247650"/>
                <a:gd name="csX310" fmla="*/ 439122 w 723900"/>
                <a:gd name="csY310" fmla="*/ 177725 h 247650"/>
                <a:gd name="csX311" fmla="*/ 440579 w 723900"/>
                <a:gd name="csY311" fmla="*/ 177421 h 247650"/>
                <a:gd name="csX312" fmla="*/ 441979 w 723900"/>
                <a:gd name="csY312" fmla="*/ 177173 h 247650"/>
                <a:gd name="csX313" fmla="*/ 443370 w 723900"/>
                <a:gd name="csY313" fmla="*/ 176925 h 247650"/>
                <a:gd name="csX314" fmla="*/ 444837 w 723900"/>
                <a:gd name="csY314" fmla="*/ 176611 h 247650"/>
                <a:gd name="csX315" fmla="*/ 446227 w 723900"/>
                <a:gd name="csY315" fmla="*/ 176363 h 247650"/>
                <a:gd name="csX316" fmla="*/ 447628 w 723900"/>
                <a:gd name="csY316" fmla="*/ 176059 h 247650"/>
                <a:gd name="csX317" fmla="*/ 449085 w 723900"/>
                <a:gd name="csY317" fmla="*/ 175744 h 247650"/>
                <a:gd name="csX318" fmla="*/ 450485 w 723900"/>
                <a:gd name="csY318" fmla="*/ 175373 h 247650"/>
                <a:gd name="csX319" fmla="*/ 451876 w 723900"/>
                <a:gd name="csY319" fmla="*/ 175068 h 247650"/>
                <a:gd name="csX320" fmla="*/ 453276 w 723900"/>
                <a:gd name="csY320" fmla="*/ 174697 h 247650"/>
                <a:gd name="csX321" fmla="*/ 454733 w 723900"/>
                <a:gd name="csY321" fmla="*/ 174325 h 247650"/>
                <a:gd name="csX322" fmla="*/ 456133 w 723900"/>
                <a:gd name="csY322" fmla="*/ 173954 h 247650"/>
                <a:gd name="csX323" fmla="*/ 457533 w 723900"/>
                <a:gd name="csY323" fmla="*/ 173582 h 247650"/>
                <a:gd name="csX324" fmla="*/ 458991 w 723900"/>
                <a:gd name="csY324" fmla="*/ 173144 h 247650"/>
                <a:gd name="csX325" fmla="*/ 460381 w 723900"/>
                <a:gd name="csY325" fmla="*/ 172715 h 247650"/>
                <a:gd name="csX326" fmla="*/ 461782 w 723900"/>
                <a:gd name="csY326" fmla="*/ 172278 h 247650"/>
                <a:gd name="csX327" fmla="*/ 463239 w 723900"/>
                <a:gd name="csY327" fmla="*/ 171782 h 247650"/>
                <a:gd name="csX328" fmla="*/ 464639 w 723900"/>
                <a:gd name="csY328" fmla="*/ 171287 h 247650"/>
                <a:gd name="csX329" fmla="*/ 466039 w 723900"/>
                <a:gd name="csY329" fmla="*/ 170792 h 247650"/>
                <a:gd name="csX330" fmla="*/ 467497 w 723900"/>
                <a:gd name="csY330" fmla="*/ 170296 h 247650"/>
                <a:gd name="csX331" fmla="*/ 468887 w 723900"/>
                <a:gd name="csY331" fmla="*/ 169677 h 247650"/>
                <a:gd name="csX332" fmla="*/ 470287 w 723900"/>
                <a:gd name="csY332" fmla="*/ 169115 h 247650"/>
                <a:gd name="csX333" fmla="*/ 471745 w 723900"/>
                <a:gd name="csY333" fmla="*/ 168496 h 247650"/>
                <a:gd name="csX334" fmla="*/ 473145 w 723900"/>
                <a:gd name="csY334" fmla="*/ 167877 h 247650"/>
                <a:gd name="csX335" fmla="*/ 474545 w 723900"/>
                <a:gd name="csY335" fmla="*/ 167200 h 247650"/>
                <a:gd name="csX336" fmla="*/ 476003 w 723900"/>
                <a:gd name="csY336" fmla="*/ 166514 h 247650"/>
                <a:gd name="csX337" fmla="*/ 477393 w 723900"/>
                <a:gd name="csY337" fmla="*/ 165838 h 247650"/>
                <a:gd name="csX338" fmla="*/ 478793 w 723900"/>
                <a:gd name="csY338" fmla="*/ 165095 h 247650"/>
                <a:gd name="csX339" fmla="*/ 480193 w 723900"/>
                <a:gd name="csY339" fmla="*/ 164286 h 247650"/>
                <a:gd name="csX340" fmla="*/ 481651 w 723900"/>
                <a:gd name="csY340" fmla="*/ 163476 h 247650"/>
                <a:gd name="csX341" fmla="*/ 483051 w 723900"/>
                <a:gd name="csY341" fmla="*/ 162609 h 247650"/>
                <a:gd name="csX342" fmla="*/ 484442 w 723900"/>
                <a:gd name="csY342" fmla="*/ 161743 h 247650"/>
                <a:gd name="csX343" fmla="*/ 485908 w 723900"/>
                <a:gd name="csY343" fmla="*/ 160819 h 247650"/>
                <a:gd name="csX344" fmla="*/ 487299 w 723900"/>
                <a:gd name="csY344" fmla="*/ 159828 h 247650"/>
                <a:gd name="csX345" fmla="*/ 488699 w 723900"/>
                <a:gd name="csY345" fmla="*/ 158838 h 247650"/>
                <a:gd name="csX346" fmla="*/ 490157 w 723900"/>
                <a:gd name="csY346" fmla="*/ 157780 h 247650"/>
                <a:gd name="csX347" fmla="*/ 491557 w 723900"/>
                <a:gd name="csY347" fmla="*/ 156666 h 247650"/>
                <a:gd name="csX348" fmla="*/ 492947 w 723900"/>
                <a:gd name="csY348" fmla="*/ 155551 h 247650"/>
                <a:gd name="csX349" fmla="*/ 494405 w 723900"/>
                <a:gd name="csY349" fmla="*/ 154370 h 247650"/>
                <a:gd name="csX350" fmla="*/ 495805 w 723900"/>
                <a:gd name="csY350" fmla="*/ 153132 h 247650"/>
                <a:gd name="csX351" fmla="*/ 497205 w 723900"/>
                <a:gd name="csY351" fmla="*/ 151894 h 247650"/>
                <a:gd name="csX352" fmla="*/ 498662 w 723900"/>
                <a:gd name="csY352" fmla="*/ 150589 h 247650"/>
                <a:gd name="csX353" fmla="*/ 500063 w 723900"/>
                <a:gd name="csY353" fmla="*/ 149170 h 247650"/>
                <a:gd name="csX354" fmla="*/ 501453 w 723900"/>
                <a:gd name="csY354" fmla="*/ 147741 h 247650"/>
                <a:gd name="csX355" fmla="*/ 502920 w 723900"/>
                <a:gd name="csY355" fmla="*/ 146322 h 247650"/>
                <a:gd name="csX356" fmla="*/ 504311 w 723900"/>
                <a:gd name="csY356" fmla="*/ 144769 h 247650"/>
                <a:gd name="csX357" fmla="*/ 505711 w 723900"/>
                <a:gd name="csY357" fmla="*/ 143216 h 247650"/>
                <a:gd name="csX358" fmla="*/ 507168 w 723900"/>
                <a:gd name="csY358" fmla="*/ 141550 h 247650"/>
                <a:gd name="csX359" fmla="*/ 508568 w 723900"/>
                <a:gd name="csY359" fmla="*/ 139873 h 247650"/>
                <a:gd name="csX360" fmla="*/ 509959 w 723900"/>
                <a:gd name="csY360" fmla="*/ 138139 h 247650"/>
                <a:gd name="csX361" fmla="*/ 511359 w 723900"/>
                <a:gd name="csY361" fmla="*/ 136340 h 247650"/>
                <a:gd name="csX362" fmla="*/ 512817 w 723900"/>
                <a:gd name="csY362" fmla="*/ 134482 h 247650"/>
                <a:gd name="csX363" fmla="*/ 514217 w 723900"/>
                <a:gd name="csY363" fmla="*/ 132558 h 247650"/>
                <a:gd name="csX364" fmla="*/ 515607 w 723900"/>
                <a:gd name="csY364" fmla="*/ 130643 h 247650"/>
                <a:gd name="csX365" fmla="*/ 517074 w 723900"/>
                <a:gd name="csY365" fmla="*/ 128662 h 247650"/>
                <a:gd name="csX366" fmla="*/ 518465 w 723900"/>
                <a:gd name="csY366" fmla="*/ 126548 h 247650"/>
                <a:gd name="csX367" fmla="*/ 519865 w 723900"/>
                <a:gd name="csY367" fmla="*/ 124443 h 247650"/>
                <a:gd name="csX368" fmla="*/ 521322 w 723900"/>
                <a:gd name="csY368" fmla="*/ 122338 h 247650"/>
                <a:gd name="csX369" fmla="*/ 522723 w 723900"/>
                <a:gd name="csY369" fmla="*/ 120109 h 247650"/>
                <a:gd name="csX370" fmla="*/ 524113 w 723900"/>
                <a:gd name="csY370" fmla="*/ 117813 h 247650"/>
                <a:gd name="csX371" fmla="*/ 525580 w 723900"/>
                <a:gd name="csY371" fmla="*/ 115527 h 247650"/>
                <a:gd name="csX372" fmla="*/ 526971 w 723900"/>
                <a:gd name="csY372" fmla="*/ 113165 h 247650"/>
                <a:gd name="csX373" fmla="*/ 528371 w 723900"/>
                <a:gd name="csY373" fmla="*/ 110813 h 247650"/>
                <a:gd name="csX374" fmla="*/ 529828 w 723900"/>
                <a:gd name="csY374" fmla="*/ 108402 h 247650"/>
                <a:gd name="csX375" fmla="*/ 531228 w 723900"/>
                <a:gd name="csY375" fmla="*/ 105916 h 247650"/>
                <a:gd name="csX376" fmla="*/ 532619 w 723900"/>
                <a:gd name="csY376" fmla="*/ 103440 h 247650"/>
                <a:gd name="csX377" fmla="*/ 534086 w 723900"/>
                <a:gd name="csY377" fmla="*/ 100897 h 247650"/>
                <a:gd name="csX378" fmla="*/ 535477 w 723900"/>
                <a:gd name="csY378" fmla="*/ 98363 h 247650"/>
                <a:gd name="csX379" fmla="*/ 536877 w 723900"/>
                <a:gd name="csY379" fmla="*/ 95820 h 247650"/>
                <a:gd name="csX380" fmla="*/ 538277 w 723900"/>
                <a:gd name="csY380" fmla="*/ 93220 h 247650"/>
                <a:gd name="csX381" fmla="*/ 539734 w 723900"/>
                <a:gd name="csY381" fmla="*/ 90620 h 247650"/>
                <a:gd name="csX382" fmla="*/ 541125 w 723900"/>
                <a:gd name="csY382" fmla="*/ 88009 h 247650"/>
                <a:gd name="csX383" fmla="*/ 542525 w 723900"/>
                <a:gd name="csY383" fmla="*/ 85409 h 247650"/>
                <a:gd name="csX384" fmla="*/ 543982 w 723900"/>
                <a:gd name="csY384" fmla="*/ 82752 h 247650"/>
                <a:gd name="csX385" fmla="*/ 545383 w 723900"/>
                <a:gd name="csY385" fmla="*/ 80142 h 247650"/>
                <a:gd name="csX386" fmla="*/ 546783 w 723900"/>
                <a:gd name="csY386" fmla="*/ 77541 h 247650"/>
                <a:gd name="csX387" fmla="*/ 548240 w 723900"/>
                <a:gd name="csY387" fmla="*/ 74999 h 247650"/>
                <a:gd name="csX388" fmla="*/ 549640 w 723900"/>
                <a:gd name="csY388" fmla="*/ 72465 h 247650"/>
                <a:gd name="csX389" fmla="*/ 551031 w 723900"/>
                <a:gd name="csY389" fmla="*/ 69922 h 247650"/>
                <a:gd name="csX390" fmla="*/ 552488 w 723900"/>
                <a:gd name="csY390" fmla="*/ 67445 h 247650"/>
                <a:gd name="csX391" fmla="*/ 553889 w 723900"/>
                <a:gd name="csY391" fmla="*/ 64968 h 247650"/>
                <a:gd name="csX392" fmla="*/ 555288 w 723900"/>
                <a:gd name="csY392" fmla="*/ 62549 h 247650"/>
                <a:gd name="csX393" fmla="*/ 556746 w 723900"/>
                <a:gd name="csY393" fmla="*/ 60254 h 247650"/>
                <a:gd name="csX394" fmla="*/ 558136 w 723900"/>
                <a:gd name="csY394" fmla="*/ 57968 h 247650"/>
                <a:gd name="csX395" fmla="*/ 559537 w 723900"/>
                <a:gd name="csY395" fmla="*/ 55729 h 247650"/>
                <a:gd name="csX396" fmla="*/ 560994 w 723900"/>
                <a:gd name="csY396" fmla="*/ 53624 h 247650"/>
                <a:gd name="csX397" fmla="*/ 562394 w 723900"/>
                <a:gd name="csY397" fmla="*/ 51586 h 247650"/>
                <a:gd name="csX398" fmla="*/ 563794 w 723900"/>
                <a:gd name="csY398" fmla="*/ 49595 h 247650"/>
                <a:gd name="csX399" fmla="*/ 565185 w 723900"/>
                <a:gd name="csY399" fmla="*/ 47738 h 247650"/>
                <a:gd name="csX400" fmla="*/ 566652 w 723900"/>
                <a:gd name="csY400" fmla="*/ 45947 h 247650"/>
                <a:gd name="csX401" fmla="*/ 568043 w 723900"/>
                <a:gd name="csY401" fmla="*/ 44271 h 247650"/>
                <a:gd name="csX402" fmla="*/ 569443 w 723900"/>
                <a:gd name="csY402" fmla="*/ 42718 h 247650"/>
                <a:gd name="csX403" fmla="*/ 570900 w 723900"/>
                <a:gd name="csY403" fmla="*/ 41299 h 247650"/>
                <a:gd name="csX404" fmla="*/ 572300 w 723900"/>
                <a:gd name="csY404" fmla="*/ 39994 h 247650"/>
                <a:gd name="csX405" fmla="*/ 573691 w 723900"/>
                <a:gd name="csY405" fmla="*/ 38822 h 247650"/>
                <a:gd name="csX406" fmla="*/ 575158 w 723900"/>
                <a:gd name="csY406" fmla="*/ 37822 h 247650"/>
                <a:gd name="csX407" fmla="*/ 576548 w 723900"/>
                <a:gd name="csY407" fmla="*/ 36956 h 247650"/>
                <a:gd name="csX408" fmla="*/ 577948 w 723900"/>
                <a:gd name="csY408" fmla="*/ 36156 h 247650"/>
                <a:gd name="csX409" fmla="*/ 579406 w 723900"/>
                <a:gd name="csY409" fmla="*/ 35593 h 247650"/>
                <a:gd name="csX410" fmla="*/ 580806 w 723900"/>
                <a:gd name="csY410" fmla="*/ 35165 h 247650"/>
                <a:gd name="csX411" fmla="*/ 582197 w 723900"/>
                <a:gd name="csY411" fmla="*/ 34850 h 247650"/>
                <a:gd name="csX412" fmla="*/ 583663 w 723900"/>
                <a:gd name="csY412" fmla="*/ 34793 h 247650"/>
                <a:gd name="csX413" fmla="*/ 585054 w 723900"/>
                <a:gd name="csY413" fmla="*/ 34850 h 247650"/>
                <a:gd name="csX414" fmla="*/ 586454 w 723900"/>
                <a:gd name="csY414" fmla="*/ 35041 h 247650"/>
                <a:gd name="csX415" fmla="*/ 587912 w 723900"/>
                <a:gd name="csY415" fmla="*/ 35413 h 247650"/>
                <a:gd name="csX416" fmla="*/ 589312 w 723900"/>
                <a:gd name="csY416" fmla="*/ 35965 h 247650"/>
                <a:gd name="csX417" fmla="*/ 590703 w 723900"/>
                <a:gd name="csY417" fmla="*/ 36708 h 247650"/>
                <a:gd name="csX418" fmla="*/ 592169 w 723900"/>
                <a:gd name="csY418" fmla="*/ 37575 h 247650"/>
                <a:gd name="csX419" fmla="*/ 593560 w 723900"/>
                <a:gd name="csY419" fmla="*/ 38698 h 247650"/>
                <a:gd name="csX420" fmla="*/ 594960 w 723900"/>
                <a:gd name="csY420" fmla="*/ 39870 h 247650"/>
                <a:gd name="csX421" fmla="*/ 596351 w 723900"/>
                <a:gd name="csY421" fmla="*/ 41299 h 247650"/>
                <a:gd name="csX422" fmla="*/ 597818 w 723900"/>
                <a:gd name="csY422" fmla="*/ 42909 h 247650"/>
                <a:gd name="csX423" fmla="*/ 599208 w 723900"/>
                <a:gd name="csY423" fmla="*/ 44642 h 247650"/>
                <a:gd name="csX424" fmla="*/ 600609 w 723900"/>
                <a:gd name="csY424" fmla="*/ 46500 h 247650"/>
                <a:gd name="csX425" fmla="*/ 602066 w 723900"/>
                <a:gd name="csY425" fmla="*/ 48605 h 247650"/>
                <a:gd name="csX426" fmla="*/ 603466 w 723900"/>
                <a:gd name="csY426" fmla="*/ 50776 h 247650"/>
                <a:gd name="csX427" fmla="*/ 604857 w 723900"/>
                <a:gd name="csY427" fmla="*/ 53129 h 247650"/>
                <a:gd name="csX428" fmla="*/ 606323 w 723900"/>
                <a:gd name="csY428" fmla="*/ 55672 h 247650"/>
                <a:gd name="csX429" fmla="*/ 607714 w 723900"/>
                <a:gd name="csY429" fmla="*/ 58339 h 247650"/>
                <a:gd name="csX430" fmla="*/ 609114 w 723900"/>
                <a:gd name="csY430" fmla="*/ 61063 h 247650"/>
                <a:gd name="csX431" fmla="*/ 610572 w 723900"/>
                <a:gd name="csY431" fmla="*/ 64035 h 247650"/>
                <a:gd name="csX432" fmla="*/ 611972 w 723900"/>
                <a:gd name="csY432" fmla="*/ 67073 h 247650"/>
                <a:gd name="csX433" fmla="*/ 613362 w 723900"/>
                <a:gd name="csY433" fmla="*/ 70169 h 247650"/>
                <a:gd name="csX434" fmla="*/ 614829 w 723900"/>
                <a:gd name="csY434" fmla="*/ 73456 h 247650"/>
                <a:gd name="csX435" fmla="*/ 616220 w 723900"/>
                <a:gd name="csY435" fmla="*/ 76798 h 247650"/>
                <a:gd name="csX436" fmla="*/ 617620 w 723900"/>
                <a:gd name="csY436" fmla="*/ 80266 h 247650"/>
                <a:gd name="csX437" fmla="*/ 619078 w 723900"/>
                <a:gd name="csY437" fmla="*/ 83800 h 247650"/>
                <a:gd name="csX438" fmla="*/ 620478 w 723900"/>
                <a:gd name="csY438" fmla="*/ 87457 h 247650"/>
                <a:gd name="csX439" fmla="*/ 621868 w 723900"/>
                <a:gd name="csY439" fmla="*/ 91114 h 247650"/>
                <a:gd name="csX440" fmla="*/ 623269 w 723900"/>
                <a:gd name="csY440" fmla="*/ 94887 h 247650"/>
                <a:gd name="csX441" fmla="*/ 624726 w 723900"/>
                <a:gd name="csY441" fmla="*/ 98735 h 247650"/>
                <a:gd name="csX442" fmla="*/ 626126 w 723900"/>
                <a:gd name="csY442" fmla="*/ 102573 h 247650"/>
                <a:gd name="csX443" fmla="*/ 627526 w 723900"/>
                <a:gd name="csY443" fmla="*/ 106479 h 247650"/>
                <a:gd name="csX444" fmla="*/ 628983 w 723900"/>
                <a:gd name="csY444" fmla="*/ 110384 h 247650"/>
                <a:gd name="csX445" fmla="*/ 630374 w 723900"/>
                <a:gd name="csY445" fmla="*/ 114346 h 247650"/>
                <a:gd name="csX446" fmla="*/ 631774 w 723900"/>
                <a:gd name="csY446" fmla="*/ 118309 h 247650"/>
                <a:gd name="csX447" fmla="*/ 633232 w 723900"/>
                <a:gd name="csY447" fmla="*/ 122281 h 247650"/>
                <a:gd name="csX448" fmla="*/ 634632 w 723900"/>
                <a:gd name="csY448" fmla="*/ 126243 h 247650"/>
                <a:gd name="csX449" fmla="*/ 636032 w 723900"/>
                <a:gd name="csY449" fmla="*/ 130205 h 247650"/>
                <a:gd name="csX450" fmla="*/ 637489 w 723900"/>
                <a:gd name="csY450" fmla="*/ 134178 h 247650"/>
                <a:gd name="csX451" fmla="*/ 638889 w 723900"/>
                <a:gd name="csY451" fmla="*/ 138073 h 247650"/>
                <a:gd name="csX452" fmla="*/ 640280 w 723900"/>
                <a:gd name="csY452" fmla="*/ 141978 h 247650"/>
                <a:gd name="csX453" fmla="*/ 641737 w 723900"/>
                <a:gd name="csY453" fmla="*/ 145883 h 247650"/>
                <a:gd name="csX454" fmla="*/ 643138 w 723900"/>
                <a:gd name="csY454" fmla="*/ 149665 h 247650"/>
                <a:gd name="csX455" fmla="*/ 644538 w 723900"/>
                <a:gd name="csY455" fmla="*/ 153446 h 247650"/>
                <a:gd name="csX456" fmla="*/ 645995 w 723900"/>
                <a:gd name="csY456" fmla="*/ 157161 h 247650"/>
                <a:gd name="csX457" fmla="*/ 647395 w 723900"/>
                <a:gd name="csY457" fmla="*/ 160819 h 247650"/>
                <a:gd name="csX458" fmla="*/ 648786 w 723900"/>
                <a:gd name="csY458" fmla="*/ 164476 h 247650"/>
                <a:gd name="csX459" fmla="*/ 650243 w 723900"/>
                <a:gd name="csY459" fmla="*/ 167943 h 247650"/>
                <a:gd name="csX460" fmla="*/ 651643 w 723900"/>
                <a:gd name="csY460" fmla="*/ 171411 h 247650"/>
                <a:gd name="csX461" fmla="*/ 653043 w 723900"/>
                <a:gd name="csY461" fmla="*/ 174820 h 247650"/>
                <a:gd name="csX462" fmla="*/ 654434 w 723900"/>
                <a:gd name="csY462" fmla="*/ 178107 h 247650"/>
                <a:gd name="csX463" fmla="*/ 655901 w 723900"/>
                <a:gd name="csY463" fmla="*/ 181326 h 247650"/>
                <a:gd name="csX464" fmla="*/ 657292 w 723900"/>
                <a:gd name="csY464" fmla="*/ 184488 h 247650"/>
                <a:gd name="csX465" fmla="*/ 658692 w 723900"/>
                <a:gd name="csY465" fmla="*/ 187517 h 247650"/>
                <a:gd name="csX466" fmla="*/ 660149 w 723900"/>
                <a:gd name="csY466" fmla="*/ 190498 h 247650"/>
                <a:gd name="csX467" fmla="*/ 661549 w 723900"/>
                <a:gd name="csY467" fmla="*/ 193404 h 247650"/>
                <a:gd name="csX468" fmla="*/ 662940 w 723900"/>
                <a:gd name="csY468" fmla="*/ 196195 h 247650"/>
                <a:gd name="csX469" fmla="*/ 664407 w 723900"/>
                <a:gd name="csY469" fmla="*/ 198861 h 247650"/>
                <a:gd name="csX470" fmla="*/ 665798 w 723900"/>
                <a:gd name="csY470" fmla="*/ 201462 h 247650"/>
                <a:gd name="csX471" fmla="*/ 667198 w 723900"/>
                <a:gd name="csY471" fmla="*/ 204005 h 247650"/>
                <a:gd name="csX472" fmla="*/ 668655 w 723900"/>
                <a:gd name="csY472" fmla="*/ 206415 h 247650"/>
                <a:gd name="csX473" fmla="*/ 670055 w 723900"/>
                <a:gd name="csY473" fmla="*/ 208710 h 247650"/>
                <a:gd name="csX474" fmla="*/ 671446 w 723900"/>
                <a:gd name="csY474" fmla="*/ 210939 h 247650"/>
                <a:gd name="csX475" fmla="*/ 672913 w 723900"/>
                <a:gd name="csY475" fmla="*/ 213111 h 247650"/>
                <a:gd name="csX476" fmla="*/ 674304 w 723900"/>
                <a:gd name="csY476" fmla="*/ 215149 h 247650"/>
                <a:gd name="csX477" fmla="*/ 675703 w 723900"/>
                <a:gd name="csY477" fmla="*/ 217074 h 247650"/>
                <a:gd name="csX478" fmla="*/ 677161 w 723900"/>
                <a:gd name="csY478" fmla="*/ 218930 h 247650"/>
                <a:gd name="csX479" fmla="*/ 678561 w 723900"/>
                <a:gd name="csY479" fmla="*/ 220731 h 247650"/>
                <a:gd name="csX480" fmla="*/ 679952 w 723900"/>
                <a:gd name="csY480" fmla="*/ 222465 h 247650"/>
                <a:gd name="csX481" fmla="*/ 681352 w 723900"/>
                <a:gd name="csY481" fmla="*/ 224074 h 247650"/>
                <a:gd name="csX482" fmla="*/ 682809 w 723900"/>
                <a:gd name="csY482" fmla="*/ 225627 h 247650"/>
                <a:gd name="csX483" fmla="*/ 684209 w 723900"/>
                <a:gd name="csY483" fmla="*/ 227046 h 247650"/>
                <a:gd name="csX484" fmla="*/ 685610 w 723900"/>
                <a:gd name="csY484" fmla="*/ 228475 h 247650"/>
                <a:gd name="csX485" fmla="*/ 687067 w 723900"/>
                <a:gd name="csY485" fmla="*/ 229780 h 247650"/>
                <a:gd name="csX486" fmla="*/ 688458 w 723900"/>
                <a:gd name="csY486" fmla="*/ 231018 h 247650"/>
                <a:gd name="csX487" fmla="*/ 689858 w 723900"/>
                <a:gd name="csY487" fmla="*/ 232133 h 247650"/>
                <a:gd name="csX488" fmla="*/ 691315 w 723900"/>
                <a:gd name="csY488" fmla="*/ 233247 h 247650"/>
                <a:gd name="csX489" fmla="*/ 692715 w 723900"/>
                <a:gd name="csY489" fmla="*/ 234304 h 247650"/>
                <a:gd name="csX490" fmla="*/ 694106 w 723900"/>
                <a:gd name="csY490" fmla="*/ 235295 h 247650"/>
                <a:gd name="csX491" fmla="*/ 695573 w 723900"/>
                <a:gd name="csY491" fmla="*/ 236218 h 247650"/>
                <a:gd name="csX492" fmla="*/ 696963 w 723900"/>
                <a:gd name="csY492" fmla="*/ 237085 h 247650"/>
                <a:gd name="csX493" fmla="*/ 698363 w 723900"/>
                <a:gd name="csY493" fmla="*/ 237828 h 247650"/>
                <a:gd name="csX494" fmla="*/ 699821 w 723900"/>
                <a:gd name="csY494" fmla="*/ 238638 h 247650"/>
                <a:gd name="csX495" fmla="*/ 701221 w 723900"/>
                <a:gd name="csY495" fmla="*/ 239314 h 247650"/>
                <a:gd name="csX496" fmla="*/ 702621 w 723900"/>
                <a:gd name="csY496" fmla="*/ 239933 h 247650"/>
                <a:gd name="csX497" fmla="*/ 704079 w 723900"/>
                <a:gd name="csY497" fmla="*/ 240552 h 247650"/>
                <a:gd name="csX498" fmla="*/ 705469 w 723900"/>
                <a:gd name="csY498" fmla="*/ 241181 h 247650"/>
                <a:gd name="csX499" fmla="*/ 706869 w 723900"/>
                <a:gd name="csY499" fmla="*/ 241676 h 247650"/>
                <a:gd name="csX500" fmla="*/ 708327 w 723900"/>
                <a:gd name="csY500" fmla="*/ 242172 h 247650"/>
                <a:gd name="csX501" fmla="*/ 709727 w 723900"/>
                <a:gd name="csY501" fmla="*/ 242667 h 247650"/>
                <a:gd name="csX502" fmla="*/ 711127 w 723900"/>
                <a:gd name="csY502" fmla="*/ 243038 h 247650"/>
                <a:gd name="csX503" fmla="*/ 712518 w 723900"/>
                <a:gd name="csY503" fmla="*/ 243467 h 247650"/>
                <a:gd name="csX504" fmla="*/ 713975 w 723900"/>
                <a:gd name="csY504" fmla="*/ 243839 h 247650"/>
                <a:gd name="csX505" fmla="*/ 715375 w 723900"/>
                <a:gd name="csY505" fmla="*/ 244153 h 247650"/>
                <a:gd name="csX506" fmla="*/ 716776 w 723900"/>
                <a:gd name="csY506" fmla="*/ 244458 h 247650"/>
                <a:gd name="csX507" fmla="*/ 718233 w 723900"/>
                <a:gd name="csY507" fmla="*/ 244705 h 247650"/>
                <a:gd name="csX508" fmla="*/ 719633 w 723900"/>
                <a:gd name="csY508" fmla="*/ 245020 h 247650"/>
                <a:gd name="csX509" fmla="*/ 721024 w 723900"/>
                <a:gd name="csY509" fmla="*/ 245200 h 247650"/>
                <a:gd name="csX510" fmla="*/ 722481 w 723900"/>
                <a:gd name="csY510" fmla="*/ 245448 h 247650"/>
                <a:gd name="csX511" fmla="*/ 723881 w 723900"/>
                <a:gd name="csY511" fmla="*/ 245639 h 247650"/>
                <a:gd name="csX512" fmla="*/ 723881 w 723900"/>
                <a:gd name="csY512" fmla="*/ 247620 h 247650"/>
                <a:gd name="csX513" fmla="*/ 722481 w 723900"/>
                <a:gd name="csY513" fmla="*/ 247620 h 247650"/>
                <a:gd name="csX514" fmla="*/ 721024 w 723900"/>
                <a:gd name="csY514" fmla="*/ 247620 h 247650"/>
                <a:gd name="csX515" fmla="*/ 719633 w 723900"/>
                <a:gd name="csY515" fmla="*/ 247620 h 247650"/>
                <a:gd name="csX516" fmla="*/ 718233 w 723900"/>
                <a:gd name="csY516" fmla="*/ 247620 h 247650"/>
                <a:gd name="csX517" fmla="*/ 716776 w 723900"/>
                <a:gd name="csY517" fmla="*/ 247620 h 247650"/>
                <a:gd name="csX518" fmla="*/ 715375 w 723900"/>
                <a:gd name="csY518" fmla="*/ 247620 h 247650"/>
                <a:gd name="csX519" fmla="*/ 713975 w 723900"/>
                <a:gd name="csY519" fmla="*/ 247620 h 247650"/>
                <a:gd name="csX520" fmla="*/ 712518 w 723900"/>
                <a:gd name="csY520" fmla="*/ 247620 h 247650"/>
                <a:gd name="csX521" fmla="*/ 711127 w 723900"/>
                <a:gd name="csY521" fmla="*/ 247620 h 247650"/>
                <a:gd name="csX522" fmla="*/ 709727 w 723900"/>
                <a:gd name="csY522" fmla="*/ 247620 h 247650"/>
                <a:gd name="csX523" fmla="*/ 708327 w 723900"/>
                <a:gd name="csY523" fmla="*/ 247620 h 247650"/>
                <a:gd name="csX524" fmla="*/ 706869 w 723900"/>
                <a:gd name="csY524" fmla="*/ 247620 h 247650"/>
                <a:gd name="csX525" fmla="*/ 705469 w 723900"/>
                <a:gd name="csY525" fmla="*/ 247620 h 247650"/>
                <a:gd name="csX526" fmla="*/ 704079 w 723900"/>
                <a:gd name="csY526" fmla="*/ 247620 h 247650"/>
                <a:gd name="csX527" fmla="*/ 702621 w 723900"/>
                <a:gd name="csY527" fmla="*/ 247620 h 247650"/>
                <a:gd name="csX528" fmla="*/ 701221 w 723900"/>
                <a:gd name="csY528" fmla="*/ 247620 h 247650"/>
                <a:gd name="csX529" fmla="*/ 699821 w 723900"/>
                <a:gd name="csY529" fmla="*/ 247620 h 247650"/>
                <a:gd name="csX530" fmla="*/ 698363 w 723900"/>
                <a:gd name="csY530" fmla="*/ 247620 h 247650"/>
                <a:gd name="csX531" fmla="*/ 696963 w 723900"/>
                <a:gd name="csY531" fmla="*/ 247620 h 247650"/>
                <a:gd name="csX532" fmla="*/ 695573 w 723900"/>
                <a:gd name="csY532" fmla="*/ 247620 h 247650"/>
                <a:gd name="csX533" fmla="*/ 694106 w 723900"/>
                <a:gd name="csY533" fmla="*/ 247620 h 247650"/>
                <a:gd name="csX534" fmla="*/ 692715 w 723900"/>
                <a:gd name="csY534" fmla="*/ 247620 h 247650"/>
                <a:gd name="csX535" fmla="*/ 691315 w 723900"/>
                <a:gd name="csY535" fmla="*/ 247620 h 247650"/>
                <a:gd name="csX536" fmla="*/ 689858 w 723900"/>
                <a:gd name="csY536" fmla="*/ 247620 h 247650"/>
                <a:gd name="csX537" fmla="*/ 688458 w 723900"/>
                <a:gd name="csY537" fmla="*/ 247620 h 247650"/>
                <a:gd name="csX538" fmla="*/ 687067 w 723900"/>
                <a:gd name="csY538" fmla="*/ 247620 h 247650"/>
                <a:gd name="csX539" fmla="*/ 685610 w 723900"/>
                <a:gd name="csY539" fmla="*/ 247620 h 247650"/>
                <a:gd name="csX540" fmla="*/ 684209 w 723900"/>
                <a:gd name="csY540" fmla="*/ 247620 h 247650"/>
                <a:gd name="csX541" fmla="*/ 682809 w 723900"/>
                <a:gd name="csY541" fmla="*/ 247620 h 247650"/>
                <a:gd name="csX542" fmla="*/ 681352 w 723900"/>
                <a:gd name="csY542" fmla="*/ 247620 h 247650"/>
                <a:gd name="csX543" fmla="*/ 679952 w 723900"/>
                <a:gd name="csY543" fmla="*/ 247620 h 247650"/>
                <a:gd name="csX544" fmla="*/ 678561 w 723900"/>
                <a:gd name="csY544" fmla="*/ 247620 h 247650"/>
                <a:gd name="csX545" fmla="*/ 677161 w 723900"/>
                <a:gd name="csY545" fmla="*/ 247620 h 247650"/>
                <a:gd name="csX546" fmla="*/ 675703 w 723900"/>
                <a:gd name="csY546" fmla="*/ 247620 h 247650"/>
                <a:gd name="csX547" fmla="*/ 674304 w 723900"/>
                <a:gd name="csY547" fmla="*/ 247620 h 247650"/>
                <a:gd name="csX548" fmla="*/ 672913 w 723900"/>
                <a:gd name="csY548" fmla="*/ 247620 h 247650"/>
                <a:gd name="csX549" fmla="*/ 671446 w 723900"/>
                <a:gd name="csY549" fmla="*/ 247620 h 247650"/>
                <a:gd name="csX550" fmla="*/ 670055 w 723900"/>
                <a:gd name="csY550" fmla="*/ 247620 h 247650"/>
                <a:gd name="csX551" fmla="*/ 668655 w 723900"/>
                <a:gd name="csY551" fmla="*/ 247620 h 247650"/>
                <a:gd name="csX552" fmla="*/ 667198 w 723900"/>
                <a:gd name="csY552" fmla="*/ 247620 h 247650"/>
                <a:gd name="csX553" fmla="*/ 665798 w 723900"/>
                <a:gd name="csY553" fmla="*/ 247620 h 247650"/>
                <a:gd name="csX554" fmla="*/ 664407 w 723900"/>
                <a:gd name="csY554" fmla="*/ 247620 h 247650"/>
                <a:gd name="csX555" fmla="*/ 662940 w 723900"/>
                <a:gd name="csY555" fmla="*/ 247620 h 247650"/>
                <a:gd name="csX556" fmla="*/ 661549 w 723900"/>
                <a:gd name="csY556" fmla="*/ 247620 h 247650"/>
                <a:gd name="csX557" fmla="*/ 660149 w 723900"/>
                <a:gd name="csY557" fmla="*/ 247620 h 247650"/>
                <a:gd name="csX558" fmla="*/ 658692 w 723900"/>
                <a:gd name="csY558" fmla="*/ 247620 h 247650"/>
                <a:gd name="csX559" fmla="*/ 657292 w 723900"/>
                <a:gd name="csY559" fmla="*/ 247620 h 247650"/>
                <a:gd name="csX560" fmla="*/ 655901 w 723900"/>
                <a:gd name="csY560" fmla="*/ 247620 h 247650"/>
                <a:gd name="csX561" fmla="*/ 654434 w 723900"/>
                <a:gd name="csY561" fmla="*/ 247620 h 247650"/>
                <a:gd name="csX562" fmla="*/ 653043 w 723900"/>
                <a:gd name="csY562" fmla="*/ 247620 h 247650"/>
                <a:gd name="csX563" fmla="*/ 651643 w 723900"/>
                <a:gd name="csY563" fmla="*/ 247620 h 247650"/>
                <a:gd name="csX564" fmla="*/ 650243 w 723900"/>
                <a:gd name="csY564" fmla="*/ 247620 h 247650"/>
                <a:gd name="csX565" fmla="*/ 648786 w 723900"/>
                <a:gd name="csY565" fmla="*/ 247620 h 247650"/>
                <a:gd name="csX566" fmla="*/ 647395 w 723900"/>
                <a:gd name="csY566" fmla="*/ 247620 h 247650"/>
                <a:gd name="csX567" fmla="*/ 645995 w 723900"/>
                <a:gd name="csY567" fmla="*/ 247620 h 247650"/>
                <a:gd name="csX568" fmla="*/ 644538 w 723900"/>
                <a:gd name="csY568" fmla="*/ 247620 h 247650"/>
                <a:gd name="csX569" fmla="*/ 643138 w 723900"/>
                <a:gd name="csY569" fmla="*/ 247620 h 247650"/>
                <a:gd name="csX570" fmla="*/ 641737 w 723900"/>
                <a:gd name="csY570" fmla="*/ 247620 h 247650"/>
                <a:gd name="csX571" fmla="*/ 640280 w 723900"/>
                <a:gd name="csY571" fmla="*/ 247620 h 247650"/>
                <a:gd name="csX572" fmla="*/ 638889 w 723900"/>
                <a:gd name="csY572" fmla="*/ 247620 h 247650"/>
                <a:gd name="csX573" fmla="*/ 637489 w 723900"/>
                <a:gd name="csY573" fmla="*/ 247620 h 247650"/>
                <a:gd name="csX574" fmla="*/ 636032 w 723900"/>
                <a:gd name="csY574" fmla="*/ 247620 h 247650"/>
                <a:gd name="csX575" fmla="*/ 634632 w 723900"/>
                <a:gd name="csY575" fmla="*/ 247620 h 247650"/>
                <a:gd name="csX576" fmla="*/ 633232 w 723900"/>
                <a:gd name="csY576" fmla="*/ 247620 h 247650"/>
                <a:gd name="csX577" fmla="*/ 631774 w 723900"/>
                <a:gd name="csY577" fmla="*/ 247620 h 247650"/>
                <a:gd name="csX578" fmla="*/ 630374 w 723900"/>
                <a:gd name="csY578" fmla="*/ 247620 h 247650"/>
                <a:gd name="csX579" fmla="*/ 628983 w 723900"/>
                <a:gd name="csY579" fmla="*/ 247620 h 247650"/>
                <a:gd name="csX580" fmla="*/ 627526 w 723900"/>
                <a:gd name="csY580" fmla="*/ 247620 h 247650"/>
                <a:gd name="csX581" fmla="*/ 626126 w 723900"/>
                <a:gd name="csY581" fmla="*/ 247620 h 247650"/>
                <a:gd name="csX582" fmla="*/ 624726 w 723900"/>
                <a:gd name="csY582" fmla="*/ 247620 h 247650"/>
                <a:gd name="csX583" fmla="*/ 623269 w 723900"/>
                <a:gd name="csY583" fmla="*/ 247620 h 247650"/>
                <a:gd name="csX584" fmla="*/ 621868 w 723900"/>
                <a:gd name="csY584" fmla="*/ 247620 h 247650"/>
                <a:gd name="csX585" fmla="*/ 620478 w 723900"/>
                <a:gd name="csY585" fmla="*/ 247620 h 247650"/>
                <a:gd name="csX586" fmla="*/ 619078 w 723900"/>
                <a:gd name="csY586" fmla="*/ 247620 h 247650"/>
                <a:gd name="csX587" fmla="*/ 617620 w 723900"/>
                <a:gd name="csY587" fmla="*/ 247620 h 247650"/>
                <a:gd name="csX588" fmla="*/ 616220 w 723900"/>
                <a:gd name="csY588" fmla="*/ 247620 h 247650"/>
                <a:gd name="csX589" fmla="*/ 614829 w 723900"/>
                <a:gd name="csY589" fmla="*/ 247620 h 247650"/>
                <a:gd name="csX590" fmla="*/ 613362 w 723900"/>
                <a:gd name="csY590" fmla="*/ 247620 h 247650"/>
                <a:gd name="csX591" fmla="*/ 611972 w 723900"/>
                <a:gd name="csY591" fmla="*/ 247620 h 247650"/>
                <a:gd name="csX592" fmla="*/ 610572 w 723900"/>
                <a:gd name="csY592" fmla="*/ 247620 h 247650"/>
                <a:gd name="csX593" fmla="*/ 609114 w 723900"/>
                <a:gd name="csY593" fmla="*/ 247620 h 247650"/>
                <a:gd name="csX594" fmla="*/ 607714 w 723900"/>
                <a:gd name="csY594" fmla="*/ 247620 h 247650"/>
                <a:gd name="csX595" fmla="*/ 606323 w 723900"/>
                <a:gd name="csY595" fmla="*/ 247620 h 247650"/>
                <a:gd name="csX596" fmla="*/ 604857 w 723900"/>
                <a:gd name="csY596" fmla="*/ 247620 h 247650"/>
                <a:gd name="csX597" fmla="*/ 603466 w 723900"/>
                <a:gd name="csY597" fmla="*/ 247620 h 247650"/>
                <a:gd name="csX598" fmla="*/ 602066 w 723900"/>
                <a:gd name="csY598" fmla="*/ 247620 h 247650"/>
                <a:gd name="csX599" fmla="*/ 600609 w 723900"/>
                <a:gd name="csY599" fmla="*/ 247620 h 247650"/>
                <a:gd name="csX600" fmla="*/ 599208 w 723900"/>
                <a:gd name="csY600" fmla="*/ 247620 h 247650"/>
                <a:gd name="csX601" fmla="*/ 597818 w 723900"/>
                <a:gd name="csY601" fmla="*/ 247620 h 247650"/>
                <a:gd name="csX602" fmla="*/ 596351 w 723900"/>
                <a:gd name="csY602" fmla="*/ 247620 h 247650"/>
                <a:gd name="csX603" fmla="*/ 594960 w 723900"/>
                <a:gd name="csY603" fmla="*/ 247620 h 247650"/>
                <a:gd name="csX604" fmla="*/ 593560 w 723900"/>
                <a:gd name="csY604" fmla="*/ 247620 h 247650"/>
                <a:gd name="csX605" fmla="*/ 592169 w 723900"/>
                <a:gd name="csY605" fmla="*/ 247620 h 247650"/>
                <a:gd name="csX606" fmla="*/ 590703 w 723900"/>
                <a:gd name="csY606" fmla="*/ 247620 h 247650"/>
                <a:gd name="csX607" fmla="*/ 589312 w 723900"/>
                <a:gd name="csY607" fmla="*/ 247620 h 247650"/>
                <a:gd name="csX608" fmla="*/ 587912 w 723900"/>
                <a:gd name="csY608" fmla="*/ 247620 h 247650"/>
                <a:gd name="csX609" fmla="*/ 586454 w 723900"/>
                <a:gd name="csY609" fmla="*/ 247620 h 247650"/>
                <a:gd name="csX610" fmla="*/ 585054 w 723900"/>
                <a:gd name="csY610" fmla="*/ 247620 h 247650"/>
                <a:gd name="csX611" fmla="*/ 583663 w 723900"/>
                <a:gd name="csY611" fmla="*/ 247620 h 247650"/>
                <a:gd name="csX612" fmla="*/ 582197 w 723900"/>
                <a:gd name="csY612" fmla="*/ 247620 h 247650"/>
                <a:gd name="csX613" fmla="*/ 580806 w 723900"/>
                <a:gd name="csY613" fmla="*/ 247620 h 247650"/>
                <a:gd name="csX614" fmla="*/ 579406 w 723900"/>
                <a:gd name="csY614" fmla="*/ 247620 h 247650"/>
                <a:gd name="csX615" fmla="*/ 577948 w 723900"/>
                <a:gd name="csY615" fmla="*/ 247620 h 247650"/>
                <a:gd name="csX616" fmla="*/ 576548 w 723900"/>
                <a:gd name="csY616" fmla="*/ 247620 h 247650"/>
                <a:gd name="csX617" fmla="*/ 575158 w 723900"/>
                <a:gd name="csY617" fmla="*/ 247620 h 247650"/>
                <a:gd name="csX618" fmla="*/ 573691 w 723900"/>
                <a:gd name="csY618" fmla="*/ 247620 h 247650"/>
                <a:gd name="csX619" fmla="*/ 572300 w 723900"/>
                <a:gd name="csY619" fmla="*/ 247620 h 247650"/>
                <a:gd name="csX620" fmla="*/ 570900 w 723900"/>
                <a:gd name="csY620" fmla="*/ 247620 h 247650"/>
                <a:gd name="csX621" fmla="*/ 569443 w 723900"/>
                <a:gd name="csY621" fmla="*/ 247620 h 247650"/>
                <a:gd name="csX622" fmla="*/ 568043 w 723900"/>
                <a:gd name="csY622" fmla="*/ 247620 h 247650"/>
                <a:gd name="csX623" fmla="*/ 566652 w 723900"/>
                <a:gd name="csY623" fmla="*/ 247620 h 247650"/>
                <a:gd name="csX624" fmla="*/ 565185 w 723900"/>
                <a:gd name="csY624" fmla="*/ 247620 h 247650"/>
                <a:gd name="csX625" fmla="*/ 563794 w 723900"/>
                <a:gd name="csY625" fmla="*/ 247620 h 247650"/>
                <a:gd name="csX626" fmla="*/ 562394 w 723900"/>
                <a:gd name="csY626" fmla="*/ 247620 h 247650"/>
                <a:gd name="csX627" fmla="*/ 560994 w 723900"/>
                <a:gd name="csY627" fmla="*/ 247620 h 247650"/>
                <a:gd name="csX628" fmla="*/ 559537 w 723900"/>
                <a:gd name="csY628" fmla="*/ 247620 h 247650"/>
                <a:gd name="csX629" fmla="*/ 558136 w 723900"/>
                <a:gd name="csY629" fmla="*/ 247620 h 247650"/>
                <a:gd name="csX630" fmla="*/ 556746 w 723900"/>
                <a:gd name="csY630" fmla="*/ 247620 h 247650"/>
                <a:gd name="csX631" fmla="*/ 555288 w 723900"/>
                <a:gd name="csY631" fmla="*/ 247620 h 247650"/>
                <a:gd name="csX632" fmla="*/ 553889 w 723900"/>
                <a:gd name="csY632" fmla="*/ 247620 h 247650"/>
                <a:gd name="csX633" fmla="*/ 552488 w 723900"/>
                <a:gd name="csY633" fmla="*/ 247620 h 247650"/>
                <a:gd name="csX634" fmla="*/ 551031 w 723900"/>
                <a:gd name="csY634" fmla="*/ 247620 h 247650"/>
                <a:gd name="csX635" fmla="*/ 549640 w 723900"/>
                <a:gd name="csY635" fmla="*/ 247620 h 247650"/>
                <a:gd name="csX636" fmla="*/ 548240 w 723900"/>
                <a:gd name="csY636" fmla="*/ 247620 h 247650"/>
                <a:gd name="csX637" fmla="*/ 546783 w 723900"/>
                <a:gd name="csY637" fmla="*/ 247620 h 247650"/>
                <a:gd name="csX638" fmla="*/ 545383 w 723900"/>
                <a:gd name="csY638" fmla="*/ 247620 h 247650"/>
                <a:gd name="csX639" fmla="*/ 543982 w 723900"/>
                <a:gd name="csY639" fmla="*/ 247620 h 247650"/>
                <a:gd name="csX640" fmla="*/ 542525 w 723900"/>
                <a:gd name="csY640" fmla="*/ 247620 h 247650"/>
                <a:gd name="csX641" fmla="*/ 541125 w 723900"/>
                <a:gd name="csY641" fmla="*/ 247620 h 247650"/>
                <a:gd name="csX642" fmla="*/ 539734 w 723900"/>
                <a:gd name="csY642" fmla="*/ 247620 h 247650"/>
                <a:gd name="csX643" fmla="*/ 538277 w 723900"/>
                <a:gd name="csY643" fmla="*/ 247620 h 247650"/>
                <a:gd name="csX644" fmla="*/ 536877 w 723900"/>
                <a:gd name="csY644" fmla="*/ 247620 h 247650"/>
                <a:gd name="csX645" fmla="*/ 535477 w 723900"/>
                <a:gd name="csY645" fmla="*/ 247620 h 247650"/>
                <a:gd name="csX646" fmla="*/ 534086 w 723900"/>
                <a:gd name="csY646" fmla="*/ 247620 h 247650"/>
                <a:gd name="csX647" fmla="*/ 532619 w 723900"/>
                <a:gd name="csY647" fmla="*/ 247620 h 247650"/>
                <a:gd name="csX648" fmla="*/ 531228 w 723900"/>
                <a:gd name="csY648" fmla="*/ 247620 h 247650"/>
                <a:gd name="csX649" fmla="*/ 529828 w 723900"/>
                <a:gd name="csY649" fmla="*/ 247620 h 247650"/>
                <a:gd name="csX650" fmla="*/ 528371 w 723900"/>
                <a:gd name="csY650" fmla="*/ 247620 h 247650"/>
                <a:gd name="csX651" fmla="*/ 526971 w 723900"/>
                <a:gd name="csY651" fmla="*/ 247620 h 247650"/>
                <a:gd name="csX652" fmla="*/ 525580 w 723900"/>
                <a:gd name="csY652" fmla="*/ 247620 h 247650"/>
                <a:gd name="csX653" fmla="*/ 524113 w 723900"/>
                <a:gd name="csY653" fmla="*/ 247620 h 247650"/>
                <a:gd name="csX654" fmla="*/ 522723 w 723900"/>
                <a:gd name="csY654" fmla="*/ 247620 h 247650"/>
                <a:gd name="csX655" fmla="*/ 521322 w 723900"/>
                <a:gd name="csY655" fmla="*/ 247620 h 247650"/>
                <a:gd name="csX656" fmla="*/ 519865 w 723900"/>
                <a:gd name="csY656" fmla="*/ 247620 h 247650"/>
                <a:gd name="csX657" fmla="*/ 518465 w 723900"/>
                <a:gd name="csY657" fmla="*/ 247620 h 247650"/>
                <a:gd name="csX658" fmla="*/ 517074 w 723900"/>
                <a:gd name="csY658" fmla="*/ 247620 h 247650"/>
                <a:gd name="csX659" fmla="*/ 515607 w 723900"/>
                <a:gd name="csY659" fmla="*/ 247620 h 247650"/>
                <a:gd name="csX660" fmla="*/ 514217 w 723900"/>
                <a:gd name="csY660" fmla="*/ 247620 h 247650"/>
                <a:gd name="csX661" fmla="*/ 512817 w 723900"/>
                <a:gd name="csY661" fmla="*/ 247620 h 247650"/>
                <a:gd name="csX662" fmla="*/ 511359 w 723900"/>
                <a:gd name="csY662" fmla="*/ 247620 h 247650"/>
                <a:gd name="csX663" fmla="*/ 509959 w 723900"/>
                <a:gd name="csY663" fmla="*/ 247620 h 247650"/>
                <a:gd name="csX664" fmla="*/ 508568 w 723900"/>
                <a:gd name="csY664" fmla="*/ 247620 h 247650"/>
                <a:gd name="csX665" fmla="*/ 507168 w 723900"/>
                <a:gd name="csY665" fmla="*/ 247620 h 247650"/>
                <a:gd name="csX666" fmla="*/ 505711 w 723900"/>
                <a:gd name="csY666" fmla="*/ 247620 h 247650"/>
                <a:gd name="csX667" fmla="*/ 504311 w 723900"/>
                <a:gd name="csY667" fmla="*/ 247620 h 247650"/>
                <a:gd name="csX668" fmla="*/ 502920 w 723900"/>
                <a:gd name="csY668" fmla="*/ 247620 h 247650"/>
                <a:gd name="csX669" fmla="*/ 501453 w 723900"/>
                <a:gd name="csY669" fmla="*/ 247620 h 247650"/>
                <a:gd name="csX670" fmla="*/ 500063 w 723900"/>
                <a:gd name="csY670" fmla="*/ 247620 h 247650"/>
                <a:gd name="csX671" fmla="*/ 498662 w 723900"/>
                <a:gd name="csY671" fmla="*/ 247620 h 247650"/>
                <a:gd name="csX672" fmla="*/ 497205 w 723900"/>
                <a:gd name="csY672" fmla="*/ 247620 h 247650"/>
                <a:gd name="csX673" fmla="*/ 495805 w 723900"/>
                <a:gd name="csY673" fmla="*/ 247620 h 247650"/>
                <a:gd name="csX674" fmla="*/ 494405 w 723900"/>
                <a:gd name="csY674" fmla="*/ 247620 h 247650"/>
                <a:gd name="csX675" fmla="*/ 492947 w 723900"/>
                <a:gd name="csY675" fmla="*/ 247620 h 247650"/>
                <a:gd name="csX676" fmla="*/ 491557 w 723900"/>
                <a:gd name="csY676" fmla="*/ 247620 h 247650"/>
                <a:gd name="csX677" fmla="*/ 490157 w 723900"/>
                <a:gd name="csY677" fmla="*/ 247620 h 247650"/>
                <a:gd name="csX678" fmla="*/ 488699 w 723900"/>
                <a:gd name="csY678" fmla="*/ 247620 h 247650"/>
                <a:gd name="csX679" fmla="*/ 487299 w 723900"/>
                <a:gd name="csY679" fmla="*/ 247620 h 247650"/>
                <a:gd name="csX680" fmla="*/ 485908 w 723900"/>
                <a:gd name="csY680" fmla="*/ 247620 h 247650"/>
                <a:gd name="csX681" fmla="*/ 484442 w 723900"/>
                <a:gd name="csY681" fmla="*/ 247620 h 247650"/>
                <a:gd name="csX682" fmla="*/ 483051 w 723900"/>
                <a:gd name="csY682" fmla="*/ 247620 h 247650"/>
                <a:gd name="csX683" fmla="*/ 481651 w 723900"/>
                <a:gd name="csY683" fmla="*/ 247620 h 247650"/>
                <a:gd name="csX684" fmla="*/ 480193 w 723900"/>
                <a:gd name="csY684" fmla="*/ 247620 h 247650"/>
                <a:gd name="csX685" fmla="*/ 478793 w 723900"/>
                <a:gd name="csY685" fmla="*/ 247620 h 247650"/>
                <a:gd name="csX686" fmla="*/ 477393 w 723900"/>
                <a:gd name="csY686" fmla="*/ 247620 h 247650"/>
                <a:gd name="csX687" fmla="*/ 476003 w 723900"/>
                <a:gd name="csY687" fmla="*/ 247620 h 247650"/>
                <a:gd name="csX688" fmla="*/ 474545 w 723900"/>
                <a:gd name="csY688" fmla="*/ 247620 h 247650"/>
                <a:gd name="csX689" fmla="*/ 473145 w 723900"/>
                <a:gd name="csY689" fmla="*/ 247620 h 247650"/>
                <a:gd name="csX690" fmla="*/ 471745 w 723900"/>
                <a:gd name="csY690" fmla="*/ 247620 h 247650"/>
                <a:gd name="csX691" fmla="*/ 470287 w 723900"/>
                <a:gd name="csY691" fmla="*/ 247620 h 247650"/>
                <a:gd name="csX692" fmla="*/ 468887 w 723900"/>
                <a:gd name="csY692" fmla="*/ 247620 h 247650"/>
                <a:gd name="csX693" fmla="*/ 467497 w 723900"/>
                <a:gd name="csY693" fmla="*/ 247620 h 247650"/>
                <a:gd name="csX694" fmla="*/ 466039 w 723900"/>
                <a:gd name="csY694" fmla="*/ 247620 h 247650"/>
                <a:gd name="csX695" fmla="*/ 464639 w 723900"/>
                <a:gd name="csY695" fmla="*/ 247620 h 247650"/>
                <a:gd name="csX696" fmla="*/ 463239 w 723900"/>
                <a:gd name="csY696" fmla="*/ 247620 h 247650"/>
                <a:gd name="csX697" fmla="*/ 461782 w 723900"/>
                <a:gd name="csY697" fmla="*/ 247620 h 247650"/>
                <a:gd name="csX698" fmla="*/ 460381 w 723900"/>
                <a:gd name="csY698" fmla="*/ 247620 h 247650"/>
                <a:gd name="csX699" fmla="*/ 458991 w 723900"/>
                <a:gd name="csY699" fmla="*/ 247620 h 247650"/>
                <a:gd name="csX700" fmla="*/ 457533 w 723900"/>
                <a:gd name="csY700" fmla="*/ 247620 h 247650"/>
                <a:gd name="csX701" fmla="*/ 456133 w 723900"/>
                <a:gd name="csY701" fmla="*/ 247620 h 247650"/>
                <a:gd name="csX702" fmla="*/ 454733 w 723900"/>
                <a:gd name="csY702" fmla="*/ 247620 h 247650"/>
                <a:gd name="csX703" fmla="*/ 453276 w 723900"/>
                <a:gd name="csY703" fmla="*/ 247620 h 247650"/>
                <a:gd name="csX704" fmla="*/ 451876 w 723900"/>
                <a:gd name="csY704" fmla="*/ 247620 h 247650"/>
                <a:gd name="csX705" fmla="*/ 450485 w 723900"/>
                <a:gd name="csY705" fmla="*/ 247620 h 247650"/>
                <a:gd name="csX706" fmla="*/ 449085 w 723900"/>
                <a:gd name="csY706" fmla="*/ 247620 h 247650"/>
                <a:gd name="csX707" fmla="*/ 447628 w 723900"/>
                <a:gd name="csY707" fmla="*/ 247620 h 247650"/>
                <a:gd name="csX708" fmla="*/ 446227 w 723900"/>
                <a:gd name="csY708" fmla="*/ 247620 h 247650"/>
                <a:gd name="csX709" fmla="*/ 444837 w 723900"/>
                <a:gd name="csY709" fmla="*/ 247620 h 247650"/>
                <a:gd name="csX710" fmla="*/ 443370 w 723900"/>
                <a:gd name="csY710" fmla="*/ 247620 h 247650"/>
                <a:gd name="csX711" fmla="*/ 441979 w 723900"/>
                <a:gd name="csY711" fmla="*/ 247620 h 247650"/>
                <a:gd name="csX712" fmla="*/ 440579 w 723900"/>
                <a:gd name="csY712" fmla="*/ 247620 h 247650"/>
                <a:gd name="csX713" fmla="*/ 439122 w 723900"/>
                <a:gd name="csY713" fmla="*/ 247620 h 247650"/>
                <a:gd name="csX714" fmla="*/ 437721 w 723900"/>
                <a:gd name="csY714" fmla="*/ 247620 h 247650"/>
                <a:gd name="csX715" fmla="*/ 436331 w 723900"/>
                <a:gd name="csY715" fmla="*/ 247620 h 247650"/>
                <a:gd name="csX716" fmla="*/ 434864 w 723900"/>
                <a:gd name="csY716" fmla="*/ 247620 h 247650"/>
                <a:gd name="csX717" fmla="*/ 433473 w 723900"/>
                <a:gd name="csY717" fmla="*/ 247620 h 247650"/>
                <a:gd name="csX718" fmla="*/ 432073 w 723900"/>
                <a:gd name="csY718" fmla="*/ 247620 h 247650"/>
                <a:gd name="csX719" fmla="*/ 430616 w 723900"/>
                <a:gd name="csY719" fmla="*/ 247620 h 247650"/>
                <a:gd name="csX720" fmla="*/ 429216 w 723900"/>
                <a:gd name="csY720" fmla="*/ 247620 h 247650"/>
                <a:gd name="csX721" fmla="*/ 427825 w 723900"/>
                <a:gd name="csY721" fmla="*/ 247620 h 247650"/>
                <a:gd name="csX722" fmla="*/ 426358 w 723900"/>
                <a:gd name="csY722" fmla="*/ 247620 h 247650"/>
                <a:gd name="csX723" fmla="*/ 424968 w 723900"/>
                <a:gd name="csY723" fmla="*/ 247620 h 247650"/>
                <a:gd name="csX724" fmla="*/ 423567 w 723900"/>
                <a:gd name="csY724" fmla="*/ 247620 h 247650"/>
                <a:gd name="csX725" fmla="*/ 422110 w 723900"/>
                <a:gd name="csY725" fmla="*/ 247620 h 247650"/>
                <a:gd name="csX726" fmla="*/ 420710 w 723900"/>
                <a:gd name="csY726" fmla="*/ 247620 h 247650"/>
                <a:gd name="csX727" fmla="*/ 419319 w 723900"/>
                <a:gd name="csY727" fmla="*/ 247620 h 247650"/>
                <a:gd name="csX728" fmla="*/ 417919 w 723900"/>
                <a:gd name="csY728" fmla="*/ 247620 h 247650"/>
                <a:gd name="csX729" fmla="*/ 416462 w 723900"/>
                <a:gd name="csY729" fmla="*/ 247620 h 247650"/>
                <a:gd name="csX730" fmla="*/ 415061 w 723900"/>
                <a:gd name="csY730" fmla="*/ 247620 h 247650"/>
                <a:gd name="csX731" fmla="*/ 413671 w 723900"/>
                <a:gd name="csY731" fmla="*/ 247620 h 247650"/>
                <a:gd name="csX732" fmla="*/ 412204 w 723900"/>
                <a:gd name="csY732" fmla="*/ 247620 h 247650"/>
                <a:gd name="csX733" fmla="*/ 410813 w 723900"/>
                <a:gd name="csY733" fmla="*/ 247620 h 247650"/>
                <a:gd name="csX734" fmla="*/ 409413 w 723900"/>
                <a:gd name="csY734" fmla="*/ 247620 h 247650"/>
                <a:gd name="csX735" fmla="*/ 407956 w 723900"/>
                <a:gd name="csY735" fmla="*/ 247620 h 247650"/>
                <a:gd name="csX736" fmla="*/ 406556 w 723900"/>
                <a:gd name="csY736" fmla="*/ 247620 h 247650"/>
                <a:gd name="csX737" fmla="*/ 405155 w 723900"/>
                <a:gd name="csY737" fmla="*/ 247620 h 247650"/>
                <a:gd name="csX738" fmla="*/ 403698 w 723900"/>
                <a:gd name="csY738" fmla="*/ 247620 h 247650"/>
                <a:gd name="csX739" fmla="*/ 402308 w 723900"/>
                <a:gd name="csY739" fmla="*/ 247620 h 247650"/>
                <a:gd name="csX740" fmla="*/ 400907 w 723900"/>
                <a:gd name="csY740" fmla="*/ 247620 h 247650"/>
                <a:gd name="csX741" fmla="*/ 399450 w 723900"/>
                <a:gd name="csY741" fmla="*/ 247620 h 247650"/>
                <a:gd name="csX742" fmla="*/ 398050 w 723900"/>
                <a:gd name="csY742" fmla="*/ 247620 h 247650"/>
                <a:gd name="csX743" fmla="*/ 396650 w 723900"/>
                <a:gd name="csY743" fmla="*/ 247620 h 247650"/>
                <a:gd name="csX744" fmla="*/ 395192 w 723900"/>
                <a:gd name="csY744" fmla="*/ 247620 h 247650"/>
                <a:gd name="csX745" fmla="*/ 393802 w 723900"/>
                <a:gd name="csY745" fmla="*/ 247620 h 247650"/>
                <a:gd name="csX746" fmla="*/ 392402 w 723900"/>
                <a:gd name="csY746" fmla="*/ 247620 h 247650"/>
                <a:gd name="csX747" fmla="*/ 391001 w 723900"/>
                <a:gd name="csY747" fmla="*/ 247620 h 247650"/>
                <a:gd name="csX748" fmla="*/ 389544 w 723900"/>
                <a:gd name="csY748" fmla="*/ 247620 h 247650"/>
                <a:gd name="csX749" fmla="*/ 388144 w 723900"/>
                <a:gd name="csY749" fmla="*/ 247620 h 247650"/>
                <a:gd name="csX750" fmla="*/ 386753 w 723900"/>
                <a:gd name="csY750" fmla="*/ 247620 h 247650"/>
                <a:gd name="csX751" fmla="*/ 385296 w 723900"/>
                <a:gd name="csY751" fmla="*/ 247620 h 247650"/>
                <a:gd name="csX752" fmla="*/ 383896 w 723900"/>
                <a:gd name="csY752" fmla="*/ 247620 h 247650"/>
                <a:gd name="csX753" fmla="*/ 382495 w 723900"/>
                <a:gd name="csY753" fmla="*/ 247620 h 247650"/>
                <a:gd name="csX754" fmla="*/ 381038 w 723900"/>
                <a:gd name="csY754" fmla="*/ 247620 h 247650"/>
                <a:gd name="csX755" fmla="*/ 379638 w 723900"/>
                <a:gd name="csY755" fmla="*/ 247620 h 247650"/>
                <a:gd name="csX756" fmla="*/ 378247 w 723900"/>
                <a:gd name="csY756" fmla="*/ 247620 h 247650"/>
                <a:gd name="csX757" fmla="*/ 376780 w 723900"/>
                <a:gd name="csY757" fmla="*/ 247620 h 247650"/>
                <a:gd name="csX758" fmla="*/ 375390 w 723900"/>
                <a:gd name="csY758" fmla="*/ 247620 h 247650"/>
                <a:gd name="csX759" fmla="*/ 373990 w 723900"/>
                <a:gd name="csY759" fmla="*/ 247620 h 247650"/>
                <a:gd name="csX760" fmla="*/ 372532 w 723900"/>
                <a:gd name="csY760" fmla="*/ 247620 h 247650"/>
                <a:gd name="csX761" fmla="*/ 371132 w 723900"/>
                <a:gd name="csY761" fmla="*/ 247620 h 247650"/>
                <a:gd name="csX762" fmla="*/ 369742 w 723900"/>
                <a:gd name="csY762" fmla="*/ 247620 h 247650"/>
                <a:gd name="csX763" fmla="*/ 368275 w 723900"/>
                <a:gd name="csY763" fmla="*/ 247620 h 247650"/>
                <a:gd name="csX764" fmla="*/ 366884 w 723900"/>
                <a:gd name="csY764" fmla="*/ 247620 h 247650"/>
                <a:gd name="csX765" fmla="*/ 365484 w 723900"/>
                <a:gd name="csY765" fmla="*/ 247620 h 247650"/>
                <a:gd name="csX766" fmla="*/ 364027 w 723900"/>
                <a:gd name="csY766" fmla="*/ 247620 h 247650"/>
                <a:gd name="csX767" fmla="*/ 362626 w 723900"/>
                <a:gd name="csY767" fmla="*/ 247620 h 247650"/>
                <a:gd name="csX768" fmla="*/ 361236 w 723900"/>
                <a:gd name="csY768" fmla="*/ 247620 h 247650"/>
                <a:gd name="csX769" fmla="*/ 359836 w 723900"/>
                <a:gd name="csY769" fmla="*/ 247620 h 247650"/>
                <a:gd name="csX770" fmla="*/ 358378 w 723900"/>
                <a:gd name="csY770" fmla="*/ 247620 h 247650"/>
                <a:gd name="csX771" fmla="*/ 356978 w 723900"/>
                <a:gd name="csY771" fmla="*/ 247620 h 247650"/>
                <a:gd name="csX772" fmla="*/ 355588 w 723900"/>
                <a:gd name="csY772" fmla="*/ 247620 h 247650"/>
                <a:gd name="csX773" fmla="*/ 354120 w 723900"/>
                <a:gd name="csY773" fmla="*/ 247620 h 247650"/>
                <a:gd name="csX774" fmla="*/ 352730 w 723900"/>
                <a:gd name="csY774" fmla="*/ 247620 h 247650"/>
                <a:gd name="csX775" fmla="*/ 351330 w 723900"/>
                <a:gd name="csY775" fmla="*/ 247620 h 247650"/>
                <a:gd name="csX776" fmla="*/ 349872 w 723900"/>
                <a:gd name="csY776" fmla="*/ 247620 h 247650"/>
                <a:gd name="csX777" fmla="*/ 348472 w 723900"/>
                <a:gd name="csY777" fmla="*/ 247620 h 247650"/>
                <a:gd name="csX778" fmla="*/ 347082 w 723900"/>
                <a:gd name="csY778" fmla="*/ 247620 h 247650"/>
                <a:gd name="csX779" fmla="*/ 345615 w 723900"/>
                <a:gd name="csY779" fmla="*/ 247620 h 247650"/>
                <a:gd name="csX780" fmla="*/ 344224 w 723900"/>
                <a:gd name="csY780" fmla="*/ 247620 h 247650"/>
                <a:gd name="csX781" fmla="*/ 342824 w 723900"/>
                <a:gd name="csY781" fmla="*/ 247620 h 247650"/>
                <a:gd name="csX782" fmla="*/ 341367 w 723900"/>
                <a:gd name="csY782" fmla="*/ 247620 h 247650"/>
                <a:gd name="csX783" fmla="*/ 339966 w 723900"/>
                <a:gd name="csY783" fmla="*/ 247620 h 247650"/>
                <a:gd name="csX784" fmla="*/ 338576 w 723900"/>
                <a:gd name="csY784" fmla="*/ 247620 h 247650"/>
                <a:gd name="csX785" fmla="*/ 337109 w 723900"/>
                <a:gd name="csY785" fmla="*/ 247620 h 247650"/>
                <a:gd name="csX786" fmla="*/ 335718 w 723900"/>
                <a:gd name="csY786" fmla="*/ 247620 h 247650"/>
                <a:gd name="csX787" fmla="*/ 334318 w 723900"/>
                <a:gd name="csY787" fmla="*/ 247620 h 247650"/>
                <a:gd name="csX788" fmla="*/ 332918 w 723900"/>
                <a:gd name="csY788" fmla="*/ 247620 h 247650"/>
                <a:gd name="csX789" fmla="*/ 331460 w 723900"/>
                <a:gd name="csY789" fmla="*/ 247620 h 247650"/>
                <a:gd name="csX790" fmla="*/ 330060 w 723900"/>
                <a:gd name="csY790" fmla="*/ 247620 h 247650"/>
                <a:gd name="csX791" fmla="*/ 328670 w 723900"/>
                <a:gd name="csY791" fmla="*/ 247620 h 247650"/>
                <a:gd name="csX792" fmla="*/ 327212 w 723900"/>
                <a:gd name="csY792" fmla="*/ 247620 h 247650"/>
                <a:gd name="csX793" fmla="*/ 325812 w 723900"/>
                <a:gd name="csY793" fmla="*/ 247620 h 247650"/>
                <a:gd name="csX794" fmla="*/ 324412 w 723900"/>
                <a:gd name="csY794" fmla="*/ 247620 h 247650"/>
                <a:gd name="csX795" fmla="*/ 322955 w 723900"/>
                <a:gd name="csY795" fmla="*/ 247620 h 247650"/>
                <a:gd name="csX796" fmla="*/ 321564 w 723900"/>
                <a:gd name="csY796" fmla="*/ 247620 h 247650"/>
                <a:gd name="csX797" fmla="*/ 320164 w 723900"/>
                <a:gd name="csY797" fmla="*/ 247620 h 247650"/>
                <a:gd name="csX798" fmla="*/ 318707 w 723900"/>
                <a:gd name="csY798" fmla="*/ 247620 h 247650"/>
                <a:gd name="csX799" fmla="*/ 317306 w 723900"/>
                <a:gd name="csY799" fmla="*/ 247620 h 247650"/>
                <a:gd name="csX800" fmla="*/ 315906 w 723900"/>
                <a:gd name="csY800" fmla="*/ 247620 h 247650"/>
                <a:gd name="csX801" fmla="*/ 314449 w 723900"/>
                <a:gd name="csY801" fmla="*/ 247620 h 247650"/>
                <a:gd name="csX802" fmla="*/ 313058 w 723900"/>
                <a:gd name="csY802" fmla="*/ 247620 h 247650"/>
                <a:gd name="csX803" fmla="*/ 311658 w 723900"/>
                <a:gd name="csY803" fmla="*/ 247620 h 247650"/>
                <a:gd name="csX804" fmla="*/ 310201 w 723900"/>
                <a:gd name="csY804" fmla="*/ 247620 h 247650"/>
                <a:gd name="csX805" fmla="*/ 308801 w 723900"/>
                <a:gd name="csY805" fmla="*/ 247620 h 247650"/>
                <a:gd name="csX806" fmla="*/ 307400 w 723900"/>
                <a:gd name="csY806" fmla="*/ 247620 h 247650"/>
                <a:gd name="csX807" fmla="*/ 306010 w 723900"/>
                <a:gd name="csY807" fmla="*/ 247620 h 247650"/>
                <a:gd name="csX808" fmla="*/ 304543 w 723900"/>
                <a:gd name="csY808" fmla="*/ 247620 h 247650"/>
                <a:gd name="csX809" fmla="*/ 303152 w 723900"/>
                <a:gd name="csY809" fmla="*/ 247620 h 247650"/>
                <a:gd name="csX810" fmla="*/ 301752 w 723900"/>
                <a:gd name="csY810" fmla="*/ 247620 h 247650"/>
                <a:gd name="csX811" fmla="*/ 300295 w 723900"/>
                <a:gd name="csY811" fmla="*/ 247620 h 247650"/>
                <a:gd name="csX812" fmla="*/ 298894 w 723900"/>
                <a:gd name="csY812" fmla="*/ 247620 h 247650"/>
                <a:gd name="csX813" fmla="*/ 297504 w 723900"/>
                <a:gd name="csY813" fmla="*/ 247620 h 247650"/>
                <a:gd name="csX814" fmla="*/ 296037 w 723900"/>
                <a:gd name="csY814" fmla="*/ 247620 h 247650"/>
                <a:gd name="csX815" fmla="*/ 294646 w 723900"/>
                <a:gd name="csY815" fmla="*/ 247620 h 247650"/>
                <a:gd name="csX816" fmla="*/ 293246 w 723900"/>
                <a:gd name="csY816" fmla="*/ 247620 h 247650"/>
                <a:gd name="csX817" fmla="*/ 291789 w 723900"/>
                <a:gd name="csY817" fmla="*/ 247620 h 247650"/>
                <a:gd name="csX818" fmla="*/ 290389 w 723900"/>
                <a:gd name="csY818" fmla="*/ 247620 h 247650"/>
                <a:gd name="csX819" fmla="*/ 288998 w 723900"/>
                <a:gd name="csY819" fmla="*/ 247620 h 247650"/>
                <a:gd name="csX820" fmla="*/ 287531 w 723900"/>
                <a:gd name="csY820" fmla="*/ 247620 h 247650"/>
                <a:gd name="csX821" fmla="*/ 286141 w 723900"/>
                <a:gd name="csY821" fmla="*/ 247620 h 247650"/>
                <a:gd name="csX822" fmla="*/ 284740 w 723900"/>
                <a:gd name="csY822" fmla="*/ 247620 h 247650"/>
                <a:gd name="csX823" fmla="*/ 283283 w 723900"/>
                <a:gd name="csY823" fmla="*/ 247620 h 247650"/>
                <a:gd name="csX824" fmla="*/ 281883 w 723900"/>
                <a:gd name="csY824" fmla="*/ 247620 h 247650"/>
                <a:gd name="csX825" fmla="*/ 280492 w 723900"/>
                <a:gd name="csY825" fmla="*/ 247620 h 247650"/>
                <a:gd name="csX826" fmla="*/ 279025 w 723900"/>
                <a:gd name="csY826" fmla="*/ 247620 h 247650"/>
                <a:gd name="csX827" fmla="*/ 277635 w 723900"/>
                <a:gd name="csY827" fmla="*/ 247620 h 247650"/>
                <a:gd name="csX828" fmla="*/ 276235 w 723900"/>
                <a:gd name="csY828" fmla="*/ 247620 h 247650"/>
                <a:gd name="csX829" fmla="*/ 274844 w 723900"/>
                <a:gd name="csY829" fmla="*/ 247620 h 247650"/>
                <a:gd name="csX830" fmla="*/ 273377 w 723900"/>
                <a:gd name="csY830" fmla="*/ 247620 h 247650"/>
                <a:gd name="csX831" fmla="*/ 271987 w 723900"/>
                <a:gd name="csY831" fmla="*/ 247620 h 247650"/>
                <a:gd name="csX832" fmla="*/ 270586 w 723900"/>
                <a:gd name="csY832" fmla="*/ 247620 h 247650"/>
                <a:gd name="csX833" fmla="*/ 269129 w 723900"/>
                <a:gd name="csY833" fmla="*/ 247620 h 247650"/>
                <a:gd name="csX834" fmla="*/ 267729 w 723900"/>
                <a:gd name="csY834" fmla="*/ 247620 h 247650"/>
                <a:gd name="csX835" fmla="*/ 266338 w 723900"/>
                <a:gd name="csY835" fmla="*/ 247620 h 247650"/>
                <a:gd name="csX836" fmla="*/ 264871 w 723900"/>
                <a:gd name="csY836" fmla="*/ 247620 h 247650"/>
                <a:gd name="csX837" fmla="*/ 263481 w 723900"/>
                <a:gd name="csY837" fmla="*/ 247620 h 247650"/>
                <a:gd name="csX838" fmla="*/ 262080 w 723900"/>
                <a:gd name="csY838" fmla="*/ 247620 h 247650"/>
                <a:gd name="csX839" fmla="*/ 260623 w 723900"/>
                <a:gd name="csY839" fmla="*/ 247620 h 247650"/>
                <a:gd name="csX840" fmla="*/ 259223 w 723900"/>
                <a:gd name="csY840" fmla="*/ 247620 h 247650"/>
                <a:gd name="csX841" fmla="*/ 257823 w 723900"/>
                <a:gd name="csY841" fmla="*/ 247620 h 247650"/>
                <a:gd name="csX842" fmla="*/ 256365 w 723900"/>
                <a:gd name="csY842" fmla="*/ 247620 h 247650"/>
                <a:gd name="csX843" fmla="*/ 254975 w 723900"/>
                <a:gd name="csY843" fmla="*/ 247620 h 247650"/>
                <a:gd name="csX844" fmla="*/ 253575 w 723900"/>
                <a:gd name="csY844" fmla="*/ 247620 h 247650"/>
                <a:gd name="csX845" fmla="*/ 252117 w 723900"/>
                <a:gd name="csY845" fmla="*/ 247620 h 247650"/>
                <a:gd name="csX846" fmla="*/ 250717 w 723900"/>
                <a:gd name="csY846" fmla="*/ 247620 h 247650"/>
                <a:gd name="csX847" fmla="*/ 249327 w 723900"/>
                <a:gd name="csY847" fmla="*/ 247620 h 247650"/>
                <a:gd name="csX848" fmla="*/ 247926 w 723900"/>
                <a:gd name="csY848" fmla="*/ 247620 h 247650"/>
                <a:gd name="csX849" fmla="*/ 246469 w 723900"/>
                <a:gd name="csY849" fmla="*/ 247620 h 247650"/>
                <a:gd name="csX850" fmla="*/ 245069 w 723900"/>
                <a:gd name="csY850" fmla="*/ 247620 h 247650"/>
                <a:gd name="csX851" fmla="*/ 243669 w 723900"/>
                <a:gd name="csY851" fmla="*/ 247620 h 247650"/>
                <a:gd name="csX852" fmla="*/ 242211 w 723900"/>
                <a:gd name="csY852" fmla="*/ 247620 h 247650"/>
                <a:gd name="csX853" fmla="*/ 240811 w 723900"/>
                <a:gd name="csY853" fmla="*/ 247620 h 247650"/>
                <a:gd name="csX854" fmla="*/ 239420 w 723900"/>
                <a:gd name="csY854" fmla="*/ 247620 h 247650"/>
                <a:gd name="csX855" fmla="*/ 237963 w 723900"/>
                <a:gd name="csY855" fmla="*/ 247620 h 247650"/>
                <a:gd name="csX856" fmla="*/ 236563 w 723900"/>
                <a:gd name="csY856" fmla="*/ 247620 h 247650"/>
                <a:gd name="csX857" fmla="*/ 235163 w 723900"/>
                <a:gd name="csY857" fmla="*/ 247620 h 247650"/>
                <a:gd name="csX858" fmla="*/ 233705 w 723900"/>
                <a:gd name="csY858" fmla="*/ 247620 h 247650"/>
                <a:gd name="csX859" fmla="*/ 232305 w 723900"/>
                <a:gd name="csY859" fmla="*/ 247620 h 247650"/>
                <a:gd name="csX860" fmla="*/ 230915 w 723900"/>
                <a:gd name="csY860" fmla="*/ 247620 h 247650"/>
                <a:gd name="csX861" fmla="*/ 229457 w 723900"/>
                <a:gd name="csY861" fmla="*/ 247620 h 247650"/>
                <a:gd name="csX862" fmla="*/ 228057 w 723900"/>
                <a:gd name="csY862" fmla="*/ 247620 h 247650"/>
                <a:gd name="csX863" fmla="*/ 226657 w 723900"/>
                <a:gd name="csY863" fmla="*/ 247620 h 247650"/>
                <a:gd name="csX864" fmla="*/ 225200 w 723900"/>
                <a:gd name="csY864" fmla="*/ 247620 h 247650"/>
                <a:gd name="csX865" fmla="*/ 223799 w 723900"/>
                <a:gd name="csY865" fmla="*/ 247620 h 247650"/>
                <a:gd name="csX866" fmla="*/ 222409 w 723900"/>
                <a:gd name="csY866" fmla="*/ 247620 h 247650"/>
                <a:gd name="csX867" fmla="*/ 220952 w 723900"/>
                <a:gd name="csY867" fmla="*/ 247620 h 247650"/>
                <a:gd name="csX868" fmla="*/ 219551 w 723900"/>
                <a:gd name="csY868" fmla="*/ 247620 h 247650"/>
                <a:gd name="csX869" fmla="*/ 218151 w 723900"/>
                <a:gd name="csY869" fmla="*/ 247620 h 247650"/>
                <a:gd name="csX870" fmla="*/ 216761 w 723900"/>
                <a:gd name="csY870" fmla="*/ 247620 h 247650"/>
                <a:gd name="csX871" fmla="*/ 215294 w 723900"/>
                <a:gd name="csY871" fmla="*/ 247620 h 247650"/>
                <a:gd name="csX872" fmla="*/ 213903 w 723900"/>
                <a:gd name="csY872" fmla="*/ 247620 h 247650"/>
                <a:gd name="csX873" fmla="*/ 212503 w 723900"/>
                <a:gd name="csY873" fmla="*/ 247620 h 247650"/>
                <a:gd name="csX874" fmla="*/ 211045 w 723900"/>
                <a:gd name="csY874" fmla="*/ 247620 h 247650"/>
                <a:gd name="csX875" fmla="*/ 209645 w 723900"/>
                <a:gd name="csY875" fmla="*/ 247620 h 247650"/>
                <a:gd name="csX876" fmla="*/ 208255 w 723900"/>
                <a:gd name="csY876" fmla="*/ 247620 h 247650"/>
                <a:gd name="csX877" fmla="*/ 206788 w 723900"/>
                <a:gd name="csY877" fmla="*/ 247620 h 247650"/>
                <a:gd name="csX878" fmla="*/ 205397 w 723900"/>
                <a:gd name="csY878" fmla="*/ 247620 h 247650"/>
                <a:gd name="csX879" fmla="*/ 203997 w 723900"/>
                <a:gd name="csY879" fmla="*/ 247620 h 247650"/>
                <a:gd name="csX880" fmla="*/ 202540 w 723900"/>
                <a:gd name="csY880" fmla="*/ 247620 h 247650"/>
                <a:gd name="csX881" fmla="*/ 201139 w 723900"/>
                <a:gd name="csY881" fmla="*/ 247620 h 247650"/>
                <a:gd name="csX882" fmla="*/ 199749 w 723900"/>
                <a:gd name="csY882" fmla="*/ 247620 h 247650"/>
                <a:gd name="csX883" fmla="*/ 198282 w 723900"/>
                <a:gd name="csY883" fmla="*/ 247620 h 247650"/>
                <a:gd name="csX884" fmla="*/ 196891 w 723900"/>
                <a:gd name="csY884" fmla="*/ 247620 h 247650"/>
                <a:gd name="csX885" fmla="*/ 195491 w 723900"/>
                <a:gd name="csY885" fmla="*/ 247620 h 247650"/>
                <a:gd name="csX886" fmla="*/ 194034 w 723900"/>
                <a:gd name="csY886" fmla="*/ 247620 h 247650"/>
                <a:gd name="csX887" fmla="*/ 192634 w 723900"/>
                <a:gd name="csY887" fmla="*/ 247620 h 247650"/>
                <a:gd name="csX888" fmla="*/ 191243 w 723900"/>
                <a:gd name="csY888" fmla="*/ 247620 h 247650"/>
                <a:gd name="csX889" fmla="*/ 189843 w 723900"/>
                <a:gd name="csY889" fmla="*/ 247620 h 247650"/>
                <a:gd name="csX890" fmla="*/ 188385 w 723900"/>
                <a:gd name="csY890" fmla="*/ 247620 h 247650"/>
                <a:gd name="csX891" fmla="*/ 186985 w 723900"/>
                <a:gd name="csY891" fmla="*/ 247620 h 247650"/>
                <a:gd name="csX892" fmla="*/ 185595 w 723900"/>
                <a:gd name="csY892" fmla="*/ 247620 h 247650"/>
                <a:gd name="csX893" fmla="*/ 184128 w 723900"/>
                <a:gd name="csY893" fmla="*/ 247620 h 247650"/>
                <a:gd name="csX894" fmla="*/ 182737 w 723900"/>
                <a:gd name="csY894" fmla="*/ 247620 h 247650"/>
                <a:gd name="csX895" fmla="*/ 181337 w 723900"/>
                <a:gd name="csY895" fmla="*/ 247620 h 247650"/>
                <a:gd name="csX896" fmla="*/ 179880 w 723900"/>
                <a:gd name="csY896" fmla="*/ 247620 h 247650"/>
                <a:gd name="csX897" fmla="*/ 178479 w 723900"/>
                <a:gd name="csY897" fmla="*/ 247620 h 247650"/>
                <a:gd name="csX898" fmla="*/ 177089 w 723900"/>
                <a:gd name="csY898" fmla="*/ 247620 h 247650"/>
                <a:gd name="csX899" fmla="*/ 175622 w 723900"/>
                <a:gd name="csY899" fmla="*/ 247620 h 247650"/>
                <a:gd name="csX900" fmla="*/ 174231 w 723900"/>
                <a:gd name="csY900" fmla="*/ 247620 h 247650"/>
                <a:gd name="csX901" fmla="*/ 172831 w 723900"/>
                <a:gd name="csY901" fmla="*/ 247620 h 247650"/>
                <a:gd name="csX902" fmla="*/ 171374 w 723900"/>
                <a:gd name="csY902" fmla="*/ 247620 h 247650"/>
                <a:gd name="csX903" fmla="*/ 169974 w 723900"/>
                <a:gd name="csY903" fmla="*/ 247620 h 247650"/>
                <a:gd name="csX904" fmla="*/ 168574 w 723900"/>
                <a:gd name="csY904" fmla="*/ 247620 h 247650"/>
                <a:gd name="csX905" fmla="*/ 167116 w 723900"/>
                <a:gd name="csY905" fmla="*/ 247620 h 247650"/>
                <a:gd name="csX906" fmla="*/ 165726 w 723900"/>
                <a:gd name="csY906" fmla="*/ 247620 h 247650"/>
                <a:gd name="csX907" fmla="*/ 164325 w 723900"/>
                <a:gd name="csY907" fmla="*/ 247620 h 247650"/>
                <a:gd name="csX908" fmla="*/ 162868 w 723900"/>
                <a:gd name="csY908" fmla="*/ 247620 h 247650"/>
                <a:gd name="csX909" fmla="*/ 161468 w 723900"/>
                <a:gd name="csY909" fmla="*/ 247620 h 247650"/>
                <a:gd name="csX910" fmla="*/ 160068 w 723900"/>
                <a:gd name="csY910" fmla="*/ 247620 h 247650"/>
                <a:gd name="csX911" fmla="*/ 158677 w 723900"/>
                <a:gd name="csY911" fmla="*/ 247620 h 247650"/>
                <a:gd name="csX912" fmla="*/ 157220 w 723900"/>
                <a:gd name="csY912" fmla="*/ 247620 h 247650"/>
                <a:gd name="csX913" fmla="*/ 155819 w 723900"/>
                <a:gd name="csY913" fmla="*/ 247620 h 247650"/>
                <a:gd name="csX914" fmla="*/ 154419 w 723900"/>
                <a:gd name="csY914" fmla="*/ 247620 h 247650"/>
                <a:gd name="csX915" fmla="*/ 152962 w 723900"/>
                <a:gd name="csY915" fmla="*/ 247620 h 247650"/>
                <a:gd name="csX916" fmla="*/ 151562 w 723900"/>
                <a:gd name="csY916" fmla="*/ 247620 h 247650"/>
                <a:gd name="csX917" fmla="*/ 150171 w 723900"/>
                <a:gd name="csY917" fmla="*/ 247620 h 247650"/>
                <a:gd name="csX918" fmla="*/ 148714 w 723900"/>
                <a:gd name="csY918" fmla="*/ 247620 h 247650"/>
                <a:gd name="csX919" fmla="*/ 147314 w 723900"/>
                <a:gd name="csY919" fmla="*/ 247620 h 247650"/>
                <a:gd name="csX920" fmla="*/ 145914 w 723900"/>
                <a:gd name="csY920" fmla="*/ 247620 h 247650"/>
                <a:gd name="csX921" fmla="*/ 144456 w 723900"/>
                <a:gd name="csY921" fmla="*/ 247620 h 247650"/>
                <a:gd name="csX922" fmla="*/ 143056 w 723900"/>
                <a:gd name="csY922" fmla="*/ 247620 h 247650"/>
                <a:gd name="csX923" fmla="*/ 141665 w 723900"/>
                <a:gd name="csY923" fmla="*/ 247620 h 247650"/>
                <a:gd name="csX924" fmla="*/ 140199 w 723900"/>
                <a:gd name="csY924" fmla="*/ 247620 h 247650"/>
                <a:gd name="csX925" fmla="*/ 138808 w 723900"/>
                <a:gd name="csY925" fmla="*/ 247620 h 247650"/>
                <a:gd name="csX926" fmla="*/ 137408 w 723900"/>
                <a:gd name="csY926" fmla="*/ 247620 h 247650"/>
                <a:gd name="csX927" fmla="*/ 135950 w 723900"/>
                <a:gd name="csY927" fmla="*/ 247620 h 247650"/>
                <a:gd name="csX928" fmla="*/ 134550 w 723900"/>
                <a:gd name="csY928" fmla="*/ 247620 h 247650"/>
                <a:gd name="csX929" fmla="*/ 133160 w 723900"/>
                <a:gd name="csY929" fmla="*/ 247620 h 247650"/>
                <a:gd name="csX930" fmla="*/ 131759 w 723900"/>
                <a:gd name="csY930" fmla="*/ 247620 h 247650"/>
                <a:gd name="csX931" fmla="*/ 130302 w 723900"/>
                <a:gd name="csY931" fmla="*/ 247620 h 247650"/>
                <a:gd name="csX932" fmla="*/ 128902 w 723900"/>
                <a:gd name="csY932" fmla="*/ 247620 h 247650"/>
                <a:gd name="csX933" fmla="*/ 127511 w 723900"/>
                <a:gd name="csY933" fmla="*/ 247620 h 247650"/>
                <a:gd name="csX934" fmla="*/ 126044 w 723900"/>
                <a:gd name="csY934" fmla="*/ 247620 h 247650"/>
                <a:gd name="csX935" fmla="*/ 124654 w 723900"/>
                <a:gd name="csY935" fmla="*/ 247620 h 247650"/>
                <a:gd name="csX936" fmla="*/ 123253 w 723900"/>
                <a:gd name="csY936" fmla="*/ 247620 h 247650"/>
                <a:gd name="csX937" fmla="*/ 121796 w 723900"/>
                <a:gd name="csY937" fmla="*/ 247620 h 247650"/>
                <a:gd name="csX938" fmla="*/ 120396 w 723900"/>
                <a:gd name="csY938" fmla="*/ 247620 h 247650"/>
                <a:gd name="csX939" fmla="*/ 119005 w 723900"/>
                <a:gd name="csY939" fmla="*/ 247620 h 247650"/>
                <a:gd name="csX940" fmla="*/ 117539 w 723900"/>
                <a:gd name="csY940" fmla="*/ 247620 h 247650"/>
                <a:gd name="csX941" fmla="*/ 116148 w 723900"/>
                <a:gd name="csY941" fmla="*/ 247620 h 247650"/>
                <a:gd name="csX942" fmla="*/ 114748 w 723900"/>
                <a:gd name="csY942" fmla="*/ 247620 h 247650"/>
                <a:gd name="csX943" fmla="*/ 113290 w 723900"/>
                <a:gd name="csY943" fmla="*/ 247620 h 247650"/>
                <a:gd name="csX944" fmla="*/ 111890 w 723900"/>
                <a:gd name="csY944" fmla="*/ 247620 h 247650"/>
                <a:gd name="csX945" fmla="*/ 110500 w 723900"/>
                <a:gd name="csY945" fmla="*/ 247620 h 247650"/>
                <a:gd name="csX946" fmla="*/ 109033 w 723900"/>
                <a:gd name="csY946" fmla="*/ 247620 h 247650"/>
                <a:gd name="csX947" fmla="*/ 107642 w 723900"/>
                <a:gd name="csY947" fmla="*/ 247620 h 247650"/>
                <a:gd name="csX948" fmla="*/ 106242 w 723900"/>
                <a:gd name="csY948" fmla="*/ 247620 h 247650"/>
                <a:gd name="csX949" fmla="*/ 104842 w 723900"/>
                <a:gd name="csY949" fmla="*/ 247620 h 247650"/>
                <a:gd name="csX950" fmla="*/ 103384 w 723900"/>
                <a:gd name="csY950" fmla="*/ 247620 h 247650"/>
                <a:gd name="csX951" fmla="*/ 101994 w 723900"/>
                <a:gd name="csY951" fmla="*/ 247620 h 247650"/>
                <a:gd name="csX952" fmla="*/ 100593 w 723900"/>
                <a:gd name="csY952" fmla="*/ 247620 h 247650"/>
                <a:gd name="csX953" fmla="*/ 99136 w 723900"/>
                <a:gd name="csY953" fmla="*/ 247620 h 247650"/>
                <a:gd name="csX954" fmla="*/ 97736 w 723900"/>
                <a:gd name="csY954" fmla="*/ 247620 h 247650"/>
                <a:gd name="csX955" fmla="*/ 96336 w 723900"/>
                <a:gd name="csY955" fmla="*/ 247620 h 247650"/>
                <a:gd name="csX956" fmla="*/ 94879 w 723900"/>
                <a:gd name="csY956" fmla="*/ 247620 h 247650"/>
                <a:gd name="csX957" fmla="*/ 93488 w 723900"/>
                <a:gd name="csY957" fmla="*/ 247620 h 247650"/>
                <a:gd name="csX958" fmla="*/ 92088 w 723900"/>
                <a:gd name="csY958" fmla="*/ 247620 h 247650"/>
                <a:gd name="csX959" fmla="*/ 90630 w 723900"/>
                <a:gd name="csY959" fmla="*/ 247620 h 247650"/>
                <a:gd name="csX960" fmla="*/ 89230 w 723900"/>
                <a:gd name="csY960" fmla="*/ 247620 h 247650"/>
                <a:gd name="csX961" fmla="*/ 87830 w 723900"/>
                <a:gd name="csY961" fmla="*/ 247620 h 247650"/>
                <a:gd name="csX962" fmla="*/ 86373 w 723900"/>
                <a:gd name="csY962" fmla="*/ 247620 h 247650"/>
                <a:gd name="csX963" fmla="*/ 84982 w 723900"/>
                <a:gd name="csY963" fmla="*/ 247620 h 247650"/>
                <a:gd name="csX964" fmla="*/ 83582 w 723900"/>
                <a:gd name="csY964" fmla="*/ 247620 h 247650"/>
                <a:gd name="csX965" fmla="*/ 82125 w 723900"/>
                <a:gd name="csY965" fmla="*/ 247620 h 247650"/>
                <a:gd name="csX966" fmla="*/ 80724 w 723900"/>
                <a:gd name="csY966" fmla="*/ 247620 h 247650"/>
                <a:gd name="csX967" fmla="*/ 79324 w 723900"/>
                <a:gd name="csY967" fmla="*/ 247620 h 247650"/>
                <a:gd name="csX968" fmla="*/ 77867 w 723900"/>
                <a:gd name="csY968" fmla="*/ 247620 h 247650"/>
                <a:gd name="csX969" fmla="*/ 76467 w 723900"/>
                <a:gd name="csY969" fmla="*/ 247620 h 247650"/>
                <a:gd name="csX970" fmla="*/ 75076 w 723900"/>
                <a:gd name="csY970" fmla="*/ 247620 h 247650"/>
                <a:gd name="csX971" fmla="*/ 73676 w 723900"/>
                <a:gd name="csY971" fmla="*/ 247620 h 247650"/>
                <a:gd name="csX972" fmla="*/ 72219 w 723900"/>
                <a:gd name="csY972" fmla="*/ 247620 h 247650"/>
                <a:gd name="csX973" fmla="*/ 70819 w 723900"/>
                <a:gd name="csY973" fmla="*/ 247620 h 247650"/>
                <a:gd name="csX974" fmla="*/ 69428 w 723900"/>
                <a:gd name="csY974" fmla="*/ 247620 h 247650"/>
                <a:gd name="csX975" fmla="*/ 67970 w 723900"/>
                <a:gd name="csY975" fmla="*/ 247620 h 247650"/>
                <a:gd name="csX976" fmla="*/ 66570 w 723900"/>
                <a:gd name="csY976" fmla="*/ 247620 h 247650"/>
                <a:gd name="csX977" fmla="*/ 65170 w 723900"/>
                <a:gd name="csY977" fmla="*/ 247620 h 247650"/>
                <a:gd name="csX978" fmla="*/ 63713 w 723900"/>
                <a:gd name="csY978" fmla="*/ 247620 h 247650"/>
                <a:gd name="csX979" fmla="*/ 62313 w 723900"/>
                <a:gd name="csY979" fmla="*/ 247620 h 247650"/>
                <a:gd name="csX980" fmla="*/ 60922 w 723900"/>
                <a:gd name="csY980" fmla="*/ 247620 h 247650"/>
                <a:gd name="csX981" fmla="*/ 59465 w 723900"/>
                <a:gd name="csY981" fmla="*/ 247620 h 247650"/>
                <a:gd name="csX982" fmla="*/ 58064 w 723900"/>
                <a:gd name="csY982" fmla="*/ 247620 h 247650"/>
                <a:gd name="csX983" fmla="*/ 56664 w 723900"/>
                <a:gd name="csY983" fmla="*/ 247620 h 247650"/>
                <a:gd name="csX984" fmla="*/ 55207 w 723900"/>
                <a:gd name="csY984" fmla="*/ 247620 h 247650"/>
                <a:gd name="csX985" fmla="*/ 53807 w 723900"/>
                <a:gd name="csY985" fmla="*/ 247620 h 247650"/>
                <a:gd name="csX986" fmla="*/ 52416 w 723900"/>
                <a:gd name="csY986" fmla="*/ 247620 h 247650"/>
                <a:gd name="csX987" fmla="*/ 50949 w 723900"/>
                <a:gd name="csY987" fmla="*/ 247620 h 247650"/>
                <a:gd name="csX988" fmla="*/ 49558 w 723900"/>
                <a:gd name="csY988" fmla="*/ 247620 h 247650"/>
                <a:gd name="csX989" fmla="*/ 48159 w 723900"/>
                <a:gd name="csY989" fmla="*/ 247620 h 247650"/>
                <a:gd name="csX990" fmla="*/ 46768 w 723900"/>
                <a:gd name="csY990" fmla="*/ 247620 h 247650"/>
                <a:gd name="csX991" fmla="*/ 45301 w 723900"/>
                <a:gd name="csY991" fmla="*/ 247620 h 247650"/>
                <a:gd name="csX992" fmla="*/ 43910 w 723900"/>
                <a:gd name="csY992" fmla="*/ 247620 h 247650"/>
                <a:gd name="csX993" fmla="*/ 42510 w 723900"/>
                <a:gd name="csY993" fmla="*/ 247620 h 247650"/>
                <a:gd name="csX994" fmla="*/ 41053 w 723900"/>
                <a:gd name="csY994" fmla="*/ 247620 h 247650"/>
                <a:gd name="csX995" fmla="*/ 39653 w 723900"/>
                <a:gd name="csY995" fmla="*/ 247620 h 247650"/>
                <a:gd name="csX996" fmla="*/ 38262 w 723900"/>
                <a:gd name="csY996" fmla="*/ 247620 h 247650"/>
                <a:gd name="csX997" fmla="*/ 36795 w 723900"/>
                <a:gd name="csY997" fmla="*/ 247620 h 247650"/>
                <a:gd name="csX998" fmla="*/ 35404 w 723900"/>
                <a:gd name="csY998" fmla="*/ 247620 h 247650"/>
                <a:gd name="csX999" fmla="*/ 34004 w 723900"/>
                <a:gd name="csY999" fmla="*/ 247620 h 247650"/>
                <a:gd name="csX1000" fmla="*/ 32547 w 723900"/>
                <a:gd name="csY1000" fmla="*/ 247620 h 247650"/>
                <a:gd name="csX1001" fmla="*/ 31147 w 723900"/>
                <a:gd name="csY1001" fmla="*/ 247620 h 247650"/>
                <a:gd name="csX1002" fmla="*/ 29756 w 723900"/>
                <a:gd name="csY1002" fmla="*/ 247620 h 247650"/>
                <a:gd name="csX1003" fmla="*/ 28289 w 723900"/>
                <a:gd name="csY1003" fmla="*/ 247620 h 247650"/>
                <a:gd name="csX1004" fmla="*/ 26899 w 723900"/>
                <a:gd name="csY1004" fmla="*/ 247620 h 247650"/>
                <a:gd name="csX1005" fmla="*/ 25498 w 723900"/>
                <a:gd name="csY1005" fmla="*/ 247620 h 247650"/>
                <a:gd name="csX1006" fmla="*/ 24041 w 723900"/>
                <a:gd name="csY1006" fmla="*/ 247620 h 247650"/>
                <a:gd name="csX1007" fmla="*/ 22641 w 723900"/>
                <a:gd name="csY1007" fmla="*/ 247620 h 247650"/>
                <a:gd name="csX1008" fmla="*/ 21250 w 723900"/>
                <a:gd name="csY1008" fmla="*/ 247620 h 247650"/>
                <a:gd name="csX1009" fmla="*/ 19784 w 723900"/>
                <a:gd name="csY1009" fmla="*/ 247620 h 247650"/>
                <a:gd name="csX1010" fmla="*/ 18393 w 723900"/>
                <a:gd name="csY1010" fmla="*/ 247620 h 247650"/>
                <a:gd name="csX1011" fmla="*/ 16993 w 723900"/>
                <a:gd name="csY1011" fmla="*/ 247620 h 247650"/>
                <a:gd name="csX1012" fmla="*/ 15593 w 723900"/>
                <a:gd name="csY1012" fmla="*/ 247620 h 247650"/>
                <a:gd name="csX1013" fmla="*/ 14135 w 723900"/>
                <a:gd name="csY1013" fmla="*/ 247620 h 247650"/>
                <a:gd name="csX1014" fmla="*/ 12744 w 723900"/>
                <a:gd name="csY1014" fmla="*/ 247620 h 247650"/>
                <a:gd name="csX1015" fmla="*/ 11344 w 723900"/>
                <a:gd name="csY1015" fmla="*/ 247620 h 247650"/>
                <a:gd name="csX1016" fmla="*/ 9887 w 723900"/>
                <a:gd name="csY1016" fmla="*/ 247620 h 247650"/>
                <a:gd name="csX1017" fmla="*/ 8487 w 723900"/>
                <a:gd name="csY1017" fmla="*/ 247620 h 247650"/>
                <a:gd name="csX1018" fmla="*/ 7087 w 723900"/>
                <a:gd name="csY1018" fmla="*/ 247620 h 247650"/>
                <a:gd name="csX1019" fmla="*/ 5629 w 723900"/>
                <a:gd name="csY1019" fmla="*/ 247620 h 247650"/>
                <a:gd name="csX1020" fmla="*/ 4229 w 723900"/>
                <a:gd name="csY1020" fmla="*/ 247620 h 247650"/>
                <a:gd name="csX1021" fmla="*/ 2838 w 723900"/>
                <a:gd name="csY1021" fmla="*/ 247620 h 247650"/>
                <a:gd name="csX1022" fmla="*/ 1381 w 723900"/>
                <a:gd name="csY1022" fmla="*/ 247620 h 247650"/>
                <a:gd name="csX1023" fmla="*/ -19 w 723900"/>
                <a:gd name="csY1023"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247650">
                  <a:moveTo>
                    <a:pt x="-19" y="245324"/>
                  </a:moveTo>
                  <a:lnTo>
                    <a:pt x="1381" y="245077"/>
                  </a:lnTo>
                  <a:lnTo>
                    <a:pt x="2838" y="244829"/>
                  </a:lnTo>
                  <a:lnTo>
                    <a:pt x="4229" y="244524"/>
                  </a:lnTo>
                  <a:lnTo>
                    <a:pt x="5629" y="244210"/>
                  </a:lnTo>
                  <a:lnTo>
                    <a:pt x="7087" y="243905"/>
                  </a:lnTo>
                  <a:lnTo>
                    <a:pt x="8487" y="243534"/>
                  </a:lnTo>
                  <a:lnTo>
                    <a:pt x="9887" y="243162"/>
                  </a:lnTo>
                  <a:lnTo>
                    <a:pt x="11344" y="242724"/>
                  </a:lnTo>
                  <a:lnTo>
                    <a:pt x="12744" y="242229"/>
                  </a:lnTo>
                  <a:lnTo>
                    <a:pt x="14135" y="241734"/>
                  </a:lnTo>
                  <a:lnTo>
                    <a:pt x="15593" y="241181"/>
                  </a:lnTo>
                  <a:lnTo>
                    <a:pt x="16993" y="240619"/>
                  </a:lnTo>
                  <a:lnTo>
                    <a:pt x="18393" y="240000"/>
                  </a:lnTo>
                  <a:lnTo>
                    <a:pt x="19784" y="239314"/>
                  </a:lnTo>
                  <a:lnTo>
                    <a:pt x="21250" y="238638"/>
                  </a:lnTo>
                  <a:lnTo>
                    <a:pt x="22641" y="237828"/>
                  </a:lnTo>
                  <a:lnTo>
                    <a:pt x="24041" y="237028"/>
                  </a:lnTo>
                  <a:lnTo>
                    <a:pt x="25498" y="236095"/>
                  </a:lnTo>
                  <a:lnTo>
                    <a:pt x="26899" y="235171"/>
                  </a:lnTo>
                  <a:lnTo>
                    <a:pt x="28289" y="234180"/>
                  </a:lnTo>
                  <a:lnTo>
                    <a:pt x="29756" y="233056"/>
                  </a:lnTo>
                  <a:lnTo>
                    <a:pt x="31147" y="231942"/>
                  </a:lnTo>
                  <a:lnTo>
                    <a:pt x="32547" y="230704"/>
                  </a:lnTo>
                  <a:lnTo>
                    <a:pt x="34004" y="229408"/>
                  </a:lnTo>
                  <a:lnTo>
                    <a:pt x="35404" y="228046"/>
                  </a:lnTo>
                  <a:lnTo>
                    <a:pt x="36795" y="226617"/>
                  </a:lnTo>
                  <a:lnTo>
                    <a:pt x="38262" y="225065"/>
                  </a:lnTo>
                  <a:lnTo>
                    <a:pt x="39653" y="223455"/>
                  </a:lnTo>
                  <a:lnTo>
                    <a:pt x="41053" y="221722"/>
                  </a:lnTo>
                  <a:lnTo>
                    <a:pt x="42510" y="219921"/>
                  </a:lnTo>
                  <a:lnTo>
                    <a:pt x="43910" y="218007"/>
                  </a:lnTo>
                  <a:lnTo>
                    <a:pt x="45301" y="216025"/>
                  </a:lnTo>
                  <a:lnTo>
                    <a:pt x="46768" y="213911"/>
                  </a:lnTo>
                  <a:lnTo>
                    <a:pt x="48159" y="211682"/>
                  </a:lnTo>
                  <a:lnTo>
                    <a:pt x="49558" y="209396"/>
                  </a:lnTo>
                  <a:lnTo>
                    <a:pt x="50949" y="206977"/>
                  </a:lnTo>
                  <a:lnTo>
                    <a:pt x="52416" y="204501"/>
                  </a:lnTo>
                  <a:lnTo>
                    <a:pt x="53807" y="201890"/>
                  </a:lnTo>
                  <a:lnTo>
                    <a:pt x="55207" y="199109"/>
                  </a:lnTo>
                  <a:lnTo>
                    <a:pt x="56664" y="196318"/>
                  </a:lnTo>
                  <a:lnTo>
                    <a:pt x="58064" y="193347"/>
                  </a:lnTo>
                  <a:lnTo>
                    <a:pt x="59465" y="190308"/>
                  </a:lnTo>
                  <a:lnTo>
                    <a:pt x="60922" y="187146"/>
                  </a:lnTo>
                  <a:lnTo>
                    <a:pt x="62313" y="183869"/>
                  </a:lnTo>
                  <a:lnTo>
                    <a:pt x="63713" y="180459"/>
                  </a:lnTo>
                  <a:lnTo>
                    <a:pt x="65170" y="176982"/>
                  </a:lnTo>
                  <a:lnTo>
                    <a:pt x="66570" y="173458"/>
                  </a:lnTo>
                  <a:lnTo>
                    <a:pt x="67970" y="169734"/>
                  </a:lnTo>
                  <a:lnTo>
                    <a:pt x="69428" y="165962"/>
                  </a:lnTo>
                  <a:lnTo>
                    <a:pt x="70819" y="162057"/>
                  </a:lnTo>
                  <a:lnTo>
                    <a:pt x="72219" y="158085"/>
                  </a:lnTo>
                  <a:lnTo>
                    <a:pt x="73676" y="154065"/>
                  </a:lnTo>
                  <a:lnTo>
                    <a:pt x="75076" y="149913"/>
                  </a:lnTo>
                  <a:lnTo>
                    <a:pt x="76467" y="145693"/>
                  </a:lnTo>
                  <a:lnTo>
                    <a:pt x="77867" y="141426"/>
                  </a:lnTo>
                  <a:lnTo>
                    <a:pt x="79324" y="137025"/>
                  </a:lnTo>
                  <a:lnTo>
                    <a:pt x="80724" y="132625"/>
                  </a:lnTo>
                  <a:lnTo>
                    <a:pt x="82125" y="128167"/>
                  </a:lnTo>
                  <a:lnTo>
                    <a:pt x="83582" y="123643"/>
                  </a:lnTo>
                  <a:lnTo>
                    <a:pt x="84982" y="119052"/>
                  </a:lnTo>
                  <a:lnTo>
                    <a:pt x="86373" y="114470"/>
                  </a:lnTo>
                  <a:lnTo>
                    <a:pt x="87830" y="109888"/>
                  </a:lnTo>
                  <a:lnTo>
                    <a:pt x="89230" y="105240"/>
                  </a:lnTo>
                  <a:lnTo>
                    <a:pt x="90630" y="100592"/>
                  </a:lnTo>
                  <a:lnTo>
                    <a:pt x="92088" y="95944"/>
                  </a:lnTo>
                  <a:lnTo>
                    <a:pt x="93488" y="91362"/>
                  </a:lnTo>
                  <a:lnTo>
                    <a:pt x="94879" y="86714"/>
                  </a:lnTo>
                  <a:lnTo>
                    <a:pt x="96336" y="82123"/>
                  </a:lnTo>
                  <a:lnTo>
                    <a:pt x="97736" y="77608"/>
                  </a:lnTo>
                  <a:lnTo>
                    <a:pt x="99136" y="73141"/>
                  </a:lnTo>
                  <a:lnTo>
                    <a:pt x="100593" y="68683"/>
                  </a:lnTo>
                  <a:lnTo>
                    <a:pt x="101994" y="64283"/>
                  </a:lnTo>
                  <a:lnTo>
                    <a:pt x="103384" y="60006"/>
                  </a:lnTo>
                  <a:lnTo>
                    <a:pt x="104842" y="55853"/>
                  </a:lnTo>
                  <a:lnTo>
                    <a:pt x="106242" y="51710"/>
                  </a:lnTo>
                  <a:lnTo>
                    <a:pt x="107642" y="47680"/>
                  </a:lnTo>
                  <a:lnTo>
                    <a:pt x="109033" y="43832"/>
                  </a:lnTo>
                  <a:lnTo>
                    <a:pt x="110500" y="40061"/>
                  </a:lnTo>
                  <a:lnTo>
                    <a:pt x="111890" y="36403"/>
                  </a:lnTo>
                  <a:lnTo>
                    <a:pt x="113290" y="32936"/>
                  </a:lnTo>
                  <a:lnTo>
                    <a:pt x="114748" y="29526"/>
                  </a:lnTo>
                  <a:lnTo>
                    <a:pt x="116148" y="26364"/>
                  </a:lnTo>
                  <a:lnTo>
                    <a:pt x="117539" y="23326"/>
                  </a:lnTo>
                  <a:lnTo>
                    <a:pt x="119005" y="20420"/>
                  </a:lnTo>
                  <a:lnTo>
                    <a:pt x="120396" y="17686"/>
                  </a:lnTo>
                  <a:lnTo>
                    <a:pt x="121796" y="15210"/>
                  </a:lnTo>
                  <a:lnTo>
                    <a:pt x="123253" y="12858"/>
                  </a:lnTo>
                  <a:lnTo>
                    <a:pt x="124654" y="10686"/>
                  </a:lnTo>
                  <a:lnTo>
                    <a:pt x="126044" y="8771"/>
                  </a:lnTo>
                  <a:lnTo>
                    <a:pt x="127511" y="6971"/>
                  </a:lnTo>
                  <a:lnTo>
                    <a:pt x="128902" y="5361"/>
                  </a:lnTo>
                  <a:lnTo>
                    <a:pt x="130302" y="3999"/>
                  </a:lnTo>
                  <a:lnTo>
                    <a:pt x="131759" y="2818"/>
                  </a:lnTo>
                  <a:lnTo>
                    <a:pt x="133160" y="1827"/>
                  </a:lnTo>
                  <a:lnTo>
                    <a:pt x="134550" y="1084"/>
                  </a:lnTo>
                  <a:lnTo>
                    <a:pt x="135950" y="532"/>
                  </a:lnTo>
                  <a:lnTo>
                    <a:pt x="137408" y="94"/>
                  </a:lnTo>
                  <a:lnTo>
                    <a:pt x="138808" y="-30"/>
                  </a:lnTo>
                  <a:lnTo>
                    <a:pt x="140199" y="-30"/>
                  </a:lnTo>
                  <a:lnTo>
                    <a:pt x="141665" y="94"/>
                  </a:lnTo>
                  <a:lnTo>
                    <a:pt x="143056" y="589"/>
                  </a:lnTo>
                  <a:lnTo>
                    <a:pt x="144456" y="1151"/>
                  </a:lnTo>
                  <a:lnTo>
                    <a:pt x="145914" y="1894"/>
                  </a:lnTo>
                  <a:lnTo>
                    <a:pt x="147314" y="2818"/>
                  </a:lnTo>
                  <a:lnTo>
                    <a:pt x="148714" y="3933"/>
                  </a:lnTo>
                  <a:lnTo>
                    <a:pt x="150171" y="5171"/>
                  </a:lnTo>
                  <a:lnTo>
                    <a:pt x="151562" y="6599"/>
                  </a:lnTo>
                  <a:lnTo>
                    <a:pt x="152962" y="8209"/>
                  </a:lnTo>
                  <a:lnTo>
                    <a:pt x="154419" y="9886"/>
                  </a:lnTo>
                  <a:lnTo>
                    <a:pt x="155819" y="11800"/>
                  </a:lnTo>
                  <a:lnTo>
                    <a:pt x="157220" y="13791"/>
                  </a:lnTo>
                  <a:lnTo>
                    <a:pt x="158677" y="15896"/>
                  </a:lnTo>
                  <a:lnTo>
                    <a:pt x="160068" y="18125"/>
                  </a:lnTo>
                  <a:lnTo>
                    <a:pt x="161468" y="20477"/>
                  </a:lnTo>
                  <a:lnTo>
                    <a:pt x="162868" y="22897"/>
                  </a:lnTo>
                  <a:lnTo>
                    <a:pt x="164325" y="25440"/>
                  </a:lnTo>
                  <a:lnTo>
                    <a:pt x="165726" y="28040"/>
                  </a:lnTo>
                  <a:lnTo>
                    <a:pt x="167116" y="30764"/>
                  </a:lnTo>
                  <a:lnTo>
                    <a:pt x="168574" y="33488"/>
                  </a:lnTo>
                  <a:lnTo>
                    <a:pt x="169974" y="36336"/>
                  </a:lnTo>
                  <a:lnTo>
                    <a:pt x="171374" y="39194"/>
                  </a:lnTo>
                  <a:lnTo>
                    <a:pt x="172831" y="42099"/>
                  </a:lnTo>
                  <a:lnTo>
                    <a:pt x="174231" y="45081"/>
                  </a:lnTo>
                  <a:lnTo>
                    <a:pt x="175622" y="48052"/>
                  </a:lnTo>
                  <a:lnTo>
                    <a:pt x="177089" y="51091"/>
                  </a:lnTo>
                  <a:lnTo>
                    <a:pt x="178479" y="54120"/>
                  </a:lnTo>
                  <a:lnTo>
                    <a:pt x="179880" y="57158"/>
                  </a:lnTo>
                  <a:lnTo>
                    <a:pt x="181337" y="60197"/>
                  </a:lnTo>
                  <a:lnTo>
                    <a:pt x="182737" y="63235"/>
                  </a:lnTo>
                  <a:lnTo>
                    <a:pt x="184128" y="66264"/>
                  </a:lnTo>
                  <a:lnTo>
                    <a:pt x="185595" y="69302"/>
                  </a:lnTo>
                  <a:lnTo>
                    <a:pt x="186985" y="72341"/>
                  </a:lnTo>
                  <a:lnTo>
                    <a:pt x="188385" y="75312"/>
                  </a:lnTo>
                  <a:lnTo>
                    <a:pt x="189843" y="78284"/>
                  </a:lnTo>
                  <a:lnTo>
                    <a:pt x="191243" y="81199"/>
                  </a:lnTo>
                  <a:lnTo>
                    <a:pt x="192634" y="84114"/>
                  </a:lnTo>
                  <a:lnTo>
                    <a:pt x="194034" y="86962"/>
                  </a:lnTo>
                  <a:lnTo>
                    <a:pt x="195491" y="89810"/>
                  </a:lnTo>
                  <a:lnTo>
                    <a:pt x="196891" y="92600"/>
                  </a:lnTo>
                  <a:lnTo>
                    <a:pt x="198282" y="95325"/>
                  </a:lnTo>
                  <a:lnTo>
                    <a:pt x="199749" y="97992"/>
                  </a:lnTo>
                  <a:lnTo>
                    <a:pt x="201139" y="100592"/>
                  </a:lnTo>
                  <a:lnTo>
                    <a:pt x="202540" y="103192"/>
                  </a:lnTo>
                  <a:lnTo>
                    <a:pt x="203997" y="105736"/>
                  </a:lnTo>
                  <a:lnTo>
                    <a:pt x="205397" y="108145"/>
                  </a:lnTo>
                  <a:lnTo>
                    <a:pt x="206788" y="110565"/>
                  </a:lnTo>
                  <a:lnTo>
                    <a:pt x="208255" y="112917"/>
                  </a:lnTo>
                  <a:lnTo>
                    <a:pt x="209645" y="115213"/>
                  </a:lnTo>
                  <a:lnTo>
                    <a:pt x="211045" y="117442"/>
                  </a:lnTo>
                  <a:lnTo>
                    <a:pt x="212503" y="119613"/>
                  </a:lnTo>
                  <a:lnTo>
                    <a:pt x="213903" y="121718"/>
                  </a:lnTo>
                  <a:lnTo>
                    <a:pt x="215294" y="123823"/>
                  </a:lnTo>
                  <a:lnTo>
                    <a:pt x="216761" y="125805"/>
                  </a:lnTo>
                  <a:lnTo>
                    <a:pt x="218151" y="127729"/>
                  </a:lnTo>
                  <a:lnTo>
                    <a:pt x="219551" y="129586"/>
                  </a:lnTo>
                  <a:lnTo>
                    <a:pt x="220952" y="131443"/>
                  </a:lnTo>
                  <a:lnTo>
                    <a:pt x="222409" y="133187"/>
                  </a:lnTo>
                  <a:lnTo>
                    <a:pt x="223799" y="134920"/>
                  </a:lnTo>
                  <a:lnTo>
                    <a:pt x="225200" y="136587"/>
                  </a:lnTo>
                  <a:lnTo>
                    <a:pt x="226657" y="138139"/>
                  </a:lnTo>
                  <a:lnTo>
                    <a:pt x="228057" y="139692"/>
                  </a:lnTo>
                  <a:lnTo>
                    <a:pt x="229457" y="141235"/>
                  </a:lnTo>
                  <a:lnTo>
                    <a:pt x="230915" y="142664"/>
                  </a:lnTo>
                  <a:lnTo>
                    <a:pt x="232305" y="144026"/>
                  </a:lnTo>
                  <a:lnTo>
                    <a:pt x="233705" y="145388"/>
                  </a:lnTo>
                  <a:lnTo>
                    <a:pt x="235163" y="146693"/>
                  </a:lnTo>
                  <a:lnTo>
                    <a:pt x="236563" y="147931"/>
                  </a:lnTo>
                  <a:lnTo>
                    <a:pt x="237963" y="149103"/>
                  </a:lnTo>
                  <a:lnTo>
                    <a:pt x="239420" y="150284"/>
                  </a:lnTo>
                  <a:lnTo>
                    <a:pt x="240811" y="151399"/>
                  </a:lnTo>
                  <a:lnTo>
                    <a:pt x="242211" y="152455"/>
                  </a:lnTo>
                  <a:lnTo>
                    <a:pt x="243669" y="153504"/>
                  </a:lnTo>
                  <a:lnTo>
                    <a:pt x="245069" y="154494"/>
                  </a:lnTo>
                  <a:lnTo>
                    <a:pt x="246469" y="155427"/>
                  </a:lnTo>
                  <a:lnTo>
                    <a:pt x="247926" y="156352"/>
                  </a:lnTo>
                  <a:lnTo>
                    <a:pt x="249327" y="157218"/>
                  </a:lnTo>
                  <a:lnTo>
                    <a:pt x="250717" y="158085"/>
                  </a:lnTo>
                  <a:lnTo>
                    <a:pt x="252117" y="158895"/>
                  </a:lnTo>
                  <a:lnTo>
                    <a:pt x="253575" y="159638"/>
                  </a:lnTo>
                  <a:lnTo>
                    <a:pt x="254975" y="160447"/>
                  </a:lnTo>
                  <a:lnTo>
                    <a:pt x="256365" y="161124"/>
                  </a:lnTo>
                  <a:lnTo>
                    <a:pt x="257823" y="161810"/>
                  </a:lnTo>
                  <a:lnTo>
                    <a:pt x="259223" y="162486"/>
                  </a:lnTo>
                  <a:lnTo>
                    <a:pt x="260623" y="163105"/>
                  </a:lnTo>
                  <a:lnTo>
                    <a:pt x="262080" y="163666"/>
                  </a:lnTo>
                  <a:lnTo>
                    <a:pt x="263481" y="164229"/>
                  </a:lnTo>
                  <a:lnTo>
                    <a:pt x="264871" y="164781"/>
                  </a:lnTo>
                  <a:lnTo>
                    <a:pt x="266338" y="165343"/>
                  </a:lnTo>
                  <a:lnTo>
                    <a:pt x="267729" y="165838"/>
                  </a:lnTo>
                  <a:lnTo>
                    <a:pt x="269129" y="166267"/>
                  </a:lnTo>
                  <a:lnTo>
                    <a:pt x="270586" y="166762"/>
                  </a:lnTo>
                  <a:lnTo>
                    <a:pt x="271987" y="167200"/>
                  </a:lnTo>
                  <a:lnTo>
                    <a:pt x="273377" y="167572"/>
                  </a:lnTo>
                  <a:lnTo>
                    <a:pt x="274844" y="168000"/>
                  </a:lnTo>
                  <a:lnTo>
                    <a:pt x="276235" y="168372"/>
                  </a:lnTo>
                  <a:lnTo>
                    <a:pt x="277635" y="168743"/>
                  </a:lnTo>
                  <a:lnTo>
                    <a:pt x="279025" y="169058"/>
                  </a:lnTo>
                  <a:lnTo>
                    <a:pt x="280492" y="169363"/>
                  </a:lnTo>
                  <a:lnTo>
                    <a:pt x="281883" y="169677"/>
                  </a:lnTo>
                  <a:lnTo>
                    <a:pt x="283283" y="169982"/>
                  </a:lnTo>
                  <a:lnTo>
                    <a:pt x="284740" y="170296"/>
                  </a:lnTo>
                  <a:lnTo>
                    <a:pt x="286141" y="170544"/>
                  </a:lnTo>
                  <a:lnTo>
                    <a:pt x="287531" y="170792"/>
                  </a:lnTo>
                  <a:lnTo>
                    <a:pt x="288998" y="171039"/>
                  </a:lnTo>
                  <a:lnTo>
                    <a:pt x="290389" y="171287"/>
                  </a:lnTo>
                  <a:lnTo>
                    <a:pt x="291789" y="171535"/>
                  </a:lnTo>
                  <a:lnTo>
                    <a:pt x="293246" y="171715"/>
                  </a:lnTo>
                  <a:lnTo>
                    <a:pt x="294646" y="171972"/>
                  </a:lnTo>
                  <a:lnTo>
                    <a:pt x="296037" y="172154"/>
                  </a:lnTo>
                  <a:lnTo>
                    <a:pt x="297504" y="172344"/>
                  </a:lnTo>
                  <a:lnTo>
                    <a:pt x="298894" y="172591"/>
                  </a:lnTo>
                  <a:lnTo>
                    <a:pt x="300295" y="172773"/>
                  </a:lnTo>
                  <a:lnTo>
                    <a:pt x="301752" y="172963"/>
                  </a:lnTo>
                  <a:lnTo>
                    <a:pt x="303152" y="173087"/>
                  </a:lnTo>
                  <a:lnTo>
                    <a:pt x="304543" y="173268"/>
                  </a:lnTo>
                  <a:lnTo>
                    <a:pt x="306010" y="173458"/>
                  </a:lnTo>
                  <a:lnTo>
                    <a:pt x="307400" y="173639"/>
                  </a:lnTo>
                  <a:lnTo>
                    <a:pt x="308801" y="173830"/>
                  </a:lnTo>
                  <a:lnTo>
                    <a:pt x="310201" y="173954"/>
                  </a:lnTo>
                  <a:lnTo>
                    <a:pt x="311658" y="174134"/>
                  </a:lnTo>
                  <a:lnTo>
                    <a:pt x="313058" y="174325"/>
                  </a:lnTo>
                  <a:lnTo>
                    <a:pt x="314449" y="174506"/>
                  </a:lnTo>
                  <a:lnTo>
                    <a:pt x="315906" y="174630"/>
                  </a:lnTo>
                  <a:lnTo>
                    <a:pt x="317306" y="174820"/>
                  </a:lnTo>
                  <a:lnTo>
                    <a:pt x="318707" y="175001"/>
                  </a:lnTo>
                  <a:lnTo>
                    <a:pt x="320164" y="175125"/>
                  </a:lnTo>
                  <a:lnTo>
                    <a:pt x="321564" y="175316"/>
                  </a:lnTo>
                  <a:lnTo>
                    <a:pt x="322955" y="175497"/>
                  </a:lnTo>
                  <a:lnTo>
                    <a:pt x="324412" y="175687"/>
                  </a:lnTo>
                  <a:lnTo>
                    <a:pt x="325812" y="175811"/>
                  </a:lnTo>
                  <a:lnTo>
                    <a:pt x="327212" y="175992"/>
                  </a:lnTo>
                  <a:lnTo>
                    <a:pt x="328670" y="176183"/>
                  </a:lnTo>
                  <a:lnTo>
                    <a:pt x="330060" y="176363"/>
                  </a:lnTo>
                  <a:lnTo>
                    <a:pt x="331460" y="176554"/>
                  </a:lnTo>
                  <a:lnTo>
                    <a:pt x="332918" y="176678"/>
                  </a:lnTo>
                  <a:lnTo>
                    <a:pt x="334318" y="176859"/>
                  </a:lnTo>
                  <a:lnTo>
                    <a:pt x="335718" y="177049"/>
                  </a:lnTo>
                  <a:lnTo>
                    <a:pt x="337109" y="177230"/>
                  </a:lnTo>
                  <a:lnTo>
                    <a:pt x="338576" y="177421"/>
                  </a:lnTo>
                  <a:lnTo>
                    <a:pt x="339966" y="177611"/>
                  </a:lnTo>
                  <a:lnTo>
                    <a:pt x="341367" y="177792"/>
                  </a:lnTo>
                  <a:lnTo>
                    <a:pt x="342824" y="177983"/>
                  </a:lnTo>
                  <a:lnTo>
                    <a:pt x="344224" y="178164"/>
                  </a:lnTo>
                  <a:lnTo>
                    <a:pt x="345615" y="178288"/>
                  </a:lnTo>
                  <a:lnTo>
                    <a:pt x="347082" y="178478"/>
                  </a:lnTo>
                  <a:lnTo>
                    <a:pt x="348472" y="178659"/>
                  </a:lnTo>
                  <a:lnTo>
                    <a:pt x="349872" y="178850"/>
                  </a:lnTo>
                  <a:lnTo>
                    <a:pt x="351330" y="178974"/>
                  </a:lnTo>
                  <a:lnTo>
                    <a:pt x="352730" y="179154"/>
                  </a:lnTo>
                  <a:lnTo>
                    <a:pt x="354120" y="179345"/>
                  </a:lnTo>
                  <a:lnTo>
                    <a:pt x="355588" y="179468"/>
                  </a:lnTo>
                  <a:lnTo>
                    <a:pt x="356978" y="179650"/>
                  </a:lnTo>
                  <a:lnTo>
                    <a:pt x="358378" y="179774"/>
                  </a:lnTo>
                  <a:lnTo>
                    <a:pt x="359836" y="179964"/>
                  </a:lnTo>
                  <a:lnTo>
                    <a:pt x="361236" y="180088"/>
                  </a:lnTo>
                  <a:lnTo>
                    <a:pt x="362626" y="180211"/>
                  </a:lnTo>
                  <a:lnTo>
                    <a:pt x="364027" y="180393"/>
                  </a:lnTo>
                  <a:lnTo>
                    <a:pt x="365484" y="180517"/>
                  </a:lnTo>
                  <a:lnTo>
                    <a:pt x="366884" y="180640"/>
                  </a:lnTo>
                  <a:lnTo>
                    <a:pt x="368275" y="180764"/>
                  </a:lnTo>
                  <a:lnTo>
                    <a:pt x="369742" y="180888"/>
                  </a:lnTo>
                  <a:lnTo>
                    <a:pt x="371132" y="180954"/>
                  </a:lnTo>
                  <a:lnTo>
                    <a:pt x="372532" y="181078"/>
                  </a:lnTo>
                  <a:lnTo>
                    <a:pt x="373990" y="181136"/>
                  </a:lnTo>
                  <a:lnTo>
                    <a:pt x="375390" y="181260"/>
                  </a:lnTo>
                  <a:lnTo>
                    <a:pt x="376780" y="181326"/>
                  </a:lnTo>
                  <a:lnTo>
                    <a:pt x="378247" y="181383"/>
                  </a:lnTo>
                  <a:lnTo>
                    <a:pt x="379638" y="181450"/>
                  </a:lnTo>
                  <a:lnTo>
                    <a:pt x="381038" y="181507"/>
                  </a:lnTo>
                  <a:lnTo>
                    <a:pt x="382495" y="181573"/>
                  </a:lnTo>
                  <a:lnTo>
                    <a:pt x="383896" y="181631"/>
                  </a:lnTo>
                  <a:lnTo>
                    <a:pt x="385296" y="181697"/>
                  </a:lnTo>
                  <a:lnTo>
                    <a:pt x="386753" y="181697"/>
                  </a:lnTo>
                  <a:lnTo>
                    <a:pt x="388144" y="181697"/>
                  </a:lnTo>
                  <a:lnTo>
                    <a:pt x="389544" y="181755"/>
                  </a:lnTo>
                  <a:lnTo>
                    <a:pt x="391001" y="181755"/>
                  </a:lnTo>
                  <a:lnTo>
                    <a:pt x="392402" y="181755"/>
                  </a:lnTo>
                  <a:lnTo>
                    <a:pt x="393802" y="181755"/>
                  </a:lnTo>
                  <a:lnTo>
                    <a:pt x="395192" y="181697"/>
                  </a:lnTo>
                  <a:lnTo>
                    <a:pt x="396650" y="181697"/>
                  </a:lnTo>
                  <a:lnTo>
                    <a:pt x="398050" y="181697"/>
                  </a:lnTo>
                  <a:lnTo>
                    <a:pt x="399450" y="181631"/>
                  </a:lnTo>
                  <a:lnTo>
                    <a:pt x="400907" y="181573"/>
                  </a:lnTo>
                  <a:lnTo>
                    <a:pt x="402308" y="181507"/>
                  </a:lnTo>
                  <a:lnTo>
                    <a:pt x="403698" y="181507"/>
                  </a:lnTo>
                  <a:lnTo>
                    <a:pt x="405155" y="181383"/>
                  </a:lnTo>
                  <a:lnTo>
                    <a:pt x="406556" y="181326"/>
                  </a:lnTo>
                  <a:lnTo>
                    <a:pt x="407956" y="181260"/>
                  </a:lnTo>
                  <a:lnTo>
                    <a:pt x="409413" y="181202"/>
                  </a:lnTo>
                  <a:lnTo>
                    <a:pt x="410813" y="181078"/>
                  </a:lnTo>
                  <a:lnTo>
                    <a:pt x="412204" y="180954"/>
                  </a:lnTo>
                  <a:lnTo>
                    <a:pt x="413671" y="180888"/>
                  </a:lnTo>
                  <a:lnTo>
                    <a:pt x="415061" y="180764"/>
                  </a:lnTo>
                  <a:lnTo>
                    <a:pt x="416462" y="180640"/>
                  </a:lnTo>
                  <a:lnTo>
                    <a:pt x="417919" y="180517"/>
                  </a:lnTo>
                  <a:lnTo>
                    <a:pt x="419319" y="180393"/>
                  </a:lnTo>
                  <a:lnTo>
                    <a:pt x="420710" y="180211"/>
                  </a:lnTo>
                  <a:lnTo>
                    <a:pt x="422110" y="180088"/>
                  </a:lnTo>
                  <a:lnTo>
                    <a:pt x="423567" y="179897"/>
                  </a:lnTo>
                  <a:lnTo>
                    <a:pt x="424968" y="179774"/>
                  </a:lnTo>
                  <a:lnTo>
                    <a:pt x="426358" y="179592"/>
                  </a:lnTo>
                  <a:lnTo>
                    <a:pt x="427825" y="179402"/>
                  </a:lnTo>
                  <a:lnTo>
                    <a:pt x="429216" y="179221"/>
                  </a:lnTo>
                  <a:lnTo>
                    <a:pt x="430616" y="179031"/>
                  </a:lnTo>
                  <a:lnTo>
                    <a:pt x="432073" y="178850"/>
                  </a:lnTo>
                  <a:lnTo>
                    <a:pt x="433473" y="178602"/>
                  </a:lnTo>
                  <a:lnTo>
                    <a:pt x="434864" y="178411"/>
                  </a:lnTo>
                  <a:lnTo>
                    <a:pt x="436331" y="178164"/>
                  </a:lnTo>
                  <a:lnTo>
                    <a:pt x="437721" y="177916"/>
                  </a:lnTo>
                  <a:lnTo>
                    <a:pt x="439122" y="177725"/>
                  </a:lnTo>
                  <a:lnTo>
                    <a:pt x="440579" y="177421"/>
                  </a:lnTo>
                  <a:lnTo>
                    <a:pt x="441979" y="177173"/>
                  </a:lnTo>
                  <a:lnTo>
                    <a:pt x="443370" y="176925"/>
                  </a:lnTo>
                  <a:lnTo>
                    <a:pt x="444837" y="176611"/>
                  </a:lnTo>
                  <a:lnTo>
                    <a:pt x="446227" y="176363"/>
                  </a:lnTo>
                  <a:lnTo>
                    <a:pt x="447628" y="176059"/>
                  </a:lnTo>
                  <a:lnTo>
                    <a:pt x="449085" y="175744"/>
                  </a:lnTo>
                  <a:lnTo>
                    <a:pt x="450485" y="175373"/>
                  </a:lnTo>
                  <a:lnTo>
                    <a:pt x="451876" y="175068"/>
                  </a:lnTo>
                  <a:lnTo>
                    <a:pt x="453276" y="174697"/>
                  </a:lnTo>
                  <a:lnTo>
                    <a:pt x="454733" y="174325"/>
                  </a:lnTo>
                  <a:lnTo>
                    <a:pt x="456133" y="173954"/>
                  </a:lnTo>
                  <a:lnTo>
                    <a:pt x="457533" y="173582"/>
                  </a:lnTo>
                  <a:lnTo>
                    <a:pt x="458991" y="173144"/>
                  </a:lnTo>
                  <a:lnTo>
                    <a:pt x="460381" y="172715"/>
                  </a:lnTo>
                  <a:lnTo>
                    <a:pt x="461782" y="172278"/>
                  </a:lnTo>
                  <a:lnTo>
                    <a:pt x="463239" y="171782"/>
                  </a:lnTo>
                  <a:lnTo>
                    <a:pt x="464639" y="171287"/>
                  </a:lnTo>
                  <a:lnTo>
                    <a:pt x="466039" y="170792"/>
                  </a:lnTo>
                  <a:lnTo>
                    <a:pt x="467497" y="170296"/>
                  </a:lnTo>
                  <a:lnTo>
                    <a:pt x="468887" y="169677"/>
                  </a:lnTo>
                  <a:lnTo>
                    <a:pt x="470287" y="169115"/>
                  </a:lnTo>
                  <a:lnTo>
                    <a:pt x="471745" y="168496"/>
                  </a:lnTo>
                  <a:lnTo>
                    <a:pt x="473145" y="167877"/>
                  </a:lnTo>
                  <a:lnTo>
                    <a:pt x="474545" y="167200"/>
                  </a:lnTo>
                  <a:lnTo>
                    <a:pt x="476003" y="166514"/>
                  </a:lnTo>
                  <a:lnTo>
                    <a:pt x="477393" y="165838"/>
                  </a:lnTo>
                  <a:lnTo>
                    <a:pt x="478793" y="165095"/>
                  </a:lnTo>
                  <a:lnTo>
                    <a:pt x="480193" y="164286"/>
                  </a:lnTo>
                  <a:lnTo>
                    <a:pt x="481651" y="163476"/>
                  </a:lnTo>
                  <a:lnTo>
                    <a:pt x="483051" y="162609"/>
                  </a:lnTo>
                  <a:lnTo>
                    <a:pt x="484442" y="161743"/>
                  </a:lnTo>
                  <a:lnTo>
                    <a:pt x="485908" y="160819"/>
                  </a:lnTo>
                  <a:lnTo>
                    <a:pt x="487299" y="159828"/>
                  </a:lnTo>
                  <a:lnTo>
                    <a:pt x="488699" y="158838"/>
                  </a:lnTo>
                  <a:lnTo>
                    <a:pt x="490157" y="157780"/>
                  </a:lnTo>
                  <a:lnTo>
                    <a:pt x="491557" y="156666"/>
                  </a:lnTo>
                  <a:lnTo>
                    <a:pt x="492947" y="155551"/>
                  </a:lnTo>
                  <a:lnTo>
                    <a:pt x="494405" y="154370"/>
                  </a:lnTo>
                  <a:lnTo>
                    <a:pt x="495805" y="153132"/>
                  </a:lnTo>
                  <a:lnTo>
                    <a:pt x="497205" y="151894"/>
                  </a:lnTo>
                  <a:lnTo>
                    <a:pt x="498662" y="150589"/>
                  </a:lnTo>
                  <a:lnTo>
                    <a:pt x="500063" y="149170"/>
                  </a:lnTo>
                  <a:lnTo>
                    <a:pt x="501453" y="147741"/>
                  </a:lnTo>
                  <a:lnTo>
                    <a:pt x="502920" y="146322"/>
                  </a:lnTo>
                  <a:lnTo>
                    <a:pt x="504311" y="144769"/>
                  </a:lnTo>
                  <a:lnTo>
                    <a:pt x="505711" y="143216"/>
                  </a:lnTo>
                  <a:lnTo>
                    <a:pt x="507168" y="141550"/>
                  </a:lnTo>
                  <a:lnTo>
                    <a:pt x="508568" y="139873"/>
                  </a:lnTo>
                  <a:lnTo>
                    <a:pt x="509959" y="138139"/>
                  </a:lnTo>
                  <a:lnTo>
                    <a:pt x="511359" y="136340"/>
                  </a:lnTo>
                  <a:lnTo>
                    <a:pt x="512817" y="134482"/>
                  </a:lnTo>
                  <a:lnTo>
                    <a:pt x="514217" y="132558"/>
                  </a:lnTo>
                  <a:lnTo>
                    <a:pt x="515607" y="130643"/>
                  </a:lnTo>
                  <a:lnTo>
                    <a:pt x="517074" y="128662"/>
                  </a:lnTo>
                  <a:lnTo>
                    <a:pt x="518465" y="126548"/>
                  </a:lnTo>
                  <a:lnTo>
                    <a:pt x="519865" y="124443"/>
                  </a:lnTo>
                  <a:lnTo>
                    <a:pt x="521322" y="122338"/>
                  </a:lnTo>
                  <a:lnTo>
                    <a:pt x="522723" y="120109"/>
                  </a:lnTo>
                  <a:lnTo>
                    <a:pt x="524113" y="117813"/>
                  </a:lnTo>
                  <a:lnTo>
                    <a:pt x="525580" y="115527"/>
                  </a:lnTo>
                  <a:lnTo>
                    <a:pt x="526971" y="113165"/>
                  </a:lnTo>
                  <a:lnTo>
                    <a:pt x="528371" y="110813"/>
                  </a:lnTo>
                  <a:lnTo>
                    <a:pt x="529828" y="108402"/>
                  </a:lnTo>
                  <a:lnTo>
                    <a:pt x="531228" y="105916"/>
                  </a:lnTo>
                  <a:lnTo>
                    <a:pt x="532619" y="103440"/>
                  </a:lnTo>
                  <a:lnTo>
                    <a:pt x="534086" y="100897"/>
                  </a:lnTo>
                  <a:lnTo>
                    <a:pt x="535477" y="98363"/>
                  </a:lnTo>
                  <a:lnTo>
                    <a:pt x="536877" y="95820"/>
                  </a:lnTo>
                  <a:lnTo>
                    <a:pt x="538277" y="93220"/>
                  </a:lnTo>
                  <a:lnTo>
                    <a:pt x="539734" y="90620"/>
                  </a:lnTo>
                  <a:lnTo>
                    <a:pt x="541125" y="88009"/>
                  </a:lnTo>
                  <a:lnTo>
                    <a:pt x="542525" y="85409"/>
                  </a:lnTo>
                  <a:lnTo>
                    <a:pt x="543982" y="82752"/>
                  </a:lnTo>
                  <a:lnTo>
                    <a:pt x="545383" y="80142"/>
                  </a:lnTo>
                  <a:lnTo>
                    <a:pt x="546783" y="77541"/>
                  </a:lnTo>
                  <a:lnTo>
                    <a:pt x="548240" y="74999"/>
                  </a:lnTo>
                  <a:lnTo>
                    <a:pt x="549640" y="72465"/>
                  </a:lnTo>
                  <a:lnTo>
                    <a:pt x="551031" y="69922"/>
                  </a:lnTo>
                  <a:lnTo>
                    <a:pt x="552488" y="67445"/>
                  </a:lnTo>
                  <a:lnTo>
                    <a:pt x="553889" y="64968"/>
                  </a:lnTo>
                  <a:lnTo>
                    <a:pt x="555288" y="62549"/>
                  </a:lnTo>
                  <a:lnTo>
                    <a:pt x="556746" y="60254"/>
                  </a:lnTo>
                  <a:lnTo>
                    <a:pt x="558136" y="57968"/>
                  </a:lnTo>
                  <a:lnTo>
                    <a:pt x="559537" y="55729"/>
                  </a:lnTo>
                  <a:lnTo>
                    <a:pt x="560994" y="53624"/>
                  </a:lnTo>
                  <a:lnTo>
                    <a:pt x="562394" y="51586"/>
                  </a:lnTo>
                  <a:lnTo>
                    <a:pt x="563794" y="49595"/>
                  </a:lnTo>
                  <a:lnTo>
                    <a:pt x="565185" y="47738"/>
                  </a:lnTo>
                  <a:lnTo>
                    <a:pt x="566652" y="45947"/>
                  </a:lnTo>
                  <a:lnTo>
                    <a:pt x="568043" y="44271"/>
                  </a:lnTo>
                  <a:lnTo>
                    <a:pt x="569443" y="42718"/>
                  </a:lnTo>
                  <a:lnTo>
                    <a:pt x="570900" y="41299"/>
                  </a:lnTo>
                  <a:lnTo>
                    <a:pt x="572300" y="39994"/>
                  </a:lnTo>
                  <a:lnTo>
                    <a:pt x="573691" y="38822"/>
                  </a:lnTo>
                  <a:lnTo>
                    <a:pt x="575158" y="37822"/>
                  </a:lnTo>
                  <a:lnTo>
                    <a:pt x="576548" y="36956"/>
                  </a:lnTo>
                  <a:lnTo>
                    <a:pt x="577948" y="36156"/>
                  </a:lnTo>
                  <a:lnTo>
                    <a:pt x="579406" y="35593"/>
                  </a:lnTo>
                  <a:lnTo>
                    <a:pt x="580806" y="35165"/>
                  </a:lnTo>
                  <a:lnTo>
                    <a:pt x="582197" y="34850"/>
                  </a:lnTo>
                  <a:lnTo>
                    <a:pt x="583663" y="34793"/>
                  </a:lnTo>
                  <a:lnTo>
                    <a:pt x="585054" y="34850"/>
                  </a:lnTo>
                  <a:lnTo>
                    <a:pt x="586454" y="35041"/>
                  </a:lnTo>
                  <a:lnTo>
                    <a:pt x="587912" y="35413"/>
                  </a:lnTo>
                  <a:lnTo>
                    <a:pt x="589312" y="35965"/>
                  </a:lnTo>
                  <a:lnTo>
                    <a:pt x="590703" y="36708"/>
                  </a:lnTo>
                  <a:lnTo>
                    <a:pt x="592169" y="37575"/>
                  </a:lnTo>
                  <a:lnTo>
                    <a:pt x="593560" y="38698"/>
                  </a:lnTo>
                  <a:lnTo>
                    <a:pt x="594960" y="39870"/>
                  </a:lnTo>
                  <a:lnTo>
                    <a:pt x="596351" y="41299"/>
                  </a:lnTo>
                  <a:lnTo>
                    <a:pt x="597818" y="42909"/>
                  </a:lnTo>
                  <a:lnTo>
                    <a:pt x="599208" y="44642"/>
                  </a:lnTo>
                  <a:lnTo>
                    <a:pt x="600609" y="46500"/>
                  </a:lnTo>
                  <a:lnTo>
                    <a:pt x="602066" y="48605"/>
                  </a:lnTo>
                  <a:lnTo>
                    <a:pt x="603466" y="50776"/>
                  </a:lnTo>
                  <a:lnTo>
                    <a:pt x="604857" y="53129"/>
                  </a:lnTo>
                  <a:lnTo>
                    <a:pt x="606323" y="55672"/>
                  </a:lnTo>
                  <a:lnTo>
                    <a:pt x="607714" y="58339"/>
                  </a:lnTo>
                  <a:lnTo>
                    <a:pt x="609114" y="61063"/>
                  </a:lnTo>
                  <a:lnTo>
                    <a:pt x="610572" y="64035"/>
                  </a:lnTo>
                  <a:lnTo>
                    <a:pt x="611972" y="67073"/>
                  </a:lnTo>
                  <a:lnTo>
                    <a:pt x="613362" y="70169"/>
                  </a:lnTo>
                  <a:lnTo>
                    <a:pt x="614829" y="73456"/>
                  </a:lnTo>
                  <a:lnTo>
                    <a:pt x="616220" y="76798"/>
                  </a:lnTo>
                  <a:lnTo>
                    <a:pt x="617620" y="80266"/>
                  </a:lnTo>
                  <a:lnTo>
                    <a:pt x="619078" y="83800"/>
                  </a:lnTo>
                  <a:lnTo>
                    <a:pt x="620478" y="87457"/>
                  </a:lnTo>
                  <a:lnTo>
                    <a:pt x="621868" y="91114"/>
                  </a:lnTo>
                  <a:lnTo>
                    <a:pt x="623269" y="94887"/>
                  </a:lnTo>
                  <a:lnTo>
                    <a:pt x="624726" y="98735"/>
                  </a:lnTo>
                  <a:lnTo>
                    <a:pt x="626126" y="102573"/>
                  </a:lnTo>
                  <a:lnTo>
                    <a:pt x="627526" y="106479"/>
                  </a:lnTo>
                  <a:lnTo>
                    <a:pt x="628983" y="110384"/>
                  </a:lnTo>
                  <a:lnTo>
                    <a:pt x="630374" y="114346"/>
                  </a:lnTo>
                  <a:lnTo>
                    <a:pt x="631774" y="118309"/>
                  </a:lnTo>
                  <a:lnTo>
                    <a:pt x="633232" y="122281"/>
                  </a:lnTo>
                  <a:lnTo>
                    <a:pt x="634632" y="126243"/>
                  </a:lnTo>
                  <a:lnTo>
                    <a:pt x="636032" y="130205"/>
                  </a:lnTo>
                  <a:lnTo>
                    <a:pt x="637489" y="134178"/>
                  </a:lnTo>
                  <a:lnTo>
                    <a:pt x="638889" y="138073"/>
                  </a:lnTo>
                  <a:lnTo>
                    <a:pt x="640280" y="141978"/>
                  </a:lnTo>
                  <a:lnTo>
                    <a:pt x="641737" y="145883"/>
                  </a:lnTo>
                  <a:lnTo>
                    <a:pt x="643138" y="149665"/>
                  </a:lnTo>
                  <a:lnTo>
                    <a:pt x="644538" y="153446"/>
                  </a:lnTo>
                  <a:lnTo>
                    <a:pt x="645995" y="157161"/>
                  </a:lnTo>
                  <a:lnTo>
                    <a:pt x="647395" y="160819"/>
                  </a:lnTo>
                  <a:lnTo>
                    <a:pt x="648786" y="164476"/>
                  </a:lnTo>
                  <a:lnTo>
                    <a:pt x="650243" y="167943"/>
                  </a:lnTo>
                  <a:lnTo>
                    <a:pt x="651643" y="171411"/>
                  </a:lnTo>
                  <a:lnTo>
                    <a:pt x="653043" y="174820"/>
                  </a:lnTo>
                  <a:lnTo>
                    <a:pt x="654434" y="178107"/>
                  </a:lnTo>
                  <a:lnTo>
                    <a:pt x="655901" y="181326"/>
                  </a:lnTo>
                  <a:lnTo>
                    <a:pt x="657292" y="184488"/>
                  </a:lnTo>
                  <a:lnTo>
                    <a:pt x="658692" y="187517"/>
                  </a:lnTo>
                  <a:lnTo>
                    <a:pt x="660149" y="190498"/>
                  </a:lnTo>
                  <a:lnTo>
                    <a:pt x="661549" y="193404"/>
                  </a:lnTo>
                  <a:lnTo>
                    <a:pt x="662940" y="196195"/>
                  </a:lnTo>
                  <a:lnTo>
                    <a:pt x="664407" y="198861"/>
                  </a:lnTo>
                  <a:lnTo>
                    <a:pt x="665798" y="201462"/>
                  </a:lnTo>
                  <a:lnTo>
                    <a:pt x="667198" y="204005"/>
                  </a:lnTo>
                  <a:lnTo>
                    <a:pt x="668655" y="206415"/>
                  </a:lnTo>
                  <a:lnTo>
                    <a:pt x="670055" y="208710"/>
                  </a:lnTo>
                  <a:lnTo>
                    <a:pt x="671446" y="210939"/>
                  </a:lnTo>
                  <a:lnTo>
                    <a:pt x="672913" y="213111"/>
                  </a:lnTo>
                  <a:lnTo>
                    <a:pt x="674304" y="215149"/>
                  </a:lnTo>
                  <a:lnTo>
                    <a:pt x="675703" y="217074"/>
                  </a:lnTo>
                  <a:lnTo>
                    <a:pt x="677161" y="218930"/>
                  </a:lnTo>
                  <a:lnTo>
                    <a:pt x="678561" y="220731"/>
                  </a:lnTo>
                  <a:lnTo>
                    <a:pt x="679952" y="222465"/>
                  </a:lnTo>
                  <a:lnTo>
                    <a:pt x="681352" y="224074"/>
                  </a:lnTo>
                  <a:lnTo>
                    <a:pt x="682809" y="225627"/>
                  </a:lnTo>
                  <a:lnTo>
                    <a:pt x="684209" y="227046"/>
                  </a:lnTo>
                  <a:lnTo>
                    <a:pt x="685610" y="228475"/>
                  </a:lnTo>
                  <a:lnTo>
                    <a:pt x="687067" y="229780"/>
                  </a:lnTo>
                  <a:lnTo>
                    <a:pt x="688458" y="231018"/>
                  </a:lnTo>
                  <a:lnTo>
                    <a:pt x="689858" y="232133"/>
                  </a:lnTo>
                  <a:lnTo>
                    <a:pt x="691315" y="233247"/>
                  </a:lnTo>
                  <a:lnTo>
                    <a:pt x="692715" y="234304"/>
                  </a:lnTo>
                  <a:lnTo>
                    <a:pt x="694106" y="235295"/>
                  </a:lnTo>
                  <a:lnTo>
                    <a:pt x="695573" y="236218"/>
                  </a:lnTo>
                  <a:lnTo>
                    <a:pt x="696963" y="237085"/>
                  </a:lnTo>
                  <a:lnTo>
                    <a:pt x="698363" y="237828"/>
                  </a:lnTo>
                  <a:lnTo>
                    <a:pt x="699821" y="238638"/>
                  </a:lnTo>
                  <a:lnTo>
                    <a:pt x="701221" y="239314"/>
                  </a:lnTo>
                  <a:lnTo>
                    <a:pt x="702621" y="239933"/>
                  </a:lnTo>
                  <a:lnTo>
                    <a:pt x="704079" y="240552"/>
                  </a:lnTo>
                  <a:lnTo>
                    <a:pt x="705469" y="241181"/>
                  </a:lnTo>
                  <a:lnTo>
                    <a:pt x="706869" y="241676"/>
                  </a:lnTo>
                  <a:lnTo>
                    <a:pt x="708327" y="242172"/>
                  </a:lnTo>
                  <a:lnTo>
                    <a:pt x="709727" y="242667"/>
                  </a:lnTo>
                  <a:lnTo>
                    <a:pt x="711127" y="243038"/>
                  </a:lnTo>
                  <a:lnTo>
                    <a:pt x="712518" y="243467"/>
                  </a:lnTo>
                  <a:lnTo>
                    <a:pt x="713975" y="243839"/>
                  </a:lnTo>
                  <a:lnTo>
                    <a:pt x="715375" y="244153"/>
                  </a:lnTo>
                  <a:lnTo>
                    <a:pt x="716776" y="244458"/>
                  </a:lnTo>
                  <a:lnTo>
                    <a:pt x="718233" y="244705"/>
                  </a:lnTo>
                  <a:lnTo>
                    <a:pt x="719633" y="245020"/>
                  </a:lnTo>
                  <a:lnTo>
                    <a:pt x="721024" y="245200"/>
                  </a:lnTo>
                  <a:lnTo>
                    <a:pt x="722481" y="245448"/>
                  </a:lnTo>
                  <a:lnTo>
                    <a:pt x="723881" y="245639"/>
                  </a:lnTo>
                  <a:lnTo>
                    <a:pt x="723881" y="247620"/>
                  </a:lnTo>
                  <a:lnTo>
                    <a:pt x="722481" y="247620"/>
                  </a:lnTo>
                  <a:lnTo>
                    <a:pt x="721024" y="247620"/>
                  </a:lnTo>
                  <a:lnTo>
                    <a:pt x="719633" y="247620"/>
                  </a:lnTo>
                  <a:lnTo>
                    <a:pt x="718233" y="247620"/>
                  </a:lnTo>
                  <a:lnTo>
                    <a:pt x="716776" y="247620"/>
                  </a:lnTo>
                  <a:lnTo>
                    <a:pt x="715375" y="247620"/>
                  </a:lnTo>
                  <a:lnTo>
                    <a:pt x="713975" y="247620"/>
                  </a:lnTo>
                  <a:lnTo>
                    <a:pt x="712518" y="247620"/>
                  </a:lnTo>
                  <a:lnTo>
                    <a:pt x="711127" y="247620"/>
                  </a:lnTo>
                  <a:lnTo>
                    <a:pt x="709727" y="247620"/>
                  </a:lnTo>
                  <a:lnTo>
                    <a:pt x="708327" y="247620"/>
                  </a:lnTo>
                  <a:lnTo>
                    <a:pt x="706869" y="247620"/>
                  </a:lnTo>
                  <a:lnTo>
                    <a:pt x="705469" y="247620"/>
                  </a:lnTo>
                  <a:lnTo>
                    <a:pt x="704079" y="247620"/>
                  </a:lnTo>
                  <a:lnTo>
                    <a:pt x="702621" y="247620"/>
                  </a:lnTo>
                  <a:lnTo>
                    <a:pt x="701221" y="247620"/>
                  </a:lnTo>
                  <a:lnTo>
                    <a:pt x="699821" y="247620"/>
                  </a:lnTo>
                  <a:lnTo>
                    <a:pt x="698363" y="247620"/>
                  </a:lnTo>
                  <a:lnTo>
                    <a:pt x="696963" y="247620"/>
                  </a:lnTo>
                  <a:lnTo>
                    <a:pt x="695573" y="247620"/>
                  </a:lnTo>
                  <a:lnTo>
                    <a:pt x="694106" y="247620"/>
                  </a:lnTo>
                  <a:lnTo>
                    <a:pt x="692715" y="247620"/>
                  </a:lnTo>
                  <a:lnTo>
                    <a:pt x="691315" y="247620"/>
                  </a:lnTo>
                  <a:lnTo>
                    <a:pt x="689858" y="247620"/>
                  </a:lnTo>
                  <a:lnTo>
                    <a:pt x="688458" y="247620"/>
                  </a:lnTo>
                  <a:lnTo>
                    <a:pt x="687067" y="247620"/>
                  </a:lnTo>
                  <a:lnTo>
                    <a:pt x="685610" y="247620"/>
                  </a:lnTo>
                  <a:lnTo>
                    <a:pt x="684209" y="247620"/>
                  </a:lnTo>
                  <a:lnTo>
                    <a:pt x="682809" y="247620"/>
                  </a:lnTo>
                  <a:lnTo>
                    <a:pt x="681352" y="247620"/>
                  </a:lnTo>
                  <a:lnTo>
                    <a:pt x="679952" y="247620"/>
                  </a:lnTo>
                  <a:lnTo>
                    <a:pt x="678561" y="247620"/>
                  </a:lnTo>
                  <a:lnTo>
                    <a:pt x="677161" y="247620"/>
                  </a:lnTo>
                  <a:lnTo>
                    <a:pt x="675703" y="247620"/>
                  </a:lnTo>
                  <a:lnTo>
                    <a:pt x="674304" y="247620"/>
                  </a:lnTo>
                  <a:lnTo>
                    <a:pt x="672913" y="247620"/>
                  </a:lnTo>
                  <a:lnTo>
                    <a:pt x="671446" y="247620"/>
                  </a:lnTo>
                  <a:lnTo>
                    <a:pt x="670055" y="247620"/>
                  </a:lnTo>
                  <a:lnTo>
                    <a:pt x="668655" y="247620"/>
                  </a:lnTo>
                  <a:lnTo>
                    <a:pt x="667198" y="247620"/>
                  </a:lnTo>
                  <a:lnTo>
                    <a:pt x="665798" y="247620"/>
                  </a:lnTo>
                  <a:lnTo>
                    <a:pt x="664407" y="247620"/>
                  </a:lnTo>
                  <a:lnTo>
                    <a:pt x="662940" y="247620"/>
                  </a:lnTo>
                  <a:lnTo>
                    <a:pt x="661549" y="247620"/>
                  </a:lnTo>
                  <a:lnTo>
                    <a:pt x="660149" y="247620"/>
                  </a:lnTo>
                  <a:lnTo>
                    <a:pt x="658692" y="247620"/>
                  </a:lnTo>
                  <a:lnTo>
                    <a:pt x="657292" y="247620"/>
                  </a:lnTo>
                  <a:lnTo>
                    <a:pt x="655901" y="247620"/>
                  </a:lnTo>
                  <a:lnTo>
                    <a:pt x="654434" y="247620"/>
                  </a:lnTo>
                  <a:lnTo>
                    <a:pt x="653043" y="247620"/>
                  </a:lnTo>
                  <a:lnTo>
                    <a:pt x="651643" y="247620"/>
                  </a:lnTo>
                  <a:lnTo>
                    <a:pt x="650243" y="247620"/>
                  </a:lnTo>
                  <a:lnTo>
                    <a:pt x="648786" y="247620"/>
                  </a:lnTo>
                  <a:lnTo>
                    <a:pt x="647395" y="247620"/>
                  </a:lnTo>
                  <a:lnTo>
                    <a:pt x="645995" y="247620"/>
                  </a:lnTo>
                  <a:lnTo>
                    <a:pt x="644538" y="247620"/>
                  </a:lnTo>
                  <a:lnTo>
                    <a:pt x="643138" y="247620"/>
                  </a:lnTo>
                  <a:lnTo>
                    <a:pt x="641737" y="247620"/>
                  </a:lnTo>
                  <a:lnTo>
                    <a:pt x="640280" y="247620"/>
                  </a:lnTo>
                  <a:lnTo>
                    <a:pt x="638889" y="247620"/>
                  </a:lnTo>
                  <a:lnTo>
                    <a:pt x="637489" y="247620"/>
                  </a:lnTo>
                  <a:lnTo>
                    <a:pt x="636032" y="247620"/>
                  </a:lnTo>
                  <a:lnTo>
                    <a:pt x="634632" y="247620"/>
                  </a:lnTo>
                  <a:lnTo>
                    <a:pt x="633232" y="247620"/>
                  </a:lnTo>
                  <a:lnTo>
                    <a:pt x="631774" y="247620"/>
                  </a:lnTo>
                  <a:lnTo>
                    <a:pt x="630374" y="247620"/>
                  </a:lnTo>
                  <a:lnTo>
                    <a:pt x="628983" y="247620"/>
                  </a:lnTo>
                  <a:lnTo>
                    <a:pt x="627526" y="247620"/>
                  </a:lnTo>
                  <a:lnTo>
                    <a:pt x="626126" y="247620"/>
                  </a:lnTo>
                  <a:lnTo>
                    <a:pt x="624726" y="247620"/>
                  </a:lnTo>
                  <a:lnTo>
                    <a:pt x="623269" y="247620"/>
                  </a:lnTo>
                  <a:lnTo>
                    <a:pt x="621868" y="247620"/>
                  </a:lnTo>
                  <a:lnTo>
                    <a:pt x="620478" y="247620"/>
                  </a:lnTo>
                  <a:lnTo>
                    <a:pt x="619078" y="247620"/>
                  </a:lnTo>
                  <a:lnTo>
                    <a:pt x="617620" y="247620"/>
                  </a:lnTo>
                  <a:lnTo>
                    <a:pt x="616220" y="247620"/>
                  </a:lnTo>
                  <a:lnTo>
                    <a:pt x="614829" y="247620"/>
                  </a:lnTo>
                  <a:lnTo>
                    <a:pt x="613362" y="247620"/>
                  </a:lnTo>
                  <a:lnTo>
                    <a:pt x="611972" y="247620"/>
                  </a:lnTo>
                  <a:lnTo>
                    <a:pt x="610572" y="247620"/>
                  </a:lnTo>
                  <a:lnTo>
                    <a:pt x="609114" y="247620"/>
                  </a:lnTo>
                  <a:lnTo>
                    <a:pt x="607714" y="247620"/>
                  </a:lnTo>
                  <a:lnTo>
                    <a:pt x="606323" y="247620"/>
                  </a:lnTo>
                  <a:lnTo>
                    <a:pt x="604857" y="247620"/>
                  </a:lnTo>
                  <a:lnTo>
                    <a:pt x="603466" y="247620"/>
                  </a:lnTo>
                  <a:lnTo>
                    <a:pt x="602066" y="247620"/>
                  </a:lnTo>
                  <a:lnTo>
                    <a:pt x="600609" y="247620"/>
                  </a:lnTo>
                  <a:lnTo>
                    <a:pt x="599208" y="247620"/>
                  </a:lnTo>
                  <a:lnTo>
                    <a:pt x="597818" y="247620"/>
                  </a:lnTo>
                  <a:lnTo>
                    <a:pt x="596351" y="247620"/>
                  </a:lnTo>
                  <a:lnTo>
                    <a:pt x="594960" y="247620"/>
                  </a:lnTo>
                  <a:lnTo>
                    <a:pt x="593560" y="247620"/>
                  </a:lnTo>
                  <a:lnTo>
                    <a:pt x="592169" y="247620"/>
                  </a:lnTo>
                  <a:lnTo>
                    <a:pt x="590703" y="247620"/>
                  </a:lnTo>
                  <a:lnTo>
                    <a:pt x="589312" y="247620"/>
                  </a:lnTo>
                  <a:lnTo>
                    <a:pt x="587912" y="247620"/>
                  </a:lnTo>
                  <a:lnTo>
                    <a:pt x="586454" y="247620"/>
                  </a:lnTo>
                  <a:lnTo>
                    <a:pt x="585054" y="247620"/>
                  </a:lnTo>
                  <a:lnTo>
                    <a:pt x="583663" y="247620"/>
                  </a:lnTo>
                  <a:lnTo>
                    <a:pt x="582197" y="247620"/>
                  </a:lnTo>
                  <a:lnTo>
                    <a:pt x="580806" y="247620"/>
                  </a:lnTo>
                  <a:lnTo>
                    <a:pt x="579406" y="247620"/>
                  </a:lnTo>
                  <a:lnTo>
                    <a:pt x="577948" y="247620"/>
                  </a:lnTo>
                  <a:lnTo>
                    <a:pt x="576548" y="247620"/>
                  </a:lnTo>
                  <a:lnTo>
                    <a:pt x="575158" y="247620"/>
                  </a:lnTo>
                  <a:lnTo>
                    <a:pt x="573691" y="247620"/>
                  </a:lnTo>
                  <a:lnTo>
                    <a:pt x="572300" y="247620"/>
                  </a:lnTo>
                  <a:lnTo>
                    <a:pt x="570900" y="247620"/>
                  </a:lnTo>
                  <a:lnTo>
                    <a:pt x="569443" y="247620"/>
                  </a:lnTo>
                  <a:lnTo>
                    <a:pt x="568043" y="247620"/>
                  </a:lnTo>
                  <a:lnTo>
                    <a:pt x="566652" y="247620"/>
                  </a:lnTo>
                  <a:lnTo>
                    <a:pt x="565185" y="247620"/>
                  </a:lnTo>
                  <a:lnTo>
                    <a:pt x="563794" y="247620"/>
                  </a:lnTo>
                  <a:lnTo>
                    <a:pt x="562394" y="247620"/>
                  </a:lnTo>
                  <a:lnTo>
                    <a:pt x="560994" y="247620"/>
                  </a:lnTo>
                  <a:lnTo>
                    <a:pt x="559537" y="247620"/>
                  </a:lnTo>
                  <a:lnTo>
                    <a:pt x="558136" y="247620"/>
                  </a:lnTo>
                  <a:lnTo>
                    <a:pt x="556746" y="247620"/>
                  </a:lnTo>
                  <a:lnTo>
                    <a:pt x="555288" y="247620"/>
                  </a:lnTo>
                  <a:lnTo>
                    <a:pt x="553889" y="247620"/>
                  </a:lnTo>
                  <a:lnTo>
                    <a:pt x="552488" y="247620"/>
                  </a:lnTo>
                  <a:lnTo>
                    <a:pt x="551031" y="247620"/>
                  </a:lnTo>
                  <a:lnTo>
                    <a:pt x="549640" y="247620"/>
                  </a:lnTo>
                  <a:lnTo>
                    <a:pt x="548240" y="247620"/>
                  </a:lnTo>
                  <a:lnTo>
                    <a:pt x="546783" y="247620"/>
                  </a:lnTo>
                  <a:lnTo>
                    <a:pt x="545383" y="247620"/>
                  </a:lnTo>
                  <a:lnTo>
                    <a:pt x="543982" y="247620"/>
                  </a:lnTo>
                  <a:lnTo>
                    <a:pt x="542525" y="247620"/>
                  </a:lnTo>
                  <a:lnTo>
                    <a:pt x="541125" y="247620"/>
                  </a:lnTo>
                  <a:lnTo>
                    <a:pt x="539734" y="247620"/>
                  </a:lnTo>
                  <a:lnTo>
                    <a:pt x="538277" y="247620"/>
                  </a:lnTo>
                  <a:lnTo>
                    <a:pt x="536877" y="247620"/>
                  </a:lnTo>
                  <a:lnTo>
                    <a:pt x="535477" y="247620"/>
                  </a:lnTo>
                  <a:lnTo>
                    <a:pt x="534086" y="247620"/>
                  </a:lnTo>
                  <a:lnTo>
                    <a:pt x="532619" y="247620"/>
                  </a:lnTo>
                  <a:lnTo>
                    <a:pt x="531228" y="247620"/>
                  </a:lnTo>
                  <a:lnTo>
                    <a:pt x="529828" y="247620"/>
                  </a:lnTo>
                  <a:lnTo>
                    <a:pt x="528371" y="247620"/>
                  </a:lnTo>
                  <a:lnTo>
                    <a:pt x="526971" y="247620"/>
                  </a:lnTo>
                  <a:lnTo>
                    <a:pt x="525580" y="247620"/>
                  </a:lnTo>
                  <a:lnTo>
                    <a:pt x="524113" y="247620"/>
                  </a:lnTo>
                  <a:lnTo>
                    <a:pt x="522723" y="247620"/>
                  </a:lnTo>
                  <a:lnTo>
                    <a:pt x="521322" y="247620"/>
                  </a:lnTo>
                  <a:lnTo>
                    <a:pt x="519865" y="247620"/>
                  </a:lnTo>
                  <a:lnTo>
                    <a:pt x="518465" y="247620"/>
                  </a:lnTo>
                  <a:lnTo>
                    <a:pt x="517074" y="247620"/>
                  </a:lnTo>
                  <a:lnTo>
                    <a:pt x="515607" y="247620"/>
                  </a:lnTo>
                  <a:lnTo>
                    <a:pt x="514217" y="247620"/>
                  </a:lnTo>
                  <a:lnTo>
                    <a:pt x="512817" y="247620"/>
                  </a:lnTo>
                  <a:lnTo>
                    <a:pt x="511359" y="247620"/>
                  </a:lnTo>
                  <a:lnTo>
                    <a:pt x="509959" y="247620"/>
                  </a:lnTo>
                  <a:lnTo>
                    <a:pt x="508568" y="247620"/>
                  </a:lnTo>
                  <a:lnTo>
                    <a:pt x="507168" y="247620"/>
                  </a:lnTo>
                  <a:lnTo>
                    <a:pt x="505711" y="247620"/>
                  </a:lnTo>
                  <a:lnTo>
                    <a:pt x="504311" y="247620"/>
                  </a:lnTo>
                  <a:lnTo>
                    <a:pt x="502920" y="247620"/>
                  </a:lnTo>
                  <a:lnTo>
                    <a:pt x="501453" y="247620"/>
                  </a:lnTo>
                  <a:lnTo>
                    <a:pt x="500063" y="247620"/>
                  </a:lnTo>
                  <a:lnTo>
                    <a:pt x="498662" y="247620"/>
                  </a:lnTo>
                  <a:lnTo>
                    <a:pt x="497205" y="247620"/>
                  </a:lnTo>
                  <a:lnTo>
                    <a:pt x="495805" y="247620"/>
                  </a:lnTo>
                  <a:lnTo>
                    <a:pt x="494405" y="247620"/>
                  </a:lnTo>
                  <a:lnTo>
                    <a:pt x="492947" y="247620"/>
                  </a:lnTo>
                  <a:lnTo>
                    <a:pt x="491557" y="247620"/>
                  </a:lnTo>
                  <a:lnTo>
                    <a:pt x="490157" y="247620"/>
                  </a:lnTo>
                  <a:lnTo>
                    <a:pt x="488699" y="247620"/>
                  </a:lnTo>
                  <a:lnTo>
                    <a:pt x="487299" y="247620"/>
                  </a:lnTo>
                  <a:lnTo>
                    <a:pt x="485908" y="247620"/>
                  </a:lnTo>
                  <a:lnTo>
                    <a:pt x="484442" y="247620"/>
                  </a:lnTo>
                  <a:lnTo>
                    <a:pt x="483051" y="247620"/>
                  </a:lnTo>
                  <a:lnTo>
                    <a:pt x="481651" y="247620"/>
                  </a:lnTo>
                  <a:lnTo>
                    <a:pt x="480193" y="247620"/>
                  </a:lnTo>
                  <a:lnTo>
                    <a:pt x="478793" y="247620"/>
                  </a:lnTo>
                  <a:lnTo>
                    <a:pt x="477393" y="247620"/>
                  </a:lnTo>
                  <a:lnTo>
                    <a:pt x="476003" y="247620"/>
                  </a:lnTo>
                  <a:lnTo>
                    <a:pt x="474545" y="247620"/>
                  </a:lnTo>
                  <a:lnTo>
                    <a:pt x="473145" y="247620"/>
                  </a:lnTo>
                  <a:lnTo>
                    <a:pt x="471745" y="247620"/>
                  </a:lnTo>
                  <a:lnTo>
                    <a:pt x="470287" y="247620"/>
                  </a:lnTo>
                  <a:lnTo>
                    <a:pt x="468887" y="247620"/>
                  </a:lnTo>
                  <a:lnTo>
                    <a:pt x="467497" y="247620"/>
                  </a:lnTo>
                  <a:lnTo>
                    <a:pt x="466039" y="247620"/>
                  </a:lnTo>
                  <a:lnTo>
                    <a:pt x="464639" y="247620"/>
                  </a:lnTo>
                  <a:lnTo>
                    <a:pt x="463239" y="247620"/>
                  </a:lnTo>
                  <a:lnTo>
                    <a:pt x="461782" y="247620"/>
                  </a:lnTo>
                  <a:lnTo>
                    <a:pt x="460381" y="247620"/>
                  </a:lnTo>
                  <a:lnTo>
                    <a:pt x="458991" y="247620"/>
                  </a:lnTo>
                  <a:lnTo>
                    <a:pt x="457533" y="247620"/>
                  </a:lnTo>
                  <a:lnTo>
                    <a:pt x="456133" y="247620"/>
                  </a:lnTo>
                  <a:lnTo>
                    <a:pt x="454733" y="247620"/>
                  </a:lnTo>
                  <a:lnTo>
                    <a:pt x="453276" y="247620"/>
                  </a:lnTo>
                  <a:lnTo>
                    <a:pt x="451876" y="247620"/>
                  </a:lnTo>
                  <a:lnTo>
                    <a:pt x="450485" y="247620"/>
                  </a:lnTo>
                  <a:lnTo>
                    <a:pt x="449085" y="247620"/>
                  </a:lnTo>
                  <a:lnTo>
                    <a:pt x="447628" y="247620"/>
                  </a:lnTo>
                  <a:lnTo>
                    <a:pt x="446227" y="247620"/>
                  </a:lnTo>
                  <a:lnTo>
                    <a:pt x="444837" y="247620"/>
                  </a:lnTo>
                  <a:lnTo>
                    <a:pt x="443370" y="247620"/>
                  </a:lnTo>
                  <a:lnTo>
                    <a:pt x="441979" y="247620"/>
                  </a:lnTo>
                  <a:lnTo>
                    <a:pt x="440579" y="247620"/>
                  </a:lnTo>
                  <a:lnTo>
                    <a:pt x="439122" y="247620"/>
                  </a:lnTo>
                  <a:lnTo>
                    <a:pt x="437721" y="247620"/>
                  </a:lnTo>
                  <a:lnTo>
                    <a:pt x="436331" y="247620"/>
                  </a:lnTo>
                  <a:lnTo>
                    <a:pt x="434864" y="247620"/>
                  </a:lnTo>
                  <a:lnTo>
                    <a:pt x="433473" y="247620"/>
                  </a:lnTo>
                  <a:lnTo>
                    <a:pt x="432073" y="247620"/>
                  </a:lnTo>
                  <a:lnTo>
                    <a:pt x="430616" y="247620"/>
                  </a:lnTo>
                  <a:lnTo>
                    <a:pt x="429216" y="247620"/>
                  </a:lnTo>
                  <a:lnTo>
                    <a:pt x="427825" y="247620"/>
                  </a:lnTo>
                  <a:lnTo>
                    <a:pt x="426358" y="247620"/>
                  </a:lnTo>
                  <a:lnTo>
                    <a:pt x="424968" y="247620"/>
                  </a:lnTo>
                  <a:lnTo>
                    <a:pt x="423567" y="247620"/>
                  </a:lnTo>
                  <a:lnTo>
                    <a:pt x="422110" y="247620"/>
                  </a:lnTo>
                  <a:lnTo>
                    <a:pt x="420710" y="247620"/>
                  </a:lnTo>
                  <a:lnTo>
                    <a:pt x="419319" y="247620"/>
                  </a:lnTo>
                  <a:lnTo>
                    <a:pt x="417919" y="247620"/>
                  </a:lnTo>
                  <a:lnTo>
                    <a:pt x="416462" y="247620"/>
                  </a:lnTo>
                  <a:lnTo>
                    <a:pt x="415061" y="247620"/>
                  </a:lnTo>
                  <a:lnTo>
                    <a:pt x="413671" y="247620"/>
                  </a:lnTo>
                  <a:lnTo>
                    <a:pt x="412204" y="247620"/>
                  </a:lnTo>
                  <a:lnTo>
                    <a:pt x="410813" y="247620"/>
                  </a:lnTo>
                  <a:lnTo>
                    <a:pt x="409413" y="247620"/>
                  </a:lnTo>
                  <a:lnTo>
                    <a:pt x="407956" y="247620"/>
                  </a:lnTo>
                  <a:lnTo>
                    <a:pt x="406556" y="247620"/>
                  </a:lnTo>
                  <a:lnTo>
                    <a:pt x="405155" y="247620"/>
                  </a:lnTo>
                  <a:lnTo>
                    <a:pt x="403698" y="247620"/>
                  </a:lnTo>
                  <a:lnTo>
                    <a:pt x="402308" y="247620"/>
                  </a:lnTo>
                  <a:lnTo>
                    <a:pt x="400907" y="247620"/>
                  </a:lnTo>
                  <a:lnTo>
                    <a:pt x="399450" y="247620"/>
                  </a:lnTo>
                  <a:lnTo>
                    <a:pt x="398050" y="247620"/>
                  </a:lnTo>
                  <a:lnTo>
                    <a:pt x="396650" y="247620"/>
                  </a:lnTo>
                  <a:lnTo>
                    <a:pt x="395192" y="247620"/>
                  </a:lnTo>
                  <a:lnTo>
                    <a:pt x="393802" y="247620"/>
                  </a:lnTo>
                  <a:lnTo>
                    <a:pt x="392402" y="247620"/>
                  </a:lnTo>
                  <a:lnTo>
                    <a:pt x="391001" y="247620"/>
                  </a:lnTo>
                  <a:lnTo>
                    <a:pt x="389544" y="247620"/>
                  </a:lnTo>
                  <a:lnTo>
                    <a:pt x="388144" y="247620"/>
                  </a:lnTo>
                  <a:lnTo>
                    <a:pt x="386753" y="247620"/>
                  </a:lnTo>
                  <a:lnTo>
                    <a:pt x="385296" y="247620"/>
                  </a:lnTo>
                  <a:lnTo>
                    <a:pt x="383896" y="247620"/>
                  </a:lnTo>
                  <a:lnTo>
                    <a:pt x="382495" y="247620"/>
                  </a:lnTo>
                  <a:lnTo>
                    <a:pt x="381038" y="247620"/>
                  </a:lnTo>
                  <a:lnTo>
                    <a:pt x="379638" y="247620"/>
                  </a:lnTo>
                  <a:lnTo>
                    <a:pt x="378247" y="247620"/>
                  </a:lnTo>
                  <a:lnTo>
                    <a:pt x="376780" y="247620"/>
                  </a:lnTo>
                  <a:lnTo>
                    <a:pt x="375390" y="247620"/>
                  </a:lnTo>
                  <a:lnTo>
                    <a:pt x="373990" y="247620"/>
                  </a:lnTo>
                  <a:lnTo>
                    <a:pt x="372532" y="247620"/>
                  </a:lnTo>
                  <a:lnTo>
                    <a:pt x="371132" y="247620"/>
                  </a:lnTo>
                  <a:lnTo>
                    <a:pt x="369742" y="247620"/>
                  </a:lnTo>
                  <a:lnTo>
                    <a:pt x="368275" y="247620"/>
                  </a:lnTo>
                  <a:lnTo>
                    <a:pt x="366884" y="247620"/>
                  </a:lnTo>
                  <a:lnTo>
                    <a:pt x="365484" y="247620"/>
                  </a:lnTo>
                  <a:lnTo>
                    <a:pt x="364027" y="247620"/>
                  </a:lnTo>
                  <a:lnTo>
                    <a:pt x="362626" y="247620"/>
                  </a:lnTo>
                  <a:lnTo>
                    <a:pt x="361236" y="247620"/>
                  </a:lnTo>
                  <a:lnTo>
                    <a:pt x="359836" y="247620"/>
                  </a:lnTo>
                  <a:lnTo>
                    <a:pt x="358378" y="247620"/>
                  </a:lnTo>
                  <a:lnTo>
                    <a:pt x="356978" y="247620"/>
                  </a:lnTo>
                  <a:lnTo>
                    <a:pt x="355588" y="247620"/>
                  </a:lnTo>
                  <a:lnTo>
                    <a:pt x="354120" y="247620"/>
                  </a:lnTo>
                  <a:lnTo>
                    <a:pt x="352730" y="247620"/>
                  </a:lnTo>
                  <a:lnTo>
                    <a:pt x="351330" y="247620"/>
                  </a:lnTo>
                  <a:lnTo>
                    <a:pt x="349872" y="247620"/>
                  </a:lnTo>
                  <a:lnTo>
                    <a:pt x="348472" y="247620"/>
                  </a:lnTo>
                  <a:lnTo>
                    <a:pt x="347082" y="247620"/>
                  </a:lnTo>
                  <a:lnTo>
                    <a:pt x="345615" y="247620"/>
                  </a:lnTo>
                  <a:lnTo>
                    <a:pt x="344224" y="247620"/>
                  </a:lnTo>
                  <a:lnTo>
                    <a:pt x="342824" y="247620"/>
                  </a:lnTo>
                  <a:lnTo>
                    <a:pt x="341367" y="247620"/>
                  </a:lnTo>
                  <a:lnTo>
                    <a:pt x="339966" y="247620"/>
                  </a:lnTo>
                  <a:lnTo>
                    <a:pt x="338576" y="247620"/>
                  </a:lnTo>
                  <a:lnTo>
                    <a:pt x="337109" y="247620"/>
                  </a:lnTo>
                  <a:lnTo>
                    <a:pt x="335718" y="247620"/>
                  </a:lnTo>
                  <a:lnTo>
                    <a:pt x="334318" y="247620"/>
                  </a:lnTo>
                  <a:lnTo>
                    <a:pt x="332918" y="247620"/>
                  </a:lnTo>
                  <a:lnTo>
                    <a:pt x="331460" y="247620"/>
                  </a:lnTo>
                  <a:lnTo>
                    <a:pt x="330060" y="247620"/>
                  </a:lnTo>
                  <a:lnTo>
                    <a:pt x="328670" y="247620"/>
                  </a:lnTo>
                  <a:lnTo>
                    <a:pt x="327212" y="247620"/>
                  </a:lnTo>
                  <a:lnTo>
                    <a:pt x="325812" y="247620"/>
                  </a:lnTo>
                  <a:lnTo>
                    <a:pt x="324412" y="247620"/>
                  </a:lnTo>
                  <a:lnTo>
                    <a:pt x="322955" y="247620"/>
                  </a:lnTo>
                  <a:lnTo>
                    <a:pt x="321564" y="247620"/>
                  </a:lnTo>
                  <a:lnTo>
                    <a:pt x="320164" y="247620"/>
                  </a:lnTo>
                  <a:lnTo>
                    <a:pt x="318707" y="247620"/>
                  </a:lnTo>
                  <a:lnTo>
                    <a:pt x="317306" y="247620"/>
                  </a:lnTo>
                  <a:lnTo>
                    <a:pt x="315906" y="247620"/>
                  </a:lnTo>
                  <a:lnTo>
                    <a:pt x="314449" y="247620"/>
                  </a:lnTo>
                  <a:lnTo>
                    <a:pt x="313058" y="247620"/>
                  </a:lnTo>
                  <a:lnTo>
                    <a:pt x="311658" y="247620"/>
                  </a:lnTo>
                  <a:lnTo>
                    <a:pt x="310201" y="247620"/>
                  </a:lnTo>
                  <a:lnTo>
                    <a:pt x="308801" y="247620"/>
                  </a:lnTo>
                  <a:lnTo>
                    <a:pt x="307400" y="247620"/>
                  </a:lnTo>
                  <a:lnTo>
                    <a:pt x="306010" y="247620"/>
                  </a:lnTo>
                  <a:lnTo>
                    <a:pt x="304543" y="247620"/>
                  </a:lnTo>
                  <a:lnTo>
                    <a:pt x="303152" y="247620"/>
                  </a:lnTo>
                  <a:lnTo>
                    <a:pt x="301752" y="247620"/>
                  </a:lnTo>
                  <a:lnTo>
                    <a:pt x="300295" y="247620"/>
                  </a:lnTo>
                  <a:lnTo>
                    <a:pt x="298894" y="247620"/>
                  </a:lnTo>
                  <a:lnTo>
                    <a:pt x="297504" y="247620"/>
                  </a:lnTo>
                  <a:lnTo>
                    <a:pt x="296037" y="247620"/>
                  </a:lnTo>
                  <a:lnTo>
                    <a:pt x="294646" y="247620"/>
                  </a:lnTo>
                  <a:lnTo>
                    <a:pt x="293246" y="247620"/>
                  </a:lnTo>
                  <a:lnTo>
                    <a:pt x="291789" y="247620"/>
                  </a:lnTo>
                  <a:lnTo>
                    <a:pt x="290389" y="247620"/>
                  </a:lnTo>
                  <a:lnTo>
                    <a:pt x="288998" y="247620"/>
                  </a:lnTo>
                  <a:lnTo>
                    <a:pt x="287531" y="247620"/>
                  </a:lnTo>
                  <a:lnTo>
                    <a:pt x="286141" y="247620"/>
                  </a:lnTo>
                  <a:lnTo>
                    <a:pt x="284740" y="247620"/>
                  </a:lnTo>
                  <a:lnTo>
                    <a:pt x="283283" y="247620"/>
                  </a:lnTo>
                  <a:lnTo>
                    <a:pt x="281883" y="247620"/>
                  </a:lnTo>
                  <a:lnTo>
                    <a:pt x="280492" y="247620"/>
                  </a:lnTo>
                  <a:lnTo>
                    <a:pt x="279025" y="247620"/>
                  </a:lnTo>
                  <a:lnTo>
                    <a:pt x="277635" y="247620"/>
                  </a:lnTo>
                  <a:lnTo>
                    <a:pt x="276235" y="247620"/>
                  </a:lnTo>
                  <a:lnTo>
                    <a:pt x="274844" y="247620"/>
                  </a:lnTo>
                  <a:lnTo>
                    <a:pt x="273377" y="247620"/>
                  </a:lnTo>
                  <a:lnTo>
                    <a:pt x="271987" y="247620"/>
                  </a:lnTo>
                  <a:lnTo>
                    <a:pt x="270586" y="247620"/>
                  </a:lnTo>
                  <a:lnTo>
                    <a:pt x="269129" y="247620"/>
                  </a:lnTo>
                  <a:lnTo>
                    <a:pt x="267729" y="247620"/>
                  </a:lnTo>
                  <a:lnTo>
                    <a:pt x="266338" y="247620"/>
                  </a:lnTo>
                  <a:lnTo>
                    <a:pt x="264871" y="247620"/>
                  </a:lnTo>
                  <a:lnTo>
                    <a:pt x="263481" y="247620"/>
                  </a:lnTo>
                  <a:lnTo>
                    <a:pt x="262080" y="247620"/>
                  </a:lnTo>
                  <a:lnTo>
                    <a:pt x="260623" y="247620"/>
                  </a:lnTo>
                  <a:lnTo>
                    <a:pt x="259223" y="247620"/>
                  </a:lnTo>
                  <a:lnTo>
                    <a:pt x="257823" y="247620"/>
                  </a:lnTo>
                  <a:lnTo>
                    <a:pt x="256365" y="247620"/>
                  </a:lnTo>
                  <a:lnTo>
                    <a:pt x="254975" y="247620"/>
                  </a:lnTo>
                  <a:lnTo>
                    <a:pt x="253575" y="247620"/>
                  </a:lnTo>
                  <a:lnTo>
                    <a:pt x="252117" y="247620"/>
                  </a:lnTo>
                  <a:lnTo>
                    <a:pt x="250717" y="247620"/>
                  </a:lnTo>
                  <a:lnTo>
                    <a:pt x="249327" y="247620"/>
                  </a:lnTo>
                  <a:lnTo>
                    <a:pt x="247926" y="247620"/>
                  </a:lnTo>
                  <a:lnTo>
                    <a:pt x="246469" y="247620"/>
                  </a:lnTo>
                  <a:lnTo>
                    <a:pt x="245069" y="247620"/>
                  </a:lnTo>
                  <a:lnTo>
                    <a:pt x="243669" y="247620"/>
                  </a:lnTo>
                  <a:lnTo>
                    <a:pt x="242211" y="247620"/>
                  </a:lnTo>
                  <a:lnTo>
                    <a:pt x="240811" y="247620"/>
                  </a:lnTo>
                  <a:lnTo>
                    <a:pt x="239420" y="247620"/>
                  </a:lnTo>
                  <a:lnTo>
                    <a:pt x="237963" y="247620"/>
                  </a:lnTo>
                  <a:lnTo>
                    <a:pt x="236563" y="247620"/>
                  </a:lnTo>
                  <a:lnTo>
                    <a:pt x="235163" y="247620"/>
                  </a:lnTo>
                  <a:lnTo>
                    <a:pt x="233705" y="247620"/>
                  </a:lnTo>
                  <a:lnTo>
                    <a:pt x="232305" y="247620"/>
                  </a:lnTo>
                  <a:lnTo>
                    <a:pt x="230915" y="247620"/>
                  </a:lnTo>
                  <a:lnTo>
                    <a:pt x="229457" y="247620"/>
                  </a:lnTo>
                  <a:lnTo>
                    <a:pt x="228057" y="247620"/>
                  </a:lnTo>
                  <a:lnTo>
                    <a:pt x="226657" y="247620"/>
                  </a:lnTo>
                  <a:lnTo>
                    <a:pt x="225200" y="247620"/>
                  </a:lnTo>
                  <a:lnTo>
                    <a:pt x="223799" y="247620"/>
                  </a:lnTo>
                  <a:lnTo>
                    <a:pt x="222409" y="247620"/>
                  </a:lnTo>
                  <a:lnTo>
                    <a:pt x="220952" y="247620"/>
                  </a:lnTo>
                  <a:lnTo>
                    <a:pt x="219551" y="247620"/>
                  </a:lnTo>
                  <a:lnTo>
                    <a:pt x="218151" y="247620"/>
                  </a:lnTo>
                  <a:lnTo>
                    <a:pt x="216761" y="247620"/>
                  </a:lnTo>
                  <a:lnTo>
                    <a:pt x="215294" y="247620"/>
                  </a:lnTo>
                  <a:lnTo>
                    <a:pt x="213903" y="247620"/>
                  </a:lnTo>
                  <a:lnTo>
                    <a:pt x="212503" y="247620"/>
                  </a:lnTo>
                  <a:lnTo>
                    <a:pt x="211045" y="247620"/>
                  </a:lnTo>
                  <a:lnTo>
                    <a:pt x="209645" y="247620"/>
                  </a:lnTo>
                  <a:lnTo>
                    <a:pt x="208255" y="247620"/>
                  </a:lnTo>
                  <a:lnTo>
                    <a:pt x="206788" y="247620"/>
                  </a:lnTo>
                  <a:lnTo>
                    <a:pt x="205397" y="247620"/>
                  </a:lnTo>
                  <a:lnTo>
                    <a:pt x="203997" y="247620"/>
                  </a:lnTo>
                  <a:lnTo>
                    <a:pt x="202540" y="247620"/>
                  </a:lnTo>
                  <a:lnTo>
                    <a:pt x="201139" y="247620"/>
                  </a:lnTo>
                  <a:lnTo>
                    <a:pt x="199749" y="247620"/>
                  </a:lnTo>
                  <a:lnTo>
                    <a:pt x="198282" y="247620"/>
                  </a:lnTo>
                  <a:lnTo>
                    <a:pt x="196891" y="247620"/>
                  </a:lnTo>
                  <a:lnTo>
                    <a:pt x="195491" y="247620"/>
                  </a:lnTo>
                  <a:lnTo>
                    <a:pt x="194034" y="247620"/>
                  </a:lnTo>
                  <a:lnTo>
                    <a:pt x="192634" y="247620"/>
                  </a:lnTo>
                  <a:lnTo>
                    <a:pt x="191243" y="247620"/>
                  </a:lnTo>
                  <a:lnTo>
                    <a:pt x="189843" y="247620"/>
                  </a:lnTo>
                  <a:lnTo>
                    <a:pt x="188385" y="247620"/>
                  </a:lnTo>
                  <a:lnTo>
                    <a:pt x="186985" y="247620"/>
                  </a:lnTo>
                  <a:lnTo>
                    <a:pt x="185595" y="247620"/>
                  </a:lnTo>
                  <a:lnTo>
                    <a:pt x="184128" y="247620"/>
                  </a:lnTo>
                  <a:lnTo>
                    <a:pt x="182737" y="247620"/>
                  </a:lnTo>
                  <a:lnTo>
                    <a:pt x="181337" y="247620"/>
                  </a:lnTo>
                  <a:lnTo>
                    <a:pt x="179880" y="247620"/>
                  </a:lnTo>
                  <a:lnTo>
                    <a:pt x="178479" y="247620"/>
                  </a:lnTo>
                  <a:lnTo>
                    <a:pt x="177089" y="247620"/>
                  </a:lnTo>
                  <a:lnTo>
                    <a:pt x="175622" y="247620"/>
                  </a:lnTo>
                  <a:lnTo>
                    <a:pt x="174231" y="247620"/>
                  </a:lnTo>
                  <a:lnTo>
                    <a:pt x="172831" y="247620"/>
                  </a:lnTo>
                  <a:lnTo>
                    <a:pt x="171374" y="247620"/>
                  </a:lnTo>
                  <a:lnTo>
                    <a:pt x="169974" y="247620"/>
                  </a:lnTo>
                  <a:lnTo>
                    <a:pt x="168574" y="247620"/>
                  </a:lnTo>
                  <a:lnTo>
                    <a:pt x="167116" y="247620"/>
                  </a:lnTo>
                  <a:lnTo>
                    <a:pt x="165726" y="247620"/>
                  </a:lnTo>
                  <a:lnTo>
                    <a:pt x="164325" y="247620"/>
                  </a:lnTo>
                  <a:lnTo>
                    <a:pt x="162868" y="247620"/>
                  </a:lnTo>
                  <a:lnTo>
                    <a:pt x="161468" y="247620"/>
                  </a:lnTo>
                  <a:lnTo>
                    <a:pt x="160068" y="247620"/>
                  </a:lnTo>
                  <a:lnTo>
                    <a:pt x="158677" y="247620"/>
                  </a:lnTo>
                  <a:lnTo>
                    <a:pt x="157220" y="247620"/>
                  </a:lnTo>
                  <a:lnTo>
                    <a:pt x="155819" y="247620"/>
                  </a:lnTo>
                  <a:lnTo>
                    <a:pt x="154419" y="247620"/>
                  </a:lnTo>
                  <a:lnTo>
                    <a:pt x="152962" y="247620"/>
                  </a:lnTo>
                  <a:lnTo>
                    <a:pt x="151562" y="247620"/>
                  </a:lnTo>
                  <a:lnTo>
                    <a:pt x="150171" y="247620"/>
                  </a:lnTo>
                  <a:lnTo>
                    <a:pt x="148714" y="247620"/>
                  </a:lnTo>
                  <a:lnTo>
                    <a:pt x="147314" y="247620"/>
                  </a:lnTo>
                  <a:lnTo>
                    <a:pt x="145914" y="247620"/>
                  </a:lnTo>
                  <a:lnTo>
                    <a:pt x="144456" y="247620"/>
                  </a:lnTo>
                  <a:lnTo>
                    <a:pt x="143056" y="247620"/>
                  </a:lnTo>
                  <a:lnTo>
                    <a:pt x="141665" y="247620"/>
                  </a:lnTo>
                  <a:lnTo>
                    <a:pt x="140199" y="247620"/>
                  </a:lnTo>
                  <a:lnTo>
                    <a:pt x="138808" y="247620"/>
                  </a:lnTo>
                  <a:lnTo>
                    <a:pt x="137408" y="247620"/>
                  </a:lnTo>
                  <a:lnTo>
                    <a:pt x="135950" y="247620"/>
                  </a:lnTo>
                  <a:lnTo>
                    <a:pt x="134550" y="247620"/>
                  </a:lnTo>
                  <a:lnTo>
                    <a:pt x="133160" y="247620"/>
                  </a:lnTo>
                  <a:lnTo>
                    <a:pt x="131759" y="247620"/>
                  </a:lnTo>
                  <a:lnTo>
                    <a:pt x="130302" y="247620"/>
                  </a:lnTo>
                  <a:lnTo>
                    <a:pt x="128902" y="247620"/>
                  </a:lnTo>
                  <a:lnTo>
                    <a:pt x="127511" y="247620"/>
                  </a:lnTo>
                  <a:lnTo>
                    <a:pt x="126044" y="247620"/>
                  </a:lnTo>
                  <a:lnTo>
                    <a:pt x="124654" y="247620"/>
                  </a:lnTo>
                  <a:lnTo>
                    <a:pt x="123253" y="247620"/>
                  </a:lnTo>
                  <a:lnTo>
                    <a:pt x="121796" y="247620"/>
                  </a:lnTo>
                  <a:lnTo>
                    <a:pt x="120396" y="247620"/>
                  </a:lnTo>
                  <a:lnTo>
                    <a:pt x="119005" y="247620"/>
                  </a:lnTo>
                  <a:lnTo>
                    <a:pt x="117539" y="247620"/>
                  </a:lnTo>
                  <a:lnTo>
                    <a:pt x="116148" y="247620"/>
                  </a:lnTo>
                  <a:lnTo>
                    <a:pt x="114748" y="247620"/>
                  </a:lnTo>
                  <a:lnTo>
                    <a:pt x="113290" y="247620"/>
                  </a:lnTo>
                  <a:lnTo>
                    <a:pt x="111890" y="247620"/>
                  </a:lnTo>
                  <a:lnTo>
                    <a:pt x="110500" y="247620"/>
                  </a:lnTo>
                  <a:lnTo>
                    <a:pt x="109033" y="247620"/>
                  </a:lnTo>
                  <a:lnTo>
                    <a:pt x="107642" y="247620"/>
                  </a:lnTo>
                  <a:lnTo>
                    <a:pt x="106242" y="247620"/>
                  </a:lnTo>
                  <a:lnTo>
                    <a:pt x="104842" y="247620"/>
                  </a:lnTo>
                  <a:lnTo>
                    <a:pt x="103384" y="247620"/>
                  </a:lnTo>
                  <a:lnTo>
                    <a:pt x="101994" y="247620"/>
                  </a:lnTo>
                  <a:lnTo>
                    <a:pt x="100593" y="247620"/>
                  </a:lnTo>
                  <a:lnTo>
                    <a:pt x="99136" y="247620"/>
                  </a:lnTo>
                  <a:lnTo>
                    <a:pt x="97736" y="247620"/>
                  </a:lnTo>
                  <a:lnTo>
                    <a:pt x="96336" y="247620"/>
                  </a:lnTo>
                  <a:lnTo>
                    <a:pt x="94879" y="247620"/>
                  </a:lnTo>
                  <a:lnTo>
                    <a:pt x="93488" y="247620"/>
                  </a:lnTo>
                  <a:lnTo>
                    <a:pt x="92088" y="247620"/>
                  </a:lnTo>
                  <a:lnTo>
                    <a:pt x="90630" y="247620"/>
                  </a:lnTo>
                  <a:lnTo>
                    <a:pt x="89230" y="247620"/>
                  </a:lnTo>
                  <a:lnTo>
                    <a:pt x="87830" y="247620"/>
                  </a:lnTo>
                  <a:lnTo>
                    <a:pt x="86373" y="247620"/>
                  </a:lnTo>
                  <a:lnTo>
                    <a:pt x="84982" y="247620"/>
                  </a:lnTo>
                  <a:lnTo>
                    <a:pt x="83582" y="247620"/>
                  </a:lnTo>
                  <a:lnTo>
                    <a:pt x="82125" y="247620"/>
                  </a:lnTo>
                  <a:lnTo>
                    <a:pt x="80724" y="247620"/>
                  </a:lnTo>
                  <a:lnTo>
                    <a:pt x="79324" y="247620"/>
                  </a:lnTo>
                  <a:lnTo>
                    <a:pt x="77867" y="247620"/>
                  </a:lnTo>
                  <a:lnTo>
                    <a:pt x="76467" y="247620"/>
                  </a:lnTo>
                  <a:lnTo>
                    <a:pt x="75076" y="247620"/>
                  </a:lnTo>
                  <a:lnTo>
                    <a:pt x="73676" y="247620"/>
                  </a:lnTo>
                  <a:lnTo>
                    <a:pt x="72219" y="247620"/>
                  </a:lnTo>
                  <a:lnTo>
                    <a:pt x="70819" y="247620"/>
                  </a:lnTo>
                  <a:lnTo>
                    <a:pt x="69428" y="247620"/>
                  </a:lnTo>
                  <a:lnTo>
                    <a:pt x="67970" y="247620"/>
                  </a:lnTo>
                  <a:lnTo>
                    <a:pt x="66570" y="247620"/>
                  </a:lnTo>
                  <a:lnTo>
                    <a:pt x="65170" y="247620"/>
                  </a:lnTo>
                  <a:lnTo>
                    <a:pt x="63713" y="247620"/>
                  </a:lnTo>
                  <a:lnTo>
                    <a:pt x="62313" y="247620"/>
                  </a:lnTo>
                  <a:lnTo>
                    <a:pt x="60922" y="247620"/>
                  </a:lnTo>
                  <a:lnTo>
                    <a:pt x="59465" y="247620"/>
                  </a:lnTo>
                  <a:lnTo>
                    <a:pt x="58064" y="247620"/>
                  </a:lnTo>
                  <a:lnTo>
                    <a:pt x="56664" y="247620"/>
                  </a:lnTo>
                  <a:lnTo>
                    <a:pt x="55207" y="247620"/>
                  </a:lnTo>
                  <a:lnTo>
                    <a:pt x="53807" y="247620"/>
                  </a:lnTo>
                  <a:lnTo>
                    <a:pt x="52416" y="247620"/>
                  </a:lnTo>
                  <a:lnTo>
                    <a:pt x="50949" y="247620"/>
                  </a:lnTo>
                  <a:lnTo>
                    <a:pt x="49558" y="247620"/>
                  </a:lnTo>
                  <a:lnTo>
                    <a:pt x="48159" y="247620"/>
                  </a:lnTo>
                  <a:lnTo>
                    <a:pt x="46768" y="247620"/>
                  </a:lnTo>
                  <a:lnTo>
                    <a:pt x="45301" y="247620"/>
                  </a:lnTo>
                  <a:lnTo>
                    <a:pt x="43910" y="247620"/>
                  </a:lnTo>
                  <a:lnTo>
                    <a:pt x="42510" y="247620"/>
                  </a:lnTo>
                  <a:lnTo>
                    <a:pt x="41053" y="247620"/>
                  </a:lnTo>
                  <a:lnTo>
                    <a:pt x="39653" y="247620"/>
                  </a:lnTo>
                  <a:lnTo>
                    <a:pt x="38262" y="247620"/>
                  </a:lnTo>
                  <a:lnTo>
                    <a:pt x="36795" y="247620"/>
                  </a:lnTo>
                  <a:lnTo>
                    <a:pt x="35404" y="247620"/>
                  </a:lnTo>
                  <a:lnTo>
                    <a:pt x="34004" y="247620"/>
                  </a:lnTo>
                  <a:lnTo>
                    <a:pt x="32547" y="247620"/>
                  </a:lnTo>
                  <a:lnTo>
                    <a:pt x="31147" y="247620"/>
                  </a:lnTo>
                  <a:lnTo>
                    <a:pt x="29756" y="247620"/>
                  </a:lnTo>
                  <a:lnTo>
                    <a:pt x="28289" y="247620"/>
                  </a:lnTo>
                  <a:lnTo>
                    <a:pt x="26899" y="247620"/>
                  </a:lnTo>
                  <a:lnTo>
                    <a:pt x="25498" y="247620"/>
                  </a:lnTo>
                  <a:lnTo>
                    <a:pt x="24041" y="247620"/>
                  </a:lnTo>
                  <a:lnTo>
                    <a:pt x="22641" y="247620"/>
                  </a:lnTo>
                  <a:lnTo>
                    <a:pt x="21250" y="247620"/>
                  </a:lnTo>
                  <a:lnTo>
                    <a:pt x="19784" y="247620"/>
                  </a:lnTo>
                  <a:lnTo>
                    <a:pt x="18393" y="247620"/>
                  </a:lnTo>
                  <a:lnTo>
                    <a:pt x="16993" y="247620"/>
                  </a:lnTo>
                  <a:lnTo>
                    <a:pt x="15593" y="247620"/>
                  </a:lnTo>
                  <a:lnTo>
                    <a:pt x="14135" y="247620"/>
                  </a:lnTo>
                  <a:lnTo>
                    <a:pt x="12744" y="247620"/>
                  </a:lnTo>
                  <a:lnTo>
                    <a:pt x="11344" y="247620"/>
                  </a:lnTo>
                  <a:lnTo>
                    <a:pt x="9887" y="247620"/>
                  </a:lnTo>
                  <a:lnTo>
                    <a:pt x="8487" y="247620"/>
                  </a:lnTo>
                  <a:lnTo>
                    <a:pt x="7087" y="247620"/>
                  </a:lnTo>
                  <a:lnTo>
                    <a:pt x="5629" y="247620"/>
                  </a:lnTo>
                  <a:lnTo>
                    <a:pt x="4229" y="247620"/>
                  </a:lnTo>
                  <a:lnTo>
                    <a:pt x="2838" y="247620"/>
                  </a:lnTo>
                  <a:lnTo>
                    <a:pt x="1381" y="247620"/>
                  </a:lnTo>
                  <a:lnTo>
                    <a:pt x="-19" y="247620"/>
                  </a:lnTo>
                  <a:close/>
                </a:path>
              </a:pathLst>
            </a:custGeom>
            <a:solidFill>
              <a:srgbClr val="457B9D">
                <a:alpha val="50000"/>
              </a:srgbClr>
            </a:solidFill>
            <a:ln w="9525" cap="flat">
              <a:noFill/>
              <a:prstDash val="solid"/>
              <a:round/>
            </a:ln>
          </p:spPr>
          <p:txBody>
            <a:bodyPr/>
            <a:lstStyle/>
            <a:p>
              <a:endParaRPr lang="zh-CN" altLang="en-US" sz="2190"/>
            </a:p>
          </p:txBody>
        </p:sp>
        <p:sp>
          <p:nvSpPr>
            <p:cNvPr id="962" name="任意多边形: 形状 961"/>
            <p:cNvSpPr/>
            <p:nvPr/>
          </p:nvSpPr>
          <p:spPr>
            <a:xfrm>
              <a:off x="4672474" y="5593284"/>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963" name="任意多边形: 形状 962"/>
            <p:cNvSpPr/>
            <p:nvPr/>
          </p:nvSpPr>
          <p:spPr>
            <a:xfrm>
              <a:off x="4320049" y="5412309"/>
              <a:ext cx="723900" cy="247650"/>
            </a:xfrm>
            <a:custGeom>
              <a:avLst/>
              <a:gdLst>
                <a:gd name="csX0" fmla="*/ -19 w 723900"/>
                <a:gd name="csY0" fmla="*/ 247305 h 247650"/>
                <a:gd name="csX1" fmla="*/ 1381 w 723900"/>
                <a:gd name="csY1" fmla="*/ 247058 h 247650"/>
                <a:gd name="csX2" fmla="*/ 2838 w 723900"/>
                <a:gd name="csY2" fmla="*/ 246810 h 247650"/>
                <a:gd name="csX3" fmla="*/ 4239 w 723900"/>
                <a:gd name="csY3" fmla="*/ 246496 h 247650"/>
                <a:gd name="csX4" fmla="*/ 5629 w 723900"/>
                <a:gd name="csY4" fmla="*/ 246182 h 247650"/>
                <a:gd name="csX5" fmla="*/ 7087 w 723900"/>
                <a:gd name="csY5" fmla="*/ 245877 h 247650"/>
                <a:gd name="csX6" fmla="*/ 8487 w 723900"/>
                <a:gd name="csY6" fmla="*/ 245496 h 247650"/>
                <a:gd name="csX7" fmla="*/ 9887 w 723900"/>
                <a:gd name="csY7" fmla="*/ 245124 h 247650"/>
                <a:gd name="csX8" fmla="*/ 11344 w 723900"/>
                <a:gd name="csY8" fmla="*/ 244686 h 247650"/>
                <a:gd name="csX9" fmla="*/ 12744 w 723900"/>
                <a:gd name="csY9" fmla="*/ 244191 h 247650"/>
                <a:gd name="csX10" fmla="*/ 14135 w 723900"/>
                <a:gd name="csY10" fmla="*/ 243686 h 247650"/>
                <a:gd name="csX11" fmla="*/ 15593 w 723900"/>
                <a:gd name="csY11" fmla="*/ 243124 h 247650"/>
                <a:gd name="csX12" fmla="*/ 16993 w 723900"/>
                <a:gd name="csY12" fmla="*/ 242562 h 247650"/>
                <a:gd name="csX13" fmla="*/ 18393 w 723900"/>
                <a:gd name="csY13" fmla="*/ 241934 h 247650"/>
                <a:gd name="csX14" fmla="*/ 19784 w 723900"/>
                <a:gd name="csY14" fmla="*/ 241248 h 247650"/>
                <a:gd name="csX15" fmla="*/ 21250 w 723900"/>
                <a:gd name="csY15" fmla="*/ 240562 h 247650"/>
                <a:gd name="csX16" fmla="*/ 22641 w 723900"/>
                <a:gd name="csY16" fmla="*/ 239752 h 247650"/>
                <a:gd name="csX17" fmla="*/ 24041 w 723900"/>
                <a:gd name="csY17" fmla="*/ 238943 h 247650"/>
                <a:gd name="csX18" fmla="*/ 25498 w 723900"/>
                <a:gd name="csY18" fmla="*/ 238000 h 247650"/>
                <a:gd name="csX19" fmla="*/ 26899 w 723900"/>
                <a:gd name="csY19" fmla="*/ 237067 h 247650"/>
                <a:gd name="csX20" fmla="*/ 28289 w 723900"/>
                <a:gd name="csY20" fmla="*/ 236066 h 247650"/>
                <a:gd name="csX21" fmla="*/ 29756 w 723900"/>
                <a:gd name="csY21" fmla="*/ 234942 h 247650"/>
                <a:gd name="csX22" fmla="*/ 31147 w 723900"/>
                <a:gd name="csY22" fmla="*/ 233819 h 247650"/>
                <a:gd name="csX23" fmla="*/ 32547 w 723900"/>
                <a:gd name="csY23" fmla="*/ 232570 h 247650"/>
                <a:gd name="csX24" fmla="*/ 34004 w 723900"/>
                <a:gd name="csY24" fmla="*/ 231256 h 247650"/>
                <a:gd name="csX25" fmla="*/ 35404 w 723900"/>
                <a:gd name="csY25" fmla="*/ 229884 h 247650"/>
                <a:gd name="csX26" fmla="*/ 36795 w 723900"/>
                <a:gd name="csY26" fmla="*/ 228446 h 247650"/>
                <a:gd name="csX27" fmla="*/ 38262 w 723900"/>
                <a:gd name="csY27" fmla="*/ 226884 h 247650"/>
                <a:gd name="csX28" fmla="*/ 39653 w 723900"/>
                <a:gd name="csY28" fmla="*/ 225265 h 247650"/>
                <a:gd name="csX29" fmla="*/ 41053 w 723900"/>
                <a:gd name="csY29" fmla="*/ 223512 h 247650"/>
                <a:gd name="csX30" fmla="*/ 42510 w 723900"/>
                <a:gd name="csY30" fmla="*/ 221702 h 247650"/>
                <a:gd name="csX31" fmla="*/ 43910 w 723900"/>
                <a:gd name="csY31" fmla="*/ 219769 h 247650"/>
                <a:gd name="csX32" fmla="*/ 45301 w 723900"/>
                <a:gd name="csY32" fmla="*/ 217769 h 247650"/>
                <a:gd name="csX33" fmla="*/ 46768 w 723900"/>
                <a:gd name="csY33" fmla="*/ 215645 h 247650"/>
                <a:gd name="csX34" fmla="*/ 48159 w 723900"/>
                <a:gd name="csY34" fmla="*/ 213397 h 247650"/>
                <a:gd name="csX35" fmla="*/ 49558 w 723900"/>
                <a:gd name="csY35" fmla="*/ 211082 h 247650"/>
                <a:gd name="csX36" fmla="*/ 50959 w 723900"/>
                <a:gd name="csY36" fmla="*/ 208644 h 247650"/>
                <a:gd name="csX37" fmla="*/ 52416 w 723900"/>
                <a:gd name="csY37" fmla="*/ 206148 h 247650"/>
                <a:gd name="csX38" fmla="*/ 53807 w 723900"/>
                <a:gd name="csY38" fmla="*/ 203529 h 247650"/>
                <a:gd name="csX39" fmla="*/ 55207 w 723900"/>
                <a:gd name="csY39" fmla="*/ 200719 h 247650"/>
                <a:gd name="csX40" fmla="*/ 56664 w 723900"/>
                <a:gd name="csY40" fmla="*/ 197909 h 247650"/>
                <a:gd name="csX41" fmla="*/ 58064 w 723900"/>
                <a:gd name="csY41" fmla="*/ 194909 h 247650"/>
                <a:gd name="csX42" fmla="*/ 59465 w 723900"/>
                <a:gd name="csY42" fmla="*/ 191841 h 247650"/>
                <a:gd name="csX43" fmla="*/ 60922 w 723900"/>
                <a:gd name="csY43" fmla="*/ 188660 h 247650"/>
                <a:gd name="csX44" fmla="*/ 62313 w 723900"/>
                <a:gd name="csY44" fmla="*/ 185345 h 247650"/>
                <a:gd name="csX45" fmla="*/ 63713 w 723900"/>
                <a:gd name="csY45" fmla="*/ 181916 h 247650"/>
                <a:gd name="csX46" fmla="*/ 65170 w 723900"/>
                <a:gd name="csY46" fmla="*/ 178411 h 247650"/>
                <a:gd name="csX47" fmla="*/ 66570 w 723900"/>
                <a:gd name="csY47" fmla="*/ 174859 h 247650"/>
                <a:gd name="csX48" fmla="*/ 67970 w 723900"/>
                <a:gd name="csY48" fmla="*/ 171105 h 247650"/>
                <a:gd name="csX49" fmla="*/ 69428 w 723900"/>
                <a:gd name="csY49" fmla="*/ 167296 h 247650"/>
                <a:gd name="csX50" fmla="*/ 70819 w 723900"/>
                <a:gd name="csY50" fmla="*/ 163362 h 247650"/>
                <a:gd name="csX51" fmla="*/ 72219 w 723900"/>
                <a:gd name="csY51" fmla="*/ 159371 h 247650"/>
                <a:gd name="csX52" fmla="*/ 73676 w 723900"/>
                <a:gd name="csY52" fmla="*/ 155304 h 247650"/>
                <a:gd name="csX53" fmla="*/ 75076 w 723900"/>
                <a:gd name="csY53" fmla="*/ 151122 h 247650"/>
                <a:gd name="csX54" fmla="*/ 76476 w 723900"/>
                <a:gd name="csY54" fmla="*/ 146874 h 247650"/>
                <a:gd name="csX55" fmla="*/ 77867 w 723900"/>
                <a:gd name="csY55" fmla="*/ 142569 h 247650"/>
                <a:gd name="csX56" fmla="*/ 79334 w 723900"/>
                <a:gd name="csY56" fmla="*/ 138130 h 247650"/>
                <a:gd name="csX57" fmla="*/ 80724 w 723900"/>
                <a:gd name="csY57" fmla="*/ 133691 h 247650"/>
                <a:gd name="csX58" fmla="*/ 82125 w 723900"/>
                <a:gd name="csY58" fmla="*/ 129196 h 247650"/>
                <a:gd name="csX59" fmla="*/ 83582 w 723900"/>
                <a:gd name="csY59" fmla="*/ 124643 h 247650"/>
                <a:gd name="csX60" fmla="*/ 84982 w 723900"/>
                <a:gd name="csY60" fmla="*/ 120014 h 247650"/>
                <a:gd name="csX61" fmla="*/ 86373 w 723900"/>
                <a:gd name="csY61" fmla="*/ 115394 h 247650"/>
                <a:gd name="csX62" fmla="*/ 87830 w 723900"/>
                <a:gd name="csY62" fmla="*/ 110774 h 247650"/>
                <a:gd name="csX63" fmla="*/ 89230 w 723900"/>
                <a:gd name="csY63" fmla="*/ 106088 h 247650"/>
                <a:gd name="csX64" fmla="*/ 90630 w 723900"/>
                <a:gd name="csY64" fmla="*/ 101402 h 247650"/>
                <a:gd name="csX65" fmla="*/ 92088 w 723900"/>
                <a:gd name="csY65" fmla="*/ 96715 h 247650"/>
                <a:gd name="csX66" fmla="*/ 93488 w 723900"/>
                <a:gd name="csY66" fmla="*/ 92096 h 247650"/>
                <a:gd name="csX67" fmla="*/ 94879 w 723900"/>
                <a:gd name="csY67" fmla="*/ 87409 h 247650"/>
                <a:gd name="csX68" fmla="*/ 96345 w 723900"/>
                <a:gd name="csY68" fmla="*/ 82790 h 247650"/>
                <a:gd name="csX69" fmla="*/ 97736 w 723900"/>
                <a:gd name="csY69" fmla="*/ 78227 h 247650"/>
                <a:gd name="csX70" fmla="*/ 99136 w 723900"/>
                <a:gd name="csY70" fmla="*/ 73732 h 247650"/>
                <a:gd name="csX71" fmla="*/ 100593 w 723900"/>
                <a:gd name="csY71" fmla="*/ 69236 h 247650"/>
                <a:gd name="csX72" fmla="*/ 101994 w 723900"/>
                <a:gd name="csY72" fmla="*/ 64807 h 247650"/>
                <a:gd name="csX73" fmla="*/ 103384 w 723900"/>
                <a:gd name="csY73" fmla="*/ 60492 h 247650"/>
                <a:gd name="csX74" fmla="*/ 104851 w 723900"/>
                <a:gd name="csY74" fmla="*/ 56310 h 247650"/>
                <a:gd name="csX75" fmla="*/ 106242 w 723900"/>
                <a:gd name="csY75" fmla="*/ 52119 h 247650"/>
                <a:gd name="csX76" fmla="*/ 107642 w 723900"/>
                <a:gd name="csY76" fmla="*/ 48062 h 247650"/>
                <a:gd name="csX77" fmla="*/ 109033 w 723900"/>
                <a:gd name="csY77" fmla="*/ 44195 h 247650"/>
                <a:gd name="csX78" fmla="*/ 110500 w 723900"/>
                <a:gd name="csY78" fmla="*/ 40384 h 247650"/>
                <a:gd name="csX79" fmla="*/ 111890 w 723900"/>
                <a:gd name="csY79" fmla="*/ 36699 h 247650"/>
                <a:gd name="csX80" fmla="*/ 113290 w 723900"/>
                <a:gd name="csY80" fmla="*/ 33203 h 247650"/>
                <a:gd name="csX81" fmla="*/ 114748 w 723900"/>
                <a:gd name="csY81" fmla="*/ 29764 h 247650"/>
                <a:gd name="csX82" fmla="*/ 116148 w 723900"/>
                <a:gd name="csY82" fmla="*/ 26583 h 247650"/>
                <a:gd name="csX83" fmla="*/ 117539 w 723900"/>
                <a:gd name="csY83" fmla="*/ 23516 h 247650"/>
                <a:gd name="csX84" fmla="*/ 119005 w 723900"/>
                <a:gd name="csY84" fmla="*/ 20582 h 247650"/>
                <a:gd name="csX85" fmla="*/ 120396 w 723900"/>
                <a:gd name="csY85" fmla="*/ 17829 h 247650"/>
                <a:gd name="csX86" fmla="*/ 121796 w 723900"/>
                <a:gd name="csY86" fmla="*/ 15334 h 247650"/>
                <a:gd name="csX87" fmla="*/ 123253 w 723900"/>
                <a:gd name="csY87" fmla="*/ 12962 h 247650"/>
                <a:gd name="csX88" fmla="*/ 124654 w 723900"/>
                <a:gd name="csY88" fmla="*/ 10781 h 247650"/>
                <a:gd name="csX89" fmla="*/ 126044 w 723900"/>
                <a:gd name="csY89" fmla="*/ 8838 h 247650"/>
                <a:gd name="csX90" fmla="*/ 127511 w 723900"/>
                <a:gd name="csY90" fmla="*/ 7028 h 247650"/>
                <a:gd name="csX91" fmla="*/ 128902 w 723900"/>
                <a:gd name="csY91" fmla="*/ 5409 h 247650"/>
                <a:gd name="csX92" fmla="*/ 130302 w 723900"/>
                <a:gd name="csY92" fmla="*/ 4028 h 247650"/>
                <a:gd name="csX93" fmla="*/ 131759 w 723900"/>
                <a:gd name="csY93" fmla="*/ 2847 h 247650"/>
                <a:gd name="csX94" fmla="*/ 133160 w 723900"/>
                <a:gd name="csY94" fmla="*/ 1847 h 247650"/>
                <a:gd name="csX95" fmla="*/ 134550 w 723900"/>
                <a:gd name="csY95" fmla="*/ 1094 h 247650"/>
                <a:gd name="csX96" fmla="*/ 135950 w 723900"/>
                <a:gd name="csY96" fmla="*/ 532 h 247650"/>
                <a:gd name="csX97" fmla="*/ 137408 w 723900"/>
                <a:gd name="csY97" fmla="*/ 94 h 247650"/>
                <a:gd name="csX98" fmla="*/ 138808 w 723900"/>
                <a:gd name="csY98" fmla="*/ -30 h 247650"/>
                <a:gd name="csX99" fmla="*/ 140208 w 723900"/>
                <a:gd name="csY99" fmla="*/ -30 h 247650"/>
                <a:gd name="csX100" fmla="*/ 141665 w 723900"/>
                <a:gd name="csY100" fmla="*/ 94 h 247650"/>
                <a:gd name="csX101" fmla="*/ 143066 w 723900"/>
                <a:gd name="csY101" fmla="*/ 598 h 247650"/>
                <a:gd name="csX102" fmla="*/ 144456 w 723900"/>
                <a:gd name="csY102" fmla="*/ 1161 h 247650"/>
                <a:gd name="csX103" fmla="*/ 145914 w 723900"/>
                <a:gd name="csY103" fmla="*/ 1904 h 247650"/>
                <a:gd name="csX104" fmla="*/ 147314 w 723900"/>
                <a:gd name="csY104" fmla="*/ 2847 h 247650"/>
                <a:gd name="csX105" fmla="*/ 148714 w 723900"/>
                <a:gd name="csY105" fmla="*/ 3970 h 247650"/>
                <a:gd name="csX106" fmla="*/ 150171 w 723900"/>
                <a:gd name="csY106" fmla="*/ 5219 h 247650"/>
                <a:gd name="csX107" fmla="*/ 151562 w 723900"/>
                <a:gd name="csY107" fmla="*/ 6657 h 247650"/>
                <a:gd name="csX108" fmla="*/ 152962 w 723900"/>
                <a:gd name="csY108" fmla="*/ 8276 h 247650"/>
                <a:gd name="csX109" fmla="*/ 154419 w 723900"/>
                <a:gd name="csY109" fmla="*/ 9962 h 247650"/>
                <a:gd name="csX110" fmla="*/ 155819 w 723900"/>
                <a:gd name="csY110" fmla="*/ 11905 h 247650"/>
                <a:gd name="csX111" fmla="*/ 157220 w 723900"/>
                <a:gd name="csY111" fmla="*/ 13895 h 247650"/>
                <a:gd name="csX112" fmla="*/ 158677 w 723900"/>
                <a:gd name="csY112" fmla="*/ 16020 h 247650"/>
                <a:gd name="csX113" fmla="*/ 160077 w 723900"/>
                <a:gd name="csY113" fmla="*/ 18268 h 247650"/>
                <a:gd name="csX114" fmla="*/ 161468 w 723900"/>
                <a:gd name="csY114" fmla="*/ 20649 h 247650"/>
                <a:gd name="csX115" fmla="*/ 162868 w 723900"/>
                <a:gd name="csY115" fmla="*/ 23078 h 247650"/>
                <a:gd name="csX116" fmla="*/ 164325 w 723900"/>
                <a:gd name="csY116" fmla="*/ 25640 h 247650"/>
                <a:gd name="csX117" fmla="*/ 165726 w 723900"/>
                <a:gd name="csY117" fmla="*/ 28269 h 247650"/>
                <a:gd name="csX118" fmla="*/ 167116 w 723900"/>
                <a:gd name="csY118" fmla="*/ 31012 h 247650"/>
                <a:gd name="csX119" fmla="*/ 168583 w 723900"/>
                <a:gd name="csY119" fmla="*/ 33764 h 247650"/>
                <a:gd name="csX120" fmla="*/ 169974 w 723900"/>
                <a:gd name="csY120" fmla="*/ 36632 h 247650"/>
                <a:gd name="csX121" fmla="*/ 171374 w 723900"/>
                <a:gd name="csY121" fmla="*/ 39508 h 247650"/>
                <a:gd name="csX122" fmla="*/ 172831 w 723900"/>
                <a:gd name="csY122" fmla="*/ 42442 h 247650"/>
                <a:gd name="csX123" fmla="*/ 174231 w 723900"/>
                <a:gd name="csY123" fmla="*/ 45442 h 247650"/>
                <a:gd name="csX124" fmla="*/ 175622 w 723900"/>
                <a:gd name="csY124" fmla="*/ 48443 h 247650"/>
                <a:gd name="csX125" fmla="*/ 177089 w 723900"/>
                <a:gd name="csY125" fmla="*/ 51500 h 247650"/>
                <a:gd name="csX126" fmla="*/ 178479 w 723900"/>
                <a:gd name="csY126" fmla="*/ 54558 h 247650"/>
                <a:gd name="csX127" fmla="*/ 179880 w 723900"/>
                <a:gd name="csY127" fmla="*/ 57625 h 247650"/>
                <a:gd name="csX128" fmla="*/ 181337 w 723900"/>
                <a:gd name="csY128" fmla="*/ 60683 h 247650"/>
                <a:gd name="csX129" fmla="*/ 182737 w 723900"/>
                <a:gd name="csY129" fmla="*/ 63740 h 247650"/>
                <a:gd name="csX130" fmla="*/ 184128 w 723900"/>
                <a:gd name="csY130" fmla="*/ 66797 h 247650"/>
                <a:gd name="csX131" fmla="*/ 185595 w 723900"/>
                <a:gd name="csY131" fmla="*/ 69865 h 247650"/>
                <a:gd name="csX132" fmla="*/ 186985 w 723900"/>
                <a:gd name="csY132" fmla="*/ 72922 h 247650"/>
                <a:gd name="csX133" fmla="*/ 188385 w 723900"/>
                <a:gd name="csY133" fmla="*/ 75922 h 247650"/>
                <a:gd name="csX134" fmla="*/ 189843 w 723900"/>
                <a:gd name="csY134" fmla="*/ 78923 h 247650"/>
                <a:gd name="csX135" fmla="*/ 191243 w 723900"/>
                <a:gd name="csY135" fmla="*/ 81856 h 247650"/>
                <a:gd name="csX136" fmla="*/ 192634 w 723900"/>
                <a:gd name="csY136" fmla="*/ 84790 h 247650"/>
                <a:gd name="csX137" fmla="*/ 194034 w 723900"/>
                <a:gd name="csY137" fmla="*/ 87666 h 247650"/>
                <a:gd name="csX138" fmla="*/ 195491 w 723900"/>
                <a:gd name="csY138" fmla="*/ 90534 h 247650"/>
                <a:gd name="csX139" fmla="*/ 196891 w 723900"/>
                <a:gd name="csY139" fmla="*/ 93343 h 247650"/>
                <a:gd name="csX140" fmla="*/ 198282 w 723900"/>
                <a:gd name="csY140" fmla="*/ 96096 h 247650"/>
                <a:gd name="csX141" fmla="*/ 199749 w 723900"/>
                <a:gd name="csY141" fmla="*/ 98783 h 247650"/>
                <a:gd name="csX142" fmla="*/ 201139 w 723900"/>
                <a:gd name="csY142" fmla="*/ 101402 h 247650"/>
                <a:gd name="csX143" fmla="*/ 202540 w 723900"/>
                <a:gd name="csY143" fmla="*/ 104031 h 247650"/>
                <a:gd name="csX144" fmla="*/ 203997 w 723900"/>
                <a:gd name="csY144" fmla="*/ 106583 h 247650"/>
                <a:gd name="csX145" fmla="*/ 205397 w 723900"/>
                <a:gd name="csY145" fmla="*/ 109021 h 247650"/>
                <a:gd name="csX146" fmla="*/ 206788 w 723900"/>
                <a:gd name="csY146" fmla="*/ 111460 h 247650"/>
                <a:gd name="csX147" fmla="*/ 208255 w 723900"/>
                <a:gd name="csY147" fmla="*/ 113832 h 247650"/>
                <a:gd name="csX148" fmla="*/ 209645 w 723900"/>
                <a:gd name="csY148" fmla="*/ 116147 h 247650"/>
                <a:gd name="csX149" fmla="*/ 211045 w 723900"/>
                <a:gd name="csY149" fmla="*/ 118394 h 247650"/>
                <a:gd name="csX150" fmla="*/ 212503 w 723900"/>
                <a:gd name="csY150" fmla="*/ 120575 h 247650"/>
                <a:gd name="csX151" fmla="*/ 213903 w 723900"/>
                <a:gd name="csY151" fmla="*/ 122700 h 247650"/>
                <a:gd name="csX152" fmla="*/ 215294 w 723900"/>
                <a:gd name="csY152" fmla="*/ 124823 h 247650"/>
                <a:gd name="csX153" fmla="*/ 216761 w 723900"/>
                <a:gd name="csY153" fmla="*/ 126824 h 247650"/>
                <a:gd name="csX154" fmla="*/ 218151 w 723900"/>
                <a:gd name="csY154" fmla="*/ 128757 h 247650"/>
                <a:gd name="csX155" fmla="*/ 219551 w 723900"/>
                <a:gd name="csY155" fmla="*/ 130634 h 247650"/>
                <a:gd name="csX156" fmla="*/ 220952 w 723900"/>
                <a:gd name="csY156" fmla="*/ 132510 h 247650"/>
                <a:gd name="csX157" fmla="*/ 222409 w 723900"/>
                <a:gd name="csY157" fmla="*/ 134263 h 247650"/>
                <a:gd name="csX158" fmla="*/ 223799 w 723900"/>
                <a:gd name="csY158" fmla="*/ 136006 h 247650"/>
                <a:gd name="csX159" fmla="*/ 225200 w 723900"/>
                <a:gd name="csY159" fmla="*/ 137692 h 247650"/>
                <a:gd name="csX160" fmla="*/ 226657 w 723900"/>
                <a:gd name="csY160" fmla="*/ 139254 h 247650"/>
                <a:gd name="csX161" fmla="*/ 228057 w 723900"/>
                <a:gd name="csY161" fmla="*/ 140816 h 247650"/>
                <a:gd name="csX162" fmla="*/ 229457 w 723900"/>
                <a:gd name="csY162" fmla="*/ 142378 h 247650"/>
                <a:gd name="csX163" fmla="*/ 230915 w 723900"/>
                <a:gd name="csY163" fmla="*/ 143816 h 247650"/>
                <a:gd name="csX164" fmla="*/ 232315 w 723900"/>
                <a:gd name="csY164" fmla="*/ 145188 h 247650"/>
                <a:gd name="csX165" fmla="*/ 233705 w 723900"/>
                <a:gd name="csY165" fmla="*/ 146560 h 247650"/>
                <a:gd name="csX166" fmla="*/ 235163 w 723900"/>
                <a:gd name="csY166" fmla="*/ 147874 h 247650"/>
                <a:gd name="csX167" fmla="*/ 236563 w 723900"/>
                <a:gd name="csY167" fmla="*/ 149122 h 247650"/>
                <a:gd name="csX168" fmla="*/ 237963 w 723900"/>
                <a:gd name="csY168" fmla="*/ 150313 h 247650"/>
                <a:gd name="csX169" fmla="*/ 239420 w 723900"/>
                <a:gd name="csY169" fmla="*/ 151494 h 247650"/>
                <a:gd name="csX170" fmla="*/ 240821 w 723900"/>
                <a:gd name="csY170" fmla="*/ 152618 h 247650"/>
                <a:gd name="csX171" fmla="*/ 242211 w 723900"/>
                <a:gd name="csY171" fmla="*/ 153684 h 247650"/>
                <a:gd name="csX172" fmla="*/ 243669 w 723900"/>
                <a:gd name="csY172" fmla="*/ 154742 h 247650"/>
                <a:gd name="csX173" fmla="*/ 245069 w 723900"/>
                <a:gd name="csY173" fmla="*/ 155742 h 247650"/>
                <a:gd name="csX174" fmla="*/ 246469 w 723900"/>
                <a:gd name="csY174" fmla="*/ 156685 h 247650"/>
                <a:gd name="csX175" fmla="*/ 247926 w 723900"/>
                <a:gd name="csY175" fmla="*/ 157619 h 247650"/>
                <a:gd name="csX176" fmla="*/ 249327 w 723900"/>
                <a:gd name="csY176" fmla="*/ 158495 h 247650"/>
                <a:gd name="csX177" fmla="*/ 250717 w 723900"/>
                <a:gd name="csY177" fmla="*/ 159371 h 247650"/>
                <a:gd name="csX178" fmla="*/ 252117 w 723900"/>
                <a:gd name="csY178" fmla="*/ 160181 h 247650"/>
                <a:gd name="csX179" fmla="*/ 253575 w 723900"/>
                <a:gd name="csY179" fmla="*/ 160924 h 247650"/>
                <a:gd name="csX180" fmla="*/ 254975 w 723900"/>
                <a:gd name="csY180" fmla="*/ 161743 h 247650"/>
                <a:gd name="csX181" fmla="*/ 256365 w 723900"/>
                <a:gd name="csY181" fmla="*/ 162429 h 247650"/>
                <a:gd name="csX182" fmla="*/ 257832 w 723900"/>
                <a:gd name="csY182" fmla="*/ 163114 h 247650"/>
                <a:gd name="csX183" fmla="*/ 259223 w 723900"/>
                <a:gd name="csY183" fmla="*/ 163800 h 247650"/>
                <a:gd name="csX184" fmla="*/ 260623 w 723900"/>
                <a:gd name="csY184" fmla="*/ 164429 h 247650"/>
                <a:gd name="csX185" fmla="*/ 262080 w 723900"/>
                <a:gd name="csY185" fmla="*/ 164991 h 247650"/>
                <a:gd name="csX186" fmla="*/ 263481 w 723900"/>
                <a:gd name="csY186" fmla="*/ 165552 h 247650"/>
                <a:gd name="csX187" fmla="*/ 264871 w 723900"/>
                <a:gd name="csY187" fmla="*/ 166115 h 247650"/>
                <a:gd name="csX188" fmla="*/ 266338 w 723900"/>
                <a:gd name="csY188" fmla="*/ 166677 h 247650"/>
                <a:gd name="csX189" fmla="*/ 267729 w 723900"/>
                <a:gd name="csY189" fmla="*/ 167172 h 247650"/>
                <a:gd name="csX190" fmla="*/ 269129 w 723900"/>
                <a:gd name="csY190" fmla="*/ 167610 h 247650"/>
                <a:gd name="csX191" fmla="*/ 270586 w 723900"/>
                <a:gd name="csY191" fmla="*/ 168115 h 247650"/>
                <a:gd name="csX192" fmla="*/ 271987 w 723900"/>
                <a:gd name="csY192" fmla="*/ 168543 h 247650"/>
                <a:gd name="csX193" fmla="*/ 273377 w 723900"/>
                <a:gd name="csY193" fmla="*/ 168924 h 247650"/>
                <a:gd name="csX194" fmla="*/ 274844 w 723900"/>
                <a:gd name="csY194" fmla="*/ 169363 h 247650"/>
                <a:gd name="csX195" fmla="*/ 276235 w 723900"/>
                <a:gd name="csY195" fmla="*/ 169734 h 247650"/>
                <a:gd name="csX196" fmla="*/ 277635 w 723900"/>
                <a:gd name="csY196" fmla="*/ 170106 h 247650"/>
                <a:gd name="csX197" fmla="*/ 279035 w 723900"/>
                <a:gd name="csY197" fmla="*/ 170420 h 247650"/>
                <a:gd name="csX198" fmla="*/ 280492 w 723900"/>
                <a:gd name="csY198" fmla="*/ 170734 h 247650"/>
                <a:gd name="csX199" fmla="*/ 281883 w 723900"/>
                <a:gd name="csY199" fmla="*/ 171049 h 247650"/>
                <a:gd name="csX200" fmla="*/ 283283 w 723900"/>
                <a:gd name="csY200" fmla="*/ 171363 h 247650"/>
                <a:gd name="csX201" fmla="*/ 284740 w 723900"/>
                <a:gd name="csY201" fmla="*/ 171668 h 247650"/>
                <a:gd name="csX202" fmla="*/ 286141 w 723900"/>
                <a:gd name="csY202" fmla="*/ 171925 h 247650"/>
                <a:gd name="csX203" fmla="*/ 287531 w 723900"/>
                <a:gd name="csY203" fmla="*/ 172172 h 247650"/>
                <a:gd name="csX204" fmla="*/ 288998 w 723900"/>
                <a:gd name="csY204" fmla="*/ 172420 h 247650"/>
                <a:gd name="csX205" fmla="*/ 290389 w 723900"/>
                <a:gd name="csY205" fmla="*/ 172668 h 247650"/>
                <a:gd name="csX206" fmla="*/ 291789 w 723900"/>
                <a:gd name="csY206" fmla="*/ 172925 h 247650"/>
                <a:gd name="csX207" fmla="*/ 293246 w 723900"/>
                <a:gd name="csY207" fmla="*/ 173106 h 247650"/>
                <a:gd name="csX208" fmla="*/ 294646 w 723900"/>
                <a:gd name="csY208" fmla="*/ 173354 h 247650"/>
                <a:gd name="csX209" fmla="*/ 296047 w 723900"/>
                <a:gd name="csY209" fmla="*/ 173544 h 247650"/>
                <a:gd name="csX210" fmla="*/ 297504 w 723900"/>
                <a:gd name="csY210" fmla="*/ 173734 h 247650"/>
                <a:gd name="csX211" fmla="*/ 298894 w 723900"/>
                <a:gd name="csY211" fmla="*/ 173982 h 247650"/>
                <a:gd name="csX212" fmla="*/ 300295 w 723900"/>
                <a:gd name="csY212" fmla="*/ 174173 h 247650"/>
                <a:gd name="csX213" fmla="*/ 301752 w 723900"/>
                <a:gd name="csY213" fmla="*/ 174354 h 247650"/>
                <a:gd name="csX214" fmla="*/ 303152 w 723900"/>
                <a:gd name="csY214" fmla="*/ 174477 h 247650"/>
                <a:gd name="csX215" fmla="*/ 304553 w 723900"/>
                <a:gd name="csY215" fmla="*/ 174668 h 247650"/>
                <a:gd name="csX216" fmla="*/ 306010 w 723900"/>
                <a:gd name="csY216" fmla="*/ 174859 h 247650"/>
                <a:gd name="csX217" fmla="*/ 307400 w 723900"/>
                <a:gd name="csY217" fmla="*/ 175040 h 247650"/>
                <a:gd name="csX218" fmla="*/ 308801 w 723900"/>
                <a:gd name="csY218" fmla="*/ 175230 h 247650"/>
                <a:gd name="csX219" fmla="*/ 310201 w 723900"/>
                <a:gd name="csY219" fmla="*/ 175354 h 247650"/>
                <a:gd name="csX220" fmla="*/ 311658 w 723900"/>
                <a:gd name="csY220" fmla="*/ 175544 h 247650"/>
                <a:gd name="csX221" fmla="*/ 313058 w 723900"/>
                <a:gd name="csY221" fmla="*/ 175735 h 247650"/>
                <a:gd name="csX222" fmla="*/ 314449 w 723900"/>
                <a:gd name="csY222" fmla="*/ 175916 h 247650"/>
                <a:gd name="csX223" fmla="*/ 315906 w 723900"/>
                <a:gd name="csY223" fmla="*/ 176039 h 247650"/>
                <a:gd name="csX224" fmla="*/ 317306 w 723900"/>
                <a:gd name="csY224" fmla="*/ 176230 h 247650"/>
                <a:gd name="csX225" fmla="*/ 318707 w 723900"/>
                <a:gd name="csY225" fmla="*/ 176421 h 247650"/>
                <a:gd name="csX226" fmla="*/ 320164 w 723900"/>
                <a:gd name="csY226" fmla="*/ 176545 h 247650"/>
                <a:gd name="csX227" fmla="*/ 321564 w 723900"/>
                <a:gd name="csY227" fmla="*/ 176725 h 247650"/>
                <a:gd name="csX228" fmla="*/ 322955 w 723900"/>
                <a:gd name="csY228" fmla="*/ 176916 h 247650"/>
                <a:gd name="csX229" fmla="*/ 324412 w 723900"/>
                <a:gd name="csY229" fmla="*/ 177106 h 247650"/>
                <a:gd name="csX230" fmla="*/ 325812 w 723900"/>
                <a:gd name="csY230" fmla="*/ 177230 h 247650"/>
                <a:gd name="csX231" fmla="*/ 327212 w 723900"/>
                <a:gd name="csY231" fmla="*/ 177421 h 247650"/>
                <a:gd name="csX232" fmla="*/ 328670 w 723900"/>
                <a:gd name="csY232" fmla="*/ 177602 h 247650"/>
                <a:gd name="csX233" fmla="*/ 330070 w 723900"/>
                <a:gd name="csY233" fmla="*/ 177792 h 247650"/>
                <a:gd name="csX234" fmla="*/ 331460 w 723900"/>
                <a:gd name="csY234" fmla="*/ 177983 h 247650"/>
                <a:gd name="csX235" fmla="*/ 332918 w 723900"/>
                <a:gd name="csY235" fmla="*/ 178107 h 247650"/>
                <a:gd name="csX236" fmla="*/ 334318 w 723900"/>
                <a:gd name="csY236" fmla="*/ 178288 h 247650"/>
                <a:gd name="csX237" fmla="*/ 335718 w 723900"/>
                <a:gd name="csY237" fmla="*/ 178478 h 247650"/>
                <a:gd name="csX238" fmla="*/ 337109 w 723900"/>
                <a:gd name="csY238" fmla="*/ 178668 h 247650"/>
                <a:gd name="csX239" fmla="*/ 338576 w 723900"/>
                <a:gd name="csY239" fmla="*/ 178850 h 247650"/>
                <a:gd name="csX240" fmla="*/ 339966 w 723900"/>
                <a:gd name="csY240" fmla="*/ 179040 h 247650"/>
                <a:gd name="csX241" fmla="*/ 341367 w 723900"/>
                <a:gd name="csY241" fmla="*/ 179231 h 247650"/>
                <a:gd name="csX242" fmla="*/ 342824 w 723900"/>
                <a:gd name="csY242" fmla="*/ 179411 h 247650"/>
                <a:gd name="csX243" fmla="*/ 344224 w 723900"/>
                <a:gd name="csY243" fmla="*/ 179602 h 247650"/>
                <a:gd name="csX244" fmla="*/ 345615 w 723900"/>
                <a:gd name="csY244" fmla="*/ 179726 h 247650"/>
                <a:gd name="csX245" fmla="*/ 347082 w 723900"/>
                <a:gd name="csY245" fmla="*/ 179917 h 247650"/>
                <a:gd name="csX246" fmla="*/ 348472 w 723900"/>
                <a:gd name="csY246" fmla="*/ 180107 h 247650"/>
                <a:gd name="csX247" fmla="*/ 349872 w 723900"/>
                <a:gd name="csY247" fmla="*/ 180288 h 247650"/>
                <a:gd name="csX248" fmla="*/ 351330 w 723900"/>
                <a:gd name="csY248" fmla="*/ 180411 h 247650"/>
                <a:gd name="csX249" fmla="*/ 352730 w 723900"/>
                <a:gd name="csY249" fmla="*/ 180602 h 247650"/>
                <a:gd name="csX250" fmla="*/ 354120 w 723900"/>
                <a:gd name="csY250" fmla="*/ 180793 h 247650"/>
                <a:gd name="csX251" fmla="*/ 355588 w 723900"/>
                <a:gd name="csY251" fmla="*/ 180917 h 247650"/>
                <a:gd name="csX252" fmla="*/ 356978 w 723900"/>
                <a:gd name="csY252" fmla="*/ 181107 h 247650"/>
                <a:gd name="csX253" fmla="*/ 358378 w 723900"/>
                <a:gd name="csY253" fmla="*/ 181231 h 247650"/>
                <a:gd name="csX254" fmla="*/ 359836 w 723900"/>
                <a:gd name="csY254" fmla="*/ 181412 h 247650"/>
                <a:gd name="csX255" fmla="*/ 361236 w 723900"/>
                <a:gd name="csY255" fmla="*/ 181536 h 247650"/>
                <a:gd name="csX256" fmla="*/ 362626 w 723900"/>
                <a:gd name="csY256" fmla="*/ 181669 h 247650"/>
                <a:gd name="csX257" fmla="*/ 364027 w 723900"/>
                <a:gd name="csY257" fmla="*/ 181850 h 247650"/>
                <a:gd name="csX258" fmla="*/ 365484 w 723900"/>
                <a:gd name="csY258" fmla="*/ 181973 h 247650"/>
                <a:gd name="csX259" fmla="*/ 366884 w 723900"/>
                <a:gd name="csY259" fmla="*/ 182097 h 247650"/>
                <a:gd name="csX260" fmla="*/ 368284 w 723900"/>
                <a:gd name="csY260" fmla="*/ 182231 h 247650"/>
                <a:gd name="csX261" fmla="*/ 369742 w 723900"/>
                <a:gd name="csY261" fmla="*/ 182355 h 247650"/>
                <a:gd name="csX262" fmla="*/ 371132 w 723900"/>
                <a:gd name="csY262" fmla="*/ 182412 h 247650"/>
                <a:gd name="csX263" fmla="*/ 372532 w 723900"/>
                <a:gd name="csY263" fmla="*/ 182536 h 247650"/>
                <a:gd name="csX264" fmla="*/ 373990 w 723900"/>
                <a:gd name="csY264" fmla="*/ 182602 h 247650"/>
                <a:gd name="csX265" fmla="*/ 375390 w 723900"/>
                <a:gd name="csY265" fmla="*/ 182726 h 247650"/>
                <a:gd name="csX266" fmla="*/ 376790 w 723900"/>
                <a:gd name="csY266" fmla="*/ 182793 h 247650"/>
                <a:gd name="csX267" fmla="*/ 378247 w 723900"/>
                <a:gd name="csY267" fmla="*/ 182850 h 247650"/>
                <a:gd name="csX268" fmla="*/ 379638 w 723900"/>
                <a:gd name="csY268" fmla="*/ 182916 h 247650"/>
                <a:gd name="csX269" fmla="*/ 381038 w 723900"/>
                <a:gd name="csY269" fmla="*/ 182974 h 247650"/>
                <a:gd name="csX270" fmla="*/ 382495 w 723900"/>
                <a:gd name="csY270" fmla="*/ 183040 h 247650"/>
                <a:gd name="csX271" fmla="*/ 383896 w 723900"/>
                <a:gd name="csY271" fmla="*/ 183098 h 247650"/>
                <a:gd name="csX272" fmla="*/ 385296 w 723900"/>
                <a:gd name="csY272" fmla="*/ 183164 h 247650"/>
                <a:gd name="csX273" fmla="*/ 386753 w 723900"/>
                <a:gd name="csY273" fmla="*/ 183164 h 247650"/>
                <a:gd name="csX274" fmla="*/ 388144 w 723900"/>
                <a:gd name="csY274" fmla="*/ 183164 h 247650"/>
                <a:gd name="csX275" fmla="*/ 389544 w 723900"/>
                <a:gd name="csY275" fmla="*/ 183231 h 247650"/>
                <a:gd name="csX276" fmla="*/ 391001 w 723900"/>
                <a:gd name="csY276" fmla="*/ 183231 h 247650"/>
                <a:gd name="csX277" fmla="*/ 392402 w 723900"/>
                <a:gd name="csY277" fmla="*/ 183231 h 247650"/>
                <a:gd name="csX278" fmla="*/ 393802 w 723900"/>
                <a:gd name="csY278" fmla="*/ 183231 h 247650"/>
                <a:gd name="csX279" fmla="*/ 395192 w 723900"/>
                <a:gd name="csY279" fmla="*/ 183164 h 247650"/>
                <a:gd name="csX280" fmla="*/ 396659 w 723900"/>
                <a:gd name="csY280" fmla="*/ 183164 h 247650"/>
                <a:gd name="csX281" fmla="*/ 398050 w 723900"/>
                <a:gd name="csY281" fmla="*/ 183164 h 247650"/>
                <a:gd name="csX282" fmla="*/ 399450 w 723900"/>
                <a:gd name="csY282" fmla="*/ 183098 h 247650"/>
                <a:gd name="csX283" fmla="*/ 400907 w 723900"/>
                <a:gd name="csY283" fmla="*/ 183040 h 247650"/>
                <a:gd name="csX284" fmla="*/ 402308 w 723900"/>
                <a:gd name="csY284" fmla="*/ 182974 h 247650"/>
                <a:gd name="csX285" fmla="*/ 403698 w 723900"/>
                <a:gd name="csY285" fmla="*/ 182974 h 247650"/>
                <a:gd name="csX286" fmla="*/ 405155 w 723900"/>
                <a:gd name="csY286" fmla="*/ 182850 h 247650"/>
                <a:gd name="csX287" fmla="*/ 406556 w 723900"/>
                <a:gd name="csY287" fmla="*/ 182793 h 247650"/>
                <a:gd name="csX288" fmla="*/ 407956 w 723900"/>
                <a:gd name="csY288" fmla="*/ 182726 h 247650"/>
                <a:gd name="csX289" fmla="*/ 409413 w 723900"/>
                <a:gd name="csY289" fmla="*/ 182659 h 247650"/>
                <a:gd name="csX290" fmla="*/ 410813 w 723900"/>
                <a:gd name="csY290" fmla="*/ 182536 h 247650"/>
                <a:gd name="csX291" fmla="*/ 412204 w 723900"/>
                <a:gd name="csY291" fmla="*/ 182412 h 247650"/>
                <a:gd name="csX292" fmla="*/ 413671 w 723900"/>
                <a:gd name="csY292" fmla="*/ 182355 h 247650"/>
                <a:gd name="csX293" fmla="*/ 415061 w 723900"/>
                <a:gd name="csY293" fmla="*/ 182231 h 247650"/>
                <a:gd name="csX294" fmla="*/ 416462 w 723900"/>
                <a:gd name="csY294" fmla="*/ 182097 h 247650"/>
                <a:gd name="csX295" fmla="*/ 417919 w 723900"/>
                <a:gd name="csY295" fmla="*/ 181973 h 247650"/>
                <a:gd name="csX296" fmla="*/ 419319 w 723900"/>
                <a:gd name="csY296" fmla="*/ 181850 h 247650"/>
                <a:gd name="csX297" fmla="*/ 420710 w 723900"/>
                <a:gd name="csY297" fmla="*/ 181669 h 247650"/>
                <a:gd name="csX298" fmla="*/ 422110 w 723900"/>
                <a:gd name="csY298" fmla="*/ 181536 h 247650"/>
                <a:gd name="csX299" fmla="*/ 423567 w 723900"/>
                <a:gd name="csY299" fmla="*/ 181355 h 247650"/>
                <a:gd name="csX300" fmla="*/ 424968 w 723900"/>
                <a:gd name="csY300" fmla="*/ 181231 h 247650"/>
                <a:gd name="csX301" fmla="*/ 426358 w 723900"/>
                <a:gd name="csY301" fmla="*/ 181040 h 247650"/>
                <a:gd name="csX302" fmla="*/ 427825 w 723900"/>
                <a:gd name="csY302" fmla="*/ 180850 h 247650"/>
                <a:gd name="csX303" fmla="*/ 429216 w 723900"/>
                <a:gd name="csY303" fmla="*/ 180669 h 247650"/>
                <a:gd name="csX304" fmla="*/ 430616 w 723900"/>
                <a:gd name="csY304" fmla="*/ 180478 h 247650"/>
                <a:gd name="csX305" fmla="*/ 432073 w 723900"/>
                <a:gd name="csY305" fmla="*/ 180288 h 247650"/>
                <a:gd name="csX306" fmla="*/ 433473 w 723900"/>
                <a:gd name="csY306" fmla="*/ 180040 h 247650"/>
                <a:gd name="csX307" fmla="*/ 434864 w 723900"/>
                <a:gd name="csY307" fmla="*/ 179850 h 247650"/>
                <a:gd name="csX308" fmla="*/ 436331 w 723900"/>
                <a:gd name="csY308" fmla="*/ 179602 h 247650"/>
                <a:gd name="csX309" fmla="*/ 437721 w 723900"/>
                <a:gd name="csY309" fmla="*/ 179354 h 247650"/>
                <a:gd name="csX310" fmla="*/ 439122 w 723900"/>
                <a:gd name="csY310" fmla="*/ 179164 h 247650"/>
                <a:gd name="csX311" fmla="*/ 440579 w 723900"/>
                <a:gd name="csY311" fmla="*/ 178850 h 247650"/>
                <a:gd name="csX312" fmla="*/ 441979 w 723900"/>
                <a:gd name="csY312" fmla="*/ 178602 h 247650"/>
                <a:gd name="csX313" fmla="*/ 443370 w 723900"/>
                <a:gd name="csY313" fmla="*/ 178354 h 247650"/>
                <a:gd name="csX314" fmla="*/ 444837 w 723900"/>
                <a:gd name="csY314" fmla="*/ 178040 h 247650"/>
                <a:gd name="csX315" fmla="*/ 446227 w 723900"/>
                <a:gd name="csY315" fmla="*/ 177792 h 247650"/>
                <a:gd name="csX316" fmla="*/ 447628 w 723900"/>
                <a:gd name="csY316" fmla="*/ 177478 h 247650"/>
                <a:gd name="csX317" fmla="*/ 449085 w 723900"/>
                <a:gd name="csY317" fmla="*/ 177164 h 247650"/>
                <a:gd name="csX318" fmla="*/ 450485 w 723900"/>
                <a:gd name="csY318" fmla="*/ 176792 h 247650"/>
                <a:gd name="csX319" fmla="*/ 451876 w 723900"/>
                <a:gd name="csY319" fmla="*/ 176478 h 247650"/>
                <a:gd name="csX320" fmla="*/ 453276 w 723900"/>
                <a:gd name="csY320" fmla="*/ 176106 h 247650"/>
                <a:gd name="csX321" fmla="*/ 454733 w 723900"/>
                <a:gd name="csY321" fmla="*/ 175735 h 247650"/>
                <a:gd name="csX322" fmla="*/ 456133 w 723900"/>
                <a:gd name="csY322" fmla="*/ 175354 h 247650"/>
                <a:gd name="csX323" fmla="*/ 457533 w 723900"/>
                <a:gd name="csY323" fmla="*/ 174983 h 247650"/>
                <a:gd name="csX324" fmla="*/ 458991 w 723900"/>
                <a:gd name="csY324" fmla="*/ 174544 h 247650"/>
                <a:gd name="csX325" fmla="*/ 460381 w 723900"/>
                <a:gd name="csY325" fmla="*/ 174106 h 247650"/>
                <a:gd name="csX326" fmla="*/ 461782 w 723900"/>
                <a:gd name="csY326" fmla="*/ 173668 h 247650"/>
                <a:gd name="csX327" fmla="*/ 463239 w 723900"/>
                <a:gd name="csY327" fmla="*/ 173173 h 247650"/>
                <a:gd name="csX328" fmla="*/ 464639 w 723900"/>
                <a:gd name="csY328" fmla="*/ 172668 h 247650"/>
                <a:gd name="csX329" fmla="*/ 466039 w 723900"/>
                <a:gd name="csY329" fmla="*/ 172172 h 247650"/>
                <a:gd name="csX330" fmla="*/ 467497 w 723900"/>
                <a:gd name="csY330" fmla="*/ 171668 h 247650"/>
                <a:gd name="csX331" fmla="*/ 468887 w 723900"/>
                <a:gd name="csY331" fmla="*/ 171049 h 247650"/>
                <a:gd name="csX332" fmla="*/ 470287 w 723900"/>
                <a:gd name="csY332" fmla="*/ 170486 h 247650"/>
                <a:gd name="csX333" fmla="*/ 471745 w 723900"/>
                <a:gd name="csY333" fmla="*/ 169858 h 247650"/>
                <a:gd name="csX334" fmla="*/ 473145 w 723900"/>
                <a:gd name="csY334" fmla="*/ 169239 h 247650"/>
                <a:gd name="csX335" fmla="*/ 474545 w 723900"/>
                <a:gd name="csY335" fmla="*/ 168543 h 247650"/>
                <a:gd name="csX336" fmla="*/ 476003 w 723900"/>
                <a:gd name="csY336" fmla="*/ 167857 h 247650"/>
                <a:gd name="csX337" fmla="*/ 477393 w 723900"/>
                <a:gd name="csY337" fmla="*/ 167172 h 247650"/>
                <a:gd name="csX338" fmla="*/ 478793 w 723900"/>
                <a:gd name="csY338" fmla="*/ 166429 h 247650"/>
                <a:gd name="csX339" fmla="*/ 480193 w 723900"/>
                <a:gd name="csY339" fmla="*/ 165610 h 247650"/>
                <a:gd name="csX340" fmla="*/ 481651 w 723900"/>
                <a:gd name="csY340" fmla="*/ 164800 h 247650"/>
                <a:gd name="csX341" fmla="*/ 483051 w 723900"/>
                <a:gd name="csY341" fmla="*/ 163924 h 247650"/>
                <a:gd name="csX342" fmla="*/ 484442 w 723900"/>
                <a:gd name="csY342" fmla="*/ 163047 h 247650"/>
                <a:gd name="csX343" fmla="*/ 485908 w 723900"/>
                <a:gd name="csY343" fmla="*/ 162114 h 247650"/>
                <a:gd name="csX344" fmla="*/ 487299 w 723900"/>
                <a:gd name="csY344" fmla="*/ 161114 h 247650"/>
                <a:gd name="csX345" fmla="*/ 488699 w 723900"/>
                <a:gd name="csY345" fmla="*/ 160114 h 247650"/>
                <a:gd name="csX346" fmla="*/ 490157 w 723900"/>
                <a:gd name="csY346" fmla="*/ 159057 h 247650"/>
                <a:gd name="csX347" fmla="*/ 491557 w 723900"/>
                <a:gd name="csY347" fmla="*/ 157932 h 247650"/>
                <a:gd name="csX348" fmla="*/ 492947 w 723900"/>
                <a:gd name="csY348" fmla="*/ 156809 h 247650"/>
                <a:gd name="csX349" fmla="*/ 494414 w 723900"/>
                <a:gd name="csY349" fmla="*/ 155618 h 247650"/>
                <a:gd name="csX350" fmla="*/ 495805 w 723900"/>
                <a:gd name="csY350" fmla="*/ 154370 h 247650"/>
                <a:gd name="csX351" fmla="*/ 497205 w 723900"/>
                <a:gd name="csY351" fmla="*/ 153122 h 247650"/>
                <a:gd name="csX352" fmla="*/ 498662 w 723900"/>
                <a:gd name="csY352" fmla="*/ 151808 h 247650"/>
                <a:gd name="csX353" fmla="*/ 500063 w 723900"/>
                <a:gd name="csY353" fmla="*/ 150370 h 247650"/>
                <a:gd name="csX354" fmla="*/ 501453 w 723900"/>
                <a:gd name="csY354" fmla="*/ 148931 h 247650"/>
                <a:gd name="csX355" fmla="*/ 502920 w 723900"/>
                <a:gd name="csY355" fmla="*/ 147503 h 247650"/>
                <a:gd name="csX356" fmla="*/ 504311 w 723900"/>
                <a:gd name="csY356" fmla="*/ 145941 h 247650"/>
                <a:gd name="csX357" fmla="*/ 505711 w 723900"/>
                <a:gd name="csY357" fmla="*/ 144379 h 247650"/>
                <a:gd name="csX358" fmla="*/ 507168 w 723900"/>
                <a:gd name="csY358" fmla="*/ 142693 h 247650"/>
                <a:gd name="csX359" fmla="*/ 508568 w 723900"/>
                <a:gd name="csY359" fmla="*/ 141007 h 247650"/>
                <a:gd name="csX360" fmla="*/ 509959 w 723900"/>
                <a:gd name="csY360" fmla="*/ 139254 h 247650"/>
                <a:gd name="csX361" fmla="*/ 511359 w 723900"/>
                <a:gd name="csY361" fmla="*/ 137444 h 247650"/>
                <a:gd name="csX362" fmla="*/ 512817 w 723900"/>
                <a:gd name="csY362" fmla="*/ 135568 h 247650"/>
                <a:gd name="csX363" fmla="*/ 514217 w 723900"/>
                <a:gd name="csY363" fmla="*/ 133635 h 247650"/>
                <a:gd name="csX364" fmla="*/ 515607 w 723900"/>
                <a:gd name="csY364" fmla="*/ 131701 h 247650"/>
                <a:gd name="csX365" fmla="*/ 517074 w 723900"/>
                <a:gd name="csY365" fmla="*/ 129700 h 247650"/>
                <a:gd name="csX366" fmla="*/ 518465 w 723900"/>
                <a:gd name="csY366" fmla="*/ 127576 h 247650"/>
                <a:gd name="csX367" fmla="*/ 519865 w 723900"/>
                <a:gd name="csY367" fmla="*/ 125452 h 247650"/>
                <a:gd name="csX368" fmla="*/ 521322 w 723900"/>
                <a:gd name="csY368" fmla="*/ 123328 h 247650"/>
                <a:gd name="csX369" fmla="*/ 522723 w 723900"/>
                <a:gd name="csY369" fmla="*/ 121081 h 247650"/>
                <a:gd name="csX370" fmla="*/ 524113 w 723900"/>
                <a:gd name="csY370" fmla="*/ 118766 h 247650"/>
                <a:gd name="csX371" fmla="*/ 525580 w 723900"/>
                <a:gd name="csY371" fmla="*/ 116461 h 247650"/>
                <a:gd name="csX372" fmla="*/ 526971 w 723900"/>
                <a:gd name="csY372" fmla="*/ 114079 h 247650"/>
                <a:gd name="csX373" fmla="*/ 528371 w 723900"/>
                <a:gd name="csY373" fmla="*/ 111708 h 247650"/>
                <a:gd name="csX374" fmla="*/ 529828 w 723900"/>
                <a:gd name="csY374" fmla="*/ 109279 h 247650"/>
                <a:gd name="csX375" fmla="*/ 531228 w 723900"/>
                <a:gd name="csY375" fmla="*/ 106774 h 247650"/>
                <a:gd name="csX376" fmla="*/ 532628 w 723900"/>
                <a:gd name="csY376" fmla="*/ 104278 h 247650"/>
                <a:gd name="csX377" fmla="*/ 534086 w 723900"/>
                <a:gd name="csY377" fmla="*/ 101716 h 247650"/>
                <a:gd name="csX378" fmla="*/ 535477 w 723900"/>
                <a:gd name="csY378" fmla="*/ 99154 h 247650"/>
                <a:gd name="csX379" fmla="*/ 536877 w 723900"/>
                <a:gd name="csY379" fmla="*/ 96591 h 247650"/>
                <a:gd name="csX380" fmla="*/ 538277 w 723900"/>
                <a:gd name="csY380" fmla="*/ 93972 h 247650"/>
                <a:gd name="csX381" fmla="*/ 539734 w 723900"/>
                <a:gd name="csY381" fmla="*/ 91353 h 247650"/>
                <a:gd name="csX382" fmla="*/ 541134 w 723900"/>
                <a:gd name="csY382" fmla="*/ 88724 h 247650"/>
                <a:gd name="csX383" fmla="*/ 542525 w 723900"/>
                <a:gd name="csY383" fmla="*/ 86105 h 247650"/>
                <a:gd name="csX384" fmla="*/ 543982 w 723900"/>
                <a:gd name="csY384" fmla="*/ 83418 h 247650"/>
                <a:gd name="csX385" fmla="*/ 545383 w 723900"/>
                <a:gd name="csY385" fmla="*/ 80789 h 247650"/>
                <a:gd name="csX386" fmla="*/ 546783 w 723900"/>
                <a:gd name="csY386" fmla="*/ 78170 h 247650"/>
                <a:gd name="csX387" fmla="*/ 548240 w 723900"/>
                <a:gd name="csY387" fmla="*/ 75608 h 247650"/>
                <a:gd name="csX388" fmla="*/ 549640 w 723900"/>
                <a:gd name="csY388" fmla="*/ 73046 h 247650"/>
                <a:gd name="csX389" fmla="*/ 551031 w 723900"/>
                <a:gd name="csY389" fmla="*/ 70484 h 247650"/>
                <a:gd name="csX390" fmla="*/ 552488 w 723900"/>
                <a:gd name="csY390" fmla="*/ 67988 h 247650"/>
                <a:gd name="csX391" fmla="*/ 553889 w 723900"/>
                <a:gd name="csY391" fmla="*/ 65493 h 247650"/>
                <a:gd name="csX392" fmla="*/ 555288 w 723900"/>
                <a:gd name="csY392" fmla="*/ 63054 h 247650"/>
                <a:gd name="csX393" fmla="*/ 556746 w 723900"/>
                <a:gd name="csY393" fmla="*/ 60740 h 247650"/>
                <a:gd name="csX394" fmla="*/ 558146 w 723900"/>
                <a:gd name="csY394" fmla="*/ 58434 h 247650"/>
                <a:gd name="csX395" fmla="*/ 559537 w 723900"/>
                <a:gd name="csY395" fmla="*/ 56186 h 247650"/>
                <a:gd name="csX396" fmla="*/ 561003 w 723900"/>
                <a:gd name="csY396" fmla="*/ 54063 h 247650"/>
                <a:gd name="csX397" fmla="*/ 562394 w 723900"/>
                <a:gd name="csY397" fmla="*/ 51995 h 247650"/>
                <a:gd name="csX398" fmla="*/ 563794 w 723900"/>
                <a:gd name="csY398" fmla="*/ 50005 h 247650"/>
                <a:gd name="csX399" fmla="*/ 565185 w 723900"/>
                <a:gd name="csY399" fmla="*/ 48129 h 247650"/>
                <a:gd name="csX400" fmla="*/ 566652 w 723900"/>
                <a:gd name="csY400" fmla="*/ 46319 h 247650"/>
                <a:gd name="csX401" fmla="*/ 568043 w 723900"/>
                <a:gd name="csY401" fmla="*/ 44633 h 247650"/>
                <a:gd name="csX402" fmla="*/ 569443 w 723900"/>
                <a:gd name="csY402" fmla="*/ 43071 h 247650"/>
                <a:gd name="csX403" fmla="*/ 570900 w 723900"/>
                <a:gd name="csY403" fmla="*/ 41633 h 247650"/>
                <a:gd name="csX404" fmla="*/ 572300 w 723900"/>
                <a:gd name="csY404" fmla="*/ 40318 h 247650"/>
                <a:gd name="csX405" fmla="*/ 573691 w 723900"/>
                <a:gd name="csY405" fmla="*/ 39137 h 247650"/>
                <a:gd name="csX406" fmla="*/ 575158 w 723900"/>
                <a:gd name="csY406" fmla="*/ 38137 h 247650"/>
                <a:gd name="csX407" fmla="*/ 576548 w 723900"/>
                <a:gd name="csY407" fmla="*/ 37260 h 247650"/>
                <a:gd name="csX408" fmla="*/ 577948 w 723900"/>
                <a:gd name="csY408" fmla="*/ 36451 h 247650"/>
                <a:gd name="csX409" fmla="*/ 579406 w 723900"/>
                <a:gd name="csY409" fmla="*/ 35889 h 247650"/>
                <a:gd name="csX410" fmla="*/ 580806 w 723900"/>
                <a:gd name="csY410" fmla="*/ 35450 h 247650"/>
                <a:gd name="csX411" fmla="*/ 582197 w 723900"/>
                <a:gd name="csY411" fmla="*/ 35136 h 247650"/>
                <a:gd name="csX412" fmla="*/ 583663 w 723900"/>
                <a:gd name="csY412" fmla="*/ 35070 h 247650"/>
                <a:gd name="csX413" fmla="*/ 585054 w 723900"/>
                <a:gd name="csY413" fmla="*/ 35136 h 247650"/>
                <a:gd name="csX414" fmla="*/ 586454 w 723900"/>
                <a:gd name="csY414" fmla="*/ 35327 h 247650"/>
                <a:gd name="csX415" fmla="*/ 587912 w 723900"/>
                <a:gd name="csY415" fmla="*/ 35698 h 247650"/>
                <a:gd name="csX416" fmla="*/ 589312 w 723900"/>
                <a:gd name="csY416" fmla="*/ 36260 h 247650"/>
                <a:gd name="csX417" fmla="*/ 590703 w 723900"/>
                <a:gd name="csY417" fmla="*/ 37013 h 247650"/>
                <a:gd name="csX418" fmla="*/ 592169 w 723900"/>
                <a:gd name="csY418" fmla="*/ 37879 h 247650"/>
                <a:gd name="csX419" fmla="*/ 593560 w 723900"/>
                <a:gd name="csY419" fmla="*/ 39004 h 247650"/>
                <a:gd name="csX420" fmla="*/ 594960 w 723900"/>
                <a:gd name="csY420" fmla="*/ 40194 h 247650"/>
                <a:gd name="csX421" fmla="*/ 596351 w 723900"/>
                <a:gd name="csY421" fmla="*/ 41633 h 247650"/>
                <a:gd name="csX422" fmla="*/ 597818 w 723900"/>
                <a:gd name="csY422" fmla="*/ 43252 h 247650"/>
                <a:gd name="csX423" fmla="*/ 599208 w 723900"/>
                <a:gd name="csY423" fmla="*/ 45004 h 247650"/>
                <a:gd name="csX424" fmla="*/ 600609 w 723900"/>
                <a:gd name="csY424" fmla="*/ 46881 h 247650"/>
                <a:gd name="csX425" fmla="*/ 602066 w 723900"/>
                <a:gd name="csY425" fmla="*/ 49005 h 247650"/>
                <a:gd name="csX426" fmla="*/ 603466 w 723900"/>
                <a:gd name="csY426" fmla="*/ 51186 h 247650"/>
                <a:gd name="csX427" fmla="*/ 604866 w 723900"/>
                <a:gd name="csY427" fmla="*/ 53557 h 247650"/>
                <a:gd name="csX428" fmla="*/ 606323 w 723900"/>
                <a:gd name="csY428" fmla="*/ 56120 h 247650"/>
                <a:gd name="csX429" fmla="*/ 607714 w 723900"/>
                <a:gd name="csY429" fmla="*/ 58806 h 247650"/>
                <a:gd name="csX430" fmla="*/ 609114 w 723900"/>
                <a:gd name="csY430" fmla="*/ 61559 h 247650"/>
                <a:gd name="csX431" fmla="*/ 610572 w 723900"/>
                <a:gd name="csY431" fmla="*/ 64550 h 247650"/>
                <a:gd name="csX432" fmla="*/ 611972 w 723900"/>
                <a:gd name="csY432" fmla="*/ 67616 h 247650"/>
                <a:gd name="csX433" fmla="*/ 613362 w 723900"/>
                <a:gd name="csY433" fmla="*/ 70741 h 247650"/>
                <a:gd name="csX434" fmla="*/ 614829 w 723900"/>
                <a:gd name="csY434" fmla="*/ 74046 h 247650"/>
                <a:gd name="csX435" fmla="*/ 616220 w 723900"/>
                <a:gd name="csY435" fmla="*/ 77418 h 247650"/>
                <a:gd name="csX436" fmla="*/ 617620 w 723900"/>
                <a:gd name="csY436" fmla="*/ 80913 h 247650"/>
                <a:gd name="csX437" fmla="*/ 619078 w 723900"/>
                <a:gd name="csY437" fmla="*/ 84476 h 247650"/>
                <a:gd name="csX438" fmla="*/ 620478 w 723900"/>
                <a:gd name="csY438" fmla="*/ 88162 h 247650"/>
                <a:gd name="csX439" fmla="*/ 621878 w 723900"/>
                <a:gd name="csY439" fmla="*/ 91848 h 247650"/>
                <a:gd name="csX440" fmla="*/ 623269 w 723900"/>
                <a:gd name="csY440" fmla="*/ 95658 h 247650"/>
                <a:gd name="csX441" fmla="*/ 624726 w 723900"/>
                <a:gd name="csY441" fmla="*/ 99535 h 247650"/>
                <a:gd name="csX442" fmla="*/ 626126 w 723900"/>
                <a:gd name="csY442" fmla="*/ 103402 h 247650"/>
                <a:gd name="csX443" fmla="*/ 627526 w 723900"/>
                <a:gd name="csY443" fmla="*/ 107336 h 247650"/>
                <a:gd name="csX444" fmla="*/ 628983 w 723900"/>
                <a:gd name="csY444" fmla="*/ 111270 h 247650"/>
                <a:gd name="csX445" fmla="*/ 630384 w 723900"/>
                <a:gd name="csY445" fmla="*/ 115270 h 247650"/>
                <a:gd name="csX446" fmla="*/ 631774 w 723900"/>
                <a:gd name="csY446" fmla="*/ 119271 h 247650"/>
                <a:gd name="csX447" fmla="*/ 633232 w 723900"/>
                <a:gd name="csY447" fmla="*/ 123261 h 247650"/>
                <a:gd name="csX448" fmla="*/ 634632 w 723900"/>
                <a:gd name="csY448" fmla="*/ 127262 h 247650"/>
                <a:gd name="csX449" fmla="*/ 636032 w 723900"/>
                <a:gd name="csY449" fmla="*/ 131263 h 247650"/>
                <a:gd name="csX450" fmla="*/ 637489 w 723900"/>
                <a:gd name="csY450" fmla="*/ 135254 h 247650"/>
                <a:gd name="csX451" fmla="*/ 638889 w 723900"/>
                <a:gd name="csY451" fmla="*/ 139197 h 247650"/>
                <a:gd name="csX452" fmla="*/ 640280 w 723900"/>
                <a:gd name="csY452" fmla="*/ 143131 h 247650"/>
                <a:gd name="csX453" fmla="*/ 641737 w 723900"/>
                <a:gd name="csY453" fmla="*/ 147065 h 247650"/>
                <a:gd name="csX454" fmla="*/ 643138 w 723900"/>
                <a:gd name="csY454" fmla="*/ 150875 h 247650"/>
                <a:gd name="csX455" fmla="*/ 644538 w 723900"/>
                <a:gd name="csY455" fmla="*/ 154684 h 247650"/>
                <a:gd name="csX456" fmla="*/ 645995 w 723900"/>
                <a:gd name="csY456" fmla="*/ 158428 h 247650"/>
                <a:gd name="csX457" fmla="*/ 647395 w 723900"/>
                <a:gd name="csY457" fmla="*/ 162114 h 247650"/>
                <a:gd name="csX458" fmla="*/ 648786 w 723900"/>
                <a:gd name="csY458" fmla="*/ 165800 h 247650"/>
                <a:gd name="csX459" fmla="*/ 650253 w 723900"/>
                <a:gd name="csY459" fmla="*/ 169296 h 247650"/>
                <a:gd name="csX460" fmla="*/ 651643 w 723900"/>
                <a:gd name="csY460" fmla="*/ 172791 h 247650"/>
                <a:gd name="csX461" fmla="*/ 653043 w 723900"/>
                <a:gd name="csY461" fmla="*/ 176230 h 247650"/>
                <a:gd name="csX462" fmla="*/ 654434 w 723900"/>
                <a:gd name="csY462" fmla="*/ 179545 h 247650"/>
                <a:gd name="csX463" fmla="*/ 655901 w 723900"/>
                <a:gd name="csY463" fmla="*/ 182793 h 247650"/>
                <a:gd name="csX464" fmla="*/ 657292 w 723900"/>
                <a:gd name="csY464" fmla="*/ 185974 h 247650"/>
                <a:gd name="csX465" fmla="*/ 658692 w 723900"/>
                <a:gd name="csY465" fmla="*/ 189032 h 247650"/>
                <a:gd name="csX466" fmla="*/ 660149 w 723900"/>
                <a:gd name="csY466" fmla="*/ 192032 h 247650"/>
                <a:gd name="csX467" fmla="*/ 661549 w 723900"/>
                <a:gd name="csY467" fmla="*/ 194966 h 247650"/>
                <a:gd name="csX468" fmla="*/ 662940 w 723900"/>
                <a:gd name="csY468" fmla="*/ 197776 h 247650"/>
                <a:gd name="csX469" fmla="*/ 664407 w 723900"/>
                <a:gd name="csY469" fmla="*/ 200462 h 247650"/>
                <a:gd name="csX470" fmla="*/ 665798 w 723900"/>
                <a:gd name="csY470" fmla="*/ 203091 h 247650"/>
                <a:gd name="csX471" fmla="*/ 667198 w 723900"/>
                <a:gd name="csY471" fmla="*/ 205653 h 247650"/>
                <a:gd name="csX472" fmla="*/ 668655 w 723900"/>
                <a:gd name="csY472" fmla="*/ 208082 h 247650"/>
                <a:gd name="csX473" fmla="*/ 670055 w 723900"/>
                <a:gd name="csY473" fmla="*/ 210396 h 247650"/>
                <a:gd name="csX474" fmla="*/ 671446 w 723900"/>
                <a:gd name="csY474" fmla="*/ 212644 h 247650"/>
                <a:gd name="csX475" fmla="*/ 672913 w 723900"/>
                <a:gd name="csY475" fmla="*/ 214825 h 247650"/>
                <a:gd name="csX476" fmla="*/ 674304 w 723900"/>
                <a:gd name="csY476" fmla="*/ 216892 h 247650"/>
                <a:gd name="csX477" fmla="*/ 675703 w 723900"/>
                <a:gd name="csY477" fmla="*/ 218826 h 247650"/>
                <a:gd name="csX478" fmla="*/ 677161 w 723900"/>
                <a:gd name="csY478" fmla="*/ 220702 h 247650"/>
                <a:gd name="csX479" fmla="*/ 678561 w 723900"/>
                <a:gd name="csY479" fmla="*/ 222512 h 247650"/>
                <a:gd name="csX480" fmla="*/ 679952 w 723900"/>
                <a:gd name="csY480" fmla="*/ 224264 h 247650"/>
                <a:gd name="csX481" fmla="*/ 681352 w 723900"/>
                <a:gd name="csY481" fmla="*/ 225884 h 247650"/>
                <a:gd name="csX482" fmla="*/ 682809 w 723900"/>
                <a:gd name="csY482" fmla="*/ 227446 h 247650"/>
                <a:gd name="csX483" fmla="*/ 684209 w 723900"/>
                <a:gd name="csY483" fmla="*/ 228885 h 247650"/>
                <a:gd name="csX484" fmla="*/ 685610 w 723900"/>
                <a:gd name="csY484" fmla="*/ 230323 h 247650"/>
                <a:gd name="csX485" fmla="*/ 687067 w 723900"/>
                <a:gd name="csY485" fmla="*/ 231627 h 247650"/>
                <a:gd name="csX486" fmla="*/ 688458 w 723900"/>
                <a:gd name="csY486" fmla="*/ 232885 h 247650"/>
                <a:gd name="csX487" fmla="*/ 689858 w 723900"/>
                <a:gd name="csY487" fmla="*/ 234009 h 247650"/>
                <a:gd name="csX488" fmla="*/ 691315 w 723900"/>
                <a:gd name="csY488" fmla="*/ 235133 h 247650"/>
                <a:gd name="csX489" fmla="*/ 692715 w 723900"/>
                <a:gd name="csY489" fmla="*/ 236190 h 247650"/>
                <a:gd name="csX490" fmla="*/ 694115 w 723900"/>
                <a:gd name="csY490" fmla="*/ 237190 h 247650"/>
                <a:gd name="csX491" fmla="*/ 695573 w 723900"/>
                <a:gd name="csY491" fmla="*/ 238123 h 247650"/>
                <a:gd name="csX492" fmla="*/ 696963 w 723900"/>
                <a:gd name="csY492" fmla="*/ 239000 h 247650"/>
                <a:gd name="csX493" fmla="*/ 698363 w 723900"/>
                <a:gd name="csY493" fmla="*/ 239752 h 247650"/>
                <a:gd name="csX494" fmla="*/ 699821 w 723900"/>
                <a:gd name="csY494" fmla="*/ 240562 h 247650"/>
                <a:gd name="csX495" fmla="*/ 701221 w 723900"/>
                <a:gd name="csY495" fmla="*/ 241248 h 247650"/>
                <a:gd name="csX496" fmla="*/ 702621 w 723900"/>
                <a:gd name="csY496" fmla="*/ 241876 h 247650"/>
                <a:gd name="csX497" fmla="*/ 704079 w 723900"/>
                <a:gd name="csY497" fmla="*/ 242495 h 247650"/>
                <a:gd name="csX498" fmla="*/ 705479 w 723900"/>
                <a:gd name="csY498" fmla="*/ 243124 h 247650"/>
                <a:gd name="csX499" fmla="*/ 706869 w 723900"/>
                <a:gd name="csY499" fmla="*/ 243620 h 247650"/>
                <a:gd name="csX500" fmla="*/ 708327 w 723900"/>
                <a:gd name="csY500" fmla="*/ 244124 h 247650"/>
                <a:gd name="csX501" fmla="*/ 709727 w 723900"/>
                <a:gd name="csY501" fmla="*/ 244620 h 247650"/>
                <a:gd name="csX502" fmla="*/ 711127 w 723900"/>
                <a:gd name="csY502" fmla="*/ 245000 h 247650"/>
                <a:gd name="csX503" fmla="*/ 712518 w 723900"/>
                <a:gd name="csY503" fmla="*/ 245439 h 247650"/>
                <a:gd name="csX504" fmla="*/ 713975 w 723900"/>
                <a:gd name="csY504" fmla="*/ 245810 h 247650"/>
                <a:gd name="csX505" fmla="*/ 715375 w 723900"/>
                <a:gd name="csY505" fmla="*/ 246125 h 247650"/>
                <a:gd name="csX506" fmla="*/ 716776 w 723900"/>
                <a:gd name="csY506" fmla="*/ 246439 h 247650"/>
                <a:gd name="csX507" fmla="*/ 718233 w 723900"/>
                <a:gd name="csY507" fmla="*/ 246686 h 247650"/>
                <a:gd name="csX508" fmla="*/ 719633 w 723900"/>
                <a:gd name="csY508" fmla="*/ 247001 h 247650"/>
                <a:gd name="csX509" fmla="*/ 721024 w 723900"/>
                <a:gd name="csY509" fmla="*/ 247182 h 247650"/>
                <a:gd name="csX510" fmla="*/ 722490 w 723900"/>
                <a:gd name="csY510" fmla="*/ 247429 h 247650"/>
                <a:gd name="csX511" fmla="*/ 723881 w 723900"/>
                <a:gd name="csY511"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247650">
                  <a:moveTo>
                    <a:pt x="-19" y="247305"/>
                  </a:moveTo>
                  <a:lnTo>
                    <a:pt x="1381" y="247058"/>
                  </a:lnTo>
                  <a:lnTo>
                    <a:pt x="2838" y="246810"/>
                  </a:lnTo>
                  <a:lnTo>
                    <a:pt x="4239" y="246496"/>
                  </a:lnTo>
                  <a:lnTo>
                    <a:pt x="5629" y="246182"/>
                  </a:lnTo>
                  <a:lnTo>
                    <a:pt x="7087" y="245877"/>
                  </a:lnTo>
                  <a:lnTo>
                    <a:pt x="8487" y="245496"/>
                  </a:lnTo>
                  <a:lnTo>
                    <a:pt x="9887" y="245124"/>
                  </a:lnTo>
                  <a:lnTo>
                    <a:pt x="11344" y="244686"/>
                  </a:lnTo>
                  <a:lnTo>
                    <a:pt x="12744" y="244191"/>
                  </a:lnTo>
                  <a:lnTo>
                    <a:pt x="14135" y="243686"/>
                  </a:lnTo>
                  <a:lnTo>
                    <a:pt x="15593" y="243124"/>
                  </a:lnTo>
                  <a:lnTo>
                    <a:pt x="16993" y="242562"/>
                  </a:lnTo>
                  <a:lnTo>
                    <a:pt x="18393" y="241934"/>
                  </a:lnTo>
                  <a:lnTo>
                    <a:pt x="19784" y="241248"/>
                  </a:lnTo>
                  <a:lnTo>
                    <a:pt x="21250" y="240562"/>
                  </a:lnTo>
                  <a:lnTo>
                    <a:pt x="22641" y="239752"/>
                  </a:lnTo>
                  <a:lnTo>
                    <a:pt x="24041" y="238943"/>
                  </a:lnTo>
                  <a:lnTo>
                    <a:pt x="25498" y="238000"/>
                  </a:lnTo>
                  <a:lnTo>
                    <a:pt x="26899" y="237067"/>
                  </a:lnTo>
                  <a:lnTo>
                    <a:pt x="28289" y="236066"/>
                  </a:lnTo>
                  <a:lnTo>
                    <a:pt x="29756" y="234942"/>
                  </a:lnTo>
                  <a:lnTo>
                    <a:pt x="31147" y="233819"/>
                  </a:lnTo>
                  <a:lnTo>
                    <a:pt x="32547" y="232570"/>
                  </a:lnTo>
                  <a:lnTo>
                    <a:pt x="34004" y="231256"/>
                  </a:lnTo>
                  <a:lnTo>
                    <a:pt x="35404" y="229884"/>
                  </a:lnTo>
                  <a:lnTo>
                    <a:pt x="36795" y="228446"/>
                  </a:lnTo>
                  <a:lnTo>
                    <a:pt x="38262" y="226884"/>
                  </a:lnTo>
                  <a:lnTo>
                    <a:pt x="39653" y="225265"/>
                  </a:lnTo>
                  <a:lnTo>
                    <a:pt x="41053" y="223512"/>
                  </a:lnTo>
                  <a:lnTo>
                    <a:pt x="42510" y="221702"/>
                  </a:lnTo>
                  <a:lnTo>
                    <a:pt x="43910" y="219769"/>
                  </a:lnTo>
                  <a:lnTo>
                    <a:pt x="45301" y="217769"/>
                  </a:lnTo>
                  <a:lnTo>
                    <a:pt x="46768" y="215645"/>
                  </a:lnTo>
                  <a:lnTo>
                    <a:pt x="48159" y="213397"/>
                  </a:lnTo>
                  <a:lnTo>
                    <a:pt x="49558" y="211082"/>
                  </a:lnTo>
                  <a:lnTo>
                    <a:pt x="50959" y="208644"/>
                  </a:lnTo>
                  <a:lnTo>
                    <a:pt x="52416" y="206148"/>
                  </a:lnTo>
                  <a:lnTo>
                    <a:pt x="53807" y="203529"/>
                  </a:lnTo>
                  <a:lnTo>
                    <a:pt x="55207" y="200719"/>
                  </a:lnTo>
                  <a:lnTo>
                    <a:pt x="56664" y="197909"/>
                  </a:lnTo>
                  <a:lnTo>
                    <a:pt x="58064" y="194909"/>
                  </a:lnTo>
                  <a:lnTo>
                    <a:pt x="59465" y="191841"/>
                  </a:lnTo>
                  <a:lnTo>
                    <a:pt x="60922" y="188660"/>
                  </a:lnTo>
                  <a:lnTo>
                    <a:pt x="62313" y="185345"/>
                  </a:lnTo>
                  <a:lnTo>
                    <a:pt x="63713" y="181916"/>
                  </a:lnTo>
                  <a:lnTo>
                    <a:pt x="65170" y="178411"/>
                  </a:lnTo>
                  <a:lnTo>
                    <a:pt x="66570" y="174859"/>
                  </a:lnTo>
                  <a:lnTo>
                    <a:pt x="67970" y="171105"/>
                  </a:lnTo>
                  <a:lnTo>
                    <a:pt x="69428" y="167296"/>
                  </a:lnTo>
                  <a:lnTo>
                    <a:pt x="70819" y="163362"/>
                  </a:lnTo>
                  <a:lnTo>
                    <a:pt x="72219" y="159371"/>
                  </a:lnTo>
                  <a:lnTo>
                    <a:pt x="73676" y="155304"/>
                  </a:lnTo>
                  <a:lnTo>
                    <a:pt x="75076" y="151122"/>
                  </a:lnTo>
                  <a:lnTo>
                    <a:pt x="76476" y="146874"/>
                  </a:lnTo>
                  <a:lnTo>
                    <a:pt x="77867" y="142569"/>
                  </a:lnTo>
                  <a:lnTo>
                    <a:pt x="79334" y="138130"/>
                  </a:lnTo>
                  <a:lnTo>
                    <a:pt x="80724" y="133691"/>
                  </a:lnTo>
                  <a:lnTo>
                    <a:pt x="82125" y="129196"/>
                  </a:lnTo>
                  <a:lnTo>
                    <a:pt x="83582" y="124643"/>
                  </a:lnTo>
                  <a:lnTo>
                    <a:pt x="84982" y="120014"/>
                  </a:lnTo>
                  <a:lnTo>
                    <a:pt x="86373" y="115394"/>
                  </a:lnTo>
                  <a:lnTo>
                    <a:pt x="87830" y="110774"/>
                  </a:lnTo>
                  <a:lnTo>
                    <a:pt x="89230" y="106088"/>
                  </a:lnTo>
                  <a:lnTo>
                    <a:pt x="90630" y="101402"/>
                  </a:lnTo>
                  <a:lnTo>
                    <a:pt x="92088" y="96715"/>
                  </a:lnTo>
                  <a:lnTo>
                    <a:pt x="93488" y="92096"/>
                  </a:lnTo>
                  <a:lnTo>
                    <a:pt x="94879" y="87409"/>
                  </a:lnTo>
                  <a:lnTo>
                    <a:pt x="96345" y="82790"/>
                  </a:lnTo>
                  <a:lnTo>
                    <a:pt x="97736" y="78227"/>
                  </a:lnTo>
                  <a:lnTo>
                    <a:pt x="99136" y="73732"/>
                  </a:lnTo>
                  <a:lnTo>
                    <a:pt x="100593" y="69236"/>
                  </a:lnTo>
                  <a:lnTo>
                    <a:pt x="101994" y="64807"/>
                  </a:lnTo>
                  <a:lnTo>
                    <a:pt x="103384" y="60492"/>
                  </a:lnTo>
                  <a:lnTo>
                    <a:pt x="104851" y="56310"/>
                  </a:lnTo>
                  <a:lnTo>
                    <a:pt x="106242" y="52119"/>
                  </a:lnTo>
                  <a:lnTo>
                    <a:pt x="107642" y="48062"/>
                  </a:lnTo>
                  <a:lnTo>
                    <a:pt x="109033" y="44195"/>
                  </a:lnTo>
                  <a:lnTo>
                    <a:pt x="110500" y="40384"/>
                  </a:lnTo>
                  <a:lnTo>
                    <a:pt x="111890" y="36699"/>
                  </a:lnTo>
                  <a:lnTo>
                    <a:pt x="113290" y="33203"/>
                  </a:lnTo>
                  <a:lnTo>
                    <a:pt x="114748" y="29764"/>
                  </a:lnTo>
                  <a:lnTo>
                    <a:pt x="116148" y="26583"/>
                  </a:lnTo>
                  <a:lnTo>
                    <a:pt x="117539" y="23516"/>
                  </a:lnTo>
                  <a:lnTo>
                    <a:pt x="119005" y="20582"/>
                  </a:lnTo>
                  <a:lnTo>
                    <a:pt x="120396" y="17829"/>
                  </a:lnTo>
                  <a:lnTo>
                    <a:pt x="121796" y="15334"/>
                  </a:lnTo>
                  <a:lnTo>
                    <a:pt x="123253" y="12962"/>
                  </a:lnTo>
                  <a:lnTo>
                    <a:pt x="124654" y="10781"/>
                  </a:lnTo>
                  <a:lnTo>
                    <a:pt x="126044" y="8838"/>
                  </a:lnTo>
                  <a:lnTo>
                    <a:pt x="127511" y="7028"/>
                  </a:lnTo>
                  <a:lnTo>
                    <a:pt x="128902" y="5409"/>
                  </a:lnTo>
                  <a:lnTo>
                    <a:pt x="130302" y="4028"/>
                  </a:lnTo>
                  <a:lnTo>
                    <a:pt x="131759" y="2847"/>
                  </a:lnTo>
                  <a:lnTo>
                    <a:pt x="133160" y="1847"/>
                  </a:lnTo>
                  <a:lnTo>
                    <a:pt x="134550" y="1094"/>
                  </a:lnTo>
                  <a:lnTo>
                    <a:pt x="135950" y="532"/>
                  </a:lnTo>
                  <a:lnTo>
                    <a:pt x="137408" y="94"/>
                  </a:lnTo>
                  <a:lnTo>
                    <a:pt x="138808" y="-30"/>
                  </a:lnTo>
                  <a:lnTo>
                    <a:pt x="140208" y="-30"/>
                  </a:lnTo>
                  <a:lnTo>
                    <a:pt x="141665" y="94"/>
                  </a:lnTo>
                  <a:lnTo>
                    <a:pt x="143066" y="598"/>
                  </a:lnTo>
                  <a:lnTo>
                    <a:pt x="144456" y="1161"/>
                  </a:lnTo>
                  <a:lnTo>
                    <a:pt x="145914" y="1904"/>
                  </a:lnTo>
                  <a:lnTo>
                    <a:pt x="147314" y="2847"/>
                  </a:lnTo>
                  <a:lnTo>
                    <a:pt x="148714" y="3970"/>
                  </a:lnTo>
                  <a:lnTo>
                    <a:pt x="150171" y="5219"/>
                  </a:lnTo>
                  <a:lnTo>
                    <a:pt x="151562" y="6657"/>
                  </a:lnTo>
                  <a:lnTo>
                    <a:pt x="152962" y="8276"/>
                  </a:lnTo>
                  <a:lnTo>
                    <a:pt x="154419" y="9962"/>
                  </a:lnTo>
                  <a:lnTo>
                    <a:pt x="155819" y="11905"/>
                  </a:lnTo>
                  <a:lnTo>
                    <a:pt x="157220" y="13895"/>
                  </a:lnTo>
                  <a:lnTo>
                    <a:pt x="158677" y="16020"/>
                  </a:lnTo>
                  <a:lnTo>
                    <a:pt x="160077" y="18268"/>
                  </a:lnTo>
                  <a:lnTo>
                    <a:pt x="161468" y="20649"/>
                  </a:lnTo>
                  <a:lnTo>
                    <a:pt x="162868" y="23078"/>
                  </a:lnTo>
                  <a:lnTo>
                    <a:pt x="164325" y="25640"/>
                  </a:lnTo>
                  <a:lnTo>
                    <a:pt x="165726" y="28269"/>
                  </a:lnTo>
                  <a:lnTo>
                    <a:pt x="167116" y="31012"/>
                  </a:lnTo>
                  <a:lnTo>
                    <a:pt x="168583" y="33764"/>
                  </a:lnTo>
                  <a:lnTo>
                    <a:pt x="169974" y="36632"/>
                  </a:lnTo>
                  <a:lnTo>
                    <a:pt x="171374" y="39508"/>
                  </a:lnTo>
                  <a:lnTo>
                    <a:pt x="172831" y="42442"/>
                  </a:lnTo>
                  <a:lnTo>
                    <a:pt x="174231" y="45442"/>
                  </a:lnTo>
                  <a:lnTo>
                    <a:pt x="175622" y="48443"/>
                  </a:lnTo>
                  <a:lnTo>
                    <a:pt x="177089" y="51500"/>
                  </a:lnTo>
                  <a:lnTo>
                    <a:pt x="178479" y="54558"/>
                  </a:lnTo>
                  <a:lnTo>
                    <a:pt x="179880" y="57625"/>
                  </a:lnTo>
                  <a:lnTo>
                    <a:pt x="181337" y="60683"/>
                  </a:lnTo>
                  <a:lnTo>
                    <a:pt x="182737" y="63740"/>
                  </a:lnTo>
                  <a:lnTo>
                    <a:pt x="184128" y="66797"/>
                  </a:lnTo>
                  <a:lnTo>
                    <a:pt x="185595" y="69865"/>
                  </a:lnTo>
                  <a:lnTo>
                    <a:pt x="186985" y="72922"/>
                  </a:lnTo>
                  <a:lnTo>
                    <a:pt x="188385" y="75922"/>
                  </a:lnTo>
                  <a:lnTo>
                    <a:pt x="189843" y="78923"/>
                  </a:lnTo>
                  <a:lnTo>
                    <a:pt x="191243" y="81856"/>
                  </a:lnTo>
                  <a:lnTo>
                    <a:pt x="192634" y="84790"/>
                  </a:lnTo>
                  <a:lnTo>
                    <a:pt x="194034" y="87666"/>
                  </a:lnTo>
                  <a:lnTo>
                    <a:pt x="195491" y="90534"/>
                  </a:lnTo>
                  <a:lnTo>
                    <a:pt x="196891" y="93343"/>
                  </a:lnTo>
                  <a:lnTo>
                    <a:pt x="198282" y="96096"/>
                  </a:lnTo>
                  <a:lnTo>
                    <a:pt x="199749" y="98783"/>
                  </a:lnTo>
                  <a:lnTo>
                    <a:pt x="201139" y="101402"/>
                  </a:lnTo>
                  <a:lnTo>
                    <a:pt x="202540" y="104031"/>
                  </a:lnTo>
                  <a:lnTo>
                    <a:pt x="203997" y="106583"/>
                  </a:lnTo>
                  <a:lnTo>
                    <a:pt x="205397" y="109021"/>
                  </a:lnTo>
                  <a:lnTo>
                    <a:pt x="206788" y="111460"/>
                  </a:lnTo>
                  <a:lnTo>
                    <a:pt x="208255" y="113832"/>
                  </a:lnTo>
                  <a:lnTo>
                    <a:pt x="209645" y="116147"/>
                  </a:lnTo>
                  <a:lnTo>
                    <a:pt x="211045" y="118394"/>
                  </a:lnTo>
                  <a:lnTo>
                    <a:pt x="212503" y="120575"/>
                  </a:lnTo>
                  <a:lnTo>
                    <a:pt x="213903" y="122700"/>
                  </a:lnTo>
                  <a:lnTo>
                    <a:pt x="215294" y="124823"/>
                  </a:lnTo>
                  <a:lnTo>
                    <a:pt x="216761" y="126824"/>
                  </a:lnTo>
                  <a:lnTo>
                    <a:pt x="218151" y="128757"/>
                  </a:lnTo>
                  <a:lnTo>
                    <a:pt x="219551" y="130634"/>
                  </a:lnTo>
                  <a:lnTo>
                    <a:pt x="220952" y="132510"/>
                  </a:lnTo>
                  <a:lnTo>
                    <a:pt x="222409" y="134263"/>
                  </a:lnTo>
                  <a:lnTo>
                    <a:pt x="223799" y="136006"/>
                  </a:lnTo>
                  <a:lnTo>
                    <a:pt x="225200" y="137692"/>
                  </a:lnTo>
                  <a:lnTo>
                    <a:pt x="226657" y="139254"/>
                  </a:lnTo>
                  <a:lnTo>
                    <a:pt x="228057" y="140816"/>
                  </a:lnTo>
                  <a:lnTo>
                    <a:pt x="229457" y="142378"/>
                  </a:lnTo>
                  <a:lnTo>
                    <a:pt x="230915" y="143816"/>
                  </a:lnTo>
                  <a:lnTo>
                    <a:pt x="232315" y="145188"/>
                  </a:lnTo>
                  <a:lnTo>
                    <a:pt x="233705" y="146560"/>
                  </a:lnTo>
                  <a:lnTo>
                    <a:pt x="235163" y="147874"/>
                  </a:lnTo>
                  <a:lnTo>
                    <a:pt x="236563" y="149122"/>
                  </a:lnTo>
                  <a:lnTo>
                    <a:pt x="237963" y="150313"/>
                  </a:lnTo>
                  <a:lnTo>
                    <a:pt x="239420" y="151494"/>
                  </a:lnTo>
                  <a:lnTo>
                    <a:pt x="240821" y="152618"/>
                  </a:lnTo>
                  <a:lnTo>
                    <a:pt x="242211" y="153684"/>
                  </a:lnTo>
                  <a:lnTo>
                    <a:pt x="243669" y="154742"/>
                  </a:lnTo>
                  <a:lnTo>
                    <a:pt x="245069" y="155742"/>
                  </a:lnTo>
                  <a:lnTo>
                    <a:pt x="246469" y="156685"/>
                  </a:lnTo>
                  <a:lnTo>
                    <a:pt x="247926" y="157619"/>
                  </a:lnTo>
                  <a:lnTo>
                    <a:pt x="249327" y="158495"/>
                  </a:lnTo>
                  <a:lnTo>
                    <a:pt x="250717" y="159371"/>
                  </a:lnTo>
                  <a:lnTo>
                    <a:pt x="252117" y="160181"/>
                  </a:lnTo>
                  <a:lnTo>
                    <a:pt x="253575" y="160924"/>
                  </a:lnTo>
                  <a:lnTo>
                    <a:pt x="254975" y="161743"/>
                  </a:lnTo>
                  <a:lnTo>
                    <a:pt x="256365" y="162429"/>
                  </a:lnTo>
                  <a:lnTo>
                    <a:pt x="257832" y="163114"/>
                  </a:lnTo>
                  <a:lnTo>
                    <a:pt x="259223" y="163800"/>
                  </a:lnTo>
                  <a:lnTo>
                    <a:pt x="260623" y="164429"/>
                  </a:lnTo>
                  <a:lnTo>
                    <a:pt x="262080" y="164991"/>
                  </a:lnTo>
                  <a:lnTo>
                    <a:pt x="263481" y="165552"/>
                  </a:lnTo>
                  <a:lnTo>
                    <a:pt x="264871" y="166115"/>
                  </a:lnTo>
                  <a:lnTo>
                    <a:pt x="266338" y="166677"/>
                  </a:lnTo>
                  <a:lnTo>
                    <a:pt x="267729" y="167172"/>
                  </a:lnTo>
                  <a:lnTo>
                    <a:pt x="269129" y="167610"/>
                  </a:lnTo>
                  <a:lnTo>
                    <a:pt x="270586" y="168115"/>
                  </a:lnTo>
                  <a:lnTo>
                    <a:pt x="271987" y="168543"/>
                  </a:lnTo>
                  <a:lnTo>
                    <a:pt x="273377" y="168924"/>
                  </a:lnTo>
                  <a:lnTo>
                    <a:pt x="274844" y="169363"/>
                  </a:lnTo>
                  <a:lnTo>
                    <a:pt x="276235" y="169734"/>
                  </a:lnTo>
                  <a:lnTo>
                    <a:pt x="277635" y="170106"/>
                  </a:lnTo>
                  <a:lnTo>
                    <a:pt x="279035" y="170420"/>
                  </a:lnTo>
                  <a:lnTo>
                    <a:pt x="280492" y="170734"/>
                  </a:lnTo>
                  <a:lnTo>
                    <a:pt x="281883" y="171049"/>
                  </a:lnTo>
                  <a:lnTo>
                    <a:pt x="283283" y="171363"/>
                  </a:lnTo>
                  <a:lnTo>
                    <a:pt x="284740" y="171668"/>
                  </a:lnTo>
                  <a:lnTo>
                    <a:pt x="286141" y="171925"/>
                  </a:lnTo>
                  <a:lnTo>
                    <a:pt x="287531" y="172172"/>
                  </a:lnTo>
                  <a:lnTo>
                    <a:pt x="288998" y="172420"/>
                  </a:lnTo>
                  <a:lnTo>
                    <a:pt x="290389" y="172668"/>
                  </a:lnTo>
                  <a:lnTo>
                    <a:pt x="291789" y="172925"/>
                  </a:lnTo>
                  <a:lnTo>
                    <a:pt x="293246" y="173106"/>
                  </a:lnTo>
                  <a:lnTo>
                    <a:pt x="294646" y="173354"/>
                  </a:lnTo>
                  <a:lnTo>
                    <a:pt x="296047" y="173544"/>
                  </a:lnTo>
                  <a:lnTo>
                    <a:pt x="297504" y="173734"/>
                  </a:lnTo>
                  <a:lnTo>
                    <a:pt x="298894" y="173982"/>
                  </a:lnTo>
                  <a:lnTo>
                    <a:pt x="300295" y="174173"/>
                  </a:lnTo>
                  <a:lnTo>
                    <a:pt x="301752" y="174354"/>
                  </a:lnTo>
                  <a:lnTo>
                    <a:pt x="303152" y="174477"/>
                  </a:lnTo>
                  <a:lnTo>
                    <a:pt x="304553" y="174668"/>
                  </a:lnTo>
                  <a:lnTo>
                    <a:pt x="306010" y="174859"/>
                  </a:lnTo>
                  <a:lnTo>
                    <a:pt x="307400" y="175040"/>
                  </a:lnTo>
                  <a:lnTo>
                    <a:pt x="308801" y="175230"/>
                  </a:lnTo>
                  <a:lnTo>
                    <a:pt x="310201" y="175354"/>
                  </a:lnTo>
                  <a:lnTo>
                    <a:pt x="311658" y="175544"/>
                  </a:lnTo>
                  <a:lnTo>
                    <a:pt x="313058" y="175735"/>
                  </a:lnTo>
                  <a:lnTo>
                    <a:pt x="314449" y="175916"/>
                  </a:lnTo>
                  <a:lnTo>
                    <a:pt x="315906" y="176039"/>
                  </a:lnTo>
                  <a:lnTo>
                    <a:pt x="317306" y="176230"/>
                  </a:lnTo>
                  <a:lnTo>
                    <a:pt x="318707" y="176421"/>
                  </a:lnTo>
                  <a:lnTo>
                    <a:pt x="320164" y="176545"/>
                  </a:lnTo>
                  <a:lnTo>
                    <a:pt x="321564" y="176725"/>
                  </a:lnTo>
                  <a:lnTo>
                    <a:pt x="322955" y="176916"/>
                  </a:lnTo>
                  <a:lnTo>
                    <a:pt x="324412" y="177106"/>
                  </a:lnTo>
                  <a:lnTo>
                    <a:pt x="325812" y="177230"/>
                  </a:lnTo>
                  <a:lnTo>
                    <a:pt x="327212" y="177421"/>
                  </a:lnTo>
                  <a:lnTo>
                    <a:pt x="328670" y="177602"/>
                  </a:lnTo>
                  <a:lnTo>
                    <a:pt x="330070" y="177792"/>
                  </a:lnTo>
                  <a:lnTo>
                    <a:pt x="331460" y="177983"/>
                  </a:lnTo>
                  <a:lnTo>
                    <a:pt x="332918" y="178107"/>
                  </a:lnTo>
                  <a:lnTo>
                    <a:pt x="334318" y="178288"/>
                  </a:lnTo>
                  <a:lnTo>
                    <a:pt x="335718" y="178478"/>
                  </a:lnTo>
                  <a:lnTo>
                    <a:pt x="337109" y="178668"/>
                  </a:lnTo>
                  <a:lnTo>
                    <a:pt x="338576" y="178850"/>
                  </a:lnTo>
                  <a:lnTo>
                    <a:pt x="339966" y="179040"/>
                  </a:lnTo>
                  <a:lnTo>
                    <a:pt x="341367" y="179231"/>
                  </a:lnTo>
                  <a:lnTo>
                    <a:pt x="342824" y="179411"/>
                  </a:lnTo>
                  <a:lnTo>
                    <a:pt x="344224" y="179602"/>
                  </a:lnTo>
                  <a:lnTo>
                    <a:pt x="345615" y="179726"/>
                  </a:lnTo>
                  <a:lnTo>
                    <a:pt x="347082" y="179917"/>
                  </a:lnTo>
                  <a:lnTo>
                    <a:pt x="348472" y="180107"/>
                  </a:lnTo>
                  <a:lnTo>
                    <a:pt x="349872" y="180288"/>
                  </a:lnTo>
                  <a:lnTo>
                    <a:pt x="351330" y="180411"/>
                  </a:lnTo>
                  <a:lnTo>
                    <a:pt x="352730" y="180602"/>
                  </a:lnTo>
                  <a:lnTo>
                    <a:pt x="354120" y="180793"/>
                  </a:lnTo>
                  <a:lnTo>
                    <a:pt x="355588" y="180917"/>
                  </a:lnTo>
                  <a:lnTo>
                    <a:pt x="356978" y="181107"/>
                  </a:lnTo>
                  <a:lnTo>
                    <a:pt x="358378" y="181231"/>
                  </a:lnTo>
                  <a:lnTo>
                    <a:pt x="359836" y="181412"/>
                  </a:lnTo>
                  <a:lnTo>
                    <a:pt x="361236" y="181536"/>
                  </a:lnTo>
                  <a:lnTo>
                    <a:pt x="362626" y="181669"/>
                  </a:lnTo>
                  <a:lnTo>
                    <a:pt x="364027" y="181850"/>
                  </a:lnTo>
                  <a:lnTo>
                    <a:pt x="365484" y="181973"/>
                  </a:lnTo>
                  <a:lnTo>
                    <a:pt x="366884" y="182097"/>
                  </a:lnTo>
                  <a:lnTo>
                    <a:pt x="368284" y="182231"/>
                  </a:lnTo>
                  <a:lnTo>
                    <a:pt x="369742" y="182355"/>
                  </a:lnTo>
                  <a:lnTo>
                    <a:pt x="371132" y="182412"/>
                  </a:lnTo>
                  <a:lnTo>
                    <a:pt x="372532" y="182536"/>
                  </a:lnTo>
                  <a:lnTo>
                    <a:pt x="373990" y="182602"/>
                  </a:lnTo>
                  <a:lnTo>
                    <a:pt x="375390" y="182726"/>
                  </a:lnTo>
                  <a:lnTo>
                    <a:pt x="376790" y="182793"/>
                  </a:lnTo>
                  <a:lnTo>
                    <a:pt x="378247" y="182850"/>
                  </a:lnTo>
                  <a:lnTo>
                    <a:pt x="379638" y="182916"/>
                  </a:lnTo>
                  <a:lnTo>
                    <a:pt x="381038" y="182974"/>
                  </a:lnTo>
                  <a:lnTo>
                    <a:pt x="382495" y="183040"/>
                  </a:lnTo>
                  <a:lnTo>
                    <a:pt x="383896" y="183098"/>
                  </a:lnTo>
                  <a:lnTo>
                    <a:pt x="385296" y="183164"/>
                  </a:lnTo>
                  <a:lnTo>
                    <a:pt x="386753" y="183164"/>
                  </a:lnTo>
                  <a:lnTo>
                    <a:pt x="388144" y="183164"/>
                  </a:lnTo>
                  <a:lnTo>
                    <a:pt x="389544" y="183231"/>
                  </a:lnTo>
                  <a:lnTo>
                    <a:pt x="391001" y="183231"/>
                  </a:lnTo>
                  <a:lnTo>
                    <a:pt x="392402" y="183231"/>
                  </a:lnTo>
                  <a:lnTo>
                    <a:pt x="393802" y="183231"/>
                  </a:lnTo>
                  <a:lnTo>
                    <a:pt x="395192" y="183164"/>
                  </a:lnTo>
                  <a:lnTo>
                    <a:pt x="396659" y="183164"/>
                  </a:lnTo>
                  <a:lnTo>
                    <a:pt x="398050" y="183164"/>
                  </a:lnTo>
                  <a:lnTo>
                    <a:pt x="399450" y="183098"/>
                  </a:lnTo>
                  <a:lnTo>
                    <a:pt x="400907" y="183040"/>
                  </a:lnTo>
                  <a:lnTo>
                    <a:pt x="402308" y="182974"/>
                  </a:lnTo>
                  <a:lnTo>
                    <a:pt x="403698" y="182974"/>
                  </a:lnTo>
                  <a:lnTo>
                    <a:pt x="405155" y="182850"/>
                  </a:lnTo>
                  <a:lnTo>
                    <a:pt x="406556" y="182793"/>
                  </a:lnTo>
                  <a:lnTo>
                    <a:pt x="407956" y="182726"/>
                  </a:lnTo>
                  <a:lnTo>
                    <a:pt x="409413" y="182659"/>
                  </a:lnTo>
                  <a:lnTo>
                    <a:pt x="410813" y="182536"/>
                  </a:lnTo>
                  <a:lnTo>
                    <a:pt x="412204" y="182412"/>
                  </a:lnTo>
                  <a:lnTo>
                    <a:pt x="413671" y="182355"/>
                  </a:lnTo>
                  <a:lnTo>
                    <a:pt x="415061" y="182231"/>
                  </a:lnTo>
                  <a:lnTo>
                    <a:pt x="416462" y="182097"/>
                  </a:lnTo>
                  <a:lnTo>
                    <a:pt x="417919" y="181973"/>
                  </a:lnTo>
                  <a:lnTo>
                    <a:pt x="419319" y="181850"/>
                  </a:lnTo>
                  <a:lnTo>
                    <a:pt x="420710" y="181669"/>
                  </a:lnTo>
                  <a:lnTo>
                    <a:pt x="422110" y="181536"/>
                  </a:lnTo>
                  <a:lnTo>
                    <a:pt x="423567" y="181355"/>
                  </a:lnTo>
                  <a:lnTo>
                    <a:pt x="424968" y="181231"/>
                  </a:lnTo>
                  <a:lnTo>
                    <a:pt x="426358" y="181040"/>
                  </a:lnTo>
                  <a:lnTo>
                    <a:pt x="427825" y="180850"/>
                  </a:lnTo>
                  <a:lnTo>
                    <a:pt x="429216" y="180669"/>
                  </a:lnTo>
                  <a:lnTo>
                    <a:pt x="430616" y="180478"/>
                  </a:lnTo>
                  <a:lnTo>
                    <a:pt x="432073" y="180288"/>
                  </a:lnTo>
                  <a:lnTo>
                    <a:pt x="433473" y="180040"/>
                  </a:lnTo>
                  <a:lnTo>
                    <a:pt x="434864" y="179850"/>
                  </a:lnTo>
                  <a:lnTo>
                    <a:pt x="436331" y="179602"/>
                  </a:lnTo>
                  <a:lnTo>
                    <a:pt x="437721" y="179354"/>
                  </a:lnTo>
                  <a:lnTo>
                    <a:pt x="439122" y="179164"/>
                  </a:lnTo>
                  <a:lnTo>
                    <a:pt x="440579" y="178850"/>
                  </a:lnTo>
                  <a:lnTo>
                    <a:pt x="441979" y="178602"/>
                  </a:lnTo>
                  <a:lnTo>
                    <a:pt x="443370" y="178354"/>
                  </a:lnTo>
                  <a:lnTo>
                    <a:pt x="444837" y="178040"/>
                  </a:lnTo>
                  <a:lnTo>
                    <a:pt x="446227" y="177792"/>
                  </a:lnTo>
                  <a:lnTo>
                    <a:pt x="447628" y="177478"/>
                  </a:lnTo>
                  <a:lnTo>
                    <a:pt x="449085" y="177164"/>
                  </a:lnTo>
                  <a:lnTo>
                    <a:pt x="450485" y="176792"/>
                  </a:lnTo>
                  <a:lnTo>
                    <a:pt x="451876" y="176478"/>
                  </a:lnTo>
                  <a:lnTo>
                    <a:pt x="453276" y="176106"/>
                  </a:lnTo>
                  <a:lnTo>
                    <a:pt x="454733" y="175735"/>
                  </a:lnTo>
                  <a:lnTo>
                    <a:pt x="456133" y="175354"/>
                  </a:lnTo>
                  <a:lnTo>
                    <a:pt x="457533" y="174983"/>
                  </a:lnTo>
                  <a:lnTo>
                    <a:pt x="458991" y="174544"/>
                  </a:lnTo>
                  <a:lnTo>
                    <a:pt x="460381" y="174106"/>
                  </a:lnTo>
                  <a:lnTo>
                    <a:pt x="461782" y="173668"/>
                  </a:lnTo>
                  <a:lnTo>
                    <a:pt x="463239" y="173173"/>
                  </a:lnTo>
                  <a:lnTo>
                    <a:pt x="464639" y="172668"/>
                  </a:lnTo>
                  <a:lnTo>
                    <a:pt x="466039" y="172172"/>
                  </a:lnTo>
                  <a:lnTo>
                    <a:pt x="467497" y="171668"/>
                  </a:lnTo>
                  <a:lnTo>
                    <a:pt x="468887" y="171049"/>
                  </a:lnTo>
                  <a:lnTo>
                    <a:pt x="470287" y="170486"/>
                  </a:lnTo>
                  <a:lnTo>
                    <a:pt x="471745" y="169858"/>
                  </a:lnTo>
                  <a:lnTo>
                    <a:pt x="473145" y="169239"/>
                  </a:lnTo>
                  <a:lnTo>
                    <a:pt x="474545" y="168543"/>
                  </a:lnTo>
                  <a:lnTo>
                    <a:pt x="476003" y="167857"/>
                  </a:lnTo>
                  <a:lnTo>
                    <a:pt x="477393" y="167172"/>
                  </a:lnTo>
                  <a:lnTo>
                    <a:pt x="478793" y="166429"/>
                  </a:lnTo>
                  <a:lnTo>
                    <a:pt x="480193" y="165610"/>
                  </a:lnTo>
                  <a:lnTo>
                    <a:pt x="481651" y="164800"/>
                  </a:lnTo>
                  <a:lnTo>
                    <a:pt x="483051" y="163924"/>
                  </a:lnTo>
                  <a:lnTo>
                    <a:pt x="484442" y="163047"/>
                  </a:lnTo>
                  <a:lnTo>
                    <a:pt x="485908" y="162114"/>
                  </a:lnTo>
                  <a:lnTo>
                    <a:pt x="487299" y="161114"/>
                  </a:lnTo>
                  <a:lnTo>
                    <a:pt x="488699" y="160114"/>
                  </a:lnTo>
                  <a:lnTo>
                    <a:pt x="490157" y="159057"/>
                  </a:lnTo>
                  <a:lnTo>
                    <a:pt x="491557" y="157932"/>
                  </a:lnTo>
                  <a:lnTo>
                    <a:pt x="492947" y="156809"/>
                  </a:lnTo>
                  <a:lnTo>
                    <a:pt x="494414" y="155618"/>
                  </a:lnTo>
                  <a:lnTo>
                    <a:pt x="495805" y="154370"/>
                  </a:lnTo>
                  <a:lnTo>
                    <a:pt x="497205" y="153122"/>
                  </a:lnTo>
                  <a:lnTo>
                    <a:pt x="498662" y="151808"/>
                  </a:lnTo>
                  <a:lnTo>
                    <a:pt x="500063" y="150370"/>
                  </a:lnTo>
                  <a:lnTo>
                    <a:pt x="501453" y="148931"/>
                  </a:lnTo>
                  <a:lnTo>
                    <a:pt x="502920" y="147503"/>
                  </a:lnTo>
                  <a:lnTo>
                    <a:pt x="504311" y="145941"/>
                  </a:lnTo>
                  <a:lnTo>
                    <a:pt x="505711" y="144379"/>
                  </a:lnTo>
                  <a:lnTo>
                    <a:pt x="507168" y="142693"/>
                  </a:lnTo>
                  <a:lnTo>
                    <a:pt x="508568" y="141007"/>
                  </a:lnTo>
                  <a:lnTo>
                    <a:pt x="509959" y="139254"/>
                  </a:lnTo>
                  <a:lnTo>
                    <a:pt x="511359" y="137444"/>
                  </a:lnTo>
                  <a:lnTo>
                    <a:pt x="512817" y="135568"/>
                  </a:lnTo>
                  <a:lnTo>
                    <a:pt x="514217" y="133635"/>
                  </a:lnTo>
                  <a:lnTo>
                    <a:pt x="515607" y="131701"/>
                  </a:lnTo>
                  <a:lnTo>
                    <a:pt x="517074" y="129700"/>
                  </a:lnTo>
                  <a:lnTo>
                    <a:pt x="518465" y="127576"/>
                  </a:lnTo>
                  <a:lnTo>
                    <a:pt x="519865" y="125452"/>
                  </a:lnTo>
                  <a:lnTo>
                    <a:pt x="521322" y="123328"/>
                  </a:lnTo>
                  <a:lnTo>
                    <a:pt x="522723" y="121081"/>
                  </a:lnTo>
                  <a:lnTo>
                    <a:pt x="524113" y="118766"/>
                  </a:lnTo>
                  <a:lnTo>
                    <a:pt x="525580" y="116461"/>
                  </a:lnTo>
                  <a:lnTo>
                    <a:pt x="526971" y="114079"/>
                  </a:lnTo>
                  <a:lnTo>
                    <a:pt x="528371" y="111708"/>
                  </a:lnTo>
                  <a:lnTo>
                    <a:pt x="529828" y="109279"/>
                  </a:lnTo>
                  <a:lnTo>
                    <a:pt x="531228" y="106774"/>
                  </a:lnTo>
                  <a:lnTo>
                    <a:pt x="532628" y="104278"/>
                  </a:lnTo>
                  <a:lnTo>
                    <a:pt x="534086" y="101716"/>
                  </a:lnTo>
                  <a:lnTo>
                    <a:pt x="535477" y="99154"/>
                  </a:lnTo>
                  <a:lnTo>
                    <a:pt x="536877" y="96591"/>
                  </a:lnTo>
                  <a:lnTo>
                    <a:pt x="538277" y="93972"/>
                  </a:lnTo>
                  <a:lnTo>
                    <a:pt x="539734" y="91353"/>
                  </a:lnTo>
                  <a:lnTo>
                    <a:pt x="541134" y="88724"/>
                  </a:lnTo>
                  <a:lnTo>
                    <a:pt x="542525" y="86105"/>
                  </a:lnTo>
                  <a:lnTo>
                    <a:pt x="543982" y="83418"/>
                  </a:lnTo>
                  <a:lnTo>
                    <a:pt x="545383" y="80789"/>
                  </a:lnTo>
                  <a:lnTo>
                    <a:pt x="546783" y="78170"/>
                  </a:lnTo>
                  <a:lnTo>
                    <a:pt x="548240" y="75608"/>
                  </a:lnTo>
                  <a:lnTo>
                    <a:pt x="549640" y="73046"/>
                  </a:lnTo>
                  <a:lnTo>
                    <a:pt x="551031" y="70484"/>
                  </a:lnTo>
                  <a:lnTo>
                    <a:pt x="552488" y="67988"/>
                  </a:lnTo>
                  <a:lnTo>
                    <a:pt x="553889" y="65493"/>
                  </a:lnTo>
                  <a:lnTo>
                    <a:pt x="555288" y="63054"/>
                  </a:lnTo>
                  <a:lnTo>
                    <a:pt x="556746" y="60740"/>
                  </a:lnTo>
                  <a:lnTo>
                    <a:pt x="558146" y="58434"/>
                  </a:lnTo>
                  <a:lnTo>
                    <a:pt x="559537" y="56186"/>
                  </a:lnTo>
                  <a:lnTo>
                    <a:pt x="561003" y="54063"/>
                  </a:lnTo>
                  <a:lnTo>
                    <a:pt x="562394" y="51995"/>
                  </a:lnTo>
                  <a:lnTo>
                    <a:pt x="563794" y="50005"/>
                  </a:lnTo>
                  <a:lnTo>
                    <a:pt x="565185" y="48129"/>
                  </a:lnTo>
                  <a:lnTo>
                    <a:pt x="566652" y="46319"/>
                  </a:lnTo>
                  <a:lnTo>
                    <a:pt x="568043" y="44633"/>
                  </a:lnTo>
                  <a:lnTo>
                    <a:pt x="569443" y="43071"/>
                  </a:lnTo>
                  <a:lnTo>
                    <a:pt x="570900" y="41633"/>
                  </a:lnTo>
                  <a:lnTo>
                    <a:pt x="572300" y="40318"/>
                  </a:lnTo>
                  <a:lnTo>
                    <a:pt x="573691" y="39137"/>
                  </a:lnTo>
                  <a:lnTo>
                    <a:pt x="575158" y="38137"/>
                  </a:lnTo>
                  <a:lnTo>
                    <a:pt x="576548" y="37260"/>
                  </a:lnTo>
                  <a:lnTo>
                    <a:pt x="577948" y="36451"/>
                  </a:lnTo>
                  <a:lnTo>
                    <a:pt x="579406" y="35889"/>
                  </a:lnTo>
                  <a:lnTo>
                    <a:pt x="580806" y="35450"/>
                  </a:lnTo>
                  <a:lnTo>
                    <a:pt x="582197" y="35136"/>
                  </a:lnTo>
                  <a:lnTo>
                    <a:pt x="583663" y="35070"/>
                  </a:lnTo>
                  <a:lnTo>
                    <a:pt x="585054" y="35136"/>
                  </a:lnTo>
                  <a:lnTo>
                    <a:pt x="586454" y="35327"/>
                  </a:lnTo>
                  <a:lnTo>
                    <a:pt x="587912" y="35698"/>
                  </a:lnTo>
                  <a:lnTo>
                    <a:pt x="589312" y="36260"/>
                  </a:lnTo>
                  <a:lnTo>
                    <a:pt x="590703" y="37013"/>
                  </a:lnTo>
                  <a:lnTo>
                    <a:pt x="592169" y="37879"/>
                  </a:lnTo>
                  <a:lnTo>
                    <a:pt x="593560" y="39004"/>
                  </a:lnTo>
                  <a:lnTo>
                    <a:pt x="594960" y="40194"/>
                  </a:lnTo>
                  <a:lnTo>
                    <a:pt x="596351" y="41633"/>
                  </a:lnTo>
                  <a:lnTo>
                    <a:pt x="597818" y="43252"/>
                  </a:lnTo>
                  <a:lnTo>
                    <a:pt x="599208" y="45004"/>
                  </a:lnTo>
                  <a:lnTo>
                    <a:pt x="600609" y="46881"/>
                  </a:lnTo>
                  <a:lnTo>
                    <a:pt x="602066" y="49005"/>
                  </a:lnTo>
                  <a:lnTo>
                    <a:pt x="603466" y="51186"/>
                  </a:lnTo>
                  <a:lnTo>
                    <a:pt x="604866" y="53557"/>
                  </a:lnTo>
                  <a:lnTo>
                    <a:pt x="606323" y="56120"/>
                  </a:lnTo>
                  <a:lnTo>
                    <a:pt x="607714" y="58806"/>
                  </a:lnTo>
                  <a:lnTo>
                    <a:pt x="609114" y="61559"/>
                  </a:lnTo>
                  <a:lnTo>
                    <a:pt x="610572" y="64550"/>
                  </a:lnTo>
                  <a:lnTo>
                    <a:pt x="611972" y="67616"/>
                  </a:lnTo>
                  <a:lnTo>
                    <a:pt x="613362" y="70741"/>
                  </a:lnTo>
                  <a:lnTo>
                    <a:pt x="614829" y="74046"/>
                  </a:lnTo>
                  <a:lnTo>
                    <a:pt x="616220" y="77418"/>
                  </a:lnTo>
                  <a:lnTo>
                    <a:pt x="617620" y="80913"/>
                  </a:lnTo>
                  <a:lnTo>
                    <a:pt x="619078" y="84476"/>
                  </a:lnTo>
                  <a:lnTo>
                    <a:pt x="620478" y="88162"/>
                  </a:lnTo>
                  <a:lnTo>
                    <a:pt x="621878" y="91848"/>
                  </a:lnTo>
                  <a:lnTo>
                    <a:pt x="623269" y="95658"/>
                  </a:lnTo>
                  <a:lnTo>
                    <a:pt x="624726" y="99535"/>
                  </a:lnTo>
                  <a:lnTo>
                    <a:pt x="626126" y="103402"/>
                  </a:lnTo>
                  <a:lnTo>
                    <a:pt x="627526" y="107336"/>
                  </a:lnTo>
                  <a:lnTo>
                    <a:pt x="628983" y="111270"/>
                  </a:lnTo>
                  <a:lnTo>
                    <a:pt x="630384" y="115270"/>
                  </a:lnTo>
                  <a:lnTo>
                    <a:pt x="631774" y="119271"/>
                  </a:lnTo>
                  <a:lnTo>
                    <a:pt x="633232" y="123261"/>
                  </a:lnTo>
                  <a:lnTo>
                    <a:pt x="634632" y="127262"/>
                  </a:lnTo>
                  <a:lnTo>
                    <a:pt x="636032" y="131263"/>
                  </a:lnTo>
                  <a:lnTo>
                    <a:pt x="637489" y="135254"/>
                  </a:lnTo>
                  <a:lnTo>
                    <a:pt x="638889" y="139197"/>
                  </a:lnTo>
                  <a:lnTo>
                    <a:pt x="640280" y="143131"/>
                  </a:lnTo>
                  <a:lnTo>
                    <a:pt x="641737" y="147065"/>
                  </a:lnTo>
                  <a:lnTo>
                    <a:pt x="643138" y="150875"/>
                  </a:lnTo>
                  <a:lnTo>
                    <a:pt x="644538" y="154684"/>
                  </a:lnTo>
                  <a:lnTo>
                    <a:pt x="645995" y="158428"/>
                  </a:lnTo>
                  <a:lnTo>
                    <a:pt x="647395" y="162114"/>
                  </a:lnTo>
                  <a:lnTo>
                    <a:pt x="648786" y="165800"/>
                  </a:lnTo>
                  <a:lnTo>
                    <a:pt x="650253" y="169296"/>
                  </a:lnTo>
                  <a:lnTo>
                    <a:pt x="651643" y="172791"/>
                  </a:lnTo>
                  <a:lnTo>
                    <a:pt x="653043" y="176230"/>
                  </a:lnTo>
                  <a:lnTo>
                    <a:pt x="654434" y="179545"/>
                  </a:lnTo>
                  <a:lnTo>
                    <a:pt x="655901" y="182793"/>
                  </a:lnTo>
                  <a:lnTo>
                    <a:pt x="657292" y="185974"/>
                  </a:lnTo>
                  <a:lnTo>
                    <a:pt x="658692" y="189032"/>
                  </a:lnTo>
                  <a:lnTo>
                    <a:pt x="660149" y="192032"/>
                  </a:lnTo>
                  <a:lnTo>
                    <a:pt x="661549" y="194966"/>
                  </a:lnTo>
                  <a:lnTo>
                    <a:pt x="662940" y="197776"/>
                  </a:lnTo>
                  <a:lnTo>
                    <a:pt x="664407" y="200462"/>
                  </a:lnTo>
                  <a:lnTo>
                    <a:pt x="665798" y="203091"/>
                  </a:lnTo>
                  <a:lnTo>
                    <a:pt x="667198" y="205653"/>
                  </a:lnTo>
                  <a:lnTo>
                    <a:pt x="668655" y="208082"/>
                  </a:lnTo>
                  <a:lnTo>
                    <a:pt x="670055" y="210396"/>
                  </a:lnTo>
                  <a:lnTo>
                    <a:pt x="671446" y="212644"/>
                  </a:lnTo>
                  <a:lnTo>
                    <a:pt x="672913" y="214825"/>
                  </a:lnTo>
                  <a:lnTo>
                    <a:pt x="674304" y="216892"/>
                  </a:lnTo>
                  <a:lnTo>
                    <a:pt x="675703" y="218826"/>
                  </a:lnTo>
                  <a:lnTo>
                    <a:pt x="677161" y="220702"/>
                  </a:lnTo>
                  <a:lnTo>
                    <a:pt x="678561" y="222512"/>
                  </a:lnTo>
                  <a:lnTo>
                    <a:pt x="679952" y="224264"/>
                  </a:lnTo>
                  <a:lnTo>
                    <a:pt x="681352" y="225884"/>
                  </a:lnTo>
                  <a:lnTo>
                    <a:pt x="682809" y="227446"/>
                  </a:lnTo>
                  <a:lnTo>
                    <a:pt x="684209" y="228885"/>
                  </a:lnTo>
                  <a:lnTo>
                    <a:pt x="685610" y="230323"/>
                  </a:lnTo>
                  <a:lnTo>
                    <a:pt x="687067" y="231627"/>
                  </a:lnTo>
                  <a:lnTo>
                    <a:pt x="688458" y="232885"/>
                  </a:lnTo>
                  <a:lnTo>
                    <a:pt x="689858" y="234009"/>
                  </a:lnTo>
                  <a:lnTo>
                    <a:pt x="691315" y="235133"/>
                  </a:lnTo>
                  <a:lnTo>
                    <a:pt x="692715" y="236190"/>
                  </a:lnTo>
                  <a:lnTo>
                    <a:pt x="694115" y="237190"/>
                  </a:lnTo>
                  <a:lnTo>
                    <a:pt x="695573" y="238123"/>
                  </a:lnTo>
                  <a:lnTo>
                    <a:pt x="696963" y="239000"/>
                  </a:lnTo>
                  <a:lnTo>
                    <a:pt x="698363" y="239752"/>
                  </a:lnTo>
                  <a:lnTo>
                    <a:pt x="699821" y="240562"/>
                  </a:lnTo>
                  <a:lnTo>
                    <a:pt x="701221" y="241248"/>
                  </a:lnTo>
                  <a:lnTo>
                    <a:pt x="702621" y="241876"/>
                  </a:lnTo>
                  <a:lnTo>
                    <a:pt x="704079" y="242495"/>
                  </a:lnTo>
                  <a:lnTo>
                    <a:pt x="705479" y="243124"/>
                  </a:lnTo>
                  <a:lnTo>
                    <a:pt x="706869" y="243620"/>
                  </a:lnTo>
                  <a:lnTo>
                    <a:pt x="708327" y="244124"/>
                  </a:lnTo>
                  <a:lnTo>
                    <a:pt x="709727" y="244620"/>
                  </a:lnTo>
                  <a:lnTo>
                    <a:pt x="711127" y="245000"/>
                  </a:lnTo>
                  <a:lnTo>
                    <a:pt x="712518" y="245439"/>
                  </a:lnTo>
                  <a:lnTo>
                    <a:pt x="713975" y="245810"/>
                  </a:lnTo>
                  <a:lnTo>
                    <a:pt x="715375" y="246125"/>
                  </a:lnTo>
                  <a:lnTo>
                    <a:pt x="716776" y="246439"/>
                  </a:lnTo>
                  <a:lnTo>
                    <a:pt x="718233" y="246686"/>
                  </a:lnTo>
                  <a:lnTo>
                    <a:pt x="719633" y="247001"/>
                  </a:lnTo>
                  <a:lnTo>
                    <a:pt x="721024" y="247182"/>
                  </a:lnTo>
                  <a:lnTo>
                    <a:pt x="722490" y="247429"/>
                  </a:lnTo>
                  <a:lnTo>
                    <a:pt x="723881" y="247620"/>
                  </a:lnTo>
                </a:path>
              </a:pathLst>
            </a:custGeom>
            <a:noFill/>
            <a:ln w="7242" cap="flat">
              <a:solidFill>
                <a:srgbClr val="000000"/>
              </a:solidFill>
              <a:prstDash val="solid"/>
              <a:round/>
            </a:ln>
          </p:spPr>
          <p:txBody>
            <a:bodyPr/>
            <a:lstStyle/>
            <a:p>
              <a:endParaRPr lang="zh-CN" altLang="en-US" sz="2190"/>
            </a:p>
          </p:txBody>
        </p:sp>
        <p:sp>
          <p:nvSpPr>
            <p:cNvPr id="964" name="任意多边形: 形状 963"/>
            <p:cNvSpPr/>
            <p:nvPr/>
          </p:nvSpPr>
          <p:spPr>
            <a:xfrm>
              <a:off x="4315287" y="5455172"/>
              <a:ext cx="723900" cy="323850"/>
            </a:xfrm>
            <a:custGeom>
              <a:avLst/>
              <a:gdLst>
                <a:gd name="csX0" fmla="*/ -19 w 723900"/>
                <a:gd name="csY0" fmla="*/ 320534 h 323850"/>
                <a:gd name="csX1" fmla="*/ 1381 w 723900"/>
                <a:gd name="csY1" fmla="*/ 320163 h 323850"/>
                <a:gd name="csX2" fmla="*/ 2838 w 723900"/>
                <a:gd name="csY2" fmla="*/ 319781 h 323850"/>
                <a:gd name="csX3" fmla="*/ 4229 w 723900"/>
                <a:gd name="csY3" fmla="*/ 319401 h 323850"/>
                <a:gd name="csX4" fmla="*/ 5629 w 723900"/>
                <a:gd name="csY4" fmla="*/ 318962 h 323850"/>
                <a:gd name="csX5" fmla="*/ 7087 w 723900"/>
                <a:gd name="csY5" fmla="*/ 318458 h 323850"/>
                <a:gd name="csX6" fmla="*/ 8487 w 723900"/>
                <a:gd name="csY6" fmla="*/ 317952 h 323850"/>
                <a:gd name="csX7" fmla="*/ 9887 w 723900"/>
                <a:gd name="csY7" fmla="*/ 317381 h 323850"/>
                <a:gd name="csX8" fmla="*/ 11344 w 723900"/>
                <a:gd name="csY8" fmla="*/ 316809 h 323850"/>
                <a:gd name="csX9" fmla="*/ 12744 w 723900"/>
                <a:gd name="csY9" fmla="*/ 316114 h 323850"/>
                <a:gd name="csX10" fmla="*/ 14135 w 723900"/>
                <a:gd name="csY10" fmla="*/ 315419 h 323850"/>
                <a:gd name="csX11" fmla="*/ 15593 w 723900"/>
                <a:gd name="csY11" fmla="*/ 314667 h 323850"/>
                <a:gd name="csX12" fmla="*/ 16993 w 723900"/>
                <a:gd name="csY12" fmla="*/ 313847 h 323850"/>
                <a:gd name="csX13" fmla="*/ 18393 w 723900"/>
                <a:gd name="csY13" fmla="*/ 312961 h 323850"/>
                <a:gd name="csX14" fmla="*/ 19784 w 723900"/>
                <a:gd name="csY14" fmla="*/ 311952 h 323850"/>
                <a:gd name="csX15" fmla="*/ 21250 w 723900"/>
                <a:gd name="csY15" fmla="*/ 310942 h 323850"/>
                <a:gd name="csX16" fmla="*/ 22641 w 723900"/>
                <a:gd name="csY16" fmla="*/ 309866 h 323850"/>
                <a:gd name="csX17" fmla="*/ 24041 w 723900"/>
                <a:gd name="csY17" fmla="*/ 308666 h 323850"/>
                <a:gd name="csX18" fmla="*/ 25498 w 723900"/>
                <a:gd name="csY18" fmla="*/ 307399 h 323850"/>
                <a:gd name="csX19" fmla="*/ 26899 w 723900"/>
                <a:gd name="csY19" fmla="*/ 306075 h 323850"/>
                <a:gd name="csX20" fmla="*/ 28289 w 723900"/>
                <a:gd name="csY20" fmla="*/ 304627 h 323850"/>
                <a:gd name="csX21" fmla="*/ 29756 w 723900"/>
                <a:gd name="csY21" fmla="*/ 303046 h 323850"/>
                <a:gd name="csX22" fmla="*/ 31147 w 723900"/>
                <a:gd name="csY22" fmla="*/ 301465 h 323850"/>
                <a:gd name="csX23" fmla="*/ 32547 w 723900"/>
                <a:gd name="csY23" fmla="*/ 299703 h 323850"/>
                <a:gd name="csX24" fmla="*/ 34004 w 723900"/>
                <a:gd name="csY24" fmla="*/ 297874 h 323850"/>
                <a:gd name="csX25" fmla="*/ 35404 w 723900"/>
                <a:gd name="csY25" fmla="*/ 295912 h 323850"/>
                <a:gd name="csX26" fmla="*/ 36795 w 723900"/>
                <a:gd name="csY26" fmla="*/ 293826 h 323850"/>
                <a:gd name="csX27" fmla="*/ 38262 w 723900"/>
                <a:gd name="csY27" fmla="*/ 291682 h 323850"/>
                <a:gd name="csX28" fmla="*/ 39653 w 723900"/>
                <a:gd name="csY28" fmla="*/ 289349 h 323850"/>
                <a:gd name="csX29" fmla="*/ 41053 w 723900"/>
                <a:gd name="csY29" fmla="*/ 286949 h 323850"/>
                <a:gd name="csX30" fmla="*/ 42510 w 723900"/>
                <a:gd name="csY30" fmla="*/ 284358 h 323850"/>
                <a:gd name="csX31" fmla="*/ 43910 w 723900"/>
                <a:gd name="csY31" fmla="*/ 281644 h 323850"/>
                <a:gd name="csX32" fmla="*/ 45301 w 723900"/>
                <a:gd name="csY32" fmla="*/ 278862 h 323850"/>
                <a:gd name="csX33" fmla="*/ 46768 w 723900"/>
                <a:gd name="csY33" fmla="*/ 275833 h 323850"/>
                <a:gd name="csX34" fmla="*/ 48159 w 723900"/>
                <a:gd name="csY34" fmla="*/ 272738 h 323850"/>
                <a:gd name="csX35" fmla="*/ 49558 w 723900"/>
                <a:gd name="csY35" fmla="*/ 269518 h 323850"/>
                <a:gd name="csX36" fmla="*/ 50949 w 723900"/>
                <a:gd name="csY36" fmla="*/ 266108 h 323850"/>
                <a:gd name="csX37" fmla="*/ 52416 w 723900"/>
                <a:gd name="csY37" fmla="*/ 262574 h 323850"/>
                <a:gd name="csX38" fmla="*/ 53807 w 723900"/>
                <a:gd name="csY38" fmla="*/ 258850 h 323850"/>
                <a:gd name="csX39" fmla="*/ 55207 w 723900"/>
                <a:gd name="csY39" fmla="*/ 254992 h 323850"/>
                <a:gd name="csX40" fmla="*/ 56664 w 723900"/>
                <a:gd name="csY40" fmla="*/ 251020 h 323850"/>
                <a:gd name="csX41" fmla="*/ 58064 w 723900"/>
                <a:gd name="csY41" fmla="*/ 246915 h 323850"/>
                <a:gd name="csX42" fmla="*/ 59465 w 723900"/>
                <a:gd name="csY42" fmla="*/ 242562 h 323850"/>
                <a:gd name="csX43" fmla="*/ 60922 w 723900"/>
                <a:gd name="csY43" fmla="*/ 238143 h 323850"/>
                <a:gd name="csX44" fmla="*/ 62313 w 723900"/>
                <a:gd name="csY44" fmla="*/ 233589 h 323850"/>
                <a:gd name="csX45" fmla="*/ 63713 w 723900"/>
                <a:gd name="csY45" fmla="*/ 228789 h 323850"/>
                <a:gd name="csX46" fmla="*/ 65170 w 723900"/>
                <a:gd name="csY46" fmla="*/ 223931 h 323850"/>
                <a:gd name="csX47" fmla="*/ 66570 w 723900"/>
                <a:gd name="csY47" fmla="*/ 218940 h 323850"/>
                <a:gd name="csX48" fmla="*/ 67970 w 723900"/>
                <a:gd name="csY48" fmla="*/ 213768 h 323850"/>
                <a:gd name="csX49" fmla="*/ 69428 w 723900"/>
                <a:gd name="csY49" fmla="*/ 208529 h 323850"/>
                <a:gd name="csX50" fmla="*/ 70819 w 723900"/>
                <a:gd name="csY50" fmla="*/ 203091 h 323850"/>
                <a:gd name="csX51" fmla="*/ 72219 w 723900"/>
                <a:gd name="csY51" fmla="*/ 197604 h 323850"/>
                <a:gd name="csX52" fmla="*/ 73676 w 723900"/>
                <a:gd name="csY52" fmla="*/ 191918 h 323850"/>
                <a:gd name="csX53" fmla="*/ 75076 w 723900"/>
                <a:gd name="csY53" fmla="*/ 186231 h 323850"/>
                <a:gd name="csX54" fmla="*/ 76467 w 723900"/>
                <a:gd name="csY54" fmla="*/ 180364 h 323850"/>
                <a:gd name="csX55" fmla="*/ 77867 w 723900"/>
                <a:gd name="csY55" fmla="*/ 174430 h 323850"/>
                <a:gd name="csX56" fmla="*/ 79324 w 723900"/>
                <a:gd name="csY56" fmla="*/ 168429 h 323850"/>
                <a:gd name="csX57" fmla="*/ 80724 w 723900"/>
                <a:gd name="csY57" fmla="*/ 162371 h 323850"/>
                <a:gd name="csX58" fmla="*/ 82125 w 723900"/>
                <a:gd name="csY58" fmla="*/ 156247 h 323850"/>
                <a:gd name="csX59" fmla="*/ 83582 w 723900"/>
                <a:gd name="csY59" fmla="*/ 150056 h 323850"/>
                <a:gd name="csX60" fmla="*/ 84982 w 723900"/>
                <a:gd name="csY60" fmla="*/ 143807 h 323850"/>
                <a:gd name="csX61" fmla="*/ 86373 w 723900"/>
                <a:gd name="csY61" fmla="*/ 137559 h 323850"/>
                <a:gd name="csX62" fmla="*/ 87830 w 723900"/>
                <a:gd name="csY62" fmla="*/ 131301 h 323850"/>
                <a:gd name="csX63" fmla="*/ 89230 w 723900"/>
                <a:gd name="csY63" fmla="*/ 125052 h 323850"/>
                <a:gd name="csX64" fmla="*/ 90630 w 723900"/>
                <a:gd name="csY64" fmla="*/ 118804 h 323850"/>
                <a:gd name="csX65" fmla="*/ 92088 w 723900"/>
                <a:gd name="csY65" fmla="*/ 112546 h 323850"/>
                <a:gd name="csX66" fmla="*/ 93488 w 723900"/>
                <a:gd name="csY66" fmla="*/ 106364 h 323850"/>
                <a:gd name="csX67" fmla="*/ 94879 w 723900"/>
                <a:gd name="csY67" fmla="*/ 100173 h 323850"/>
                <a:gd name="csX68" fmla="*/ 96336 w 723900"/>
                <a:gd name="csY68" fmla="*/ 94115 h 323850"/>
                <a:gd name="csX69" fmla="*/ 97736 w 723900"/>
                <a:gd name="csY69" fmla="*/ 88048 h 323850"/>
                <a:gd name="csX70" fmla="*/ 99136 w 723900"/>
                <a:gd name="csY70" fmla="*/ 82180 h 323850"/>
                <a:gd name="csX71" fmla="*/ 100593 w 723900"/>
                <a:gd name="csY71" fmla="*/ 76370 h 323850"/>
                <a:gd name="csX72" fmla="*/ 101994 w 723900"/>
                <a:gd name="csY72" fmla="*/ 70684 h 323850"/>
                <a:gd name="csX73" fmla="*/ 103384 w 723900"/>
                <a:gd name="csY73" fmla="*/ 65131 h 323850"/>
                <a:gd name="csX74" fmla="*/ 104842 w 723900"/>
                <a:gd name="csY74" fmla="*/ 59768 h 323850"/>
                <a:gd name="csX75" fmla="*/ 106242 w 723900"/>
                <a:gd name="csY75" fmla="*/ 54463 h 323850"/>
                <a:gd name="csX76" fmla="*/ 107642 w 723900"/>
                <a:gd name="csY76" fmla="*/ 49414 h 323850"/>
                <a:gd name="csX77" fmla="*/ 109033 w 723900"/>
                <a:gd name="csY77" fmla="*/ 44547 h 323850"/>
                <a:gd name="csX78" fmla="*/ 110500 w 723900"/>
                <a:gd name="csY78" fmla="*/ 39880 h 323850"/>
                <a:gd name="csX79" fmla="*/ 111890 w 723900"/>
                <a:gd name="csY79" fmla="*/ 35393 h 323850"/>
                <a:gd name="csX80" fmla="*/ 113290 w 723900"/>
                <a:gd name="csY80" fmla="*/ 31165 h 323850"/>
                <a:gd name="csX81" fmla="*/ 114748 w 723900"/>
                <a:gd name="csY81" fmla="*/ 27116 h 323850"/>
                <a:gd name="csX82" fmla="*/ 116148 w 723900"/>
                <a:gd name="csY82" fmla="*/ 23392 h 323850"/>
                <a:gd name="csX83" fmla="*/ 117539 w 723900"/>
                <a:gd name="csY83" fmla="*/ 19925 h 323850"/>
                <a:gd name="csX84" fmla="*/ 119005 w 723900"/>
                <a:gd name="csY84" fmla="*/ 16639 h 323850"/>
                <a:gd name="csX85" fmla="*/ 120396 w 723900"/>
                <a:gd name="csY85" fmla="*/ 13667 h 323850"/>
                <a:gd name="csX86" fmla="*/ 121796 w 723900"/>
                <a:gd name="csY86" fmla="*/ 11019 h 323850"/>
                <a:gd name="csX87" fmla="*/ 123253 w 723900"/>
                <a:gd name="csY87" fmla="*/ 8561 h 323850"/>
                <a:gd name="csX88" fmla="*/ 124654 w 723900"/>
                <a:gd name="csY88" fmla="*/ 6409 h 323850"/>
                <a:gd name="csX89" fmla="*/ 126044 w 723900"/>
                <a:gd name="csY89" fmla="*/ 4647 h 323850"/>
                <a:gd name="csX90" fmla="*/ 127511 w 723900"/>
                <a:gd name="csY90" fmla="*/ 3123 h 323850"/>
                <a:gd name="csX91" fmla="*/ 128902 w 723900"/>
                <a:gd name="csY91" fmla="*/ 1865 h 323850"/>
                <a:gd name="csX92" fmla="*/ 130302 w 723900"/>
                <a:gd name="csY92" fmla="*/ 980 h 323850"/>
                <a:gd name="csX93" fmla="*/ 131759 w 723900"/>
                <a:gd name="csY93" fmla="*/ 351 h 323850"/>
                <a:gd name="csX94" fmla="*/ 133160 w 723900"/>
                <a:gd name="csY94" fmla="*/ -30 h 323850"/>
                <a:gd name="csX95" fmla="*/ 134550 w 723900"/>
                <a:gd name="csY95" fmla="*/ 37 h 323850"/>
                <a:gd name="csX96" fmla="*/ 135950 w 723900"/>
                <a:gd name="csY96" fmla="*/ 285 h 323850"/>
                <a:gd name="csX97" fmla="*/ 137408 w 723900"/>
                <a:gd name="csY97" fmla="*/ 856 h 323850"/>
                <a:gd name="csX98" fmla="*/ 138808 w 723900"/>
                <a:gd name="csY98" fmla="*/ 1741 h 323850"/>
                <a:gd name="csX99" fmla="*/ 140199 w 723900"/>
                <a:gd name="csY99" fmla="*/ 2942 h 323850"/>
                <a:gd name="csX100" fmla="*/ 141665 w 723900"/>
                <a:gd name="csY100" fmla="*/ 4323 h 323850"/>
                <a:gd name="csX101" fmla="*/ 143056 w 723900"/>
                <a:gd name="csY101" fmla="*/ 6095 h 323850"/>
                <a:gd name="csX102" fmla="*/ 144456 w 723900"/>
                <a:gd name="csY102" fmla="*/ 8057 h 323850"/>
                <a:gd name="csX103" fmla="*/ 145914 w 723900"/>
                <a:gd name="csY103" fmla="*/ 10266 h 323850"/>
                <a:gd name="csX104" fmla="*/ 147314 w 723900"/>
                <a:gd name="csY104" fmla="*/ 12791 h 323850"/>
                <a:gd name="csX105" fmla="*/ 148714 w 723900"/>
                <a:gd name="csY105" fmla="*/ 15563 h 323850"/>
                <a:gd name="csX106" fmla="*/ 150171 w 723900"/>
                <a:gd name="csY106" fmla="*/ 18468 h 323850"/>
                <a:gd name="csX107" fmla="*/ 151562 w 723900"/>
                <a:gd name="csY107" fmla="*/ 21687 h 323850"/>
                <a:gd name="csX108" fmla="*/ 152962 w 723900"/>
                <a:gd name="csY108" fmla="*/ 25097 h 323850"/>
                <a:gd name="csX109" fmla="*/ 154419 w 723900"/>
                <a:gd name="csY109" fmla="*/ 28697 h 323850"/>
                <a:gd name="csX110" fmla="*/ 155819 w 723900"/>
                <a:gd name="csY110" fmla="*/ 32488 h 323850"/>
                <a:gd name="csX111" fmla="*/ 157220 w 723900"/>
                <a:gd name="csY111" fmla="*/ 36470 h 323850"/>
                <a:gd name="csX112" fmla="*/ 158677 w 723900"/>
                <a:gd name="csY112" fmla="*/ 40566 h 323850"/>
                <a:gd name="csX113" fmla="*/ 160068 w 723900"/>
                <a:gd name="csY113" fmla="*/ 44804 h 323850"/>
                <a:gd name="csX114" fmla="*/ 161468 w 723900"/>
                <a:gd name="csY114" fmla="*/ 49224 h 323850"/>
                <a:gd name="csX115" fmla="*/ 162868 w 723900"/>
                <a:gd name="csY115" fmla="*/ 53767 h 323850"/>
                <a:gd name="csX116" fmla="*/ 164325 w 723900"/>
                <a:gd name="csY116" fmla="*/ 58377 h 323850"/>
                <a:gd name="csX117" fmla="*/ 165726 w 723900"/>
                <a:gd name="csY117" fmla="*/ 63178 h 323850"/>
                <a:gd name="csX118" fmla="*/ 167116 w 723900"/>
                <a:gd name="csY118" fmla="*/ 67969 h 323850"/>
                <a:gd name="csX119" fmla="*/ 168574 w 723900"/>
                <a:gd name="csY119" fmla="*/ 72836 h 323850"/>
                <a:gd name="csX120" fmla="*/ 169974 w 723900"/>
                <a:gd name="csY120" fmla="*/ 77818 h 323850"/>
                <a:gd name="csX121" fmla="*/ 171374 w 723900"/>
                <a:gd name="csY121" fmla="*/ 82809 h 323850"/>
                <a:gd name="csX122" fmla="*/ 172831 w 723900"/>
                <a:gd name="csY122" fmla="*/ 87867 h 323850"/>
                <a:gd name="csX123" fmla="*/ 174231 w 723900"/>
                <a:gd name="csY123" fmla="*/ 92915 h 323850"/>
                <a:gd name="csX124" fmla="*/ 175622 w 723900"/>
                <a:gd name="csY124" fmla="*/ 98030 h 323850"/>
                <a:gd name="csX125" fmla="*/ 177089 w 723900"/>
                <a:gd name="csY125" fmla="*/ 103145 h 323850"/>
                <a:gd name="csX126" fmla="*/ 178479 w 723900"/>
                <a:gd name="csY126" fmla="*/ 108193 h 323850"/>
                <a:gd name="csX127" fmla="*/ 179880 w 723900"/>
                <a:gd name="csY127" fmla="*/ 113242 h 323850"/>
                <a:gd name="csX128" fmla="*/ 181337 w 723900"/>
                <a:gd name="csY128" fmla="*/ 118299 h 323850"/>
                <a:gd name="csX129" fmla="*/ 182737 w 723900"/>
                <a:gd name="csY129" fmla="*/ 123281 h 323850"/>
                <a:gd name="csX130" fmla="*/ 184128 w 723900"/>
                <a:gd name="csY130" fmla="*/ 128205 h 323850"/>
                <a:gd name="csX131" fmla="*/ 185595 w 723900"/>
                <a:gd name="csY131" fmla="*/ 133139 h 323850"/>
                <a:gd name="csX132" fmla="*/ 186985 w 723900"/>
                <a:gd name="csY132" fmla="*/ 137930 h 323850"/>
                <a:gd name="csX133" fmla="*/ 188385 w 723900"/>
                <a:gd name="csY133" fmla="*/ 142730 h 323850"/>
                <a:gd name="csX134" fmla="*/ 189843 w 723900"/>
                <a:gd name="csY134" fmla="*/ 147408 h 323850"/>
                <a:gd name="csX135" fmla="*/ 191243 w 723900"/>
                <a:gd name="csY135" fmla="*/ 152018 h 323850"/>
                <a:gd name="csX136" fmla="*/ 192634 w 723900"/>
                <a:gd name="csY136" fmla="*/ 156561 h 323850"/>
                <a:gd name="csX137" fmla="*/ 194034 w 723900"/>
                <a:gd name="csY137" fmla="*/ 161047 h 323850"/>
                <a:gd name="csX138" fmla="*/ 195491 w 723900"/>
                <a:gd name="csY138" fmla="*/ 165334 h 323850"/>
                <a:gd name="csX139" fmla="*/ 196891 w 723900"/>
                <a:gd name="csY139" fmla="*/ 169629 h 323850"/>
                <a:gd name="csX140" fmla="*/ 198282 w 723900"/>
                <a:gd name="csY140" fmla="*/ 173734 h 323850"/>
                <a:gd name="csX141" fmla="*/ 199749 w 723900"/>
                <a:gd name="csY141" fmla="*/ 177840 h 323850"/>
                <a:gd name="csX142" fmla="*/ 201139 w 723900"/>
                <a:gd name="csY142" fmla="*/ 181755 h 323850"/>
                <a:gd name="csX143" fmla="*/ 202540 w 723900"/>
                <a:gd name="csY143" fmla="*/ 185603 h 323850"/>
                <a:gd name="csX144" fmla="*/ 203997 w 723900"/>
                <a:gd name="csY144" fmla="*/ 189327 h 323850"/>
                <a:gd name="csX145" fmla="*/ 205397 w 723900"/>
                <a:gd name="csY145" fmla="*/ 192927 h 323850"/>
                <a:gd name="csX146" fmla="*/ 206788 w 723900"/>
                <a:gd name="csY146" fmla="*/ 196404 h 323850"/>
                <a:gd name="csX147" fmla="*/ 208255 w 723900"/>
                <a:gd name="csY147" fmla="*/ 199814 h 323850"/>
                <a:gd name="csX148" fmla="*/ 209645 w 723900"/>
                <a:gd name="csY148" fmla="*/ 203091 h 323850"/>
                <a:gd name="csX149" fmla="*/ 211045 w 723900"/>
                <a:gd name="csY149" fmla="*/ 206253 h 323850"/>
                <a:gd name="csX150" fmla="*/ 212503 w 723900"/>
                <a:gd name="csY150" fmla="*/ 209349 h 323850"/>
                <a:gd name="csX151" fmla="*/ 213903 w 723900"/>
                <a:gd name="csY151" fmla="*/ 212254 h 323850"/>
                <a:gd name="csX152" fmla="*/ 215294 w 723900"/>
                <a:gd name="csY152" fmla="*/ 215092 h 323850"/>
                <a:gd name="csX153" fmla="*/ 216761 w 723900"/>
                <a:gd name="csY153" fmla="*/ 217874 h 323850"/>
                <a:gd name="csX154" fmla="*/ 218151 w 723900"/>
                <a:gd name="csY154" fmla="*/ 220522 h 323850"/>
                <a:gd name="csX155" fmla="*/ 219551 w 723900"/>
                <a:gd name="csY155" fmla="*/ 223045 h 323850"/>
                <a:gd name="csX156" fmla="*/ 220952 w 723900"/>
                <a:gd name="csY156" fmla="*/ 225513 h 323850"/>
                <a:gd name="csX157" fmla="*/ 222409 w 723900"/>
                <a:gd name="csY157" fmla="*/ 227779 h 323850"/>
                <a:gd name="csX158" fmla="*/ 223799 w 723900"/>
                <a:gd name="csY158" fmla="*/ 230056 h 323850"/>
                <a:gd name="csX159" fmla="*/ 225200 w 723900"/>
                <a:gd name="csY159" fmla="*/ 232199 h 323850"/>
                <a:gd name="csX160" fmla="*/ 226657 w 723900"/>
                <a:gd name="csY160" fmla="*/ 234285 h 323850"/>
                <a:gd name="csX161" fmla="*/ 228057 w 723900"/>
                <a:gd name="csY161" fmla="*/ 236247 h 323850"/>
                <a:gd name="csX162" fmla="*/ 229457 w 723900"/>
                <a:gd name="csY162" fmla="*/ 238143 h 323850"/>
                <a:gd name="csX163" fmla="*/ 230915 w 723900"/>
                <a:gd name="csY163" fmla="*/ 239972 h 323850"/>
                <a:gd name="csX164" fmla="*/ 232305 w 723900"/>
                <a:gd name="csY164" fmla="*/ 241676 h 323850"/>
                <a:gd name="csX165" fmla="*/ 233705 w 723900"/>
                <a:gd name="csY165" fmla="*/ 243381 h 323850"/>
                <a:gd name="csX166" fmla="*/ 235163 w 723900"/>
                <a:gd name="csY166" fmla="*/ 244953 h 323850"/>
                <a:gd name="csX167" fmla="*/ 236563 w 723900"/>
                <a:gd name="csY167" fmla="*/ 246410 h 323850"/>
                <a:gd name="csX168" fmla="*/ 237963 w 723900"/>
                <a:gd name="csY168" fmla="*/ 247925 h 323850"/>
                <a:gd name="csX169" fmla="*/ 239420 w 723900"/>
                <a:gd name="csY169" fmla="*/ 249249 h 323850"/>
                <a:gd name="csX170" fmla="*/ 240811 w 723900"/>
                <a:gd name="csY170" fmla="*/ 250573 h 323850"/>
                <a:gd name="csX171" fmla="*/ 242211 w 723900"/>
                <a:gd name="csY171" fmla="*/ 251840 h 323850"/>
                <a:gd name="csX172" fmla="*/ 243669 w 723900"/>
                <a:gd name="csY172" fmla="*/ 253039 h 323850"/>
                <a:gd name="csX173" fmla="*/ 245069 w 723900"/>
                <a:gd name="csY173" fmla="*/ 254173 h 323850"/>
                <a:gd name="csX174" fmla="*/ 246469 w 723900"/>
                <a:gd name="csY174" fmla="*/ 255316 h 323850"/>
                <a:gd name="csX175" fmla="*/ 247926 w 723900"/>
                <a:gd name="csY175" fmla="*/ 256326 h 323850"/>
                <a:gd name="csX176" fmla="*/ 249327 w 723900"/>
                <a:gd name="csY176" fmla="*/ 257336 h 323850"/>
                <a:gd name="csX177" fmla="*/ 250717 w 723900"/>
                <a:gd name="csY177" fmla="*/ 258279 h 323850"/>
                <a:gd name="csX178" fmla="*/ 252117 w 723900"/>
                <a:gd name="csY178" fmla="*/ 259231 h 323850"/>
                <a:gd name="csX179" fmla="*/ 253575 w 723900"/>
                <a:gd name="csY179" fmla="*/ 260050 h 323850"/>
                <a:gd name="csX180" fmla="*/ 254975 w 723900"/>
                <a:gd name="csY180" fmla="*/ 260869 h 323850"/>
                <a:gd name="csX181" fmla="*/ 256365 w 723900"/>
                <a:gd name="csY181" fmla="*/ 261688 h 323850"/>
                <a:gd name="csX182" fmla="*/ 257823 w 723900"/>
                <a:gd name="csY182" fmla="*/ 262451 h 323850"/>
                <a:gd name="csX183" fmla="*/ 259223 w 723900"/>
                <a:gd name="csY183" fmla="*/ 263146 h 323850"/>
                <a:gd name="csX184" fmla="*/ 260623 w 723900"/>
                <a:gd name="csY184" fmla="*/ 263841 h 323850"/>
                <a:gd name="csX185" fmla="*/ 262080 w 723900"/>
                <a:gd name="csY185" fmla="*/ 264536 h 323850"/>
                <a:gd name="csX186" fmla="*/ 263481 w 723900"/>
                <a:gd name="csY186" fmla="*/ 265165 h 323850"/>
                <a:gd name="csX187" fmla="*/ 264871 w 723900"/>
                <a:gd name="csY187" fmla="*/ 265727 h 323850"/>
                <a:gd name="csX188" fmla="*/ 266338 w 723900"/>
                <a:gd name="csY188" fmla="*/ 266299 h 323850"/>
                <a:gd name="csX189" fmla="*/ 267729 w 723900"/>
                <a:gd name="csY189" fmla="*/ 266870 h 323850"/>
                <a:gd name="csX190" fmla="*/ 269129 w 723900"/>
                <a:gd name="csY190" fmla="*/ 267375 h 323850"/>
                <a:gd name="csX191" fmla="*/ 270586 w 723900"/>
                <a:gd name="csY191" fmla="*/ 267880 h 323850"/>
                <a:gd name="csX192" fmla="*/ 271987 w 723900"/>
                <a:gd name="csY192" fmla="*/ 268384 h 323850"/>
                <a:gd name="csX193" fmla="*/ 273377 w 723900"/>
                <a:gd name="csY193" fmla="*/ 268823 h 323850"/>
                <a:gd name="csX194" fmla="*/ 274844 w 723900"/>
                <a:gd name="csY194" fmla="*/ 269270 h 323850"/>
                <a:gd name="csX195" fmla="*/ 276235 w 723900"/>
                <a:gd name="csY195" fmla="*/ 269642 h 323850"/>
                <a:gd name="csX196" fmla="*/ 277635 w 723900"/>
                <a:gd name="csY196" fmla="*/ 270023 h 323850"/>
                <a:gd name="csX197" fmla="*/ 279025 w 723900"/>
                <a:gd name="csY197" fmla="*/ 270404 h 323850"/>
                <a:gd name="csX198" fmla="*/ 280492 w 723900"/>
                <a:gd name="csY198" fmla="*/ 270785 h 323850"/>
                <a:gd name="csX199" fmla="*/ 281883 w 723900"/>
                <a:gd name="csY199" fmla="*/ 271099 h 323850"/>
                <a:gd name="csX200" fmla="*/ 283283 w 723900"/>
                <a:gd name="csY200" fmla="*/ 271480 h 323850"/>
                <a:gd name="csX201" fmla="*/ 284740 w 723900"/>
                <a:gd name="csY201" fmla="*/ 271728 h 323850"/>
                <a:gd name="csX202" fmla="*/ 286141 w 723900"/>
                <a:gd name="csY202" fmla="*/ 272042 h 323850"/>
                <a:gd name="csX203" fmla="*/ 287531 w 723900"/>
                <a:gd name="csY203" fmla="*/ 272356 h 323850"/>
                <a:gd name="csX204" fmla="*/ 288998 w 723900"/>
                <a:gd name="csY204" fmla="*/ 272614 h 323850"/>
                <a:gd name="csX205" fmla="*/ 290389 w 723900"/>
                <a:gd name="csY205" fmla="*/ 272861 h 323850"/>
                <a:gd name="csX206" fmla="*/ 291789 w 723900"/>
                <a:gd name="csY206" fmla="*/ 273052 h 323850"/>
                <a:gd name="csX207" fmla="*/ 293246 w 723900"/>
                <a:gd name="csY207" fmla="*/ 273309 h 323850"/>
                <a:gd name="csX208" fmla="*/ 294646 w 723900"/>
                <a:gd name="csY208" fmla="*/ 273499 h 323850"/>
                <a:gd name="csX209" fmla="*/ 296037 w 723900"/>
                <a:gd name="csY209" fmla="*/ 273690 h 323850"/>
                <a:gd name="csX210" fmla="*/ 297504 w 723900"/>
                <a:gd name="csY210" fmla="*/ 273881 h 323850"/>
                <a:gd name="csX211" fmla="*/ 298894 w 723900"/>
                <a:gd name="csY211" fmla="*/ 274061 h 323850"/>
                <a:gd name="csX212" fmla="*/ 300295 w 723900"/>
                <a:gd name="csY212" fmla="*/ 274252 h 323850"/>
                <a:gd name="csX213" fmla="*/ 301752 w 723900"/>
                <a:gd name="csY213" fmla="*/ 274385 h 323850"/>
                <a:gd name="csX214" fmla="*/ 303152 w 723900"/>
                <a:gd name="csY214" fmla="*/ 274509 h 323850"/>
                <a:gd name="csX215" fmla="*/ 304543 w 723900"/>
                <a:gd name="csY215" fmla="*/ 274633 h 323850"/>
                <a:gd name="csX216" fmla="*/ 306010 w 723900"/>
                <a:gd name="csY216" fmla="*/ 274757 h 323850"/>
                <a:gd name="csX217" fmla="*/ 307400 w 723900"/>
                <a:gd name="csY217" fmla="*/ 274890 h 323850"/>
                <a:gd name="csX218" fmla="*/ 308801 w 723900"/>
                <a:gd name="csY218" fmla="*/ 274947 h 323850"/>
                <a:gd name="csX219" fmla="*/ 310201 w 723900"/>
                <a:gd name="csY219" fmla="*/ 275071 h 323850"/>
                <a:gd name="csX220" fmla="*/ 311658 w 723900"/>
                <a:gd name="csY220" fmla="*/ 275138 h 323850"/>
                <a:gd name="csX221" fmla="*/ 313058 w 723900"/>
                <a:gd name="csY221" fmla="*/ 275204 h 323850"/>
                <a:gd name="csX222" fmla="*/ 314449 w 723900"/>
                <a:gd name="csY222" fmla="*/ 275261 h 323850"/>
                <a:gd name="csX223" fmla="*/ 315906 w 723900"/>
                <a:gd name="csY223" fmla="*/ 275328 h 323850"/>
                <a:gd name="csX224" fmla="*/ 317306 w 723900"/>
                <a:gd name="csY224" fmla="*/ 275395 h 323850"/>
                <a:gd name="csX225" fmla="*/ 318707 w 723900"/>
                <a:gd name="csY225" fmla="*/ 275452 h 323850"/>
                <a:gd name="csX226" fmla="*/ 320164 w 723900"/>
                <a:gd name="csY226" fmla="*/ 275452 h 323850"/>
                <a:gd name="csX227" fmla="*/ 321564 w 723900"/>
                <a:gd name="csY227" fmla="*/ 275519 h 323850"/>
                <a:gd name="csX228" fmla="*/ 322955 w 723900"/>
                <a:gd name="csY228" fmla="*/ 275519 h 323850"/>
                <a:gd name="csX229" fmla="*/ 324412 w 723900"/>
                <a:gd name="csY229" fmla="*/ 275519 h 323850"/>
                <a:gd name="csX230" fmla="*/ 325812 w 723900"/>
                <a:gd name="csY230" fmla="*/ 275585 h 323850"/>
                <a:gd name="csX231" fmla="*/ 327212 w 723900"/>
                <a:gd name="csY231" fmla="*/ 275585 h 323850"/>
                <a:gd name="csX232" fmla="*/ 328670 w 723900"/>
                <a:gd name="csY232" fmla="*/ 275585 h 323850"/>
                <a:gd name="csX233" fmla="*/ 330060 w 723900"/>
                <a:gd name="csY233" fmla="*/ 275585 h 323850"/>
                <a:gd name="csX234" fmla="*/ 331460 w 723900"/>
                <a:gd name="csY234" fmla="*/ 275519 h 323850"/>
                <a:gd name="csX235" fmla="*/ 332918 w 723900"/>
                <a:gd name="csY235" fmla="*/ 275519 h 323850"/>
                <a:gd name="csX236" fmla="*/ 334318 w 723900"/>
                <a:gd name="csY236" fmla="*/ 275519 h 323850"/>
                <a:gd name="csX237" fmla="*/ 335718 w 723900"/>
                <a:gd name="csY237" fmla="*/ 275519 h 323850"/>
                <a:gd name="csX238" fmla="*/ 337109 w 723900"/>
                <a:gd name="csY238" fmla="*/ 275452 h 323850"/>
                <a:gd name="csX239" fmla="*/ 338576 w 723900"/>
                <a:gd name="csY239" fmla="*/ 275452 h 323850"/>
                <a:gd name="csX240" fmla="*/ 339966 w 723900"/>
                <a:gd name="csY240" fmla="*/ 275395 h 323850"/>
                <a:gd name="csX241" fmla="*/ 341367 w 723900"/>
                <a:gd name="csY241" fmla="*/ 275328 h 323850"/>
                <a:gd name="csX242" fmla="*/ 342824 w 723900"/>
                <a:gd name="csY242" fmla="*/ 275328 h 323850"/>
                <a:gd name="csX243" fmla="*/ 344224 w 723900"/>
                <a:gd name="csY243" fmla="*/ 275261 h 323850"/>
                <a:gd name="csX244" fmla="*/ 345615 w 723900"/>
                <a:gd name="csY244" fmla="*/ 275261 h 323850"/>
                <a:gd name="csX245" fmla="*/ 347082 w 723900"/>
                <a:gd name="csY245" fmla="*/ 275204 h 323850"/>
                <a:gd name="csX246" fmla="*/ 348472 w 723900"/>
                <a:gd name="csY246" fmla="*/ 275138 h 323850"/>
                <a:gd name="csX247" fmla="*/ 349872 w 723900"/>
                <a:gd name="csY247" fmla="*/ 275071 h 323850"/>
                <a:gd name="csX248" fmla="*/ 351330 w 723900"/>
                <a:gd name="csY248" fmla="*/ 275014 h 323850"/>
                <a:gd name="csX249" fmla="*/ 352730 w 723900"/>
                <a:gd name="csY249" fmla="*/ 275014 h 323850"/>
                <a:gd name="csX250" fmla="*/ 354120 w 723900"/>
                <a:gd name="csY250" fmla="*/ 274947 h 323850"/>
                <a:gd name="csX251" fmla="*/ 355588 w 723900"/>
                <a:gd name="csY251" fmla="*/ 274890 h 323850"/>
                <a:gd name="csX252" fmla="*/ 356978 w 723900"/>
                <a:gd name="csY252" fmla="*/ 274824 h 323850"/>
                <a:gd name="csX253" fmla="*/ 358378 w 723900"/>
                <a:gd name="csY253" fmla="*/ 274757 h 323850"/>
                <a:gd name="csX254" fmla="*/ 359836 w 723900"/>
                <a:gd name="csY254" fmla="*/ 274700 h 323850"/>
                <a:gd name="csX255" fmla="*/ 361236 w 723900"/>
                <a:gd name="csY255" fmla="*/ 274633 h 323850"/>
                <a:gd name="csX256" fmla="*/ 362626 w 723900"/>
                <a:gd name="csY256" fmla="*/ 274633 h 323850"/>
                <a:gd name="csX257" fmla="*/ 364027 w 723900"/>
                <a:gd name="csY257" fmla="*/ 274566 h 323850"/>
                <a:gd name="csX258" fmla="*/ 365484 w 723900"/>
                <a:gd name="csY258" fmla="*/ 274509 h 323850"/>
                <a:gd name="csX259" fmla="*/ 366884 w 723900"/>
                <a:gd name="csY259" fmla="*/ 274442 h 323850"/>
                <a:gd name="csX260" fmla="*/ 368275 w 723900"/>
                <a:gd name="csY260" fmla="*/ 274385 h 323850"/>
                <a:gd name="csX261" fmla="*/ 369742 w 723900"/>
                <a:gd name="csY261" fmla="*/ 274318 h 323850"/>
                <a:gd name="csX262" fmla="*/ 371132 w 723900"/>
                <a:gd name="csY262" fmla="*/ 274252 h 323850"/>
                <a:gd name="csX263" fmla="*/ 372532 w 723900"/>
                <a:gd name="csY263" fmla="*/ 274195 h 323850"/>
                <a:gd name="csX264" fmla="*/ 373990 w 723900"/>
                <a:gd name="csY264" fmla="*/ 274128 h 323850"/>
                <a:gd name="csX265" fmla="*/ 375390 w 723900"/>
                <a:gd name="csY265" fmla="*/ 274061 h 323850"/>
                <a:gd name="csX266" fmla="*/ 376780 w 723900"/>
                <a:gd name="csY266" fmla="*/ 274004 h 323850"/>
                <a:gd name="csX267" fmla="*/ 378247 w 723900"/>
                <a:gd name="csY267" fmla="*/ 273938 h 323850"/>
                <a:gd name="csX268" fmla="*/ 379638 w 723900"/>
                <a:gd name="csY268" fmla="*/ 273881 h 323850"/>
                <a:gd name="csX269" fmla="*/ 381038 w 723900"/>
                <a:gd name="csY269" fmla="*/ 273881 h 323850"/>
                <a:gd name="csX270" fmla="*/ 382495 w 723900"/>
                <a:gd name="csY270" fmla="*/ 273814 h 323850"/>
                <a:gd name="csX271" fmla="*/ 383896 w 723900"/>
                <a:gd name="csY271" fmla="*/ 273747 h 323850"/>
                <a:gd name="csX272" fmla="*/ 385296 w 723900"/>
                <a:gd name="csY272" fmla="*/ 273690 h 323850"/>
                <a:gd name="csX273" fmla="*/ 386753 w 723900"/>
                <a:gd name="csY273" fmla="*/ 273623 h 323850"/>
                <a:gd name="csX274" fmla="*/ 388144 w 723900"/>
                <a:gd name="csY274" fmla="*/ 273557 h 323850"/>
                <a:gd name="csX275" fmla="*/ 389544 w 723900"/>
                <a:gd name="csY275" fmla="*/ 273499 h 323850"/>
                <a:gd name="csX276" fmla="*/ 391001 w 723900"/>
                <a:gd name="csY276" fmla="*/ 273433 h 323850"/>
                <a:gd name="csX277" fmla="*/ 392402 w 723900"/>
                <a:gd name="csY277" fmla="*/ 273366 h 323850"/>
                <a:gd name="csX278" fmla="*/ 393802 w 723900"/>
                <a:gd name="csY278" fmla="*/ 273309 h 323850"/>
                <a:gd name="csX279" fmla="*/ 395192 w 723900"/>
                <a:gd name="csY279" fmla="*/ 273185 h 323850"/>
                <a:gd name="csX280" fmla="*/ 396650 w 723900"/>
                <a:gd name="csY280" fmla="*/ 273118 h 323850"/>
                <a:gd name="csX281" fmla="*/ 398050 w 723900"/>
                <a:gd name="csY281" fmla="*/ 273052 h 323850"/>
                <a:gd name="csX282" fmla="*/ 399450 w 723900"/>
                <a:gd name="csY282" fmla="*/ 272995 h 323850"/>
                <a:gd name="csX283" fmla="*/ 400907 w 723900"/>
                <a:gd name="csY283" fmla="*/ 272928 h 323850"/>
                <a:gd name="csX284" fmla="*/ 402308 w 723900"/>
                <a:gd name="csY284" fmla="*/ 272861 h 323850"/>
                <a:gd name="csX285" fmla="*/ 403698 w 723900"/>
                <a:gd name="csY285" fmla="*/ 272804 h 323850"/>
                <a:gd name="csX286" fmla="*/ 405155 w 723900"/>
                <a:gd name="csY286" fmla="*/ 272680 h 323850"/>
                <a:gd name="csX287" fmla="*/ 406556 w 723900"/>
                <a:gd name="csY287" fmla="*/ 272614 h 323850"/>
                <a:gd name="csX288" fmla="*/ 407956 w 723900"/>
                <a:gd name="csY288" fmla="*/ 272547 h 323850"/>
                <a:gd name="csX289" fmla="*/ 409413 w 723900"/>
                <a:gd name="csY289" fmla="*/ 272423 h 323850"/>
                <a:gd name="csX290" fmla="*/ 410813 w 723900"/>
                <a:gd name="csY290" fmla="*/ 272356 h 323850"/>
                <a:gd name="csX291" fmla="*/ 412204 w 723900"/>
                <a:gd name="csY291" fmla="*/ 272299 h 323850"/>
                <a:gd name="csX292" fmla="*/ 413671 w 723900"/>
                <a:gd name="csY292" fmla="*/ 272175 h 323850"/>
                <a:gd name="csX293" fmla="*/ 415061 w 723900"/>
                <a:gd name="csY293" fmla="*/ 272109 h 323850"/>
                <a:gd name="csX294" fmla="*/ 416462 w 723900"/>
                <a:gd name="csY294" fmla="*/ 271985 h 323850"/>
                <a:gd name="csX295" fmla="*/ 417919 w 723900"/>
                <a:gd name="csY295" fmla="*/ 271919 h 323850"/>
                <a:gd name="csX296" fmla="*/ 419319 w 723900"/>
                <a:gd name="csY296" fmla="*/ 271795 h 323850"/>
                <a:gd name="csX297" fmla="*/ 420710 w 723900"/>
                <a:gd name="csY297" fmla="*/ 271728 h 323850"/>
                <a:gd name="csX298" fmla="*/ 422110 w 723900"/>
                <a:gd name="csY298" fmla="*/ 271604 h 323850"/>
                <a:gd name="csX299" fmla="*/ 423567 w 723900"/>
                <a:gd name="csY299" fmla="*/ 271480 h 323850"/>
                <a:gd name="csX300" fmla="*/ 424968 w 723900"/>
                <a:gd name="csY300" fmla="*/ 271347 h 323850"/>
                <a:gd name="csX301" fmla="*/ 426358 w 723900"/>
                <a:gd name="csY301" fmla="*/ 271290 h 323850"/>
                <a:gd name="csX302" fmla="*/ 427825 w 723900"/>
                <a:gd name="csY302" fmla="*/ 271156 h 323850"/>
                <a:gd name="csX303" fmla="*/ 429216 w 723900"/>
                <a:gd name="csY303" fmla="*/ 271033 h 323850"/>
                <a:gd name="csX304" fmla="*/ 430616 w 723900"/>
                <a:gd name="csY304" fmla="*/ 270909 h 323850"/>
                <a:gd name="csX305" fmla="*/ 432073 w 723900"/>
                <a:gd name="csY305" fmla="*/ 270785 h 323850"/>
                <a:gd name="csX306" fmla="*/ 433473 w 723900"/>
                <a:gd name="csY306" fmla="*/ 270652 h 323850"/>
                <a:gd name="csX307" fmla="*/ 434864 w 723900"/>
                <a:gd name="csY307" fmla="*/ 270528 h 323850"/>
                <a:gd name="csX308" fmla="*/ 436331 w 723900"/>
                <a:gd name="csY308" fmla="*/ 270404 h 323850"/>
                <a:gd name="csX309" fmla="*/ 437721 w 723900"/>
                <a:gd name="csY309" fmla="*/ 270213 h 323850"/>
                <a:gd name="csX310" fmla="*/ 439122 w 723900"/>
                <a:gd name="csY310" fmla="*/ 270090 h 323850"/>
                <a:gd name="csX311" fmla="*/ 440579 w 723900"/>
                <a:gd name="csY311" fmla="*/ 269966 h 323850"/>
                <a:gd name="csX312" fmla="*/ 441979 w 723900"/>
                <a:gd name="csY312" fmla="*/ 269775 h 323850"/>
                <a:gd name="csX313" fmla="*/ 443370 w 723900"/>
                <a:gd name="csY313" fmla="*/ 269642 h 323850"/>
                <a:gd name="csX314" fmla="*/ 444837 w 723900"/>
                <a:gd name="csY314" fmla="*/ 269461 h 323850"/>
                <a:gd name="csX315" fmla="*/ 446227 w 723900"/>
                <a:gd name="csY315" fmla="*/ 269270 h 323850"/>
                <a:gd name="csX316" fmla="*/ 447628 w 723900"/>
                <a:gd name="csY316" fmla="*/ 269080 h 323850"/>
                <a:gd name="csX317" fmla="*/ 449085 w 723900"/>
                <a:gd name="csY317" fmla="*/ 268889 h 323850"/>
                <a:gd name="csX318" fmla="*/ 450485 w 723900"/>
                <a:gd name="csY318" fmla="*/ 268699 h 323850"/>
                <a:gd name="csX319" fmla="*/ 451876 w 723900"/>
                <a:gd name="csY319" fmla="*/ 268508 h 323850"/>
                <a:gd name="csX320" fmla="*/ 453276 w 723900"/>
                <a:gd name="csY320" fmla="*/ 268261 h 323850"/>
                <a:gd name="csX321" fmla="*/ 454733 w 723900"/>
                <a:gd name="csY321" fmla="*/ 268070 h 323850"/>
                <a:gd name="csX322" fmla="*/ 456133 w 723900"/>
                <a:gd name="csY322" fmla="*/ 267813 h 323850"/>
                <a:gd name="csX323" fmla="*/ 457533 w 723900"/>
                <a:gd name="csY323" fmla="*/ 267565 h 323850"/>
                <a:gd name="csX324" fmla="*/ 458991 w 723900"/>
                <a:gd name="csY324" fmla="*/ 267308 h 323850"/>
                <a:gd name="csX325" fmla="*/ 460381 w 723900"/>
                <a:gd name="csY325" fmla="*/ 266994 h 323850"/>
                <a:gd name="csX326" fmla="*/ 461782 w 723900"/>
                <a:gd name="csY326" fmla="*/ 266679 h 323850"/>
                <a:gd name="csX327" fmla="*/ 463239 w 723900"/>
                <a:gd name="csY327" fmla="*/ 266365 h 323850"/>
                <a:gd name="csX328" fmla="*/ 464639 w 723900"/>
                <a:gd name="csY328" fmla="*/ 266051 h 323850"/>
                <a:gd name="csX329" fmla="*/ 466039 w 723900"/>
                <a:gd name="csY329" fmla="*/ 265727 h 323850"/>
                <a:gd name="csX330" fmla="*/ 467497 w 723900"/>
                <a:gd name="csY330" fmla="*/ 265356 h 323850"/>
                <a:gd name="csX331" fmla="*/ 468887 w 723900"/>
                <a:gd name="csY331" fmla="*/ 264975 h 323850"/>
                <a:gd name="csX332" fmla="*/ 470287 w 723900"/>
                <a:gd name="csY332" fmla="*/ 264536 h 323850"/>
                <a:gd name="csX333" fmla="*/ 471745 w 723900"/>
                <a:gd name="csY333" fmla="*/ 264089 h 323850"/>
                <a:gd name="csX334" fmla="*/ 473145 w 723900"/>
                <a:gd name="csY334" fmla="*/ 263650 h 323850"/>
                <a:gd name="csX335" fmla="*/ 474545 w 723900"/>
                <a:gd name="csY335" fmla="*/ 263146 h 323850"/>
                <a:gd name="csX336" fmla="*/ 476003 w 723900"/>
                <a:gd name="csY336" fmla="*/ 262641 h 323850"/>
                <a:gd name="csX337" fmla="*/ 477393 w 723900"/>
                <a:gd name="csY337" fmla="*/ 262136 h 323850"/>
                <a:gd name="csX338" fmla="*/ 478793 w 723900"/>
                <a:gd name="csY338" fmla="*/ 261498 h 323850"/>
                <a:gd name="csX339" fmla="*/ 480193 w 723900"/>
                <a:gd name="csY339" fmla="*/ 260936 h 323850"/>
                <a:gd name="csX340" fmla="*/ 481651 w 723900"/>
                <a:gd name="csY340" fmla="*/ 260241 h 323850"/>
                <a:gd name="csX341" fmla="*/ 483051 w 723900"/>
                <a:gd name="csY341" fmla="*/ 259545 h 323850"/>
                <a:gd name="csX342" fmla="*/ 484442 w 723900"/>
                <a:gd name="csY342" fmla="*/ 258850 h 323850"/>
                <a:gd name="csX343" fmla="*/ 485908 w 723900"/>
                <a:gd name="csY343" fmla="*/ 258088 h 323850"/>
                <a:gd name="csX344" fmla="*/ 487299 w 723900"/>
                <a:gd name="csY344" fmla="*/ 257269 h 323850"/>
                <a:gd name="csX345" fmla="*/ 488699 w 723900"/>
                <a:gd name="csY345" fmla="*/ 256383 h 323850"/>
                <a:gd name="csX346" fmla="*/ 490157 w 723900"/>
                <a:gd name="csY346" fmla="*/ 255507 h 323850"/>
                <a:gd name="csX347" fmla="*/ 491557 w 723900"/>
                <a:gd name="csY347" fmla="*/ 254554 h 323850"/>
                <a:gd name="csX348" fmla="*/ 492947 w 723900"/>
                <a:gd name="csY348" fmla="*/ 253545 h 323850"/>
                <a:gd name="csX349" fmla="*/ 494405 w 723900"/>
                <a:gd name="csY349" fmla="*/ 252535 h 323850"/>
                <a:gd name="csX350" fmla="*/ 495805 w 723900"/>
                <a:gd name="csY350" fmla="*/ 251401 h 323850"/>
                <a:gd name="csX351" fmla="*/ 497205 w 723900"/>
                <a:gd name="csY351" fmla="*/ 250201 h 323850"/>
                <a:gd name="csX352" fmla="*/ 498662 w 723900"/>
                <a:gd name="csY352" fmla="*/ 249001 h 323850"/>
                <a:gd name="csX353" fmla="*/ 500063 w 723900"/>
                <a:gd name="csY353" fmla="*/ 247668 h 323850"/>
                <a:gd name="csX354" fmla="*/ 501453 w 723900"/>
                <a:gd name="csY354" fmla="*/ 246344 h 323850"/>
                <a:gd name="csX355" fmla="*/ 502920 w 723900"/>
                <a:gd name="csY355" fmla="*/ 244953 h 323850"/>
                <a:gd name="csX356" fmla="*/ 504311 w 723900"/>
                <a:gd name="csY356" fmla="*/ 243438 h 323850"/>
                <a:gd name="csX357" fmla="*/ 505711 w 723900"/>
                <a:gd name="csY357" fmla="*/ 241867 h 323850"/>
                <a:gd name="csX358" fmla="*/ 507168 w 723900"/>
                <a:gd name="csY358" fmla="*/ 240286 h 323850"/>
                <a:gd name="csX359" fmla="*/ 508568 w 723900"/>
                <a:gd name="csY359" fmla="*/ 238581 h 323850"/>
                <a:gd name="csX360" fmla="*/ 509959 w 723900"/>
                <a:gd name="csY360" fmla="*/ 236809 h 323850"/>
                <a:gd name="csX361" fmla="*/ 511359 w 723900"/>
                <a:gd name="csY361" fmla="*/ 234980 h 323850"/>
                <a:gd name="csX362" fmla="*/ 512817 w 723900"/>
                <a:gd name="csY362" fmla="*/ 233085 h 323850"/>
                <a:gd name="csX363" fmla="*/ 514217 w 723900"/>
                <a:gd name="csY363" fmla="*/ 231066 h 323850"/>
                <a:gd name="csX364" fmla="*/ 515607 w 723900"/>
                <a:gd name="csY364" fmla="*/ 229046 h 323850"/>
                <a:gd name="csX365" fmla="*/ 517074 w 723900"/>
                <a:gd name="csY365" fmla="*/ 226903 h 323850"/>
                <a:gd name="csX366" fmla="*/ 518465 w 723900"/>
                <a:gd name="csY366" fmla="*/ 224694 h 323850"/>
                <a:gd name="csX367" fmla="*/ 519865 w 723900"/>
                <a:gd name="csY367" fmla="*/ 222417 h 323850"/>
                <a:gd name="csX368" fmla="*/ 521322 w 723900"/>
                <a:gd name="csY368" fmla="*/ 220083 h 323850"/>
                <a:gd name="csX369" fmla="*/ 522723 w 723900"/>
                <a:gd name="csY369" fmla="*/ 217616 h 323850"/>
                <a:gd name="csX370" fmla="*/ 524113 w 723900"/>
                <a:gd name="csY370" fmla="*/ 215159 h 323850"/>
                <a:gd name="csX371" fmla="*/ 525580 w 723900"/>
                <a:gd name="csY371" fmla="*/ 212568 h 323850"/>
                <a:gd name="csX372" fmla="*/ 526971 w 723900"/>
                <a:gd name="csY372" fmla="*/ 209911 h 323850"/>
                <a:gd name="csX373" fmla="*/ 528371 w 723900"/>
                <a:gd name="csY373" fmla="*/ 207263 h 323850"/>
                <a:gd name="csX374" fmla="*/ 529828 w 723900"/>
                <a:gd name="csY374" fmla="*/ 204481 h 323850"/>
                <a:gd name="csX375" fmla="*/ 531228 w 723900"/>
                <a:gd name="csY375" fmla="*/ 201643 h 323850"/>
                <a:gd name="csX376" fmla="*/ 532619 w 723900"/>
                <a:gd name="csY376" fmla="*/ 198738 h 323850"/>
                <a:gd name="csX377" fmla="*/ 534086 w 723900"/>
                <a:gd name="csY377" fmla="*/ 195832 h 323850"/>
                <a:gd name="csX378" fmla="*/ 535477 w 723900"/>
                <a:gd name="csY378" fmla="*/ 192804 h 323850"/>
                <a:gd name="csX379" fmla="*/ 536877 w 723900"/>
                <a:gd name="csY379" fmla="*/ 189775 h 323850"/>
                <a:gd name="csX380" fmla="*/ 538277 w 723900"/>
                <a:gd name="csY380" fmla="*/ 186679 h 323850"/>
                <a:gd name="csX381" fmla="*/ 539734 w 723900"/>
                <a:gd name="csY381" fmla="*/ 183583 h 323850"/>
                <a:gd name="csX382" fmla="*/ 541125 w 723900"/>
                <a:gd name="csY382" fmla="*/ 180431 h 323850"/>
                <a:gd name="csX383" fmla="*/ 542525 w 723900"/>
                <a:gd name="csY383" fmla="*/ 177268 h 323850"/>
                <a:gd name="csX384" fmla="*/ 543982 w 723900"/>
                <a:gd name="csY384" fmla="*/ 174049 h 323850"/>
                <a:gd name="csX385" fmla="*/ 545383 w 723900"/>
                <a:gd name="csY385" fmla="*/ 170829 h 323850"/>
                <a:gd name="csX386" fmla="*/ 546783 w 723900"/>
                <a:gd name="csY386" fmla="*/ 167610 h 323850"/>
                <a:gd name="csX387" fmla="*/ 548240 w 723900"/>
                <a:gd name="csY387" fmla="*/ 164324 h 323850"/>
                <a:gd name="csX388" fmla="*/ 549640 w 723900"/>
                <a:gd name="csY388" fmla="*/ 161104 h 323850"/>
                <a:gd name="csX389" fmla="*/ 551031 w 723900"/>
                <a:gd name="csY389" fmla="*/ 157885 h 323850"/>
                <a:gd name="csX390" fmla="*/ 552488 w 723900"/>
                <a:gd name="csY390" fmla="*/ 154666 h 323850"/>
                <a:gd name="csX391" fmla="*/ 553889 w 723900"/>
                <a:gd name="csY391" fmla="*/ 151513 h 323850"/>
                <a:gd name="csX392" fmla="*/ 555288 w 723900"/>
                <a:gd name="csY392" fmla="*/ 148350 h 323850"/>
                <a:gd name="csX393" fmla="*/ 556746 w 723900"/>
                <a:gd name="csY393" fmla="*/ 145255 h 323850"/>
                <a:gd name="csX394" fmla="*/ 558136 w 723900"/>
                <a:gd name="csY394" fmla="*/ 142226 h 323850"/>
                <a:gd name="csX395" fmla="*/ 559537 w 723900"/>
                <a:gd name="csY395" fmla="*/ 139264 h 323850"/>
                <a:gd name="csX396" fmla="*/ 560994 w 723900"/>
                <a:gd name="csY396" fmla="*/ 136358 h 323850"/>
                <a:gd name="csX397" fmla="*/ 562394 w 723900"/>
                <a:gd name="csY397" fmla="*/ 133511 h 323850"/>
                <a:gd name="csX398" fmla="*/ 563794 w 723900"/>
                <a:gd name="csY398" fmla="*/ 130739 h 323850"/>
                <a:gd name="csX399" fmla="*/ 565185 w 723900"/>
                <a:gd name="csY399" fmla="*/ 128081 h 323850"/>
                <a:gd name="csX400" fmla="*/ 566652 w 723900"/>
                <a:gd name="csY400" fmla="*/ 125490 h 323850"/>
                <a:gd name="csX401" fmla="*/ 568043 w 723900"/>
                <a:gd name="csY401" fmla="*/ 123033 h 323850"/>
                <a:gd name="csX402" fmla="*/ 569443 w 723900"/>
                <a:gd name="csY402" fmla="*/ 120699 h 323850"/>
                <a:gd name="csX403" fmla="*/ 570900 w 723900"/>
                <a:gd name="csY403" fmla="*/ 118490 h 323850"/>
                <a:gd name="csX404" fmla="*/ 572300 w 723900"/>
                <a:gd name="csY404" fmla="*/ 116404 h 323850"/>
                <a:gd name="csX405" fmla="*/ 573691 w 723900"/>
                <a:gd name="csY405" fmla="*/ 114442 h 323850"/>
                <a:gd name="csX406" fmla="*/ 575158 w 723900"/>
                <a:gd name="csY406" fmla="*/ 112679 h 323850"/>
                <a:gd name="csX407" fmla="*/ 576548 w 723900"/>
                <a:gd name="csY407" fmla="*/ 111031 h 323850"/>
                <a:gd name="csX408" fmla="*/ 577948 w 723900"/>
                <a:gd name="csY408" fmla="*/ 109517 h 323850"/>
                <a:gd name="csX409" fmla="*/ 579406 w 723900"/>
                <a:gd name="csY409" fmla="*/ 108193 h 323850"/>
                <a:gd name="csX410" fmla="*/ 580806 w 723900"/>
                <a:gd name="csY410" fmla="*/ 107059 h 323850"/>
                <a:gd name="csX411" fmla="*/ 582197 w 723900"/>
                <a:gd name="csY411" fmla="*/ 106050 h 323850"/>
                <a:gd name="csX412" fmla="*/ 583663 w 723900"/>
                <a:gd name="csY412" fmla="*/ 105355 h 323850"/>
                <a:gd name="csX413" fmla="*/ 585054 w 723900"/>
                <a:gd name="csY413" fmla="*/ 104717 h 323850"/>
                <a:gd name="csX414" fmla="*/ 586454 w 723900"/>
                <a:gd name="csY414" fmla="*/ 104278 h 323850"/>
                <a:gd name="csX415" fmla="*/ 587912 w 723900"/>
                <a:gd name="csY415" fmla="*/ 104088 h 323850"/>
                <a:gd name="csX416" fmla="*/ 589312 w 723900"/>
                <a:gd name="csY416" fmla="*/ 104088 h 323850"/>
                <a:gd name="csX417" fmla="*/ 590703 w 723900"/>
                <a:gd name="csY417" fmla="*/ 104211 h 323850"/>
                <a:gd name="csX418" fmla="*/ 592169 w 723900"/>
                <a:gd name="csY418" fmla="*/ 104660 h 323850"/>
                <a:gd name="csX419" fmla="*/ 593560 w 723900"/>
                <a:gd name="csY419" fmla="*/ 105221 h 323850"/>
                <a:gd name="csX420" fmla="*/ 594960 w 723900"/>
                <a:gd name="csY420" fmla="*/ 105983 h 323850"/>
                <a:gd name="csX421" fmla="*/ 596351 w 723900"/>
                <a:gd name="csY421" fmla="*/ 106936 h 323850"/>
                <a:gd name="csX422" fmla="*/ 597818 w 723900"/>
                <a:gd name="csY422" fmla="*/ 108126 h 323850"/>
                <a:gd name="csX423" fmla="*/ 599208 w 723900"/>
                <a:gd name="csY423" fmla="*/ 109460 h 323850"/>
                <a:gd name="csX424" fmla="*/ 600609 w 723900"/>
                <a:gd name="csY424" fmla="*/ 111031 h 323850"/>
                <a:gd name="csX425" fmla="*/ 602066 w 723900"/>
                <a:gd name="csY425" fmla="*/ 112803 h 323850"/>
                <a:gd name="csX426" fmla="*/ 603466 w 723900"/>
                <a:gd name="csY426" fmla="*/ 114698 h 323850"/>
                <a:gd name="csX427" fmla="*/ 604857 w 723900"/>
                <a:gd name="csY427" fmla="*/ 116842 h 323850"/>
                <a:gd name="csX428" fmla="*/ 606323 w 723900"/>
                <a:gd name="csY428" fmla="*/ 119118 h 323850"/>
                <a:gd name="csX429" fmla="*/ 607714 w 723900"/>
                <a:gd name="csY429" fmla="*/ 121576 h 323850"/>
                <a:gd name="csX430" fmla="*/ 609114 w 723900"/>
                <a:gd name="csY430" fmla="*/ 124166 h 323850"/>
                <a:gd name="csX431" fmla="*/ 610572 w 723900"/>
                <a:gd name="csY431" fmla="*/ 127015 h 323850"/>
                <a:gd name="csX432" fmla="*/ 611972 w 723900"/>
                <a:gd name="csY432" fmla="*/ 129910 h 323850"/>
                <a:gd name="csX433" fmla="*/ 613362 w 723900"/>
                <a:gd name="csY433" fmla="*/ 133005 h 323850"/>
                <a:gd name="csX434" fmla="*/ 614829 w 723900"/>
                <a:gd name="csY434" fmla="*/ 136225 h 323850"/>
                <a:gd name="csX435" fmla="*/ 616220 w 723900"/>
                <a:gd name="csY435" fmla="*/ 139578 h 323850"/>
                <a:gd name="csX436" fmla="*/ 617620 w 723900"/>
                <a:gd name="csY436" fmla="*/ 143045 h 323850"/>
                <a:gd name="csX437" fmla="*/ 619078 w 723900"/>
                <a:gd name="csY437" fmla="*/ 146645 h 323850"/>
                <a:gd name="csX438" fmla="*/ 620478 w 723900"/>
                <a:gd name="csY438" fmla="*/ 150313 h 323850"/>
                <a:gd name="csX439" fmla="*/ 621868 w 723900"/>
                <a:gd name="csY439" fmla="*/ 154094 h 323850"/>
                <a:gd name="csX440" fmla="*/ 623269 w 723900"/>
                <a:gd name="csY440" fmla="*/ 157952 h 323850"/>
                <a:gd name="csX441" fmla="*/ 624726 w 723900"/>
                <a:gd name="csY441" fmla="*/ 161923 h 323850"/>
                <a:gd name="csX442" fmla="*/ 626126 w 723900"/>
                <a:gd name="csY442" fmla="*/ 165905 h 323850"/>
                <a:gd name="csX443" fmla="*/ 627526 w 723900"/>
                <a:gd name="csY443" fmla="*/ 170010 h 323850"/>
                <a:gd name="csX444" fmla="*/ 628983 w 723900"/>
                <a:gd name="csY444" fmla="*/ 174116 h 323850"/>
                <a:gd name="csX445" fmla="*/ 630374 w 723900"/>
                <a:gd name="csY445" fmla="*/ 178278 h 323850"/>
                <a:gd name="csX446" fmla="*/ 631774 w 723900"/>
                <a:gd name="csY446" fmla="*/ 182450 h 323850"/>
                <a:gd name="csX447" fmla="*/ 633232 w 723900"/>
                <a:gd name="csY447" fmla="*/ 186679 h 323850"/>
                <a:gd name="csX448" fmla="*/ 634632 w 723900"/>
                <a:gd name="csY448" fmla="*/ 190908 h 323850"/>
                <a:gd name="csX449" fmla="*/ 636032 w 723900"/>
                <a:gd name="csY449" fmla="*/ 195137 h 323850"/>
                <a:gd name="csX450" fmla="*/ 637489 w 723900"/>
                <a:gd name="csY450" fmla="*/ 199309 h 323850"/>
                <a:gd name="csX451" fmla="*/ 638889 w 723900"/>
                <a:gd name="csY451" fmla="*/ 203538 h 323850"/>
                <a:gd name="csX452" fmla="*/ 640280 w 723900"/>
                <a:gd name="csY452" fmla="*/ 207701 h 323850"/>
                <a:gd name="csX453" fmla="*/ 641737 w 723900"/>
                <a:gd name="csY453" fmla="*/ 211873 h 323850"/>
                <a:gd name="csX454" fmla="*/ 643138 w 723900"/>
                <a:gd name="csY454" fmla="*/ 215978 h 323850"/>
                <a:gd name="csX455" fmla="*/ 644538 w 723900"/>
                <a:gd name="csY455" fmla="*/ 220083 h 323850"/>
                <a:gd name="csX456" fmla="*/ 645995 w 723900"/>
                <a:gd name="csY456" fmla="*/ 224122 h 323850"/>
                <a:gd name="csX457" fmla="*/ 647395 w 723900"/>
                <a:gd name="csY457" fmla="*/ 228103 h 323850"/>
                <a:gd name="csX458" fmla="*/ 648786 w 723900"/>
                <a:gd name="csY458" fmla="*/ 232018 h 323850"/>
                <a:gd name="csX459" fmla="*/ 650243 w 723900"/>
                <a:gd name="csY459" fmla="*/ 235799 h 323850"/>
                <a:gd name="csX460" fmla="*/ 651643 w 723900"/>
                <a:gd name="csY460" fmla="*/ 239590 h 323850"/>
                <a:gd name="csX461" fmla="*/ 653043 w 723900"/>
                <a:gd name="csY461" fmla="*/ 243314 h 323850"/>
                <a:gd name="csX462" fmla="*/ 654434 w 723900"/>
                <a:gd name="csY462" fmla="*/ 246915 h 323850"/>
                <a:gd name="csX463" fmla="*/ 655901 w 723900"/>
                <a:gd name="csY463" fmla="*/ 250449 h 323850"/>
                <a:gd name="csX464" fmla="*/ 657292 w 723900"/>
                <a:gd name="csY464" fmla="*/ 253859 h 323850"/>
                <a:gd name="csX465" fmla="*/ 658692 w 723900"/>
                <a:gd name="csY465" fmla="*/ 257202 h 323850"/>
                <a:gd name="csX466" fmla="*/ 660149 w 723900"/>
                <a:gd name="csY466" fmla="*/ 260488 h 323850"/>
                <a:gd name="csX467" fmla="*/ 661549 w 723900"/>
                <a:gd name="csY467" fmla="*/ 263650 h 323850"/>
                <a:gd name="csX468" fmla="*/ 662940 w 723900"/>
                <a:gd name="csY468" fmla="*/ 266679 h 323850"/>
                <a:gd name="csX469" fmla="*/ 664407 w 723900"/>
                <a:gd name="csY469" fmla="*/ 269642 h 323850"/>
                <a:gd name="csX470" fmla="*/ 665798 w 723900"/>
                <a:gd name="csY470" fmla="*/ 272547 h 323850"/>
                <a:gd name="csX471" fmla="*/ 667198 w 723900"/>
                <a:gd name="csY471" fmla="*/ 275328 h 323850"/>
                <a:gd name="csX472" fmla="*/ 668655 w 723900"/>
                <a:gd name="csY472" fmla="*/ 277976 h 323850"/>
                <a:gd name="csX473" fmla="*/ 670055 w 723900"/>
                <a:gd name="csY473" fmla="*/ 280567 h 323850"/>
                <a:gd name="csX474" fmla="*/ 671446 w 723900"/>
                <a:gd name="csY474" fmla="*/ 283034 h 323850"/>
                <a:gd name="csX475" fmla="*/ 672913 w 723900"/>
                <a:gd name="csY475" fmla="*/ 285368 h 323850"/>
                <a:gd name="csX476" fmla="*/ 674304 w 723900"/>
                <a:gd name="csY476" fmla="*/ 287644 h 323850"/>
                <a:gd name="csX477" fmla="*/ 675703 w 723900"/>
                <a:gd name="csY477" fmla="*/ 289787 h 323850"/>
                <a:gd name="csX478" fmla="*/ 677161 w 723900"/>
                <a:gd name="csY478" fmla="*/ 291873 h 323850"/>
                <a:gd name="csX479" fmla="*/ 678561 w 723900"/>
                <a:gd name="csY479" fmla="*/ 293892 h 323850"/>
                <a:gd name="csX480" fmla="*/ 679952 w 723900"/>
                <a:gd name="csY480" fmla="*/ 295788 h 323850"/>
                <a:gd name="csX481" fmla="*/ 681352 w 723900"/>
                <a:gd name="csY481" fmla="*/ 297550 h 323850"/>
                <a:gd name="csX482" fmla="*/ 682809 w 723900"/>
                <a:gd name="csY482" fmla="*/ 299255 h 323850"/>
                <a:gd name="csX483" fmla="*/ 684209 w 723900"/>
                <a:gd name="csY483" fmla="*/ 300903 h 323850"/>
                <a:gd name="csX484" fmla="*/ 685610 w 723900"/>
                <a:gd name="csY484" fmla="*/ 302417 h 323850"/>
                <a:gd name="csX485" fmla="*/ 687067 w 723900"/>
                <a:gd name="csY485" fmla="*/ 303865 h 323850"/>
                <a:gd name="csX486" fmla="*/ 688458 w 723900"/>
                <a:gd name="csY486" fmla="*/ 305256 h 323850"/>
                <a:gd name="csX487" fmla="*/ 689858 w 723900"/>
                <a:gd name="csY487" fmla="*/ 306523 h 323850"/>
                <a:gd name="csX488" fmla="*/ 691315 w 723900"/>
                <a:gd name="csY488" fmla="*/ 307780 h 323850"/>
                <a:gd name="csX489" fmla="*/ 692715 w 723900"/>
                <a:gd name="csY489" fmla="*/ 308923 h 323850"/>
                <a:gd name="csX490" fmla="*/ 694106 w 723900"/>
                <a:gd name="csY490" fmla="*/ 309989 h 323850"/>
                <a:gd name="csX491" fmla="*/ 695573 w 723900"/>
                <a:gd name="csY491" fmla="*/ 311066 h 323850"/>
                <a:gd name="csX492" fmla="*/ 696963 w 723900"/>
                <a:gd name="csY492" fmla="*/ 312009 h 323850"/>
                <a:gd name="csX493" fmla="*/ 698363 w 723900"/>
                <a:gd name="csY493" fmla="*/ 312895 h 323850"/>
                <a:gd name="csX494" fmla="*/ 699821 w 723900"/>
                <a:gd name="csY494" fmla="*/ 313714 h 323850"/>
                <a:gd name="csX495" fmla="*/ 701221 w 723900"/>
                <a:gd name="csY495" fmla="*/ 314543 h 323850"/>
                <a:gd name="csX496" fmla="*/ 702621 w 723900"/>
                <a:gd name="csY496" fmla="*/ 315238 h 323850"/>
                <a:gd name="csX497" fmla="*/ 704079 w 723900"/>
                <a:gd name="csY497" fmla="*/ 315933 h 323850"/>
                <a:gd name="csX498" fmla="*/ 705469 w 723900"/>
                <a:gd name="csY498" fmla="*/ 316562 h 323850"/>
                <a:gd name="csX499" fmla="*/ 706869 w 723900"/>
                <a:gd name="csY499" fmla="*/ 317191 h 323850"/>
                <a:gd name="csX500" fmla="*/ 708327 w 723900"/>
                <a:gd name="csY500" fmla="*/ 317695 h 323850"/>
                <a:gd name="csX501" fmla="*/ 709727 w 723900"/>
                <a:gd name="csY501" fmla="*/ 318267 h 323850"/>
                <a:gd name="csX502" fmla="*/ 711127 w 723900"/>
                <a:gd name="csY502" fmla="*/ 318705 h 323850"/>
                <a:gd name="csX503" fmla="*/ 712518 w 723900"/>
                <a:gd name="csY503" fmla="*/ 319153 h 323850"/>
                <a:gd name="csX504" fmla="*/ 713975 w 723900"/>
                <a:gd name="csY504" fmla="*/ 319524 h 323850"/>
                <a:gd name="csX505" fmla="*/ 715375 w 723900"/>
                <a:gd name="csY505" fmla="*/ 319905 h 323850"/>
                <a:gd name="csX506" fmla="*/ 716776 w 723900"/>
                <a:gd name="csY506" fmla="*/ 320287 h 323850"/>
                <a:gd name="csX507" fmla="*/ 718233 w 723900"/>
                <a:gd name="csY507" fmla="*/ 320600 h 323850"/>
                <a:gd name="csX508" fmla="*/ 719633 w 723900"/>
                <a:gd name="csY508" fmla="*/ 320858 h 323850"/>
                <a:gd name="csX509" fmla="*/ 721024 w 723900"/>
                <a:gd name="csY509" fmla="*/ 321172 h 323850"/>
                <a:gd name="csX510" fmla="*/ 722481 w 723900"/>
                <a:gd name="csY510" fmla="*/ 321420 h 323850"/>
                <a:gd name="csX511" fmla="*/ 723881 w 723900"/>
                <a:gd name="csY511" fmla="*/ 321610 h 323850"/>
                <a:gd name="csX512" fmla="*/ 723881 w 723900"/>
                <a:gd name="csY512" fmla="*/ 323820 h 323850"/>
                <a:gd name="csX513" fmla="*/ 722481 w 723900"/>
                <a:gd name="csY513" fmla="*/ 323820 h 323850"/>
                <a:gd name="csX514" fmla="*/ 721024 w 723900"/>
                <a:gd name="csY514" fmla="*/ 323820 h 323850"/>
                <a:gd name="csX515" fmla="*/ 719633 w 723900"/>
                <a:gd name="csY515" fmla="*/ 323820 h 323850"/>
                <a:gd name="csX516" fmla="*/ 718233 w 723900"/>
                <a:gd name="csY516" fmla="*/ 323820 h 323850"/>
                <a:gd name="csX517" fmla="*/ 716776 w 723900"/>
                <a:gd name="csY517" fmla="*/ 323820 h 323850"/>
                <a:gd name="csX518" fmla="*/ 715375 w 723900"/>
                <a:gd name="csY518" fmla="*/ 323820 h 323850"/>
                <a:gd name="csX519" fmla="*/ 713975 w 723900"/>
                <a:gd name="csY519" fmla="*/ 323820 h 323850"/>
                <a:gd name="csX520" fmla="*/ 712518 w 723900"/>
                <a:gd name="csY520" fmla="*/ 323820 h 323850"/>
                <a:gd name="csX521" fmla="*/ 711127 w 723900"/>
                <a:gd name="csY521" fmla="*/ 323820 h 323850"/>
                <a:gd name="csX522" fmla="*/ 709727 w 723900"/>
                <a:gd name="csY522" fmla="*/ 323820 h 323850"/>
                <a:gd name="csX523" fmla="*/ 708327 w 723900"/>
                <a:gd name="csY523" fmla="*/ 323820 h 323850"/>
                <a:gd name="csX524" fmla="*/ 706869 w 723900"/>
                <a:gd name="csY524" fmla="*/ 323820 h 323850"/>
                <a:gd name="csX525" fmla="*/ 705469 w 723900"/>
                <a:gd name="csY525" fmla="*/ 323820 h 323850"/>
                <a:gd name="csX526" fmla="*/ 704079 w 723900"/>
                <a:gd name="csY526" fmla="*/ 323820 h 323850"/>
                <a:gd name="csX527" fmla="*/ 702621 w 723900"/>
                <a:gd name="csY527" fmla="*/ 323820 h 323850"/>
                <a:gd name="csX528" fmla="*/ 701221 w 723900"/>
                <a:gd name="csY528" fmla="*/ 323820 h 323850"/>
                <a:gd name="csX529" fmla="*/ 699821 w 723900"/>
                <a:gd name="csY529" fmla="*/ 323820 h 323850"/>
                <a:gd name="csX530" fmla="*/ 698363 w 723900"/>
                <a:gd name="csY530" fmla="*/ 323820 h 323850"/>
                <a:gd name="csX531" fmla="*/ 696963 w 723900"/>
                <a:gd name="csY531" fmla="*/ 323820 h 323850"/>
                <a:gd name="csX532" fmla="*/ 695573 w 723900"/>
                <a:gd name="csY532" fmla="*/ 323820 h 323850"/>
                <a:gd name="csX533" fmla="*/ 694106 w 723900"/>
                <a:gd name="csY533" fmla="*/ 323820 h 323850"/>
                <a:gd name="csX534" fmla="*/ 692715 w 723900"/>
                <a:gd name="csY534" fmla="*/ 323820 h 323850"/>
                <a:gd name="csX535" fmla="*/ 691315 w 723900"/>
                <a:gd name="csY535" fmla="*/ 323820 h 323850"/>
                <a:gd name="csX536" fmla="*/ 689858 w 723900"/>
                <a:gd name="csY536" fmla="*/ 323820 h 323850"/>
                <a:gd name="csX537" fmla="*/ 688458 w 723900"/>
                <a:gd name="csY537" fmla="*/ 323820 h 323850"/>
                <a:gd name="csX538" fmla="*/ 687067 w 723900"/>
                <a:gd name="csY538" fmla="*/ 323820 h 323850"/>
                <a:gd name="csX539" fmla="*/ 685610 w 723900"/>
                <a:gd name="csY539" fmla="*/ 323820 h 323850"/>
                <a:gd name="csX540" fmla="*/ 684209 w 723900"/>
                <a:gd name="csY540" fmla="*/ 323820 h 323850"/>
                <a:gd name="csX541" fmla="*/ 682809 w 723900"/>
                <a:gd name="csY541" fmla="*/ 323820 h 323850"/>
                <a:gd name="csX542" fmla="*/ 681352 w 723900"/>
                <a:gd name="csY542" fmla="*/ 323820 h 323850"/>
                <a:gd name="csX543" fmla="*/ 679952 w 723900"/>
                <a:gd name="csY543" fmla="*/ 323820 h 323850"/>
                <a:gd name="csX544" fmla="*/ 678561 w 723900"/>
                <a:gd name="csY544" fmla="*/ 323820 h 323850"/>
                <a:gd name="csX545" fmla="*/ 677161 w 723900"/>
                <a:gd name="csY545" fmla="*/ 323820 h 323850"/>
                <a:gd name="csX546" fmla="*/ 675703 w 723900"/>
                <a:gd name="csY546" fmla="*/ 323820 h 323850"/>
                <a:gd name="csX547" fmla="*/ 674304 w 723900"/>
                <a:gd name="csY547" fmla="*/ 323820 h 323850"/>
                <a:gd name="csX548" fmla="*/ 672913 w 723900"/>
                <a:gd name="csY548" fmla="*/ 323820 h 323850"/>
                <a:gd name="csX549" fmla="*/ 671446 w 723900"/>
                <a:gd name="csY549" fmla="*/ 323820 h 323850"/>
                <a:gd name="csX550" fmla="*/ 670055 w 723900"/>
                <a:gd name="csY550" fmla="*/ 323820 h 323850"/>
                <a:gd name="csX551" fmla="*/ 668655 w 723900"/>
                <a:gd name="csY551" fmla="*/ 323820 h 323850"/>
                <a:gd name="csX552" fmla="*/ 667198 w 723900"/>
                <a:gd name="csY552" fmla="*/ 323820 h 323850"/>
                <a:gd name="csX553" fmla="*/ 665798 w 723900"/>
                <a:gd name="csY553" fmla="*/ 323820 h 323850"/>
                <a:gd name="csX554" fmla="*/ 664407 w 723900"/>
                <a:gd name="csY554" fmla="*/ 323820 h 323850"/>
                <a:gd name="csX555" fmla="*/ 662940 w 723900"/>
                <a:gd name="csY555" fmla="*/ 323820 h 323850"/>
                <a:gd name="csX556" fmla="*/ 661549 w 723900"/>
                <a:gd name="csY556" fmla="*/ 323820 h 323850"/>
                <a:gd name="csX557" fmla="*/ 660149 w 723900"/>
                <a:gd name="csY557" fmla="*/ 323820 h 323850"/>
                <a:gd name="csX558" fmla="*/ 658692 w 723900"/>
                <a:gd name="csY558" fmla="*/ 323820 h 323850"/>
                <a:gd name="csX559" fmla="*/ 657292 w 723900"/>
                <a:gd name="csY559" fmla="*/ 323820 h 323850"/>
                <a:gd name="csX560" fmla="*/ 655901 w 723900"/>
                <a:gd name="csY560" fmla="*/ 323820 h 323850"/>
                <a:gd name="csX561" fmla="*/ 654434 w 723900"/>
                <a:gd name="csY561" fmla="*/ 323820 h 323850"/>
                <a:gd name="csX562" fmla="*/ 653043 w 723900"/>
                <a:gd name="csY562" fmla="*/ 323820 h 323850"/>
                <a:gd name="csX563" fmla="*/ 651643 w 723900"/>
                <a:gd name="csY563" fmla="*/ 323820 h 323850"/>
                <a:gd name="csX564" fmla="*/ 650243 w 723900"/>
                <a:gd name="csY564" fmla="*/ 323820 h 323850"/>
                <a:gd name="csX565" fmla="*/ 648786 w 723900"/>
                <a:gd name="csY565" fmla="*/ 323820 h 323850"/>
                <a:gd name="csX566" fmla="*/ 647395 w 723900"/>
                <a:gd name="csY566" fmla="*/ 323820 h 323850"/>
                <a:gd name="csX567" fmla="*/ 645995 w 723900"/>
                <a:gd name="csY567" fmla="*/ 323820 h 323850"/>
                <a:gd name="csX568" fmla="*/ 644538 w 723900"/>
                <a:gd name="csY568" fmla="*/ 323820 h 323850"/>
                <a:gd name="csX569" fmla="*/ 643138 w 723900"/>
                <a:gd name="csY569" fmla="*/ 323820 h 323850"/>
                <a:gd name="csX570" fmla="*/ 641737 w 723900"/>
                <a:gd name="csY570" fmla="*/ 323820 h 323850"/>
                <a:gd name="csX571" fmla="*/ 640280 w 723900"/>
                <a:gd name="csY571" fmla="*/ 323820 h 323850"/>
                <a:gd name="csX572" fmla="*/ 638889 w 723900"/>
                <a:gd name="csY572" fmla="*/ 323820 h 323850"/>
                <a:gd name="csX573" fmla="*/ 637489 w 723900"/>
                <a:gd name="csY573" fmla="*/ 323820 h 323850"/>
                <a:gd name="csX574" fmla="*/ 636032 w 723900"/>
                <a:gd name="csY574" fmla="*/ 323820 h 323850"/>
                <a:gd name="csX575" fmla="*/ 634632 w 723900"/>
                <a:gd name="csY575" fmla="*/ 323820 h 323850"/>
                <a:gd name="csX576" fmla="*/ 633232 w 723900"/>
                <a:gd name="csY576" fmla="*/ 323820 h 323850"/>
                <a:gd name="csX577" fmla="*/ 631774 w 723900"/>
                <a:gd name="csY577" fmla="*/ 323820 h 323850"/>
                <a:gd name="csX578" fmla="*/ 630374 w 723900"/>
                <a:gd name="csY578" fmla="*/ 323820 h 323850"/>
                <a:gd name="csX579" fmla="*/ 628983 w 723900"/>
                <a:gd name="csY579" fmla="*/ 323820 h 323850"/>
                <a:gd name="csX580" fmla="*/ 627526 w 723900"/>
                <a:gd name="csY580" fmla="*/ 323820 h 323850"/>
                <a:gd name="csX581" fmla="*/ 626126 w 723900"/>
                <a:gd name="csY581" fmla="*/ 323820 h 323850"/>
                <a:gd name="csX582" fmla="*/ 624726 w 723900"/>
                <a:gd name="csY582" fmla="*/ 323820 h 323850"/>
                <a:gd name="csX583" fmla="*/ 623269 w 723900"/>
                <a:gd name="csY583" fmla="*/ 323820 h 323850"/>
                <a:gd name="csX584" fmla="*/ 621868 w 723900"/>
                <a:gd name="csY584" fmla="*/ 323820 h 323850"/>
                <a:gd name="csX585" fmla="*/ 620478 w 723900"/>
                <a:gd name="csY585" fmla="*/ 323820 h 323850"/>
                <a:gd name="csX586" fmla="*/ 619078 w 723900"/>
                <a:gd name="csY586" fmla="*/ 323820 h 323850"/>
                <a:gd name="csX587" fmla="*/ 617620 w 723900"/>
                <a:gd name="csY587" fmla="*/ 323820 h 323850"/>
                <a:gd name="csX588" fmla="*/ 616220 w 723900"/>
                <a:gd name="csY588" fmla="*/ 323820 h 323850"/>
                <a:gd name="csX589" fmla="*/ 614829 w 723900"/>
                <a:gd name="csY589" fmla="*/ 323820 h 323850"/>
                <a:gd name="csX590" fmla="*/ 613362 w 723900"/>
                <a:gd name="csY590" fmla="*/ 323820 h 323850"/>
                <a:gd name="csX591" fmla="*/ 611972 w 723900"/>
                <a:gd name="csY591" fmla="*/ 323820 h 323850"/>
                <a:gd name="csX592" fmla="*/ 610572 w 723900"/>
                <a:gd name="csY592" fmla="*/ 323820 h 323850"/>
                <a:gd name="csX593" fmla="*/ 609114 w 723900"/>
                <a:gd name="csY593" fmla="*/ 323820 h 323850"/>
                <a:gd name="csX594" fmla="*/ 607714 w 723900"/>
                <a:gd name="csY594" fmla="*/ 323820 h 323850"/>
                <a:gd name="csX595" fmla="*/ 606323 w 723900"/>
                <a:gd name="csY595" fmla="*/ 323820 h 323850"/>
                <a:gd name="csX596" fmla="*/ 604857 w 723900"/>
                <a:gd name="csY596" fmla="*/ 323820 h 323850"/>
                <a:gd name="csX597" fmla="*/ 603466 w 723900"/>
                <a:gd name="csY597" fmla="*/ 323820 h 323850"/>
                <a:gd name="csX598" fmla="*/ 602066 w 723900"/>
                <a:gd name="csY598" fmla="*/ 323820 h 323850"/>
                <a:gd name="csX599" fmla="*/ 600609 w 723900"/>
                <a:gd name="csY599" fmla="*/ 323820 h 323850"/>
                <a:gd name="csX600" fmla="*/ 599208 w 723900"/>
                <a:gd name="csY600" fmla="*/ 323820 h 323850"/>
                <a:gd name="csX601" fmla="*/ 597818 w 723900"/>
                <a:gd name="csY601" fmla="*/ 323820 h 323850"/>
                <a:gd name="csX602" fmla="*/ 596351 w 723900"/>
                <a:gd name="csY602" fmla="*/ 323820 h 323850"/>
                <a:gd name="csX603" fmla="*/ 594960 w 723900"/>
                <a:gd name="csY603" fmla="*/ 323820 h 323850"/>
                <a:gd name="csX604" fmla="*/ 593560 w 723900"/>
                <a:gd name="csY604" fmla="*/ 323820 h 323850"/>
                <a:gd name="csX605" fmla="*/ 592169 w 723900"/>
                <a:gd name="csY605" fmla="*/ 323820 h 323850"/>
                <a:gd name="csX606" fmla="*/ 590703 w 723900"/>
                <a:gd name="csY606" fmla="*/ 323820 h 323850"/>
                <a:gd name="csX607" fmla="*/ 589312 w 723900"/>
                <a:gd name="csY607" fmla="*/ 323820 h 323850"/>
                <a:gd name="csX608" fmla="*/ 587912 w 723900"/>
                <a:gd name="csY608" fmla="*/ 323820 h 323850"/>
                <a:gd name="csX609" fmla="*/ 586454 w 723900"/>
                <a:gd name="csY609" fmla="*/ 323820 h 323850"/>
                <a:gd name="csX610" fmla="*/ 585054 w 723900"/>
                <a:gd name="csY610" fmla="*/ 323820 h 323850"/>
                <a:gd name="csX611" fmla="*/ 583663 w 723900"/>
                <a:gd name="csY611" fmla="*/ 323820 h 323850"/>
                <a:gd name="csX612" fmla="*/ 582197 w 723900"/>
                <a:gd name="csY612" fmla="*/ 323820 h 323850"/>
                <a:gd name="csX613" fmla="*/ 580806 w 723900"/>
                <a:gd name="csY613" fmla="*/ 323820 h 323850"/>
                <a:gd name="csX614" fmla="*/ 579406 w 723900"/>
                <a:gd name="csY614" fmla="*/ 323820 h 323850"/>
                <a:gd name="csX615" fmla="*/ 577948 w 723900"/>
                <a:gd name="csY615" fmla="*/ 323820 h 323850"/>
                <a:gd name="csX616" fmla="*/ 576548 w 723900"/>
                <a:gd name="csY616" fmla="*/ 323820 h 323850"/>
                <a:gd name="csX617" fmla="*/ 575158 w 723900"/>
                <a:gd name="csY617" fmla="*/ 323820 h 323850"/>
                <a:gd name="csX618" fmla="*/ 573691 w 723900"/>
                <a:gd name="csY618" fmla="*/ 323820 h 323850"/>
                <a:gd name="csX619" fmla="*/ 572300 w 723900"/>
                <a:gd name="csY619" fmla="*/ 323820 h 323850"/>
                <a:gd name="csX620" fmla="*/ 570900 w 723900"/>
                <a:gd name="csY620" fmla="*/ 323820 h 323850"/>
                <a:gd name="csX621" fmla="*/ 569443 w 723900"/>
                <a:gd name="csY621" fmla="*/ 323820 h 323850"/>
                <a:gd name="csX622" fmla="*/ 568043 w 723900"/>
                <a:gd name="csY622" fmla="*/ 323820 h 323850"/>
                <a:gd name="csX623" fmla="*/ 566652 w 723900"/>
                <a:gd name="csY623" fmla="*/ 323820 h 323850"/>
                <a:gd name="csX624" fmla="*/ 565185 w 723900"/>
                <a:gd name="csY624" fmla="*/ 323820 h 323850"/>
                <a:gd name="csX625" fmla="*/ 563794 w 723900"/>
                <a:gd name="csY625" fmla="*/ 323820 h 323850"/>
                <a:gd name="csX626" fmla="*/ 562394 w 723900"/>
                <a:gd name="csY626" fmla="*/ 323820 h 323850"/>
                <a:gd name="csX627" fmla="*/ 560994 w 723900"/>
                <a:gd name="csY627" fmla="*/ 323820 h 323850"/>
                <a:gd name="csX628" fmla="*/ 559537 w 723900"/>
                <a:gd name="csY628" fmla="*/ 323820 h 323850"/>
                <a:gd name="csX629" fmla="*/ 558136 w 723900"/>
                <a:gd name="csY629" fmla="*/ 323820 h 323850"/>
                <a:gd name="csX630" fmla="*/ 556746 w 723900"/>
                <a:gd name="csY630" fmla="*/ 323820 h 323850"/>
                <a:gd name="csX631" fmla="*/ 555288 w 723900"/>
                <a:gd name="csY631" fmla="*/ 323820 h 323850"/>
                <a:gd name="csX632" fmla="*/ 553889 w 723900"/>
                <a:gd name="csY632" fmla="*/ 323820 h 323850"/>
                <a:gd name="csX633" fmla="*/ 552488 w 723900"/>
                <a:gd name="csY633" fmla="*/ 323820 h 323850"/>
                <a:gd name="csX634" fmla="*/ 551031 w 723900"/>
                <a:gd name="csY634" fmla="*/ 323820 h 323850"/>
                <a:gd name="csX635" fmla="*/ 549640 w 723900"/>
                <a:gd name="csY635" fmla="*/ 323820 h 323850"/>
                <a:gd name="csX636" fmla="*/ 548240 w 723900"/>
                <a:gd name="csY636" fmla="*/ 323820 h 323850"/>
                <a:gd name="csX637" fmla="*/ 546783 w 723900"/>
                <a:gd name="csY637" fmla="*/ 323820 h 323850"/>
                <a:gd name="csX638" fmla="*/ 545383 w 723900"/>
                <a:gd name="csY638" fmla="*/ 323820 h 323850"/>
                <a:gd name="csX639" fmla="*/ 543982 w 723900"/>
                <a:gd name="csY639" fmla="*/ 323820 h 323850"/>
                <a:gd name="csX640" fmla="*/ 542525 w 723900"/>
                <a:gd name="csY640" fmla="*/ 323820 h 323850"/>
                <a:gd name="csX641" fmla="*/ 541125 w 723900"/>
                <a:gd name="csY641" fmla="*/ 323820 h 323850"/>
                <a:gd name="csX642" fmla="*/ 539734 w 723900"/>
                <a:gd name="csY642" fmla="*/ 323820 h 323850"/>
                <a:gd name="csX643" fmla="*/ 538277 w 723900"/>
                <a:gd name="csY643" fmla="*/ 323820 h 323850"/>
                <a:gd name="csX644" fmla="*/ 536877 w 723900"/>
                <a:gd name="csY644" fmla="*/ 323820 h 323850"/>
                <a:gd name="csX645" fmla="*/ 535477 w 723900"/>
                <a:gd name="csY645" fmla="*/ 323820 h 323850"/>
                <a:gd name="csX646" fmla="*/ 534086 w 723900"/>
                <a:gd name="csY646" fmla="*/ 323820 h 323850"/>
                <a:gd name="csX647" fmla="*/ 532619 w 723900"/>
                <a:gd name="csY647" fmla="*/ 323820 h 323850"/>
                <a:gd name="csX648" fmla="*/ 531228 w 723900"/>
                <a:gd name="csY648" fmla="*/ 323820 h 323850"/>
                <a:gd name="csX649" fmla="*/ 529828 w 723900"/>
                <a:gd name="csY649" fmla="*/ 323820 h 323850"/>
                <a:gd name="csX650" fmla="*/ 528371 w 723900"/>
                <a:gd name="csY650" fmla="*/ 323820 h 323850"/>
                <a:gd name="csX651" fmla="*/ 526971 w 723900"/>
                <a:gd name="csY651" fmla="*/ 323820 h 323850"/>
                <a:gd name="csX652" fmla="*/ 525580 w 723900"/>
                <a:gd name="csY652" fmla="*/ 323820 h 323850"/>
                <a:gd name="csX653" fmla="*/ 524113 w 723900"/>
                <a:gd name="csY653" fmla="*/ 323820 h 323850"/>
                <a:gd name="csX654" fmla="*/ 522723 w 723900"/>
                <a:gd name="csY654" fmla="*/ 323820 h 323850"/>
                <a:gd name="csX655" fmla="*/ 521322 w 723900"/>
                <a:gd name="csY655" fmla="*/ 323820 h 323850"/>
                <a:gd name="csX656" fmla="*/ 519865 w 723900"/>
                <a:gd name="csY656" fmla="*/ 323820 h 323850"/>
                <a:gd name="csX657" fmla="*/ 518465 w 723900"/>
                <a:gd name="csY657" fmla="*/ 323820 h 323850"/>
                <a:gd name="csX658" fmla="*/ 517074 w 723900"/>
                <a:gd name="csY658" fmla="*/ 323820 h 323850"/>
                <a:gd name="csX659" fmla="*/ 515607 w 723900"/>
                <a:gd name="csY659" fmla="*/ 323820 h 323850"/>
                <a:gd name="csX660" fmla="*/ 514217 w 723900"/>
                <a:gd name="csY660" fmla="*/ 323820 h 323850"/>
                <a:gd name="csX661" fmla="*/ 512817 w 723900"/>
                <a:gd name="csY661" fmla="*/ 323820 h 323850"/>
                <a:gd name="csX662" fmla="*/ 511359 w 723900"/>
                <a:gd name="csY662" fmla="*/ 323820 h 323850"/>
                <a:gd name="csX663" fmla="*/ 509959 w 723900"/>
                <a:gd name="csY663" fmla="*/ 323820 h 323850"/>
                <a:gd name="csX664" fmla="*/ 508568 w 723900"/>
                <a:gd name="csY664" fmla="*/ 323820 h 323850"/>
                <a:gd name="csX665" fmla="*/ 507168 w 723900"/>
                <a:gd name="csY665" fmla="*/ 323820 h 323850"/>
                <a:gd name="csX666" fmla="*/ 505711 w 723900"/>
                <a:gd name="csY666" fmla="*/ 323820 h 323850"/>
                <a:gd name="csX667" fmla="*/ 504311 w 723900"/>
                <a:gd name="csY667" fmla="*/ 323820 h 323850"/>
                <a:gd name="csX668" fmla="*/ 502920 w 723900"/>
                <a:gd name="csY668" fmla="*/ 323820 h 323850"/>
                <a:gd name="csX669" fmla="*/ 501453 w 723900"/>
                <a:gd name="csY669" fmla="*/ 323820 h 323850"/>
                <a:gd name="csX670" fmla="*/ 500063 w 723900"/>
                <a:gd name="csY670" fmla="*/ 323820 h 323850"/>
                <a:gd name="csX671" fmla="*/ 498662 w 723900"/>
                <a:gd name="csY671" fmla="*/ 323820 h 323850"/>
                <a:gd name="csX672" fmla="*/ 497205 w 723900"/>
                <a:gd name="csY672" fmla="*/ 323820 h 323850"/>
                <a:gd name="csX673" fmla="*/ 495805 w 723900"/>
                <a:gd name="csY673" fmla="*/ 323820 h 323850"/>
                <a:gd name="csX674" fmla="*/ 494405 w 723900"/>
                <a:gd name="csY674" fmla="*/ 323820 h 323850"/>
                <a:gd name="csX675" fmla="*/ 492947 w 723900"/>
                <a:gd name="csY675" fmla="*/ 323820 h 323850"/>
                <a:gd name="csX676" fmla="*/ 491557 w 723900"/>
                <a:gd name="csY676" fmla="*/ 323820 h 323850"/>
                <a:gd name="csX677" fmla="*/ 490157 w 723900"/>
                <a:gd name="csY677" fmla="*/ 323820 h 323850"/>
                <a:gd name="csX678" fmla="*/ 488699 w 723900"/>
                <a:gd name="csY678" fmla="*/ 323820 h 323850"/>
                <a:gd name="csX679" fmla="*/ 487299 w 723900"/>
                <a:gd name="csY679" fmla="*/ 323820 h 323850"/>
                <a:gd name="csX680" fmla="*/ 485908 w 723900"/>
                <a:gd name="csY680" fmla="*/ 323820 h 323850"/>
                <a:gd name="csX681" fmla="*/ 484442 w 723900"/>
                <a:gd name="csY681" fmla="*/ 323820 h 323850"/>
                <a:gd name="csX682" fmla="*/ 483051 w 723900"/>
                <a:gd name="csY682" fmla="*/ 323820 h 323850"/>
                <a:gd name="csX683" fmla="*/ 481651 w 723900"/>
                <a:gd name="csY683" fmla="*/ 323820 h 323850"/>
                <a:gd name="csX684" fmla="*/ 480193 w 723900"/>
                <a:gd name="csY684" fmla="*/ 323820 h 323850"/>
                <a:gd name="csX685" fmla="*/ 478793 w 723900"/>
                <a:gd name="csY685" fmla="*/ 323820 h 323850"/>
                <a:gd name="csX686" fmla="*/ 477393 w 723900"/>
                <a:gd name="csY686" fmla="*/ 323820 h 323850"/>
                <a:gd name="csX687" fmla="*/ 476003 w 723900"/>
                <a:gd name="csY687" fmla="*/ 323820 h 323850"/>
                <a:gd name="csX688" fmla="*/ 474545 w 723900"/>
                <a:gd name="csY688" fmla="*/ 323820 h 323850"/>
                <a:gd name="csX689" fmla="*/ 473145 w 723900"/>
                <a:gd name="csY689" fmla="*/ 323820 h 323850"/>
                <a:gd name="csX690" fmla="*/ 471745 w 723900"/>
                <a:gd name="csY690" fmla="*/ 323820 h 323850"/>
                <a:gd name="csX691" fmla="*/ 470287 w 723900"/>
                <a:gd name="csY691" fmla="*/ 323820 h 323850"/>
                <a:gd name="csX692" fmla="*/ 468887 w 723900"/>
                <a:gd name="csY692" fmla="*/ 323820 h 323850"/>
                <a:gd name="csX693" fmla="*/ 467497 w 723900"/>
                <a:gd name="csY693" fmla="*/ 323820 h 323850"/>
                <a:gd name="csX694" fmla="*/ 466039 w 723900"/>
                <a:gd name="csY694" fmla="*/ 323820 h 323850"/>
                <a:gd name="csX695" fmla="*/ 464639 w 723900"/>
                <a:gd name="csY695" fmla="*/ 323820 h 323850"/>
                <a:gd name="csX696" fmla="*/ 463239 w 723900"/>
                <a:gd name="csY696" fmla="*/ 323820 h 323850"/>
                <a:gd name="csX697" fmla="*/ 461782 w 723900"/>
                <a:gd name="csY697" fmla="*/ 323820 h 323850"/>
                <a:gd name="csX698" fmla="*/ 460381 w 723900"/>
                <a:gd name="csY698" fmla="*/ 323820 h 323850"/>
                <a:gd name="csX699" fmla="*/ 458991 w 723900"/>
                <a:gd name="csY699" fmla="*/ 323820 h 323850"/>
                <a:gd name="csX700" fmla="*/ 457533 w 723900"/>
                <a:gd name="csY700" fmla="*/ 323820 h 323850"/>
                <a:gd name="csX701" fmla="*/ 456133 w 723900"/>
                <a:gd name="csY701" fmla="*/ 323820 h 323850"/>
                <a:gd name="csX702" fmla="*/ 454733 w 723900"/>
                <a:gd name="csY702" fmla="*/ 323820 h 323850"/>
                <a:gd name="csX703" fmla="*/ 453276 w 723900"/>
                <a:gd name="csY703" fmla="*/ 323820 h 323850"/>
                <a:gd name="csX704" fmla="*/ 451876 w 723900"/>
                <a:gd name="csY704" fmla="*/ 323820 h 323850"/>
                <a:gd name="csX705" fmla="*/ 450485 w 723900"/>
                <a:gd name="csY705" fmla="*/ 323820 h 323850"/>
                <a:gd name="csX706" fmla="*/ 449085 w 723900"/>
                <a:gd name="csY706" fmla="*/ 323820 h 323850"/>
                <a:gd name="csX707" fmla="*/ 447628 w 723900"/>
                <a:gd name="csY707" fmla="*/ 323820 h 323850"/>
                <a:gd name="csX708" fmla="*/ 446227 w 723900"/>
                <a:gd name="csY708" fmla="*/ 323820 h 323850"/>
                <a:gd name="csX709" fmla="*/ 444837 w 723900"/>
                <a:gd name="csY709" fmla="*/ 323820 h 323850"/>
                <a:gd name="csX710" fmla="*/ 443370 w 723900"/>
                <a:gd name="csY710" fmla="*/ 323820 h 323850"/>
                <a:gd name="csX711" fmla="*/ 441979 w 723900"/>
                <a:gd name="csY711" fmla="*/ 323820 h 323850"/>
                <a:gd name="csX712" fmla="*/ 440579 w 723900"/>
                <a:gd name="csY712" fmla="*/ 323820 h 323850"/>
                <a:gd name="csX713" fmla="*/ 439122 w 723900"/>
                <a:gd name="csY713" fmla="*/ 323820 h 323850"/>
                <a:gd name="csX714" fmla="*/ 437721 w 723900"/>
                <a:gd name="csY714" fmla="*/ 323820 h 323850"/>
                <a:gd name="csX715" fmla="*/ 436331 w 723900"/>
                <a:gd name="csY715" fmla="*/ 323820 h 323850"/>
                <a:gd name="csX716" fmla="*/ 434864 w 723900"/>
                <a:gd name="csY716" fmla="*/ 323820 h 323850"/>
                <a:gd name="csX717" fmla="*/ 433473 w 723900"/>
                <a:gd name="csY717" fmla="*/ 323820 h 323850"/>
                <a:gd name="csX718" fmla="*/ 432073 w 723900"/>
                <a:gd name="csY718" fmla="*/ 323820 h 323850"/>
                <a:gd name="csX719" fmla="*/ 430616 w 723900"/>
                <a:gd name="csY719" fmla="*/ 323820 h 323850"/>
                <a:gd name="csX720" fmla="*/ 429216 w 723900"/>
                <a:gd name="csY720" fmla="*/ 323820 h 323850"/>
                <a:gd name="csX721" fmla="*/ 427825 w 723900"/>
                <a:gd name="csY721" fmla="*/ 323820 h 323850"/>
                <a:gd name="csX722" fmla="*/ 426358 w 723900"/>
                <a:gd name="csY722" fmla="*/ 323820 h 323850"/>
                <a:gd name="csX723" fmla="*/ 424968 w 723900"/>
                <a:gd name="csY723" fmla="*/ 323820 h 323850"/>
                <a:gd name="csX724" fmla="*/ 423567 w 723900"/>
                <a:gd name="csY724" fmla="*/ 323820 h 323850"/>
                <a:gd name="csX725" fmla="*/ 422110 w 723900"/>
                <a:gd name="csY725" fmla="*/ 323820 h 323850"/>
                <a:gd name="csX726" fmla="*/ 420710 w 723900"/>
                <a:gd name="csY726" fmla="*/ 323820 h 323850"/>
                <a:gd name="csX727" fmla="*/ 419319 w 723900"/>
                <a:gd name="csY727" fmla="*/ 323820 h 323850"/>
                <a:gd name="csX728" fmla="*/ 417919 w 723900"/>
                <a:gd name="csY728" fmla="*/ 323820 h 323850"/>
                <a:gd name="csX729" fmla="*/ 416462 w 723900"/>
                <a:gd name="csY729" fmla="*/ 323820 h 323850"/>
                <a:gd name="csX730" fmla="*/ 415061 w 723900"/>
                <a:gd name="csY730" fmla="*/ 323820 h 323850"/>
                <a:gd name="csX731" fmla="*/ 413671 w 723900"/>
                <a:gd name="csY731" fmla="*/ 323820 h 323850"/>
                <a:gd name="csX732" fmla="*/ 412204 w 723900"/>
                <a:gd name="csY732" fmla="*/ 323820 h 323850"/>
                <a:gd name="csX733" fmla="*/ 410813 w 723900"/>
                <a:gd name="csY733" fmla="*/ 323820 h 323850"/>
                <a:gd name="csX734" fmla="*/ 409413 w 723900"/>
                <a:gd name="csY734" fmla="*/ 323820 h 323850"/>
                <a:gd name="csX735" fmla="*/ 407956 w 723900"/>
                <a:gd name="csY735" fmla="*/ 323820 h 323850"/>
                <a:gd name="csX736" fmla="*/ 406556 w 723900"/>
                <a:gd name="csY736" fmla="*/ 323820 h 323850"/>
                <a:gd name="csX737" fmla="*/ 405155 w 723900"/>
                <a:gd name="csY737" fmla="*/ 323820 h 323850"/>
                <a:gd name="csX738" fmla="*/ 403698 w 723900"/>
                <a:gd name="csY738" fmla="*/ 323820 h 323850"/>
                <a:gd name="csX739" fmla="*/ 402308 w 723900"/>
                <a:gd name="csY739" fmla="*/ 323820 h 323850"/>
                <a:gd name="csX740" fmla="*/ 400907 w 723900"/>
                <a:gd name="csY740" fmla="*/ 323820 h 323850"/>
                <a:gd name="csX741" fmla="*/ 399450 w 723900"/>
                <a:gd name="csY741" fmla="*/ 323820 h 323850"/>
                <a:gd name="csX742" fmla="*/ 398050 w 723900"/>
                <a:gd name="csY742" fmla="*/ 323820 h 323850"/>
                <a:gd name="csX743" fmla="*/ 396650 w 723900"/>
                <a:gd name="csY743" fmla="*/ 323820 h 323850"/>
                <a:gd name="csX744" fmla="*/ 395192 w 723900"/>
                <a:gd name="csY744" fmla="*/ 323820 h 323850"/>
                <a:gd name="csX745" fmla="*/ 393802 w 723900"/>
                <a:gd name="csY745" fmla="*/ 323820 h 323850"/>
                <a:gd name="csX746" fmla="*/ 392402 w 723900"/>
                <a:gd name="csY746" fmla="*/ 323820 h 323850"/>
                <a:gd name="csX747" fmla="*/ 391001 w 723900"/>
                <a:gd name="csY747" fmla="*/ 323820 h 323850"/>
                <a:gd name="csX748" fmla="*/ 389544 w 723900"/>
                <a:gd name="csY748" fmla="*/ 323820 h 323850"/>
                <a:gd name="csX749" fmla="*/ 388144 w 723900"/>
                <a:gd name="csY749" fmla="*/ 323820 h 323850"/>
                <a:gd name="csX750" fmla="*/ 386753 w 723900"/>
                <a:gd name="csY750" fmla="*/ 323820 h 323850"/>
                <a:gd name="csX751" fmla="*/ 385296 w 723900"/>
                <a:gd name="csY751" fmla="*/ 323820 h 323850"/>
                <a:gd name="csX752" fmla="*/ 383896 w 723900"/>
                <a:gd name="csY752" fmla="*/ 323820 h 323850"/>
                <a:gd name="csX753" fmla="*/ 382495 w 723900"/>
                <a:gd name="csY753" fmla="*/ 323820 h 323850"/>
                <a:gd name="csX754" fmla="*/ 381038 w 723900"/>
                <a:gd name="csY754" fmla="*/ 323820 h 323850"/>
                <a:gd name="csX755" fmla="*/ 379638 w 723900"/>
                <a:gd name="csY755" fmla="*/ 323820 h 323850"/>
                <a:gd name="csX756" fmla="*/ 378247 w 723900"/>
                <a:gd name="csY756" fmla="*/ 323820 h 323850"/>
                <a:gd name="csX757" fmla="*/ 376780 w 723900"/>
                <a:gd name="csY757" fmla="*/ 323820 h 323850"/>
                <a:gd name="csX758" fmla="*/ 375390 w 723900"/>
                <a:gd name="csY758" fmla="*/ 323820 h 323850"/>
                <a:gd name="csX759" fmla="*/ 373990 w 723900"/>
                <a:gd name="csY759" fmla="*/ 323820 h 323850"/>
                <a:gd name="csX760" fmla="*/ 372532 w 723900"/>
                <a:gd name="csY760" fmla="*/ 323820 h 323850"/>
                <a:gd name="csX761" fmla="*/ 371132 w 723900"/>
                <a:gd name="csY761" fmla="*/ 323820 h 323850"/>
                <a:gd name="csX762" fmla="*/ 369742 w 723900"/>
                <a:gd name="csY762" fmla="*/ 323820 h 323850"/>
                <a:gd name="csX763" fmla="*/ 368275 w 723900"/>
                <a:gd name="csY763" fmla="*/ 323820 h 323850"/>
                <a:gd name="csX764" fmla="*/ 366884 w 723900"/>
                <a:gd name="csY764" fmla="*/ 323820 h 323850"/>
                <a:gd name="csX765" fmla="*/ 365484 w 723900"/>
                <a:gd name="csY765" fmla="*/ 323820 h 323850"/>
                <a:gd name="csX766" fmla="*/ 364027 w 723900"/>
                <a:gd name="csY766" fmla="*/ 323820 h 323850"/>
                <a:gd name="csX767" fmla="*/ 362626 w 723900"/>
                <a:gd name="csY767" fmla="*/ 323820 h 323850"/>
                <a:gd name="csX768" fmla="*/ 361236 w 723900"/>
                <a:gd name="csY768" fmla="*/ 323820 h 323850"/>
                <a:gd name="csX769" fmla="*/ 359836 w 723900"/>
                <a:gd name="csY769" fmla="*/ 323820 h 323850"/>
                <a:gd name="csX770" fmla="*/ 358378 w 723900"/>
                <a:gd name="csY770" fmla="*/ 323820 h 323850"/>
                <a:gd name="csX771" fmla="*/ 356978 w 723900"/>
                <a:gd name="csY771" fmla="*/ 323820 h 323850"/>
                <a:gd name="csX772" fmla="*/ 355588 w 723900"/>
                <a:gd name="csY772" fmla="*/ 323820 h 323850"/>
                <a:gd name="csX773" fmla="*/ 354120 w 723900"/>
                <a:gd name="csY773" fmla="*/ 323820 h 323850"/>
                <a:gd name="csX774" fmla="*/ 352730 w 723900"/>
                <a:gd name="csY774" fmla="*/ 323820 h 323850"/>
                <a:gd name="csX775" fmla="*/ 351330 w 723900"/>
                <a:gd name="csY775" fmla="*/ 323820 h 323850"/>
                <a:gd name="csX776" fmla="*/ 349872 w 723900"/>
                <a:gd name="csY776" fmla="*/ 323820 h 323850"/>
                <a:gd name="csX777" fmla="*/ 348472 w 723900"/>
                <a:gd name="csY777" fmla="*/ 323820 h 323850"/>
                <a:gd name="csX778" fmla="*/ 347082 w 723900"/>
                <a:gd name="csY778" fmla="*/ 323820 h 323850"/>
                <a:gd name="csX779" fmla="*/ 345615 w 723900"/>
                <a:gd name="csY779" fmla="*/ 323820 h 323850"/>
                <a:gd name="csX780" fmla="*/ 344224 w 723900"/>
                <a:gd name="csY780" fmla="*/ 323820 h 323850"/>
                <a:gd name="csX781" fmla="*/ 342824 w 723900"/>
                <a:gd name="csY781" fmla="*/ 323820 h 323850"/>
                <a:gd name="csX782" fmla="*/ 341367 w 723900"/>
                <a:gd name="csY782" fmla="*/ 323820 h 323850"/>
                <a:gd name="csX783" fmla="*/ 339966 w 723900"/>
                <a:gd name="csY783" fmla="*/ 323820 h 323850"/>
                <a:gd name="csX784" fmla="*/ 338576 w 723900"/>
                <a:gd name="csY784" fmla="*/ 323820 h 323850"/>
                <a:gd name="csX785" fmla="*/ 337109 w 723900"/>
                <a:gd name="csY785" fmla="*/ 323820 h 323850"/>
                <a:gd name="csX786" fmla="*/ 335718 w 723900"/>
                <a:gd name="csY786" fmla="*/ 323820 h 323850"/>
                <a:gd name="csX787" fmla="*/ 334318 w 723900"/>
                <a:gd name="csY787" fmla="*/ 323820 h 323850"/>
                <a:gd name="csX788" fmla="*/ 332918 w 723900"/>
                <a:gd name="csY788" fmla="*/ 323820 h 323850"/>
                <a:gd name="csX789" fmla="*/ 331460 w 723900"/>
                <a:gd name="csY789" fmla="*/ 323820 h 323850"/>
                <a:gd name="csX790" fmla="*/ 330060 w 723900"/>
                <a:gd name="csY790" fmla="*/ 323820 h 323850"/>
                <a:gd name="csX791" fmla="*/ 328670 w 723900"/>
                <a:gd name="csY791" fmla="*/ 323820 h 323850"/>
                <a:gd name="csX792" fmla="*/ 327212 w 723900"/>
                <a:gd name="csY792" fmla="*/ 323820 h 323850"/>
                <a:gd name="csX793" fmla="*/ 325812 w 723900"/>
                <a:gd name="csY793" fmla="*/ 323820 h 323850"/>
                <a:gd name="csX794" fmla="*/ 324412 w 723900"/>
                <a:gd name="csY794" fmla="*/ 323820 h 323850"/>
                <a:gd name="csX795" fmla="*/ 322955 w 723900"/>
                <a:gd name="csY795" fmla="*/ 323820 h 323850"/>
                <a:gd name="csX796" fmla="*/ 321564 w 723900"/>
                <a:gd name="csY796" fmla="*/ 323820 h 323850"/>
                <a:gd name="csX797" fmla="*/ 320164 w 723900"/>
                <a:gd name="csY797" fmla="*/ 323820 h 323850"/>
                <a:gd name="csX798" fmla="*/ 318707 w 723900"/>
                <a:gd name="csY798" fmla="*/ 323820 h 323850"/>
                <a:gd name="csX799" fmla="*/ 317306 w 723900"/>
                <a:gd name="csY799" fmla="*/ 323820 h 323850"/>
                <a:gd name="csX800" fmla="*/ 315906 w 723900"/>
                <a:gd name="csY800" fmla="*/ 323820 h 323850"/>
                <a:gd name="csX801" fmla="*/ 314449 w 723900"/>
                <a:gd name="csY801" fmla="*/ 323820 h 323850"/>
                <a:gd name="csX802" fmla="*/ 313058 w 723900"/>
                <a:gd name="csY802" fmla="*/ 323820 h 323850"/>
                <a:gd name="csX803" fmla="*/ 311658 w 723900"/>
                <a:gd name="csY803" fmla="*/ 323820 h 323850"/>
                <a:gd name="csX804" fmla="*/ 310201 w 723900"/>
                <a:gd name="csY804" fmla="*/ 323820 h 323850"/>
                <a:gd name="csX805" fmla="*/ 308801 w 723900"/>
                <a:gd name="csY805" fmla="*/ 323820 h 323850"/>
                <a:gd name="csX806" fmla="*/ 307400 w 723900"/>
                <a:gd name="csY806" fmla="*/ 323820 h 323850"/>
                <a:gd name="csX807" fmla="*/ 306010 w 723900"/>
                <a:gd name="csY807" fmla="*/ 323820 h 323850"/>
                <a:gd name="csX808" fmla="*/ 304543 w 723900"/>
                <a:gd name="csY808" fmla="*/ 323820 h 323850"/>
                <a:gd name="csX809" fmla="*/ 303152 w 723900"/>
                <a:gd name="csY809" fmla="*/ 323820 h 323850"/>
                <a:gd name="csX810" fmla="*/ 301752 w 723900"/>
                <a:gd name="csY810" fmla="*/ 323820 h 323850"/>
                <a:gd name="csX811" fmla="*/ 300295 w 723900"/>
                <a:gd name="csY811" fmla="*/ 323820 h 323850"/>
                <a:gd name="csX812" fmla="*/ 298894 w 723900"/>
                <a:gd name="csY812" fmla="*/ 323820 h 323850"/>
                <a:gd name="csX813" fmla="*/ 297504 w 723900"/>
                <a:gd name="csY813" fmla="*/ 323820 h 323850"/>
                <a:gd name="csX814" fmla="*/ 296037 w 723900"/>
                <a:gd name="csY814" fmla="*/ 323820 h 323850"/>
                <a:gd name="csX815" fmla="*/ 294646 w 723900"/>
                <a:gd name="csY815" fmla="*/ 323820 h 323850"/>
                <a:gd name="csX816" fmla="*/ 293246 w 723900"/>
                <a:gd name="csY816" fmla="*/ 323820 h 323850"/>
                <a:gd name="csX817" fmla="*/ 291789 w 723900"/>
                <a:gd name="csY817" fmla="*/ 323820 h 323850"/>
                <a:gd name="csX818" fmla="*/ 290389 w 723900"/>
                <a:gd name="csY818" fmla="*/ 323820 h 323850"/>
                <a:gd name="csX819" fmla="*/ 288998 w 723900"/>
                <a:gd name="csY819" fmla="*/ 323820 h 323850"/>
                <a:gd name="csX820" fmla="*/ 287531 w 723900"/>
                <a:gd name="csY820" fmla="*/ 323820 h 323850"/>
                <a:gd name="csX821" fmla="*/ 286141 w 723900"/>
                <a:gd name="csY821" fmla="*/ 323820 h 323850"/>
                <a:gd name="csX822" fmla="*/ 284740 w 723900"/>
                <a:gd name="csY822" fmla="*/ 323820 h 323850"/>
                <a:gd name="csX823" fmla="*/ 283283 w 723900"/>
                <a:gd name="csY823" fmla="*/ 323820 h 323850"/>
                <a:gd name="csX824" fmla="*/ 281883 w 723900"/>
                <a:gd name="csY824" fmla="*/ 323820 h 323850"/>
                <a:gd name="csX825" fmla="*/ 280492 w 723900"/>
                <a:gd name="csY825" fmla="*/ 323820 h 323850"/>
                <a:gd name="csX826" fmla="*/ 279025 w 723900"/>
                <a:gd name="csY826" fmla="*/ 323820 h 323850"/>
                <a:gd name="csX827" fmla="*/ 277635 w 723900"/>
                <a:gd name="csY827" fmla="*/ 323820 h 323850"/>
                <a:gd name="csX828" fmla="*/ 276235 w 723900"/>
                <a:gd name="csY828" fmla="*/ 323820 h 323850"/>
                <a:gd name="csX829" fmla="*/ 274844 w 723900"/>
                <a:gd name="csY829" fmla="*/ 323820 h 323850"/>
                <a:gd name="csX830" fmla="*/ 273377 w 723900"/>
                <a:gd name="csY830" fmla="*/ 323820 h 323850"/>
                <a:gd name="csX831" fmla="*/ 271987 w 723900"/>
                <a:gd name="csY831" fmla="*/ 323820 h 323850"/>
                <a:gd name="csX832" fmla="*/ 270586 w 723900"/>
                <a:gd name="csY832" fmla="*/ 323820 h 323850"/>
                <a:gd name="csX833" fmla="*/ 269129 w 723900"/>
                <a:gd name="csY833" fmla="*/ 323820 h 323850"/>
                <a:gd name="csX834" fmla="*/ 267729 w 723900"/>
                <a:gd name="csY834" fmla="*/ 323820 h 323850"/>
                <a:gd name="csX835" fmla="*/ 266338 w 723900"/>
                <a:gd name="csY835" fmla="*/ 323820 h 323850"/>
                <a:gd name="csX836" fmla="*/ 264871 w 723900"/>
                <a:gd name="csY836" fmla="*/ 323820 h 323850"/>
                <a:gd name="csX837" fmla="*/ 263481 w 723900"/>
                <a:gd name="csY837" fmla="*/ 323820 h 323850"/>
                <a:gd name="csX838" fmla="*/ 262080 w 723900"/>
                <a:gd name="csY838" fmla="*/ 323820 h 323850"/>
                <a:gd name="csX839" fmla="*/ 260623 w 723900"/>
                <a:gd name="csY839" fmla="*/ 323820 h 323850"/>
                <a:gd name="csX840" fmla="*/ 259223 w 723900"/>
                <a:gd name="csY840" fmla="*/ 323820 h 323850"/>
                <a:gd name="csX841" fmla="*/ 257823 w 723900"/>
                <a:gd name="csY841" fmla="*/ 323820 h 323850"/>
                <a:gd name="csX842" fmla="*/ 256365 w 723900"/>
                <a:gd name="csY842" fmla="*/ 323820 h 323850"/>
                <a:gd name="csX843" fmla="*/ 254975 w 723900"/>
                <a:gd name="csY843" fmla="*/ 323820 h 323850"/>
                <a:gd name="csX844" fmla="*/ 253575 w 723900"/>
                <a:gd name="csY844" fmla="*/ 323820 h 323850"/>
                <a:gd name="csX845" fmla="*/ 252117 w 723900"/>
                <a:gd name="csY845" fmla="*/ 323820 h 323850"/>
                <a:gd name="csX846" fmla="*/ 250717 w 723900"/>
                <a:gd name="csY846" fmla="*/ 323820 h 323850"/>
                <a:gd name="csX847" fmla="*/ 249327 w 723900"/>
                <a:gd name="csY847" fmla="*/ 323820 h 323850"/>
                <a:gd name="csX848" fmla="*/ 247926 w 723900"/>
                <a:gd name="csY848" fmla="*/ 323820 h 323850"/>
                <a:gd name="csX849" fmla="*/ 246469 w 723900"/>
                <a:gd name="csY849" fmla="*/ 323820 h 323850"/>
                <a:gd name="csX850" fmla="*/ 245069 w 723900"/>
                <a:gd name="csY850" fmla="*/ 323820 h 323850"/>
                <a:gd name="csX851" fmla="*/ 243669 w 723900"/>
                <a:gd name="csY851" fmla="*/ 323820 h 323850"/>
                <a:gd name="csX852" fmla="*/ 242211 w 723900"/>
                <a:gd name="csY852" fmla="*/ 323820 h 323850"/>
                <a:gd name="csX853" fmla="*/ 240811 w 723900"/>
                <a:gd name="csY853" fmla="*/ 323820 h 323850"/>
                <a:gd name="csX854" fmla="*/ 239420 w 723900"/>
                <a:gd name="csY854" fmla="*/ 323820 h 323850"/>
                <a:gd name="csX855" fmla="*/ 237963 w 723900"/>
                <a:gd name="csY855" fmla="*/ 323820 h 323850"/>
                <a:gd name="csX856" fmla="*/ 236563 w 723900"/>
                <a:gd name="csY856" fmla="*/ 323820 h 323850"/>
                <a:gd name="csX857" fmla="*/ 235163 w 723900"/>
                <a:gd name="csY857" fmla="*/ 323820 h 323850"/>
                <a:gd name="csX858" fmla="*/ 233705 w 723900"/>
                <a:gd name="csY858" fmla="*/ 323820 h 323850"/>
                <a:gd name="csX859" fmla="*/ 232305 w 723900"/>
                <a:gd name="csY859" fmla="*/ 323820 h 323850"/>
                <a:gd name="csX860" fmla="*/ 230915 w 723900"/>
                <a:gd name="csY860" fmla="*/ 323820 h 323850"/>
                <a:gd name="csX861" fmla="*/ 229457 w 723900"/>
                <a:gd name="csY861" fmla="*/ 323820 h 323850"/>
                <a:gd name="csX862" fmla="*/ 228057 w 723900"/>
                <a:gd name="csY862" fmla="*/ 323820 h 323850"/>
                <a:gd name="csX863" fmla="*/ 226657 w 723900"/>
                <a:gd name="csY863" fmla="*/ 323820 h 323850"/>
                <a:gd name="csX864" fmla="*/ 225200 w 723900"/>
                <a:gd name="csY864" fmla="*/ 323820 h 323850"/>
                <a:gd name="csX865" fmla="*/ 223799 w 723900"/>
                <a:gd name="csY865" fmla="*/ 323820 h 323850"/>
                <a:gd name="csX866" fmla="*/ 222409 w 723900"/>
                <a:gd name="csY866" fmla="*/ 323820 h 323850"/>
                <a:gd name="csX867" fmla="*/ 220952 w 723900"/>
                <a:gd name="csY867" fmla="*/ 323820 h 323850"/>
                <a:gd name="csX868" fmla="*/ 219551 w 723900"/>
                <a:gd name="csY868" fmla="*/ 323820 h 323850"/>
                <a:gd name="csX869" fmla="*/ 218151 w 723900"/>
                <a:gd name="csY869" fmla="*/ 323820 h 323850"/>
                <a:gd name="csX870" fmla="*/ 216761 w 723900"/>
                <a:gd name="csY870" fmla="*/ 323820 h 323850"/>
                <a:gd name="csX871" fmla="*/ 215294 w 723900"/>
                <a:gd name="csY871" fmla="*/ 323820 h 323850"/>
                <a:gd name="csX872" fmla="*/ 213903 w 723900"/>
                <a:gd name="csY872" fmla="*/ 323820 h 323850"/>
                <a:gd name="csX873" fmla="*/ 212503 w 723900"/>
                <a:gd name="csY873" fmla="*/ 323820 h 323850"/>
                <a:gd name="csX874" fmla="*/ 211045 w 723900"/>
                <a:gd name="csY874" fmla="*/ 323820 h 323850"/>
                <a:gd name="csX875" fmla="*/ 209645 w 723900"/>
                <a:gd name="csY875" fmla="*/ 323820 h 323850"/>
                <a:gd name="csX876" fmla="*/ 208255 w 723900"/>
                <a:gd name="csY876" fmla="*/ 323820 h 323850"/>
                <a:gd name="csX877" fmla="*/ 206788 w 723900"/>
                <a:gd name="csY877" fmla="*/ 323820 h 323850"/>
                <a:gd name="csX878" fmla="*/ 205397 w 723900"/>
                <a:gd name="csY878" fmla="*/ 323820 h 323850"/>
                <a:gd name="csX879" fmla="*/ 203997 w 723900"/>
                <a:gd name="csY879" fmla="*/ 323820 h 323850"/>
                <a:gd name="csX880" fmla="*/ 202540 w 723900"/>
                <a:gd name="csY880" fmla="*/ 323820 h 323850"/>
                <a:gd name="csX881" fmla="*/ 201139 w 723900"/>
                <a:gd name="csY881" fmla="*/ 323820 h 323850"/>
                <a:gd name="csX882" fmla="*/ 199749 w 723900"/>
                <a:gd name="csY882" fmla="*/ 323820 h 323850"/>
                <a:gd name="csX883" fmla="*/ 198282 w 723900"/>
                <a:gd name="csY883" fmla="*/ 323820 h 323850"/>
                <a:gd name="csX884" fmla="*/ 196891 w 723900"/>
                <a:gd name="csY884" fmla="*/ 323820 h 323850"/>
                <a:gd name="csX885" fmla="*/ 195491 w 723900"/>
                <a:gd name="csY885" fmla="*/ 323820 h 323850"/>
                <a:gd name="csX886" fmla="*/ 194034 w 723900"/>
                <a:gd name="csY886" fmla="*/ 323820 h 323850"/>
                <a:gd name="csX887" fmla="*/ 192634 w 723900"/>
                <a:gd name="csY887" fmla="*/ 323820 h 323850"/>
                <a:gd name="csX888" fmla="*/ 191243 w 723900"/>
                <a:gd name="csY888" fmla="*/ 323820 h 323850"/>
                <a:gd name="csX889" fmla="*/ 189843 w 723900"/>
                <a:gd name="csY889" fmla="*/ 323820 h 323850"/>
                <a:gd name="csX890" fmla="*/ 188385 w 723900"/>
                <a:gd name="csY890" fmla="*/ 323820 h 323850"/>
                <a:gd name="csX891" fmla="*/ 186985 w 723900"/>
                <a:gd name="csY891" fmla="*/ 323820 h 323850"/>
                <a:gd name="csX892" fmla="*/ 185595 w 723900"/>
                <a:gd name="csY892" fmla="*/ 323820 h 323850"/>
                <a:gd name="csX893" fmla="*/ 184128 w 723900"/>
                <a:gd name="csY893" fmla="*/ 323820 h 323850"/>
                <a:gd name="csX894" fmla="*/ 182737 w 723900"/>
                <a:gd name="csY894" fmla="*/ 323820 h 323850"/>
                <a:gd name="csX895" fmla="*/ 181337 w 723900"/>
                <a:gd name="csY895" fmla="*/ 323820 h 323850"/>
                <a:gd name="csX896" fmla="*/ 179880 w 723900"/>
                <a:gd name="csY896" fmla="*/ 323820 h 323850"/>
                <a:gd name="csX897" fmla="*/ 178479 w 723900"/>
                <a:gd name="csY897" fmla="*/ 323820 h 323850"/>
                <a:gd name="csX898" fmla="*/ 177089 w 723900"/>
                <a:gd name="csY898" fmla="*/ 323820 h 323850"/>
                <a:gd name="csX899" fmla="*/ 175622 w 723900"/>
                <a:gd name="csY899" fmla="*/ 323820 h 323850"/>
                <a:gd name="csX900" fmla="*/ 174231 w 723900"/>
                <a:gd name="csY900" fmla="*/ 323820 h 323850"/>
                <a:gd name="csX901" fmla="*/ 172831 w 723900"/>
                <a:gd name="csY901" fmla="*/ 323820 h 323850"/>
                <a:gd name="csX902" fmla="*/ 171374 w 723900"/>
                <a:gd name="csY902" fmla="*/ 323820 h 323850"/>
                <a:gd name="csX903" fmla="*/ 169974 w 723900"/>
                <a:gd name="csY903" fmla="*/ 323820 h 323850"/>
                <a:gd name="csX904" fmla="*/ 168574 w 723900"/>
                <a:gd name="csY904" fmla="*/ 323820 h 323850"/>
                <a:gd name="csX905" fmla="*/ 167116 w 723900"/>
                <a:gd name="csY905" fmla="*/ 323820 h 323850"/>
                <a:gd name="csX906" fmla="*/ 165726 w 723900"/>
                <a:gd name="csY906" fmla="*/ 323820 h 323850"/>
                <a:gd name="csX907" fmla="*/ 164325 w 723900"/>
                <a:gd name="csY907" fmla="*/ 323820 h 323850"/>
                <a:gd name="csX908" fmla="*/ 162868 w 723900"/>
                <a:gd name="csY908" fmla="*/ 323820 h 323850"/>
                <a:gd name="csX909" fmla="*/ 161468 w 723900"/>
                <a:gd name="csY909" fmla="*/ 323820 h 323850"/>
                <a:gd name="csX910" fmla="*/ 160068 w 723900"/>
                <a:gd name="csY910" fmla="*/ 323820 h 323850"/>
                <a:gd name="csX911" fmla="*/ 158677 w 723900"/>
                <a:gd name="csY911" fmla="*/ 323820 h 323850"/>
                <a:gd name="csX912" fmla="*/ 157220 w 723900"/>
                <a:gd name="csY912" fmla="*/ 323820 h 323850"/>
                <a:gd name="csX913" fmla="*/ 155819 w 723900"/>
                <a:gd name="csY913" fmla="*/ 323820 h 323850"/>
                <a:gd name="csX914" fmla="*/ 154419 w 723900"/>
                <a:gd name="csY914" fmla="*/ 323820 h 323850"/>
                <a:gd name="csX915" fmla="*/ 152962 w 723900"/>
                <a:gd name="csY915" fmla="*/ 323820 h 323850"/>
                <a:gd name="csX916" fmla="*/ 151562 w 723900"/>
                <a:gd name="csY916" fmla="*/ 323820 h 323850"/>
                <a:gd name="csX917" fmla="*/ 150171 w 723900"/>
                <a:gd name="csY917" fmla="*/ 323820 h 323850"/>
                <a:gd name="csX918" fmla="*/ 148714 w 723900"/>
                <a:gd name="csY918" fmla="*/ 323820 h 323850"/>
                <a:gd name="csX919" fmla="*/ 147314 w 723900"/>
                <a:gd name="csY919" fmla="*/ 323820 h 323850"/>
                <a:gd name="csX920" fmla="*/ 145914 w 723900"/>
                <a:gd name="csY920" fmla="*/ 323820 h 323850"/>
                <a:gd name="csX921" fmla="*/ 144456 w 723900"/>
                <a:gd name="csY921" fmla="*/ 323820 h 323850"/>
                <a:gd name="csX922" fmla="*/ 143056 w 723900"/>
                <a:gd name="csY922" fmla="*/ 323820 h 323850"/>
                <a:gd name="csX923" fmla="*/ 141665 w 723900"/>
                <a:gd name="csY923" fmla="*/ 323820 h 323850"/>
                <a:gd name="csX924" fmla="*/ 140199 w 723900"/>
                <a:gd name="csY924" fmla="*/ 323820 h 323850"/>
                <a:gd name="csX925" fmla="*/ 138808 w 723900"/>
                <a:gd name="csY925" fmla="*/ 323820 h 323850"/>
                <a:gd name="csX926" fmla="*/ 137408 w 723900"/>
                <a:gd name="csY926" fmla="*/ 323820 h 323850"/>
                <a:gd name="csX927" fmla="*/ 135950 w 723900"/>
                <a:gd name="csY927" fmla="*/ 323820 h 323850"/>
                <a:gd name="csX928" fmla="*/ 134550 w 723900"/>
                <a:gd name="csY928" fmla="*/ 323820 h 323850"/>
                <a:gd name="csX929" fmla="*/ 133160 w 723900"/>
                <a:gd name="csY929" fmla="*/ 323820 h 323850"/>
                <a:gd name="csX930" fmla="*/ 131759 w 723900"/>
                <a:gd name="csY930" fmla="*/ 323820 h 323850"/>
                <a:gd name="csX931" fmla="*/ 130302 w 723900"/>
                <a:gd name="csY931" fmla="*/ 323820 h 323850"/>
                <a:gd name="csX932" fmla="*/ 128902 w 723900"/>
                <a:gd name="csY932" fmla="*/ 323820 h 323850"/>
                <a:gd name="csX933" fmla="*/ 127511 w 723900"/>
                <a:gd name="csY933" fmla="*/ 323820 h 323850"/>
                <a:gd name="csX934" fmla="*/ 126044 w 723900"/>
                <a:gd name="csY934" fmla="*/ 323820 h 323850"/>
                <a:gd name="csX935" fmla="*/ 124654 w 723900"/>
                <a:gd name="csY935" fmla="*/ 323820 h 323850"/>
                <a:gd name="csX936" fmla="*/ 123253 w 723900"/>
                <a:gd name="csY936" fmla="*/ 323820 h 323850"/>
                <a:gd name="csX937" fmla="*/ 121796 w 723900"/>
                <a:gd name="csY937" fmla="*/ 323820 h 323850"/>
                <a:gd name="csX938" fmla="*/ 120396 w 723900"/>
                <a:gd name="csY938" fmla="*/ 323820 h 323850"/>
                <a:gd name="csX939" fmla="*/ 119005 w 723900"/>
                <a:gd name="csY939" fmla="*/ 323820 h 323850"/>
                <a:gd name="csX940" fmla="*/ 117539 w 723900"/>
                <a:gd name="csY940" fmla="*/ 323820 h 323850"/>
                <a:gd name="csX941" fmla="*/ 116148 w 723900"/>
                <a:gd name="csY941" fmla="*/ 323820 h 323850"/>
                <a:gd name="csX942" fmla="*/ 114748 w 723900"/>
                <a:gd name="csY942" fmla="*/ 323820 h 323850"/>
                <a:gd name="csX943" fmla="*/ 113290 w 723900"/>
                <a:gd name="csY943" fmla="*/ 323820 h 323850"/>
                <a:gd name="csX944" fmla="*/ 111890 w 723900"/>
                <a:gd name="csY944" fmla="*/ 323820 h 323850"/>
                <a:gd name="csX945" fmla="*/ 110500 w 723900"/>
                <a:gd name="csY945" fmla="*/ 323820 h 323850"/>
                <a:gd name="csX946" fmla="*/ 109033 w 723900"/>
                <a:gd name="csY946" fmla="*/ 323820 h 323850"/>
                <a:gd name="csX947" fmla="*/ 107642 w 723900"/>
                <a:gd name="csY947" fmla="*/ 323820 h 323850"/>
                <a:gd name="csX948" fmla="*/ 106242 w 723900"/>
                <a:gd name="csY948" fmla="*/ 323820 h 323850"/>
                <a:gd name="csX949" fmla="*/ 104842 w 723900"/>
                <a:gd name="csY949" fmla="*/ 323820 h 323850"/>
                <a:gd name="csX950" fmla="*/ 103384 w 723900"/>
                <a:gd name="csY950" fmla="*/ 323820 h 323850"/>
                <a:gd name="csX951" fmla="*/ 101994 w 723900"/>
                <a:gd name="csY951" fmla="*/ 323820 h 323850"/>
                <a:gd name="csX952" fmla="*/ 100593 w 723900"/>
                <a:gd name="csY952" fmla="*/ 323820 h 323850"/>
                <a:gd name="csX953" fmla="*/ 99136 w 723900"/>
                <a:gd name="csY953" fmla="*/ 323820 h 323850"/>
                <a:gd name="csX954" fmla="*/ 97736 w 723900"/>
                <a:gd name="csY954" fmla="*/ 323820 h 323850"/>
                <a:gd name="csX955" fmla="*/ 96336 w 723900"/>
                <a:gd name="csY955" fmla="*/ 323820 h 323850"/>
                <a:gd name="csX956" fmla="*/ 94879 w 723900"/>
                <a:gd name="csY956" fmla="*/ 323820 h 323850"/>
                <a:gd name="csX957" fmla="*/ 93488 w 723900"/>
                <a:gd name="csY957" fmla="*/ 323820 h 323850"/>
                <a:gd name="csX958" fmla="*/ 92088 w 723900"/>
                <a:gd name="csY958" fmla="*/ 323820 h 323850"/>
                <a:gd name="csX959" fmla="*/ 90630 w 723900"/>
                <a:gd name="csY959" fmla="*/ 323820 h 323850"/>
                <a:gd name="csX960" fmla="*/ 89230 w 723900"/>
                <a:gd name="csY960" fmla="*/ 323820 h 323850"/>
                <a:gd name="csX961" fmla="*/ 87830 w 723900"/>
                <a:gd name="csY961" fmla="*/ 323820 h 323850"/>
                <a:gd name="csX962" fmla="*/ 86373 w 723900"/>
                <a:gd name="csY962" fmla="*/ 323820 h 323850"/>
                <a:gd name="csX963" fmla="*/ 84982 w 723900"/>
                <a:gd name="csY963" fmla="*/ 323820 h 323850"/>
                <a:gd name="csX964" fmla="*/ 83582 w 723900"/>
                <a:gd name="csY964" fmla="*/ 323820 h 323850"/>
                <a:gd name="csX965" fmla="*/ 82125 w 723900"/>
                <a:gd name="csY965" fmla="*/ 323820 h 323850"/>
                <a:gd name="csX966" fmla="*/ 80724 w 723900"/>
                <a:gd name="csY966" fmla="*/ 323820 h 323850"/>
                <a:gd name="csX967" fmla="*/ 79324 w 723900"/>
                <a:gd name="csY967" fmla="*/ 323820 h 323850"/>
                <a:gd name="csX968" fmla="*/ 77867 w 723900"/>
                <a:gd name="csY968" fmla="*/ 323820 h 323850"/>
                <a:gd name="csX969" fmla="*/ 76467 w 723900"/>
                <a:gd name="csY969" fmla="*/ 323820 h 323850"/>
                <a:gd name="csX970" fmla="*/ 75076 w 723900"/>
                <a:gd name="csY970" fmla="*/ 323820 h 323850"/>
                <a:gd name="csX971" fmla="*/ 73676 w 723900"/>
                <a:gd name="csY971" fmla="*/ 323820 h 323850"/>
                <a:gd name="csX972" fmla="*/ 72219 w 723900"/>
                <a:gd name="csY972" fmla="*/ 323820 h 323850"/>
                <a:gd name="csX973" fmla="*/ 70819 w 723900"/>
                <a:gd name="csY973" fmla="*/ 323820 h 323850"/>
                <a:gd name="csX974" fmla="*/ 69428 w 723900"/>
                <a:gd name="csY974" fmla="*/ 323820 h 323850"/>
                <a:gd name="csX975" fmla="*/ 67970 w 723900"/>
                <a:gd name="csY975" fmla="*/ 323820 h 323850"/>
                <a:gd name="csX976" fmla="*/ 66570 w 723900"/>
                <a:gd name="csY976" fmla="*/ 323820 h 323850"/>
                <a:gd name="csX977" fmla="*/ 65170 w 723900"/>
                <a:gd name="csY977" fmla="*/ 323820 h 323850"/>
                <a:gd name="csX978" fmla="*/ 63713 w 723900"/>
                <a:gd name="csY978" fmla="*/ 323820 h 323850"/>
                <a:gd name="csX979" fmla="*/ 62313 w 723900"/>
                <a:gd name="csY979" fmla="*/ 323820 h 323850"/>
                <a:gd name="csX980" fmla="*/ 60922 w 723900"/>
                <a:gd name="csY980" fmla="*/ 323820 h 323850"/>
                <a:gd name="csX981" fmla="*/ 59465 w 723900"/>
                <a:gd name="csY981" fmla="*/ 323820 h 323850"/>
                <a:gd name="csX982" fmla="*/ 58064 w 723900"/>
                <a:gd name="csY982" fmla="*/ 323820 h 323850"/>
                <a:gd name="csX983" fmla="*/ 56664 w 723900"/>
                <a:gd name="csY983" fmla="*/ 323820 h 323850"/>
                <a:gd name="csX984" fmla="*/ 55207 w 723900"/>
                <a:gd name="csY984" fmla="*/ 323820 h 323850"/>
                <a:gd name="csX985" fmla="*/ 53807 w 723900"/>
                <a:gd name="csY985" fmla="*/ 323820 h 323850"/>
                <a:gd name="csX986" fmla="*/ 52416 w 723900"/>
                <a:gd name="csY986" fmla="*/ 323820 h 323850"/>
                <a:gd name="csX987" fmla="*/ 50949 w 723900"/>
                <a:gd name="csY987" fmla="*/ 323820 h 323850"/>
                <a:gd name="csX988" fmla="*/ 49558 w 723900"/>
                <a:gd name="csY988" fmla="*/ 323820 h 323850"/>
                <a:gd name="csX989" fmla="*/ 48159 w 723900"/>
                <a:gd name="csY989" fmla="*/ 323820 h 323850"/>
                <a:gd name="csX990" fmla="*/ 46768 w 723900"/>
                <a:gd name="csY990" fmla="*/ 323820 h 323850"/>
                <a:gd name="csX991" fmla="*/ 45301 w 723900"/>
                <a:gd name="csY991" fmla="*/ 323820 h 323850"/>
                <a:gd name="csX992" fmla="*/ 43910 w 723900"/>
                <a:gd name="csY992" fmla="*/ 323820 h 323850"/>
                <a:gd name="csX993" fmla="*/ 42510 w 723900"/>
                <a:gd name="csY993" fmla="*/ 323820 h 323850"/>
                <a:gd name="csX994" fmla="*/ 41053 w 723900"/>
                <a:gd name="csY994" fmla="*/ 323820 h 323850"/>
                <a:gd name="csX995" fmla="*/ 39653 w 723900"/>
                <a:gd name="csY995" fmla="*/ 323820 h 323850"/>
                <a:gd name="csX996" fmla="*/ 38262 w 723900"/>
                <a:gd name="csY996" fmla="*/ 323820 h 323850"/>
                <a:gd name="csX997" fmla="*/ 36795 w 723900"/>
                <a:gd name="csY997" fmla="*/ 323820 h 323850"/>
                <a:gd name="csX998" fmla="*/ 35404 w 723900"/>
                <a:gd name="csY998" fmla="*/ 323820 h 323850"/>
                <a:gd name="csX999" fmla="*/ 34004 w 723900"/>
                <a:gd name="csY999" fmla="*/ 323820 h 323850"/>
                <a:gd name="csX1000" fmla="*/ 32547 w 723900"/>
                <a:gd name="csY1000" fmla="*/ 323820 h 323850"/>
                <a:gd name="csX1001" fmla="*/ 31147 w 723900"/>
                <a:gd name="csY1001" fmla="*/ 323820 h 323850"/>
                <a:gd name="csX1002" fmla="*/ 29756 w 723900"/>
                <a:gd name="csY1002" fmla="*/ 323820 h 323850"/>
                <a:gd name="csX1003" fmla="*/ 28289 w 723900"/>
                <a:gd name="csY1003" fmla="*/ 323820 h 323850"/>
                <a:gd name="csX1004" fmla="*/ 26899 w 723900"/>
                <a:gd name="csY1004" fmla="*/ 323820 h 323850"/>
                <a:gd name="csX1005" fmla="*/ 25498 w 723900"/>
                <a:gd name="csY1005" fmla="*/ 323820 h 323850"/>
                <a:gd name="csX1006" fmla="*/ 24041 w 723900"/>
                <a:gd name="csY1006" fmla="*/ 323820 h 323850"/>
                <a:gd name="csX1007" fmla="*/ 22641 w 723900"/>
                <a:gd name="csY1007" fmla="*/ 323820 h 323850"/>
                <a:gd name="csX1008" fmla="*/ 21250 w 723900"/>
                <a:gd name="csY1008" fmla="*/ 323820 h 323850"/>
                <a:gd name="csX1009" fmla="*/ 19784 w 723900"/>
                <a:gd name="csY1009" fmla="*/ 323820 h 323850"/>
                <a:gd name="csX1010" fmla="*/ 18393 w 723900"/>
                <a:gd name="csY1010" fmla="*/ 323820 h 323850"/>
                <a:gd name="csX1011" fmla="*/ 16993 w 723900"/>
                <a:gd name="csY1011" fmla="*/ 323820 h 323850"/>
                <a:gd name="csX1012" fmla="*/ 15593 w 723900"/>
                <a:gd name="csY1012" fmla="*/ 323820 h 323850"/>
                <a:gd name="csX1013" fmla="*/ 14135 w 723900"/>
                <a:gd name="csY1013" fmla="*/ 323820 h 323850"/>
                <a:gd name="csX1014" fmla="*/ 12744 w 723900"/>
                <a:gd name="csY1014" fmla="*/ 323820 h 323850"/>
                <a:gd name="csX1015" fmla="*/ 11344 w 723900"/>
                <a:gd name="csY1015" fmla="*/ 323820 h 323850"/>
                <a:gd name="csX1016" fmla="*/ 9887 w 723900"/>
                <a:gd name="csY1016" fmla="*/ 323820 h 323850"/>
                <a:gd name="csX1017" fmla="*/ 8487 w 723900"/>
                <a:gd name="csY1017" fmla="*/ 323820 h 323850"/>
                <a:gd name="csX1018" fmla="*/ 7087 w 723900"/>
                <a:gd name="csY1018" fmla="*/ 323820 h 323850"/>
                <a:gd name="csX1019" fmla="*/ 5629 w 723900"/>
                <a:gd name="csY1019" fmla="*/ 323820 h 323850"/>
                <a:gd name="csX1020" fmla="*/ 4229 w 723900"/>
                <a:gd name="csY1020" fmla="*/ 323820 h 323850"/>
                <a:gd name="csX1021" fmla="*/ 2838 w 723900"/>
                <a:gd name="csY1021" fmla="*/ 323820 h 323850"/>
                <a:gd name="csX1022" fmla="*/ 1381 w 723900"/>
                <a:gd name="csY1022" fmla="*/ 323820 h 323850"/>
                <a:gd name="csX1023" fmla="*/ -19 w 723900"/>
                <a:gd name="csY1023" fmla="*/ 323820 h 323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23850">
                  <a:moveTo>
                    <a:pt x="-19" y="320534"/>
                  </a:moveTo>
                  <a:lnTo>
                    <a:pt x="1381" y="320163"/>
                  </a:lnTo>
                  <a:lnTo>
                    <a:pt x="2838" y="319781"/>
                  </a:lnTo>
                  <a:lnTo>
                    <a:pt x="4229" y="319401"/>
                  </a:lnTo>
                  <a:lnTo>
                    <a:pt x="5629" y="318962"/>
                  </a:lnTo>
                  <a:lnTo>
                    <a:pt x="7087" y="318458"/>
                  </a:lnTo>
                  <a:lnTo>
                    <a:pt x="8487" y="317952"/>
                  </a:lnTo>
                  <a:lnTo>
                    <a:pt x="9887" y="317381"/>
                  </a:lnTo>
                  <a:lnTo>
                    <a:pt x="11344" y="316809"/>
                  </a:lnTo>
                  <a:lnTo>
                    <a:pt x="12744" y="316114"/>
                  </a:lnTo>
                  <a:lnTo>
                    <a:pt x="14135" y="315419"/>
                  </a:lnTo>
                  <a:lnTo>
                    <a:pt x="15593" y="314667"/>
                  </a:lnTo>
                  <a:lnTo>
                    <a:pt x="16993" y="313847"/>
                  </a:lnTo>
                  <a:lnTo>
                    <a:pt x="18393" y="312961"/>
                  </a:lnTo>
                  <a:lnTo>
                    <a:pt x="19784" y="311952"/>
                  </a:lnTo>
                  <a:lnTo>
                    <a:pt x="21250" y="310942"/>
                  </a:lnTo>
                  <a:lnTo>
                    <a:pt x="22641" y="309866"/>
                  </a:lnTo>
                  <a:lnTo>
                    <a:pt x="24041" y="308666"/>
                  </a:lnTo>
                  <a:lnTo>
                    <a:pt x="25498" y="307399"/>
                  </a:lnTo>
                  <a:lnTo>
                    <a:pt x="26899" y="306075"/>
                  </a:lnTo>
                  <a:lnTo>
                    <a:pt x="28289" y="304627"/>
                  </a:lnTo>
                  <a:lnTo>
                    <a:pt x="29756" y="303046"/>
                  </a:lnTo>
                  <a:lnTo>
                    <a:pt x="31147" y="301465"/>
                  </a:lnTo>
                  <a:lnTo>
                    <a:pt x="32547" y="299703"/>
                  </a:lnTo>
                  <a:lnTo>
                    <a:pt x="34004" y="297874"/>
                  </a:lnTo>
                  <a:lnTo>
                    <a:pt x="35404" y="295912"/>
                  </a:lnTo>
                  <a:lnTo>
                    <a:pt x="36795" y="293826"/>
                  </a:lnTo>
                  <a:lnTo>
                    <a:pt x="38262" y="291682"/>
                  </a:lnTo>
                  <a:lnTo>
                    <a:pt x="39653" y="289349"/>
                  </a:lnTo>
                  <a:lnTo>
                    <a:pt x="41053" y="286949"/>
                  </a:lnTo>
                  <a:lnTo>
                    <a:pt x="42510" y="284358"/>
                  </a:lnTo>
                  <a:lnTo>
                    <a:pt x="43910" y="281644"/>
                  </a:lnTo>
                  <a:lnTo>
                    <a:pt x="45301" y="278862"/>
                  </a:lnTo>
                  <a:lnTo>
                    <a:pt x="46768" y="275833"/>
                  </a:lnTo>
                  <a:lnTo>
                    <a:pt x="48159" y="272738"/>
                  </a:lnTo>
                  <a:lnTo>
                    <a:pt x="49558" y="269518"/>
                  </a:lnTo>
                  <a:lnTo>
                    <a:pt x="50949" y="266108"/>
                  </a:lnTo>
                  <a:lnTo>
                    <a:pt x="52416" y="262574"/>
                  </a:lnTo>
                  <a:lnTo>
                    <a:pt x="53807" y="258850"/>
                  </a:lnTo>
                  <a:lnTo>
                    <a:pt x="55207" y="254992"/>
                  </a:lnTo>
                  <a:lnTo>
                    <a:pt x="56664" y="251020"/>
                  </a:lnTo>
                  <a:lnTo>
                    <a:pt x="58064" y="246915"/>
                  </a:lnTo>
                  <a:lnTo>
                    <a:pt x="59465" y="242562"/>
                  </a:lnTo>
                  <a:lnTo>
                    <a:pt x="60922" y="238143"/>
                  </a:lnTo>
                  <a:lnTo>
                    <a:pt x="62313" y="233589"/>
                  </a:lnTo>
                  <a:lnTo>
                    <a:pt x="63713" y="228789"/>
                  </a:lnTo>
                  <a:lnTo>
                    <a:pt x="65170" y="223931"/>
                  </a:lnTo>
                  <a:lnTo>
                    <a:pt x="66570" y="218940"/>
                  </a:lnTo>
                  <a:lnTo>
                    <a:pt x="67970" y="213768"/>
                  </a:lnTo>
                  <a:lnTo>
                    <a:pt x="69428" y="208529"/>
                  </a:lnTo>
                  <a:lnTo>
                    <a:pt x="70819" y="203091"/>
                  </a:lnTo>
                  <a:lnTo>
                    <a:pt x="72219" y="197604"/>
                  </a:lnTo>
                  <a:lnTo>
                    <a:pt x="73676" y="191918"/>
                  </a:lnTo>
                  <a:lnTo>
                    <a:pt x="75076" y="186231"/>
                  </a:lnTo>
                  <a:lnTo>
                    <a:pt x="76467" y="180364"/>
                  </a:lnTo>
                  <a:lnTo>
                    <a:pt x="77867" y="174430"/>
                  </a:lnTo>
                  <a:lnTo>
                    <a:pt x="79324" y="168429"/>
                  </a:lnTo>
                  <a:lnTo>
                    <a:pt x="80724" y="162371"/>
                  </a:lnTo>
                  <a:lnTo>
                    <a:pt x="82125" y="156247"/>
                  </a:lnTo>
                  <a:lnTo>
                    <a:pt x="83582" y="150056"/>
                  </a:lnTo>
                  <a:lnTo>
                    <a:pt x="84982" y="143807"/>
                  </a:lnTo>
                  <a:lnTo>
                    <a:pt x="86373" y="137559"/>
                  </a:lnTo>
                  <a:lnTo>
                    <a:pt x="87830" y="131301"/>
                  </a:lnTo>
                  <a:lnTo>
                    <a:pt x="89230" y="125052"/>
                  </a:lnTo>
                  <a:lnTo>
                    <a:pt x="90630" y="118804"/>
                  </a:lnTo>
                  <a:lnTo>
                    <a:pt x="92088" y="112546"/>
                  </a:lnTo>
                  <a:lnTo>
                    <a:pt x="93488" y="106364"/>
                  </a:lnTo>
                  <a:lnTo>
                    <a:pt x="94879" y="100173"/>
                  </a:lnTo>
                  <a:lnTo>
                    <a:pt x="96336" y="94115"/>
                  </a:lnTo>
                  <a:lnTo>
                    <a:pt x="97736" y="88048"/>
                  </a:lnTo>
                  <a:lnTo>
                    <a:pt x="99136" y="82180"/>
                  </a:lnTo>
                  <a:lnTo>
                    <a:pt x="100593" y="76370"/>
                  </a:lnTo>
                  <a:lnTo>
                    <a:pt x="101994" y="70684"/>
                  </a:lnTo>
                  <a:lnTo>
                    <a:pt x="103384" y="65131"/>
                  </a:lnTo>
                  <a:lnTo>
                    <a:pt x="104842" y="59768"/>
                  </a:lnTo>
                  <a:lnTo>
                    <a:pt x="106242" y="54463"/>
                  </a:lnTo>
                  <a:lnTo>
                    <a:pt x="107642" y="49414"/>
                  </a:lnTo>
                  <a:lnTo>
                    <a:pt x="109033" y="44547"/>
                  </a:lnTo>
                  <a:lnTo>
                    <a:pt x="110500" y="39880"/>
                  </a:lnTo>
                  <a:lnTo>
                    <a:pt x="111890" y="35393"/>
                  </a:lnTo>
                  <a:lnTo>
                    <a:pt x="113290" y="31165"/>
                  </a:lnTo>
                  <a:lnTo>
                    <a:pt x="114748" y="27116"/>
                  </a:lnTo>
                  <a:lnTo>
                    <a:pt x="116148" y="23392"/>
                  </a:lnTo>
                  <a:lnTo>
                    <a:pt x="117539" y="19925"/>
                  </a:lnTo>
                  <a:lnTo>
                    <a:pt x="119005" y="16639"/>
                  </a:lnTo>
                  <a:lnTo>
                    <a:pt x="120396" y="13667"/>
                  </a:lnTo>
                  <a:lnTo>
                    <a:pt x="121796" y="11019"/>
                  </a:lnTo>
                  <a:lnTo>
                    <a:pt x="123253" y="8561"/>
                  </a:lnTo>
                  <a:lnTo>
                    <a:pt x="124654" y="6409"/>
                  </a:lnTo>
                  <a:lnTo>
                    <a:pt x="126044" y="4647"/>
                  </a:lnTo>
                  <a:lnTo>
                    <a:pt x="127511" y="3123"/>
                  </a:lnTo>
                  <a:lnTo>
                    <a:pt x="128902" y="1865"/>
                  </a:lnTo>
                  <a:lnTo>
                    <a:pt x="130302" y="980"/>
                  </a:lnTo>
                  <a:lnTo>
                    <a:pt x="131759" y="351"/>
                  </a:lnTo>
                  <a:lnTo>
                    <a:pt x="133160" y="-30"/>
                  </a:lnTo>
                  <a:lnTo>
                    <a:pt x="134550" y="37"/>
                  </a:lnTo>
                  <a:lnTo>
                    <a:pt x="135950" y="285"/>
                  </a:lnTo>
                  <a:lnTo>
                    <a:pt x="137408" y="856"/>
                  </a:lnTo>
                  <a:lnTo>
                    <a:pt x="138808" y="1741"/>
                  </a:lnTo>
                  <a:lnTo>
                    <a:pt x="140199" y="2942"/>
                  </a:lnTo>
                  <a:lnTo>
                    <a:pt x="141665" y="4323"/>
                  </a:lnTo>
                  <a:lnTo>
                    <a:pt x="143056" y="6095"/>
                  </a:lnTo>
                  <a:lnTo>
                    <a:pt x="144456" y="8057"/>
                  </a:lnTo>
                  <a:lnTo>
                    <a:pt x="145914" y="10266"/>
                  </a:lnTo>
                  <a:lnTo>
                    <a:pt x="147314" y="12791"/>
                  </a:lnTo>
                  <a:lnTo>
                    <a:pt x="148714" y="15563"/>
                  </a:lnTo>
                  <a:lnTo>
                    <a:pt x="150171" y="18468"/>
                  </a:lnTo>
                  <a:lnTo>
                    <a:pt x="151562" y="21687"/>
                  </a:lnTo>
                  <a:lnTo>
                    <a:pt x="152962" y="25097"/>
                  </a:lnTo>
                  <a:lnTo>
                    <a:pt x="154419" y="28697"/>
                  </a:lnTo>
                  <a:lnTo>
                    <a:pt x="155819" y="32488"/>
                  </a:lnTo>
                  <a:lnTo>
                    <a:pt x="157220" y="36470"/>
                  </a:lnTo>
                  <a:lnTo>
                    <a:pt x="158677" y="40566"/>
                  </a:lnTo>
                  <a:lnTo>
                    <a:pt x="160068" y="44804"/>
                  </a:lnTo>
                  <a:lnTo>
                    <a:pt x="161468" y="49224"/>
                  </a:lnTo>
                  <a:lnTo>
                    <a:pt x="162868" y="53767"/>
                  </a:lnTo>
                  <a:lnTo>
                    <a:pt x="164325" y="58377"/>
                  </a:lnTo>
                  <a:lnTo>
                    <a:pt x="165726" y="63178"/>
                  </a:lnTo>
                  <a:lnTo>
                    <a:pt x="167116" y="67969"/>
                  </a:lnTo>
                  <a:lnTo>
                    <a:pt x="168574" y="72836"/>
                  </a:lnTo>
                  <a:lnTo>
                    <a:pt x="169974" y="77818"/>
                  </a:lnTo>
                  <a:lnTo>
                    <a:pt x="171374" y="82809"/>
                  </a:lnTo>
                  <a:lnTo>
                    <a:pt x="172831" y="87867"/>
                  </a:lnTo>
                  <a:lnTo>
                    <a:pt x="174231" y="92915"/>
                  </a:lnTo>
                  <a:lnTo>
                    <a:pt x="175622" y="98030"/>
                  </a:lnTo>
                  <a:lnTo>
                    <a:pt x="177089" y="103145"/>
                  </a:lnTo>
                  <a:lnTo>
                    <a:pt x="178479" y="108193"/>
                  </a:lnTo>
                  <a:lnTo>
                    <a:pt x="179880" y="113242"/>
                  </a:lnTo>
                  <a:lnTo>
                    <a:pt x="181337" y="118299"/>
                  </a:lnTo>
                  <a:lnTo>
                    <a:pt x="182737" y="123281"/>
                  </a:lnTo>
                  <a:lnTo>
                    <a:pt x="184128" y="128205"/>
                  </a:lnTo>
                  <a:lnTo>
                    <a:pt x="185595" y="133139"/>
                  </a:lnTo>
                  <a:lnTo>
                    <a:pt x="186985" y="137930"/>
                  </a:lnTo>
                  <a:lnTo>
                    <a:pt x="188385" y="142730"/>
                  </a:lnTo>
                  <a:lnTo>
                    <a:pt x="189843" y="147408"/>
                  </a:lnTo>
                  <a:lnTo>
                    <a:pt x="191243" y="152018"/>
                  </a:lnTo>
                  <a:lnTo>
                    <a:pt x="192634" y="156561"/>
                  </a:lnTo>
                  <a:lnTo>
                    <a:pt x="194034" y="161047"/>
                  </a:lnTo>
                  <a:lnTo>
                    <a:pt x="195491" y="165334"/>
                  </a:lnTo>
                  <a:lnTo>
                    <a:pt x="196891" y="169629"/>
                  </a:lnTo>
                  <a:lnTo>
                    <a:pt x="198282" y="173734"/>
                  </a:lnTo>
                  <a:lnTo>
                    <a:pt x="199749" y="177840"/>
                  </a:lnTo>
                  <a:lnTo>
                    <a:pt x="201139" y="181755"/>
                  </a:lnTo>
                  <a:lnTo>
                    <a:pt x="202540" y="185603"/>
                  </a:lnTo>
                  <a:lnTo>
                    <a:pt x="203997" y="189327"/>
                  </a:lnTo>
                  <a:lnTo>
                    <a:pt x="205397" y="192927"/>
                  </a:lnTo>
                  <a:lnTo>
                    <a:pt x="206788" y="196404"/>
                  </a:lnTo>
                  <a:lnTo>
                    <a:pt x="208255" y="199814"/>
                  </a:lnTo>
                  <a:lnTo>
                    <a:pt x="209645" y="203091"/>
                  </a:lnTo>
                  <a:lnTo>
                    <a:pt x="211045" y="206253"/>
                  </a:lnTo>
                  <a:lnTo>
                    <a:pt x="212503" y="209349"/>
                  </a:lnTo>
                  <a:lnTo>
                    <a:pt x="213903" y="212254"/>
                  </a:lnTo>
                  <a:lnTo>
                    <a:pt x="215294" y="215092"/>
                  </a:lnTo>
                  <a:lnTo>
                    <a:pt x="216761" y="217874"/>
                  </a:lnTo>
                  <a:lnTo>
                    <a:pt x="218151" y="220522"/>
                  </a:lnTo>
                  <a:lnTo>
                    <a:pt x="219551" y="223045"/>
                  </a:lnTo>
                  <a:lnTo>
                    <a:pt x="220952" y="225513"/>
                  </a:lnTo>
                  <a:lnTo>
                    <a:pt x="222409" y="227779"/>
                  </a:lnTo>
                  <a:lnTo>
                    <a:pt x="223799" y="230056"/>
                  </a:lnTo>
                  <a:lnTo>
                    <a:pt x="225200" y="232199"/>
                  </a:lnTo>
                  <a:lnTo>
                    <a:pt x="226657" y="234285"/>
                  </a:lnTo>
                  <a:lnTo>
                    <a:pt x="228057" y="236247"/>
                  </a:lnTo>
                  <a:lnTo>
                    <a:pt x="229457" y="238143"/>
                  </a:lnTo>
                  <a:lnTo>
                    <a:pt x="230915" y="239972"/>
                  </a:lnTo>
                  <a:lnTo>
                    <a:pt x="232305" y="241676"/>
                  </a:lnTo>
                  <a:lnTo>
                    <a:pt x="233705" y="243381"/>
                  </a:lnTo>
                  <a:lnTo>
                    <a:pt x="235163" y="244953"/>
                  </a:lnTo>
                  <a:lnTo>
                    <a:pt x="236563" y="246410"/>
                  </a:lnTo>
                  <a:lnTo>
                    <a:pt x="237963" y="247925"/>
                  </a:lnTo>
                  <a:lnTo>
                    <a:pt x="239420" y="249249"/>
                  </a:lnTo>
                  <a:lnTo>
                    <a:pt x="240811" y="250573"/>
                  </a:lnTo>
                  <a:lnTo>
                    <a:pt x="242211" y="251840"/>
                  </a:lnTo>
                  <a:lnTo>
                    <a:pt x="243669" y="253039"/>
                  </a:lnTo>
                  <a:lnTo>
                    <a:pt x="245069" y="254173"/>
                  </a:lnTo>
                  <a:lnTo>
                    <a:pt x="246469" y="255316"/>
                  </a:lnTo>
                  <a:lnTo>
                    <a:pt x="247926" y="256326"/>
                  </a:lnTo>
                  <a:lnTo>
                    <a:pt x="249327" y="257336"/>
                  </a:lnTo>
                  <a:lnTo>
                    <a:pt x="250717" y="258279"/>
                  </a:lnTo>
                  <a:lnTo>
                    <a:pt x="252117" y="259231"/>
                  </a:lnTo>
                  <a:lnTo>
                    <a:pt x="253575" y="260050"/>
                  </a:lnTo>
                  <a:lnTo>
                    <a:pt x="254975" y="260869"/>
                  </a:lnTo>
                  <a:lnTo>
                    <a:pt x="256365" y="261688"/>
                  </a:lnTo>
                  <a:lnTo>
                    <a:pt x="257823" y="262451"/>
                  </a:lnTo>
                  <a:lnTo>
                    <a:pt x="259223" y="263146"/>
                  </a:lnTo>
                  <a:lnTo>
                    <a:pt x="260623" y="263841"/>
                  </a:lnTo>
                  <a:lnTo>
                    <a:pt x="262080" y="264536"/>
                  </a:lnTo>
                  <a:lnTo>
                    <a:pt x="263481" y="265165"/>
                  </a:lnTo>
                  <a:lnTo>
                    <a:pt x="264871" y="265727"/>
                  </a:lnTo>
                  <a:lnTo>
                    <a:pt x="266338" y="266299"/>
                  </a:lnTo>
                  <a:lnTo>
                    <a:pt x="267729" y="266870"/>
                  </a:lnTo>
                  <a:lnTo>
                    <a:pt x="269129" y="267375"/>
                  </a:lnTo>
                  <a:lnTo>
                    <a:pt x="270586" y="267880"/>
                  </a:lnTo>
                  <a:lnTo>
                    <a:pt x="271987" y="268384"/>
                  </a:lnTo>
                  <a:lnTo>
                    <a:pt x="273377" y="268823"/>
                  </a:lnTo>
                  <a:lnTo>
                    <a:pt x="274844" y="269270"/>
                  </a:lnTo>
                  <a:lnTo>
                    <a:pt x="276235" y="269642"/>
                  </a:lnTo>
                  <a:lnTo>
                    <a:pt x="277635" y="270023"/>
                  </a:lnTo>
                  <a:lnTo>
                    <a:pt x="279025" y="270404"/>
                  </a:lnTo>
                  <a:lnTo>
                    <a:pt x="280492" y="270785"/>
                  </a:lnTo>
                  <a:lnTo>
                    <a:pt x="281883" y="271099"/>
                  </a:lnTo>
                  <a:lnTo>
                    <a:pt x="283283" y="271480"/>
                  </a:lnTo>
                  <a:lnTo>
                    <a:pt x="284740" y="271728"/>
                  </a:lnTo>
                  <a:lnTo>
                    <a:pt x="286141" y="272042"/>
                  </a:lnTo>
                  <a:lnTo>
                    <a:pt x="287531" y="272356"/>
                  </a:lnTo>
                  <a:lnTo>
                    <a:pt x="288998" y="272614"/>
                  </a:lnTo>
                  <a:lnTo>
                    <a:pt x="290389" y="272861"/>
                  </a:lnTo>
                  <a:lnTo>
                    <a:pt x="291789" y="273052"/>
                  </a:lnTo>
                  <a:lnTo>
                    <a:pt x="293246" y="273309"/>
                  </a:lnTo>
                  <a:lnTo>
                    <a:pt x="294646" y="273499"/>
                  </a:lnTo>
                  <a:lnTo>
                    <a:pt x="296037" y="273690"/>
                  </a:lnTo>
                  <a:lnTo>
                    <a:pt x="297504" y="273881"/>
                  </a:lnTo>
                  <a:lnTo>
                    <a:pt x="298894" y="274061"/>
                  </a:lnTo>
                  <a:lnTo>
                    <a:pt x="300295" y="274252"/>
                  </a:lnTo>
                  <a:lnTo>
                    <a:pt x="301752" y="274385"/>
                  </a:lnTo>
                  <a:lnTo>
                    <a:pt x="303152" y="274509"/>
                  </a:lnTo>
                  <a:lnTo>
                    <a:pt x="304543" y="274633"/>
                  </a:lnTo>
                  <a:lnTo>
                    <a:pt x="306010" y="274757"/>
                  </a:lnTo>
                  <a:lnTo>
                    <a:pt x="307400" y="274890"/>
                  </a:lnTo>
                  <a:lnTo>
                    <a:pt x="308801" y="274947"/>
                  </a:lnTo>
                  <a:lnTo>
                    <a:pt x="310201" y="275071"/>
                  </a:lnTo>
                  <a:lnTo>
                    <a:pt x="311658" y="275138"/>
                  </a:lnTo>
                  <a:lnTo>
                    <a:pt x="313058" y="275204"/>
                  </a:lnTo>
                  <a:lnTo>
                    <a:pt x="314449" y="275261"/>
                  </a:lnTo>
                  <a:lnTo>
                    <a:pt x="315906" y="275328"/>
                  </a:lnTo>
                  <a:lnTo>
                    <a:pt x="317306" y="275395"/>
                  </a:lnTo>
                  <a:lnTo>
                    <a:pt x="318707" y="275452"/>
                  </a:lnTo>
                  <a:lnTo>
                    <a:pt x="320164" y="275452"/>
                  </a:lnTo>
                  <a:lnTo>
                    <a:pt x="321564" y="275519"/>
                  </a:lnTo>
                  <a:lnTo>
                    <a:pt x="322955" y="275519"/>
                  </a:lnTo>
                  <a:lnTo>
                    <a:pt x="324412" y="275519"/>
                  </a:lnTo>
                  <a:lnTo>
                    <a:pt x="325812" y="275585"/>
                  </a:lnTo>
                  <a:lnTo>
                    <a:pt x="327212" y="275585"/>
                  </a:lnTo>
                  <a:lnTo>
                    <a:pt x="328670" y="275585"/>
                  </a:lnTo>
                  <a:lnTo>
                    <a:pt x="330060" y="275585"/>
                  </a:lnTo>
                  <a:lnTo>
                    <a:pt x="331460" y="275519"/>
                  </a:lnTo>
                  <a:lnTo>
                    <a:pt x="332918" y="275519"/>
                  </a:lnTo>
                  <a:lnTo>
                    <a:pt x="334318" y="275519"/>
                  </a:lnTo>
                  <a:lnTo>
                    <a:pt x="335718" y="275519"/>
                  </a:lnTo>
                  <a:lnTo>
                    <a:pt x="337109" y="275452"/>
                  </a:lnTo>
                  <a:lnTo>
                    <a:pt x="338576" y="275452"/>
                  </a:lnTo>
                  <a:lnTo>
                    <a:pt x="339966" y="275395"/>
                  </a:lnTo>
                  <a:lnTo>
                    <a:pt x="341367" y="275328"/>
                  </a:lnTo>
                  <a:lnTo>
                    <a:pt x="342824" y="275328"/>
                  </a:lnTo>
                  <a:lnTo>
                    <a:pt x="344224" y="275261"/>
                  </a:lnTo>
                  <a:lnTo>
                    <a:pt x="345615" y="275261"/>
                  </a:lnTo>
                  <a:lnTo>
                    <a:pt x="347082" y="275204"/>
                  </a:lnTo>
                  <a:lnTo>
                    <a:pt x="348472" y="275138"/>
                  </a:lnTo>
                  <a:lnTo>
                    <a:pt x="349872" y="275071"/>
                  </a:lnTo>
                  <a:lnTo>
                    <a:pt x="351330" y="275014"/>
                  </a:lnTo>
                  <a:lnTo>
                    <a:pt x="352730" y="275014"/>
                  </a:lnTo>
                  <a:lnTo>
                    <a:pt x="354120" y="274947"/>
                  </a:lnTo>
                  <a:lnTo>
                    <a:pt x="355588" y="274890"/>
                  </a:lnTo>
                  <a:lnTo>
                    <a:pt x="356978" y="274824"/>
                  </a:lnTo>
                  <a:lnTo>
                    <a:pt x="358378" y="274757"/>
                  </a:lnTo>
                  <a:lnTo>
                    <a:pt x="359836" y="274700"/>
                  </a:lnTo>
                  <a:lnTo>
                    <a:pt x="361236" y="274633"/>
                  </a:lnTo>
                  <a:lnTo>
                    <a:pt x="362626" y="274633"/>
                  </a:lnTo>
                  <a:lnTo>
                    <a:pt x="364027" y="274566"/>
                  </a:lnTo>
                  <a:lnTo>
                    <a:pt x="365484" y="274509"/>
                  </a:lnTo>
                  <a:lnTo>
                    <a:pt x="366884" y="274442"/>
                  </a:lnTo>
                  <a:lnTo>
                    <a:pt x="368275" y="274385"/>
                  </a:lnTo>
                  <a:lnTo>
                    <a:pt x="369742" y="274318"/>
                  </a:lnTo>
                  <a:lnTo>
                    <a:pt x="371132" y="274252"/>
                  </a:lnTo>
                  <a:lnTo>
                    <a:pt x="372532" y="274195"/>
                  </a:lnTo>
                  <a:lnTo>
                    <a:pt x="373990" y="274128"/>
                  </a:lnTo>
                  <a:lnTo>
                    <a:pt x="375390" y="274061"/>
                  </a:lnTo>
                  <a:lnTo>
                    <a:pt x="376780" y="274004"/>
                  </a:lnTo>
                  <a:lnTo>
                    <a:pt x="378247" y="273938"/>
                  </a:lnTo>
                  <a:lnTo>
                    <a:pt x="379638" y="273881"/>
                  </a:lnTo>
                  <a:lnTo>
                    <a:pt x="381038" y="273881"/>
                  </a:lnTo>
                  <a:lnTo>
                    <a:pt x="382495" y="273814"/>
                  </a:lnTo>
                  <a:lnTo>
                    <a:pt x="383896" y="273747"/>
                  </a:lnTo>
                  <a:lnTo>
                    <a:pt x="385296" y="273690"/>
                  </a:lnTo>
                  <a:lnTo>
                    <a:pt x="386753" y="273623"/>
                  </a:lnTo>
                  <a:lnTo>
                    <a:pt x="388144" y="273557"/>
                  </a:lnTo>
                  <a:lnTo>
                    <a:pt x="389544" y="273499"/>
                  </a:lnTo>
                  <a:lnTo>
                    <a:pt x="391001" y="273433"/>
                  </a:lnTo>
                  <a:lnTo>
                    <a:pt x="392402" y="273366"/>
                  </a:lnTo>
                  <a:lnTo>
                    <a:pt x="393802" y="273309"/>
                  </a:lnTo>
                  <a:lnTo>
                    <a:pt x="395192" y="273185"/>
                  </a:lnTo>
                  <a:lnTo>
                    <a:pt x="396650" y="273118"/>
                  </a:lnTo>
                  <a:lnTo>
                    <a:pt x="398050" y="273052"/>
                  </a:lnTo>
                  <a:lnTo>
                    <a:pt x="399450" y="272995"/>
                  </a:lnTo>
                  <a:lnTo>
                    <a:pt x="400907" y="272928"/>
                  </a:lnTo>
                  <a:lnTo>
                    <a:pt x="402308" y="272861"/>
                  </a:lnTo>
                  <a:lnTo>
                    <a:pt x="403698" y="272804"/>
                  </a:lnTo>
                  <a:lnTo>
                    <a:pt x="405155" y="272680"/>
                  </a:lnTo>
                  <a:lnTo>
                    <a:pt x="406556" y="272614"/>
                  </a:lnTo>
                  <a:lnTo>
                    <a:pt x="407956" y="272547"/>
                  </a:lnTo>
                  <a:lnTo>
                    <a:pt x="409413" y="272423"/>
                  </a:lnTo>
                  <a:lnTo>
                    <a:pt x="410813" y="272356"/>
                  </a:lnTo>
                  <a:lnTo>
                    <a:pt x="412204" y="272299"/>
                  </a:lnTo>
                  <a:lnTo>
                    <a:pt x="413671" y="272175"/>
                  </a:lnTo>
                  <a:lnTo>
                    <a:pt x="415061" y="272109"/>
                  </a:lnTo>
                  <a:lnTo>
                    <a:pt x="416462" y="271985"/>
                  </a:lnTo>
                  <a:lnTo>
                    <a:pt x="417919" y="271919"/>
                  </a:lnTo>
                  <a:lnTo>
                    <a:pt x="419319" y="271795"/>
                  </a:lnTo>
                  <a:lnTo>
                    <a:pt x="420710" y="271728"/>
                  </a:lnTo>
                  <a:lnTo>
                    <a:pt x="422110" y="271604"/>
                  </a:lnTo>
                  <a:lnTo>
                    <a:pt x="423567" y="271480"/>
                  </a:lnTo>
                  <a:lnTo>
                    <a:pt x="424968" y="271347"/>
                  </a:lnTo>
                  <a:lnTo>
                    <a:pt x="426358" y="271290"/>
                  </a:lnTo>
                  <a:lnTo>
                    <a:pt x="427825" y="271156"/>
                  </a:lnTo>
                  <a:lnTo>
                    <a:pt x="429216" y="271033"/>
                  </a:lnTo>
                  <a:lnTo>
                    <a:pt x="430616" y="270909"/>
                  </a:lnTo>
                  <a:lnTo>
                    <a:pt x="432073" y="270785"/>
                  </a:lnTo>
                  <a:lnTo>
                    <a:pt x="433473" y="270652"/>
                  </a:lnTo>
                  <a:lnTo>
                    <a:pt x="434864" y="270528"/>
                  </a:lnTo>
                  <a:lnTo>
                    <a:pt x="436331" y="270404"/>
                  </a:lnTo>
                  <a:lnTo>
                    <a:pt x="437721" y="270213"/>
                  </a:lnTo>
                  <a:lnTo>
                    <a:pt x="439122" y="270090"/>
                  </a:lnTo>
                  <a:lnTo>
                    <a:pt x="440579" y="269966"/>
                  </a:lnTo>
                  <a:lnTo>
                    <a:pt x="441979" y="269775"/>
                  </a:lnTo>
                  <a:lnTo>
                    <a:pt x="443370" y="269642"/>
                  </a:lnTo>
                  <a:lnTo>
                    <a:pt x="444837" y="269461"/>
                  </a:lnTo>
                  <a:lnTo>
                    <a:pt x="446227" y="269270"/>
                  </a:lnTo>
                  <a:lnTo>
                    <a:pt x="447628" y="269080"/>
                  </a:lnTo>
                  <a:lnTo>
                    <a:pt x="449085" y="268889"/>
                  </a:lnTo>
                  <a:lnTo>
                    <a:pt x="450485" y="268699"/>
                  </a:lnTo>
                  <a:lnTo>
                    <a:pt x="451876" y="268508"/>
                  </a:lnTo>
                  <a:lnTo>
                    <a:pt x="453276" y="268261"/>
                  </a:lnTo>
                  <a:lnTo>
                    <a:pt x="454733" y="268070"/>
                  </a:lnTo>
                  <a:lnTo>
                    <a:pt x="456133" y="267813"/>
                  </a:lnTo>
                  <a:lnTo>
                    <a:pt x="457533" y="267565"/>
                  </a:lnTo>
                  <a:lnTo>
                    <a:pt x="458991" y="267308"/>
                  </a:lnTo>
                  <a:lnTo>
                    <a:pt x="460381" y="266994"/>
                  </a:lnTo>
                  <a:lnTo>
                    <a:pt x="461782" y="266679"/>
                  </a:lnTo>
                  <a:lnTo>
                    <a:pt x="463239" y="266365"/>
                  </a:lnTo>
                  <a:lnTo>
                    <a:pt x="464639" y="266051"/>
                  </a:lnTo>
                  <a:lnTo>
                    <a:pt x="466039" y="265727"/>
                  </a:lnTo>
                  <a:lnTo>
                    <a:pt x="467497" y="265356"/>
                  </a:lnTo>
                  <a:lnTo>
                    <a:pt x="468887" y="264975"/>
                  </a:lnTo>
                  <a:lnTo>
                    <a:pt x="470287" y="264536"/>
                  </a:lnTo>
                  <a:lnTo>
                    <a:pt x="471745" y="264089"/>
                  </a:lnTo>
                  <a:lnTo>
                    <a:pt x="473145" y="263650"/>
                  </a:lnTo>
                  <a:lnTo>
                    <a:pt x="474545" y="263146"/>
                  </a:lnTo>
                  <a:lnTo>
                    <a:pt x="476003" y="262641"/>
                  </a:lnTo>
                  <a:lnTo>
                    <a:pt x="477393" y="262136"/>
                  </a:lnTo>
                  <a:lnTo>
                    <a:pt x="478793" y="261498"/>
                  </a:lnTo>
                  <a:lnTo>
                    <a:pt x="480193" y="260936"/>
                  </a:lnTo>
                  <a:lnTo>
                    <a:pt x="481651" y="260241"/>
                  </a:lnTo>
                  <a:lnTo>
                    <a:pt x="483051" y="259545"/>
                  </a:lnTo>
                  <a:lnTo>
                    <a:pt x="484442" y="258850"/>
                  </a:lnTo>
                  <a:lnTo>
                    <a:pt x="485908" y="258088"/>
                  </a:lnTo>
                  <a:lnTo>
                    <a:pt x="487299" y="257269"/>
                  </a:lnTo>
                  <a:lnTo>
                    <a:pt x="488699" y="256383"/>
                  </a:lnTo>
                  <a:lnTo>
                    <a:pt x="490157" y="255507"/>
                  </a:lnTo>
                  <a:lnTo>
                    <a:pt x="491557" y="254554"/>
                  </a:lnTo>
                  <a:lnTo>
                    <a:pt x="492947" y="253545"/>
                  </a:lnTo>
                  <a:lnTo>
                    <a:pt x="494405" y="252535"/>
                  </a:lnTo>
                  <a:lnTo>
                    <a:pt x="495805" y="251401"/>
                  </a:lnTo>
                  <a:lnTo>
                    <a:pt x="497205" y="250201"/>
                  </a:lnTo>
                  <a:lnTo>
                    <a:pt x="498662" y="249001"/>
                  </a:lnTo>
                  <a:lnTo>
                    <a:pt x="500063" y="247668"/>
                  </a:lnTo>
                  <a:lnTo>
                    <a:pt x="501453" y="246344"/>
                  </a:lnTo>
                  <a:lnTo>
                    <a:pt x="502920" y="244953"/>
                  </a:lnTo>
                  <a:lnTo>
                    <a:pt x="504311" y="243438"/>
                  </a:lnTo>
                  <a:lnTo>
                    <a:pt x="505711" y="241867"/>
                  </a:lnTo>
                  <a:lnTo>
                    <a:pt x="507168" y="240286"/>
                  </a:lnTo>
                  <a:lnTo>
                    <a:pt x="508568" y="238581"/>
                  </a:lnTo>
                  <a:lnTo>
                    <a:pt x="509959" y="236809"/>
                  </a:lnTo>
                  <a:lnTo>
                    <a:pt x="511359" y="234980"/>
                  </a:lnTo>
                  <a:lnTo>
                    <a:pt x="512817" y="233085"/>
                  </a:lnTo>
                  <a:lnTo>
                    <a:pt x="514217" y="231066"/>
                  </a:lnTo>
                  <a:lnTo>
                    <a:pt x="515607" y="229046"/>
                  </a:lnTo>
                  <a:lnTo>
                    <a:pt x="517074" y="226903"/>
                  </a:lnTo>
                  <a:lnTo>
                    <a:pt x="518465" y="224694"/>
                  </a:lnTo>
                  <a:lnTo>
                    <a:pt x="519865" y="222417"/>
                  </a:lnTo>
                  <a:lnTo>
                    <a:pt x="521322" y="220083"/>
                  </a:lnTo>
                  <a:lnTo>
                    <a:pt x="522723" y="217616"/>
                  </a:lnTo>
                  <a:lnTo>
                    <a:pt x="524113" y="215159"/>
                  </a:lnTo>
                  <a:lnTo>
                    <a:pt x="525580" y="212568"/>
                  </a:lnTo>
                  <a:lnTo>
                    <a:pt x="526971" y="209911"/>
                  </a:lnTo>
                  <a:lnTo>
                    <a:pt x="528371" y="207263"/>
                  </a:lnTo>
                  <a:lnTo>
                    <a:pt x="529828" y="204481"/>
                  </a:lnTo>
                  <a:lnTo>
                    <a:pt x="531228" y="201643"/>
                  </a:lnTo>
                  <a:lnTo>
                    <a:pt x="532619" y="198738"/>
                  </a:lnTo>
                  <a:lnTo>
                    <a:pt x="534086" y="195832"/>
                  </a:lnTo>
                  <a:lnTo>
                    <a:pt x="535477" y="192804"/>
                  </a:lnTo>
                  <a:lnTo>
                    <a:pt x="536877" y="189775"/>
                  </a:lnTo>
                  <a:lnTo>
                    <a:pt x="538277" y="186679"/>
                  </a:lnTo>
                  <a:lnTo>
                    <a:pt x="539734" y="183583"/>
                  </a:lnTo>
                  <a:lnTo>
                    <a:pt x="541125" y="180431"/>
                  </a:lnTo>
                  <a:lnTo>
                    <a:pt x="542525" y="177268"/>
                  </a:lnTo>
                  <a:lnTo>
                    <a:pt x="543982" y="174049"/>
                  </a:lnTo>
                  <a:lnTo>
                    <a:pt x="545383" y="170829"/>
                  </a:lnTo>
                  <a:lnTo>
                    <a:pt x="546783" y="167610"/>
                  </a:lnTo>
                  <a:lnTo>
                    <a:pt x="548240" y="164324"/>
                  </a:lnTo>
                  <a:lnTo>
                    <a:pt x="549640" y="161104"/>
                  </a:lnTo>
                  <a:lnTo>
                    <a:pt x="551031" y="157885"/>
                  </a:lnTo>
                  <a:lnTo>
                    <a:pt x="552488" y="154666"/>
                  </a:lnTo>
                  <a:lnTo>
                    <a:pt x="553889" y="151513"/>
                  </a:lnTo>
                  <a:lnTo>
                    <a:pt x="555288" y="148350"/>
                  </a:lnTo>
                  <a:lnTo>
                    <a:pt x="556746" y="145255"/>
                  </a:lnTo>
                  <a:lnTo>
                    <a:pt x="558136" y="142226"/>
                  </a:lnTo>
                  <a:lnTo>
                    <a:pt x="559537" y="139264"/>
                  </a:lnTo>
                  <a:lnTo>
                    <a:pt x="560994" y="136358"/>
                  </a:lnTo>
                  <a:lnTo>
                    <a:pt x="562394" y="133511"/>
                  </a:lnTo>
                  <a:lnTo>
                    <a:pt x="563794" y="130739"/>
                  </a:lnTo>
                  <a:lnTo>
                    <a:pt x="565185" y="128081"/>
                  </a:lnTo>
                  <a:lnTo>
                    <a:pt x="566652" y="125490"/>
                  </a:lnTo>
                  <a:lnTo>
                    <a:pt x="568043" y="123033"/>
                  </a:lnTo>
                  <a:lnTo>
                    <a:pt x="569443" y="120699"/>
                  </a:lnTo>
                  <a:lnTo>
                    <a:pt x="570900" y="118490"/>
                  </a:lnTo>
                  <a:lnTo>
                    <a:pt x="572300" y="116404"/>
                  </a:lnTo>
                  <a:lnTo>
                    <a:pt x="573691" y="114442"/>
                  </a:lnTo>
                  <a:lnTo>
                    <a:pt x="575158" y="112679"/>
                  </a:lnTo>
                  <a:lnTo>
                    <a:pt x="576548" y="111031"/>
                  </a:lnTo>
                  <a:lnTo>
                    <a:pt x="577948" y="109517"/>
                  </a:lnTo>
                  <a:lnTo>
                    <a:pt x="579406" y="108193"/>
                  </a:lnTo>
                  <a:lnTo>
                    <a:pt x="580806" y="107059"/>
                  </a:lnTo>
                  <a:lnTo>
                    <a:pt x="582197" y="106050"/>
                  </a:lnTo>
                  <a:lnTo>
                    <a:pt x="583663" y="105355"/>
                  </a:lnTo>
                  <a:lnTo>
                    <a:pt x="585054" y="104717"/>
                  </a:lnTo>
                  <a:lnTo>
                    <a:pt x="586454" y="104278"/>
                  </a:lnTo>
                  <a:lnTo>
                    <a:pt x="587912" y="104088"/>
                  </a:lnTo>
                  <a:lnTo>
                    <a:pt x="589312" y="104088"/>
                  </a:lnTo>
                  <a:lnTo>
                    <a:pt x="590703" y="104211"/>
                  </a:lnTo>
                  <a:lnTo>
                    <a:pt x="592169" y="104660"/>
                  </a:lnTo>
                  <a:lnTo>
                    <a:pt x="593560" y="105221"/>
                  </a:lnTo>
                  <a:lnTo>
                    <a:pt x="594960" y="105983"/>
                  </a:lnTo>
                  <a:lnTo>
                    <a:pt x="596351" y="106936"/>
                  </a:lnTo>
                  <a:lnTo>
                    <a:pt x="597818" y="108126"/>
                  </a:lnTo>
                  <a:lnTo>
                    <a:pt x="599208" y="109460"/>
                  </a:lnTo>
                  <a:lnTo>
                    <a:pt x="600609" y="111031"/>
                  </a:lnTo>
                  <a:lnTo>
                    <a:pt x="602066" y="112803"/>
                  </a:lnTo>
                  <a:lnTo>
                    <a:pt x="603466" y="114698"/>
                  </a:lnTo>
                  <a:lnTo>
                    <a:pt x="604857" y="116842"/>
                  </a:lnTo>
                  <a:lnTo>
                    <a:pt x="606323" y="119118"/>
                  </a:lnTo>
                  <a:lnTo>
                    <a:pt x="607714" y="121576"/>
                  </a:lnTo>
                  <a:lnTo>
                    <a:pt x="609114" y="124166"/>
                  </a:lnTo>
                  <a:lnTo>
                    <a:pt x="610572" y="127015"/>
                  </a:lnTo>
                  <a:lnTo>
                    <a:pt x="611972" y="129910"/>
                  </a:lnTo>
                  <a:lnTo>
                    <a:pt x="613362" y="133005"/>
                  </a:lnTo>
                  <a:lnTo>
                    <a:pt x="614829" y="136225"/>
                  </a:lnTo>
                  <a:lnTo>
                    <a:pt x="616220" y="139578"/>
                  </a:lnTo>
                  <a:lnTo>
                    <a:pt x="617620" y="143045"/>
                  </a:lnTo>
                  <a:lnTo>
                    <a:pt x="619078" y="146645"/>
                  </a:lnTo>
                  <a:lnTo>
                    <a:pt x="620478" y="150313"/>
                  </a:lnTo>
                  <a:lnTo>
                    <a:pt x="621868" y="154094"/>
                  </a:lnTo>
                  <a:lnTo>
                    <a:pt x="623269" y="157952"/>
                  </a:lnTo>
                  <a:lnTo>
                    <a:pt x="624726" y="161923"/>
                  </a:lnTo>
                  <a:lnTo>
                    <a:pt x="626126" y="165905"/>
                  </a:lnTo>
                  <a:lnTo>
                    <a:pt x="627526" y="170010"/>
                  </a:lnTo>
                  <a:lnTo>
                    <a:pt x="628983" y="174116"/>
                  </a:lnTo>
                  <a:lnTo>
                    <a:pt x="630374" y="178278"/>
                  </a:lnTo>
                  <a:lnTo>
                    <a:pt x="631774" y="182450"/>
                  </a:lnTo>
                  <a:lnTo>
                    <a:pt x="633232" y="186679"/>
                  </a:lnTo>
                  <a:lnTo>
                    <a:pt x="634632" y="190908"/>
                  </a:lnTo>
                  <a:lnTo>
                    <a:pt x="636032" y="195137"/>
                  </a:lnTo>
                  <a:lnTo>
                    <a:pt x="637489" y="199309"/>
                  </a:lnTo>
                  <a:lnTo>
                    <a:pt x="638889" y="203538"/>
                  </a:lnTo>
                  <a:lnTo>
                    <a:pt x="640280" y="207701"/>
                  </a:lnTo>
                  <a:lnTo>
                    <a:pt x="641737" y="211873"/>
                  </a:lnTo>
                  <a:lnTo>
                    <a:pt x="643138" y="215978"/>
                  </a:lnTo>
                  <a:lnTo>
                    <a:pt x="644538" y="220083"/>
                  </a:lnTo>
                  <a:lnTo>
                    <a:pt x="645995" y="224122"/>
                  </a:lnTo>
                  <a:lnTo>
                    <a:pt x="647395" y="228103"/>
                  </a:lnTo>
                  <a:lnTo>
                    <a:pt x="648786" y="232018"/>
                  </a:lnTo>
                  <a:lnTo>
                    <a:pt x="650243" y="235799"/>
                  </a:lnTo>
                  <a:lnTo>
                    <a:pt x="651643" y="239590"/>
                  </a:lnTo>
                  <a:lnTo>
                    <a:pt x="653043" y="243314"/>
                  </a:lnTo>
                  <a:lnTo>
                    <a:pt x="654434" y="246915"/>
                  </a:lnTo>
                  <a:lnTo>
                    <a:pt x="655901" y="250449"/>
                  </a:lnTo>
                  <a:lnTo>
                    <a:pt x="657292" y="253859"/>
                  </a:lnTo>
                  <a:lnTo>
                    <a:pt x="658692" y="257202"/>
                  </a:lnTo>
                  <a:lnTo>
                    <a:pt x="660149" y="260488"/>
                  </a:lnTo>
                  <a:lnTo>
                    <a:pt x="661549" y="263650"/>
                  </a:lnTo>
                  <a:lnTo>
                    <a:pt x="662940" y="266679"/>
                  </a:lnTo>
                  <a:lnTo>
                    <a:pt x="664407" y="269642"/>
                  </a:lnTo>
                  <a:lnTo>
                    <a:pt x="665798" y="272547"/>
                  </a:lnTo>
                  <a:lnTo>
                    <a:pt x="667198" y="275328"/>
                  </a:lnTo>
                  <a:lnTo>
                    <a:pt x="668655" y="277976"/>
                  </a:lnTo>
                  <a:lnTo>
                    <a:pt x="670055" y="280567"/>
                  </a:lnTo>
                  <a:lnTo>
                    <a:pt x="671446" y="283034"/>
                  </a:lnTo>
                  <a:lnTo>
                    <a:pt x="672913" y="285368"/>
                  </a:lnTo>
                  <a:lnTo>
                    <a:pt x="674304" y="287644"/>
                  </a:lnTo>
                  <a:lnTo>
                    <a:pt x="675703" y="289787"/>
                  </a:lnTo>
                  <a:lnTo>
                    <a:pt x="677161" y="291873"/>
                  </a:lnTo>
                  <a:lnTo>
                    <a:pt x="678561" y="293892"/>
                  </a:lnTo>
                  <a:lnTo>
                    <a:pt x="679952" y="295788"/>
                  </a:lnTo>
                  <a:lnTo>
                    <a:pt x="681352" y="297550"/>
                  </a:lnTo>
                  <a:lnTo>
                    <a:pt x="682809" y="299255"/>
                  </a:lnTo>
                  <a:lnTo>
                    <a:pt x="684209" y="300903"/>
                  </a:lnTo>
                  <a:lnTo>
                    <a:pt x="685610" y="302417"/>
                  </a:lnTo>
                  <a:lnTo>
                    <a:pt x="687067" y="303865"/>
                  </a:lnTo>
                  <a:lnTo>
                    <a:pt x="688458" y="305256"/>
                  </a:lnTo>
                  <a:lnTo>
                    <a:pt x="689858" y="306523"/>
                  </a:lnTo>
                  <a:lnTo>
                    <a:pt x="691315" y="307780"/>
                  </a:lnTo>
                  <a:lnTo>
                    <a:pt x="692715" y="308923"/>
                  </a:lnTo>
                  <a:lnTo>
                    <a:pt x="694106" y="309989"/>
                  </a:lnTo>
                  <a:lnTo>
                    <a:pt x="695573" y="311066"/>
                  </a:lnTo>
                  <a:lnTo>
                    <a:pt x="696963" y="312009"/>
                  </a:lnTo>
                  <a:lnTo>
                    <a:pt x="698363" y="312895"/>
                  </a:lnTo>
                  <a:lnTo>
                    <a:pt x="699821" y="313714"/>
                  </a:lnTo>
                  <a:lnTo>
                    <a:pt x="701221" y="314543"/>
                  </a:lnTo>
                  <a:lnTo>
                    <a:pt x="702621" y="315238"/>
                  </a:lnTo>
                  <a:lnTo>
                    <a:pt x="704079" y="315933"/>
                  </a:lnTo>
                  <a:lnTo>
                    <a:pt x="705469" y="316562"/>
                  </a:lnTo>
                  <a:lnTo>
                    <a:pt x="706869" y="317191"/>
                  </a:lnTo>
                  <a:lnTo>
                    <a:pt x="708327" y="317695"/>
                  </a:lnTo>
                  <a:lnTo>
                    <a:pt x="709727" y="318267"/>
                  </a:lnTo>
                  <a:lnTo>
                    <a:pt x="711127" y="318705"/>
                  </a:lnTo>
                  <a:lnTo>
                    <a:pt x="712518" y="319153"/>
                  </a:lnTo>
                  <a:lnTo>
                    <a:pt x="713975" y="319524"/>
                  </a:lnTo>
                  <a:lnTo>
                    <a:pt x="715375" y="319905"/>
                  </a:lnTo>
                  <a:lnTo>
                    <a:pt x="716776" y="320287"/>
                  </a:lnTo>
                  <a:lnTo>
                    <a:pt x="718233" y="320600"/>
                  </a:lnTo>
                  <a:lnTo>
                    <a:pt x="719633" y="320858"/>
                  </a:lnTo>
                  <a:lnTo>
                    <a:pt x="721024" y="321172"/>
                  </a:lnTo>
                  <a:lnTo>
                    <a:pt x="722481" y="321420"/>
                  </a:lnTo>
                  <a:lnTo>
                    <a:pt x="723881" y="321610"/>
                  </a:lnTo>
                  <a:lnTo>
                    <a:pt x="723881" y="323820"/>
                  </a:lnTo>
                  <a:lnTo>
                    <a:pt x="722481" y="323820"/>
                  </a:lnTo>
                  <a:lnTo>
                    <a:pt x="721024" y="323820"/>
                  </a:lnTo>
                  <a:lnTo>
                    <a:pt x="719633" y="323820"/>
                  </a:lnTo>
                  <a:lnTo>
                    <a:pt x="718233" y="323820"/>
                  </a:lnTo>
                  <a:lnTo>
                    <a:pt x="716776" y="323820"/>
                  </a:lnTo>
                  <a:lnTo>
                    <a:pt x="715375" y="323820"/>
                  </a:lnTo>
                  <a:lnTo>
                    <a:pt x="713975" y="323820"/>
                  </a:lnTo>
                  <a:lnTo>
                    <a:pt x="712518" y="323820"/>
                  </a:lnTo>
                  <a:lnTo>
                    <a:pt x="711127" y="323820"/>
                  </a:lnTo>
                  <a:lnTo>
                    <a:pt x="709727" y="323820"/>
                  </a:lnTo>
                  <a:lnTo>
                    <a:pt x="708327" y="323820"/>
                  </a:lnTo>
                  <a:lnTo>
                    <a:pt x="706869" y="323820"/>
                  </a:lnTo>
                  <a:lnTo>
                    <a:pt x="705469" y="323820"/>
                  </a:lnTo>
                  <a:lnTo>
                    <a:pt x="704079" y="323820"/>
                  </a:lnTo>
                  <a:lnTo>
                    <a:pt x="702621" y="323820"/>
                  </a:lnTo>
                  <a:lnTo>
                    <a:pt x="701221" y="323820"/>
                  </a:lnTo>
                  <a:lnTo>
                    <a:pt x="699821" y="323820"/>
                  </a:lnTo>
                  <a:lnTo>
                    <a:pt x="698363" y="323820"/>
                  </a:lnTo>
                  <a:lnTo>
                    <a:pt x="696963" y="323820"/>
                  </a:lnTo>
                  <a:lnTo>
                    <a:pt x="695573" y="323820"/>
                  </a:lnTo>
                  <a:lnTo>
                    <a:pt x="694106" y="323820"/>
                  </a:lnTo>
                  <a:lnTo>
                    <a:pt x="692715" y="323820"/>
                  </a:lnTo>
                  <a:lnTo>
                    <a:pt x="691315" y="323820"/>
                  </a:lnTo>
                  <a:lnTo>
                    <a:pt x="689858" y="323820"/>
                  </a:lnTo>
                  <a:lnTo>
                    <a:pt x="688458" y="323820"/>
                  </a:lnTo>
                  <a:lnTo>
                    <a:pt x="687067" y="323820"/>
                  </a:lnTo>
                  <a:lnTo>
                    <a:pt x="685610" y="323820"/>
                  </a:lnTo>
                  <a:lnTo>
                    <a:pt x="684209" y="323820"/>
                  </a:lnTo>
                  <a:lnTo>
                    <a:pt x="682809" y="323820"/>
                  </a:lnTo>
                  <a:lnTo>
                    <a:pt x="681352" y="323820"/>
                  </a:lnTo>
                  <a:lnTo>
                    <a:pt x="679952" y="323820"/>
                  </a:lnTo>
                  <a:lnTo>
                    <a:pt x="678561" y="323820"/>
                  </a:lnTo>
                  <a:lnTo>
                    <a:pt x="677161" y="323820"/>
                  </a:lnTo>
                  <a:lnTo>
                    <a:pt x="675703" y="323820"/>
                  </a:lnTo>
                  <a:lnTo>
                    <a:pt x="674304" y="323820"/>
                  </a:lnTo>
                  <a:lnTo>
                    <a:pt x="672913" y="323820"/>
                  </a:lnTo>
                  <a:lnTo>
                    <a:pt x="671446" y="323820"/>
                  </a:lnTo>
                  <a:lnTo>
                    <a:pt x="670055" y="323820"/>
                  </a:lnTo>
                  <a:lnTo>
                    <a:pt x="668655" y="323820"/>
                  </a:lnTo>
                  <a:lnTo>
                    <a:pt x="667198" y="323820"/>
                  </a:lnTo>
                  <a:lnTo>
                    <a:pt x="665798" y="323820"/>
                  </a:lnTo>
                  <a:lnTo>
                    <a:pt x="664407" y="323820"/>
                  </a:lnTo>
                  <a:lnTo>
                    <a:pt x="662940" y="323820"/>
                  </a:lnTo>
                  <a:lnTo>
                    <a:pt x="661549" y="323820"/>
                  </a:lnTo>
                  <a:lnTo>
                    <a:pt x="660149" y="323820"/>
                  </a:lnTo>
                  <a:lnTo>
                    <a:pt x="658692" y="323820"/>
                  </a:lnTo>
                  <a:lnTo>
                    <a:pt x="657292" y="323820"/>
                  </a:lnTo>
                  <a:lnTo>
                    <a:pt x="655901" y="323820"/>
                  </a:lnTo>
                  <a:lnTo>
                    <a:pt x="654434" y="323820"/>
                  </a:lnTo>
                  <a:lnTo>
                    <a:pt x="653043" y="323820"/>
                  </a:lnTo>
                  <a:lnTo>
                    <a:pt x="651643" y="323820"/>
                  </a:lnTo>
                  <a:lnTo>
                    <a:pt x="650243" y="323820"/>
                  </a:lnTo>
                  <a:lnTo>
                    <a:pt x="648786" y="323820"/>
                  </a:lnTo>
                  <a:lnTo>
                    <a:pt x="647395" y="323820"/>
                  </a:lnTo>
                  <a:lnTo>
                    <a:pt x="645995" y="323820"/>
                  </a:lnTo>
                  <a:lnTo>
                    <a:pt x="644538" y="323820"/>
                  </a:lnTo>
                  <a:lnTo>
                    <a:pt x="643138" y="323820"/>
                  </a:lnTo>
                  <a:lnTo>
                    <a:pt x="641737" y="323820"/>
                  </a:lnTo>
                  <a:lnTo>
                    <a:pt x="640280" y="323820"/>
                  </a:lnTo>
                  <a:lnTo>
                    <a:pt x="638889" y="323820"/>
                  </a:lnTo>
                  <a:lnTo>
                    <a:pt x="637489" y="323820"/>
                  </a:lnTo>
                  <a:lnTo>
                    <a:pt x="636032" y="323820"/>
                  </a:lnTo>
                  <a:lnTo>
                    <a:pt x="634632" y="323820"/>
                  </a:lnTo>
                  <a:lnTo>
                    <a:pt x="633232" y="323820"/>
                  </a:lnTo>
                  <a:lnTo>
                    <a:pt x="631774" y="323820"/>
                  </a:lnTo>
                  <a:lnTo>
                    <a:pt x="630374" y="323820"/>
                  </a:lnTo>
                  <a:lnTo>
                    <a:pt x="628983" y="323820"/>
                  </a:lnTo>
                  <a:lnTo>
                    <a:pt x="627526" y="323820"/>
                  </a:lnTo>
                  <a:lnTo>
                    <a:pt x="626126" y="323820"/>
                  </a:lnTo>
                  <a:lnTo>
                    <a:pt x="624726" y="323820"/>
                  </a:lnTo>
                  <a:lnTo>
                    <a:pt x="623269" y="323820"/>
                  </a:lnTo>
                  <a:lnTo>
                    <a:pt x="621868" y="323820"/>
                  </a:lnTo>
                  <a:lnTo>
                    <a:pt x="620478" y="323820"/>
                  </a:lnTo>
                  <a:lnTo>
                    <a:pt x="619078" y="323820"/>
                  </a:lnTo>
                  <a:lnTo>
                    <a:pt x="617620" y="323820"/>
                  </a:lnTo>
                  <a:lnTo>
                    <a:pt x="616220" y="323820"/>
                  </a:lnTo>
                  <a:lnTo>
                    <a:pt x="614829" y="323820"/>
                  </a:lnTo>
                  <a:lnTo>
                    <a:pt x="613362" y="323820"/>
                  </a:lnTo>
                  <a:lnTo>
                    <a:pt x="611972" y="323820"/>
                  </a:lnTo>
                  <a:lnTo>
                    <a:pt x="610572" y="323820"/>
                  </a:lnTo>
                  <a:lnTo>
                    <a:pt x="609114" y="323820"/>
                  </a:lnTo>
                  <a:lnTo>
                    <a:pt x="607714" y="323820"/>
                  </a:lnTo>
                  <a:lnTo>
                    <a:pt x="606323" y="323820"/>
                  </a:lnTo>
                  <a:lnTo>
                    <a:pt x="604857" y="323820"/>
                  </a:lnTo>
                  <a:lnTo>
                    <a:pt x="603466" y="323820"/>
                  </a:lnTo>
                  <a:lnTo>
                    <a:pt x="602066" y="323820"/>
                  </a:lnTo>
                  <a:lnTo>
                    <a:pt x="600609" y="323820"/>
                  </a:lnTo>
                  <a:lnTo>
                    <a:pt x="599208" y="323820"/>
                  </a:lnTo>
                  <a:lnTo>
                    <a:pt x="597818" y="323820"/>
                  </a:lnTo>
                  <a:lnTo>
                    <a:pt x="596351" y="323820"/>
                  </a:lnTo>
                  <a:lnTo>
                    <a:pt x="594960" y="323820"/>
                  </a:lnTo>
                  <a:lnTo>
                    <a:pt x="593560" y="323820"/>
                  </a:lnTo>
                  <a:lnTo>
                    <a:pt x="592169" y="323820"/>
                  </a:lnTo>
                  <a:lnTo>
                    <a:pt x="590703" y="323820"/>
                  </a:lnTo>
                  <a:lnTo>
                    <a:pt x="589312" y="323820"/>
                  </a:lnTo>
                  <a:lnTo>
                    <a:pt x="587912" y="323820"/>
                  </a:lnTo>
                  <a:lnTo>
                    <a:pt x="586454" y="323820"/>
                  </a:lnTo>
                  <a:lnTo>
                    <a:pt x="585054" y="323820"/>
                  </a:lnTo>
                  <a:lnTo>
                    <a:pt x="583663" y="323820"/>
                  </a:lnTo>
                  <a:lnTo>
                    <a:pt x="582197" y="323820"/>
                  </a:lnTo>
                  <a:lnTo>
                    <a:pt x="580806" y="323820"/>
                  </a:lnTo>
                  <a:lnTo>
                    <a:pt x="579406" y="323820"/>
                  </a:lnTo>
                  <a:lnTo>
                    <a:pt x="577948" y="323820"/>
                  </a:lnTo>
                  <a:lnTo>
                    <a:pt x="576548" y="323820"/>
                  </a:lnTo>
                  <a:lnTo>
                    <a:pt x="575158" y="323820"/>
                  </a:lnTo>
                  <a:lnTo>
                    <a:pt x="573691" y="323820"/>
                  </a:lnTo>
                  <a:lnTo>
                    <a:pt x="572300" y="323820"/>
                  </a:lnTo>
                  <a:lnTo>
                    <a:pt x="570900" y="323820"/>
                  </a:lnTo>
                  <a:lnTo>
                    <a:pt x="569443" y="323820"/>
                  </a:lnTo>
                  <a:lnTo>
                    <a:pt x="568043" y="323820"/>
                  </a:lnTo>
                  <a:lnTo>
                    <a:pt x="566652" y="323820"/>
                  </a:lnTo>
                  <a:lnTo>
                    <a:pt x="565185" y="323820"/>
                  </a:lnTo>
                  <a:lnTo>
                    <a:pt x="563794" y="323820"/>
                  </a:lnTo>
                  <a:lnTo>
                    <a:pt x="562394" y="323820"/>
                  </a:lnTo>
                  <a:lnTo>
                    <a:pt x="560994" y="323820"/>
                  </a:lnTo>
                  <a:lnTo>
                    <a:pt x="559537" y="323820"/>
                  </a:lnTo>
                  <a:lnTo>
                    <a:pt x="558136" y="323820"/>
                  </a:lnTo>
                  <a:lnTo>
                    <a:pt x="556746" y="323820"/>
                  </a:lnTo>
                  <a:lnTo>
                    <a:pt x="555288" y="323820"/>
                  </a:lnTo>
                  <a:lnTo>
                    <a:pt x="553889" y="323820"/>
                  </a:lnTo>
                  <a:lnTo>
                    <a:pt x="552488" y="323820"/>
                  </a:lnTo>
                  <a:lnTo>
                    <a:pt x="551031" y="323820"/>
                  </a:lnTo>
                  <a:lnTo>
                    <a:pt x="549640" y="323820"/>
                  </a:lnTo>
                  <a:lnTo>
                    <a:pt x="548240" y="323820"/>
                  </a:lnTo>
                  <a:lnTo>
                    <a:pt x="546783" y="323820"/>
                  </a:lnTo>
                  <a:lnTo>
                    <a:pt x="545383" y="323820"/>
                  </a:lnTo>
                  <a:lnTo>
                    <a:pt x="543982" y="323820"/>
                  </a:lnTo>
                  <a:lnTo>
                    <a:pt x="542525" y="323820"/>
                  </a:lnTo>
                  <a:lnTo>
                    <a:pt x="541125" y="323820"/>
                  </a:lnTo>
                  <a:lnTo>
                    <a:pt x="539734" y="323820"/>
                  </a:lnTo>
                  <a:lnTo>
                    <a:pt x="538277" y="323820"/>
                  </a:lnTo>
                  <a:lnTo>
                    <a:pt x="536877" y="323820"/>
                  </a:lnTo>
                  <a:lnTo>
                    <a:pt x="535477" y="323820"/>
                  </a:lnTo>
                  <a:lnTo>
                    <a:pt x="534086" y="323820"/>
                  </a:lnTo>
                  <a:lnTo>
                    <a:pt x="532619" y="323820"/>
                  </a:lnTo>
                  <a:lnTo>
                    <a:pt x="531228" y="323820"/>
                  </a:lnTo>
                  <a:lnTo>
                    <a:pt x="529828" y="323820"/>
                  </a:lnTo>
                  <a:lnTo>
                    <a:pt x="528371" y="323820"/>
                  </a:lnTo>
                  <a:lnTo>
                    <a:pt x="526971" y="323820"/>
                  </a:lnTo>
                  <a:lnTo>
                    <a:pt x="525580" y="323820"/>
                  </a:lnTo>
                  <a:lnTo>
                    <a:pt x="524113" y="323820"/>
                  </a:lnTo>
                  <a:lnTo>
                    <a:pt x="522723" y="323820"/>
                  </a:lnTo>
                  <a:lnTo>
                    <a:pt x="521322" y="323820"/>
                  </a:lnTo>
                  <a:lnTo>
                    <a:pt x="519865" y="323820"/>
                  </a:lnTo>
                  <a:lnTo>
                    <a:pt x="518465" y="323820"/>
                  </a:lnTo>
                  <a:lnTo>
                    <a:pt x="517074" y="323820"/>
                  </a:lnTo>
                  <a:lnTo>
                    <a:pt x="515607" y="323820"/>
                  </a:lnTo>
                  <a:lnTo>
                    <a:pt x="514217" y="323820"/>
                  </a:lnTo>
                  <a:lnTo>
                    <a:pt x="512817" y="323820"/>
                  </a:lnTo>
                  <a:lnTo>
                    <a:pt x="511359" y="323820"/>
                  </a:lnTo>
                  <a:lnTo>
                    <a:pt x="509959" y="323820"/>
                  </a:lnTo>
                  <a:lnTo>
                    <a:pt x="508568" y="323820"/>
                  </a:lnTo>
                  <a:lnTo>
                    <a:pt x="507168" y="323820"/>
                  </a:lnTo>
                  <a:lnTo>
                    <a:pt x="505711" y="323820"/>
                  </a:lnTo>
                  <a:lnTo>
                    <a:pt x="504311" y="323820"/>
                  </a:lnTo>
                  <a:lnTo>
                    <a:pt x="502920" y="323820"/>
                  </a:lnTo>
                  <a:lnTo>
                    <a:pt x="501453" y="323820"/>
                  </a:lnTo>
                  <a:lnTo>
                    <a:pt x="500063" y="323820"/>
                  </a:lnTo>
                  <a:lnTo>
                    <a:pt x="498662" y="323820"/>
                  </a:lnTo>
                  <a:lnTo>
                    <a:pt x="497205" y="323820"/>
                  </a:lnTo>
                  <a:lnTo>
                    <a:pt x="495805" y="323820"/>
                  </a:lnTo>
                  <a:lnTo>
                    <a:pt x="494405" y="323820"/>
                  </a:lnTo>
                  <a:lnTo>
                    <a:pt x="492947" y="323820"/>
                  </a:lnTo>
                  <a:lnTo>
                    <a:pt x="491557" y="323820"/>
                  </a:lnTo>
                  <a:lnTo>
                    <a:pt x="490157" y="323820"/>
                  </a:lnTo>
                  <a:lnTo>
                    <a:pt x="488699" y="323820"/>
                  </a:lnTo>
                  <a:lnTo>
                    <a:pt x="487299" y="323820"/>
                  </a:lnTo>
                  <a:lnTo>
                    <a:pt x="485908" y="323820"/>
                  </a:lnTo>
                  <a:lnTo>
                    <a:pt x="484442" y="323820"/>
                  </a:lnTo>
                  <a:lnTo>
                    <a:pt x="483051" y="323820"/>
                  </a:lnTo>
                  <a:lnTo>
                    <a:pt x="481651" y="323820"/>
                  </a:lnTo>
                  <a:lnTo>
                    <a:pt x="480193" y="323820"/>
                  </a:lnTo>
                  <a:lnTo>
                    <a:pt x="478793" y="323820"/>
                  </a:lnTo>
                  <a:lnTo>
                    <a:pt x="477393" y="323820"/>
                  </a:lnTo>
                  <a:lnTo>
                    <a:pt x="476003" y="323820"/>
                  </a:lnTo>
                  <a:lnTo>
                    <a:pt x="474545" y="323820"/>
                  </a:lnTo>
                  <a:lnTo>
                    <a:pt x="473145" y="323820"/>
                  </a:lnTo>
                  <a:lnTo>
                    <a:pt x="471745" y="323820"/>
                  </a:lnTo>
                  <a:lnTo>
                    <a:pt x="470287" y="323820"/>
                  </a:lnTo>
                  <a:lnTo>
                    <a:pt x="468887" y="323820"/>
                  </a:lnTo>
                  <a:lnTo>
                    <a:pt x="467497" y="323820"/>
                  </a:lnTo>
                  <a:lnTo>
                    <a:pt x="466039" y="323820"/>
                  </a:lnTo>
                  <a:lnTo>
                    <a:pt x="464639" y="323820"/>
                  </a:lnTo>
                  <a:lnTo>
                    <a:pt x="463239" y="323820"/>
                  </a:lnTo>
                  <a:lnTo>
                    <a:pt x="461782" y="323820"/>
                  </a:lnTo>
                  <a:lnTo>
                    <a:pt x="460381" y="323820"/>
                  </a:lnTo>
                  <a:lnTo>
                    <a:pt x="458991" y="323820"/>
                  </a:lnTo>
                  <a:lnTo>
                    <a:pt x="457533" y="323820"/>
                  </a:lnTo>
                  <a:lnTo>
                    <a:pt x="456133" y="323820"/>
                  </a:lnTo>
                  <a:lnTo>
                    <a:pt x="454733" y="323820"/>
                  </a:lnTo>
                  <a:lnTo>
                    <a:pt x="453276" y="323820"/>
                  </a:lnTo>
                  <a:lnTo>
                    <a:pt x="451876" y="323820"/>
                  </a:lnTo>
                  <a:lnTo>
                    <a:pt x="450485" y="323820"/>
                  </a:lnTo>
                  <a:lnTo>
                    <a:pt x="449085" y="323820"/>
                  </a:lnTo>
                  <a:lnTo>
                    <a:pt x="447628" y="323820"/>
                  </a:lnTo>
                  <a:lnTo>
                    <a:pt x="446227" y="323820"/>
                  </a:lnTo>
                  <a:lnTo>
                    <a:pt x="444837" y="323820"/>
                  </a:lnTo>
                  <a:lnTo>
                    <a:pt x="443370" y="323820"/>
                  </a:lnTo>
                  <a:lnTo>
                    <a:pt x="441979" y="323820"/>
                  </a:lnTo>
                  <a:lnTo>
                    <a:pt x="440579" y="323820"/>
                  </a:lnTo>
                  <a:lnTo>
                    <a:pt x="439122" y="323820"/>
                  </a:lnTo>
                  <a:lnTo>
                    <a:pt x="437721" y="323820"/>
                  </a:lnTo>
                  <a:lnTo>
                    <a:pt x="436331" y="323820"/>
                  </a:lnTo>
                  <a:lnTo>
                    <a:pt x="434864" y="323820"/>
                  </a:lnTo>
                  <a:lnTo>
                    <a:pt x="433473" y="323820"/>
                  </a:lnTo>
                  <a:lnTo>
                    <a:pt x="432073" y="323820"/>
                  </a:lnTo>
                  <a:lnTo>
                    <a:pt x="430616" y="323820"/>
                  </a:lnTo>
                  <a:lnTo>
                    <a:pt x="429216" y="323820"/>
                  </a:lnTo>
                  <a:lnTo>
                    <a:pt x="427825" y="323820"/>
                  </a:lnTo>
                  <a:lnTo>
                    <a:pt x="426358" y="323820"/>
                  </a:lnTo>
                  <a:lnTo>
                    <a:pt x="424968" y="323820"/>
                  </a:lnTo>
                  <a:lnTo>
                    <a:pt x="423567" y="323820"/>
                  </a:lnTo>
                  <a:lnTo>
                    <a:pt x="422110" y="323820"/>
                  </a:lnTo>
                  <a:lnTo>
                    <a:pt x="420710" y="323820"/>
                  </a:lnTo>
                  <a:lnTo>
                    <a:pt x="419319" y="323820"/>
                  </a:lnTo>
                  <a:lnTo>
                    <a:pt x="417919" y="323820"/>
                  </a:lnTo>
                  <a:lnTo>
                    <a:pt x="416462" y="323820"/>
                  </a:lnTo>
                  <a:lnTo>
                    <a:pt x="415061" y="323820"/>
                  </a:lnTo>
                  <a:lnTo>
                    <a:pt x="413671" y="323820"/>
                  </a:lnTo>
                  <a:lnTo>
                    <a:pt x="412204" y="323820"/>
                  </a:lnTo>
                  <a:lnTo>
                    <a:pt x="410813" y="323820"/>
                  </a:lnTo>
                  <a:lnTo>
                    <a:pt x="409413" y="323820"/>
                  </a:lnTo>
                  <a:lnTo>
                    <a:pt x="407956" y="323820"/>
                  </a:lnTo>
                  <a:lnTo>
                    <a:pt x="406556" y="323820"/>
                  </a:lnTo>
                  <a:lnTo>
                    <a:pt x="405155" y="323820"/>
                  </a:lnTo>
                  <a:lnTo>
                    <a:pt x="403698" y="323820"/>
                  </a:lnTo>
                  <a:lnTo>
                    <a:pt x="402308" y="323820"/>
                  </a:lnTo>
                  <a:lnTo>
                    <a:pt x="400907" y="323820"/>
                  </a:lnTo>
                  <a:lnTo>
                    <a:pt x="399450" y="323820"/>
                  </a:lnTo>
                  <a:lnTo>
                    <a:pt x="398050" y="323820"/>
                  </a:lnTo>
                  <a:lnTo>
                    <a:pt x="396650" y="323820"/>
                  </a:lnTo>
                  <a:lnTo>
                    <a:pt x="395192" y="323820"/>
                  </a:lnTo>
                  <a:lnTo>
                    <a:pt x="393802" y="323820"/>
                  </a:lnTo>
                  <a:lnTo>
                    <a:pt x="392402" y="323820"/>
                  </a:lnTo>
                  <a:lnTo>
                    <a:pt x="391001" y="323820"/>
                  </a:lnTo>
                  <a:lnTo>
                    <a:pt x="389544" y="323820"/>
                  </a:lnTo>
                  <a:lnTo>
                    <a:pt x="388144" y="323820"/>
                  </a:lnTo>
                  <a:lnTo>
                    <a:pt x="386753" y="323820"/>
                  </a:lnTo>
                  <a:lnTo>
                    <a:pt x="385296" y="323820"/>
                  </a:lnTo>
                  <a:lnTo>
                    <a:pt x="383896" y="323820"/>
                  </a:lnTo>
                  <a:lnTo>
                    <a:pt x="382495" y="323820"/>
                  </a:lnTo>
                  <a:lnTo>
                    <a:pt x="381038" y="323820"/>
                  </a:lnTo>
                  <a:lnTo>
                    <a:pt x="379638" y="323820"/>
                  </a:lnTo>
                  <a:lnTo>
                    <a:pt x="378247" y="323820"/>
                  </a:lnTo>
                  <a:lnTo>
                    <a:pt x="376780" y="323820"/>
                  </a:lnTo>
                  <a:lnTo>
                    <a:pt x="375390" y="323820"/>
                  </a:lnTo>
                  <a:lnTo>
                    <a:pt x="373990" y="323820"/>
                  </a:lnTo>
                  <a:lnTo>
                    <a:pt x="372532" y="323820"/>
                  </a:lnTo>
                  <a:lnTo>
                    <a:pt x="371132" y="323820"/>
                  </a:lnTo>
                  <a:lnTo>
                    <a:pt x="369742" y="323820"/>
                  </a:lnTo>
                  <a:lnTo>
                    <a:pt x="368275" y="323820"/>
                  </a:lnTo>
                  <a:lnTo>
                    <a:pt x="366884" y="323820"/>
                  </a:lnTo>
                  <a:lnTo>
                    <a:pt x="365484" y="323820"/>
                  </a:lnTo>
                  <a:lnTo>
                    <a:pt x="364027" y="323820"/>
                  </a:lnTo>
                  <a:lnTo>
                    <a:pt x="362626" y="323820"/>
                  </a:lnTo>
                  <a:lnTo>
                    <a:pt x="361236" y="323820"/>
                  </a:lnTo>
                  <a:lnTo>
                    <a:pt x="359836" y="323820"/>
                  </a:lnTo>
                  <a:lnTo>
                    <a:pt x="358378" y="323820"/>
                  </a:lnTo>
                  <a:lnTo>
                    <a:pt x="356978" y="323820"/>
                  </a:lnTo>
                  <a:lnTo>
                    <a:pt x="355588" y="323820"/>
                  </a:lnTo>
                  <a:lnTo>
                    <a:pt x="354120" y="323820"/>
                  </a:lnTo>
                  <a:lnTo>
                    <a:pt x="352730" y="323820"/>
                  </a:lnTo>
                  <a:lnTo>
                    <a:pt x="351330" y="323820"/>
                  </a:lnTo>
                  <a:lnTo>
                    <a:pt x="349872" y="323820"/>
                  </a:lnTo>
                  <a:lnTo>
                    <a:pt x="348472" y="323820"/>
                  </a:lnTo>
                  <a:lnTo>
                    <a:pt x="347082" y="323820"/>
                  </a:lnTo>
                  <a:lnTo>
                    <a:pt x="345615" y="323820"/>
                  </a:lnTo>
                  <a:lnTo>
                    <a:pt x="344224" y="323820"/>
                  </a:lnTo>
                  <a:lnTo>
                    <a:pt x="342824" y="323820"/>
                  </a:lnTo>
                  <a:lnTo>
                    <a:pt x="341367" y="323820"/>
                  </a:lnTo>
                  <a:lnTo>
                    <a:pt x="339966" y="323820"/>
                  </a:lnTo>
                  <a:lnTo>
                    <a:pt x="338576" y="323820"/>
                  </a:lnTo>
                  <a:lnTo>
                    <a:pt x="337109" y="323820"/>
                  </a:lnTo>
                  <a:lnTo>
                    <a:pt x="335718" y="323820"/>
                  </a:lnTo>
                  <a:lnTo>
                    <a:pt x="334318" y="323820"/>
                  </a:lnTo>
                  <a:lnTo>
                    <a:pt x="332918" y="323820"/>
                  </a:lnTo>
                  <a:lnTo>
                    <a:pt x="331460" y="323820"/>
                  </a:lnTo>
                  <a:lnTo>
                    <a:pt x="330060" y="323820"/>
                  </a:lnTo>
                  <a:lnTo>
                    <a:pt x="328670" y="323820"/>
                  </a:lnTo>
                  <a:lnTo>
                    <a:pt x="327212" y="323820"/>
                  </a:lnTo>
                  <a:lnTo>
                    <a:pt x="325812" y="323820"/>
                  </a:lnTo>
                  <a:lnTo>
                    <a:pt x="324412" y="323820"/>
                  </a:lnTo>
                  <a:lnTo>
                    <a:pt x="322955" y="323820"/>
                  </a:lnTo>
                  <a:lnTo>
                    <a:pt x="321564" y="323820"/>
                  </a:lnTo>
                  <a:lnTo>
                    <a:pt x="320164" y="323820"/>
                  </a:lnTo>
                  <a:lnTo>
                    <a:pt x="318707" y="323820"/>
                  </a:lnTo>
                  <a:lnTo>
                    <a:pt x="317306" y="323820"/>
                  </a:lnTo>
                  <a:lnTo>
                    <a:pt x="315906" y="323820"/>
                  </a:lnTo>
                  <a:lnTo>
                    <a:pt x="314449" y="323820"/>
                  </a:lnTo>
                  <a:lnTo>
                    <a:pt x="313058" y="323820"/>
                  </a:lnTo>
                  <a:lnTo>
                    <a:pt x="311658" y="323820"/>
                  </a:lnTo>
                  <a:lnTo>
                    <a:pt x="310201" y="323820"/>
                  </a:lnTo>
                  <a:lnTo>
                    <a:pt x="308801" y="323820"/>
                  </a:lnTo>
                  <a:lnTo>
                    <a:pt x="307400" y="323820"/>
                  </a:lnTo>
                  <a:lnTo>
                    <a:pt x="306010" y="323820"/>
                  </a:lnTo>
                  <a:lnTo>
                    <a:pt x="304543" y="323820"/>
                  </a:lnTo>
                  <a:lnTo>
                    <a:pt x="303152" y="323820"/>
                  </a:lnTo>
                  <a:lnTo>
                    <a:pt x="301752" y="323820"/>
                  </a:lnTo>
                  <a:lnTo>
                    <a:pt x="300295" y="323820"/>
                  </a:lnTo>
                  <a:lnTo>
                    <a:pt x="298894" y="323820"/>
                  </a:lnTo>
                  <a:lnTo>
                    <a:pt x="297504" y="323820"/>
                  </a:lnTo>
                  <a:lnTo>
                    <a:pt x="296037" y="323820"/>
                  </a:lnTo>
                  <a:lnTo>
                    <a:pt x="294646" y="323820"/>
                  </a:lnTo>
                  <a:lnTo>
                    <a:pt x="293246" y="323820"/>
                  </a:lnTo>
                  <a:lnTo>
                    <a:pt x="291789" y="323820"/>
                  </a:lnTo>
                  <a:lnTo>
                    <a:pt x="290389" y="323820"/>
                  </a:lnTo>
                  <a:lnTo>
                    <a:pt x="288998" y="323820"/>
                  </a:lnTo>
                  <a:lnTo>
                    <a:pt x="287531" y="323820"/>
                  </a:lnTo>
                  <a:lnTo>
                    <a:pt x="286141" y="323820"/>
                  </a:lnTo>
                  <a:lnTo>
                    <a:pt x="284740" y="323820"/>
                  </a:lnTo>
                  <a:lnTo>
                    <a:pt x="283283" y="323820"/>
                  </a:lnTo>
                  <a:lnTo>
                    <a:pt x="281883" y="323820"/>
                  </a:lnTo>
                  <a:lnTo>
                    <a:pt x="280492" y="323820"/>
                  </a:lnTo>
                  <a:lnTo>
                    <a:pt x="279025" y="323820"/>
                  </a:lnTo>
                  <a:lnTo>
                    <a:pt x="277635" y="323820"/>
                  </a:lnTo>
                  <a:lnTo>
                    <a:pt x="276235" y="323820"/>
                  </a:lnTo>
                  <a:lnTo>
                    <a:pt x="274844" y="323820"/>
                  </a:lnTo>
                  <a:lnTo>
                    <a:pt x="273377" y="323820"/>
                  </a:lnTo>
                  <a:lnTo>
                    <a:pt x="271987" y="323820"/>
                  </a:lnTo>
                  <a:lnTo>
                    <a:pt x="270586" y="323820"/>
                  </a:lnTo>
                  <a:lnTo>
                    <a:pt x="269129" y="323820"/>
                  </a:lnTo>
                  <a:lnTo>
                    <a:pt x="267729" y="323820"/>
                  </a:lnTo>
                  <a:lnTo>
                    <a:pt x="266338" y="323820"/>
                  </a:lnTo>
                  <a:lnTo>
                    <a:pt x="264871" y="323820"/>
                  </a:lnTo>
                  <a:lnTo>
                    <a:pt x="263481" y="323820"/>
                  </a:lnTo>
                  <a:lnTo>
                    <a:pt x="262080" y="323820"/>
                  </a:lnTo>
                  <a:lnTo>
                    <a:pt x="260623" y="323820"/>
                  </a:lnTo>
                  <a:lnTo>
                    <a:pt x="259223" y="323820"/>
                  </a:lnTo>
                  <a:lnTo>
                    <a:pt x="257823" y="323820"/>
                  </a:lnTo>
                  <a:lnTo>
                    <a:pt x="256365" y="323820"/>
                  </a:lnTo>
                  <a:lnTo>
                    <a:pt x="254975" y="323820"/>
                  </a:lnTo>
                  <a:lnTo>
                    <a:pt x="253575" y="323820"/>
                  </a:lnTo>
                  <a:lnTo>
                    <a:pt x="252117" y="323820"/>
                  </a:lnTo>
                  <a:lnTo>
                    <a:pt x="250717" y="323820"/>
                  </a:lnTo>
                  <a:lnTo>
                    <a:pt x="249327" y="323820"/>
                  </a:lnTo>
                  <a:lnTo>
                    <a:pt x="247926" y="323820"/>
                  </a:lnTo>
                  <a:lnTo>
                    <a:pt x="246469" y="323820"/>
                  </a:lnTo>
                  <a:lnTo>
                    <a:pt x="245069" y="323820"/>
                  </a:lnTo>
                  <a:lnTo>
                    <a:pt x="243669" y="323820"/>
                  </a:lnTo>
                  <a:lnTo>
                    <a:pt x="242211" y="323820"/>
                  </a:lnTo>
                  <a:lnTo>
                    <a:pt x="240811" y="323820"/>
                  </a:lnTo>
                  <a:lnTo>
                    <a:pt x="239420" y="323820"/>
                  </a:lnTo>
                  <a:lnTo>
                    <a:pt x="237963" y="323820"/>
                  </a:lnTo>
                  <a:lnTo>
                    <a:pt x="236563" y="323820"/>
                  </a:lnTo>
                  <a:lnTo>
                    <a:pt x="235163" y="323820"/>
                  </a:lnTo>
                  <a:lnTo>
                    <a:pt x="233705" y="323820"/>
                  </a:lnTo>
                  <a:lnTo>
                    <a:pt x="232305" y="323820"/>
                  </a:lnTo>
                  <a:lnTo>
                    <a:pt x="230915" y="323820"/>
                  </a:lnTo>
                  <a:lnTo>
                    <a:pt x="229457" y="323820"/>
                  </a:lnTo>
                  <a:lnTo>
                    <a:pt x="228057" y="323820"/>
                  </a:lnTo>
                  <a:lnTo>
                    <a:pt x="226657" y="323820"/>
                  </a:lnTo>
                  <a:lnTo>
                    <a:pt x="225200" y="323820"/>
                  </a:lnTo>
                  <a:lnTo>
                    <a:pt x="223799" y="323820"/>
                  </a:lnTo>
                  <a:lnTo>
                    <a:pt x="222409" y="323820"/>
                  </a:lnTo>
                  <a:lnTo>
                    <a:pt x="220952" y="323820"/>
                  </a:lnTo>
                  <a:lnTo>
                    <a:pt x="219551" y="323820"/>
                  </a:lnTo>
                  <a:lnTo>
                    <a:pt x="218151" y="323820"/>
                  </a:lnTo>
                  <a:lnTo>
                    <a:pt x="216761" y="323820"/>
                  </a:lnTo>
                  <a:lnTo>
                    <a:pt x="215294" y="323820"/>
                  </a:lnTo>
                  <a:lnTo>
                    <a:pt x="213903" y="323820"/>
                  </a:lnTo>
                  <a:lnTo>
                    <a:pt x="212503" y="323820"/>
                  </a:lnTo>
                  <a:lnTo>
                    <a:pt x="211045" y="323820"/>
                  </a:lnTo>
                  <a:lnTo>
                    <a:pt x="209645" y="323820"/>
                  </a:lnTo>
                  <a:lnTo>
                    <a:pt x="208255" y="323820"/>
                  </a:lnTo>
                  <a:lnTo>
                    <a:pt x="206788" y="323820"/>
                  </a:lnTo>
                  <a:lnTo>
                    <a:pt x="205397" y="323820"/>
                  </a:lnTo>
                  <a:lnTo>
                    <a:pt x="203997" y="323820"/>
                  </a:lnTo>
                  <a:lnTo>
                    <a:pt x="202540" y="323820"/>
                  </a:lnTo>
                  <a:lnTo>
                    <a:pt x="201139" y="323820"/>
                  </a:lnTo>
                  <a:lnTo>
                    <a:pt x="199749" y="323820"/>
                  </a:lnTo>
                  <a:lnTo>
                    <a:pt x="198282" y="323820"/>
                  </a:lnTo>
                  <a:lnTo>
                    <a:pt x="196891" y="323820"/>
                  </a:lnTo>
                  <a:lnTo>
                    <a:pt x="195491" y="323820"/>
                  </a:lnTo>
                  <a:lnTo>
                    <a:pt x="194034" y="323820"/>
                  </a:lnTo>
                  <a:lnTo>
                    <a:pt x="192634" y="323820"/>
                  </a:lnTo>
                  <a:lnTo>
                    <a:pt x="191243" y="323820"/>
                  </a:lnTo>
                  <a:lnTo>
                    <a:pt x="189843" y="323820"/>
                  </a:lnTo>
                  <a:lnTo>
                    <a:pt x="188385" y="323820"/>
                  </a:lnTo>
                  <a:lnTo>
                    <a:pt x="186985" y="323820"/>
                  </a:lnTo>
                  <a:lnTo>
                    <a:pt x="185595" y="323820"/>
                  </a:lnTo>
                  <a:lnTo>
                    <a:pt x="184128" y="323820"/>
                  </a:lnTo>
                  <a:lnTo>
                    <a:pt x="182737" y="323820"/>
                  </a:lnTo>
                  <a:lnTo>
                    <a:pt x="181337" y="323820"/>
                  </a:lnTo>
                  <a:lnTo>
                    <a:pt x="179880" y="323820"/>
                  </a:lnTo>
                  <a:lnTo>
                    <a:pt x="178479" y="323820"/>
                  </a:lnTo>
                  <a:lnTo>
                    <a:pt x="177089" y="323820"/>
                  </a:lnTo>
                  <a:lnTo>
                    <a:pt x="175622" y="323820"/>
                  </a:lnTo>
                  <a:lnTo>
                    <a:pt x="174231" y="323820"/>
                  </a:lnTo>
                  <a:lnTo>
                    <a:pt x="172831" y="323820"/>
                  </a:lnTo>
                  <a:lnTo>
                    <a:pt x="171374" y="323820"/>
                  </a:lnTo>
                  <a:lnTo>
                    <a:pt x="169974" y="323820"/>
                  </a:lnTo>
                  <a:lnTo>
                    <a:pt x="168574" y="323820"/>
                  </a:lnTo>
                  <a:lnTo>
                    <a:pt x="167116" y="323820"/>
                  </a:lnTo>
                  <a:lnTo>
                    <a:pt x="165726" y="323820"/>
                  </a:lnTo>
                  <a:lnTo>
                    <a:pt x="164325" y="323820"/>
                  </a:lnTo>
                  <a:lnTo>
                    <a:pt x="162868" y="323820"/>
                  </a:lnTo>
                  <a:lnTo>
                    <a:pt x="161468" y="323820"/>
                  </a:lnTo>
                  <a:lnTo>
                    <a:pt x="160068" y="323820"/>
                  </a:lnTo>
                  <a:lnTo>
                    <a:pt x="158677" y="323820"/>
                  </a:lnTo>
                  <a:lnTo>
                    <a:pt x="157220" y="323820"/>
                  </a:lnTo>
                  <a:lnTo>
                    <a:pt x="155819" y="323820"/>
                  </a:lnTo>
                  <a:lnTo>
                    <a:pt x="154419" y="323820"/>
                  </a:lnTo>
                  <a:lnTo>
                    <a:pt x="152962" y="323820"/>
                  </a:lnTo>
                  <a:lnTo>
                    <a:pt x="151562" y="323820"/>
                  </a:lnTo>
                  <a:lnTo>
                    <a:pt x="150171" y="323820"/>
                  </a:lnTo>
                  <a:lnTo>
                    <a:pt x="148714" y="323820"/>
                  </a:lnTo>
                  <a:lnTo>
                    <a:pt x="147314" y="323820"/>
                  </a:lnTo>
                  <a:lnTo>
                    <a:pt x="145914" y="323820"/>
                  </a:lnTo>
                  <a:lnTo>
                    <a:pt x="144456" y="323820"/>
                  </a:lnTo>
                  <a:lnTo>
                    <a:pt x="143056" y="323820"/>
                  </a:lnTo>
                  <a:lnTo>
                    <a:pt x="141665" y="323820"/>
                  </a:lnTo>
                  <a:lnTo>
                    <a:pt x="140199" y="323820"/>
                  </a:lnTo>
                  <a:lnTo>
                    <a:pt x="138808" y="323820"/>
                  </a:lnTo>
                  <a:lnTo>
                    <a:pt x="137408" y="323820"/>
                  </a:lnTo>
                  <a:lnTo>
                    <a:pt x="135950" y="323820"/>
                  </a:lnTo>
                  <a:lnTo>
                    <a:pt x="134550" y="323820"/>
                  </a:lnTo>
                  <a:lnTo>
                    <a:pt x="133160" y="323820"/>
                  </a:lnTo>
                  <a:lnTo>
                    <a:pt x="131759" y="323820"/>
                  </a:lnTo>
                  <a:lnTo>
                    <a:pt x="130302" y="323820"/>
                  </a:lnTo>
                  <a:lnTo>
                    <a:pt x="128902" y="323820"/>
                  </a:lnTo>
                  <a:lnTo>
                    <a:pt x="127511" y="323820"/>
                  </a:lnTo>
                  <a:lnTo>
                    <a:pt x="126044" y="323820"/>
                  </a:lnTo>
                  <a:lnTo>
                    <a:pt x="124654" y="323820"/>
                  </a:lnTo>
                  <a:lnTo>
                    <a:pt x="123253" y="323820"/>
                  </a:lnTo>
                  <a:lnTo>
                    <a:pt x="121796" y="323820"/>
                  </a:lnTo>
                  <a:lnTo>
                    <a:pt x="120396" y="323820"/>
                  </a:lnTo>
                  <a:lnTo>
                    <a:pt x="119005" y="323820"/>
                  </a:lnTo>
                  <a:lnTo>
                    <a:pt x="117539" y="323820"/>
                  </a:lnTo>
                  <a:lnTo>
                    <a:pt x="116148" y="323820"/>
                  </a:lnTo>
                  <a:lnTo>
                    <a:pt x="114748" y="323820"/>
                  </a:lnTo>
                  <a:lnTo>
                    <a:pt x="113290" y="323820"/>
                  </a:lnTo>
                  <a:lnTo>
                    <a:pt x="111890" y="323820"/>
                  </a:lnTo>
                  <a:lnTo>
                    <a:pt x="110500" y="323820"/>
                  </a:lnTo>
                  <a:lnTo>
                    <a:pt x="109033" y="323820"/>
                  </a:lnTo>
                  <a:lnTo>
                    <a:pt x="107642" y="323820"/>
                  </a:lnTo>
                  <a:lnTo>
                    <a:pt x="106242" y="323820"/>
                  </a:lnTo>
                  <a:lnTo>
                    <a:pt x="104842" y="323820"/>
                  </a:lnTo>
                  <a:lnTo>
                    <a:pt x="103384" y="323820"/>
                  </a:lnTo>
                  <a:lnTo>
                    <a:pt x="101994" y="323820"/>
                  </a:lnTo>
                  <a:lnTo>
                    <a:pt x="100593" y="323820"/>
                  </a:lnTo>
                  <a:lnTo>
                    <a:pt x="99136" y="323820"/>
                  </a:lnTo>
                  <a:lnTo>
                    <a:pt x="97736" y="323820"/>
                  </a:lnTo>
                  <a:lnTo>
                    <a:pt x="96336" y="323820"/>
                  </a:lnTo>
                  <a:lnTo>
                    <a:pt x="94879" y="323820"/>
                  </a:lnTo>
                  <a:lnTo>
                    <a:pt x="93488" y="323820"/>
                  </a:lnTo>
                  <a:lnTo>
                    <a:pt x="92088" y="323820"/>
                  </a:lnTo>
                  <a:lnTo>
                    <a:pt x="90630" y="323820"/>
                  </a:lnTo>
                  <a:lnTo>
                    <a:pt x="89230" y="323820"/>
                  </a:lnTo>
                  <a:lnTo>
                    <a:pt x="87830" y="323820"/>
                  </a:lnTo>
                  <a:lnTo>
                    <a:pt x="86373" y="323820"/>
                  </a:lnTo>
                  <a:lnTo>
                    <a:pt x="84982" y="323820"/>
                  </a:lnTo>
                  <a:lnTo>
                    <a:pt x="83582" y="323820"/>
                  </a:lnTo>
                  <a:lnTo>
                    <a:pt x="82125" y="323820"/>
                  </a:lnTo>
                  <a:lnTo>
                    <a:pt x="80724" y="323820"/>
                  </a:lnTo>
                  <a:lnTo>
                    <a:pt x="79324" y="323820"/>
                  </a:lnTo>
                  <a:lnTo>
                    <a:pt x="77867" y="323820"/>
                  </a:lnTo>
                  <a:lnTo>
                    <a:pt x="76467" y="323820"/>
                  </a:lnTo>
                  <a:lnTo>
                    <a:pt x="75076" y="323820"/>
                  </a:lnTo>
                  <a:lnTo>
                    <a:pt x="73676" y="323820"/>
                  </a:lnTo>
                  <a:lnTo>
                    <a:pt x="72219" y="323820"/>
                  </a:lnTo>
                  <a:lnTo>
                    <a:pt x="70819" y="323820"/>
                  </a:lnTo>
                  <a:lnTo>
                    <a:pt x="69428" y="323820"/>
                  </a:lnTo>
                  <a:lnTo>
                    <a:pt x="67970" y="323820"/>
                  </a:lnTo>
                  <a:lnTo>
                    <a:pt x="66570" y="323820"/>
                  </a:lnTo>
                  <a:lnTo>
                    <a:pt x="65170" y="323820"/>
                  </a:lnTo>
                  <a:lnTo>
                    <a:pt x="63713" y="323820"/>
                  </a:lnTo>
                  <a:lnTo>
                    <a:pt x="62313" y="323820"/>
                  </a:lnTo>
                  <a:lnTo>
                    <a:pt x="60922" y="323820"/>
                  </a:lnTo>
                  <a:lnTo>
                    <a:pt x="59465" y="323820"/>
                  </a:lnTo>
                  <a:lnTo>
                    <a:pt x="58064" y="323820"/>
                  </a:lnTo>
                  <a:lnTo>
                    <a:pt x="56664" y="323820"/>
                  </a:lnTo>
                  <a:lnTo>
                    <a:pt x="55207" y="323820"/>
                  </a:lnTo>
                  <a:lnTo>
                    <a:pt x="53807" y="323820"/>
                  </a:lnTo>
                  <a:lnTo>
                    <a:pt x="52416" y="323820"/>
                  </a:lnTo>
                  <a:lnTo>
                    <a:pt x="50949" y="323820"/>
                  </a:lnTo>
                  <a:lnTo>
                    <a:pt x="49558" y="323820"/>
                  </a:lnTo>
                  <a:lnTo>
                    <a:pt x="48159" y="323820"/>
                  </a:lnTo>
                  <a:lnTo>
                    <a:pt x="46768" y="323820"/>
                  </a:lnTo>
                  <a:lnTo>
                    <a:pt x="45301" y="323820"/>
                  </a:lnTo>
                  <a:lnTo>
                    <a:pt x="43910" y="323820"/>
                  </a:lnTo>
                  <a:lnTo>
                    <a:pt x="42510" y="323820"/>
                  </a:lnTo>
                  <a:lnTo>
                    <a:pt x="41053" y="323820"/>
                  </a:lnTo>
                  <a:lnTo>
                    <a:pt x="39653" y="323820"/>
                  </a:lnTo>
                  <a:lnTo>
                    <a:pt x="38262" y="323820"/>
                  </a:lnTo>
                  <a:lnTo>
                    <a:pt x="36795" y="323820"/>
                  </a:lnTo>
                  <a:lnTo>
                    <a:pt x="35404" y="323820"/>
                  </a:lnTo>
                  <a:lnTo>
                    <a:pt x="34004" y="323820"/>
                  </a:lnTo>
                  <a:lnTo>
                    <a:pt x="32547" y="323820"/>
                  </a:lnTo>
                  <a:lnTo>
                    <a:pt x="31147" y="323820"/>
                  </a:lnTo>
                  <a:lnTo>
                    <a:pt x="29756" y="323820"/>
                  </a:lnTo>
                  <a:lnTo>
                    <a:pt x="28289" y="323820"/>
                  </a:lnTo>
                  <a:lnTo>
                    <a:pt x="26899" y="323820"/>
                  </a:lnTo>
                  <a:lnTo>
                    <a:pt x="25498" y="323820"/>
                  </a:lnTo>
                  <a:lnTo>
                    <a:pt x="24041" y="323820"/>
                  </a:lnTo>
                  <a:lnTo>
                    <a:pt x="22641" y="323820"/>
                  </a:lnTo>
                  <a:lnTo>
                    <a:pt x="21250" y="323820"/>
                  </a:lnTo>
                  <a:lnTo>
                    <a:pt x="19784" y="323820"/>
                  </a:lnTo>
                  <a:lnTo>
                    <a:pt x="18393" y="323820"/>
                  </a:lnTo>
                  <a:lnTo>
                    <a:pt x="16993" y="323820"/>
                  </a:lnTo>
                  <a:lnTo>
                    <a:pt x="15593" y="323820"/>
                  </a:lnTo>
                  <a:lnTo>
                    <a:pt x="14135" y="323820"/>
                  </a:lnTo>
                  <a:lnTo>
                    <a:pt x="12744" y="323820"/>
                  </a:lnTo>
                  <a:lnTo>
                    <a:pt x="11344" y="323820"/>
                  </a:lnTo>
                  <a:lnTo>
                    <a:pt x="9887" y="323820"/>
                  </a:lnTo>
                  <a:lnTo>
                    <a:pt x="8487" y="323820"/>
                  </a:lnTo>
                  <a:lnTo>
                    <a:pt x="7087" y="323820"/>
                  </a:lnTo>
                  <a:lnTo>
                    <a:pt x="5629" y="323820"/>
                  </a:lnTo>
                  <a:lnTo>
                    <a:pt x="4229" y="323820"/>
                  </a:lnTo>
                  <a:lnTo>
                    <a:pt x="2838" y="323820"/>
                  </a:lnTo>
                  <a:lnTo>
                    <a:pt x="1381" y="323820"/>
                  </a:lnTo>
                  <a:lnTo>
                    <a:pt x="-19" y="323820"/>
                  </a:lnTo>
                  <a:close/>
                </a:path>
              </a:pathLst>
            </a:custGeom>
            <a:solidFill>
              <a:srgbClr val="A8DADC">
                <a:alpha val="50000"/>
              </a:srgbClr>
            </a:solidFill>
            <a:ln w="9525" cap="flat">
              <a:noFill/>
              <a:prstDash val="solid"/>
              <a:round/>
            </a:ln>
          </p:spPr>
          <p:txBody>
            <a:bodyPr/>
            <a:lstStyle/>
            <a:p>
              <a:endParaRPr lang="zh-CN" altLang="en-US" sz="2190"/>
            </a:p>
          </p:txBody>
        </p:sp>
        <p:sp>
          <p:nvSpPr>
            <p:cNvPr id="965" name="任意多边形: 形状 964"/>
            <p:cNvSpPr/>
            <p:nvPr/>
          </p:nvSpPr>
          <p:spPr>
            <a:xfrm>
              <a:off x="4643899" y="5736159"/>
              <a:ext cx="9525" cy="47625"/>
            </a:xfrm>
            <a:custGeom>
              <a:avLst/>
              <a:gdLst>
                <a:gd name="csX0" fmla="*/ -19 w 9525"/>
                <a:gd name="csY0" fmla="*/ 47595 h 47625"/>
                <a:gd name="csX1" fmla="*/ -19 w 9525"/>
                <a:gd name="csY1" fmla="*/ -30 h 47625"/>
              </a:gdLst>
              <a:ahLst/>
              <a:cxnLst>
                <a:cxn ang="0">
                  <a:pos x="csX0" y="csY0"/>
                </a:cxn>
                <a:cxn ang="0">
                  <a:pos x="csX1" y="csY1"/>
                </a:cxn>
              </a:cxnLst>
              <a:rect l="l" t="t" r="r" b="b"/>
              <a:pathLst>
                <a:path w="9525" h="47625">
                  <a:moveTo>
                    <a:pt x="-19" y="47595"/>
                  </a:moveTo>
                  <a:lnTo>
                    <a:pt x="-19" y="-30"/>
                  </a:lnTo>
                </a:path>
              </a:pathLst>
            </a:custGeom>
            <a:noFill/>
            <a:ln w="7242" cap="flat">
              <a:solidFill>
                <a:srgbClr val="000000"/>
              </a:solidFill>
              <a:prstDash val="solid"/>
              <a:round/>
            </a:ln>
          </p:spPr>
          <p:txBody>
            <a:bodyPr/>
            <a:lstStyle/>
            <a:p>
              <a:endParaRPr lang="zh-CN" altLang="en-US" sz="2190"/>
            </a:p>
          </p:txBody>
        </p:sp>
        <p:sp>
          <p:nvSpPr>
            <p:cNvPr id="966" name="任意多边形: 形状 965"/>
            <p:cNvSpPr/>
            <p:nvPr/>
          </p:nvSpPr>
          <p:spPr>
            <a:xfrm>
              <a:off x="4320049" y="5459934"/>
              <a:ext cx="723900" cy="323850"/>
            </a:xfrm>
            <a:custGeom>
              <a:avLst/>
              <a:gdLst>
                <a:gd name="csX0" fmla="*/ -19 w 723900"/>
                <a:gd name="csY0" fmla="*/ 322744 h 323850"/>
                <a:gd name="csX1" fmla="*/ 1381 w 723900"/>
                <a:gd name="csY1" fmla="*/ 322363 h 323850"/>
                <a:gd name="csX2" fmla="*/ 2838 w 723900"/>
                <a:gd name="csY2" fmla="*/ 321982 h 323850"/>
                <a:gd name="csX3" fmla="*/ 4239 w 723900"/>
                <a:gd name="csY3" fmla="*/ 321601 h 323850"/>
                <a:gd name="csX4" fmla="*/ 5629 w 723900"/>
                <a:gd name="csY4" fmla="*/ 321153 h 323850"/>
                <a:gd name="csX5" fmla="*/ 7087 w 723900"/>
                <a:gd name="csY5" fmla="*/ 320639 h 323850"/>
                <a:gd name="csX6" fmla="*/ 8487 w 723900"/>
                <a:gd name="csY6" fmla="*/ 320134 h 323850"/>
                <a:gd name="csX7" fmla="*/ 9887 w 723900"/>
                <a:gd name="csY7" fmla="*/ 319562 h 323850"/>
                <a:gd name="csX8" fmla="*/ 11344 w 723900"/>
                <a:gd name="csY8" fmla="*/ 318991 h 323850"/>
                <a:gd name="csX9" fmla="*/ 12744 w 723900"/>
                <a:gd name="csY9" fmla="*/ 318286 h 323850"/>
                <a:gd name="csX10" fmla="*/ 14135 w 723900"/>
                <a:gd name="csY10" fmla="*/ 317591 h 323850"/>
                <a:gd name="csX11" fmla="*/ 15593 w 723900"/>
                <a:gd name="csY11" fmla="*/ 316829 h 323850"/>
                <a:gd name="csX12" fmla="*/ 16993 w 723900"/>
                <a:gd name="csY12" fmla="*/ 316000 h 323850"/>
                <a:gd name="csX13" fmla="*/ 18393 w 723900"/>
                <a:gd name="csY13" fmla="*/ 315114 h 323850"/>
                <a:gd name="csX14" fmla="*/ 19784 w 723900"/>
                <a:gd name="csY14" fmla="*/ 314095 h 323850"/>
                <a:gd name="csX15" fmla="*/ 21250 w 723900"/>
                <a:gd name="csY15" fmla="*/ 313076 h 323850"/>
                <a:gd name="csX16" fmla="*/ 22641 w 723900"/>
                <a:gd name="csY16" fmla="*/ 311999 h 323850"/>
                <a:gd name="csX17" fmla="*/ 24041 w 723900"/>
                <a:gd name="csY17" fmla="*/ 310790 h 323850"/>
                <a:gd name="csX18" fmla="*/ 25498 w 723900"/>
                <a:gd name="csY18" fmla="*/ 309513 h 323850"/>
                <a:gd name="csX19" fmla="*/ 26899 w 723900"/>
                <a:gd name="csY19" fmla="*/ 308180 h 323850"/>
                <a:gd name="csX20" fmla="*/ 28289 w 723900"/>
                <a:gd name="csY20" fmla="*/ 306723 h 323850"/>
                <a:gd name="csX21" fmla="*/ 29756 w 723900"/>
                <a:gd name="csY21" fmla="*/ 305132 h 323850"/>
                <a:gd name="csX22" fmla="*/ 31147 w 723900"/>
                <a:gd name="csY22" fmla="*/ 303541 h 323850"/>
                <a:gd name="csX23" fmla="*/ 32547 w 723900"/>
                <a:gd name="csY23" fmla="*/ 301760 h 323850"/>
                <a:gd name="csX24" fmla="*/ 34004 w 723900"/>
                <a:gd name="csY24" fmla="*/ 299922 h 323850"/>
                <a:gd name="csX25" fmla="*/ 35404 w 723900"/>
                <a:gd name="csY25" fmla="*/ 297950 h 323850"/>
                <a:gd name="csX26" fmla="*/ 36795 w 723900"/>
                <a:gd name="csY26" fmla="*/ 295845 h 323850"/>
                <a:gd name="csX27" fmla="*/ 38262 w 723900"/>
                <a:gd name="csY27" fmla="*/ 293683 h 323850"/>
                <a:gd name="csX28" fmla="*/ 39653 w 723900"/>
                <a:gd name="csY28" fmla="*/ 291330 h 323850"/>
                <a:gd name="csX29" fmla="*/ 41053 w 723900"/>
                <a:gd name="csY29" fmla="*/ 288920 h 323850"/>
                <a:gd name="csX30" fmla="*/ 42510 w 723900"/>
                <a:gd name="csY30" fmla="*/ 286311 h 323850"/>
                <a:gd name="csX31" fmla="*/ 43910 w 723900"/>
                <a:gd name="csY31" fmla="*/ 283577 h 323850"/>
                <a:gd name="csX32" fmla="*/ 45301 w 723900"/>
                <a:gd name="csY32" fmla="*/ 280786 h 323850"/>
                <a:gd name="csX33" fmla="*/ 46768 w 723900"/>
                <a:gd name="csY33" fmla="*/ 277729 h 323850"/>
                <a:gd name="csX34" fmla="*/ 48159 w 723900"/>
                <a:gd name="csY34" fmla="*/ 274614 h 323850"/>
                <a:gd name="csX35" fmla="*/ 49558 w 723900"/>
                <a:gd name="csY35" fmla="*/ 271376 h 323850"/>
                <a:gd name="csX36" fmla="*/ 50959 w 723900"/>
                <a:gd name="csY36" fmla="*/ 267937 h 323850"/>
                <a:gd name="csX37" fmla="*/ 52416 w 723900"/>
                <a:gd name="csY37" fmla="*/ 264374 h 323850"/>
                <a:gd name="csX38" fmla="*/ 53807 w 723900"/>
                <a:gd name="csY38" fmla="*/ 260631 h 323850"/>
                <a:gd name="csX39" fmla="*/ 55207 w 723900"/>
                <a:gd name="csY39" fmla="*/ 256745 h 323850"/>
                <a:gd name="csX40" fmla="*/ 56664 w 723900"/>
                <a:gd name="csY40" fmla="*/ 252745 h 323850"/>
                <a:gd name="csX41" fmla="*/ 58064 w 723900"/>
                <a:gd name="csY41" fmla="*/ 248611 h 323850"/>
                <a:gd name="csX42" fmla="*/ 59465 w 723900"/>
                <a:gd name="csY42" fmla="*/ 244229 h 323850"/>
                <a:gd name="csX43" fmla="*/ 60922 w 723900"/>
                <a:gd name="csY43" fmla="*/ 239772 h 323850"/>
                <a:gd name="csX44" fmla="*/ 62313 w 723900"/>
                <a:gd name="csY44" fmla="*/ 235199 h 323850"/>
                <a:gd name="csX45" fmla="*/ 63713 w 723900"/>
                <a:gd name="csY45" fmla="*/ 230370 h 323850"/>
                <a:gd name="csX46" fmla="*/ 65170 w 723900"/>
                <a:gd name="csY46" fmla="*/ 225474 h 323850"/>
                <a:gd name="csX47" fmla="*/ 66570 w 723900"/>
                <a:gd name="csY47" fmla="*/ 220445 h 323850"/>
                <a:gd name="csX48" fmla="*/ 67970 w 723900"/>
                <a:gd name="csY48" fmla="*/ 215235 h 323850"/>
                <a:gd name="csX49" fmla="*/ 69428 w 723900"/>
                <a:gd name="csY49" fmla="*/ 209958 h 323850"/>
                <a:gd name="csX50" fmla="*/ 70819 w 723900"/>
                <a:gd name="csY50" fmla="*/ 204491 h 323850"/>
                <a:gd name="csX51" fmla="*/ 72219 w 723900"/>
                <a:gd name="csY51" fmla="*/ 198957 h 323850"/>
                <a:gd name="csX52" fmla="*/ 73676 w 723900"/>
                <a:gd name="csY52" fmla="*/ 193242 h 323850"/>
                <a:gd name="csX53" fmla="*/ 75076 w 723900"/>
                <a:gd name="csY53" fmla="*/ 187517 h 323850"/>
                <a:gd name="csX54" fmla="*/ 76476 w 723900"/>
                <a:gd name="csY54" fmla="*/ 181602 h 323850"/>
                <a:gd name="csX55" fmla="*/ 77867 w 723900"/>
                <a:gd name="csY55" fmla="*/ 175630 h 323850"/>
                <a:gd name="csX56" fmla="*/ 79334 w 723900"/>
                <a:gd name="csY56" fmla="*/ 169591 h 323850"/>
                <a:gd name="csX57" fmla="*/ 80724 w 723900"/>
                <a:gd name="csY57" fmla="*/ 163486 h 323850"/>
                <a:gd name="csX58" fmla="*/ 82125 w 723900"/>
                <a:gd name="csY58" fmla="*/ 157323 h 323850"/>
                <a:gd name="csX59" fmla="*/ 83582 w 723900"/>
                <a:gd name="csY59" fmla="*/ 151084 h 323850"/>
                <a:gd name="csX60" fmla="*/ 84982 w 723900"/>
                <a:gd name="csY60" fmla="*/ 144798 h 323850"/>
                <a:gd name="csX61" fmla="*/ 86373 w 723900"/>
                <a:gd name="csY61" fmla="*/ 138502 h 323850"/>
                <a:gd name="csX62" fmla="*/ 87830 w 723900"/>
                <a:gd name="csY62" fmla="*/ 132206 h 323850"/>
                <a:gd name="csX63" fmla="*/ 89230 w 723900"/>
                <a:gd name="csY63" fmla="*/ 125909 h 323850"/>
                <a:gd name="csX64" fmla="*/ 90630 w 723900"/>
                <a:gd name="csY64" fmla="*/ 119623 h 323850"/>
                <a:gd name="csX65" fmla="*/ 92088 w 723900"/>
                <a:gd name="csY65" fmla="*/ 113327 h 323850"/>
                <a:gd name="csX66" fmla="*/ 93488 w 723900"/>
                <a:gd name="csY66" fmla="*/ 107098 h 323850"/>
                <a:gd name="csX67" fmla="*/ 94879 w 723900"/>
                <a:gd name="csY67" fmla="*/ 100868 h 323850"/>
                <a:gd name="csX68" fmla="*/ 96345 w 723900"/>
                <a:gd name="csY68" fmla="*/ 94763 h 323850"/>
                <a:gd name="csX69" fmla="*/ 97736 w 723900"/>
                <a:gd name="csY69" fmla="*/ 88657 h 323850"/>
                <a:gd name="csX70" fmla="*/ 99136 w 723900"/>
                <a:gd name="csY70" fmla="*/ 82742 h 323850"/>
                <a:gd name="csX71" fmla="*/ 100593 w 723900"/>
                <a:gd name="csY71" fmla="*/ 76894 h 323850"/>
                <a:gd name="csX72" fmla="*/ 101994 w 723900"/>
                <a:gd name="csY72" fmla="*/ 71179 h 323850"/>
                <a:gd name="csX73" fmla="*/ 103384 w 723900"/>
                <a:gd name="csY73" fmla="*/ 65578 h 323850"/>
                <a:gd name="csX74" fmla="*/ 104851 w 723900"/>
                <a:gd name="csY74" fmla="*/ 60177 h 323850"/>
                <a:gd name="csX75" fmla="*/ 106242 w 723900"/>
                <a:gd name="csY75" fmla="*/ 54834 h 323850"/>
                <a:gd name="csX76" fmla="*/ 107642 w 723900"/>
                <a:gd name="csY76" fmla="*/ 49748 h 323850"/>
                <a:gd name="csX77" fmla="*/ 109033 w 723900"/>
                <a:gd name="csY77" fmla="*/ 44852 h 323850"/>
                <a:gd name="csX78" fmla="*/ 110500 w 723900"/>
                <a:gd name="csY78" fmla="*/ 40147 h 323850"/>
                <a:gd name="csX79" fmla="*/ 111890 w 723900"/>
                <a:gd name="csY79" fmla="*/ 35641 h 323850"/>
                <a:gd name="csX80" fmla="*/ 113290 w 723900"/>
                <a:gd name="csY80" fmla="*/ 31374 h 323850"/>
                <a:gd name="csX81" fmla="*/ 114748 w 723900"/>
                <a:gd name="csY81" fmla="*/ 27307 h 323850"/>
                <a:gd name="csX82" fmla="*/ 116148 w 723900"/>
                <a:gd name="csY82" fmla="*/ 23554 h 323850"/>
                <a:gd name="csX83" fmla="*/ 117539 w 723900"/>
                <a:gd name="csY83" fmla="*/ 20058 h 323850"/>
                <a:gd name="csX84" fmla="*/ 119005 w 723900"/>
                <a:gd name="csY84" fmla="*/ 16753 h 323850"/>
                <a:gd name="csX85" fmla="*/ 120396 w 723900"/>
                <a:gd name="csY85" fmla="*/ 13762 h 323850"/>
                <a:gd name="csX86" fmla="*/ 121796 w 723900"/>
                <a:gd name="csY86" fmla="*/ 11095 h 323850"/>
                <a:gd name="csX87" fmla="*/ 123253 w 723900"/>
                <a:gd name="csY87" fmla="*/ 8619 h 323850"/>
                <a:gd name="csX88" fmla="*/ 124654 w 723900"/>
                <a:gd name="csY88" fmla="*/ 6457 h 323850"/>
                <a:gd name="csX89" fmla="*/ 126044 w 723900"/>
                <a:gd name="csY89" fmla="*/ 4676 h 323850"/>
                <a:gd name="csX90" fmla="*/ 127511 w 723900"/>
                <a:gd name="csY90" fmla="*/ 3151 h 323850"/>
                <a:gd name="csX91" fmla="*/ 128902 w 723900"/>
                <a:gd name="csY91" fmla="*/ 1875 h 323850"/>
                <a:gd name="csX92" fmla="*/ 130302 w 723900"/>
                <a:gd name="csY92" fmla="*/ 989 h 323850"/>
                <a:gd name="csX93" fmla="*/ 131759 w 723900"/>
                <a:gd name="csY93" fmla="*/ 351 h 323850"/>
                <a:gd name="csX94" fmla="*/ 133160 w 723900"/>
                <a:gd name="csY94" fmla="*/ -30 h 323850"/>
                <a:gd name="csX95" fmla="*/ 134550 w 723900"/>
                <a:gd name="csY95" fmla="*/ 37 h 323850"/>
                <a:gd name="csX96" fmla="*/ 135950 w 723900"/>
                <a:gd name="csY96" fmla="*/ 285 h 323850"/>
                <a:gd name="csX97" fmla="*/ 137408 w 723900"/>
                <a:gd name="csY97" fmla="*/ 865 h 323850"/>
                <a:gd name="csX98" fmla="*/ 138808 w 723900"/>
                <a:gd name="csY98" fmla="*/ 1751 h 323850"/>
                <a:gd name="csX99" fmla="*/ 140208 w 723900"/>
                <a:gd name="csY99" fmla="*/ 2961 h 323850"/>
                <a:gd name="csX100" fmla="*/ 141665 w 723900"/>
                <a:gd name="csY100" fmla="*/ 4361 h 323850"/>
                <a:gd name="csX101" fmla="*/ 143066 w 723900"/>
                <a:gd name="csY101" fmla="*/ 6142 h 323850"/>
                <a:gd name="csX102" fmla="*/ 144456 w 723900"/>
                <a:gd name="csY102" fmla="*/ 8104 h 323850"/>
                <a:gd name="csX103" fmla="*/ 145914 w 723900"/>
                <a:gd name="csY103" fmla="*/ 10333 h 323850"/>
                <a:gd name="csX104" fmla="*/ 147314 w 723900"/>
                <a:gd name="csY104" fmla="*/ 12876 h 323850"/>
                <a:gd name="csX105" fmla="*/ 148714 w 723900"/>
                <a:gd name="csY105" fmla="*/ 15677 h 323850"/>
                <a:gd name="csX106" fmla="*/ 150171 w 723900"/>
                <a:gd name="csY106" fmla="*/ 18601 h 323850"/>
                <a:gd name="csX107" fmla="*/ 151562 w 723900"/>
                <a:gd name="csY107" fmla="*/ 21840 h 323850"/>
                <a:gd name="csX108" fmla="*/ 152962 w 723900"/>
                <a:gd name="csY108" fmla="*/ 25268 h 323850"/>
                <a:gd name="csX109" fmla="*/ 154419 w 723900"/>
                <a:gd name="csY109" fmla="*/ 28897 h 323850"/>
                <a:gd name="csX110" fmla="*/ 155819 w 723900"/>
                <a:gd name="csY110" fmla="*/ 32717 h 323850"/>
                <a:gd name="csX111" fmla="*/ 157220 w 723900"/>
                <a:gd name="csY111" fmla="*/ 36717 h 323850"/>
                <a:gd name="csX112" fmla="*/ 158677 w 723900"/>
                <a:gd name="csY112" fmla="*/ 40851 h 323850"/>
                <a:gd name="csX113" fmla="*/ 160077 w 723900"/>
                <a:gd name="csY113" fmla="*/ 45109 h 323850"/>
                <a:gd name="csX114" fmla="*/ 161468 w 723900"/>
                <a:gd name="csY114" fmla="*/ 49557 h 323850"/>
                <a:gd name="csX115" fmla="*/ 162868 w 723900"/>
                <a:gd name="csY115" fmla="*/ 54139 h 323850"/>
                <a:gd name="csX116" fmla="*/ 164325 w 723900"/>
                <a:gd name="csY116" fmla="*/ 58777 h 323850"/>
                <a:gd name="csX117" fmla="*/ 165726 w 723900"/>
                <a:gd name="csY117" fmla="*/ 63607 h 323850"/>
                <a:gd name="csX118" fmla="*/ 167116 w 723900"/>
                <a:gd name="csY118" fmla="*/ 68445 h 323850"/>
                <a:gd name="csX119" fmla="*/ 168583 w 723900"/>
                <a:gd name="csY119" fmla="*/ 73341 h 323850"/>
                <a:gd name="csX120" fmla="*/ 169974 w 723900"/>
                <a:gd name="csY120" fmla="*/ 78361 h 323850"/>
                <a:gd name="csX121" fmla="*/ 171374 w 723900"/>
                <a:gd name="csY121" fmla="*/ 83381 h 323850"/>
                <a:gd name="csX122" fmla="*/ 172831 w 723900"/>
                <a:gd name="csY122" fmla="*/ 88467 h 323850"/>
                <a:gd name="csX123" fmla="*/ 174231 w 723900"/>
                <a:gd name="csY123" fmla="*/ 93553 h 323850"/>
                <a:gd name="csX124" fmla="*/ 175622 w 723900"/>
                <a:gd name="csY124" fmla="*/ 98706 h 323850"/>
                <a:gd name="csX125" fmla="*/ 177089 w 723900"/>
                <a:gd name="csY125" fmla="*/ 103850 h 323850"/>
                <a:gd name="csX126" fmla="*/ 178479 w 723900"/>
                <a:gd name="csY126" fmla="*/ 108936 h 323850"/>
                <a:gd name="csX127" fmla="*/ 179880 w 723900"/>
                <a:gd name="csY127" fmla="*/ 114022 h 323850"/>
                <a:gd name="csX128" fmla="*/ 181337 w 723900"/>
                <a:gd name="csY128" fmla="*/ 119109 h 323850"/>
                <a:gd name="csX129" fmla="*/ 182737 w 723900"/>
                <a:gd name="csY129" fmla="*/ 124128 h 323850"/>
                <a:gd name="csX130" fmla="*/ 184128 w 723900"/>
                <a:gd name="csY130" fmla="*/ 129091 h 323850"/>
                <a:gd name="csX131" fmla="*/ 185595 w 723900"/>
                <a:gd name="csY131" fmla="*/ 134054 h 323850"/>
                <a:gd name="csX132" fmla="*/ 186985 w 723900"/>
                <a:gd name="csY132" fmla="*/ 138882 h 323850"/>
                <a:gd name="csX133" fmla="*/ 188385 w 723900"/>
                <a:gd name="csY133" fmla="*/ 143712 h 323850"/>
                <a:gd name="csX134" fmla="*/ 189843 w 723900"/>
                <a:gd name="csY134" fmla="*/ 148417 h 323850"/>
                <a:gd name="csX135" fmla="*/ 191243 w 723900"/>
                <a:gd name="csY135" fmla="*/ 153056 h 323850"/>
                <a:gd name="csX136" fmla="*/ 192634 w 723900"/>
                <a:gd name="csY136" fmla="*/ 157637 h 323850"/>
                <a:gd name="csX137" fmla="*/ 194034 w 723900"/>
                <a:gd name="csY137" fmla="*/ 162152 h 323850"/>
                <a:gd name="csX138" fmla="*/ 195491 w 723900"/>
                <a:gd name="csY138" fmla="*/ 166477 h 323850"/>
                <a:gd name="csX139" fmla="*/ 196891 w 723900"/>
                <a:gd name="csY139" fmla="*/ 170801 h 323850"/>
                <a:gd name="csX140" fmla="*/ 198282 w 723900"/>
                <a:gd name="csY140" fmla="*/ 174925 h 323850"/>
                <a:gd name="csX141" fmla="*/ 199749 w 723900"/>
                <a:gd name="csY141" fmla="*/ 179059 h 323850"/>
                <a:gd name="csX142" fmla="*/ 201139 w 723900"/>
                <a:gd name="csY142" fmla="*/ 183002 h 323850"/>
                <a:gd name="csX143" fmla="*/ 202540 w 723900"/>
                <a:gd name="csY143" fmla="*/ 186879 h 323850"/>
                <a:gd name="csX144" fmla="*/ 203997 w 723900"/>
                <a:gd name="csY144" fmla="*/ 190632 h 323850"/>
                <a:gd name="csX145" fmla="*/ 205397 w 723900"/>
                <a:gd name="csY145" fmla="*/ 194251 h 323850"/>
                <a:gd name="csX146" fmla="*/ 206788 w 723900"/>
                <a:gd name="csY146" fmla="*/ 197757 h 323850"/>
                <a:gd name="csX147" fmla="*/ 208255 w 723900"/>
                <a:gd name="csY147" fmla="*/ 201186 h 323850"/>
                <a:gd name="csX148" fmla="*/ 209645 w 723900"/>
                <a:gd name="csY148" fmla="*/ 204491 h 323850"/>
                <a:gd name="csX149" fmla="*/ 211045 w 723900"/>
                <a:gd name="csY149" fmla="*/ 207672 h 323850"/>
                <a:gd name="csX150" fmla="*/ 212503 w 723900"/>
                <a:gd name="csY150" fmla="*/ 210787 h 323850"/>
                <a:gd name="csX151" fmla="*/ 213903 w 723900"/>
                <a:gd name="csY151" fmla="*/ 213711 h 323850"/>
                <a:gd name="csX152" fmla="*/ 215294 w 723900"/>
                <a:gd name="csY152" fmla="*/ 216568 h 323850"/>
                <a:gd name="csX153" fmla="*/ 216761 w 723900"/>
                <a:gd name="csY153" fmla="*/ 219369 h 323850"/>
                <a:gd name="csX154" fmla="*/ 218151 w 723900"/>
                <a:gd name="csY154" fmla="*/ 222036 h 323850"/>
                <a:gd name="csX155" fmla="*/ 219551 w 723900"/>
                <a:gd name="csY155" fmla="*/ 224579 h 323850"/>
                <a:gd name="csX156" fmla="*/ 220952 w 723900"/>
                <a:gd name="csY156" fmla="*/ 227056 h 323850"/>
                <a:gd name="csX157" fmla="*/ 222409 w 723900"/>
                <a:gd name="csY157" fmla="*/ 229351 h 323850"/>
                <a:gd name="csX158" fmla="*/ 223799 w 723900"/>
                <a:gd name="csY158" fmla="*/ 231637 h 323850"/>
                <a:gd name="csX159" fmla="*/ 225200 w 723900"/>
                <a:gd name="csY159" fmla="*/ 233799 h 323850"/>
                <a:gd name="csX160" fmla="*/ 226657 w 723900"/>
                <a:gd name="csY160" fmla="*/ 235895 h 323850"/>
                <a:gd name="csX161" fmla="*/ 228057 w 723900"/>
                <a:gd name="csY161" fmla="*/ 237867 h 323850"/>
                <a:gd name="csX162" fmla="*/ 229457 w 723900"/>
                <a:gd name="csY162" fmla="*/ 239772 h 323850"/>
                <a:gd name="csX163" fmla="*/ 230915 w 723900"/>
                <a:gd name="csY163" fmla="*/ 241619 h 323850"/>
                <a:gd name="csX164" fmla="*/ 232315 w 723900"/>
                <a:gd name="csY164" fmla="*/ 243334 h 323850"/>
                <a:gd name="csX165" fmla="*/ 233705 w 723900"/>
                <a:gd name="csY165" fmla="*/ 245048 h 323850"/>
                <a:gd name="csX166" fmla="*/ 235163 w 723900"/>
                <a:gd name="csY166" fmla="*/ 246639 h 323850"/>
                <a:gd name="csX167" fmla="*/ 236563 w 723900"/>
                <a:gd name="csY167" fmla="*/ 248106 h 323850"/>
                <a:gd name="csX168" fmla="*/ 237963 w 723900"/>
                <a:gd name="csY168" fmla="*/ 249630 h 323850"/>
                <a:gd name="csX169" fmla="*/ 239420 w 723900"/>
                <a:gd name="csY169" fmla="*/ 250963 h 323850"/>
                <a:gd name="csX170" fmla="*/ 240821 w 723900"/>
                <a:gd name="csY170" fmla="*/ 252297 h 323850"/>
                <a:gd name="csX171" fmla="*/ 242211 w 723900"/>
                <a:gd name="csY171" fmla="*/ 253573 h 323850"/>
                <a:gd name="csX172" fmla="*/ 243669 w 723900"/>
                <a:gd name="csY172" fmla="*/ 254783 h 323850"/>
                <a:gd name="csX173" fmla="*/ 245069 w 723900"/>
                <a:gd name="csY173" fmla="*/ 255926 h 323850"/>
                <a:gd name="csX174" fmla="*/ 246469 w 723900"/>
                <a:gd name="csY174" fmla="*/ 257069 h 323850"/>
                <a:gd name="csX175" fmla="*/ 247926 w 723900"/>
                <a:gd name="csY175" fmla="*/ 258088 h 323850"/>
                <a:gd name="csX176" fmla="*/ 249327 w 723900"/>
                <a:gd name="csY176" fmla="*/ 259107 h 323850"/>
                <a:gd name="csX177" fmla="*/ 250717 w 723900"/>
                <a:gd name="csY177" fmla="*/ 260060 h 323850"/>
                <a:gd name="csX178" fmla="*/ 252117 w 723900"/>
                <a:gd name="csY178" fmla="*/ 261012 h 323850"/>
                <a:gd name="csX179" fmla="*/ 253575 w 723900"/>
                <a:gd name="csY179" fmla="*/ 261831 h 323850"/>
                <a:gd name="csX180" fmla="*/ 254975 w 723900"/>
                <a:gd name="csY180" fmla="*/ 262660 h 323850"/>
                <a:gd name="csX181" fmla="*/ 256365 w 723900"/>
                <a:gd name="csY181" fmla="*/ 263489 h 323850"/>
                <a:gd name="csX182" fmla="*/ 257832 w 723900"/>
                <a:gd name="csY182" fmla="*/ 264250 h 323850"/>
                <a:gd name="csX183" fmla="*/ 259223 w 723900"/>
                <a:gd name="csY183" fmla="*/ 264946 h 323850"/>
                <a:gd name="csX184" fmla="*/ 260623 w 723900"/>
                <a:gd name="csY184" fmla="*/ 265651 h 323850"/>
                <a:gd name="csX185" fmla="*/ 262080 w 723900"/>
                <a:gd name="csY185" fmla="*/ 266346 h 323850"/>
                <a:gd name="csX186" fmla="*/ 263481 w 723900"/>
                <a:gd name="csY186" fmla="*/ 266985 h 323850"/>
                <a:gd name="csX187" fmla="*/ 264871 w 723900"/>
                <a:gd name="csY187" fmla="*/ 267556 h 323850"/>
                <a:gd name="csX188" fmla="*/ 266338 w 723900"/>
                <a:gd name="csY188" fmla="*/ 268127 h 323850"/>
                <a:gd name="csX189" fmla="*/ 267729 w 723900"/>
                <a:gd name="csY189" fmla="*/ 268699 h 323850"/>
                <a:gd name="csX190" fmla="*/ 269129 w 723900"/>
                <a:gd name="csY190" fmla="*/ 269213 h 323850"/>
                <a:gd name="csX191" fmla="*/ 270586 w 723900"/>
                <a:gd name="csY191" fmla="*/ 269718 h 323850"/>
                <a:gd name="csX192" fmla="*/ 271987 w 723900"/>
                <a:gd name="csY192" fmla="*/ 270233 h 323850"/>
                <a:gd name="csX193" fmla="*/ 273377 w 723900"/>
                <a:gd name="csY193" fmla="*/ 270670 h 323850"/>
                <a:gd name="csX194" fmla="*/ 274844 w 723900"/>
                <a:gd name="csY194" fmla="*/ 271118 h 323850"/>
                <a:gd name="csX195" fmla="*/ 276235 w 723900"/>
                <a:gd name="csY195" fmla="*/ 271499 h 323850"/>
                <a:gd name="csX196" fmla="*/ 277635 w 723900"/>
                <a:gd name="csY196" fmla="*/ 271880 h 323850"/>
                <a:gd name="csX197" fmla="*/ 279035 w 723900"/>
                <a:gd name="csY197" fmla="*/ 272261 h 323850"/>
                <a:gd name="csX198" fmla="*/ 280492 w 723900"/>
                <a:gd name="csY198" fmla="*/ 272642 h 323850"/>
                <a:gd name="csX199" fmla="*/ 281883 w 723900"/>
                <a:gd name="csY199" fmla="*/ 272956 h 323850"/>
                <a:gd name="csX200" fmla="*/ 283283 w 723900"/>
                <a:gd name="csY200" fmla="*/ 273347 h 323850"/>
                <a:gd name="csX201" fmla="*/ 284740 w 723900"/>
                <a:gd name="csY201" fmla="*/ 273595 h 323850"/>
                <a:gd name="csX202" fmla="*/ 286141 w 723900"/>
                <a:gd name="csY202" fmla="*/ 273918 h 323850"/>
                <a:gd name="csX203" fmla="*/ 287531 w 723900"/>
                <a:gd name="csY203" fmla="*/ 274233 h 323850"/>
                <a:gd name="csX204" fmla="*/ 288998 w 723900"/>
                <a:gd name="csY204" fmla="*/ 274490 h 323850"/>
                <a:gd name="csX205" fmla="*/ 290389 w 723900"/>
                <a:gd name="csY205" fmla="*/ 274738 h 323850"/>
                <a:gd name="csX206" fmla="*/ 291789 w 723900"/>
                <a:gd name="csY206" fmla="*/ 274928 h 323850"/>
                <a:gd name="csX207" fmla="*/ 293246 w 723900"/>
                <a:gd name="csY207" fmla="*/ 275185 h 323850"/>
                <a:gd name="csX208" fmla="*/ 294646 w 723900"/>
                <a:gd name="csY208" fmla="*/ 275376 h 323850"/>
                <a:gd name="csX209" fmla="*/ 296047 w 723900"/>
                <a:gd name="csY209" fmla="*/ 275567 h 323850"/>
                <a:gd name="csX210" fmla="*/ 297504 w 723900"/>
                <a:gd name="csY210" fmla="*/ 275757 h 323850"/>
                <a:gd name="csX211" fmla="*/ 298894 w 723900"/>
                <a:gd name="csY211" fmla="*/ 275947 h 323850"/>
                <a:gd name="csX212" fmla="*/ 300295 w 723900"/>
                <a:gd name="csY212" fmla="*/ 276138 h 323850"/>
                <a:gd name="csX213" fmla="*/ 301752 w 723900"/>
                <a:gd name="csY213" fmla="*/ 276271 h 323850"/>
                <a:gd name="csX214" fmla="*/ 303152 w 723900"/>
                <a:gd name="csY214" fmla="*/ 276395 h 323850"/>
                <a:gd name="csX215" fmla="*/ 304553 w 723900"/>
                <a:gd name="csY215" fmla="*/ 276519 h 323850"/>
                <a:gd name="csX216" fmla="*/ 306010 w 723900"/>
                <a:gd name="csY216" fmla="*/ 276652 h 323850"/>
                <a:gd name="csX217" fmla="*/ 307400 w 723900"/>
                <a:gd name="csY217" fmla="*/ 276776 h 323850"/>
                <a:gd name="csX218" fmla="*/ 308801 w 723900"/>
                <a:gd name="csY218" fmla="*/ 276843 h 323850"/>
                <a:gd name="csX219" fmla="*/ 310201 w 723900"/>
                <a:gd name="csY219" fmla="*/ 276966 h 323850"/>
                <a:gd name="csX220" fmla="*/ 311658 w 723900"/>
                <a:gd name="csY220" fmla="*/ 277033 h 323850"/>
                <a:gd name="csX221" fmla="*/ 313058 w 723900"/>
                <a:gd name="csY221" fmla="*/ 277090 h 323850"/>
                <a:gd name="csX222" fmla="*/ 314449 w 723900"/>
                <a:gd name="csY222" fmla="*/ 277157 h 323850"/>
                <a:gd name="csX223" fmla="*/ 315906 w 723900"/>
                <a:gd name="csY223" fmla="*/ 277223 h 323850"/>
                <a:gd name="csX224" fmla="*/ 317306 w 723900"/>
                <a:gd name="csY224" fmla="*/ 277281 h 323850"/>
                <a:gd name="csX225" fmla="*/ 318707 w 723900"/>
                <a:gd name="csY225" fmla="*/ 277347 h 323850"/>
                <a:gd name="csX226" fmla="*/ 320164 w 723900"/>
                <a:gd name="csY226" fmla="*/ 277347 h 323850"/>
                <a:gd name="csX227" fmla="*/ 321564 w 723900"/>
                <a:gd name="csY227" fmla="*/ 277414 h 323850"/>
                <a:gd name="csX228" fmla="*/ 322955 w 723900"/>
                <a:gd name="csY228" fmla="*/ 277414 h 323850"/>
                <a:gd name="csX229" fmla="*/ 324412 w 723900"/>
                <a:gd name="csY229" fmla="*/ 277414 h 323850"/>
                <a:gd name="csX230" fmla="*/ 325812 w 723900"/>
                <a:gd name="csY230" fmla="*/ 277471 h 323850"/>
                <a:gd name="csX231" fmla="*/ 327212 w 723900"/>
                <a:gd name="csY231" fmla="*/ 277471 h 323850"/>
                <a:gd name="csX232" fmla="*/ 328670 w 723900"/>
                <a:gd name="csY232" fmla="*/ 277471 h 323850"/>
                <a:gd name="csX233" fmla="*/ 330070 w 723900"/>
                <a:gd name="csY233" fmla="*/ 277471 h 323850"/>
                <a:gd name="csX234" fmla="*/ 331460 w 723900"/>
                <a:gd name="csY234" fmla="*/ 277414 h 323850"/>
                <a:gd name="csX235" fmla="*/ 332918 w 723900"/>
                <a:gd name="csY235" fmla="*/ 277414 h 323850"/>
                <a:gd name="csX236" fmla="*/ 334318 w 723900"/>
                <a:gd name="csY236" fmla="*/ 277414 h 323850"/>
                <a:gd name="csX237" fmla="*/ 335718 w 723900"/>
                <a:gd name="csY237" fmla="*/ 277414 h 323850"/>
                <a:gd name="csX238" fmla="*/ 337109 w 723900"/>
                <a:gd name="csY238" fmla="*/ 277347 h 323850"/>
                <a:gd name="csX239" fmla="*/ 338576 w 723900"/>
                <a:gd name="csY239" fmla="*/ 277347 h 323850"/>
                <a:gd name="csX240" fmla="*/ 339966 w 723900"/>
                <a:gd name="csY240" fmla="*/ 277281 h 323850"/>
                <a:gd name="csX241" fmla="*/ 341367 w 723900"/>
                <a:gd name="csY241" fmla="*/ 277223 h 323850"/>
                <a:gd name="csX242" fmla="*/ 342824 w 723900"/>
                <a:gd name="csY242" fmla="*/ 277223 h 323850"/>
                <a:gd name="csX243" fmla="*/ 344224 w 723900"/>
                <a:gd name="csY243" fmla="*/ 277157 h 323850"/>
                <a:gd name="csX244" fmla="*/ 345615 w 723900"/>
                <a:gd name="csY244" fmla="*/ 277157 h 323850"/>
                <a:gd name="csX245" fmla="*/ 347082 w 723900"/>
                <a:gd name="csY245" fmla="*/ 277090 h 323850"/>
                <a:gd name="csX246" fmla="*/ 348472 w 723900"/>
                <a:gd name="csY246" fmla="*/ 277033 h 323850"/>
                <a:gd name="csX247" fmla="*/ 349872 w 723900"/>
                <a:gd name="csY247" fmla="*/ 276966 h 323850"/>
                <a:gd name="csX248" fmla="*/ 351330 w 723900"/>
                <a:gd name="csY248" fmla="*/ 276900 h 323850"/>
                <a:gd name="csX249" fmla="*/ 352730 w 723900"/>
                <a:gd name="csY249" fmla="*/ 276900 h 323850"/>
                <a:gd name="csX250" fmla="*/ 354120 w 723900"/>
                <a:gd name="csY250" fmla="*/ 276843 h 323850"/>
                <a:gd name="csX251" fmla="*/ 355588 w 723900"/>
                <a:gd name="csY251" fmla="*/ 276776 h 323850"/>
                <a:gd name="csX252" fmla="*/ 356978 w 723900"/>
                <a:gd name="csY252" fmla="*/ 276710 h 323850"/>
                <a:gd name="csX253" fmla="*/ 358378 w 723900"/>
                <a:gd name="csY253" fmla="*/ 276652 h 323850"/>
                <a:gd name="csX254" fmla="*/ 359836 w 723900"/>
                <a:gd name="csY254" fmla="*/ 276586 h 323850"/>
                <a:gd name="csX255" fmla="*/ 361236 w 723900"/>
                <a:gd name="csY255" fmla="*/ 276519 h 323850"/>
                <a:gd name="csX256" fmla="*/ 362626 w 723900"/>
                <a:gd name="csY256" fmla="*/ 276519 h 323850"/>
                <a:gd name="csX257" fmla="*/ 364027 w 723900"/>
                <a:gd name="csY257" fmla="*/ 276462 h 323850"/>
                <a:gd name="csX258" fmla="*/ 365484 w 723900"/>
                <a:gd name="csY258" fmla="*/ 276395 h 323850"/>
                <a:gd name="csX259" fmla="*/ 366884 w 723900"/>
                <a:gd name="csY259" fmla="*/ 276328 h 323850"/>
                <a:gd name="csX260" fmla="*/ 368284 w 723900"/>
                <a:gd name="csY260" fmla="*/ 276271 h 323850"/>
                <a:gd name="csX261" fmla="*/ 369742 w 723900"/>
                <a:gd name="csY261" fmla="*/ 276204 h 323850"/>
                <a:gd name="csX262" fmla="*/ 371132 w 723900"/>
                <a:gd name="csY262" fmla="*/ 276138 h 323850"/>
                <a:gd name="csX263" fmla="*/ 372532 w 723900"/>
                <a:gd name="csY263" fmla="*/ 276080 h 323850"/>
                <a:gd name="csX264" fmla="*/ 373990 w 723900"/>
                <a:gd name="csY264" fmla="*/ 276014 h 323850"/>
                <a:gd name="csX265" fmla="*/ 375390 w 723900"/>
                <a:gd name="csY265" fmla="*/ 275947 h 323850"/>
                <a:gd name="csX266" fmla="*/ 376790 w 723900"/>
                <a:gd name="csY266" fmla="*/ 275890 h 323850"/>
                <a:gd name="csX267" fmla="*/ 378247 w 723900"/>
                <a:gd name="csY267" fmla="*/ 275824 h 323850"/>
                <a:gd name="csX268" fmla="*/ 379638 w 723900"/>
                <a:gd name="csY268" fmla="*/ 275757 h 323850"/>
                <a:gd name="csX269" fmla="*/ 381038 w 723900"/>
                <a:gd name="csY269" fmla="*/ 275757 h 323850"/>
                <a:gd name="csX270" fmla="*/ 382495 w 723900"/>
                <a:gd name="csY270" fmla="*/ 275700 h 323850"/>
                <a:gd name="csX271" fmla="*/ 383896 w 723900"/>
                <a:gd name="csY271" fmla="*/ 275633 h 323850"/>
                <a:gd name="csX272" fmla="*/ 385296 w 723900"/>
                <a:gd name="csY272" fmla="*/ 275567 h 323850"/>
                <a:gd name="csX273" fmla="*/ 386753 w 723900"/>
                <a:gd name="csY273" fmla="*/ 275500 h 323850"/>
                <a:gd name="csX274" fmla="*/ 388144 w 723900"/>
                <a:gd name="csY274" fmla="*/ 275443 h 323850"/>
                <a:gd name="csX275" fmla="*/ 389544 w 723900"/>
                <a:gd name="csY275" fmla="*/ 275376 h 323850"/>
                <a:gd name="csX276" fmla="*/ 391001 w 723900"/>
                <a:gd name="csY276" fmla="*/ 275309 h 323850"/>
                <a:gd name="csX277" fmla="*/ 392402 w 723900"/>
                <a:gd name="csY277" fmla="*/ 275252 h 323850"/>
                <a:gd name="csX278" fmla="*/ 393802 w 723900"/>
                <a:gd name="csY278" fmla="*/ 275185 h 323850"/>
                <a:gd name="csX279" fmla="*/ 395192 w 723900"/>
                <a:gd name="csY279" fmla="*/ 275061 h 323850"/>
                <a:gd name="csX280" fmla="*/ 396659 w 723900"/>
                <a:gd name="csY280" fmla="*/ 274995 h 323850"/>
                <a:gd name="csX281" fmla="*/ 398050 w 723900"/>
                <a:gd name="csY281" fmla="*/ 274928 h 323850"/>
                <a:gd name="csX282" fmla="*/ 399450 w 723900"/>
                <a:gd name="csY282" fmla="*/ 274871 h 323850"/>
                <a:gd name="csX283" fmla="*/ 400907 w 723900"/>
                <a:gd name="csY283" fmla="*/ 274804 h 323850"/>
                <a:gd name="csX284" fmla="*/ 402308 w 723900"/>
                <a:gd name="csY284" fmla="*/ 274738 h 323850"/>
                <a:gd name="csX285" fmla="*/ 403698 w 723900"/>
                <a:gd name="csY285" fmla="*/ 274681 h 323850"/>
                <a:gd name="csX286" fmla="*/ 405155 w 723900"/>
                <a:gd name="csY286" fmla="*/ 274547 h 323850"/>
                <a:gd name="csX287" fmla="*/ 406556 w 723900"/>
                <a:gd name="csY287" fmla="*/ 274490 h 323850"/>
                <a:gd name="csX288" fmla="*/ 407956 w 723900"/>
                <a:gd name="csY288" fmla="*/ 274424 h 323850"/>
                <a:gd name="csX289" fmla="*/ 409413 w 723900"/>
                <a:gd name="csY289" fmla="*/ 274300 h 323850"/>
                <a:gd name="csX290" fmla="*/ 410813 w 723900"/>
                <a:gd name="csY290" fmla="*/ 274233 h 323850"/>
                <a:gd name="csX291" fmla="*/ 412204 w 723900"/>
                <a:gd name="csY291" fmla="*/ 274166 h 323850"/>
                <a:gd name="csX292" fmla="*/ 413671 w 723900"/>
                <a:gd name="csY292" fmla="*/ 274042 h 323850"/>
                <a:gd name="csX293" fmla="*/ 415061 w 723900"/>
                <a:gd name="csY293" fmla="*/ 273976 h 323850"/>
                <a:gd name="csX294" fmla="*/ 416462 w 723900"/>
                <a:gd name="csY294" fmla="*/ 273852 h 323850"/>
                <a:gd name="csX295" fmla="*/ 417919 w 723900"/>
                <a:gd name="csY295" fmla="*/ 273785 h 323850"/>
                <a:gd name="csX296" fmla="*/ 419319 w 723900"/>
                <a:gd name="csY296" fmla="*/ 273661 h 323850"/>
                <a:gd name="csX297" fmla="*/ 420710 w 723900"/>
                <a:gd name="csY297" fmla="*/ 273595 h 323850"/>
                <a:gd name="csX298" fmla="*/ 422110 w 723900"/>
                <a:gd name="csY298" fmla="*/ 273471 h 323850"/>
                <a:gd name="csX299" fmla="*/ 423567 w 723900"/>
                <a:gd name="csY299" fmla="*/ 273347 h 323850"/>
                <a:gd name="csX300" fmla="*/ 424968 w 723900"/>
                <a:gd name="csY300" fmla="*/ 273214 h 323850"/>
                <a:gd name="csX301" fmla="*/ 426358 w 723900"/>
                <a:gd name="csY301" fmla="*/ 273157 h 323850"/>
                <a:gd name="csX302" fmla="*/ 427825 w 723900"/>
                <a:gd name="csY302" fmla="*/ 273023 h 323850"/>
                <a:gd name="csX303" fmla="*/ 429216 w 723900"/>
                <a:gd name="csY303" fmla="*/ 272899 h 323850"/>
                <a:gd name="csX304" fmla="*/ 430616 w 723900"/>
                <a:gd name="csY304" fmla="*/ 272775 h 323850"/>
                <a:gd name="csX305" fmla="*/ 432073 w 723900"/>
                <a:gd name="csY305" fmla="*/ 272642 h 323850"/>
                <a:gd name="csX306" fmla="*/ 433473 w 723900"/>
                <a:gd name="csY306" fmla="*/ 272518 h 323850"/>
                <a:gd name="csX307" fmla="*/ 434864 w 723900"/>
                <a:gd name="csY307" fmla="*/ 272385 h 323850"/>
                <a:gd name="csX308" fmla="*/ 436331 w 723900"/>
                <a:gd name="csY308" fmla="*/ 272261 h 323850"/>
                <a:gd name="csX309" fmla="*/ 437721 w 723900"/>
                <a:gd name="csY309" fmla="*/ 272071 h 323850"/>
                <a:gd name="csX310" fmla="*/ 439122 w 723900"/>
                <a:gd name="csY310" fmla="*/ 271947 h 323850"/>
                <a:gd name="csX311" fmla="*/ 440579 w 723900"/>
                <a:gd name="csY311" fmla="*/ 271813 h 323850"/>
                <a:gd name="csX312" fmla="*/ 441979 w 723900"/>
                <a:gd name="csY312" fmla="*/ 271623 h 323850"/>
                <a:gd name="csX313" fmla="*/ 443370 w 723900"/>
                <a:gd name="csY313" fmla="*/ 271499 h 323850"/>
                <a:gd name="csX314" fmla="*/ 444837 w 723900"/>
                <a:gd name="csY314" fmla="*/ 271309 h 323850"/>
                <a:gd name="csX315" fmla="*/ 446227 w 723900"/>
                <a:gd name="csY315" fmla="*/ 271118 h 323850"/>
                <a:gd name="csX316" fmla="*/ 447628 w 723900"/>
                <a:gd name="csY316" fmla="*/ 270928 h 323850"/>
                <a:gd name="csX317" fmla="*/ 449085 w 723900"/>
                <a:gd name="csY317" fmla="*/ 270737 h 323850"/>
                <a:gd name="csX318" fmla="*/ 450485 w 723900"/>
                <a:gd name="csY318" fmla="*/ 270547 h 323850"/>
                <a:gd name="csX319" fmla="*/ 451876 w 723900"/>
                <a:gd name="csY319" fmla="*/ 270356 h 323850"/>
                <a:gd name="csX320" fmla="*/ 453276 w 723900"/>
                <a:gd name="csY320" fmla="*/ 270099 h 323850"/>
                <a:gd name="csX321" fmla="*/ 454733 w 723900"/>
                <a:gd name="csY321" fmla="*/ 269909 h 323850"/>
                <a:gd name="csX322" fmla="*/ 456133 w 723900"/>
                <a:gd name="csY322" fmla="*/ 269651 h 323850"/>
                <a:gd name="csX323" fmla="*/ 457533 w 723900"/>
                <a:gd name="csY323" fmla="*/ 269404 h 323850"/>
                <a:gd name="csX324" fmla="*/ 458991 w 723900"/>
                <a:gd name="csY324" fmla="*/ 269147 h 323850"/>
                <a:gd name="csX325" fmla="*/ 460381 w 723900"/>
                <a:gd name="csY325" fmla="*/ 268832 h 323850"/>
                <a:gd name="csX326" fmla="*/ 461782 w 723900"/>
                <a:gd name="csY326" fmla="*/ 268508 h 323850"/>
                <a:gd name="csX327" fmla="*/ 463239 w 723900"/>
                <a:gd name="csY327" fmla="*/ 268194 h 323850"/>
                <a:gd name="csX328" fmla="*/ 464639 w 723900"/>
                <a:gd name="csY328" fmla="*/ 267880 h 323850"/>
                <a:gd name="csX329" fmla="*/ 466039 w 723900"/>
                <a:gd name="csY329" fmla="*/ 267556 h 323850"/>
                <a:gd name="csX330" fmla="*/ 467497 w 723900"/>
                <a:gd name="csY330" fmla="*/ 267175 h 323850"/>
                <a:gd name="csX331" fmla="*/ 468887 w 723900"/>
                <a:gd name="csY331" fmla="*/ 266794 h 323850"/>
                <a:gd name="csX332" fmla="*/ 470287 w 723900"/>
                <a:gd name="csY332" fmla="*/ 266346 h 323850"/>
                <a:gd name="csX333" fmla="*/ 471745 w 723900"/>
                <a:gd name="csY333" fmla="*/ 265908 h 323850"/>
                <a:gd name="csX334" fmla="*/ 473145 w 723900"/>
                <a:gd name="csY334" fmla="*/ 265460 h 323850"/>
                <a:gd name="csX335" fmla="*/ 474545 w 723900"/>
                <a:gd name="csY335" fmla="*/ 264946 h 323850"/>
                <a:gd name="csX336" fmla="*/ 476003 w 723900"/>
                <a:gd name="csY336" fmla="*/ 264441 h 323850"/>
                <a:gd name="csX337" fmla="*/ 477393 w 723900"/>
                <a:gd name="csY337" fmla="*/ 263936 h 323850"/>
                <a:gd name="csX338" fmla="*/ 478793 w 723900"/>
                <a:gd name="csY338" fmla="*/ 263298 h 323850"/>
                <a:gd name="csX339" fmla="*/ 480193 w 723900"/>
                <a:gd name="csY339" fmla="*/ 262727 h 323850"/>
                <a:gd name="csX340" fmla="*/ 481651 w 723900"/>
                <a:gd name="csY340" fmla="*/ 262022 h 323850"/>
                <a:gd name="csX341" fmla="*/ 483051 w 723900"/>
                <a:gd name="csY341" fmla="*/ 261327 h 323850"/>
                <a:gd name="csX342" fmla="*/ 484442 w 723900"/>
                <a:gd name="csY342" fmla="*/ 260631 h 323850"/>
                <a:gd name="csX343" fmla="*/ 485908 w 723900"/>
                <a:gd name="csY343" fmla="*/ 259869 h 323850"/>
                <a:gd name="csX344" fmla="*/ 487299 w 723900"/>
                <a:gd name="csY344" fmla="*/ 259040 h 323850"/>
                <a:gd name="csX345" fmla="*/ 488699 w 723900"/>
                <a:gd name="csY345" fmla="*/ 258145 h 323850"/>
                <a:gd name="csX346" fmla="*/ 490157 w 723900"/>
                <a:gd name="csY346" fmla="*/ 257260 h 323850"/>
                <a:gd name="csX347" fmla="*/ 491557 w 723900"/>
                <a:gd name="csY347" fmla="*/ 256307 h 323850"/>
                <a:gd name="csX348" fmla="*/ 492947 w 723900"/>
                <a:gd name="csY348" fmla="*/ 255288 h 323850"/>
                <a:gd name="csX349" fmla="*/ 494414 w 723900"/>
                <a:gd name="csY349" fmla="*/ 254268 h 323850"/>
                <a:gd name="csX350" fmla="*/ 495805 w 723900"/>
                <a:gd name="csY350" fmla="*/ 253125 h 323850"/>
                <a:gd name="csX351" fmla="*/ 497205 w 723900"/>
                <a:gd name="csY351" fmla="*/ 251916 h 323850"/>
                <a:gd name="csX352" fmla="*/ 498662 w 723900"/>
                <a:gd name="csY352" fmla="*/ 250706 h 323850"/>
                <a:gd name="csX353" fmla="*/ 500063 w 723900"/>
                <a:gd name="csY353" fmla="*/ 249373 h 323850"/>
                <a:gd name="csX354" fmla="*/ 501453 w 723900"/>
                <a:gd name="csY354" fmla="*/ 248039 h 323850"/>
                <a:gd name="csX355" fmla="*/ 502920 w 723900"/>
                <a:gd name="csY355" fmla="*/ 246639 h 323850"/>
                <a:gd name="csX356" fmla="*/ 504311 w 723900"/>
                <a:gd name="csY356" fmla="*/ 245115 h 323850"/>
                <a:gd name="csX357" fmla="*/ 505711 w 723900"/>
                <a:gd name="csY357" fmla="*/ 243524 h 323850"/>
                <a:gd name="csX358" fmla="*/ 507168 w 723900"/>
                <a:gd name="csY358" fmla="*/ 241934 h 323850"/>
                <a:gd name="csX359" fmla="*/ 508568 w 723900"/>
                <a:gd name="csY359" fmla="*/ 240219 h 323850"/>
                <a:gd name="csX360" fmla="*/ 509959 w 723900"/>
                <a:gd name="csY360" fmla="*/ 238438 h 323850"/>
                <a:gd name="csX361" fmla="*/ 511359 w 723900"/>
                <a:gd name="csY361" fmla="*/ 236600 h 323850"/>
                <a:gd name="csX362" fmla="*/ 512817 w 723900"/>
                <a:gd name="csY362" fmla="*/ 234685 h 323850"/>
                <a:gd name="csX363" fmla="*/ 514217 w 723900"/>
                <a:gd name="csY363" fmla="*/ 232656 h 323850"/>
                <a:gd name="csX364" fmla="*/ 515607 w 723900"/>
                <a:gd name="csY364" fmla="*/ 230618 h 323850"/>
                <a:gd name="csX365" fmla="*/ 517074 w 723900"/>
                <a:gd name="csY365" fmla="*/ 228455 h 323850"/>
                <a:gd name="csX366" fmla="*/ 518465 w 723900"/>
                <a:gd name="csY366" fmla="*/ 226236 h 323850"/>
                <a:gd name="csX367" fmla="*/ 519865 w 723900"/>
                <a:gd name="csY367" fmla="*/ 223941 h 323850"/>
                <a:gd name="csX368" fmla="*/ 521322 w 723900"/>
                <a:gd name="csY368" fmla="*/ 221588 h 323850"/>
                <a:gd name="csX369" fmla="*/ 522723 w 723900"/>
                <a:gd name="csY369" fmla="*/ 219112 h 323850"/>
                <a:gd name="csX370" fmla="*/ 524113 w 723900"/>
                <a:gd name="csY370" fmla="*/ 216635 h 323850"/>
                <a:gd name="csX371" fmla="*/ 525580 w 723900"/>
                <a:gd name="csY371" fmla="*/ 214026 h 323850"/>
                <a:gd name="csX372" fmla="*/ 526971 w 723900"/>
                <a:gd name="csY372" fmla="*/ 211358 h 323850"/>
                <a:gd name="csX373" fmla="*/ 528371 w 723900"/>
                <a:gd name="csY373" fmla="*/ 208692 h 323850"/>
                <a:gd name="csX374" fmla="*/ 529828 w 723900"/>
                <a:gd name="csY374" fmla="*/ 205891 h 323850"/>
                <a:gd name="csX375" fmla="*/ 531228 w 723900"/>
                <a:gd name="csY375" fmla="*/ 203024 h 323850"/>
                <a:gd name="csX376" fmla="*/ 532628 w 723900"/>
                <a:gd name="csY376" fmla="*/ 200100 h 323850"/>
                <a:gd name="csX377" fmla="*/ 534086 w 723900"/>
                <a:gd name="csY377" fmla="*/ 197175 h 323850"/>
                <a:gd name="csX378" fmla="*/ 535477 w 723900"/>
                <a:gd name="csY378" fmla="*/ 194127 h 323850"/>
                <a:gd name="csX379" fmla="*/ 536877 w 723900"/>
                <a:gd name="csY379" fmla="*/ 191080 h 323850"/>
                <a:gd name="csX380" fmla="*/ 538277 w 723900"/>
                <a:gd name="csY380" fmla="*/ 187965 h 323850"/>
                <a:gd name="csX381" fmla="*/ 539734 w 723900"/>
                <a:gd name="csY381" fmla="*/ 184850 h 323850"/>
                <a:gd name="csX382" fmla="*/ 541134 w 723900"/>
                <a:gd name="csY382" fmla="*/ 181669 h 323850"/>
                <a:gd name="csX383" fmla="*/ 542525 w 723900"/>
                <a:gd name="csY383" fmla="*/ 178488 h 323850"/>
                <a:gd name="csX384" fmla="*/ 543982 w 723900"/>
                <a:gd name="csY384" fmla="*/ 175249 h 323850"/>
                <a:gd name="csX385" fmla="*/ 545383 w 723900"/>
                <a:gd name="csY385" fmla="*/ 172001 h 323850"/>
                <a:gd name="csX386" fmla="*/ 546783 w 723900"/>
                <a:gd name="csY386" fmla="*/ 168763 h 323850"/>
                <a:gd name="csX387" fmla="*/ 548240 w 723900"/>
                <a:gd name="csY387" fmla="*/ 165458 h 323850"/>
                <a:gd name="csX388" fmla="*/ 549640 w 723900"/>
                <a:gd name="csY388" fmla="*/ 162210 h 323850"/>
                <a:gd name="csX389" fmla="*/ 551031 w 723900"/>
                <a:gd name="csY389" fmla="*/ 158971 h 323850"/>
                <a:gd name="csX390" fmla="*/ 552488 w 723900"/>
                <a:gd name="csY390" fmla="*/ 155733 h 323850"/>
                <a:gd name="csX391" fmla="*/ 553889 w 723900"/>
                <a:gd name="csY391" fmla="*/ 152551 h 323850"/>
                <a:gd name="csX392" fmla="*/ 555288 w 723900"/>
                <a:gd name="csY392" fmla="*/ 149370 h 323850"/>
                <a:gd name="csX393" fmla="*/ 556746 w 723900"/>
                <a:gd name="csY393" fmla="*/ 146255 h 323850"/>
                <a:gd name="csX394" fmla="*/ 558146 w 723900"/>
                <a:gd name="csY394" fmla="*/ 143207 h 323850"/>
                <a:gd name="csX395" fmla="*/ 559537 w 723900"/>
                <a:gd name="csY395" fmla="*/ 140216 h 323850"/>
                <a:gd name="csX396" fmla="*/ 561003 w 723900"/>
                <a:gd name="csY396" fmla="*/ 137292 h 323850"/>
                <a:gd name="csX397" fmla="*/ 562394 w 723900"/>
                <a:gd name="csY397" fmla="*/ 134434 h 323850"/>
                <a:gd name="csX398" fmla="*/ 563794 w 723900"/>
                <a:gd name="csY398" fmla="*/ 131634 h 323850"/>
                <a:gd name="csX399" fmla="*/ 565185 w 723900"/>
                <a:gd name="csY399" fmla="*/ 128967 h 323850"/>
                <a:gd name="csX400" fmla="*/ 566652 w 723900"/>
                <a:gd name="csY400" fmla="*/ 126357 h 323850"/>
                <a:gd name="csX401" fmla="*/ 568043 w 723900"/>
                <a:gd name="csY401" fmla="*/ 123880 h 323850"/>
                <a:gd name="csX402" fmla="*/ 569443 w 723900"/>
                <a:gd name="csY402" fmla="*/ 121528 h 323850"/>
                <a:gd name="csX403" fmla="*/ 570900 w 723900"/>
                <a:gd name="csY403" fmla="*/ 119299 h 323850"/>
                <a:gd name="csX404" fmla="*/ 572300 w 723900"/>
                <a:gd name="csY404" fmla="*/ 117204 h 323850"/>
                <a:gd name="csX405" fmla="*/ 573691 w 723900"/>
                <a:gd name="csY405" fmla="*/ 115232 h 323850"/>
                <a:gd name="csX406" fmla="*/ 575158 w 723900"/>
                <a:gd name="csY406" fmla="*/ 113451 h 323850"/>
                <a:gd name="csX407" fmla="*/ 576548 w 723900"/>
                <a:gd name="csY407" fmla="*/ 111803 h 323850"/>
                <a:gd name="csX408" fmla="*/ 577948 w 723900"/>
                <a:gd name="csY408" fmla="*/ 110270 h 323850"/>
                <a:gd name="csX409" fmla="*/ 579406 w 723900"/>
                <a:gd name="csY409" fmla="*/ 108936 h 323850"/>
                <a:gd name="csX410" fmla="*/ 580806 w 723900"/>
                <a:gd name="csY410" fmla="*/ 107793 h 323850"/>
                <a:gd name="csX411" fmla="*/ 582197 w 723900"/>
                <a:gd name="csY411" fmla="*/ 106774 h 323850"/>
                <a:gd name="csX412" fmla="*/ 583663 w 723900"/>
                <a:gd name="csY412" fmla="*/ 106079 h 323850"/>
                <a:gd name="csX413" fmla="*/ 585054 w 723900"/>
                <a:gd name="csY413" fmla="*/ 105440 h 323850"/>
                <a:gd name="csX414" fmla="*/ 586454 w 723900"/>
                <a:gd name="csY414" fmla="*/ 104993 h 323850"/>
                <a:gd name="csX415" fmla="*/ 587912 w 723900"/>
                <a:gd name="csY415" fmla="*/ 104802 h 323850"/>
                <a:gd name="csX416" fmla="*/ 589312 w 723900"/>
                <a:gd name="csY416" fmla="*/ 104802 h 323850"/>
                <a:gd name="csX417" fmla="*/ 590703 w 723900"/>
                <a:gd name="csY417" fmla="*/ 104936 h 323850"/>
                <a:gd name="csX418" fmla="*/ 592169 w 723900"/>
                <a:gd name="csY418" fmla="*/ 105373 h 323850"/>
                <a:gd name="csX419" fmla="*/ 593560 w 723900"/>
                <a:gd name="csY419" fmla="*/ 105945 h 323850"/>
                <a:gd name="csX420" fmla="*/ 594960 w 723900"/>
                <a:gd name="csY420" fmla="*/ 106716 h 323850"/>
                <a:gd name="csX421" fmla="*/ 596351 w 723900"/>
                <a:gd name="csY421" fmla="*/ 107669 h 323850"/>
                <a:gd name="csX422" fmla="*/ 597818 w 723900"/>
                <a:gd name="csY422" fmla="*/ 108879 h 323850"/>
                <a:gd name="csX423" fmla="*/ 599208 w 723900"/>
                <a:gd name="csY423" fmla="*/ 110212 h 323850"/>
                <a:gd name="csX424" fmla="*/ 600609 w 723900"/>
                <a:gd name="csY424" fmla="*/ 111803 h 323850"/>
                <a:gd name="csX425" fmla="*/ 602066 w 723900"/>
                <a:gd name="csY425" fmla="*/ 113575 h 323850"/>
                <a:gd name="csX426" fmla="*/ 603466 w 723900"/>
                <a:gd name="csY426" fmla="*/ 115489 h 323850"/>
                <a:gd name="csX427" fmla="*/ 604866 w 723900"/>
                <a:gd name="csY427" fmla="*/ 117651 h 323850"/>
                <a:gd name="csX428" fmla="*/ 606323 w 723900"/>
                <a:gd name="csY428" fmla="*/ 119937 h 323850"/>
                <a:gd name="csX429" fmla="*/ 607714 w 723900"/>
                <a:gd name="csY429" fmla="*/ 122414 h 323850"/>
                <a:gd name="csX430" fmla="*/ 609114 w 723900"/>
                <a:gd name="csY430" fmla="*/ 125024 h 323850"/>
                <a:gd name="csX431" fmla="*/ 610572 w 723900"/>
                <a:gd name="csY431" fmla="*/ 127881 h 323850"/>
                <a:gd name="csX432" fmla="*/ 611972 w 723900"/>
                <a:gd name="csY432" fmla="*/ 130806 h 323850"/>
                <a:gd name="csX433" fmla="*/ 613362 w 723900"/>
                <a:gd name="csY433" fmla="*/ 133920 h 323850"/>
                <a:gd name="csX434" fmla="*/ 614829 w 723900"/>
                <a:gd name="csY434" fmla="*/ 137168 h 323850"/>
                <a:gd name="csX435" fmla="*/ 616220 w 723900"/>
                <a:gd name="csY435" fmla="*/ 140531 h 323850"/>
                <a:gd name="csX436" fmla="*/ 617620 w 723900"/>
                <a:gd name="csY436" fmla="*/ 144036 h 323850"/>
                <a:gd name="csX437" fmla="*/ 619078 w 723900"/>
                <a:gd name="csY437" fmla="*/ 147655 h 323850"/>
                <a:gd name="csX438" fmla="*/ 620478 w 723900"/>
                <a:gd name="csY438" fmla="*/ 151342 h 323850"/>
                <a:gd name="csX439" fmla="*/ 621878 w 723900"/>
                <a:gd name="csY439" fmla="*/ 155161 h 323850"/>
                <a:gd name="csX440" fmla="*/ 623269 w 723900"/>
                <a:gd name="csY440" fmla="*/ 159038 h 323850"/>
                <a:gd name="csX441" fmla="*/ 624726 w 723900"/>
                <a:gd name="csY441" fmla="*/ 163038 h 323850"/>
                <a:gd name="csX442" fmla="*/ 626126 w 723900"/>
                <a:gd name="csY442" fmla="*/ 167048 h 323850"/>
                <a:gd name="csX443" fmla="*/ 627526 w 723900"/>
                <a:gd name="csY443" fmla="*/ 171182 h 323850"/>
                <a:gd name="csX444" fmla="*/ 628983 w 723900"/>
                <a:gd name="csY444" fmla="*/ 175306 h 323850"/>
                <a:gd name="csX445" fmla="*/ 630384 w 723900"/>
                <a:gd name="csY445" fmla="*/ 179507 h 323850"/>
                <a:gd name="csX446" fmla="*/ 631774 w 723900"/>
                <a:gd name="csY446" fmla="*/ 183698 h 323850"/>
                <a:gd name="csX447" fmla="*/ 633232 w 723900"/>
                <a:gd name="csY447" fmla="*/ 187965 h 323850"/>
                <a:gd name="csX448" fmla="*/ 634632 w 723900"/>
                <a:gd name="csY448" fmla="*/ 192223 h 323850"/>
                <a:gd name="csX449" fmla="*/ 636032 w 723900"/>
                <a:gd name="csY449" fmla="*/ 196480 h 323850"/>
                <a:gd name="csX450" fmla="*/ 637489 w 723900"/>
                <a:gd name="csY450" fmla="*/ 200681 h 323850"/>
                <a:gd name="csX451" fmla="*/ 638889 w 723900"/>
                <a:gd name="csY451" fmla="*/ 204938 h 323850"/>
                <a:gd name="csX452" fmla="*/ 640280 w 723900"/>
                <a:gd name="csY452" fmla="*/ 209129 h 323850"/>
                <a:gd name="csX453" fmla="*/ 641737 w 723900"/>
                <a:gd name="csY453" fmla="*/ 213330 h 323850"/>
                <a:gd name="csX454" fmla="*/ 643138 w 723900"/>
                <a:gd name="csY454" fmla="*/ 217464 h 323850"/>
                <a:gd name="csX455" fmla="*/ 644538 w 723900"/>
                <a:gd name="csY455" fmla="*/ 221588 h 323850"/>
                <a:gd name="csX456" fmla="*/ 645995 w 723900"/>
                <a:gd name="csY456" fmla="*/ 225665 h 323850"/>
                <a:gd name="csX457" fmla="*/ 647395 w 723900"/>
                <a:gd name="csY457" fmla="*/ 229665 h 323850"/>
                <a:gd name="csX458" fmla="*/ 648786 w 723900"/>
                <a:gd name="csY458" fmla="*/ 233609 h 323850"/>
                <a:gd name="csX459" fmla="*/ 650253 w 723900"/>
                <a:gd name="csY459" fmla="*/ 237419 h 323850"/>
                <a:gd name="csX460" fmla="*/ 651643 w 723900"/>
                <a:gd name="csY460" fmla="*/ 241238 h 323850"/>
                <a:gd name="csX461" fmla="*/ 653043 w 723900"/>
                <a:gd name="csY461" fmla="*/ 244991 h 323850"/>
                <a:gd name="csX462" fmla="*/ 654434 w 723900"/>
                <a:gd name="csY462" fmla="*/ 248611 h 323850"/>
                <a:gd name="csX463" fmla="*/ 655901 w 723900"/>
                <a:gd name="csY463" fmla="*/ 252173 h 323850"/>
                <a:gd name="csX464" fmla="*/ 657292 w 723900"/>
                <a:gd name="csY464" fmla="*/ 255602 h 323850"/>
                <a:gd name="csX465" fmla="*/ 658692 w 723900"/>
                <a:gd name="csY465" fmla="*/ 258974 h 323850"/>
                <a:gd name="csX466" fmla="*/ 660149 w 723900"/>
                <a:gd name="csY466" fmla="*/ 262279 h 323850"/>
                <a:gd name="csX467" fmla="*/ 661549 w 723900"/>
                <a:gd name="csY467" fmla="*/ 265460 h 323850"/>
                <a:gd name="csX468" fmla="*/ 662940 w 723900"/>
                <a:gd name="csY468" fmla="*/ 268508 h 323850"/>
                <a:gd name="csX469" fmla="*/ 664407 w 723900"/>
                <a:gd name="csY469" fmla="*/ 271499 h 323850"/>
                <a:gd name="csX470" fmla="*/ 665798 w 723900"/>
                <a:gd name="csY470" fmla="*/ 274424 h 323850"/>
                <a:gd name="csX471" fmla="*/ 667198 w 723900"/>
                <a:gd name="csY471" fmla="*/ 277223 h 323850"/>
                <a:gd name="csX472" fmla="*/ 668655 w 723900"/>
                <a:gd name="csY472" fmla="*/ 279891 h 323850"/>
                <a:gd name="csX473" fmla="*/ 670055 w 723900"/>
                <a:gd name="csY473" fmla="*/ 282500 h 323850"/>
                <a:gd name="csX474" fmla="*/ 671446 w 723900"/>
                <a:gd name="csY474" fmla="*/ 284977 h 323850"/>
                <a:gd name="csX475" fmla="*/ 672913 w 723900"/>
                <a:gd name="csY475" fmla="*/ 287330 h 323850"/>
                <a:gd name="csX476" fmla="*/ 674304 w 723900"/>
                <a:gd name="csY476" fmla="*/ 289616 h 323850"/>
                <a:gd name="csX477" fmla="*/ 675703 w 723900"/>
                <a:gd name="csY477" fmla="*/ 291778 h 323850"/>
                <a:gd name="csX478" fmla="*/ 677161 w 723900"/>
                <a:gd name="csY478" fmla="*/ 293874 h 323850"/>
                <a:gd name="csX479" fmla="*/ 678561 w 723900"/>
                <a:gd name="csY479" fmla="*/ 295912 h 323850"/>
                <a:gd name="csX480" fmla="*/ 679952 w 723900"/>
                <a:gd name="csY480" fmla="*/ 297817 h 323850"/>
                <a:gd name="csX481" fmla="*/ 681352 w 723900"/>
                <a:gd name="csY481" fmla="*/ 299598 h 323850"/>
                <a:gd name="csX482" fmla="*/ 682809 w 723900"/>
                <a:gd name="csY482" fmla="*/ 301313 h 323850"/>
                <a:gd name="csX483" fmla="*/ 684209 w 723900"/>
                <a:gd name="csY483" fmla="*/ 302970 h 323850"/>
                <a:gd name="csX484" fmla="*/ 685610 w 723900"/>
                <a:gd name="csY484" fmla="*/ 304494 h 323850"/>
                <a:gd name="csX485" fmla="*/ 687067 w 723900"/>
                <a:gd name="csY485" fmla="*/ 305961 h 323850"/>
                <a:gd name="csX486" fmla="*/ 688458 w 723900"/>
                <a:gd name="csY486" fmla="*/ 307351 h 323850"/>
                <a:gd name="csX487" fmla="*/ 689858 w 723900"/>
                <a:gd name="csY487" fmla="*/ 308628 h 323850"/>
                <a:gd name="csX488" fmla="*/ 691315 w 723900"/>
                <a:gd name="csY488" fmla="*/ 309895 h 323850"/>
                <a:gd name="csX489" fmla="*/ 692715 w 723900"/>
                <a:gd name="csY489" fmla="*/ 311047 h 323850"/>
                <a:gd name="csX490" fmla="*/ 694115 w 723900"/>
                <a:gd name="csY490" fmla="*/ 312123 h 323850"/>
                <a:gd name="csX491" fmla="*/ 695573 w 723900"/>
                <a:gd name="csY491" fmla="*/ 313200 h 323850"/>
                <a:gd name="csX492" fmla="*/ 696963 w 723900"/>
                <a:gd name="csY492" fmla="*/ 314162 h 323850"/>
                <a:gd name="csX493" fmla="*/ 698363 w 723900"/>
                <a:gd name="csY493" fmla="*/ 315047 h 323850"/>
                <a:gd name="csX494" fmla="*/ 699821 w 723900"/>
                <a:gd name="csY494" fmla="*/ 315876 h 323850"/>
                <a:gd name="csX495" fmla="*/ 701221 w 723900"/>
                <a:gd name="csY495" fmla="*/ 316705 h 323850"/>
                <a:gd name="csX496" fmla="*/ 702621 w 723900"/>
                <a:gd name="csY496" fmla="*/ 317400 h 323850"/>
                <a:gd name="csX497" fmla="*/ 704079 w 723900"/>
                <a:gd name="csY497" fmla="*/ 318095 h 323850"/>
                <a:gd name="csX498" fmla="*/ 705479 w 723900"/>
                <a:gd name="csY498" fmla="*/ 318734 h 323850"/>
                <a:gd name="csX499" fmla="*/ 706869 w 723900"/>
                <a:gd name="csY499" fmla="*/ 319372 h 323850"/>
                <a:gd name="csX500" fmla="*/ 708327 w 723900"/>
                <a:gd name="csY500" fmla="*/ 319877 h 323850"/>
                <a:gd name="csX501" fmla="*/ 709727 w 723900"/>
                <a:gd name="csY501" fmla="*/ 320448 h 323850"/>
                <a:gd name="csX502" fmla="*/ 711127 w 723900"/>
                <a:gd name="csY502" fmla="*/ 320896 h 323850"/>
                <a:gd name="csX503" fmla="*/ 712518 w 723900"/>
                <a:gd name="csY503" fmla="*/ 321343 h 323850"/>
                <a:gd name="csX504" fmla="*/ 713975 w 723900"/>
                <a:gd name="csY504" fmla="*/ 321725 h 323850"/>
                <a:gd name="csX505" fmla="*/ 715375 w 723900"/>
                <a:gd name="csY505" fmla="*/ 322106 h 323850"/>
                <a:gd name="csX506" fmla="*/ 716776 w 723900"/>
                <a:gd name="csY506" fmla="*/ 322486 h 323850"/>
                <a:gd name="csX507" fmla="*/ 718233 w 723900"/>
                <a:gd name="csY507" fmla="*/ 322801 h 323850"/>
                <a:gd name="csX508" fmla="*/ 719633 w 723900"/>
                <a:gd name="csY508" fmla="*/ 323058 h 323850"/>
                <a:gd name="csX509" fmla="*/ 721024 w 723900"/>
                <a:gd name="csY509" fmla="*/ 323372 h 323850"/>
                <a:gd name="csX510" fmla="*/ 722490 w 723900"/>
                <a:gd name="csY510" fmla="*/ 323629 h 323850"/>
                <a:gd name="csX511" fmla="*/ 723881 w 723900"/>
                <a:gd name="csY511" fmla="*/ 323820 h 323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23850">
                  <a:moveTo>
                    <a:pt x="-19" y="322744"/>
                  </a:moveTo>
                  <a:lnTo>
                    <a:pt x="1381" y="322363"/>
                  </a:lnTo>
                  <a:lnTo>
                    <a:pt x="2838" y="321982"/>
                  </a:lnTo>
                  <a:lnTo>
                    <a:pt x="4239" y="321601"/>
                  </a:lnTo>
                  <a:lnTo>
                    <a:pt x="5629" y="321153"/>
                  </a:lnTo>
                  <a:lnTo>
                    <a:pt x="7087" y="320639"/>
                  </a:lnTo>
                  <a:lnTo>
                    <a:pt x="8487" y="320134"/>
                  </a:lnTo>
                  <a:lnTo>
                    <a:pt x="9887" y="319562"/>
                  </a:lnTo>
                  <a:lnTo>
                    <a:pt x="11344" y="318991"/>
                  </a:lnTo>
                  <a:lnTo>
                    <a:pt x="12744" y="318286"/>
                  </a:lnTo>
                  <a:lnTo>
                    <a:pt x="14135" y="317591"/>
                  </a:lnTo>
                  <a:lnTo>
                    <a:pt x="15593" y="316829"/>
                  </a:lnTo>
                  <a:lnTo>
                    <a:pt x="16993" y="316000"/>
                  </a:lnTo>
                  <a:lnTo>
                    <a:pt x="18393" y="315114"/>
                  </a:lnTo>
                  <a:lnTo>
                    <a:pt x="19784" y="314095"/>
                  </a:lnTo>
                  <a:lnTo>
                    <a:pt x="21250" y="313076"/>
                  </a:lnTo>
                  <a:lnTo>
                    <a:pt x="22641" y="311999"/>
                  </a:lnTo>
                  <a:lnTo>
                    <a:pt x="24041" y="310790"/>
                  </a:lnTo>
                  <a:lnTo>
                    <a:pt x="25498" y="309513"/>
                  </a:lnTo>
                  <a:lnTo>
                    <a:pt x="26899" y="308180"/>
                  </a:lnTo>
                  <a:lnTo>
                    <a:pt x="28289" y="306723"/>
                  </a:lnTo>
                  <a:lnTo>
                    <a:pt x="29756" y="305132"/>
                  </a:lnTo>
                  <a:lnTo>
                    <a:pt x="31147" y="303541"/>
                  </a:lnTo>
                  <a:lnTo>
                    <a:pt x="32547" y="301760"/>
                  </a:lnTo>
                  <a:lnTo>
                    <a:pt x="34004" y="299922"/>
                  </a:lnTo>
                  <a:lnTo>
                    <a:pt x="35404" y="297950"/>
                  </a:lnTo>
                  <a:lnTo>
                    <a:pt x="36795" y="295845"/>
                  </a:lnTo>
                  <a:lnTo>
                    <a:pt x="38262" y="293683"/>
                  </a:lnTo>
                  <a:lnTo>
                    <a:pt x="39653" y="291330"/>
                  </a:lnTo>
                  <a:lnTo>
                    <a:pt x="41053" y="288920"/>
                  </a:lnTo>
                  <a:lnTo>
                    <a:pt x="42510" y="286311"/>
                  </a:lnTo>
                  <a:lnTo>
                    <a:pt x="43910" y="283577"/>
                  </a:lnTo>
                  <a:lnTo>
                    <a:pt x="45301" y="280786"/>
                  </a:lnTo>
                  <a:lnTo>
                    <a:pt x="46768" y="277729"/>
                  </a:lnTo>
                  <a:lnTo>
                    <a:pt x="48159" y="274614"/>
                  </a:lnTo>
                  <a:lnTo>
                    <a:pt x="49558" y="271376"/>
                  </a:lnTo>
                  <a:lnTo>
                    <a:pt x="50959" y="267937"/>
                  </a:lnTo>
                  <a:lnTo>
                    <a:pt x="52416" y="264374"/>
                  </a:lnTo>
                  <a:lnTo>
                    <a:pt x="53807" y="260631"/>
                  </a:lnTo>
                  <a:lnTo>
                    <a:pt x="55207" y="256745"/>
                  </a:lnTo>
                  <a:lnTo>
                    <a:pt x="56664" y="252745"/>
                  </a:lnTo>
                  <a:lnTo>
                    <a:pt x="58064" y="248611"/>
                  </a:lnTo>
                  <a:lnTo>
                    <a:pt x="59465" y="244229"/>
                  </a:lnTo>
                  <a:lnTo>
                    <a:pt x="60922" y="239772"/>
                  </a:lnTo>
                  <a:lnTo>
                    <a:pt x="62313" y="235199"/>
                  </a:lnTo>
                  <a:lnTo>
                    <a:pt x="63713" y="230370"/>
                  </a:lnTo>
                  <a:lnTo>
                    <a:pt x="65170" y="225474"/>
                  </a:lnTo>
                  <a:lnTo>
                    <a:pt x="66570" y="220445"/>
                  </a:lnTo>
                  <a:lnTo>
                    <a:pt x="67970" y="215235"/>
                  </a:lnTo>
                  <a:lnTo>
                    <a:pt x="69428" y="209958"/>
                  </a:lnTo>
                  <a:lnTo>
                    <a:pt x="70819" y="204491"/>
                  </a:lnTo>
                  <a:lnTo>
                    <a:pt x="72219" y="198957"/>
                  </a:lnTo>
                  <a:lnTo>
                    <a:pt x="73676" y="193242"/>
                  </a:lnTo>
                  <a:lnTo>
                    <a:pt x="75076" y="187517"/>
                  </a:lnTo>
                  <a:lnTo>
                    <a:pt x="76476" y="181602"/>
                  </a:lnTo>
                  <a:lnTo>
                    <a:pt x="77867" y="175630"/>
                  </a:lnTo>
                  <a:lnTo>
                    <a:pt x="79334" y="169591"/>
                  </a:lnTo>
                  <a:lnTo>
                    <a:pt x="80724" y="163486"/>
                  </a:lnTo>
                  <a:lnTo>
                    <a:pt x="82125" y="157323"/>
                  </a:lnTo>
                  <a:lnTo>
                    <a:pt x="83582" y="151084"/>
                  </a:lnTo>
                  <a:lnTo>
                    <a:pt x="84982" y="144798"/>
                  </a:lnTo>
                  <a:lnTo>
                    <a:pt x="86373" y="138502"/>
                  </a:lnTo>
                  <a:lnTo>
                    <a:pt x="87830" y="132206"/>
                  </a:lnTo>
                  <a:lnTo>
                    <a:pt x="89230" y="125909"/>
                  </a:lnTo>
                  <a:lnTo>
                    <a:pt x="90630" y="119623"/>
                  </a:lnTo>
                  <a:lnTo>
                    <a:pt x="92088" y="113327"/>
                  </a:lnTo>
                  <a:lnTo>
                    <a:pt x="93488" y="107098"/>
                  </a:lnTo>
                  <a:lnTo>
                    <a:pt x="94879" y="100868"/>
                  </a:lnTo>
                  <a:lnTo>
                    <a:pt x="96345" y="94763"/>
                  </a:lnTo>
                  <a:lnTo>
                    <a:pt x="97736" y="88657"/>
                  </a:lnTo>
                  <a:lnTo>
                    <a:pt x="99136" y="82742"/>
                  </a:lnTo>
                  <a:lnTo>
                    <a:pt x="100593" y="76894"/>
                  </a:lnTo>
                  <a:lnTo>
                    <a:pt x="101994" y="71179"/>
                  </a:lnTo>
                  <a:lnTo>
                    <a:pt x="103384" y="65578"/>
                  </a:lnTo>
                  <a:lnTo>
                    <a:pt x="104851" y="60177"/>
                  </a:lnTo>
                  <a:lnTo>
                    <a:pt x="106242" y="54834"/>
                  </a:lnTo>
                  <a:lnTo>
                    <a:pt x="107642" y="49748"/>
                  </a:lnTo>
                  <a:lnTo>
                    <a:pt x="109033" y="44852"/>
                  </a:lnTo>
                  <a:lnTo>
                    <a:pt x="110500" y="40147"/>
                  </a:lnTo>
                  <a:lnTo>
                    <a:pt x="111890" y="35641"/>
                  </a:lnTo>
                  <a:lnTo>
                    <a:pt x="113290" y="31374"/>
                  </a:lnTo>
                  <a:lnTo>
                    <a:pt x="114748" y="27307"/>
                  </a:lnTo>
                  <a:lnTo>
                    <a:pt x="116148" y="23554"/>
                  </a:lnTo>
                  <a:lnTo>
                    <a:pt x="117539" y="20058"/>
                  </a:lnTo>
                  <a:lnTo>
                    <a:pt x="119005" y="16753"/>
                  </a:lnTo>
                  <a:lnTo>
                    <a:pt x="120396" y="13762"/>
                  </a:lnTo>
                  <a:lnTo>
                    <a:pt x="121796" y="11095"/>
                  </a:lnTo>
                  <a:lnTo>
                    <a:pt x="123253" y="8619"/>
                  </a:lnTo>
                  <a:lnTo>
                    <a:pt x="124654" y="6457"/>
                  </a:lnTo>
                  <a:lnTo>
                    <a:pt x="126044" y="4676"/>
                  </a:lnTo>
                  <a:lnTo>
                    <a:pt x="127511" y="3151"/>
                  </a:lnTo>
                  <a:lnTo>
                    <a:pt x="128902" y="1875"/>
                  </a:lnTo>
                  <a:lnTo>
                    <a:pt x="130302" y="989"/>
                  </a:lnTo>
                  <a:lnTo>
                    <a:pt x="131759" y="351"/>
                  </a:lnTo>
                  <a:lnTo>
                    <a:pt x="133160" y="-30"/>
                  </a:lnTo>
                  <a:lnTo>
                    <a:pt x="134550" y="37"/>
                  </a:lnTo>
                  <a:lnTo>
                    <a:pt x="135950" y="285"/>
                  </a:lnTo>
                  <a:lnTo>
                    <a:pt x="137408" y="865"/>
                  </a:lnTo>
                  <a:lnTo>
                    <a:pt x="138808" y="1751"/>
                  </a:lnTo>
                  <a:lnTo>
                    <a:pt x="140208" y="2961"/>
                  </a:lnTo>
                  <a:lnTo>
                    <a:pt x="141665" y="4361"/>
                  </a:lnTo>
                  <a:lnTo>
                    <a:pt x="143066" y="6142"/>
                  </a:lnTo>
                  <a:lnTo>
                    <a:pt x="144456" y="8104"/>
                  </a:lnTo>
                  <a:lnTo>
                    <a:pt x="145914" y="10333"/>
                  </a:lnTo>
                  <a:lnTo>
                    <a:pt x="147314" y="12876"/>
                  </a:lnTo>
                  <a:lnTo>
                    <a:pt x="148714" y="15677"/>
                  </a:lnTo>
                  <a:lnTo>
                    <a:pt x="150171" y="18601"/>
                  </a:lnTo>
                  <a:lnTo>
                    <a:pt x="151562" y="21840"/>
                  </a:lnTo>
                  <a:lnTo>
                    <a:pt x="152962" y="25268"/>
                  </a:lnTo>
                  <a:lnTo>
                    <a:pt x="154419" y="28897"/>
                  </a:lnTo>
                  <a:lnTo>
                    <a:pt x="155819" y="32717"/>
                  </a:lnTo>
                  <a:lnTo>
                    <a:pt x="157220" y="36717"/>
                  </a:lnTo>
                  <a:lnTo>
                    <a:pt x="158677" y="40851"/>
                  </a:lnTo>
                  <a:lnTo>
                    <a:pt x="160077" y="45109"/>
                  </a:lnTo>
                  <a:lnTo>
                    <a:pt x="161468" y="49557"/>
                  </a:lnTo>
                  <a:lnTo>
                    <a:pt x="162868" y="54139"/>
                  </a:lnTo>
                  <a:lnTo>
                    <a:pt x="164325" y="58777"/>
                  </a:lnTo>
                  <a:lnTo>
                    <a:pt x="165726" y="63607"/>
                  </a:lnTo>
                  <a:lnTo>
                    <a:pt x="167116" y="68445"/>
                  </a:lnTo>
                  <a:lnTo>
                    <a:pt x="168583" y="73341"/>
                  </a:lnTo>
                  <a:lnTo>
                    <a:pt x="169974" y="78361"/>
                  </a:lnTo>
                  <a:lnTo>
                    <a:pt x="171374" y="83381"/>
                  </a:lnTo>
                  <a:lnTo>
                    <a:pt x="172831" y="88467"/>
                  </a:lnTo>
                  <a:lnTo>
                    <a:pt x="174231" y="93553"/>
                  </a:lnTo>
                  <a:lnTo>
                    <a:pt x="175622" y="98706"/>
                  </a:lnTo>
                  <a:lnTo>
                    <a:pt x="177089" y="103850"/>
                  </a:lnTo>
                  <a:lnTo>
                    <a:pt x="178479" y="108936"/>
                  </a:lnTo>
                  <a:lnTo>
                    <a:pt x="179880" y="114022"/>
                  </a:lnTo>
                  <a:lnTo>
                    <a:pt x="181337" y="119109"/>
                  </a:lnTo>
                  <a:lnTo>
                    <a:pt x="182737" y="124128"/>
                  </a:lnTo>
                  <a:lnTo>
                    <a:pt x="184128" y="129091"/>
                  </a:lnTo>
                  <a:lnTo>
                    <a:pt x="185595" y="134054"/>
                  </a:lnTo>
                  <a:lnTo>
                    <a:pt x="186985" y="138882"/>
                  </a:lnTo>
                  <a:lnTo>
                    <a:pt x="188385" y="143712"/>
                  </a:lnTo>
                  <a:lnTo>
                    <a:pt x="189843" y="148417"/>
                  </a:lnTo>
                  <a:lnTo>
                    <a:pt x="191243" y="153056"/>
                  </a:lnTo>
                  <a:lnTo>
                    <a:pt x="192634" y="157637"/>
                  </a:lnTo>
                  <a:lnTo>
                    <a:pt x="194034" y="162152"/>
                  </a:lnTo>
                  <a:lnTo>
                    <a:pt x="195491" y="166477"/>
                  </a:lnTo>
                  <a:lnTo>
                    <a:pt x="196891" y="170801"/>
                  </a:lnTo>
                  <a:lnTo>
                    <a:pt x="198282" y="174925"/>
                  </a:lnTo>
                  <a:lnTo>
                    <a:pt x="199749" y="179059"/>
                  </a:lnTo>
                  <a:lnTo>
                    <a:pt x="201139" y="183002"/>
                  </a:lnTo>
                  <a:lnTo>
                    <a:pt x="202540" y="186879"/>
                  </a:lnTo>
                  <a:lnTo>
                    <a:pt x="203997" y="190632"/>
                  </a:lnTo>
                  <a:lnTo>
                    <a:pt x="205397" y="194251"/>
                  </a:lnTo>
                  <a:lnTo>
                    <a:pt x="206788" y="197757"/>
                  </a:lnTo>
                  <a:lnTo>
                    <a:pt x="208255" y="201186"/>
                  </a:lnTo>
                  <a:lnTo>
                    <a:pt x="209645" y="204491"/>
                  </a:lnTo>
                  <a:lnTo>
                    <a:pt x="211045" y="207672"/>
                  </a:lnTo>
                  <a:lnTo>
                    <a:pt x="212503" y="210787"/>
                  </a:lnTo>
                  <a:lnTo>
                    <a:pt x="213903" y="213711"/>
                  </a:lnTo>
                  <a:lnTo>
                    <a:pt x="215294" y="216568"/>
                  </a:lnTo>
                  <a:lnTo>
                    <a:pt x="216761" y="219369"/>
                  </a:lnTo>
                  <a:lnTo>
                    <a:pt x="218151" y="222036"/>
                  </a:lnTo>
                  <a:lnTo>
                    <a:pt x="219551" y="224579"/>
                  </a:lnTo>
                  <a:lnTo>
                    <a:pt x="220952" y="227056"/>
                  </a:lnTo>
                  <a:lnTo>
                    <a:pt x="222409" y="229351"/>
                  </a:lnTo>
                  <a:lnTo>
                    <a:pt x="223799" y="231637"/>
                  </a:lnTo>
                  <a:lnTo>
                    <a:pt x="225200" y="233799"/>
                  </a:lnTo>
                  <a:lnTo>
                    <a:pt x="226657" y="235895"/>
                  </a:lnTo>
                  <a:lnTo>
                    <a:pt x="228057" y="237867"/>
                  </a:lnTo>
                  <a:lnTo>
                    <a:pt x="229457" y="239772"/>
                  </a:lnTo>
                  <a:lnTo>
                    <a:pt x="230915" y="241619"/>
                  </a:lnTo>
                  <a:lnTo>
                    <a:pt x="232315" y="243334"/>
                  </a:lnTo>
                  <a:lnTo>
                    <a:pt x="233705" y="245048"/>
                  </a:lnTo>
                  <a:lnTo>
                    <a:pt x="235163" y="246639"/>
                  </a:lnTo>
                  <a:lnTo>
                    <a:pt x="236563" y="248106"/>
                  </a:lnTo>
                  <a:lnTo>
                    <a:pt x="237963" y="249630"/>
                  </a:lnTo>
                  <a:lnTo>
                    <a:pt x="239420" y="250963"/>
                  </a:lnTo>
                  <a:lnTo>
                    <a:pt x="240821" y="252297"/>
                  </a:lnTo>
                  <a:lnTo>
                    <a:pt x="242211" y="253573"/>
                  </a:lnTo>
                  <a:lnTo>
                    <a:pt x="243669" y="254783"/>
                  </a:lnTo>
                  <a:lnTo>
                    <a:pt x="245069" y="255926"/>
                  </a:lnTo>
                  <a:lnTo>
                    <a:pt x="246469" y="257069"/>
                  </a:lnTo>
                  <a:lnTo>
                    <a:pt x="247926" y="258088"/>
                  </a:lnTo>
                  <a:lnTo>
                    <a:pt x="249327" y="259107"/>
                  </a:lnTo>
                  <a:lnTo>
                    <a:pt x="250717" y="260060"/>
                  </a:lnTo>
                  <a:lnTo>
                    <a:pt x="252117" y="261012"/>
                  </a:lnTo>
                  <a:lnTo>
                    <a:pt x="253575" y="261831"/>
                  </a:lnTo>
                  <a:lnTo>
                    <a:pt x="254975" y="262660"/>
                  </a:lnTo>
                  <a:lnTo>
                    <a:pt x="256365" y="263489"/>
                  </a:lnTo>
                  <a:lnTo>
                    <a:pt x="257832" y="264250"/>
                  </a:lnTo>
                  <a:lnTo>
                    <a:pt x="259223" y="264946"/>
                  </a:lnTo>
                  <a:lnTo>
                    <a:pt x="260623" y="265651"/>
                  </a:lnTo>
                  <a:lnTo>
                    <a:pt x="262080" y="266346"/>
                  </a:lnTo>
                  <a:lnTo>
                    <a:pt x="263481" y="266985"/>
                  </a:lnTo>
                  <a:lnTo>
                    <a:pt x="264871" y="267556"/>
                  </a:lnTo>
                  <a:lnTo>
                    <a:pt x="266338" y="268127"/>
                  </a:lnTo>
                  <a:lnTo>
                    <a:pt x="267729" y="268699"/>
                  </a:lnTo>
                  <a:lnTo>
                    <a:pt x="269129" y="269213"/>
                  </a:lnTo>
                  <a:lnTo>
                    <a:pt x="270586" y="269718"/>
                  </a:lnTo>
                  <a:lnTo>
                    <a:pt x="271987" y="270233"/>
                  </a:lnTo>
                  <a:lnTo>
                    <a:pt x="273377" y="270670"/>
                  </a:lnTo>
                  <a:lnTo>
                    <a:pt x="274844" y="271118"/>
                  </a:lnTo>
                  <a:lnTo>
                    <a:pt x="276235" y="271499"/>
                  </a:lnTo>
                  <a:lnTo>
                    <a:pt x="277635" y="271880"/>
                  </a:lnTo>
                  <a:lnTo>
                    <a:pt x="279035" y="272261"/>
                  </a:lnTo>
                  <a:lnTo>
                    <a:pt x="280492" y="272642"/>
                  </a:lnTo>
                  <a:lnTo>
                    <a:pt x="281883" y="272956"/>
                  </a:lnTo>
                  <a:lnTo>
                    <a:pt x="283283" y="273347"/>
                  </a:lnTo>
                  <a:lnTo>
                    <a:pt x="284740" y="273595"/>
                  </a:lnTo>
                  <a:lnTo>
                    <a:pt x="286141" y="273918"/>
                  </a:lnTo>
                  <a:lnTo>
                    <a:pt x="287531" y="274233"/>
                  </a:lnTo>
                  <a:lnTo>
                    <a:pt x="288998" y="274490"/>
                  </a:lnTo>
                  <a:lnTo>
                    <a:pt x="290389" y="274738"/>
                  </a:lnTo>
                  <a:lnTo>
                    <a:pt x="291789" y="274928"/>
                  </a:lnTo>
                  <a:lnTo>
                    <a:pt x="293246" y="275185"/>
                  </a:lnTo>
                  <a:lnTo>
                    <a:pt x="294646" y="275376"/>
                  </a:lnTo>
                  <a:lnTo>
                    <a:pt x="296047" y="275567"/>
                  </a:lnTo>
                  <a:lnTo>
                    <a:pt x="297504" y="275757"/>
                  </a:lnTo>
                  <a:lnTo>
                    <a:pt x="298894" y="275947"/>
                  </a:lnTo>
                  <a:lnTo>
                    <a:pt x="300295" y="276138"/>
                  </a:lnTo>
                  <a:lnTo>
                    <a:pt x="301752" y="276271"/>
                  </a:lnTo>
                  <a:lnTo>
                    <a:pt x="303152" y="276395"/>
                  </a:lnTo>
                  <a:lnTo>
                    <a:pt x="304553" y="276519"/>
                  </a:lnTo>
                  <a:lnTo>
                    <a:pt x="306010" y="276652"/>
                  </a:lnTo>
                  <a:lnTo>
                    <a:pt x="307400" y="276776"/>
                  </a:lnTo>
                  <a:lnTo>
                    <a:pt x="308801" y="276843"/>
                  </a:lnTo>
                  <a:lnTo>
                    <a:pt x="310201" y="276966"/>
                  </a:lnTo>
                  <a:lnTo>
                    <a:pt x="311658" y="277033"/>
                  </a:lnTo>
                  <a:lnTo>
                    <a:pt x="313058" y="277090"/>
                  </a:lnTo>
                  <a:lnTo>
                    <a:pt x="314449" y="277157"/>
                  </a:lnTo>
                  <a:lnTo>
                    <a:pt x="315906" y="277223"/>
                  </a:lnTo>
                  <a:lnTo>
                    <a:pt x="317306" y="277281"/>
                  </a:lnTo>
                  <a:lnTo>
                    <a:pt x="318707" y="277347"/>
                  </a:lnTo>
                  <a:lnTo>
                    <a:pt x="320164" y="277347"/>
                  </a:lnTo>
                  <a:lnTo>
                    <a:pt x="321564" y="277414"/>
                  </a:lnTo>
                  <a:lnTo>
                    <a:pt x="322955" y="277414"/>
                  </a:lnTo>
                  <a:lnTo>
                    <a:pt x="324412" y="277414"/>
                  </a:lnTo>
                  <a:lnTo>
                    <a:pt x="325812" y="277471"/>
                  </a:lnTo>
                  <a:lnTo>
                    <a:pt x="327212" y="277471"/>
                  </a:lnTo>
                  <a:lnTo>
                    <a:pt x="328670" y="277471"/>
                  </a:lnTo>
                  <a:lnTo>
                    <a:pt x="330070" y="277471"/>
                  </a:lnTo>
                  <a:lnTo>
                    <a:pt x="331460" y="277414"/>
                  </a:lnTo>
                  <a:lnTo>
                    <a:pt x="332918" y="277414"/>
                  </a:lnTo>
                  <a:lnTo>
                    <a:pt x="334318" y="277414"/>
                  </a:lnTo>
                  <a:lnTo>
                    <a:pt x="335718" y="277414"/>
                  </a:lnTo>
                  <a:lnTo>
                    <a:pt x="337109" y="277347"/>
                  </a:lnTo>
                  <a:lnTo>
                    <a:pt x="338576" y="277347"/>
                  </a:lnTo>
                  <a:lnTo>
                    <a:pt x="339966" y="277281"/>
                  </a:lnTo>
                  <a:lnTo>
                    <a:pt x="341367" y="277223"/>
                  </a:lnTo>
                  <a:lnTo>
                    <a:pt x="342824" y="277223"/>
                  </a:lnTo>
                  <a:lnTo>
                    <a:pt x="344224" y="277157"/>
                  </a:lnTo>
                  <a:lnTo>
                    <a:pt x="345615" y="277157"/>
                  </a:lnTo>
                  <a:lnTo>
                    <a:pt x="347082" y="277090"/>
                  </a:lnTo>
                  <a:lnTo>
                    <a:pt x="348472" y="277033"/>
                  </a:lnTo>
                  <a:lnTo>
                    <a:pt x="349872" y="276966"/>
                  </a:lnTo>
                  <a:lnTo>
                    <a:pt x="351330" y="276900"/>
                  </a:lnTo>
                  <a:lnTo>
                    <a:pt x="352730" y="276900"/>
                  </a:lnTo>
                  <a:lnTo>
                    <a:pt x="354120" y="276843"/>
                  </a:lnTo>
                  <a:lnTo>
                    <a:pt x="355588" y="276776"/>
                  </a:lnTo>
                  <a:lnTo>
                    <a:pt x="356978" y="276710"/>
                  </a:lnTo>
                  <a:lnTo>
                    <a:pt x="358378" y="276652"/>
                  </a:lnTo>
                  <a:lnTo>
                    <a:pt x="359836" y="276586"/>
                  </a:lnTo>
                  <a:lnTo>
                    <a:pt x="361236" y="276519"/>
                  </a:lnTo>
                  <a:lnTo>
                    <a:pt x="362626" y="276519"/>
                  </a:lnTo>
                  <a:lnTo>
                    <a:pt x="364027" y="276462"/>
                  </a:lnTo>
                  <a:lnTo>
                    <a:pt x="365484" y="276395"/>
                  </a:lnTo>
                  <a:lnTo>
                    <a:pt x="366884" y="276328"/>
                  </a:lnTo>
                  <a:lnTo>
                    <a:pt x="368284" y="276271"/>
                  </a:lnTo>
                  <a:lnTo>
                    <a:pt x="369742" y="276204"/>
                  </a:lnTo>
                  <a:lnTo>
                    <a:pt x="371132" y="276138"/>
                  </a:lnTo>
                  <a:lnTo>
                    <a:pt x="372532" y="276080"/>
                  </a:lnTo>
                  <a:lnTo>
                    <a:pt x="373990" y="276014"/>
                  </a:lnTo>
                  <a:lnTo>
                    <a:pt x="375390" y="275947"/>
                  </a:lnTo>
                  <a:lnTo>
                    <a:pt x="376790" y="275890"/>
                  </a:lnTo>
                  <a:lnTo>
                    <a:pt x="378247" y="275824"/>
                  </a:lnTo>
                  <a:lnTo>
                    <a:pt x="379638" y="275757"/>
                  </a:lnTo>
                  <a:lnTo>
                    <a:pt x="381038" y="275757"/>
                  </a:lnTo>
                  <a:lnTo>
                    <a:pt x="382495" y="275700"/>
                  </a:lnTo>
                  <a:lnTo>
                    <a:pt x="383896" y="275633"/>
                  </a:lnTo>
                  <a:lnTo>
                    <a:pt x="385296" y="275567"/>
                  </a:lnTo>
                  <a:lnTo>
                    <a:pt x="386753" y="275500"/>
                  </a:lnTo>
                  <a:lnTo>
                    <a:pt x="388144" y="275443"/>
                  </a:lnTo>
                  <a:lnTo>
                    <a:pt x="389544" y="275376"/>
                  </a:lnTo>
                  <a:lnTo>
                    <a:pt x="391001" y="275309"/>
                  </a:lnTo>
                  <a:lnTo>
                    <a:pt x="392402" y="275252"/>
                  </a:lnTo>
                  <a:lnTo>
                    <a:pt x="393802" y="275185"/>
                  </a:lnTo>
                  <a:lnTo>
                    <a:pt x="395192" y="275061"/>
                  </a:lnTo>
                  <a:lnTo>
                    <a:pt x="396659" y="274995"/>
                  </a:lnTo>
                  <a:lnTo>
                    <a:pt x="398050" y="274928"/>
                  </a:lnTo>
                  <a:lnTo>
                    <a:pt x="399450" y="274871"/>
                  </a:lnTo>
                  <a:lnTo>
                    <a:pt x="400907" y="274804"/>
                  </a:lnTo>
                  <a:lnTo>
                    <a:pt x="402308" y="274738"/>
                  </a:lnTo>
                  <a:lnTo>
                    <a:pt x="403698" y="274681"/>
                  </a:lnTo>
                  <a:lnTo>
                    <a:pt x="405155" y="274547"/>
                  </a:lnTo>
                  <a:lnTo>
                    <a:pt x="406556" y="274490"/>
                  </a:lnTo>
                  <a:lnTo>
                    <a:pt x="407956" y="274424"/>
                  </a:lnTo>
                  <a:lnTo>
                    <a:pt x="409413" y="274300"/>
                  </a:lnTo>
                  <a:lnTo>
                    <a:pt x="410813" y="274233"/>
                  </a:lnTo>
                  <a:lnTo>
                    <a:pt x="412204" y="274166"/>
                  </a:lnTo>
                  <a:lnTo>
                    <a:pt x="413671" y="274042"/>
                  </a:lnTo>
                  <a:lnTo>
                    <a:pt x="415061" y="273976"/>
                  </a:lnTo>
                  <a:lnTo>
                    <a:pt x="416462" y="273852"/>
                  </a:lnTo>
                  <a:lnTo>
                    <a:pt x="417919" y="273785"/>
                  </a:lnTo>
                  <a:lnTo>
                    <a:pt x="419319" y="273661"/>
                  </a:lnTo>
                  <a:lnTo>
                    <a:pt x="420710" y="273595"/>
                  </a:lnTo>
                  <a:lnTo>
                    <a:pt x="422110" y="273471"/>
                  </a:lnTo>
                  <a:lnTo>
                    <a:pt x="423567" y="273347"/>
                  </a:lnTo>
                  <a:lnTo>
                    <a:pt x="424968" y="273214"/>
                  </a:lnTo>
                  <a:lnTo>
                    <a:pt x="426358" y="273157"/>
                  </a:lnTo>
                  <a:lnTo>
                    <a:pt x="427825" y="273023"/>
                  </a:lnTo>
                  <a:lnTo>
                    <a:pt x="429216" y="272899"/>
                  </a:lnTo>
                  <a:lnTo>
                    <a:pt x="430616" y="272775"/>
                  </a:lnTo>
                  <a:lnTo>
                    <a:pt x="432073" y="272642"/>
                  </a:lnTo>
                  <a:lnTo>
                    <a:pt x="433473" y="272518"/>
                  </a:lnTo>
                  <a:lnTo>
                    <a:pt x="434864" y="272385"/>
                  </a:lnTo>
                  <a:lnTo>
                    <a:pt x="436331" y="272261"/>
                  </a:lnTo>
                  <a:lnTo>
                    <a:pt x="437721" y="272071"/>
                  </a:lnTo>
                  <a:lnTo>
                    <a:pt x="439122" y="271947"/>
                  </a:lnTo>
                  <a:lnTo>
                    <a:pt x="440579" y="271813"/>
                  </a:lnTo>
                  <a:lnTo>
                    <a:pt x="441979" y="271623"/>
                  </a:lnTo>
                  <a:lnTo>
                    <a:pt x="443370" y="271499"/>
                  </a:lnTo>
                  <a:lnTo>
                    <a:pt x="444837" y="271309"/>
                  </a:lnTo>
                  <a:lnTo>
                    <a:pt x="446227" y="271118"/>
                  </a:lnTo>
                  <a:lnTo>
                    <a:pt x="447628" y="270928"/>
                  </a:lnTo>
                  <a:lnTo>
                    <a:pt x="449085" y="270737"/>
                  </a:lnTo>
                  <a:lnTo>
                    <a:pt x="450485" y="270547"/>
                  </a:lnTo>
                  <a:lnTo>
                    <a:pt x="451876" y="270356"/>
                  </a:lnTo>
                  <a:lnTo>
                    <a:pt x="453276" y="270099"/>
                  </a:lnTo>
                  <a:lnTo>
                    <a:pt x="454733" y="269909"/>
                  </a:lnTo>
                  <a:lnTo>
                    <a:pt x="456133" y="269651"/>
                  </a:lnTo>
                  <a:lnTo>
                    <a:pt x="457533" y="269404"/>
                  </a:lnTo>
                  <a:lnTo>
                    <a:pt x="458991" y="269147"/>
                  </a:lnTo>
                  <a:lnTo>
                    <a:pt x="460381" y="268832"/>
                  </a:lnTo>
                  <a:lnTo>
                    <a:pt x="461782" y="268508"/>
                  </a:lnTo>
                  <a:lnTo>
                    <a:pt x="463239" y="268194"/>
                  </a:lnTo>
                  <a:lnTo>
                    <a:pt x="464639" y="267880"/>
                  </a:lnTo>
                  <a:lnTo>
                    <a:pt x="466039" y="267556"/>
                  </a:lnTo>
                  <a:lnTo>
                    <a:pt x="467497" y="267175"/>
                  </a:lnTo>
                  <a:lnTo>
                    <a:pt x="468887" y="266794"/>
                  </a:lnTo>
                  <a:lnTo>
                    <a:pt x="470287" y="266346"/>
                  </a:lnTo>
                  <a:lnTo>
                    <a:pt x="471745" y="265908"/>
                  </a:lnTo>
                  <a:lnTo>
                    <a:pt x="473145" y="265460"/>
                  </a:lnTo>
                  <a:lnTo>
                    <a:pt x="474545" y="264946"/>
                  </a:lnTo>
                  <a:lnTo>
                    <a:pt x="476003" y="264441"/>
                  </a:lnTo>
                  <a:lnTo>
                    <a:pt x="477393" y="263936"/>
                  </a:lnTo>
                  <a:lnTo>
                    <a:pt x="478793" y="263298"/>
                  </a:lnTo>
                  <a:lnTo>
                    <a:pt x="480193" y="262727"/>
                  </a:lnTo>
                  <a:lnTo>
                    <a:pt x="481651" y="262022"/>
                  </a:lnTo>
                  <a:lnTo>
                    <a:pt x="483051" y="261327"/>
                  </a:lnTo>
                  <a:lnTo>
                    <a:pt x="484442" y="260631"/>
                  </a:lnTo>
                  <a:lnTo>
                    <a:pt x="485908" y="259869"/>
                  </a:lnTo>
                  <a:lnTo>
                    <a:pt x="487299" y="259040"/>
                  </a:lnTo>
                  <a:lnTo>
                    <a:pt x="488699" y="258145"/>
                  </a:lnTo>
                  <a:lnTo>
                    <a:pt x="490157" y="257260"/>
                  </a:lnTo>
                  <a:lnTo>
                    <a:pt x="491557" y="256307"/>
                  </a:lnTo>
                  <a:lnTo>
                    <a:pt x="492947" y="255288"/>
                  </a:lnTo>
                  <a:lnTo>
                    <a:pt x="494414" y="254268"/>
                  </a:lnTo>
                  <a:lnTo>
                    <a:pt x="495805" y="253125"/>
                  </a:lnTo>
                  <a:lnTo>
                    <a:pt x="497205" y="251916"/>
                  </a:lnTo>
                  <a:lnTo>
                    <a:pt x="498662" y="250706"/>
                  </a:lnTo>
                  <a:lnTo>
                    <a:pt x="500063" y="249373"/>
                  </a:lnTo>
                  <a:lnTo>
                    <a:pt x="501453" y="248039"/>
                  </a:lnTo>
                  <a:lnTo>
                    <a:pt x="502920" y="246639"/>
                  </a:lnTo>
                  <a:lnTo>
                    <a:pt x="504311" y="245115"/>
                  </a:lnTo>
                  <a:lnTo>
                    <a:pt x="505711" y="243524"/>
                  </a:lnTo>
                  <a:lnTo>
                    <a:pt x="507168" y="241934"/>
                  </a:lnTo>
                  <a:lnTo>
                    <a:pt x="508568" y="240219"/>
                  </a:lnTo>
                  <a:lnTo>
                    <a:pt x="509959" y="238438"/>
                  </a:lnTo>
                  <a:lnTo>
                    <a:pt x="511359" y="236600"/>
                  </a:lnTo>
                  <a:lnTo>
                    <a:pt x="512817" y="234685"/>
                  </a:lnTo>
                  <a:lnTo>
                    <a:pt x="514217" y="232656"/>
                  </a:lnTo>
                  <a:lnTo>
                    <a:pt x="515607" y="230618"/>
                  </a:lnTo>
                  <a:lnTo>
                    <a:pt x="517074" y="228455"/>
                  </a:lnTo>
                  <a:lnTo>
                    <a:pt x="518465" y="226236"/>
                  </a:lnTo>
                  <a:lnTo>
                    <a:pt x="519865" y="223941"/>
                  </a:lnTo>
                  <a:lnTo>
                    <a:pt x="521322" y="221588"/>
                  </a:lnTo>
                  <a:lnTo>
                    <a:pt x="522723" y="219112"/>
                  </a:lnTo>
                  <a:lnTo>
                    <a:pt x="524113" y="216635"/>
                  </a:lnTo>
                  <a:lnTo>
                    <a:pt x="525580" y="214026"/>
                  </a:lnTo>
                  <a:lnTo>
                    <a:pt x="526971" y="211358"/>
                  </a:lnTo>
                  <a:lnTo>
                    <a:pt x="528371" y="208692"/>
                  </a:lnTo>
                  <a:lnTo>
                    <a:pt x="529828" y="205891"/>
                  </a:lnTo>
                  <a:lnTo>
                    <a:pt x="531228" y="203024"/>
                  </a:lnTo>
                  <a:lnTo>
                    <a:pt x="532628" y="200100"/>
                  </a:lnTo>
                  <a:lnTo>
                    <a:pt x="534086" y="197175"/>
                  </a:lnTo>
                  <a:lnTo>
                    <a:pt x="535477" y="194127"/>
                  </a:lnTo>
                  <a:lnTo>
                    <a:pt x="536877" y="191080"/>
                  </a:lnTo>
                  <a:lnTo>
                    <a:pt x="538277" y="187965"/>
                  </a:lnTo>
                  <a:lnTo>
                    <a:pt x="539734" y="184850"/>
                  </a:lnTo>
                  <a:lnTo>
                    <a:pt x="541134" y="181669"/>
                  </a:lnTo>
                  <a:lnTo>
                    <a:pt x="542525" y="178488"/>
                  </a:lnTo>
                  <a:lnTo>
                    <a:pt x="543982" y="175249"/>
                  </a:lnTo>
                  <a:lnTo>
                    <a:pt x="545383" y="172001"/>
                  </a:lnTo>
                  <a:lnTo>
                    <a:pt x="546783" y="168763"/>
                  </a:lnTo>
                  <a:lnTo>
                    <a:pt x="548240" y="165458"/>
                  </a:lnTo>
                  <a:lnTo>
                    <a:pt x="549640" y="162210"/>
                  </a:lnTo>
                  <a:lnTo>
                    <a:pt x="551031" y="158971"/>
                  </a:lnTo>
                  <a:lnTo>
                    <a:pt x="552488" y="155733"/>
                  </a:lnTo>
                  <a:lnTo>
                    <a:pt x="553889" y="152551"/>
                  </a:lnTo>
                  <a:lnTo>
                    <a:pt x="555288" y="149370"/>
                  </a:lnTo>
                  <a:lnTo>
                    <a:pt x="556746" y="146255"/>
                  </a:lnTo>
                  <a:lnTo>
                    <a:pt x="558146" y="143207"/>
                  </a:lnTo>
                  <a:lnTo>
                    <a:pt x="559537" y="140216"/>
                  </a:lnTo>
                  <a:lnTo>
                    <a:pt x="561003" y="137292"/>
                  </a:lnTo>
                  <a:lnTo>
                    <a:pt x="562394" y="134434"/>
                  </a:lnTo>
                  <a:lnTo>
                    <a:pt x="563794" y="131634"/>
                  </a:lnTo>
                  <a:lnTo>
                    <a:pt x="565185" y="128967"/>
                  </a:lnTo>
                  <a:lnTo>
                    <a:pt x="566652" y="126357"/>
                  </a:lnTo>
                  <a:lnTo>
                    <a:pt x="568043" y="123880"/>
                  </a:lnTo>
                  <a:lnTo>
                    <a:pt x="569443" y="121528"/>
                  </a:lnTo>
                  <a:lnTo>
                    <a:pt x="570900" y="119299"/>
                  </a:lnTo>
                  <a:lnTo>
                    <a:pt x="572300" y="117204"/>
                  </a:lnTo>
                  <a:lnTo>
                    <a:pt x="573691" y="115232"/>
                  </a:lnTo>
                  <a:lnTo>
                    <a:pt x="575158" y="113451"/>
                  </a:lnTo>
                  <a:lnTo>
                    <a:pt x="576548" y="111803"/>
                  </a:lnTo>
                  <a:lnTo>
                    <a:pt x="577948" y="110270"/>
                  </a:lnTo>
                  <a:lnTo>
                    <a:pt x="579406" y="108936"/>
                  </a:lnTo>
                  <a:lnTo>
                    <a:pt x="580806" y="107793"/>
                  </a:lnTo>
                  <a:lnTo>
                    <a:pt x="582197" y="106774"/>
                  </a:lnTo>
                  <a:lnTo>
                    <a:pt x="583663" y="106079"/>
                  </a:lnTo>
                  <a:lnTo>
                    <a:pt x="585054" y="105440"/>
                  </a:lnTo>
                  <a:lnTo>
                    <a:pt x="586454" y="104993"/>
                  </a:lnTo>
                  <a:lnTo>
                    <a:pt x="587912" y="104802"/>
                  </a:lnTo>
                  <a:lnTo>
                    <a:pt x="589312" y="104802"/>
                  </a:lnTo>
                  <a:lnTo>
                    <a:pt x="590703" y="104936"/>
                  </a:lnTo>
                  <a:lnTo>
                    <a:pt x="592169" y="105373"/>
                  </a:lnTo>
                  <a:lnTo>
                    <a:pt x="593560" y="105945"/>
                  </a:lnTo>
                  <a:lnTo>
                    <a:pt x="594960" y="106716"/>
                  </a:lnTo>
                  <a:lnTo>
                    <a:pt x="596351" y="107669"/>
                  </a:lnTo>
                  <a:lnTo>
                    <a:pt x="597818" y="108879"/>
                  </a:lnTo>
                  <a:lnTo>
                    <a:pt x="599208" y="110212"/>
                  </a:lnTo>
                  <a:lnTo>
                    <a:pt x="600609" y="111803"/>
                  </a:lnTo>
                  <a:lnTo>
                    <a:pt x="602066" y="113575"/>
                  </a:lnTo>
                  <a:lnTo>
                    <a:pt x="603466" y="115489"/>
                  </a:lnTo>
                  <a:lnTo>
                    <a:pt x="604866" y="117651"/>
                  </a:lnTo>
                  <a:lnTo>
                    <a:pt x="606323" y="119937"/>
                  </a:lnTo>
                  <a:lnTo>
                    <a:pt x="607714" y="122414"/>
                  </a:lnTo>
                  <a:lnTo>
                    <a:pt x="609114" y="125024"/>
                  </a:lnTo>
                  <a:lnTo>
                    <a:pt x="610572" y="127881"/>
                  </a:lnTo>
                  <a:lnTo>
                    <a:pt x="611972" y="130806"/>
                  </a:lnTo>
                  <a:lnTo>
                    <a:pt x="613362" y="133920"/>
                  </a:lnTo>
                  <a:lnTo>
                    <a:pt x="614829" y="137168"/>
                  </a:lnTo>
                  <a:lnTo>
                    <a:pt x="616220" y="140531"/>
                  </a:lnTo>
                  <a:lnTo>
                    <a:pt x="617620" y="144036"/>
                  </a:lnTo>
                  <a:lnTo>
                    <a:pt x="619078" y="147655"/>
                  </a:lnTo>
                  <a:lnTo>
                    <a:pt x="620478" y="151342"/>
                  </a:lnTo>
                  <a:lnTo>
                    <a:pt x="621878" y="155161"/>
                  </a:lnTo>
                  <a:lnTo>
                    <a:pt x="623269" y="159038"/>
                  </a:lnTo>
                  <a:lnTo>
                    <a:pt x="624726" y="163038"/>
                  </a:lnTo>
                  <a:lnTo>
                    <a:pt x="626126" y="167048"/>
                  </a:lnTo>
                  <a:lnTo>
                    <a:pt x="627526" y="171182"/>
                  </a:lnTo>
                  <a:lnTo>
                    <a:pt x="628983" y="175306"/>
                  </a:lnTo>
                  <a:lnTo>
                    <a:pt x="630384" y="179507"/>
                  </a:lnTo>
                  <a:lnTo>
                    <a:pt x="631774" y="183698"/>
                  </a:lnTo>
                  <a:lnTo>
                    <a:pt x="633232" y="187965"/>
                  </a:lnTo>
                  <a:lnTo>
                    <a:pt x="634632" y="192223"/>
                  </a:lnTo>
                  <a:lnTo>
                    <a:pt x="636032" y="196480"/>
                  </a:lnTo>
                  <a:lnTo>
                    <a:pt x="637489" y="200681"/>
                  </a:lnTo>
                  <a:lnTo>
                    <a:pt x="638889" y="204938"/>
                  </a:lnTo>
                  <a:lnTo>
                    <a:pt x="640280" y="209129"/>
                  </a:lnTo>
                  <a:lnTo>
                    <a:pt x="641737" y="213330"/>
                  </a:lnTo>
                  <a:lnTo>
                    <a:pt x="643138" y="217464"/>
                  </a:lnTo>
                  <a:lnTo>
                    <a:pt x="644538" y="221588"/>
                  </a:lnTo>
                  <a:lnTo>
                    <a:pt x="645995" y="225665"/>
                  </a:lnTo>
                  <a:lnTo>
                    <a:pt x="647395" y="229665"/>
                  </a:lnTo>
                  <a:lnTo>
                    <a:pt x="648786" y="233609"/>
                  </a:lnTo>
                  <a:lnTo>
                    <a:pt x="650253" y="237419"/>
                  </a:lnTo>
                  <a:lnTo>
                    <a:pt x="651643" y="241238"/>
                  </a:lnTo>
                  <a:lnTo>
                    <a:pt x="653043" y="244991"/>
                  </a:lnTo>
                  <a:lnTo>
                    <a:pt x="654434" y="248611"/>
                  </a:lnTo>
                  <a:lnTo>
                    <a:pt x="655901" y="252173"/>
                  </a:lnTo>
                  <a:lnTo>
                    <a:pt x="657292" y="255602"/>
                  </a:lnTo>
                  <a:lnTo>
                    <a:pt x="658692" y="258974"/>
                  </a:lnTo>
                  <a:lnTo>
                    <a:pt x="660149" y="262279"/>
                  </a:lnTo>
                  <a:lnTo>
                    <a:pt x="661549" y="265460"/>
                  </a:lnTo>
                  <a:lnTo>
                    <a:pt x="662940" y="268508"/>
                  </a:lnTo>
                  <a:lnTo>
                    <a:pt x="664407" y="271499"/>
                  </a:lnTo>
                  <a:lnTo>
                    <a:pt x="665798" y="274424"/>
                  </a:lnTo>
                  <a:lnTo>
                    <a:pt x="667198" y="277223"/>
                  </a:lnTo>
                  <a:lnTo>
                    <a:pt x="668655" y="279891"/>
                  </a:lnTo>
                  <a:lnTo>
                    <a:pt x="670055" y="282500"/>
                  </a:lnTo>
                  <a:lnTo>
                    <a:pt x="671446" y="284977"/>
                  </a:lnTo>
                  <a:lnTo>
                    <a:pt x="672913" y="287330"/>
                  </a:lnTo>
                  <a:lnTo>
                    <a:pt x="674304" y="289616"/>
                  </a:lnTo>
                  <a:lnTo>
                    <a:pt x="675703" y="291778"/>
                  </a:lnTo>
                  <a:lnTo>
                    <a:pt x="677161" y="293874"/>
                  </a:lnTo>
                  <a:lnTo>
                    <a:pt x="678561" y="295912"/>
                  </a:lnTo>
                  <a:lnTo>
                    <a:pt x="679952" y="297817"/>
                  </a:lnTo>
                  <a:lnTo>
                    <a:pt x="681352" y="299598"/>
                  </a:lnTo>
                  <a:lnTo>
                    <a:pt x="682809" y="301313"/>
                  </a:lnTo>
                  <a:lnTo>
                    <a:pt x="684209" y="302970"/>
                  </a:lnTo>
                  <a:lnTo>
                    <a:pt x="685610" y="304494"/>
                  </a:lnTo>
                  <a:lnTo>
                    <a:pt x="687067" y="305961"/>
                  </a:lnTo>
                  <a:lnTo>
                    <a:pt x="688458" y="307351"/>
                  </a:lnTo>
                  <a:lnTo>
                    <a:pt x="689858" y="308628"/>
                  </a:lnTo>
                  <a:lnTo>
                    <a:pt x="691315" y="309895"/>
                  </a:lnTo>
                  <a:lnTo>
                    <a:pt x="692715" y="311047"/>
                  </a:lnTo>
                  <a:lnTo>
                    <a:pt x="694115" y="312123"/>
                  </a:lnTo>
                  <a:lnTo>
                    <a:pt x="695573" y="313200"/>
                  </a:lnTo>
                  <a:lnTo>
                    <a:pt x="696963" y="314162"/>
                  </a:lnTo>
                  <a:lnTo>
                    <a:pt x="698363" y="315047"/>
                  </a:lnTo>
                  <a:lnTo>
                    <a:pt x="699821" y="315876"/>
                  </a:lnTo>
                  <a:lnTo>
                    <a:pt x="701221" y="316705"/>
                  </a:lnTo>
                  <a:lnTo>
                    <a:pt x="702621" y="317400"/>
                  </a:lnTo>
                  <a:lnTo>
                    <a:pt x="704079" y="318095"/>
                  </a:lnTo>
                  <a:lnTo>
                    <a:pt x="705479" y="318734"/>
                  </a:lnTo>
                  <a:lnTo>
                    <a:pt x="706869" y="319372"/>
                  </a:lnTo>
                  <a:lnTo>
                    <a:pt x="708327" y="319877"/>
                  </a:lnTo>
                  <a:lnTo>
                    <a:pt x="709727" y="320448"/>
                  </a:lnTo>
                  <a:lnTo>
                    <a:pt x="711127" y="320896"/>
                  </a:lnTo>
                  <a:lnTo>
                    <a:pt x="712518" y="321343"/>
                  </a:lnTo>
                  <a:lnTo>
                    <a:pt x="713975" y="321725"/>
                  </a:lnTo>
                  <a:lnTo>
                    <a:pt x="715375" y="322106"/>
                  </a:lnTo>
                  <a:lnTo>
                    <a:pt x="716776" y="322486"/>
                  </a:lnTo>
                  <a:lnTo>
                    <a:pt x="718233" y="322801"/>
                  </a:lnTo>
                  <a:lnTo>
                    <a:pt x="719633" y="323058"/>
                  </a:lnTo>
                  <a:lnTo>
                    <a:pt x="721024" y="323372"/>
                  </a:lnTo>
                  <a:lnTo>
                    <a:pt x="722490" y="323629"/>
                  </a:lnTo>
                  <a:lnTo>
                    <a:pt x="723881" y="323820"/>
                  </a:lnTo>
                </a:path>
              </a:pathLst>
            </a:custGeom>
            <a:noFill/>
            <a:ln w="7242" cap="flat">
              <a:solidFill>
                <a:srgbClr val="000000"/>
              </a:solidFill>
              <a:prstDash val="solid"/>
              <a:round/>
            </a:ln>
          </p:spPr>
          <p:txBody>
            <a:bodyPr/>
            <a:lstStyle/>
            <a:p>
              <a:endParaRPr lang="zh-CN" altLang="en-US" sz="2190"/>
            </a:p>
          </p:txBody>
        </p:sp>
        <p:sp>
          <p:nvSpPr>
            <p:cNvPr id="967" name="任意多边形: 形状 966"/>
            <p:cNvSpPr/>
            <p:nvPr/>
          </p:nvSpPr>
          <p:spPr>
            <a:xfrm>
              <a:off x="4281949"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968" name="任意多边形: 形状 967"/>
            <p:cNvSpPr/>
            <p:nvPr/>
          </p:nvSpPr>
          <p:spPr>
            <a:xfrm>
              <a:off x="5105862"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969" name="任意多边形: 形状 968"/>
            <p:cNvSpPr/>
            <p:nvPr/>
          </p:nvSpPr>
          <p:spPr>
            <a:xfrm>
              <a:off x="51868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0" name="任意多边形: 形状 969"/>
            <p:cNvSpPr/>
            <p:nvPr/>
          </p:nvSpPr>
          <p:spPr>
            <a:xfrm>
              <a:off x="53677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1" name="任意多边形: 形状 970"/>
            <p:cNvSpPr/>
            <p:nvPr/>
          </p:nvSpPr>
          <p:spPr>
            <a:xfrm>
              <a:off x="55582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2" name="任意多边形: 形状 971"/>
            <p:cNvSpPr/>
            <p:nvPr/>
          </p:nvSpPr>
          <p:spPr>
            <a:xfrm>
              <a:off x="57487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3" name="任意多边形: 形状 972"/>
            <p:cNvSpPr/>
            <p:nvPr/>
          </p:nvSpPr>
          <p:spPr>
            <a:xfrm>
              <a:off x="58345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4" name="任意多边形: 形状 973"/>
            <p:cNvSpPr/>
            <p:nvPr/>
          </p:nvSpPr>
          <p:spPr>
            <a:xfrm>
              <a:off x="5110624"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5" name="任意多边形: 形状 974"/>
            <p:cNvSpPr/>
            <p:nvPr/>
          </p:nvSpPr>
          <p:spPr>
            <a:xfrm>
              <a:off x="5110624"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6" name="任意多边形: 形状 975"/>
            <p:cNvSpPr/>
            <p:nvPr/>
          </p:nvSpPr>
          <p:spPr>
            <a:xfrm>
              <a:off x="5110624"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7" name="任意多边形: 形状 976"/>
            <p:cNvSpPr/>
            <p:nvPr/>
          </p:nvSpPr>
          <p:spPr>
            <a:xfrm>
              <a:off x="5110624"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8" name="任意多边形: 形状 977"/>
            <p:cNvSpPr/>
            <p:nvPr/>
          </p:nvSpPr>
          <p:spPr>
            <a:xfrm>
              <a:off x="52820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79" name="任意多边形: 形状 978"/>
            <p:cNvSpPr/>
            <p:nvPr/>
          </p:nvSpPr>
          <p:spPr>
            <a:xfrm>
              <a:off x="54630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80" name="任意多边形: 形状 979"/>
            <p:cNvSpPr/>
            <p:nvPr/>
          </p:nvSpPr>
          <p:spPr>
            <a:xfrm>
              <a:off x="56535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81" name="任意多边形: 形状 980"/>
            <p:cNvSpPr/>
            <p:nvPr/>
          </p:nvSpPr>
          <p:spPr>
            <a:xfrm>
              <a:off x="5153487" y="4112147"/>
              <a:ext cx="704850" cy="314325"/>
            </a:xfrm>
            <a:custGeom>
              <a:avLst/>
              <a:gdLst>
                <a:gd name="csX0" fmla="*/ -19 w 704850"/>
                <a:gd name="csY0" fmla="*/ 312838 h 314325"/>
                <a:gd name="csX1" fmla="*/ 1324 w 704850"/>
                <a:gd name="csY1" fmla="*/ 312647 h 314325"/>
                <a:gd name="csX2" fmla="*/ 2724 w 704850"/>
                <a:gd name="csY2" fmla="*/ 312457 h 314325"/>
                <a:gd name="csX3" fmla="*/ 4124 w 704850"/>
                <a:gd name="csY3" fmla="*/ 312266 h 314325"/>
                <a:gd name="csX4" fmla="*/ 5467 w 704850"/>
                <a:gd name="csY4" fmla="*/ 312076 h 314325"/>
                <a:gd name="csX5" fmla="*/ 6868 w 704850"/>
                <a:gd name="csY5" fmla="*/ 311818 h 314325"/>
                <a:gd name="csX6" fmla="*/ 8268 w 704850"/>
                <a:gd name="csY6" fmla="*/ 311571 h 314325"/>
                <a:gd name="csX7" fmla="*/ 9611 w 704850"/>
                <a:gd name="csY7" fmla="*/ 311247 h 314325"/>
                <a:gd name="csX8" fmla="*/ 11011 w 704850"/>
                <a:gd name="csY8" fmla="*/ 310933 h 314325"/>
                <a:gd name="csX9" fmla="*/ 12354 w 704850"/>
                <a:gd name="csY9" fmla="*/ 310609 h 314325"/>
                <a:gd name="csX10" fmla="*/ 13754 w 704850"/>
                <a:gd name="csY10" fmla="*/ 310228 h 314325"/>
                <a:gd name="csX11" fmla="*/ 15164 w 704850"/>
                <a:gd name="csY11" fmla="*/ 309790 h 314325"/>
                <a:gd name="csX12" fmla="*/ 16497 w 704850"/>
                <a:gd name="csY12" fmla="*/ 309342 h 314325"/>
                <a:gd name="csX13" fmla="*/ 17907 w 704850"/>
                <a:gd name="csY13" fmla="*/ 308837 h 314325"/>
                <a:gd name="csX14" fmla="*/ 19307 w 704850"/>
                <a:gd name="csY14" fmla="*/ 308332 h 314325"/>
                <a:gd name="csX15" fmla="*/ 20650 w 704850"/>
                <a:gd name="csY15" fmla="*/ 307761 h 314325"/>
                <a:gd name="csX16" fmla="*/ 22051 w 704850"/>
                <a:gd name="csY16" fmla="*/ 307123 h 314325"/>
                <a:gd name="csX17" fmla="*/ 23394 w 704850"/>
                <a:gd name="csY17" fmla="*/ 306427 h 314325"/>
                <a:gd name="csX18" fmla="*/ 24793 w 704850"/>
                <a:gd name="csY18" fmla="*/ 305665 h 314325"/>
                <a:gd name="csX19" fmla="*/ 26194 w 704850"/>
                <a:gd name="csY19" fmla="*/ 304903 h 314325"/>
                <a:gd name="csX20" fmla="*/ 27537 w 704850"/>
                <a:gd name="csY20" fmla="*/ 304075 h 314325"/>
                <a:gd name="csX21" fmla="*/ 28937 w 704850"/>
                <a:gd name="csY21" fmla="*/ 303122 h 314325"/>
                <a:gd name="csX22" fmla="*/ 30337 w 704850"/>
                <a:gd name="csY22" fmla="*/ 302170 h 314325"/>
                <a:gd name="csX23" fmla="*/ 31680 w 704850"/>
                <a:gd name="csY23" fmla="*/ 301093 h 314325"/>
                <a:gd name="csX24" fmla="*/ 33080 w 704850"/>
                <a:gd name="csY24" fmla="*/ 300008 h 314325"/>
                <a:gd name="csX25" fmla="*/ 34424 w 704850"/>
                <a:gd name="csY25" fmla="*/ 298807 h 314325"/>
                <a:gd name="csX26" fmla="*/ 35824 w 704850"/>
                <a:gd name="csY26" fmla="*/ 297474 h 314325"/>
                <a:gd name="csX27" fmla="*/ 37233 w 704850"/>
                <a:gd name="csY27" fmla="*/ 296140 h 314325"/>
                <a:gd name="csX28" fmla="*/ 38567 w 704850"/>
                <a:gd name="csY28" fmla="*/ 294674 h 314325"/>
                <a:gd name="csX29" fmla="*/ 39967 w 704850"/>
                <a:gd name="csY29" fmla="*/ 293092 h 314325"/>
                <a:gd name="csX30" fmla="*/ 41377 w 704850"/>
                <a:gd name="csY30" fmla="*/ 291445 h 314325"/>
                <a:gd name="csX31" fmla="*/ 42710 w 704850"/>
                <a:gd name="csY31" fmla="*/ 289663 h 314325"/>
                <a:gd name="csX32" fmla="*/ 44120 w 704850"/>
                <a:gd name="csY32" fmla="*/ 287825 h 314325"/>
                <a:gd name="csX33" fmla="*/ 45520 w 704850"/>
                <a:gd name="csY33" fmla="*/ 285853 h 314325"/>
                <a:gd name="csX34" fmla="*/ 46863 w 704850"/>
                <a:gd name="csY34" fmla="*/ 283758 h 314325"/>
                <a:gd name="csX35" fmla="*/ 48263 w 704850"/>
                <a:gd name="csY35" fmla="*/ 281596 h 314325"/>
                <a:gd name="csX36" fmla="*/ 49606 w 704850"/>
                <a:gd name="csY36" fmla="*/ 279253 h 314325"/>
                <a:gd name="csX37" fmla="*/ 51006 w 704850"/>
                <a:gd name="csY37" fmla="*/ 276843 h 314325"/>
                <a:gd name="csX38" fmla="*/ 52407 w 704850"/>
                <a:gd name="csY38" fmla="*/ 274299 h 314325"/>
                <a:gd name="csX39" fmla="*/ 53750 w 704850"/>
                <a:gd name="csY39" fmla="*/ 271633 h 314325"/>
                <a:gd name="csX40" fmla="*/ 55150 w 704850"/>
                <a:gd name="csY40" fmla="*/ 268775 h 314325"/>
                <a:gd name="csX41" fmla="*/ 56560 w 704850"/>
                <a:gd name="csY41" fmla="*/ 265851 h 314325"/>
                <a:gd name="csX42" fmla="*/ 57893 w 704850"/>
                <a:gd name="csY42" fmla="*/ 262803 h 314325"/>
                <a:gd name="csX43" fmla="*/ 59293 w 704850"/>
                <a:gd name="csY43" fmla="*/ 259574 h 314325"/>
                <a:gd name="csX44" fmla="*/ 60636 w 704850"/>
                <a:gd name="csY44" fmla="*/ 256202 h 314325"/>
                <a:gd name="csX45" fmla="*/ 62037 w 704850"/>
                <a:gd name="csY45" fmla="*/ 252773 h 314325"/>
                <a:gd name="csX46" fmla="*/ 63446 w 704850"/>
                <a:gd name="csY46" fmla="*/ 249096 h 314325"/>
                <a:gd name="csX47" fmla="*/ 64779 w 704850"/>
                <a:gd name="csY47" fmla="*/ 245353 h 314325"/>
                <a:gd name="csX48" fmla="*/ 66189 w 704850"/>
                <a:gd name="csY48" fmla="*/ 241543 h 314325"/>
                <a:gd name="csX49" fmla="*/ 67590 w 704850"/>
                <a:gd name="csY49" fmla="*/ 237476 h 314325"/>
                <a:gd name="csX50" fmla="*/ 68933 w 704850"/>
                <a:gd name="csY50" fmla="*/ 233285 h 314325"/>
                <a:gd name="csX51" fmla="*/ 70333 w 704850"/>
                <a:gd name="csY51" fmla="*/ 229037 h 314325"/>
                <a:gd name="csX52" fmla="*/ 71666 w 704850"/>
                <a:gd name="csY52" fmla="*/ 224655 h 314325"/>
                <a:gd name="csX53" fmla="*/ 73076 w 704850"/>
                <a:gd name="csY53" fmla="*/ 220083 h 314325"/>
                <a:gd name="csX54" fmla="*/ 74476 w 704850"/>
                <a:gd name="csY54" fmla="*/ 215445 h 314325"/>
                <a:gd name="csX55" fmla="*/ 75819 w 704850"/>
                <a:gd name="csY55" fmla="*/ 210682 h 314325"/>
                <a:gd name="csX56" fmla="*/ 77219 w 704850"/>
                <a:gd name="csY56" fmla="*/ 205729 h 314325"/>
                <a:gd name="csX57" fmla="*/ 78619 w 704850"/>
                <a:gd name="csY57" fmla="*/ 200776 h 314325"/>
                <a:gd name="csX58" fmla="*/ 79962 w 704850"/>
                <a:gd name="csY58" fmla="*/ 195699 h 314325"/>
                <a:gd name="csX59" fmla="*/ 81363 w 704850"/>
                <a:gd name="csY59" fmla="*/ 190498 h 314325"/>
                <a:gd name="csX60" fmla="*/ 82706 w 704850"/>
                <a:gd name="csY60" fmla="*/ 185165 h 314325"/>
                <a:gd name="csX61" fmla="*/ 84106 w 704850"/>
                <a:gd name="csY61" fmla="*/ 179831 h 314325"/>
                <a:gd name="csX62" fmla="*/ 85515 w 704850"/>
                <a:gd name="csY62" fmla="*/ 174373 h 314325"/>
                <a:gd name="csX63" fmla="*/ 86849 w 704850"/>
                <a:gd name="csY63" fmla="*/ 168848 h 314325"/>
                <a:gd name="csX64" fmla="*/ 88259 w 704850"/>
                <a:gd name="csY64" fmla="*/ 163324 h 314325"/>
                <a:gd name="csX65" fmla="*/ 89659 w 704850"/>
                <a:gd name="csY65" fmla="*/ 157675 h 314325"/>
                <a:gd name="csX66" fmla="*/ 90992 w 704850"/>
                <a:gd name="csY66" fmla="*/ 152027 h 314325"/>
                <a:gd name="csX67" fmla="*/ 92402 w 704850"/>
                <a:gd name="csY67" fmla="*/ 146312 h 314325"/>
                <a:gd name="csX68" fmla="*/ 93736 w 704850"/>
                <a:gd name="csY68" fmla="*/ 140597 h 314325"/>
                <a:gd name="csX69" fmla="*/ 95146 w 704850"/>
                <a:gd name="csY69" fmla="*/ 134882 h 314325"/>
                <a:gd name="csX70" fmla="*/ 96545 w 704850"/>
                <a:gd name="csY70" fmla="*/ 129167 h 314325"/>
                <a:gd name="csX71" fmla="*/ 97888 w 704850"/>
                <a:gd name="csY71" fmla="*/ 123385 h 314325"/>
                <a:gd name="csX72" fmla="*/ 99289 w 704850"/>
                <a:gd name="csY72" fmla="*/ 117737 h 314325"/>
                <a:gd name="csX73" fmla="*/ 100689 w 704850"/>
                <a:gd name="csY73" fmla="*/ 112022 h 314325"/>
                <a:gd name="csX74" fmla="*/ 102032 w 704850"/>
                <a:gd name="csY74" fmla="*/ 106374 h 314325"/>
                <a:gd name="csX75" fmla="*/ 103432 w 704850"/>
                <a:gd name="csY75" fmla="*/ 100849 h 314325"/>
                <a:gd name="csX76" fmla="*/ 104775 w 704850"/>
                <a:gd name="csY76" fmla="*/ 95325 h 314325"/>
                <a:gd name="csX77" fmla="*/ 106175 w 704850"/>
                <a:gd name="csY77" fmla="*/ 89867 h 314325"/>
                <a:gd name="csX78" fmla="*/ 107585 w 704850"/>
                <a:gd name="csY78" fmla="*/ 84533 h 314325"/>
                <a:gd name="csX79" fmla="*/ 108919 w 704850"/>
                <a:gd name="csY79" fmla="*/ 79266 h 314325"/>
                <a:gd name="csX80" fmla="*/ 110318 w 704850"/>
                <a:gd name="csY80" fmla="*/ 74122 h 314325"/>
                <a:gd name="csX81" fmla="*/ 111728 w 704850"/>
                <a:gd name="csY81" fmla="*/ 69045 h 314325"/>
                <a:gd name="csX82" fmla="*/ 113062 w 704850"/>
                <a:gd name="csY82" fmla="*/ 64159 h 314325"/>
                <a:gd name="csX83" fmla="*/ 114472 w 704850"/>
                <a:gd name="csY83" fmla="*/ 59330 h 314325"/>
                <a:gd name="csX84" fmla="*/ 115805 w 704850"/>
                <a:gd name="csY84" fmla="*/ 54701 h 314325"/>
                <a:gd name="csX85" fmla="*/ 117215 w 704850"/>
                <a:gd name="csY85" fmla="*/ 50252 h 314325"/>
                <a:gd name="csX86" fmla="*/ 118615 w 704850"/>
                <a:gd name="csY86" fmla="*/ 45938 h 314325"/>
                <a:gd name="csX87" fmla="*/ 119958 w 704850"/>
                <a:gd name="csY87" fmla="*/ 41680 h 314325"/>
                <a:gd name="csX88" fmla="*/ 121358 w 704850"/>
                <a:gd name="csY88" fmla="*/ 37746 h 314325"/>
                <a:gd name="csX89" fmla="*/ 122758 w 704850"/>
                <a:gd name="csY89" fmla="*/ 33936 h 314325"/>
                <a:gd name="csX90" fmla="*/ 124101 w 704850"/>
                <a:gd name="csY90" fmla="*/ 30317 h 314325"/>
                <a:gd name="csX91" fmla="*/ 125501 w 704850"/>
                <a:gd name="csY91" fmla="*/ 26888 h 314325"/>
                <a:gd name="csX92" fmla="*/ 126844 w 704850"/>
                <a:gd name="csY92" fmla="*/ 23649 h 314325"/>
                <a:gd name="csX93" fmla="*/ 128245 w 704850"/>
                <a:gd name="csY93" fmla="*/ 20601 h 314325"/>
                <a:gd name="csX94" fmla="*/ 129645 w 704850"/>
                <a:gd name="csY94" fmla="*/ 17744 h 314325"/>
                <a:gd name="csX95" fmla="*/ 130988 w 704850"/>
                <a:gd name="csY95" fmla="*/ 15143 h 314325"/>
                <a:gd name="csX96" fmla="*/ 132388 w 704850"/>
                <a:gd name="csY96" fmla="*/ 12733 h 314325"/>
                <a:gd name="csX97" fmla="*/ 133798 w 704850"/>
                <a:gd name="csY97" fmla="*/ 10505 h 314325"/>
                <a:gd name="csX98" fmla="*/ 135131 w 704850"/>
                <a:gd name="csY98" fmla="*/ 8542 h 314325"/>
                <a:gd name="csX99" fmla="*/ 136541 w 704850"/>
                <a:gd name="csY99" fmla="*/ 6761 h 314325"/>
                <a:gd name="csX100" fmla="*/ 137874 w 704850"/>
                <a:gd name="csY100" fmla="*/ 5114 h 314325"/>
                <a:gd name="csX101" fmla="*/ 139284 w 704850"/>
                <a:gd name="csY101" fmla="*/ 3847 h 314325"/>
                <a:gd name="csX102" fmla="*/ 140684 w 704850"/>
                <a:gd name="csY102" fmla="*/ 2704 h 314325"/>
                <a:gd name="csX103" fmla="*/ 142028 w 704850"/>
                <a:gd name="csY103" fmla="*/ 1684 h 314325"/>
                <a:gd name="csX104" fmla="*/ 143427 w 704850"/>
                <a:gd name="csY104" fmla="*/ 989 h 314325"/>
                <a:gd name="csX105" fmla="*/ 144827 w 704850"/>
                <a:gd name="csY105" fmla="*/ 475 h 314325"/>
                <a:gd name="csX106" fmla="*/ 146171 w 704850"/>
                <a:gd name="csY106" fmla="*/ 94 h 314325"/>
                <a:gd name="csX107" fmla="*/ 147571 w 704850"/>
                <a:gd name="csY107" fmla="*/ -30 h 314325"/>
                <a:gd name="csX108" fmla="*/ 148914 w 704850"/>
                <a:gd name="csY108" fmla="*/ 37 h 314325"/>
                <a:gd name="csX109" fmla="*/ 150314 w 704850"/>
                <a:gd name="csY109" fmla="*/ 284 h 314325"/>
                <a:gd name="csX110" fmla="*/ 151714 w 704850"/>
                <a:gd name="csY110" fmla="*/ 665 h 314325"/>
                <a:gd name="csX111" fmla="*/ 153057 w 704850"/>
                <a:gd name="csY111" fmla="*/ 1304 h 314325"/>
                <a:gd name="csX112" fmla="*/ 154458 w 704850"/>
                <a:gd name="csY112" fmla="*/ 2132 h 314325"/>
                <a:gd name="csX113" fmla="*/ 155867 w 704850"/>
                <a:gd name="csY113" fmla="*/ 3018 h 314325"/>
                <a:gd name="csX114" fmla="*/ 157200 w 704850"/>
                <a:gd name="csY114" fmla="*/ 4161 h 314325"/>
                <a:gd name="csX115" fmla="*/ 158610 w 704850"/>
                <a:gd name="csY115" fmla="*/ 5428 h 314325"/>
                <a:gd name="csX116" fmla="*/ 159944 w 704850"/>
                <a:gd name="csY116" fmla="*/ 6828 h 314325"/>
                <a:gd name="csX117" fmla="*/ 161354 w 704850"/>
                <a:gd name="csY117" fmla="*/ 8419 h 314325"/>
                <a:gd name="csX118" fmla="*/ 162754 w 704850"/>
                <a:gd name="csY118" fmla="*/ 10124 h 314325"/>
                <a:gd name="csX119" fmla="*/ 164087 w 704850"/>
                <a:gd name="csY119" fmla="*/ 11905 h 314325"/>
                <a:gd name="csX120" fmla="*/ 165497 w 704850"/>
                <a:gd name="csY120" fmla="*/ 13876 h 314325"/>
                <a:gd name="csX121" fmla="*/ 166897 w 704850"/>
                <a:gd name="csY121" fmla="*/ 15972 h 314325"/>
                <a:gd name="csX122" fmla="*/ 168240 w 704850"/>
                <a:gd name="csY122" fmla="*/ 18125 h 314325"/>
                <a:gd name="csX123" fmla="*/ 169640 w 704850"/>
                <a:gd name="csY123" fmla="*/ 20411 h 314325"/>
                <a:gd name="csX124" fmla="*/ 170983 w 704850"/>
                <a:gd name="csY124" fmla="*/ 22830 h 314325"/>
                <a:gd name="csX125" fmla="*/ 172383 w 704850"/>
                <a:gd name="csY125" fmla="*/ 25297 h 314325"/>
                <a:gd name="csX126" fmla="*/ 173784 w 704850"/>
                <a:gd name="csY126" fmla="*/ 27907 h 314325"/>
                <a:gd name="csX127" fmla="*/ 175127 w 704850"/>
                <a:gd name="csY127" fmla="*/ 30574 h 314325"/>
                <a:gd name="csX128" fmla="*/ 176527 w 704850"/>
                <a:gd name="csY128" fmla="*/ 33298 h 314325"/>
                <a:gd name="csX129" fmla="*/ 177927 w 704850"/>
                <a:gd name="csY129" fmla="*/ 36098 h 314325"/>
                <a:gd name="csX130" fmla="*/ 179270 w 704850"/>
                <a:gd name="csY130" fmla="*/ 38946 h 314325"/>
                <a:gd name="csX131" fmla="*/ 180670 w 704850"/>
                <a:gd name="csY131" fmla="*/ 41870 h 314325"/>
                <a:gd name="csX132" fmla="*/ 182014 w 704850"/>
                <a:gd name="csY132" fmla="*/ 44852 h 314325"/>
                <a:gd name="csX133" fmla="*/ 183413 w 704850"/>
                <a:gd name="csY133" fmla="*/ 47900 h 314325"/>
                <a:gd name="csX134" fmla="*/ 184823 w 704850"/>
                <a:gd name="csY134" fmla="*/ 50948 h 314325"/>
                <a:gd name="csX135" fmla="*/ 186157 w 704850"/>
                <a:gd name="csY135" fmla="*/ 54062 h 314325"/>
                <a:gd name="csX136" fmla="*/ 187566 w 704850"/>
                <a:gd name="csY136" fmla="*/ 57168 h 314325"/>
                <a:gd name="csX137" fmla="*/ 188967 w 704850"/>
                <a:gd name="csY137" fmla="*/ 60282 h 314325"/>
                <a:gd name="csX138" fmla="*/ 190310 w 704850"/>
                <a:gd name="csY138" fmla="*/ 63454 h 314325"/>
                <a:gd name="csX139" fmla="*/ 191710 w 704850"/>
                <a:gd name="csY139" fmla="*/ 66635 h 314325"/>
                <a:gd name="csX140" fmla="*/ 193053 w 704850"/>
                <a:gd name="csY140" fmla="*/ 69807 h 314325"/>
                <a:gd name="csX141" fmla="*/ 194453 w 704850"/>
                <a:gd name="csY141" fmla="*/ 73046 h 314325"/>
                <a:gd name="csX142" fmla="*/ 195853 w 704850"/>
                <a:gd name="csY142" fmla="*/ 76218 h 314325"/>
                <a:gd name="csX143" fmla="*/ 197196 w 704850"/>
                <a:gd name="csY143" fmla="*/ 79390 h 314325"/>
                <a:gd name="csX144" fmla="*/ 198596 w 704850"/>
                <a:gd name="csY144" fmla="*/ 82571 h 314325"/>
                <a:gd name="csX145" fmla="*/ 199997 w 704850"/>
                <a:gd name="csY145" fmla="*/ 85676 h 314325"/>
                <a:gd name="csX146" fmla="*/ 201340 w 704850"/>
                <a:gd name="csY146" fmla="*/ 88848 h 314325"/>
                <a:gd name="csX147" fmla="*/ 202740 w 704850"/>
                <a:gd name="csY147" fmla="*/ 91962 h 314325"/>
                <a:gd name="csX148" fmla="*/ 204083 w 704850"/>
                <a:gd name="csY148" fmla="*/ 95010 h 314325"/>
                <a:gd name="csX149" fmla="*/ 205483 w 704850"/>
                <a:gd name="csY149" fmla="*/ 98058 h 314325"/>
                <a:gd name="csX150" fmla="*/ 206893 w 704850"/>
                <a:gd name="csY150" fmla="*/ 101040 h 314325"/>
                <a:gd name="csX151" fmla="*/ 208226 w 704850"/>
                <a:gd name="csY151" fmla="*/ 103964 h 314325"/>
                <a:gd name="csX152" fmla="*/ 209636 w 704850"/>
                <a:gd name="csY152" fmla="*/ 106879 h 314325"/>
                <a:gd name="csX153" fmla="*/ 211036 w 704850"/>
                <a:gd name="csY153" fmla="*/ 109736 h 314325"/>
                <a:gd name="csX154" fmla="*/ 212369 w 704850"/>
                <a:gd name="csY154" fmla="*/ 112536 h 314325"/>
                <a:gd name="csX155" fmla="*/ 213779 w 704850"/>
                <a:gd name="csY155" fmla="*/ 115261 h 314325"/>
                <a:gd name="csX156" fmla="*/ 215180 w 704850"/>
                <a:gd name="csY156" fmla="*/ 117870 h 314325"/>
                <a:gd name="csX157" fmla="*/ 216522 w 704850"/>
                <a:gd name="csY157" fmla="*/ 120471 h 314325"/>
                <a:gd name="csX158" fmla="*/ 217922 w 704850"/>
                <a:gd name="csY158" fmla="*/ 123004 h 314325"/>
                <a:gd name="csX159" fmla="*/ 219265 w 704850"/>
                <a:gd name="csY159" fmla="*/ 125424 h 314325"/>
                <a:gd name="csX160" fmla="*/ 220666 w 704850"/>
                <a:gd name="csY160" fmla="*/ 127834 h 314325"/>
                <a:gd name="csX161" fmla="*/ 222066 w 704850"/>
                <a:gd name="csY161" fmla="*/ 130120 h 314325"/>
                <a:gd name="csX162" fmla="*/ 223409 w 704850"/>
                <a:gd name="csY162" fmla="*/ 132282 h 314325"/>
                <a:gd name="csX163" fmla="*/ 224809 w 704850"/>
                <a:gd name="csY163" fmla="*/ 134368 h 314325"/>
                <a:gd name="csX164" fmla="*/ 226219 w 704850"/>
                <a:gd name="csY164" fmla="*/ 136406 h 314325"/>
                <a:gd name="csX165" fmla="*/ 227553 w 704850"/>
                <a:gd name="csY165" fmla="*/ 138368 h 314325"/>
                <a:gd name="csX166" fmla="*/ 228952 w 704850"/>
                <a:gd name="csY166" fmla="*/ 140216 h 314325"/>
                <a:gd name="csX167" fmla="*/ 230295 w 704850"/>
                <a:gd name="csY167" fmla="*/ 141988 h 314325"/>
                <a:gd name="csX168" fmla="*/ 231696 w 704850"/>
                <a:gd name="csY168" fmla="*/ 143645 h 314325"/>
                <a:gd name="csX169" fmla="*/ 233105 w 704850"/>
                <a:gd name="csY169" fmla="*/ 145169 h 314325"/>
                <a:gd name="csX170" fmla="*/ 234439 w 704850"/>
                <a:gd name="csY170" fmla="*/ 146626 h 314325"/>
                <a:gd name="csX171" fmla="*/ 235849 w 704850"/>
                <a:gd name="csY171" fmla="*/ 148027 h 314325"/>
                <a:gd name="csX172" fmla="*/ 237249 w 704850"/>
                <a:gd name="csY172" fmla="*/ 149293 h 314325"/>
                <a:gd name="csX173" fmla="*/ 238592 w 704850"/>
                <a:gd name="csY173" fmla="*/ 150503 h 314325"/>
                <a:gd name="csX174" fmla="*/ 239992 w 704850"/>
                <a:gd name="csY174" fmla="*/ 151646 h 314325"/>
                <a:gd name="csX175" fmla="*/ 241335 w 704850"/>
                <a:gd name="csY175" fmla="*/ 152589 h 314325"/>
                <a:gd name="csX176" fmla="*/ 242735 w 704850"/>
                <a:gd name="csY176" fmla="*/ 153541 h 314325"/>
                <a:gd name="csX177" fmla="*/ 244135 w 704850"/>
                <a:gd name="csY177" fmla="*/ 154370 h 314325"/>
                <a:gd name="csX178" fmla="*/ 245478 w 704850"/>
                <a:gd name="csY178" fmla="*/ 155132 h 314325"/>
                <a:gd name="csX179" fmla="*/ 246879 w 704850"/>
                <a:gd name="csY179" fmla="*/ 155770 h 314325"/>
                <a:gd name="csX180" fmla="*/ 248279 w 704850"/>
                <a:gd name="csY180" fmla="*/ 156399 h 314325"/>
                <a:gd name="csX181" fmla="*/ 249622 w 704850"/>
                <a:gd name="csY181" fmla="*/ 156913 h 314325"/>
                <a:gd name="csX182" fmla="*/ 251022 w 704850"/>
                <a:gd name="csY182" fmla="*/ 157352 h 314325"/>
                <a:gd name="csX183" fmla="*/ 252365 w 704850"/>
                <a:gd name="csY183" fmla="*/ 157732 h 314325"/>
                <a:gd name="csX184" fmla="*/ 253765 w 704850"/>
                <a:gd name="csY184" fmla="*/ 158056 h 314325"/>
                <a:gd name="csX185" fmla="*/ 255175 w 704850"/>
                <a:gd name="csY185" fmla="*/ 158304 h 314325"/>
                <a:gd name="csX186" fmla="*/ 256508 w 704850"/>
                <a:gd name="csY186" fmla="*/ 158495 h 314325"/>
                <a:gd name="csX187" fmla="*/ 257918 w 704850"/>
                <a:gd name="csY187" fmla="*/ 158685 h 314325"/>
                <a:gd name="csX188" fmla="*/ 259318 w 704850"/>
                <a:gd name="csY188" fmla="*/ 158752 h 314325"/>
                <a:gd name="csX189" fmla="*/ 260652 w 704850"/>
                <a:gd name="csY189" fmla="*/ 158818 h 314325"/>
                <a:gd name="csX190" fmla="*/ 262062 w 704850"/>
                <a:gd name="csY190" fmla="*/ 158876 h 314325"/>
                <a:gd name="csX191" fmla="*/ 263395 w 704850"/>
                <a:gd name="csY191" fmla="*/ 158876 h 314325"/>
                <a:gd name="csX192" fmla="*/ 264804 w 704850"/>
                <a:gd name="csY192" fmla="*/ 158818 h 314325"/>
                <a:gd name="csX193" fmla="*/ 266205 w 704850"/>
                <a:gd name="csY193" fmla="*/ 158818 h 314325"/>
                <a:gd name="csX194" fmla="*/ 267548 w 704850"/>
                <a:gd name="csY194" fmla="*/ 158752 h 314325"/>
                <a:gd name="csX195" fmla="*/ 268948 w 704850"/>
                <a:gd name="csY195" fmla="*/ 158685 h 314325"/>
                <a:gd name="csX196" fmla="*/ 270348 w 704850"/>
                <a:gd name="csY196" fmla="*/ 158561 h 314325"/>
                <a:gd name="csX197" fmla="*/ 271691 w 704850"/>
                <a:gd name="csY197" fmla="*/ 158495 h 314325"/>
                <a:gd name="csX198" fmla="*/ 273091 w 704850"/>
                <a:gd name="csY198" fmla="*/ 158437 h 314325"/>
                <a:gd name="csX199" fmla="*/ 274435 w 704850"/>
                <a:gd name="csY199" fmla="*/ 158371 h 314325"/>
                <a:gd name="csX200" fmla="*/ 275835 w 704850"/>
                <a:gd name="csY200" fmla="*/ 158304 h 314325"/>
                <a:gd name="csX201" fmla="*/ 277244 w 704850"/>
                <a:gd name="csY201" fmla="*/ 158304 h 314325"/>
                <a:gd name="csX202" fmla="*/ 278578 w 704850"/>
                <a:gd name="csY202" fmla="*/ 158304 h 314325"/>
                <a:gd name="csX203" fmla="*/ 279978 w 704850"/>
                <a:gd name="csY203" fmla="*/ 158304 h 314325"/>
                <a:gd name="csX204" fmla="*/ 281388 w 704850"/>
                <a:gd name="csY204" fmla="*/ 158371 h 314325"/>
                <a:gd name="csX205" fmla="*/ 282721 w 704850"/>
                <a:gd name="csY205" fmla="*/ 158437 h 314325"/>
                <a:gd name="csX206" fmla="*/ 284131 w 704850"/>
                <a:gd name="csY206" fmla="*/ 158561 h 314325"/>
                <a:gd name="csX207" fmla="*/ 285464 w 704850"/>
                <a:gd name="csY207" fmla="*/ 158752 h 314325"/>
                <a:gd name="csX208" fmla="*/ 286874 w 704850"/>
                <a:gd name="csY208" fmla="*/ 158942 h 314325"/>
                <a:gd name="csX209" fmla="*/ 288274 w 704850"/>
                <a:gd name="csY209" fmla="*/ 159200 h 314325"/>
                <a:gd name="csX210" fmla="*/ 289617 w 704850"/>
                <a:gd name="csY210" fmla="*/ 159447 h 314325"/>
                <a:gd name="csX211" fmla="*/ 291017 w 704850"/>
                <a:gd name="csY211" fmla="*/ 159828 h 314325"/>
                <a:gd name="csX212" fmla="*/ 292418 w 704850"/>
                <a:gd name="csY212" fmla="*/ 160209 h 314325"/>
                <a:gd name="csX213" fmla="*/ 293761 w 704850"/>
                <a:gd name="csY213" fmla="*/ 160657 h 314325"/>
                <a:gd name="csX214" fmla="*/ 295161 w 704850"/>
                <a:gd name="csY214" fmla="*/ 161162 h 314325"/>
                <a:gd name="csX215" fmla="*/ 296504 w 704850"/>
                <a:gd name="csY215" fmla="*/ 161676 h 314325"/>
                <a:gd name="csX216" fmla="*/ 297904 w 704850"/>
                <a:gd name="csY216" fmla="*/ 162305 h 314325"/>
                <a:gd name="csX217" fmla="*/ 299304 w 704850"/>
                <a:gd name="csY217" fmla="*/ 162943 h 314325"/>
                <a:gd name="csX218" fmla="*/ 300647 w 704850"/>
                <a:gd name="csY218" fmla="*/ 163638 h 314325"/>
                <a:gd name="csX219" fmla="*/ 302047 w 704850"/>
                <a:gd name="csY219" fmla="*/ 164400 h 314325"/>
                <a:gd name="csX220" fmla="*/ 303457 w 704850"/>
                <a:gd name="csY220" fmla="*/ 165162 h 314325"/>
                <a:gd name="csX221" fmla="*/ 304790 w 704850"/>
                <a:gd name="csY221" fmla="*/ 166058 h 314325"/>
                <a:gd name="csX222" fmla="*/ 306200 w 704850"/>
                <a:gd name="csY222" fmla="*/ 166943 h 314325"/>
                <a:gd name="csX223" fmla="*/ 307534 w 704850"/>
                <a:gd name="csY223" fmla="*/ 167896 h 314325"/>
                <a:gd name="csX224" fmla="*/ 308944 w 704850"/>
                <a:gd name="csY224" fmla="*/ 168848 h 314325"/>
                <a:gd name="csX225" fmla="*/ 310343 w 704850"/>
                <a:gd name="csY225" fmla="*/ 169924 h 314325"/>
                <a:gd name="csX226" fmla="*/ 311677 w 704850"/>
                <a:gd name="csY226" fmla="*/ 171001 h 314325"/>
                <a:gd name="csX227" fmla="*/ 313087 w 704850"/>
                <a:gd name="csY227" fmla="*/ 172087 h 314325"/>
                <a:gd name="csX228" fmla="*/ 314487 w 704850"/>
                <a:gd name="csY228" fmla="*/ 173230 h 314325"/>
                <a:gd name="csX229" fmla="*/ 315830 w 704850"/>
                <a:gd name="csY229" fmla="*/ 174430 h 314325"/>
                <a:gd name="csX230" fmla="*/ 317230 w 704850"/>
                <a:gd name="csY230" fmla="*/ 175640 h 314325"/>
                <a:gd name="csX231" fmla="*/ 318573 w 704850"/>
                <a:gd name="csY231" fmla="*/ 176849 h 314325"/>
                <a:gd name="csX232" fmla="*/ 319973 w 704850"/>
                <a:gd name="csY232" fmla="*/ 178116 h 314325"/>
                <a:gd name="csX233" fmla="*/ 321374 w 704850"/>
                <a:gd name="csY233" fmla="*/ 179383 h 314325"/>
                <a:gd name="csX234" fmla="*/ 322717 w 704850"/>
                <a:gd name="csY234" fmla="*/ 180717 h 314325"/>
                <a:gd name="csX235" fmla="*/ 324117 w 704850"/>
                <a:gd name="csY235" fmla="*/ 182050 h 314325"/>
                <a:gd name="csX236" fmla="*/ 325526 w 704850"/>
                <a:gd name="csY236" fmla="*/ 183384 h 314325"/>
                <a:gd name="csX237" fmla="*/ 326860 w 704850"/>
                <a:gd name="csY237" fmla="*/ 184717 h 314325"/>
                <a:gd name="csX238" fmla="*/ 328270 w 704850"/>
                <a:gd name="csY238" fmla="*/ 186051 h 314325"/>
                <a:gd name="csX239" fmla="*/ 329603 w 704850"/>
                <a:gd name="csY239" fmla="*/ 187384 h 314325"/>
                <a:gd name="csX240" fmla="*/ 331003 w 704850"/>
                <a:gd name="csY240" fmla="*/ 188784 h 314325"/>
                <a:gd name="csX241" fmla="*/ 332413 w 704850"/>
                <a:gd name="csY241" fmla="*/ 190118 h 314325"/>
                <a:gd name="csX242" fmla="*/ 333747 w 704850"/>
                <a:gd name="csY242" fmla="*/ 191451 h 314325"/>
                <a:gd name="csX243" fmla="*/ 335156 w 704850"/>
                <a:gd name="csY243" fmla="*/ 192785 h 314325"/>
                <a:gd name="csX244" fmla="*/ 336556 w 704850"/>
                <a:gd name="csY244" fmla="*/ 194118 h 314325"/>
                <a:gd name="csX245" fmla="*/ 337899 w 704850"/>
                <a:gd name="csY245" fmla="*/ 195452 h 314325"/>
                <a:gd name="csX246" fmla="*/ 339300 w 704850"/>
                <a:gd name="csY246" fmla="*/ 196785 h 314325"/>
                <a:gd name="csX247" fmla="*/ 340643 w 704850"/>
                <a:gd name="csY247" fmla="*/ 198052 h 314325"/>
                <a:gd name="csX248" fmla="*/ 342043 w 704850"/>
                <a:gd name="csY248" fmla="*/ 199319 h 314325"/>
                <a:gd name="csX249" fmla="*/ 343443 w 704850"/>
                <a:gd name="csY249" fmla="*/ 200528 h 314325"/>
                <a:gd name="csX250" fmla="*/ 344786 w 704850"/>
                <a:gd name="csY250" fmla="*/ 201729 h 314325"/>
                <a:gd name="csX251" fmla="*/ 346186 w 704850"/>
                <a:gd name="csY251" fmla="*/ 202938 h 314325"/>
                <a:gd name="csX252" fmla="*/ 347596 w 704850"/>
                <a:gd name="csY252" fmla="*/ 204081 h 314325"/>
                <a:gd name="csX253" fmla="*/ 348929 w 704850"/>
                <a:gd name="csY253" fmla="*/ 205224 h 314325"/>
                <a:gd name="csX254" fmla="*/ 350329 w 704850"/>
                <a:gd name="csY254" fmla="*/ 206300 h 314325"/>
                <a:gd name="csX255" fmla="*/ 351672 w 704850"/>
                <a:gd name="csY255" fmla="*/ 207386 h 314325"/>
                <a:gd name="csX256" fmla="*/ 353073 w 704850"/>
                <a:gd name="csY256" fmla="*/ 208396 h 314325"/>
                <a:gd name="csX257" fmla="*/ 354483 w 704850"/>
                <a:gd name="csY257" fmla="*/ 209415 h 314325"/>
                <a:gd name="csX258" fmla="*/ 355816 w 704850"/>
                <a:gd name="csY258" fmla="*/ 210368 h 314325"/>
                <a:gd name="csX259" fmla="*/ 357225 w 704850"/>
                <a:gd name="csY259" fmla="*/ 211320 h 314325"/>
                <a:gd name="csX260" fmla="*/ 358626 w 704850"/>
                <a:gd name="csY260" fmla="*/ 212149 h 314325"/>
                <a:gd name="csX261" fmla="*/ 359969 w 704850"/>
                <a:gd name="csY261" fmla="*/ 213035 h 314325"/>
                <a:gd name="csX262" fmla="*/ 361369 w 704850"/>
                <a:gd name="csY262" fmla="*/ 213797 h 314325"/>
                <a:gd name="csX263" fmla="*/ 362702 w 704850"/>
                <a:gd name="csY263" fmla="*/ 214559 h 314325"/>
                <a:gd name="csX264" fmla="*/ 364112 w 704850"/>
                <a:gd name="csY264" fmla="*/ 215254 h 314325"/>
                <a:gd name="csX265" fmla="*/ 365512 w 704850"/>
                <a:gd name="csY265" fmla="*/ 215959 h 314325"/>
                <a:gd name="csX266" fmla="*/ 366856 w 704850"/>
                <a:gd name="csY266" fmla="*/ 216588 h 314325"/>
                <a:gd name="csX267" fmla="*/ 368256 w 704850"/>
                <a:gd name="csY267" fmla="*/ 217159 h 314325"/>
                <a:gd name="csX268" fmla="*/ 369656 w 704850"/>
                <a:gd name="csY268" fmla="*/ 217731 h 314325"/>
                <a:gd name="csX269" fmla="*/ 370999 w 704850"/>
                <a:gd name="csY269" fmla="*/ 218178 h 314325"/>
                <a:gd name="csX270" fmla="*/ 372399 w 704850"/>
                <a:gd name="csY270" fmla="*/ 218683 h 314325"/>
                <a:gd name="csX271" fmla="*/ 373809 w 704850"/>
                <a:gd name="csY271" fmla="*/ 219064 h 314325"/>
                <a:gd name="csX272" fmla="*/ 375142 w 704850"/>
                <a:gd name="csY272" fmla="*/ 219445 h 314325"/>
                <a:gd name="csX273" fmla="*/ 376552 w 704850"/>
                <a:gd name="csY273" fmla="*/ 219759 h 314325"/>
                <a:gd name="csX274" fmla="*/ 377885 w 704850"/>
                <a:gd name="csY274" fmla="*/ 220083 h 314325"/>
                <a:gd name="csX275" fmla="*/ 379295 w 704850"/>
                <a:gd name="csY275" fmla="*/ 220331 h 314325"/>
                <a:gd name="csX276" fmla="*/ 380695 w 704850"/>
                <a:gd name="csY276" fmla="*/ 220521 h 314325"/>
                <a:gd name="csX277" fmla="*/ 382029 w 704850"/>
                <a:gd name="csY277" fmla="*/ 220655 h 314325"/>
                <a:gd name="csX278" fmla="*/ 383438 w 704850"/>
                <a:gd name="csY278" fmla="*/ 220779 h 314325"/>
                <a:gd name="csX279" fmla="*/ 384839 w 704850"/>
                <a:gd name="csY279" fmla="*/ 220902 h 314325"/>
                <a:gd name="csX280" fmla="*/ 386182 w 704850"/>
                <a:gd name="csY280" fmla="*/ 220902 h 314325"/>
                <a:gd name="csX281" fmla="*/ 387582 w 704850"/>
                <a:gd name="csY281" fmla="*/ 220969 h 314325"/>
                <a:gd name="csX282" fmla="*/ 388925 w 704850"/>
                <a:gd name="csY282" fmla="*/ 220902 h 314325"/>
                <a:gd name="csX283" fmla="*/ 390325 w 704850"/>
                <a:gd name="csY283" fmla="*/ 220845 h 314325"/>
                <a:gd name="csX284" fmla="*/ 391725 w 704850"/>
                <a:gd name="csY284" fmla="*/ 220712 h 314325"/>
                <a:gd name="csX285" fmla="*/ 393068 w 704850"/>
                <a:gd name="csY285" fmla="*/ 220588 h 314325"/>
                <a:gd name="csX286" fmla="*/ 394469 w 704850"/>
                <a:gd name="csY286" fmla="*/ 220464 h 314325"/>
                <a:gd name="csX287" fmla="*/ 395868 w 704850"/>
                <a:gd name="csY287" fmla="*/ 220207 h 314325"/>
                <a:gd name="csX288" fmla="*/ 397211 w 704850"/>
                <a:gd name="csY288" fmla="*/ 220016 h 314325"/>
                <a:gd name="csX289" fmla="*/ 398612 w 704850"/>
                <a:gd name="csY289" fmla="*/ 219759 h 314325"/>
                <a:gd name="csX290" fmla="*/ 399955 w 704850"/>
                <a:gd name="csY290" fmla="*/ 219445 h 314325"/>
                <a:gd name="csX291" fmla="*/ 401355 w 704850"/>
                <a:gd name="csY291" fmla="*/ 219131 h 314325"/>
                <a:gd name="csX292" fmla="*/ 402765 w 704850"/>
                <a:gd name="csY292" fmla="*/ 218750 h 314325"/>
                <a:gd name="csX293" fmla="*/ 404098 w 704850"/>
                <a:gd name="csY293" fmla="*/ 218426 h 314325"/>
                <a:gd name="csX294" fmla="*/ 405508 w 704850"/>
                <a:gd name="csY294" fmla="*/ 217988 h 314325"/>
                <a:gd name="csX295" fmla="*/ 406908 w 704850"/>
                <a:gd name="csY295" fmla="*/ 217607 h 314325"/>
                <a:gd name="csX296" fmla="*/ 408251 w 704850"/>
                <a:gd name="csY296" fmla="*/ 217159 h 314325"/>
                <a:gd name="csX297" fmla="*/ 409651 w 704850"/>
                <a:gd name="csY297" fmla="*/ 216711 h 314325"/>
                <a:gd name="csX298" fmla="*/ 410994 w 704850"/>
                <a:gd name="csY298" fmla="*/ 216207 h 314325"/>
                <a:gd name="csX299" fmla="*/ 412394 w 704850"/>
                <a:gd name="csY299" fmla="*/ 215759 h 314325"/>
                <a:gd name="csX300" fmla="*/ 413795 w 704850"/>
                <a:gd name="csY300" fmla="*/ 215254 h 314325"/>
                <a:gd name="csX301" fmla="*/ 415138 w 704850"/>
                <a:gd name="csY301" fmla="*/ 214682 h 314325"/>
                <a:gd name="csX302" fmla="*/ 416538 w 704850"/>
                <a:gd name="csY302" fmla="*/ 214178 h 314325"/>
                <a:gd name="csX303" fmla="*/ 417938 w 704850"/>
                <a:gd name="csY303" fmla="*/ 213606 h 314325"/>
                <a:gd name="csX304" fmla="*/ 419281 w 704850"/>
                <a:gd name="csY304" fmla="*/ 213101 h 314325"/>
                <a:gd name="csX305" fmla="*/ 420681 w 704850"/>
                <a:gd name="csY305" fmla="*/ 212530 h 314325"/>
                <a:gd name="csX306" fmla="*/ 422024 w 704850"/>
                <a:gd name="csY306" fmla="*/ 211959 h 314325"/>
                <a:gd name="csX307" fmla="*/ 423424 w 704850"/>
                <a:gd name="csY307" fmla="*/ 211387 h 314325"/>
                <a:gd name="csX308" fmla="*/ 424834 w 704850"/>
                <a:gd name="csY308" fmla="*/ 210815 h 314325"/>
                <a:gd name="csX309" fmla="*/ 426168 w 704850"/>
                <a:gd name="csY309" fmla="*/ 210177 h 314325"/>
                <a:gd name="csX310" fmla="*/ 427578 w 704850"/>
                <a:gd name="csY310" fmla="*/ 209606 h 314325"/>
                <a:gd name="csX311" fmla="*/ 428978 w 704850"/>
                <a:gd name="csY311" fmla="*/ 209034 h 314325"/>
                <a:gd name="csX312" fmla="*/ 430311 w 704850"/>
                <a:gd name="csY312" fmla="*/ 208463 h 314325"/>
                <a:gd name="csX313" fmla="*/ 431721 w 704850"/>
                <a:gd name="csY313" fmla="*/ 207891 h 314325"/>
                <a:gd name="csX314" fmla="*/ 433054 w 704850"/>
                <a:gd name="csY314" fmla="*/ 207320 h 314325"/>
                <a:gd name="csX315" fmla="*/ 434464 w 704850"/>
                <a:gd name="csY315" fmla="*/ 206748 h 314325"/>
                <a:gd name="csX316" fmla="*/ 435864 w 704850"/>
                <a:gd name="csY316" fmla="*/ 206177 h 314325"/>
                <a:gd name="csX317" fmla="*/ 437207 w 704850"/>
                <a:gd name="csY317" fmla="*/ 205605 h 314325"/>
                <a:gd name="csX318" fmla="*/ 438607 w 704850"/>
                <a:gd name="csY318" fmla="*/ 205101 h 314325"/>
                <a:gd name="csX319" fmla="*/ 440008 w 704850"/>
                <a:gd name="csY319" fmla="*/ 204529 h 314325"/>
                <a:gd name="csX320" fmla="*/ 441351 w 704850"/>
                <a:gd name="csY320" fmla="*/ 204015 h 314325"/>
                <a:gd name="csX321" fmla="*/ 442751 w 704850"/>
                <a:gd name="csY321" fmla="*/ 203510 h 314325"/>
                <a:gd name="csX322" fmla="*/ 444093 w 704850"/>
                <a:gd name="csY322" fmla="*/ 203005 h 314325"/>
                <a:gd name="csX323" fmla="*/ 445494 w 704850"/>
                <a:gd name="csY323" fmla="*/ 202490 h 314325"/>
                <a:gd name="csX324" fmla="*/ 446894 w 704850"/>
                <a:gd name="csY324" fmla="*/ 202052 h 314325"/>
                <a:gd name="csX325" fmla="*/ 448237 w 704850"/>
                <a:gd name="csY325" fmla="*/ 201538 h 314325"/>
                <a:gd name="csX326" fmla="*/ 449637 w 704850"/>
                <a:gd name="csY326" fmla="*/ 201100 h 314325"/>
                <a:gd name="csX327" fmla="*/ 451047 w 704850"/>
                <a:gd name="csY327" fmla="*/ 200719 h 314325"/>
                <a:gd name="csX328" fmla="*/ 452380 w 704850"/>
                <a:gd name="csY328" fmla="*/ 200271 h 314325"/>
                <a:gd name="csX329" fmla="*/ 453790 w 704850"/>
                <a:gd name="csY329" fmla="*/ 199890 h 314325"/>
                <a:gd name="csX330" fmla="*/ 455124 w 704850"/>
                <a:gd name="csY330" fmla="*/ 199509 h 314325"/>
                <a:gd name="csX331" fmla="*/ 456533 w 704850"/>
                <a:gd name="csY331" fmla="*/ 199128 h 314325"/>
                <a:gd name="csX332" fmla="*/ 457933 w 704850"/>
                <a:gd name="csY332" fmla="*/ 198747 h 314325"/>
                <a:gd name="csX333" fmla="*/ 459276 w 704850"/>
                <a:gd name="csY333" fmla="*/ 198433 h 314325"/>
                <a:gd name="csX334" fmla="*/ 460677 w 704850"/>
                <a:gd name="csY334" fmla="*/ 198109 h 314325"/>
                <a:gd name="csX335" fmla="*/ 462077 w 704850"/>
                <a:gd name="csY335" fmla="*/ 197795 h 314325"/>
                <a:gd name="csX336" fmla="*/ 463420 w 704850"/>
                <a:gd name="csY336" fmla="*/ 197480 h 314325"/>
                <a:gd name="csX337" fmla="*/ 464820 w 704850"/>
                <a:gd name="csY337" fmla="*/ 197166 h 314325"/>
                <a:gd name="csX338" fmla="*/ 466163 w 704850"/>
                <a:gd name="csY338" fmla="*/ 196909 h 314325"/>
                <a:gd name="csX339" fmla="*/ 467564 w 704850"/>
                <a:gd name="csY339" fmla="*/ 196652 h 314325"/>
                <a:gd name="csX340" fmla="*/ 468963 w 704850"/>
                <a:gd name="csY340" fmla="*/ 196404 h 314325"/>
                <a:gd name="csX341" fmla="*/ 470306 w 704850"/>
                <a:gd name="csY341" fmla="*/ 196147 h 314325"/>
                <a:gd name="csX342" fmla="*/ 471707 w 704850"/>
                <a:gd name="csY342" fmla="*/ 195956 h 314325"/>
                <a:gd name="csX343" fmla="*/ 473116 w 704850"/>
                <a:gd name="csY343" fmla="*/ 195699 h 314325"/>
                <a:gd name="csX344" fmla="*/ 474450 w 704850"/>
                <a:gd name="csY344" fmla="*/ 195509 h 314325"/>
                <a:gd name="csX345" fmla="*/ 475860 w 704850"/>
                <a:gd name="csY345" fmla="*/ 195261 h 314325"/>
                <a:gd name="csX346" fmla="*/ 477193 w 704850"/>
                <a:gd name="csY346" fmla="*/ 195071 h 314325"/>
                <a:gd name="csX347" fmla="*/ 478593 w 704850"/>
                <a:gd name="csY347" fmla="*/ 194880 h 314325"/>
                <a:gd name="csX348" fmla="*/ 480003 w 704850"/>
                <a:gd name="csY348" fmla="*/ 194690 h 314325"/>
                <a:gd name="csX349" fmla="*/ 481337 w 704850"/>
                <a:gd name="csY349" fmla="*/ 194432 h 314325"/>
                <a:gd name="csX350" fmla="*/ 482746 w 704850"/>
                <a:gd name="csY350" fmla="*/ 194242 h 314325"/>
                <a:gd name="csX351" fmla="*/ 484146 w 704850"/>
                <a:gd name="csY351" fmla="*/ 194051 h 314325"/>
                <a:gd name="csX352" fmla="*/ 485489 w 704850"/>
                <a:gd name="csY352" fmla="*/ 193861 h 314325"/>
                <a:gd name="csX353" fmla="*/ 486890 w 704850"/>
                <a:gd name="csY353" fmla="*/ 193604 h 314325"/>
                <a:gd name="csX354" fmla="*/ 488233 w 704850"/>
                <a:gd name="csY354" fmla="*/ 193413 h 314325"/>
                <a:gd name="csX355" fmla="*/ 489633 w 704850"/>
                <a:gd name="csY355" fmla="*/ 193165 h 314325"/>
                <a:gd name="csX356" fmla="*/ 491033 w 704850"/>
                <a:gd name="csY356" fmla="*/ 192909 h 314325"/>
                <a:gd name="csX357" fmla="*/ 492376 w 704850"/>
                <a:gd name="csY357" fmla="*/ 192651 h 314325"/>
                <a:gd name="csX358" fmla="*/ 493776 w 704850"/>
                <a:gd name="csY358" fmla="*/ 192404 h 314325"/>
                <a:gd name="csX359" fmla="*/ 495186 w 704850"/>
                <a:gd name="csY359" fmla="*/ 192146 h 314325"/>
                <a:gd name="csX360" fmla="*/ 496519 w 704850"/>
                <a:gd name="csY360" fmla="*/ 191832 h 314325"/>
                <a:gd name="csX361" fmla="*/ 497919 w 704850"/>
                <a:gd name="csY361" fmla="*/ 191508 h 314325"/>
                <a:gd name="csX362" fmla="*/ 499263 w 704850"/>
                <a:gd name="csY362" fmla="*/ 191194 h 314325"/>
                <a:gd name="csX363" fmla="*/ 500663 w 704850"/>
                <a:gd name="csY363" fmla="*/ 190880 h 314325"/>
                <a:gd name="csX364" fmla="*/ 502072 w 704850"/>
                <a:gd name="csY364" fmla="*/ 190498 h 314325"/>
                <a:gd name="csX365" fmla="*/ 503406 w 704850"/>
                <a:gd name="csY365" fmla="*/ 190118 h 314325"/>
                <a:gd name="csX366" fmla="*/ 504815 w 704850"/>
                <a:gd name="csY366" fmla="*/ 189670 h 314325"/>
                <a:gd name="csX367" fmla="*/ 506216 w 704850"/>
                <a:gd name="csY367" fmla="*/ 189289 h 314325"/>
                <a:gd name="csX368" fmla="*/ 507559 w 704850"/>
                <a:gd name="csY368" fmla="*/ 188841 h 314325"/>
                <a:gd name="csX369" fmla="*/ 508959 w 704850"/>
                <a:gd name="csY369" fmla="*/ 188336 h 314325"/>
                <a:gd name="csX370" fmla="*/ 510302 w 704850"/>
                <a:gd name="csY370" fmla="*/ 187832 h 314325"/>
                <a:gd name="csX371" fmla="*/ 511702 w 704850"/>
                <a:gd name="csY371" fmla="*/ 187317 h 314325"/>
                <a:gd name="csX372" fmla="*/ 513102 w 704850"/>
                <a:gd name="csY372" fmla="*/ 186812 h 314325"/>
                <a:gd name="csX373" fmla="*/ 514446 w 704850"/>
                <a:gd name="csY373" fmla="*/ 186241 h 314325"/>
                <a:gd name="csX374" fmla="*/ 515845 w 704850"/>
                <a:gd name="csY374" fmla="*/ 185669 h 314325"/>
                <a:gd name="csX375" fmla="*/ 517246 w 704850"/>
                <a:gd name="csY375" fmla="*/ 185031 h 314325"/>
                <a:gd name="csX376" fmla="*/ 518589 w 704850"/>
                <a:gd name="csY376" fmla="*/ 184403 h 314325"/>
                <a:gd name="csX377" fmla="*/ 519989 w 704850"/>
                <a:gd name="csY377" fmla="*/ 183764 h 314325"/>
                <a:gd name="csX378" fmla="*/ 521332 w 704850"/>
                <a:gd name="csY378" fmla="*/ 183136 h 314325"/>
                <a:gd name="csX379" fmla="*/ 522732 w 704850"/>
                <a:gd name="csY379" fmla="*/ 182431 h 314325"/>
                <a:gd name="csX380" fmla="*/ 524142 w 704850"/>
                <a:gd name="csY380" fmla="*/ 181736 h 314325"/>
                <a:gd name="csX381" fmla="*/ 525475 w 704850"/>
                <a:gd name="csY381" fmla="*/ 180973 h 314325"/>
                <a:gd name="csX382" fmla="*/ 526885 w 704850"/>
                <a:gd name="csY382" fmla="*/ 180278 h 314325"/>
                <a:gd name="csX383" fmla="*/ 528285 w 704850"/>
                <a:gd name="csY383" fmla="*/ 179516 h 314325"/>
                <a:gd name="csX384" fmla="*/ 529628 w 704850"/>
                <a:gd name="csY384" fmla="*/ 178754 h 314325"/>
                <a:gd name="csX385" fmla="*/ 531028 w 704850"/>
                <a:gd name="csY385" fmla="*/ 177992 h 314325"/>
                <a:gd name="csX386" fmla="*/ 532362 w 704850"/>
                <a:gd name="csY386" fmla="*/ 177230 h 314325"/>
                <a:gd name="csX387" fmla="*/ 533772 w 704850"/>
                <a:gd name="csY387" fmla="*/ 176402 h 314325"/>
                <a:gd name="csX388" fmla="*/ 535172 w 704850"/>
                <a:gd name="csY388" fmla="*/ 175640 h 314325"/>
                <a:gd name="csX389" fmla="*/ 536515 w 704850"/>
                <a:gd name="csY389" fmla="*/ 174878 h 314325"/>
                <a:gd name="csX390" fmla="*/ 537915 w 704850"/>
                <a:gd name="csY390" fmla="*/ 174115 h 314325"/>
                <a:gd name="csX391" fmla="*/ 539315 w 704850"/>
                <a:gd name="csY391" fmla="*/ 173287 h 314325"/>
                <a:gd name="csX392" fmla="*/ 540658 w 704850"/>
                <a:gd name="csY392" fmla="*/ 172525 h 314325"/>
                <a:gd name="csX393" fmla="*/ 542058 w 704850"/>
                <a:gd name="csY393" fmla="*/ 171830 h 314325"/>
                <a:gd name="csX394" fmla="*/ 543468 w 704850"/>
                <a:gd name="csY394" fmla="*/ 171068 h 314325"/>
                <a:gd name="csX395" fmla="*/ 544801 w 704850"/>
                <a:gd name="csY395" fmla="*/ 170372 h 314325"/>
                <a:gd name="csX396" fmla="*/ 546211 w 704850"/>
                <a:gd name="csY396" fmla="*/ 169667 h 314325"/>
                <a:gd name="csX397" fmla="*/ 547545 w 704850"/>
                <a:gd name="csY397" fmla="*/ 168972 h 314325"/>
                <a:gd name="csX398" fmla="*/ 548954 w 704850"/>
                <a:gd name="csY398" fmla="*/ 168343 h 314325"/>
                <a:gd name="csX399" fmla="*/ 550354 w 704850"/>
                <a:gd name="csY399" fmla="*/ 167762 h 314325"/>
                <a:gd name="csX400" fmla="*/ 551688 w 704850"/>
                <a:gd name="csY400" fmla="*/ 167200 h 314325"/>
                <a:gd name="csX401" fmla="*/ 553098 w 704850"/>
                <a:gd name="csY401" fmla="*/ 166686 h 314325"/>
                <a:gd name="csX402" fmla="*/ 554498 w 704850"/>
                <a:gd name="csY402" fmla="*/ 166181 h 314325"/>
                <a:gd name="csX403" fmla="*/ 555841 w 704850"/>
                <a:gd name="csY403" fmla="*/ 165800 h 314325"/>
                <a:gd name="csX404" fmla="*/ 557241 w 704850"/>
                <a:gd name="csY404" fmla="*/ 165419 h 314325"/>
                <a:gd name="csX405" fmla="*/ 558584 w 704850"/>
                <a:gd name="csY405" fmla="*/ 165095 h 314325"/>
                <a:gd name="csX406" fmla="*/ 559985 w 704850"/>
                <a:gd name="csY406" fmla="*/ 164848 h 314325"/>
                <a:gd name="csX407" fmla="*/ 561385 w 704850"/>
                <a:gd name="csY407" fmla="*/ 164657 h 314325"/>
                <a:gd name="csX408" fmla="*/ 562727 w 704850"/>
                <a:gd name="csY408" fmla="*/ 164534 h 314325"/>
                <a:gd name="csX409" fmla="*/ 564128 w 704850"/>
                <a:gd name="csY409" fmla="*/ 164534 h 314325"/>
                <a:gd name="csX410" fmla="*/ 565537 w 704850"/>
                <a:gd name="csY410" fmla="*/ 164534 h 314325"/>
                <a:gd name="csX411" fmla="*/ 566871 w 704850"/>
                <a:gd name="csY411" fmla="*/ 164657 h 314325"/>
                <a:gd name="csX412" fmla="*/ 568271 w 704850"/>
                <a:gd name="csY412" fmla="*/ 164848 h 314325"/>
                <a:gd name="csX413" fmla="*/ 569614 w 704850"/>
                <a:gd name="csY413" fmla="*/ 165162 h 314325"/>
                <a:gd name="csX414" fmla="*/ 571014 w 704850"/>
                <a:gd name="csY414" fmla="*/ 165476 h 314325"/>
                <a:gd name="csX415" fmla="*/ 572424 w 704850"/>
                <a:gd name="csY415" fmla="*/ 165924 h 314325"/>
                <a:gd name="csX416" fmla="*/ 573758 w 704850"/>
                <a:gd name="csY416" fmla="*/ 166496 h 314325"/>
                <a:gd name="csX417" fmla="*/ 575167 w 704850"/>
                <a:gd name="csY417" fmla="*/ 167134 h 314325"/>
                <a:gd name="csX418" fmla="*/ 576567 w 704850"/>
                <a:gd name="csY418" fmla="*/ 167896 h 314325"/>
                <a:gd name="csX419" fmla="*/ 577910 w 704850"/>
                <a:gd name="csY419" fmla="*/ 168715 h 314325"/>
                <a:gd name="csX420" fmla="*/ 579311 w 704850"/>
                <a:gd name="csY420" fmla="*/ 169667 h 314325"/>
                <a:gd name="csX421" fmla="*/ 580654 w 704850"/>
                <a:gd name="csY421" fmla="*/ 170687 h 314325"/>
                <a:gd name="csX422" fmla="*/ 582054 w 704850"/>
                <a:gd name="csY422" fmla="*/ 171830 h 314325"/>
                <a:gd name="csX423" fmla="*/ 583454 w 704850"/>
                <a:gd name="csY423" fmla="*/ 173039 h 314325"/>
                <a:gd name="csX424" fmla="*/ 584797 w 704850"/>
                <a:gd name="csY424" fmla="*/ 174373 h 314325"/>
                <a:gd name="csX425" fmla="*/ 586197 w 704850"/>
                <a:gd name="csY425" fmla="*/ 175763 h 314325"/>
                <a:gd name="csX426" fmla="*/ 587597 w 704850"/>
                <a:gd name="csY426" fmla="*/ 177287 h 314325"/>
                <a:gd name="csX427" fmla="*/ 588940 w 704850"/>
                <a:gd name="csY427" fmla="*/ 178878 h 314325"/>
                <a:gd name="csX428" fmla="*/ 590340 w 704850"/>
                <a:gd name="csY428" fmla="*/ 180593 h 314325"/>
                <a:gd name="csX429" fmla="*/ 591683 w 704850"/>
                <a:gd name="csY429" fmla="*/ 182431 h 314325"/>
                <a:gd name="csX430" fmla="*/ 593084 w 704850"/>
                <a:gd name="csY430" fmla="*/ 184269 h 314325"/>
                <a:gd name="csX431" fmla="*/ 594494 w 704850"/>
                <a:gd name="csY431" fmla="*/ 186307 h 314325"/>
                <a:gd name="csX432" fmla="*/ 595827 w 704850"/>
                <a:gd name="csY432" fmla="*/ 188336 h 314325"/>
                <a:gd name="csX433" fmla="*/ 597236 w 704850"/>
                <a:gd name="csY433" fmla="*/ 190498 h 314325"/>
                <a:gd name="csX434" fmla="*/ 598637 w 704850"/>
                <a:gd name="csY434" fmla="*/ 192651 h 314325"/>
                <a:gd name="csX435" fmla="*/ 599980 w 704850"/>
                <a:gd name="csY435" fmla="*/ 194937 h 314325"/>
                <a:gd name="csX436" fmla="*/ 601380 w 704850"/>
                <a:gd name="csY436" fmla="*/ 197290 h 314325"/>
                <a:gd name="csX437" fmla="*/ 602713 w 704850"/>
                <a:gd name="csY437" fmla="*/ 199700 h 314325"/>
                <a:gd name="csX438" fmla="*/ 604123 w 704850"/>
                <a:gd name="csY438" fmla="*/ 202176 h 314325"/>
                <a:gd name="csX439" fmla="*/ 605523 w 704850"/>
                <a:gd name="csY439" fmla="*/ 204719 h 314325"/>
                <a:gd name="csX440" fmla="*/ 606867 w 704850"/>
                <a:gd name="csY440" fmla="*/ 207253 h 314325"/>
                <a:gd name="csX441" fmla="*/ 608267 w 704850"/>
                <a:gd name="csY441" fmla="*/ 209920 h 314325"/>
                <a:gd name="csX442" fmla="*/ 609666 w 704850"/>
                <a:gd name="csY442" fmla="*/ 212530 h 314325"/>
                <a:gd name="csX443" fmla="*/ 611010 w 704850"/>
                <a:gd name="csY443" fmla="*/ 215254 h 314325"/>
                <a:gd name="csX444" fmla="*/ 612410 w 704850"/>
                <a:gd name="csY444" fmla="*/ 217921 h 314325"/>
                <a:gd name="csX445" fmla="*/ 613753 w 704850"/>
                <a:gd name="csY445" fmla="*/ 220712 h 314325"/>
                <a:gd name="csX446" fmla="*/ 615153 w 704850"/>
                <a:gd name="csY446" fmla="*/ 223446 h 314325"/>
                <a:gd name="csX447" fmla="*/ 616553 w 704850"/>
                <a:gd name="csY447" fmla="*/ 226179 h 314325"/>
                <a:gd name="csX448" fmla="*/ 617896 w 704850"/>
                <a:gd name="csY448" fmla="*/ 228970 h 314325"/>
                <a:gd name="csX449" fmla="*/ 619297 w 704850"/>
                <a:gd name="csY449" fmla="*/ 231761 h 314325"/>
                <a:gd name="csX450" fmla="*/ 620707 w 704850"/>
                <a:gd name="csY450" fmla="*/ 234495 h 314325"/>
                <a:gd name="csX451" fmla="*/ 622040 w 704850"/>
                <a:gd name="csY451" fmla="*/ 237219 h 314325"/>
                <a:gd name="csX452" fmla="*/ 623449 w 704850"/>
                <a:gd name="csY452" fmla="*/ 240019 h 314325"/>
                <a:gd name="csX453" fmla="*/ 624783 w 704850"/>
                <a:gd name="csY453" fmla="*/ 242686 h 314325"/>
                <a:gd name="csX454" fmla="*/ 626193 w 704850"/>
                <a:gd name="csY454" fmla="*/ 245410 h 314325"/>
                <a:gd name="csX455" fmla="*/ 627593 w 704850"/>
                <a:gd name="csY455" fmla="*/ 248077 h 314325"/>
                <a:gd name="csX456" fmla="*/ 628936 w 704850"/>
                <a:gd name="csY456" fmla="*/ 250678 h 314325"/>
                <a:gd name="csX457" fmla="*/ 630336 w 704850"/>
                <a:gd name="csY457" fmla="*/ 253287 h 314325"/>
                <a:gd name="csX458" fmla="*/ 631736 w 704850"/>
                <a:gd name="csY458" fmla="*/ 255821 h 314325"/>
                <a:gd name="csX459" fmla="*/ 633079 w 704850"/>
                <a:gd name="csY459" fmla="*/ 258364 h 314325"/>
                <a:gd name="csX460" fmla="*/ 634480 w 704850"/>
                <a:gd name="csY460" fmla="*/ 260841 h 314325"/>
                <a:gd name="csX461" fmla="*/ 635822 w 704850"/>
                <a:gd name="csY461" fmla="*/ 263250 h 314325"/>
                <a:gd name="csX462" fmla="*/ 637222 w 704850"/>
                <a:gd name="csY462" fmla="*/ 265603 h 314325"/>
                <a:gd name="csX463" fmla="*/ 638623 w 704850"/>
                <a:gd name="csY463" fmla="*/ 267889 h 314325"/>
                <a:gd name="csX464" fmla="*/ 639966 w 704850"/>
                <a:gd name="csY464" fmla="*/ 270108 h 314325"/>
                <a:gd name="csX465" fmla="*/ 641366 w 704850"/>
                <a:gd name="csY465" fmla="*/ 272328 h 314325"/>
                <a:gd name="csX466" fmla="*/ 642776 w 704850"/>
                <a:gd name="csY466" fmla="*/ 274423 h 314325"/>
                <a:gd name="csX467" fmla="*/ 644109 w 704850"/>
                <a:gd name="csY467" fmla="*/ 276462 h 314325"/>
                <a:gd name="csX468" fmla="*/ 645519 w 704850"/>
                <a:gd name="csY468" fmla="*/ 278491 h 314325"/>
                <a:gd name="csX469" fmla="*/ 646853 w 704850"/>
                <a:gd name="csY469" fmla="*/ 280396 h 314325"/>
                <a:gd name="csX470" fmla="*/ 648253 w 704850"/>
                <a:gd name="csY470" fmla="*/ 282234 h 314325"/>
                <a:gd name="csX471" fmla="*/ 649662 w 704850"/>
                <a:gd name="csY471" fmla="*/ 284015 h 314325"/>
                <a:gd name="csX472" fmla="*/ 650996 w 704850"/>
                <a:gd name="csY472" fmla="*/ 285787 h 314325"/>
                <a:gd name="csX473" fmla="*/ 652405 w 704850"/>
                <a:gd name="csY473" fmla="*/ 287444 h 314325"/>
                <a:gd name="csX474" fmla="*/ 653806 w 704850"/>
                <a:gd name="csY474" fmla="*/ 289025 h 314325"/>
                <a:gd name="csX475" fmla="*/ 655149 w 704850"/>
                <a:gd name="csY475" fmla="*/ 290549 h 314325"/>
                <a:gd name="csX476" fmla="*/ 656549 w 704850"/>
                <a:gd name="csY476" fmla="*/ 292016 h 314325"/>
                <a:gd name="csX477" fmla="*/ 657892 w 704850"/>
                <a:gd name="csY477" fmla="*/ 293407 h 314325"/>
                <a:gd name="csX478" fmla="*/ 659292 w 704850"/>
                <a:gd name="csY478" fmla="*/ 294740 h 314325"/>
                <a:gd name="csX479" fmla="*/ 660692 w 704850"/>
                <a:gd name="csY479" fmla="*/ 296016 h 314325"/>
                <a:gd name="csX480" fmla="*/ 662035 w 704850"/>
                <a:gd name="csY480" fmla="*/ 297217 h 314325"/>
                <a:gd name="csX481" fmla="*/ 663435 w 704850"/>
                <a:gd name="csY481" fmla="*/ 298360 h 314325"/>
                <a:gd name="csX482" fmla="*/ 664845 w 704850"/>
                <a:gd name="csY482" fmla="*/ 299436 h 314325"/>
                <a:gd name="csX483" fmla="*/ 666179 w 704850"/>
                <a:gd name="csY483" fmla="*/ 300455 h 314325"/>
                <a:gd name="csX484" fmla="*/ 667579 w 704850"/>
                <a:gd name="csY484" fmla="*/ 301408 h 314325"/>
                <a:gd name="csX485" fmla="*/ 668922 w 704850"/>
                <a:gd name="csY485" fmla="*/ 302360 h 314325"/>
                <a:gd name="csX486" fmla="*/ 670322 w 704850"/>
                <a:gd name="csY486" fmla="*/ 303189 h 314325"/>
                <a:gd name="csX487" fmla="*/ 671732 w 704850"/>
                <a:gd name="csY487" fmla="*/ 304008 h 314325"/>
                <a:gd name="csX488" fmla="*/ 673065 w 704850"/>
                <a:gd name="csY488" fmla="*/ 304770 h 314325"/>
                <a:gd name="csX489" fmla="*/ 674475 w 704850"/>
                <a:gd name="csY489" fmla="*/ 305532 h 314325"/>
                <a:gd name="csX490" fmla="*/ 675875 w 704850"/>
                <a:gd name="csY490" fmla="*/ 306170 h 314325"/>
                <a:gd name="csX491" fmla="*/ 677218 w 704850"/>
                <a:gd name="csY491" fmla="*/ 306808 h 314325"/>
                <a:gd name="csX492" fmla="*/ 678618 w 704850"/>
                <a:gd name="csY492" fmla="*/ 307380 h 314325"/>
                <a:gd name="csX493" fmla="*/ 679952 w 704850"/>
                <a:gd name="csY493" fmla="*/ 307952 h 314325"/>
                <a:gd name="csX494" fmla="*/ 681362 w 704850"/>
                <a:gd name="csY494" fmla="*/ 308456 h 314325"/>
                <a:gd name="csX495" fmla="*/ 682761 w 704850"/>
                <a:gd name="csY495" fmla="*/ 308961 h 314325"/>
                <a:gd name="csX496" fmla="*/ 684104 w 704850"/>
                <a:gd name="csY496" fmla="*/ 309409 h 314325"/>
                <a:gd name="csX497" fmla="*/ 685505 w 704850"/>
                <a:gd name="csY497" fmla="*/ 309790 h 314325"/>
                <a:gd name="csX498" fmla="*/ 686905 w 704850"/>
                <a:gd name="csY498" fmla="*/ 310171 h 314325"/>
                <a:gd name="csX499" fmla="*/ 688248 w 704850"/>
                <a:gd name="csY499" fmla="*/ 310552 h 314325"/>
                <a:gd name="csX500" fmla="*/ 689648 w 704850"/>
                <a:gd name="csY500" fmla="*/ 310866 h 314325"/>
                <a:gd name="csX501" fmla="*/ 690991 w 704850"/>
                <a:gd name="csY501" fmla="*/ 311190 h 314325"/>
                <a:gd name="csX502" fmla="*/ 692391 w 704850"/>
                <a:gd name="csY502" fmla="*/ 311438 h 314325"/>
                <a:gd name="csX503" fmla="*/ 693801 w 704850"/>
                <a:gd name="csY503" fmla="*/ 311695 h 314325"/>
                <a:gd name="csX504" fmla="*/ 695135 w 704850"/>
                <a:gd name="csY504" fmla="*/ 311942 h 314325"/>
                <a:gd name="csX505" fmla="*/ 696544 w 704850"/>
                <a:gd name="csY505" fmla="*/ 312133 h 314325"/>
                <a:gd name="csX506" fmla="*/ 697944 w 704850"/>
                <a:gd name="csY506" fmla="*/ 312390 h 314325"/>
                <a:gd name="csX507" fmla="*/ 699278 w 704850"/>
                <a:gd name="csY507" fmla="*/ 312514 h 314325"/>
                <a:gd name="csX508" fmla="*/ 700688 w 704850"/>
                <a:gd name="csY508" fmla="*/ 312704 h 314325"/>
                <a:gd name="csX509" fmla="*/ 702021 w 704850"/>
                <a:gd name="csY509" fmla="*/ 312838 h 314325"/>
                <a:gd name="csX510" fmla="*/ 703431 w 704850"/>
                <a:gd name="csY510" fmla="*/ 313028 h 314325"/>
                <a:gd name="csX511" fmla="*/ 704831 w 704850"/>
                <a:gd name="csY511" fmla="*/ 313152 h 314325"/>
                <a:gd name="csX512" fmla="*/ 704831 w 704850"/>
                <a:gd name="csY512" fmla="*/ 314295 h 314325"/>
                <a:gd name="csX513" fmla="*/ 703431 w 704850"/>
                <a:gd name="csY513" fmla="*/ 314295 h 314325"/>
                <a:gd name="csX514" fmla="*/ 702021 w 704850"/>
                <a:gd name="csY514" fmla="*/ 314295 h 314325"/>
                <a:gd name="csX515" fmla="*/ 700688 w 704850"/>
                <a:gd name="csY515" fmla="*/ 314295 h 314325"/>
                <a:gd name="csX516" fmla="*/ 699278 w 704850"/>
                <a:gd name="csY516" fmla="*/ 314295 h 314325"/>
                <a:gd name="csX517" fmla="*/ 697944 w 704850"/>
                <a:gd name="csY517" fmla="*/ 314295 h 314325"/>
                <a:gd name="csX518" fmla="*/ 696544 w 704850"/>
                <a:gd name="csY518" fmla="*/ 314295 h 314325"/>
                <a:gd name="csX519" fmla="*/ 695135 w 704850"/>
                <a:gd name="csY519" fmla="*/ 314295 h 314325"/>
                <a:gd name="csX520" fmla="*/ 693801 w 704850"/>
                <a:gd name="csY520" fmla="*/ 314295 h 314325"/>
                <a:gd name="csX521" fmla="*/ 692391 w 704850"/>
                <a:gd name="csY521" fmla="*/ 314295 h 314325"/>
                <a:gd name="csX522" fmla="*/ 690991 w 704850"/>
                <a:gd name="csY522" fmla="*/ 314295 h 314325"/>
                <a:gd name="csX523" fmla="*/ 689648 w 704850"/>
                <a:gd name="csY523" fmla="*/ 314295 h 314325"/>
                <a:gd name="csX524" fmla="*/ 688248 w 704850"/>
                <a:gd name="csY524" fmla="*/ 314295 h 314325"/>
                <a:gd name="csX525" fmla="*/ 686905 w 704850"/>
                <a:gd name="csY525" fmla="*/ 314295 h 314325"/>
                <a:gd name="csX526" fmla="*/ 685505 w 704850"/>
                <a:gd name="csY526" fmla="*/ 314295 h 314325"/>
                <a:gd name="csX527" fmla="*/ 684104 w 704850"/>
                <a:gd name="csY527" fmla="*/ 314295 h 314325"/>
                <a:gd name="csX528" fmla="*/ 682761 w 704850"/>
                <a:gd name="csY528" fmla="*/ 314295 h 314325"/>
                <a:gd name="csX529" fmla="*/ 681362 w 704850"/>
                <a:gd name="csY529" fmla="*/ 314295 h 314325"/>
                <a:gd name="csX530" fmla="*/ 679952 w 704850"/>
                <a:gd name="csY530" fmla="*/ 314295 h 314325"/>
                <a:gd name="csX531" fmla="*/ 678618 w 704850"/>
                <a:gd name="csY531" fmla="*/ 314295 h 314325"/>
                <a:gd name="csX532" fmla="*/ 677218 w 704850"/>
                <a:gd name="csY532" fmla="*/ 314295 h 314325"/>
                <a:gd name="csX533" fmla="*/ 675875 w 704850"/>
                <a:gd name="csY533" fmla="*/ 314295 h 314325"/>
                <a:gd name="csX534" fmla="*/ 674475 w 704850"/>
                <a:gd name="csY534" fmla="*/ 314295 h 314325"/>
                <a:gd name="csX535" fmla="*/ 673065 w 704850"/>
                <a:gd name="csY535" fmla="*/ 314295 h 314325"/>
                <a:gd name="csX536" fmla="*/ 671732 w 704850"/>
                <a:gd name="csY536" fmla="*/ 314295 h 314325"/>
                <a:gd name="csX537" fmla="*/ 670322 w 704850"/>
                <a:gd name="csY537" fmla="*/ 314295 h 314325"/>
                <a:gd name="csX538" fmla="*/ 668922 w 704850"/>
                <a:gd name="csY538" fmla="*/ 314295 h 314325"/>
                <a:gd name="csX539" fmla="*/ 667579 w 704850"/>
                <a:gd name="csY539" fmla="*/ 314295 h 314325"/>
                <a:gd name="csX540" fmla="*/ 666179 w 704850"/>
                <a:gd name="csY540" fmla="*/ 314295 h 314325"/>
                <a:gd name="csX541" fmla="*/ 664845 w 704850"/>
                <a:gd name="csY541" fmla="*/ 314295 h 314325"/>
                <a:gd name="csX542" fmla="*/ 663435 w 704850"/>
                <a:gd name="csY542" fmla="*/ 314295 h 314325"/>
                <a:gd name="csX543" fmla="*/ 662035 w 704850"/>
                <a:gd name="csY543" fmla="*/ 314295 h 314325"/>
                <a:gd name="csX544" fmla="*/ 660692 w 704850"/>
                <a:gd name="csY544" fmla="*/ 314295 h 314325"/>
                <a:gd name="csX545" fmla="*/ 659292 w 704850"/>
                <a:gd name="csY545" fmla="*/ 314295 h 314325"/>
                <a:gd name="csX546" fmla="*/ 657892 w 704850"/>
                <a:gd name="csY546" fmla="*/ 314295 h 314325"/>
                <a:gd name="csX547" fmla="*/ 656549 w 704850"/>
                <a:gd name="csY547" fmla="*/ 314295 h 314325"/>
                <a:gd name="csX548" fmla="*/ 655149 w 704850"/>
                <a:gd name="csY548" fmla="*/ 314295 h 314325"/>
                <a:gd name="csX549" fmla="*/ 653806 w 704850"/>
                <a:gd name="csY549" fmla="*/ 314295 h 314325"/>
                <a:gd name="csX550" fmla="*/ 652405 w 704850"/>
                <a:gd name="csY550" fmla="*/ 314295 h 314325"/>
                <a:gd name="csX551" fmla="*/ 650996 w 704850"/>
                <a:gd name="csY551" fmla="*/ 314295 h 314325"/>
                <a:gd name="csX552" fmla="*/ 649662 w 704850"/>
                <a:gd name="csY552" fmla="*/ 314295 h 314325"/>
                <a:gd name="csX553" fmla="*/ 648253 w 704850"/>
                <a:gd name="csY553" fmla="*/ 314295 h 314325"/>
                <a:gd name="csX554" fmla="*/ 646853 w 704850"/>
                <a:gd name="csY554" fmla="*/ 314295 h 314325"/>
                <a:gd name="csX555" fmla="*/ 645519 w 704850"/>
                <a:gd name="csY555" fmla="*/ 314295 h 314325"/>
                <a:gd name="csX556" fmla="*/ 644109 w 704850"/>
                <a:gd name="csY556" fmla="*/ 314295 h 314325"/>
                <a:gd name="csX557" fmla="*/ 642776 w 704850"/>
                <a:gd name="csY557" fmla="*/ 314295 h 314325"/>
                <a:gd name="csX558" fmla="*/ 641366 w 704850"/>
                <a:gd name="csY558" fmla="*/ 314295 h 314325"/>
                <a:gd name="csX559" fmla="*/ 639966 w 704850"/>
                <a:gd name="csY559" fmla="*/ 314295 h 314325"/>
                <a:gd name="csX560" fmla="*/ 638623 w 704850"/>
                <a:gd name="csY560" fmla="*/ 314295 h 314325"/>
                <a:gd name="csX561" fmla="*/ 637222 w 704850"/>
                <a:gd name="csY561" fmla="*/ 314295 h 314325"/>
                <a:gd name="csX562" fmla="*/ 635822 w 704850"/>
                <a:gd name="csY562" fmla="*/ 314295 h 314325"/>
                <a:gd name="csX563" fmla="*/ 634480 w 704850"/>
                <a:gd name="csY563" fmla="*/ 314295 h 314325"/>
                <a:gd name="csX564" fmla="*/ 633079 w 704850"/>
                <a:gd name="csY564" fmla="*/ 314295 h 314325"/>
                <a:gd name="csX565" fmla="*/ 631736 w 704850"/>
                <a:gd name="csY565" fmla="*/ 314295 h 314325"/>
                <a:gd name="csX566" fmla="*/ 630336 w 704850"/>
                <a:gd name="csY566" fmla="*/ 314295 h 314325"/>
                <a:gd name="csX567" fmla="*/ 628936 w 704850"/>
                <a:gd name="csY567" fmla="*/ 314295 h 314325"/>
                <a:gd name="csX568" fmla="*/ 627593 w 704850"/>
                <a:gd name="csY568" fmla="*/ 314295 h 314325"/>
                <a:gd name="csX569" fmla="*/ 626193 w 704850"/>
                <a:gd name="csY569" fmla="*/ 314295 h 314325"/>
                <a:gd name="csX570" fmla="*/ 624783 w 704850"/>
                <a:gd name="csY570" fmla="*/ 314295 h 314325"/>
                <a:gd name="csX571" fmla="*/ 623449 w 704850"/>
                <a:gd name="csY571" fmla="*/ 314295 h 314325"/>
                <a:gd name="csX572" fmla="*/ 622040 w 704850"/>
                <a:gd name="csY572" fmla="*/ 314295 h 314325"/>
                <a:gd name="csX573" fmla="*/ 620707 w 704850"/>
                <a:gd name="csY573" fmla="*/ 314295 h 314325"/>
                <a:gd name="csX574" fmla="*/ 619297 w 704850"/>
                <a:gd name="csY574" fmla="*/ 314295 h 314325"/>
                <a:gd name="csX575" fmla="*/ 617896 w 704850"/>
                <a:gd name="csY575" fmla="*/ 314295 h 314325"/>
                <a:gd name="csX576" fmla="*/ 616553 w 704850"/>
                <a:gd name="csY576" fmla="*/ 314295 h 314325"/>
                <a:gd name="csX577" fmla="*/ 615153 w 704850"/>
                <a:gd name="csY577" fmla="*/ 314295 h 314325"/>
                <a:gd name="csX578" fmla="*/ 613753 w 704850"/>
                <a:gd name="csY578" fmla="*/ 314295 h 314325"/>
                <a:gd name="csX579" fmla="*/ 612410 w 704850"/>
                <a:gd name="csY579" fmla="*/ 314295 h 314325"/>
                <a:gd name="csX580" fmla="*/ 611010 w 704850"/>
                <a:gd name="csY580" fmla="*/ 314295 h 314325"/>
                <a:gd name="csX581" fmla="*/ 609666 w 704850"/>
                <a:gd name="csY581" fmla="*/ 314295 h 314325"/>
                <a:gd name="csX582" fmla="*/ 608267 w 704850"/>
                <a:gd name="csY582" fmla="*/ 314295 h 314325"/>
                <a:gd name="csX583" fmla="*/ 606867 w 704850"/>
                <a:gd name="csY583" fmla="*/ 314295 h 314325"/>
                <a:gd name="csX584" fmla="*/ 605523 w 704850"/>
                <a:gd name="csY584" fmla="*/ 314295 h 314325"/>
                <a:gd name="csX585" fmla="*/ 604123 w 704850"/>
                <a:gd name="csY585" fmla="*/ 314295 h 314325"/>
                <a:gd name="csX586" fmla="*/ 602713 w 704850"/>
                <a:gd name="csY586" fmla="*/ 314295 h 314325"/>
                <a:gd name="csX587" fmla="*/ 601380 w 704850"/>
                <a:gd name="csY587" fmla="*/ 314295 h 314325"/>
                <a:gd name="csX588" fmla="*/ 599980 w 704850"/>
                <a:gd name="csY588" fmla="*/ 314295 h 314325"/>
                <a:gd name="csX589" fmla="*/ 598637 w 704850"/>
                <a:gd name="csY589" fmla="*/ 314295 h 314325"/>
                <a:gd name="csX590" fmla="*/ 597236 w 704850"/>
                <a:gd name="csY590" fmla="*/ 314295 h 314325"/>
                <a:gd name="csX591" fmla="*/ 595827 w 704850"/>
                <a:gd name="csY591" fmla="*/ 314295 h 314325"/>
                <a:gd name="csX592" fmla="*/ 594494 w 704850"/>
                <a:gd name="csY592" fmla="*/ 314295 h 314325"/>
                <a:gd name="csX593" fmla="*/ 593084 w 704850"/>
                <a:gd name="csY593" fmla="*/ 314295 h 314325"/>
                <a:gd name="csX594" fmla="*/ 591683 w 704850"/>
                <a:gd name="csY594" fmla="*/ 314295 h 314325"/>
                <a:gd name="csX595" fmla="*/ 590340 w 704850"/>
                <a:gd name="csY595" fmla="*/ 314295 h 314325"/>
                <a:gd name="csX596" fmla="*/ 588940 w 704850"/>
                <a:gd name="csY596" fmla="*/ 314295 h 314325"/>
                <a:gd name="csX597" fmla="*/ 587597 w 704850"/>
                <a:gd name="csY597" fmla="*/ 314295 h 314325"/>
                <a:gd name="csX598" fmla="*/ 586197 w 704850"/>
                <a:gd name="csY598" fmla="*/ 314295 h 314325"/>
                <a:gd name="csX599" fmla="*/ 584797 w 704850"/>
                <a:gd name="csY599" fmla="*/ 314295 h 314325"/>
                <a:gd name="csX600" fmla="*/ 583454 w 704850"/>
                <a:gd name="csY600" fmla="*/ 314295 h 314325"/>
                <a:gd name="csX601" fmla="*/ 582054 w 704850"/>
                <a:gd name="csY601" fmla="*/ 314295 h 314325"/>
                <a:gd name="csX602" fmla="*/ 580654 w 704850"/>
                <a:gd name="csY602" fmla="*/ 314295 h 314325"/>
                <a:gd name="csX603" fmla="*/ 579311 w 704850"/>
                <a:gd name="csY603" fmla="*/ 314295 h 314325"/>
                <a:gd name="csX604" fmla="*/ 577910 w 704850"/>
                <a:gd name="csY604" fmla="*/ 314295 h 314325"/>
                <a:gd name="csX605" fmla="*/ 576567 w 704850"/>
                <a:gd name="csY605" fmla="*/ 314295 h 314325"/>
                <a:gd name="csX606" fmla="*/ 575167 w 704850"/>
                <a:gd name="csY606" fmla="*/ 314295 h 314325"/>
                <a:gd name="csX607" fmla="*/ 573758 w 704850"/>
                <a:gd name="csY607" fmla="*/ 314295 h 314325"/>
                <a:gd name="csX608" fmla="*/ 572424 w 704850"/>
                <a:gd name="csY608" fmla="*/ 314295 h 314325"/>
                <a:gd name="csX609" fmla="*/ 571014 w 704850"/>
                <a:gd name="csY609" fmla="*/ 314295 h 314325"/>
                <a:gd name="csX610" fmla="*/ 569614 w 704850"/>
                <a:gd name="csY610" fmla="*/ 314295 h 314325"/>
                <a:gd name="csX611" fmla="*/ 568271 w 704850"/>
                <a:gd name="csY611" fmla="*/ 314295 h 314325"/>
                <a:gd name="csX612" fmla="*/ 566871 w 704850"/>
                <a:gd name="csY612" fmla="*/ 314295 h 314325"/>
                <a:gd name="csX613" fmla="*/ 565537 w 704850"/>
                <a:gd name="csY613" fmla="*/ 314295 h 314325"/>
                <a:gd name="csX614" fmla="*/ 564128 w 704850"/>
                <a:gd name="csY614" fmla="*/ 314295 h 314325"/>
                <a:gd name="csX615" fmla="*/ 562727 w 704850"/>
                <a:gd name="csY615" fmla="*/ 314295 h 314325"/>
                <a:gd name="csX616" fmla="*/ 561385 w 704850"/>
                <a:gd name="csY616" fmla="*/ 314295 h 314325"/>
                <a:gd name="csX617" fmla="*/ 559985 w 704850"/>
                <a:gd name="csY617" fmla="*/ 314295 h 314325"/>
                <a:gd name="csX618" fmla="*/ 558584 w 704850"/>
                <a:gd name="csY618" fmla="*/ 314295 h 314325"/>
                <a:gd name="csX619" fmla="*/ 557241 w 704850"/>
                <a:gd name="csY619" fmla="*/ 314295 h 314325"/>
                <a:gd name="csX620" fmla="*/ 555841 w 704850"/>
                <a:gd name="csY620" fmla="*/ 314295 h 314325"/>
                <a:gd name="csX621" fmla="*/ 554498 w 704850"/>
                <a:gd name="csY621" fmla="*/ 314295 h 314325"/>
                <a:gd name="csX622" fmla="*/ 553098 w 704850"/>
                <a:gd name="csY622" fmla="*/ 314295 h 314325"/>
                <a:gd name="csX623" fmla="*/ 551688 w 704850"/>
                <a:gd name="csY623" fmla="*/ 314295 h 314325"/>
                <a:gd name="csX624" fmla="*/ 550354 w 704850"/>
                <a:gd name="csY624" fmla="*/ 314295 h 314325"/>
                <a:gd name="csX625" fmla="*/ 548954 w 704850"/>
                <a:gd name="csY625" fmla="*/ 314295 h 314325"/>
                <a:gd name="csX626" fmla="*/ 547545 w 704850"/>
                <a:gd name="csY626" fmla="*/ 314295 h 314325"/>
                <a:gd name="csX627" fmla="*/ 546211 w 704850"/>
                <a:gd name="csY627" fmla="*/ 314295 h 314325"/>
                <a:gd name="csX628" fmla="*/ 544801 w 704850"/>
                <a:gd name="csY628" fmla="*/ 314295 h 314325"/>
                <a:gd name="csX629" fmla="*/ 543468 w 704850"/>
                <a:gd name="csY629" fmla="*/ 314295 h 314325"/>
                <a:gd name="csX630" fmla="*/ 542058 w 704850"/>
                <a:gd name="csY630" fmla="*/ 314295 h 314325"/>
                <a:gd name="csX631" fmla="*/ 540658 w 704850"/>
                <a:gd name="csY631" fmla="*/ 314295 h 314325"/>
                <a:gd name="csX632" fmla="*/ 539315 w 704850"/>
                <a:gd name="csY632" fmla="*/ 314295 h 314325"/>
                <a:gd name="csX633" fmla="*/ 537915 w 704850"/>
                <a:gd name="csY633" fmla="*/ 314295 h 314325"/>
                <a:gd name="csX634" fmla="*/ 536515 w 704850"/>
                <a:gd name="csY634" fmla="*/ 314295 h 314325"/>
                <a:gd name="csX635" fmla="*/ 535172 w 704850"/>
                <a:gd name="csY635" fmla="*/ 314295 h 314325"/>
                <a:gd name="csX636" fmla="*/ 533772 w 704850"/>
                <a:gd name="csY636" fmla="*/ 314295 h 314325"/>
                <a:gd name="csX637" fmla="*/ 532362 w 704850"/>
                <a:gd name="csY637" fmla="*/ 314295 h 314325"/>
                <a:gd name="csX638" fmla="*/ 531028 w 704850"/>
                <a:gd name="csY638" fmla="*/ 314295 h 314325"/>
                <a:gd name="csX639" fmla="*/ 529628 w 704850"/>
                <a:gd name="csY639" fmla="*/ 314295 h 314325"/>
                <a:gd name="csX640" fmla="*/ 528285 w 704850"/>
                <a:gd name="csY640" fmla="*/ 314295 h 314325"/>
                <a:gd name="csX641" fmla="*/ 526885 w 704850"/>
                <a:gd name="csY641" fmla="*/ 314295 h 314325"/>
                <a:gd name="csX642" fmla="*/ 525475 w 704850"/>
                <a:gd name="csY642" fmla="*/ 314295 h 314325"/>
                <a:gd name="csX643" fmla="*/ 524142 w 704850"/>
                <a:gd name="csY643" fmla="*/ 314295 h 314325"/>
                <a:gd name="csX644" fmla="*/ 522732 w 704850"/>
                <a:gd name="csY644" fmla="*/ 314295 h 314325"/>
                <a:gd name="csX645" fmla="*/ 521332 w 704850"/>
                <a:gd name="csY645" fmla="*/ 314295 h 314325"/>
                <a:gd name="csX646" fmla="*/ 519989 w 704850"/>
                <a:gd name="csY646" fmla="*/ 314295 h 314325"/>
                <a:gd name="csX647" fmla="*/ 518589 w 704850"/>
                <a:gd name="csY647" fmla="*/ 314295 h 314325"/>
                <a:gd name="csX648" fmla="*/ 517246 w 704850"/>
                <a:gd name="csY648" fmla="*/ 314295 h 314325"/>
                <a:gd name="csX649" fmla="*/ 515845 w 704850"/>
                <a:gd name="csY649" fmla="*/ 314295 h 314325"/>
                <a:gd name="csX650" fmla="*/ 514446 w 704850"/>
                <a:gd name="csY650" fmla="*/ 314295 h 314325"/>
                <a:gd name="csX651" fmla="*/ 513102 w 704850"/>
                <a:gd name="csY651" fmla="*/ 314295 h 314325"/>
                <a:gd name="csX652" fmla="*/ 511702 w 704850"/>
                <a:gd name="csY652" fmla="*/ 314295 h 314325"/>
                <a:gd name="csX653" fmla="*/ 510302 w 704850"/>
                <a:gd name="csY653" fmla="*/ 314295 h 314325"/>
                <a:gd name="csX654" fmla="*/ 508959 w 704850"/>
                <a:gd name="csY654" fmla="*/ 314295 h 314325"/>
                <a:gd name="csX655" fmla="*/ 507559 w 704850"/>
                <a:gd name="csY655" fmla="*/ 314295 h 314325"/>
                <a:gd name="csX656" fmla="*/ 506216 w 704850"/>
                <a:gd name="csY656" fmla="*/ 314295 h 314325"/>
                <a:gd name="csX657" fmla="*/ 504815 w 704850"/>
                <a:gd name="csY657" fmla="*/ 314295 h 314325"/>
                <a:gd name="csX658" fmla="*/ 503406 w 704850"/>
                <a:gd name="csY658" fmla="*/ 314295 h 314325"/>
                <a:gd name="csX659" fmla="*/ 502072 w 704850"/>
                <a:gd name="csY659" fmla="*/ 314295 h 314325"/>
                <a:gd name="csX660" fmla="*/ 500663 w 704850"/>
                <a:gd name="csY660" fmla="*/ 314295 h 314325"/>
                <a:gd name="csX661" fmla="*/ 499263 w 704850"/>
                <a:gd name="csY661" fmla="*/ 314295 h 314325"/>
                <a:gd name="csX662" fmla="*/ 497919 w 704850"/>
                <a:gd name="csY662" fmla="*/ 314295 h 314325"/>
                <a:gd name="csX663" fmla="*/ 496519 w 704850"/>
                <a:gd name="csY663" fmla="*/ 314295 h 314325"/>
                <a:gd name="csX664" fmla="*/ 495186 w 704850"/>
                <a:gd name="csY664" fmla="*/ 314295 h 314325"/>
                <a:gd name="csX665" fmla="*/ 493776 w 704850"/>
                <a:gd name="csY665" fmla="*/ 314295 h 314325"/>
                <a:gd name="csX666" fmla="*/ 492376 w 704850"/>
                <a:gd name="csY666" fmla="*/ 314295 h 314325"/>
                <a:gd name="csX667" fmla="*/ 491033 w 704850"/>
                <a:gd name="csY667" fmla="*/ 314295 h 314325"/>
                <a:gd name="csX668" fmla="*/ 489633 w 704850"/>
                <a:gd name="csY668" fmla="*/ 314295 h 314325"/>
                <a:gd name="csX669" fmla="*/ 488233 w 704850"/>
                <a:gd name="csY669" fmla="*/ 314295 h 314325"/>
                <a:gd name="csX670" fmla="*/ 486890 w 704850"/>
                <a:gd name="csY670" fmla="*/ 314295 h 314325"/>
                <a:gd name="csX671" fmla="*/ 485489 w 704850"/>
                <a:gd name="csY671" fmla="*/ 314295 h 314325"/>
                <a:gd name="csX672" fmla="*/ 484146 w 704850"/>
                <a:gd name="csY672" fmla="*/ 314295 h 314325"/>
                <a:gd name="csX673" fmla="*/ 482746 w 704850"/>
                <a:gd name="csY673" fmla="*/ 314295 h 314325"/>
                <a:gd name="csX674" fmla="*/ 481337 w 704850"/>
                <a:gd name="csY674" fmla="*/ 314295 h 314325"/>
                <a:gd name="csX675" fmla="*/ 480003 w 704850"/>
                <a:gd name="csY675" fmla="*/ 314295 h 314325"/>
                <a:gd name="csX676" fmla="*/ 478593 w 704850"/>
                <a:gd name="csY676" fmla="*/ 314295 h 314325"/>
                <a:gd name="csX677" fmla="*/ 477193 w 704850"/>
                <a:gd name="csY677" fmla="*/ 314295 h 314325"/>
                <a:gd name="csX678" fmla="*/ 475860 w 704850"/>
                <a:gd name="csY678" fmla="*/ 314295 h 314325"/>
                <a:gd name="csX679" fmla="*/ 474450 w 704850"/>
                <a:gd name="csY679" fmla="*/ 314295 h 314325"/>
                <a:gd name="csX680" fmla="*/ 473116 w 704850"/>
                <a:gd name="csY680" fmla="*/ 314295 h 314325"/>
                <a:gd name="csX681" fmla="*/ 471707 w 704850"/>
                <a:gd name="csY681" fmla="*/ 314295 h 314325"/>
                <a:gd name="csX682" fmla="*/ 470306 w 704850"/>
                <a:gd name="csY682" fmla="*/ 314295 h 314325"/>
                <a:gd name="csX683" fmla="*/ 468963 w 704850"/>
                <a:gd name="csY683" fmla="*/ 314295 h 314325"/>
                <a:gd name="csX684" fmla="*/ 467564 w 704850"/>
                <a:gd name="csY684" fmla="*/ 314295 h 314325"/>
                <a:gd name="csX685" fmla="*/ 466163 w 704850"/>
                <a:gd name="csY685" fmla="*/ 314295 h 314325"/>
                <a:gd name="csX686" fmla="*/ 464820 w 704850"/>
                <a:gd name="csY686" fmla="*/ 314295 h 314325"/>
                <a:gd name="csX687" fmla="*/ 463420 w 704850"/>
                <a:gd name="csY687" fmla="*/ 314295 h 314325"/>
                <a:gd name="csX688" fmla="*/ 462077 w 704850"/>
                <a:gd name="csY688" fmla="*/ 314295 h 314325"/>
                <a:gd name="csX689" fmla="*/ 460677 w 704850"/>
                <a:gd name="csY689" fmla="*/ 314295 h 314325"/>
                <a:gd name="csX690" fmla="*/ 459276 w 704850"/>
                <a:gd name="csY690" fmla="*/ 314295 h 314325"/>
                <a:gd name="csX691" fmla="*/ 457933 w 704850"/>
                <a:gd name="csY691" fmla="*/ 314295 h 314325"/>
                <a:gd name="csX692" fmla="*/ 456533 w 704850"/>
                <a:gd name="csY692" fmla="*/ 314295 h 314325"/>
                <a:gd name="csX693" fmla="*/ 455124 w 704850"/>
                <a:gd name="csY693" fmla="*/ 314295 h 314325"/>
                <a:gd name="csX694" fmla="*/ 453790 w 704850"/>
                <a:gd name="csY694" fmla="*/ 314295 h 314325"/>
                <a:gd name="csX695" fmla="*/ 452380 w 704850"/>
                <a:gd name="csY695" fmla="*/ 314295 h 314325"/>
                <a:gd name="csX696" fmla="*/ 451047 w 704850"/>
                <a:gd name="csY696" fmla="*/ 314295 h 314325"/>
                <a:gd name="csX697" fmla="*/ 449637 w 704850"/>
                <a:gd name="csY697" fmla="*/ 314295 h 314325"/>
                <a:gd name="csX698" fmla="*/ 448237 w 704850"/>
                <a:gd name="csY698" fmla="*/ 314295 h 314325"/>
                <a:gd name="csX699" fmla="*/ 446894 w 704850"/>
                <a:gd name="csY699" fmla="*/ 314295 h 314325"/>
                <a:gd name="csX700" fmla="*/ 445494 w 704850"/>
                <a:gd name="csY700" fmla="*/ 314295 h 314325"/>
                <a:gd name="csX701" fmla="*/ 444093 w 704850"/>
                <a:gd name="csY701" fmla="*/ 314295 h 314325"/>
                <a:gd name="csX702" fmla="*/ 442751 w 704850"/>
                <a:gd name="csY702" fmla="*/ 314295 h 314325"/>
                <a:gd name="csX703" fmla="*/ 441351 w 704850"/>
                <a:gd name="csY703" fmla="*/ 314295 h 314325"/>
                <a:gd name="csX704" fmla="*/ 440008 w 704850"/>
                <a:gd name="csY704" fmla="*/ 314295 h 314325"/>
                <a:gd name="csX705" fmla="*/ 438607 w 704850"/>
                <a:gd name="csY705" fmla="*/ 314295 h 314325"/>
                <a:gd name="csX706" fmla="*/ 437207 w 704850"/>
                <a:gd name="csY706" fmla="*/ 314295 h 314325"/>
                <a:gd name="csX707" fmla="*/ 435864 w 704850"/>
                <a:gd name="csY707" fmla="*/ 314295 h 314325"/>
                <a:gd name="csX708" fmla="*/ 434464 w 704850"/>
                <a:gd name="csY708" fmla="*/ 314295 h 314325"/>
                <a:gd name="csX709" fmla="*/ 433054 w 704850"/>
                <a:gd name="csY709" fmla="*/ 314295 h 314325"/>
                <a:gd name="csX710" fmla="*/ 431721 w 704850"/>
                <a:gd name="csY710" fmla="*/ 314295 h 314325"/>
                <a:gd name="csX711" fmla="*/ 430311 w 704850"/>
                <a:gd name="csY711" fmla="*/ 314295 h 314325"/>
                <a:gd name="csX712" fmla="*/ 428978 w 704850"/>
                <a:gd name="csY712" fmla="*/ 314295 h 314325"/>
                <a:gd name="csX713" fmla="*/ 427578 w 704850"/>
                <a:gd name="csY713" fmla="*/ 314295 h 314325"/>
                <a:gd name="csX714" fmla="*/ 426168 w 704850"/>
                <a:gd name="csY714" fmla="*/ 314295 h 314325"/>
                <a:gd name="csX715" fmla="*/ 424834 w 704850"/>
                <a:gd name="csY715" fmla="*/ 314295 h 314325"/>
                <a:gd name="csX716" fmla="*/ 423424 w 704850"/>
                <a:gd name="csY716" fmla="*/ 314295 h 314325"/>
                <a:gd name="csX717" fmla="*/ 422024 w 704850"/>
                <a:gd name="csY717" fmla="*/ 314295 h 314325"/>
                <a:gd name="csX718" fmla="*/ 420681 w 704850"/>
                <a:gd name="csY718" fmla="*/ 314295 h 314325"/>
                <a:gd name="csX719" fmla="*/ 419281 w 704850"/>
                <a:gd name="csY719" fmla="*/ 314295 h 314325"/>
                <a:gd name="csX720" fmla="*/ 417938 w 704850"/>
                <a:gd name="csY720" fmla="*/ 314295 h 314325"/>
                <a:gd name="csX721" fmla="*/ 416538 w 704850"/>
                <a:gd name="csY721" fmla="*/ 314295 h 314325"/>
                <a:gd name="csX722" fmla="*/ 415138 w 704850"/>
                <a:gd name="csY722" fmla="*/ 314295 h 314325"/>
                <a:gd name="csX723" fmla="*/ 413795 w 704850"/>
                <a:gd name="csY723" fmla="*/ 314295 h 314325"/>
                <a:gd name="csX724" fmla="*/ 412394 w 704850"/>
                <a:gd name="csY724" fmla="*/ 314295 h 314325"/>
                <a:gd name="csX725" fmla="*/ 410994 w 704850"/>
                <a:gd name="csY725" fmla="*/ 314295 h 314325"/>
                <a:gd name="csX726" fmla="*/ 409651 w 704850"/>
                <a:gd name="csY726" fmla="*/ 314295 h 314325"/>
                <a:gd name="csX727" fmla="*/ 408251 w 704850"/>
                <a:gd name="csY727" fmla="*/ 314295 h 314325"/>
                <a:gd name="csX728" fmla="*/ 406908 w 704850"/>
                <a:gd name="csY728" fmla="*/ 314295 h 314325"/>
                <a:gd name="csX729" fmla="*/ 405508 w 704850"/>
                <a:gd name="csY729" fmla="*/ 314295 h 314325"/>
                <a:gd name="csX730" fmla="*/ 404098 w 704850"/>
                <a:gd name="csY730" fmla="*/ 314295 h 314325"/>
                <a:gd name="csX731" fmla="*/ 402765 w 704850"/>
                <a:gd name="csY731" fmla="*/ 314295 h 314325"/>
                <a:gd name="csX732" fmla="*/ 401355 w 704850"/>
                <a:gd name="csY732" fmla="*/ 314295 h 314325"/>
                <a:gd name="csX733" fmla="*/ 399955 w 704850"/>
                <a:gd name="csY733" fmla="*/ 314295 h 314325"/>
                <a:gd name="csX734" fmla="*/ 398612 w 704850"/>
                <a:gd name="csY734" fmla="*/ 314295 h 314325"/>
                <a:gd name="csX735" fmla="*/ 397211 w 704850"/>
                <a:gd name="csY735" fmla="*/ 314295 h 314325"/>
                <a:gd name="csX736" fmla="*/ 395868 w 704850"/>
                <a:gd name="csY736" fmla="*/ 314295 h 314325"/>
                <a:gd name="csX737" fmla="*/ 394469 w 704850"/>
                <a:gd name="csY737" fmla="*/ 314295 h 314325"/>
                <a:gd name="csX738" fmla="*/ 393068 w 704850"/>
                <a:gd name="csY738" fmla="*/ 314295 h 314325"/>
                <a:gd name="csX739" fmla="*/ 391725 w 704850"/>
                <a:gd name="csY739" fmla="*/ 314295 h 314325"/>
                <a:gd name="csX740" fmla="*/ 390325 w 704850"/>
                <a:gd name="csY740" fmla="*/ 314295 h 314325"/>
                <a:gd name="csX741" fmla="*/ 388925 w 704850"/>
                <a:gd name="csY741" fmla="*/ 314295 h 314325"/>
                <a:gd name="csX742" fmla="*/ 387582 w 704850"/>
                <a:gd name="csY742" fmla="*/ 314295 h 314325"/>
                <a:gd name="csX743" fmla="*/ 386182 w 704850"/>
                <a:gd name="csY743" fmla="*/ 314295 h 314325"/>
                <a:gd name="csX744" fmla="*/ 384839 w 704850"/>
                <a:gd name="csY744" fmla="*/ 314295 h 314325"/>
                <a:gd name="csX745" fmla="*/ 383438 w 704850"/>
                <a:gd name="csY745" fmla="*/ 314295 h 314325"/>
                <a:gd name="csX746" fmla="*/ 382029 w 704850"/>
                <a:gd name="csY746" fmla="*/ 314295 h 314325"/>
                <a:gd name="csX747" fmla="*/ 380695 w 704850"/>
                <a:gd name="csY747" fmla="*/ 314295 h 314325"/>
                <a:gd name="csX748" fmla="*/ 379295 w 704850"/>
                <a:gd name="csY748" fmla="*/ 314295 h 314325"/>
                <a:gd name="csX749" fmla="*/ 377885 w 704850"/>
                <a:gd name="csY749" fmla="*/ 314295 h 314325"/>
                <a:gd name="csX750" fmla="*/ 376552 w 704850"/>
                <a:gd name="csY750" fmla="*/ 314295 h 314325"/>
                <a:gd name="csX751" fmla="*/ 375142 w 704850"/>
                <a:gd name="csY751" fmla="*/ 314295 h 314325"/>
                <a:gd name="csX752" fmla="*/ 373809 w 704850"/>
                <a:gd name="csY752" fmla="*/ 314295 h 314325"/>
                <a:gd name="csX753" fmla="*/ 372399 w 704850"/>
                <a:gd name="csY753" fmla="*/ 314295 h 314325"/>
                <a:gd name="csX754" fmla="*/ 370999 w 704850"/>
                <a:gd name="csY754" fmla="*/ 314295 h 314325"/>
                <a:gd name="csX755" fmla="*/ 369656 w 704850"/>
                <a:gd name="csY755" fmla="*/ 314295 h 314325"/>
                <a:gd name="csX756" fmla="*/ 368256 w 704850"/>
                <a:gd name="csY756" fmla="*/ 314295 h 314325"/>
                <a:gd name="csX757" fmla="*/ 366856 w 704850"/>
                <a:gd name="csY757" fmla="*/ 314295 h 314325"/>
                <a:gd name="csX758" fmla="*/ 365512 w 704850"/>
                <a:gd name="csY758" fmla="*/ 314295 h 314325"/>
                <a:gd name="csX759" fmla="*/ 364112 w 704850"/>
                <a:gd name="csY759" fmla="*/ 314295 h 314325"/>
                <a:gd name="csX760" fmla="*/ 362702 w 704850"/>
                <a:gd name="csY760" fmla="*/ 314295 h 314325"/>
                <a:gd name="csX761" fmla="*/ 361369 w 704850"/>
                <a:gd name="csY761" fmla="*/ 314295 h 314325"/>
                <a:gd name="csX762" fmla="*/ 359969 w 704850"/>
                <a:gd name="csY762" fmla="*/ 314295 h 314325"/>
                <a:gd name="csX763" fmla="*/ 358626 w 704850"/>
                <a:gd name="csY763" fmla="*/ 314295 h 314325"/>
                <a:gd name="csX764" fmla="*/ 357225 w 704850"/>
                <a:gd name="csY764" fmla="*/ 314295 h 314325"/>
                <a:gd name="csX765" fmla="*/ 355816 w 704850"/>
                <a:gd name="csY765" fmla="*/ 314295 h 314325"/>
                <a:gd name="csX766" fmla="*/ 354483 w 704850"/>
                <a:gd name="csY766" fmla="*/ 314295 h 314325"/>
                <a:gd name="csX767" fmla="*/ 353073 w 704850"/>
                <a:gd name="csY767" fmla="*/ 314295 h 314325"/>
                <a:gd name="csX768" fmla="*/ 351672 w 704850"/>
                <a:gd name="csY768" fmla="*/ 314295 h 314325"/>
                <a:gd name="csX769" fmla="*/ 350329 w 704850"/>
                <a:gd name="csY769" fmla="*/ 314295 h 314325"/>
                <a:gd name="csX770" fmla="*/ 348929 w 704850"/>
                <a:gd name="csY770" fmla="*/ 314295 h 314325"/>
                <a:gd name="csX771" fmla="*/ 347596 w 704850"/>
                <a:gd name="csY771" fmla="*/ 314295 h 314325"/>
                <a:gd name="csX772" fmla="*/ 346186 w 704850"/>
                <a:gd name="csY772" fmla="*/ 314295 h 314325"/>
                <a:gd name="csX773" fmla="*/ 344786 w 704850"/>
                <a:gd name="csY773" fmla="*/ 314295 h 314325"/>
                <a:gd name="csX774" fmla="*/ 343443 w 704850"/>
                <a:gd name="csY774" fmla="*/ 314295 h 314325"/>
                <a:gd name="csX775" fmla="*/ 342043 w 704850"/>
                <a:gd name="csY775" fmla="*/ 314295 h 314325"/>
                <a:gd name="csX776" fmla="*/ 340643 w 704850"/>
                <a:gd name="csY776" fmla="*/ 314295 h 314325"/>
                <a:gd name="csX777" fmla="*/ 339300 w 704850"/>
                <a:gd name="csY777" fmla="*/ 314295 h 314325"/>
                <a:gd name="csX778" fmla="*/ 337899 w 704850"/>
                <a:gd name="csY778" fmla="*/ 314295 h 314325"/>
                <a:gd name="csX779" fmla="*/ 336556 w 704850"/>
                <a:gd name="csY779" fmla="*/ 314295 h 314325"/>
                <a:gd name="csX780" fmla="*/ 335156 w 704850"/>
                <a:gd name="csY780" fmla="*/ 314295 h 314325"/>
                <a:gd name="csX781" fmla="*/ 333747 w 704850"/>
                <a:gd name="csY781" fmla="*/ 314295 h 314325"/>
                <a:gd name="csX782" fmla="*/ 332413 w 704850"/>
                <a:gd name="csY782" fmla="*/ 314295 h 314325"/>
                <a:gd name="csX783" fmla="*/ 331003 w 704850"/>
                <a:gd name="csY783" fmla="*/ 314295 h 314325"/>
                <a:gd name="csX784" fmla="*/ 329603 w 704850"/>
                <a:gd name="csY784" fmla="*/ 314295 h 314325"/>
                <a:gd name="csX785" fmla="*/ 328270 w 704850"/>
                <a:gd name="csY785" fmla="*/ 314295 h 314325"/>
                <a:gd name="csX786" fmla="*/ 326860 w 704850"/>
                <a:gd name="csY786" fmla="*/ 314295 h 314325"/>
                <a:gd name="csX787" fmla="*/ 325526 w 704850"/>
                <a:gd name="csY787" fmla="*/ 314295 h 314325"/>
                <a:gd name="csX788" fmla="*/ 324117 w 704850"/>
                <a:gd name="csY788" fmla="*/ 314295 h 314325"/>
                <a:gd name="csX789" fmla="*/ 322717 w 704850"/>
                <a:gd name="csY789" fmla="*/ 314295 h 314325"/>
                <a:gd name="csX790" fmla="*/ 321374 w 704850"/>
                <a:gd name="csY790" fmla="*/ 314295 h 314325"/>
                <a:gd name="csX791" fmla="*/ 319973 w 704850"/>
                <a:gd name="csY791" fmla="*/ 314295 h 314325"/>
                <a:gd name="csX792" fmla="*/ 318573 w 704850"/>
                <a:gd name="csY792" fmla="*/ 314295 h 314325"/>
                <a:gd name="csX793" fmla="*/ 317230 w 704850"/>
                <a:gd name="csY793" fmla="*/ 314295 h 314325"/>
                <a:gd name="csX794" fmla="*/ 315830 w 704850"/>
                <a:gd name="csY794" fmla="*/ 314295 h 314325"/>
                <a:gd name="csX795" fmla="*/ 314487 w 704850"/>
                <a:gd name="csY795" fmla="*/ 314295 h 314325"/>
                <a:gd name="csX796" fmla="*/ 313087 w 704850"/>
                <a:gd name="csY796" fmla="*/ 314295 h 314325"/>
                <a:gd name="csX797" fmla="*/ 311677 w 704850"/>
                <a:gd name="csY797" fmla="*/ 314295 h 314325"/>
                <a:gd name="csX798" fmla="*/ 310343 w 704850"/>
                <a:gd name="csY798" fmla="*/ 314295 h 314325"/>
                <a:gd name="csX799" fmla="*/ 308944 w 704850"/>
                <a:gd name="csY799" fmla="*/ 314295 h 314325"/>
                <a:gd name="csX800" fmla="*/ 307534 w 704850"/>
                <a:gd name="csY800" fmla="*/ 314295 h 314325"/>
                <a:gd name="csX801" fmla="*/ 306200 w 704850"/>
                <a:gd name="csY801" fmla="*/ 314295 h 314325"/>
                <a:gd name="csX802" fmla="*/ 304790 w 704850"/>
                <a:gd name="csY802" fmla="*/ 314295 h 314325"/>
                <a:gd name="csX803" fmla="*/ 303457 w 704850"/>
                <a:gd name="csY803" fmla="*/ 314295 h 314325"/>
                <a:gd name="csX804" fmla="*/ 302047 w 704850"/>
                <a:gd name="csY804" fmla="*/ 314295 h 314325"/>
                <a:gd name="csX805" fmla="*/ 300647 w 704850"/>
                <a:gd name="csY805" fmla="*/ 314295 h 314325"/>
                <a:gd name="csX806" fmla="*/ 299304 w 704850"/>
                <a:gd name="csY806" fmla="*/ 314295 h 314325"/>
                <a:gd name="csX807" fmla="*/ 297904 w 704850"/>
                <a:gd name="csY807" fmla="*/ 314295 h 314325"/>
                <a:gd name="csX808" fmla="*/ 296504 w 704850"/>
                <a:gd name="csY808" fmla="*/ 314295 h 314325"/>
                <a:gd name="csX809" fmla="*/ 295161 w 704850"/>
                <a:gd name="csY809" fmla="*/ 314295 h 314325"/>
                <a:gd name="csX810" fmla="*/ 293761 w 704850"/>
                <a:gd name="csY810" fmla="*/ 314295 h 314325"/>
                <a:gd name="csX811" fmla="*/ 292418 w 704850"/>
                <a:gd name="csY811" fmla="*/ 314295 h 314325"/>
                <a:gd name="csX812" fmla="*/ 291017 w 704850"/>
                <a:gd name="csY812" fmla="*/ 314295 h 314325"/>
                <a:gd name="csX813" fmla="*/ 289617 w 704850"/>
                <a:gd name="csY813" fmla="*/ 314295 h 314325"/>
                <a:gd name="csX814" fmla="*/ 288274 w 704850"/>
                <a:gd name="csY814" fmla="*/ 314295 h 314325"/>
                <a:gd name="csX815" fmla="*/ 286874 w 704850"/>
                <a:gd name="csY815" fmla="*/ 314295 h 314325"/>
                <a:gd name="csX816" fmla="*/ 285464 w 704850"/>
                <a:gd name="csY816" fmla="*/ 314295 h 314325"/>
                <a:gd name="csX817" fmla="*/ 284131 w 704850"/>
                <a:gd name="csY817" fmla="*/ 314295 h 314325"/>
                <a:gd name="csX818" fmla="*/ 282721 w 704850"/>
                <a:gd name="csY818" fmla="*/ 314295 h 314325"/>
                <a:gd name="csX819" fmla="*/ 281388 w 704850"/>
                <a:gd name="csY819" fmla="*/ 314295 h 314325"/>
                <a:gd name="csX820" fmla="*/ 279978 w 704850"/>
                <a:gd name="csY820" fmla="*/ 314295 h 314325"/>
                <a:gd name="csX821" fmla="*/ 278578 w 704850"/>
                <a:gd name="csY821" fmla="*/ 314295 h 314325"/>
                <a:gd name="csX822" fmla="*/ 277244 w 704850"/>
                <a:gd name="csY822" fmla="*/ 314295 h 314325"/>
                <a:gd name="csX823" fmla="*/ 275835 w 704850"/>
                <a:gd name="csY823" fmla="*/ 314295 h 314325"/>
                <a:gd name="csX824" fmla="*/ 274435 w 704850"/>
                <a:gd name="csY824" fmla="*/ 314295 h 314325"/>
                <a:gd name="csX825" fmla="*/ 273091 w 704850"/>
                <a:gd name="csY825" fmla="*/ 314295 h 314325"/>
                <a:gd name="csX826" fmla="*/ 271691 w 704850"/>
                <a:gd name="csY826" fmla="*/ 314295 h 314325"/>
                <a:gd name="csX827" fmla="*/ 270348 w 704850"/>
                <a:gd name="csY827" fmla="*/ 314295 h 314325"/>
                <a:gd name="csX828" fmla="*/ 268948 w 704850"/>
                <a:gd name="csY828" fmla="*/ 314295 h 314325"/>
                <a:gd name="csX829" fmla="*/ 267548 w 704850"/>
                <a:gd name="csY829" fmla="*/ 314295 h 314325"/>
                <a:gd name="csX830" fmla="*/ 266205 w 704850"/>
                <a:gd name="csY830" fmla="*/ 314295 h 314325"/>
                <a:gd name="csX831" fmla="*/ 264804 w 704850"/>
                <a:gd name="csY831" fmla="*/ 314295 h 314325"/>
                <a:gd name="csX832" fmla="*/ 263395 w 704850"/>
                <a:gd name="csY832" fmla="*/ 314295 h 314325"/>
                <a:gd name="csX833" fmla="*/ 262062 w 704850"/>
                <a:gd name="csY833" fmla="*/ 314295 h 314325"/>
                <a:gd name="csX834" fmla="*/ 260652 w 704850"/>
                <a:gd name="csY834" fmla="*/ 314295 h 314325"/>
                <a:gd name="csX835" fmla="*/ 259318 w 704850"/>
                <a:gd name="csY835" fmla="*/ 314295 h 314325"/>
                <a:gd name="csX836" fmla="*/ 257918 w 704850"/>
                <a:gd name="csY836" fmla="*/ 314295 h 314325"/>
                <a:gd name="csX837" fmla="*/ 256508 w 704850"/>
                <a:gd name="csY837" fmla="*/ 314295 h 314325"/>
                <a:gd name="csX838" fmla="*/ 255175 w 704850"/>
                <a:gd name="csY838" fmla="*/ 314295 h 314325"/>
                <a:gd name="csX839" fmla="*/ 253765 w 704850"/>
                <a:gd name="csY839" fmla="*/ 314295 h 314325"/>
                <a:gd name="csX840" fmla="*/ 252365 w 704850"/>
                <a:gd name="csY840" fmla="*/ 314295 h 314325"/>
                <a:gd name="csX841" fmla="*/ 251022 w 704850"/>
                <a:gd name="csY841" fmla="*/ 314295 h 314325"/>
                <a:gd name="csX842" fmla="*/ 249622 w 704850"/>
                <a:gd name="csY842" fmla="*/ 314295 h 314325"/>
                <a:gd name="csX843" fmla="*/ 248279 w 704850"/>
                <a:gd name="csY843" fmla="*/ 314295 h 314325"/>
                <a:gd name="csX844" fmla="*/ 246879 w 704850"/>
                <a:gd name="csY844" fmla="*/ 314295 h 314325"/>
                <a:gd name="csX845" fmla="*/ 245478 w 704850"/>
                <a:gd name="csY845" fmla="*/ 314295 h 314325"/>
                <a:gd name="csX846" fmla="*/ 244135 w 704850"/>
                <a:gd name="csY846" fmla="*/ 314295 h 314325"/>
                <a:gd name="csX847" fmla="*/ 242735 w 704850"/>
                <a:gd name="csY847" fmla="*/ 314295 h 314325"/>
                <a:gd name="csX848" fmla="*/ 241335 w 704850"/>
                <a:gd name="csY848" fmla="*/ 314295 h 314325"/>
                <a:gd name="csX849" fmla="*/ 239992 w 704850"/>
                <a:gd name="csY849" fmla="*/ 314295 h 314325"/>
                <a:gd name="csX850" fmla="*/ 238592 w 704850"/>
                <a:gd name="csY850" fmla="*/ 314295 h 314325"/>
                <a:gd name="csX851" fmla="*/ 237249 w 704850"/>
                <a:gd name="csY851" fmla="*/ 314295 h 314325"/>
                <a:gd name="csX852" fmla="*/ 235849 w 704850"/>
                <a:gd name="csY852" fmla="*/ 314295 h 314325"/>
                <a:gd name="csX853" fmla="*/ 234439 w 704850"/>
                <a:gd name="csY853" fmla="*/ 314295 h 314325"/>
                <a:gd name="csX854" fmla="*/ 233105 w 704850"/>
                <a:gd name="csY854" fmla="*/ 314295 h 314325"/>
                <a:gd name="csX855" fmla="*/ 231696 w 704850"/>
                <a:gd name="csY855" fmla="*/ 314295 h 314325"/>
                <a:gd name="csX856" fmla="*/ 230295 w 704850"/>
                <a:gd name="csY856" fmla="*/ 314295 h 314325"/>
                <a:gd name="csX857" fmla="*/ 228952 w 704850"/>
                <a:gd name="csY857" fmla="*/ 314295 h 314325"/>
                <a:gd name="csX858" fmla="*/ 227553 w 704850"/>
                <a:gd name="csY858" fmla="*/ 314295 h 314325"/>
                <a:gd name="csX859" fmla="*/ 226219 w 704850"/>
                <a:gd name="csY859" fmla="*/ 314295 h 314325"/>
                <a:gd name="csX860" fmla="*/ 224809 w 704850"/>
                <a:gd name="csY860" fmla="*/ 314295 h 314325"/>
                <a:gd name="csX861" fmla="*/ 223409 w 704850"/>
                <a:gd name="csY861" fmla="*/ 314295 h 314325"/>
                <a:gd name="csX862" fmla="*/ 222066 w 704850"/>
                <a:gd name="csY862" fmla="*/ 314295 h 314325"/>
                <a:gd name="csX863" fmla="*/ 220666 w 704850"/>
                <a:gd name="csY863" fmla="*/ 314295 h 314325"/>
                <a:gd name="csX864" fmla="*/ 219265 w 704850"/>
                <a:gd name="csY864" fmla="*/ 314295 h 314325"/>
                <a:gd name="csX865" fmla="*/ 217922 w 704850"/>
                <a:gd name="csY865" fmla="*/ 314295 h 314325"/>
                <a:gd name="csX866" fmla="*/ 216522 w 704850"/>
                <a:gd name="csY866" fmla="*/ 314295 h 314325"/>
                <a:gd name="csX867" fmla="*/ 215180 w 704850"/>
                <a:gd name="csY867" fmla="*/ 314295 h 314325"/>
                <a:gd name="csX868" fmla="*/ 213779 w 704850"/>
                <a:gd name="csY868" fmla="*/ 314295 h 314325"/>
                <a:gd name="csX869" fmla="*/ 212369 w 704850"/>
                <a:gd name="csY869" fmla="*/ 314295 h 314325"/>
                <a:gd name="csX870" fmla="*/ 211036 w 704850"/>
                <a:gd name="csY870" fmla="*/ 314295 h 314325"/>
                <a:gd name="csX871" fmla="*/ 209636 w 704850"/>
                <a:gd name="csY871" fmla="*/ 314295 h 314325"/>
                <a:gd name="csX872" fmla="*/ 208226 w 704850"/>
                <a:gd name="csY872" fmla="*/ 314295 h 314325"/>
                <a:gd name="csX873" fmla="*/ 206893 w 704850"/>
                <a:gd name="csY873" fmla="*/ 314295 h 314325"/>
                <a:gd name="csX874" fmla="*/ 205483 w 704850"/>
                <a:gd name="csY874" fmla="*/ 314295 h 314325"/>
                <a:gd name="csX875" fmla="*/ 204083 w 704850"/>
                <a:gd name="csY875" fmla="*/ 314295 h 314325"/>
                <a:gd name="csX876" fmla="*/ 202740 w 704850"/>
                <a:gd name="csY876" fmla="*/ 314295 h 314325"/>
                <a:gd name="csX877" fmla="*/ 201340 w 704850"/>
                <a:gd name="csY877" fmla="*/ 314295 h 314325"/>
                <a:gd name="csX878" fmla="*/ 199997 w 704850"/>
                <a:gd name="csY878" fmla="*/ 314295 h 314325"/>
                <a:gd name="csX879" fmla="*/ 198596 w 704850"/>
                <a:gd name="csY879" fmla="*/ 314295 h 314325"/>
                <a:gd name="csX880" fmla="*/ 197196 w 704850"/>
                <a:gd name="csY880" fmla="*/ 314295 h 314325"/>
                <a:gd name="csX881" fmla="*/ 195853 w 704850"/>
                <a:gd name="csY881" fmla="*/ 314295 h 314325"/>
                <a:gd name="csX882" fmla="*/ 194453 w 704850"/>
                <a:gd name="csY882" fmla="*/ 314295 h 314325"/>
                <a:gd name="csX883" fmla="*/ 193053 w 704850"/>
                <a:gd name="csY883" fmla="*/ 314295 h 314325"/>
                <a:gd name="csX884" fmla="*/ 191710 w 704850"/>
                <a:gd name="csY884" fmla="*/ 314295 h 314325"/>
                <a:gd name="csX885" fmla="*/ 190310 w 704850"/>
                <a:gd name="csY885" fmla="*/ 314295 h 314325"/>
                <a:gd name="csX886" fmla="*/ 188967 w 704850"/>
                <a:gd name="csY886" fmla="*/ 314295 h 314325"/>
                <a:gd name="csX887" fmla="*/ 187566 w 704850"/>
                <a:gd name="csY887" fmla="*/ 314295 h 314325"/>
                <a:gd name="csX888" fmla="*/ 186157 w 704850"/>
                <a:gd name="csY888" fmla="*/ 314295 h 314325"/>
                <a:gd name="csX889" fmla="*/ 184823 w 704850"/>
                <a:gd name="csY889" fmla="*/ 314295 h 314325"/>
                <a:gd name="csX890" fmla="*/ 183413 w 704850"/>
                <a:gd name="csY890" fmla="*/ 314295 h 314325"/>
                <a:gd name="csX891" fmla="*/ 182014 w 704850"/>
                <a:gd name="csY891" fmla="*/ 314295 h 314325"/>
                <a:gd name="csX892" fmla="*/ 180670 w 704850"/>
                <a:gd name="csY892" fmla="*/ 314295 h 314325"/>
                <a:gd name="csX893" fmla="*/ 179270 w 704850"/>
                <a:gd name="csY893" fmla="*/ 314295 h 314325"/>
                <a:gd name="csX894" fmla="*/ 177927 w 704850"/>
                <a:gd name="csY894" fmla="*/ 314295 h 314325"/>
                <a:gd name="csX895" fmla="*/ 176527 w 704850"/>
                <a:gd name="csY895" fmla="*/ 314295 h 314325"/>
                <a:gd name="csX896" fmla="*/ 175127 w 704850"/>
                <a:gd name="csY896" fmla="*/ 314295 h 314325"/>
                <a:gd name="csX897" fmla="*/ 173784 w 704850"/>
                <a:gd name="csY897" fmla="*/ 314295 h 314325"/>
                <a:gd name="csX898" fmla="*/ 172383 w 704850"/>
                <a:gd name="csY898" fmla="*/ 314295 h 314325"/>
                <a:gd name="csX899" fmla="*/ 170983 w 704850"/>
                <a:gd name="csY899" fmla="*/ 314295 h 314325"/>
                <a:gd name="csX900" fmla="*/ 169640 w 704850"/>
                <a:gd name="csY900" fmla="*/ 314295 h 314325"/>
                <a:gd name="csX901" fmla="*/ 168240 w 704850"/>
                <a:gd name="csY901" fmla="*/ 314295 h 314325"/>
                <a:gd name="csX902" fmla="*/ 166897 w 704850"/>
                <a:gd name="csY902" fmla="*/ 314295 h 314325"/>
                <a:gd name="csX903" fmla="*/ 165497 w 704850"/>
                <a:gd name="csY903" fmla="*/ 314295 h 314325"/>
                <a:gd name="csX904" fmla="*/ 164087 w 704850"/>
                <a:gd name="csY904" fmla="*/ 314295 h 314325"/>
                <a:gd name="csX905" fmla="*/ 162754 w 704850"/>
                <a:gd name="csY905" fmla="*/ 314295 h 314325"/>
                <a:gd name="csX906" fmla="*/ 161354 w 704850"/>
                <a:gd name="csY906" fmla="*/ 314295 h 314325"/>
                <a:gd name="csX907" fmla="*/ 159944 w 704850"/>
                <a:gd name="csY907" fmla="*/ 314295 h 314325"/>
                <a:gd name="csX908" fmla="*/ 158610 w 704850"/>
                <a:gd name="csY908" fmla="*/ 314295 h 314325"/>
                <a:gd name="csX909" fmla="*/ 157200 w 704850"/>
                <a:gd name="csY909" fmla="*/ 314295 h 314325"/>
                <a:gd name="csX910" fmla="*/ 155867 w 704850"/>
                <a:gd name="csY910" fmla="*/ 314295 h 314325"/>
                <a:gd name="csX911" fmla="*/ 154458 w 704850"/>
                <a:gd name="csY911" fmla="*/ 314295 h 314325"/>
                <a:gd name="csX912" fmla="*/ 153057 w 704850"/>
                <a:gd name="csY912" fmla="*/ 314295 h 314325"/>
                <a:gd name="csX913" fmla="*/ 151714 w 704850"/>
                <a:gd name="csY913" fmla="*/ 314295 h 314325"/>
                <a:gd name="csX914" fmla="*/ 150314 w 704850"/>
                <a:gd name="csY914" fmla="*/ 314295 h 314325"/>
                <a:gd name="csX915" fmla="*/ 148914 w 704850"/>
                <a:gd name="csY915" fmla="*/ 314295 h 314325"/>
                <a:gd name="csX916" fmla="*/ 147571 w 704850"/>
                <a:gd name="csY916" fmla="*/ 314295 h 314325"/>
                <a:gd name="csX917" fmla="*/ 146171 w 704850"/>
                <a:gd name="csY917" fmla="*/ 314295 h 314325"/>
                <a:gd name="csX918" fmla="*/ 144827 w 704850"/>
                <a:gd name="csY918" fmla="*/ 314295 h 314325"/>
                <a:gd name="csX919" fmla="*/ 143427 w 704850"/>
                <a:gd name="csY919" fmla="*/ 314295 h 314325"/>
                <a:gd name="csX920" fmla="*/ 142028 w 704850"/>
                <a:gd name="csY920" fmla="*/ 314295 h 314325"/>
                <a:gd name="csX921" fmla="*/ 140684 w 704850"/>
                <a:gd name="csY921" fmla="*/ 314295 h 314325"/>
                <a:gd name="csX922" fmla="*/ 139284 w 704850"/>
                <a:gd name="csY922" fmla="*/ 314295 h 314325"/>
                <a:gd name="csX923" fmla="*/ 137874 w 704850"/>
                <a:gd name="csY923" fmla="*/ 314295 h 314325"/>
                <a:gd name="csX924" fmla="*/ 136541 w 704850"/>
                <a:gd name="csY924" fmla="*/ 314295 h 314325"/>
                <a:gd name="csX925" fmla="*/ 135131 w 704850"/>
                <a:gd name="csY925" fmla="*/ 314295 h 314325"/>
                <a:gd name="csX926" fmla="*/ 133798 w 704850"/>
                <a:gd name="csY926" fmla="*/ 314295 h 314325"/>
                <a:gd name="csX927" fmla="*/ 132388 w 704850"/>
                <a:gd name="csY927" fmla="*/ 314295 h 314325"/>
                <a:gd name="csX928" fmla="*/ 130988 w 704850"/>
                <a:gd name="csY928" fmla="*/ 314295 h 314325"/>
                <a:gd name="csX929" fmla="*/ 129645 w 704850"/>
                <a:gd name="csY929" fmla="*/ 314295 h 314325"/>
                <a:gd name="csX930" fmla="*/ 128245 w 704850"/>
                <a:gd name="csY930" fmla="*/ 314295 h 314325"/>
                <a:gd name="csX931" fmla="*/ 126844 w 704850"/>
                <a:gd name="csY931" fmla="*/ 314295 h 314325"/>
                <a:gd name="csX932" fmla="*/ 125501 w 704850"/>
                <a:gd name="csY932" fmla="*/ 314295 h 314325"/>
                <a:gd name="csX933" fmla="*/ 124101 w 704850"/>
                <a:gd name="csY933" fmla="*/ 314295 h 314325"/>
                <a:gd name="csX934" fmla="*/ 122758 w 704850"/>
                <a:gd name="csY934" fmla="*/ 314295 h 314325"/>
                <a:gd name="csX935" fmla="*/ 121358 w 704850"/>
                <a:gd name="csY935" fmla="*/ 314295 h 314325"/>
                <a:gd name="csX936" fmla="*/ 119958 w 704850"/>
                <a:gd name="csY936" fmla="*/ 314295 h 314325"/>
                <a:gd name="csX937" fmla="*/ 118615 w 704850"/>
                <a:gd name="csY937" fmla="*/ 314295 h 314325"/>
                <a:gd name="csX938" fmla="*/ 117215 w 704850"/>
                <a:gd name="csY938" fmla="*/ 314295 h 314325"/>
                <a:gd name="csX939" fmla="*/ 115805 w 704850"/>
                <a:gd name="csY939" fmla="*/ 314295 h 314325"/>
                <a:gd name="csX940" fmla="*/ 114472 w 704850"/>
                <a:gd name="csY940" fmla="*/ 314295 h 314325"/>
                <a:gd name="csX941" fmla="*/ 113062 w 704850"/>
                <a:gd name="csY941" fmla="*/ 314295 h 314325"/>
                <a:gd name="csX942" fmla="*/ 111728 w 704850"/>
                <a:gd name="csY942" fmla="*/ 314295 h 314325"/>
                <a:gd name="csX943" fmla="*/ 110318 w 704850"/>
                <a:gd name="csY943" fmla="*/ 314295 h 314325"/>
                <a:gd name="csX944" fmla="*/ 108919 w 704850"/>
                <a:gd name="csY944" fmla="*/ 314295 h 314325"/>
                <a:gd name="csX945" fmla="*/ 107585 w 704850"/>
                <a:gd name="csY945" fmla="*/ 314295 h 314325"/>
                <a:gd name="csX946" fmla="*/ 106175 w 704850"/>
                <a:gd name="csY946" fmla="*/ 314295 h 314325"/>
                <a:gd name="csX947" fmla="*/ 104775 w 704850"/>
                <a:gd name="csY947" fmla="*/ 314295 h 314325"/>
                <a:gd name="csX948" fmla="*/ 103432 w 704850"/>
                <a:gd name="csY948" fmla="*/ 314295 h 314325"/>
                <a:gd name="csX949" fmla="*/ 102032 w 704850"/>
                <a:gd name="csY949" fmla="*/ 314295 h 314325"/>
                <a:gd name="csX950" fmla="*/ 100689 w 704850"/>
                <a:gd name="csY950" fmla="*/ 314295 h 314325"/>
                <a:gd name="csX951" fmla="*/ 99289 w 704850"/>
                <a:gd name="csY951" fmla="*/ 314295 h 314325"/>
                <a:gd name="csX952" fmla="*/ 97888 w 704850"/>
                <a:gd name="csY952" fmla="*/ 314295 h 314325"/>
                <a:gd name="csX953" fmla="*/ 96545 w 704850"/>
                <a:gd name="csY953" fmla="*/ 314295 h 314325"/>
                <a:gd name="csX954" fmla="*/ 95146 w 704850"/>
                <a:gd name="csY954" fmla="*/ 314295 h 314325"/>
                <a:gd name="csX955" fmla="*/ 93736 w 704850"/>
                <a:gd name="csY955" fmla="*/ 314295 h 314325"/>
                <a:gd name="csX956" fmla="*/ 92402 w 704850"/>
                <a:gd name="csY956" fmla="*/ 314295 h 314325"/>
                <a:gd name="csX957" fmla="*/ 90992 w 704850"/>
                <a:gd name="csY957" fmla="*/ 314295 h 314325"/>
                <a:gd name="csX958" fmla="*/ 89659 w 704850"/>
                <a:gd name="csY958" fmla="*/ 314295 h 314325"/>
                <a:gd name="csX959" fmla="*/ 88259 w 704850"/>
                <a:gd name="csY959" fmla="*/ 314295 h 314325"/>
                <a:gd name="csX960" fmla="*/ 86849 w 704850"/>
                <a:gd name="csY960" fmla="*/ 314295 h 314325"/>
                <a:gd name="csX961" fmla="*/ 85515 w 704850"/>
                <a:gd name="csY961" fmla="*/ 314295 h 314325"/>
                <a:gd name="csX962" fmla="*/ 84106 w 704850"/>
                <a:gd name="csY962" fmla="*/ 314295 h 314325"/>
                <a:gd name="csX963" fmla="*/ 82706 w 704850"/>
                <a:gd name="csY963" fmla="*/ 314295 h 314325"/>
                <a:gd name="csX964" fmla="*/ 81363 w 704850"/>
                <a:gd name="csY964" fmla="*/ 314295 h 314325"/>
                <a:gd name="csX965" fmla="*/ 79962 w 704850"/>
                <a:gd name="csY965" fmla="*/ 314295 h 314325"/>
                <a:gd name="csX966" fmla="*/ 78619 w 704850"/>
                <a:gd name="csY966" fmla="*/ 314295 h 314325"/>
                <a:gd name="csX967" fmla="*/ 77219 w 704850"/>
                <a:gd name="csY967" fmla="*/ 314295 h 314325"/>
                <a:gd name="csX968" fmla="*/ 75819 w 704850"/>
                <a:gd name="csY968" fmla="*/ 314295 h 314325"/>
                <a:gd name="csX969" fmla="*/ 74476 w 704850"/>
                <a:gd name="csY969" fmla="*/ 314295 h 314325"/>
                <a:gd name="csX970" fmla="*/ 73076 w 704850"/>
                <a:gd name="csY970" fmla="*/ 314295 h 314325"/>
                <a:gd name="csX971" fmla="*/ 71666 w 704850"/>
                <a:gd name="csY971" fmla="*/ 314295 h 314325"/>
                <a:gd name="csX972" fmla="*/ 70333 w 704850"/>
                <a:gd name="csY972" fmla="*/ 314295 h 314325"/>
                <a:gd name="csX973" fmla="*/ 68933 w 704850"/>
                <a:gd name="csY973" fmla="*/ 314295 h 314325"/>
                <a:gd name="csX974" fmla="*/ 67590 w 704850"/>
                <a:gd name="csY974" fmla="*/ 314295 h 314325"/>
                <a:gd name="csX975" fmla="*/ 66189 w 704850"/>
                <a:gd name="csY975" fmla="*/ 314295 h 314325"/>
                <a:gd name="csX976" fmla="*/ 64779 w 704850"/>
                <a:gd name="csY976" fmla="*/ 314295 h 314325"/>
                <a:gd name="csX977" fmla="*/ 63446 w 704850"/>
                <a:gd name="csY977" fmla="*/ 314295 h 314325"/>
                <a:gd name="csX978" fmla="*/ 62037 w 704850"/>
                <a:gd name="csY978" fmla="*/ 314295 h 314325"/>
                <a:gd name="csX979" fmla="*/ 60636 w 704850"/>
                <a:gd name="csY979" fmla="*/ 314295 h 314325"/>
                <a:gd name="csX980" fmla="*/ 59293 w 704850"/>
                <a:gd name="csY980" fmla="*/ 314295 h 314325"/>
                <a:gd name="csX981" fmla="*/ 57893 w 704850"/>
                <a:gd name="csY981" fmla="*/ 314295 h 314325"/>
                <a:gd name="csX982" fmla="*/ 56560 w 704850"/>
                <a:gd name="csY982" fmla="*/ 314295 h 314325"/>
                <a:gd name="csX983" fmla="*/ 55150 w 704850"/>
                <a:gd name="csY983" fmla="*/ 314295 h 314325"/>
                <a:gd name="csX984" fmla="*/ 53750 w 704850"/>
                <a:gd name="csY984" fmla="*/ 314295 h 314325"/>
                <a:gd name="csX985" fmla="*/ 52407 w 704850"/>
                <a:gd name="csY985" fmla="*/ 314295 h 314325"/>
                <a:gd name="csX986" fmla="*/ 51006 w 704850"/>
                <a:gd name="csY986" fmla="*/ 314295 h 314325"/>
                <a:gd name="csX987" fmla="*/ 49606 w 704850"/>
                <a:gd name="csY987" fmla="*/ 314295 h 314325"/>
                <a:gd name="csX988" fmla="*/ 48263 w 704850"/>
                <a:gd name="csY988" fmla="*/ 314295 h 314325"/>
                <a:gd name="csX989" fmla="*/ 46863 w 704850"/>
                <a:gd name="csY989" fmla="*/ 314295 h 314325"/>
                <a:gd name="csX990" fmla="*/ 45520 w 704850"/>
                <a:gd name="csY990" fmla="*/ 314295 h 314325"/>
                <a:gd name="csX991" fmla="*/ 44120 w 704850"/>
                <a:gd name="csY991" fmla="*/ 314295 h 314325"/>
                <a:gd name="csX992" fmla="*/ 42710 w 704850"/>
                <a:gd name="csY992" fmla="*/ 314295 h 314325"/>
                <a:gd name="csX993" fmla="*/ 41377 w 704850"/>
                <a:gd name="csY993" fmla="*/ 314295 h 314325"/>
                <a:gd name="csX994" fmla="*/ 39967 w 704850"/>
                <a:gd name="csY994" fmla="*/ 314295 h 314325"/>
                <a:gd name="csX995" fmla="*/ 38567 w 704850"/>
                <a:gd name="csY995" fmla="*/ 314295 h 314325"/>
                <a:gd name="csX996" fmla="*/ 37233 w 704850"/>
                <a:gd name="csY996" fmla="*/ 314295 h 314325"/>
                <a:gd name="csX997" fmla="*/ 35824 w 704850"/>
                <a:gd name="csY997" fmla="*/ 314295 h 314325"/>
                <a:gd name="csX998" fmla="*/ 34424 w 704850"/>
                <a:gd name="csY998" fmla="*/ 314295 h 314325"/>
                <a:gd name="csX999" fmla="*/ 33080 w 704850"/>
                <a:gd name="csY999" fmla="*/ 314295 h 314325"/>
                <a:gd name="csX1000" fmla="*/ 31680 w 704850"/>
                <a:gd name="csY1000" fmla="*/ 314295 h 314325"/>
                <a:gd name="csX1001" fmla="*/ 30337 w 704850"/>
                <a:gd name="csY1001" fmla="*/ 314295 h 314325"/>
                <a:gd name="csX1002" fmla="*/ 28937 w 704850"/>
                <a:gd name="csY1002" fmla="*/ 314295 h 314325"/>
                <a:gd name="csX1003" fmla="*/ 27537 w 704850"/>
                <a:gd name="csY1003" fmla="*/ 314295 h 314325"/>
                <a:gd name="csX1004" fmla="*/ 26194 w 704850"/>
                <a:gd name="csY1004" fmla="*/ 314295 h 314325"/>
                <a:gd name="csX1005" fmla="*/ 24793 w 704850"/>
                <a:gd name="csY1005" fmla="*/ 314295 h 314325"/>
                <a:gd name="csX1006" fmla="*/ 23394 w 704850"/>
                <a:gd name="csY1006" fmla="*/ 314295 h 314325"/>
                <a:gd name="csX1007" fmla="*/ 22051 w 704850"/>
                <a:gd name="csY1007" fmla="*/ 314295 h 314325"/>
                <a:gd name="csX1008" fmla="*/ 20650 w 704850"/>
                <a:gd name="csY1008" fmla="*/ 314295 h 314325"/>
                <a:gd name="csX1009" fmla="*/ 19307 w 704850"/>
                <a:gd name="csY1009" fmla="*/ 314295 h 314325"/>
                <a:gd name="csX1010" fmla="*/ 17907 w 704850"/>
                <a:gd name="csY1010" fmla="*/ 314295 h 314325"/>
                <a:gd name="csX1011" fmla="*/ 16497 w 704850"/>
                <a:gd name="csY1011" fmla="*/ 314295 h 314325"/>
                <a:gd name="csX1012" fmla="*/ 15164 w 704850"/>
                <a:gd name="csY1012" fmla="*/ 314295 h 314325"/>
                <a:gd name="csX1013" fmla="*/ 13754 w 704850"/>
                <a:gd name="csY1013" fmla="*/ 314295 h 314325"/>
                <a:gd name="csX1014" fmla="*/ 12354 w 704850"/>
                <a:gd name="csY1014" fmla="*/ 314295 h 314325"/>
                <a:gd name="csX1015" fmla="*/ 11011 w 704850"/>
                <a:gd name="csY1015" fmla="*/ 314295 h 314325"/>
                <a:gd name="csX1016" fmla="*/ 9611 w 704850"/>
                <a:gd name="csY1016" fmla="*/ 314295 h 314325"/>
                <a:gd name="csX1017" fmla="*/ 8268 w 704850"/>
                <a:gd name="csY1017" fmla="*/ 314295 h 314325"/>
                <a:gd name="csX1018" fmla="*/ 6868 w 704850"/>
                <a:gd name="csY1018" fmla="*/ 314295 h 314325"/>
                <a:gd name="csX1019" fmla="*/ 5467 w 704850"/>
                <a:gd name="csY1019" fmla="*/ 314295 h 314325"/>
                <a:gd name="csX1020" fmla="*/ 4124 w 704850"/>
                <a:gd name="csY1020" fmla="*/ 314295 h 314325"/>
                <a:gd name="csX1021" fmla="*/ 2724 w 704850"/>
                <a:gd name="csY1021" fmla="*/ 314295 h 314325"/>
                <a:gd name="csX1022" fmla="*/ 1324 w 704850"/>
                <a:gd name="csY1022" fmla="*/ 314295 h 314325"/>
                <a:gd name="csX1023" fmla="*/ -19 w 704850"/>
                <a:gd name="csY1023"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14325">
                  <a:moveTo>
                    <a:pt x="-19" y="312838"/>
                  </a:moveTo>
                  <a:lnTo>
                    <a:pt x="1324" y="312647"/>
                  </a:lnTo>
                  <a:lnTo>
                    <a:pt x="2724" y="312457"/>
                  </a:lnTo>
                  <a:lnTo>
                    <a:pt x="4124" y="312266"/>
                  </a:lnTo>
                  <a:lnTo>
                    <a:pt x="5467" y="312076"/>
                  </a:lnTo>
                  <a:lnTo>
                    <a:pt x="6868" y="311818"/>
                  </a:lnTo>
                  <a:lnTo>
                    <a:pt x="8268" y="311571"/>
                  </a:lnTo>
                  <a:lnTo>
                    <a:pt x="9611" y="311247"/>
                  </a:lnTo>
                  <a:lnTo>
                    <a:pt x="11011" y="310933"/>
                  </a:lnTo>
                  <a:lnTo>
                    <a:pt x="12354" y="310609"/>
                  </a:lnTo>
                  <a:lnTo>
                    <a:pt x="13754" y="310228"/>
                  </a:lnTo>
                  <a:lnTo>
                    <a:pt x="15164" y="309790"/>
                  </a:lnTo>
                  <a:lnTo>
                    <a:pt x="16497" y="309342"/>
                  </a:lnTo>
                  <a:lnTo>
                    <a:pt x="17907" y="308837"/>
                  </a:lnTo>
                  <a:lnTo>
                    <a:pt x="19307" y="308332"/>
                  </a:lnTo>
                  <a:lnTo>
                    <a:pt x="20650" y="307761"/>
                  </a:lnTo>
                  <a:lnTo>
                    <a:pt x="22051" y="307123"/>
                  </a:lnTo>
                  <a:lnTo>
                    <a:pt x="23394" y="306427"/>
                  </a:lnTo>
                  <a:lnTo>
                    <a:pt x="24793" y="305665"/>
                  </a:lnTo>
                  <a:lnTo>
                    <a:pt x="26194" y="304903"/>
                  </a:lnTo>
                  <a:lnTo>
                    <a:pt x="27537" y="304075"/>
                  </a:lnTo>
                  <a:lnTo>
                    <a:pt x="28937" y="303122"/>
                  </a:lnTo>
                  <a:lnTo>
                    <a:pt x="30337" y="302170"/>
                  </a:lnTo>
                  <a:lnTo>
                    <a:pt x="31680" y="301093"/>
                  </a:lnTo>
                  <a:lnTo>
                    <a:pt x="33080" y="300008"/>
                  </a:lnTo>
                  <a:lnTo>
                    <a:pt x="34424" y="298807"/>
                  </a:lnTo>
                  <a:lnTo>
                    <a:pt x="35824" y="297474"/>
                  </a:lnTo>
                  <a:lnTo>
                    <a:pt x="37233" y="296140"/>
                  </a:lnTo>
                  <a:lnTo>
                    <a:pt x="38567" y="294674"/>
                  </a:lnTo>
                  <a:lnTo>
                    <a:pt x="39967" y="293092"/>
                  </a:lnTo>
                  <a:lnTo>
                    <a:pt x="41377" y="291445"/>
                  </a:lnTo>
                  <a:lnTo>
                    <a:pt x="42710" y="289663"/>
                  </a:lnTo>
                  <a:lnTo>
                    <a:pt x="44120" y="287825"/>
                  </a:lnTo>
                  <a:lnTo>
                    <a:pt x="45520" y="285853"/>
                  </a:lnTo>
                  <a:lnTo>
                    <a:pt x="46863" y="283758"/>
                  </a:lnTo>
                  <a:lnTo>
                    <a:pt x="48263" y="281596"/>
                  </a:lnTo>
                  <a:lnTo>
                    <a:pt x="49606" y="279253"/>
                  </a:lnTo>
                  <a:lnTo>
                    <a:pt x="51006" y="276843"/>
                  </a:lnTo>
                  <a:lnTo>
                    <a:pt x="52407" y="274299"/>
                  </a:lnTo>
                  <a:lnTo>
                    <a:pt x="53750" y="271633"/>
                  </a:lnTo>
                  <a:lnTo>
                    <a:pt x="55150" y="268775"/>
                  </a:lnTo>
                  <a:lnTo>
                    <a:pt x="56560" y="265851"/>
                  </a:lnTo>
                  <a:lnTo>
                    <a:pt x="57893" y="262803"/>
                  </a:lnTo>
                  <a:lnTo>
                    <a:pt x="59293" y="259574"/>
                  </a:lnTo>
                  <a:lnTo>
                    <a:pt x="60636" y="256202"/>
                  </a:lnTo>
                  <a:lnTo>
                    <a:pt x="62037" y="252773"/>
                  </a:lnTo>
                  <a:lnTo>
                    <a:pt x="63446" y="249096"/>
                  </a:lnTo>
                  <a:lnTo>
                    <a:pt x="64779" y="245353"/>
                  </a:lnTo>
                  <a:lnTo>
                    <a:pt x="66189" y="241543"/>
                  </a:lnTo>
                  <a:lnTo>
                    <a:pt x="67590" y="237476"/>
                  </a:lnTo>
                  <a:lnTo>
                    <a:pt x="68933" y="233285"/>
                  </a:lnTo>
                  <a:lnTo>
                    <a:pt x="70333" y="229037"/>
                  </a:lnTo>
                  <a:lnTo>
                    <a:pt x="71666" y="224655"/>
                  </a:lnTo>
                  <a:lnTo>
                    <a:pt x="73076" y="220083"/>
                  </a:lnTo>
                  <a:lnTo>
                    <a:pt x="74476" y="215445"/>
                  </a:lnTo>
                  <a:lnTo>
                    <a:pt x="75819" y="210682"/>
                  </a:lnTo>
                  <a:lnTo>
                    <a:pt x="77219" y="205729"/>
                  </a:lnTo>
                  <a:lnTo>
                    <a:pt x="78619" y="200776"/>
                  </a:lnTo>
                  <a:lnTo>
                    <a:pt x="79962" y="195699"/>
                  </a:lnTo>
                  <a:lnTo>
                    <a:pt x="81363" y="190498"/>
                  </a:lnTo>
                  <a:lnTo>
                    <a:pt x="82706" y="185165"/>
                  </a:lnTo>
                  <a:lnTo>
                    <a:pt x="84106" y="179831"/>
                  </a:lnTo>
                  <a:lnTo>
                    <a:pt x="85515" y="174373"/>
                  </a:lnTo>
                  <a:lnTo>
                    <a:pt x="86849" y="168848"/>
                  </a:lnTo>
                  <a:lnTo>
                    <a:pt x="88259" y="163324"/>
                  </a:lnTo>
                  <a:lnTo>
                    <a:pt x="89659" y="157675"/>
                  </a:lnTo>
                  <a:lnTo>
                    <a:pt x="90992" y="152027"/>
                  </a:lnTo>
                  <a:lnTo>
                    <a:pt x="92402" y="146312"/>
                  </a:lnTo>
                  <a:lnTo>
                    <a:pt x="93736" y="140597"/>
                  </a:lnTo>
                  <a:lnTo>
                    <a:pt x="95146" y="134882"/>
                  </a:lnTo>
                  <a:lnTo>
                    <a:pt x="96545" y="129167"/>
                  </a:lnTo>
                  <a:lnTo>
                    <a:pt x="97888" y="123385"/>
                  </a:lnTo>
                  <a:lnTo>
                    <a:pt x="99289" y="117737"/>
                  </a:lnTo>
                  <a:lnTo>
                    <a:pt x="100689" y="112022"/>
                  </a:lnTo>
                  <a:lnTo>
                    <a:pt x="102032" y="106374"/>
                  </a:lnTo>
                  <a:lnTo>
                    <a:pt x="103432" y="100849"/>
                  </a:lnTo>
                  <a:lnTo>
                    <a:pt x="104775" y="95325"/>
                  </a:lnTo>
                  <a:lnTo>
                    <a:pt x="106175" y="89867"/>
                  </a:lnTo>
                  <a:lnTo>
                    <a:pt x="107585" y="84533"/>
                  </a:lnTo>
                  <a:lnTo>
                    <a:pt x="108919" y="79266"/>
                  </a:lnTo>
                  <a:lnTo>
                    <a:pt x="110318" y="74122"/>
                  </a:lnTo>
                  <a:lnTo>
                    <a:pt x="111728" y="69045"/>
                  </a:lnTo>
                  <a:lnTo>
                    <a:pt x="113062" y="64159"/>
                  </a:lnTo>
                  <a:lnTo>
                    <a:pt x="114472" y="59330"/>
                  </a:lnTo>
                  <a:lnTo>
                    <a:pt x="115805" y="54701"/>
                  </a:lnTo>
                  <a:lnTo>
                    <a:pt x="117215" y="50252"/>
                  </a:lnTo>
                  <a:lnTo>
                    <a:pt x="118615" y="45938"/>
                  </a:lnTo>
                  <a:lnTo>
                    <a:pt x="119958" y="41680"/>
                  </a:lnTo>
                  <a:lnTo>
                    <a:pt x="121358" y="37746"/>
                  </a:lnTo>
                  <a:lnTo>
                    <a:pt x="122758" y="33936"/>
                  </a:lnTo>
                  <a:lnTo>
                    <a:pt x="124101" y="30317"/>
                  </a:lnTo>
                  <a:lnTo>
                    <a:pt x="125501" y="26888"/>
                  </a:lnTo>
                  <a:lnTo>
                    <a:pt x="126844" y="23649"/>
                  </a:lnTo>
                  <a:lnTo>
                    <a:pt x="128245" y="20601"/>
                  </a:lnTo>
                  <a:lnTo>
                    <a:pt x="129645" y="17744"/>
                  </a:lnTo>
                  <a:lnTo>
                    <a:pt x="130988" y="15143"/>
                  </a:lnTo>
                  <a:lnTo>
                    <a:pt x="132388" y="12733"/>
                  </a:lnTo>
                  <a:lnTo>
                    <a:pt x="133798" y="10505"/>
                  </a:lnTo>
                  <a:lnTo>
                    <a:pt x="135131" y="8542"/>
                  </a:lnTo>
                  <a:lnTo>
                    <a:pt x="136541" y="6761"/>
                  </a:lnTo>
                  <a:lnTo>
                    <a:pt x="137874" y="5114"/>
                  </a:lnTo>
                  <a:lnTo>
                    <a:pt x="139284" y="3847"/>
                  </a:lnTo>
                  <a:lnTo>
                    <a:pt x="140684" y="2704"/>
                  </a:lnTo>
                  <a:lnTo>
                    <a:pt x="142028" y="1684"/>
                  </a:lnTo>
                  <a:lnTo>
                    <a:pt x="143427" y="989"/>
                  </a:lnTo>
                  <a:lnTo>
                    <a:pt x="144827" y="475"/>
                  </a:lnTo>
                  <a:lnTo>
                    <a:pt x="146171" y="94"/>
                  </a:lnTo>
                  <a:lnTo>
                    <a:pt x="147571" y="-30"/>
                  </a:lnTo>
                  <a:lnTo>
                    <a:pt x="148914" y="37"/>
                  </a:lnTo>
                  <a:lnTo>
                    <a:pt x="150314" y="284"/>
                  </a:lnTo>
                  <a:lnTo>
                    <a:pt x="151714" y="665"/>
                  </a:lnTo>
                  <a:lnTo>
                    <a:pt x="153057" y="1304"/>
                  </a:lnTo>
                  <a:lnTo>
                    <a:pt x="154458" y="2132"/>
                  </a:lnTo>
                  <a:lnTo>
                    <a:pt x="155867" y="3018"/>
                  </a:lnTo>
                  <a:lnTo>
                    <a:pt x="157200" y="4161"/>
                  </a:lnTo>
                  <a:lnTo>
                    <a:pt x="158610" y="5428"/>
                  </a:lnTo>
                  <a:lnTo>
                    <a:pt x="159944" y="6828"/>
                  </a:lnTo>
                  <a:lnTo>
                    <a:pt x="161354" y="8419"/>
                  </a:lnTo>
                  <a:lnTo>
                    <a:pt x="162754" y="10124"/>
                  </a:lnTo>
                  <a:lnTo>
                    <a:pt x="164087" y="11905"/>
                  </a:lnTo>
                  <a:lnTo>
                    <a:pt x="165497" y="13876"/>
                  </a:lnTo>
                  <a:lnTo>
                    <a:pt x="166897" y="15972"/>
                  </a:lnTo>
                  <a:lnTo>
                    <a:pt x="168240" y="18125"/>
                  </a:lnTo>
                  <a:lnTo>
                    <a:pt x="169640" y="20411"/>
                  </a:lnTo>
                  <a:lnTo>
                    <a:pt x="170983" y="22830"/>
                  </a:lnTo>
                  <a:lnTo>
                    <a:pt x="172383" y="25297"/>
                  </a:lnTo>
                  <a:lnTo>
                    <a:pt x="173784" y="27907"/>
                  </a:lnTo>
                  <a:lnTo>
                    <a:pt x="175127" y="30574"/>
                  </a:lnTo>
                  <a:lnTo>
                    <a:pt x="176527" y="33298"/>
                  </a:lnTo>
                  <a:lnTo>
                    <a:pt x="177927" y="36098"/>
                  </a:lnTo>
                  <a:lnTo>
                    <a:pt x="179270" y="38946"/>
                  </a:lnTo>
                  <a:lnTo>
                    <a:pt x="180670" y="41870"/>
                  </a:lnTo>
                  <a:lnTo>
                    <a:pt x="182014" y="44852"/>
                  </a:lnTo>
                  <a:lnTo>
                    <a:pt x="183413" y="47900"/>
                  </a:lnTo>
                  <a:lnTo>
                    <a:pt x="184823" y="50948"/>
                  </a:lnTo>
                  <a:lnTo>
                    <a:pt x="186157" y="54062"/>
                  </a:lnTo>
                  <a:lnTo>
                    <a:pt x="187566" y="57168"/>
                  </a:lnTo>
                  <a:lnTo>
                    <a:pt x="188967" y="60282"/>
                  </a:lnTo>
                  <a:lnTo>
                    <a:pt x="190310" y="63454"/>
                  </a:lnTo>
                  <a:lnTo>
                    <a:pt x="191710" y="66635"/>
                  </a:lnTo>
                  <a:lnTo>
                    <a:pt x="193053" y="69807"/>
                  </a:lnTo>
                  <a:lnTo>
                    <a:pt x="194453" y="73046"/>
                  </a:lnTo>
                  <a:lnTo>
                    <a:pt x="195853" y="76218"/>
                  </a:lnTo>
                  <a:lnTo>
                    <a:pt x="197196" y="79390"/>
                  </a:lnTo>
                  <a:lnTo>
                    <a:pt x="198596" y="82571"/>
                  </a:lnTo>
                  <a:lnTo>
                    <a:pt x="199997" y="85676"/>
                  </a:lnTo>
                  <a:lnTo>
                    <a:pt x="201340" y="88848"/>
                  </a:lnTo>
                  <a:lnTo>
                    <a:pt x="202740" y="91962"/>
                  </a:lnTo>
                  <a:lnTo>
                    <a:pt x="204083" y="95010"/>
                  </a:lnTo>
                  <a:lnTo>
                    <a:pt x="205483" y="98058"/>
                  </a:lnTo>
                  <a:lnTo>
                    <a:pt x="206893" y="101040"/>
                  </a:lnTo>
                  <a:lnTo>
                    <a:pt x="208226" y="103964"/>
                  </a:lnTo>
                  <a:lnTo>
                    <a:pt x="209636" y="106879"/>
                  </a:lnTo>
                  <a:lnTo>
                    <a:pt x="211036" y="109736"/>
                  </a:lnTo>
                  <a:lnTo>
                    <a:pt x="212369" y="112536"/>
                  </a:lnTo>
                  <a:lnTo>
                    <a:pt x="213779" y="115261"/>
                  </a:lnTo>
                  <a:lnTo>
                    <a:pt x="215180" y="117870"/>
                  </a:lnTo>
                  <a:lnTo>
                    <a:pt x="216522" y="120471"/>
                  </a:lnTo>
                  <a:lnTo>
                    <a:pt x="217922" y="123004"/>
                  </a:lnTo>
                  <a:lnTo>
                    <a:pt x="219265" y="125424"/>
                  </a:lnTo>
                  <a:lnTo>
                    <a:pt x="220666" y="127834"/>
                  </a:lnTo>
                  <a:lnTo>
                    <a:pt x="222066" y="130120"/>
                  </a:lnTo>
                  <a:lnTo>
                    <a:pt x="223409" y="132282"/>
                  </a:lnTo>
                  <a:lnTo>
                    <a:pt x="224809" y="134368"/>
                  </a:lnTo>
                  <a:lnTo>
                    <a:pt x="226219" y="136406"/>
                  </a:lnTo>
                  <a:lnTo>
                    <a:pt x="227553" y="138368"/>
                  </a:lnTo>
                  <a:lnTo>
                    <a:pt x="228952" y="140216"/>
                  </a:lnTo>
                  <a:lnTo>
                    <a:pt x="230295" y="141988"/>
                  </a:lnTo>
                  <a:lnTo>
                    <a:pt x="231696" y="143645"/>
                  </a:lnTo>
                  <a:lnTo>
                    <a:pt x="233105" y="145169"/>
                  </a:lnTo>
                  <a:lnTo>
                    <a:pt x="234439" y="146626"/>
                  </a:lnTo>
                  <a:lnTo>
                    <a:pt x="235849" y="148027"/>
                  </a:lnTo>
                  <a:lnTo>
                    <a:pt x="237249" y="149293"/>
                  </a:lnTo>
                  <a:lnTo>
                    <a:pt x="238592" y="150503"/>
                  </a:lnTo>
                  <a:lnTo>
                    <a:pt x="239992" y="151646"/>
                  </a:lnTo>
                  <a:lnTo>
                    <a:pt x="241335" y="152589"/>
                  </a:lnTo>
                  <a:lnTo>
                    <a:pt x="242735" y="153541"/>
                  </a:lnTo>
                  <a:lnTo>
                    <a:pt x="244135" y="154370"/>
                  </a:lnTo>
                  <a:lnTo>
                    <a:pt x="245478" y="155132"/>
                  </a:lnTo>
                  <a:lnTo>
                    <a:pt x="246879" y="155770"/>
                  </a:lnTo>
                  <a:lnTo>
                    <a:pt x="248279" y="156399"/>
                  </a:lnTo>
                  <a:lnTo>
                    <a:pt x="249622" y="156913"/>
                  </a:lnTo>
                  <a:lnTo>
                    <a:pt x="251022" y="157352"/>
                  </a:lnTo>
                  <a:lnTo>
                    <a:pt x="252365" y="157732"/>
                  </a:lnTo>
                  <a:lnTo>
                    <a:pt x="253765" y="158056"/>
                  </a:lnTo>
                  <a:lnTo>
                    <a:pt x="255175" y="158304"/>
                  </a:lnTo>
                  <a:lnTo>
                    <a:pt x="256508" y="158495"/>
                  </a:lnTo>
                  <a:lnTo>
                    <a:pt x="257918" y="158685"/>
                  </a:lnTo>
                  <a:lnTo>
                    <a:pt x="259318" y="158752"/>
                  </a:lnTo>
                  <a:lnTo>
                    <a:pt x="260652" y="158818"/>
                  </a:lnTo>
                  <a:lnTo>
                    <a:pt x="262062" y="158876"/>
                  </a:lnTo>
                  <a:lnTo>
                    <a:pt x="263395" y="158876"/>
                  </a:lnTo>
                  <a:lnTo>
                    <a:pt x="264804" y="158818"/>
                  </a:lnTo>
                  <a:lnTo>
                    <a:pt x="266205" y="158818"/>
                  </a:lnTo>
                  <a:lnTo>
                    <a:pt x="267548" y="158752"/>
                  </a:lnTo>
                  <a:lnTo>
                    <a:pt x="268948" y="158685"/>
                  </a:lnTo>
                  <a:lnTo>
                    <a:pt x="270348" y="158561"/>
                  </a:lnTo>
                  <a:lnTo>
                    <a:pt x="271691" y="158495"/>
                  </a:lnTo>
                  <a:lnTo>
                    <a:pt x="273091" y="158437"/>
                  </a:lnTo>
                  <a:lnTo>
                    <a:pt x="274435" y="158371"/>
                  </a:lnTo>
                  <a:lnTo>
                    <a:pt x="275835" y="158304"/>
                  </a:lnTo>
                  <a:lnTo>
                    <a:pt x="277244" y="158304"/>
                  </a:lnTo>
                  <a:lnTo>
                    <a:pt x="278578" y="158304"/>
                  </a:lnTo>
                  <a:lnTo>
                    <a:pt x="279978" y="158304"/>
                  </a:lnTo>
                  <a:lnTo>
                    <a:pt x="281388" y="158371"/>
                  </a:lnTo>
                  <a:lnTo>
                    <a:pt x="282721" y="158437"/>
                  </a:lnTo>
                  <a:lnTo>
                    <a:pt x="284131" y="158561"/>
                  </a:lnTo>
                  <a:lnTo>
                    <a:pt x="285464" y="158752"/>
                  </a:lnTo>
                  <a:lnTo>
                    <a:pt x="286874" y="158942"/>
                  </a:lnTo>
                  <a:lnTo>
                    <a:pt x="288274" y="159200"/>
                  </a:lnTo>
                  <a:lnTo>
                    <a:pt x="289617" y="159447"/>
                  </a:lnTo>
                  <a:lnTo>
                    <a:pt x="291017" y="159828"/>
                  </a:lnTo>
                  <a:lnTo>
                    <a:pt x="292418" y="160209"/>
                  </a:lnTo>
                  <a:lnTo>
                    <a:pt x="293761" y="160657"/>
                  </a:lnTo>
                  <a:lnTo>
                    <a:pt x="295161" y="161162"/>
                  </a:lnTo>
                  <a:lnTo>
                    <a:pt x="296504" y="161676"/>
                  </a:lnTo>
                  <a:lnTo>
                    <a:pt x="297904" y="162305"/>
                  </a:lnTo>
                  <a:lnTo>
                    <a:pt x="299304" y="162943"/>
                  </a:lnTo>
                  <a:lnTo>
                    <a:pt x="300647" y="163638"/>
                  </a:lnTo>
                  <a:lnTo>
                    <a:pt x="302047" y="164400"/>
                  </a:lnTo>
                  <a:lnTo>
                    <a:pt x="303457" y="165162"/>
                  </a:lnTo>
                  <a:lnTo>
                    <a:pt x="304790" y="166058"/>
                  </a:lnTo>
                  <a:lnTo>
                    <a:pt x="306200" y="166943"/>
                  </a:lnTo>
                  <a:lnTo>
                    <a:pt x="307534" y="167896"/>
                  </a:lnTo>
                  <a:lnTo>
                    <a:pt x="308944" y="168848"/>
                  </a:lnTo>
                  <a:lnTo>
                    <a:pt x="310343" y="169924"/>
                  </a:lnTo>
                  <a:lnTo>
                    <a:pt x="311677" y="171001"/>
                  </a:lnTo>
                  <a:lnTo>
                    <a:pt x="313087" y="172087"/>
                  </a:lnTo>
                  <a:lnTo>
                    <a:pt x="314487" y="173230"/>
                  </a:lnTo>
                  <a:lnTo>
                    <a:pt x="315830" y="174430"/>
                  </a:lnTo>
                  <a:lnTo>
                    <a:pt x="317230" y="175640"/>
                  </a:lnTo>
                  <a:lnTo>
                    <a:pt x="318573" y="176849"/>
                  </a:lnTo>
                  <a:lnTo>
                    <a:pt x="319973" y="178116"/>
                  </a:lnTo>
                  <a:lnTo>
                    <a:pt x="321374" y="179383"/>
                  </a:lnTo>
                  <a:lnTo>
                    <a:pt x="322717" y="180717"/>
                  </a:lnTo>
                  <a:lnTo>
                    <a:pt x="324117" y="182050"/>
                  </a:lnTo>
                  <a:lnTo>
                    <a:pt x="325526" y="183384"/>
                  </a:lnTo>
                  <a:lnTo>
                    <a:pt x="326860" y="184717"/>
                  </a:lnTo>
                  <a:lnTo>
                    <a:pt x="328270" y="186051"/>
                  </a:lnTo>
                  <a:lnTo>
                    <a:pt x="329603" y="187384"/>
                  </a:lnTo>
                  <a:lnTo>
                    <a:pt x="331003" y="188784"/>
                  </a:lnTo>
                  <a:lnTo>
                    <a:pt x="332413" y="190118"/>
                  </a:lnTo>
                  <a:lnTo>
                    <a:pt x="333747" y="191451"/>
                  </a:lnTo>
                  <a:lnTo>
                    <a:pt x="335156" y="192785"/>
                  </a:lnTo>
                  <a:lnTo>
                    <a:pt x="336556" y="194118"/>
                  </a:lnTo>
                  <a:lnTo>
                    <a:pt x="337899" y="195452"/>
                  </a:lnTo>
                  <a:lnTo>
                    <a:pt x="339300" y="196785"/>
                  </a:lnTo>
                  <a:lnTo>
                    <a:pt x="340643" y="198052"/>
                  </a:lnTo>
                  <a:lnTo>
                    <a:pt x="342043" y="199319"/>
                  </a:lnTo>
                  <a:lnTo>
                    <a:pt x="343443" y="200528"/>
                  </a:lnTo>
                  <a:lnTo>
                    <a:pt x="344786" y="201729"/>
                  </a:lnTo>
                  <a:lnTo>
                    <a:pt x="346186" y="202938"/>
                  </a:lnTo>
                  <a:lnTo>
                    <a:pt x="347596" y="204081"/>
                  </a:lnTo>
                  <a:lnTo>
                    <a:pt x="348929" y="205224"/>
                  </a:lnTo>
                  <a:lnTo>
                    <a:pt x="350329" y="206300"/>
                  </a:lnTo>
                  <a:lnTo>
                    <a:pt x="351672" y="207386"/>
                  </a:lnTo>
                  <a:lnTo>
                    <a:pt x="353073" y="208396"/>
                  </a:lnTo>
                  <a:lnTo>
                    <a:pt x="354483" y="209415"/>
                  </a:lnTo>
                  <a:lnTo>
                    <a:pt x="355816" y="210368"/>
                  </a:lnTo>
                  <a:lnTo>
                    <a:pt x="357225" y="211320"/>
                  </a:lnTo>
                  <a:lnTo>
                    <a:pt x="358626" y="212149"/>
                  </a:lnTo>
                  <a:lnTo>
                    <a:pt x="359969" y="213035"/>
                  </a:lnTo>
                  <a:lnTo>
                    <a:pt x="361369" y="213797"/>
                  </a:lnTo>
                  <a:lnTo>
                    <a:pt x="362702" y="214559"/>
                  </a:lnTo>
                  <a:lnTo>
                    <a:pt x="364112" y="215254"/>
                  </a:lnTo>
                  <a:lnTo>
                    <a:pt x="365512" y="215959"/>
                  </a:lnTo>
                  <a:lnTo>
                    <a:pt x="366856" y="216588"/>
                  </a:lnTo>
                  <a:lnTo>
                    <a:pt x="368256" y="217159"/>
                  </a:lnTo>
                  <a:lnTo>
                    <a:pt x="369656" y="217731"/>
                  </a:lnTo>
                  <a:lnTo>
                    <a:pt x="370999" y="218178"/>
                  </a:lnTo>
                  <a:lnTo>
                    <a:pt x="372399" y="218683"/>
                  </a:lnTo>
                  <a:lnTo>
                    <a:pt x="373809" y="219064"/>
                  </a:lnTo>
                  <a:lnTo>
                    <a:pt x="375142" y="219445"/>
                  </a:lnTo>
                  <a:lnTo>
                    <a:pt x="376552" y="219759"/>
                  </a:lnTo>
                  <a:lnTo>
                    <a:pt x="377885" y="220083"/>
                  </a:lnTo>
                  <a:lnTo>
                    <a:pt x="379295" y="220331"/>
                  </a:lnTo>
                  <a:lnTo>
                    <a:pt x="380695" y="220521"/>
                  </a:lnTo>
                  <a:lnTo>
                    <a:pt x="382029" y="220655"/>
                  </a:lnTo>
                  <a:lnTo>
                    <a:pt x="383438" y="220779"/>
                  </a:lnTo>
                  <a:lnTo>
                    <a:pt x="384839" y="220902"/>
                  </a:lnTo>
                  <a:lnTo>
                    <a:pt x="386182" y="220902"/>
                  </a:lnTo>
                  <a:lnTo>
                    <a:pt x="387582" y="220969"/>
                  </a:lnTo>
                  <a:lnTo>
                    <a:pt x="388925" y="220902"/>
                  </a:lnTo>
                  <a:lnTo>
                    <a:pt x="390325" y="220845"/>
                  </a:lnTo>
                  <a:lnTo>
                    <a:pt x="391725" y="220712"/>
                  </a:lnTo>
                  <a:lnTo>
                    <a:pt x="393068" y="220588"/>
                  </a:lnTo>
                  <a:lnTo>
                    <a:pt x="394469" y="220464"/>
                  </a:lnTo>
                  <a:lnTo>
                    <a:pt x="395868" y="220207"/>
                  </a:lnTo>
                  <a:lnTo>
                    <a:pt x="397211" y="220016"/>
                  </a:lnTo>
                  <a:lnTo>
                    <a:pt x="398612" y="219759"/>
                  </a:lnTo>
                  <a:lnTo>
                    <a:pt x="399955" y="219445"/>
                  </a:lnTo>
                  <a:lnTo>
                    <a:pt x="401355" y="219131"/>
                  </a:lnTo>
                  <a:lnTo>
                    <a:pt x="402765" y="218750"/>
                  </a:lnTo>
                  <a:lnTo>
                    <a:pt x="404098" y="218426"/>
                  </a:lnTo>
                  <a:lnTo>
                    <a:pt x="405508" y="217988"/>
                  </a:lnTo>
                  <a:lnTo>
                    <a:pt x="406908" y="217607"/>
                  </a:lnTo>
                  <a:lnTo>
                    <a:pt x="408251" y="217159"/>
                  </a:lnTo>
                  <a:lnTo>
                    <a:pt x="409651" y="216711"/>
                  </a:lnTo>
                  <a:lnTo>
                    <a:pt x="410994" y="216207"/>
                  </a:lnTo>
                  <a:lnTo>
                    <a:pt x="412394" y="215759"/>
                  </a:lnTo>
                  <a:lnTo>
                    <a:pt x="413795" y="215254"/>
                  </a:lnTo>
                  <a:lnTo>
                    <a:pt x="415138" y="214682"/>
                  </a:lnTo>
                  <a:lnTo>
                    <a:pt x="416538" y="214178"/>
                  </a:lnTo>
                  <a:lnTo>
                    <a:pt x="417938" y="213606"/>
                  </a:lnTo>
                  <a:lnTo>
                    <a:pt x="419281" y="213101"/>
                  </a:lnTo>
                  <a:lnTo>
                    <a:pt x="420681" y="212530"/>
                  </a:lnTo>
                  <a:lnTo>
                    <a:pt x="422024" y="211959"/>
                  </a:lnTo>
                  <a:lnTo>
                    <a:pt x="423424" y="211387"/>
                  </a:lnTo>
                  <a:lnTo>
                    <a:pt x="424834" y="210815"/>
                  </a:lnTo>
                  <a:lnTo>
                    <a:pt x="426168" y="210177"/>
                  </a:lnTo>
                  <a:lnTo>
                    <a:pt x="427578" y="209606"/>
                  </a:lnTo>
                  <a:lnTo>
                    <a:pt x="428978" y="209034"/>
                  </a:lnTo>
                  <a:lnTo>
                    <a:pt x="430311" y="208463"/>
                  </a:lnTo>
                  <a:lnTo>
                    <a:pt x="431721" y="207891"/>
                  </a:lnTo>
                  <a:lnTo>
                    <a:pt x="433054" y="207320"/>
                  </a:lnTo>
                  <a:lnTo>
                    <a:pt x="434464" y="206748"/>
                  </a:lnTo>
                  <a:lnTo>
                    <a:pt x="435864" y="206177"/>
                  </a:lnTo>
                  <a:lnTo>
                    <a:pt x="437207" y="205605"/>
                  </a:lnTo>
                  <a:lnTo>
                    <a:pt x="438607" y="205101"/>
                  </a:lnTo>
                  <a:lnTo>
                    <a:pt x="440008" y="204529"/>
                  </a:lnTo>
                  <a:lnTo>
                    <a:pt x="441351" y="204015"/>
                  </a:lnTo>
                  <a:lnTo>
                    <a:pt x="442751" y="203510"/>
                  </a:lnTo>
                  <a:lnTo>
                    <a:pt x="444093" y="203005"/>
                  </a:lnTo>
                  <a:lnTo>
                    <a:pt x="445494" y="202490"/>
                  </a:lnTo>
                  <a:lnTo>
                    <a:pt x="446894" y="202052"/>
                  </a:lnTo>
                  <a:lnTo>
                    <a:pt x="448237" y="201538"/>
                  </a:lnTo>
                  <a:lnTo>
                    <a:pt x="449637" y="201100"/>
                  </a:lnTo>
                  <a:lnTo>
                    <a:pt x="451047" y="200719"/>
                  </a:lnTo>
                  <a:lnTo>
                    <a:pt x="452380" y="200271"/>
                  </a:lnTo>
                  <a:lnTo>
                    <a:pt x="453790" y="199890"/>
                  </a:lnTo>
                  <a:lnTo>
                    <a:pt x="455124" y="199509"/>
                  </a:lnTo>
                  <a:lnTo>
                    <a:pt x="456533" y="199128"/>
                  </a:lnTo>
                  <a:lnTo>
                    <a:pt x="457933" y="198747"/>
                  </a:lnTo>
                  <a:lnTo>
                    <a:pt x="459276" y="198433"/>
                  </a:lnTo>
                  <a:lnTo>
                    <a:pt x="460677" y="198109"/>
                  </a:lnTo>
                  <a:lnTo>
                    <a:pt x="462077" y="197795"/>
                  </a:lnTo>
                  <a:lnTo>
                    <a:pt x="463420" y="197480"/>
                  </a:lnTo>
                  <a:lnTo>
                    <a:pt x="464820" y="197166"/>
                  </a:lnTo>
                  <a:lnTo>
                    <a:pt x="466163" y="196909"/>
                  </a:lnTo>
                  <a:lnTo>
                    <a:pt x="467564" y="196652"/>
                  </a:lnTo>
                  <a:lnTo>
                    <a:pt x="468963" y="196404"/>
                  </a:lnTo>
                  <a:lnTo>
                    <a:pt x="470306" y="196147"/>
                  </a:lnTo>
                  <a:lnTo>
                    <a:pt x="471707" y="195956"/>
                  </a:lnTo>
                  <a:lnTo>
                    <a:pt x="473116" y="195699"/>
                  </a:lnTo>
                  <a:lnTo>
                    <a:pt x="474450" y="195509"/>
                  </a:lnTo>
                  <a:lnTo>
                    <a:pt x="475860" y="195261"/>
                  </a:lnTo>
                  <a:lnTo>
                    <a:pt x="477193" y="195071"/>
                  </a:lnTo>
                  <a:lnTo>
                    <a:pt x="478593" y="194880"/>
                  </a:lnTo>
                  <a:lnTo>
                    <a:pt x="480003" y="194690"/>
                  </a:lnTo>
                  <a:lnTo>
                    <a:pt x="481337" y="194432"/>
                  </a:lnTo>
                  <a:lnTo>
                    <a:pt x="482746" y="194242"/>
                  </a:lnTo>
                  <a:lnTo>
                    <a:pt x="484146" y="194051"/>
                  </a:lnTo>
                  <a:lnTo>
                    <a:pt x="485489" y="193861"/>
                  </a:lnTo>
                  <a:lnTo>
                    <a:pt x="486890" y="193604"/>
                  </a:lnTo>
                  <a:lnTo>
                    <a:pt x="488233" y="193413"/>
                  </a:lnTo>
                  <a:lnTo>
                    <a:pt x="489633" y="193165"/>
                  </a:lnTo>
                  <a:lnTo>
                    <a:pt x="491033" y="192909"/>
                  </a:lnTo>
                  <a:lnTo>
                    <a:pt x="492376" y="192651"/>
                  </a:lnTo>
                  <a:lnTo>
                    <a:pt x="493776" y="192404"/>
                  </a:lnTo>
                  <a:lnTo>
                    <a:pt x="495186" y="192146"/>
                  </a:lnTo>
                  <a:lnTo>
                    <a:pt x="496519" y="191832"/>
                  </a:lnTo>
                  <a:lnTo>
                    <a:pt x="497919" y="191508"/>
                  </a:lnTo>
                  <a:lnTo>
                    <a:pt x="499263" y="191194"/>
                  </a:lnTo>
                  <a:lnTo>
                    <a:pt x="500663" y="190880"/>
                  </a:lnTo>
                  <a:lnTo>
                    <a:pt x="502072" y="190498"/>
                  </a:lnTo>
                  <a:lnTo>
                    <a:pt x="503406" y="190118"/>
                  </a:lnTo>
                  <a:lnTo>
                    <a:pt x="504815" y="189670"/>
                  </a:lnTo>
                  <a:lnTo>
                    <a:pt x="506216" y="189289"/>
                  </a:lnTo>
                  <a:lnTo>
                    <a:pt x="507559" y="188841"/>
                  </a:lnTo>
                  <a:lnTo>
                    <a:pt x="508959" y="188336"/>
                  </a:lnTo>
                  <a:lnTo>
                    <a:pt x="510302" y="187832"/>
                  </a:lnTo>
                  <a:lnTo>
                    <a:pt x="511702" y="187317"/>
                  </a:lnTo>
                  <a:lnTo>
                    <a:pt x="513102" y="186812"/>
                  </a:lnTo>
                  <a:lnTo>
                    <a:pt x="514446" y="186241"/>
                  </a:lnTo>
                  <a:lnTo>
                    <a:pt x="515845" y="185669"/>
                  </a:lnTo>
                  <a:lnTo>
                    <a:pt x="517246" y="185031"/>
                  </a:lnTo>
                  <a:lnTo>
                    <a:pt x="518589" y="184403"/>
                  </a:lnTo>
                  <a:lnTo>
                    <a:pt x="519989" y="183764"/>
                  </a:lnTo>
                  <a:lnTo>
                    <a:pt x="521332" y="183136"/>
                  </a:lnTo>
                  <a:lnTo>
                    <a:pt x="522732" y="182431"/>
                  </a:lnTo>
                  <a:lnTo>
                    <a:pt x="524142" y="181736"/>
                  </a:lnTo>
                  <a:lnTo>
                    <a:pt x="525475" y="180973"/>
                  </a:lnTo>
                  <a:lnTo>
                    <a:pt x="526885" y="180278"/>
                  </a:lnTo>
                  <a:lnTo>
                    <a:pt x="528285" y="179516"/>
                  </a:lnTo>
                  <a:lnTo>
                    <a:pt x="529628" y="178754"/>
                  </a:lnTo>
                  <a:lnTo>
                    <a:pt x="531028" y="177992"/>
                  </a:lnTo>
                  <a:lnTo>
                    <a:pt x="532362" y="177230"/>
                  </a:lnTo>
                  <a:lnTo>
                    <a:pt x="533772" y="176402"/>
                  </a:lnTo>
                  <a:lnTo>
                    <a:pt x="535172" y="175640"/>
                  </a:lnTo>
                  <a:lnTo>
                    <a:pt x="536515" y="174878"/>
                  </a:lnTo>
                  <a:lnTo>
                    <a:pt x="537915" y="174115"/>
                  </a:lnTo>
                  <a:lnTo>
                    <a:pt x="539315" y="173287"/>
                  </a:lnTo>
                  <a:lnTo>
                    <a:pt x="540658" y="172525"/>
                  </a:lnTo>
                  <a:lnTo>
                    <a:pt x="542058" y="171830"/>
                  </a:lnTo>
                  <a:lnTo>
                    <a:pt x="543468" y="171068"/>
                  </a:lnTo>
                  <a:lnTo>
                    <a:pt x="544801" y="170372"/>
                  </a:lnTo>
                  <a:lnTo>
                    <a:pt x="546211" y="169667"/>
                  </a:lnTo>
                  <a:lnTo>
                    <a:pt x="547545" y="168972"/>
                  </a:lnTo>
                  <a:lnTo>
                    <a:pt x="548954" y="168343"/>
                  </a:lnTo>
                  <a:lnTo>
                    <a:pt x="550354" y="167762"/>
                  </a:lnTo>
                  <a:lnTo>
                    <a:pt x="551688" y="167200"/>
                  </a:lnTo>
                  <a:lnTo>
                    <a:pt x="553098" y="166686"/>
                  </a:lnTo>
                  <a:lnTo>
                    <a:pt x="554498" y="166181"/>
                  </a:lnTo>
                  <a:lnTo>
                    <a:pt x="555841" y="165800"/>
                  </a:lnTo>
                  <a:lnTo>
                    <a:pt x="557241" y="165419"/>
                  </a:lnTo>
                  <a:lnTo>
                    <a:pt x="558584" y="165095"/>
                  </a:lnTo>
                  <a:lnTo>
                    <a:pt x="559985" y="164848"/>
                  </a:lnTo>
                  <a:lnTo>
                    <a:pt x="561385" y="164657"/>
                  </a:lnTo>
                  <a:lnTo>
                    <a:pt x="562727" y="164534"/>
                  </a:lnTo>
                  <a:lnTo>
                    <a:pt x="564128" y="164534"/>
                  </a:lnTo>
                  <a:lnTo>
                    <a:pt x="565537" y="164534"/>
                  </a:lnTo>
                  <a:lnTo>
                    <a:pt x="566871" y="164657"/>
                  </a:lnTo>
                  <a:lnTo>
                    <a:pt x="568271" y="164848"/>
                  </a:lnTo>
                  <a:lnTo>
                    <a:pt x="569614" y="165162"/>
                  </a:lnTo>
                  <a:lnTo>
                    <a:pt x="571014" y="165476"/>
                  </a:lnTo>
                  <a:lnTo>
                    <a:pt x="572424" y="165924"/>
                  </a:lnTo>
                  <a:lnTo>
                    <a:pt x="573758" y="166496"/>
                  </a:lnTo>
                  <a:lnTo>
                    <a:pt x="575167" y="167134"/>
                  </a:lnTo>
                  <a:lnTo>
                    <a:pt x="576567" y="167896"/>
                  </a:lnTo>
                  <a:lnTo>
                    <a:pt x="577910" y="168715"/>
                  </a:lnTo>
                  <a:lnTo>
                    <a:pt x="579311" y="169667"/>
                  </a:lnTo>
                  <a:lnTo>
                    <a:pt x="580654" y="170687"/>
                  </a:lnTo>
                  <a:lnTo>
                    <a:pt x="582054" y="171830"/>
                  </a:lnTo>
                  <a:lnTo>
                    <a:pt x="583454" y="173039"/>
                  </a:lnTo>
                  <a:lnTo>
                    <a:pt x="584797" y="174373"/>
                  </a:lnTo>
                  <a:lnTo>
                    <a:pt x="586197" y="175763"/>
                  </a:lnTo>
                  <a:lnTo>
                    <a:pt x="587597" y="177287"/>
                  </a:lnTo>
                  <a:lnTo>
                    <a:pt x="588940" y="178878"/>
                  </a:lnTo>
                  <a:lnTo>
                    <a:pt x="590340" y="180593"/>
                  </a:lnTo>
                  <a:lnTo>
                    <a:pt x="591683" y="182431"/>
                  </a:lnTo>
                  <a:lnTo>
                    <a:pt x="593084" y="184269"/>
                  </a:lnTo>
                  <a:lnTo>
                    <a:pt x="594494" y="186307"/>
                  </a:lnTo>
                  <a:lnTo>
                    <a:pt x="595827" y="188336"/>
                  </a:lnTo>
                  <a:lnTo>
                    <a:pt x="597236" y="190498"/>
                  </a:lnTo>
                  <a:lnTo>
                    <a:pt x="598637" y="192651"/>
                  </a:lnTo>
                  <a:lnTo>
                    <a:pt x="599980" y="194937"/>
                  </a:lnTo>
                  <a:lnTo>
                    <a:pt x="601380" y="197290"/>
                  </a:lnTo>
                  <a:lnTo>
                    <a:pt x="602713" y="199700"/>
                  </a:lnTo>
                  <a:lnTo>
                    <a:pt x="604123" y="202176"/>
                  </a:lnTo>
                  <a:lnTo>
                    <a:pt x="605523" y="204719"/>
                  </a:lnTo>
                  <a:lnTo>
                    <a:pt x="606867" y="207253"/>
                  </a:lnTo>
                  <a:lnTo>
                    <a:pt x="608267" y="209920"/>
                  </a:lnTo>
                  <a:lnTo>
                    <a:pt x="609666" y="212530"/>
                  </a:lnTo>
                  <a:lnTo>
                    <a:pt x="611010" y="215254"/>
                  </a:lnTo>
                  <a:lnTo>
                    <a:pt x="612410" y="217921"/>
                  </a:lnTo>
                  <a:lnTo>
                    <a:pt x="613753" y="220712"/>
                  </a:lnTo>
                  <a:lnTo>
                    <a:pt x="615153" y="223446"/>
                  </a:lnTo>
                  <a:lnTo>
                    <a:pt x="616553" y="226179"/>
                  </a:lnTo>
                  <a:lnTo>
                    <a:pt x="617896" y="228970"/>
                  </a:lnTo>
                  <a:lnTo>
                    <a:pt x="619297" y="231761"/>
                  </a:lnTo>
                  <a:lnTo>
                    <a:pt x="620707" y="234495"/>
                  </a:lnTo>
                  <a:lnTo>
                    <a:pt x="622040" y="237219"/>
                  </a:lnTo>
                  <a:lnTo>
                    <a:pt x="623449" y="240019"/>
                  </a:lnTo>
                  <a:lnTo>
                    <a:pt x="624783" y="242686"/>
                  </a:lnTo>
                  <a:lnTo>
                    <a:pt x="626193" y="245410"/>
                  </a:lnTo>
                  <a:lnTo>
                    <a:pt x="627593" y="248077"/>
                  </a:lnTo>
                  <a:lnTo>
                    <a:pt x="628936" y="250678"/>
                  </a:lnTo>
                  <a:lnTo>
                    <a:pt x="630336" y="253287"/>
                  </a:lnTo>
                  <a:lnTo>
                    <a:pt x="631736" y="255821"/>
                  </a:lnTo>
                  <a:lnTo>
                    <a:pt x="633079" y="258364"/>
                  </a:lnTo>
                  <a:lnTo>
                    <a:pt x="634480" y="260841"/>
                  </a:lnTo>
                  <a:lnTo>
                    <a:pt x="635822" y="263250"/>
                  </a:lnTo>
                  <a:lnTo>
                    <a:pt x="637222" y="265603"/>
                  </a:lnTo>
                  <a:lnTo>
                    <a:pt x="638623" y="267889"/>
                  </a:lnTo>
                  <a:lnTo>
                    <a:pt x="639966" y="270108"/>
                  </a:lnTo>
                  <a:lnTo>
                    <a:pt x="641366" y="272328"/>
                  </a:lnTo>
                  <a:lnTo>
                    <a:pt x="642776" y="274423"/>
                  </a:lnTo>
                  <a:lnTo>
                    <a:pt x="644109" y="276462"/>
                  </a:lnTo>
                  <a:lnTo>
                    <a:pt x="645519" y="278491"/>
                  </a:lnTo>
                  <a:lnTo>
                    <a:pt x="646853" y="280396"/>
                  </a:lnTo>
                  <a:lnTo>
                    <a:pt x="648253" y="282234"/>
                  </a:lnTo>
                  <a:lnTo>
                    <a:pt x="649662" y="284015"/>
                  </a:lnTo>
                  <a:lnTo>
                    <a:pt x="650996" y="285787"/>
                  </a:lnTo>
                  <a:lnTo>
                    <a:pt x="652405" y="287444"/>
                  </a:lnTo>
                  <a:lnTo>
                    <a:pt x="653806" y="289025"/>
                  </a:lnTo>
                  <a:lnTo>
                    <a:pt x="655149" y="290549"/>
                  </a:lnTo>
                  <a:lnTo>
                    <a:pt x="656549" y="292016"/>
                  </a:lnTo>
                  <a:lnTo>
                    <a:pt x="657892" y="293407"/>
                  </a:lnTo>
                  <a:lnTo>
                    <a:pt x="659292" y="294740"/>
                  </a:lnTo>
                  <a:lnTo>
                    <a:pt x="660692" y="296016"/>
                  </a:lnTo>
                  <a:lnTo>
                    <a:pt x="662035" y="297217"/>
                  </a:lnTo>
                  <a:lnTo>
                    <a:pt x="663435" y="298360"/>
                  </a:lnTo>
                  <a:lnTo>
                    <a:pt x="664845" y="299436"/>
                  </a:lnTo>
                  <a:lnTo>
                    <a:pt x="666179" y="300455"/>
                  </a:lnTo>
                  <a:lnTo>
                    <a:pt x="667579" y="301408"/>
                  </a:lnTo>
                  <a:lnTo>
                    <a:pt x="668922" y="302360"/>
                  </a:lnTo>
                  <a:lnTo>
                    <a:pt x="670322" y="303189"/>
                  </a:lnTo>
                  <a:lnTo>
                    <a:pt x="671732" y="304008"/>
                  </a:lnTo>
                  <a:lnTo>
                    <a:pt x="673065" y="304770"/>
                  </a:lnTo>
                  <a:lnTo>
                    <a:pt x="674475" y="305532"/>
                  </a:lnTo>
                  <a:lnTo>
                    <a:pt x="675875" y="306170"/>
                  </a:lnTo>
                  <a:lnTo>
                    <a:pt x="677218" y="306808"/>
                  </a:lnTo>
                  <a:lnTo>
                    <a:pt x="678618" y="307380"/>
                  </a:lnTo>
                  <a:lnTo>
                    <a:pt x="679952" y="307952"/>
                  </a:lnTo>
                  <a:lnTo>
                    <a:pt x="681362" y="308456"/>
                  </a:lnTo>
                  <a:lnTo>
                    <a:pt x="682761" y="308961"/>
                  </a:lnTo>
                  <a:lnTo>
                    <a:pt x="684104" y="309409"/>
                  </a:lnTo>
                  <a:lnTo>
                    <a:pt x="685505" y="309790"/>
                  </a:lnTo>
                  <a:lnTo>
                    <a:pt x="686905" y="310171"/>
                  </a:lnTo>
                  <a:lnTo>
                    <a:pt x="688248" y="310552"/>
                  </a:lnTo>
                  <a:lnTo>
                    <a:pt x="689648" y="310866"/>
                  </a:lnTo>
                  <a:lnTo>
                    <a:pt x="690991" y="311190"/>
                  </a:lnTo>
                  <a:lnTo>
                    <a:pt x="692391" y="311438"/>
                  </a:lnTo>
                  <a:lnTo>
                    <a:pt x="693801" y="311695"/>
                  </a:lnTo>
                  <a:lnTo>
                    <a:pt x="695135" y="311942"/>
                  </a:lnTo>
                  <a:lnTo>
                    <a:pt x="696544" y="312133"/>
                  </a:lnTo>
                  <a:lnTo>
                    <a:pt x="697944" y="312390"/>
                  </a:lnTo>
                  <a:lnTo>
                    <a:pt x="699278" y="312514"/>
                  </a:lnTo>
                  <a:lnTo>
                    <a:pt x="700688" y="312704"/>
                  </a:lnTo>
                  <a:lnTo>
                    <a:pt x="702021" y="312838"/>
                  </a:lnTo>
                  <a:lnTo>
                    <a:pt x="703431" y="313028"/>
                  </a:lnTo>
                  <a:lnTo>
                    <a:pt x="704831" y="313152"/>
                  </a:lnTo>
                  <a:lnTo>
                    <a:pt x="704831" y="314295"/>
                  </a:lnTo>
                  <a:lnTo>
                    <a:pt x="703431" y="314295"/>
                  </a:lnTo>
                  <a:lnTo>
                    <a:pt x="702021" y="314295"/>
                  </a:lnTo>
                  <a:lnTo>
                    <a:pt x="700688" y="314295"/>
                  </a:lnTo>
                  <a:lnTo>
                    <a:pt x="699278" y="314295"/>
                  </a:lnTo>
                  <a:lnTo>
                    <a:pt x="697944" y="314295"/>
                  </a:lnTo>
                  <a:lnTo>
                    <a:pt x="696544" y="314295"/>
                  </a:lnTo>
                  <a:lnTo>
                    <a:pt x="695135" y="314295"/>
                  </a:lnTo>
                  <a:lnTo>
                    <a:pt x="693801" y="314295"/>
                  </a:lnTo>
                  <a:lnTo>
                    <a:pt x="692391" y="314295"/>
                  </a:lnTo>
                  <a:lnTo>
                    <a:pt x="690991" y="314295"/>
                  </a:lnTo>
                  <a:lnTo>
                    <a:pt x="689648" y="314295"/>
                  </a:lnTo>
                  <a:lnTo>
                    <a:pt x="688248" y="314295"/>
                  </a:lnTo>
                  <a:lnTo>
                    <a:pt x="686905" y="314295"/>
                  </a:lnTo>
                  <a:lnTo>
                    <a:pt x="685505" y="314295"/>
                  </a:lnTo>
                  <a:lnTo>
                    <a:pt x="684104" y="314295"/>
                  </a:lnTo>
                  <a:lnTo>
                    <a:pt x="682761" y="314295"/>
                  </a:lnTo>
                  <a:lnTo>
                    <a:pt x="681362" y="314295"/>
                  </a:lnTo>
                  <a:lnTo>
                    <a:pt x="679952" y="314295"/>
                  </a:lnTo>
                  <a:lnTo>
                    <a:pt x="678618" y="314295"/>
                  </a:lnTo>
                  <a:lnTo>
                    <a:pt x="677218" y="314295"/>
                  </a:lnTo>
                  <a:lnTo>
                    <a:pt x="675875" y="314295"/>
                  </a:lnTo>
                  <a:lnTo>
                    <a:pt x="674475" y="314295"/>
                  </a:lnTo>
                  <a:lnTo>
                    <a:pt x="673065" y="314295"/>
                  </a:lnTo>
                  <a:lnTo>
                    <a:pt x="671732" y="314295"/>
                  </a:lnTo>
                  <a:lnTo>
                    <a:pt x="670322" y="314295"/>
                  </a:lnTo>
                  <a:lnTo>
                    <a:pt x="668922" y="314295"/>
                  </a:lnTo>
                  <a:lnTo>
                    <a:pt x="667579" y="314295"/>
                  </a:lnTo>
                  <a:lnTo>
                    <a:pt x="666179" y="314295"/>
                  </a:lnTo>
                  <a:lnTo>
                    <a:pt x="664845" y="314295"/>
                  </a:lnTo>
                  <a:lnTo>
                    <a:pt x="663435" y="314295"/>
                  </a:lnTo>
                  <a:lnTo>
                    <a:pt x="662035" y="314295"/>
                  </a:lnTo>
                  <a:lnTo>
                    <a:pt x="660692" y="314295"/>
                  </a:lnTo>
                  <a:lnTo>
                    <a:pt x="659292" y="314295"/>
                  </a:lnTo>
                  <a:lnTo>
                    <a:pt x="657892" y="314295"/>
                  </a:lnTo>
                  <a:lnTo>
                    <a:pt x="656549" y="314295"/>
                  </a:lnTo>
                  <a:lnTo>
                    <a:pt x="655149" y="314295"/>
                  </a:lnTo>
                  <a:lnTo>
                    <a:pt x="653806" y="314295"/>
                  </a:lnTo>
                  <a:lnTo>
                    <a:pt x="652405" y="314295"/>
                  </a:lnTo>
                  <a:lnTo>
                    <a:pt x="650996" y="314295"/>
                  </a:lnTo>
                  <a:lnTo>
                    <a:pt x="649662" y="314295"/>
                  </a:lnTo>
                  <a:lnTo>
                    <a:pt x="648253" y="314295"/>
                  </a:lnTo>
                  <a:lnTo>
                    <a:pt x="646853" y="314295"/>
                  </a:lnTo>
                  <a:lnTo>
                    <a:pt x="645519" y="314295"/>
                  </a:lnTo>
                  <a:lnTo>
                    <a:pt x="644109" y="314295"/>
                  </a:lnTo>
                  <a:lnTo>
                    <a:pt x="642776" y="314295"/>
                  </a:lnTo>
                  <a:lnTo>
                    <a:pt x="641366" y="314295"/>
                  </a:lnTo>
                  <a:lnTo>
                    <a:pt x="639966" y="314295"/>
                  </a:lnTo>
                  <a:lnTo>
                    <a:pt x="638623" y="314295"/>
                  </a:lnTo>
                  <a:lnTo>
                    <a:pt x="637222" y="314295"/>
                  </a:lnTo>
                  <a:lnTo>
                    <a:pt x="635822" y="314295"/>
                  </a:lnTo>
                  <a:lnTo>
                    <a:pt x="634480" y="314295"/>
                  </a:lnTo>
                  <a:lnTo>
                    <a:pt x="633079" y="314295"/>
                  </a:lnTo>
                  <a:lnTo>
                    <a:pt x="631736" y="314295"/>
                  </a:lnTo>
                  <a:lnTo>
                    <a:pt x="630336" y="314295"/>
                  </a:lnTo>
                  <a:lnTo>
                    <a:pt x="628936" y="314295"/>
                  </a:lnTo>
                  <a:lnTo>
                    <a:pt x="627593" y="314295"/>
                  </a:lnTo>
                  <a:lnTo>
                    <a:pt x="626193" y="314295"/>
                  </a:lnTo>
                  <a:lnTo>
                    <a:pt x="624783" y="314295"/>
                  </a:lnTo>
                  <a:lnTo>
                    <a:pt x="623449" y="314295"/>
                  </a:lnTo>
                  <a:lnTo>
                    <a:pt x="622040" y="314295"/>
                  </a:lnTo>
                  <a:lnTo>
                    <a:pt x="620707" y="314295"/>
                  </a:lnTo>
                  <a:lnTo>
                    <a:pt x="619297" y="314295"/>
                  </a:lnTo>
                  <a:lnTo>
                    <a:pt x="617896" y="314295"/>
                  </a:lnTo>
                  <a:lnTo>
                    <a:pt x="616553" y="314295"/>
                  </a:lnTo>
                  <a:lnTo>
                    <a:pt x="615153" y="314295"/>
                  </a:lnTo>
                  <a:lnTo>
                    <a:pt x="613753" y="314295"/>
                  </a:lnTo>
                  <a:lnTo>
                    <a:pt x="612410" y="314295"/>
                  </a:lnTo>
                  <a:lnTo>
                    <a:pt x="611010" y="314295"/>
                  </a:lnTo>
                  <a:lnTo>
                    <a:pt x="609666" y="314295"/>
                  </a:lnTo>
                  <a:lnTo>
                    <a:pt x="608267" y="314295"/>
                  </a:lnTo>
                  <a:lnTo>
                    <a:pt x="606867" y="314295"/>
                  </a:lnTo>
                  <a:lnTo>
                    <a:pt x="605523" y="314295"/>
                  </a:lnTo>
                  <a:lnTo>
                    <a:pt x="604123" y="314295"/>
                  </a:lnTo>
                  <a:lnTo>
                    <a:pt x="602713" y="314295"/>
                  </a:lnTo>
                  <a:lnTo>
                    <a:pt x="601380" y="314295"/>
                  </a:lnTo>
                  <a:lnTo>
                    <a:pt x="599980" y="314295"/>
                  </a:lnTo>
                  <a:lnTo>
                    <a:pt x="598637" y="314295"/>
                  </a:lnTo>
                  <a:lnTo>
                    <a:pt x="597236" y="314295"/>
                  </a:lnTo>
                  <a:lnTo>
                    <a:pt x="595827" y="314295"/>
                  </a:lnTo>
                  <a:lnTo>
                    <a:pt x="594494" y="314295"/>
                  </a:lnTo>
                  <a:lnTo>
                    <a:pt x="593084" y="314295"/>
                  </a:lnTo>
                  <a:lnTo>
                    <a:pt x="591683" y="314295"/>
                  </a:lnTo>
                  <a:lnTo>
                    <a:pt x="590340" y="314295"/>
                  </a:lnTo>
                  <a:lnTo>
                    <a:pt x="588940" y="314295"/>
                  </a:lnTo>
                  <a:lnTo>
                    <a:pt x="587597" y="314295"/>
                  </a:lnTo>
                  <a:lnTo>
                    <a:pt x="586197" y="314295"/>
                  </a:lnTo>
                  <a:lnTo>
                    <a:pt x="584797" y="314295"/>
                  </a:lnTo>
                  <a:lnTo>
                    <a:pt x="583454" y="314295"/>
                  </a:lnTo>
                  <a:lnTo>
                    <a:pt x="582054" y="314295"/>
                  </a:lnTo>
                  <a:lnTo>
                    <a:pt x="580654" y="314295"/>
                  </a:lnTo>
                  <a:lnTo>
                    <a:pt x="579311" y="314295"/>
                  </a:lnTo>
                  <a:lnTo>
                    <a:pt x="577910" y="314295"/>
                  </a:lnTo>
                  <a:lnTo>
                    <a:pt x="576567" y="314295"/>
                  </a:lnTo>
                  <a:lnTo>
                    <a:pt x="575167" y="314295"/>
                  </a:lnTo>
                  <a:lnTo>
                    <a:pt x="573758" y="314295"/>
                  </a:lnTo>
                  <a:lnTo>
                    <a:pt x="572424" y="314295"/>
                  </a:lnTo>
                  <a:lnTo>
                    <a:pt x="571014" y="314295"/>
                  </a:lnTo>
                  <a:lnTo>
                    <a:pt x="569614" y="314295"/>
                  </a:lnTo>
                  <a:lnTo>
                    <a:pt x="568271" y="314295"/>
                  </a:lnTo>
                  <a:lnTo>
                    <a:pt x="566871" y="314295"/>
                  </a:lnTo>
                  <a:lnTo>
                    <a:pt x="565537" y="314295"/>
                  </a:lnTo>
                  <a:lnTo>
                    <a:pt x="564128" y="314295"/>
                  </a:lnTo>
                  <a:lnTo>
                    <a:pt x="562727" y="314295"/>
                  </a:lnTo>
                  <a:lnTo>
                    <a:pt x="561385" y="314295"/>
                  </a:lnTo>
                  <a:lnTo>
                    <a:pt x="559985" y="314295"/>
                  </a:lnTo>
                  <a:lnTo>
                    <a:pt x="558584" y="314295"/>
                  </a:lnTo>
                  <a:lnTo>
                    <a:pt x="557241" y="314295"/>
                  </a:lnTo>
                  <a:lnTo>
                    <a:pt x="555841" y="314295"/>
                  </a:lnTo>
                  <a:lnTo>
                    <a:pt x="554498" y="314295"/>
                  </a:lnTo>
                  <a:lnTo>
                    <a:pt x="553098" y="314295"/>
                  </a:lnTo>
                  <a:lnTo>
                    <a:pt x="551688" y="314295"/>
                  </a:lnTo>
                  <a:lnTo>
                    <a:pt x="550354" y="314295"/>
                  </a:lnTo>
                  <a:lnTo>
                    <a:pt x="548954" y="314295"/>
                  </a:lnTo>
                  <a:lnTo>
                    <a:pt x="547545" y="314295"/>
                  </a:lnTo>
                  <a:lnTo>
                    <a:pt x="546211" y="314295"/>
                  </a:lnTo>
                  <a:lnTo>
                    <a:pt x="544801" y="314295"/>
                  </a:lnTo>
                  <a:lnTo>
                    <a:pt x="543468" y="314295"/>
                  </a:lnTo>
                  <a:lnTo>
                    <a:pt x="542058" y="314295"/>
                  </a:lnTo>
                  <a:lnTo>
                    <a:pt x="540658" y="314295"/>
                  </a:lnTo>
                  <a:lnTo>
                    <a:pt x="539315" y="314295"/>
                  </a:lnTo>
                  <a:lnTo>
                    <a:pt x="537915" y="314295"/>
                  </a:lnTo>
                  <a:lnTo>
                    <a:pt x="536515" y="314295"/>
                  </a:lnTo>
                  <a:lnTo>
                    <a:pt x="535172" y="314295"/>
                  </a:lnTo>
                  <a:lnTo>
                    <a:pt x="533772" y="314295"/>
                  </a:lnTo>
                  <a:lnTo>
                    <a:pt x="532362" y="314295"/>
                  </a:lnTo>
                  <a:lnTo>
                    <a:pt x="531028" y="314295"/>
                  </a:lnTo>
                  <a:lnTo>
                    <a:pt x="529628" y="314295"/>
                  </a:lnTo>
                  <a:lnTo>
                    <a:pt x="528285" y="314295"/>
                  </a:lnTo>
                  <a:lnTo>
                    <a:pt x="526885" y="314295"/>
                  </a:lnTo>
                  <a:lnTo>
                    <a:pt x="525475" y="314295"/>
                  </a:lnTo>
                  <a:lnTo>
                    <a:pt x="524142" y="314295"/>
                  </a:lnTo>
                  <a:lnTo>
                    <a:pt x="522732" y="314295"/>
                  </a:lnTo>
                  <a:lnTo>
                    <a:pt x="521332" y="314295"/>
                  </a:lnTo>
                  <a:lnTo>
                    <a:pt x="519989" y="314295"/>
                  </a:lnTo>
                  <a:lnTo>
                    <a:pt x="518589" y="314295"/>
                  </a:lnTo>
                  <a:lnTo>
                    <a:pt x="517246" y="314295"/>
                  </a:lnTo>
                  <a:lnTo>
                    <a:pt x="515845" y="314295"/>
                  </a:lnTo>
                  <a:lnTo>
                    <a:pt x="514446" y="314295"/>
                  </a:lnTo>
                  <a:lnTo>
                    <a:pt x="513102" y="314295"/>
                  </a:lnTo>
                  <a:lnTo>
                    <a:pt x="511702" y="314295"/>
                  </a:lnTo>
                  <a:lnTo>
                    <a:pt x="510302" y="314295"/>
                  </a:lnTo>
                  <a:lnTo>
                    <a:pt x="508959" y="314295"/>
                  </a:lnTo>
                  <a:lnTo>
                    <a:pt x="507559" y="314295"/>
                  </a:lnTo>
                  <a:lnTo>
                    <a:pt x="506216" y="314295"/>
                  </a:lnTo>
                  <a:lnTo>
                    <a:pt x="504815" y="314295"/>
                  </a:lnTo>
                  <a:lnTo>
                    <a:pt x="503406" y="314295"/>
                  </a:lnTo>
                  <a:lnTo>
                    <a:pt x="502072" y="314295"/>
                  </a:lnTo>
                  <a:lnTo>
                    <a:pt x="500663" y="314295"/>
                  </a:lnTo>
                  <a:lnTo>
                    <a:pt x="499263" y="314295"/>
                  </a:lnTo>
                  <a:lnTo>
                    <a:pt x="497919" y="314295"/>
                  </a:lnTo>
                  <a:lnTo>
                    <a:pt x="496519" y="314295"/>
                  </a:lnTo>
                  <a:lnTo>
                    <a:pt x="495186" y="314295"/>
                  </a:lnTo>
                  <a:lnTo>
                    <a:pt x="493776" y="314295"/>
                  </a:lnTo>
                  <a:lnTo>
                    <a:pt x="492376" y="314295"/>
                  </a:lnTo>
                  <a:lnTo>
                    <a:pt x="491033" y="314295"/>
                  </a:lnTo>
                  <a:lnTo>
                    <a:pt x="489633" y="314295"/>
                  </a:lnTo>
                  <a:lnTo>
                    <a:pt x="488233" y="314295"/>
                  </a:lnTo>
                  <a:lnTo>
                    <a:pt x="486890" y="314295"/>
                  </a:lnTo>
                  <a:lnTo>
                    <a:pt x="485489" y="314295"/>
                  </a:lnTo>
                  <a:lnTo>
                    <a:pt x="484146" y="314295"/>
                  </a:lnTo>
                  <a:lnTo>
                    <a:pt x="482746" y="314295"/>
                  </a:lnTo>
                  <a:lnTo>
                    <a:pt x="481337" y="314295"/>
                  </a:lnTo>
                  <a:lnTo>
                    <a:pt x="480003" y="314295"/>
                  </a:lnTo>
                  <a:lnTo>
                    <a:pt x="478593" y="314295"/>
                  </a:lnTo>
                  <a:lnTo>
                    <a:pt x="477193" y="314295"/>
                  </a:lnTo>
                  <a:lnTo>
                    <a:pt x="475860" y="314295"/>
                  </a:lnTo>
                  <a:lnTo>
                    <a:pt x="474450" y="314295"/>
                  </a:lnTo>
                  <a:lnTo>
                    <a:pt x="473116" y="314295"/>
                  </a:lnTo>
                  <a:lnTo>
                    <a:pt x="471707" y="314295"/>
                  </a:lnTo>
                  <a:lnTo>
                    <a:pt x="470306" y="314295"/>
                  </a:lnTo>
                  <a:lnTo>
                    <a:pt x="468963" y="314295"/>
                  </a:lnTo>
                  <a:lnTo>
                    <a:pt x="467564" y="314295"/>
                  </a:lnTo>
                  <a:lnTo>
                    <a:pt x="466163" y="314295"/>
                  </a:lnTo>
                  <a:lnTo>
                    <a:pt x="464820" y="314295"/>
                  </a:lnTo>
                  <a:lnTo>
                    <a:pt x="463420" y="314295"/>
                  </a:lnTo>
                  <a:lnTo>
                    <a:pt x="462077" y="314295"/>
                  </a:lnTo>
                  <a:lnTo>
                    <a:pt x="460677" y="314295"/>
                  </a:lnTo>
                  <a:lnTo>
                    <a:pt x="459276" y="314295"/>
                  </a:lnTo>
                  <a:lnTo>
                    <a:pt x="457933" y="314295"/>
                  </a:lnTo>
                  <a:lnTo>
                    <a:pt x="456533" y="314295"/>
                  </a:lnTo>
                  <a:lnTo>
                    <a:pt x="455124" y="314295"/>
                  </a:lnTo>
                  <a:lnTo>
                    <a:pt x="453790" y="314295"/>
                  </a:lnTo>
                  <a:lnTo>
                    <a:pt x="452380" y="314295"/>
                  </a:lnTo>
                  <a:lnTo>
                    <a:pt x="451047" y="314295"/>
                  </a:lnTo>
                  <a:lnTo>
                    <a:pt x="449637" y="314295"/>
                  </a:lnTo>
                  <a:lnTo>
                    <a:pt x="448237" y="314295"/>
                  </a:lnTo>
                  <a:lnTo>
                    <a:pt x="446894" y="314295"/>
                  </a:lnTo>
                  <a:lnTo>
                    <a:pt x="445494" y="314295"/>
                  </a:lnTo>
                  <a:lnTo>
                    <a:pt x="444093" y="314295"/>
                  </a:lnTo>
                  <a:lnTo>
                    <a:pt x="442751" y="314295"/>
                  </a:lnTo>
                  <a:lnTo>
                    <a:pt x="441351" y="314295"/>
                  </a:lnTo>
                  <a:lnTo>
                    <a:pt x="440008" y="314295"/>
                  </a:lnTo>
                  <a:lnTo>
                    <a:pt x="438607" y="314295"/>
                  </a:lnTo>
                  <a:lnTo>
                    <a:pt x="437207" y="314295"/>
                  </a:lnTo>
                  <a:lnTo>
                    <a:pt x="435864" y="314295"/>
                  </a:lnTo>
                  <a:lnTo>
                    <a:pt x="434464" y="314295"/>
                  </a:lnTo>
                  <a:lnTo>
                    <a:pt x="433054" y="314295"/>
                  </a:lnTo>
                  <a:lnTo>
                    <a:pt x="431721" y="314295"/>
                  </a:lnTo>
                  <a:lnTo>
                    <a:pt x="430311" y="314295"/>
                  </a:lnTo>
                  <a:lnTo>
                    <a:pt x="428978" y="314295"/>
                  </a:lnTo>
                  <a:lnTo>
                    <a:pt x="427578" y="314295"/>
                  </a:lnTo>
                  <a:lnTo>
                    <a:pt x="426168" y="314295"/>
                  </a:lnTo>
                  <a:lnTo>
                    <a:pt x="424834" y="314295"/>
                  </a:lnTo>
                  <a:lnTo>
                    <a:pt x="423424" y="314295"/>
                  </a:lnTo>
                  <a:lnTo>
                    <a:pt x="422024" y="314295"/>
                  </a:lnTo>
                  <a:lnTo>
                    <a:pt x="420681" y="314295"/>
                  </a:lnTo>
                  <a:lnTo>
                    <a:pt x="419281" y="314295"/>
                  </a:lnTo>
                  <a:lnTo>
                    <a:pt x="417938" y="314295"/>
                  </a:lnTo>
                  <a:lnTo>
                    <a:pt x="416538" y="314295"/>
                  </a:lnTo>
                  <a:lnTo>
                    <a:pt x="415138" y="314295"/>
                  </a:lnTo>
                  <a:lnTo>
                    <a:pt x="413795" y="314295"/>
                  </a:lnTo>
                  <a:lnTo>
                    <a:pt x="412394" y="314295"/>
                  </a:lnTo>
                  <a:lnTo>
                    <a:pt x="410994" y="314295"/>
                  </a:lnTo>
                  <a:lnTo>
                    <a:pt x="409651" y="314295"/>
                  </a:lnTo>
                  <a:lnTo>
                    <a:pt x="408251" y="314295"/>
                  </a:lnTo>
                  <a:lnTo>
                    <a:pt x="406908" y="314295"/>
                  </a:lnTo>
                  <a:lnTo>
                    <a:pt x="405508" y="314295"/>
                  </a:lnTo>
                  <a:lnTo>
                    <a:pt x="404098" y="314295"/>
                  </a:lnTo>
                  <a:lnTo>
                    <a:pt x="402765" y="314295"/>
                  </a:lnTo>
                  <a:lnTo>
                    <a:pt x="401355" y="314295"/>
                  </a:lnTo>
                  <a:lnTo>
                    <a:pt x="399955" y="314295"/>
                  </a:lnTo>
                  <a:lnTo>
                    <a:pt x="398612" y="314295"/>
                  </a:lnTo>
                  <a:lnTo>
                    <a:pt x="397211" y="314295"/>
                  </a:lnTo>
                  <a:lnTo>
                    <a:pt x="395868" y="314295"/>
                  </a:lnTo>
                  <a:lnTo>
                    <a:pt x="394469" y="314295"/>
                  </a:lnTo>
                  <a:lnTo>
                    <a:pt x="393068" y="314295"/>
                  </a:lnTo>
                  <a:lnTo>
                    <a:pt x="391725" y="314295"/>
                  </a:lnTo>
                  <a:lnTo>
                    <a:pt x="390325" y="314295"/>
                  </a:lnTo>
                  <a:lnTo>
                    <a:pt x="388925" y="314295"/>
                  </a:lnTo>
                  <a:lnTo>
                    <a:pt x="387582" y="314295"/>
                  </a:lnTo>
                  <a:lnTo>
                    <a:pt x="386182" y="314295"/>
                  </a:lnTo>
                  <a:lnTo>
                    <a:pt x="384839" y="314295"/>
                  </a:lnTo>
                  <a:lnTo>
                    <a:pt x="383438" y="314295"/>
                  </a:lnTo>
                  <a:lnTo>
                    <a:pt x="382029" y="314295"/>
                  </a:lnTo>
                  <a:lnTo>
                    <a:pt x="380695" y="314295"/>
                  </a:lnTo>
                  <a:lnTo>
                    <a:pt x="379295" y="314295"/>
                  </a:lnTo>
                  <a:lnTo>
                    <a:pt x="377885" y="314295"/>
                  </a:lnTo>
                  <a:lnTo>
                    <a:pt x="376552" y="314295"/>
                  </a:lnTo>
                  <a:lnTo>
                    <a:pt x="375142" y="314295"/>
                  </a:lnTo>
                  <a:lnTo>
                    <a:pt x="373809" y="314295"/>
                  </a:lnTo>
                  <a:lnTo>
                    <a:pt x="372399" y="314295"/>
                  </a:lnTo>
                  <a:lnTo>
                    <a:pt x="370999" y="314295"/>
                  </a:lnTo>
                  <a:lnTo>
                    <a:pt x="369656" y="314295"/>
                  </a:lnTo>
                  <a:lnTo>
                    <a:pt x="368256" y="314295"/>
                  </a:lnTo>
                  <a:lnTo>
                    <a:pt x="366856" y="314295"/>
                  </a:lnTo>
                  <a:lnTo>
                    <a:pt x="365512" y="314295"/>
                  </a:lnTo>
                  <a:lnTo>
                    <a:pt x="364112" y="314295"/>
                  </a:lnTo>
                  <a:lnTo>
                    <a:pt x="362702" y="314295"/>
                  </a:lnTo>
                  <a:lnTo>
                    <a:pt x="361369" y="314295"/>
                  </a:lnTo>
                  <a:lnTo>
                    <a:pt x="359969" y="314295"/>
                  </a:lnTo>
                  <a:lnTo>
                    <a:pt x="358626" y="314295"/>
                  </a:lnTo>
                  <a:lnTo>
                    <a:pt x="357225" y="314295"/>
                  </a:lnTo>
                  <a:lnTo>
                    <a:pt x="355816" y="314295"/>
                  </a:lnTo>
                  <a:lnTo>
                    <a:pt x="354483" y="314295"/>
                  </a:lnTo>
                  <a:lnTo>
                    <a:pt x="353073" y="314295"/>
                  </a:lnTo>
                  <a:lnTo>
                    <a:pt x="351672" y="314295"/>
                  </a:lnTo>
                  <a:lnTo>
                    <a:pt x="350329" y="314295"/>
                  </a:lnTo>
                  <a:lnTo>
                    <a:pt x="348929" y="314295"/>
                  </a:lnTo>
                  <a:lnTo>
                    <a:pt x="347596" y="314295"/>
                  </a:lnTo>
                  <a:lnTo>
                    <a:pt x="346186" y="314295"/>
                  </a:lnTo>
                  <a:lnTo>
                    <a:pt x="344786" y="314295"/>
                  </a:lnTo>
                  <a:lnTo>
                    <a:pt x="343443" y="314295"/>
                  </a:lnTo>
                  <a:lnTo>
                    <a:pt x="342043" y="314295"/>
                  </a:lnTo>
                  <a:lnTo>
                    <a:pt x="340643" y="314295"/>
                  </a:lnTo>
                  <a:lnTo>
                    <a:pt x="339300" y="314295"/>
                  </a:lnTo>
                  <a:lnTo>
                    <a:pt x="337899" y="314295"/>
                  </a:lnTo>
                  <a:lnTo>
                    <a:pt x="336556" y="314295"/>
                  </a:lnTo>
                  <a:lnTo>
                    <a:pt x="335156" y="314295"/>
                  </a:lnTo>
                  <a:lnTo>
                    <a:pt x="333747" y="314295"/>
                  </a:lnTo>
                  <a:lnTo>
                    <a:pt x="332413" y="314295"/>
                  </a:lnTo>
                  <a:lnTo>
                    <a:pt x="331003" y="314295"/>
                  </a:lnTo>
                  <a:lnTo>
                    <a:pt x="329603" y="314295"/>
                  </a:lnTo>
                  <a:lnTo>
                    <a:pt x="328270" y="314295"/>
                  </a:lnTo>
                  <a:lnTo>
                    <a:pt x="326860" y="314295"/>
                  </a:lnTo>
                  <a:lnTo>
                    <a:pt x="325526" y="314295"/>
                  </a:lnTo>
                  <a:lnTo>
                    <a:pt x="324117" y="314295"/>
                  </a:lnTo>
                  <a:lnTo>
                    <a:pt x="322717" y="314295"/>
                  </a:lnTo>
                  <a:lnTo>
                    <a:pt x="321374" y="314295"/>
                  </a:lnTo>
                  <a:lnTo>
                    <a:pt x="319973" y="314295"/>
                  </a:lnTo>
                  <a:lnTo>
                    <a:pt x="318573" y="314295"/>
                  </a:lnTo>
                  <a:lnTo>
                    <a:pt x="317230" y="314295"/>
                  </a:lnTo>
                  <a:lnTo>
                    <a:pt x="315830" y="314295"/>
                  </a:lnTo>
                  <a:lnTo>
                    <a:pt x="314487" y="314295"/>
                  </a:lnTo>
                  <a:lnTo>
                    <a:pt x="313087" y="314295"/>
                  </a:lnTo>
                  <a:lnTo>
                    <a:pt x="311677" y="314295"/>
                  </a:lnTo>
                  <a:lnTo>
                    <a:pt x="310343" y="314295"/>
                  </a:lnTo>
                  <a:lnTo>
                    <a:pt x="308944" y="314295"/>
                  </a:lnTo>
                  <a:lnTo>
                    <a:pt x="307534" y="314295"/>
                  </a:lnTo>
                  <a:lnTo>
                    <a:pt x="306200" y="314295"/>
                  </a:lnTo>
                  <a:lnTo>
                    <a:pt x="304790" y="314295"/>
                  </a:lnTo>
                  <a:lnTo>
                    <a:pt x="303457" y="314295"/>
                  </a:lnTo>
                  <a:lnTo>
                    <a:pt x="302047" y="314295"/>
                  </a:lnTo>
                  <a:lnTo>
                    <a:pt x="300647" y="314295"/>
                  </a:lnTo>
                  <a:lnTo>
                    <a:pt x="299304" y="314295"/>
                  </a:lnTo>
                  <a:lnTo>
                    <a:pt x="297904" y="314295"/>
                  </a:lnTo>
                  <a:lnTo>
                    <a:pt x="296504" y="314295"/>
                  </a:lnTo>
                  <a:lnTo>
                    <a:pt x="295161" y="314295"/>
                  </a:lnTo>
                  <a:lnTo>
                    <a:pt x="293761" y="314295"/>
                  </a:lnTo>
                  <a:lnTo>
                    <a:pt x="292418" y="314295"/>
                  </a:lnTo>
                  <a:lnTo>
                    <a:pt x="291017" y="314295"/>
                  </a:lnTo>
                  <a:lnTo>
                    <a:pt x="289617" y="314295"/>
                  </a:lnTo>
                  <a:lnTo>
                    <a:pt x="288274" y="314295"/>
                  </a:lnTo>
                  <a:lnTo>
                    <a:pt x="286874" y="314295"/>
                  </a:lnTo>
                  <a:lnTo>
                    <a:pt x="285464" y="314295"/>
                  </a:lnTo>
                  <a:lnTo>
                    <a:pt x="284131" y="314295"/>
                  </a:lnTo>
                  <a:lnTo>
                    <a:pt x="282721" y="314295"/>
                  </a:lnTo>
                  <a:lnTo>
                    <a:pt x="281388" y="314295"/>
                  </a:lnTo>
                  <a:lnTo>
                    <a:pt x="279978" y="314295"/>
                  </a:lnTo>
                  <a:lnTo>
                    <a:pt x="278578" y="314295"/>
                  </a:lnTo>
                  <a:lnTo>
                    <a:pt x="277244" y="314295"/>
                  </a:lnTo>
                  <a:lnTo>
                    <a:pt x="275835" y="314295"/>
                  </a:lnTo>
                  <a:lnTo>
                    <a:pt x="274435" y="314295"/>
                  </a:lnTo>
                  <a:lnTo>
                    <a:pt x="273091" y="314295"/>
                  </a:lnTo>
                  <a:lnTo>
                    <a:pt x="271691" y="314295"/>
                  </a:lnTo>
                  <a:lnTo>
                    <a:pt x="270348" y="314295"/>
                  </a:lnTo>
                  <a:lnTo>
                    <a:pt x="268948" y="314295"/>
                  </a:lnTo>
                  <a:lnTo>
                    <a:pt x="267548" y="314295"/>
                  </a:lnTo>
                  <a:lnTo>
                    <a:pt x="266205" y="314295"/>
                  </a:lnTo>
                  <a:lnTo>
                    <a:pt x="264804" y="314295"/>
                  </a:lnTo>
                  <a:lnTo>
                    <a:pt x="263395" y="314295"/>
                  </a:lnTo>
                  <a:lnTo>
                    <a:pt x="262062" y="314295"/>
                  </a:lnTo>
                  <a:lnTo>
                    <a:pt x="260652" y="314295"/>
                  </a:lnTo>
                  <a:lnTo>
                    <a:pt x="259318" y="314295"/>
                  </a:lnTo>
                  <a:lnTo>
                    <a:pt x="257918" y="314295"/>
                  </a:lnTo>
                  <a:lnTo>
                    <a:pt x="256508" y="314295"/>
                  </a:lnTo>
                  <a:lnTo>
                    <a:pt x="255175" y="314295"/>
                  </a:lnTo>
                  <a:lnTo>
                    <a:pt x="253765" y="314295"/>
                  </a:lnTo>
                  <a:lnTo>
                    <a:pt x="252365" y="314295"/>
                  </a:lnTo>
                  <a:lnTo>
                    <a:pt x="251022" y="314295"/>
                  </a:lnTo>
                  <a:lnTo>
                    <a:pt x="249622" y="314295"/>
                  </a:lnTo>
                  <a:lnTo>
                    <a:pt x="248279" y="314295"/>
                  </a:lnTo>
                  <a:lnTo>
                    <a:pt x="246879" y="314295"/>
                  </a:lnTo>
                  <a:lnTo>
                    <a:pt x="245478" y="314295"/>
                  </a:lnTo>
                  <a:lnTo>
                    <a:pt x="244135" y="314295"/>
                  </a:lnTo>
                  <a:lnTo>
                    <a:pt x="242735" y="314295"/>
                  </a:lnTo>
                  <a:lnTo>
                    <a:pt x="241335" y="314295"/>
                  </a:lnTo>
                  <a:lnTo>
                    <a:pt x="239992" y="314295"/>
                  </a:lnTo>
                  <a:lnTo>
                    <a:pt x="238592" y="314295"/>
                  </a:lnTo>
                  <a:lnTo>
                    <a:pt x="237249" y="314295"/>
                  </a:lnTo>
                  <a:lnTo>
                    <a:pt x="235849" y="314295"/>
                  </a:lnTo>
                  <a:lnTo>
                    <a:pt x="234439" y="314295"/>
                  </a:lnTo>
                  <a:lnTo>
                    <a:pt x="233105" y="314295"/>
                  </a:lnTo>
                  <a:lnTo>
                    <a:pt x="231696" y="314295"/>
                  </a:lnTo>
                  <a:lnTo>
                    <a:pt x="230295" y="314295"/>
                  </a:lnTo>
                  <a:lnTo>
                    <a:pt x="228952" y="314295"/>
                  </a:lnTo>
                  <a:lnTo>
                    <a:pt x="227553" y="314295"/>
                  </a:lnTo>
                  <a:lnTo>
                    <a:pt x="226219" y="314295"/>
                  </a:lnTo>
                  <a:lnTo>
                    <a:pt x="224809" y="314295"/>
                  </a:lnTo>
                  <a:lnTo>
                    <a:pt x="223409" y="314295"/>
                  </a:lnTo>
                  <a:lnTo>
                    <a:pt x="222066" y="314295"/>
                  </a:lnTo>
                  <a:lnTo>
                    <a:pt x="220666" y="314295"/>
                  </a:lnTo>
                  <a:lnTo>
                    <a:pt x="219265" y="314295"/>
                  </a:lnTo>
                  <a:lnTo>
                    <a:pt x="217922" y="314295"/>
                  </a:lnTo>
                  <a:lnTo>
                    <a:pt x="216522" y="314295"/>
                  </a:lnTo>
                  <a:lnTo>
                    <a:pt x="215180" y="314295"/>
                  </a:lnTo>
                  <a:lnTo>
                    <a:pt x="213779" y="314295"/>
                  </a:lnTo>
                  <a:lnTo>
                    <a:pt x="212369" y="314295"/>
                  </a:lnTo>
                  <a:lnTo>
                    <a:pt x="211036" y="314295"/>
                  </a:lnTo>
                  <a:lnTo>
                    <a:pt x="209636" y="314295"/>
                  </a:lnTo>
                  <a:lnTo>
                    <a:pt x="208226" y="314295"/>
                  </a:lnTo>
                  <a:lnTo>
                    <a:pt x="206893" y="314295"/>
                  </a:lnTo>
                  <a:lnTo>
                    <a:pt x="205483" y="314295"/>
                  </a:lnTo>
                  <a:lnTo>
                    <a:pt x="204083" y="314295"/>
                  </a:lnTo>
                  <a:lnTo>
                    <a:pt x="202740" y="314295"/>
                  </a:lnTo>
                  <a:lnTo>
                    <a:pt x="201340" y="314295"/>
                  </a:lnTo>
                  <a:lnTo>
                    <a:pt x="199997" y="314295"/>
                  </a:lnTo>
                  <a:lnTo>
                    <a:pt x="198596" y="314295"/>
                  </a:lnTo>
                  <a:lnTo>
                    <a:pt x="197196" y="314295"/>
                  </a:lnTo>
                  <a:lnTo>
                    <a:pt x="195853" y="314295"/>
                  </a:lnTo>
                  <a:lnTo>
                    <a:pt x="194453" y="314295"/>
                  </a:lnTo>
                  <a:lnTo>
                    <a:pt x="193053" y="314295"/>
                  </a:lnTo>
                  <a:lnTo>
                    <a:pt x="191710" y="314295"/>
                  </a:lnTo>
                  <a:lnTo>
                    <a:pt x="190310" y="314295"/>
                  </a:lnTo>
                  <a:lnTo>
                    <a:pt x="188967" y="314295"/>
                  </a:lnTo>
                  <a:lnTo>
                    <a:pt x="187566" y="314295"/>
                  </a:lnTo>
                  <a:lnTo>
                    <a:pt x="186157" y="314295"/>
                  </a:lnTo>
                  <a:lnTo>
                    <a:pt x="184823" y="314295"/>
                  </a:lnTo>
                  <a:lnTo>
                    <a:pt x="183413" y="314295"/>
                  </a:lnTo>
                  <a:lnTo>
                    <a:pt x="182014" y="314295"/>
                  </a:lnTo>
                  <a:lnTo>
                    <a:pt x="180670" y="314295"/>
                  </a:lnTo>
                  <a:lnTo>
                    <a:pt x="179270" y="314295"/>
                  </a:lnTo>
                  <a:lnTo>
                    <a:pt x="177927" y="314295"/>
                  </a:lnTo>
                  <a:lnTo>
                    <a:pt x="176527" y="314295"/>
                  </a:lnTo>
                  <a:lnTo>
                    <a:pt x="175127" y="314295"/>
                  </a:lnTo>
                  <a:lnTo>
                    <a:pt x="173784" y="314295"/>
                  </a:lnTo>
                  <a:lnTo>
                    <a:pt x="172383" y="314295"/>
                  </a:lnTo>
                  <a:lnTo>
                    <a:pt x="170983" y="314295"/>
                  </a:lnTo>
                  <a:lnTo>
                    <a:pt x="169640" y="314295"/>
                  </a:lnTo>
                  <a:lnTo>
                    <a:pt x="168240" y="314295"/>
                  </a:lnTo>
                  <a:lnTo>
                    <a:pt x="166897" y="314295"/>
                  </a:lnTo>
                  <a:lnTo>
                    <a:pt x="165497" y="314295"/>
                  </a:lnTo>
                  <a:lnTo>
                    <a:pt x="164087" y="314295"/>
                  </a:lnTo>
                  <a:lnTo>
                    <a:pt x="162754" y="314295"/>
                  </a:lnTo>
                  <a:lnTo>
                    <a:pt x="161354" y="314295"/>
                  </a:lnTo>
                  <a:lnTo>
                    <a:pt x="159944" y="314295"/>
                  </a:lnTo>
                  <a:lnTo>
                    <a:pt x="158610" y="314295"/>
                  </a:lnTo>
                  <a:lnTo>
                    <a:pt x="157200" y="314295"/>
                  </a:lnTo>
                  <a:lnTo>
                    <a:pt x="155867" y="314295"/>
                  </a:lnTo>
                  <a:lnTo>
                    <a:pt x="154458" y="314295"/>
                  </a:lnTo>
                  <a:lnTo>
                    <a:pt x="153057" y="314295"/>
                  </a:lnTo>
                  <a:lnTo>
                    <a:pt x="151714" y="314295"/>
                  </a:lnTo>
                  <a:lnTo>
                    <a:pt x="150314" y="314295"/>
                  </a:lnTo>
                  <a:lnTo>
                    <a:pt x="148914" y="314295"/>
                  </a:lnTo>
                  <a:lnTo>
                    <a:pt x="147571" y="314295"/>
                  </a:lnTo>
                  <a:lnTo>
                    <a:pt x="146171" y="314295"/>
                  </a:lnTo>
                  <a:lnTo>
                    <a:pt x="144827" y="314295"/>
                  </a:lnTo>
                  <a:lnTo>
                    <a:pt x="143427" y="314295"/>
                  </a:lnTo>
                  <a:lnTo>
                    <a:pt x="142028" y="314295"/>
                  </a:lnTo>
                  <a:lnTo>
                    <a:pt x="140684" y="314295"/>
                  </a:lnTo>
                  <a:lnTo>
                    <a:pt x="139284" y="314295"/>
                  </a:lnTo>
                  <a:lnTo>
                    <a:pt x="137874" y="314295"/>
                  </a:lnTo>
                  <a:lnTo>
                    <a:pt x="136541" y="314295"/>
                  </a:lnTo>
                  <a:lnTo>
                    <a:pt x="135131" y="314295"/>
                  </a:lnTo>
                  <a:lnTo>
                    <a:pt x="133798" y="314295"/>
                  </a:lnTo>
                  <a:lnTo>
                    <a:pt x="132388" y="314295"/>
                  </a:lnTo>
                  <a:lnTo>
                    <a:pt x="130988" y="314295"/>
                  </a:lnTo>
                  <a:lnTo>
                    <a:pt x="129645" y="314295"/>
                  </a:lnTo>
                  <a:lnTo>
                    <a:pt x="128245" y="314295"/>
                  </a:lnTo>
                  <a:lnTo>
                    <a:pt x="126844" y="314295"/>
                  </a:lnTo>
                  <a:lnTo>
                    <a:pt x="125501" y="314295"/>
                  </a:lnTo>
                  <a:lnTo>
                    <a:pt x="124101" y="314295"/>
                  </a:lnTo>
                  <a:lnTo>
                    <a:pt x="122758" y="314295"/>
                  </a:lnTo>
                  <a:lnTo>
                    <a:pt x="121358" y="314295"/>
                  </a:lnTo>
                  <a:lnTo>
                    <a:pt x="119958" y="314295"/>
                  </a:lnTo>
                  <a:lnTo>
                    <a:pt x="118615" y="314295"/>
                  </a:lnTo>
                  <a:lnTo>
                    <a:pt x="117215" y="314295"/>
                  </a:lnTo>
                  <a:lnTo>
                    <a:pt x="115805" y="314295"/>
                  </a:lnTo>
                  <a:lnTo>
                    <a:pt x="114472" y="314295"/>
                  </a:lnTo>
                  <a:lnTo>
                    <a:pt x="113062" y="314295"/>
                  </a:lnTo>
                  <a:lnTo>
                    <a:pt x="111728" y="314295"/>
                  </a:lnTo>
                  <a:lnTo>
                    <a:pt x="110318" y="314295"/>
                  </a:lnTo>
                  <a:lnTo>
                    <a:pt x="108919" y="314295"/>
                  </a:lnTo>
                  <a:lnTo>
                    <a:pt x="107585" y="314295"/>
                  </a:lnTo>
                  <a:lnTo>
                    <a:pt x="106175" y="314295"/>
                  </a:lnTo>
                  <a:lnTo>
                    <a:pt x="104775" y="314295"/>
                  </a:lnTo>
                  <a:lnTo>
                    <a:pt x="103432" y="314295"/>
                  </a:lnTo>
                  <a:lnTo>
                    <a:pt x="102032" y="314295"/>
                  </a:lnTo>
                  <a:lnTo>
                    <a:pt x="100689" y="314295"/>
                  </a:lnTo>
                  <a:lnTo>
                    <a:pt x="99289" y="314295"/>
                  </a:lnTo>
                  <a:lnTo>
                    <a:pt x="97888" y="314295"/>
                  </a:lnTo>
                  <a:lnTo>
                    <a:pt x="96545" y="314295"/>
                  </a:lnTo>
                  <a:lnTo>
                    <a:pt x="95146" y="314295"/>
                  </a:lnTo>
                  <a:lnTo>
                    <a:pt x="93736" y="314295"/>
                  </a:lnTo>
                  <a:lnTo>
                    <a:pt x="92402" y="314295"/>
                  </a:lnTo>
                  <a:lnTo>
                    <a:pt x="90992" y="314295"/>
                  </a:lnTo>
                  <a:lnTo>
                    <a:pt x="89659" y="314295"/>
                  </a:lnTo>
                  <a:lnTo>
                    <a:pt x="88259" y="314295"/>
                  </a:lnTo>
                  <a:lnTo>
                    <a:pt x="86849" y="314295"/>
                  </a:lnTo>
                  <a:lnTo>
                    <a:pt x="85515" y="314295"/>
                  </a:lnTo>
                  <a:lnTo>
                    <a:pt x="84106" y="314295"/>
                  </a:lnTo>
                  <a:lnTo>
                    <a:pt x="82706" y="314295"/>
                  </a:lnTo>
                  <a:lnTo>
                    <a:pt x="81363" y="314295"/>
                  </a:lnTo>
                  <a:lnTo>
                    <a:pt x="79962" y="314295"/>
                  </a:lnTo>
                  <a:lnTo>
                    <a:pt x="78619" y="314295"/>
                  </a:lnTo>
                  <a:lnTo>
                    <a:pt x="77219" y="314295"/>
                  </a:lnTo>
                  <a:lnTo>
                    <a:pt x="75819" y="314295"/>
                  </a:lnTo>
                  <a:lnTo>
                    <a:pt x="74476" y="314295"/>
                  </a:lnTo>
                  <a:lnTo>
                    <a:pt x="73076" y="314295"/>
                  </a:lnTo>
                  <a:lnTo>
                    <a:pt x="71666" y="314295"/>
                  </a:lnTo>
                  <a:lnTo>
                    <a:pt x="70333" y="314295"/>
                  </a:lnTo>
                  <a:lnTo>
                    <a:pt x="68933" y="314295"/>
                  </a:lnTo>
                  <a:lnTo>
                    <a:pt x="67590" y="314295"/>
                  </a:lnTo>
                  <a:lnTo>
                    <a:pt x="66189" y="314295"/>
                  </a:lnTo>
                  <a:lnTo>
                    <a:pt x="64779" y="314295"/>
                  </a:lnTo>
                  <a:lnTo>
                    <a:pt x="63446" y="314295"/>
                  </a:lnTo>
                  <a:lnTo>
                    <a:pt x="62037" y="314295"/>
                  </a:lnTo>
                  <a:lnTo>
                    <a:pt x="60636" y="314295"/>
                  </a:lnTo>
                  <a:lnTo>
                    <a:pt x="59293" y="314295"/>
                  </a:lnTo>
                  <a:lnTo>
                    <a:pt x="57893" y="314295"/>
                  </a:lnTo>
                  <a:lnTo>
                    <a:pt x="56560" y="314295"/>
                  </a:lnTo>
                  <a:lnTo>
                    <a:pt x="55150" y="314295"/>
                  </a:lnTo>
                  <a:lnTo>
                    <a:pt x="53750" y="314295"/>
                  </a:lnTo>
                  <a:lnTo>
                    <a:pt x="52407" y="314295"/>
                  </a:lnTo>
                  <a:lnTo>
                    <a:pt x="51006" y="314295"/>
                  </a:lnTo>
                  <a:lnTo>
                    <a:pt x="49606" y="314295"/>
                  </a:lnTo>
                  <a:lnTo>
                    <a:pt x="48263" y="314295"/>
                  </a:lnTo>
                  <a:lnTo>
                    <a:pt x="46863" y="314295"/>
                  </a:lnTo>
                  <a:lnTo>
                    <a:pt x="45520" y="314295"/>
                  </a:lnTo>
                  <a:lnTo>
                    <a:pt x="44120" y="314295"/>
                  </a:lnTo>
                  <a:lnTo>
                    <a:pt x="42710" y="314295"/>
                  </a:lnTo>
                  <a:lnTo>
                    <a:pt x="41377" y="314295"/>
                  </a:lnTo>
                  <a:lnTo>
                    <a:pt x="39967" y="314295"/>
                  </a:lnTo>
                  <a:lnTo>
                    <a:pt x="38567" y="314295"/>
                  </a:lnTo>
                  <a:lnTo>
                    <a:pt x="37233" y="314295"/>
                  </a:lnTo>
                  <a:lnTo>
                    <a:pt x="35824" y="314295"/>
                  </a:lnTo>
                  <a:lnTo>
                    <a:pt x="34424" y="314295"/>
                  </a:lnTo>
                  <a:lnTo>
                    <a:pt x="33080" y="314295"/>
                  </a:lnTo>
                  <a:lnTo>
                    <a:pt x="31680" y="314295"/>
                  </a:lnTo>
                  <a:lnTo>
                    <a:pt x="30337" y="314295"/>
                  </a:lnTo>
                  <a:lnTo>
                    <a:pt x="28937" y="314295"/>
                  </a:lnTo>
                  <a:lnTo>
                    <a:pt x="27537" y="314295"/>
                  </a:lnTo>
                  <a:lnTo>
                    <a:pt x="26194" y="314295"/>
                  </a:lnTo>
                  <a:lnTo>
                    <a:pt x="24793" y="314295"/>
                  </a:lnTo>
                  <a:lnTo>
                    <a:pt x="23394" y="314295"/>
                  </a:lnTo>
                  <a:lnTo>
                    <a:pt x="22051" y="314295"/>
                  </a:lnTo>
                  <a:lnTo>
                    <a:pt x="20650" y="314295"/>
                  </a:lnTo>
                  <a:lnTo>
                    <a:pt x="19307" y="314295"/>
                  </a:lnTo>
                  <a:lnTo>
                    <a:pt x="17907" y="314295"/>
                  </a:lnTo>
                  <a:lnTo>
                    <a:pt x="16497" y="314295"/>
                  </a:lnTo>
                  <a:lnTo>
                    <a:pt x="15164" y="314295"/>
                  </a:lnTo>
                  <a:lnTo>
                    <a:pt x="13754" y="314295"/>
                  </a:lnTo>
                  <a:lnTo>
                    <a:pt x="12354" y="314295"/>
                  </a:lnTo>
                  <a:lnTo>
                    <a:pt x="11011" y="314295"/>
                  </a:lnTo>
                  <a:lnTo>
                    <a:pt x="9611" y="314295"/>
                  </a:lnTo>
                  <a:lnTo>
                    <a:pt x="8268" y="314295"/>
                  </a:lnTo>
                  <a:lnTo>
                    <a:pt x="6868" y="314295"/>
                  </a:lnTo>
                  <a:lnTo>
                    <a:pt x="5467" y="314295"/>
                  </a:lnTo>
                  <a:lnTo>
                    <a:pt x="4124" y="314295"/>
                  </a:lnTo>
                  <a:lnTo>
                    <a:pt x="2724" y="314295"/>
                  </a:lnTo>
                  <a:lnTo>
                    <a:pt x="1324" y="314295"/>
                  </a:lnTo>
                  <a:lnTo>
                    <a:pt x="-19" y="314295"/>
                  </a:lnTo>
                  <a:close/>
                </a:path>
              </a:pathLst>
            </a:custGeom>
            <a:solidFill>
              <a:srgbClr val="BCBDB8">
                <a:alpha val="50000"/>
              </a:srgbClr>
            </a:solidFill>
            <a:ln w="9525" cap="flat">
              <a:noFill/>
              <a:prstDash val="solid"/>
              <a:round/>
            </a:ln>
          </p:spPr>
          <p:txBody>
            <a:bodyPr/>
            <a:lstStyle/>
            <a:p>
              <a:endParaRPr lang="zh-CN" altLang="en-US" sz="2190"/>
            </a:p>
          </p:txBody>
        </p:sp>
        <p:sp>
          <p:nvSpPr>
            <p:cNvPr id="982" name="任意多边形: 形状 981"/>
            <p:cNvSpPr/>
            <p:nvPr/>
          </p:nvSpPr>
          <p:spPr>
            <a:xfrm>
              <a:off x="5463049" y="4278834"/>
              <a:ext cx="9525" cy="152400"/>
            </a:xfrm>
            <a:custGeom>
              <a:avLst/>
              <a:gdLst>
                <a:gd name="csX0" fmla="*/ -19 w 9525"/>
                <a:gd name="csY0" fmla="*/ 152370 h 152400"/>
                <a:gd name="csX1" fmla="*/ -19 w 9525"/>
                <a:gd name="csY1" fmla="*/ -30 h 152400"/>
              </a:gdLst>
              <a:ahLst/>
              <a:cxnLst>
                <a:cxn ang="0">
                  <a:pos x="csX0" y="csY0"/>
                </a:cxn>
                <a:cxn ang="0">
                  <a:pos x="csX1" y="csY1"/>
                </a:cxn>
              </a:cxnLst>
              <a:rect l="l" t="t" r="r" b="b"/>
              <a:pathLst>
                <a:path w="9525" h="152400">
                  <a:moveTo>
                    <a:pt x="-19" y="152370"/>
                  </a:moveTo>
                  <a:lnTo>
                    <a:pt x="-19" y="-30"/>
                  </a:lnTo>
                </a:path>
              </a:pathLst>
            </a:custGeom>
            <a:noFill/>
            <a:ln w="7242" cap="flat">
              <a:solidFill>
                <a:srgbClr val="000000"/>
              </a:solidFill>
              <a:prstDash val="solid"/>
              <a:round/>
            </a:ln>
          </p:spPr>
          <p:txBody>
            <a:bodyPr/>
            <a:lstStyle/>
            <a:p>
              <a:endParaRPr lang="zh-CN" altLang="en-US" sz="2190"/>
            </a:p>
          </p:txBody>
        </p:sp>
        <p:sp>
          <p:nvSpPr>
            <p:cNvPr id="983" name="任意多边形: 形状 982"/>
            <p:cNvSpPr/>
            <p:nvPr/>
          </p:nvSpPr>
          <p:spPr>
            <a:xfrm>
              <a:off x="5158249" y="4116909"/>
              <a:ext cx="704850" cy="314325"/>
            </a:xfrm>
            <a:custGeom>
              <a:avLst/>
              <a:gdLst>
                <a:gd name="csX0" fmla="*/ -19 w 704850"/>
                <a:gd name="csY0" fmla="*/ 313981 h 314325"/>
                <a:gd name="csX1" fmla="*/ 1324 w 704850"/>
                <a:gd name="csY1" fmla="*/ 313790 h 314325"/>
                <a:gd name="csX2" fmla="*/ 2724 w 704850"/>
                <a:gd name="csY2" fmla="*/ 313590 h 314325"/>
                <a:gd name="csX3" fmla="*/ 4124 w 704850"/>
                <a:gd name="csY3" fmla="*/ 313400 h 314325"/>
                <a:gd name="csX4" fmla="*/ 5467 w 704850"/>
                <a:gd name="csY4" fmla="*/ 313209 h 314325"/>
                <a:gd name="csX5" fmla="*/ 6868 w 704850"/>
                <a:gd name="csY5" fmla="*/ 312961 h 314325"/>
                <a:gd name="csX6" fmla="*/ 8277 w 704850"/>
                <a:gd name="csY6" fmla="*/ 312704 h 314325"/>
                <a:gd name="csX7" fmla="*/ 9611 w 704850"/>
                <a:gd name="csY7" fmla="*/ 312381 h 314325"/>
                <a:gd name="csX8" fmla="*/ 11020 w 704850"/>
                <a:gd name="csY8" fmla="*/ 312066 h 314325"/>
                <a:gd name="csX9" fmla="*/ 12354 w 704850"/>
                <a:gd name="csY9" fmla="*/ 311742 h 314325"/>
                <a:gd name="csX10" fmla="*/ 13754 w 704850"/>
                <a:gd name="csY10" fmla="*/ 311361 h 314325"/>
                <a:gd name="csX11" fmla="*/ 15164 w 704850"/>
                <a:gd name="csY11" fmla="*/ 310914 h 314325"/>
                <a:gd name="csX12" fmla="*/ 16497 w 704850"/>
                <a:gd name="csY12" fmla="*/ 310475 h 314325"/>
                <a:gd name="csX13" fmla="*/ 17907 w 704850"/>
                <a:gd name="csY13" fmla="*/ 309961 h 314325"/>
                <a:gd name="csX14" fmla="*/ 19307 w 704850"/>
                <a:gd name="csY14" fmla="*/ 309456 h 314325"/>
                <a:gd name="csX15" fmla="*/ 20650 w 704850"/>
                <a:gd name="csY15" fmla="*/ 308875 h 314325"/>
                <a:gd name="csX16" fmla="*/ 22051 w 704850"/>
                <a:gd name="csY16" fmla="*/ 308247 h 314325"/>
                <a:gd name="csX17" fmla="*/ 23394 w 704850"/>
                <a:gd name="csY17" fmla="*/ 307542 h 314325"/>
                <a:gd name="csX18" fmla="*/ 24793 w 704850"/>
                <a:gd name="csY18" fmla="*/ 306780 h 314325"/>
                <a:gd name="csX19" fmla="*/ 26194 w 704850"/>
                <a:gd name="csY19" fmla="*/ 306008 h 314325"/>
                <a:gd name="csX20" fmla="*/ 27537 w 704850"/>
                <a:gd name="csY20" fmla="*/ 305180 h 314325"/>
                <a:gd name="csX21" fmla="*/ 28937 w 704850"/>
                <a:gd name="csY21" fmla="*/ 304227 h 314325"/>
                <a:gd name="csX22" fmla="*/ 30337 w 704850"/>
                <a:gd name="csY22" fmla="*/ 303274 h 314325"/>
                <a:gd name="csX23" fmla="*/ 31680 w 704850"/>
                <a:gd name="csY23" fmla="*/ 302189 h 314325"/>
                <a:gd name="csX24" fmla="*/ 33080 w 704850"/>
                <a:gd name="csY24" fmla="*/ 301103 h 314325"/>
                <a:gd name="csX25" fmla="*/ 34424 w 704850"/>
                <a:gd name="csY25" fmla="*/ 299893 h 314325"/>
                <a:gd name="csX26" fmla="*/ 35824 w 704850"/>
                <a:gd name="csY26" fmla="*/ 298560 h 314325"/>
                <a:gd name="csX27" fmla="*/ 37233 w 704850"/>
                <a:gd name="csY27" fmla="*/ 297217 h 314325"/>
                <a:gd name="csX28" fmla="*/ 38567 w 704850"/>
                <a:gd name="csY28" fmla="*/ 295750 h 314325"/>
                <a:gd name="csX29" fmla="*/ 39976 w 704850"/>
                <a:gd name="csY29" fmla="*/ 294159 h 314325"/>
                <a:gd name="csX30" fmla="*/ 41377 w 704850"/>
                <a:gd name="csY30" fmla="*/ 292502 h 314325"/>
                <a:gd name="csX31" fmla="*/ 42720 w 704850"/>
                <a:gd name="csY31" fmla="*/ 290721 h 314325"/>
                <a:gd name="csX32" fmla="*/ 44120 w 704850"/>
                <a:gd name="csY32" fmla="*/ 288873 h 314325"/>
                <a:gd name="csX33" fmla="*/ 45520 w 704850"/>
                <a:gd name="csY33" fmla="*/ 286901 h 314325"/>
                <a:gd name="csX34" fmla="*/ 46863 w 704850"/>
                <a:gd name="csY34" fmla="*/ 284796 h 314325"/>
                <a:gd name="csX35" fmla="*/ 48263 w 704850"/>
                <a:gd name="csY35" fmla="*/ 282624 h 314325"/>
                <a:gd name="csX36" fmla="*/ 49606 w 704850"/>
                <a:gd name="csY36" fmla="*/ 280272 h 314325"/>
                <a:gd name="csX37" fmla="*/ 51006 w 704850"/>
                <a:gd name="csY37" fmla="*/ 277852 h 314325"/>
                <a:gd name="csX38" fmla="*/ 52407 w 704850"/>
                <a:gd name="csY38" fmla="*/ 275300 h 314325"/>
                <a:gd name="csX39" fmla="*/ 53750 w 704850"/>
                <a:gd name="csY39" fmla="*/ 272623 h 314325"/>
                <a:gd name="csX40" fmla="*/ 55150 w 704850"/>
                <a:gd name="csY40" fmla="*/ 269756 h 314325"/>
                <a:gd name="csX41" fmla="*/ 56560 w 704850"/>
                <a:gd name="csY41" fmla="*/ 266822 h 314325"/>
                <a:gd name="csX42" fmla="*/ 57893 w 704850"/>
                <a:gd name="csY42" fmla="*/ 263765 h 314325"/>
                <a:gd name="csX43" fmla="*/ 59303 w 704850"/>
                <a:gd name="csY43" fmla="*/ 260517 h 314325"/>
                <a:gd name="csX44" fmla="*/ 60636 w 704850"/>
                <a:gd name="csY44" fmla="*/ 257145 h 314325"/>
                <a:gd name="csX45" fmla="*/ 62046 w 704850"/>
                <a:gd name="csY45" fmla="*/ 253697 h 314325"/>
                <a:gd name="csX46" fmla="*/ 63446 w 704850"/>
                <a:gd name="csY46" fmla="*/ 250001 h 314325"/>
                <a:gd name="csX47" fmla="*/ 64779 w 704850"/>
                <a:gd name="csY47" fmla="*/ 246248 h 314325"/>
                <a:gd name="csX48" fmla="*/ 66189 w 704850"/>
                <a:gd name="csY48" fmla="*/ 242419 h 314325"/>
                <a:gd name="csX49" fmla="*/ 67590 w 704850"/>
                <a:gd name="csY49" fmla="*/ 238343 h 314325"/>
                <a:gd name="csX50" fmla="*/ 68933 w 704850"/>
                <a:gd name="csY50" fmla="*/ 234142 h 314325"/>
                <a:gd name="csX51" fmla="*/ 70333 w 704850"/>
                <a:gd name="csY51" fmla="*/ 229865 h 314325"/>
                <a:gd name="csX52" fmla="*/ 71675 w 704850"/>
                <a:gd name="csY52" fmla="*/ 225474 h 314325"/>
                <a:gd name="csX53" fmla="*/ 73076 w 704850"/>
                <a:gd name="csY53" fmla="*/ 220883 h 314325"/>
                <a:gd name="csX54" fmla="*/ 74476 w 704850"/>
                <a:gd name="csY54" fmla="*/ 216235 h 314325"/>
                <a:gd name="csX55" fmla="*/ 75819 w 704850"/>
                <a:gd name="csY55" fmla="*/ 211454 h 314325"/>
                <a:gd name="csX56" fmla="*/ 77219 w 704850"/>
                <a:gd name="csY56" fmla="*/ 206482 h 314325"/>
                <a:gd name="csX57" fmla="*/ 78629 w 704850"/>
                <a:gd name="csY57" fmla="*/ 201509 h 314325"/>
                <a:gd name="csX58" fmla="*/ 79962 w 704850"/>
                <a:gd name="csY58" fmla="*/ 196414 h 314325"/>
                <a:gd name="csX59" fmla="*/ 81363 w 704850"/>
                <a:gd name="csY59" fmla="*/ 191194 h 314325"/>
                <a:gd name="csX60" fmla="*/ 82706 w 704850"/>
                <a:gd name="csY60" fmla="*/ 185841 h 314325"/>
                <a:gd name="csX61" fmla="*/ 84106 w 704850"/>
                <a:gd name="csY61" fmla="*/ 180488 h 314325"/>
                <a:gd name="csX62" fmla="*/ 85515 w 704850"/>
                <a:gd name="csY62" fmla="*/ 175011 h 314325"/>
                <a:gd name="csX63" fmla="*/ 86849 w 704850"/>
                <a:gd name="csY63" fmla="*/ 169458 h 314325"/>
                <a:gd name="csX64" fmla="*/ 88259 w 704850"/>
                <a:gd name="csY64" fmla="*/ 163914 h 314325"/>
                <a:gd name="csX65" fmla="*/ 89659 w 704850"/>
                <a:gd name="csY65" fmla="*/ 158247 h 314325"/>
                <a:gd name="csX66" fmla="*/ 91002 w 704850"/>
                <a:gd name="csY66" fmla="*/ 152580 h 314325"/>
                <a:gd name="csX67" fmla="*/ 92402 w 704850"/>
                <a:gd name="csY67" fmla="*/ 146846 h 314325"/>
                <a:gd name="csX68" fmla="*/ 93745 w 704850"/>
                <a:gd name="csY68" fmla="*/ 141111 h 314325"/>
                <a:gd name="csX69" fmla="*/ 95146 w 704850"/>
                <a:gd name="csY69" fmla="*/ 135377 h 314325"/>
                <a:gd name="csX70" fmla="*/ 96545 w 704850"/>
                <a:gd name="csY70" fmla="*/ 129634 h 314325"/>
                <a:gd name="csX71" fmla="*/ 97888 w 704850"/>
                <a:gd name="csY71" fmla="*/ 123843 h 314325"/>
                <a:gd name="csX72" fmla="*/ 99289 w 704850"/>
                <a:gd name="csY72" fmla="*/ 118166 h 314325"/>
                <a:gd name="csX73" fmla="*/ 100689 w 704850"/>
                <a:gd name="csY73" fmla="*/ 112432 h 314325"/>
                <a:gd name="csX74" fmla="*/ 102032 w 704850"/>
                <a:gd name="csY74" fmla="*/ 106764 h 314325"/>
                <a:gd name="csX75" fmla="*/ 103432 w 704850"/>
                <a:gd name="csY75" fmla="*/ 101221 h 314325"/>
                <a:gd name="csX76" fmla="*/ 104775 w 704850"/>
                <a:gd name="csY76" fmla="*/ 95677 h 314325"/>
                <a:gd name="csX77" fmla="*/ 106175 w 704850"/>
                <a:gd name="csY77" fmla="*/ 90200 h 314325"/>
                <a:gd name="csX78" fmla="*/ 107585 w 704850"/>
                <a:gd name="csY78" fmla="*/ 84847 h 314325"/>
                <a:gd name="csX79" fmla="*/ 108919 w 704850"/>
                <a:gd name="csY79" fmla="*/ 79551 h 314325"/>
                <a:gd name="csX80" fmla="*/ 110328 w 704850"/>
                <a:gd name="csY80" fmla="*/ 74398 h 314325"/>
                <a:gd name="csX81" fmla="*/ 111728 w 704850"/>
                <a:gd name="csY81" fmla="*/ 69293 h 314325"/>
                <a:gd name="csX82" fmla="*/ 113062 w 704850"/>
                <a:gd name="csY82" fmla="*/ 64388 h 314325"/>
                <a:gd name="csX83" fmla="*/ 114472 w 704850"/>
                <a:gd name="csY83" fmla="*/ 59549 h 314325"/>
                <a:gd name="csX84" fmla="*/ 115805 w 704850"/>
                <a:gd name="csY84" fmla="*/ 54901 h 314325"/>
                <a:gd name="csX85" fmla="*/ 117215 w 704850"/>
                <a:gd name="csY85" fmla="*/ 50433 h 314325"/>
                <a:gd name="csX86" fmla="*/ 118615 w 704850"/>
                <a:gd name="csY86" fmla="*/ 46099 h 314325"/>
                <a:gd name="csX87" fmla="*/ 119958 w 704850"/>
                <a:gd name="csY87" fmla="*/ 41832 h 314325"/>
                <a:gd name="csX88" fmla="*/ 121358 w 704850"/>
                <a:gd name="csY88" fmla="*/ 37880 h 314325"/>
                <a:gd name="csX89" fmla="*/ 122758 w 704850"/>
                <a:gd name="csY89" fmla="*/ 34060 h 314325"/>
                <a:gd name="csX90" fmla="*/ 124101 w 704850"/>
                <a:gd name="csY90" fmla="*/ 30431 h 314325"/>
                <a:gd name="csX91" fmla="*/ 125501 w 704850"/>
                <a:gd name="csY91" fmla="*/ 26992 h 314325"/>
                <a:gd name="csX92" fmla="*/ 126844 w 704850"/>
                <a:gd name="csY92" fmla="*/ 23735 h 314325"/>
                <a:gd name="csX93" fmla="*/ 128245 w 704850"/>
                <a:gd name="csY93" fmla="*/ 20677 h 314325"/>
                <a:gd name="csX94" fmla="*/ 129654 w 704850"/>
                <a:gd name="csY94" fmla="*/ 17810 h 314325"/>
                <a:gd name="csX95" fmla="*/ 130988 w 704850"/>
                <a:gd name="csY95" fmla="*/ 15200 h 314325"/>
                <a:gd name="csX96" fmla="*/ 132388 w 704850"/>
                <a:gd name="csY96" fmla="*/ 12781 h 314325"/>
                <a:gd name="csX97" fmla="*/ 133798 w 704850"/>
                <a:gd name="csY97" fmla="*/ 10552 h 314325"/>
                <a:gd name="csX98" fmla="*/ 135131 w 704850"/>
                <a:gd name="csY98" fmla="*/ 8571 h 314325"/>
                <a:gd name="csX99" fmla="*/ 136541 w 704850"/>
                <a:gd name="csY99" fmla="*/ 6790 h 314325"/>
                <a:gd name="csX100" fmla="*/ 137874 w 704850"/>
                <a:gd name="csY100" fmla="*/ 5132 h 314325"/>
                <a:gd name="csX101" fmla="*/ 139284 w 704850"/>
                <a:gd name="csY101" fmla="*/ 3856 h 314325"/>
                <a:gd name="csX102" fmla="*/ 140684 w 704850"/>
                <a:gd name="csY102" fmla="*/ 2713 h 314325"/>
                <a:gd name="csX103" fmla="*/ 142028 w 704850"/>
                <a:gd name="csY103" fmla="*/ 1694 h 314325"/>
                <a:gd name="csX104" fmla="*/ 143427 w 704850"/>
                <a:gd name="csY104" fmla="*/ 989 h 314325"/>
                <a:gd name="csX105" fmla="*/ 144827 w 704850"/>
                <a:gd name="csY105" fmla="*/ 484 h 314325"/>
                <a:gd name="csX106" fmla="*/ 146171 w 704850"/>
                <a:gd name="csY106" fmla="*/ 94 h 314325"/>
                <a:gd name="csX107" fmla="*/ 147571 w 704850"/>
                <a:gd name="csY107" fmla="*/ -30 h 314325"/>
                <a:gd name="csX108" fmla="*/ 148914 w 704850"/>
                <a:gd name="csY108" fmla="*/ 37 h 314325"/>
                <a:gd name="csX109" fmla="*/ 150314 w 704850"/>
                <a:gd name="csY109" fmla="*/ 294 h 314325"/>
                <a:gd name="csX110" fmla="*/ 151714 w 704850"/>
                <a:gd name="csY110" fmla="*/ 675 h 314325"/>
                <a:gd name="csX111" fmla="*/ 153057 w 704850"/>
                <a:gd name="csY111" fmla="*/ 1313 h 314325"/>
                <a:gd name="csX112" fmla="*/ 154458 w 704850"/>
                <a:gd name="csY112" fmla="*/ 2142 h 314325"/>
                <a:gd name="csX113" fmla="*/ 155867 w 704850"/>
                <a:gd name="csY113" fmla="*/ 3028 h 314325"/>
                <a:gd name="csX114" fmla="*/ 157200 w 704850"/>
                <a:gd name="csY114" fmla="*/ 4180 h 314325"/>
                <a:gd name="csX115" fmla="*/ 158610 w 704850"/>
                <a:gd name="csY115" fmla="*/ 5447 h 314325"/>
                <a:gd name="csX116" fmla="*/ 159944 w 704850"/>
                <a:gd name="csY116" fmla="*/ 6856 h 314325"/>
                <a:gd name="csX117" fmla="*/ 161354 w 704850"/>
                <a:gd name="csY117" fmla="*/ 8447 h 314325"/>
                <a:gd name="csX118" fmla="*/ 162754 w 704850"/>
                <a:gd name="csY118" fmla="*/ 10162 h 314325"/>
                <a:gd name="csX119" fmla="*/ 164087 w 704850"/>
                <a:gd name="csY119" fmla="*/ 11952 h 314325"/>
                <a:gd name="csX120" fmla="*/ 165497 w 704850"/>
                <a:gd name="csY120" fmla="*/ 13924 h 314325"/>
                <a:gd name="csX121" fmla="*/ 166897 w 704850"/>
                <a:gd name="csY121" fmla="*/ 16029 h 314325"/>
                <a:gd name="csX122" fmla="*/ 168240 w 704850"/>
                <a:gd name="csY122" fmla="*/ 18191 h 314325"/>
                <a:gd name="csX123" fmla="*/ 169640 w 704850"/>
                <a:gd name="csY123" fmla="*/ 20487 h 314325"/>
                <a:gd name="csX124" fmla="*/ 170983 w 704850"/>
                <a:gd name="csY124" fmla="*/ 22906 h 314325"/>
                <a:gd name="csX125" fmla="*/ 172383 w 704850"/>
                <a:gd name="csY125" fmla="*/ 25392 h 314325"/>
                <a:gd name="csX126" fmla="*/ 173784 w 704850"/>
                <a:gd name="csY126" fmla="*/ 28012 h 314325"/>
                <a:gd name="csX127" fmla="*/ 175127 w 704850"/>
                <a:gd name="csY127" fmla="*/ 30679 h 314325"/>
                <a:gd name="csX128" fmla="*/ 176527 w 704850"/>
                <a:gd name="csY128" fmla="*/ 33422 h 314325"/>
                <a:gd name="csX129" fmla="*/ 177927 w 704850"/>
                <a:gd name="csY129" fmla="*/ 36222 h 314325"/>
                <a:gd name="csX130" fmla="*/ 179270 w 704850"/>
                <a:gd name="csY130" fmla="*/ 39089 h 314325"/>
                <a:gd name="csX131" fmla="*/ 180670 w 704850"/>
                <a:gd name="csY131" fmla="*/ 42023 h 314325"/>
                <a:gd name="csX132" fmla="*/ 182014 w 704850"/>
                <a:gd name="csY132" fmla="*/ 45023 h 314325"/>
                <a:gd name="csX133" fmla="*/ 183413 w 704850"/>
                <a:gd name="csY133" fmla="*/ 48081 h 314325"/>
                <a:gd name="csX134" fmla="*/ 184823 w 704850"/>
                <a:gd name="csY134" fmla="*/ 51138 h 314325"/>
                <a:gd name="csX135" fmla="*/ 186157 w 704850"/>
                <a:gd name="csY135" fmla="*/ 54263 h 314325"/>
                <a:gd name="csX136" fmla="*/ 187566 w 704850"/>
                <a:gd name="csY136" fmla="*/ 57377 h 314325"/>
                <a:gd name="csX137" fmla="*/ 188967 w 704850"/>
                <a:gd name="csY137" fmla="*/ 60501 h 314325"/>
                <a:gd name="csX138" fmla="*/ 190310 w 704850"/>
                <a:gd name="csY138" fmla="*/ 63692 h 314325"/>
                <a:gd name="csX139" fmla="*/ 191710 w 704850"/>
                <a:gd name="csY139" fmla="*/ 66873 h 314325"/>
                <a:gd name="csX140" fmla="*/ 193053 w 704850"/>
                <a:gd name="csY140" fmla="*/ 70065 h 314325"/>
                <a:gd name="csX141" fmla="*/ 194453 w 704850"/>
                <a:gd name="csY141" fmla="*/ 73313 h 314325"/>
                <a:gd name="csX142" fmla="*/ 195853 w 704850"/>
                <a:gd name="csY142" fmla="*/ 76494 h 314325"/>
                <a:gd name="csX143" fmla="*/ 197196 w 704850"/>
                <a:gd name="csY143" fmla="*/ 79685 h 314325"/>
                <a:gd name="csX144" fmla="*/ 198596 w 704850"/>
                <a:gd name="csY144" fmla="*/ 82866 h 314325"/>
                <a:gd name="csX145" fmla="*/ 199997 w 704850"/>
                <a:gd name="csY145" fmla="*/ 85990 h 314325"/>
                <a:gd name="csX146" fmla="*/ 201340 w 704850"/>
                <a:gd name="csY146" fmla="*/ 89181 h 314325"/>
                <a:gd name="csX147" fmla="*/ 202740 w 704850"/>
                <a:gd name="csY147" fmla="*/ 92296 h 314325"/>
                <a:gd name="csX148" fmla="*/ 204083 w 704850"/>
                <a:gd name="csY148" fmla="*/ 95353 h 314325"/>
                <a:gd name="csX149" fmla="*/ 205483 w 704850"/>
                <a:gd name="csY149" fmla="*/ 98420 h 314325"/>
                <a:gd name="csX150" fmla="*/ 206893 w 704850"/>
                <a:gd name="csY150" fmla="*/ 101411 h 314325"/>
                <a:gd name="csX151" fmla="*/ 208226 w 704850"/>
                <a:gd name="csY151" fmla="*/ 104345 h 314325"/>
                <a:gd name="csX152" fmla="*/ 209636 w 704850"/>
                <a:gd name="csY152" fmla="*/ 107269 h 314325"/>
                <a:gd name="csX153" fmla="*/ 211036 w 704850"/>
                <a:gd name="csY153" fmla="*/ 110136 h 314325"/>
                <a:gd name="csX154" fmla="*/ 212369 w 704850"/>
                <a:gd name="csY154" fmla="*/ 112946 h 314325"/>
                <a:gd name="csX155" fmla="*/ 213779 w 704850"/>
                <a:gd name="csY155" fmla="*/ 115680 h 314325"/>
                <a:gd name="csX156" fmla="*/ 215180 w 704850"/>
                <a:gd name="csY156" fmla="*/ 118299 h 314325"/>
                <a:gd name="csX157" fmla="*/ 216522 w 704850"/>
                <a:gd name="csY157" fmla="*/ 120909 h 314325"/>
                <a:gd name="csX158" fmla="*/ 217922 w 704850"/>
                <a:gd name="csY158" fmla="*/ 123462 h 314325"/>
                <a:gd name="csX159" fmla="*/ 219265 w 704850"/>
                <a:gd name="csY159" fmla="*/ 125881 h 314325"/>
                <a:gd name="csX160" fmla="*/ 220666 w 704850"/>
                <a:gd name="csY160" fmla="*/ 128300 h 314325"/>
                <a:gd name="csX161" fmla="*/ 222066 w 704850"/>
                <a:gd name="csY161" fmla="*/ 130596 h 314325"/>
                <a:gd name="csX162" fmla="*/ 223409 w 704850"/>
                <a:gd name="csY162" fmla="*/ 132758 h 314325"/>
                <a:gd name="csX163" fmla="*/ 224809 w 704850"/>
                <a:gd name="csY163" fmla="*/ 134863 h 314325"/>
                <a:gd name="csX164" fmla="*/ 226219 w 704850"/>
                <a:gd name="csY164" fmla="*/ 136901 h 314325"/>
                <a:gd name="csX165" fmla="*/ 227553 w 704850"/>
                <a:gd name="csY165" fmla="*/ 138873 h 314325"/>
                <a:gd name="csX166" fmla="*/ 228952 w 704850"/>
                <a:gd name="csY166" fmla="*/ 140721 h 314325"/>
                <a:gd name="csX167" fmla="*/ 230295 w 704850"/>
                <a:gd name="csY167" fmla="*/ 142512 h 314325"/>
                <a:gd name="csX168" fmla="*/ 231696 w 704850"/>
                <a:gd name="csY168" fmla="*/ 144169 h 314325"/>
                <a:gd name="csX169" fmla="*/ 233105 w 704850"/>
                <a:gd name="csY169" fmla="*/ 145693 h 314325"/>
                <a:gd name="csX170" fmla="*/ 234439 w 704850"/>
                <a:gd name="csY170" fmla="*/ 147160 h 314325"/>
                <a:gd name="csX171" fmla="*/ 235849 w 704850"/>
                <a:gd name="csY171" fmla="*/ 148560 h 314325"/>
                <a:gd name="csX172" fmla="*/ 237249 w 704850"/>
                <a:gd name="csY172" fmla="*/ 149836 h 314325"/>
                <a:gd name="csX173" fmla="*/ 238592 w 704850"/>
                <a:gd name="csY173" fmla="*/ 151046 h 314325"/>
                <a:gd name="csX174" fmla="*/ 239992 w 704850"/>
                <a:gd name="csY174" fmla="*/ 152199 h 314325"/>
                <a:gd name="csX175" fmla="*/ 241335 w 704850"/>
                <a:gd name="csY175" fmla="*/ 153151 h 314325"/>
                <a:gd name="csX176" fmla="*/ 242735 w 704850"/>
                <a:gd name="csY176" fmla="*/ 154104 h 314325"/>
                <a:gd name="csX177" fmla="*/ 244135 w 704850"/>
                <a:gd name="csY177" fmla="*/ 154932 h 314325"/>
                <a:gd name="csX178" fmla="*/ 245478 w 704850"/>
                <a:gd name="csY178" fmla="*/ 155704 h 314325"/>
                <a:gd name="csX179" fmla="*/ 246879 w 704850"/>
                <a:gd name="csY179" fmla="*/ 156332 h 314325"/>
                <a:gd name="csX180" fmla="*/ 248279 w 704850"/>
                <a:gd name="csY180" fmla="*/ 156971 h 314325"/>
                <a:gd name="csX181" fmla="*/ 249622 w 704850"/>
                <a:gd name="csY181" fmla="*/ 157485 h 314325"/>
                <a:gd name="csX182" fmla="*/ 251022 w 704850"/>
                <a:gd name="csY182" fmla="*/ 157933 h 314325"/>
                <a:gd name="csX183" fmla="*/ 252365 w 704850"/>
                <a:gd name="csY183" fmla="*/ 158314 h 314325"/>
                <a:gd name="csX184" fmla="*/ 253765 w 704850"/>
                <a:gd name="csY184" fmla="*/ 158628 h 314325"/>
                <a:gd name="csX185" fmla="*/ 255175 w 704850"/>
                <a:gd name="csY185" fmla="*/ 158885 h 314325"/>
                <a:gd name="csX186" fmla="*/ 256508 w 704850"/>
                <a:gd name="csY186" fmla="*/ 159076 h 314325"/>
                <a:gd name="csX187" fmla="*/ 257918 w 704850"/>
                <a:gd name="csY187" fmla="*/ 159266 h 314325"/>
                <a:gd name="csX188" fmla="*/ 259318 w 704850"/>
                <a:gd name="csY188" fmla="*/ 159333 h 314325"/>
                <a:gd name="csX189" fmla="*/ 260661 w 704850"/>
                <a:gd name="csY189" fmla="*/ 159400 h 314325"/>
                <a:gd name="csX190" fmla="*/ 262062 w 704850"/>
                <a:gd name="csY190" fmla="*/ 159456 h 314325"/>
                <a:gd name="csX191" fmla="*/ 263395 w 704850"/>
                <a:gd name="csY191" fmla="*/ 159456 h 314325"/>
                <a:gd name="csX192" fmla="*/ 264804 w 704850"/>
                <a:gd name="csY192" fmla="*/ 159400 h 314325"/>
                <a:gd name="csX193" fmla="*/ 266205 w 704850"/>
                <a:gd name="csY193" fmla="*/ 159400 h 314325"/>
                <a:gd name="csX194" fmla="*/ 267548 w 704850"/>
                <a:gd name="csY194" fmla="*/ 159333 h 314325"/>
                <a:gd name="csX195" fmla="*/ 268948 w 704850"/>
                <a:gd name="csY195" fmla="*/ 159266 h 314325"/>
                <a:gd name="csX196" fmla="*/ 270348 w 704850"/>
                <a:gd name="csY196" fmla="*/ 159142 h 314325"/>
                <a:gd name="csX197" fmla="*/ 271691 w 704850"/>
                <a:gd name="csY197" fmla="*/ 159076 h 314325"/>
                <a:gd name="csX198" fmla="*/ 273091 w 704850"/>
                <a:gd name="csY198" fmla="*/ 159009 h 314325"/>
                <a:gd name="csX199" fmla="*/ 274435 w 704850"/>
                <a:gd name="csY199" fmla="*/ 158952 h 314325"/>
                <a:gd name="csX200" fmla="*/ 275835 w 704850"/>
                <a:gd name="csY200" fmla="*/ 158885 h 314325"/>
                <a:gd name="csX201" fmla="*/ 277244 w 704850"/>
                <a:gd name="csY201" fmla="*/ 158885 h 314325"/>
                <a:gd name="csX202" fmla="*/ 278578 w 704850"/>
                <a:gd name="csY202" fmla="*/ 158885 h 314325"/>
                <a:gd name="csX203" fmla="*/ 279987 w 704850"/>
                <a:gd name="csY203" fmla="*/ 158885 h 314325"/>
                <a:gd name="csX204" fmla="*/ 281388 w 704850"/>
                <a:gd name="csY204" fmla="*/ 158952 h 314325"/>
                <a:gd name="csX205" fmla="*/ 282721 w 704850"/>
                <a:gd name="csY205" fmla="*/ 159009 h 314325"/>
                <a:gd name="csX206" fmla="*/ 284131 w 704850"/>
                <a:gd name="csY206" fmla="*/ 159142 h 314325"/>
                <a:gd name="csX207" fmla="*/ 285464 w 704850"/>
                <a:gd name="csY207" fmla="*/ 159333 h 314325"/>
                <a:gd name="csX208" fmla="*/ 286874 w 704850"/>
                <a:gd name="csY208" fmla="*/ 159523 h 314325"/>
                <a:gd name="csX209" fmla="*/ 288274 w 704850"/>
                <a:gd name="csY209" fmla="*/ 159781 h 314325"/>
                <a:gd name="csX210" fmla="*/ 289617 w 704850"/>
                <a:gd name="csY210" fmla="*/ 160028 h 314325"/>
                <a:gd name="csX211" fmla="*/ 291017 w 704850"/>
                <a:gd name="csY211" fmla="*/ 160419 h 314325"/>
                <a:gd name="csX212" fmla="*/ 292418 w 704850"/>
                <a:gd name="csY212" fmla="*/ 160800 h 314325"/>
                <a:gd name="csX213" fmla="*/ 293761 w 704850"/>
                <a:gd name="csY213" fmla="*/ 161247 h 314325"/>
                <a:gd name="csX214" fmla="*/ 295161 w 704850"/>
                <a:gd name="csY214" fmla="*/ 161752 h 314325"/>
                <a:gd name="csX215" fmla="*/ 296504 w 704850"/>
                <a:gd name="csY215" fmla="*/ 162266 h 314325"/>
                <a:gd name="csX216" fmla="*/ 297904 w 704850"/>
                <a:gd name="csY216" fmla="*/ 162895 h 314325"/>
                <a:gd name="csX217" fmla="*/ 299314 w 704850"/>
                <a:gd name="csY217" fmla="*/ 163533 h 314325"/>
                <a:gd name="csX218" fmla="*/ 300647 w 704850"/>
                <a:gd name="csY218" fmla="*/ 164238 h 314325"/>
                <a:gd name="csX219" fmla="*/ 302047 w 704850"/>
                <a:gd name="csY219" fmla="*/ 165000 h 314325"/>
                <a:gd name="csX220" fmla="*/ 303457 w 704850"/>
                <a:gd name="csY220" fmla="*/ 165762 h 314325"/>
                <a:gd name="csX221" fmla="*/ 304790 w 704850"/>
                <a:gd name="csY221" fmla="*/ 166658 h 314325"/>
                <a:gd name="csX222" fmla="*/ 306200 w 704850"/>
                <a:gd name="csY222" fmla="*/ 167553 h 314325"/>
                <a:gd name="csX223" fmla="*/ 307534 w 704850"/>
                <a:gd name="csY223" fmla="*/ 168505 h 314325"/>
                <a:gd name="csX224" fmla="*/ 308944 w 704850"/>
                <a:gd name="csY224" fmla="*/ 169458 h 314325"/>
                <a:gd name="csX225" fmla="*/ 310343 w 704850"/>
                <a:gd name="csY225" fmla="*/ 170544 h 314325"/>
                <a:gd name="csX226" fmla="*/ 311686 w 704850"/>
                <a:gd name="csY226" fmla="*/ 171630 h 314325"/>
                <a:gd name="csX227" fmla="*/ 313087 w 704850"/>
                <a:gd name="csY227" fmla="*/ 172715 h 314325"/>
                <a:gd name="csX228" fmla="*/ 314487 w 704850"/>
                <a:gd name="csY228" fmla="*/ 173859 h 314325"/>
                <a:gd name="csX229" fmla="*/ 315830 w 704850"/>
                <a:gd name="csY229" fmla="*/ 175068 h 314325"/>
                <a:gd name="csX230" fmla="*/ 317230 w 704850"/>
                <a:gd name="csY230" fmla="*/ 176278 h 314325"/>
                <a:gd name="csX231" fmla="*/ 318573 w 704850"/>
                <a:gd name="csY231" fmla="*/ 177487 h 314325"/>
                <a:gd name="csX232" fmla="*/ 319973 w 704850"/>
                <a:gd name="csY232" fmla="*/ 178764 h 314325"/>
                <a:gd name="csX233" fmla="*/ 321374 w 704850"/>
                <a:gd name="csY233" fmla="*/ 180040 h 314325"/>
                <a:gd name="csX234" fmla="*/ 322717 w 704850"/>
                <a:gd name="csY234" fmla="*/ 181374 h 314325"/>
                <a:gd name="csX235" fmla="*/ 324117 w 704850"/>
                <a:gd name="csY235" fmla="*/ 182717 h 314325"/>
                <a:gd name="csX236" fmla="*/ 325526 w 704850"/>
                <a:gd name="csY236" fmla="*/ 184050 h 314325"/>
                <a:gd name="csX237" fmla="*/ 326860 w 704850"/>
                <a:gd name="csY237" fmla="*/ 185393 h 314325"/>
                <a:gd name="csX238" fmla="*/ 328270 w 704850"/>
                <a:gd name="csY238" fmla="*/ 186727 h 314325"/>
                <a:gd name="csX239" fmla="*/ 329603 w 704850"/>
                <a:gd name="csY239" fmla="*/ 188070 h 314325"/>
                <a:gd name="csX240" fmla="*/ 331013 w 704850"/>
                <a:gd name="csY240" fmla="*/ 189470 h 314325"/>
                <a:gd name="csX241" fmla="*/ 332413 w 704850"/>
                <a:gd name="csY241" fmla="*/ 190813 h 314325"/>
                <a:gd name="csX242" fmla="*/ 333756 w 704850"/>
                <a:gd name="csY242" fmla="*/ 192146 h 314325"/>
                <a:gd name="csX243" fmla="*/ 335156 w 704850"/>
                <a:gd name="csY243" fmla="*/ 193489 h 314325"/>
                <a:gd name="csX244" fmla="*/ 336556 w 704850"/>
                <a:gd name="csY244" fmla="*/ 194823 h 314325"/>
                <a:gd name="csX245" fmla="*/ 337899 w 704850"/>
                <a:gd name="csY245" fmla="*/ 196166 h 314325"/>
                <a:gd name="csX246" fmla="*/ 339300 w 704850"/>
                <a:gd name="csY246" fmla="*/ 197500 h 314325"/>
                <a:gd name="csX247" fmla="*/ 340643 w 704850"/>
                <a:gd name="csY247" fmla="*/ 198776 h 314325"/>
                <a:gd name="csX248" fmla="*/ 342043 w 704850"/>
                <a:gd name="csY248" fmla="*/ 200052 h 314325"/>
                <a:gd name="csX249" fmla="*/ 343443 w 704850"/>
                <a:gd name="csY249" fmla="*/ 201262 h 314325"/>
                <a:gd name="csX250" fmla="*/ 344786 w 704850"/>
                <a:gd name="csY250" fmla="*/ 202472 h 314325"/>
                <a:gd name="csX251" fmla="*/ 346186 w 704850"/>
                <a:gd name="csY251" fmla="*/ 203681 h 314325"/>
                <a:gd name="csX252" fmla="*/ 347596 w 704850"/>
                <a:gd name="csY252" fmla="*/ 204824 h 314325"/>
                <a:gd name="csX253" fmla="*/ 348929 w 704850"/>
                <a:gd name="csY253" fmla="*/ 205977 h 314325"/>
                <a:gd name="csX254" fmla="*/ 350329 w 704850"/>
                <a:gd name="csY254" fmla="*/ 207053 h 314325"/>
                <a:gd name="csX255" fmla="*/ 351672 w 704850"/>
                <a:gd name="csY255" fmla="*/ 208139 h 314325"/>
                <a:gd name="csX256" fmla="*/ 353073 w 704850"/>
                <a:gd name="csY256" fmla="*/ 209158 h 314325"/>
                <a:gd name="csX257" fmla="*/ 354483 w 704850"/>
                <a:gd name="csY257" fmla="*/ 210177 h 314325"/>
                <a:gd name="csX258" fmla="*/ 355816 w 704850"/>
                <a:gd name="csY258" fmla="*/ 211130 h 314325"/>
                <a:gd name="csX259" fmla="*/ 357225 w 704850"/>
                <a:gd name="csY259" fmla="*/ 212092 h 314325"/>
                <a:gd name="csX260" fmla="*/ 358626 w 704850"/>
                <a:gd name="csY260" fmla="*/ 212920 h 314325"/>
                <a:gd name="csX261" fmla="*/ 359969 w 704850"/>
                <a:gd name="csY261" fmla="*/ 213816 h 314325"/>
                <a:gd name="csX262" fmla="*/ 361369 w 704850"/>
                <a:gd name="csY262" fmla="*/ 214578 h 314325"/>
                <a:gd name="csX263" fmla="*/ 362712 w 704850"/>
                <a:gd name="csY263" fmla="*/ 215340 h 314325"/>
                <a:gd name="csX264" fmla="*/ 364112 w 704850"/>
                <a:gd name="csY264" fmla="*/ 216045 h 314325"/>
                <a:gd name="csX265" fmla="*/ 365512 w 704850"/>
                <a:gd name="csY265" fmla="*/ 216740 h 314325"/>
                <a:gd name="csX266" fmla="*/ 366856 w 704850"/>
                <a:gd name="csY266" fmla="*/ 217378 h 314325"/>
                <a:gd name="csX267" fmla="*/ 368256 w 704850"/>
                <a:gd name="csY267" fmla="*/ 217950 h 314325"/>
                <a:gd name="csX268" fmla="*/ 369656 w 704850"/>
                <a:gd name="csY268" fmla="*/ 218531 h 314325"/>
                <a:gd name="csX269" fmla="*/ 370999 w 704850"/>
                <a:gd name="csY269" fmla="*/ 218969 h 314325"/>
                <a:gd name="csX270" fmla="*/ 372399 w 704850"/>
                <a:gd name="csY270" fmla="*/ 219483 h 314325"/>
                <a:gd name="csX271" fmla="*/ 373809 w 704850"/>
                <a:gd name="csY271" fmla="*/ 219864 h 314325"/>
                <a:gd name="csX272" fmla="*/ 375142 w 704850"/>
                <a:gd name="csY272" fmla="*/ 220245 h 314325"/>
                <a:gd name="csX273" fmla="*/ 376552 w 704850"/>
                <a:gd name="csY273" fmla="*/ 220569 h 314325"/>
                <a:gd name="csX274" fmla="*/ 377885 w 704850"/>
                <a:gd name="csY274" fmla="*/ 220883 h 314325"/>
                <a:gd name="csX275" fmla="*/ 379295 w 704850"/>
                <a:gd name="csY275" fmla="*/ 221141 h 314325"/>
                <a:gd name="csX276" fmla="*/ 380695 w 704850"/>
                <a:gd name="csY276" fmla="*/ 221331 h 314325"/>
                <a:gd name="csX277" fmla="*/ 382039 w 704850"/>
                <a:gd name="csY277" fmla="*/ 221455 h 314325"/>
                <a:gd name="csX278" fmla="*/ 383438 w 704850"/>
                <a:gd name="csY278" fmla="*/ 221588 h 314325"/>
                <a:gd name="csX279" fmla="*/ 384839 w 704850"/>
                <a:gd name="csY279" fmla="*/ 221712 h 314325"/>
                <a:gd name="csX280" fmla="*/ 386182 w 704850"/>
                <a:gd name="csY280" fmla="*/ 221712 h 314325"/>
                <a:gd name="csX281" fmla="*/ 387582 w 704850"/>
                <a:gd name="csY281" fmla="*/ 221779 h 314325"/>
                <a:gd name="csX282" fmla="*/ 388925 w 704850"/>
                <a:gd name="csY282" fmla="*/ 221712 h 314325"/>
                <a:gd name="csX283" fmla="*/ 390325 w 704850"/>
                <a:gd name="csY283" fmla="*/ 221645 h 314325"/>
                <a:gd name="csX284" fmla="*/ 391725 w 704850"/>
                <a:gd name="csY284" fmla="*/ 221522 h 314325"/>
                <a:gd name="csX285" fmla="*/ 393068 w 704850"/>
                <a:gd name="csY285" fmla="*/ 221398 h 314325"/>
                <a:gd name="csX286" fmla="*/ 394469 w 704850"/>
                <a:gd name="csY286" fmla="*/ 221264 h 314325"/>
                <a:gd name="csX287" fmla="*/ 395878 w 704850"/>
                <a:gd name="csY287" fmla="*/ 221007 h 314325"/>
                <a:gd name="csX288" fmla="*/ 397211 w 704850"/>
                <a:gd name="csY288" fmla="*/ 220817 h 314325"/>
                <a:gd name="csX289" fmla="*/ 398621 w 704850"/>
                <a:gd name="csY289" fmla="*/ 220569 h 314325"/>
                <a:gd name="csX290" fmla="*/ 399955 w 704850"/>
                <a:gd name="csY290" fmla="*/ 220245 h 314325"/>
                <a:gd name="csX291" fmla="*/ 401355 w 704850"/>
                <a:gd name="csY291" fmla="*/ 219931 h 314325"/>
                <a:gd name="csX292" fmla="*/ 402765 w 704850"/>
                <a:gd name="csY292" fmla="*/ 219550 h 314325"/>
                <a:gd name="csX293" fmla="*/ 404098 w 704850"/>
                <a:gd name="csY293" fmla="*/ 219226 h 314325"/>
                <a:gd name="csX294" fmla="*/ 405508 w 704850"/>
                <a:gd name="csY294" fmla="*/ 218778 h 314325"/>
                <a:gd name="csX295" fmla="*/ 406908 w 704850"/>
                <a:gd name="csY295" fmla="*/ 218397 h 314325"/>
                <a:gd name="csX296" fmla="*/ 408251 w 704850"/>
                <a:gd name="csY296" fmla="*/ 217950 h 314325"/>
                <a:gd name="csX297" fmla="*/ 409651 w 704850"/>
                <a:gd name="csY297" fmla="*/ 217511 h 314325"/>
                <a:gd name="csX298" fmla="*/ 410994 w 704850"/>
                <a:gd name="csY298" fmla="*/ 216997 h 314325"/>
                <a:gd name="csX299" fmla="*/ 412394 w 704850"/>
                <a:gd name="csY299" fmla="*/ 216550 h 314325"/>
                <a:gd name="csX300" fmla="*/ 413795 w 704850"/>
                <a:gd name="csY300" fmla="*/ 216045 h 314325"/>
                <a:gd name="csX301" fmla="*/ 415138 w 704850"/>
                <a:gd name="csY301" fmla="*/ 215464 h 314325"/>
                <a:gd name="csX302" fmla="*/ 416538 w 704850"/>
                <a:gd name="csY302" fmla="*/ 214959 h 314325"/>
                <a:gd name="csX303" fmla="*/ 417938 w 704850"/>
                <a:gd name="csY303" fmla="*/ 214387 h 314325"/>
                <a:gd name="csX304" fmla="*/ 419281 w 704850"/>
                <a:gd name="csY304" fmla="*/ 213873 h 314325"/>
                <a:gd name="csX305" fmla="*/ 420681 w 704850"/>
                <a:gd name="csY305" fmla="*/ 213301 h 314325"/>
                <a:gd name="csX306" fmla="*/ 422024 w 704850"/>
                <a:gd name="csY306" fmla="*/ 212730 h 314325"/>
                <a:gd name="csX307" fmla="*/ 423424 w 704850"/>
                <a:gd name="csY307" fmla="*/ 212159 h 314325"/>
                <a:gd name="csX308" fmla="*/ 424834 w 704850"/>
                <a:gd name="csY308" fmla="*/ 211577 h 314325"/>
                <a:gd name="csX309" fmla="*/ 426168 w 704850"/>
                <a:gd name="csY309" fmla="*/ 210939 h 314325"/>
                <a:gd name="csX310" fmla="*/ 427578 w 704850"/>
                <a:gd name="csY310" fmla="*/ 210368 h 314325"/>
                <a:gd name="csX311" fmla="*/ 428978 w 704850"/>
                <a:gd name="csY311" fmla="*/ 209796 h 314325"/>
                <a:gd name="csX312" fmla="*/ 430320 w 704850"/>
                <a:gd name="csY312" fmla="*/ 209225 h 314325"/>
                <a:gd name="csX313" fmla="*/ 431721 w 704850"/>
                <a:gd name="csY313" fmla="*/ 208653 h 314325"/>
                <a:gd name="csX314" fmla="*/ 433054 w 704850"/>
                <a:gd name="csY314" fmla="*/ 208072 h 314325"/>
                <a:gd name="csX315" fmla="*/ 434464 w 704850"/>
                <a:gd name="csY315" fmla="*/ 207501 h 314325"/>
                <a:gd name="csX316" fmla="*/ 435864 w 704850"/>
                <a:gd name="csY316" fmla="*/ 206929 h 314325"/>
                <a:gd name="csX317" fmla="*/ 437207 w 704850"/>
                <a:gd name="csY317" fmla="*/ 206358 h 314325"/>
                <a:gd name="csX318" fmla="*/ 438607 w 704850"/>
                <a:gd name="csY318" fmla="*/ 205843 h 314325"/>
                <a:gd name="csX319" fmla="*/ 440008 w 704850"/>
                <a:gd name="csY319" fmla="*/ 205272 h 314325"/>
                <a:gd name="csX320" fmla="*/ 441351 w 704850"/>
                <a:gd name="csY320" fmla="*/ 204767 h 314325"/>
                <a:gd name="csX321" fmla="*/ 442751 w 704850"/>
                <a:gd name="csY321" fmla="*/ 204253 h 314325"/>
                <a:gd name="csX322" fmla="*/ 444093 w 704850"/>
                <a:gd name="csY322" fmla="*/ 203748 h 314325"/>
                <a:gd name="csX323" fmla="*/ 445494 w 704850"/>
                <a:gd name="csY323" fmla="*/ 203233 h 314325"/>
                <a:gd name="csX324" fmla="*/ 446904 w 704850"/>
                <a:gd name="csY324" fmla="*/ 202786 h 314325"/>
                <a:gd name="csX325" fmla="*/ 448237 w 704850"/>
                <a:gd name="csY325" fmla="*/ 202281 h 314325"/>
                <a:gd name="csX326" fmla="*/ 449637 w 704850"/>
                <a:gd name="csY326" fmla="*/ 201833 h 314325"/>
                <a:gd name="csX327" fmla="*/ 451047 w 704850"/>
                <a:gd name="csY327" fmla="*/ 201452 h 314325"/>
                <a:gd name="csX328" fmla="*/ 452380 w 704850"/>
                <a:gd name="csY328" fmla="*/ 201005 h 314325"/>
                <a:gd name="csX329" fmla="*/ 453790 w 704850"/>
                <a:gd name="csY329" fmla="*/ 200624 h 314325"/>
                <a:gd name="csX330" fmla="*/ 455124 w 704850"/>
                <a:gd name="csY330" fmla="*/ 200243 h 314325"/>
                <a:gd name="csX331" fmla="*/ 456533 w 704850"/>
                <a:gd name="csY331" fmla="*/ 199852 h 314325"/>
                <a:gd name="csX332" fmla="*/ 457933 w 704850"/>
                <a:gd name="csY332" fmla="*/ 199471 h 314325"/>
                <a:gd name="csX333" fmla="*/ 459276 w 704850"/>
                <a:gd name="csY333" fmla="*/ 199157 h 314325"/>
                <a:gd name="csX334" fmla="*/ 460677 w 704850"/>
                <a:gd name="csY334" fmla="*/ 198833 h 314325"/>
                <a:gd name="csX335" fmla="*/ 462077 w 704850"/>
                <a:gd name="csY335" fmla="*/ 198519 h 314325"/>
                <a:gd name="csX336" fmla="*/ 463420 w 704850"/>
                <a:gd name="csY336" fmla="*/ 198204 h 314325"/>
                <a:gd name="csX337" fmla="*/ 464820 w 704850"/>
                <a:gd name="csY337" fmla="*/ 197881 h 314325"/>
                <a:gd name="csX338" fmla="*/ 466163 w 704850"/>
                <a:gd name="csY338" fmla="*/ 197623 h 314325"/>
                <a:gd name="csX339" fmla="*/ 467564 w 704850"/>
                <a:gd name="csY339" fmla="*/ 197376 h 314325"/>
                <a:gd name="csX340" fmla="*/ 468963 w 704850"/>
                <a:gd name="csY340" fmla="*/ 197118 h 314325"/>
                <a:gd name="csX341" fmla="*/ 470306 w 704850"/>
                <a:gd name="csY341" fmla="*/ 196861 h 314325"/>
                <a:gd name="csX342" fmla="*/ 471707 w 704850"/>
                <a:gd name="csY342" fmla="*/ 196671 h 314325"/>
                <a:gd name="csX343" fmla="*/ 473116 w 704850"/>
                <a:gd name="csY343" fmla="*/ 196414 h 314325"/>
                <a:gd name="csX344" fmla="*/ 474450 w 704850"/>
                <a:gd name="csY344" fmla="*/ 196223 h 314325"/>
                <a:gd name="csX345" fmla="*/ 475860 w 704850"/>
                <a:gd name="csY345" fmla="*/ 195966 h 314325"/>
                <a:gd name="csX346" fmla="*/ 477193 w 704850"/>
                <a:gd name="csY346" fmla="*/ 195775 h 314325"/>
                <a:gd name="csX347" fmla="*/ 478603 w 704850"/>
                <a:gd name="csY347" fmla="*/ 195585 h 314325"/>
                <a:gd name="csX348" fmla="*/ 480003 w 704850"/>
                <a:gd name="csY348" fmla="*/ 195394 h 314325"/>
                <a:gd name="csX349" fmla="*/ 481337 w 704850"/>
                <a:gd name="csY349" fmla="*/ 195137 h 314325"/>
                <a:gd name="csX350" fmla="*/ 482746 w 704850"/>
                <a:gd name="csY350" fmla="*/ 194947 h 314325"/>
                <a:gd name="csX351" fmla="*/ 484146 w 704850"/>
                <a:gd name="csY351" fmla="*/ 194756 h 314325"/>
                <a:gd name="csX352" fmla="*/ 485489 w 704850"/>
                <a:gd name="csY352" fmla="*/ 194566 h 314325"/>
                <a:gd name="csX353" fmla="*/ 486890 w 704850"/>
                <a:gd name="csY353" fmla="*/ 194318 h 314325"/>
                <a:gd name="csX354" fmla="*/ 488233 w 704850"/>
                <a:gd name="csY354" fmla="*/ 194118 h 314325"/>
                <a:gd name="csX355" fmla="*/ 489633 w 704850"/>
                <a:gd name="csY355" fmla="*/ 193870 h 314325"/>
                <a:gd name="csX356" fmla="*/ 491033 w 704850"/>
                <a:gd name="csY356" fmla="*/ 193613 h 314325"/>
                <a:gd name="csX357" fmla="*/ 492376 w 704850"/>
                <a:gd name="csY357" fmla="*/ 193356 h 314325"/>
                <a:gd name="csX358" fmla="*/ 493776 w 704850"/>
                <a:gd name="csY358" fmla="*/ 193099 h 314325"/>
                <a:gd name="csX359" fmla="*/ 495186 w 704850"/>
                <a:gd name="csY359" fmla="*/ 192851 h 314325"/>
                <a:gd name="csX360" fmla="*/ 496519 w 704850"/>
                <a:gd name="csY360" fmla="*/ 192527 h 314325"/>
                <a:gd name="csX361" fmla="*/ 497929 w 704850"/>
                <a:gd name="csY361" fmla="*/ 192213 h 314325"/>
                <a:gd name="csX362" fmla="*/ 499263 w 704850"/>
                <a:gd name="csY362" fmla="*/ 191889 h 314325"/>
                <a:gd name="csX363" fmla="*/ 500663 w 704850"/>
                <a:gd name="csY363" fmla="*/ 191575 h 314325"/>
                <a:gd name="csX364" fmla="*/ 502072 w 704850"/>
                <a:gd name="csY364" fmla="*/ 191194 h 314325"/>
                <a:gd name="csX365" fmla="*/ 503406 w 704850"/>
                <a:gd name="csY365" fmla="*/ 190813 h 314325"/>
                <a:gd name="csX366" fmla="*/ 504815 w 704850"/>
                <a:gd name="csY366" fmla="*/ 190365 h 314325"/>
                <a:gd name="csX367" fmla="*/ 506216 w 704850"/>
                <a:gd name="csY367" fmla="*/ 189984 h 314325"/>
                <a:gd name="csX368" fmla="*/ 507559 w 704850"/>
                <a:gd name="csY368" fmla="*/ 189537 h 314325"/>
                <a:gd name="csX369" fmla="*/ 508959 w 704850"/>
                <a:gd name="csY369" fmla="*/ 189022 h 314325"/>
                <a:gd name="csX370" fmla="*/ 510302 w 704850"/>
                <a:gd name="csY370" fmla="*/ 188518 h 314325"/>
                <a:gd name="csX371" fmla="*/ 511702 w 704850"/>
                <a:gd name="csY371" fmla="*/ 188003 h 314325"/>
                <a:gd name="csX372" fmla="*/ 513102 w 704850"/>
                <a:gd name="csY372" fmla="*/ 187498 h 314325"/>
                <a:gd name="csX373" fmla="*/ 514446 w 704850"/>
                <a:gd name="csY373" fmla="*/ 186917 h 314325"/>
                <a:gd name="csX374" fmla="*/ 515845 w 704850"/>
                <a:gd name="csY374" fmla="*/ 186346 h 314325"/>
                <a:gd name="csX375" fmla="*/ 517255 w 704850"/>
                <a:gd name="csY375" fmla="*/ 185708 h 314325"/>
                <a:gd name="csX376" fmla="*/ 518589 w 704850"/>
                <a:gd name="csY376" fmla="*/ 185069 h 314325"/>
                <a:gd name="csX377" fmla="*/ 519989 w 704850"/>
                <a:gd name="csY377" fmla="*/ 184441 h 314325"/>
                <a:gd name="csX378" fmla="*/ 521332 w 704850"/>
                <a:gd name="csY378" fmla="*/ 183802 h 314325"/>
                <a:gd name="csX379" fmla="*/ 522732 w 704850"/>
                <a:gd name="csY379" fmla="*/ 183098 h 314325"/>
                <a:gd name="csX380" fmla="*/ 524142 w 704850"/>
                <a:gd name="csY380" fmla="*/ 182393 h 314325"/>
                <a:gd name="csX381" fmla="*/ 525475 w 704850"/>
                <a:gd name="csY381" fmla="*/ 181631 h 314325"/>
                <a:gd name="csX382" fmla="*/ 526885 w 704850"/>
                <a:gd name="csY382" fmla="*/ 180935 h 314325"/>
                <a:gd name="csX383" fmla="*/ 528285 w 704850"/>
                <a:gd name="csY383" fmla="*/ 180164 h 314325"/>
                <a:gd name="csX384" fmla="*/ 529628 w 704850"/>
                <a:gd name="csY384" fmla="*/ 179402 h 314325"/>
                <a:gd name="csX385" fmla="*/ 531028 w 704850"/>
                <a:gd name="csY385" fmla="*/ 178640 h 314325"/>
                <a:gd name="csX386" fmla="*/ 532362 w 704850"/>
                <a:gd name="csY386" fmla="*/ 177878 h 314325"/>
                <a:gd name="csX387" fmla="*/ 533772 w 704850"/>
                <a:gd name="csY387" fmla="*/ 177049 h 314325"/>
                <a:gd name="csX388" fmla="*/ 535172 w 704850"/>
                <a:gd name="csY388" fmla="*/ 176278 h 314325"/>
                <a:gd name="csX389" fmla="*/ 536515 w 704850"/>
                <a:gd name="csY389" fmla="*/ 175516 h 314325"/>
                <a:gd name="csX390" fmla="*/ 537915 w 704850"/>
                <a:gd name="csY390" fmla="*/ 174754 h 314325"/>
                <a:gd name="csX391" fmla="*/ 539315 w 704850"/>
                <a:gd name="csY391" fmla="*/ 173925 h 314325"/>
                <a:gd name="csX392" fmla="*/ 540658 w 704850"/>
                <a:gd name="csY392" fmla="*/ 173163 h 314325"/>
                <a:gd name="csX393" fmla="*/ 542058 w 704850"/>
                <a:gd name="csY393" fmla="*/ 172458 h 314325"/>
                <a:gd name="csX394" fmla="*/ 543468 w 704850"/>
                <a:gd name="csY394" fmla="*/ 171696 h 314325"/>
                <a:gd name="csX395" fmla="*/ 544801 w 704850"/>
                <a:gd name="csY395" fmla="*/ 170991 h 314325"/>
                <a:gd name="csX396" fmla="*/ 546211 w 704850"/>
                <a:gd name="csY396" fmla="*/ 170296 h 314325"/>
                <a:gd name="csX397" fmla="*/ 547545 w 704850"/>
                <a:gd name="csY397" fmla="*/ 169591 h 314325"/>
                <a:gd name="csX398" fmla="*/ 548954 w 704850"/>
                <a:gd name="csY398" fmla="*/ 168953 h 314325"/>
                <a:gd name="csX399" fmla="*/ 550354 w 704850"/>
                <a:gd name="csY399" fmla="*/ 168382 h 314325"/>
                <a:gd name="csX400" fmla="*/ 551688 w 704850"/>
                <a:gd name="csY400" fmla="*/ 167810 h 314325"/>
                <a:gd name="csX401" fmla="*/ 553098 w 704850"/>
                <a:gd name="csY401" fmla="*/ 167296 h 314325"/>
                <a:gd name="csX402" fmla="*/ 554498 w 704850"/>
                <a:gd name="csY402" fmla="*/ 166781 h 314325"/>
                <a:gd name="csX403" fmla="*/ 555841 w 704850"/>
                <a:gd name="csY403" fmla="*/ 166400 h 314325"/>
                <a:gd name="csX404" fmla="*/ 557241 w 704850"/>
                <a:gd name="csY404" fmla="*/ 166019 h 314325"/>
                <a:gd name="csX405" fmla="*/ 558584 w 704850"/>
                <a:gd name="csY405" fmla="*/ 165705 h 314325"/>
                <a:gd name="csX406" fmla="*/ 559985 w 704850"/>
                <a:gd name="csY406" fmla="*/ 165448 h 314325"/>
                <a:gd name="csX407" fmla="*/ 561385 w 704850"/>
                <a:gd name="csY407" fmla="*/ 165257 h 314325"/>
                <a:gd name="csX408" fmla="*/ 562727 w 704850"/>
                <a:gd name="csY408" fmla="*/ 165133 h 314325"/>
                <a:gd name="csX409" fmla="*/ 564128 w 704850"/>
                <a:gd name="csY409" fmla="*/ 165133 h 314325"/>
                <a:gd name="csX410" fmla="*/ 565537 w 704850"/>
                <a:gd name="csY410" fmla="*/ 165133 h 314325"/>
                <a:gd name="csX411" fmla="*/ 566871 w 704850"/>
                <a:gd name="csY411" fmla="*/ 165257 h 314325"/>
                <a:gd name="csX412" fmla="*/ 568281 w 704850"/>
                <a:gd name="csY412" fmla="*/ 165448 h 314325"/>
                <a:gd name="csX413" fmla="*/ 569614 w 704850"/>
                <a:gd name="csY413" fmla="*/ 165762 h 314325"/>
                <a:gd name="csX414" fmla="*/ 571014 w 704850"/>
                <a:gd name="csY414" fmla="*/ 166086 h 314325"/>
                <a:gd name="csX415" fmla="*/ 572424 w 704850"/>
                <a:gd name="csY415" fmla="*/ 166534 h 314325"/>
                <a:gd name="csX416" fmla="*/ 573758 w 704850"/>
                <a:gd name="csY416" fmla="*/ 167105 h 314325"/>
                <a:gd name="csX417" fmla="*/ 575167 w 704850"/>
                <a:gd name="csY417" fmla="*/ 167743 h 314325"/>
                <a:gd name="csX418" fmla="*/ 576567 w 704850"/>
                <a:gd name="csY418" fmla="*/ 168505 h 314325"/>
                <a:gd name="csX419" fmla="*/ 577910 w 704850"/>
                <a:gd name="csY419" fmla="*/ 169334 h 314325"/>
                <a:gd name="csX420" fmla="*/ 579311 w 704850"/>
                <a:gd name="csY420" fmla="*/ 170296 h 314325"/>
                <a:gd name="csX421" fmla="*/ 580654 w 704850"/>
                <a:gd name="csY421" fmla="*/ 171315 h 314325"/>
                <a:gd name="csX422" fmla="*/ 582054 w 704850"/>
                <a:gd name="csY422" fmla="*/ 172458 h 314325"/>
                <a:gd name="csX423" fmla="*/ 583454 w 704850"/>
                <a:gd name="csY423" fmla="*/ 173668 h 314325"/>
                <a:gd name="csX424" fmla="*/ 584797 w 704850"/>
                <a:gd name="csY424" fmla="*/ 175011 h 314325"/>
                <a:gd name="csX425" fmla="*/ 586197 w 704850"/>
                <a:gd name="csY425" fmla="*/ 176411 h 314325"/>
                <a:gd name="csX426" fmla="*/ 587597 w 704850"/>
                <a:gd name="csY426" fmla="*/ 177935 h 314325"/>
                <a:gd name="csX427" fmla="*/ 588940 w 704850"/>
                <a:gd name="csY427" fmla="*/ 179526 h 314325"/>
                <a:gd name="csX428" fmla="*/ 590340 w 704850"/>
                <a:gd name="csY428" fmla="*/ 181250 h 314325"/>
                <a:gd name="csX429" fmla="*/ 591683 w 704850"/>
                <a:gd name="csY429" fmla="*/ 183098 h 314325"/>
                <a:gd name="csX430" fmla="*/ 593084 w 704850"/>
                <a:gd name="csY430" fmla="*/ 184946 h 314325"/>
                <a:gd name="csX431" fmla="*/ 594494 w 704850"/>
                <a:gd name="csY431" fmla="*/ 186984 h 314325"/>
                <a:gd name="csX432" fmla="*/ 595827 w 704850"/>
                <a:gd name="csY432" fmla="*/ 189022 h 314325"/>
                <a:gd name="csX433" fmla="*/ 597236 w 704850"/>
                <a:gd name="csY433" fmla="*/ 191194 h 314325"/>
                <a:gd name="csX434" fmla="*/ 598637 w 704850"/>
                <a:gd name="csY434" fmla="*/ 193356 h 314325"/>
                <a:gd name="csX435" fmla="*/ 599980 w 704850"/>
                <a:gd name="csY435" fmla="*/ 195652 h 314325"/>
                <a:gd name="csX436" fmla="*/ 601380 w 704850"/>
                <a:gd name="csY436" fmla="*/ 198004 h 314325"/>
                <a:gd name="csX437" fmla="*/ 602723 w 704850"/>
                <a:gd name="csY437" fmla="*/ 200433 h 314325"/>
                <a:gd name="csX438" fmla="*/ 604123 w 704850"/>
                <a:gd name="csY438" fmla="*/ 202919 h 314325"/>
                <a:gd name="csX439" fmla="*/ 605523 w 704850"/>
                <a:gd name="csY439" fmla="*/ 205462 h 314325"/>
                <a:gd name="csX440" fmla="*/ 606867 w 704850"/>
                <a:gd name="csY440" fmla="*/ 208015 h 314325"/>
                <a:gd name="csX441" fmla="*/ 608267 w 704850"/>
                <a:gd name="csY441" fmla="*/ 210691 h 314325"/>
                <a:gd name="csX442" fmla="*/ 609666 w 704850"/>
                <a:gd name="csY442" fmla="*/ 213301 h 314325"/>
                <a:gd name="csX443" fmla="*/ 611010 w 704850"/>
                <a:gd name="csY443" fmla="*/ 216045 h 314325"/>
                <a:gd name="csX444" fmla="*/ 612410 w 704850"/>
                <a:gd name="csY444" fmla="*/ 218721 h 314325"/>
                <a:gd name="csX445" fmla="*/ 613753 w 704850"/>
                <a:gd name="csY445" fmla="*/ 221522 h 314325"/>
                <a:gd name="csX446" fmla="*/ 615153 w 704850"/>
                <a:gd name="csY446" fmla="*/ 224265 h 314325"/>
                <a:gd name="csX447" fmla="*/ 616553 w 704850"/>
                <a:gd name="csY447" fmla="*/ 226998 h 314325"/>
                <a:gd name="csX448" fmla="*/ 617896 w 704850"/>
                <a:gd name="csY448" fmla="*/ 229808 h 314325"/>
                <a:gd name="csX449" fmla="*/ 619297 w 704850"/>
                <a:gd name="csY449" fmla="*/ 232609 h 314325"/>
                <a:gd name="csX450" fmla="*/ 620707 w 704850"/>
                <a:gd name="csY450" fmla="*/ 235352 h 314325"/>
                <a:gd name="csX451" fmla="*/ 622040 w 704850"/>
                <a:gd name="csY451" fmla="*/ 238085 h 314325"/>
                <a:gd name="csX452" fmla="*/ 623449 w 704850"/>
                <a:gd name="csY452" fmla="*/ 240895 h 314325"/>
                <a:gd name="csX453" fmla="*/ 624783 w 704850"/>
                <a:gd name="csY453" fmla="*/ 243572 h 314325"/>
                <a:gd name="csX454" fmla="*/ 626193 w 704850"/>
                <a:gd name="csY454" fmla="*/ 246306 h 314325"/>
                <a:gd name="csX455" fmla="*/ 627593 w 704850"/>
                <a:gd name="csY455" fmla="*/ 248982 h 314325"/>
                <a:gd name="csX456" fmla="*/ 628936 w 704850"/>
                <a:gd name="csY456" fmla="*/ 251592 h 314325"/>
                <a:gd name="csX457" fmla="*/ 630336 w 704850"/>
                <a:gd name="csY457" fmla="*/ 254211 h 314325"/>
                <a:gd name="csX458" fmla="*/ 631736 w 704850"/>
                <a:gd name="csY458" fmla="*/ 256755 h 314325"/>
                <a:gd name="csX459" fmla="*/ 633079 w 704850"/>
                <a:gd name="csY459" fmla="*/ 259307 h 314325"/>
                <a:gd name="csX460" fmla="*/ 634480 w 704850"/>
                <a:gd name="csY460" fmla="*/ 261793 h 314325"/>
                <a:gd name="csX461" fmla="*/ 635822 w 704850"/>
                <a:gd name="csY461" fmla="*/ 264213 h 314325"/>
                <a:gd name="csX462" fmla="*/ 637222 w 704850"/>
                <a:gd name="csY462" fmla="*/ 266575 h 314325"/>
                <a:gd name="csX463" fmla="*/ 638623 w 704850"/>
                <a:gd name="csY463" fmla="*/ 268861 h 314325"/>
                <a:gd name="csX464" fmla="*/ 639966 w 704850"/>
                <a:gd name="csY464" fmla="*/ 271090 h 314325"/>
                <a:gd name="csX465" fmla="*/ 641366 w 704850"/>
                <a:gd name="csY465" fmla="*/ 273328 h 314325"/>
                <a:gd name="csX466" fmla="*/ 642776 w 704850"/>
                <a:gd name="csY466" fmla="*/ 275424 h 314325"/>
                <a:gd name="csX467" fmla="*/ 644109 w 704850"/>
                <a:gd name="csY467" fmla="*/ 277462 h 314325"/>
                <a:gd name="csX468" fmla="*/ 645519 w 704850"/>
                <a:gd name="csY468" fmla="*/ 279510 h 314325"/>
                <a:gd name="csX469" fmla="*/ 646853 w 704850"/>
                <a:gd name="csY469" fmla="*/ 281415 h 314325"/>
                <a:gd name="csX470" fmla="*/ 648262 w 704850"/>
                <a:gd name="csY470" fmla="*/ 283263 h 314325"/>
                <a:gd name="csX471" fmla="*/ 649662 w 704850"/>
                <a:gd name="csY471" fmla="*/ 285053 h 314325"/>
                <a:gd name="csX472" fmla="*/ 651005 w 704850"/>
                <a:gd name="csY472" fmla="*/ 286834 h 314325"/>
                <a:gd name="csX473" fmla="*/ 652405 w 704850"/>
                <a:gd name="csY473" fmla="*/ 288492 h 314325"/>
                <a:gd name="csX474" fmla="*/ 653806 w 704850"/>
                <a:gd name="csY474" fmla="*/ 290083 h 314325"/>
                <a:gd name="csX475" fmla="*/ 655149 w 704850"/>
                <a:gd name="csY475" fmla="*/ 291616 h 314325"/>
                <a:gd name="csX476" fmla="*/ 656549 w 704850"/>
                <a:gd name="csY476" fmla="*/ 293073 h 314325"/>
                <a:gd name="csX477" fmla="*/ 657892 w 704850"/>
                <a:gd name="csY477" fmla="*/ 294483 h 314325"/>
                <a:gd name="csX478" fmla="*/ 659292 w 704850"/>
                <a:gd name="csY478" fmla="*/ 295816 h 314325"/>
                <a:gd name="csX479" fmla="*/ 660692 w 704850"/>
                <a:gd name="csY479" fmla="*/ 297093 h 314325"/>
                <a:gd name="csX480" fmla="*/ 662035 w 704850"/>
                <a:gd name="csY480" fmla="*/ 298303 h 314325"/>
                <a:gd name="csX481" fmla="*/ 663435 w 704850"/>
                <a:gd name="csY481" fmla="*/ 299446 h 314325"/>
                <a:gd name="csX482" fmla="*/ 664845 w 704850"/>
                <a:gd name="csY482" fmla="*/ 300531 h 314325"/>
                <a:gd name="csX483" fmla="*/ 666179 w 704850"/>
                <a:gd name="csY483" fmla="*/ 301550 h 314325"/>
                <a:gd name="csX484" fmla="*/ 667589 w 704850"/>
                <a:gd name="csY484" fmla="*/ 302513 h 314325"/>
                <a:gd name="csX485" fmla="*/ 668922 w 704850"/>
                <a:gd name="csY485" fmla="*/ 303465 h 314325"/>
                <a:gd name="csX486" fmla="*/ 670322 w 704850"/>
                <a:gd name="csY486" fmla="*/ 304294 h 314325"/>
                <a:gd name="csX487" fmla="*/ 671732 w 704850"/>
                <a:gd name="csY487" fmla="*/ 305122 h 314325"/>
                <a:gd name="csX488" fmla="*/ 673065 w 704850"/>
                <a:gd name="csY488" fmla="*/ 305884 h 314325"/>
                <a:gd name="csX489" fmla="*/ 674475 w 704850"/>
                <a:gd name="csY489" fmla="*/ 306646 h 314325"/>
                <a:gd name="csX490" fmla="*/ 675875 w 704850"/>
                <a:gd name="csY490" fmla="*/ 307285 h 314325"/>
                <a:gd name="csX491" fmla="*/ 677218 w 704850"/>
                <a:gd name="csY491" fmla="*/ 307923 h 314325"/>
                <a:gd name="csX492" fmla="*/ 678618 w 704850"/>
                <a:gd name="csY492" fmla="*/ 308494 h 314325"/>
                <a:gd name="csX493" fmla="*/ 679961 w 704850"/>
                <a:gd name="csY493" fmla="*/ 309075 h 314325"/>
                <a:gd name="csX494" fmla="*/ 681362 w 704850"/>
                <a:gd name="csY494" fmla="*/ 309580 h 314325"/>
                <a:gd name="csX495" fmla="*/ 682761 w 704850"/>
                <a:gd name="csY495" fmla="*/ 310094 h 314325"/>
                <a:gd name="csX496" fmla="*/ 684104 w 704850"/>
                <a:gd name="csY496" fmla="*/ 310533 h 314325"/>
                <a:gd name="csX497" fmla="*/ 685505 w 704850"/>
                <a:gd name="csY497" fmla="*/ 310914 h 314325"/>
                <a:gd name="csX498" fmla="*/ 686915 w 704850"/>
                <a:gd name="csY498" fmla="*/ 311304 h 314325"/>
                <a:gd name="csX499" fmla="*/ 688248 w 704850"/>
                <a:gd name="csY499" fmla="*/ 311685 h 314325"/>
                <a:gd name="csX500" fmla="*/ 689648 w 704850"/>
                <a:gd name="csY500" fmla="*/ 312000 h 314325"/>
                <a:gd name="csX501" fmla="*/ 690991 w 704850"/>
                <a:gd name="csY501" fmla="*/ 312323 h 314325"/>
                <a:gd name="csX502" fmla="*/ 692391 w 704850"/>
                <a:gd name="csY502" fmla="*/ 312571 h 314325"/>
                <a:gd name="csX503" fmla="*/ 693801 w 704850"/>
                <a:gd name="csY503" fmla="*/ 312828 h 314325"/>
                <a:gd name="csX504" fmla="*/ 695135 w 704850"/>
                <a:gd name="csY504" fmla="*/ 313085 h 314325"/>
                <a:gd name="csX505" fmla="*/ 696544 w 704850"/>
                <a:gd name="csY505" fmla="*/ 313276 h 314325"/>
                <a:gd name="csX506" fmla="*/ 697944 w 704850"/>
                <a:gd name="csY506" fmla="*/ 313533 h 314325"/>
                <a:gd name="csX507" fmla="*/ 699288 w 704850"/>
                <a:gd name="csY507" fmla="*/ 313657 h 314325"/>
                <a:gd name="csX508" fmla="*/ 700688 w 704850"/>
                <a:gd name="csY508" fmla="*/ 313847 h 314325"/>
                <a:gd name="csX509" fmla="*/ 702031 w 704850"/>
                <a:gd name="csY509" fmla="*/ 313981 h 314325"/>
                <a:gd name="csX510" fmla="*/ 703431 w 704850"/>
                <a:gd name="csY510" fmla="*/ 314171 h 314325"/>
                <a:gd name="csX511" fmla="*/ 704831 w 704850"/>
                <a:gd name="csY511"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14325">
                  <a:moveTo>
                    <a:pt x="-19" y="313981"/>
                  </a:moveTo>
                  <a:lnTo>
                    <a:pt x="1324" y="313790"/>
                  </a:lnTo>
                  <a:lnTo>
                    <a:pt x="2724" y="313590"/>
                  </a:lnTo>
                  <a:lnTo>
                    <a:pt x="4124" y="313400"/>
                  </a:lnTo>
                  <a:lnTo>
                    <a:pt x="5467" y="313209"/>
                  </a:lnTo>
                  <a:lnTo>
                    <a:pt x="6868" y="312961"/>
                  </a:lnTo>
                  <a:lnTo>
                    <a:pt x="8277" y="312704"/>
                  </a:lnTo>
                  <a:lnTo>
                    <a:pt x="9611" y="312381"/>
                  </a:lnTo>
                  <a:lnTo>
                    <a:pt x="11020" y="312066"/>
                  </a:lnTo>
                  <a:lnTo>
                    <a:pt x="12354" y="311742"/>
                  </a:lnTo>
                  <a:lnTo>
                    <a:pt x="13754" y="311361"/>
                  </a:lnTo>
                  <a:lnTo>
                    <a:pt x="15164" y="310914"/>
                  </a:lnTo>
                  <a:lnTo>
                    <a:pt x="16497" y="310475"/>
                  </a:lnTo>
                  <a:lnTo>
                    <a:pt x="17907" y="309961"/>
                  </a:lnTo>
                  <a:lnTo>
                    <a:pt x="19307" y="309456"/>
                  </a:lnTo>
                  <a:lnTo>
                    <a:pt x="20650" y="308875"/>
                  </a:lnTo>
                  <a:lnTo>
                    <a:pt x="22051" y="308247"/>
                  </a:lnTo>
                  <a:lnTo>
                    <a:pt x="23394" y="307542"/>
                  </a:lnTo>
                  <a:lnTo>
                    <a:pt x="24793" y="306780"/>
                  </a:lnTo>
                  <a:lnTo>
                    <a:pt x="26194" y="306008"/>
                  </a:lnTo>
                  <a:lnTo>
                    <a:pt x="27537" y="305180"/>
                  </a:lnTo>
                  <a:lnTo>
                    <a:pt x="28937" y="304227"/>
                  </a:lnTo>
                  <a:lnTo>
                    <a:pt x="30337" y="303274"/>
                  </a:lnTo>
                  <a:lnTo>
                    <a:pt x="31680" y="302189"/>
                  </a:lnTo>
                  <a:lnTo>
                    <a:pt x="33080" y="301103"/>
                  </a:lnTo>
                  <a:lnTo>
                    <a:pt x="34424" y="299893"/>
                  </a:lnTo>
                  <a:lnTo>
                    <a:pt x="35824" y="298560"/>
                  </a:lnTo>
                  <a:lnTo>
                    <a:pt x="37233" y="297217"/>
                  </a:lnTo>
                  <a:lnTo>
                    <a:pt x="38567" y="295750"/>
                  </a:lnTo>
                  <a:lnTo>
                    <a:pt x="39976" y="294159"/>
                  </a:lnTo>
                  <a:lnTo>
                    <a:pt x="41377" y="292502"/>
                  </a:lnTo>
                  <a:lnTo>
                    <a:pt x="42720" y="290721"/>
                  </a:lnTo>
                  <a:lnTo>
                    <a:pt x="44120" y="288873"/>
                  </a:lnTo>
                  <a:lnTo>
                    <a:pt x="45520" y="286901"/>
                  </a:lnTo>
                  <a:lnTo>
                    <a:pt x="46863" y="284796"/>
                  </a:lnTo>
                  <a:lnTo>
                    <a:pt x="48263" y="282624"/>
                  </a:lnTo>
                  <a:lnTo>
                    <a:pt x="49606" y="280272"/>
                  </a:lnTo>
                  <a:lnTo>
                    <a:pt x="51006" y="277852"/>
                  </a:lnTo>
                  <a:lnTo>
                    <a:pt x="52407" y="275300"/>
                  </a:lnTo>
                  <a:lnTo>
                    <a:pt x="53750" y="272623"/>
                  </a:lnTo>
                  <a:lnTo>
                    <a:pt x="55150" y="269756"/>
                  </a:lnTo>
                  <a:lnTo>
                    <a:pt x="56560" y="266822"/>
                  </a:lnTo>
                  <a:lnTo>
                    <a:pt x="57893" y="263765"/>
                  </a:lnTo>
                  <a:lnTo>
                    <a:pt x="59303" y="260517"/>
                  </a:lnTo>
                  <a:lnTo>
                    <a:pt x="60636" y="257145"/>
                  </a:lnTo>
                  <a:lnTo>
                    <a:pt x="62046" y="253697"/>
                  </a:lnTo>
                  <a:lnTo>
                    <a:pt x="63446" y="250001"/>
                  </a:lnTo>
                  <a:lnTo>
                    <a:pt x="64779" y="246248"/>
                  </a:lnTo>
                  <a:lnTo>
                    <a:pt x="66189" y="242419"/>
                  </a:lnTo>
                  <a:lnTo>
                    <a:pt x="67590" y="238343"/>
                  </a:lnTo>
                  <a:lnTo>
                    <a:pt x="68933" y="234142"/>
                  </a:lnTo>
                  <a:lnTo>
                    <a:pt x="70333" y="229865"/>
                  </a:lnTo>
                  <a:lnTo>
                    <a:pt x="71675" y="225474"/>
                  </a:lnTo>
                  <a:lnTo>
                    <a:pt x="73076" y="220883"/>
                  </a:lnTo>
                  <a:lnTo>
                    <a:pt x="74476" y="216235"/>
                  </a:lnTo>
                  <a:lnTo>
                    <a:pt x="75819" y="211454"/>
                  </a:lnTo>
                  <a:lnTo>
                    <a:pt x="77219" y="206482"/>
                  </a:lnTo>
                  <a:lnTo>
                    <a:pt x="78629" y="201509"/>
                  </a:lnTo>
                  <a:lnTo>
                    <a:pt x="79962" y="196414"/>
                  </a:lnTo>
                  <a:lnTo>
                    <a:pt x="81363" y="191194"/>
                  </a:lnTo>
                  <a:lnTo>
                    <a:pt x="82706" y="185841"/>
                  </a:lnTo>
                  <a:lnTo>
                    <a:pt x="84106" y="180488"/>
                  </a:lnTo>
                  <a:lnTo>
                    <a:pt x="85515" y="175011"/>
                  </a:lnTo>
                  <a:lnTo>
                    <a:pt x="86849" y="169458"/>
                  </a:lnTo>
                  <a:lnTo>
                    <a:pt x="88259" y="163914"/>
                  </a:lnTo>
                  <a:lnTo>
                    <a:pt x="89659" y="158247"/>
                  </a:lnTo>
                  <a:lnTo>
                    <a:pt x="91002" y="152580"/>
                  </a:lnTo>
                  <a:lnTo>
                    <a:pt x="92402" y="146846"/>
                  </a:lnTo>
                  <a:lnTo>
                    <a:pt x="93745" y="141111"/>
                  </a:lnTo>
                  <a:lnTo>
                    <a:pt x="95146" y="135377"/>
                  </a:lnTo>
                  <a:lnTo>
                    <a:pt x="96545" y="129634"/>
                  </a:lnTo>
                  <a:lnTo>
                    <a:pt x="97888" y="123843"/>
                  </a:lnTo>
                  <a:lnTo>
                    <a:pt x="99289" y="118166"/>
                  </a:lnTo>
                  <a:lnTo>
                    <a:pt x="100689" y="112432"/>
                  </a:lnTo>
                  <a:lnTo>
                    <a:pt x="102032" y="106764"/>
                  </a:lnTo>
                  <a:lnTo>
                    <a:pt x="103432" y="101221"/>
                  </a:lnTo>
                  <a:lnTo>
                    <a:pt x="104775" y="95677"/>
                  </a:lnTo>
                  <a:lnTo>
                    <a:pt x="106175" y="90200"/>
                  </a:lnTo>
                  <a:lnTo>
                    <a:pt x="107585" y="84847"/>
                  </a:lnTo>
                  <a:lnTo>
                    <a:pt x="108919" y="79551"/>
                  </a:lnTo>
                  <a:lnTo>
                    <a:pt x="110328" y="74398"/>
                  </a:lnTo>
                  <a:lnTo>
                    <a:pt x="111728" y="69293"/>
                  </a:lnTo>
                  <a:lnTo>
                    <a:pt x="113062" y="64388"/>
                  </a:lnTo>
                  <a:lnTo>
                    <a:pt x="114472" y="59549"/>
                  </a:lnTo>
                  <a:lnTo>
                    <a:pt x="115805" y="54901"/>
                  </a:lnTo>
                  <a:lnTo>
                    <a:pt x="117215" y="50433"/>
                  </a:lnTo>
                  <a:lnTo>
                    <a:pt x="118615" y="46099"/>
                  </a:lnTo>
                  <a:lnTo>
                    <a:pt x="119958" y="41832"/>
                  </a:lnTo>
                  <a:lnTo>
                    <a:pt x="121358" y="37880"/>
                  </a:lnTo>
                  <a:lnTo>
                    <a:pt x="122758" y="34060"/>
                  </a:lnTo>
                  <a:lnTo>
                    <a:pt x="124101" y="30431"/>
                  </a:lnTo>
                  <a:lnTo>
                    <a:pt x="125501" y="26992"/>
                  </a:lnTo>
                  <a:lnTo>
                    <a:pt x="126844" y="23735"/>
                  </a:lnTo>
                  <a:lnTo>
                    <a:pt x="128245" y="20677"/>
                  </a:lnTo>
                  <a:lnTo>
                    <a:pt x="129654" y="17810"/>
                  </a:lnTo>
                  <a:lnTo>
                    <a:pt x="130988" y="15200"/>
                  </a:lnTo>
                  <a:lnTo>
                    <a:pt x="132388" y="12781"/>
                  </a:lnTo>
                  <a:lnTo>
                    <a:pt x="133798" y="10552"/>
                  </a:lnTo>
                  <a:lnTo>
                    <a:pt x="135131" y="8571"/>
                  </a:lnTo>
                  <a:lnTo>
                    <a:pt x="136541" y="6790"/>
                  </a:lnTo>
                  <a:lnTo>
                    <a:pt x="137874" y="5132"/>
                  </a:lnTo>
                  <a:lnTo>
                    <a:pt x="139284" y="3856"/>
                  </a:lnTo>
                  <a:lnTo>
                    <a:pt x="140684" y="2713"/>
                  </a:lnTo>
                  <a:lnTo>
                    <a:pt x="142028" y="1694"/>
                  </a:lnTo>
                  <a:lnTo>
                    <a:pt x="143427" y="989"/>
                  </a:lnTo>
                  <a:lnTo>
                    <a:pt x="144827" y="484"/>
                  </a:lnTo>
                  <a:lnTo>
                    <a:pt x="146171" y="94"/>
                  </a:lnTo>
                  <a:lnTo>
                    <a:pt x="147571" y="-30"/>
                  </a:lnTo>
                  <a:lnTo>
                    <a:pt x="148914" y="37"/>
                  </a:lnTo>
                  <a:lnTo>
                    <a:pt x="150314" y="294"/>
                  </a:lnTo>
                  <a:lnTo>
                    <a:pt x="151714" y="675"/>
                  </a:lnTo>
                  <a:lnTo>
                    <a:pt x="153057" y="1313"/>
                  </a:lnTo>
                  <a:lnTo>
                    <a:pt x="154458" y="2142"/>
                  </a:lnTo>
                  <a:lnTo>
                    <a:pt x="155867" y="3028"/>
                  </a:lnTo>
                  <a:lnTo>
                    <a:pt x="157200" y="4180"/>
                  </a:lnTo>
                  <a:lnTo>
                    <a:pt x="158610" y="5447"/>
                  </a:lnTo>
                  <a:lnTo>
                    <a:pt x="159944" y="6856"/>
                  </a:lnTo>
                  <a:lnTo>
                    <a:pt x="161354" y="8447"/>
                  </a:lnTo>
                  <a:lnTo>
                    <a:pt x="162754" y="10162"/>
                  </a:lnTo>
                  <a:lnTo>
                    <a:pt x="164087" y="11952"/>
                  </a:lnTo>
                  <a:lnTo>
                    <a:pt x="165497" y="13924"/>
                  </a:lnTo>
                  <a:lnTo>
                    <a:pt x="166897" y="16029"/>
                  </a:lnTo>
                  <a:lnTo>
                    <a:pt x="168240" y="18191"/>
                  </a:lnTo>
                  <a:lnTo>
                    <a:pt x="169640" y="20487"/>
                  </a:lnTo>
                  <a:lnTo>
                    <a:pt x="170983" y="22906"/>
                  </a:lnTo>
                  <a:lnTo>
                    <a:pt x="172383" y="25392"/>
                  </a:lnTo>
                  <a:lnTo>
                    <a:pt x="173784" y="28012"/>
                  </a:lnTo>
                  <a:lnTo>
                    <a:pt x="175127" y="30679"/>
                  </a:lnTo>
                  <a:lnTo>
                    <a:pt x="176527" y="33422"/>
                  </a:lnTo>
                  <a:lnTo>
                    <a:pt x="177927" y="36222"/>
                  </a:lnTo>
                  <a:lnTo>
                    <a:pt x="179270" y="39089"/>
                  </a:lnTo>
                  <a:lnTo>
                    <a:pt x="180670" y="42023"/>
                  </a:lnTo>
                  <a:lnTo>
                    <a:pt x="182014" y="45023"/>
                  </a:lnTo>
                  <a:lnTo>
                    <a:pt x="183413" y="48081"/>
                  </a:lnTo>
                  <a:lnTo>
                    <a:pt x="184823" y="51138"/>
                  </a:lnTo>
                  <a:lnTo>
                    <a:pt x="186157" y="54263"/>
                  </a:lnTo>
                  <a:lnTo>
                    <a:pt x="187566" y="57377"/>
                  </a:lnTo>
                  <a:lnTo>
                    <a:pt x="188967" y="60501"/>
                  </a:lnTo>
                  <a:lnTo>
                    <a:pt x="190310" y="63692"/>
                  </a:lnTo>
                  <a:lnTo>
                    <a:pt x="191710" y="66873"/>
                  </a:lnTo>
                  <a:lnTo>
                    <a:pt x="193053" y="70065"/>
                  </a:lnTo>
                  <a:lnTo>
                    <a:pt x="194453" y="73313"/>
                  </a:lnTo>
                  <a:lnTo>
                    <a:pt x="195853" y="76494"/>
                  </a:lnTo>
                  <a:lnTo>
                    <a:pt x="197196" y="79685"/>
                  </a:lnTo>
                  <a:lnTo>
                    <a:pt x="198596" y="82866"/>
                  </a:lnTo>
                  <a:lnTo>
                    <a:pt x="199997" y="85990"/>
                  </a:lnTo>
                  <a:lnTo>
                    <a:pt x="201340" y="89181"/>
                  </a:lnTo>
                  <a:lnTo>
                    <a:pt x="202740" y="92296"/>
                  </a:lnTo>
                  <a:lnTo>
                    <a:pt x="204083" y="95353"/>
                  </a:lnTo>
                  <a:lnTo>
                    <a:pt x="205483" y="98420"/>
                  </a:lnTo>
                  <a:lnTo>
                    <a:pt x="206893" y="101411"/>
                  </a:lnTo>
                  <a:lnTo>
                    <a:pt x="208226" y="104345"/>
                  </a:lnTo>
                  <a:lnTo>
                    <a:pt x="209636" y="107269"/>
                  </a:lnTo>
                  <a:lnTo>
                    <a:pt x="211036" y="110136"/>
                  </a:lnTo>
                  <a:lnTo>
                    <a:pt x="212369" y="112946"/>
                  </a:lnTo>
                  <a:lnTo>
                    <a:pt x="213779" y="115680"/>
                  </a:lnTo>
                  <a:lnTo>
                    <a:pt x="215180" y="118299"/>
                  </a:lnTo>
                  <a:lnTo>
                    <a:pt x="216522" y="120909"/>
                  </a:lnTo>
                  <a:lnTo>
                    <a:pt x="217922" y="123462"/>
                  </a:lnTo>
                  <a:lnTo>
                    <a:pt x="219265" y="125881"/>
                  </a:lnTo>
                  <a:lnTo>
                    <a:pt x="220666" y="128300"/>
                  </a:lnTo>
                  <a:lnTo>
                    <a:pt x="222066" y="130596"/>
                  </a:lnTo>
                  <a:lnTo>
                    <a:pt x="223409" y="132758"/>
                  </a:lnTo>
                  <a:lnTo>
                    <a:pt x="224809" y="134863"/>
                  </a:lnTo>
                  <a:lnTo>
                    <a:pt x="226219" y="136901"/>
                  </a:lnTo>
                  <a:lnTo>
                    <a:pt x="227553" y="138873"/>
                  </a:lnTo>
                  <a:lnTo>
                    <a:pt x="228952" y="140721"/>
                  </a:lnTo>
                  <a:lnTo>
                    <a:pt x="230295" y="142512"/>
                  </a:lnTo>
                  <a:lnTo>
                    <a:pt x="231696" y="144169"/>
                  </a:lnTo>
                  <a:lnTo>
                    <a:pt x="233105" y="145693"/>
                  </a:lnTo>
                  <a:lnTo>
                    <a:pt x="234439" y="147160"/>
                  </a:lnTo>
                  <a:lnTo>
                    <a:pt x="235849" y="148560"/>
                  </a:lnTo>
                  <a:lnTo>
                    <a:pt x="237249" y="149836"/>
                  </a:lnTo>
                  <a:lnTo>
                    <a:pt x="238592" y="151046"/>
                  </a:lnTo>
                  <a:lnTo>
                    <a:pt x="239992" y="152199"/>
                  </a:lnTo>
                  <a:lnTo>
                    <a:pt x="241335" y="153151"/>
                  </a:lnTo>
                  <a:lnTo>
                    <a:pt x="242735" y="154104"/>
                  </a:lnTo>
                  <a:lnTo>
                    <a:pt x="244135" y="154932"/>
                  </a:lnTo>
                  <a:lnTo>
                    <a:pt x="245478" y="155704"/>
                  </a:lnTo>
                  <a:lnTo>
                    <a:pt x="246879" y="156332"/>
                  </a:lnTo>
                  <a:lnTo>
                    <a:pt x="248279" y="156971"/>
                  </a:lnTo>
                  <a:lnTo>
                    <a:pt x="249622" y="157485"/>
                  </a:lnTo>
                  <a:lnTo>
                    <a:pt x="251022" y="157933"/>
                  </a:lnTo>
                  <a:lnTo>
                    <a:pt x="252365" y="158314"/>
                  </a:lnTo>
                  <a:lnTo>
                    <a:pt x="253765" y="158628"/>
                  </a:lnTo>
                  <a:lnTo>
                    <a:pt x="255175" y="158885"/>
                  </a:lnTo>
                  <a:lnTo>
                    <a:pt x="256508" y="159076"/>
                  </a:lnTo>
                  <a:lnTo>
                    <a:pt x="257918" y="159266"/>
                  </a:lnTo>
                  <a:lnTo>
                    <a:pt x="259318" y="159333"/>
                  </a:lnTo>
                  <a:lnTo>
                    <a:pt x="260661" y="159400"/>
                  </a:lnTo>
                  <a:lnTo>
                    <a:pt x="262062" y="159456"/>
                  </a:lnTo>
                  <a:lnTo>
                    <a:pt x="263395" y="159456"/>
                  </a:lnTo>
                  <a:lnTo>
                    <a:pt x="264804" y="159400"/>
                  </a:lnTo>
                  <a:lnTo>
                    <a:pt x="266205" y="159400"/>
                  </a:lnTo>
                  <a:lnTo>
                    <a:pt x="267548" y="159333"/>
                  </a:lnTo>
                  <a:lnTo>
                    <a:pt x="268948" y="159266"/>
                  </a:lnTo>
                  <a:lnTo>
                    <a:pt x="270348" y="159142"/>
                  </a:lnTo>
                  <a:lnTo>
                    <a:pt x="271691" y="159076"/>
                  </a:lnTo>
                  <a:lnTo>
                    <a:pt x="273091" y="159009"/>
                  </a:lnTo>
                  <a:lnTo>
                    <a:pt x="274435" y="158952"/>
                  </a:lnTo>
                  <a:lnTo>
                    <a:pt x="275835" y="158885"/>
                  </a:lnTo>
                  <a:lnTo>
                    <a:pt x="277244" y="158885"/>
                  </a:lnTo>
                  <a:lnTo>
                    <a:pt x="278578" y="158885"/>
                  </a:lnTo>
                  <a:lnTo>
                    <a:pt x="279987" y="158885"/>
                  </a:lnTo>
                  <a:lnTo>
                    <a:pt x="281388" y="158952"/>
                  </a:lnTo>
                  <a:lnTo>
                    <a:pt x="282721" y="159009"/>
                  </a:lnTo>
                  <a:lnTo>
                    <a:pt x="284131" y="159142"/>
                  </a:lnTo>
                  <a:lnTo>
                    <a:pt x="285464" y="159333"/>
                  </a:lnTo>
                  <a:lnTo>
                    <a:pt x="286874" y="159523"/>
                  </a:lnTo>
                  <a:lnTo>
                    <a:pt x="288274" y="159781"/>
                  </a:lnTo>
                  <a:lnTo>
                    <a:pt x="289617" y="160028"/>
                  </a:lnTo>
                  <a:lnTo>
                    <a:pt x="291017" y="160419"/>
                  </a:lnTo>
                  <a:lnTo>
                    <a:pt x="292418" y="160800"/>
                  </a:lnTo>
                  <a:lnTo>
                    <a:pt x="293761" y="161247"/>
                  </a:lnTo>
                  <a:lnTo>
                    <a:pt x="295161" y="161752"/>
                  </a:lnTo>
                  <a:lnTo>
                    <a:pt x="296504" y="162266"/>
                  </a:lnTo>
                  <a:lnTo>
                    <a:pt x="297904" y="162895"/>
                  </a:lnTo>
                  <a:lnTo>
                    <a:pt x="299314" y="163533"/>
                  </a:lnTo>
                  <a:lnTo>
                    <a:pt x="300647" y="164238"/>
                  </a:lnTo>
                  <a:lnTo>
                    <a:pt x="302047" y="165000"/>
                  </a:lnTo>
                  <a:lnTo>
                    <a:pt x="303457" y="165762"/>
                  </a:lnTo>
                  <a:lnTo>
                    <a:pt x="304790" y="166658"/>
                  </a:lnTo>
                  <a:lnTo>
                    <a:pt x="306200" y="167553"/>
                  </a:lnTo>
                  <a:lnTo>
                    <a:pt x="307534" y="168505"/>
                  </a:lnTo>
                  <a:lnTo>
                    <a:pt x="308944" y="169458"/>
                  </a:lnTo>
                  <a:lnTo>
                    <a:pt x="310343" y="170544"/>
                  </a:lnTo>
                  <a:lnTo>
                    <a:pt x="311686" y="171630"/>
                  </a:lnTo>
                  <a:lnTo>
                    <a:pt x="313087" y="172715"/>
                  </a:lnTo>
                  <a:lnTo>
                    <a:pt x="314487" y="173859"/>
                  </a:lnTo>
                  <a:lnTo>
                    <a:pt x="315830" y="175068"/>
                  </a:lnTo>
                  <a:lnTo>
                    <a:pt x="317230" y="176278"/>
                  </a:lnTo>
                  <a:lnTo>
                    <a:pt x="318573" y="177487"/>
                  </a:lnTo>
                  <a:lnTo>
                    <a:pt x="319973" y="178764"/>
                  </a:lnTo>
                  <a:lnTo>
                    <a:pt x="321374" y="180040"/>
                  </a:lnTo>
                  <a:lnTo>
                    <a:pt x="322717" y="181374"/>
                  </a:lnTo>
                  <a:lnTo>
                    <a:pt x="324117" y="182717"/>
                  </a:lnTo>
                  <a:lnTo>
                    <a:pt x="325526" y="184050"/>
                  </a:lnTo>
                  <a:lnTo>
                    <a:pt x="326860" y="185393"/>
                  </a:lnTo>
                  <a:lnTo>
                    <a:pt x="328270" y="186727"/>
                  </a:lnTo>
                  <a:lnTo>
                    <a:pt x="329603" y="188070"/>
                  </a:lnTo>
                  <a:lnTo>
                    <a:pt x="331013" y="189470"/>
                  </a:lnTo>
                  <a:lnTo>
                    <a:pt x="332413" y="190813"/>
                  </a:lnTo>
                  <a:lnTo>
                    <a:pt x="333756" y="192146"/>
                  </a:lnTo>
                  <a:lnTo>
                    <a:pt x="335156" y="193489"/>
                  </a:lnTo>
                  <a:lnTo>
                    <a:pt x="336556" y="194823"/>
                  </a:lnTo>
                  <a:lnTo>
                    <a:pt x="337899" y="196166"/>
                  </a:lnTo>
                  <a:lnTo>
                    <a:pt x="339300" y="197500"/>
                  </a:lnTo>
                  <a:lnTo>
                    <a:pt x="340643" y="198776"/>
                  </a:lnTo>
                  <a:lnTo>
                    <a:pt x="342043" y="200052"/>
                  </a:lnTo>
                  <a:lnTo>
                    <a:pt x="343443" y="201262"/>
                  </a:lnTo>
                  <a:lnTo>
                    <a:pt x="344786" y="202472"/>
                  </a:lnTo>
                  <a:lnTo>
                    <a:pt x="346186" y="203681"/>
                  </a:lnTo>
                  <a:lnTo>
                    <a:pt x="347596" y="204824"/>
                  </a:lnTo>
                  <a:lnTo>
                    <a:pt x="348929" y="205977"/>
                  </a:lnTo>
                  <a:lnTo>
                    <a:pt x="350329" y="207053"/>
                  </a:lnTo>
                  <a:lnTo>
                    <a:pt x="351672" y="208139"/>
                  </a:lnTo>
                  <a:lnTo>
                    <a:pt x="353073" y="209158"/>
                  </a:lnTo>
                  <a:lnTo>
                    <a:pt x="354483" y="210177"/>
                  </a:lnTo>
                  <a:lnTo>
                    <a:pt x="355816" y="211130"/>
                  </a:lnTo>
                  <a:lnTo>
                    <a:pt x="357225" y="212092"/>
                  </a:lnTo>
                  <a:lnTo>
                    <a:pt x="358626" y="212920"/>
                  </a:lnTo>
                  <a:lnTo>
                    <a:pt x="359969" y="213816"/>
                  </a:lnTo>
                  <a:lnTo>
                    <a:pt x="361369" y="214578"/>
                  </a:lnTo>
                  <a:lnTo>
                    <a:pt x="362712" y="215340"/>
                  </a:lnTo>
                  <a:lnTo>
                    <a:pt x="364112" y="216045"/>
                  </a:lnTo>
                  <a:lnTo>
                    <a:pt x="365512" y="216740"/>
                  </a:lnTo>
                  <a:lnTo>
                    <a:pt x="366856" y="217378"/>
                  </a:lnTo>
                  <a:lnTo>
                    <a:pt x="368256" y="217950"/>
                  </a:lnTo>
                  <a:lnTo>
                    <a:pt x="369656" y="218531"/>
                  </a:lnTo>
                  <a:lnTo>
                    <a:pt x="370999" y="218969"/>
                  </a:lnTo>
                  <a:lnTo>
                    <a:pt x="372399" y="219483"/>
                  </a:lnTo>
                  <a:lnTo>
                    <a:pt x="373809" y="219864"/>
                  </a:lnTo>
                  <a:lnTo>
                    <a:pt x="375142" y="220245"/>
                  </a:lnTo>
                  <a:lnTo>
                    <a:pt x="376552" y="220569"/>
                  </a:lnTo>
                  <a:lnTo>
                    <a:pt x="377885" y="220883"/>
                  </a:lnTo>
                  <a:lnTo>
                    <a:pt x="379295" y="221141"/>
                  </a:lnTo>
                  <a:lnTo>
                    <a:pt x="380695" y="221331"/>
                  </a:lnTo>
                  <a:lnTo>
                    <a:pt x="382039" y="221455"/>
                  </a:lnTo>
                  <a:lnTo>
                    <a:pt x="383438" y="221588"/>
                  </a:lnTo>
                  <a:lnTo>
                    <a:pt x="384839" y="221712"/>
                  </a:lnTo>
                  <a:lnTo>
                    <a:pt x="386182" y="221712"/>
                  </a:lnTo>
                  <a:lnTo>
                    <a:pt x="387582" y="221779"/>
                  </a:lnTo>
                  <a:lnTo>
                    <a:pt x="388925" y="221712"/>
                  </a:lnTo>
                  <a:lnTo>
                    <a:pt x="390325" y="221645"/>
                  </a:lnTo>
                  <a:lnTo>
                    <a:pt x="391725" y="221522"/>
                  </a:lnTo>
                  <a:lnTo>
                    <a:pt x="393068" y="221398"/>
                  </a:lnTo>
                  <a:lnTo>
                    <a:pt x="394469" y="221264"/>
                  </a:lnTo>
                  <a:lnTo>
                    <a:pt x="395878" y="221007"/>
                  </a:lnTo>
                  <a:lnTo>
                    <a:pt x="397211" y="220817"/>
                  </a:lnTo>
                  <a:lnTo>
                    <a:pt x="398621" y="220569"/>
                  </a:lnTo>
                  <a:lnTo>
                    <a:pt x="399955" y="220245"/>
                  </a:lnTo>
                  <a:lnTo>
                    <a:pt x="401355" y="219931"/>
                  </a:lnTo>
                  <a:lnTo>
                    <a:pt x="402765" y="219550"/>
                  </a:lnTo>
                  <a:lnTo>
                    <a:pt x="404098" y="219226"/>
                  </a:lnTo>
                  <a:lnTo>
                    <a:pt x="405508" y="218778"/>
                  </a:lnTo>
                  <a:lnTo>
                    <a:pt x="406908" y="218397"/>
                  </a:lnTo>
                  <a:lnTo>
                    <a:pt x="408251" y="217950"/>
                  </a:lnTo>
                  <a:lnTo>
                    <a:pt x="409651" y="217511"/>
                  </a:lnTo>
                  <a:lnTo>
                    <a:pt x="410994" y="216997"/>
                  </a:lnTo>
                  <a:lnTo>
                    <a:pt x="412394" y="216550"/>
                  </a:lnTo>
                  <a:lnTo>
                    <a:pt x="413795" y="216045"/>
                  </a:lnTo>
                  <a:lnTo>
                    <a:pt x="415138" y="215464"/>
                  </a:lnTo>
                  <a:lnTo>
                    <a:pt x="416538" y="214959"/>
                  </a:lnTo>
                  <a:lnTo>
                    <a:pt x="417938" y="214387"/>
                  </a:lnTo>
                  <a:lnTo>
                    <a:pt x="419281" y="213873"/>
                  </a:lnTo>
                  <a:lnTo>
                    <a:pt x="420681" y="213301"/>
                  </a:lnTo>
                  <a:lnTo>
                    <a:pt x="422024" y="212730"/>
                  </a:lnTo>
                  <a:lnTo>
                    <a:pt x="423424" y="212159"/>
                  </a:lnTo>
                  <a:lnTo>
                    <a:pt x="424834" y="211577"/>
                  </a:lnTo>
                  <a:lnTo>
                    <a:pt x="426168" y="210939"/>
                  </a:lnTo>
                  <a:lnTo>
                    <a:pt x="427578" y="210368"/>
                  </a:lnTo>
                  <a:lnTo>
                    <a:pt x="428978" y="209796"/>
                  </a:lnTo>
                  <a:lnTo>
                    <a:pt x="430320" y="209225"/>
                  </a:lnTo>
                  <a:lnTo>
                    <a:pt x="431721" y="208653"/>
                  </a:lnTo>
                  <a:lnTo>
                    <a:pt x="433054" y="208072"/>
                  </a:lnTo>
                  <a:lnTo>
                    <a:pt x="434464" y="207501"/>
                  </a:lnTo>
                  <a:lnTo>
                    <a:pt x="435864" y="206929"/>
                  </a:lnTo>
                  <a:lnTo>
                    <a:pt x="437207" y="206358"/>
                  </a:lnTo>
                  <a:lnTo>
                    <a:pt x="438607" y="205843"/>
                  </a:lnTo>
                  <a:lnTo>
                    <a:pt x="440008" y="205272"/>
                  </a:lnTo>
                  <a:lnTo>
                    <a:pt x="441351" y="204767"/>
                  </a:lnTo>
                  <a:lnTo>
                    <a:pt x="442751" y="204253"/>
                  </a:lnTo>
                  <a:lnTo>
                    <a:pt x="444093" y="203748"/>
                  </a:lnTo>
                  <a:lnTo>
                    <a:pt x="445494" y="203233"/>
                  </a:lnTo>
                  <a:lnTo>
                    <a:pt x="446904" y="202786"/>
                  </a:lnTo>
                  <a:lnTo>
                    <a:pt x="448237" y="202281"/>
                  </a:lnTo>
                  <a:lnTo>
                    <a:pt x="449637" y="201833"/>
                  </a:lnTo>
                  <a:lnTo>
                    <a:pt x="451047" y="201452"/>
                  </a:lnTo>
                  <a:lnTo>
                    <a:pt x="452380" y="201005"/>
                  </a:lnTo>
                  <a:lnTo>
                    <a:pt x="453790" y="200624"/>
                  </a:lnTo>
                  <a:lnTo>
                    <a:pt x="455124" y="200243"/>
                  </a:lnTo>
                  <a:lnTo>
                    <a:pt x="456533" y="199852"/>
                  </a:lnTo>
                  <a:lnTo>
                    <a:pt x="457933" y="199471"/>
                  </a:lnTo>
                  <a:lnTo>
                    <a:pt x="459276" y="199157"/>
                  </a:lnTo>
                  <a:lnTo>
                    <a:pt x="460677" y="198833"/>
                  </a:lnTo>
                  <a:lnTo>
                    <a:pt x="462077" y="198519"/>
                  </a:lnTo>
                  <a:lnTo>
                    <a:pt x="463420" y="198204"/>
                  </a:lnTo>
                  <a:lnTo>
                    <a:pt x="464820" y="197881"/>
                  </a:lnTo>
                  <a:lnTo>
                    <a:pt x="466163" y="197623"/>
                  </a:lnTo>
                  <a:lnTo>
                    <a:pt x="467564" y="197376"/>
                  </a:lnTo>
                  <a:lnTo>
                    <a:pt x="468963" y="197118"/>
                  </a:lnTo>
                  <a:lnTo>
                    <a:pt x="470306" y="196861"/>
                  </a:lnTo>
                  <a:lnTo>
                    <a:pt x="471707" y="196671"/>
                  </a:lnTo>
                  <a:lnTo>
                    <a:pt x="473116" y="196414"/>
                  </a:lnTo>
                  <a:lnTo>
                    <a:pt x="474450" y="196223"/>
                  </a:lnTo>
                  <a:lnTo>
                    <a:pt x="475860" y="195966"/>
                  </a:lnTo>
                  <a:lnTo>
                    <a:pt x="477193" y="195775"/>
                  </a:lnTo>
                  <a:lnTo>
                    <a:pt x="478603" y="195585"/>
                  </a:lnTo>
                  <a:lnTo>
                    <a:pt x="480003" y="195394"/>
                  </a:lnTo>
                  <a:lnTo>
                    <a:pt x="481337" y="195137"/>
                  </a:lnTo>
                  <a:lnTo>
                    <a:pt x="482746" y="194947"/>
                  </a:lnTo>
                  <a:lnTo>
                    <a:pt x="484146" y="194756"/>
                  </a:lnTo>
                  <a:lnTo>
                    <a:pt x="485489" y="194566"/>
                  </a:lnTo>
                  <a:lnTo>
                    <a:pt x="486890" y="194318"/>
                  </a:lnTo>
                  <a:lnTo>
                    <a:pt x="488233" y="194118"/>
                  </a:lnTo>
                  <a:lnTo>
                    <a:pt x="489633" y="193870"/>
                  </a:lnTo>
                  <a:lnTo>
                    <a:pt x="491033" y="193613"/>
                  </a:lnTo>
                  <a:lnTo>
                    <a:pt x="492376" y="193356"/>
                  </a:lnTo>
                  <a:lnTo>
                    <a:pt x="493776" y="193099"/>
                  </a:lnTo>
                  <a:lnTo>
                    <a:pt x="495186" y="192851"/>
                  </a:lnTo>
                  <a:lnTo>
                    <a:pt x="496519" y="192527"/>
                  </a:lnTo>
                  <a:lnTo>
                    <a:pt x="497929" y="192213"/>
                  </a:lnTo>
                  <a:lnTo>
                    <a:pt x="499263" y="191889"/>
                  </a:lnTo>
                  <a:lnTo>
                    <a:pt x="500663" y="191575"/>
                  </a:lnTo>
                  <a:lnTo>
                    <a:pt x="502072" y="191194"/>
                  </a:lnTo>
                  <a:lnTo>
                    <a:pt x="503406" y="190813"/>
                  </a:lnTo>
                  <a:lnTo>
                    <a:pt x="504815" y="190365"/>
                  </a:lnTo>
                  <a:lnTo>
                    <a:pt x="506216" y="189984"/>
                  </a:lnTo>
                  <a:lnTo>
                    <a:pt x="507559" y="189537"/>
                  </a:lnTo>
                  <a:lnTo>
                    <a:pt x="508959" y="189022"/>
                  </a:lnTo>
                  <a:lnTo>
                    <a:pt x="510302" y="188518"/>
                  </a:lnTo>
                  <a:lnTo>
                    <a:pt x="511702" y="188003"/>
                  </a:lnTo>
                  <a:lnTo>
                    <a:pt x="513102" y="187498"/>
                  </a:lnTo>
                  <a:lnTo>
                    <a:pt x="514446" y="186917"/>
                  </a:lnTo>
                  <a:lnTo>
                    <a:pt x="515845" y="186346"/>
                  </a:lnTo>
                  <a:lnTo>
                    <a:pt x="517255" y="185708"/>
                  </a:lnTo>
                  <a:lnTo>
                    <a:pt x="518589" y="185069"/>
                  </a:lnTo>
                  <a:lnTo>
                    <a:pt x="519989" y="184441"/>
                  </a:lnTo>
                  <a:lnTo>
                    <a:pt x="521332" y="183802"/>
                  </a:lnTo>
                  <a:lnTo>
                    <a:pt x="522732" y="183098"/>
                  </a:lnTo>
                  <a:lnTo>
                    <a:pt x="524142" y="182393"/>
                  </a:lnTo>
                  <a:lnTo>
                    <a:pt x="525475" y="181631"/>
                  </a:lnTo>
                  <a:lnTo>
                    <a:pt x="526885" y="180935"/>
                  </a:lnTo>
                  <a:lnTo>
                    <a:pt x="528285" y="180164"/>
                  </a:lnTo>
                  <a:lnTo>
                    <a:pt x="529628" y="179402"/>
                  </a:lnTo>
                  <a:lnTo>
                    <a:pt x="531028" y="178640"/>
                  </a:lnTo>
                  <a:lnTo>
                    <a:pt x="532362" y="177878"/>
                  </a:lnTo>
                  <a:lnTo>
                    <a:pt x="533772" y="177049"/>
                  </a:lnTo>
                  <a:lnTo>
                    <a:pt x="535172" y="176278"/>
                  </a:lnTo>
                  <a:lnTo>
                    <a:pt x="536515" y="175516"/>
                  </a:lnTo>
                  <a:lnTo>
                    <a:pt x="537915" y="174754"/>
                  </a:lnTo>
                  <a:lnTo>
                    <a:pt x="539315" y="173925"/>
                  </a:lnTo>
                  <a:lnTo>
                    <a:pt x="540658" y="173163"/>
                  </a:lnTo>
                  <a:lnTo>
                    <a:pt x="542058" y="172458"/>
                  </a:lnTo>
                  <a:lnTo>
                    <a:pt x="543468" y="171696"/>
                  </a:lnTo>
                  <a:lnTo>
                    <a:pt x="544801" y="170991"/>
                  </a:lnTo>
                  <a:lnTo>
                    <a:pt x="546211" y="170296"/>
                  </a:lnTo>
                  <a:lnTo>
                    <a:pt x="547545" y="169591"/>
                  </a:lnTo>
                  <a:lnTo>
                    <a:pt x="548954" y="168953"/>
                  </a:lnTo>
                  <a:lnTo>
                    <a:pt x="550354" y="168382"/>
                  </a:lnTo>
                  <a:lnTo>
                    <a:pt x="551688" y="167810"/>
                  </a:lnTo>
                  <a:lnTo>
                    <a:pt x="553098" y="167296"/>
                  </a:lnTo>
                  <a:lnTo>
                    <a:pt x="554498" y="166781"/>
                  </a:lnTo>
                  <a:lnTo>
                    <a:pt x="555841" y="166400"/>
                  </a:lnTo>
                  <a:lnTo>
                    <a:pt x="557241" y="166019"/>
                  </a:lnTo>
                  <a:lnTo>
                    <a:pt x="558584" y="165705"/>
                  </a:lnTo>
                  <a:lnTo>
                    <a:pt x="559985" y="165448"/>
                  </a:lnTo>
                  <a:lnTo>
                    <a:pt x="561385" y="165257"/>
                  </a:lnTo>
                  <a:lnTo>
                    <a:pt x="562727" y="165133"/>
                  </a:lnTo>
                  <a:lnTo>
                    <a:pt x="564128" y="165133"/>
                  </a:lnTo>
                  <a:lnTo>
                    <a:pt x="565537" y="165133"/>
                  </a:lnTo>
                  <a:lnTo>
                    <a:pt x="566871" y="165257"/>
                  </a:lnTo>
                  <a:lnTo>
                    <a:pt x="568281" y="165448"/>
                  </a:lnTo>
                  <a:lnTo>
                    <a:pt x="569614" y="165762"/>
                  </a:lnTo>
                  <a:lnTo>
                    <a:pt x="571014" y="166086"/>
                  </a:lnTo>
                  <a:lnTo>
                    <a:pt x="572424" y="166534"/>
                  </a:lnTo>
                  <a:lnTo>
                    <a:pt x="573758" y="167105"/>
                  </a:lnTo>
                  <a:lnTo>
                    <a:pt x="575167" y="167743"/>
                  </a:lnTo>
                  <a:lnTo>
                    <a:pt x="576567" y="168505"/>
                  </a:lnTo>
                  <a:lnTo>
                    <a:pt x="577910" y="169334"/>
                  </a:lnTo>
                  <a:lnTo>
                    <a:pt x="579311" y="170296"/>
                  </a:lnTo>
                  <a:lnTo>
                    <a:pt x="580654" y="171315"/>
                  </a:lnTo>
                  <a:lnTo>
                    <a:pt x="582054" y="172458"/>
                  </a:lnTo>
                  <a:lnTo>
                    <a:pt x="583454" y="173668"/>
                  </a:lnTo>
                  <a:lnTo>
                    <a:pt x="584797" y="175011"/>
                  </a:lnTo>
                  <a:lnTo>
                    <a:pt x="586197" y="176411"/>
                  </a:lnTo>
                  <a:lnTo>
                    <a:pt x="587597" y="177935"/>
                  </a:lnTo>
                  <a:lnTo>
                    <a:pt x="588940" y="179526"/>
                  </a:lnTo>
                  <a:lnTo>
                    <a:pt x="590340" y="181250"/>
                  </a:lnTo>
                  <a:lnTo>
                    <a:pt x="591683" y="183098"/>
                  </a:lnTo>
                  <a:lnTo>
                    <a:pt x="593084" y="184946"/>
                  </a:lnTo>
                  <a:lnTo>
                    <a:pt x="594494" y="186984"/>
                  </a:lnTo>
                  <a:lnTo>
                    <a:pt x="595827" y="189022"/>
                  </a:lnTo>
                  <a:lnTo>
                    <a:pt x="597236" y="191194"/>
                  </a:lnTo>
                  <a:lnTo>
                    <a:pt x="598637" y="193356"/>
                  </a:lnTo>
                  <a:lnTo>
                    <a:pt x="599980" y="195652"/>
                  </a:lnTo>
                  <a:lnTo>
                    <a:pt x="601380" y="198004"/>
                  </a:lnTo>
                  <a:lnTo>
                    <a:pt x="602723" y="200433"/>
                  </a:lnTo>
                  <a:lnTo>
                    <a:pt x="604123" y="202919"/>
                  </a:lnTo>
                  <a:lnTo>
                    <a:pt x="605523" y="205462"/>
                  </a:lnTo>
                  <a:lnTo>
                    <a:pt x="606867" y="208015"/>
                  </a:lnTo>
                  <a:lnTo>
                    <a:pt x="608267" y="210691"/>
                  </a:lnTo>
                  <a:lnTo>
                    <a:pt x="609666" y="213301"/>
                  </a:lnTo>
                  <a:lnTo>
                    <a:pt x="611010" y="216045"/>
                  </a:lnTo>
                  <a:lnTo>
                    <a:pt x="612410" y="218721"/>
                  </a:lnTo>
                  <a:lnTo>
                    <a:pt x="613753" y="221522"/>
                  </a:lnTo>
                  <a:lnTo>
                    <a:pt x="615153" y="224265"/>
                  </a:lnTo>
                  <a:lnTo>
                    <a:pt x="616553" y="226998"/>
                  </a:lnTo>
                  <a:lnTo>
                    <a:pt x="617896" y="229808"/>
                  </a:lnTo>
                  <a:lnTo>
                    <a:pt x="619297" y="232609"/>
                  </a:lnTo>
                  <a:lnTo>
                    <a:pt x="620707" y="235352"/>
                  </a:lnTo>
                  <a:lnTo>
                    <a:pt x="622040" y="238085"/>
                  </a:lnTo>
                  <a:lnTo>
                    <a:pt x="623449" y="240895"/>
                  </a:lnTo>
                  <a:lnTo>
                    <a:pt x="624783" y="243572"/>
                  </a:lnTo>
                  <a:lnTo>
                    <a:pt x="626193" y="246306"/>
                  </a:lnTo>
                  <a:lnTo>
                    <a:pt x="627593" y="248982"/>
                  </a:lnTo>
                  <a:lnTo>
                    <a:pt x="628936" y="251592"/>
                  </a:lnTo>
                  <a:lnTo>
                    <a:pt x="630336" y="254211"/>
                  </a:lnTo>
                  <a:lnTo>
                    <a:pt x="631736" y="256755"/>
                  </a:lnTo>
                  <a:lnTo>
                    <a:pt x="633079" y="259307"/>
                  </a:lnTo>
                  <a:lnTo>
                    <a:pt x="634480" y="261793"/>
                  </a:lnTo>
                  <a:lnTo>
                    <a:pt x="635822" y="264213"/>
                  </a:lnTo>
                  <a:lnTo>
                    <a:pt x="637222" y="266575"/>
                  </a:lnTo>
                  <a:lnTo>
                    <a:pt x="638623" y="268861"/>
                  </a:lnTo>
                  <a:lnTo>
                    <a:pt x="639966" y="271090"/>
                  </a:lnTo>
                  <a:lnTo>
                    <a:pt x="641366" y="273328"/>
                  </a:lnTo>
                  <a:lnTo>
                    <a:pt x="642776" y="275424"/>
                  </a:lnTo>
                  <a:lnTo>
                    <a:pt x="644109" y="277462"/>
                  </a:lnTo>
                  <a:lnTo>
                    <a:pt x="645519" y="279510"/>
                  </a:lnTo>
                  <a:lnTo>
                    <a:pt x="646853" y="281415"/>
                  </a:lnTo>
                  <a:lnTo>
                    <a:pt x="648262" y="283263"/>
                  </a:lnTo>
                  <a:lnTo>
                    <a:pt x="649662" y="285053"/>
                  </a:lnTo>
                  <a:lnTo>
                    <a:pt x="651005" y="286834"/>
                  </a:lnTo>
                  <a:lnTo>
                    <a:pt x="652405" y="288492"/>
                  </a:lnTo>
                  <a:lnTo>
                    <a:pt x="653806" y="290083"/>
                  </a:lnTo>
                  <a:lnTo>
                    <a:pt x="655149" y="291616"/>
                  </a:lnTo>
                  <a:lnTo>
                    <a:pt x="656549" y="293073"/>
                  </a:lnTo>
                  <a:lnTo>
                    <a:pt x="657892" y="294483"/>
                  </a:lnTo>
                  <a:lnTo>
                    <a:pt x="659292" y="295816"/>
                  </a:lnTo>
                  <a:lnTo>
                    <a:pt x="660692" y="297093"/>
                  </a:lnTo>
                  <a:lnTo>
                    <a:pt x="662035" y="298303"/>
                  </a:lnTo>
                  <a:lnTo>
                    <a:pt x="663435" y="299446"/>
                  </a:lnTo>
                  <a:lnTo>
                    <a:pt x="664845" y="300531"/>
                  </a:lnTo>
                  <a:lnTo>
                    <a:pt x="666179" y="301550"/>
                  </a:lnTo>
                  <a:lnTo>
                    <a:pt x="667589" y="302513"/>
                  </a:lnTo>
                  <a:lnTo>
                    <a:pt x="668922" y="303465"/>
                  </a:lnTo>
                  <a:lnTo>
                    <a:pt x="670322" y="304294"/>
                  </a:lnTo>
                  <a:lnTo>
                    <a:pt x="671732" y="305122"/>
                  </a:lnTo>
                  <a:lnTo>
                    <a:pt x="673065" y="305884"/>
                  </a:lnTo>
                  <a:lnTo>
                    <a:pt x="674475" y="306646"/>
                  </a:lnTo>
                  <a:lnTo>
                    <a:pt x="675875" y="307285"/>
                  </a:lnTo>
                  <a:lnTo>
                    <a:pt x="677218" y="307923"/>
                  </a:lnTo>
                  <a:lnTo>
                    <a:pt x="678618" y="308494"/>
                  </a:lnTo>
                  <a:lnTo>
                    <a:pt x="679961" y="309075"/>
                  </a:lnTo>
                  <a:lnTo>
                    <a:pt x="681362" y="309580"/>
                  </a:lnTo>
                  <a:lnTo>
                    <a:pt x="682761" y="310094"/>
                  </a:lnTo>
                  <a:lnTo>
                    <a:pt x="684104" y="310533"/>
                  </a:lnTo>
                  <a:lnTo>
                    <a:pt x="685505" y="310914"/>
                  </a:lnTo>
                  <a:lnTo>
                    <a:pt x="686915" y="311304"/>
                  </a:lnTo>
                  <a:lnTo>
                    <a:pt x="688248" y="311685"/>
                  </a:lnTo>
                  <a:lnTo>
                    <a:pt x="689648" y="312000"/>
                  </a:lnTo>
                  <a:lnTo>
                    <a:pt x="690991" y="312323"/>
                  </a:lnTo>
                  <a:lnTo>
                    <a:pt x="692391" y="312571"/>
                  </a:lnTo>
                  <a:lnTo>
                    <a:pt x="693801" y="312828"/>
                  </a:lnTo>
                  <a:lnTo>
                    <a:pt x="695135" y="313085"/>
                  </a:lnTo>
                  <a:lnTo>
                    <a:pt x="696544" y="313276"/>
                  </a:lnTo>
                  <a:lnTo>
                    <a:pt x="697944" y="313533"/>
                  </a:lnTo>
                  <a:lnTo>
                    <a:pt x="699288" y="313657"/>
                  </a:lnTo>
                  <a:lnTo>
                    <a:pt x="700688" y="313847"/>
                  </a:lnTo>
                  <a:lnTo>
                    <a:pt x="702031" y="313981"/>
                  </a:lnTo>
                  <a:lnTo>
                    <a:pt x="703431" y="314171"/>
                  </a:lnTo>
                  <a:lnTo>
                    <a:pt x="704831" y="314295"/>
                  </a:lnTo>
                </a:path>
              </a:pathLst>
            </a:custGeom>
            <a:noFill/>
            <a:ln w="7242" cap="flat">
              <a:solidFill>
                <a:srgbClr val="000000"/>
              </a:solidFill>
              <a:prstDash val="solid"/>
              <a:round/>
            </a:ln>
          </p:spPr>
          <p:txBody>
            <a:bodyPr/>
            <a:lstStyle/>
            <a:p>
              <a:endParaRPr lang="zh-CN" altLang="en-US" sz="2190"/>
            </a:p>
          </p:txBody>
        </p:sp>
        <p:sp>
          <p:nvSpPr>
            <p:cNvPr id="984" name="任意多边形: 形状 983"/>
            <p:cNvSpPr/>
            <p:nvPr/>
          </p:nvSpPr>
          <p:spPr>
            <a:xfrm>
              <a:off x="5153487" y="4264547"/>
              <a:ext cx="704850" cy="285750"/>
            </a:xfrm>
            <a:custGeom>
              <a:avLst/>
              <a:gdLst>
                <a:gd name="csX0" fmla="*/ -19 w 704850"/>
                <a:gd name="csY0" fmla="*/ 284329 h 285750"/>
                <a:gd name="csX1" fmla="*/ 1324 w 704850"/>
                <a:gd name="csY1" fmla="*/ 284206 h 285750"/>
                <a:gd name="csX2" fmla="*/ 2724 w 704850"/>
                <a:gd name="csY2" fmla="*/ 284015 h 285750"/>
                <a:gd name="csX3" fmla="*/ 4124 w 704850"/>
                <a:gd name="csY3" fmla="*/ 283891 h 285750"/>
                <a:gd name="csX4" fmla="*/ 5467 w 704850"/>
                <a:gd name="csY4" fmla="*/ 283634 h 285750"/>
                <a:gd name="csX5" fmla="*/ 6868 w 704850"/>
                <a:gd name="csY5" fmla="*/ 283443 h 285750"/>
                <a:gd name="csX6" fmla="*/ 8268 w 704850"/>
                <a:gd name="csY6" fmla="*/ 283196 h 285750"/>
                <a:gd name="csX7" fmla="*/ 9611 w 704850"/>
                <a:gd name="csY7" fmla="*/ 282939 h 285750"/>
                <a:gd name="csX8" fmla="*/ 11011 w 704850"/>
                <a:gd name="csY8" fmla="*/ 282624 h 285750"/>
                <a:gd name="csX9" fmla="*/ 12354 w 704850"/>
                <a:gd name="csY9" fmla="*/ 282310 h 285750"/>
                <a:gd name="csX10" fmla="*/ 13754 w 704850"/>
                <a:gd name="csY10" fmla="*/ 281929 h 285750"/>
                <a:gd name="csX11" fmla="*/ 15164 w 704850"/>
                <a:gd name="csY11" fmla="*/ 281548 h 285750"/>
                <a:gd name="csX12" fmla="*/ 16497 w 704850"/>
                <a:gd name="csY12" fmla="*/ 281167 h 285750"/>
                <a:gd name="csX13" fmla="*/ 17907 w 704850"/>
                <a:gd name="csY13" fmla="*/ 280729 h 285750"/>
                <a:gd name="csX14" fmla="*/ 19307 w 704850"/>
                <a:gd name="csY14" fmla="*/ 280224 h 285750"/>
                <a:gd name="csX15" fmla="*/ 20650 w 704850"/>
                <a:gd name="csY15" fmla="*/ 279719 h 285750"/>
                <a:gd name="csX16" fmla="*/ 22051 w 704850"/>
                <a:gd name="csY16" fmla="*/ 279148 h 285750"/>
                <a:gd name="csX17" fmla="*/ 23394 w 704850"/>
                <a:gd name="csY17" fmla="*/ 278510 h 285750"/>
                <a:gd name="csX18" fmla="*/ 24793 w 704850"/>
                <a:gd name="csY18" fmla="*/ 277814 h 285750"/>
                <a:gd name="csX19" fmla="*/ 26194 w 704850"/>
                <a:gd name="csY19" fmla="*/ 277119 h 285750"/>
                <a:gd name="csX20" fmla="*/ 27537 w 704850"/>
                <a:gd name="csY20" fmla="*/ 276367 h 285750"/>
                <a:gd name="csX21" fmla="*/ 28937 w 704850"/>
                <a:gd name="csY21" fmla="*/ 275538 h 285750"/>
                <a:gd name="csX22" fmla="*/ 30337 w 704850"/>
                <a:gd name="csY22" fmla="*/ 274661 h 285750"/>
                <a:gd name="csX23" fmla="*/ 31680 w 704850"/>
                <a:gd name="csY23" fmla="*/ 273709 h 285750"/>
                <a:gd name="csX24" fmla="*/ 33080 w 704850"/>
                <a:gd name="csY24" fmla="*/ 272699 h 285750"/>
                <a:gd name="csX25" fmla="*/ 34424 w 704850"/>
                <a:gd name="csY25" fmla="*/ 271623 h 285750"/>
                <a:gd name="csX26" fmla="*/ 35824 w 704850"/>
                <a:gd name="csY26" fmla="*/ 270423 h 285750"/>
                <a:gd name="csX27" fmla="*/ 37233 w 704850"/>
                <a:gd name="csY27" fmla="*/ 269223 h 285750"/>
                <a:gd name="csX28" fmla="*/ 38567 w 704850"/>
                <a:gd name="csY28" fmla="*/ 267889 h 285750"/>
                <a:gd name="csX29" fmla="*/ 39967 w 704850"/>
                <a:gd name="csY29" fmla="*/ 266499 h 285750"/>
                <a:gd name="csX30" fmla="*/ 41377 w 704850"/>
                <a:gd name="csY30" fmla="*/ 264984 h 285750"/>
                <a:gd name="csX31" fmla="*/ 42710 w 704850"/>
                <a:gd name="csY31" fmla="*/ 263403 h 285750"/>
                <a:gd name="csX32" fmla="*/ 44120 w 704850"/>
                <a:gd name="csY32" fmla="*/ 261764 h 285750"/>
                <a:gd name="csX33" fmla="*/ 45520 w 704850"/>
                <a:gd name="csY33" fmla="*/ 259993 h 285750"/>
                <a:gd name="csX34" fmla="*/ 46863 w 704850"/>
                <a:gd name="csY34" fmla="*/ 258098 h 285750"/>
                <a:gd name="csX35" fmla="*/ 48263 w 704850"/>
                <a:gd name="csY35" fmla="*/ 256135 h 285750"/>
                <a:gd name="csX36" fmla="*/ 49606 w 704850"/>
                <a:gd name="csY36" fmla="*/ 254049 h 285750"/>
                <a:gd name="csX37" fmla="*/ 51006 w 704850"/>
                <a:gd name="csY37" fmla="*/ 251897 h 285750"/>
                <a:gd name="csX38" fmla="*/ 52407 w 704850"/>
                <a:gd name="csY38" fmla="*/ 249563 h 285750"/>
                <a:gd name="csX39" fmla="*/ 53750 w 704850"/>
                <a:gd name="csY39" fmla="*/ 247153 h 285750"/>
                <a:gd name="csX40" fmla="*/ 55150 w 704850"/>
                <a:gd name="csY40" fmla="*/ 244629 h 285750"/>
                <a:gd name="csX41" fmla="*/ 56560 w 704850"/>
                <a:gd name="csY41" fmla="*/ 242038 h 285750"/>
                <a:gd name="csX42" fmla="*/ 57893 w 704850"/>
                <a:gd name="csY42" fmla="*/ 239257 h 285750"/>
                <a:gd name="csX43" fmla="*/ 59293 w 704850"/>
                <a:gd name="csY43" fmla="*/ 236409 h 285750"/>
                <a:gd name="csX44" fmla="*/ 60636 w 704850"/>
                <a:gd name="csY44" fmla="*/ 233371 h 285750"/>
                <a:gd name="csX45" fmla="*/ 62037 w 704850"/>
                <a:gd name="csY45" fmla="*/ 230342 h 285750"/>
                <a:gd name="csX46" fmla="*/ 63446 w 704850"/>
                <a:gd name="csY46" fmla="*/ 227056 h 285750"/>
                <a:gd name="csX47" fmla="*/ 64779 w 704850"/>
                <a:gd name="csY47" fmla="*/ 223703 h 285750"/>
                <a:gd name="csX48" fmla="*/ 66189 w 704850"/>
                <a:gd name="csY48" fmla="*/ 220226 h 285750"/>
                <a:gd name="csX49" fmla="*/ 67590 w 704850"/>
                <a:gd name="csY49" fmla="*/ 216626 h 285750"/>
                <a:gd name="csX50" fmla="*/ 68933 w 704850"/>
                <a:gd name="csY50" fmla="*/ 212892 h 285750"/>
                <a:gd name="csX51" fmla="*/ 70333 w 704850"/>
                <a:gd name="csY51" fmla="*/ 209101 h 285750"/>
                <a:gd name="csX52" fmla="*/ 71666 w 704850"/>
                <a:gd name="csY52" fmla="*/ 205119 h 285750"/>
                <a:gd name="csX53" fmla="*/ 73076 w 704850"/>
                <a:gd name="csY53" fmla="*/ 201071 h 285750"/>
                <a:gd name="csX54" fmla="*/ 74476 w 704850"/>
                <a:gd name="csY54" fmla="*/ 196899 h 285750"/>
                <a:gd name="csX55" fmla="*/ 75819 w 704850"/>
                <a:gd name="csY55" fmla="*/ 192661 h 285750"/>
                <a:gd name="csX56" fmla="*/ 77219 w 704850"/>
                <a:gd name="csY56" fmla="*/ 188241 h 285750"/>
                <a:gd name="csX57" fmla="*/ 78619 w 704850"/>
                <a:gd name="csY57" fmla="*/ 183812 h 285750"/>
                <a:gd name="csX58" fmla="*/ 79962 w 704850"/>
                <a:gd name="csY58" fmla="*/ 179259 h 285750"/>
                <a:gd name="csX59" fmla="*/ 81363 w 704850"/>
                <a:gd name="csY59" fmla="*/ 174582 h 285750"/>
                <a:gd name="csX60" fmla="*/ 82706 w 704850"/>
                <a:gd name="csY60" fmla="*/ 169839 h 285750"/>
                <a:gd name="csX61" fmla="*/ 84106 w 704850"/>
                <a:gd name="csY61" fmla="*/ 165038 h 285750"/>
                <a:gd name="csX62" fmla="*/ 85515 w 704850"/>
                <a:gd name="csY62" fmla="*/ 160104 h 285750"/>
                <a:gd name="csX63" fmla="*/ 86849 w 704850"/>
                <a:gd name="csY63" fmla="*/ 155170 h 285750"/>
                <a:gd name="csX64" fmla="*/ 88259 w 704850"/>
                <a:gd name="csY64" fmla="*/ 150179 h 285750"/>
                <a:gd name="csX65" fmla="*/ 89659 w 704850"/>
                <a:gd name="csY65" fmla="*/ 145122 h 285750"/>
                <a:gd name="csX66" fmla="*/ 90992 w 704850"/>
                <a:gd name="csY66" fmla="*/ 140064 h 285750"/>
                <a:gd name="csX67" fmla="*/ 92402 w 704850"/>
                <a:gd name="csY67" fmla="*/ 134939 h 285750"/>
                <a:gd name="csX68" fmla="*/ 93736 w 704850"/>
                <a:gd name="csY68" fmla="*/ 129758 h 285750"/>
                <a:gd name="csX69" fmla="*/ 95146 w 704850"/>
                <a:gd name="csY69" fmla="*/ 124643 h 285750"/>
                <a:gd name="csX70" fmla="*/ 96545 w 704850"/>
                <a:gd name="csY70" fmla="*/ 119452 h 285750"/>
                <a:gd name="csX71" fmla="*/ 97888 w 704850"/>
                <a:gd name="csY71" fmla="*/ 114270 h 285750"/>
                <a:gd name="csX72" fmla="*/ 99289 w 704850"/>
                <a:gd name="csY72" fmla="*/ 109146 h 285750"/>
                <a:gd name="csX73" fmla="*/ 100689 w 704850"/>
                <a:gd name="csY73" fmla="*/ 104031 h 285750"/>
                <a:gd name="csX74" fmla="*/ 102032 w 704850"/>
                <a:gd name="csY74" fmla="*/ 98906 h 285750"/>
                <a:gd name="csX75" fmla="*/ 103432 w 704850"/>
                <a:gd name="csY75" fmla="*/ 93915 h 285750"/>
                <a:gd name="csX76" fmla="*/ 104775 w 704850"/>
                <a:gd name="csY76" fmla="*/ 88924 h 285750"/>
                <a:gd name="csX77" fmla="*/ 106175 w 704850"/>
                <a:gd name="csY77" fmla="*/ 83923 h 285750"/>
                <a:gd name="csX78" fmla="*/ 107585 w 704850"/>
                <a:gd name="csY78" fmla="*/ 79056 h 285750"/>
                <a:gd name="csX79" fmla="*/ 108919 w 704850"/>
                <a:gd name="csY79" fmla="*/ 74313 h 285750"/>
                <a:gd name="csX80" fmla="*/ 110318 w 704850"/>
                <a:gd name="csY80" fmla="*/ 69579 h 285750"/>
                <a:gd name="csX81" fmla="*/ 111728 w 704850"/>
                <a:gd name="csY81" fmla="*/ 64959 h 285750"/>
                <a:gd name="csX82" fmla="*/ 113062 w 704850"/>
                <a:gd name="csY82" fmla="*/ 60530 h 285750"/>
                <a:gd name="csX83" fmla="*/ 114472 w 704850"/>
                <a:gd name="csY83" fmla="*/ 56110 h 285750"/>
                <a:gd name="csX84" fmla="*/ 115805 w 704850"/>
                <a:gd name="csY84" fmla="*/ 51872 h 285750"/>
                <a:gd name="csX85" fmla="*/ 117215 w 704850"/>
                <a:gd name="csY85" fmla="*/ 47767 h 285750"/>
                <a:gd name="csX86" fmla="*/ 118615 w 704850"/>
                <a:gd name="csY86" fmla="*/ 43785 h 285750"/>
                <a:gd name="csX87" fmla="*/ 119958 w 704850"/>
                <a:gd name="csY87" fmla="*/ 39861 h 285750"/>
                <a:gd name="csX88" fmla="*/ 121358 w 704850"/>
                <a:gd name="csY88" fmla="*/ 36260 h 285750"/>
                <a:gd name="csX89" fmla="*/ 122758 w 704850"/>
                <a:gd name="csY89" fmla="*/ 32717 h 285750"/>
                <a:gd name="csX90" fmla="*/ 124101 w 704850"/>
                <a:gd name="csY90" fmla="*/ 29307 h 285750"/>
                <a:gd name="csX91" fmla="*/ 125501 w 704850"/>
                <a:gd name="csY91" fmla="*/ 26145 h 285750"/>
                <a:gd name="csX92" fmla="*/ 126844 w 704850"/>
                <a:gd name="csY92" fmla="*/ 23106 h 285750"/>
                <a:gd name="csX93" fmla="*/ 128245 w 704850"/>
                <a:gd name="csY93" fmla="*/ 20268 h 285750"/>
                <a:gd name="csX94" fmla="*/ 129645 w 704850"/>
                <a:gd name="csY94" fmla="*/ 17610 h 285750"/>
                <a:gd name="csX95" fmla="*/ 130988 w 704850"/>
                <a:gd name="csY95" fmla="*/ 15143 h 285750"/>
                <a:gd name="csX96" fmla="*/ 132388 w 704850"/>
                <a:gd name="csY96" fmla="*/ 12867 h 285750"/>
                <a:gd name="csX97" fmla="*/ 133798 w 704850"/>
                <a:gd name="csY97" fmla="*/ 10714 h 285750"/>
                <a:gd name="csX98" fmla="*/ 135131 w 704850"/>
                <a:gd name="csY98" fmla="*/ 8819 h 285750"/>
                <a:gd name="csX99" fmla="*/ 136541 w 704850"/>
                <a:gd name="csY99" fmla="*/ 7114 h 285750"/>
                <a:gd name="csX100" fmla="*/ 137874 w 704850"/>
                <a:gd name="csY100" fmla="*/ 5533 h 285750"/>
                <a:gd name="csX101" fmla="*/ 139284 w 704850"/>
                <a:gd name="csY101" fmla="*/ 4209 h 285750"/>
                <a:gd name="csX102" fmla="*/ 140684 w 704850"/>
                <a:gd name="csY102" fmla="*/ 3066 h 285750"/>
                <a:gd name="csX103" fmla="*/ 142028 w 704850"/>
                <a:gd name="csY103" fmla="*/ 2056 h 285750"/>
                <a:gd name="csX104" fmla="*/ 143427 w 704850"/>
                <a:gd name="csY104" fmla="*/ 1294 h 285750"/>
                <a:gd name="csX105" fmla="*/ 144827 w 704850"/>
                <a:gd name="csY105" fmla="*/ 732 h 285750"/>
                <a:gd name="csX106" fmla="*/ 146171 w 704850"/>
                <a:gd name="csY106" fmla="*/ 284 h 285750"/>
                <a:gd name="csX107" fmla="*/ 147571 w 704850"/>
                <a:gd name="csY107" fmla="*/ 37 h 285750"/>
                <a:gd name="csX108" fmla="*/ 148914 w 704850"/>
                <a:gd name="csY108" fmla="*/ -30 h 285750"/>
                <a:gd name="csX109" fmla="*/ 150314 w 704850"/>
                <a:gd name="csY109" fmla="*/ 37 h 285750"/>
                <a:gd name="csX110" fmla="*/ 151714 w 704850"/>
                <a:gd name="csY110" fmla="*/ 284 h 285750"/>
                <a:gd name="csX111" fmla="*/ 153057 w 704850"/>
                <a:gd name="csY111" fmla="*/ 732 h 285750"/>
                <a:gd name="csX112" fmla="*/ 154458 w 704850"/>
                <a:gd name="csY112" fmla="*/ 1294 h 285750"/>
                <a:gd name="csX113" fmla="*/ 155867 w 704850"/>
                <a:gd name="csY113" fmla="*/ 1989 h 285750"/>
                <a:gd name="csX114" fmla="*/ 157200 w 704850"/>
                <a:gd name="csY114" fmla="*/ 2875 h 285750"/>
                <a:gd name="csX115" fmla="*/ 158610 w 704850"/>
                <a:gd name="csY115" fmla="*/ 3828 h 285750"/>
                <a:gd name="csX116" fmla="*/ 159944 w 704850"/>
                <a:gd name="csY116" fmla="*/ 4961 h 285750"/>
                <a:gd name="csX117" fmla="*/ 161354 w 704850"/>
                <a:gd name="csY117" fmla="*/ 6228 h 285750"/>
                <a:gd name="csX118" fmla="*/ 162754 w 704850"/>
                <a:gd name="csY118" fmla="*/ 7552 h 285750"/>
                <a:gd name="csX119" fmla="*/ 164087 w 704850"/>
                <a:gd name="csY119" fmla="*/ 9009 h 285750"/>
                <a:gd name="csX120" fmla="*/ 165497 w 704850"/>
                <a:gd name="csY120" fmla="*/ 10590 h 285750"/>
                <a:gd name="csX121" fmla="*/ 166897 w 704850"/>
                <a:gd name="csY121" fmla="*/ 12295 h 285750"/>
                <a:gd name="csX122" fmla="*/ 168240 w 704850"/>
                <a:gd name="csY122" fmla="*/ 14000 h 285750"/>
                <a:gd name="csX123" fmla="*/ 169640 w 704850"/>
                <a:gd name="csY123" fmla="*/ 15905 h 285750"/>
                <a:gd name="csX124" fmla="*/ 170983 w 704850"/>
                <a:gd name="csY124" fmla="*/ 17801 h 285750"/>
                <a:gd name="csX125" fmla="*/ 172383 w 704850"/>
                <a:gd name="csY125" fmla="*/ 19820 h 285750"/>
                <a:gd name="csX126" fmla="*/ 173784 w 704850"/>
                <a:gd name="csY126" fmla="*/ 21839 h 285750"/>
                <a:gd name="csX127" fmla="*/ 175127 w 704850"/>
                <a:gd name="csY127" fmla="*/ 23992 h 285750"/>
                <a:gd name="csX128" fmla="*/ 176527 w 704850"/>
                <a:gd name="csY128" fmla="*/ 26145 h 285750"/>
                <a:gd name="csX129" fmla="*/ 177927 w 704850"/>
                <a:gd name="csY129" fmla="*/ 28355 h 285750"/>
                <a:gd name="csX130" fmla="*/ 179270 w 704850"/>
                <a:gd name="csY130" fmla="*/ 30631 h 285750"/>
                <a:gd name="csX131" fmla="*/ 180670 w 704850"/>
                <a:gd name="csY131" fmla="*/ 32974 h 285750"/>
                <a:gd name="csX132" fmla="*/ 182014 w 704850"/>
                <a:gd name="csY132" fmla="*/ 35308 h 285750"/>
                <a:gd name="csX133" fmla="*/ 183413 w 704850"/>
                <a:gd name="csY133" fmla="*/ 37651 h 285750"/>
                <a:gd name="csX134" fmla="*/ 184823 w 704850"/>
                <a:gd name="csY134" fmla="*/ 40051 h 285750"/>
                <a:gd name="csX135" fmla="*/ 186157 w 704850"/>
                <a:gd name="csY135" fmla="*/ 42451 h 285750"/>
                <a:gd name="csX136" fmla="*/ 187566 w 704850"/>
                <a:gd name="csY136" fmla="*/ 44852 h 285750"/>
                <a:gd name="csX137" fmla="*/ 188967 w 704850"/>
                <a:gd name="csY137" fmla="*/ 47262 h 285750"/>
                <a:gd name="csX138" fmla="*/ 190310 w 704850"/>
                <a:gd name="csY138" fmla="*/ 49662 h 285750"/>
                <a:gd name="csX139" fmla="*/ 191710 w 704850"/>
                <a:gd name="csY139" fmla="*/ 52129 h 285750"/>
                <a:gd name="csX140" fmla="*/ 193053 w 704850"/>
                <a:gd name="csY140" fmla="*/ 54529 h 285750"/>
                <a:gd name="csX141" fmla="*/ 194453 w 704850"/>
                <a:gd name="csY141" fmla="*/ 56930 h 285750"/>
                <a:gd name="csX142" fmla="*/ 195853 w 704850"/>
                <a:gd name="csY142" fmla="*/ 59397 h 285750"/>
                <a:gd name="csX143" fmla="*/ 197196 w 704850"/>
                <a:gd name="csY143" fmla="*/ 61739 h 285750"/>
                <a:gd name="csX144" fmla="*/ 198596 w 704850"/>
                <a:gd name="csY144" fmla="*/ 64140 h 285750"/>
                <a:gd name="csX145" fmla="*/ 199997 w 704850"/>
                <a:gd name="csY145" fmla="*/ 66540 h 285750"/>
                <a:gd name="csX146" fmla="*/ 201340 w 704850"/>
                <a:gd name="csY146" fmla="*/ 68883 h 285750"/>
                <a:gd name="csX147" fmla="*/ 202740 w 704850"/>
                <a:gd name="csY147" fmla="*/ 71217 h 285750"/>
                <a:gd name="csX148" fmla="*/ 204083 w 704850"/>
                <a:gd name="csY148" fmla="*/ 73560 h 285750"/>
                <a:gd name="csX149" fmla="*/ 205483 w 704850"/>
                <a:gd name="csY149" fmla="*/ 75837 h 285750"/>
                <a:gd name="csX150" fmla="*/ 206893 w 704850"/>
                <a:gd name="csY150" fmla="*/ 78113 h 285750"/>
                <a:gd name="csX151" fmla="*/ 208226 w 704850"/>
                <a:gd name="csY151" fmla="*/ 80323 h 285750"/>
                <a:gd name="csX152" fmla="*/ 209636 w 704850"/>
                <a:gd name="csY152" fmla="*/ 82533 h 285750"/>
                <a:gd name="csX153" fmla="*/ 211036 w 704850"/>
                <a:gd name="csY153" fmla="*/ 84752 h 285750"/>
                <a:gd name="csX154" fmla="*/ 212369 w 704850"/>
                <a:gd name="csY154" fmla="*/ 86895 h 285750"/>
                <a:gd name="csX155" fmla="*/ 213779 w 704850"/>
                <a:gd name="csY155" fmla="*/ 88981 h 285750"/>
                <a:gd name="csX156" fmla="*/ 215180 w 704850"/>
                <a:gd name="csY156" fmla="*/ 91134 h 285750"/>
                <a:gd name="csX157" fmla="*/ 216522 w 704850"/>
                <a:gd name="csY157" fmla="*/ 93153 h 285750"/>
                <a:gd name="csX158" fmla="*/ 217922 w 704850"/>
                <a:gd name="csY158" fmla="*/ 95239 h 285750"/>
                <a:gd name="csX159" fmla="*/ 219265 w 704850"/>
                <a:gd name="csY159" fmla="*/ 97201 h 285750"/>
                <a:gd name="csX160" fmla="*/ 220666 w 704850"/>
                <a:gd name="csY160" fmla="*/ 99163 h 285750"/>
                <a:gd name="csX161" fmla="*/ 222066 w 704850"/>
                <a:gd name="csY161" fmla="*/ 101116 h 285750"/>
                <a:gd name="csX162" fmla="*/ 223409 w 704850"/>
                <a:gd name="csY162" fmla="*/ 103021 h 285750"/>
                <a:gd name="csX163" fmla="*/ 224809 w 704850"/>
                <a:gd name="csY163" fmla="*/ 104917 h 285750"/>
                <a:gd name="csX164" fmla="*/ 226219 w 704850"/>
                <a:gd name="csY164" fmla="*/ 106745 h 285750"/>
                <a:gd name="csX165" fmla="*/ 227553 w 704850"/>
                <a:gd name="csY165" fmla="*/ 108584 h 285750"/>
                <a:gd name="csX166" fmla="*/ 228952 w 704850"/>
                <a:gd name="csY166" fmla="*/ 110289 h 285750"/>
                <a:gd name="csX167" fmla="*/ 230295 w 704850"/>
                <a:gd name="csY167" fmla="*/ 112060 h 285750"/>
                <a:gd name="csX168" fmla="*/ 231696 w 704850"/>
                <a:gd name="csY168" fmla="*/ 113765 h 285750"/>
                <a:gd name="csX169" fmla="*/ 233105 w 704850"/>
                <a:gd name="csY169" fmla="*/ 115403 h 285750"/>
                <a:gd name="csX170" fmla="*/ 234439 w 704850"/>
                <a:gd name="csY170" fmla="*/ 117051 h 285750"/>
                <a:gd name="csX171" fmla="*/ 235849 w 704850"/>
                <a:gd name="csY171" fmla="*/ 118699 h 285750"/>
                <a:gd name="csX172" fmla="*/ 237249 w 704850"/>
                <a:gd name="csY172" fmla="*/ 120214 h 285750"/>
                <a:gd name="csX173" fmla="*/ 238592 w 704850"/>
                <a:gd name="csY173" fmla="*/ 121728 h 285750"/>
                <a:gd name="csX174" fmla="*/ 239992 w 704850"/>
                <a:gd name="csY174" fmla="*/ 123252 h 285750"/>
                <a:gd name="csX175" fmla="*/ 241335 w 704850"/>
                <a:gd name="csY175" fmla="*/ 124700 h 285750"/>
                <a:gd name="csX176" fmla="*/ 242735 w 704850"/>
                <a:gd name="csY176" fmla="*/ 126157 h 285750"/>
                <a:gd name="csX177" fmla="*/ 244135 w 704850"/>
                <a:gd name="csY177" fmla="*/ 127548 h 285750"/>
                <a:gd name="csX178" fmla="*/ 245478 w 704850"/>
                <a:gd name="csY178" fmla="*/ 128872 h 285750"/>
                <a:gd name="csX179" fmla="*/ 246879 w 704850"/>
                <a:gd name="csY179" fmla="*/ 130205 h 285750"/>
                <a:gd name="csX180" fmla="*/ 248279 w 704850"/>
                <a:gd name="csY180" fmla="*/ 131463 h 285750"/>
                <a:gd name="csX181" fmla="*/ 249622 w 704850"/>
                <a:gd name="csY181" fmla="*/ 132729 h 285750"/>
                <a:gd name="csX182" fmla="*/ 251022 w 704850"/>
                <a:gd name="csY182" fmla="*/ 133930 h 285750"/>
                <a:gd name="csX183" fmla="*/ 252365 w 704850"/>
                <a:gd name="csY183" fmla="*/ 135130 h 285750"/>
                <a:gd name="csX184" fmla="*/ 253765 w 704850"/>
                <a:gd name="csY184" fmla="*/ 136273 h 285750"/>
                <a:gd name="csX185" fmla="*/ 255175 w 704850"/>
                <a:gd name="csY185" fmla="*/ 137406 h 285750"/>
                <a:gd name="csX186" fmla="*/ 256508 w 704850"/>
                <a:gd name="csY186" fmla="*/ 138416 h 285750"/>
                <a:gd name="csX187" fmla="*/ 257918 w 704850"/>
                <a:gd name="csY187" fmla="*/ 139492 h 285750"/>
                <a:gd name="csX188" fmla="*/ 259318 w 704850"/>
                <a:gd name="csY188" fmla="*/ 140502 h 285750"/>
                <a:gd name="csX189" fmla="*/ 260652 w 704850"/>
                <a:gd name="csY189" fmla="*/ 141454 h 285750"/>
                <a:gd name="csX190" fmla="*/ 262062 w 704850"/>
                <a:gd name="csY190" fmla="*/ 142407 h 285750"/>
                <a:gd name="csX191" fmla="*/ 263395 w 704850"/>
                <a:gd name="csY191" fmla="*/ 143283 h 285750"/>
                <a:gd name="csX192" fmla="*/ 264804 w 704850"/>
                <a:gd name="csY192" fmla="*/ 144112 h 285750"/>
                <a:gd name="csX193" fmla="*/ 266205 w 704850"/>
                <a:gd name="csY193" fmla="*/ 144931 h 285750"/>
                <a:gd name="csX194" fmla="*/ 267548 w 704850"/>
                <a:gd name="csY194" fmla="*/ 145750 h 285750"/>
                <a:gd name="csX195" fmla="*/ 268948 w 704850"/>
                <a:gd name="csY195" fmla="*/ 146512 h 285750"/>
                <a:gd name="csX196" fmla="*/ 270348 w 704850"/>
                <a:gd name="csY196" fmla="*/ 147274 h 285750"/>
                <a:gd name="csX197" fmla="*/ 271691 w 704850"/>
                <a:gd name="csY197" fmla="*/ 147969 h 285750"/>
                <a:gd name="csX198" fmla="*/ 273091 w 704850"/>
                <a:gd name="csY198" fmla="*/ 148598 h 285750"/>
                <a:gd name="csX199" fmla="*/ 274435 w 704850"/>
                <a:gd name="csY199" fmla="*/ 149227 h 285750"/>
                <a:gd name="csX200" fmla="*/ 275835 w 704850"/>
                <a:gd name="csY200" fmla="*/ 149865 h 285750"/>
                <a:gd name="csX201" fmla="*/ 277244 w 704850"/>
                <a:gd name="csY201" fmla="*/ 150427 h 285750"/>
                <a:gd name="csX202" fmla="*/ 278578 w 704850"/>
                <a:gd name="csY202" fmla="*/ 150998 h 285750"/>
                <a:gd name="csX203" fmla="*/ 279978 w 704850"/>
                <a:gd name="csY203" fmla="*/ 151503 h 285750"/>
                <a:gd name="csX204" fmla="*/ 281388 w 704850"/>
                <a:gd name="csY204" fmla="*/ 152008 h 285750"/>
                <a:gd name="csX205" fmla="*/ 282721 w 704850"/>
                <a:gd name="csY205" fmla="*/ 152456 h 285750"/>
                <a:gd name="csX206" fmla="*/ 284131 w 704850"/>
                <a:gd name="csY206" fmla="*/ 152961 h 285750"/>
                <a:gd name="csX207" fmla="*/ 285464 w 704850"/>
                <a:gd name="csY207" fmla="*/ 153341 h 285750"/>
                <a:gd name="csX208" fmla="*/ 286874 w 704850"/>
                <a:gd name="csY208" fmla="*/ 153780 h 285750"/>
                <a:gd name="csX209" fmla="*/ 288274 w 704850"/>
                <a:gd name="csY209" fmla="*/ 154161 h 285750"/>
                <a:gd name="csX210" fmla="*/ 289617 w 704850"/>
                <a:gd name="csY210" fmla="*/ 154542 h 285750"/>
                <a:gd name="csX211" fmla="*/ 291017 w 704850"/>
                <a:gd name="csY211" fmla="*/ 154856 h 285750"/>
                <a:gd name="csX212" fmla="*/ 292418 w 704850"/>
                <a:gd name="csY212" fmla="*/ 155237 h 285750"/>
                <a:gd name="csX213" fmla="*/ 293761 w 704850"/>
                <a:gd name="csY213" fmla="*/ 155551 h 285750"/>
                <a:gd name="csX214" fmla="*/ 295161 w 704850"/>
                <a:gd name="csY214" fmla="*/ 155808 h 285750"/>
                <a:gd name="csX215" fmla="*/ 296504 w 704850"/>
                <a:gd name="csY215" fmla="*/ 156123 h 285750"/>
                <a:gd name="csX216" fmla="*/ 297904 w 704850"/>
                <a:gd name="csY216" fmla="*/ 156437 h 285750"/>
                <a:gd name="csX217" fmla="*/ 299304 w 704850"/>
                <a:gd name="csY217" fmla="*/ 156694 h 285750"/>
                <a:gd name="csX218" fmla="*/ 300647 w 704850"/>
                <a:gd name="csY218" fmla="*/ 156942 h 285750"/>
                <a:gd name="csX219" fmla="*/ 302047 w 704850"/>
                <a:gd name="csY219" fmla="*/ 157199 h 285750"/>
                <a:gd name="csX220" fmla="*/ 303457 w 704850"/>
                <a:gd name="csY220" fmla="*/ 157447 h 285750"/>
                <a:gd name="csX221" fmla="*/ 304790 w 704850"/>
                <a:gd name="csY221" fmla="*/ 157704 h 285750"/>
                <a:gd name="csX222" fmla="*/ 306200 w 704850"/>
                <a:gd name="csY222" fmla="*/ 157952 h 285750"/>
                <a:gd name="csX223" fmla="*/ 307534 w 704850"/>
                <a:gd name="csY223" fmla="*/ 158209 h 285750"/>
                <a:gd name="csX224" fmla="*/ 308944 w 704850"/>
                <a:gd name="csY224" fmla="*/ 158457 h 285750"/>
                <a:gd name="csX225" fmla="*/ 310343 w 704850"/>
                <a:gd name="csY225" fmla="*/ 158714 h 285750"/>
                <a:gd name="csX226" fmla="*/ 311677 w 704850"/>
                <a:gd name="csY226" fmla="*/ 158971 h 285750"/>
                <a:gd name="csX227" fmla="*/ 313087 w 704850"/>
                <a:gd name="csY227" fmla="*/ 159218 h 285750"/>
                <a:gd name="csX228" fmla="*/ 314487 w 704850"/>
                <a:gd name="csY228" fmla="*/ 159476 h 285750"/>
                <a:gd name="csX229" fmla="*/ 315830 w 704850"/>
                <a:gd name="csY229" fmla="*/ 159723 h 285750"/>
                <a:gd name="csX230" fmla="*/ 317230 w 704850"/>
                <a:gd name="csY230" fmla="*/ 159981 h 285750"/>
                <a:gd name="csX231" fmla="*/ 318573 w 704850"/>
                <a:gd name="csY231" fmla="*/ 160295 h 285750"/>
                <a:gd name="csX232" fmla="*/ 319973 w 704850"/>
                <a:gd name="csY232" fmla="*/ 160542 h 285750"/>
                <a:gd name="csX233" fmla="*/ 321374 w 704850"/>
                <a:gd name="csY233" fmla="*/ 160866 h 285750"/>
                <a:gd name="csX234" fmla="*/ 322717 w 704850"/>
                <a:gd name="csY234" fmla="*/ 161114 h 285750"/>
                <a:gd name="csX235" fmla="*/ 324117 w 704850"/>
                <a:gd name="csY235" fmla="*/ 161428 h 285750"/>
                <a:gd name="csX236" fmla="*/ 325526 w 704850"/>
                <a:gd name="csY236" fmla="*/ 161752 h 285750"/>
                <a:gd name="csX237" fmla="*/ 326860 w 704850"/>
                <a:gd name="csY237" fmla="*/ 162123 h 285750"/>
                <a:gd name="csX238" fmla="*/ 328270 w 704850"/>
                <a:gd name="csY238" fmla="*/ 162448 h 285750"/>
                <a:gd name="csX239" fmla="*/ 329603 w 704850"/>
                <a:gd name="csY239" fmla="*/ 162762 h 285750"/>
                <a:gd name="csX240" fmla="*/ 331003 w 704850"/>
                <a:gd name="csY240" fmla="*/ 163143 h 285750"/>
                <a:gd name="csX241" fmla="*/ 332413 w 704850"/>
                <a:gd name="csY241" fmla="*/ 163514 h 285750"/>
                <a:gd name="csX242" fmla="*/ 333747 w 704850"/>
                <a:gd name="csY242" fmla="*/ 163895 h 285750"/>
                <a:gd name="csX243" fmla="*/ 335156 w 704850"/>
                <a:gd name="csY243" fmla="*/ 164276 h 285750"/>
                <a:gd name="csX244" fmla="*/ 336556 w 704850"/>
                <a:gd name="csY244" fmla="*/ 164724 h 285750"/>
                <a:gd name="csX245" fmla="*/ 337899 w 704850"/>
                <a:gd name="csY245" fmla="*/ 165095 h 285750"/>
                <a:gd name="csX246" fmla="*/ 339300 w 704850"/>
                <a:gd name="csY246" fmla="*/ 165543 h 285750"/>
                <a:gd name="csX247" fmla="*/ 340643 w 704850"/>
                <a:gd name="csY247" fmla="*/ 165981 h 285750"/>
                <a:gd name="csX248" fmla="*/ 342043 w 704850"/>
                <a:gd name="csY248" fmla="*/ 166429 h 285750"/>
                <a:gd name="csX249" fmla="*/ 343443 w 704850"/>
                <a:gd name="csY249" fmla="*/ 166867 h 285750"/>
                <a:gd name="csX250" fmla="*/ 344786 w 704850"/>
                <a:gd name="csY250" fmla="*/ 167315 h 285750"/>
                <a:gd name="csX251" fmla="*/ 346186 w 704850"/>
                <a:gd name="csY251" fmla="*/ 167753 h 285750"/>
                <a:gd name="csX252" fmla="*/ 347596 w 704850"/>
                <a:gd name="csY252" fmla="*/ 168258 h 285750"/>
                <a:gd name="csX253" fmla="*/ 348929 w 704850"/>
                <a:gd name="csY253" fmla="*/ 168705 h 285750"/>
                <a:gd name="csX254" fmla="*/ 350329 w 704850"/>
                <a:gd name="csY254" fmla="*/ 169210 h 285750"/>
                <a:gd name="csX255" fmla="*/ 351672 w 704850"/>
                <a:gd name="csY255" fmla="*/ 169715 h 285750"/>
                <a:gd name="csX256" fmla="*/ 353073 w 704850"/>
                <a:gd name="csY256" fmla="*/ 170220 h 285750"/>
                <a:gd name="csX257" fmla="*/ 354483 w 704850"/>
                <a:gd name="csY257" fmla="*/ 170658 h 285750"/>
                <a:gd name="csX258" fmla="*/ 355816 w 704850"/>
                <a:gd name="csY258" fmla="*/ 171172 h 285750"/>
                <a:gd name="csX259" fmla="*/ 357225 w 704850"/>
                <a:gd name="csY259" fmla="*/ 171677 h 285750"/>
                <a:gd name="csX260" fmla="*/ 358626 w 704850"/>
                <a:gd name="csY260" fmla="*/ 172182 h 285750"/>
                <a:gd name="csX261" fmla="*/ 359969 w 704850"/>
                <a:gd name="csY261" fmla="*/ 172687 h 285750"/>
                <a:gd name="csX262" fmla="*/ 361369 w 704850"/>
                <a:gd name="csY262" fmla="*/ 173192 h 285750"/>
                <a:gd name="csX263" fmla="*/ 362702 w 704850"/>
                <a:gd name="csY263" fmla="*/ 173697 h 285750"/>
                <a:gd name="csX264" fmla="*/ 364112 w 704850"/>
                <a:gd name="csY264" fmla="*/ 174201 h 285750"/>
                <a:gd name="csX265" fmla="*/ 365512 w 704850"/>
                <a:gd name="csY265" fmla="*/ 174706 h 285750"/>
                <a:gd name="csX266" fmla="*/ 366856 w 704850"/>
                <a:gd name="csY266" fmla="*/ 175154 h 285750"/>
                <a:gd name="csX267" fmla="*/ 368256 w 704850"/>
                <a:gd name="csY267" fmla="*/ 175659 h 285750"/>
                <a:gd name="csX268" fmla="*/ 369656 w 704850"/>
                <a:gd name="csY268" fmla="*/ 176163 h 285750"/>
                <a:gd name="csX269" fmla="*/ 370999 w 704850"/>
                <a:gd name="csY269" fmla="*/ 176602 h 285750"/>
                <a:gd name="csX270" fmla="*/ 372399 w 704850"/>
                <a:gd name="csY270" fmla="*/ 177049 h 285750"/>
                <a:gd name="csX271" fmla="*/ 373809 w 704850"/>
                <a:gd name="csY271" fmla="*/ 177554 h 285750"/>
                <a:gd name="csX272" fmla="*/ 375142 w 704850"/>
                <a:gd name="csY272" fmla="*/ 177992 h 285750"/>
                <a:gd name="csX273" fmla="*/ 376552 w 704850"/>
                <a:gd name="csY273" fmla="*/ 178440 h 285750"/>
                <a:gd name="csX274" fmla="*/ 377885 w 704850"/>
                <a:gd name="csY274" fmla="*/ 178821 h 285750"/>
                <a:gd name="csX275" fmla="*/ 379295 w 704850"/>
                <a:gd name="csY275" fmla="*/ 179259 h 285750"/>
                <a:gd name="csX276" fmla="*/ 380695 w 704850"/>
                <a:gd name="csY276" fmla="*/ 179707 h 285750"/>
                <a:gd name="csX277" fmla="*/ 382029 w 704850"/>
                <a:gd name="csY277" fmla="*/ 180078 h 285750"/>
                <a:gd name="csX278" fmla="*/ 383438 w 704850"/>
                <a:gd name="csY278" fmla="*/ 180459 h 285750"/>
                <a:gd name="csX279" fmla="*/ 384839 w 704850"/>
                <a:gd name="csY279" fmla="*/ 180840 h 285750"/>
                <a:gd name="csX280" fmla="*/ 386182 w 704850"/>
                <a:gd name="csY280" fmla="*/ 181155 h 285750"/>
                <a:gd name="csX281" fmla="*/ 387582 w 704850"/>
                <a:gd name="csY281" fmla="*/ 181536 h 285750"/>
                <a:gd name="csX282" fmla="*/ 388925 w 704850"/>
                <a:gd name="csY282" fmla="*/ 181850 h 285750"/>
                <a:gd name="csX283" fmla="*/ 390325 w 704850"/>
                <a:gd name="csY283" fmla="*/ 182164 h 285750"/>
                <a:gd name="csX284" fmla="*/ 391725 w 704850"/>
                <a:gd name="csY284" fmla="*/ 182488 h 285750"/>
                <a:gd name="csX285" fmla="*/ 393068 w 704850"/>
                <a:gd name="csY285" fmla="*/ 182736 h 285750"/>
                <a:gd name="csX286" fmla="*/ 394469 w 704850"/>
                <a:gd name="csY286" fmla="*/ 183050 h 285750"/>
                <a:gd name="csX287" fmla="*/ 395868 w 704850"/>
                <a:gd name="csY287" fmla="*/ 183307 h 285750"/>
                <a:gd name="csX288" fmla="*/ 397211 w 704850"/>
                <a:gd name="csY288" fmla="*/ 183555 h 285750"/>
                <a:gd name="csX289" fmla="*/ 398612 w 704850"/>
                <a:gd name="csY289" fmla="*/ 183745 h 285750"/>
                <a:gd name="csX290" fmla="*/ 399955 w 704850"/>
                <a:gd name="csY290" fmla="*/ 184003 h 285750"/>
                <a:gd name="csX291" fmla="*/ 401355 w 704850"/>
                <a:gd name="csY291" fmla="*/ 184193 h 285750"/>
                <a:gd name="csX292" fmla="*/ 402765 w 704850"/>
                <a:gd name="csY292" fmla="*/ 184383 h 285750"/>
                <a:gd name="csX293" fmla="*/ 404098 w 704850"/>
                <a:gd name="csY293" fmla="*/ 184507 h 285750"/>
                <a:gd name="csX294" fmla="*/ 405508 w 704850"/>
                <a:gd name="csY294" fmla="*/ 184698 h 285750"/>
                <a:gd name="csX295" fmla="*/ 406908 w 704850"/>
                <a:gd name="csY295" fmla="*/ 184822 h 285750"/>
                <a:gd name="csX296" fmla="*/ 408251 w 704850"/>
                <a:gd name="csY296" fmla="*/ 184946 h 285750"/>
                <a:gd name="csX297" fmla="*/ 409651 w 704850"/>
                <a:gd name="csY297" fmla="*/ 185079 h 285750"/>
                <a:gd name="csX298" fmla="*/ 410994 w 704850"/>
                <a:gd name="csY298" fmla="*/ 185136 h 285750"/>
                <a:gd name="csX299" fmla="*/ 412394 w 704850"/>
                <a:gd name="csY299" fmla="*/ 185203 h 285750"/>
                <a:gd name="csX300" fmla="*/ 413795 w 704850"/>
                <a:gd name="csY300" fmla="*/ 185269 h 285750"/>
                <a:gd name="csX301" fmla="*/ 415138 w 704850"/>
                <a:gd name="csY301" fmla="*/ 185326 h 285750"/>
                <a:gd name="csX302" fmla="*/ 416538 w 704850"/>
                <a:gd name="csY302" fmla="*/ 185393 h 285750"/>
                <a:gd name="csX303" fmla="*/ 417938 w 704850"/>
                <a:gd name="csY303" fmla="*/ 185393 h 285750"/>
                <a:gd name="csX304" fmla="*/ 419281 w 704850"/>
                <a:gd name="csY304" fmla="*/ 185393 h 285750"/>
                <a:gd name="csX305" fmla="*/ 420681 w 704850"/>
                <a:gd name="csY305" fmla="*/ 185393 h 285750"/>
                <a:gd name="csX306" fmla="*/ 422024 w 704850"/>
                <a:gd name="csY306" fmla="*/ 185326 h 285750"/>
                <a:gd name="csX307" fmla="*/ 423424 w 704850"/>
                <a:gd name="csY307" fmla="*/ 185326 h 285750"/>
                <a:gd name="csX308" fmla="*/ 424834 w 704850"/>
                <a:gd name="csY308" fmla="*/ 185269 h 285750"/>
                <a:gd name="csX309" fmla="*/ 426168 w 704850"/>
                <a:gd name="csY309" fmla="*/ 185203 h 285750"/>
                <a:gd name="csX310" fmla="*/ 427578 w 704850"/>
                <a:gd name="csY310" fmla="*/ 185079 h 285750"/>
                <a:gd name="csX311" fmla="*/ 428978 w 704850"/>
                <a:gd name="csY311" fmla="*/ 185012 h 285750"/>
                <a:gd name="csX312" fmla="*/ 430311 w 704850"/>
                <a:gd name="csY312" fmla="*/ 184888 h 285750"/>
                <a:gd name="csX313" fmla="*/ 431721 w 704850"/>
                <a:gd name="csY313" fmla="*/ 184755 h 285750"/>
                <a:gd name="csX314" fmla="*/ 433054 w 704850"/>
                <a:gd name="csY314" fmla="*/ 184631 h 285750"/>
                <a:gd name="csX315" fmla="*/ 434464 w 704850"/>
                <a:gd name="csY315" fmla="*/ 184507 h 285750"/>
                <a:gd name="csX316" fmla="*/ 435864 w 704850"/>
                <a:gd name="csY316" fmla="*/ 184317 h 285750"/>
                <a:gd name="csX317" fmla="*/ 437207 w 704850"/>
                <a:gd name="csY317" fmla="*/ 184126 h 285750"/>
                <a:gd name="csX318" fmla="*/ 438607 w 704850"/>
                <a:gd name="csY318" fmla="*/ 183936 h 285750"/>
                <a:gd name="csX319" fmla="*/ 440008 w 704850"/>
                <a:gd name="csY319" fmla="*/ 183688 h 285750"/>
                <a:gd name="csX320" fmla="*/ 441351 w 704850"/>
                <a:gd name="csY320" fmla="*/ 183498 h 285750"/>
                <a:gd name="csX321" fmla="*/ 442751 w 704850"/>
                <a:gd name="csY321" fmla="*/ 183241 h 285750"/>
                <a:gd name="csX322" fmla="*/ 444093 w 704850"/>
                <a:gd name="csY322" fmla="*/ 182993 h 285750"/>
                <a:gd name="csX323" fmla="*/ 445494 w 704850"/>
                <a:gd name="csY323" fmla="*/ 182736 h 285750"/>
                <a:gd name="csX324" fmla="*/ 446894 w 704850"/>
                <a:gd name="csY324" fmla="*/ 182421 h 285750"/>
                <a:gd name="csX325" fmla="*/ 448237 w 704850"/>
                <a:gd name="csY325" fmla="*/ 182164 h 285750"/>
                <a:gd name="csX326" fmla="*/ 449637 w 704850"/>
                <a:gd name="csY326" fmla="*/ 181850 h 285750"/>
                <a:gd name="csX327" fmla="*/ 451047 w 704850"/>
                <a:gd name="csY327" fmla="*/ 181469 h 285750"/>
                <a:gd name="csX328" fmla="*/ 452380 w 704850"/>
                <a:gd name="csY328" fmla="*/ 181155 h 285750"/>
                <a:gd name="csX329" fmla="*/ 453790 w 704850"/>
                <a:gd name="csY329" fmla="*/ 180774 h 285750"/>
                <a:gd name="csX330" fmla="*/ 455124 w 704850"/>
                <a:gd name="csY330" fmla="*/ 180402 h 285750"/>
                <a:gd name="csX331" fmla="*/ 456533 w 704850"/>
                <a:gd name="csY331" fmla="*/ 180021 h 285750"/>
                <a:gd name="csX332" fmla="*/ 457933 w 704850"/>
                <a:gd name="csY332" fmla="*/ 179640 h 285750"/>
                <a:gd name="csX333" fmla="*/ 459276 w 704850"/>
                <a:gd name="csY333" fmla="*/ 179192 h 285750"/>
                <a:gd name="csX334" fmla="*/ 460677 w 704850"/>
                <a:gd name="csY334" fmla="*/ 178754 h 285750"/>
                <a:gd name="csX335" fmla="*/ 462077 w 704850"/>
                <a:gd name="csY335" fmla="*/ 178316 h 285750"/>
                <a:gd name="csX336" fmla="*/ 463420 w 704850"/>
                <a:gd name="csY336" fmla="*/ 177802 h 285750"/>
                <a:gd name="csX337" fmla="*/ 464820 w 704850"/>
                <a:gd name="csY337" fmla="*/ 177297 h 285750"/>
                <a:gd name="csX338" fmla="*/ 466163 w 704850"/>
                <a:gd name="csY338" fmla="*/ 176792 h 285750"/>
                <a:gd name="csX339" fmla="*/ 467564 w 704850"/>
                <a:gd name="csY339" fmla="*/ 176287 h 285750"/>
                <a:gd name="csX340" fmla="*/ 468963 w 704850"/>
                <a:gd name="csY340" fmla="*/ 175716 h 285750"/>
                <a:gd name="csX341" fmla="*/ 470306 w 704850"/>
                <a:gd name="csY341" fmla="*/ 175154 h 285750"/>
                <a:gd name="csX342" fmla="*/ 471707 w 704850"/>
                <a:gd name="csY342" fmla="*/ 174516 h 285750"/>
                <a:gd name="csX343" fmla="*/ 473116 w 704850"/>
                <a:gd name="csY343" fmla="*/ 173954 h 285750"/>
                <a:gd name="csX344" fmla="*/ 474450 w 704850"/>
                <a:gd name="csY344" fmla="*/ 173316 h 285750"/>
                <a:gd name="csX345" fmla="*/ 475860 w 704850"/>
                <a:gd name="csY345" fmla="*/ 172620 h 285750"/>
                <a:gd name="csX346" fmla="*/ 477193 w 704850"/>
                <a:gd name="csY346" fmla="*/ 171925 h 285750"/>
                <a:gd name="csX347" fmla="*/ 478593 w 704850"/>
                <a:gd name="csY347" fmla="*/ 171230 h 285750"/>
                <a:gd name="csX348" fmla="*/ 480003 w 704850"/>
                <a:gd name="csY348" fmla="*/ 170534 h 285750"/>
                <a:gd name="csX349" fmla="*/ 481337 w 704850"/>
                <a:gd name="csY349" fmla="*/ 169782 h 285750"/>
                <a:gd name="csX350" fmla="*/ 482746 w 704850"/>
                <a:gd name="csY350" fmla="*/ 168953 h 285750"/>
                <a:gd name="csX351" fmla="*/ 484146 w 704850"/>
                <a:gd name="csY351" fmla="*/ 168134 h 285750"/>
                <a:gd name="csX352" fmla="*/ 485489 w 704850"/>
                <a:gd name="csY352" fmla="*/ 167315 h 285750"/>
                <a:gd name="csX353" fmla="*/ 486890 w 704850"/>
                <a:gd name="csY353" fmla="*/ 166486 h 285750"/>
                <a:gd name="csX354" fmla="*/ 488233 w 704850"/>
                <a:gd name="csY354" fmla="*/ 165600 h 285750"/>
                <a:gd name="csX355" fmla="*/ 489633 w 704850"/>
                <a:gd name="csY355" fmla="*/ 164657 h 285750"/>
                <a:gd name="csX356" fmla="*/ 491033 w 704850"/>
                <a:gd name="csY356" fmla="*/ 163705 h 285750"/>
                <a:gd name="csX357" fmla="*/ 492376 w 704850"/>
                <a:gd name="csY357" fmla="*/ 162695 h 285750"/>
                <a:gd name="csX358" fmla="*/ 493776 w 704850"/>
                <a:gd name="csY358" fmla="*/ 161752 h 285750"/>
                <a:gd name="csX359" fmla="*/ 495186 w 704850"/>
                <a:gd name="csY359" fmla="*/ 160676 h 285750"/>
                <a:gd name="csX360" fmla="*/ 496519 w 704850"/>
                <a:gd name="csY360" fmla="*/ 159600 h 285750"/>
                <a:gd name="csX361" fmla="*/ 497919 w 704850"/>
                <a:gd name="csY361" fmla="*/ 158523 h 285750"/>
                <a:gd name="csX362" fmla="*/ 499263 w 704850"/>
                <a:gd name="csY362" fmla="*/ 157390 h 285750"/>
                <a:gd name="csX363" fmla="*/ 500663 w 704850"/>
                <a:gd name="csY363" fmla="*/ 156180 h 285750"/>
                <a:gd name="csX364" fmla="*/ 502072 w 704850"/>
                <a:gd name="csY364" fmla="*/ 154980 h 285750"/>
                <a:gd name="csX365" fmla="*/ 503406 w 704850"/>
                <a:gd name="csY365" fmla="*/ 153723 h 285750"/>
                <a:gd name="csX366" fmla="*/ 504815 w 704850"/>
                <a:gd name="csY366" fmla="*/ 152456 h 285750"/>
                <a:gd name="csX367" fmla="*/ 506216 w 704850"/>
                <a:gd name="csY367" fmla="*/ 151189 h 285750"/>
                <a:gd name="csX368" fmla="*/ 507559 w 704850"/>
                <a:gd name="csY368" fmla="*/ 149865 h 285750"/>
                <a:gd name="csX369" fmla="*/ 508959 w 704850"/>
                <a:gd name="csY369" fmla="*/ 148474 h 285750"/>
                <a:gd name="csX370" fmla="*/ 510302 w 704850"/>
                <a:gd name="csY370" fmla="*/ 147084 h 285750"/>
                <a:gd name="csX371" fmla="*/ 511702 w 704850"/>
                <a:gd name="csY371" fmla="*/ 145626 h 285750"/>
                <a:gd name="csX372" fmla="*/ 513102 w 704850"/>
                <a:gd name="csY372" fmla="*/ 144169 h 285750"/>
                <a:gd name="csX373" fmla="*/ 514446 w 704850"/>
                <a:gd name="csY373" fmla="*/ 142721 h 285750"/>
                <a:gd name="csX374" fmla="*/ 515845 w 704850"/>
                <a:gd name="csY374" fmla="*/ 141197 h 285750"/>
                <a:gd name="csX375" fmla="*/ 517246 w 704850"/>
                <a:gd name="csY375" fmla="*/ 139616 h 285750"/>
                <a:gd name="csX376" fmla="*/ 518589 w 704850"/>
                <a:gd name="csY376" fmla="*/ 138102 h 285750"/>
                <a:gd name="csX377" fmla="*/ 519989 w 704850"/>
                <a:gd name="csY377" fmla="*/ 136463 h 285750"/>
                <a:gd name="csX378" fmla="*/ 521332 w 704850"/>
                <a:gd name="csY378" fmla="*/ 134882 h 285750"/>
                <a:gd name="csX379" fmla="*/ 522732 w 704850"/>
                <a:gd name="csY379" fmla="*/ 133234 h 285750"/>
                <a:gd name="csX380" fmla="*/ 524142 w 704850"/>
                <a:gd name="csY380" fmla="*/ 131596 h 285750"/>
                <a:gd name="csX381" fmla="*/ 525475 w 704850"/>
                <a:gd name="csY381" fmla="*/ 129948 h 285750"/>
                <a:gd name="csX382" fmla="*/ 526885 w 704850"/>
                <a:gd name="csY382" fmla="*/ 128310 h 285750"/>
                <a:gd name="csX383" fmla="*/ 528285 w 704850"/>
                <a:gd name="csY383" fmla="*/ 126595 h 285750"/>
                <a:gd name="csX384" fmla="*/ 529628 w 704850"/>
                <a:gd name="csY384" fmla="*/ 124957 h 285750"/>
                <a:gd name="csX385" fmla="*/ 531028 w 704850"/>
                <a:gd name="csY385" fmla="*/ 123252 h 285750"/>
                <a:gd name="csX386" fmla="*/ 532362 w 704850"/>
                <a:gd name="csY386" fmla="*/ 121604 h 285750"/>
                <a:gd name="csX387" fmla="*/ 533772 w 704850"/>
                <a:gd name="csY387" fmla="*/ 119956 h 285750"/>
                <a:gd name="csX388" fmla="*/ 535172 w 704850"/>
                <a:gd name="csY388" fmla="*/ 118318 h 285750"/>
                <a:gd name="csX389" fmla="*/ 536515 w 704850"/>
                <a:gd name="csY389" fmla="*/ 116670 h 285750"/>
                <a:gd name="csX390" fmla="*/ 537915 w 704850"/>
                <a:gd name="csY390" fmla="*/ 115089 h 285750"/>
                <a:gd name="csX391" fmla="*/ 539315 w 704850"/>
                <a:gd name="csY391" fmla="*/ 113508 h 285750"/>
                <a:gd name="csX392" fmla="*/ 540658 w 704850"/>
                <a:gd name="csY392" fmla="*/ 111927 h 285750"/>
                <a:gd name="csX393" fmla="*/ 542058 w 704850"/>
                <a:gd name="csY393" fmla="*/ 110412 h 285750"/>
                <a:gd name="csX394" fmla="*/ 543468 w 704850"/>
                <a:gd name="csY394" fmla="*/ 108955 h 285750"/>
                <a:gd name="csX395" fmla="*/ 544801 w 704850"/>
                <a:gd name="csY395" fmla="*/ 107564 h 285750"/>
                <a:gd name="csX396" fmla="*/ 546211 w 704850"/>
                <a:gd name="csY396" fmla="*/ 106174 h 285750"/>
                <a:gd name="csX397" fmla="*/ 547545 w 704850"/>
                <a:gd name="csY397" fmla="*/ 104917 h 285750"/>
                <a:gd name="csX398" fmla="*/ 548954 w 704850"/>
                <a:gd name="csY398" fmla="*/ 103650 h 285750"/>
                <a:gd name="csX399" fmla="*/ 550354 w 704850"/>
                <a:gd name="csY399" fmla="*/ 102507 h 285750"/>
                <a:gd name="csX400" fmla="*/ 551688 w 704850"/>
                <a:gd name="csY400" fmla="*/ 101373 h 285750"/>
                <a:gd name="csX401" fmla="*/ 553098 w 704850"/>
                <a:gd name="csY401" fmla="*/ 100364 h 285750"/>
                <a:gd name="csX402" fmla="*/ 554498 w 704850"/>
                <a:gd name="csY402" fmla="*/ 99478 h 285750"/>
                <a:gd name="csX403" fmla="*/ 555841 w 704850"/>
                <a:gd name="csY403" fmla="*/ 98658 h 285750"/>
                <a:gd name="csX404" fmla="*/ 557241 w 704850"/>
                <a:gd name="csY404" fmla="*/ 97897 h 285750"/>
                <a:gd name="csX405" fmla="*/ 558584 w 704850"/>
                <a:gd name="csY405" fmla="*/ 97268 h 285750"/>
                <a:gd name="csX406" fmla="*/ 559985 w 704850"/>
                <a:gd name="csY406" fmla="*/ 96754 h 285750"/>
                <a:gd name="csX407" fmla="*/ 561385 w 704850"/>
                <a:gd name="csY407" fmla="*/ 96382 h 285750"/>
                <a:gd name="csX408" fmla="*/ 562727 w 704850"/>
                <a:gd name="csY408" fmla="*/ 96068 h 285750"/>
                <a:gd name="csX409" fmla="*/ 564128 w 704850"/>
                <a:gd name="csY409" fmla="*/ 95934 h 285750"/>
                <a:gd name="csX410" fmla="*/ 565537 w 704850"/>
                <a:gd name="csY410" fmla="*/ 95877 h 285750"/>
                <a:gd name="csX411" fmla="*/ 566871 w 704850"/>
                <a:gd name="csY411" fmla="*/ 95934 h 285750"/>
                <a:gd name="csX412" fmla="*/ 568271 w 704850"/>
                <a:gd name="csY412" fmla="*/ 96191 h 285750"/>
                <a:gd name="csX413" fmla="*/ 569614 w 704850"/>
                <a:gd name="csY413" fmla="*/ 96506 h 285750"/>
                <a:gd name="csX414" fmla="*/ 571014 w 704850"/>
                <a:gd name="csY414" fmla="*/ 96944 h 285750"/>
                <a:gd name="csX415" fmla="*/ 572424 w 704850"/>
                <a:gd name="csY415" fmla="*/ 97639 h 285750"/>
                <a:gd name="csX416" fmla="*/ 573758 w 704850"/>
                <a:gd name="csY416" fmla="*/ 98401 h 285750"/>
                <a:gd name="csX417" fmla="*/ 575167 w 704850"/>
                <a:gd name="csY417" fmla="*/ 99287 h 285750"/>
                <a:gd name="csX418" fmla="*/ 576567 w 704850"/>
                <a:gd name="csY418" fmla="*/ 100364 h 285750"/>
                <a:gd name="csX419" fmla="*/ 577910 w 704850"/>
                <a:gd name="csY419" fmla="*/ 101564 h 285750"/>
                <a:gd name="csX420" fmla="*/ 579311 w 704850"/>
                <a:gd name="csY420" fmla="*/ 102888 h 285750"/>
                <a:gd name="csX421" fmla="*/ 580654 w 704850"/>
                <a:gd name="csY421" fmla="*/ 104345 h 285750"/>
                <a:gd name="csX422" fmla="*/ 582054 w 704850"/>
                <a:gd name="csY422" fmla="*/ 105993 h 285750"/>
                <a:gd name="csX423" fmla="*/ 583454 w 704850"/>
                <a:gd name="csY423" fmla="*/ 107698 h 285750"/>
                <a:gd name="csX424" fmla="*/ 584797 w 704850"/>
                <a:gd name="csY424" fmla="*/ 109593 h 285750"/>
                <a:gd name="csX425" fmla="*/ 586197 w 704850"/>
                <a:gd name="csY425" fmla="*/ 111613 h 285750"/>
                <a:gd name="csX426" fmla="*/ 587597 w 704850"/>
                <a:gd name="csY426" fmla="*/ 113765 h 285750"/>
                <a:gd name="csX427" fmla="*/ 588940 w 704850"/>
                <a:gd name="csY427" fmla="*/ 116042 h 285750"/>
                <a:gd name="csX428" fmla="*/ 590340 w 704850"/>
                <a:gd name="csY428" fmla="*/ 118442 h 285750"/>
                <a:gd name="csX429" fmla="*/ 591683 w 704850"/>
                <a:gd name="csY429" fmla="*/ 120976 h 285750"/>
                <a:gd name="csX430" fmla="*/ 593084 w 704850"/>
                <a:gd name="csY430" fmla="*/ 123567 h 285750"/>
                <a:gd name="csX431" fmla="*/ 594494 w 704850"/>
                <a:gd name="csY431" fmla="*/ 126348 h 285750"/>
                <a:gd name="csX432" fmla="*/ 595827 w 704850"/>
                <a:gd name="csY432" fmla="*/ 129186 h 285750"/>
                <a:gd name="csX433" fmla="*/ 597236 w 704850"/>
                <a:gd name="csY433" fmla="*/ 132101 h 285750"/>
                <a:gd name="csX434" fmla="*/ 598637 w 704850"/>
                <a:gd name="csY434" fmla="*/ 135130 h 285750"/>
                <a:gd name="csX435" fmla="*/ 599980 w 704850"/>
                <a:gd name="csY435" fmla="*/ 138292 h 285750"/>
                <a:gd name="csX436" fmla="*/ 601380 w 704850"/>
                <a:gd name="csY436" fmla="*/ 141454 h 285750"/>
                <a:gd name="csX437" fmla="*/ 602713 w 704850"/>
                <a:gd name="csY437" fmla="*/ 144741 h 285750"/>
                <a:gd name="csX438" fmla="*/ 604123 w 704850"/>
                <a:gd name="csY438" fmla="*/ 148027 h 285750"/>
                <a:gd name="csX439" fmla="*/ 605523 w 704850"/>
                <a:gd name="csY439" fmla="*/ 151446 h 285750"/>
                <a:gd name="csX440" fmla="*/ 606867 w 704850"/>
                <a:gd name="csY440" fmla="*/ 154856 h 285750"/>
                <a:gd name="csX441" fmla="*/ 608267 w 704850"/>
                <a:gd name="csY441" fmla="*/ 158333 h 285750"/>
                <a:gd name="csX442" fmla="*/ 609666 w 704850"/>
                <a:gd name="csY442" fmla="*/ 161876 h 285750"/>
                <a:gd name="csX443" fmla="*/ 611010 w 704850"/>
                <a:gd name="csY443" fmla="*/ 165419 h 285750"/>
                <a:gd name="csX444" fmla="*/ 612410 w 704850"/>
                <a:gd name="csY444" fmla="*/ 168953 h 285750"/>
                <a:gd name="csX445" fmla="*/ 613753 w 704850"/>
                <a:gd name="csY445" fmla="*/ 172496 h 285750"/>
                <a:gd name="csX446" fmla="*/ 615153 w 704850"/>
                <a:gd name="csY446" fmla="*/ 176097 h 285750"/>
                <a:gd name="csX447" fmla="*/ 616553 w 704850"/>
                <a:gd name="csY447" fmla="*/ 179640 h 285750"/>
                <a:gd name="csX448" fmla="*/ 617896 w 704850"/>
                <a:gd name="csY448" fmla="*/ 183241 h 285750"/>
                <a:gd name="csX449" fmla="*/ 619297 w 704850"/>
                <a:gd name="csY449" fmla="*/ 186784 h 285750"/>
                <a:gd name="csX450" fmla="*/ 620707 w 704850"/>
                <a:gd name="csY450" fmla="*/ 190318 h 285750"/>
                <a:gd name="csX451" fmla="*/ 622040 w 704850"/>
                <a:gd name="csY451" fmla="*/ 193804 h 285750"/>
                <a:gd name="csX452" fmla="*/ 623449 w 704850"/>
                <a:gd name="csY452" fmla="*/ 197280 h 285750"/>
                <a:gd name="csX453" fmla="*/ 624783 w 704850"/>
                <a:gd name="csY453" fmla="*/ 200757 h 285750"/>
                <a:gd name="csX454" fmla="*/ 626193 w 704850"/>
                <a:gd name="csY454" fmla="*/ 204100 h 285750"/>
                <a:gd name="csX455" fmla="*/ 627593 w 704850"/>
                <a:gd name="csY455" fmla="*/ 207453 h 285750"/>
                <a:gd name="csX456" fmla="*/ 628936 w 704850"/>
                <a:gd name="csY456" fmla="*/ 210739 h 285750"/>
                <a:gd name="csX457" fmla="*/ 630336 w 704850"/>
                <a:gd name="csY457" fmla="*/ 213968 h 285750"/>
                <a:gd name="csX458" fmla="*/ 631736 w 704850"/>
                <a:gd name="csY458" fmla="*/ 217131 h 285750"/>
                <a:gd name="csX459" fmla="*/ 633079 w 704850"/>
                <a:gd name="csY459" fmla="*/ 220226 h 285750"/>
                <a:gd name="csX460" fmla="*/ 634480 w 704850"/>
                <a:gd name="csY460" fmla="*/ 223265 h 285750"/>
                <a:gd name="csX461" fmla="*/ 635822 w 704850"/>
                <a:gd name="csY461" fmla="*/ 226170 h 285750"/>
                <a:gd name="csX462" fmla="*/ 637222 w 704850"/>
                <a:gd name="csY462" fmla="*/ 229075 h 285750"/>
                <a:gd name="csX463" fmla="*/ 638623 w 704850"/>
                <a:gd name="csY463" fmla="*/ 231856 h 285750"/>
                <a:gd name="csX464" fmla="*/ 639966 w 704850"/>
                <a:gd name="csY464" fmla="*/ 234580 h 285750"/>
                <a:gd name="csX465" fmla="*/ 641366 w 704850"/>
                <a:gd name="csY465" fmla="*/ 237228 h 285750"/>
                <a:gd name="csX466" fmla="*/ 642776 w 704850"/>
                <a:gd name="csY466" fmla="*/ 239762 h 285750"/>
                <a:gd name="csX467" fmla="*/ 644109 w 704850"/>
                <a:gd name="csY467" fmla="*/ 242229 h 285750"/>
                <a:gd name="csX468" fmla="*/ 645519 w 704850"/>
                <a:gd name="csY468" fmla="*/ 244629 h 285750"/>
                <a:gd name="csX469" fmla="*/ 646853 w 704850"/>
                <a:gd name="csY469" fmla="*/ 246906 h 285750"/>
                <a:gd name="csX470" fmla="*/ 648253 w 704850"/>
                <a:gd name="csY470" fmla="*/ 249116 h 285750"/>
                <a:gd name="csX471" fmla="*/ 649662 w 704850"/>
                <a:gd name="csY471" fmla="*/ 251201 h 285750"/>
                <a:gd name="csX472" fmla="*/ 650996 w 704850"/>
                <a:gd name="csY472" fmla="*/ 253287 h 285750"/>
                <a:gd name="csX473" fmla="*/ 652405 w 704850"/>
                <a:gd name="csY473" fmla="*/ 255183 h 285750"/>
                <a:gd name="csX474" fmla="*/ 653806 w 704850"/>
                <a:gd name="csY474" fmla="*/ 257078 h 285750"/>
                <a:gd name="csX475" fmla="*/ 655149 w 704850"/>
                <a:gd name="csY475" fmla="*/ 258850 h 285750"/>
                <a:gd name="csX476" fmla="*/ 656549 w 704850"/>
                <a:gd name="csY476" fmla="*/ 260555 h 285750"/>
                <a:gd name="csX477" fmla="*/ 657892 w 704850"/>
                <a:gd name="csY477" fmla="*/ 262203 h 285750"/>
                <a:gd name="csX478" fmla="*/ 659292 w 704850"/>
                <a:gd name="csY478" fmla="*/ 263717 h 285750"/>
                <a:gd name="csX479" fmla="*/ 660692 w 704850"/>
                <a:gd name="csY479" fmla="*/ 265174 h 285750"/>
                <a:gd name="csX480" fmla="*/ 662035 w 704850"/>
                <a:gd name="csY480" fmla="*/ 266565 h 285750"/>
                <a:gd name="csX481" fmla="*/ 663435 w 704850"/>
                <a:gd name="csY481" fmla="*/ 267889 h 285750"/>
                <a:gd name="csX482" fmla="*/ 664845 w 704850"/>
                <a:gd name="csY482" fmla="*/ 269156 h 285750"/>
                <a:gd name="csX483" fmla="*/ 666179 w 704850"/>
                <a:gd name="csY483" fmla="*/ 270299 h 285750"/>
                <a:gd name="csX484" fmla="*/ 667579 w 704850"/>
                <a:gd name="csY484" fmla="*/ 271433 h 285750"/>
                <a:gd name="csX485" fmla="*/ 668922 w 704850"/>
                <a:gd name="csY485" fmla="*/ 272442 h 285750"/>
                <a:gd name="csX486" fmla="*/ 670322 w 704850"/>
                <a:gd name="csY486" fmla="*/ 273452 h 285750"/>
                <a:gd name="csX487" fmla="*/ 671732 w 704850"/>
                <a:gd name="csY487" fmla="*/ 274338 h 285750"/>
                <a:gd name="csX488" fmla="*/ 673065 w 704850"/>
                <a:gd name="csY488" fmla="*/ 275224 h 285750"/>
                <a:gd name="csX489" fmla="*/ 674475 w 704850"/>
                <a:gd name="csY489" fmla="*/ 276052 h 285750"/>
                <a:gd name="csX490" fmla="*/ 675875 w 704850"/>
                <a:gd name="csY490" fmla="*/ 276805 h 285750"/>
                <a:gd name="csX491" fmla="*/ 677218 w 704850"/>
                <a:gd name="csY491" fmla="*/ 277500 h 285750"/>
                <a:gd name="csX492" fmla="*/ 678618 w 704850"/>
                <a:gd name="csY492" fmla="*/ 278195 h 285750"/>
                <a:gd name="csX493" fmla="*/ 679952 w 704850"/>
                <a:gd name="csY493" fmla="*/ 278767 h 285750"/>
                <a:gd name="csX494" fmla="*/ 681362 w 704850"/>
                <a:gd name="csY494" fmla="*/ 279338 h 285750"/>
                <a:gd name="csX495" fmla="*/ 682761 w 704850"/>
                <a:gd name="csY495" fmla="*/ 279900 h 285750"/>
                <a:gd name="csX496" fmla="*/ 684104 w 704850"/>
                <a:gd name="csY496" fmla="*/ 280348 h 285750"/>
                <a:gd name="csX497" fmla="*/ 685505 w 704850"/>
                <a:gd name="csY497" fmla="*/ 280853 h 285750"/>
                <a:gd name="csX498" fmla="*/ 686905 w 704850"/>
                <a:gd name="csY498" fmla="*/ 281234 h 285750"/>
                <a:gd name="csX499" fmla="*/ 688248 w 704850"/>
                <a:gd name="csY499" fmla="*/ 281672 h 285750"/>
                <a:gd name="csX500" fmla="*/ 689648 w 704850"/>
                <a:gd name="csY500" fmla="*/ 281986 h 285750"/>
                <a:gd name="csX501" fmla="*/ 690991 w 704850"/>
                <a:gd name="csY501" fmla="*/ 282367 h 285750"/>
                <a:gd name="csX502" fmla="*/ 692391 w 704850"/>
                <a:gd name="csY502" fmla="*/ 282682 h 285750"/>
                <a:gd name="csX503" fmla="*/ 693801 w 704850"/>
                <a:gd name="csY503" fmla="*/ 282939 h 285750"/>
                <a:gd name="csX504" fmla="*/ 695135 w 704850"/>
                <a:gd name="csY504" fmla="*/ 283196 h 285750"/>
                <a:gd name="csX505" fmla="*/ 696544 w 704850"/>
                <a:gd name="csY505" fmla="*/ 283443 h 285750"/>
                <a:gd name="csX506" fmla="*/ 697944 w 704850"/>
                <a:gd name="csY506" fmla="*/ 283634 h 285750"/>
                <a:gd name="csX507" fmla="*/ 699278 w 704850"/>
                <a:gd name="csY507" fmla="*/ 283824 h 285750"/>
                <a:gd name="csX508" fmla="*/ 700688 w 704850"/>
                <a:gd name="csY508" fmla="*/ 284015 h 285750"/>
                <a:gd name="csX509" fmla="*/ 702021 w 704850"/>
                <a:gd name="csY509" fmla="*/ 284206 h 285750"/>
                <a:gd name="csX510" fmla="*/ 703431 w 704850"/>
                <a:gd name="csY510" fmla="*/ 284329 h 285750"/>
                <a:gd name="csX511" fmla="*/ 704831 w 704850"/>
                <a:gd name="csY511" fmla="*/ 284453 h 285750"/>
                <a:gd name="csX512" fmla="*/ 704831 w 704850"/>
                <a:gd name="csY512" fmla="*/ 285720 h 285750"/>
                <a:gd name="csX513" fmla="*/ 703431 w 704850"/>
                <a:gd name="csY513" fmla="*/ 285720 h 285750"/>
                <a:gd name="csX514" fmla="*/ 702021 w 704850"/>
                <a:gd name="csY514" fmla="*/ 285720 h 285750"/>
                <a:gd name="csX515" fmla="*/ 700688 w 704850"/>
                <a:gd name="csY515" fmla="*/ 285720 h 285750"/>
                <a:gd name="csX516" fmla="*/ 699278 w 704850"/>
                <a:gd name="csY516" fmla="*/ 285720 h 285750"/>
                <a:gd name="csX517" fmla="*/ 697944 w 704850"/>
                <a:gd name="csY517" fmla="*/ 285720 h 285750"/>
                <a:gd name="csX518" fmla="*/ 696544 w 704850"/>
                <a:gd name="csY518" fmla="*/ 285720 h 285750"/>
                <a:gd name="csX519" fmla="*/ 695135 w 704850"/>
                <a:gd name="csY519" fmla="*/ 285720 h 285750"/>
                <a:gd name="csX520" fmla="*/ 693801 w 704850"/>
                <a:gd name="csY520" fmla="*/ 285720 h 285750"/>
                <a:gd name="csX521" fmla="*/ 692391 w 704850"/>
                <a:gd name="csY521" fmla="*/ 285720 h 285750"/>
                <a:gd name="csX522" fmla="*/ 690991 w 704850"/>
                <a:gd name="csY522" fmla="*/ 285720 h 285750"/>
                <a:gd name="csX523" fmla="*/ 689648 w 704850"/>
                <a:gd name="csY523" fmla="*/ 285720 h 285750"/>
                <a:gd name="csX524" fmla="*/ 688248 w 704850"/>
                <a:gd name="csY524" fmla="*/ 285720 h 285750"/>
                <a:gd name="csX525" fmla="*/ 686905 w 704850"/>
                <a:gd name="csY525" fmla="*/ 285720 h 285750"/>
                <a:gd name="csX526" fmla="*/ 685505 w 704850"/>
                <a:gd name="csY526" fmla="*/ 285720 h 285750"/>
                <a:gd name="csX527" fmla="*/ 684104 w 704850"/>
                <a:gd name="csY527" fmla="*/ 285720 h 285750"/>
                <a:gd name="csX528" fmla="*/ 682761 w 704850"/>
                <a:gd name="csY528" fmla="*/ 285720 h 285750"/>
                <a:gd name="csX529" fmla="*/ 681362 w 704850"/>
                <a:gd name="csY529" fmla="*/ 285720 h 285750"/>
                <a:gd name="csX530" fmla="*/ 679952 w 704850"/>
                <a:gd name="csY530" fmla="*/ 285720 h 285750"/>
                <a:gd name="csX531" fmla="*/ 678618 w 704850"/>
                <a:gd name="csY531" fmla="*/ 285720 h 285750"/>
                <a:gd name="csX532" fmla="*/ 677218 w 704850"/>
                <a:gd name="csY532" fmla="*/ 285720 h 285750"/>
                <a:gd name="csX533" fmla="*/ 675875 w 704850"/>
                <a:gd name="csY533" fmla="*/ 285720 h 285750"/>
                <a:gd name="csX534" fmla="*/ 674475 w 704850"/>
                <a:gd name="csY534" fmla="*/ 285720 h 285750"/>
                <a:gd name="csX535" fmla="*/ 673065 w 704850"/>
                <a:gd name="csY535" fmla="*/ 285720 h 285750"/>
                <a:gd name="csX536" fmla="*/ 671732 w 704850"/>
                <a:gd name="csY536" fmla="*/ 285720 h 285750"/>
                <a:gd name="csX537" fmla="*/ 670322 w 704850"/>
                <a:gd name="csY537" fmla="*/ 285720 h 285750"/>
                <a:gd name="csX538" fmla="*/ 668922 w 704850"/>
                <a:gd name="csY538" fmla="*/ 285720 h 285750"/>
                <a:gd name="csX539" fmla="*/ 667579 w 704850"/>
                <a:gd name="csY539" fmla="*/ 285720 h 285750"/>
                <a:gd name="csX540" fmla="*/ 666179 w 704850"/>
                <a:gd name="csY540" fmla="*/ 285720 h 285750"/>
                <a:gd name="csX541" fmla="*/ 664845 w 704850"/>
                <a:gd name="csY541" fmla="*/ 285720 h 285750"/>
                <a:gd name="csX542" fmla="*/ 663435 w 704850"/>
                <a:gd name="csY542" fmla="*/ 285720 h 285750"/>
                <a:gd name="csX543" fmla="*/ 662035 w 704850"/>
                <a:gd name="csY543" fmla="*/ 285720 h 285750"/>
                <a:gd name="csX544" fmla="*/ 660692 w 704850"/>
                <a:gd name="csY544" fmla="*/ 285720 h 285750"/>
                <a:gd name="csX545" fmla="*/ 659292 w 704850"/>
                <a:gd name="csY545" fmla="*/ 285720 h 285750"/>
                <a:gd name="csX546" fmla="*/ 657892 w 704850"/>
                <a:gd name="csY546" fmla="*/ 285720 h 285750"/>
                <a:gd name="csX547" fmla="*/ 656549 w 704850"/>
                <a:gd name="csY547" fmla="*/ 285720 h 285750"/>
                <a:gd name="csX548" fmla="*/ 655149 w 704850"/>
                <a:gd name="csY548" fmla="*/ 285720 h 285750"/>
                <a:gd name="csX549" fmla="*/ 653806 w 704850"/>
                <a:gd name="csY549" fmla="*/ 285720 h 285750"/>
                <a:gd name="csX550" fmla="*/ 652405 w 704850"/>
                <a:gd name="csY550" fmla="*/ 285720 h 285750"/>
                <a:gd name="csX551" fmla="*/ 650996 w 704850"/>
                <a:gd name="csY551" fmla="*/ 285720 h 285750"/>
                <a:gd name="csX552" fmla="*/ 649662 w 704850"/>
                <a:gd name="csY552" fmla="*/ 285720 h 285750"/>
                <a:gd name="csX553" fmla="*/ 648253 w 704850"/>
                <a:gd name="csY553" fmla="*/ 285720 h 285750"/>
                <a:gd name="csX554" fmla="*/ 646853 w 704850"/>
                <a:gd name="csY554" fmla="*/ 285720 h 285750"/>
                <a:gd name="csX555" fmla="*/ 645519 w 704850"/>
                <a:gd name="csY555" fmla="*/ 285720 h 285750"/>
                <a:gd name="csX556" fmla="*/ 644109 w 704850"/>
                <a:gd name="csY556" fmla="*/ 285720 h 285750"/>
                <a:gd name="csX557" fmla="*/ 642776 w 704850"/>
                <a:gd name="csY557" fmla="*/ 285720 h 285750"/>
                <a:gd name="csX558" fmla="*/ 641366 w 704850"/>
                <a:gd name="csY558" fmla="*/ 285720 h 285750"/>
                <a:gd name="csX559" fmla="*/ 639966 w 704850"/>
                <a:gd name="csY559" fmla="*/ 285720 h 285750"/>
                <a:gd name="csX560" fmla="*/ 638623 w 704850"/>
                <a:gd name="csY560" fmla="*/ 285720 h 285750"/>
                <a:gd name="csX561" fmla="*/ 637222 w 704850"/>
                <a:gd name="csY561" fmla="*/ 285720 h 285750"/>
                <a:gd name="csX562" fmla="*/ 635822 w 704850"/>
                <a:gd name="csY562" fmla="*/ 285720 h 285750"/>
                <a:gd name="csX563" fmla="*/ 634480 w 704850"/>
                <a:gd name="csY563" fmla="*/ 285720 h 285750"/>
                <a:gd name="csX564" fmla="*/ 633079 w 704850"/>
                <a:gd name="csY564" fmla="*/ 285720 h 285750"/>
                <a:gd name="csX565" fmla="*/ 631736 w 704850"/>
                <a:gd name="csY565" fmla="*/ 285720 h 285750"/>
                <a:gd name="csX566" fmla="*/ 630336 w 704850"/>
                <a:gd name="csY566" fmla="*/ 285720 h 285750"/>
                <a:gd name="csX567" fmla="*/ 628936 w 704850"/>
                <a:gd name="csY567" fmla="*/ 285720 h 285750"/>
                <a:gd name="csX568" fmla="*/ 627593 w 704850"/>
                <a:gd name="csY568" fmla="*/ 285720 h 285750"/>
                <a:gd name="csX569" fmla="*/ 626193 w 704850"/>
                <a:gd name="csY569" fmla="*/ 285720 h 285750"/>
                <a:gd name="csX570" fmla="*/ 624783 w 704850"/>
                <a:gd name="csY570" fmla="*/ 285720 h 285750"/>
                <a:gd name="csX571" fmla="*/ 623449 w 704850"/>
                <a:gd name="csY571" fmla="*/ 285720 h 285750"/>
                <a:gd name="csX572" fmla="*/ 622040 w 704850"/>
                <a:gd name="csY572" fmla="*/ 285720 h 285750"/>
                <a:gd name="csX573" fmla="*/ 620707 w 704850"/>
                <a:gd name="csY573" fmla="*/ 285720 h 285750"/>
                <a:gd name="csX574" fmla="*/ 619297 w 704850"/>
                <a:gd name="csY574" fmla="*/ 285720 h 285750"/>
                <a:gd name="csX575" fmla="*/ 617896 w 704850"/>
                <a:gd name="csY575" fmla="*/ 285720 h 285750"/>
                <a:gd name="csX576" fmla="*/ 616553 w 704850"/>
                <a:gd name="csY576" fmla="*/ 285720 h 285750"/>
                <a:gd name="csX577" fmla="*/ 615153 w 704850"/>
                <a:gd name="csY577" fmla="*/ 285720 h 285750"/>
                <a:gd name="csX578" fmla="*/ 613753 w 704850"/>
                <a:gd name="csY578" fmla="*/ 285720 h 285750"/>
                <a:gd name="csX579" fmla="*/ 612410 w 704850"/>
                <a:gd name="csY579" fmla="*/ 285720 h 285750"/>
                <a:gd name="csX580" fmla="*/ 611010 w 704850"/>
                <a:gd name="csY580" fmla="*/ 285720 h 285750"/>
                <a:gd name="csX581" fmla="*/ 609666 w 704850"/>
                <a:gd name="csY581" fmla="*/ 285720 h 285750"/>
                <a:gd name="csX582" fmla="*/ 608267 w 704850"/>
                <a:gd name="csY582" fmla="*/ 285720 h 285750"/>
                <a:gd name="csX583" fmla="*/ 606867 w 704850"/>
                <a:gd name="csY583" fmla="*/ 285720 h 285750"/>
                <a:gd name="csX584" fmla="*/ 605523 w 704850"/>
                <a:gd name="csY584" fmla="*/ 285720 h 285750"/>
                <a:gd name="csX585" fmla="*/ 604123 w 704850"/>
                <a:gd name="csY585" fmla="*/ 285720 h 285750"/>
                <a:gd name="csX586" fmla="*/ 602713 w 704850"/>
                <a:gd name="csY586" fmla="*/ 285720 h 285750"/>
                <a:gd name="csX587" fmla="*/ 601380 w 704850"/>
                <a:gd name="csY587" fmla="*/ 285720 h 285750"/>
                <a:gd name="csX588" fmla="*/ 599980 w 704850"/>
                <a:gd name="csY588" fmla="*/ 285720 h 285750"/>
                <a:gd name="csX589" fmla="*/ 598637 w 704850"/>
                <a:gd name="csY589" fmla="*/ 285720 h 285750"/>
                <a:gd name="csX590" fmla="*/ 597236 w 704850"/>
                <a:gd name="csY590" fmla="*/ 285720 h 285750"/>
                <a:gd name="csX591" fmla="*/ 595827 w 704850"/>
                <a:gd name="csY591" fmla="*/ 285720 h 285750"/>
                <a:gd name="csX592" fmla="*/ 594494 w 704850"/>
                <a:gd name="csY592" fmla="*/ 285720 h 285750"/>
                <a:gd name="csX593" fmla="*/ 593084 w 704850"/>
                <a:gd name="csY593" fmla="*/ 285720 h 285750"/>
                <a:gd name="csX594" fmla="*/ 591683 w 704850"/>
                <a:gd name="csY594" fmla="*/ 285720 h 285750"/>
                <a:gd name="csX595" fmla="*/ 590340 w 704850"/>
                <a:gd name="csY595" fmla="*/ 285720 h 285750"/>
                <a:gd name="csX596" fmla="*/ 588940 w 704850"/>
                <a:gd name="csY596" fmla="*/ 285720 h 285750"/>
                <a:gd name="csX597" fmla="*/ 587597 w 704850"/>
                <a:gd name="csY597" fmla="*/ 285720 h 285750"/>
                <a:gd name="csX598" fmla="*/ 586197 w 704850"/>
                <a:gd name="csY598" fmla="*/ 285720 h 285750"/>
                <a:gd name="csX599" fmla="*/ 584797 w 704850"/>
                <a:gd name="csY599" fmla="*/ 285720 h 285750"/>
                <a:gd name="csX600" fmla="*/ 583454 w 704850"/>
                <a:gd name="csY600" fmla="*/ 285720 h 285750"/>
                <a:gd name="csX601" fmla="*/ 582054 w 704850"/>
                <a:gd name="csY601" fmla="*/ 285720 h 285750"/>
                <a:gd name="csX602" fmla="*/ 580654 w 704850"/>
                <a:gd name="csY602" fmla="*/ 285720 h 285750"/>
                <a:gd name="csX603" fmla="*/ 579311 w 704850"/>
                <a:gd name="csY603" fmla="*/ 285720 h 285750"/>
                <a:gd name="csX604" fmla="*/ 577910 w 704850"/>
                <a:gd name="csY604" fmla="*/ 285720 h 285750"/>
                <a:gd name="csX605" fmla="*/ 576567 w 704850"/>
                <a:gd name="csY605" fmla="*/ 285720 h 285750"/>
                <a:gd name="csX606" fmla="*/ 575167 w 704850"/>
                <a:gd name="csY606" fmla="*/ 285720 h 285750"/>
                <a:gd name="csX607" fmla="*/ 573758 w 704850"/>
                <a:gd name="csY607" fmla="*/ 285720 h 285750"/>
                <a:gd name="csX608" fmla="*/ 572424 w 704850"/>
                <a:gd name="csY608" fmla="*/ 285720 h 285750"/>
                <a:gd name="csX609" fmla="*/ 571014 w 704850"/>
                <a:gd name="csY609" fmla="*/ 285720 h 285750"/>
                <a:gd name="csX610" fmla="*/ 569614 w 704850"/>
                <a:gd name="csY610" fmla="*/ 285720 h 285750"/>
                <a:gd name="csX611" fmla="*/ 568271 w 704850"/>
                <a:gd name="csY611" fmla="*/ 285720 h 285750"/>
                <a:gd name="csX612" fmla="*/ 566871 w 704850"/>
                <a:gd name="csY612" fmla="*/ 285720 h 285750"/>
                <a:gd name="csX613" fmla="*/ 565537 w 704850"/>
                <a:gd name="csY613" fmla="*/ 285720 h 285750"/>
                <a:gd name="csX614" fmla="*/ 564128 w 704850"/>
                <a:gd name="csY614" fmla="*/ 285720 h 285750"/>
                <a:gd name="csX615" fmla="*/ 562727 w 704850"/>
                <a:gd name="csY615" fmla="*/ 285720 h 285750"/>
                <a:gd name="csX616" fmla="*/ 561385 w 704850"/>
                <a:gd name="csY616" fmla="*/ 285720 h 285750"/>
                <a:gd name="csX617" fmla="*/ 559985 w 704850"/>
                <a:gd name="csY617" fmla="*/ 285720 h 285750"/>
                <a:gd name="csX618" fmla="*/ 558584 w 704850"/>
                <a:gd name="csY618" fmla="*/ 285720 h 285750"/>
                <a:gd name="csX619" fmla="*/ 557241 w 704850"/>
                <a:gd name="csY619" fmla="*/ 285720 h 285750"/>
                <a:gd name="csX620" fmla="*/ 555841 w 704850"/>
                <a:gd name="csY620" fmla="*/ 285720 h 285750"/>
                <a:gd name="csX621" fmla="*/ 554498 w 704850"/>
                <a:gd name="csY621" fmla="*/ 285720 h 285750"/>
                <a:gd name="csX622" fmla="*/ 553098 w 704850"/>
                <a:gd name="csY622" fmla="*/ 285720 h 285750"/>
                <a:gd name="csX623" fmla="*/ 551688 w 704850"/>
                <a:gd name="csY623" fmla="*/ 285720 h 285750"/>
                <a:gd name="csX624" fmla="*/ 550354 w 704850"/>
                <a:gd name="csY624" fmla="*/ 285720 h 285750"/>
                <a:gd name="csX625" fmla="*/ 548954 w 704850"/>
                <a:gd name="csY625" fmla="*/ 285720 h 285750"/>
                <a:gd name="csX626" fmla="*/ 547545 w 704850"/>
                <a:gd name="csY626" fmla="*/ 285720 h 285750"/>
                <a:gd name="csX627" fmla="*/ 546211 w 704850"/>
                <a:gd name="csY627" fmla="*/ 285720 h 285750"/>
                <a:gd name="csX628" fmla="*/ 544801 w 704850"/>
                <a:gd name="csY628" fmla="*/ 285720 h 285750"/>
                <a:gd name="csX629" fmla="*/ 543468 w 704850"/>
                <a:gd name="csY629" fmla="*/ 285720 h 285750"/>
                <a:gd name="csX630" fmla="*/ 542058 w 704850"/>
                <a:gd name="csY630" fmla="*/ 285720 h 285750"/>
                <a:gd name="csX631" fmla="*/ 540658 w 704850"/>
                <a:gd name="csY631" fmla="*/ 285720 h 285750"/>
                <a:gd name="csX632" fmla="*/ 539315 w 704850"/>
                <a:gd name="csY632" fmla="*/ 285720 h 285750"/>
                <a:gd name="csX633" fmla="*/ 537915 w 704850"/>
                <a:gd name="csY633" fmla="*/ 285720 h 285750"/>
                <a:gd name="csX634" fmla="*/ 536515 w 704850"/>
                <a:gd name="csY634" fmla="*/ 285720 h 285750"/>
                <a:gd name="csX635" fmla="*/ 535172 w 704850"/>
                <a:gd name="csY635" fmla="*/ 285720 h 285750"/>
                <a:gd name="csX636" fmla="*/ 533772 w 704850"/>
                <a:gd name="csY636" fmla="*/ 285720 h 285750"/>
                <a:gd name="csX637" fmla="*/ 532362 w 704850"/>
                <a:gd name="csY637" fmla="*/ 285720 h 285750"/>
                <a:gd name="csX638" fmla="*/ 531028 w 704850"/>
                <a:gd name="csY638" fmla="*/ 285720 h 285750"/>
                <a:gd name="csX639" fmla="*/ 529628 w 704850"/>
                <a:gd name="csY639" fmla="*/ 285720 h 285750"/>
                <a:gd name="csX640" fmla="*/ 528285 w 704850"/>
                <a:gd name="csY640" fmla="*/ 285720 h 285750"/>
                <a:gd name="csX641" fmla="*/ 526885 w 704850"/>
                <a:gd name="csY641" fmla="*/ 285720 h 285750"/>
                <a:gd name="csX642" fmla="*/ 525475 w 704850"/>
                <a:gd name="csY642" fmla="*/ 285720 h 285750"/>
                <a:gd name="csX643" fmla="*/ 524142 w 704850"/>
                <a:gd name="csY643" fmla="*/ 285720 h 285750"/>
                <a:gd name="csX644" fmla="*/ 522732 w 704850"/>
                <a:gd name="csY644" fmla="*/ 285720 h 285750"/>
                <a:gd name="csX645" fmla="*/ 521332 w 704850"/>
                <a:gd name="csY645" fmla="*/ 285720 h 285750"/>
                <a:gd name="csX646" fmla="*/ 519989 w 704850"/>
                <a:gd name="csY646" fmla="*/ 285720 h 285750"/>
                <a:gd name="csX647" fmla="*/ 518589 w 704850"/>
                <a:gd name="csY647" fmla="*/ 285720 h 285750"/>
                <a:gd name="csX648" fmla="*/ 517246 w 704850"/>
                <a:gd name="csY648" fmla="*/ 285720 h 285750"/>
                <a:gd name="csX649" fmla="*/ 515845 w 704850"/>
                <a:gd name="csY649" fmla="*/ 285720 h 285750"/>
                <a:gd name="csX650" fmla="*/ 514446 w 704850"/>
                <a:gd name="csY650" fmla="*/ 285720 h 285750"/>
                <a:gd name="csX651" fmla="*/ 513102 w 704850"/>
                <a:gd name="csY651" fmla="*/ 285720 h 285750"/>
                <a:gd name="csX652" fmla="*/ 511702 w 704850"/>
                <a:gd name="csY652" fmla="*/ 285720 h 285750"/>
                <a:gd name="csX653" fmla="*/ 510302 w 704850"/>
                <a:gd name="csY653" fmla="*/ 285720 h 285750"/>
                <a:gd name="csX654" fmla="*/ 508959 w 704850"/>
                <a:gd name="csY654" fmla="*/ 285720 h 285750"/>
                <a:gd name="csX655" fmla="*/ 507559 w 704850"/>
                <a:gd name="csY655" fmla="*/ 285720 h 285750"/>
                <a:gd name="csX656" fmla="*/ 506216 w 704850"/>
                <a:gd name="csY656" fmla="*/ 285720 h 285750"/>
                <a:gd name="csX657" fmla="*/ 504815 w 704850"/>
                <a:gd name="csY657" fmla="*/ 285720 h 285750"/>
                <a:gd name="csX658" fmla="*/ 503406 w 704850"/>
                <a:gd name="csY658" fmla="*/ 285720 h 285750"/>
                <a:gd name="csX659" fmla="*/ 502072 w 704850"/>
                <a:gd name="csY659" fmla="*/ 285720 h 285750"/>
                <a:gd name="csX660" fmla="*/ 500663 w 704850"/>
                <a:gd name="csY660" fmla="*/ 285720 h 285750"/>
                <a:gd name="csX661" fmla="*/ 499263 w 704850"/>
                <a:gd name="csY661" fmla="*/ 285720 h 285750"/>
                <a:gd name="csX662" fmla="*/ 497919 w 704850"/>
                <a:gd name="csY662" fmla="*/ 285720 h 285750"/>
                <a:gd name="csX663" fmla="*/ 496519 w 704850"/>
                <a:gd name="csY663" fmla="*/ 285720 h 285750"/>
                <a:gd name="csX664" fmla="*/ 495186 w 704850"/>
                <a:gd name="csY664" fmla="*/ 285720 h 285750"/>
                <a:gd name="csX665" fmla="*/ 493776 w 704850"/>
                <a:gd name="csY665" fmla="*/ 285720 h 285750"/>
                <a:gd name="csX666" fmla="*/ 492376 w 704850"/>
                <a:gd name="csY666" fmla="*/ 285720 h 285750"/>
                <a:gd name="csX667" fmla="*/ 491033 w 704850"/>
                <a:gd name="csY667" fmla="*/ 285720 h 285750"/>
                <a:gd name="csX668" fmla="*/ 489633 w 704850"/>
                <a:gd name="csY668" fmla="*/ 285720 h 285750"/>
                <a:gd name="csX669" fmla="*/ 488233 w 704850"/>
                <a:gd name="csY669" fmla="*/ 285720 h 285750"/>
                <a:gd name="csX670" fmla="*/ 486890 w 704850"/>
                <a:gd name="csY670" fmla="*/ 285720 h 285750"/>
                <a:gd name="csX671" fmla="*/ 485489 w 704850"/>
                <a:gd name="csY671" fmla="*/ 285720 h 285750"/>
                <a:gd name="csX672" fmla="*/ 484146 w 704850"/>
                <a:gd name="csY672" fmla="*/ 285720 h 285750"/>
                <a:gd name="csX673" fmla="*/ 482746 w 704850"/>
                <a:gd name="csY673" fmla="*/ 285720 h 285750"/>
                <a:gd name="csX674" fmla="*/ 481337 w 704850"/>
                <a:gd name="csY674" fmla="*/ 285720 h 285750"/>
                <a:gd name="csX675" fmla="*/ 480003 w 704850"/>
                <a:gd name="csY675" fmla="*/ 285720 h 285750"/>
                <a:gd name="csX676" fmla="*/ 478593 w 704850"/>
                <a:gd name="csY676" fmla="*/ 285720 h 285750"/>
                <a:gd name="csX677" fmla="*/ 477193 w 704850"/>
                <a:gd name="csY677" fmla="*/ 285720 h 285750"/>
                <a:gd name="csX678" fmla="*/ 475860 w 704850"/>
                <a:gd name="csY678" fmla="*/ 285720 h 285750"/>
                <a:gd name="csX679" fmla="*/ 474450 w 704850"/>
                <a:gd name="csY679" fmla="*/ 285720 h 285750"/>
                <a:gd name="csX680" fmla="*/ 473116 w 704850"/>
                <a:gd name="csY680" fmla="*/ 285720 h 285750"/>
                <a:gd name="csX681" fmla="*/ 471707 w 704850"/>
                <a:gd name="csY681" fmla="*/ 285720 h 285750"/>
                <a:gd name="csX682" fmla="*/ 470306 w 704850"/>
                <a:gd name="csY682" fmla="*/ 285720 h 285750"/>
                <a:gd name="csX683" fmla="*/ 468963 w 704850"/>
                <a:gd name="csY683" fmla="*/ 285720 h 285750"/>
                <a:gd name="csX684" fmla="*/ 467564 w 704850"/>
                <a:gd name="csY684" fmla="*/ 285720 h 285750"/>
                <a:gd name="csX685" fmla="*/ 466163 w 704850"/>
                <a:gd name="csY685" fmla="*/ 285720 h 285750"/>
                <a:gd name="csX686" fmla="*/ 464820 w 704850"/>
                <a:gd name="csY686" fmla="*/ 285720 h 285750"/>
                <a:gd name="csX687" fmla="*/ 463420 w 704850"/>
                <a:gd name="csY687" fmla="*/ 285720 h 285750"/>
                <a:gd name="csX688" fmla="*/ 462077 w 704850"/>
                <a:gd name="csY688" fmla="*/ 285720 h 285750"/>
                <a:gd name="csX689" fmla="*/ 460677 w 704850"/>
                <a:gd name="csY689" fmla="*/ 285720 h 285750"/>
                <a:gd name="csX690" fmla="*/ 459276 w 704850"/>
                <a:gd name="csY690" fmla="*/ 285720 h 285750"/>
                <a:gd name="csX691" fmla="*/ 457933 w 704850"/>
                <a:gd name="csY691" fmla="*/ 285720 h 285750"/>
                <a:gd name="csX692" fmla="*/ 456533 w 704850"/>
                <a:gd name="csY692" fmla="*/ 285720 h 285750"/>
                <a:gd name="csX693" fmla="*/ 455124 w 704850"/>
                <a:gd name="csY693" fmla="*/ 285720 h 285750"/>
                <a:gd name="csX694" fmla="*/ 453790 w 704850"/>
                <a:gd name="csY694" fmla="*/ 285720 h 285750"/>
                <a:gd name="csX695" fmla="*/ 452380 w 704850"/>
                <a:gd name="csY695" fmla="*/ 285720 h 285750"/>
                <a:gd name="csX696" fmla="*/ 451047 w 704850"/>
                <a:gd name="csY696" fmla="*/ 285720 h 285750"/>
                <a:gd name="csX697" fmla="*/ 449637 w 704850"/>
                <a:gd name="csY697" fmla="*/ 285720 h 285750"/>
                <a:gd name="csX698" fmla="*/ 448237 w 704850"/>
                <a:gd name="csY698" fmla="*/ 285720 h 285750"/>
                <a:gd name="csX699" fmla="*/ 446894 w 704850"/>
                <a:gd name="csY699" fmla="*/ 285720 h 285750"/>
                <a:gd name="csX700" fmla="*/ 445494 w 704850"/>
                <a:gd name="csY700" fmla="*/ 285720 h 285750"/>
                <a:gd name="csX701" fmla="*/ 444093 w 704850"/>
                <a:gd name="csY701" fmla="*/ 285720 h 285750"/>
                <a:gd name="csX702" fmla="*/ 442751 w 704850"/>
                <a:gd name="csY702" fmla="*/ 285720 h 285750"/>
                <a:gd name="csX703" fmla="*/ 441351 w 704850"/>
                <a:gd name="csY703" fmla="*/ 285720 h 285750"/>
                <a:gd name="csX704" fmla="*/ 440008 w 704850"/>
                <a:gd name="csY704" fmla="*/ 285720 h 285750"/>
                <a:gd name="csX705" fmla="*/ 438607 w 704850"/>
                <a:gd name="csY705" fmla="*/ 285720 h 285750"/>
                <a:gd name="csX706" fmla="*/ 437207 w 704850"/>
                <a:gd name="csY706" fmla="*/ 285720 h 285750"/>
                <a:gd name="csX707" fmla="*/ 435864 w 704850"/>
                <a:gd name="csY707" fmla="*/ 285720 h 285750"/>
                <a:gd name="csX708" fmla="*/ 434464 w 704850"/>
                <a:gd name="csY708" fmla="*/ 285720 h 285750"/>
                <a:gd name="csX709" fmla="*/ 433054 w 704850"/>
                <a:gd name="csY709" fmla="*/ 285720 h 285750"/>
                <a:gd name="csX710" fmla="*/ 431721 w 704850"/>
                <a:gd name="csY710" fmla="*/ 285720 h 285750"/>
                <a:gd name="csX711" fmla="*/ 430311 w 704850"/>
                <a:gd name="csY711" fmla="*/ 285720 h 285750"/>
                <a:gd name="csX712" fmla="*/ 428978 w 704850"/>
                <a:gd name="csY712" fmla="*/ 285720 h 285750"/>
                <a:gd name="csX713" fmla="*/ 427578 w 704850"/>
                <a:gd name="csY713" fmla="*/ 285720 h 285750"/>
                <a:gd name="csX714" fmla="*/ 426168 w 704850"/>
                <a:gd name="csY714" fmla="*/ 285720 h 285750"/>
                <a:gd name="csX715" fmla="*/ 424834 w 704850"/>
                <a:gd name="csY715" fmla="*/ 285720 h 285750"/>
                <a:gd name="csX716" fmla="*/ 423424 w 704850"/>
                <a:gd name="csY716" fmla="*/ 285720 h 285750"/>
                <a:gd name="csX717" fmla="*/ 422024 w 704850"/>
                <a:gd name="csY717" fmla="*/ 285720 h 285750"/>
                <a:gd name="csX718" fmla="*/ 420681 w 704850"/>
                <a:gd name="csY718" fmla="*/ 285720 h 285750"/>
                <a:gd name="csX719" fmla="*/ 419281 w 704850"/>
                <a:gd name="csY719" fmla="*/ 285720 h 285750"/>
                <a:gd name="csX720" fmla="*/ 417938 w 704850"/>
                <a:gd name="csY720" fmla="*/ 285720 h 285750"/>
                <a:gd name="csX721" fmla="*/ 416538 w 704850"/>
                <a:gd name="csY721" fmla="*/ 285720 h 285750"/>
                <a:gd name="csX722" fmla="*/ 415138 w 704850"/>
                <a:gd name="csY722" fmla="*/ 285720 h 285750"/>
                <a:gd name="csX723" fmla="*/ 413795 w 704850"/>
                <a:gd name="csY723" fmla="*/ 285720 h 285750"/>
                <a:gd name="csX724" fmla="*/ 412394 w 704850"/>
                <a:gd name="csY724" fmla="*/ 285720 h 285750"/>
                <a:gd name="csX725" fmla="*/ 410994 w 704850"/>
                <a:gd name="csY725" fmla="*/ 285720 h 285750"/>
                <a:gd name="csX726" fmla="*/ 409651 w 704850"/>
                <a:gd name="csY726" fmla="*/ 285720 h 285750"/>
                <a:gd name="csX727" fmla="*/ 408251 w 704850"/>
                <a:gd name="csY727" fmla="*/ 285720 h 285750"/>
                <a:gd name="csX728" fmla="*/ 406908 w 704850"/>
                <a:gd name="csY728" fmla="*/ 285720 h 285750"/>
                <a:gd name="csX729" fmla="*/ 405508 w 704850"/>
                <a:gd name="csY729" fmla="*/ 285720 h 285750"/>
                <a:gd name="csX730" fmla="*/ 404098 w 704850"/>
                <a:gd name="csY730" fmla="*/ 285720 h 285750"/>
                <a:gd name="csX731" fmla="*/ 402765 w 704850"/>
                <a:gd name="csY731" fmla="*/ 285720 h 285750"/>
                <a:gd name="csX732" fmla="*/ 401355 w 704850"/>
                <a:gd name="csY732" fmla="*/ 285720 h 285750"/>
                <a:gd name="csX733" fmla="*/ 399955 w 704850"/>
                <a:gd name="csY733" fmla="*/ 285720 h 285750"/>
                <a:gd name="csX734" fmla="*/ 398612 w 704850"/>
                <a:gd name="csY734" fmla="*/ 285720 h 285750"/>
                <a:gd name="csX735" fmla="*/ 397211 w 704850"/>
                <a:gd name="csY735" fmla="*/ 285720 h 285750"/>
                <a:gd name="csX736" fmla="*/ 395868 w 704850"/>
                <a:gd name="csY736" fmla="*/ 285720 h 285750"/>
                <a:gd name="csX737" fmla="*/ 394469 w 704850"/>
                <a:gd name="csY737" fmla="*/ 285720 h 285750"/>
                <a:gd name="csX738" fmla="*/ 393068 w 704850"/>
                <a:gd name="csY738" fmla="*/ 285720 h 285750"/>
                <a:gd name="csX739" fmla="*/ 391725 w 704850"/>
                <a:gd name="csY739" fmla="*/ 285720 h 285750"/>
                <a:gd name="csX740" fmla="*/ 390325 w 704850"/>
                <a:gd name="csY740" fmla="*/ 285720 h 285750"/>
                <a:gd name="csX741" fmla="*/ 388925 w 704850"/>
                <a:gd name="csY741" fmla="*/ 285720 h 285750"/>
                <a:gd name="csX742" fmla="*/ 387582 w 704850"/>
                <a:gd name="csY742" fmla="*/ 285720 h 285750"/>
                <a:gd name="csX743" fmla="*/ 386182 w 704850"/>
                <a:gd name="csY743" fmla="*/ 285720 h 285750"/>
                <a:gd name="csX744" fmla="*/ 384839 w 704850"/>
                <a:gd name="csY744" fmla="*/ 285720 h 285750"/>
                <a:gd name="csX745" fmla="*/ 383438 w 704850"/>
                <a:gd name="csY745" fmla="*/ 285720 h 285750"/>
                <a:gd name="csX746" fmla="*/ 382029 w 704850"/>
                <a:gd name="csY746" fmla="*/ 285720 h 285750"/>
                <a:gd name="csX747" fmla="*/ 380695 w 704850"/>
                <a:gd name="csY747" fmla="*/ 285720 h 285750"/>
                <a:gd name="csX748" fmla="*/ 379295 w 704850"/>
                <a:gd name="csY748" fmla="*/ 285720 h 285750"/>
                <a:gd name="csX749" fmla="*/ 377885 w 704850"/>
                <a:gd name="csY749" fmla="*/ 285720 h 285750"/>
                <a:gd name="csX750" fmla="*/ 376552 w 704850"/>
                <a:gd name="csY750" fmla="*/ 285720 h 285750"/>
                <a:gd name="csX751" fmla="*/ 375142 w 704850"/>
                <a:gd name="csY751" fmla="*/ 285720 h 285750"/>
                <a:gd name="csX752" fmla="*/ 373809 w 704850"/>
                <a:gd name="csY752" fmla="*/ 285720 h 285750"/>
                <a:gd name="csX753" fmla="*/ 372399 w 704850"/>
                <a:gd name="csY753" fmla="*/ 285720 h 285750"/>
                <a:gd name="csX754" fmla="*/ 370999 w 704850"/>
                <a:gd name="csY754" fmla="*/ 285720 h 285750"/>
                <a:gd name="csX755" fmla="*/ 369656 w 704850"/>
                <a:gd name="csY755" fmla="*/ 285720 h 285750"/>
                <a:gd name="csX756" fmla="*/ 368256 w 704850"/>
                <a:gd name="csY756" fmla="*/ 285720 h 285750"/>
                <a:gd name="csX757" fmla="*/ 366856 w 704850"/>
                <a:gd name="csY757" fmla="*/ 285720 h 285750"/>
                <a:gd name="csX758" fmla="*/ 365512 w 704850"/>
                <a:gd name="csY758" fmla="*/ 285720 h 285750"/>
                <a:gd name="csX759" fmla="*/ 364112 w 704850"/>
                <a:gd name="csY759" fmla="*/ 285720 h 285750"/>
                <a:gd name="csX760" fmla="*/ 362702 w 704850"/>
                <a:gd name="csY760" fmla="*/ 285720 h 285750"/>
                <a:gd name="csX761" fmla="*/ 361369 w 704850"/>
                <a:gd name="csY761" fmla="*/ 285720 h 285750"/>
                <a:gd name="csX762" fmla="*/ 359969 w 704850"/>
                <a:gd name="csY762" fmla="*/ 285720 h 285750"/>
                <a:gd name="csX763" fmla="*/ 358626 w 704850"/>
                <a:gd name="csY763" fmla="*/ 285720 h 285750"/>
                <a:gd name="csX764" fmla="*/ 357225 w 704850"/>
                <a:gd name="csY764" fmla="*/ 285720 h 285750"/>
                <a:gd name="csX765" fmla="*/ 355816 w 704850"/>
                <a:gd name="csY765" fmla="*/ 285720 h 285750"/>
                <a:gd name="csX766" fmla="*/ 354483 w 704850"/>
                <a:gd name="csY766" fmla="*/ 285720 h 285750"/>
                <a:gd name="csX767" fmla="*/ 353073 w 704850"/>
                <a:gd name="csY767" fmla="*/ 285720 h 285750"/>
                <a:gd name="csX768" fmla="*/ 351672 w 704850"/>
                <a:gd name="csY768" fmla="*/ 285720 h 285750"/>
                <a:gd name="csX769" fmla="*/ 350329 w 704850"/>
                <a:gd name="csY769" fmla="*/ 285720 h 285750"/>
                <a:gd name="csX770" fmla="*/ 348929 w 704850"/>
                <a:gd name="csY770" fmla="*/ 285720 h 285750"/>
                <a:gd name="csX771" fmla="*/ 347596 w 704850"/>
                <a:gd name="csY771" fmla="*/ 285720 h 285750"/>
                <a:gd name="csX772" fmla="*/ 346186 w 704850"/>
                <a:gd name="csY772" fmla="*/ 285720 h 285750"/>
                <a:gd name="csX773" fmla="*/ 344786 w 704850"/>
                <a:gd name="csY773" fmla="*/ 285720 h 285750"/>
                <a:gd name="csX774" fmla="*/ 343443 w 704850"/>
                <a:gd name="csY774" fmla="*/ 285720 h 285750"/>
                <a:gd name="csX775" fmla="*/ 342043 w 704850"/>
                <a:gd name="csY775" fmla="*/ 285720 h 285750"/>
                <a:gd name="csX776" fmla="*/ 340643 w 704850"/>
                <a:gd name="csY776" fmla="*/ 285720 h 285750"/>
                <a:gd name="csX777" fmla="*/ 339300 w 704850"/>
                <a:gd name="csY777" fmla="*/ 285720 h 285750"/>
                <a:gd name="csX778" fmla="*/ 337899 w 704850"/>
                <a:gd name="csY778" fmla="*/ 285720 h 285750"/>
                <a:gd name="csX779" fmla="*/ 336556 w 704850"/>
                <a:gd name="csY779" fmla="*/ 285720 h 285750"/>
                <a:gd name="csX780" fmla="*/ 335156 w 704850"/>
                <a:gd name="csY780" fmla="*/ 285720 h 285750"/>
                <a:gd name="csX781" fmla="*/ 333747 w 704850"/>
                <a:gd name="csY781" fmla="*/ 285720 h 285750"/>
                <a:gd name="csX782" fmla="*/ 332413 w 704850"/>
                <a:gd name="csY782" fmla="*/ 285720 h 285750"/>
                <a:gd name="csX783" fmla="*/ 331003 w 704850"/>
                <a:gd name="csY783" fmla="*/ 285720 h 285750"/>
                <a:gd name="csX784" fmla="*/ 329603 w 704850"/>
                <a:gd name="csY784" fmla="*/ 285720 h 285750"/>
                <a:gd name="csX785" fmla="*/ 328270 w 704850"/>
                <a:gd name="csY785" fmla="*/ 285720 h 285750"/>
                <a:gd name="csX786" fmla="*/ 326860 w 704850"/>
                <a:gd name="csY786" fmla="*/ 285720 h 285750"/>
                <a:gd name="csX787" fmla="*/ 325526 w 704850"/>
                <a:gd name="csY787" fmla="*/ 285720 h 285750"/>
                <a:gd name="csX788" fmla="*/ 324117 w 704850"/>
                <a:gd name="csY788" fmla="*/ 285720 h 285750"/>
                <a:gd name="csX789" fmla="*/ 322717 w 704850"/>
                <a:gd name="csY789" fmla="*/ 285720 h 285750"/>
                <a:gd name="csX790" fmla="*/ 321374 w 704850"/>
                <a:gd name="csY790" fmla="*/ 285720 h 285750"/>
                <a:gd name="csX791" fmla="*/ 319973 w 704850"/>
                <a:gd name="csY791" fmla="*/ 285720 h 285750"/>
                <a:gd name="csX792" fmla="*/ 318573 w 704850"/>
                <a:gd name="csY792" fmla="*/ 285720 h 285750"/>
                <a:gd name="csX793" fmla="*/ 317230 w 704850"/>
                <a:gd name="csY793" fmla="*/ 285720 h 285750"/>
                <a:gd name="csX794" fmla="*/ 315830 w 704850"/>
                <a:gd name="csY794" fmla="*/ 285720 h 285750"/>
                <a:gd name="csX795" fmla="*/ 314487 w 704850"/>
                <a:gd name="csY795" fmla="*/ 285720 h 285750"/>
                <a:gd name="csX796" fmla="*/ 313087 w 704850"/>
                <a:gd name="csY796" fmla="*/ 285720 h 285750"/>
                <a:gd name="csX797" fmla="*/ 311677 w 704850"/>
                <a:gd name="csY797" fmla="*/ 285720 h 285750"/>
                <a:gd name="csX798" fmla="*/ 310343 w 704850"/>
                <a:gd name="csY798" fmla="*/ 285720 h 285750"/>
                <a:gd name="csX799" fmla="*/ 308944 w 704850"/>
                <a:gd name="csY799" fmla="*/ 285720 h 285750"/>
                <a:gd name="csX800" fmla="*/ 307534 w 704850"/>
                <a:gd name="csY800" fmla="*/ 285720 h 285750"/>
                <a:gd name="csX801" fmla="*/ 306200 w 704850"/>
                <a:gd name="csY801" fmla="*/ 285720 h 285750"/>
                <a:gd name="csX802" fmla="*/ 304790 w 704850"/>
                <a:gd name="csY802" fmla="*/ 285720 h 285750"/>
                <a:gd name="csX803" fmla="*/ 303457 w 704850"/>
                <a:gd name="csY803" fmla="*/ 285720 h 285750"/>
                <a:gd name="csX804" fmla="*/ 302047 w 704850"/>
                <a:gd name="csY804" fmla="*/ 285720 h 285750"/>
                <a:gd name="csX805" fmla="*/ 300647 w 704850"/>
                <a:gd name="csY805" fmla="*/ 285720 h 285750"/>
                <a:gd name="csX806" fmla="*/ 299304 w 704850"/>
                <a:gd name="csY806" fmla="*/ 285720 h 285750"/>
                <a:gd name="csX807" fmla="*/ 297904 w 704850"/>
                <a:gd name="csY807" fmla="*/ 285720 h 285750"/>
                <a:gd name="csX808" fmla="*/ 296504 w 704850"/>
                <a:gd name="csY808" fmla="*/ 285720 h 285750"/>
                <a:gd name="csX809" fmla="*/ 295161 w 704850"/>
                <a:gd name="csY809" fmla="*/ 285720 h 285750"/>
                <a:gd name="csX810" fmla="*/ 293761 w 704850"/>
                <a:gd name="csY810" fmla="*/ 285720 h 285750"/>
                <a:gd name="csX811" fmla="*/ 292418 w 704850"/>
                <a:gd name="csY811" fmla="*/ 285720 h 285750"/>
                <a:gd name="csX812" fmla="*/ 291017 w 704850"/>
                <a:gd name="csY812" fmla="*/ 285720 h 285750"/>
                <a:gd name="csX813" fmla="*/ 289617 w 704850"/>
                <a:gd name="csY813" fmla="*/ 285720 h 285750"/>
                <a:gd name="csX814" fmla="*/ 288274 w 704850"/>
                <a:gd name="csY814" fmla="*/ 285720 h 285750"/>
                <a:gd name="csX815" fmla="*/ 286874 w 704850"/>
                <a:gd name="csY815" fmla="*/ 285720 h 285750"/>
                <a:gd name="csX816" fmla="*/ 285464 w 704850"/>
                <a:gd name="csY816" fmla="*/ 285720 h 285750"/>
                <a:gd name="csX817" fmla="*/ 284131 w 704850"/>
                <a:gd name="csY817" fmla="*/ 285720 h 285750"/>
                <a:gd name="csX818" fmla="*/ 282721 w 704850"/>
                <a:gd name="csY818" fmla="*/ 285720 h 285750"/>
                <a:gd name="csX819" fmla="*/ 281388 w 704850"/>
                <a:gd name="csY819" fmla="*/ 285720 h 285750"/>
                <a:gd name="csX820" fmla="*/ 279978 w 704850"/>
                <a:gd name="csY820" fmla="*/ 285720 h 285750"/>
                <a:gd name="csX821" fmla="*/ 278578 w 704850"/>
                <a:gd name="csY821" fmla="*/ 285720 h 285750"/>
                <a:gd name="csX822" fmla="*/ 277244 w 704850"/>
                <a:gd name="csY822" fmla="*/ 285720 h 285750"/>
                <a:gd name="csX823" fmla="*/ 275835 w 704850"/>
                <a:gd name="csY823" fmla="*/ 285720 h 285750"/>
                <a:gd name="csX824" fmla="*/ 274435 w 704850"/>
                <a:gd name="csY824" fmla="*/ 285720 h 285750"/>
                <a:gd name="csX825" fmla="*/ 273091 w 704850"/>
                <a:gd name="csY825" fmla="*/ 285720 h 285750"/>
                <a:gd name="csX826" fmla="*/ 271691 w 704850"/>
                <a:gd name="csY826" fmla="*/ 285720 h 285750"/>
                <a:gd name="csX827" fmla="*/ 270348 w 704850"/>
                <a:gd name="csY827" fmla="*/ 285720 h 285750"/>
                <a:gd name="csX828" fmla="*/ 268948 w 704850"/>
                <a:gd name="csY828" fmla="*/ 285720 h 285750"/>
                <a:gd name="csX829" fmla="*/ 267548 w 704850"/>
                <a:gd name="csY829" fmla="*/ 285720 h 285750"/>
                <a:gd name="csX830" fmla="*/ 266205 w 704850"/>
                <a:gd name="csY830" fmla="*/ 285720 h 285750"/>
                <a:gd name="csX831" fmla="*/ 264804 w 704850"/>
                <a:gd name="csY831" fmla="*/ 285720 h 285750"/>
                <a:gd name="csX832" fmla="*/ 263395 w 704850"/>
                <a:gd name="csY832" fmla="*/ 285720 h 285750"/>
                <a:gd name="csX833" fmla="*/ 262062 w 704850"/>
                <a:gd name="csY833" fmla="*/ 285720 h 285750"/>
                <a:gd name="csX834" fmla="*/ 260652 w 704850"/>
                <a:gd name="csY834" fmla="*/ 285720 h 285750"/>
                <a:gd name="csX835" fmla="*/ 259318 w 704850"/>
                <a:gd name="csY835" fmla="*/ 285720 h 285750"/>
                <a:gd name="csX836" fmla="*/ 257918 w 704850"/>
                <a:gd name="csY836" fmla="*/ 285720 h 285750"/>
                <a:gd name="csX837" fmla="*/ 256508 w 704850"/>
                <a:gd name="csY837" fmla="*/ 285720 h 285750"/>
                <a:gd name="csX838" fmla="*/ 255175 w 704850"/>
                <a:gd name="csY838" fmla="*/ 285720 h 285750"/>
                <a:gd name="csX839" fmla="*/ 253765 w 704850"/>
                <a:gd name="csY839" fmla="*/ 285720 h 285750"/>
                <a:gd name="csX840" fmla="*/ 252365 w 704850"/>
                <a:gd name="csY840" fmla="*/ 285720 h 285750"/>
                <a:gd name="csX841" fmla="*/ 251022 w 704850"/>
                <a:gd name="csY841" fmla="*/ 285720 h 285750"/>
                <a:gd name="csX842" fmla="*/ 249622 w 704850"/>
                <a:gd name="csY842" fmla="*/ 285720 h 285750"/>
                <a:gd name="csX843" fmla="*/ 248279 w 704850"/>
                <a:gd name="csY843" fmla="*/ 285720 h 285750"/>
                <a:gd name="csX844" fmla="*/ 246879 w 704850"/>
                <a:gd name="csY844" fmla="*/ 285720 h 285750"/>
                <a:gd name="csX845" fmla="*/ 245478 w 704850"/>
                <a:gd name="csY845" fmla="*/ 285720 h 285750"/>
                <a:gd name="csX846" fmla="*/ 244135 w 704850"/>
                <a:gd name="csY846" fmla="*/ 285720 h 285750"/>
                <a:gd name="csX847" fmla="*/ 242735 w 704850"/>
                <a:gd name="csY847" fmla="*/ 285720 h 285750"/>
                <a:gd name="csX848" fmla="*/ 241335 w 704850"/>
                <a:gd name="csY848" fmla="*/ 285720 h 285750"/>
                <a:gd name="csX849" fmla="*/ 239992 w 704850"/>
                <a:gd name="csY849" fmla="*/ 285720 h 285750"/>
                <a:gd name="csX850" fmla="*/ 238592 w 704850"/>
                <a:gd name="csY850" fmla="*/ 285720 h 285750"/>
                <a:gd name="csX851" fmla="*/ 237249 w 704850"/>
                <a:gd name="csY851" fmla="*/ 285720 h 285750"/>
                <a:gd name="csX852" fmla="*/ 235849 w 704850"/>
                <a:gd name="csY852" fmla="*/ 285720 h 285750"/>
                <a:gd name="csX853" fmla="*/ 234439 w 704850"/>
                <a:gd name="csY853" fmla="*/ 285720 h 285750"/>
                <a:gd name="csX854" fmla="*/ 233105 w 704850"/>
                <a:gd name="csY854" fmla="*/ 285720 h 285750"/>
                <a:gd name="csX855" fmla="*/ 231696 w 704850"/>
                <a:gd name="csY855" fmla="*/ 285720 h 285750"/>
                <a:gd name="csX856" fmla="*/ 230295 w 704850"/>
                <a:gd name="csY856" fmla="*/ 285720 h 285750"/>
                <a:gd name="csX857" fmla="*/ 228952 w 704850"/>
                <a:gd name="csY857" fmla="*/ 285720 h 285750"/>
                <a:gd name="csX858" fmla="*/ 227553 w 704850"/>
                <a:gd name="csY858" fmla="*/ 285720 h 285750"/>
                <a:gd name="csX859" fmla="*/ 226219 w 704850"/>
                <a:gd name="csY859" fmla="*/ 285720 h 285750"/>
                <a:gd name="csX860" fmla="*/ 224809 w 704850"/>
                <a:gd name="csY860" fmla="*/ 285720 h 285750"/>
                <a:gd name="csX861" fmla="*/ 223409 w 704850"/>
                <a:gd name="csY861" fmla="*/ 285720 h 285750"/>
                <a:gd name="csX862" fmla="*/ 222066 w 704850"/>
                <a:gd name="csY862" fmla="*/ 285720 h 285750"/>
                <a:gd name="csX863" fmla="*/ 220666 w 704850"/>
                <a:gd name="csY863" fmla="*/ 285720 h 285750"/>
                <a:gd name="csX864" fmla="*/ 219265 w 704850"/>
                <a:gd name="csY864" fmla="*/ 285720 h 285750"/>
                <a:gd name="csX865" fmla="*/ 217922 w 704850"/>
                <a:gd name="csY865" fmla="*/ 285720 h 285750"/>
                <a:gd name="csX866" fmla="*/ 216522 w 704850"/>
                <a:gd name="csY866" fmla="*/ 285720 h 285750"/>
                <a:gd name="csX867" fmla="*/ 215180 w 704850"/>
                <a:gd name="csY867" fmla="*/ 285720 h 285750"/>
                <a:gd name="csX868" fmla="*/ 213779 w 704850"/>
                <a:gd name="csY868" fmla="*/ 285720 h 285750"/>
                <a:gd name="csX869" fmla="*/ 212369 w 704850"/>
                <a:gd name="csY869" fmla="*/ 285720 h 285750"/>
                <a:gd name="csX870" fmla="*/ 211036 w 704850"/>
                <a:gd name="csY870" fmla="*/ 285720 h 285750"/>
                <a:gd name="csX871" fmla="*/ 209636 w 704850"/>
                <a:gd name="csY871" fmla="*/ 285720 h 285750"/>
                <a:gd name="csX872" fmla="*/ 208226 w 704850"/>
                <a:gd name="csY872" fmla="*/ 285720 h 285750"/>
                <a:gd name="csX873" fmla="*/ 206893 w 704850"/>
                <a:gd name="csY873" fmla="*/ 285720 h 285750"/>
                <a:gd name="csX874" fmla="*/ 205483 w 704850"/>
                <a:gd name="csY874" fmla="*/ 285720 h 285750"/>
                <a:gd name="csX875" fmla="*/ 204083 w 704850"/>
                <a:gd name="csY875" fmla="*/ 285720 h 285750"/>
                <a:gd name="csX876" fmla="*/ 202740 w 704850"/>
                <a:gd name="csY876" fmla="*/ 285720 h 285750"/>
                <a:gd name="csX877" fmla="*/ 201340 w 704850"/>
                <a:gd name="csY877" fmla="*/ 285720 h 285750"/>
                <a:gd name="csX878" fmla="*/ 199997 w 704850"/>
                <a:gd name="csY878" fmla="*/ 285720 h 285750"/>
                <a:gd name="csX879" fmla="*/ 198596 w 704850"/>
                <a:gd name="csY879" fmla="*/ 285720 h 285750"/>
                <a:gd name="csX880" fmla="*/ 197196 w 704850"/>
                <a:gd name="csY880" fmla="*/ 285720 h 285750"/>
                <a:gd name="csX881" fmla="*/ 195853 w 704850"/>
                <a:gd name="csY881" fmla="*/ 285720 h 285750"/>
                <a:gd name="csX882" fmla="*/ 194453 w 704850"/>
                <a:gd name="csY882" fmla="*/ 285720 h 285750"/>
                <a:gd name="csX883" fmla="*/ 193053 w 704850"/>
                <a:gd name="csY883" fmla="*/ 285720 h 285750"/>
                <a:gd name="csX884" fmla="*/ 191710 w 704850"/>
                <a:gd name="csY884" fmla="*/ 285720 h 285750"/>
                <a:gd name="csX885" fmla="*/ 190310 w 704850"/>
                <a:gd name="csY885" fmla="*/ 285720 h 285750"/>
                <a:gd name="csX886" fmla="*/ 188967 w 704850"/>
                <a:gd name="csY886" fmla="*/ 285720 h 285750"/>
                <a:gd name="csX887" fmla="*/ 187566 w 704850"/>
                <a:gd name="csY887" fmla="*/ 285720 h 285750"/>
                <a:gd name="csX888" fmla="*/ 186157 w 704850"/>
                <a:gd name="csY888" fmla="*/ 285720 h 285750"/>
                <a:gd name="csX889" fmla="*/ 184823 w 704850"/>
                <a:gd name="csY889" fmla="*/ 285720 h 285750"/>
                <a:gd name="csX890" fmla="*/ 183413 w 704850"/>
                <a:gd name="csY890" fmla="*/ 285720 h 285750"/>
                <a:gd name="csX891" fmla="*/ 182014 w 704850"/>
                <a:gd name="csY891" fmla="*/ 285720 h 285750"/>
                <a:gd name="csX892" fmla="*/ 180670 w 704850"/>
                <a:gd name="csY892" fmla="*/ 285720 h 285750"/>
                <a:gd name="csX893" fmla="*/ 179270 w 704850"/>
                <a:gd name="csY893" fmla="*/ 285720 h 285750"/>
                <a:gd name="csX894" fmla="*/ 177927 w 704850"/>
                <a:gd name="csY894" fmla="*/ 285720 h 285750"/>
                <a:gd name="csX895" fmla="*/ 176527 w 704850"/>
                <a:gd name="csY895" fmla="*/ 285720 h 285750"/>
                <a:gd name="csX896" fmla="*/ 175127 w 704850"/>
                <a:gd name="csY896" fmla="*/ 285720 h 285750"/>
                <a:gd name="csX897" fmla="*/ 173784 w 704850"/>
                <a:gd name="csY897" fmla="*/ 285720 h 285750"/>
                <a:gd name="csX898" fmla="*/ 172383 w 704850"/>
                <a:gd name="csY898" fmla="*/ 285720 h 285750"/>
                <a:gd name="csX899" fmla="*/ 170983 w 704850"/>
                <a:gd name="csY899" fmla="*/ 285720 h 285750"/>
                <a:gd name="csX900" fmla="*/ 169640 w 704850"/>
                <a:gd name="csY900" fmla="*/ 285720 h 285750"/>
                <a:gd name="csX901" fmla="*/ 168240 w 704850"/>
                <a:gd name="csY901" fmla="*/ 285720 h 285750"/>
                <a:gd name="csX902" fmla="*/ 166897 w 704850"/>
                <a:gd name="csY902" fmla="*/ 285720 h 285750"/>
                <a:gd name="csX903" fmla="*/ 165497 w 704850"/>
                <a:gd name="csY903" fmla="*/ 285720 h 285750"/>
                <a:gd name="csX904" fmla="*/ 164087 w 704850"/>
                <a:gd name="csY904" fmla="*/ 285720 h 285750"/>
                <a:gd name="csX905" fmla="*/ 162754 w 704850"/>
                <a:gd name="csY905" fmla="*/ 285720 h 285750"/>
                <a:gd name="csX906" fmla="*/ 161354 w 704850"/>
                <a:gd name="csY906" fmla="*/ 285720 h 285750"/>
                <a:gd name="csX907" fmla="*/ 159944 w 704850"/>
                <a:gd name="csY907" fmla="*/ 285720 h 285750"/>
                <a:gd name="csX908" fmla="*/ 158610 w 704850"/>
                <a:gd name="csY908" fmla="*/ 285720 h 285750"/>
                <a:gd name="csX909" fmla="*/ 157200 w 704850"/>
                <a:gd name="csY909" fmla="*/ 285720 h 285750"/>
                <a:gd name="csX910" fmla="*/ 155867 w 704850"/>
                <a:gd name="csY910" fmla="*/ 285720 h 285750"/>
                <a:gd name="csX911" fmla="*/ 154458 w 704850"/>
                <a:gd name="csY911" fmla="*/ 285720 h 285750"/>
                <a:gd name="csX912" fmla="*/ 153057 w 704850"/>
                <a:gd name="csY912" fmla="*/ 285720 h 285750"/>
                <a:gd name="csX913" fmla="*/ 151714 w 704850"/>
                <a:gd name="csY913" fmla="*/ 285720 h 285750"/>
                <a:gd name="csX914" fmla="*/ 150314 w 704850"/>
                <a:gd name="csY914" fmla="*/ 285720 h 285750"/>
                <a:gd name="csX915" fmla="*/ 148914 w 704850"/>
                <a:gd name="csY915" fmla="*/ 285720 h 285750"/>
                <a:gd name="csX916" fmla="*/ 147571 w 704850"/>
                <a:gd name="csY916" fmla="*/ 285720 h 285750"/>
                <a:gd name="csX917" fmla="*/ 146171 w 704850"/>
                <a:gd name="csY917" fmla="*/ 285720 h 285750"/>
                <a:gd name="csX918" fmla="*/ 144827 w 704850"/>
                <a:gd name="csY918" fmla="*/ 285720 h 285750"/>
                <a:gd name="csX919" fmla="*/ 143427 w 704850"/>
                <a:gd name="csY919" fmla="*/ 285720 h 285750"/>
                <a:gd name="csX920" fmla="*/ 142028 w 704850"/>
                <a:gd name="csY920" fmla="*/ 285720 h 285750"/>
                <a:gd name="csX921" fmla="*/ 140684 w 704850"/>
                <a:gd name="csY921" fmla="*/ 285720 h 285750"/>
                <a:gd name="csX922" fmla="*/ 139284 w 704850"/>
                <a:gd name="csY922" fmla="*/ 285720 h 285750"/>
                <a:gd name="csX923" fmla="*/ 137874 w 704850"/>
                <a:gd name="csY923" fmla="*/ 285720 h 285750"/>
                <a:gd name="csX924" fmla="*/ 136541 w 704850"/>
                <a:gd name="csY924" fmla="*/ 285720 h 285750"/>
                <a:gd name="csX925" fmla="*/ 135131 w 704850"/>
                <a:gd name="csY925" fmla="*/ 285720 h 285750"/>
                <a:gd name="csX926" fmla="*/ 133798 w 704850"/>
                <a:gd name="csY926" fmla="*/ 285720 h 285750"/>
                <a:gd name="csX927" fmla="*/ 132388 w 704850"/>
                <a:gd name="csY927" fmla="*/ 285720 h 285750"/>
                <a:gd name="csX928" fmla="*/ 130988 w 704850"/>
                <a:gd name="csY928" fmla="*/ 285720 h 285750"/>
                <a:gd name="csX929" fmla="*/ 129645 w 704850"/>
                <a:gd name="csY929" fmla="*/ 285720 h 285750"/>
                <a:gd name="csX930" fmla="*/ 128245 w 704850"/>
                <a:gd name="csY930" fmla="*/ 285720 h 285750"/>
                <a:gd name="csX931" fmla="*/ 126844 w 704850"/>
                <a:gd name="csY931" fmla="*/ 285720 h 285750"/>
                <a:gd name="csX932" fmla="*/ 125501 w 704850"/>
                <a:gd name="csY932" fmla="*/ 285720 h 285750"/>
                <a:gd name="csX933" fmla="*/ 124101 w 704850"/>
                <a:gd name="csY933" fmla="*/ 285720 h 285750"/>
                <a:gd name="csX934" fmla="*/ 122758 w 704850"/>
                <a:gd name="csY934" fmla="*/ 285720 h 285750"/>
                <a:gd name="csX935" fmla="*/ 121358 w 704850"/>
                <a:gd name="csY935" fmla="*/ 285720 h 285750"/>
                <a:gd name="csX936" fmla="*/ 119958 w 704850"/>
                <a:gd name="csY936" fmla="*/ 285720 h 285750"/>
                <a:gd name="csX937" fmla="*/ 118615 w 704850"/>
                <a:gd name="csY937" fmla="*/ 285720 h 285750"/>
                <a:gd name="csX938" fmla="*/ 117215 w 704850"/>
                <a:gd name="csY938" fmla="*/ 285720 h 285750"/>
                <a:gd name="csX939" fmla="*/ 115805 w 704850"/>
                <a:gd name="csY939" fmla="*/ 285720 h 285750"/>
                <a:gd name="csX940" fmla="*/ 114472 w 704850"/>
                <a:gd name="csY940" fmla="*/ 285720 h 285750"/>
                <a:gd name="csX941" fmla="*/ 113062 w 704850"/>
                <a:gd name="csY941" fmla="*/ 285720 h 285750"/>
                <a:gd name="csX942" fmla="*/ 111728 w 704850"/>
                <a:gd name="csY942" fmla="*/ 285720 h 285750"/>
                <a:gd name="csX943" fmla="*/ 110318 w 704850"/>
                <a:gd name="csY943" fmla="*/ 285720 h 285750"/>
                <a:gd name="csX944" fmla="*/ 108919 w 704850"/>
                <a:gd name="csY944" fmla="*/ 285720 h 285750"/>
                <a:gd name="csX945" fmla="*/ 107585 w 704850"/>
                <a:gd name="csY945" fmla="*/ 285720 h 285750"/>
                <a:gd name="csX946" fmla="*/ 106175 w 704850"/>
                <a:gd name="csY946" fmla="*/ 285720 h 285750"/>
                <a:gd name="csX947" fmla="*/ 104775 w 704850"/>
                <a:gd name="csY947" fmla="*/ 285720 h 285750"/>
                <a:gd name="csX948" fmla="*/ 103432 w 704850"/>
                <a:gd name="csY948" fmla="*/ 285720 h 285750"/>
                <a:gd name="csX949" fmla="*/ 102032 w 704850"/>
                <a:gd name="csY949" fmla="*/ 285720 h 285750"/>
                <a:gd name="csX950" fmla="*/ 100689 w 704850"/>
                <a:gd name="csY950" fmla="*/ 285720 h 285750"/>
                <a:gd name="csX951" fmla="*/ 99289 w 704850"/>
                <a:gd name="csY951" fmla="*/ 285720 h 285750"/>
                <a:gd name="csX952" fmla="*/ 97888 w 704850"/>
                <a:gd name="csY952" fmla="*/ 285720 h 285750"/>
                <a:gd name="csX953" fmla="*/ 96545 w 704850"/>
                <a:gd name="csY953" fmla="*/ 285720 h 285750"/>
                <a:gd name="csX954" fmla="*/ 95146 w 704850"/>
                <a:gd name="csY954" fmla="*/ 285720 h 285750"/>
                <a:gd name="csX955" fmla="*/ 93736 w 704850"/>
                <a:gd name="csY955" fmla="*/ 285720 h 285750"/>
                <a:gd name="csX956" fmla="*/ 92402 w 704850"/>
                <a:gd name="csY956" fmla="*/ 285720 h 285750"/>
                <a:gd name="csX957" fmla="*/ 90992 w 704850"/>
                <a:gd name="csY957" fmla="*/ 285720 h 285750"/>
                <a:gd name="csX958" fmla="*/ 89659 w 704850"/>
                <a:gd name="csY958" fmla="*/ 285720 h 285750"/>
                <a:gd name="csX959" fmla="*/ 88259 w 704850"/>
                <a:gd name="csY959" fmla="*/ 285720 h 285750"/>
                <a:gd name="csX960" fmla="*/ 86849 w 704850"/>
                <a:gd name="csY960" fmla="*/ 285720 h 285750"/>
                <a:gd name="csX961" fmla="*/ 85515 w 704850"/>
                <a:gd name="csY961" fmla="*/ 285720 h 285750"/>
                <a:gd name="csX962" fmla="*/ 84106 w 704850"/>
                <a:gd name="csY962" fmla="*/ 285720 h 285750"/>
                <a:gd name="csX963" fmla="*/ 82706 w 704850"/>
                <a:gd name="csY963" fmla="*/ 285720 h 285750"/>
                <a:gd name="csX964" fmla="*/ 81363 w 704850"/>
                <a:gd name="csY964" fmla="*/ 285720 h 285750"/>
                <a:gd name="csX965" fmla="*/ 79962 w 704850"/>
                <a:gd name="csY965" fmla="*/ 285720 h 285750"/>
                <a:gd name="csX966" fmla="*/ 78619 w 704850"/>
                <a:gd name="csY966" fmla="*/ 285720 h 285750"/>
                <a:gd name="csX967" fmla="*/ 77219 w 704850"/>
                <a:gd name="csY967" fmla="*/ 285720 h 285750"/>
                <a:gd name="csX968" fmla="*/ 75819 w 704850"/>
                <a:gd name="csY968" fmla="*/ 285720 h 285750"/>
                <a:gd name="csX969" fmla="*/ 74476 w 704850"/>
                <a:gd name="csY969" fmla="*/ 285720 h 285750"/>
                <a:gd name="csX970" fmla="*/ 73076 w 704850"/>
                <a:gd name="csY970" fmla="*/ 285720 h 285750"/>
                <a:gd name="csX971" fmla="*/ 71666 w 704850"/>
                <a:gd name="csY971" fmla="*/ 285720 h 285750"/>
                <a:gd name="csX972" fmla="*/ 70333 w 704850"/>
                <a:gd name="csY972" fmla="*/ 285720 h 285750"/>
                <a:gd name="csX973" fmla="*/ 68933 w 704850"/>
                <a:gd name="csY973" fmla="*/ 285720 h 285750"/>
                <a:gd name="csX974" fmla="*/ 67590 w 704850"/>
                <a:gd name="csY974" fmla="*/ 285720 h 285750"/>
                <a:gd name="csX975" fmla="*/ 66189 w 704850"/>
                <a:gd name="csY975" fmla="*/ 285720 h 285750"/>
                <a:gd name="csX976" fmla="*/ 64779 w 704850"/>
                <a:gd name="csY976" fmla="*/ 285720 h 285750"/>
                <a:gd name="csX977" fmla="*/ 63446 w 704850"/>
                <a:gd name="csY977" fmla="*/ 285720 h 285750"/>
                <a:gd name="csX978" fmla="*/ 62037 w 704850"/>
                <a:gd name="csY978" fmla="*/ 285720 h 285750"/>
                <a:gd name="csX979" fmla="*/ 60636 w 704850"/>
                <a:gd name="csY979" fmla="*/ 285720 h 285750"/>
                <a:gd name="csX980" fmla="*/ 59293 w 704850"/>
                <a:gd name="csY980" fmla="*/ 285720 h 285750"/>
                <a:gd name="csX981" fmla="*/ 57893 w 704850"/>
                <a:gd name="csY981" fmla="*/ 285720 h 285750"/>
                <a:gd name="csX982" fmla="*/ 56560 w 704850"/>
                <a:gd name="csY982" fmla="*/ 285720 h 285750"/>
                <a:gd name="csX983" fmla="*/ 55150 w 704850"/>
                <a:gd name="csY983" fmla="*/ 285720 h 285750"/>
                <a:gd name="csX984" fmla="*/ 53750 w 704850"/>
                <a:gd name="csY984" fmla="*/ 285720 h 285750"/>
                <a:gd name="csX985" fmla="*/ 52407 w 704850"/>
                <a:gd name="csY985" fmla="*/ 285720 h 285750"/>
                <a:gd name="csX986" fmla="*/ 51006 w 704850"/>
                <a:gd name="csY986" fmla="*/ 285720 h 285750"/>
                <a:gd name="csX987" fmla="*/ 49606 w 704850"/>
                <a:gd name="csY987" fmla="*/ 285720 h 285750"/>
                <a:gd name="csX988" fmla="*/ 48263 w 704850"/>
                <a:gd name="csY988" fmla="*/ 285720 h 285750"/>
                <a:gd name="csX989" fmla="*/ 46863 w 704850"/>
                <a:gd name="csY989" fmla="*/ 285720 h 285750"/>
                <a:gd name="csX990" fmla="*/ 45520 w 704850"/>
                <a:gd name="csY990" fmla="*/ 285720 h 285750"/>
                <a:gd name="csX991" fmla="*/ 44120 w 704850"/>
                <a:gd name="csY991" fmla="*/ 285720 h 285750"/>
                <a:gd name="csX992" fmla="*/ 42710 w 704850"/>
                <a:gd name="csY992" fmla="*/ 285720 h 285750"/>
                <a:gd name="csX993" fmla="*/ 41377 w 704850"/>
                <a:gd name="csY993" fmla="*/ 285720 h 285750"/>
                <a:gd name="csX994" fmla="*/ 39967 w 704850"/>
                <a:gd name="csY994" fmla="*/ 285720 h 285750"/>
                <a:gd name="csX995" fmla="*/ 38567 w 704850"/>
                <a:gd name="csY995" fmla="*/ 285720 h 285750"/>
                <a:gd name="csX996" fmla="*/ 37233 w 704850"/>
                <a:gd name="csY996" fmla="*/ 285720 h 285750"/>
                <a:gd name="csX997" fmla="*/ 35824 w 704850"/>
                <a:gd name="csY997" fmla="*/ 285720 h 285750"/>
                <a:gd name="csX998" fmla="*/ 34424 w 704850"/>
                <a:gd name="csY998" fmla="*/ 285720 h 285750"/>
                <a:gd name="csX999" fmla="*/ 33080 w 704850"/>
                <a:gd name="csY999" fmla="*/ 285720 h 285750"/>
                <a:gd name="csX1000" fmla="*/ 31680 w 704850"/>
                <a:gd name="csY1000" fmla="*/ 285720 h 285750"/>
                <a:gd name="csX1001" fmla="*/ 30337 w 704850"/>
                <a:gd name="csY1001" fmla="*/ 285720 h 285750"/>
                <a:gd name="csX1002" fmla="*/ 28937 w 704850"/>
                <a:gd name="csY1002" fmla="*/ 285720 h 285750"/>
                <a:gd name="csX1003" fmla="*/ 27537 w 704850"/>
                <a:gd name="csY1003" fmla="*/ 285720 h 285750"/>
                <a:gd name="csX1004" fmla="*/ 26194 w 704850"/>
                <a:gd name="csY1004" fmla="*/ 285720 h 285750"/>
                <a:gd name="csX1005" fmla="*/ 24793 w 704850"/>
                <a:gd name="csY1005" fmla="*/ 285720 h 285750"/>
                <a:gd name="csX1006" fmla="*/ 23394 w 704850"/>
                <a:gd name="csY1006" fmla="*/ 285720 h 285750"/>
                <a:gd name="csX1007" fmla="*/ 22051 w 704850"/>
                <a:gd name="csY1007" fmla="*/ 285720 h 285750"/>
                <a:gd name="csX1008" fmla="*/ 20650 w 704850"/>
                <a:gd name="csY1008" fmla="*/ 285720 h 285750"/>
                <a:gd name="csX1009" fmla="*/ 19307 w 704850"/>
                <a:gd name="csY1009" fmla="*/ 285720 h 285750"/>
                <a:gd name="csX1010" fmla="*/ 17907 w 704850"/>
                <a:gd name="csY1010" fmla="*/ 285720 h 285750"/>
                <a:gd name="csX1011" fmla="*/ 16497 w 704850"/>
                <a:gd name="csY1011" fmla="*/ 285720 h 285750"/>
                <a:gd name="csX1012" fmla="*/ 15164 w 704850"/>
                <a:gd name="csY1012" fmla="*/ 285720 h 285750"/>
                <a:gd name="csX1013" fmla="*/ 13754 w 704850"/>
                <a:gd name="csY1013" fmla="*/ 285720 h 285750"/>
                <a:gd name="csX1014" fmla="*/ 12354 w 704850"/>
                <a:gd name="csY1014" fmla="*/ 285720 h 285750"/>
                <a:gd name="csX1015" fmla="*/ 11011 w 704850"/>
                <a:gd name="csY1015" fmla="*/ 285720 h 285750"/>
                <a:gd name="csX1016" fmla="*/ 9611 w 704850"/>
                <a:gd name="csY1016" fmla="*/ 285720 h 285750"/>
                <a:gd name="csX1017" fmla="*/ 8268 w 704850"/>
                <a:gd name="csY1017" fmla="*/ 285720 h 285750"/>
                <a:gd name="csX1018" fmla="*/ 6868 w 704850"/>
                <a:gd name="csY1018" fmla="*/ 285720 h 285750"/>
                <a:gd name="csX1019" fmla="*/ 5467 w 704850"/>
                <a:gd name="csY1019" fmla="*/ 285720 h 285750"/>
                <a:gd name="csX1020" fmla="*/ 4124 w 704850"/>
                <a:gd name="csY1020" fmla="*/ 285720 h 285750"/>
                <a:gd name="csX1021" fmla="*/ 2724 w 704850"/>
                <a:gd name="csY1021" fmla="*/ 285720 h 285750"/>
                <a:gd name="csX1022" fmla="*/ 1324 w 704850"/>
                <a:gd name="csY1022" fmla="*/ 285720 h 285750"/>
                <a:gd name="csX1023" fmla="*/ -19 w 70485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85750">
                  <a:moveTo>
                    <a:pt x="-19" y="284329"/>
                  </a:moveTo>
                  <a:lnTo>
                    <a:pt x="1324" y="284206"/>
                  </a:lnTo>
                  <a:lnTo>
                    <a:pt x="2724" y="284015"/>
                  </a:lnTo>
                  <a:lnTo>
                    <a:pt x="4124" y="283891"/>
                  </a:lnTo>
                  <a:lnTo>
                    <a:pt x="5467" y="283634"/>
                  </a:lnTo>
                  <a:lnTo>
                    <a:pt x="6868" y="283443"/>
                  </a:lnTo>
                  <a:lnTo>
                    <a:pt x="8268" y="283196"/>
                  </a:lnTo>
                  <a:lnTo>
                    <a:pt x="9611" y="282939"/>
                  </a:lnTo>
                  <a:lnTo>
                    <a:pt x="11011" y="282624"/>
                  </a:lnTo>
                  <a:lnTo>
                    <a:pt x="12354" y="282310"/>
                  </a:lnTo>
                  <a:lnTo>
                    <a:pt x="13754" y="281929"/>
                  </a:lnTo>
                  <a:lnTo>
                    <a:pt x="15164" y="281548"/>
                  </a:lnTo>
                  <a:lnTo>
                    <a:pt x="16497" y="281167"/>
                  </a:lnTo>
                  <a:lnTo>
                    <a:pt x="17907" y="280729"/>
                  </a:lnTo>
                  <a:lnTo>
                    <a:pt x="19307" y="280224"/>
                  </a:lnTo>
                  <a:lnTo>
                    <a:pt x="20650" y="279719"/>
                  </a:lnTo>
                  <a:lnTo>
                    <a:pt x="22051" y="279148"/>
                  </a:lnTo>
                  <a:lnTo>
                    <a:pt x="23394" y="278510"/>
                  </a:lnTo>
                  <a:lnTo>
                    <a:pt x="24793" y="277814"/>
                  </a:lnTo>
                  <a:lnTo>
                    <a:pt x="26194" y="277119"/>
                  </a:lnTo>
                  <a:lnTo>
                    <a:pt x="27537" y="276367"/>
                  </a:lnTo>
                  <a:lnTo>
                    <a:pt x="28937" y="275538"/>
                  </a:lnTo>
                  <a:lnTo>
                    <a:pt x="30337" y="274661"/>
                  </a:lnTo>
                  <a:lnTo>
                    <a:pt x="31680" y="273709"/>
                  </a:lnTo>
                  <a:lnTo>
                    <a:pt x="33080" y="272699"/>
                  </a:lnTo>
                  <a:lnTo>
                    <a:pt x="34424" y="271623"/>
                  </a:lnTo>
                  <a:lnTo>
                    <a:pt x="35824" y="270423"/>
                  </a:lnTo>
                  <a:lnTo>
                    <a:pt x="37233" y="269223"/>
                  </a:lnTo>
                  <a:lnTo>
                    <a:pt x="38567" y="267889"/>
                  </a:lnTo>
                  <a:lnTo>
                    <a:pt x="39967" y="266499"/>
                  </a:lnTo>
                  <a:lnTo>
                    <a:pt x="41377" y="264984"/>
                  </a:lnTo>
                  <a:lnTo>
                    <a:pt x="42710" y="263403"/>
                  </a:lnTo>
                  <a:lnTo>
                    <a:pt x="44120" y="261764"/>
                  </a:lnTo>
                  <a:lnTo>
                    <a:pt x="45520" y="259993"/>
                  </a:lnTo>
                  <a:lnTo>
                    <a:pt x="46863" y="258098"/>
                  </a:lnTo>
                  <a:lnTo>
                    <a:pt x="48263" y="256135"/>
                  </a:lnTo>
                  <a:lnTo>
                    <a:pt x="49606" y="254049"/>
                  </a:lnTo>
                  <a:lnTo>
                    <a:pt x="51006" y="251897"/>
                  </a:lnTo>
                  <a:lnTo>
                    <a:pt x="52407" y="249563"/>
                  </a:lnTo>
                  <a:lnTo>
                    <a:pt x="53750" y="247153"/>
                  </a:lnTo>
                  <a:lnTo>
                    <a:pt x="55150" y="244629"/>
                  </a:lnTo>
                  <a:lnTo>
                    <a:pt x="56560" y="242038"/>
                  </a:lnTo>
                  <a:lnTo>
                    <a:pt x="57893" y="239257"/>
                  </a:lnTo>
                  <a:lnTo>
                    <a:pt x="59293" y="236409"/>
                  </a:lnTo>
                  <a:lnTo>
                    <a:pt x="60636" y="233371"/>
                  </a:lnTo>
                  <a:lnTo>
                    <a:pt x="62037" y="230342"/>
                  </a:lnTo>
                  <a:lnTo>
                    <a:pt x="63446" y="227056"/>
                  </a:lnTo>
                  <a:lnTo>
                    <a:pt x="64779" y="223703"/>
                  </a:lnTo>
                  <a:lnTo>
                    <a:pt x="66189" y="220226"/>
                  </a:lnTo>
                  <a:lnTo>
                    <a:pt x="67590" y="216626"/>
                  </a:lnTo>
                  <a:lnTo>
                    <a:pt x="68933" y="212892"/>
                  </a:lnTo>
                  <a:lnTo>
                    <a:pt x="70333" y="209101"/>
                  </a:lnTo>
                  <a:lnTo>
                    <a:pt x="71666" y="205119"/>
                  </a:lnTo>
                  <a:lnTo>
                    <a:pt x="73076" y="201071"/>
                  </a:lnTo>
                  <a:lnTo>
                    <a:pt x="74476" y="196899"/>
                  </a:lnTo>
                  <a:lnTo>
                    <a:pt x="75819" y="192661"/>
                  </a:lnTo>
                  <a:lnTo>
                    <a:pt x="77219" y="188241"/>
                  </a:lnTo>
                  <a:lnTo>
                    <a:pt x="78619" y="183812"/>
                  </a:lnTo>
                  <a:lnTo>
                    <a:pt x="79962" y="179259"/>
                  </a:lnTo>
                  <a:lnTo>
                    <a:pt x="81363" y="174582"/>
                  </a:lnTo>
                  <a:lnTo>
                    <a:pt x="82706" y="169839"/>
                  </a:lnTo>
                  <a:lnTo>
                    <a:pt x="84106" y="165038"/>
                  </a:lnTo>
                  <a:lnTo>
                    <a:pt x="85515" y="160104"/>
                  </a:lnTo>
                  <a:lnTo>
                    <a:pt x="86849" y="155170"/>
                  </a:lnTo>
                  <a:lnTo>
                    <a:pt x="88259" y="150179"/>
                  </a:lnTo>
                  <a:lnTo>
                    <a:pt x="89659" y="145122"/>
                  </a:lnTo>
                  <a:lnTo>
                    <a:pt x="90992" y="140064"/>
                  </a:lnTo>
                  <a:lnTo>
                    <a:pt x="92402" y="134939"/>
                  </a:lnTo>
                  <a:lnTo>
                    <a:pt x="93736" y="129758"/>
                  </a:lnTo>
                  <a:lnTo>
                    <a:pt x="95146" y="124643"/>
                  </a:lnTo>
                  <a:lnTo>
                    <a:pt x="96545" y="119452"/>
                  </a:lnTo>
                  <a:lnTo>
                    <a:pt x="97888" y="114270"/>
                  </a:lnTo>
                  <a:lnTo>
                    <a:pt x="99289" y="109146"/>
                  </a:lnTo>
                  <a:lnTo>
                    <a:pt x="100689" y="104031"/>
                  </a:lnTo>
                  <a:lnTo>
                    <a:pt x="102032" y="98906"/>
                  </a:lnTo>
                  <a:lnTo>
                    <a:pt x="103432" y="93915"/>
                  </a:lnTo>
                  <a:lnTo>
                    <a:pt x="104775" y="88924"/>
                  </a:lnTo>
                  <a:lnTo>
                    <a:pt x="106175" y="83923"/>
                  </a:lnTo>
                  <a:lnTo>
                    <a:pt x="107585" y="79056"/>
                  </a:lnTo>
                  <a:lnTo>
                    <a:pt x="108919" y="74313"/>
                  </a:lnTo>
                  <a:lnTo>
                    <a:pt x="110318" y="69579"/>
                  </a:lnTo>
                  <a:lnTo>
                    <a:pt x="111728" y="64959"/>
                  </a:lnTo>
                  <a:lnTo>
                    <a:pt x="113062" y="60530"/>
                  </a:lnTo>
                  <a:lnTo>
                    <a:pt x="114472" y="56110"/>
                  </a:lnTo>
                  <a:lnTo>
                    <a:pt x="115805" y="51872"/>
                  </a:lnTo>
                  <a:lnTo>
                    <a:pt x="117215" y="47767"/>
                  </a:lnTo>
                  <a:lnTo>
                    <a:pt x="118615" y="43785"/>
                  </a:lnTo>
                  <a:lnTo>
                    <a:pt x="119958" y="39861"/>
                  </a:lnTo>
                  <a:lnTo>
                    <a:pt x="121358" y="36260"/>
                  </a:lnTo>
                  <a:lnTo>
                    <a:pt x="122758" y="32717"/>
                  </a:lnTo>
                  <a:lnTo>
                    <a:pt x="124101" y="29307"/>
                  </a:lnTo>
                  <a:lnTo>
                    <a:pt x="125501" y="26145"/>
                  </a:lnTo>
                  <a:lnTo>
                    <a:pt x="126844" y="23106"/>
                  </a:lnTo>
                  <a:lnTo>
                    <a:pt x="128245" y="20268"/>
                  </a:lnTo>
                  <a:lnTo>
                    <a:pt x="129645" y="17610"/>
                  </a:lnTo>
                  <a:lnTo>
                    <a:pt x="130988" y="15143"/>
                  </a:lnTo>
                  <a:lnTo>
                    <a:pt x="132388" y="12867"/>
                  </a:lnTo>
                  <a:lnTo>
                    <a:pt x="133798" y="10714"/>
                  </a:lnTo>
                  <a:lnTo>
                    <a:pt x="135131" y="8819"/>
                  </a:lnTo>
                  <a:lnTo>
                    <a:pt x="136541" y="7114"/>
                  </a:lnTo>
                  <a:lnTo>
                    <a:pt x="137874" y="5533"/>
                  </a:lnTo>
                  <a:lnTo>
                    <a:pt x="139284" y="4209"/>
                  </a:lnTo>
                  <a:lnTo>
                    <a:pt x="140684" y="3066"/>
                  </a:lnTo>
                  <a:lnTo>
                    <a:pt x="142028" y="2056"/>
                  </a:lnTo>
                  <a:lnTo>
                    <a:pt x="143427" y="1294"/>
                  </a:lnTo>
                  <a:lnTo>
                    <a:pt x="144827" y="732"/>
                  </a:lnTo>
                  <a:lnTo>
                    <a:pt x="146171" y="284"/>
                  </a:lnTo>
                  <a:lnTo>
                    <a:pt x="147571" y="37"/>
                  </a:lnTo>
                  <a:lnTo>
                    <a:pt x="148914" y="-30"/>
                  </a:lnTo>
                  <a:lnTo>
                    <a:pt x="150314" y="37"/>
                  </a:lnTo>
                  <a:lnTo>
                    <a:pt x="151714" y="284"/>
                  </a:lnTo>
                  <a:lnTo>
                    <a:pt x="153057" y="732"/>
                  </a:lnTo>
                  <a:lnTo>
                    <a:pt x="154458" y="1294"/>
                  </a:lnTo>
                  <a:lnTo>
                    <a:pt x="155867" y="1989"/>
                  </a:lnTo>
                  <a:lnTo>
                    <a:pt x="157200" y="2875"/>
                  </a:lnTo>
                  <a:lnTo>
                    <a:pt x="158610" y="3828"/>
                  </a:lnTo>
                  <a:lnTo>
                    <a:pt x="159944" y="4961"/>
                  </a:lnTo>
                  <a:lnTo>
                    <a:pt x="161354" y="6228"/>
                  </a:lnTo>
                  <a:lnTo>
                    <a:pt x="162754" y="7552"/>
                  </a:lnTo>
                  <a:lnTo>
                    <a:pt x="164087" y="9009"/>
                  </a:lnTo>
                  <a:lnTo>
                    <a:pt x="165497" y="10590"/>
                  </a:lnTo>
                  <a:lnTo>
                    <a:pt x="166897" y="12295"/>
                  </a:lnTo>
                  <a:lnTo>
                    <a:pt x="168240" y="14000"/>
                  </a:lnTo>
                  <a:lnTo>
                    <a:pt x="169640" y="15905"/>
                  </a:lnTo>
                  <a:lnTo>
                    <a:pt x="170983" y="17801"/>
                  </a:lnTo>
                  <a:lnTo>
                    <a:pt x="172383" y="19820"/>
                  </a:lnTo>
                  <a:lnTo>
                    <a:pt x="173784" y="21839"/>
                  </a:lnTo>
                  <a:lnTo>
                    <a:pt x="175127" y="23992"/>
                  </a:lnTo>
                  <a:lnTo>
                    <a:pt x="176527" y="26145"/>
                  </a:lnTo>
                  <a:lnTo>
                    <a:pt x="177927" y="28355"/>
                  </a:lnTo>
                  <a:lnTo>
                    <a:pt x="179270" y="30631"/>
                  </a:lnTo>
                  <a:lnTo>
                    <a:pt x="180670" y="32974"/>
                  </a:lnTo>
                  <a:lnTo>
                    <a:pt x="182014" y="35308"/>
                  </a:lnTo>
                  <a:lnTo>
                    <a:pt x="183413" y="37651"/>
                  </a:lnTo>
                  <a:lnTo>
                    <a:pt x="184823" y="40051"/>
                  </a:lnTo>
                  <a:lnTo>
                    <a:pt x="186157" y="42451"/>
                  </a:lnTo>
                  <a:lnTo>
                    <a:pt x="187566" y="44852"/>
                  </a:lnTo>
                  <a:lnTo>
                    <a:pt x="188967" y="47262"/>
                  </a:lnTo>
                  <a:lnTo>
                    <a:pt x="190310" y="49662"/>
                  </a:lnTo>
                  <a:lnTo>
                    <a:pt x="191710" y="52129"/>
                  </a:lnTo>
                  <a:lnTo>
                    <a:pt x="193053" y="54529"/>
                  </a:lnTo>
                  <a:lnTo>
                    <a:pt x="194453" y="56930"/>
                  </a:lnTo>
                  <a:lnTo>
                    <a:pt x="195853" y="59397"/>
                  </a:lnTo>
                  <a:lnTo>
                    <a:pt x="197196" y="61739"/>
                  </a:lnTo>
                  <a:lnTo>
                    <a:pt x="198596" y="64140"/>
                  </a:lnTo>
                  <a:lnTo>
                    <a:pt x="199997" y="66540"/>
                  </a:lnTo>
                  <a:lnTo>
                    <a:pt x="201340" y="68883"/>
                  </a:lnTo>
                  <a:lnTo>
                    <a:pt x="202740" y="71217"/>
                  </a:lnTo>
                  <a:lnTo>
                    <a:pt x="204083" y="73560"/>
                  </a:lnTo>
                  <a:lnTo>
                    <a:pt x="205483" y="75837"/>
                  </a:lnTo>
                  <a:lnTo>
                    <a:pt x="206893" y="78113"/>
                  </a:lnTo>
                  <a:lnTo>
                    <a:pt x="208226" y="80323"/>
                  </a:lnTo>
                  <a:lnTo>
                    <a:pt x="209636" y="82533"/>
                  </a:lnTo>
                  <a:lnTo>
                    <a:pt x="211036" y="84752"/>
                  </a:lnTo>
                  <a:lnTo>
                    <a:pt x="212369" y="86895"/>
                  </a:lnTo>
                  <a:lnTo>
                    <a:pt x="213779" y="88981"/>
                  </a:lnTo>
                  <a:lnTo>
                    <a:pt x="215180" y="91134"/>
                  </a:lnTo>
                  <a:lnTo>
                    <a:pt x="216522" y="93153"/>
                  </a:lnTo>
                  <a:lnTo>
                    <a:pt x="217922" y="95239"/>
                  </a:lnTo>
                  <a:lnTo>
                    <a:pt x="219265" y="97201"/>
                  </a:lnTo>
                  <a:lnTo>
                    <a:pt x="220666" y="99163"/>
                  </a:lnTo>
                  <a:lnTo>
                    <a:pt x="222066" y="101116"/>
                  </a:lnTo>
                  <a:lnTo>
                    <a:pt x="223409" y="103021"/>
                  </a:lnTo>
                  <a:lnTo>
                    <a:pt x="224809" y="104917"/>
                  </a:lnTo>
                  <a:lnTo>
                    <a:pt x="226219" y="106745"/>
                  </a:lnTo>
                  <a:lnTo>
                    <a:pt x="227553" y="108584"/>
                  </a:lnTo>
                  <a:lnTo>
                    <a:pt x="228952" y="110289"/>
                  </a:lnTo>
                  <a:lnTo>
                    <a:pt x="230295" y="112060"/>
                  </a:lnTo>
                  <a:lnTo>
                    <a:pt x="231696" y="113765"/>
                  </a:lnTo>
                  <a:lnTo>
                    <a:pt x="233105" y="115403"/>
                  </a:lnTo>
                  <a:lnTo>
                    <a:pt x="234439" y="117051"/>
                  </a:lnTo>
                  <a:lnTo>
                    <a:pt x="235849" y="118699"/>
                  </a:lnTo>
                  <a:lnTo>
                    <a:pt x="237249" y="120214"/>
                  </a:lnTo>
                  <a:lnTo>
                    <a:pt x="238592" y="121728"/>
                  </a:lnTo>
                  <a:lnTo>
                    <a:pt x="239992" y="123252"/>
                  </a:lnTo>
                  <a:lnTo>
                    <a:pt x="241335" y="124700"/>
                  </a:lnTo>
                  <a:lnTo>
                    <a:pt x="242735" y="126157"/>
                  </a:lnTo>
                  <a:lnTo>
                    <a:pt x="244135" y="127548"/>
                  </a:lnTo>
                  <a:lnTo>
                    <a:pt x="245478" y="128872"/>
                  </a:lnTo>
                  <a:lnTo>
                    <a:pt x="246879" y="130205"/>
                  </a:lnTo>
                  <a:lnTo>
                    <a:pt x="248279" y="131463"/>
                  </a:lnTo>
                  <a:lnTo>
                    <a:pt x="249622" y="132729"/>
                  </a:lnTo>
                  <a:lnTo>
                    <a:pt x="251022" y="133930"/>
                  </a:lnTo>
                  <a:lnTo>
                    <a:pt x="252365" y="135130"/>
                  </a:lnTo>
                  <a:lnTo>
                    <a:pt x="253765" y="136273"/>
                  </a:lnTo>
                  <a:lnTo>
                    <a:pt x="255175" y="137406"/>
                  </a:lnTo>
                  <a:lnTo>
                    <a:pt x="256508" y="138416"/>
                  </a:lnTo>
                  <a:lnTo>
                    <a:pt x="257918" y="139492"/>
                  </a:lnTo>
                  <a:lnTo>
                    <a:pt x="259318" y="140502"/>
                  </a:lnTo>
                  <a:lnTo>
                    <a:pt x="260652" y="141454"/>
                  </a:lnTo>
                  <a:lnTo>
                    <a:pt x="262062" y="142407"/>
                  </a:lnTo>
                  <a:lnTo>
                    <a:pt x="263395" y="143283"/>
                  </a:lnTo>
                  <a:lnTo>
                    <a:pt x="264804" y="144112"/>
                  </a:lnTo>
                  <a:lnTo>
                    <a:pt x="266205" y="144931"/>
                  </a:lnTo>
                  <a:lnTo>
                    <a:pt x="267548" y="145750"/>
                  </a:lnTo>
                  <a:lnTo>
                    <a:pt x="268948" y="146512"/>
                  </a:lnTo>
                  <a:lnTo>
                    <a:pt x="270348" y="147274"/>
                  </a:lnTo>
                  <a:lnTo>
                    <a:pt x="271691" y="147969"/>
                  </a:lnTo>
                  <a:lnTo>
                    <a:pt x="273091" y="148598"/>
                  </a:lnTo>
                  <a:lnTo>
                    <a:pt x="274435" y="149227"/>
                  </a:lnTo>
                  <a:lnTo>
                    <a:pt x="275835" y="149865"/>
                  </a:lnTo>
                  <a:lnTo>
                    <a:pt x="277244" y="150427"/>
                  </a:lnTo>
                  <a:lnTo>
                    <a:pt x="278578" y="150998"/>
                  </a:lnTo>
                  <a:lnTo>
                    <a:pt x="279978" y="151503"/>
                  </a:lnTo>
                  <a:lnTo>
                    <a:pt x="281388" y="152008"/>
                  </a:lnTo>
                  <a:lnTo>
                    <a:pt x="282721" y="152456"/>
                  </a:lnTo>
                  <a:lnTo>
                    <a:pt x="284131" y="152961"/>
                  </a:lnTo>
                  <a:lnTo>
                    <a:pt x="285464" y="153341"/>
                  </a:lnTo>
                  <a:lnTo>
                    <a:pt x="286874" y="153780"/>
                  </a:lnTo>
                  <a:lnTo>
                    <a:pt x="288274" y="154161"/>
                  </a:lnTo>
                  <a:lnTo>
                    <a:pt x="289617" y="154542"/>
                  </a:lnTo>
                  <a:lnTo>
                    <a:pt x="291017" y="154856"/>
                  </a:lnTo>
                  <a:lnTo>
                    <a:pt x="292418" y="155237"/>
                  </a:lnTo>
                  <a:lnTo>
                    <a:pt x="293761" y="155551"/>
                  </a:lnTo>
                  <a:lnTo>
                    <a:pt x="295161" y="155808"/>
                  </a:lnTo>
                  <a:lnTo>
                    <a:pt x="296504" y="156123"/>
                  </a:lnTo>
                  <a:lnTo>
                    <a:pt x="297904" y="156437"/>
                  </a:lnTo>
                  <a:lnTo>
                    <a:pt x="299304" y="156694"/>
                  </a:lnTo>
                  <a:lnTo>
                    <a:pt x="300647" y="156942"/>
                  </a:lnTo>
                  <a:lnTo>
                    <a:pt x="302047" y="157199"/>
                  </a:lnTo>
                  <a:lnTo>
                    <a:pt x="303457" y="157447"/>
                  </a:lnTo>
                  <a:lnTo>
                    <a:pt x="304790" y="157704"/>
                  </a:lnTo>
                  <a:lnTo>
                    <a:pt x="306200" y="157952"/>
                  </a:lnTo>
                  <a:lnTo>
                    <a:pt x="307534" y="158209"/>
                  </a:lnTo>
                  <a:lnTo>
                    <a:pt x="308944" y="158457"/>
                  </a:lnTo>
                  <a:lnTo>
                    <a:pt x="310343" y="158714"/>
                  </a:lnTo>
                  <a:lnTo>
                    <a:pt x="311677" y="158971"/>
                  </a:lnTo>
                  <a:lnTo>
                    <a:pt x="313087" y="159218"/>
                  </a:lnTo>
                  <a:lnTo>
                    <a:pt x="314487" y="159476"/>
                  </a:lnTo>
                  <a:lnTo>
                    <a:pt x="315830" y="159723"/>
                  </a:lnTo>
                  <a:lnTo>
                    <a:pt x="317230" y="159981"/>
                  </a:lnTo>
                  <a:lnTo>
                    <a:pt x="318573" y="160295"/>
                  </a:lnTo>
                  <a:lnTo>
                    <a:pt x="319973" y="160542"/>
                  </a:lnTo>
                  <a:lnTo>
                    <a:pt x="321374" y="160866"/>
                  </a:lnTo>
                  <a:lnTo>
                    <a:pt x="322717" y="161114"/>
                  </a:lnTo>
                  <a:lnTo>
                    <a:pt x="324117" y="161428"/>
                  </a:lnTo>
                  <a:lnTo>
                    <a:pt x="325526" y="161752"/>
                  </a:lnTo>
                  <a:lnTo>
                    <a:pt x="326860" y="162123"/>
                  </a:lnTo>
                  <a:lnTo>
                    <a:pt x="328270" y="162448"/>
                  </a:lnTo>
                  <a:lnTo>
                    <a:pt x="329603" y="162762"/>
                  </a:lnTo>
                  <a:lnTo>
                    <a:pt x="331003" y="163143"/>
                  </a:lnTo>
                  <a:lnTo>
                    <a:pt x="332413" y="163514"/>
                  </a:lnTo>
                  <a:lnTo>
                    <a:pt x="333747" y="163895"/>
                  </a:lnTo>
                  <a:lnTo>
                    <a:pt x="335156" y="164276"/>
                  </a:lnTo>
                  <a:lnTo>
                    <a:pt x="336556" y="164724"/>
                  </a:lnTo>
                  <a:lnTo>
                    <a:pt x="337899" y="165095"/>
                  </a:lnTo>
                  <a:lnTo>
                    <a:pt x="339300" y="165543"/>
                  </a:lnTo>
                  <a:lnTo>
                    <a:pt x="340643" y="165981"/>
                  </a:lnTo>
                  <a:lnTo>
                    <a:pt x="342043" y="166429"/>
                  </a:lnTo>
                  <a:lnTo>
                    <a:pt x="343443" y="166867"/>
                  </a:lnTo>
                  <a:lnTo>
                    <a:pt x="344786" y="167315"/>
                  </a:lnTo>
                  <a:lnTo>
                    <a:pt x="346186" y="167753"/>
                  </a:lnTo>
                  <a:lnTo>
                    <a:pt x="347596" y="168258"/>
                  </a:lnTo>
                  <a:lnTo>
                    <a:pt x="348929" y="168705"/>
                  </a:lnTo>
                  <a:lnTo>
                    <a:pt x="350329" y="169210"/>
                  </a:lnTo>
                  <a:lnTo>
                    <a:pt x="351672" y="169715"/>
                  </a:lnTo>
                  <a:lnTo>
                    <a:pt x="353073" y="170220"/>
                  </a:lnTo>
                  <a:lnTo>
                    <a:pt x="354483" y="170658"/>
                  </a:lnTo>
                  <a:lnTo>
                    <a:pt x="355816" y="171172"/>
                  </a:lnTo>
                  <a:lnTo>
                    <a:pt x="357225" y="171677"/>
                  </a:lnTo>
                  <a:lnTo>
                    <a:pt x="358626" y="172182"/>
                  </a:lnTo>
                  <a:lnTo>
                    <a:pt x="359969" y="172687"/>
                  </a:lnTo>
                  <a:lnTo>
                    <a:pt x="361369" y="173192"/>
                  </a:lnTo>
                  <a:lnTo>
                    <a:pt x="362702" y="173697"/>
                  </a:lnTo>
                  <a:lnTo>
                    <a:pt x="364112" y="174201"/>
                  </a:lnTo>
                  <a:lnTo>
                    <a:pt x="365512" y="174706"/>
                  </a:lnTo>
                  <a:lnTo>
                    <a:pt x="366856" y="175154"/>
                  </a:lnTo>
                  <a:lnTo>
                    <a:pt x="368256" y="175659"/>
                  </a:lnTo>
                  <a:lnTo>
                    <a:pt x="369656" y="176163"/>
                  </a:lnTo>
                  <a:lnTo>
                    <a:pt x="370999" y="176602"/>
                  </a:lnTo>
                  <a:lnTo>
                    <a:pt x="372399" y="177049"/>
                  </a:lnTo>
                  <a:lnTo>
                    <a:pt x="373809" y="177554"/>
                  </a:lnTo>
                  <a:lnTo>
                    <a:pt x="375142" y="177992"/>
                  </a:lnTo>
                  <a:lnTo>
                    <a:pt x="376552" y="178440"/>
                  </a:lnTo>
                  <a:lnTo>
                    <a:pt x="377885" y="178821"/>
                  </a:lnTo>
                  <a:lnTo>
                    <a:pt x="379295" y="179259"/>
                  </a:lnTo>
                  <a:lnTo>
                    <a:pt x="380695" y="179707"/>
                  </a:lnTo>
                  <a:lnTo>
                    <a:pt x="382029" y="180078"/>
                  </a:lnTo>
                  <a:lnTo>
                    <a:pt x="383438" y="180459"/>
                  </a:lnTo>
                  <a:lnTo>
                    <a:pt x="384839" y="180840"/>
                  </a:lnTo>
                  <a:lnTo>
                    <a:pt x="386182" y="181155"/>
                  </a:lnTo>
                  <a:lnTo>
                    <a:pt x="387582" y="181536"/>
                  </a:lnTo>
                  <a:lnTo>
                    <a:pt x="388925" y="181850"/>
                  </a:lnTo>
                  <a:lnTo>
                    <a:pt x="390325" y="182164"/>
                  </a:lnTo>
                  <a:lnTo>
                    <a:pt x="391725" y="182488"/>
                  </a:lnTo>
                  <a:lnTo>
                    <a:pt x="393068" y="182736"/>
                  </a:lnTo>
                  <a:lnTo>
                    <a:pt x="394469" y="183050"/>
                  </a:lnTo>
                  <a:lnTo>
                    <a:pt x="395868" y="183307"/>
                  </a:lnTo>
                  <a:lnTo>
                    <a:pt x="397211" y="183555"/>
                  </a:lnTo>
                  <a:lnTo>
                    <a:pt x="398612" y="183745"/>
                  </a:lnTo>
                  <a:lnTo>
                    <a:pt x="399955" y="184003"/>
                  </a:lnTo>
                  <a:lnTo>
                    <a:pt x="401355" y="184193"/>
                  </a:lnTo>
                  <a:lnTo>
                    <a:pt x="402765" y="184383"/>
                  </a:lnTo>
                  <a:lnTo>
                    <a:pt x="404098" y="184507"/>
                  </a:lnTo>
                  <a:lnTo>
                    <a:pt x="405508" y="184698"/>
                  </a:lnTo>
                  <a:lnTo>
                    <a:pt x="406908" y="184822"/>
                  </a:lnTo>
                  <a:lnTo>
                    <a:pt x="408251" y="184946"/>
                  </a:lnTo>
                  <a:lnTo>
                    <a:pt x="409651" y="185079"/>
                  </a:lnTo>
                  <a:lnTo>
                    <a:pt x="410994" y="185136"/>
                  </a:lnTo>
                  <a:lnTo>
                    <a:pt x="412394" y="185203"/>
                  </a:lnTo>
                  <a:lnTo>
                    <a:pt x="413795" y="185269"/>
                  </a:lnTo>
                  <a:lnTo>
                    <a:pt x="415138" y="185326"/>
                  </a:lnTo>
                  <a:lnTo>
                    <a:pt x="416538" y="185393"/>
                  </a:lnTo>
                  <a:lnTo>
                    <a:pt x="417938" y="185393"/>
                  </a:lnTo>
                  <a:lnTo>
                    <a:pt x="419281" y="185393"/>
                  </a:lnTo>
                  <a:lnTo>
                    <a:pt x="420681" y="185393"/>
                  </a:lnTo>
                  <a:lnTo>
                    <a:pt x="422024" y="185326"/>
                  </a:lnTo>
                  <a:lnTo>
                    <a:pt x="423424" y="185326"/>
                  </a:lnTo>
                  <a:lnTo>
                    <a:pt x="424834" y="185269"/>
                  </a:lnTo>
                  <a:lnTo>
                    <a:pt x="426168" y="185203"/>
                  </a:lnTo>
                  <a:lnTo>
                    <a:pt x="427578" y="185079"/>
                  </a:lnTo>
                  <a:lnTo>
                    <a:pt x="428978" y="185012"/>
                  </a:lnTo>
                  <a:lnTo>
                    <a:pt x="430311" y="184888"/>
                  </a:lnTo>
                  <a:lnTo>
                    <a:pt x="431721" y="184755"/>
                  </a:lnTo>
                  <a:lnTo>
                    <a:pt x="433054" y="184631"/>
                  </a:lnTo>
                  <a:lnTo>
                    <a:pt x="434464" y="184507"/>
                  </a:lnTo>
                  <a:lnTo>
                    <a:pt x="435864" y="184317"/>
                  </a:lnTo>
                  <a:lnTo>
                    <a:pt x="437207" y="184126"/>
                  </a:lnTo>
                  <a:lnTo>
                    <a:pt x="438607" y="183936"/>
                  </a:lnTo>
                  <a:lnTo>
                    <a:pt x="440008" y="183688"/>
                  </a:lnTo>
                  <a:lnTo>
                    <a:pt x="441351" y="183498"/>
                  </a:lnTo>
                  <a:lnTo>
                    <a:pt x="442751" y="183241"/>
                  </a:lnTo>
                  <a:lnTo>
                    <a:pt x="444093" y="182993"/>
                  </a:lnTo>
                  <a:lnTo>
                    <a:pt x="445494" y="182736"/>
                  </a:lnTo>
                  <a:lnTo>
                    <a:pt x="446894" y="182421"/>
                  </a:lnTo>
                  <a:lnTo>
                    <a:pt x="448237" y="182164"/>
                  </a:lnTo>
                  <a:lnTo>
                    <a:pt x="449637" y="181850"/>
                  </a:lnTo>
                  <a:lnTo>
                    <a:pt x="451047" y="181469"/>
                  </a:lnTo>
                  <a:lnTo>
                    <a:pt x="452380" y="181155"/>
                  </a:lnTo>
                  <a:lnTo>
                    <a:pt x="453790" y="180774"/>
                  </a:lnTo>
                  <a:lnTo>
                    <a:pt x="455124" y="180402"/>
                  </a:lnTo>
                  <a:lnTo>
                    <a:pt x="456533" y="180021"/>
                  </a:lnTo>
                  <a:lnTo>
                    <a:pt x="457933" y="179640"/>
                  </a:lnTo>
                  <a:lnTo>
                    <a:pt x="459276" y="179192"/>
                  </a:lnTo>
                  <a:lnTo>
                    <a:pt x="460677" y="178754"/>
                  </a:lnTo>
                  <a:lnTo>
                    <a:pt x="462077" y="178316"/>
                  </a:lnTo>
                  <a:lnTo>
                    <a:pt x="463420" y="177802"/>
                  </a:lnTo>
                  <a:lnTo>
                    <a:pt x="464820" y="177297"/>
                  </a:lnTo>
                  <a:lnTo>
                    <a:pt x="466163" y="176792"/>
                  </a:lnTo>
                  <a:lnTo>
                    <a:pt x="467564" y="176287"/>
                  </a:lnTo>
                  <a:lnTo>
                    <a:pt x="468963" y="175716"/>
                  </a:lnTo>
                  <a:lnTo>
                    <a:pt x="470306" y="175154"/>
                  </a:lnTo>
                  <a:lnTo>
                    <a:pt x="471707" y="174516"/>
                  </a:lnTo>
                  <a:lnTo>
                    <a:pt x="473116" y="173954"/>
                  </a:lnTo>
                  <a:lnTo>
                    <a:pt x="474450" y="173316"/>
                  </a:lnTo>
                  <a:lnTo>
                    <a:pt x="475860" y="172620"/>
                  </a:lnTo>
                  <a:lnTo>
                    <a:pt x="477193" y="171925"/>
                  </a:lnTo>
                  <a:lnTo>
                    <a:pt x="478593" y="171230"/>
                  </a:lnTo>
                  <a:lnTo>
                    <a:pt x="480003" y="170534"/>
                  </a:lnTo>
                  <a:lnTo>
                    <a:pt x="481337" y="169782"/>
                  </a:lnTo>
                  <a:lnTo>
                    <a:pt x="482746" y="168953"/>
                  </a:lnTo>
                  <a:lnTo>
                    <a:pt x="484146" y="168134"/>
                  </a:lnTo>
                  <a:lnTo>
                    <a:pt x="485489" y="167315"/>
                  </a:lnTo>
                  <a:lnTo>
                    <a:pt x="486890" y="166486"/>
                  </a:lnTo>
                  <a:lnTo>
                    <a:pt x="488233" y="165600"/>
                  </a:lnTo>
                  <a:lnTo>
                    <a:pt x="489633" y="164657"/>
                  </a:lnTo>
                  <a:lnTo>
                    <a:pt x="491033" y="163705"/>
                  </a:lnTo>
                  <a:lnTo>
                    <a:pt x="492376" y="162695"/>
                  </a:lnTo>
                  <a:lnTo>
                    <a:pt x="493776" y="161752"/>
                  </a:lnTo>
                  <a:lnTo>
                    <a:pt x="495186" y="160676"/>
                  </a:lnTo>
                  <a:lnTo>
                    <a:pt x="496519" y="159600"/>
                  </a:lnTo>
                  <a:lnTo>
                    <a:pt x="497919" y="158523"/>
                  </a:lnTo>
                  <a:lnTo>
                    <a:pt x="499263" y="157390"/>
                  </a:lnTo>
                  <a:lnTo>
                    <a:pt x="500663" y="156180"/>
                  </a:lnTo>
                  <a:lnTo>
                    <a:pt x="502072" y="154980"/>
                  </a:lnTo>
                  <a:lnTo>
                    <a:pt x="503406" y="153723"/>
                  </a:lnTo>
                  <a:lnTo>
                    <a:pt x="504815" y="152456"/>
                  </a:lnTo>
                  <a:lnTo>
                    <a:pt x="506216" y="151189"/>
                  </a:lnTo>
                  <a:lnTo>
                    <a:pt x="507559" y="149865"/>
                  </a:lnTo>
                  <a:lnTo>
                    <a:pt x="508959" y="148474"/>
                  </a:lnTo>
                  <a:lnTo>
                    <a:pt x="510302" y="147084"/>
                  </a:lnTo>
                  <a:lnTo>
                    <a:pt x="511702" y="145626"/>
                  </a:lnTo>
                  <a:lnTo>
                    <a:pt x="513102" y="144169"/>
                  </a:lnTo>
                  <a:lnTo>
                    <a:pt x="514446" y="142721"/>
                  </a:lnTo>
                  <a:lnTo>
                    <a:pt x="515845" y="141197"/>
                  </a:lnTo>
                  <a:lnTo>
                    <a:pt x="517246" y="139616"/>
                  </a:lnTo>
                  <a:lnTo>
                    <a:pt x="518589" y="138102"/>
                  </a:lnTo>
                  <a:lnTo>
                    <a:pt x="519989" y="136463"/>
                  </a:lnTo>
                  <a:lnTo>
                    <a:pt x="521332" y="134882"/>
                  </a:lnTo>
                  <a:lnTo>
                    <a:pt x="522732" y="133234"/>
                  </a:lnTo>
                  <a:lnTo>
                    <a:pt x="524142" y="131596"/>
                  </a:lnTo>
                  <a:lnTo>
                    <a:pt x="525475" y="129948"/>
                  </a:lnTo>
                  <a:lnTo>
                    <a:pt x="526885" y="128310"/>
                  </a:lnTo>
                  <a:lnTo>
                    <a:pt x="528285" y="126595"/>
                  </a:lnTo>
                  <a:lnTo>
                    <a:pt x="529628" y="124957"/>
                  </a:lnTo>
                  <a:lnTo>
                    <a:pt x="531028" y="123252"/>
                  </a:lnTo>
                  <a:lnTo>
                    <a:pt x="532362" y="121604"/>
                  </a:lnTo>
                  <a:lnTo>
                    <a:pt x="533772" y="119956"/>
                  </a:lnTo>
                  <a:lnTo>
                    <a:pt x="535172" y="118318"/>
                  </a:lnTo>
                  <a:lnTo>
                    <a:pt x="536515" y="116670"/>
                  </a:lnTo>
                  <a:lnTo>
                    <a:pt x="537915" y="115089"/>
                  </a:lnTo>
                  <a:lnTo>
                    <a:pt x="539315" y="113508"/>
                  </a:lnTo>
                  <a:lnTo>
                    <a:pt x="540658" y="111927"/>
                  </a:lnTo>
                  <a:lnTo>
                    <a:pt x="542058" y="110412"/>
                  </a:lnTo>
                  <a:lnTo>
                    <a:pt x="543468" y="108955"/>
                  </a:lnTo>
                  <a:lnTo>
                    <a:pt x="544801" y="107564"/>
                  </a:lnTo>
                  <a:lnTo>
                    <a:pt x="546211" y="106174"/>
                  </a:lnTo>
                  <a:lnTo>
                    <a:pt x="547545" y="104917"/>
                  </a:lnTo>
                  <a:lnTo>
                    <a:pt x="548954" y="103650"/>
                  </a:lnTo>
                  <a:lnTo>
                    <a:pt x="550354" y="102507"/>
                  </a:lnTo>
                  <a:lnTo>
                    <a:pt x="551688" y="101373"/>
                  </a:lnTo>
                  <a:lnTo>
                    <a:pt x="553098" y="100364"/>
                  </a:lnTo>
                  <a:lnTo>
                    <a:pt x="554498" y="99478"/>
                  </a:lnTo>
                  <a:lnTo>
                    <a:pt x="555841" y="98658"/>
                  </a:lnTo>
                  <a:lnTo>
                    <a:pt x="557241" y="97897"/>
                  </a:lnTo>
                  <a:lnTo>
                    <a:pt x="558584" y="97268"/>
                  </a:lnTo>
                  <a:lnTo>
                    <a:pt x="559985" y="96754"/>
                  </a:lnTo>
                  <a:lnTo>
                    <a:pt x="561385" y="96382"/>
                  </a:lnTo>
                  <a:lnTo>
                    <a:pt x="562727" y="96068"/>
                  </a:lnTo>
                  <a:lnTo>
                    <a:pt x="564128" y="95934"/>
                  </a:lnTo>
                  <a:lnTo>
                    <a:pt x="565537" y="95877"/>
                  </a:lnTo>
                  <a:lnTo>
                    <a:pt x="566871" y="95934"/>
                  </a:lnTo>
                  <a:lnTo>
                    <a:pt x="568271" y="96191"/>
                  </a:lnTo>
                  <a:lnTo>
                    <a:pt x="569614" y="96506"/>
                  </a:lnTo>
                  <a:lnTo>
                    <a:pt x="571014" y="96944"/>
                  </a:lnTo>
                  <a:lnTo>
                    <a:pt x="572424" y="97639"/>
                  </a:lnTo>
                  <a:lnTo>
                    <a:pt x="573758" y="98401"/>
                  </a:lnTo>
                  <a:lnTo>
                    <a:pt x="575167" y="99287"/>
                  </a:lnTo>
                  <a:lnTo>
                    <a:pt x="576567" y="100364"/>
                  </a:lnTo>
                  <a:lnTo>
                    <a:pt x="577910" y="101564"/>
                  </a:lnTo>
                  <a:lnTo>
                    <a:pt x="579311" y="102888"/>
                  </a:lnTo>
                  <a:lnTo>
                    <a:pt x="580654" y="104345"/>
                  </a:lnTo>
                  <a:lnTo>
                    <a:pt x="582054" y="105993"/>
                  </a:lnTo>
                  <a:lnTo>
                    <a:pt x="583454" y="107698"/>
                  </a:lnTo>
                  <a:lnTo>
                    <a:pt x="584797" y="109593"/>
                  </a:lnTo>
                  <a:lnTo>
                    <a:pt x="586197" y="111613"/>
                  </a:lnTo>
                  <a:lnTo>
                    <a:pt x="587597" y="113765"/>
                  </a:lnTo>
                  <a:lnTo>
                    <a:pt x="588940" y="116042"/>
                  </a:lnTo>
                  <a:lnTo>
                    <a:pt x="590340" y="118442"/>
                  </a:lnTo>
                  <a:lnTo>
                    <a:pt x="591683" y="120976"/>
                  </a:lnTo>
                  <a:lnTo>
                    <a:pt x="593084" y="123567"/>
                  </a:lnTo>
                  <a:lnTo>
                    <a:pt x="594494" y="126348"/>
                  </a:lnTo>
                  <a:lnTo>
                    <a:pt x="595827" y="129186"/>
                  </a:lnTo>
                  <a:lnTo>
                    <a:pt x="597236" y="132101"/>
                  </a:lnTo>
                  <a:lnTo>
                    <a:pt x="598637" y="135130"/>
                  </a:lnTo>
                  <a:lnTo>
                    <a:pt x="599980" y="138292"/>
                  </a:lnTo>
                  <a:lnTo>
                    <a:pt x="601380" y="141454"/>
                  </a:lnTo>
                  <a:lnTo>
                    <a:pt x="602713" y="144741"/>
                  </a:lnTo>
                  <a:lnTo>
                    <a:pt x="604123" y="148027"/>
                  </a:lnTo>
                  <a:lnTo>
                    <a:pt x="605523" y="151446"/>
                  </a:lnTo>
                  <a:lnTo>
                    <a:pt x="606867" y="154856"/>
                  </a:lnTo>
                  <a:lnTo>
                    <a:pt x="608267" y="158333"/>
                  </a:lnTo>
                  <a:lnTo>
                    <a:pt x="609666" y="161876"/>
                  </a:lnTo>
                  <a:lnTo>
                    <a:pt x="611010" y="165419"/>
                  </a:lnTo>
                  <a:lnTo>
                    <a:pt x="612410" y="168953"/>
                  </a:lnTo>
                  <a:lnTo>
                    <a:pt x="613753" y="172496"/>
                  </a:lnTo>
                  <a:lnTo>
                    <a:pt x="615153" y="176097"/>
                  </a:lnTo>
                  <a:lnTo>
                    <a:pt x="616553" y="179640"/>
                  </a:lnTo>
                  <a:lnTo>
                    <a:pt x="617896" y="183241"/>
                  </a:lnTo>
                  <a:lnTo>
                    <a:pt x="619297" y="186784"/>
                  </a:lnTo>
                  <a:lnTo>
                    <a:pt x="620707" y="190318"/>
                  </a:lnTo>
                  <a:lnTo>
                    <a:pt x="622040" y="193804"/>
                  </a:lnTo>
                  <a:lnTo>
                    <a:pt x="623449" y="197280"/>
                  </a:lnTo>
                  <a:lnTo>
                    <a:pt x="624783" y="200757"/>
                  </a:lnTo>
                  <a:lnTo>
                    <a:pt x="626193" y="204100"/>
                  </a:lnTo>
                  <a:lnTo>
                    <a:pt x="627593" y="207453"/>
                  </a:lnTo>
                  <a:lnTo>
                    <a:pt x="628936" y="210739"/>
                  </a:lnTo>
                  <a:lnTo>
                    <a:pt x="630336" y="213968"/>
                  </a:lnTo>
                  <a:lnTo>
                    <a:pt x="631736" y="217131"/>
                  </a:lnTo>
                  <a:lnTo>
                    <a:pt x="633079" y="220226"/>
                  </a:lnTo>
                  <a:lnTo>
                    <a:pt x="634480" y="223265"/>
                  </a:lnTo>
                  <a:lnTo>
                    <a:pt x="635822" y="226170"/>
                  </a:lnTo>
                  <a:lnTo>
                    <a:pt x="637222" y="229075"/>
                  </a:lnTo>
                  <a:lnTo>
                    <a:pt x="638623" y="231856"/>
                  </a:lnTo>
                  <a:lnTo>
                    <a:pt x="639966" y="234580"/>
                  </a:lnTo>
                  <a:lnTo>
                    <a:pt x="641366" y="237228"/>
                  </a:lnTo>
                  <a:lnTo>
                    <a:pt x="642776" y="239762"/>
                  </a:lnTo>
                  <a:lnTo>
                    <a:pt x="644109" y="242229"/>
                  </a:lnTo>
                  <a:lnTo>
                    <a:pt x="645519" y="244629"/>
                  </a:lnTo>
                  <a:lnTo>
                    <a:pt x="646853" y="246906"/>
                  </a:lnTo>
                  <a:lnTo>
                    <a:pt x="648253" y="249116"/>
                  </a:lnTo>
                  <a:lnTo>
                    <a:pt x="649662" y="251201"/>
                  </a:lnTo>
                  <a:lnTo>
                    <a:pt x="650996" y="253287"/>
                  </a:lnTo>
                  <a:lnTo>
                    <a:pt x="652405" y="255183"/>
                  </a:lnTo>
                  <a:lnTo>
                    <a:pt x="653806" y="257078"/>
                  </a:lnTo>
                  <a:lnTo>
                    <a:pt x="655149" y="258850"/>
                  </a:lnTo>
                  <a:lnTo>
                    <a:pt x="656549" y="260555"/>
                  </a:lnTo>
                  <a:lnTo>
                    <a:pt x="657892" y="262203"/>
                  </a:lnTo>
                  <a:lnTo>
                    <a:pt x="659292" y="263717"/>
                  </a:lnTo>
                  <a:lnTo>
                    <a:pt x="660692" y="265174"/>
                  </a:lnTo>
                  <a:lnTo>
                    <a:pt x="662035" y="266565"/>
                  </a:lnTo>
                  <a:lnTo>
                    <a:pt x="663435" y="267889"/>
                  </a:lnTo>
                  <a:lnTo>
                    <a:pt x="664845" y="269156"/>
                  </a:lnTo>
                  <a:lnTo>
                    <a:pt x="666179" y="270299"/>
                  </a:lnTo>
                  <a:lnTo>
                    <a:pt x="667579" y="271433"/>
                  </a:lnTo>
                  <a:lnTo>
                    <a:pt x="668922" y="272442"/>
                  </a:lnTo>
                  <a:lnTo>
                    <a:pt x="670322" y="273452"/>
                  </a:lnTo>
                  <a:lnTo>
                    <a:pt x="671732" y="274338"/>
                  </a:lnTo>
                  <a:lnTo>
                    <a:pt x="673065" y="275224"/>
                  </a:lnTo>
                  <a:lnTo>
                    <a:pt x="674475" y="276052"/>
                  </a:lnTo>
                  <a:lnTo>
                    <a:pt x="675875" y="276805"/>
                  </a:lnTo>
                  <a:lnTo>
                    <a:pt x="677218" y="277500"/>
                  </a:lnTo>
                  <a:lnTo>
                    <a:pt x="678618" y="278195"/>
                  </a:lnTo>
                  <a:lnTo>
                    <a:pt x="679952" y="278767"/>
                  </a:lnTo>
                  <a:lnTo>
                    <a:pt x="681362" y="279338"/>
                  </a:lnTo>
                  <a:lnTo>
                    <a:pt x="682761" y="279900"/>
                  </a:lnTo>
                  <a:lnTo>
                    <a:pt x="684104" y="280348"/>
                  </a:lnTo>
                  <a:lnTo>
                    <a:pt x="685505" y="280853"/>
                  </a:lnTo>
                  <a:lnTo>
                    <a:pt x="686905" y="281234"/>
                  </a:lnTo>
                  <a:lnTo>
                    <a:pt x="688248" y="281672"/>
                  </a:lnTo>
                  <a:lnTo>
                    <a:pt x="689648" y="281986"/>
                  </a:lnTo>
                  <a:lnTo>
                    <a:pt x="690991" y="282367"/>
                  </a:lnTo>
                  <a:lnTo>
                    <a:pt x="692391" y="282682"/>
                  </a:lnTo>
                  <a:lnTo>
                    <a:pt x="693801" y="282939"/>
                  </a:lnTo>
                  <a:lnTo>
                    <a:pt x="695135" y="283196"/>
                  </a:lnTo>
                  <a:lnTo>
                    <a:pt x="696544" y="283443"/>
                  </a:lnTo>
                  <a:lnTo>
                    <a:pt x="697944" y="283634"/>
                  </a:lnTo>
                  <a:lnTo>
                    <a:pt x="699278" y="283824"/>
                  </a:lnTo>
                  <a:lnTo>
                    <a:pt x="700688" y="284015"/>
                  </a:lnTo>
                  <a:lnTo>
                    <a:pt x="702021" y="284206"/>
                  </a:lnTo>
                  <a:lnTo>
                    <a:pt x="703431" y="284329"/>
                  </a:lnTo>
                  <a:lnTo>
                    <a:pt x="704831" y="284453"/>
                  </a:lnTo>
                  <a:lnTo>
                    <a:pt x="704831" y="285720"/>
                  </a:lnTo>
                  <a:lnTo>
                    <a:pt x="703431" y="285720"/>
                  </a:lnTo>
                  <a:lnTo>
                    <a:pt x="702021" y="285720"/>
                  </a:lnTo>
                  <a:lnTo>
                    <a:pt x="700688" y="285720"/>
                  </a:lnTo>
                  <a:lnTo>
                    <a:pt x="699278" y="285720"/>
                  </a:lnTo>
                  <a:lnTo>
                    <a:pt x="697944" y="285720"/>
                  </a:lnTo>
                  <a:lnTo>
                    <a:pt x="696544" y="285720"/>
                  </a:lnTo>
                  <a:lnTo>
                    <a:pt x="695135" y="285720"/>
                  </a:lnTo>
                  <a:lnTo>
                    <a:pt x="693801" y="285720"/>
                  </a:lnTo>
                  <a:lnTo>
                    <a:pt x="692391" y="285720"/>
                  </a:lnTo>
                  <a:lnTo>
                    <a:pt x="690991" y="285720"/>
                  </a:lnTo>
                  <a:lnTo>
                    <a:pt x="689648" y="285720"/>
                  </a:lnTo>
                  <a:lnTo>
                    <a:pt x="688248" y="285720"/>
                  </a:lnTo>
                  <a:lnTo>
                    <a:pt x="686905" y="285720"/>
                  </a:lnTo>
                  <a:lnTo>
                    <a:pt x="685505" y="285720"/>
                  </a:lnTo>
                  <a:lnTo>
                    <a:pt x="684104" y="285720"/>
                  </a:lnTo>
                  <a:lnTo>
                    <a:pt x="682761" y="285720"/>
                  </a:lnTo>
                  <a:lnTo>
                    <a:pt x="681362" y="285720"/>
                  </a:lnTo>
                  <a:lnTo>
                    <a:pt x="679952" y="285720"/>
                  </a:lnTo>
                  <a:lnTo>
                    <a:pt x="678618" y="285720"/>
                  </a:lnTo>
                  <a:lnTo>
                    <a:pt x="677218" y="285720"/>
                  </a:lnTo>
                  <a:lnTo>
                    <a:pt x="675875" y="285720"/>
                  </a:lnTo>
                  <a:lnTo>
                    <a:pt x="674475" y="285720"/>
                  </a:lnTo>
                  <a:lnTo>
                    <a:pt x="673065" y="285720"/>
                  </a:lnTo>
                  <a:lnTo>
                    <a:pt x="671732" y="285720"/>
                  </a:lnTo>
                  <a:lnTo>
                    <a:pt x="670322" y="285720"/>
                  </a:lnTo>
                  <a:lnTo>
                    <a:pt x="668922" y="285720"/>
                  </a:lnTo>
                  <a:lnTo>
                    <a:pt x="667579" y="285720"/>
                  </a:lnTo>
                  <a:lnTo>
                    <a:pt x="666179" y="285720"/>
                  </a:lnTo>
                  <a:lnTo>
                    <a:pt x="664845" y="285720"/>
                  </a:lnTo>
                  <a:lnTo>
                    <a:pt x="663435" y="285720"/>
                  </a:lnTo>
                  <a:lnTo>
                    <a:pt x="662035" y="285720"/>
                  </a:lnTo>
                  <a:lnTo>
                    <a:pt x="660692" y="285720"/>
                  </a:lnTo>
                  <a:lnTo>
                    <a:pt x="659292" y="285720"/>
                  </a:lnTo>
                  <a:lnTo>
                    <a:pt x="657892" y="285720"/>
                  </a:lnTo>
                  <a:lnTo>
                    <a:pt x="656549" y="285720"/>
                  </a:lnTo>
                  <a:lnTo>
                    <a:pt x="655149" y="285720"/>
                  </a:lnTo>
                  <a:lnTo>
                    <a:pt x="653806" y="285720"/>
                  </a:lnTo>
                  <a:lnTo>
                    <a:pt x="652405" y="285720"/>
                  </a:lnTo>
                  <a:lnTo>
                    <a:pt x="650996" y="285720"/>
                  </a:lnTo>
                  <a:lnTo>
                    <a:pt x="649662" y="285720"/>
                  </a:lnTo>
                  <a:lnTo>
                    <a:pt x="648253" y="285720"/>
                  </a:lnTo>
                  <a:lnTo>
                    <a:pt x="646853" y="285720"/>
                  </a:lnTo>
                  <a:lnTo>
                    <a:pt x="645519" y="285720"/>
                  </a:lnTo>
                  <a:lnTo>
                    <a:pt x="644109" y="285720"/>
                  </a:lnTo>
                  <a:lnTo>
                    <a:pt x="642776" y="285720"/>
                  </a:lnTo>
                  <a:lnTo>
                    <a:pt x="641366" y="285720"/>
                  </a:lnTo>
                  <a:lnTo>
                    <a:pt x="639966" y="285720"/>
                  </a:lnTo>
                  <a:lnTo>
                    <a:pt x="638623" y="285720"/>
                  </a:lnTo>
                  <a:lnTo>
                    <a:pt x="637222" y="285720"/>
                  </a:lnTo>
                  <a:lnTo>
                    <a:pt x="635822" y="285720"/>
                  </a:lnTo>
                  <a:lnTo>
                    <a:pt x="634480" y="285720"/>
                  </a:lnTo>
                  <a:lnTo>
                    <a:pt x="633079" y="285720"/>
                  </a:lnTo>
                  <a:lnTo>
                    <a:pt x="631736" y="285720"/>
                  </a:lnTo>
                  <a:lnTo>
                    <a:pt x="630336" y="285720"/>
                  </a:lnTo>
                  <a:lnTo>
                    <a:pt x="628936" y="285720"/>
                  </a:lnTo>
                  <a:lnTo>
                    <a:pt x="627593" y="285720"/>
                  </a:lnTo>
                  <a:lnTo>
                    <a:pt x="626193" y="285720"/>
                  </a:lnTo>
                  <a:lnTo>
                    <a:pt x="624783" y="285720"/>
                  </a:lnTo>
                  <a:lnTo>
                    <a:pt x="623449" y="285720"/>
                  </a:lnTo>
                  <a:lnTo>
                    <a:pt x="622040" y="285720"/>
                  </a:lnTo>
                  <a:lnTo>
                    <a:pt x="620707" y="285720"/>
                  </a:lnTo>
                  <a:lnTo>
                    <a:pt x="619297" y="285720"/>
                  </a:lnTo>
                  <a:lnTo>
                    <a:pt x="617896" y="285720"/>
                  </a:lnTo>
                  <a:lnTo>
                    <a:pt x="616553" y="285720"/>
                  </a:lnTo>
                  <a:lnTo>
                    <a:pt x="615153" y="285720"/>
                  </a:lnTo>
                  <a:lnTo>
                    <a:pt x="613753" y="285720"/>
                  </a:lnTo>
                  <a:lnTo>
                    <a:pt x="612410" y="285720"/>
                  </a:lnTo>
                  <a:lnTo>
                    <a:pt x="611010" y="285720"/>
                  </a:lnTo>
                  <a:lnTo>
                    <a:pt x="609666" y="285720"/>
                  </a:lnTo>
                  <a:lnTo>
                    <a:pt x="608267" y="285720"/>
                  </a:lnTo>
                  <a:lnTo>
                    <a:pt x="606867" y="285720"/>
                  </a:lnTo>
                  <a:lnTo>
                    <a:pt x="605523" y="285720"/>
                  </a:lnTo>
                  <a:lnTo>
                    <a:pt x="604123" y="285720"/>
                  </a:lnTo>
                  <a:lnTo>
                    <a:pt x="602713" y="285720"/>
                  </a:lnTo>
                  <a:lnTo>
                    <a:pt x="601380" y="285720"/>
                  </a:lnTo>
                  <a:lnTo>
                    <a:pt x="599980" y="285720"/>
                  </a:lnTo>
                  <a:lnTo>
                    <a:pt x="598637" y="285720"/>
                  </a:lnTo>
                  <a:lnTo>
                    <a:pt x="597236" y="285720"/>
                  </a:lnTo>
                  <a:lnTo>
                    <a:pt x="595827" y="285720"/>
                  </a:lnTo>
                  <a:lnTo>
                    <a:pt x="594494" y="285720"/>
                  </a:lnTo>
                  <a:lnTo>
                    <a:pt x="593084" y="285720"/>
                  </a:lnTo>
                  <a:lnTo>
                    <a:pt x="591683" y="285720"/>
                  </a:lnTo>
                  <a:lnTo>
                    <a:pt x="590340" y="285720"/>
                  </a:lnTo>
                  <a:lnTo>
                    <a:pt x="588940" y="285720"/>
                  </a:lnTo>
                  <a:lnTo>
                    <a:pt x="587597" y="285720"/>
                  </a:lnTo>
                  <a:lnTo>
                    <a:pt x="586197" y="285720"/>
                  </a:lnTo>
                  <a:lnTo>
                    <a:pt x="584797" y="285720"/>
                  </a:lnTo>
                  <a:lnTo>
                    <a:pt x="583454" y="285720"/>
                  </a:lnTo>
                  <a:lnTo>
                    <a:pt x="582054" y="285720"/>
                  </a:lnTo>
                  <a:lnTo>
                    <a:pt x="580654" y="285720"/>
                  </a:lnTo>
                  <a:lnTo>
                    <a:pt x="579311" y="285720"/>
                  </a:lnTo>
                  <a:lnTo>
                    <a:pt x="577910" y="285720"/>
                  </a:lnTo>
                  <a:lnTo>
                    <a:pt x="576567" y="285720"/>
                  </a:lnTo>
                  <a:lnTo>
                    <a:pt x="575167" y="285720"/>
                  </a:lnTo>
                  <a:lnTo>
                    <a:pt x="573758" y="285720"/>
                  </a:lnTo>
                  <a:lnTo>
                    <a:pt x="572424" y="285720"/>
                  </a:lnTo>
                  <a:lnTo>
                    <a:pt x="571014" y="285720"/>
                  </a:lnTo>
                  <a:lnTo>
                    <a:pt x="569614" y="285720"/>
                  </a:lnTo>
                  <a:lnTo>
                    <a:pt x="568271" y="285720"/>
                  </a:lnTo>
                  <a:lnTo>
                    <a:pt x="566871" y="285720"/>
                  </a:lnTo>
                  <a:lnTo>
                    <a:pt x="565537" y="285720"/>
                  </a:lnTo>
                  <a:lnTo>
                    <a:pt x="564128" y="285720"/>
                  </a:lnTo>
                  <a:lnTo>
                    <a:pt x="562727" y="285720"/>
                  </a:lnTo>
                  <a:lnTo>
                    <a:pt x="561385" y="285720"/>
                  </a:lnTo>
                  <a:lnTo>
                    <a:pt x="559985" y="285720"/>
                  </a:lnTo>
                  <a:lnTo>
                    <a:pt x="558584" y="285720"/>
                  </a:lnTo>
                  <a:lnTo>
                    <a:pt x="557241" y="285720"/>
                  </a:lnTo>
                  <a:lnTo>
                    <a:pt x="555841" y="285720"/>
                  </a:lnTo>
                  <a:lnTo>
                    <a:pt x="554498" y="285720"/>
                  </a:lnTo>
                  <a:lnTo>
                    <a:pt x="553098" y="285720"/>
                  </a:lnTo>
                  <a:lnTo>
                    <a:pt x="551688" y="285720"/>
                  </a:lnTo>
                  <a:lnTo>
                    <a:pt x="550354" y="285720"/>
                  </a:lnTo>
                  <a:lnTo>
                    <a:pt x="548954" y="285720"/>
                  </a:lnTo>
                  <a:lnTo>
                    <a:pt x="547545" y="285720"/>
                  </a:lnTo>
                  <a:lnTo>
                    <a:pt x="546211" y="285720"/>
                  </a:lnTo>
                  <a:lnTo>
                    <a:pt x="544801" y="285720"/>
                  </a:lnTo>
                  <a:lnTo>
                    <a:pt x="543468" y="285720"/>
                  </a:lnTo>
                  <a:lnTo>
                    <a:pt x="542058" y="285720"/>
                  </a:lnTo>
                  <a:lnTo>
                    <a:pt x="540658" y="285720"/>
                  </a:lnTo>
                  <a:lnTo>
                    <a:pt x="539315" y="285720"/>
                  </a:lnTo>
                  <a:lnTo>
                    <a:pt x="537915" y="285720"/>
                  </a:lnTo>
                  <a:lnTo>
                    <a:pt x="536515" y="285720"/>
                  </a:lnTo>
                  <a:lnTo>
                    <a:pt x="535172" y="285720"/>
                  </a:lnTo>
                  <a:lnTo>
                    <a:pt x="533772" y="285720"/>
                  </a:lnTo>
                  <a:lnTo>
                    <a:pt x="532362" y="285720"/>
                  </a:lnTo>
                  <a:lnTo>
                    <a:pt x="531028" y="285720"/>
                  </a:lnTo>
                  <a:lnTo>
                    <a:pt x="529628" y="285720"/>
                  </a:lnTo>
                  <a:lnTo>
                    <a:pt x="528285" y="285720"/>
                  </a:lnTo>
                  <a:lnTo>
                    <a:pt x="526885" y="285720"/>
                  </a:lnTo>
                  <a:lnTo>
                    <a:pt x="525475" y="285720"/>
                  </a:lnTo>
                  <a:lnTo>
                    <a:pt x="524142" y="285720"/>
                  </a:lnTo>
                  <a:lnTo>
                    <a:pt x="522732" y="285720"/>
                  </a:lnTo>
                  <a:lnTo>
                    <a:pt x="521332" y="285720"/>
                  </a:lnTo>
                  <a:lnTo>
                    <a:pt x="519989" y="285720"/>
                  </a:lnTo>
                  <a:lnTo>
                    <a:pt x="518589" y="285720"/>
                  </a:lnTo>
                  <a:lnTo>
                    <a:pt x="517246" y="285720"/>
                  </a:lnTo>
                  <a:lnTo>
                    <a:pt x="515845" y="285720"/>
                  </a:lnTo>
                  <a:lnTo>
                    <a:pt x="514446" y="285720"/>
                  </a:lnTo>
                  <a:lnTo>
                    <a:pt x="513102" y="285720"/>
                  </a:lnTo>
                  <a:lnTo>
                    <a:pt x="511702" y="285720"/>
                  </a:lnTo>
                  <a:lnTo>
                    <a:pt x="510302" y="285720"/>
                  </a:lnTo>
                  <a:lnTo>
                    <a:pt x="508959" y="285720"/>
                  </a:lnTo>
                  <a:lnTo>
                    <a:pt x="507559" y="285720"/>
                  </a:lnTo>
                  <a:lnTo>
                    <a:pt x="506216" y="285720"/>
                  </a:lnTo>
                  <a:lnTo>
                    <a:pt x="504815" y="285720"/>
                  </a:lnTo>
                  <a:lnTo>
                    <a:pt x="503406" y="285720"/>
                  </a:lnTo>
                  <a:lnTo>
                    <a:pt x="502072" y="285720"/>
                  </a:lnTo>
                  <a:lnTo>
                    <a:pt x="500663" y="285720"/>
                  </a:lnTo>
                  <a:lnTo>
                    <a:pt x="499263" y="285720"/>
                  </a:lnTo>
                  <a:lnTo>
                    <a:pt x="497919" y="285720"/>
                  </a:lnTo>
                  <a:lnTo>
                    <a:pt x="496519" y="285720"/>
                  </a:lnTo>
                  <a:lnTo>
                    <a:pt x="495186" y="285720"/>
                  </a:lnTo>
                  <a:lnTo>
                    <a:pt x="493776" y="285720"/>
                  </a:lnTo>
                  <a:lnTo>
                    <a:pt x="492376" y="285720"/>
                  </a:lnTo>
                  <a:lnTo>
                    <a:pt x="491033" y="285720"/>
                  </a:lnTo>
                  <a:lnTo>
                    <a:pt x="489633" y="285720"/>
                  </a:lnTo>
                  <a:lnTo>
                    <a:pt x="488233" y="285720"/>
                  </a:lnTo>
                  <a:lnTo>
                    <a:pt x="486890" y="285720"/>
                  </a:lnTo>
                  <a:lnTo>
                    <a:pt x="485489" y="285720"/>
                  </a:lnTo>
                  <a:lnTo>
                    <a:pt x="484146" y="285720"/>
                  </a:lnTo>
                  <a:lnTo>
                    <a:pt x="482746" y="285720"/>
                  </a:lnTo>
                  <a:lnTo>
                    <a:pt x="481337" y="285720"/>
                  </a:lnTo>
                  <a:lnTo>
                    <a:pt x="480003" y="285720"/>
                  </a:lnTo>
                  <a:lnTo>
                    <a:pt x="478593" y="285720"/>
                  </a:lnTo>
                  <a:lnTo>
                    <a:pt x="477193" y="285720"/>
                  </a:lnTo>
                  <a:lnTo>
                    <a:pt x="475860" y="285720"/>
                  </a:lnTo>
                  <a:lnTo>
                    <a:pt x="474450" y="285720"/>
                  </a:lnTo>
                  <a:lnTo>
                    <a:pt x="473116" y="285720"/>
                  </a:lnTo>
                  <a:lnTo>
                    <a:pt x="471707" y="285720"/>
                  </a:lnTo>
                  <a:lnTo>
                    <a:pt x="470306" y="285720"/>
                  </a:lnTo>
                  <a:lnTo>
                    <a:pt x="468963" y="285720"/>
                  </a:lnTo>
                  <a:lnTo>
                    <a:pt x="467564" y="285720"/>
                  </a:lnTo>
                  <a:lnTo>
                    <a:pt x="466163" y="285720"/>
                  </a:lnTo>
                  <a:lnTo>
                    <a:pt x="464820" y="285720"/>
                  </a:lnTo>
                  <a:lnTo>
                    <a:pt x="463420" y="285720"/>
                  </a:lnTo>
                  <a:lnTo>
                    <a:pt x="462077" y="285720"/>
                  </a:lnTo>
                  <a:lnTo>
                    <a:pt x="460677" y="285720"/>
                  </a:lnTo>
                  <a:lnTo>
                    <a:pt x="459276" y="285720"/>
                  </a:lnTo>
                  <a:lnTo>
                    <a:pt x="457933" y="285720"/>
                  </a:lnTo>
                  <a:lnTo>
                    <a:pt x="456533" y="285720"/>
                  </a:lnTo>
                  <a:lnTo>
                    <a:pt x="455124" y="285720"/>
                  </a:lnTo>
                  <a:lnTo>
                    <a:pt x="453790" y="285720"/>
                  </a:lnTo>
                  <a:lnTo>
                    <a:pt x="452380" y="285720"/>
                  </a:lnTo>
                  <a:lnTo>
                    <a:pt x="451047" y="285720"/>
                  </a:lnTo>
                  <a:lnTo>
                    <a:pt x="449637" y="285720"/>
                  </a:lnTo>
                  <a:lnTo>
                    <a:pt x="448237" y="285720"/>
                  </a:lnTo>
                  <a:lnTo>
                    <a:pt x="446894" y="285720"/>
                  </a:lnTo>
                  <a:lnTo>
                    <a:pt x="445494" y="285720"/>
                  </a:lnTo>
                  <a:lnTo>
                    <a:pt x="444093" y="285720"/>
                  </a:lnTo>
                  <a:lnTo>
                    <a:pt x="442751" y="285720"/>
                  </a:lnTo>
                  <a:lnTo>
                    <a:pt x="441351" y="285720"/>
                  </a:lnTo>
                  <a:lnTo>
                    <a:pt x="440008" y="285720"/>
                  </a:lnTo>
                  <a:lnTo>
                    <a:pt x="438607" y="285720"/>
                  </a:lnTo>
                  <a:lnTo>
                    <a:pt x="437207" y="285720"/>
                  </a:lnTo>
                  <a:lnTo>
                    <a:pt x="435864" y="285720"/>
                  </a:lnTo>
                  <a:lnTo>
                    <a:pt x="434464" y="285720"/>
                  </a:lnTo>
                  <a:lnTo>
                    <a:pt x="433054" y="285720"/>
                  </a:lnTo>
                  <a:lnTo>
                    <a:pt x="431721" y="285720"/>
                  </a:lnTo>
                  <a:lnTo>
                    <a:pt x="430311" y="285720"/>
                  </a:lnTo>
                  <a:lnTo>
                    <a:pt x="428978" y="285720"/>
                  </a:lnTo>
                  <a:lnTo>
                    <a:pt x="427578" y="285720"/>
                  </a:lnTo>
                  <a:lnTo>
                    <a:pt x="426168" y="285720"/>
                  </a:lnTo>
                  <a:lnTo>
                    <a:pt x="424834" y="285720"/>
                  </a:lnTo>
                  <a:lnTo>
                    <a:pt x="423424" y="285720"/>
                  </a:lnTo>
                  <a:lnTo>
                    <a:pt x="422024" y="285720"/>
                  </a:lnTo>
                  <a:lnTo>
                    <a:pt x="420681" y="285720"/>
                  </a:lnTo>
                  <a:lnTo>
                    <a:pt x="419281" y="285720"/>
                  </a:lnTo>
                  <a:lnTo>
                    <a:pt x="417938" y="285720"/>
                  </a:lnTo>
                  <a:lnTo>
                    <a:pt x="416538" y="285720"/>
                  </a:lnTo>
                  <a:lnTo>
                    <a:pt x="415138" y="285720"/>
                  </a:lnTo>
                  <a:lnTo>
                    <a:pt x="413795" y="285720"/>
                  </a:lnTo>
                  <a:lnTo>
                    <a:pt x="412394" y="285720"/>
                  </a:lnTo>
                  <a:lnTo>
                    <a:pt x="410994" y="285720"/>
                  </a:lnTo>
                  <a:lnTo>
                    <a:pt x="409651" y="285720"/>
                  </a:lnTo>
                  <a:lnTo>
                    <a:pt x="408251" y="285720"/>
                  </a:lnTo>
                  <a:lnTo>
                    <a:pt x="406908" y="285720"/>
                  </a:lnTo>
                  <a:lnTo>
                    <a:pt x="405508" y="285720"/>
                  </a:lnTo>
                  <a:lnTo>
                    <a:pt x="404098" y="285720"/>
                  </a:lnTo>
                  <a:lnTo>
                    <a:pt x="402765" y="285720"/>
                  </a:lnTo>
                  <a:lnTo>
                    <a:pt x="401355" y="285720"/>
                  </a:lnTo>
                  <a:lnTo>
                    <a:pt x="399955" y="285720"/>
                  </a:lnTo>
                  <a:lnTo>
                    <a:pt x="398612" y="285720"/>
                  </a:lnTo>
                  <a:lnTo>
                    <a:pt x="397211" y="285720"/>
                  </a:lnTo>
                  <a:lnTo>
                    <a:pt x="395868" y="285720"/>
                  </a:lnTo>
                  <a:lnTo>
                    <a:pt x="394469" y="285720"/>
                  </a:lnTo>
                  <a:lnTo>
                    <a:pt x="393068" y="285720"/>
                  </a:lnTo>
                  <a:lnTo>
                    <a:pt x="391725" y="285720"/>
                  </a:lnTo>
                  <a:lnTo>
                    <a:pt x="390325" y="285720"/>
                  </a:lnTo>
                  <a:lnTo>
                    <a:pt x="388925" y="285720"/>
                  </a:lnTo>
                  <a:lnTo>
                    <a:pt x="387582" y="285720"/>
                  </a:lnTo>
                  <a:lnTo>
                    <a:pt x="386182" y="285720"/>
                  </a:lnTo>
                  <a:lnTo>
                    <a:pt x="384839" y="285720"/>
                  </a:lnTo>
                  <a:lnTo>
                    <a:pt x="383438" y="285720"/>
                  </a:lnTo>
                  <a:lnTo>
                    <a:pt x="382029" y="285720"/>
                  </a:lnTo>
                  <a:lnTo>
                    <a:pt x="380695" y="285720"/>
                  </a:lnTo>
                  <a:lnTo>
                    <a:pt x="379295" y="285720"/>
                  </a:lnTo>
                  <a:lnTo>
                    <a:pt x="377885" y="285720"/>
                  </a:lnTo>
                  <a:lnTo>
                    <a:pt x="376552" y="285720"/>
                  </a:lnTo>
                  <a:lnTo>
                    <a:pt x="375142" y="285720"/>
                  </a:lnTo>
                  <a:lnTo>
                    <a:pt x="373809" y="285720"/>
                  </a:lnTo>
                  <a:lnTo>
                    <a:pt x="372399" y="285720"/>
                  </a:lnTo>
                  <a:lnTo>
                    <a:pt x="370999" y="285720"/>
                  </a:lnTo>
                  <a:lnTo>
                    <a:pt x="369656" y="285720"/>
                  </a:lnTo>
                  <a:lnTo>
                    <a:pt x="368256" y="285720"/>
                  </a:lnTo>
                  <a:lnTo>
                    <a:pt x="366856" y="285720"/>
                  </a:lnTo>
                  <a:lnTo>
                    <a:pt x="365512" y="285720"/>
                  </a:lnTo>
                  <a:lnTo>
                    <a:pt x="364112" y="285720"/>
                  </a:lnTo>
                  <a:lnTo>
                    <a:pt x="362702" y="285720"/>
                  </a:lnTo>
                  <a:lnTo>
                    <a:pt x="361369" y="285720"/>
                  </a:lnTo>
                  <a:lnTo>
                    <a:pt x="359969" y="285720"/>
                  </a:lnTo>
                  <a:lnTo>
                    <a:pt x="358626" y="285720"/>
                  </a:lnTo>
                  <a:lnTo>
                    <a:pt x="357225" y="285720"/>
                  </a:lnTo>
                  <a:lnTo>
                    <a:pt x="355816" y="285720"/>
                  </a:lnTo>
                  <a:lnTo>
                    <a:pt x="354483" y="285720"/>
                  </a:lnTo>
                  <a:lnTo>
                    <a:pt x="353073" y="285720"/>
                  </a:lnTo>
                  <a:lnTo>
                    <a:pt x="351672" y="285720"/>
                  </a:lnTo>
                  <a:lnTo>
                    <a:pt x="350329" y="285720"/>
                  </a:lnTo>
                  <a:lnTo>
                    <a:pt x="348929" y="285720"/>
                  </a:lnTo>
                  <a:lnTo>
                    <a:pt x="347596" y="285720"/>
                  </a:lnTo>
                  <a:lnTo>
                    <a:pt x="346186" y="285720"/>
                  </a:lnTo>
                  <a:lnTo>
                    <a:pt x="344786" y="285720"/>
                  </a:lnTo>
                  <a:lnTo>
                    <a:pt x="343443" y="285720"/>
                  </a:lnTo>
                  <a:lnTo>
                    <a:pt x="342043" y="285720"/>
                  </a:lnTo>
                  <a:lnTo>
                    <a:pt x="340643" y="285720"/>
                  </a:lnTo>
                  <a:lnTo>
                    <a:pt x="339300" y="285720"/>
                  </a:lnTo>
                  <a:lnTo>
                    <a:pt x="337899" y="285720"/>
                  </a:lnTo>
                  <a:lnTo>
                    <a:pt x="336556" y="285720"/>
                  </a:lnTo>
                  <a:lnTo>
                    <a:pt x="335156" y="285720"/>
                  </a:lnTo>
                  <a:lnTo>
                    <a:pt x="333747" y="285720"/>
                  </a:lnTo>
                  <a:lnTo>
                    <a:pt x="332413" y="285720"/>
                  </a:lnTo>
                  <a:lnTo>
                    <a:pt x="331003" y="285720"/>
                  </a:lnTo>
                  <a:lnTo>
                    <a:pt x="329603" y="285720"/>
                  </a:lnTo>
                  <a:lnTo>
                    <a:pt x="328270" y="285720"/>
                  </a:lnTo>
                  <a:lnTo>
                    <a:pt x="326860" y="285720"/>
                  </a:lnTo>
                  <a:lnTo>
                    <a:pt x="325526" y="285720"/>
                  </a:lnTo>
                  <a:lnTo>
                    <a:pt x="324117" y="285720"/>
                  </a:lnTo>
                  <a:lnTo>
                    <a:pt x="322717" y="285720"/>
                  </a:lnTo>
                  <a:lnTo>
                    <a:pt x="321374" y="285720"/>
                  </a:lnTo>
                  <a:lnTo>
                    <a:pt x="319973" y="285720"/>
                  </a:lnTo>
                  <a:lnTo>
                    <a:pt x="318573" y="285720"/>
                  </a:lnTo>
                  <a:lnTo>
                    <a:pt x="317230" y="285720"/>
                  </a:lnTo>
                  <a:lnTo>
                    <a:pt x="315830" y="285720"/>
                  </a:lnTo>
                  <a:lnTo>
                    <a:pt x="314487" y="285720"/>
                  </a:lnTo>
                  <a:lnTo>
                    <a:pt x="313087" y="285720"/>
                  </a:lnTo>
                  <a:lnTo>
                    <a:pt x="311677" y="285720"/>
                  </a:lnTo>
                  <a:lnTo>
                    <a:pt x="310343" y="285720"/>
                  </a:lnTo>
                  <a:lnTo>
                    <a:pt x="308944" y="285720"/>
                  </a:lnTo>
                  <a:lnTo>
                    <a:pt x="307534" y="285720"/>
                  </a:lnTo>
                  <a:lnTo>
                    <a:pt x="306200" y="285720"/>
                  </a:lnTo>
                  <a:lnTo>
                    <a:pt x="304790" y="285720"/>
                  </a:lnTo>
                  <a:lnTo>
                    <a:pt x="303457" y="285720"/>
                  </a:lnTo>
                  <a:lnTo>
                    <a:pt x="302047" y="285720"/>
                  </a:lnTo>
                  <a:lnTo>
                    <a:pt x="300647" y="285720"/>
                  </a:lnTo>
                  <a:lnTo>
                    <a:pt x="299304" y="285720"/>
                  </a:lnTo>
                  <a:lnTo>
                    <a:pt x="297904" y="285720"/>
                  </a:lnTo>
                  <a:lnTo>
                    <a:pt x="296504" y="285720"/>
                  </a:lnTo>
                  <a:lnTo>
                    <a:pt x="295161" y="285720"/>
                  </a:lnTo>
                  <a:lnTo>
                    <a:pt x="293761" y="285720"/>
                  </a:lnTo>
                  <a:lnTo>
                    <a:pt x="292418" y="285720"/>
                  </a:lnTo>
                  <a:lnTo>
                    <a:pt x="291017" y="285720"/>
                  </a:lnTo>
                  <a:lnTo>
                    <a:pt x="289617" y="285720"/>
                  </a:lnTo>
                  <a:lnTo>
                    <a:pt x="288274" y="285720"/>
                  </a:lnTo>
                  <a:lnTo>
                    <a:pt x="286874" y="285720"/>
                  </a:lnTo>
                  <a:lnTo>
                    <a:pt x="285464" y="285720"/>
                  </a:lnTo>
                  <a:lnTo>
                    <a:pt x="284131" y="285720"/>
                  </a:lnTo>
                  <a:lnTo>
                    <a:pt x="282721" y="285720"/>
                  </a:lnTo>
                  <a:lnTo>
                    <a:pt x="281388" y="285720"/>
                  </a:lnTo>
                  <a:lnTo>
                    <a:pt x="279978" y="285720"/>
                  </a:lnTo>
                  <a:lnTo>
                    <a:pt x="278578" y="285720"/>
                  </a:lnTo>
                  <a:lnTo>
                    <a:pt x="277244" y="285720"/>
                  </a:lnTo>
                  <a:lnTo>
                    <a:pt x="275835" y="285720"/>
                  </a:lnTo>
                  <a:lnTo>
                    <a:pt x="274435" y="285720"/>
                  </a:lnTo>
                  <a:lnTo>
                    <a:pt x="273091" y="285720"/>
                  </a:lnTo>
                  <a:lnTo>
                    <a:pt x="271691" y="285720"/>
                  </a:lnTo>
                  <a:lnTo>
                    <a:pt x="270348" y="285720"/>
                  </a:lnTo>
                  <a:lnTo>
                    <a:pt x="268948" y="285720"/>
                  </a:lnTo>
                  <a:lnTo>
                    <a:pt x="267548" y="285720"/>
                  </a:lnTo>
                  <a:lnTo>
                    <a:pt x="266205" y="285720"/>
                  </a:lnTo>
                  <a:lnTo>
                    <a:pt x="264804" y="285720"/>
                  </a:lnTo>
                  <a:lnTo>
                    <a:pt x="263395" y="285720"/>
                  </a:lnTo>
                  <a:lnTo>
                    <a:pt x="262062" y="285720"/>
                  </a:lnTo>
                  <a:lnTo>
                    <a:pt x="260652" y="285720"/>
                  </a:lnTo>
                  <a:lnTo>
                    <a:pt x="259318" y="285720"/>
                  </a:lnTo>
                  <a:lnTo>
                    <a:pt x="257918" y="285720"/>
                  </a:lnTo>
                  <a:lnTo>
                    <a:pt x="256508" y="285720"/>
                  </a:lnTo>
                  <a:lnTo>
                    <a:pt x="255175" y="285720"/>
                  </a:lnTo>
                  <a:lnTo>
                    <a:pt x="253765" y="285720"/>
                  </a:lnTo>
                  <a:lnTo>
                    <a:pt x="252365" y="285720"/>
                  </a:lnTo>
                  <a:lnTo>
                    <a:pt x="251022" y="285720"/>
                  </a:lnTo>
                  <a:lnTo>
                    <a:pt x="249622" y="285720"/>
                  </a:lnTo>
                  <a:lnTo>
                    <a:pt x="248279" y="285720"/>
                  </a:lnTo>
                  <a:lnTo>
                    <a:pt x="246879" y="285720"/>
                  </a:lnTo>
                  <a:lnTo>
                    <a:pt x="245478" y="285720"/>
                  </a:lnTo>
                  <a:lnTo>
                    <a:pt x="244135" y="285720"/>
                  </a:lnTo>
                  <a:lnTo>
                    <a:pt x="242735" y="285720"/>
                  </a:lnTo>
                  <a:lnTo>
                    <a:pt x="241335" y="285720"/>
                  </a:lnTo>
                  <a:lnTo>
                    <a:pt x="239992" y="285720"/>
                  </a:lnTo>
                  <a:lnTo>
                    <a:pt x="238592" y="285720"/>
                  </a:lnTo>
                  <a:lnTo>
                    <a:pt x="237249" y="285720"/>
                  </a:lnTo>
                  <a:lnTo>
                    <a:pt x="235849" y="285720"/>
                  </a:lnTo>
                  <a:lnTo>
                    <a:pt x="234439" y="285720"/>
                  </a:lnTo>
                  <a:lnTo>
                    <a:pt x="233105" y="285720"/>
                  </a:lnTo>
                  <a:lnTo>
                    <a:pt x="231696" y="285720"/>
                  </a:lnTo>
                  <a:lnTo>
                    <a:pt x="230295" y="285720"/>
                  </a:lnTo>
                  <a:lnTo>
                    <a:pt x="228952" y="285720"/>
                  </a:lnTo>
                  <a:lnTo>
                    <a:pt x="227553" y="285720"/>
                  </a:lnTo>
                  <a:lnTo>
                    <a:pt x="226219" y="285720"/>
                  </a:lnTo>
                  <a:lnTo>
                    <a:pt x="224809" y="285720"/>
                  </a:lnTo>
                  <a:lnTo>
                    <a:pt x="223409" y="285720"/>
                  </a:lnTo>
                  <a:lnTo>
                    <a:pt x="222066" y="285720"/>
                  </a:lnTo>
                  <a:lnTo>
                    <a:pt x="220666" y="285720"/>
                  </a:lnTo>
                  <a:lnTo>
                    <a:pt x="219265" y="285720"/>
                  </a:lnTo>
                  <a:lnTo>
                    <a:pt x="217922" y="285720"/>
                  </a:lnTo>
                  <a:lnTo>
                    <a:pt x="216522" y="285720"/>
                  </a:lnTo>
                  <a:lnTo>
                    <a:pt x="215180" y="285720"/>
                  </a:lnTo>
                  <a:lnTo>
                    <a:pt x="213779" y="285720"/>
                  </a:lnTo>
                  <a:lnTo>
                    <a:pt x="212369" y="285720"/>
                  </a:lnTo>
                  <a:lnTo>
                    <a:pt x="211036" y="285720"/>
                  </a:lnTo>
                  <a:lnTo>
                    <a:pt x="209636" y="285720"/>
                  </a:lnTo>
                  <a:lnTo>
                    <a:pt x="208226" y="285720"/>
                  </a:lnTo>
                  <a:lnTo>
                    <a:pt x="206893" y="285720"/>
                  </a:lnTo>
                  <a:lnTo>
                    <a:pt x="205483" y="285720"/>
                  </a:lnTo>
                  <a:lnTo>
                    <a:pt x="204083" y="285720"/>
                  </a:lnTo>
                  <a:lnTo>
                    <a:pt x="202740" y="285720"/>
                  </a:lnTo>
                  <a:lnTo>
                    <a:pt x="201340" y="285720"/>
                  </a:lnTo>
                  <a:lnTo>
                    <a:pt x="199997" y="285720"/>
                  </a:lnTo>
                  <a:lnTo>
                    <a:pt x="198596" y="285720"/>
                  </a:lnTo>
                  <a:lnTo>
                    <a:pt x="197196" y="285720"/>
                  </a:lnTo>
                  <a:lnTo>
                    <a:pt x="195853" y="285720"/>
                  </a:lnTo>
                  <a:lnTo>
                    <a:pt x="194453" y="285720"/>
                  </a:lnTo>
                  <a:lnTo>
                    <a:pt x="193053" y="285720"/>
                  </a:lnTo>
                  <a:lnTo>
                    <a:pt x="191710" y="285720"/>
                  </a:lnTo>
                  <a:lnTo>
                    <a:pt x="190310" y="285720"/>
                  </a:lnTo>
                  <a:lnTo>
                    <a:pt x="188967" y="285720"/>
                  </a:lnTo>
                  <a:lnTo>
                    <a:pt x="187566" y="285720"/>
                  </a:lnTo>
                  <a:lnTo>
                    <a:pt x="186157" y="285720"/>
                  </a:lnTo>
                  <a:lnTo>
                    <a:pt x="184823" y="285720"/>
                  </a:lnTo>
                  <a:lnTo>
                    <a:pt x="183413" y="285720"/>
                  </a:lnTo>
                  <a:lnTo>
                    <a:pt x="182014" y="285720"/>
                  </a:lnTo>
                  <a:lnTo>
                    <a:pt x="180670" y="285720"/>
                  </a:lnTo>
                  <a:lnTo>
                    <a:pt x="179270" y="285720"/>
                  </a:lnTo>
                  <a:lnTo>
                    <a:pt x="177927" y="285720"/>
                  </a:lnTo>
                  <a:lnTo>
                    <a:pt x="176527" y="285720"/>
                  </a:lnTo>
                  <a:lnTo>
                    <a:pt x="175127" y="285720"/>
                  </a:lnTo>
                  <a:lnTo>
                    <a:pt x="173784" y="285720"/>
                  </a:lnTo>
                  <a:lnTo>
                    <a:pt x="172383" y="285720"/>
                  </a:lnTo>
                  <a:lnTo>
                    <a:pt x="170983" y="285720"/>
                  </a:lnTo>
                  <a:lnTo>
                    <a:pt x="169640" y="285720"/>
                  </a:lnTo>
                  <a:lnTo>
                    <a:pt x="168240" y="285720"/>
                  </a:lnTo>
                  <a:lnTo>
                    <a:pt x="166897" y="285720"/>
                  </a:lnTo>
                  <a:lnTo>
                    <a:pt x="165497" y="285720"/>
                  </a:lnTo>
                  <a:lnTo>
                    <a:pt x="164087" y="285720"/>
                  </a:lnTo>
                  <a:lnTo>
                    <a:pt x="162754" y="285720"/>
                  </a:lnTo>
                  <a:lnTo>
                    <a:pt x="161354" y="285720"/>
                  </a:lnTo>
                  <a:lnTo>
                    <a:pt x="159944" y="285720"/>
                  </a:lnTo>
                  <a:lnTo>
                    <a:pt x="158610" y="285720"/>
                  </a:lnTo>
                  <a:lnTo>
                    <a:pt x="157200" y="285720"/>
                  </a:lnTo>
                  <a:lnTo>
                    <a:pt x="155867" y="285720"/>
                  </a:lnTo>
                  <a:lnTo>
                    <a:pt x="154458" y="285720"/>
                  </a:lnTo>
                  <a:lnTo>
                    <a:pt x="153057" y="285720"/>
                  </a:lnTo>
                  <a:lnTo>
                    <a:pt x="151714" y="285720"/>
                  </a:lnTo>
                  <a:lnTo>
                    <a:pt x="150314" y="285720"/>
                  </a:lnTo>
                  <a:lnTo>
                    <a:pt x="148914" y="285720"/>
                  </a:lnTo>
                  <a:lnTo>
                    <a:pt x="147571" y="285720"/>
                  </a:lnTo>
                  <a:lnTo>
                    <a:pt x="146171" y="285720"/>
                  </a:lnTo>
                  <a:lnTo>
                    <a:pt x="144827" y="285720"/>
                  </a:lnTo>
                  <a:lnTo>
                    <a:pt x="143427" y="285720"/>
                  </a:lnTo>
                  <a:lnTo>
                    <a:pt x="142028" y="285720"/>
                  </a:lnTo>
                  <a:lnTo>
                    <a:pt x="140684" y="285720"/>
                  </a:lnTo>
                  <a:lnTo>
                    <a:pt x="139284" y="285720"/>
                  </a:lnTo>
                  <a:lnTo>
                    <a:pt x="137874" y="285720"/>
                  </a:lnTo>
                  <a:lnTo>
                    <a:pt x="136541" y="285720"/>
                  </a:lnTo>
                  <a:lnTo>
                    <a:pt x="135131" y="285720"/>
                  </a:lnTo>
                  <a:lnTo>
                    <a:pt x="133798" y="285720"/>
                  </a:lnTo>
                  <a:lnTo>
                    <a:pt x="132388" y="285720"/>
                  </a:lnTo>
                  <a:lnTo>
                    <a:pt x="130988" y="285720"/>
                  </a:lnTo>
                  <a:lnTo>
                    <a:pt x="129645" y="285720"/>
                  </a:lnTo>
                  <a:lnTo>
                    <a:pt x="128245" y="285720"/>
                  </a:lnTo>
                  <a:lnTo>
                    <a:pt x="126844" y="285720"/>
                  </a:lnTo>
                  <a:lnTo>
                    <a:pt x="125501" y="285720"/>
                  </a:lnTo>
                  <a:lnTo>
                    <a:pt x="124101" y="285720"/>
                  </a:lnTo>
                  <a:lnTo>
                    <a:pt x="122758" y="285720"/>
                  </a:lnTo>
                  <a:lnTo>
                    <a:pt x="121358" y="285720"/>
                  </a:lnTo>
                  <a:lnTo>
                    <a:pt x="119958" y="285720"/>
                  </a:lnTo>
                  <a:lnTo>
                    <a:pt x="118615" y="285720"/>
                  </a:lnTo>
                  <a:lnTo>
                    <a:pt x="117215" y="285720"/>
                  </a:lnTo>
                  <a:lnTo>
                    <a:pt x="115805" y="285720"/>
                  </a:lnTo>
                  <a:lnTo>
                    <a:pt x="114472" y="285720"/>
                  </a:lnTo>
                  <a:lnTo>
                    <a:pt x="113062" y="285720"/>
                  </a:lnTo>
                  <a:lnTo>
                    <a:pt x="111728" y="285720"/>
                  </a:lnTo>
                  <a:lnTo>
                    <a:pt x="110318" y="285720"/>
                  </a:lnTo>
                  <a:lnTo>
                    <a:pt x="108919" y="285720"/>
                  </a:lnTo>
                  <a:lnTo>
                    <a:pt x="107585" y="285720"/>
                  </a:lnTo>
                  <a:lnTo>
                    <a:pt x="106175" y="285720"/>
                  </a:lnTo>
                  <a:lnTo>
                    <a:pt x="104775" y="285720"/>
                  </a:lnTo>
                  <a:lnTo>
                    <a:pt x="103432" y="285720"/>
                  </a:lnTo>
                  <a:lnTo>
                    <a:pt x="102032" y="285720"/>
                  </a:lnTo>
                  <a:lnTo>
                    <a:pt x="100689" y="285720"/>
                  </a:lnTo>
                  <a:lnTo>
                    <a:pt x="99289" y="285720"/>
                  </a:lnTo>
                  <a:lnTo>
                    <a:pt x="97888" y="285720"/>
                  </a:lnTo>
                  <a:lnTo>
                    <a:pt x="96545" y="285720"/>
                  </a:lnTo>
                  <a:lnTo>
                    <a:pt x="95146" y="285720"/>
                  </a:lnTo>
                  <a:lnTo>
                    <a:pt x="93736" y="285720"/>
                  </a:lnTo>
                  <a:lnTo>
                    <a:pt x="92402" y="285720"/>
                  </a:lnTo>
                  <a:lnTo>
                    <a:pt x="90992" y="285720"/>
                  </a:lnTo>
                  <a:lnTo>
                    <a:pt x="89659" y="285720"/>
                  </a:lnTo>
                  <a:lnTo>
                    <a:pt x="88259" y="285720"/>
                  </a:lnTo>
                  <a:lnTo>
                    <a:pt x="86849" y="285720"/>
                  </a:lnTo>
                  <a:lnTo>
                    <a:pt x="85515" y="285720"/>
                  </a:lnTo>
                  <a:lnTo>
                    <a:pt x="84106" y="285720"/>
                  </a:lnTo>
                  <a:lnTo>
                    <a:pt x="82706" y="285720"/>
                  </a:lnTo>
                  <a:lnTo>
                    <a:pt x="81363" y="285720"/>
                  </a:lnTo>
                  <a:lnTo>
                    <a:pt x="79962" y="285720"/>
                  </a:lnTo>
                  <a:lnTo>
                    <a:pt x="78619" y="285720"/>
                  </a:lnTo>
                  <a:lnTo>
                    <a:pt x="77219" y="285720"/>
                  </a:lnTo>
                  <a:lnTo>
                    <a:pt x="75819" y="285720"/>
                  </a:lnTo>
                  <a:lnTo>
                    <a:pt x="74476" y="285720"/>
                  </a:lnTo>
                  <a:lnTo>
                    <a:pt x="73076" y="285720"/>
                  </a:lnTo>
                  <a:lnTo>
                    <a:pt x="71666" y="285720"/>
                  </a:lnTo>
                  <a:lnTo>
                    <a:pt x="70333" y="285720"/>
                  </a:lnTo>
                  <a:lnTo>
                    <a:pt x="68933" y="285720"/>
                  </a:lnTo>
                  <a:lnTo>
                    <a:pt x="67590" y="285720"/>
                  </a:lnTo>
                  <a:lnTo>
                    <a:pt x="66189" y="285720"/>
                  </a:lnTo>
                  <a:lnTo>
                    <a:pt x="64779" y="285720"/>
                  </a:lnTo>
                  <a:lnTo>
                    <a:pt x="63446" y="285720"/>
                  </a:lnTo>
                  <a:lnTo>
                    <a:pt x="62037" y="285720"/>
                  </a:lnTo>
                  <a:lnTo>
                    <a:pt x="60636" y="285720"/>
                  </a:lnTo>
                  <a:lnTo>
                    <a:pt x="59293" y="285720"/>
                  </a:lnTo>
                  <a:lnTo>
                    <a:pt x="57893" y="285720"/>
                  </a:lnTo>
                  <a:lnTo>
                    <a:pt x="56560" y="285720"/>
                  </a:lnTo>
                  <a:lnTo>
                    <a:pt x="55150" y="285720"/>
                  </a:lnTo>
                  <a:lnTo>
                    <a:pt x="53750" y="285720"/>
                  </a:lnTo>
                  <a:lnTo>
                    <a:pt x="52407" y="285720"/>
                  </a:lnTo>
                  <a:lnTo>
                    <a:pt x="51006" y="285720"/>
                  </a:lnTo>
                  <a:lnTo>
                    <a:pt x="49606" y="285720"/>
                  </a:lnTo>
                  <a:lnTo>
                    <a:pt x="48263" y="285720"/>
                  </a:lnTo>
                  <a:lnTo>
                    <a:pt x="46863" y="285720"/>
                  </a:lnTo>
                  <a:lnTo>
                    <a:pt x="45520" y="285720"/>
                  </a:lnTo>
                  <a:lnTo>
                    <a:pt x="44120" y="285720"/>
                  </a:lnTo>
                  <a:lnTo>
                    <a:pt x="42710" y="285720"/>
                  </a:lnTo>
                  <a:lnTo>
                    <a:pt x="41377" y="285720"/>
                  </a:lnTo>
                  <a:lnTo>
                    <a:pt x="39967" y="285720"/>
                  </a:lnTo>
                  <a:lnTo>
                    <a:pt x="38567" y="285720"/>
                  </a:lnTo>
                  <a:lnTo>
                    <a:pt x="37233" y="285720"/>
                  </a:lnTo>
                  <a:lnTo>
                    <a:pt x="35824" y="285720"/>
                  </a:lnTo>
                  <a:lnTo>
                    <a:pt x="34424" y="285720"/>
                  </a:lnTo>
                  <a:lnTo>
                    <a:pt x="33080" y="285720"/>
                  </a:lnTo>
                  <a:lnTo>
                    <a:pt x="31680" y="285720"/>
                  </a:lnTo>
                  <a:lnTo>
                    <a:pt x="30337" y="285720"/>
                  </a:lnTo>
                  <a:lnTo>
                    <a:pt x="28937" y="285720"/>
                  </a:lnTo>
                  <a:lnTo>
                    <a:pt x="27537" y="285720"/>
                  </a:lnTo>
                  <a:lnTo>
                    <a:pt x="26194" y="285720"/>
                  </a:lnTo>
                  <a:lnTo>
                    <a:pt x="24793" y="285720"/>
                  </a:lnTo>
                  <a:lnTo>
                    <a:pt x="23394" y="285720"/>
                  </a:lnTo>
                  <a:lnTo>
                    <a:pt x="22051" y="285720"/>
                  </a:lnTo>
                  <a:lnTo>
                    <a:pt x="20650" y="285720"/>
                  </a:lnTo>
                  <a:lnTo>
                    <a:pt x="19307" y="285720"/>
                  </a:lnTo>
                  <a:lnTo>
                    <a:pt x="17907" y="285720"/>
                  </a:lnTo>
                  <a:lnTo>
                    <a:pt x="16497" y="285720"/>
                  </a:lnTo>
                  <a:lnTo>
                    <a:pt x="15164" y="285720"/>
                  </a:lnTo>
                  <a:lnTo>
                    <a:pt x="13754" y="285720"/>
                  </a:lnTo>
                  <a:lnTo>
                    <a:pt x="12354" y="285720"/>
                  </a:lnTo>
                  <a:lnTo>
                    <a:pt x="11011" y="285720"/>
                  </a:lnTo>
                  <a:lnTo>
                    <a:pt x="9611" y="285720"/>
                  </a:lnTo>
                  <a:lnTo>
                    <a:pt x="8268" y="285720"/>
                  </a:lnTo>
                  <a:lnTo>
                    <a:pt x="6868" y="285720"/>
                  </a:lnTo>
                  <a:lnTo>
                    <a:pt x="5467" y="285720"/>
                  </a:lnTo>
                  <a:lnTo>
                    <a:pt x="4124" y="285720"/>
                  </a:lnTo>
                  <a:lnTo>
                    <a:pt x="2724" y="285720"/>
                  </a:lnTo>
                  <a:lnTo>
                    <a:pt x="1324" y="285720"/>
                  </a:lnTo>
                  <a:lnTo>
                    <a:pt x="-19" y="285720"/>
                  </a:lnTo>
                  <a:close/>
                </a:path>
              </a:pathLst>
            </a:custGeom>
            <a:solidFill>
              <a:srgbClr val="E63946">
                <a:alpha val="50000"/>
              </a:srgbClr>
            </a:solidFill>
            <a:ln w="9525" cap="flat">
              <a:noFill/>
              <a:prstDash val="solid"/>
              <a:round/>
            </a:ln>
          </p:spPr>
          <p:txBody>
            <a:bodyPr/>
            <a:lstStyle/>
            <a:p>
              <a:endParaRPr lang="zh-CN" altLang="en-US" sz="2190"/>
            </a:p>
          </p:txBody>
        </p:sp>
        <p:sp>
          <p:nvSpPr>
            <p:cNvPr id="985" name="任意多边形: 形状 984"/>
            <p:cNvSpPr/>
            <p:nvPr/>
          </p:nvSpPr>
          <p:spPr>
            <a:xfrm>
              <a:off x="5482099" y="4431234"/>
              <a:ext cx="9525" cy="123825"/>
            </a:xfrm>
            <a:custGeom>
              <a:avLst/>
              <a:gdLst>
                <a:gd name="csX0" fmla="*/ -19 w 9525"/>
                <a:gd name="csY0" fmla="*/ 123795 h 123825"/>
                <a:gd name="csX1" fmla="*/ -19 w 9525"/>
                <a:gd name="csY1" fmla="*/ -30 h 123825"/>
              </a:gdLst>
              <a:ahLst/>
              <a:cxnLst>
                <a:cxn ang="0">
                  <a:pos x="csX0" y="csY0"/>
                </a:cxn>
                <a:cxn ang="0">
                  <a:pos x="csX1" y="csY1"/>
                </a:cxn>
              </a:cxnLst>
              <a:rect l="l" t="t" r="r" b="b"/>
              <a:pathLst>
                <a:path w="9525" h="123825">
                  <a:moveTo>
                    <a:pt x="-19" y="123795"/>
                  </a:moveTo>
                  <a:lnTo>
                    <a:pt x="-19" y="-30"/>
                  </a:lnTo>
                </a:path>
              </a:pathLst>
            </a:custGeom>
            <a:noFill/>
            <a:ln w="7242" cap="flat">
              <a:solidFill>
                <a:srgbClr val="000000"/>
              </a:solidFill>
              <a:prstDash val="solid"/>
              <a:round/>
            </a:ln>
          </p:spPr>
          <p:txBody>
            <a:bodyPr/>
            <a:lstStyle/>
            <a:p>
              <a:endParaRPr lang="zh-CN" altLang="en-US" sz="2190"/>
            </a:p>
          </p:txBody>
        </p:sp>
        <p:sp>
          <p:nvSpPr>
            <p:cNvPr id="986" name="任意多边形: 形状 985"/>
            <p:cNvSpPr/>
            <p:nvPr/>
          </p:nvSpPr>
          <p:spPr>
            <a:xfrm>
              <a:off x="5158249" y="4269309"/>
              <a:ext cx="704850" cy="285750"/>
            </a:xfrm>
            <a:custGeom>
              <a:avLst/>
              <a:gdLst>
                <a:gd name="csX0" fmla="*/ -19 w 704850"/>
                <a:gd name="csY0" fmla="*/ 285596 h 285750"/>
                <a:gd name="csX1" fmla="*/ 1324 w 704850"/>
                <a:gd name="csY1" fmla="*/ 285463 h 285750"/>
                <a:gd name="csX2" fmla="*/ 2724 w 704850"/>
                <a:gd name="csY2" fmla="*/ 285272 h 285750"/>
                <a:gd name="csX3" fmla="*/ 4124 w 704850"/>
                <a:gd name="csY3" fmla="*/ 285149 h 285750"/>
                <a:gd name="csX4" fmla="*/ 5467 w 704850"/>
                <a:gd name="csY4" fmla="*/ 284891 h 285750"/>
                <a:gd name="csX5" fmla="*/ 6868 w 704850"/>
                <a:gd name="csY5" fmla="*/ 284701 h 285750"/>
                <a:gd name="csX6" fmla="*/ 8277 w 704850"/>
                <a:gd name="csY6" fmla="*/ 284453 h 285750"/>
                <a:gd name="csX7" fmla="*/ 9611 w 704850"/>
                <a:gd name="csY7" fmla="*/ 284196 h 285750"/>
                <a:gd name="csX8" fmla="*/ 11020 w 704850"/>
                <a:gd name="csY8" fmla="*/ 283882 h 285750"/>
                <a:gd name="csX9" fmla="*/ 12354 w 704850"/>
                <a:gd name="csY9" fmla="*/ 283558 h 285750"/>
                <a:gd name="csX10" fmla="*/ 13754 w 704850"/>
                <a:gd name="csY10" fmla="*/ 283177 h 285750"/>
                <a:gd name="csX11" fmla="*/ 15164 w 704850"/>
                <a:gd name="csY11" fmla="*/ 282796 h 285750"/>
                <a:gd name="csX12" fmla="*/ 16497 w 704850"/>
                <a:gd name="csY12" fmla="*/ 282415 h 285750"/>
                <a:gd name="csX13" fmla="*/ 17907 w 704850"/>
                <a:gd name="csY13" fmla="*/ 281977 h 285750"/>
                <a:gd name="csX14" fmla="*/ 19307 w 704850"/>
                <a:gd name="csY14" fmla="*/ 281462 h 285750"/>
                <a:gd name="csX15" fmla="*/ 20650 w 704850"/>
                <a:gd name="csY15" fmla="*/ 280958 h 285750"/>
                <a:gd name="csX16" fmla="*/ 22051 w 704850"/>
                <a:gd name="csY16" fmla="*/ 280386 h 285750"/>
                <a:gd name="csX17" fmla="*/ 23394 w 704850"/>
                <a:gd name="csY17" fmla="*/ 279748 h 285750"/>
                <a:gd name="csX18" fmla="*/ 24793 w 704850"/>
                <a:gd name="csY18" fmla="*/ 279052 h 285750"/>
                <a:gd name="csX19" fmla="*/ 26194 w 704850"/>
                <a:gd name="csY19" fmla="*/ 278357 h 285750"/>
                <a:gd name="csX20" fmla="*/ 27537 w 704850"/>
                <a:gd name="csY20" fmla="*/ 277595 h 285750"/>
                <a:gd name="csX21" fmla="*/ 28937 w 704850"/>
                <a:gd name="csY21" fmla="*/ 276766 h 285750"/>
                <a:gd name="csX22" fmla="*/ 30337 w 704850"/>
                <a:gd name="csY22" fmla="*/ 275881 h 285750"/>
                <a:gd name="csX23" fmla="*/ 31680 w 704850"/>
                <a:gd name="csY23" fmla="*/ 274928 h 285750"/>
                <a:gd name="csX24" fmla="*/ 33080 w 704850"/>
                <a:gd name="csY24" fmla="*/ 273909 h 285750"/>
                <a:gd name="csX25" fmla="*/ 34424 w 704850"/>
                <a:gd name="csY25" fmla="*/ 272833 h 285750"/>
                <a:gd name="csX26" fmla="*/ 35824 w 704850"/>
                <a:gd name="csY26" fmla="*/ 271623 h 285750"/>
                <a:gd name="csX27" fmla="*/ 37233 w 704850"/>
                <a:gd name="csY27" fmla="*/ 270413 h 285750"/>
                <a:gd name="csX28" fmla="*/ 38567 w 704850"/>
                <a:gd name="csY28" fmla="*/ 269080 h 285750"/>
                <a:gd name="csX29" fmla="*/ 39976 w 704850"/>
                <a:gd name="csY29" fmla="*/ 267689 h 285750"/>
                <a:gd name="csX30" fmla="*/ 41377 w 704850"/>
                <a:gd name="csY30" fmla="*/ 266165 h 285750"/>
                <a:gd name="csX31" fmla="*/ 42720 w 704850"/>
                <a:gd name="csY31" fmla="*/ 264575 h 285750"/>
                <a:gd name="csX32" fmla="*/ 44120 w 704850"/>
                <a:gd name="csY32" fmla="*/ 262927 h 285750"/>
                <a:gd name="csX33" fmla="*/ 45520 w 704850"/>
                <a:gd name="csY33" fmla="*/ 261146 h 285750"/>
                <a:gd name="csX34" fmla="*/ 46863 w 704850"/>
                <a:gd name="csY34" fmla="*/ 259241 h 285750"/>
                <a:gd name="csX35" fmla="*/ 48263 w 704850"/>
                <a:gd name="csY35" fmla="*/ 257269 h 285750"/>
                <a:gd name="csX36" fmla="*/ 49606 w 704850"/>
                <a:gd name="csY36" fmla="*/ 255173 h 285750"/>
                <a:gd name="csX37" fmla="*/ 51006 w 704850"/>
                <a:gd name="csY37" fmla="*/ 253021 h 285750"/>
                <a:gd name="csX38" fmla="*/ 52407 w 704850"/>
                <a:gd name="csY38" fmla="*/ 250668 h 285750"/>
                <a:gd name="csX39" fmla="*/ 53750 w 704850"/>
                <a:gd name="csY39" fmla="*/ 248258 h 285750"/>
                <a:gd name="csX40" fmla="*/ 55150 w 704850"/>
                <a:gd name="csY40" fmla="*/ 245715 h 285750"/>
                <a:gd name="csX41" fmla="*/ 56560 w 704850"/>
                <a:gd name="csY41" fmla="*/ 243115 h 285750"/>
                <a:gd name="csX42" fmla="*/ 57893 w 704850"/>
                <a:gd name="csY42" fmla="*/ 240314 h 285750"/>
                <a:gd name="csX43" fmla="*/ 59303 w 704850"/>
                <a:gd name="csY43" fmla="*/ 237457 h 285750"/>
                <a:gd name="csX44" fmla="*/ 60636 w 704850"/>
                <a:gd name="csY44" fmla="*/ 234409 h 285750"/>
                <a:gd name="csX45" fmla="*/ 62046 w 704850"/>
                <a:gd name="csY45" fmla="*/ 231361 h 285750"/>
                <a:gd name="csX46" fmla="*/ 63446 w 704850"/>
                <a:gd name="csY46" fmla="*/ 228065 h 285750"/>
                <a:gd name="csX47" fmla="*/ 64779 w 704850"/>
                <a:gd name="csY47" fmla="*/ 224693 h 285750"/>
                <a:gd name="csX48" fmla="*/ 66189 w 704850"/>
                <a:gd name="csY48" fmla="*/ 221207 h 285750"/>
                <a:gd name="csX49" fmla="*/ 67590 w 704850"/>
                <a:gd name="csY49" fmla="*/ 217588 h 285750"/>
                <a:gd name="csX50" fmla="*/ 68933 w 704850"/>
                <a:gd name="csY50" fmla="*/ 213835 h 285750"/>
                <a:gd name="csX51" fmla="*/ 70333 w 704850"/>
                <a:gd name="csY51" fmla="*/ 210025 h 285750"/>
                <a:gd name="csX52" fmla="*/ 71675 w 704850"/>
                <a:gd name="csY52" fmla="*/ 206024 h 285750"/>
                <a:gd name="csX53" fmla="*/ 73076 w 704850"/>
                <a:gd name="csY53" fmla="*/ 201967 h 285750"/>
                <a:gd name="csX54" fmla="*/ 74476 w 704850"/>
                <a:gd name="csY54" fmla="*/ 197776 h 285750"/>
                <a:gd name="csX55" fmla="*/ 75819 w 704850"/>
                <a:gd name="csY55" fmla="*/ 193518 h 285750"/>
                <a:gd name="csX56" fmla="*/ 77219 w 704850"/>
                <a:gd name="csY56" fmla="*/ 189070 h 285750"/>
                <a:gd name="csX57" fmla="*/ 78629 w 704850"/>
                <a:gd name="csY57" fmla="*/ 184631 h 285750"/>
                <a:gd name="csX58" fmla="*/ 79962 w 704850"/>
                <a:gd name="csY58" fmla="*/ 180059 h 285750"/>
                <a:gd name="csX59" fmla="*/ 81363 w 704850"/>
                <a:gd name="csY59" fmla="*/ 175354 h 285750"/>
                <a:gd name="csX60" fmla="*/ 82706 w 704850"/>
                <a:gd name="csY60" fmla="*/ 170591 h 285750"/>
                <a:gd name="csX61" fmla="*/ 84106 w 704850"/>
                <a:gd name="csY61" fmla="*/ 165772 h 285750"/>
                <a:gd name="csX62" fmla="*/ 85515 w 704850"/>
                <a:gd name="csY62" fmla="*/ 160819 h 285750"/>
                <a:gd name="csX63" fmla="*/ 86849 w 704850"/>
                <a:gd name="csY63" fmla="*/ 155866 h 285750"/>
                <a:gd name="csX64" fmla="*/ 88259 w 704850"/>
                <a:gd name="csY64" fmla="*/ 150846 h 285750"/>
                <a:gd name="csX65" fmla="*/ 89659 w 704850"/>
                <a:gd name="csY65" fmla="*/ 145769 h 285750"/>
                <a:gd name="csX66" fmla="*/ 91002 w 704850"/>
                <a:gd name="csY66" fmla="*/ 140683 h 285750"/>
                <a:gd name="csX67" fmla="*/ 92402 w 704850"/>
                <a:gd name="csY67" fmla="*/ 135539 h 285750"/>
                <a:gd name="csX68" fmla="*/ 93745 w 704850"/>
                <a:gd name="csY68" fmla="*/ 130339 h 285750"/>
                <a:gd name="csX69" fmla="*/ 95146 w 704850"/>
                <a:gd name="csY69" fmla="*/ 125195 h 285750"/>
                <a:gd name="csX70" fmla="*/ 96545 w 704850"/>
                <a:gd name="csY70" fmla="*/ 119985 h 285750"/>
                <a:gd name="csX71" fmla="*/ 97888 w 704850"/>
                <a:gd name="csY71" fmla="*/ 114775 h 285750"/>
                <a:gd name="csX72" fmla="*/ 99289 w 704850"/>
                <a:gd name="csY72" fmla="*/ 109631 h 285750"/>
                <a:gd name="csX73" fmla="*/ 100689 w 704850"/>
                <a:gd name="csY73" fmla="*/ 104488 h 285750"/>
                <a:gd name="csX74" fmla="*/ 102032 w 704850"/>
                <a:gd name="csY74" fmla="*/ 99344 h 285750"/>
                <a:gd name="csX75" fmla="*/ 103432 w 704850"/>
                <a:gd name="csY75" fmla="*/ 94334 h 285750"/>
                <a:gd name="csX76" fmla="*/ 104775 w 704850"/>
                <a:gd name="csY76" fmla="*/ 89315 h 285750"/>
                <a:gd name="csX77" fmla="*/ 106175 w 704850"/>
                <a:gd name="csY77" fmla="*/ 84295 h 285750"/>
                <a:gd name="csX78" fmla="*/ 107585 w 704850"/>
                <a:gd name="csY78" fmla="*/ 79408 h 285750"/>
                <a:gd name="csX79" fmla="*/ 108919 w 704850"/>
                <a:gd name="csY79" fmla="*/ 74646 h 285750"/>
                <a:gd name="csX80" fmla="*/ 110328 w 704850"/>
                <a:gd name="csY80" fmla="*/ 69883 h 285750"/>
                <a:gd name="csX81" fmla="*/ 111728 w 704850"/>
                <a:gd name="csY81" fmla="*/ 65245 h 285750"/>
                <a:gd name="csX82" fmla="*/ 113062 w 704850"/>
                <a:gd name="csY82" fmla="*/ 60806 h 285750"/>
                <a:gd name="csX83" fmla="*/ 114472 w 704850"/>
                <a:gd name="csY83" fmla="*/ 56358 h 285750"/>
                <a:gd name="csX84" fmla="*/ 115805 w 704850"/>
                <a:gd name="csY84" fmla="*/ 52100 h 285750"/>
                <a:gd name="csX85" fmla="*/ 117215 w 704850"/>
                <a:gd name="csY85" fmla="*/ 47976 h 285750"/>
                <a:gd name="csX86" fmla="*/ 118615 w 704850"/>
                <a:gd name="csY86" fmla="*/ 43975 h 285750"/>
                <a:gd name="csX87" fmla="*/ 119958 w 704850"/>
                <a:gd name="csY87" fmla="*/ 40042 h 285750"/>
                <a:gd name="csX88" fmla="*/ 121358 w 704850"/>
                <a:gd name="csY88" fmla="*/ 36422 h 285750"/>
                <a:gd name="csX89" fmla="*/ 122758 w 704850"/>
                <a:gd name="csY89" fmla="*/ 32860 h 285750"/>
                <a:gd name="csX90" fmla="*/ 124101 w 704850"/>
                <a:gd name="csY90" fmla="*/ 29431 h 285750"/>
                <a:gd name="csX91" fmla="*/ 125501 w 704850"/>
                <a:gd name="csY91" fmla="*/ 26259 h 285750"/>
                <a:gd name="csX92" fmla="*/ 126844 w 704850"/>
                <a:gd name="csY92" fmla="*/ 23211 h 285750"/>
                <a:gd name="csX93" fmla="*/ 128245 w 704850"/>
                <a:gd name="csY93" fmla="*/ 20354 h 285750"/>
                <a:gd name="csX94" fmla="*/ 129654 w 704850"/>
                <a:gd name="csY94" fmla="*/ 17686 h 285750"/>
                <a:gd name="csX95" fmla="*/ 130988 w 704850"/>
                <a:gd name="csY95" fmla="*/ 15210 h 285750"/>
                <a:gd name="csX96" fmla="*/ 132388 w 704850"/>
                <a:gd name="csY96" fmla="*/ 12924 h 285750"/>
                <a:gd name="csX97" fmla="*/ 133798 w 704850"/>
                <a:gd name="csY97" fmla="*/ 10762 h 285750"/>
                <a:gd name="csX98" fmla="*/ 135131 w 704850"/>
                <a:gd name="csY98" fmla="*/ 8857 h 285750"/>
                <a:gd name="csX99" fmla="*/ 136541 w 704850"/>
                <a:gd name="csY99" fmla="*/ 7142 h 285750"/>
                <a:gd name="csX100" fmla="*/ 137874 w 704850"/>
                <a:gd name="csY100" fmla="*/ 5561 h 285750"/>
                <a:gd name="csX101" fmla="*/ 139284 w 704850"/>
                <a:gd name="csY101" fmla="*/ 4228 h 285750"/>
                <a:gd name="csX102" fmla="*/ 140684 w 704850"/>
                <a:gd name="csY102" fmla="*/ 3085 h 285750"/>
                <a:gd name="csX103" fmla="*/ 142028 w 704850"/>
                <a:gd name="csY103" fmla="*/ 2066 h 285750"/>
                <a:gd name="csX104" fmla="*/ 143427 w 704850"/>
                <a:gd name="csY104" fmla="*/ 1304 h 285750"/>
                <a:gd name="csX105" fmla="*/ 144827 w 704850"/>
                <a:gd name="csY105" fmla="*/ 732 h 285750"/>
                <a:gd name="csX106" fmla="*/ 146171 w 704850"/>
                <a:gd name="csY106" fmla="*/ 284 h 285750"/>
                <a:gd name="csX107" fmla="*/ 147571 w 704850"/>
                <a:gd name="csY107" fmla="*/ 37 h 285750"/>
                <a:gd name="csX108" fmla="*/ 148914 w 704850"/>
                <a:gd name="csY108" fmla="*/ -30 h 285750"/>
                <a:gd name="csX109" fmla="*/ 150314 w 704850"/>
                <a:gd name="csY109" fmla="*/ 37 h 285750"/>
                <a:gd name="csX110" fmla="*/ 151714 w 704850"/>
                <a:gd name="csY110" fmla="*/ 284 h 285750"/>
                <a:gd name="csX111" fmla="*/ 153057 w 704850"/>
                <a:gd name="csY111" fmla="*/ 732 h 285750"/>
                <a:gd name="csX112" fmla="*/ 154458 w 704850"/>
                <a:gd name="csY112" fmla="*/ 1304 h 285750"/>
                <a:gd name="csX113" fmla="*/ 155867 w 704850"/>
                <a:gd name="csY113" fmla="*/ 1999 h 285750"/>
                <a:gd name="csX114" fmla="*/ 157200 w 704850"/>
                <a:gd name="csY114" fmla="*/ 2894 h 285750"/>
                <a:gd name="csX115" fmla="*/ 158610 w 704850"/>
                <a:gd name="csY115" fmla="*/ 3847 h 285750"/>
                <a:gd name="csX116" fmla="*/ 159944 w 704850"/>
                <a:gd name="csY116" fmla="*/ 4990 h 285750"/>
                <a:gd name="csX117" fmla="*/ 161354 w 704850"/>
                <a:gd name="csY117" fmla="*/ 6257 h 285750"/>
                <a:gd name="csX118" fmla="*/ 162754 w 704850"/>
                <a:gd name="csY118" fmla="*/ 7590 h 285750"/>
                <a:gd name="csX119" fmla="*/ 164087 w 704850"/>
                <a:gd name="csY119" fmla="*/ 9047 h 285750"/>
                <a:gd name="csX120" fmla="*/ 165497 w 704850"/>
                <a:gd name="csY120" fmla="*/ 10638 h 285750"/>
                <a:gd name="csX121" fmla="*/ 166897 w 704850"/>
                <a:gd name="csY121" fmla="*/ 12352 h 285750"/>
                <a:gd name="csX122" fmla="*/ 168240 w 704850"/>
                <a:gd name="csY122" fmla="*/ 14067 h 285750"/>
                <a:gd name="csX123" fmla="*/ 169640 w 704850"/>
                <a:gd name="csY123" fmla="*/ 15972 h 285750"/>
                <a:gd name="csX124" fmla="*/ 170983 w 704850"/>
                <a:gd name="csY124" fmla="*/ 17877 h 285750"/>
                <a:gd name="csX125" fmla="*/ 172383 w 704850"/>
                <a:gd name="csY125" fmla="*/ 19906 h 285750"/>
                <a:gd name="csX126" fmla="*/ 173784 w 704850"/>
                <a:gd name="csY126" fmla="*/ 21944 h 285750"/>
                <a:gd name="csX127" fmla="*/ 175127 w 704850"/>
                <a:gd name="csY127" fmla="*/ 24097 h 285750"/>
                <a:gd name="csX128" fmla="*/ 176527 w 704850"/>
                <a:gd name="csY128" fmla="*/ 26259 h 285750"/>
                <a:gd name="csX129" fmla="*/ 177927 w 704850"/>
                <a:gd name="csY129" fmla="*/ 28478 h 285750"/>
                <a:gd name="csX130" fmla="*/ 179270 w 704850"/>
                <a:gd name="csY130" fmla="*/ 30764 h 285750"/>
                <a:gd name="csX131" fmla="*/ 180670 w 704850"/>
                <a:gd name="csY131" fmla="*/ 33117 h 285750"/>
                <a:gd name="csX132" fmla="*/ 182014 w 704850"/>
                <a:gd name="csY132" fmla="*/ 35470 h 285750"/>
                <a:gd name="csX133" fmla="*/ 183413 w 704850"/>
                <a:gd name="csY133" fmla="*/ 37813 h 285750"/>
                <a:gd name="csX134" fmla="*/ 184823 w 704850"/>
                <a:gd name="csY134" fmla="*/ 40232 h 285750"/>
                <a:gd name="csX135" fmla="*/ 186157 w 704850"/>
                <a:gd name="csY135" fmla="*/ 42642 h 285750"/>
                <a:gd name="csX136" fmla="*/ 187566 w 704850"/>
                <a:gd name="csY136" fmla="*/ 45052 h 285750"/>
                <a:gd name="csX137" fmla="*/ 188967 w 704850"/>
                <a:gd name="csY137" fmla="*/ 47471 h 285750"/>
                <a:gd name="csX138" fmla="*/ 190310 w 704850"/>
                <a:gd name="csY138" fmla="*/ 49881 h 285750"/>
                <a:gd name="csX139" fmla="*/ 191710 w 704850"/>
                <a:gd name="csY139" fmla="*/ 52358 h 285750"/>
                <a:gd name="csX140" fmla="*/ 193053 w 704850"/>
                <a:gd name="csY140" fmla="*/ 54767 h 285750"/>
                <a:gd name="csX141" fmla="*/ 194453 w 704850"/>
                <a:gd name="csY141" fmla="*/ 57187 h 285750"/>
                <a:gd name="csX142" fmla="*/ 195853 w 704850"/>
                <a:gd name="csY142" fmla="*/ 59663 h 285750"/>
                <a:gd name="csX143" fmla="*/ 197196 w 704850"/>
                <a:gd name="csY143" fmla="*/ 62006 h 285750"/>
                <a:gd name="csX144" fmla="*/ 198596 w 704850"/>
                <a:gd name="csY144" fmla="*/ 64426 h 285750"/>
                <a:gd name="csX145" fmla="*/ 199997 w 704850"/>
                <a:gd name="csY145" fmla="*/ 66835 h 285750"/>
                <a:gd name="csX146" fmla="*/ 201340 w 704850"/>
                <a:gd name="csY146" fmla="*/ 69188 h 285750"/>
                <a:gd name="csX147" fmla="*/ 202740 w 704850"/>
                <a:gd name="csY147" fmla="*/ 71531 h 285750"/>
                <a:gd name="csX148" fmla="*/ 204083 w 704850"/>
                <a:gd name="csY148" fmla="*/ 73884 h 285750"/>
                <a:gd name="csX149" fmla="*/ 205483 w 704850"/>
                <a:gd name="csY149" fmla="*/ 76170 h 285750"/>
                <a:gd name="csX150" fmla="*/ 206893 w 704850"/>
                <a:gd name="csY150" fmla="*/ 78456 h 285750"/>
                <a:gd name="csX151" fmla="*/ 208226 w 704850"/>
                <a:gd name="csY151" fmla="*/ 80675 h 285750"/>
                <a:gd name="csX152" fmla="*/ 209636 w 704850"/>
                <a:gd name="csY152" fmla="*/ 82904 h 285750"/>
                <a:gd name="csX153" fmla="*/ 211036 w 704850"/>
                <a:gd name="csY153" fmla="*/ 85124 h 285750"/>
                <a:gd name="csX154" fmla="*/ 212369 w 704850"/>
                <a:gd name="csY154" fmla="*/ 87286 h 285750"/>
                <a:gd name="csX155" fmla="*/ 213779 w 704850"/>
                <a:gd name="csY155" fmla="*/ 89381 h 285750"/>
                <a:gd name="csX156" fmla="*/ 215180 w 704850"/>
                <a:gd name="csY156" fmla="*/ 91534 h 285750"/>
                <a:gd name="csX157" fmla="*/ 216522 w 704850"/>
                <a:gd name="csY157" fmla="*/ 93572 h 285750"/>
                <a:gd name="csX158" fmla="*/ 217922 w 704850"/>
                <a:gd name="csY158" fmla="*/ 95668 h 285750"/>
                <a:gd name="csX159" fmla="*/ 219265 w 704850"/>
                <a:gd name="csY159" fmla="*/ 97630 h 285750"/>
                <a:gd name="csX160" fmla="*/ 220666 w 704850"/>
                <a:gd name="csY160" fmla="*/ 99601 h 285750"/>
                <a:gd name="csX161" fmla="*/ 222066 w 704850"/>
                <a:gd name="csY161" fmla="*/ 101573 h 285750"/>
                <a:gd name="csX162" fmla="*/ 223409 w 704850"/>
                <a:gd name="csY162" fmla="*/ 103478 h 285750"/>
                <a:gd name="csX163" fmla="*/ 224809 w 704850"/>
                <a:gd name="csY163" fmla="*/ 105383 h 285750"/>
                <a:gd name="csX164" fmla="*/ 226219 w 704850"/>
                <a:gd name="csY164" fmla="*/ 107222 h 285750"/>
                <a:gd name="csX165" fmla="*/ 227553 w 704850"/>
                <a:gd name="csY165" fmla="*/ 109060 h 285750"/>
                <a:gd name="csX166" fmla="*/ 228952 w 704850"/>
                <a:gd name="csY166" fmla="*/ 110774 h 285750"/>
                <a:gd name="csX167" fmla="*/ 230295 w 704850"/>
                <a:gd name="csY167" fmla="*/ 112556 h 285750"/>
                <a:gd name="csX168" fmla="*/ 231696 w 704850"/>
                <a:gd name="csY168" fmla="*/ 114270 h 285750"/>
                <a:gd name="csX169" fmla="*/ 233105 w 704850"/>
                <a:gd name="csY169" fmla="*/ 115918 h 285750"/>
                <a:gd name="csX170" fmla="*/ 234439 w 704850"/>
                <a:gd name="csY170" fmla="*/ 117575 h 285750"/>
                <a:gd name="csX171" fmla="*/ 235849 w 704850"/>
                <a:gd name="csY171" fmla="*/ 119223 h 285750"/>
                <a:gd name="csX172" fmla="*/ 237249 w 704850"/>
                <a:gd name="csY172" fmla="*/ 120747 h 285750"/>
                <a:gd name="csX173" fmla="*/ 238592 w 704850"/>
                <a:gd name="csY173" fmla="*/ 122271 h 285750"/>
                <a:gd name="csX174" fmla="*/ 239992 w 704850"/>
                <a:gd name="csY174" fmla="*/ 123795 h 285750"/>
                <a:gd name="csX175" fmla="*/ 241335 w 704850"/>
                <a:gd name="csY175" fmla="*/ 125252 h 285750"/>
                <a:gd name="csX176" fmla="*/ 242735 w 704850"/>
                <a:gd name="csY176" fmla="*/ 126719 h 285750"/>
                <a:gd name="csX177" fmla="*/ 244135 w 704850"/>
                <a:gd name="csY177" fmla="*/ 128110 h 285750"/>
                <a:gd name="csX178" fmla="*/ 245478 w 704850"/>
                <a:gd name="csY178" fmla="*/ 129443 h 285750"/>
                <a:gd name="csX179" fmla="*/ 246879 w 704850"/>
                <a:gd name="csY179" fmla="*/ 130777 h 285750"/>
                <a:gd name="csX180" fmla="*/ 248279 w 704850"/>
                <a:gd name="csY180" fmla="*/ 132053 h 285750"/>
                <a:gd name="csX181" fmla="*/ 249622 w 704850"/>
                <a:gd name="csY181" fmla="*/ 133320 h 285750"/>
                <a:gd name="csX182" fmla="*/ 251022 w 704850"/>
                <a:gd name="csY182" fmla="*/ 134530 h 285750"/>
                <a:gd name="csX183" fmla="*/ 252365 w 704850"/>
                <a:gd name="csY183" fmla="*/ 135730 h 285750"/>
                <a:gd name="csX184" fmla="*/ 253765 w 704850"/>
                <a:gd name="csY184" fmla="*/ 136873 h 285750"/>
                <a:gd name="csX185" fmla="*/ 255175 w 704850"/>
                <a:gd name="csY185" fmla="*/ 138016 h 285750"/>
                <a:gd name="csX186" fmla="*/ 256508 w 704850"/>
                <a:gd name="csY186" fmla="*/ 139035 h 285750"/>
                <a:gd name="csX187" fmla="*/ 257918 w 704850"/>
                <a:gd name="csY187" fmla="*/ 140111 h 285750"/>
                <a:gd name="csX188" fmla="*/ 259318 w 704850"/>
                <a:gd name="csY188" fmla="*/ 141131 h 285750"/>
                <a:gd name="csX189" fmla="*/ 260661 w 704850"/>
                <a:gd name="csY189" fmla="*/ 142083 h 285750"/>
                <a:gd name="csX190" fmla="*/ 262062 w 704850"/>
                <a:gd name="csY190" fmla="*/ 143035 h 285750"/>
                <a:gd name="csX191" fmla="*/ 263395 w 704850"/>
                <a:gd name="csY191" fmla="*/ 143921 h 285750"/>
                <a:gd name="csX192" fmla="*/ 264804 w 704850"/>
                <a:gd name="csY192" fmla="*/ 144750 h 285750"/>
                <a:gd name="csX193" fmla="*/ 266205 w 704850"/>
                <a:gd name="csY193" fmla="*/ 145579 h 285750"/>
                <a:gd name="csX194" fmla="*/ 267548 w 704850"/>
                <a:gd name="csY194" fmla="*/ 146398 h 285750"/>
                <a:gd name="csX195" fmla="*/ 268948 w 704850"/>
                <a:gd name="csY195" fmla="*/ 147160 h 285750"/>
                <a:gd name="csX196" fmla="*/ 270348 w 704850"/>
                <a:gd name="csY196" fmla="*/ 147922 h 285750"/>
                <a:gd name="csX197" fmla="*/ 271691 w 704850"/>
                <a:gd name="csY197" fmla="*/ 148627 h 285750"/>
                <a:gd name="csX198" fmla="*/ 273091 w 704850"/>
                <a:gd name="csY198" fmla="*/ 149255 h 285750"/>
                <a:gd name="csX199" fmla="*/ 274435 w 704850"/>
                <a:gd name="csY199" fmla="*/ 149893 h 285750"/>
                <a:gd name="csX200" fmla="*/ 275835 w 704850"/>
                <a:gd name="csY200" fmla="*/ 150532 h 285750"/>
                <a:gd name="csX201" fmla="*/ 277244 w 704850"/>
                <a:gd name="csY201" fmla="*/ 151103 h 285750"/>
                <a:gd name="csX202" fmla="*/ 278578 w 704850"/>
                <a:gd name="csY202" fmla="*/ 151675 h 285750"/>
                <a:gd name="csX203" fmla="*/ 279987 w 704850"/>
                <a:gd name="csY203" fmla="*/ 152180 h 285750"/>
                <a:gd name="csX204" fmla="*/ 281388 w 704850"/>
                <a:gd name="csY204" fmla="*/ 152684 h 285750"/>
                <a:gd name="csX205" fmla="*/ 282721 w 704850"/>
                <a:gd name="csY205" fmla="*/ 153132 h 285750"/>
                <a:gd name="csX206" fmla="*/ 284131 w 704850"/>
                <a:gd name="csY206" fmla="*/ 153637 h 285750"/>
                <a:gd name="csX207" fmla="*/ 285464 w 704850"/>
                <a:gd name="csY207" fmla="*/ 154018 h 285750"/>
                <a:gd name="csX208" fmla="*/ 286874 w 704850"/>
                <a:gd name="csY208" fmla="*/ 154466 h 285750"/>
                <a:gd name="csX209" fmla="*/ 288274 w 704850"/>
                <a:gd name="csY209" fmla="*/ 154847 h 285750"/>
                <a:gd name="csX210" fmla="*/ 289617 w 704850"/>
                <a:gd name="csY210" fmla="*/ 155227 h 285750"/>
                <a:gd name="csX211" fmla="*/ 291017 w 704850"/>
                <a:gd name="csY211" fmla="*/ 155542 h 285750"/>
                <a:gd name="csX212" fmla="*/ 292418 w 704850"/>
                <a:gd name="csY212" fmla="*/ 155923 h 285750"/>
                <a:gd name="csX213" fmla="*/ 293761 w 704850"/>
                <a:gd name="csY213" fmla="*/ 156247 h 285750"/>
                <a:gd name="csX214" fmla="*/ 295161 w 704850"/>
                <a:gd name="csY214" fmla="*/ 156494 h 285750"/>
                <a:gd name="csX215" fmla="*/ 296504 w 704850"/>
                <a:gd name="csY215" fmla="*/ 156818 h 285750"/>
                <a:gd name="csX216" fmla="*/ 297904 w 704850"/>
                <a:gd name="csY216" fmla="*/ 157133 h 285750"/>
                <a:gd name="csX217" fmla="*/ 299314 w 704850"/>
                <a:gd name="csY217" fmla="*/ 157390 h 285750"/>
                <a:gd name="csX218" fmla="*/ 300647 w 704850"/>
                <a:gd name="csY218" fmla="*/ 157637 h 285750"/>
                <a:gd name="csX219" fmla="*/ 302047 w 704850"/>
                <a:gd name="csY219" fmla="*/ 157894 h 285750"/>
                <a:gd name="csX220" fmla="*/ 303457 w 704850"/>
                <a:gd name="csY220" fmla="*/ 158152 h 285750"/>
                <a:gd name="csX221" fmla="*/ 304790 w 704850"/>
                <a:gd name="csY221" fmla="*/ 158399 h 285750"/>
                <a:gd name="csX222" fmla="*/ 306200 w 704850"/>
                <a:gd name="csY222" fmla="*/ 158657 h 285750"/>
                <a:gd name="csX223" fmla="*/ 307534 w 704850"/>
                <a:gd name="csY223" fmla="*/ 158914 h 285750"/>
                <a:gd name="csX224" fmla="*/ 308944 w 704850"/>
                <a:gd name="csY224" fmla="*/ 159161 h 285750"/>
                <a:gd name="csX225" fmla="*/ 310343 w 704850"/>
                <a:gd name="csY225" fmla="*/ 159418 h 285750"/>
                <a:gd name="csX226" fmla="*/ 311686 w 704850"/>
                <a:gd name="csY226" fmla="*/ 159676 h 285750"/>
                <a:gd name="csX227" fmla="*/ 313087 w 704850"/>
                <a:gd name="csY227" fmla="*/ 159923 h 285750"/>
                <a:gd name="csX228" fmla="*/ 314487 w 704850"/>
                <a:gd name="csY228" fmla="*/ 160181 h 285750"/>
                <a:gd name="csX229" fmla="*/ 315830 w 704850"/>
                <a:gd name="csY229" fmla="*/ 160438 h 285750"/>
                <a:gd name="csX230" fmla="*/ 317230 w 704850"/>
                <a:gd name="csY230" fmla="*/ 160685 h 285750"/>
                <a:gd name="csX231" fmla="*/ 318573 w 704850"/>
                <a:gd name="csY231" fmla="*/ 161009 h 285750"/>
                <a:gd name="csX232" fmla="*/ 319973 w 704850"/>
                <a:gd name="csY232" fmla="*/ 161257 h 285750"/>
                <a:gd name="csX233" fmla="*/ 321374 w 704850"/>
                <a:gd name="csY233" fmla="*/ 161581 h 285750"/>
                <a:gd name="csX234" fmla="*/ 322717 w 704850"/>
                <a:gd name="csY234" fmla="*/ 161828 h 285750"/>
                <a:gd name="csX235" fmla="*/ 324117 w 704850"/>
                <a:gd name="csY235" fmla="*/ 162152 h 285750"/>
                <a:gd name="csX236" fmla="*/ 325526 w 704850"/>
                <a:gd name="csY236" fmla="*/ 162466 h 285750"/>
                <a:gd name="csX237" fmla="*/ 326860 w 704850"/>
                <a:gd name="csY237" fmla="*/ 162848 h 285750"/>
                <a:gd name="csX238" fmla="*/ 328270 w 704850"/>
                <a:gd name="csY238" fmla="*/ 163162 h 285750"/>
                <a:gd name="csX239" fmla="*/ 329603 w 704850"/>
                <a:gd name="csY239" fmla="*/ 163486 h 285750"/>
                <a:gd name="csX240" fmla="*/ 331013 w 704850"/>
                <a:gd name="csY240" fmla="*/ 163867 h 285750"/>
                <a:gd name="csX241" fmla="*/ 332413 w 704850"/>
                <a:gd name="csY241" fmla="*/ 164248 h 285750"/>
                <a:gd name="csX242" fmla="*/ 333756 w 704850"/>
                <a:gd name="csY242" fmla="*/ 164629 h 285750"/>
                <a:gd name="csX243" fmla="*/ 335156 w 704850"/>
                <a:gd name="csY243" fmla="*/ 165010 h 285750"/>
                <a:gd name="csX244" fmla="*/ 336556 w 704850"/>
                <a:gd name="csY244" fmla="*/ 165448 h 285750"/>
                <a:gd name="csX245" fmla="*/ 337899 w 704850"/>
                <a:gd name="csY245" fmla="*/ 165829 h 285750"/>
                <a:gd name="csX246" fmla="*/ 339300 w 704850"/>
                <a:gd name="csY246" fmla="*/ 166276 h 285750"/>
                <a:gd name="csX247" fmla="*/ 340643 w 704850"/>
                <a:gd name="csY247" fmla="*/ 166724 h 285750"/>
                <a:gd name="csX248" fmla="*/ 342043 w 704850"/>
                <a:gd name="csY248" fmla="*/ 167162 h 285750"/>
                <a:gd name="csX249" fmla="*/ 343443 w 704850"/>
                <a:gd name="csY249" fmla="*/ 167610 h 285750"/>
                <a:gd name="csX250" fmla="*/ 344786 w 704850"/>
                <a:gd name="csY250" fmla="*/ 168058 h 285750"/>
                <a:gd name="csX251" fmla="*/ 346186 w 704850"/>
                <a:gd name="csY251" fmla="*/ 168496 h 285750"/>
                <a:gd name="csX252" fmla="*/ 347596 w 704850"/>
                <a:gd name="csY252" fmla="*/ 169010 h 285750"/>
                <a:gd name="csX253" fmla="*/ 348929 w 704850"/>
                <a:gd name="csY253" fmla="*/ 169448 h 285750"/>
                <a:gd name="csX254" fmla="*/ 350329 w 704850"/>
                <a:gd name="csY254" fmla="*/ 169963 h 285750"/>
                <a:gd name="csX255" fmla="*/ 351672 w 704850"/>
                <a:gd name="csY255" fmla="*/ 170467 h 285750"/>
                <a:gd name="csX256" fmla="*/ 353073 w 704850"/>
                <a:gd name="csY256" fmla="*/ 170972 h 285750"/>
                <a:gd name="csX257" fmla="*/ 354483 w 704850"/>
                <a:gd name="csY257" fmla="*/ 171420 h 285750"/>
                <a:gd name="csX258" fmla="*/ 355816 w 704850"/>
                <a:gd name="csY258" fmla="*/ 171925 h 285750"/>
                <a:gd name="csX259" fmla="*/ 357225 w 704850"/>
                <a:gd name="csY259" fmla="*/ 172439 h 285750"/>
                <a:gd name="csX260" fmla="*/ 358626 w 704850"/>
                <a:gd name="csY260" fmla="*/ 172944 h 285750"/>
                <a:gd name="csX261" fmla="*/ 359969 w 704850"/>
                <a:gd name="csY261" fmla="*/ 173449 h 285750"/>
                <a:gd name="csX262" fmla="*/ 361369 w 704850"/>
                <a:gd name="csY262" fmla="*/ 173963 h 285750"/>
                <a:gd name="csX263" fmla="*/ 362712 w 704850"/>
                <a:gd name="csY263" fmla="*/ 174468 h 285750"/>
                <a:gd name="csX264" fmla="*/ 364112 w 704850"/>
                <a:gd name="csY264" fmla="*/ 174973 h 285750"/>
                <a:gd name="csX265" fmla="*/ 365512 w 704850"/>
                <a:gd name="csY265" fmla="*/ 175487 h 285750"/>
                <a:gd name="csX266" fmla="*/ 366856 w 704850"/>
                <a:gd name="csY266" fmla="*/ 175925 h 285750"/>
                <a:gd name="csX267" fmla="*/ 368256 w 704850"/>
                <a:gd name="csY267" fmla="*/ 176440 h 285750"/>
                <a:gd name="csX268" fmla="*/ 369656 w 704850"/>
                <a:gd name="csY268" fmla="*/ 176944 h 285750"/>
                <a:gd name="csX269" fmla="*/ 370999 w 704850"/>
                <a:gd name="csY269" fmla="*/ 177392 h 285750"/>
                <a:gd name="csX270" fmla="*/ 372399 w 704850"/>
                <a:gd name="csY270" fmla="*/ 177830 h 285750"/>
                <a:gd name="csX271" fmla="*/ 373809 w 704850"/>
                <a:gd name="csY271" fmla="*/ 178345 h 285750"/>
                <a:gd name="csX272" fmla="*/ 375142 w 704850"/>
                <a:gd name="csY272" fmla="*/ 178783 h 285750"/>
                <a:gd name="csX273" fmla="*/ 376552 w 704850"/>
                <a:gd name="csY273" fmla="*/ 179231 h 285750"/>
                <a:gd name="csX274" fmla="*/ 377885 w 704850"/>
                <a:gd name="csY274" fmla="*/ 179611 h 285750"/>
                <a:gd name="csX275" fmla="*/ 379295 w 704850"/>
                <a:gd name="csY275" fmla="*/ 180059 h 285750"/>
                <a:gd name="csX276" fmla="*/ 380695 w 704850"/>
                <a:gd name="csY276" fmla="*/ 180497 h 285750"/>
                <a:gd name="csX277" fmla="*/ 382039 w 704850"/>
                <a:gd name="csY277" fmla="*/ 180878 h 285750"/>
                <a:gd name="csX278" fmla="*/ 383438 w 704850"/>
                <a:gd name="csY278" fmla="*/ 181259 h 285750"/>
                <a:gd name="csX279" fmla="*/ 384839 w 704850"/>
                <a:gd name="csY279" fmla="*/ 181640 h 285750"/>
                <a:gd name="csX280" fmla="*/ 386182 w 704850"/>
                <a:gd name="csY280" fmla="*/ 181964 h 285750"/>
                <a:gd name="csX281" fmla="*/ 387582 w 704850"/>
                <a:gd name="csY281" fmla="*/ 182345 h 285750"/>
                <a:gd name="csX282" fmla="*/ 388925 w 704850"/>
                <a:gd name="csY282" fmla="*/ 182659 h 285750"/>
                <a:gd name="csX283" fmla="*/ 390325 w 704850"/>
                <a:gd name="csY283" fmla="*/ 182974 h 285750"/>
                <a:gd name="csX284" fmla="*/ 391725 w 704850"/>
                <a:gd name="csY284" fmla="*/ 183298 h 285750"/>
                <a:gd name="csX285" fmla="*/ 393068 w 704850"/>
                <a:gd name="csY285" fmla="*/ 183545 h 285750"/>
                <a:gd name="csX286" fmla="*/ 394469 w 704850"/>
                <a:gd name="csY286" fmla="*/ 183869 h 285750"/>
                <a:gd name="csX287" fmla="*/ 395878 w 704850"/>
                <a:gd name="csY287" fmla="*/ 184117 h 285750"/>
                <a:gd name="csX288" fmla="*/ 397211 w 704850"/>
                <a:gd name="csY288" fmla="*/ 184374 h 285750"/>
                <a:gd name="csX289" fmla="*/ 398621 w 704850"/>
                <a:gd name="csY289" fmla="*/ 184565 h 285750"/>
                <a:gd name="csX290" fmla="*/ 399955 w 704850"/>
                <a:gd name="csY290" fmla="*/ 184822 h 285750"/>
                <a:gd name="csX291" fmla="*/ 401355 w 704850"/>
                <a:gd name="csY291" fmla="*/ 185012 h 285750"/>
                <a:gd name="csX292" fmla="*/ 402765 w 704850"/>
                <a:gd name="csY292" fmla="*/ 185203 h 285750"/>
                <a:gd name="csX293" fmla="*/ 404098 w 704850"/>
                <a:gd name="csY293" fmla="*/ 185326 h 285750"/>
                <a:gd name="csX294" fmla="*/ 405508 w 704850"/>
                <a:gd name="csY294" fmla="*/ 185517 h 285750"/>
                <a:gd name="csX295" fmla="*/ 406908 w 704850"/>
                <a:gd name="csY295" fmla="*/ 185641 h 285750"/>
                <a:gd name="csX296" fmla="*/ 408251 w 704850"/>
                <a:gd name="csY296" fmla="*/ 185774 h 285750"/>
                <a:gd name="csX297" fmla="*/ 409651 w 704850"/>
                <a:gd name="csY297" fmla="*/ 185898 h 285750"/>
                <a:gd name="csX298" fmla="*/ 410994 w 704850"/>
                <a:gd name="csY298" fmla="*/ 185965 h 285750"/>
                <a:gd name="csX299" fmla="*/ 412394 w 704850"/>
                <a:gd name="csY299" fmla="*/ 186022 h 285750"/>
                <a:gd name="csX300" fmla="*/ 413795 w 704850"/>
                <a:gd name="csY300" fmla="*/ 186089 h 285750"/>
                <a:gd name="csX301" fmla="*/ 415138 w 704850"/>
                <a:gd name="csY301" fmla="*/ 186155 h 285750"/>
                <a:gd name="csX302" fmla="*/ 416538 w 704850"/>
                <a:gd name="csY302" fmla="*/ 186212 h 285750"/>
                <a:gd name="csX303" fmla="*/ 417938 w 704850"/>
                <a:gd name="csY303" fmla="*/ 186212 h 285750"/>
                <a:gd name="csX304" fmla="*/ 419281 w 704850"/>
                <a:gd name="csY304" fmla="*/ 186212 h 285750"/>
                <a:gd name="csX305" fmla="*/ 420681 w 704850"/>
                <a:gd name="csY305" fmla="*/ 186212 h 285750"/>
                <a:gd name="csX306" fmla="*/ 422024 w 704850"/>
                <a:gd name="csY306" fmla="*/ 186155 h 285750"/>
                <a:gd name="csX307" fmla="*/ 423424 w 704850"/>
                <a:gd name="csY307" fmla="*/ 186155 h 285750"/>
                <a:gd name="csX308" fmla="*/ 424834 w 704850"/>
                <a:gd name="csY308" fmla="*/ 186089 h 285750"/>
                <a:gd name="csX309" fmla="*/ 426168 w 704850"/>
                <a:gd name="csY309" fmla="*/ 186022 h 285750"/>
                <a:gd name="csX310" fmla="*/ 427578 w 704850"/>
                <a:gd name="csY310" fmla="*/ 185898 h 285750"/>
                <a:gd name="csX311" fmla="*/ 428978 w 704850"/>
                <a:gd name="csY311" fmla="*/ 185831 h 285750"/>
                <a:gd name="csX312" fmla="*/ 430320 w 704850"/>
                <a:gd name="csY312" fmla="*/ 185708 h 285750"/>
                <a:gd name="csX313" fmla="*/ 431721 w 704850"/>
                <a:gd name="csY313" fmla="*/ 185584 h 285750"/>
                <a:gd name="csX314" fmla="*/ 433054 w 704850"/>
                <a:gd name="csY314" fmla="*/ 185450 h 285750"/>
                <a:gd name="csX315" fmla="*/ 434464 w 704850"/>
                <a:gd name="csY315" fmla="*/ 185326 h 285750"/>
                <a:gd name="csX316" fmla="*/ 435864 w 704850"/>
                <a:gd name="csY316" fmla="*/ 185136 h 285750"/>
                <a:gd name="csX317" fmla="*/ 437207 w 704850"/>
                <a:gd name="csY317" fmla="*/ 184946 h 285750"/>
                <a:gd name="csX318" fmla="*/ 438607 w 704850"/>
                <a:gd name="csY318" fmla="*/ 184755 h 285750"/>
                <a:gd name="csX319" fmla="*/ 440008 w 704850"/>
                <a:gd name="csY319" fmla="*/ 184498 h 285750"/>
                <a:gd name="csX320" fmla="*/ 441351 w 704850"/>
                <a:gd name="csY320" fmla="*/ 184307 h 285750"/>
                <a:gd name="csX321" fmla="*/ 442751 w 704850"/>
                <a:gd name="csY321" fmla="*/ 184060 h 285750"/>
                <a:gd name="csX322" fmla="*/ 444093 w 704850"/>
                <a:gd name="csY322" fmla="*/ 183802 h 285750"/>
                <a:gd name="csX323" fmla="*/ 445494 w 704850"/>
                <a:gd name="csY323" fmla="*/ 183545 h 285750"/>
                <a:gd name="csX324" fmla="*/ 446904 w 704850"/>
                <a:gd name="csY324" fmla="*/ 183231 h 285750"/>
                <a:gd name="csX325" fmla="*/ 448237 w 704850"/>
                <a:gd name="csY325" fmla="*/ 182974 h 285750"/>
                <a:gd name="csX326" fmla="*/ 449637 w 704850"/>
                <a:gd name="csY326" fmla="*/ 182659 h 285750"/>
                <a:gd name="csX327" fmla="*/ 451047 w 704850"/>
                <a:gd name="csY327" fmla="*/ 182279 h 285750"/>
                <a:gd name="csX328" fmla="*/ 452380 w 704850"/>
                <a:gd name="csY328" fmla="*/ 181964 h 285750"/>
                <a:gd name="csX329" fmla="*/ 453790 w 704850"/>
                <a:gd name="csY329" fmla="*/ 181583 h 285750"/>
                <a:gd name="csX330" fmla="*/ 455124 w 704850"/>
                <a:gd name="csY330" fmla="*/ 181202 h 285750"/>
                <a:gd name="csX331" fmla="*/ 456533 w 704850"/>
                <a:gd name="csY331" fmla="*/ 180821 h 285750"/>
                <a:gd name="csX332" fmla="*/ 457933 w 704850"/>
                <a:gd name="csY332" fmla="*/ 180440 h 285750"/>
                <a:gd name="csX333" fmla="*/ 459276 w 704850"/>
                <a:gd name="csY333" fmla="*/ 179992 h 285750"/>
                <a:gd name="csX334" fmla="*/ 460677 w 704850"/>
                <a:gd name="csY334" fmla="*/ 179545 h 285750"/>
                <a:gd name="csX335" fmla="*/ 462077 w 704850"/>
                <a:gd name="csY335" fmla="*/ 179107 h 285750"/>
                <a:gd name="csX336" fmla="*/ 463420 w 704850"/>
                <a:gd name="csY336" fmla="*/ 178592 h 285750"/>
                <a:gd name="csX337" fmla="*/ 464820 w 704850"/>
                <a:gd name="csY337" fmla="*/ 178088 h 285750"/>
                <a:gd name="csX338" fmla="*/ 466163 w 704850"/>
                <a:gd name="csY338" fmla="*/ 177583 h 285750"/>
                <a:gd name="csX339" fmla="*/ 467564 w 704850"/>
                <a:gd name="csY339" fmla="*/ 177068 h 285750"/>
                <a:gd name="csX340" fmla="*/ 468963 w 704850"/>
                <a:gd name="csY340" fmla="*/ 176497 h 285750"/>
                <a:gd name="csX341" fmla="*/ 470306 w 704850"/>
                <a:gd name="csY341" fmla="*/ 175925 h 285750"/>
                <a:gd name="csX342" fmla="*/ 471707 w 704850"/>
                <a:gd name="csY342" fmla="*/ 175297 h 285750"/>
                <a:gd name="csX343" fmla="*/ 473116 w 704850"/>
                <a:gd name="csY343" fmla="*/ 174725 h 285750"/>
                <a:gd name="csX344" fmla="*/ 474450 w 704850"/>
                <a:gd name="csY344" fmla="*/ 174087 h 285750"/>
                <a:gd name="csX345" fmla="*/ 475860 w 704850"/>
                <a:gd name="csY345" fmla="*/ 173392 h 285750"/>
                <a:gd name="csX346" fmla="*/ 477193 w 704850"/>
                <a:gd name="csY346" fmla="*/ 172687 h 285750"/>
                <a:gd name="csX347" fmla="*/ 478603 w 704850"/>
                <a:gd name="csY347" fmla="*/ 171991 h 285750"/>
                <a:gd name="csX348" fmla="*/ 480003 w 704850"/>
                <a:gd name="csY348" fmla="*/ 171296 h 285750"/>
                <a:gd name="csX349" fmla="*/ 481337 w 704850"/>
                <a:gd name="csY349" fmla="*/ 170534 h 285750"/>
                <a:gd name="csX350" fmla="*/ 482746 w 704850"/>
                <a:gd name="csY350" fmla="*/ 169706 h 285750"/>
                <a:gd name="csX351" fmla="*/ 484146 w 704850"/>
                <a:gd name="csY351" fmla="*/ 168877 h 285750"/>
                <a:gd name="csX352" fmla="*/ 485489 w 704850"/>
                <a:gd name="csY352" fmla="*/ 168058 h 285750"/>
                <a:gd name="csX353" fmla="*/ 486890 w 704850"/>
                <a:gd name="csY353" fmla="*/ 167229 h 285750"/>
                <a:gd name="csX354" fmla="*/ 488233 w 704850"/>
                <a:gd name="csY354" fmla="*/ 166343 h 285750"/>
                <a:gd name="csX355" fmla="*/ 489633 w 704850"/>
                <a:gd name="csY355" fmla="*/ 165391 h 285750"/>
                <a:gd name="csX356" fmla="*/ 491033 w 704850"/>
                <a:gd name="csY356" fmla="*/ 164438 h 285750"/>
                <a:gd name="csX357" fmla="*/ 492376 w 704850"/>
                <a:gd name="csY357" fmla="*/ 163419 h 285750"/>
                <a:gd name="csX358" fmla="*/ 493776 w 704850"/>
                <a:gd name="csY358" fmla="*/ 162466 h 285750"/>
                <a:gd name="csX359" fmla="*/ 495186 w 704850"/>
                <a:gd name="csY359" fmla="*/ 161390 h 285750"/>
                <a:gd name="csX360" fmla="*/ 496519 w 704850"/>
                <a:gd name="csY360" fmla="*/ 160304 h 285750"/>
                <a:gd name="csX361" fmla="*/ 497929 w 704850"/>
                <a:gd name="csY361" fmla="*/ 159228 h 285750"/>
                <a:gd name="csX362" fmla="*/ 499263 w 704850"/>
                <a:gd name="csY362" fmla="*/ 158085 h 285750"/>
                <a:gd name="csX363" fmla="*/ 500663 w 704850"/>
                <a:gd name="csY363" fmla="*/ 156875 h 285750"/>
                <a:gd name="csX364" fmla="*/ 502072 w 704850"/>
                <a:gd name="csY364" fmla="*/ 155675 h 285750"/>
                <a:gd name="csX365" fmla="*/ 503406 w 704850"/>
                <a:gd name="csY365" fmla="*/ 154399 h 285750"/>
                <a:gd name="csX366" fmla="*/ 504815 w 704850"/>
                <a:gd name="csY366" fmla="*/ 153132 h 285750"/>
                <a:gd name="csX367" fmla="*/ 506216 w 704850"/>
                <a:gd name="csY367" fmla="*/ 151865 h 285750"/>
                <a:gd name="csX368" fmla="*/ 507559 w 704850"/>
                <a:gd name="csY368" fmla="*/ 150532 h 285750"/>
                <a:gd name="csX369" fmla="*/ 508959 w 704850"/>
                <a:gd name="csY369" fmla="*/ 149132 h 285750"/>
                <a:gd name="csX370" fmla="*/ 510302 w 704850"/>
                <a:gd name="csY370" fmla="*/ 147731 h 285750"/>
                <a:gd name="csX371" fmla="*/ 511702 w 704850"/>
                <a:gd name="csY371" fmla="*/ 146274 h 285750"/>
                <a:gd name="csX372" fmla="*/ 513102 w 704850"/>
                <a:gd name="csY372" fmla="*/ 144817 h 285750"/>
                <a:gd name="csX373" fmla="*/ 514446 w 704850"/>
                <a:gd name="csY373" fmla="*/ 143350 h 285750"/>
                <a:gd name="csX374" fmla="*/ 515845 w 704850"/>
                <a:gd name="csY374" fmla="*/ 141826 h 285750"/>
                <a:gd name="csX375" fmla="*/ 517255 w 704850"/>
                <a:gd name="csY375" fmla="*/ 140245 h 285750"/>
                <a:gd name="csX376" fmla="*/ 518589 w 704850"/>
                <a:gd name="csY376" fmla="*/ 138721 h 285750"/>
                <a:gd name="csX377" fmla="*/ 519989 w 704850"/>
                <a:gd name="csY377" fmla="*/ 137063 h 285750"/>
                <a:gd name="csX378" fmla="*/ 521332 w 704850"/>
                <a:gd name="csY378" fmla="*/ 135482 h 285750"/>
                <a:gd name="csX379" fmla="*/ 522732 w 704850"/>
                <a:gd name="csY379" fmla="*/ 133825 h 285750"/>
                <a:gd name="csX380" fmla="*/ 524142 w 704850"/>
                <a:gd name="csY380" fmla="*/ 132177 h 285750"/>
                <a:gd name="csX381" fmla="*/ 525475 w 704850"/>
                <a:gd name="csY381" fmla="*/ 130529 h 285750"/>
                <a:gd name="csX382" fmla="*/ 526885 w 704850"/>
                <a:gd name="csY382" fmla="*/ 128872 h 285750"/>
                <a:gd name="csX383" fmla="*/ 528285 w 704850"/>
                <a:gd name="csY383" fmla="*/ 127157 h 285750"/>
                <a:gd name="csX384" fmla="*/ 529628 w 704850"/>
                <a:gd name="csY384" fmla="*/ 125509 h 285750"/>
                <a:gd name="csX385" fmla="*/ 531028 w 704850"/>
                <a:gd name="csY385" fmla="*/ 123795 h 285750"/>
                <a:gd name="csX386" fmla="*/ 532362 w 704850"/>
                <a:gd name="csY386" fmla="*/ 122147 h 285750"/>
                <a:gd name="csX387" fmla="*/ 533772 w 704850"/>
                <a:gd name="csY387" fmla="*/ 120490 h 285750"/>
                <a:gd name="csX388" fmla="*/ 535172 w 704850"/>
                <a:gd name="csY388" fmla="*/ 118842 h 285750"/>
                <a:gd name="csX389" fmla="*/ 536515 w 704850"/>
                <a:gd name="csY389" fmla="*/ 117194 h 285750"/>
                <a:gd name="csX390" fmla="*/ 537915 w 704850"/>
                <a:gd name="csY390" fmla="*/ 115604 h 285750"/>
                <a:gd name="csX391" fmla="*/ 539315 w 704850"/>
                <a:gd name="csY391" fmla="*/ 114013 h 285750"/>
                <a:gd name="csX392" fmla="*/ 540658 w 704850"/>
                <a:gd name="csY392" fmla="*/ 112432 h 285750"/>
                <a:gd name="csX393" fmla="*/ 542058 w 704850"/>
                <a:gd name="csY393" fmla="*/ 110908 h 285750"/>
                <a:gd name="csX394" fmla="*/ 543468 w 704850"/>
                <a:gd name="csY394" fmla="*/ 109441 h 285750"/>
                <a:gd name="csX395" fmla="*/ 544801 w 704850"/>
                <a:gd name="csY395" fmla="*/ 108050 h 285750"/>
                <a:gd name="csX396" fmla="*/ 546211 w 704850"/>
                <a:gd name="csY396" fmla="*/ 106650 h 285750"/>
                <a:gd name="csX397" fmla="*/ 547545 w 704850"/>
                <a:gd name="csY397" fmla="*/ 105383 h 285750"/>
                <a:gd name="csX398" fmla="*/ 548954 w 704850"/>
                <a:gd name="csY398" fmla="*/ 104107 h 285750"/>
                <a:gd name="csX399" fmla="*/ 550354 w 704850"/>
                <a:gd name="csY399" fmla="*/ 102964 h 285750"/>
                <a:gd name="csX400" fmla="*/ 551688 w 704850"/>
                <a:gd name="csY400" fmla="*/ 101821 h 285750"/>
                <a:gd name="csX401" fmla="*/ 553098 w 704850"/>
                <a:gd name="csY401" fmla="*/ 100811 h 285750"/>
                <a:gd name="csX402" fmla="*/ 554498 w 704850"/>
                <a:gd name="csY402" fmla="*/ 99916 h 285750"/>
                <a:gd name="csX403" fmla="*/ 555841 w 704850"/>
                <a:gd name="csY403" fmla="*/ 99097 h 285750"/>
                <a:gd name="csX404" fmla="*/ 557241 w 704850"/>
                <a:gd name="csY404" fmla="*/ 98335 h 285750"/>
                <a:gd name="csX405" fmla="*/ 558584 w 704850"/>
                <a:gd name="csY405" fmla="*/ 97697 h 285750"/>
                <a:gd name="csX406" fmla="*/ 559985 w 704850"/>
                <a:gd name="csY406" fmla="*/ 97192 h 285750"/>
                <a:gd name="csX407" fmla="*/ 561385 w 704850"/>
                <a:gd name="csY407" fmla="*/ 96811 h 285750"/>
                <a:gd name="csX408" fmla="*/ 562727 w 704850"/>
                <a:gd name="csY408" fmla="*/ 96487 h 285750"/>
                <a:gd name="csX409" fmla="*/ 564128 w 704850"/>
                <a:gd name="csY409" fmla="*/ 96363 h 285750"/>
                <a:gd name="csX410" fmla="*/ 565537 w 704850"/>
                <a:gd name="csY410" fmla="*/ 96296 h 285750"/>
                <a:gd name="csX411" fmla="*/ 566871 w 704850"/>
                <a:gd name="csY411" fmla="*/ 96363 h 285750"/>
                <a:gd name="csX412" fmla="*/ 568281 w 704850"/>
                <a:gd name="csY412" fmla="*/ 96620 h 285750"/>
                <a:gd name="csX413" fmla="*/ 569614 w 704850"/>
                <a:gd name="csY413" fmla="*/ 96934 h 285750"/>
                <a:gd name="csX414" fmla="*/ 571014 w 704850"/>
                <a:gd name="csY414" fmla="*/ 97382 h 285750"/>
                <a:gd name="csX415" fmla="*/ 572424 w 704850"/>
                <a:gd name="csY415" fmla="*/ 98077 h 285750"/>
                <a:gd name="csX416" fmla="*/ 573758 w 704850"/>
                <a:gd name="csY416" fmla="*/ 98840 h 285750"/>
                <a:gd name="csX417" fmla="*/ 575167 w 704850"/>
                <a:gd name="csY417" fmla="*/ 99725 h 285750"/>
                <a:gd name="csX418" fmla="*/ 576567 w 704850"/>
                <a:gd name="csY418" fmla="*/ 100811 h 285750"/>
                <a:gd name="csX419" fmla="*/ 577910 w 704850"/>
                <a:gd name="csY419" fmla="*/ 102011 h 285750"/>
                <a:gd name="csX420" fmla="*/ 579311 w 704850"/>
                <a:gd name="csY420" fmla="*/ 103345 h 285750"/>
                <a:gd name="csX421" fmla="*/ 580654 w 704850"/>
                <a:gd name="csY421" fmla="*/ 104812 h 285750"/>
                <a:gd name="csX422" fmla="*/ 582054 w 704850"/>
                <a:gd name="csY422" fmla="*/ 106459 h 285750"/>
                <a:gd name="csX423" fmla="*/ 583454 w 704850"/>
                <a:gd name="csY423" fmla="*/ 108174 h 285750"/>
                <a:gd name="csX424" fmla="*/ 584797 w 704850"/>
                <a:gd name="csY424" fmla="*/ 110079 h 285750"/>
                <a:gd name="csX425" fmla="*/ 586197 w 704850"/>
                <a:gd name="csY425" fmla="*/ 112108 h 285750"/>
                <a:gd name="csX426" fmla="*/ 587597 w 704850"/>
                <a:gd name="csY426" fmla="*/ 114270 h 285750"/>
                <a:gd name="csX427" fmla="*/ 588940 w 704850"/>
                <a:gd name="csY427" fmla="*/ 116556 h 285750"/>
                <a:gd name="csX428" fmla="*/ 590340 w 704850"/>
                <a:gd name="csY428" fmla="*/ 118966 h 285750"/>
                <a:gd name="csX429" fmla="*/ 591683 w 704850"/>
                <a:gd name="csY429" fmla="*/ 121509 h 285750"/>
                <a:gd name="csX430" fmla="*/ 593084 w 704850"/>
                <a:gd name="csY430" fmla="*/ 124109 h 285750"/>
                <a:gd name="csX431" fmla="*/ 594494 w 704850"/>
                <a:gd name="csY431" fmla="*/ 126910 h 285750"/>
                <a:gd name="csX432" fmla="*/ 595827 w 704850"/>
                <a:gd name="csY432" fmla="*/ 129767 h 285750"/>
                <a:gd name="csX433" fmla="*/ 597236 w 704850"/>
                <a:gd name="csY433" fmla="*/ 132682 h 285750"/>
                <a:gd name="csX434" fmla="*/ 598637 w 704850"/>
                <a:gd name="csY434" fmla="*/ 135730 h 285750"/>
                <a:gd name="csX435" fmla="*/ 599980 w 704850"/>
                <a:gd name="csY435" fmla="*/ 138911 h 285750"/>
                <a:gd name="csX436" fmla="*/ 601380 w 704850"/>
                <a:gd name="csY436" fmla="*/ 142083 h 285750"/>
                <a:gd name="csX437" fmla="*/ 602723 w 704850"/>
                <a:gd name="csY437" fmla="*/ 145388 h 285750"/>
                <a:gd name="csX438" fmla="*/ 604123 w 704850"/>
                <a:gd name="csY438" fmla="*/ 148684 h 285750"/>
                <a:gd name="csX439" fmla="*/ 605523 w 704850"/>
                <a:gd name="csY439" fmla="*/ 152113 h 285750"/>
                <a:gd name="csX440" fmla="*/ 606867 w 704850"/>
                <a:gd name="csY440" fmla="*/ 155542 h 285750"/>
                <a:gd name="csX441" fmla="*/ 608267 w 704850"/>
                <a:gd name="csY441" fmla="*/ 159038 h 285750"/>
                <a:gd name="csX442" fmla="*/ 609666 w 704850"/>
                <a:gd name="csY442" fmla="*/ 162590 h 285750"/>
                <a:gd name="csX443" fmla="*/ 611010 w 704850"/>
                <a:gd name="csY443" fmla="*/ 166153 h 285750"/>
                <a:gd name="csX444" fmla="*/ 612410 w 704850"/>
                <a:gd name="csY444" fmla="*/ 169706 h 285750"/>
                <a:gd name="csX445" fmla="*/ 613753 w 704850"/>
                <a:gd name="csY445" fmla="*/ 173258 h 285750"/>
                <a:gd name="csX446" fmla="*/ 615153 w 704850"/>
                <a:gd name="csY446" fmla="*/ 176878 h 285750"/>
                <a:gd name="csX447" fmla="*/ 616553 w 704850"/>
                <a:gd name="csY447" fmla="*/ 180440 h 285750"/>
                <a:gd name="csX448" fmla="*/ 617896 w 704850"/>
                <a:gd name="csY448" fmla="*/ 184060 h 285750"/>
                <a:gd name="csX449" fmla="*/ 619297 w 704850"/>
                <a:gd name="csY449" fmla="*/ 187613 h 285750"/>
                <a:gd name="csX450" fmla="*/ 620707 w 704850"/>
                <a:gd name="csY450" fmla="*/ 191165 h 285750"/>
                <a:gd name="csX451" fmla="*/ 622040 w 704850"/>
                <a:gd name="csY451" fmla="*/ 194661 h 285750"/>
                <a:gd name="csX452" fmla="*/ 623449 w 704850"/>
                <a:gd name="csY452" fmla="*/ 198157 h 285750"/>
                <a:gd name="csX453" fmla="*/ 624783 w 704850"/>
                <a:gd name="csY453" fmla="*/ 201643 h 285750"/>
                <a:gd name="csX454" fmla="*/ 626193 w 704850"/>
                <a:gd name="csY454" fmla="*/ 205015 h 285750"/>
                <a:gd name="csX455" fmla="*/ 627593 w 704850"/>
                <a:gd name="csY455" fmla="*/ 208377 h 285750"/>
                <a:gd name="csX456" fmla="*/ 628936 w 704850"/>
                <a:gd name="csY456" fmla="*/ 211682 h 285750"/>
                <a:gd name="csX457" fmla="*/ 630336 w 704850"/>
                <a:gd name="csY457" fmla="*/ 214921 h 285750"/>
                <a:gd name="csX458" fmla="*/ 631736 w 704850"/>
                <a:gd name="csY458" fmla="*/ 218092 h 285750"/>
                <a:gd name="csX459" fmla="*/ 633079 w 704850"/>
                <a:gd name="csY459" fmla="*/ 221207 h 285750"/>
                <a:gd name="csX460" fmla="*/ 634480 w 704850"/>
                <a:gd name="csY460" fmla="*/ 224255 h 285750"/>
                <a:gd name="csX461" fmla="*/ 635822 w 704850"/>
                <a:gd name="csY461" fmla="*/ 227170 h 285750"/>
                <a:gd name="csX462" fmla="*/ 637222 w 704850"/>
                <a:gd name="csY462" fmla="*/ 230094 h 285750"/>
                <a:gd name="csX463" fmla="*/ 638623 w 704850"/>
                <a:gd name="csY463" fmla="*/ 232885 h 285750"/>
                <a:gd name="csX464" fmla="*/ 639966 w 704850"/>
                <a:gd name="csY464" fmla="*/ 235618 h 285750"/>
                <a:gd name="csX465" fmla="*/ 641366 w 704850"/>
                <a:gd name="csY465" fmla="*/ 238285 h 285750"/>
                <a:gd name="csX466" fmla="*/ 642776 w 704850"/>
                <a:gd name="csY466" fmla="*/ 240829 h 285750"/>
                <a:gd name="csX467" fmla="*/ 644109 w 704850"/>
                <a:gd name="csY467" fmla="*/ 243305 h 285750"/>
                <a:gd name="csX468" fmla="*/ 645519 w 704850"/>
                <a:gd name="csY468" fmla="*/ 245715 h 285750"/>
                <a:gd name="csX469" fmla="*/ 646853 w 704850"/>
                <a:gd name="csY469" fmla="*/ 248001 h 285750"/>
                <a:gd name="csX470" fmla="*/ 648262 w 704850"/>
                <a:gd name="csY470" fmla="*/ 250220 h 285750"/>
                <a:gd name="csX471" fmla="*/ 649662 w 704850"/>
                <a:gd name="csY471" fmla="*/ 252316 h 285750"/>
                <a:gd name="csX472" fmla="*/ 651005 w 704850"/>
                <a:gd name="csY472" fmla="*/ 254411 h 285750"/>
                <a:gd name="csX473" fmla="*/ 652405 w 704850"/>
                <a:gd name="csY473" fmla="*/ 256316 h 285750"/>
                <a:gd name="csX474" fmla="*/ 653806 w 704850"/>
                <a:gd name="csY474" fmla="*/ 258221 h 285750"/>
                <a:gd name="csX475" fmla="*/ 655149 w 704850"/>
                <a:gd name="csY475" fmla="*/ 260002 h 285750"/>
                <a:gd name="csX476" fmla="*/ 656549 w 704850"/>
                <a:gd name="csY476" fmla="*/ 261717 h 285750"/>
                <a:gd name="csX477" fmla="*/ 657892 w 704850"/>
                <a:gd name="csY477" fmla="*/ 263365 h 285750"/>
                <a:gd name="csX478" fmla="*/ 659292 w 704850"/>
                <a:gd name="csY478" fmla="*/ 264889 h 285750"/>
                <a:gd name="csX479" fmla="*/ 660692 w 704850"/>
                <a:gd name="csY479" fmla="*/ 266356 h 285750"/>
                <a:gd name="csX480" fmla="*/ 662035 w 704850"/>
                <a:gd name="csY480" fmla="*/ 267746 h 285750"/>
                <a:gd name="csX481" fmla="*/ 663435 w 704850"/>
                <a:gd name="csY481" fmla="*/ 269080 h 285750"/>
                <a:gd name="csX482" fmla="*/ 664845 w 704850"/>
                <a:gd name="csY482" fmla="*/ 270356 h 285750"/>
                <a:gd name="csX483" fmla="*/ 666179 w 704850"/>
                <a:gd name="csY483" fmla="*/ 271499 h 285750"/>
                <a:gd name="csX484" fmla="*/ 667589 w 704850"/>
                <a:gd name="csY484" fmla="*/ 272642 h 285750"/>
                <a:gd name="csX485" fmla="*/ 668922 w 704850"/>
                <a:gd name="csY485" fmla="*/ 273652 h 285750"/>
                <a:gd name="csX486" fmla="*/ 670322 w 704850"/>
                <a:gd name="csY486" fmla="*/ 274671 h 285750"/>
                <a:gd name="csX487" fmla="*/ 671732 w 704850"/>
                <a:gd name="csY487" fmla="*/ 275557 h 285750"/>
                <a:gd name="csX488" fmla="*/ 673065 w 704850"/>
                <a:gd name="csY488" fmla="*/ 276452 h 285750"/>
                <a:gd name="csX489" fmla="*/ 674475 w 704850"/>
                <a:gd name="csY489" fmla="*/ 277271 h 285750"/>
                <a:gd name="csX490" fmla="*/ 675875 w 704850"/>
                <a:gd name="csY490" fmla="*/ 278033 h 285750"/>
                <a:gd name="csX491" fmla="*/ 677218 w 704850"/>
                <a:gd name="csY491" fmla="*/ 278738 h 285750"/>
                <a:gd name="csX492" fmla="*/ 678618 w 704850"/>
                <a:gd name="csY492" fmla="*/ 279433 h 285750"/>
                <a:gd name="csX493" fmla="*/ 679961 w 704850"/>
                <a:gd name="csY493" fmla="*/ 280005 h 285750"/>
                <a:gd name="csX494" fmla="*/ 681362 w 704850"/>
                <a:gd name="csY494" fmla="*/ 280576 h 285750"/>
                <a:gd name="csX495" fmla="*/ 682761 w 704850"/>
                <a:gd name="csY495" fmla="*/ 281148 h 285750"/>
                <a:gd name="csX496" fmla="*/ 684104 w 704850"/>
                <a:gd name="csY496" fmla="*/ 281596 h 285750"/>
                <a:gd name="csX497" fmla="*/ 685505 w 704850"/>
                <a:gd name="csY497" fmla="*/ 282100 h 285750"/>
                <a:gd name="csX498" fmla="*/ 686915 w 704850"/>
                <a:gd name="csY498" fmla="*/ 282482 h 285750"/>
                <a:gd name="csX499" fmla="*/ 688248 w 704850"/>
                <a:gd name="csY499" fmla="*/ 282929 h 285750"/>
                <a:gd name="csX500" fmla="*/ 689648 w 704850"/>
                <a:gd name="csY500" fmla="*/ 283243 h 285750"/>
                <a:gd name="csX501" fmla="*/ 690991 w 704850"/>
                <a:gd name="csY501" fmla="*/ 283625 h 285750"/>
                <a:gd name="csX502" fmla="*/ 692391 w 704850"/>
                <a:gd name="csY502" fmla="*/ 283939 h 285750"/>
                <a:gd name="csX503" fmla="*/ 693801 w 704850"/>
                <a:gd name="csY503" fmla="*/ 284196 h 285750"/>
                <a:gd name="csX504" fmla="*/ 695135 w 704850"/>
                <a:gd name="csY504" fmla="*/ 284453 h 285750"/>
                <a:gd name="csX505" fmla="*/ 696544 w 704850"/>
                <a:gd name="csY505" fmla="*/ 284701 h 285750"/>
                <a:gd name="csX506" fmla="*/ 697944 w 704850"/>
                <a:gd name="csY506" fmla="*/ 284891 h 285750"/>
                <a:gd name="csX507" fmla="*/ 699288 w 704850"/>
                <a:gd name="csY507" fmla="*/ 285082 h 285750"/>
                <a:gd name="csX508" fmla="*/ 700688 w 704850"/>
                <a:gd name="csY508" fmla="*/ 285272 h 285750"/>
                <a:gd name="csX509" fmla="*/ 702031 w 704850"/>
                <a:gd name="csY509" fmla="*/ 285463 h 285750"/>
                <a:gd name="csX510" fmla="*/ 703431 w 704850"/>
                <a:gd name="csY510" fmla="*/ 285596 h 285750"/>
                <a:gd name="csX511" fmla="*/ 704831 w 704850"/>
                <a:gd name="csY511"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85750">
                  <a:moveTo>
                    <a:pt x="-19" y="285596"/>
                  </a:moveTo>
                  <a:lnTo>
                    <a:pt x="1324" y="285463"/>
                  </a:lnTo>
                  <a:lnTo>
                    <a:pt x="2724" y="285272"/>
                  </a:lnTo>
                  <a:lnTo>
                    <a:pt x="4124" y="285149"/>
                  </a:lnTo>
                  <a:lnTo>
                    <a:pt x="5467" y="284891"/>
                  </a:lnTo>
                  <a:lnTo>
                    <a:pt x="6868" y="284701"/>
                  </a:lnTo>
                  <a:lnTo>
                    <a:pt x="8277" y="284453"/>
                  </a:lnTo>
                  <a:lnTo>
                    <a:pt x="9611" y="284196"/>
                  </a:lnTo>
                  <a:lnTo>
                    <a:pt x="11020" y="283882"/>
                  </a:lnTo>
                  <a:lnTo>
                    <a:pt x="12354" y="283558"/>
                  </a:lnTo>
                  <a:lnTo>
                    <a:pt x="13754" y="283177"/>
                  </a:lnTo>
                  <a:lnTo>
                    <a:pt x="15164" y="282796"/>
                  </a:lnTo>
                  <a:lnTo>
                    <a:pt x="16497" y="282415"/>
                  </a:lnTo>
                  <a:lnTo>
                    <a:pt x="17907" y="281977"/>
                  </a:lnTo>
                  <a:lnTo>
                    <a:pt x="19307" y="281462"/>
                  </a:lnTo>
                  <a:lnTo>
                    <a:pt x="20650" y="280958"/>
                  </a:lnTo>
                  <a:lnTo>
                    <a:pt x="22051" y="280386"/>
                  </a:lnTo>
                  <a:lnTo>
                    <a:pt x="23394" y="279748"/>
                  </a:lnTo>
                  <a:lnTo>
                    <a:pt x="24793" y="279052"/>
                  </a:lnTo>
                  <a:lnTo>
                    <a:pt x="26194" y="278357"/>
                  </a:lnTo>
                  <a:lnTo>
                    <a:pt x="27537" y="277595"/>
                  </a:lnTo>
                  <a:lnTo>
                    <a:pt x="28937" y="276766"/>
                  </a:lnTo>
                  <a:lnTo>
                    <a:pt x="30337" y="275881"/>
                  </a:lnTo>
                  <a:lnTo>
                    <a:pt x="31680" y="274928"/>
                  </a:lnTo>
                  <a:lnTo>
                    <a:pt x="33080" y="273909"/>
                  </a:lnTo>
                  <a:lnTo>
                    <a:pt x="34424" y="272833"/>
                  </a:lnTo>
                  <a:lnTo>
                    <a:pt x="35824" y="271623"/>
                  </a:lnTo>
                  <a:lnTo>
                    <a:pt x="37233" y="270413"/>
                  </a:lnTo>
                  <a:lnTo>
                    <a:pt x="38567" y="269080"/>
                  </a:lnTo>
                  <a:lnTo>
                    <a:pt x="39976" y="267689"/>
                  </a:lnTo>
                  <a:lnTo>
                    <a:pt x="41377" y="266165"/>
                  </a:lnTo>
                  <a:lnTo>
                    <a:pt x="42720" y="264575"/>
                  </a:lnTo>
                  <a:lnTo>
                    <a:pt x="44120" y="262927"/>
                  </a:lnTo>
                  <a:lnTo>
                    <a:pt x="45520" y="261146"/>
                  </a:lnTo>
                  <a:lnTo>
                    <a:pt x="46863" y="259241"/>
                  </a:lnTo>
                  <a:lnTo>
                    <a:pt x="48263" y="257269"/>
                  </a:lnTo>
                  <a:lnTo>
                    <a:pt x="49606" y="255173"/>
                  </a:lnTo>
                  <a:lnTo>
                    <a:pt x="51006" y="253021"/>
                  </a:lnTo>
                  <a:lnTo>
                    <a:pt x="52407" y="250668"/>
                  </a:lnTo>
                  <a:lnTo>
                    <a:pt x="53750" y="248258"/>
                  </a:lnTo>
                  <a:lnTo>
                    <a:pt x="55150" y="245715"/>
                  </a:lnTo>
                  <a:lnTo>
                    <a:pt x="56560" y="243115"/>
                  </a:lnTo>
                  <a:lnTo>
                    <a:pt x="57893" y="240314"/>
                  </a:lnTo>
                  <a:lnTo>
                    <a:pt x="59303" y="237457"/>
                  </a:lnTo>
                  <a:lnTo>
                    <a:pt x="60636" y="234409"/>
                  </a:lnTo>
                  <a:lnTo>
                    <a:pt x="62046" y="231361"/>
                  </a:lnTo>
                  <a:lnTo>
                    <a:pt x="63446" y="228065"/>
                  </a:lnTo>
                  <a:lnTo>
                    <a:pt x="64779" y="224693"/>
                  </a:lnTo>
                  <a:lnTo>
                    <a:pt x="66189" y="221207"/>
                  </a:lnTo>
                  <a:lnTo>
                    <a:pt x="67590" y="217588"/>
                  </a:lnTo>
                  <a:lnTo>
                    <a:pt x="68933" y="213835"/>
                  </a:lnTo>
                  <a:lnTo>
                    <a:pt x="70333" y="210025"/>
                  </a:lnTo>
                  <a:lnTo>
                    <a:pt x="71675" y="206024"/>
                  </a:lnTo>
                  <a:lnTo>
                    <a:pt x="73076" y="201967"/>
                  </a:lnTo>
                  <a:lnTo>
                    <a:pt x="74476" y="197776"/>
                  </a:lnTo>
                  <a:lnTo>
                    <a:pt x="75819" y="193518"/>
                  </a:lnTo>
                  <a:lnTo>
                    <a:pt x="77219" y="189070"/>
                  </a:lnTo>
                  <a:lnTo>
                    <a:pt x="78629" y="184631"/>
                  </a:lnTo>
                  <a:lnTo>
                    <a:pt x="79962" y="180059"/>
                  </a:lnTo>
                  <a:lnTo>
                    <a:pt x="81363" y="175354"/>
                  </a:lnTo>
                  <a:lnTo>
                    <a:pt x="82706" y="170591"/>
                  </a:lnTo>
                  <a:lnTo>
                    <a:pt x="84106" y="165772"/>
                  </a:lnTo>
                  <a:lnTo>
                    <a:pt x="85515" y="160819"/>
                  </a:lnTo>
                  <a:lnTo>
                    <a:pt x="86849" y="155866"/>
                  </a:lnTo>
                  <a:lnTo>
                    <a:pt x="88259" y="150846"/>
                  </a:lnTo>
                  <a:lnTo>
                    <a:pt x="89659" y="145769"/>
                  </a:lnTo>
                  <a:lnTo>
                    <a:pt x="91002" y="140683"/>
                  </a:lnTo>
                  <a:lnTo>
                    <a:pt x="92402" y="135539"/>
                  </a:lnTo>
                  <a:lnTo>
                    <a:pt x="93745" y="130339"/>
                  </a:lnTo>
                  <a:lnTo>
                    <a:pt x="95146" y="125195"/>
                  </a:lnTo>
                  <a:lnTo>
                    <a:pt x="96545" y="119985"/>
                  </a:lnTo>
                  <a:lnTo>
                    <a:pt x="97888" y="114775"/>
                  </a:lnTo>
                  <a:lnTo>
                    <a:pt x="99289" y="109631"/>
                  </a:lnTo>
                  <a:lnTo>
                    <a:pt x="100689" y="104488"/>
                  </a:lnTo>
                  <a:lnTo>
                    <a:pt x="102032" y="99344"/>
                  </a:lnTo>
                  <a:lnTo>
                    <a:pt x="103432" y="94334"/>
                  </a:lnTo>
                  <a:lnTo>
                    <a:pt x="104775" y="89315"/>
                  </a:lnTo>
                  <a:lnTo>
                    <a:pt x="106175" y="84295"/>
                  </a:lnTo>
                  <a:lnTo>
                    <a:pt x="107585" y="79408"/>
                  </a:lnTo>
                  <a:lnTo>
                    <a:pt x="108919" y="74646"/>
                  </a:lnTo>
                  <a:lnTo>
                    <a:pt x="110328" y="69883"/>
                  </a:lnTo>
                  <a:lnTo>
                    <a:pt x="111728" y="65245"/>
                  </a:lnTo>
                  <a:lnTo>
                    <a:pt x="113062" y="60806"/>
                  </a:lnTo>
                  <a:lnTo>
                    <a:pt x="114472" y="56358"/>
                  </a:lnTo>
                  <a:lnTo>
                    <a:pt x="115805" y="52100"/>
                  </a:lnTo>
                  <a:lnTo>
                    <a:pt x="117215" y="47976"/>
                  </a:lnTo>
                  <a:lnTo>
                    <a:pt x="118615" y="43975"/>
                  </a:lnTo>
                  <a:lnTo>
                    <a:pt x="119958" y="40042"/>
                  </a:lnTo>
                  <a:lnTo>
                    <a:pt x="121358" y="36422"/>
                  </a:lnTo>
                  <a:lnTo>
                    <a:pt x="122758" y="32860"/>
                  </a:lnTo>
                  <a:lnTo>
                    <a:pt x="124101" y="29431"/>
                  </a:lnTo>
                  <a:lnTo>
                    <a:pt x="125501" y="26259"/>
                  </a:lnTo>
                  <a:lnTo>
                    <a:pt x="126844" y="23211"/>
                  </a:lnTo>
                  <a:lnTo>
                    <a:pt x="128245" y="20354"/>
                  </a:lnTo>
                  <a:lnTo>
                    <a:pt x="129654" y="17686"/>
                  </a:lnTo>
                  <a:lnTo>
                    <a:pt x="130988" y="15210"/>
                  </a:lnTo>
                  <a:lnTo>
                    <a:pt x="132388" y="12924"/>
                  </a:lnTo>
                  <a:lnTo>
                    <a:pt x="133798" y="10762"/>
                  </a:lnTo>
                  <a:lnTo>
                    <a:pt x="135131" y="8857"/>
                  </a:lnTo>
                  <a:lnTo>
                    <a:pt x="136541" y="7142"/>
                  </a:lnTo>
                  <a:lnTo>
                    <a:pt x="137874" y="5561"/>
                  </a:lnTo>
                  <a:lnTo>
                    <a:pt x="139284" y="4228"/>
                  </a:lnTo>
                  <a:lnTo>
                    <a:pt x="140684" y="3085"/>
                  </a:lnTo>
                  <a:lnTo>
                    <a:pt x="142028" y="2066"/>
                  </a:lnTo>
                  <a:lnTo>
                    <a:pt x="143427" y="1304"/>
                  </a:lnTo>
                  <a:lnTo>
                    <a:pt x="144827" y="732"/>
                  </a:lnTo>
                  <a:lnTo>
                    <a:pt x="146171" y="284"/>
                  </a:lnTo>
                  <a:lnTo>
                    <a:pt x="147571" y="37"/>
                  </a:lnTo>
                  <a:lnTo>
                    <a:pt x="148914" y="-30"/>
                  </a:lnTo>
                  <a:lnTo>
                    <a:pt x="150314" y="37"/>
                  </a:lnTo>
                  <a:lnTo>
                    <a:pt x="151714" y="284"/>
                  </a:lnTo>
                  <a:lnTo>
                    <a:pt x="153057" y="732"/>
                  </a:lnTo>
                  <a:lnTo>
                    <a:pt x="154458" y="1304"/>
                  </a:lnTo>
                  <a:lnTo>
                    <a:pt x="155867" y="1999"/>
                  </a:lnTo>
                  <a:lnTo>
                    <a:pt x="157200" y="2894"/>
                  </a:lnTo>
                  <a:lnTo>
                    <a:pt x="158610" y="3847"/>
                  </a:lnTo>
                  <a:lnTo>
                    <a:pt x="159944" y="4990"/>
                  </a:lnTo>
                  <a:lnTo>
                    <a:pt x="161354" y="6257"/>
                  </a:lnTo>
                  <a:lnTo>
                    <a:pt x="162754" y="7590"/>
                  </a:lnTo>
                  <a:lnTo>
                    <a:pt x="164087" y="9047"/>
                  </a:lnTo>
                  <a:lnTo>
                    <a:pt x="165497" y="10638"/>
                  </a:lnTo>
                  <a:lnTo>
                    <a:pt x="166897" y="12352"/>
                  </a:lnTo>
                  <a:lnTo>
                    <a:pt x="168240" y="14067"/>
                  </a:lnTo>
                  <a:lnTo>
                    <a:pt x="169640" y="15972"/>
                  </a:lnTo>
                  <a:lnTo>
                    <a:pt x="170983" y="17877"/>
                  </a:lnTo>
                  <a:lnTo>
                    <a:pt x="172383" y="19906"/>
                  </a:lnTo>
                  <a:lnTo>
                    <a:pt x="173784" y="21944"/>
                  </a:lnTo>
                  <a:lnTo>
                    <a:pt x="175127" y="24097"/>
                  </a:lnTo>
                  <a:lnTo>
                    <a:pt x="176527" y="26259"/>
                  </a:lnTo>
                  <a:lnTo>
                    <a:pt x="177927" y="28478"/>
                  </a:lnTo>
                  <a:lnTo>
                    <a:pt x="179270" y="30764"/>
                  </a:lnTo>
                  <a:lnTo>
                    <a:pt x="180670" y="33117"/>
                  </a:lnTo>
                  <a:lnTo>
                    <a:pt x="182014" y="35470"/>
                  </a:lnTo>
                  <a:lnTo>
                    <a:pt x="183413" y="37813"/>
                  </a:lnTo>
                  <a:lnTo>
                    <a:pt x="184823" y="40232"/>
                  </a:lnTo>
                  <a:lnTo>
                    <a:pt x="186157" y="42642"/>
                  </a:lnTo>
                  <a:lnTo>
                    <a:pt x="187566" y="45052"/>
                  </a:lnTo>
                  <a:lnTo>
                    <a:pt x="188967" y="47471"/>
                  </a:lnTo>
                  <a:lnTo>
                    <a:pt x="190310" y="49881"/>
                  </a:lnTo>
                  <a:lnTo>
                    <a:pt x="191710" y="52358"/>
                  </a:lnTo>
                  <a:lnTo>
                    <a:pt x="193053" y="54767"/>
                  </a:lnTo>
                  <a:lnTo>
                    <a:pt x="194453" y="57187"/>
                  </a:lnTo>
                  <a:lnTo>
                    <a:pt x="195853" y="59663"/>
                  </a:lnTo>
                  <a:lnTo>
                    <a:pt x="197196" y="62006"/>
                  </a:lnTo>
                  <a:lnTo>
                    <a:pt x="198596" y="64426"/>
                  </a:lnTo>
                  <a:lnTo>
                    <a:pt x="199997" y="66835"/>
                  </a:lnTo>
                  <a:lnTo>
                    <a:pt x="201340" y="69188"/>
                  </a:lnTo>
                  <a:lnTo>
                    <a:pt x="202740" y="71531"/>
                  </a:lnTo>
                  <a:lnTo>
                    <a:pt x="204083" y="73884"/>
                  </a:lnTo>
                  <a:lnTo>
                    <a:pt x="205483" y="76170"/>
                  </a:lnTo>
                  <a:lnTo>
                    <a:pt x="206893" y="78456"/>
                  </a:lnTo>
                  <a:lnTo>
                    <a:pt x="208226" y="80675"/>
                  </a:lnTo>
                  <a:lnTo>
                    <a:pt x="209636" y="82904"/>
                  </a:lnTo>
                  <a:lnTo>
                    <a:pt x="211036" y="85124"/>
                  </a:lnTo>
                  <a:lnTo>
                    <a:pt x="212369" y="87286"/>
                  </a:lnTo>
                  <a:lnTo>
                    <a:pt x="213779" y="89381"/>
                  </a:lnTo>
                  <a:lnTo>
                    <a:pt x="215180" y="91534"/>
                  </a:lnTo>
                  <a:lnTo>
                    <a:pt x="216522" y="93572"/>
                  </a:lnTo>
                  <a:lnTo>
                    <a:pt x="217922" y="95668"/>
                  </a:lnTo>
                  <a:lnTo>
                    <a:pt x="219265" y="97630"/>
                  </a:lnTo>
                  <a:lnTo>
                    <a:pt x="220666" y="99601"/>
                  </a:lnTo>
                  <a:lnTo>
                    <a:pt x="222066" y="101573"/>
                  </a:lnTo>
                  <a:lnTo>
                    <a:pt x="223409" y="103478"/>
                  </a:lnTo>
                  <a:lnTo>
                    <a:pt x="224809" y="105383"/>
                  </a:lnTo>
                  <a:lnTo>
                    <a:pt x="226219" y="107222"/>
                  </a:lnTo>
                  <a:lnTo>
                    <a:pt x="227553" y="109060"/>
                  </a:lnTo>
                  <a:lnTo>
                    <a:pt x="228952" y="110774"/>
                  </a:lnTo>
                  <a:lnTo>
                    <a:pt x="230295" y="112556"/>
                  </a:lnTo>
                  <a:lnTo>
                    <a:pt x="231696" y="114270"/>
                  </a:lnTo>
                  <a:lnTo>
                    <a:pt x="233105" y="115918"/>
                  </a:lnTo>
                  <a:lnTo>
                    <a:pt x="234439" y="117575"/>
                  </a:lnTo>
                  <a:lnTo>
                    <a:pt x="235849" y="119223"/>
                  </a:lnTo>
                  <a:lnTo>
                    <a:pt x="237249" y="120747"/>
                  </a:lnTo>
                  <a:lnTo>
                    <a:pt x="238592" y="122271"/>
                  </a:lnTo>
                  <a:lnTo>
                    <a:pt x="239992" y="123795"/>
                  </a:lnTo>
                  <a:lnTo>
                    <a:pt x="241335" y="125252"/>
                  </a:lnTo>
                  <a:lnTo>
                    <a:pt x="242735" y="126719"/>
                  </a:lnTo>
                  <a:lnTo>
                    <a:pt x="244135" y="128110"/>
                  </a:lnTo>
                  <a:lnTo>
                    <a:pt x="245478" y="129443"/>
                  </a:lnTo>
                  <a:lnTo>
                    <a:pt x="246879" y="130777"/>
                  </a:lnTo>
                  <a:lnTo>
                    <a:pt x="248279" y="132053"/>
                  </a:lnTo>
                  <a:lnTo>
                    <a:pt x="249622" y="133320"/>
                  </a:lnTo>
                  <a:lnTo>
                    <a:pt x="251022" y="134530"/>
                  </a:lnTo>
                  <a:lnTo>
                    <a:pt x="252365" y="135730"/>
                  </a:lnTo>
                  <a:lnTo>
                    <a:pt x="253765" y="136873"/>
                  </a:lnTo>
                  <a:lnTo>
                    <a:pt x="255175" y="138016"/>
                  </a:lnTo>
                  <a:lnTo>
                    <a:pt x="256508" y="139035"/>
                  </a:lnTo>
                  <a:lnTo>
                    <a:pt x="257918" y="140111"/>
                  </a:lnTo>
                  <a:lnTo>
                    <a:pt x="259318" y="141131"/>
                  </a:lnTo>
                  <a:lnTo>
                    <a:pt x="260661" y="142083"/>
                  </a:lnTo>
                  <a:lnTo>
                    <a:pt x="262062" y="143035"/>
                  </a:lnTo>
                  <a:lnTo>
                    <a:pt x="263395" y="143921"/>
                  </a:lnTo>
                  <a:lnTo>
                    <a:pt x="264804" y="144750"/>
                  </a:lnTo>
                  <a:lnTo>
                    <a:pt x="266205" y="145579"/>
                  </a:lnTo>
                  <a:lnTo>
                    <a:pt x="267548" y="146398"/>
                  </a:lnTo>
                  <a:lnTo>
                    <a:pt x="268948" y="147160"/>
                  </a:lnTo>
                  <a:lnTo>
                    <a:pt x="270348" y="147922"/>
                  </a:lnTo>
                  <a:lnTo>
                    <a:pt x="271691" y="148627"/>
                  </a:lnTo>
                  <a:lnTo>
                    <a:pt x="273091" y="149255"/>
                  </a:lnTo>
                  <a:lnTo>
                    <a:pt x="274435" y="149893"/>
                  </a:lnTo>
                  <a:lnTo>
                    <a:pt x="275835" y="150532"/>
                  </a:lnTo>
                  <a:lnTo>
                    <a:pt x="277244" y="151103"/>
                  </a:lnTo>
                  <a:lnTo>
                    <a:pt x="278578" y="151675"/>
                  </a:lnTo>
                  <a:lnTo>
                    <a:pt x="279987" y="152180"/>
                  </a:lnTo>
                  <a:lnTo>
                    <a:pt x="281388" y="152684"/>
                  </a:lnTo>
                  <a:lnTo>
                    <a:pt x="282721" y="153132"/>
                  </a:lnTo>
                  <a:lnTo>
                    <a:pt x="284131" y="153637"/>
                  </a:lnTo>
                  <a:lnTo>
                    <a:pt x="285464" y="154018"/>
                  </a:lnTo>
                  <a:lnTo>
                    <a:pt x="286874" y="154466"/>
                  </a:lnTo>
                  <a:lnTo>
                    <a:pt x="288274" y="154847"/>
                  </a:lnTo>
                  <a:lnTo>
                    <a:pt x="289617" y="155227"/>
                  </a:lnTo>
                  <a:lnTo>
                    <a:pt x="291017" y="155542"/>
                  </a:lnTo>
                  <a:lnTo>
                    <a:pt x="292418" y="155923"/>
                  </a:lnTo>
                  <a:lnTo>
                    <a:pt x="293761" y="156247"/>
                  </a:lnTo>
                  <a:lnTo>
                    <a:pt x="295161" y="156494"/>
                  </a:lnTo>
                  <a:lnTo>
                    <a:pt x="296504" y="156818"/>
                  </a:lnTo>
                  <a:lnTo>
                    <a:pt x="297904" y="157133"/>
                  </a:lnTo>
                  <a:lnTo>
                    <a:pt x="299314" y="157390"/>
                  </a:lnTo>
                  <a:lnTo>
                    <a:pt x="300647" y="157637"/>
                  </a:lnTo>
                  <a:lnTo>
                    <a:pt x="302047" y="157894"/>
                  </a:lnTo>
                  <a:lnTo>
                    <a:pt x="303457" y="158152"/>
                  </a:lnTo>
                  <a:lnTo>
                    <a:pt x="304790" y="158399"/>
                  </a:lnTo>
                  <a:lnTo>
                    <a:pt x="306200" y="158657"/>
                  </a:lnTo>
                  <a:lnTo>
                    <a:pt x="307534" y="158914"/>
                  </a:lnTo>
                  <a:lnTo>
                    <a:pt x="308944" y="159161"/>
                  </a:lnTo>
                  <a:lnTo>
                    <a:pt x="310343" y="159418"/>
                  </a:lnTo>
                  <a:lnTo>
                    <a:pt x="311686" y="159676"/>
                  </a:lnTo>
                  <a:lnTo>
                    <a:pt x="313087" y="159923"/>
                  </a:lnTo>
                  <a:lnTo>
                    <a:pt x="314487" y="160181"/>
                  </a:lnTo>
                  <a:lnTo>
                    <a:pt x="315830" y="160438"/>
                  </a:lnTo>
                  <a:lnTo>
                    <a:pt x="317230" y="160685"/>
                  </a:lnTo>
                  <a:lnTo>
                    <a:pt x="318573" y="161009"/>
                  </a:lnTo>
                  <a:lnTo>
                    <a:pt x="319973" y="161257"/>
                  </a:lnTo>
                  <a:lnTo>
                    <a:pt x="321374" y="161581"/>
                  </a:lnTo>
                  <a:lnTo>
                    <a:pt x="322717" y="161828"/>
                  </a:lnTo>
                  <a:lnTo>
                    <a:pt x="324117" y="162152"/>
                  </a:lnTo>
                  <a:lnTo>
                    <a:pt x="325526" y="162466"/>
                  </a:lnTo>
                  <a:lnTo>
                    <a:pt x="326860" y="162848"/>
                  </a:lnTo>
                  <a:lnTo>
                    <a:pt x="328270" y="163162"/>
                  </a:lnTo>
                  <a:lnTo>
                    <a:pt x="329603" y="163486"/>
                  </a:lnTo>
                  <a:lnTo>
                    <a:pt x="331013" y="163867"/>
                  </a:lnTo>
                  <a:lnTo>
                    <a:pt x="332413" y="164248"/>
                  </a:lnTo>
                  <a:lnTo>
                    <a:pt x="333756" y="164629"/>
                  </a:lnTo>
                  <a:lnTo>
                    <a:pt x="335156" y="165010"/>
                  </a:lnTo>
                  <a:lnTo>
                    <a:pt x="336556" y="165448"/>
                  </a:lnTo>
                  <a:lnTo>
                    <a:pt x="337899" y="165829"/>
                  </a:lnTo>
                  <a:lnTo>
                    <a:pt x="339300" y="166276"/>
                  </a:lnTo>
                  <a:lnTo>
                    <a:pt x="340643" y="166724"/>
                  </a:lnTo>
                  <a:lnTo>
                    <a:pt x="342043" y="167162"/>
                  </a:lnTo>
                  <a:lnTo>
                    <a:pt x="343443" y="167610"/>
                  </a:lnTo>
                  <a:lnTo>
                    <a:pt x="344786" y="168058"/>
                  </a:lnTo>
                  <a:lnTo>
                    <a:pt x="346186" y="168496"/>
                  </a:lnTo>
                  <a:lnTo>
                    <a:pt x="347596" y="169010"/>
                  </a:lnTo>
                  <a:lnTo>
                    <a:pt x="348929" y="169448"/>
                  </a:lnTo>
                  <a:lnTo>
                    <a:pt x="350329" y="169963"/>
                  </a:lnTo>
                  <a:lnTo>
                    <a:pt x="351672" y="170467"/>
                  </a:lnTo>
                  <a:lnTo>
                    <a:pt x="353073" y="170972"/>
                  </a:lnTo>
                  <a:lnTo>
                    <a:pt x="354483" y="171420"/>
                  </a:lnTo>
                  <a:lnTo>
                    <a:pt x="355816" y="171925"/>
                  </a:lnTo>
                  <a:lnTo>
                    <a:pt x="357225" y="172439"/>
                  </a:lnTo>
                  <a:lnTo>
                    <a:pt x="358626" y="172944"/>
                  </a:lnTo>
                  <a:lnTo>
                    <a:pt x="359969" y="173449"/>
                  </a:lnTo>
                  <a:lnTo>
                    <a:pt x="361369" y="173963"/>
                  </a:lnTo>
                  <a:lnTo>
                    <a:pt x="362712" y="174468"/>
                  </a:lnTo>
                  <a:lnTo>
                    <a:pt x="364112" y="174973"/>
                  </a:lnTo>
                  <a:lnTo>
                    <a:pt x="365512" y="175487"/>
                  </a:lnTo>
                  <a:lnTo>
                    <a:pt x="366856" y="175925"/>
                  </a:lnTo>
                  <a:lnTo>
                    <a:pt x="368256" y="176440"/>
                  </a:lnTo>
                  <a:lnTo>
                    <a:pt x="369656" y="176944"/>
                  </a:lnTo>
                  <a:lnTo>
                    <a:pt x="370999" y="177392"/>
                  </a:lnTo>
                  <a:lnTo>
                    <a:pt x="372399" y="177830"/>
                  </a:lnTo>
                  <a:lnTo>
                    <a:pt x="373809" y="178345"/>
                  </a:lnTo>
                  <a:lnTo>
                    <a:pt x="375142" y="178783"/>
                  </a:lnTo>
                  <a:lnTo>
                    <a:pt x="376552" y="179231"/>
                  </a:lnTo>
                  <a:lnTo>
                    <a:pt x="377885" y="179611"/>
                  </a:lnTo>
                  <a:lnTo>
                    <a:pt x="379295" y="180059"/>
                  </a:lnTo>
                  <a:lnTo>
                    <a:pt x="380695" y="180497"/>
                  </a:lnTo>
                  <a:lnTo>
                    <a:pt x="382039" y="180878"/>
                  </a:lnTo>
                  <a:lnTo>
                    <a:pt x="383438" y="181259"/>
                  </a:lnTo>
                  <a:lnTo>
                    <a:pt x="384839" y="181640"/>
                  </a:lnTo>
                  <a:lnTo>
                    <a:pt x="386182" y="181964"/>
                  </a:lnTo>
                  <a:lnTo>
                    <a:pt x="387582" y="182345"/>
                  </a:lnTo>
                  <a:lnTo>
                    <a:pt x="388925" y="182659"/>
                  </a:lnTo>
                  <a:lnTo>
                    <a:pt x="390325" y="182974"/>
                  </a:lnTo>
                  <a:lnTo>
                    <a:pt x="391725" y="183298"/>
                  </a:lnTo>
                  <a:lnTo>
                    <a:pt x="393068" y="183545"/>
                  </a:lnTo>
                  <a:lnTo>
                    <a:pt x="394469" y="183869"/>
                  </a:lnTo>
                  <a:lnTo>
                    <a:pt x="395878" y="184117"/>
                  </a:lnTo>
                  <a:lnTo>
                    <a:pt x="397211" y="184374"/>
                  </a:lnTo>
                  <a:lnTo>
                    <a:pt x="398621" y="184565"/>
                  </a:lnTo>
                  <a:lnTo>
                    <a:pt x="399955" y="184822"/>
                  </a:lnTo>
                  <a:lnTo>
                    <a:pt x="401355" y="185012"/>
                  </a:lnTo>
                  <a:lnTo>
                    <a:pt x="402765" y="185203"/>
                  </a:lnTo>
                  <a:lnTo>
                    <a:pt x="404098" y="185326"/>
                  </a:lnTo>
                  <a:lnTo>
                    <a:pt x="405508" y="185517"/>
                  </a:lnTo>
                  <a:lnTo>
                    <a:pt x="406908" y="185641"/>
                  </a:lnTo>
                  <a:lnTo>
                    <a:pt x="408251" y="185774"/>
                  </a:lnTo>
                  <a:lnTo>
                    <a:pt x="409651" y="185898"/>
                  </a:lnTo>
                  <a:lnTo>
                    <a:pt x="410994" y="185965"/>
                  </a:lnTo>
                  <a:lnTo>
                    <a:pt x="412394" y="186022"/>
                  </a:lnTo>
                  <a:lnTo>
                    <a:pt x="413795" y="186089"/>
                  </a:lnTo>
                  <a:lnTo>
                    <a:pt x="415138" y="186155"/>
                  </a:lnTo>
                  <a:lnTo>
                    <a:pt x="416538" y="186212"/>
                  </a:lnTo>
                  <a:lnTo>
                    <a:pt x="417938" y="186212"/>
                  </a:lnTo>
                  <a:lnTo>
                    <a:pt x="419281" y="186212"/>
                  </a:lnTo>
                  <a:lnTo>
                    <a:pt x="420681" y="186212"/>
                  </a:lnTo>
                  <a:lnTo>
                    <a:pt x="422024" y="186155"/>
                  </a:lnTo>
                  <a:lnTo>
                    <a:pt x="423424" y="186155"/>
                  </a:lnTo>
                  <a:lnTo>
                    <a:pt x="424834" y="186089"/>
                  </a:lnTo>
                  <a:lnTo>
                    <a:pt x="426168" y="186022"/>
                  </a:lnTo>
                  <a:lnTo>
                    <a:pt x="427578" y="185898"/>
                  </a:lnTo>
                  <a:lnTo>
                    <a:pt x="428978" y="185831"/>
                  </a:lnTo>
                  <a:lnTo>
                    <a:pt x="430320" y="185708"/>
                  </a:lnTo>
                  <a:lnTo>
                    <a:pt x="431721" y="185584"/>
                  </a:lnTo>
                  <a:lnTo>
                    <a:pt x="433054" y="185450"/>
                  </a:lnTo>
                  <a:lnTo>
                    <a:pt x="434464" y="185326"/>
                  </a:lnTo>
                  <a:lnTo>
                    <a:pt x="435864" y="185136"/>
                  </a:lnTo>
                  <a:lnTo>
                    <a:pt x="437207" y="184946"/>
                  </a:lnTo>
                  <a:lnTo>
                    <a:pt x="438607" y="184755"/>
                  </a:lnTo>
                  <a:lnTo>
                    <a:pt x="440008" y="184498"/>
                  </a:lnTo>
                  <a:lnTo>
                    <a:pt x="441351" y="184307"/>
                  </a:lnTo>
                  <a:lnTo>
                    <a:pt x="442751" y="184060"/>
                  </a:lnTo>
                  <a:lnTo>
                    <a:pt x="444093" y="183802"/>
                  </a:lnTo>
                  <a:lnTo>
                    <a:pt x="445494" y="183545"/>
                  </a:lnTo>
                  <a:lnTo>
                    <a:pt x="446904" y="183231"/>
                  </a:lnTo>
                  <a:lnTo>
                    <a:pt x="448237" y="182974"/>
                  </a:lnTo>
                  <a:lnTo>
                    <a:pt x="449637" y="182659"/>
                  </a:lnTo>
                  <a:lnTo>
                    <a:pt x="451047" y="182279"/>
                  </a:lnTo>
                  <a:lnTo>
                    <a:pt x="452380" y="181964"/>
                  </a:lnTo>
                  <a:lnTo>
                    <a:pt x="453790" y="181583"/>
                  </a:lnTo>
                  <a:lnTo>
                    <a:pt x="455124" y="181202"/>
                  </a:lnTo>
                  <a:lnTo>
                    <a:pt x="456533" y="180821"/>
                  </a:lnTo>
                  <a:lnTo>
                    <a:pt x="457933" y="180440"/>
                  </a:lnTo>
                  <a:lnTo>
                    <a:pt x="459276" y="179992"/>
                  </a:lnTo>
                  <a:lnTo>
                    <a:pt x="460677" y="179545"/>
                  </a:lnTo>
                  <a:lnTo>
                    <a:pt x="462077" y="179107"/>
                  </a:lnTo>
                  <a:lnTo>
                    <a:pt x="463420" y="178592"/>
                  </a:lnTo>
                  <a:lnTo>
                    <a:pt x="464820" y="178088"/>
                  </a:lnTo>
                  <a:lnTo>
                    <a:pt x="466163" y="177583"/>
                  </a:lnTo>
                  <a:lnTo>
                    <a:pt x="467564" y="177068"/>
                  </a:lnTo>
                  <a:lnTo>
                    <a:pt x="468963" y="176497"/>
                  </a:lnTo>
                  <a:lnTo>
                    <a:pt x="470306" y="175925"/>
                  </a:lnTo>
                  <a:lnTo>
                    <a:pt x="471707" y="175297"/>
                  </a:lnTo>
                  <a:lnTo>
                    <a:pt x="473116" y="174725"/>
                  </a:lnTo>
                  <a:lnTo>
                    <a:pt x="474450" y="174087"/>
                  </a:lnTo>
                  <a:lnTo>
                    <a:pt x="475860" y="173392"/>
                  </a:lnTo>
                  <a:lnTo>
                    <a:pt x="477193" y="172687"/>
                  </a:lnTo>
                  <a:lnTo>
                    <a:pt x="478603" y="171991"/>
                  </a:lnTo>
                  <a:lnTo>
                    <a:pt x="480003" y="171296"/>
                  </a:lnTo>
                  <a:lnTo>
                    <a:pt x="481337" y="170534"/>
                  </a:lnTo>
                  <a:lnTo>
                    <a:pt x="482746" y="169706"/>
                  </a:lnTo>
                  <a:lnTo>
                    <a:pt x="484146" y="168877"/>
                  </a:lnTo>
                  <a:lnTo>
                    <a:pt x="485489" y="168058"/>
                  </a:lnTo>
                  <a:lnTo>
                    <a:pt x="486890" y="167229"/>
                  </a:lnTo>
                  <a:lnTo>
                    <a:pt x="488233" y="166343"/>
                  </a:lnTo>
                  <a:lnTo>
                    <a:pt x="489633" y="165391"/>
                  </a:lnTo>
                  <a:lnTo>
                    <a:pt x="491033" y="164438"/>
                  </a:lnTo>
                  <a:lnTo>
                    <a:pt x="492376" y="163419"/>
                  </a:lnTo>
                  <a:lnTo>
                    <a:pt x="493776" y="162466"/>
                  </a:lnTo>
                  <a:lnTo>
                    <a:pt x="495186" y="161390"/>
                  </a:lnTo>
                  <a:lnTo>
                    <a:pt x="496519" y="160304"/>
                  </a:lnTo>
                  <a:lnTo>
                    <a:pt x="497929" y="159228"/>
                  </a:lnTo>
                  <a:lnTo>
                    <a:pt x="499263" y="158085"/>
                  </a:lnTo>
                  <a:lnTo>
                    <a:pt x="500663" y="156875"/>
                  </a:lnTo>
                  <a:lnTo>
                    <a:pt x="502072" y="155675"/>
                  </a:lnTo>
                  <a:lnTo>
                    <a:pt x="503406" y="154399"/>
                  </a:lnTo>
                  <a:lnTo>
                    <a:pt x="504815" y="153132"/>
                  </a:lnTo>
                  <a:lnTo>
                    <a:pt x="506216" y="151865"/>
                  </a:lnTo>
                  <a:lnTo>
                    <a:pt x="507559" y="150532"/>
                  </a:lnTo>
                  <a:lnTo>
                    <a:pt x="508959" y="149132"/>
                  </a:lnTo>
                  <a:lnTo>
                    <a:pt x="510302" y="147731"/>
                  </a:lnTo>
                  <a:lnTo>
                    <a:pt x="511702" y="146274"/>
                  </a:lnTo>
                  <a:lnTo>
                    <a:pt x="513102" y="144817"/>
                  </a:lnTo>
                  <a:lnTo>
                    <a:pt x="514446" y="143350"/>
                  </a:lnTo>
                  <a:lnTo>
                    <a:pt x="515845" y="141826"/>
                  </a:lnTo>
                  <a:lnTo>
                    <a:pt x="517255" y="140245"/>
                  </a:lnTo>
                  <a:lnTo>
                    <a:pt x="518589" y="138721"/>
                  </a:lnTo>
                  <a:lnTo>
                    <a:pt x="519989" y="137063"/>
                  </a:lnTo>
                  <a:lnTo>
                    <a:pt x="521332" y="135482"/>
                  </a:lnTo>
                  <a:lnTo>
                    <a:pt x="522732" y="133825"/>
                  </a:lnTo>
                  <a:lnTo>
                    <a:pt x="524142" y="132177"/>
                  </a:lnTo>
                  <a:lnTo>
                    <a:pt x="525475" y="130529"/>
                  </a:lnTo>
                  <a:lnTo>
                    <a:pt x="526885" y="128872"/>
                  </a:lnTo>
                  <a:lnTo>
                    <a:pt x="528285" y="127157"/>
                  </a:lnTo>
                  <a:lnTo>
                    <a:pt x="529628" y="125509"/>
                  </a:lnTo>
                  <a:lnTo>
                    <a:pt x="531028" y="123795"/>
                  </a:lnTo>
                  <a:lnTo>
                    <a:pt x="532362" y="122147"/>
                  </a:lnTo>
                  <a:lnTo>
                    <a:pt x="533772" y="120490"/>
                  </a:lnTo>
                  <a:lnTo>
                    <a:pt x="535172" y="118842"/>
                  </a:lnTo>
                  <a:lnTo>
                    <a:pt x="536515" y="117194"/>
                  </a:lnTo>
                  <a:lnTo>
                    <a:pt x="537915" y="115604"/>
                  </a:lnTo>
                  <a:lnTo>
                    <a:pt x="539315" y="114013"/>
                  </a:lnTo>
                  <a:lnTo>
                    <a:pt x="540658" y="112432"/>
                  </a:lnTo>
                  <a:lnTo>
                    <a:pt x="542058" y="110908"/>
                  </a:lnTo>
                  <a:lnTo>
                    <a:pt x="543468" y="109441"/>
                  </a:lnTo>
                  <a:lnTo>
                    <a:pt x="544801" y="108050"/>
                  </a:lnTo>
                  <a:lnTo>
                    <a:pt x="546211" y="106650"/>
                  </a:lnTo>
                  <a:lnTo>
                    <a:pt x="547545" y="105383"/>
                  </a:lnTo>
                  <a:lnTo>
                    <a:pt x="548954" y="104107"/>
                  </a:lnTo>
                  <a:lnTo>
                    <a:pt x="550354" y="102964"/>
                  </a:lnTo>
                  <a:lnTo>
                    <a:pt x="551688" y="101821"/>
                  </a:lnTo>
                  <a:lnTo>
                    <a:pt x="553098" y="100811"/>
                  </a:lnTo>
                  <a:lnTo>
                    <a:pt x="554498" y="99916"/>
                  </a:lnTo>
                  <a:lnTo>
                    <a:pt x="555841" y="99097"/>
                  </a:lnTo>
                  <a:lnTo>
                    <a:pt x="557241" y="98335"/>
                  </a:lnTo>
                  <a:lnTo>
                    <a:pt x="558584" y="97697"/>
                  </a:lnTo>
                  <a:lnTo>
                    <a:pt x="559985" y="97192"/>
                  </a:lnTo>
                  <a:lnTo>
                    <a:pt x="561385" y="96811"/>
                  </a:lnTo>
                  <a:lnTo>
                    <a:pt x="562727" y="96487"/>
                  </a:lnTo>
                  <a:lnTo>
                    <a:pt x="564128" y="96363"/>
                  </a:lnTo>
                  <a:lnTo>
                    <a:pt x="565537" y="96296"/>
                  </a:lnTo>
                  <a:lnTo>
                    <a:pt x="566871" y="96363"/>
                  </a:lnTo>
                  <a:lnTo>
                    <a:pt x="568281" y="96620"/>
                  </a:lnTo>
                  <a:lnTo>
                    <a:pt x="569614" y="96934"/>
                  </a:lnTo>
                  <a:lnTo>
                    <a:pt x="571014" y="97382"/>
                  </a:lnTo>
                  <a:lnTo>
                    <a:pt x="572424" y="98077"/>
                  </a:lnTo>
                  <a:lnTo>
                    <a:pt x="573758" y="98840"/>
                  </a:lnTo>
                  <a:lnTo>
                    <a:pt x="575167" y="99725"/>
                  </a:lnTo>
                  <a:lnTo>
                    <a:pt x="576567" y="100811"/>
                  </a:lnTo>
                  <a:lnTo>
                    <a:pt x="577910" y="102011"/>
                  </a:lnTo>
                  <a:lnTo>
                    <a:pt x="579311" y="103345"/>
                  </a:lnTo>
                  <a:lnTo>
                    <a:pt x="580654" y="104812"/>
                  </a:lnTo>
                  <a:lnTo>
                    <a:pt x="582054" y="106459"/>
                  </a:lnTo>
                  <a:lnTo>
                    <a:pt x="583454" y="108174"/>
                  </a:lnTo>
                  <a:lnTo>
                    <a:pt x="584797" y="110079"/>
                  </a:lnTo>
                  <a:lnTo>
                    <a:pt x="586197" y="112108"/>
                  </a:lnTo>
                  <a:lnTo>
                    <a:pt x="587597" y="114270"/>
                  </a:lnTo>
                  <a:lnTo>
                    <a:pt x="588940" y="116556"/>
                  </a:lnTo>
                  <a:lnTo>
                    <a:pt x="590340" y="118966"/>
                  </a:lnTo>
                  <a:lnTo>
                    <a:pt x="591683" y="121509"/>
                  </a:lnTo>
                  <a:lnTo>
                    <a:pt x="593084" y="124109"/>
                  </a:lnTo>
                  <a:lnTo>
                    <a:pt x="594494" y="126910"/>
                  </a:lnTo>
                  <a:lnTo>
                    <a:pt x="595827" y="129767"/>
                  </a:lnTo>
                  <a:lnTo>
                    <a:pt x="597236" y="132682"/>
                  </a:lnTo>
                  <a:lnTo>
                    <a:pt x="598637" y="135730"/>
                  </a:lnTo>
                  <a:lnTo>
                    <a:pt x="599980" y="138911"/>
                  </a:lnTo>
                  <a:lnTo>
                    <a:pt x="601380" y="142083"/>
                  </a:lnTo>
                  <a:lnTo>
                    <a:pt x="602723" y="145388"/>
                  </a:lnTo>
                  <a:lnTo>
                    <a:pt x="604123" y="148684"/>
                  </a:lnTo>
                  <a:lnTo>
                    <a:pt x="605523" y="152113"/>
                  </a:lnTo>
                  <a:lnTo>
                    <a:pt x="606867" y="155542"/>
                  </a:lnTo>
                  <a:lnTo>
                    <a:pt x="608267" y="159038"/>
                  </a:lnTo>
                  <a:lnTo>
                    <a:pt x="609666" y="162590"/>
                  </a:lnTo>
                  <a:lnTo>
                    <a:pt x="611010" y="166153"/>
                  </a:lnTo>
                  <a:lnTo>
                    <a:pt x="612410" y="169706"/>
                  </a:lnTo>
                  <a:lnTo>
                    <a:pt x="613753" y="173258"/>
                  </a:lnTo>
                  <a:lnTo>
                    <a:pt x="615153" y="176878"/>
                  </a:lnTo>
                  <a:lnTo>
                    <a:pt x="616553" y="180440"/>
                  </a:lnTo>
                  <a:lnTo>
                    <a:pt x="617896" y="184060"/>
                  </a:lnTo>
                  <a:lnTo>
                    <a:pt x="619297" y="187613"/>
                  </a:lnTo>
                  <a:lnTo>
                    <a:pt x="620707" y="191165"/>
                  </a:lnTo>
                  <a:lnTo>
                    <a:pt x="622040" y="194661"/>
                  </a:lnTo>
                  <a:lnTo>
                    <a:pt x="623449" y="198157"/>
                  </a:lnTo>
                  <a:lnTo>
                    <a:pt x="624783" y="201643"/>
                  </a:lnTo>
                  <a:lnTo>
                    <a:pt x="626193" y="205015"/>
                  </a:lnTo>
                  <a:lnTo>
                    <a:pt x="627593" y="208377"/>
                  </a:lnTo>
                  <a:lnTo>
                    <a:pt x="628936" y="211682"/>
                  </a:lnTo>
                  <a:lnTo>
                    <a:pt x="630336" y="214921"/>
                  </a:lnTo>
                  <a:lnTo>
                    <a:pt x="631736" y="218092"/>
                  </a:lnTo>
                  <a:lnTo>
                    <a:pt x="633079" y="221207"/>
                  </a:lnTo>
                  <a:lnTo>
                    <a:pt x="634480" y="224255"/>
                  </a:lnTo>
                  <a:lnTo>
                    <a:pt x="635822" y="227170"/>
                  </a:lnTo>
                  <a:lnTo>
                    <a:pt x="637222" y="230094"/>
                  </a:lnTo>
                  <a:lnTo>
                    <a:pt x="638623" y="232885"/>
                  </a:lnTo>
                  <a:lnTo>
                    <a:pt x="639966" y="235618"/>
                  </a:lnTo>
                  <a:lnTo>
                    <a:pt x="641366" y="238285"/>
                  </a:lnTo>
                  <a:lnTo>
                    <a:pt x="642776" y="240829"/>
                  </a:lnTo>
                  <a:lnTo>
                    <a:pt x="644109" y="243305"/>
                  </a:lnTo>
                  <a:lnTo>
                    <a:pt x="645519" y="245715"/>
                  </a:lnTo>
                  <a:lnTo>
                    <a:pt x="646853" y="248001"/>
                  </a:lnTo>
                  <a:lnTo>
                    <a:pt x="648262" y="250220"/>
                  </a:lnTo>
                  <a:lnTo>
                    <a:pt x="649662" y="252316"/>
                  </a:lnTo>
                  <a:lnTo>
                    <a:pt x="651005" y="254411"/>
                  </a:lnTo>
                  <a:lnTo>
                    <a:pt x="652405" y="256316"/>
                  </a:lnTo>
                  <a:lnTo>
                    <a:pt x="653806" y="258221"/>
                  </a:lnTo>
                  <a:lnTo>
                    <a:pt x="655149" y="260002"/>
                  </a:lnTo>
                  <a:lnTo>
                    <a:pt x="656549" y="261717"/>
                  </a:lnTo>
                  <a:lnTo>
                    <a:pt x="657892" y="263365"/>
                  </a:lnTo>
                  <a:lnTo>
                    <a:pt x="659292" y="264889"/>
                  </a:lnTo>
                  <a:lnTo>
                    <a:pt x="660692" y="266356"/>
                  </a:lnTo>
                  <a:lnTo>
                    <a:pt x="662035" y="267746"/>
                  </a:lnTo>
                  <a:lnTo>
                    <a:pt x="663435" y="269080"/>
                  </a:lnTo>
                  <a:lnTo>
                    <a:pt x="664845" y="270356"/>
                  </a:lnTo>
                  <a:lnTo>
                    <a:pt x="666179" y="271499"/>
                  </a:lnTo>
                  <a:lnTo>
                    <a:pt x="667589" y="272642"/>
                  </a:lnTo>
                  <a:lnTo>
                    <a:pt x="668922" y="273652"/>
                  </a:lnTo>
                  <a:lnTo>
                    <a:pt x="670322" y="274671"/>
                  </a:lnTo>
                  <a:lnTo>
                    <a:pt x="671732" y="275557"/>
                  </a:lnTo>
                  <a:lnTo>
                    <a:pt x="673065" y="276452"/>
                  </a:lnTo>
                  <a:lnTo>
                    <a:pt x="674475" y="277271"/>
                  </a:lnTo>
                  <a:lnTo>
                    <a:pt x="675875" y="278033"/>
                  </a:lnTo>
                  <a:lnTo>
                    <a:pt x="677218" y="278738"/>
                  </a:lnTo>
                  <a:lnTo>
                    <a:pt x="678618" y="279433"/>
                  </a:lnTo>
                  <a:lnTo>
                    <a:pt x="679961" y="280005"/>
                  </a:lnTo>
                  <a:lnTo>
                    <a:pt x="681362" y="280576"/>
                  </a:lnTo>
                  <a:lnTo>
                    <a:pt x="682761" y="281148"/>
                  </a:lnTo>
                  <a:lnTo>
                    <a:pt x="684104" y="281596"/>
                  </a:lnTo>
                  <a:lnTo>
                    <a:pt x="685505" y="282100"/>
                  </a:lnTo>
                  <a:lnTo>
                    <a:pt x="686915" y="282482"/>
                  </a:lnTo>
                  <a:lnTo>
                    <a:pt x="688248" y="282929"/>
                  </a:lnTo>
                  <a:lnTo>
                    <a:pt x="689648" y="283243"/>
                  </a:lnTo>
                  <a:lnTo>
                    <a:pt x="690991" y="283625"/>
                  </a:lnTo>
                  <a:lnTo>
                    <a:pt x="692391" y="283939"/>
                  </a:lnTo>
                  <a:lnTo>
                    <a:pt x="693801" y="284196"/>
                  </a:lnTo>
                  <a:lnTo>
                    <a:pt x="695135" y="284453"/>
                  </a:lnTo>
                  <a:lnTo>
                    <a:pt x="696544" y="284701"/>
                  </a:lnTo>
                  <a:lnTo>
                    <a:pt x="697944" y="284891"/>
                  </a:lnTo>
                  <a:lnTo>
                    <a:pt x="699288" y="285082"/>
                  </a:lnTo>
                  <a:lnTo>
                    <a:pt x="700688" y="285272"/>
                  </a:lnTo>
                  <a:lnTo>
                    <a:pt x="702031" y="285463"/>
                  </a:lnTo>
                  <a:lnTo>
                    <a:pt x="703431" y="285596"/>
                  </a:lnTo>
                  <a:lnTo>
                    <a:pt x="704831" y="285720"/>
                  </a:lnTo>
                </a:path>
              </a:pathLst>
            </a:custGeom>
            <a:noFill/>
            <a:ln w="7242" cap="flat">
              <a:solidFill>
                <a:srgbClr val="000000"/>
              </a:solidFill>
              <a:prstDash val="solid"/>
              <a:round/>
            </a:ln>
          </p:spPr>
          <p:txBody>
            <a:bodyPr/>
            <a:lstStyle/>
            <a:p>
              <a:endParaRPr lang="zh-CN" altLang="en-US" sz="2190"/>
            </a:p>
          </p:txBody>
        </p:sp>
        <p:sp>
          <p:nvSpPr>
            <p:cNvPr id="987" name="任意多边形: 形状 986"/>
            <p:cNvSpPr/>
            <p:nvPr/>
          </p:nvSpPr>
          <p:spPr>
            <a:xfrm>
              <a:off x="5153487" y="4378847"/>
              <a:ext cx="704850" cy="295275"/>
            </a:xfrm>
            <a:custGeom>
              <a:avLst/>
              <a:gdLst>
                <a:gd name="csX0" fmla="*/ -19 w 704850"/>
                <a:gd name="csY0" fmla="*/ 294502 h 295275"/>
                <a:gd name="csX1" fmla="*/ 1324 w 704850"/>
                <a:gd name="csY1" fmla="*/ 294445 h 295275"/>
                <a:gd name="csX2" fmla="*/ 2724 w 704850"/>
                <a:gd name="csY2" fmla="*/ 294378 h 295275"/>
                <a:gd name="csX3" fmla="*/ 4124 w 704850"/>
                <a:gd name="csY3" fmla="*/ 294254 h 295275"/>
                <a:gd name="csX4" fmla="*/ 5467 w 704850"/>
                <a:gd name="csY4" fmla="*/ 294140 h 295275"/>
                <a:gd name="csX5" fmla="*/ 6868 w 704850"/>
                <a:gd name="csY5" fmla="*/ 294016 h 295275"/>
                <a:gd name="csX6" fmla="*/ 8268 w 704850"/>
                <a:gd name="csY6" fmla="*/ 293892 h 295275"/>
                <a:gd name="csX7" fmla="*/ 9611 w 704850"/>
                <a:gd name="csY7" fmla="*/ 293769 h 295275"/>
                <a:gd name="csX8" fmla="*/ 11011 w 704850"/>
                <a:gd name="csY8" fmla="*/ 293578 h 295275"/>
                <a:gd name="csX9" fmla="*/ 12354 w 704850"/>
                <a:gd name="csY9" fmla="*/ 293454 h 295275"/>
                <a:gd name="csX10" fmla="*/ 13754 w 704850"/>
                <a:gd name="csY10" fmla="*/ 293273 h 295275"/>
                <a:gd name="csX11" fmla="*/ 15164 w 704850"/>
                <a:gd name="csY11" fmla="*/ 293083 h 295275"/>
                <a:gd name="csX12" fmla="*/ 16497 w 704850"/>
                <a:gd name="csY12" fmla="*/ 292835 h 295275"/>
                <a:gd name="csX13" fmla="*/ 17907 w 704850"/>
                <a:gd name="csY13" fmla="*/ 292597 h 295275"/>
                <a:gd name="csX14" fmla="*/ 19307 w 704850"/>
                <a:gd name="csY14" fmla="*/ 292350 h 295275"/>
                <a:gd name="csX15" fmla="*/ 20650 w 704850"/>
                <a:gd name="csY15" fmla="*/ 292102 h 295275"/>
                <a:gd name="csX16" fmla="*/ 22051 w 704850"/>
                <a:gd name="csY16" fmla="*/ 291787 h 295275"/>
                <a:gd name="csX17" fmla="*/ 23394 w 704850"/>
                <a:gd name="csY17" fmla="*/ 291425 h 295275"/>
                <a:gd name="csX18" fmla="*/ 24793 w 704850"/>
                <a:gd name="csY18" fmla="*/ 291111 h 295275"/>
                <a:gd name="csX19" fmla="*/ 26194 w 704850"/>
                <a:gd name="csY19" fmla="*/ 290740 h 295275"/>
                <a:gd name="csX20" fmla="*/ 27537 w 704850"/>
                <a:gd name="csY20" fmla="*/ 290311 h 295275"/>
                <a:gd name="csX21" fmla="*/ 28937 w 704850"/>
                <a:gd name="csY21" fmla="*/ 289883 h 295275"/>
                <a:gd name="csX22" fmla="*/ 30337 w 704850"/>
                <a:gd name="csY22" fmla="*/ 289387 h 295275"/>
                <a:gd name="csX23" fmla="*/ 31680 w 704850"/>
                <a:gd name="csY23" fmla="*/ 288892 h 295275"/>
                <a:gd name="csX24" fmla="*/ 33080 w 704850"/>
                <a:gd name="csY24" fmla="*/ 288339 h 295275"/>
                <a:gd name="csX25" fmla="*/ 34424 w 704850"/>
                <a:gd name="csY25" fmla="*/ 287787 h 295275"/>
                <a:gd name="csX26" fmla="*/ 35824 w 704850"/>
                <a:gd name="csY26" fmla="*/ 287168 h 295275"/>
                <a:gd name="csX27" fmla="*/ 37233 w 704850"/>
                <a:gd name="csY27" fmla="*/ 286491 h 295275"/>
                <a:gd name="csX28" fmla="*/ 38567 w 704850"/>
                <a:gd name="csY28" fmla="*/ 285806 h 295275"/>
                <a:gd name="csX29" fmla="*/ 39967 w 704850"/>
                <a:gd name="csY29" fmla="*/ 285072 h 295275"/>
                <a:gd name="csX30" fmla="*/ 41377 w 704850"/>
                <a:gd name="csY30" fmla="*/ 284272 h 295275"/>
                <a:gd name="csX31" fmla="*/ 42710 w 704850"/>
                <a:gd name="csY31" fmla="*/ 283405 h 295275"/>
                <a:gd name="csX32" fmla="*/ 44120 w 704850"/>
                <a:gd name="csY32" fmla="*/ 282539 h 295275"/>
                <a:gd name="csX33" fmla="*/ 45520 w 704850"/>
                <a:gd name="csY33" fmla="*/ 281615 h 295275"/>
                <a:gd name="csX34" fmla="*/ 46863 w 704850"/>
                <a:gd name="csY34" fmla="*/ 280567 h 295275"/>
                <a:gd name="csX35" fmla="*/ 48263 w 704850"/>
                <a:gd name="csY35" fmla="*/ 279519 h 295275"/>
                <a:gd name="csX36" fmla="*/ 49606 w 704850"/>
                <a:gd name="csY36" fmla="*/ 278414 h 295275"/>
                <a:gd name="csX37" fmla="*/ 51006 w 704850"/>
                <a:gd name="csY37" fmla="*/ 277233 h 295275"/>
                <a:gd name="csX38" fmla="*/ 52407 w 704850"/>
                <a:gd name="csY38" fmla="*/ 276005 h 295275"/>
                <a:gd name="csX39" fmla="*/ 53750 w 704850"/>
                <a:gd name="csY39" fmla="*/ 274776 h 295275"/>
                <a:gd name="csX40" fmla="*/ 55150 w 704850"/>
                <a:gd name="csY40" fmla="*/ 273357 h 295275"/>
                <a:gd name="csX41" fmla="*/ 56560 w 704850"/>
                <a:gd name="csY41" fmla="*/ 271994 h 295275"/>
                <a:gd name="csX42" fmla="*/ 57893 w 704850"/>
                <a:gd name="csY42" fmla="*/ 270518 h 295275"/>
                <a:gd name="csX43" fmla="*/ 59293 w 704850"/>
                <a:gd name="csY43" fmla="*/ 268908 h 295275"/>
                <a:gd name="csX44" fmla="*/ 60636 w 704850"/>
                <a:gd name="csY44" fmla="*/ 267308 h 295275"/>
                <a:gd name="csX45" fmla="*/ 62037 w 704850"/>
                <a:gd name="csY45" fmla="*/ 265641 h 295275"/>
                <a:gd name="csX46" fmla="*/ 63446 w 704850"/>
                <a:gd name="csY46" fmla="*/ 263917 h 295275"/>
                <a:gd name="csX47" fmla="*/ 64779 w 704850"/>
                <a:gd name="csY47" fmla="*/ 262069 h 295275"/>
                <a:gd name="csX48" fmla="*/ 66189 w 704850"/>
                <a:gd name="csY48" fmla="*/ 260222 h 295275"/>
                <a:gd name="csX49" fmla="*/ 67590 w 704850"/>
                <a:gd name="csY49" fmla="*/ 258240 h 295275"/>
                <a:gd name="csX50" fmla="*/ 68933 w 704850"/>
                <a:gd name="csY50" fmla="*/ 256212 h 295275"/>
                <a:gd name="csX51" fmla="*/ 70333 w 704850"/>
                <a:gd name="csY51" fmla="*/ 254116 h 295275"/>
                <a:gd name="csX52" fmla="*/ 71666 w 704850"/>
                <a:gd name="csY52" fmla="*/ 252011 h 295275"/>
                <a:gd name="csX53" fmla="*/ 73076 w 704850"/>
                <a:gd name="csY53" fmla="*/ 249734 h 295275"/>
                <a:gd name="csX54" fmla="*/ 74476 w 704850"/>
                <a:gd name="csY54" fmla="*/ 247515 h 295275"/>
                <a:gd name="csX55" fmla="*/ 75819 w 704850"/>
                <a:gd name="csY55" fmla="*/ 245172 h 295275"/>
                <a:gd name="csX56" fmla="*/ 77219 w 704850"/>
                <a:gd name="csY56" fmla="*/ 242762 h 295275"/>
                <a:gd name="csX57" fmla="*/ 78619 w 704850"/>
                <a:gd name="csY57" fmla="*/ 240295 h 295275"/>
                <a:gd name="csX58" fmla="*/ 79962 w 704850"/>
                <a:gd name="csY58" fmla="*/ 237771 h 295275"/>
                <a:gd name="csX59" fmla="*/ 81363 w 704850"/>
                <a:gd name="csY59" fmla="*/ 235180 h 295275"/>
                <a:gd name="csX60" fmla="*/ 82706 w 704850"/>
                <a:gd name="csY60" fmla="*/ 232590 h 295275"/>
                <a:gd name="csX61" fmla="*/ 84106 w 704850"/>
                <a:gd name="csY61" fmla="*/ 229932 h 295275"/>
                <a:gd name="csX62" fmla="*/ 85515 w 704850"/>
                <a:gd name="csY62" fmla="*/ 227227 h 295275"/>
                <a:gd name="csX63" fmla="*/ 86849 w 704850"/>
                <a:gd name="csY63" fmla="*/ 224446 h 295275"/>
                <a:gd name="csX64" fmla="*/ 88259 w 704850"/>
                <a:gd name="csY64" fmla="*/ 221674 h 295275"/>
                <a:gd name="csX65" fmla="*/ 89659 w 704850"/>
                <a:gd name="csY65" fmla="*/ 218835 h 295275"/>
                <a:gd name="csX66" fmla="*/ 90992 w 704850"/>
                <a:gd name="csY66" fmla="*/ 215940 h 295275"/>
                <a:gd name="csX67" fmla="*/ 92402 w 704850"/>
                <a:gd name="csY67" fmla="*/ 213101 h 295275"/>
                <a:gd name="csX68" fmla="*/ 93736 w 704850"/>
                <a:gd name="csY68" fmla="*/ 210139 h 295275"/>
                <a:gd name="csX69" fmla="*/ 95146 w 704850"/>
                <a:gd name="csY69" fmla="*/ 207243 h 295275"/>
                <a:gd name="csX70" fmla="*/ 96545 w 704850"/>
                <a:gd name="csY70" fmla="*/ 204281 h 295275"/>
                <a:gd name="csX71" fmla="*/ 97888 w 704850"/>
                <a:gd name="csY71" fmla="*/ 201386 h 295275"/>
                <a:gd name="csX72" fmla="*/ 99289 w 704850"/>
                <a:gd name="csY72" fmla="*/ 198423 h 295275"/>
                <a:gd name="csX73" fmla="*/ 100689 w 704850"/>
                <a:gd name="csY73" fmla="*/ 195461 h 295275"/>
                <a:gd name="csX74" fmla="*/ 102032 w 704850"/>
                <a:gd name="csY74" fmla="*/ 192508 h 295275"/>
                <a:gd name="csX75" fmla="*/ 103432 w 704850"/>
                <a:gd name="csY75" fmla="*/ 189603 h 295275"/>
                <a:gd name="csX76" fmla="*/ 104775 w 704850"/>
                <a:gd name="csY76" fmla="*/ 186641 h 295275"/>
                <a:gd name="csX77" fmla="*/ 106175 w 704850"/>
                <a:gd name="csY77" fmla="*/ 183745 h 295275"/>
                <a:gd name="csX78" fmla="*/ 107585 w 704850"/>
                <a:gd name="csY78" fmla="*/ 180907 h 295275"/>
                <a:gd name="csX79" fmla="*/ 108919 w 704850"/>
                <a:gd name="csY79" fmla="*/ 178068 h 295275"/>
                <a:gd name="csX80" fmla="*/ 110318 w 704850"/>
                <a:gd name="csY80" fmla="*/ 175240 h 295275"/>
                <a:gd name="csX81" fmla="*/ 111728 w 704850"/>
                <a:gd name="csY81" fmla="*/ 172525 h 295275"/>
                <a:gd name="csX82" fmla="*/ 113062 w 704850"/>
                <a:gd name="csY82" fmla="*/ 169810 h 295275"/>
                <a:gd name="csX83" fmla="*/ 114472 w 704850"/>
                <a:gd name="csY83" fmla="*/ 167096 h 295275"/>
                <a:gd name="csX84" fmla="*/ 115805 w 704850"/>
                <a:gd name="csY84" fmla="*/ 164505 h 295275"/>
                <a:gd name="csX85" fmla="*/ 117215 w 704850"/>
                <a:gd name="csY85" fmla="*/ 161914 h 295275"/>
                <a:gd name="csX86" fmla="*/ 118615 w 704850"/>
                <a:gd name="csY86" fmla="*/ 159447 h 295275"/>
                <a:gd name="csX87" fmla="*/ 119958 w 704850"/>
                <a:gd name="csY87" fmla="*/ 156980 h 295275"/>
                <a:gd name="csX88" fmla="*/ 121358 w 704850"/>
                <a:gd name="csY88" fmla="*/ 154637 h 295275"/>
                <a:gd name="csX89" fmla="*/ 122758 w 704850"/>
                <a:gd name="csY89" fmla="*/ 152360 h 295275"/>
                <a:gd name="csX90" fmla="*/ 124101 w 704850"/>
                <a:gd name="csY90" fmla="*/ 150075 h 295275"/>
                <a:gd name="csX91" fmla="*/ 125501 w 704850"/>
                <a:gd name="csY91" fmla="*/ 147979 h 295275"/>
                <a:gd name="csX92" fmla="*/ 126844 w 704850"/>
                <a:gd name="csY92" fmla="*/ 145941 h 295275"/>
                <a:gd name="csX93" fmla="*/ 128245 w 704850"/>
                <a:gd name="csY93" fmla="*/ 143912 h 295275"/>
                <a:gd name="csX94" fmla="*/ 129645 w 704850"/>
                <a:gd name="csY94" fmla="*/ 142054 h 295275"/>
                <a:gd name="csX95" fmla="*/ 130988 w 704850"/>
                <a:gd name="csY95" fmla="*/ 140273 h 295275"/>
                <a:gd name="csX96" fmla="*/ 132388 w 704850"/>
                <a:gd name="csY96" fmla="*/ 138540 h 295275"/>
                <a:gd name="csX97" fmla="*/ 133798 w 704850"/>
                <a:gd name="csY97" fmla="*/ 136873 h 295275"/>
                <a:gd name="csX98" fmla="*/ 135131 w 704850"/>
                <a:gd name="csY98" fmla="*/ 135396 h 295275"/>
                <a:gd name="csX99" fmla="*/ 136541 w 704850"/>
                <a:gd name="csY99" fmla="*/ 133920 h 295275"/>
                <a:gd name="csX100" fmla="*/ 137874 w 704850"/>
                <a:gd name="csY100" fmla="*/ 132558 h 295275"/>
                <a:gd name="csX101" fmla="*/ 139284 w 704850"/>
                <a:gd name="csY101" fmla="*/ 131329 h 295275"/>
                <a:gd name="csX102" fmla="*/ 140684 w 704850"/>
                <a:gd name="csY102" fmla="*/ 130158 h 295275"/>
                <a:gd name="csX103" fmla="*/ 142028 w 704850"/>
                <a:gd name="csY103" fmla="*/ 129043 h 295275"/>
                <a:gd name="csX104" fmla="*/ 143427 w 704850"/>
                <a:gd name="csY104" fmla="*/ 128062 h 295275"/>
                <a:gd name="csX105" fmla="*/ 144827 w 704850"/>
                <a:gd name="csY105" fmla="*/ 127195 h 295275"/>
                <a:gd name="csX106" fmla="*/ 146171 w 704850"/>
                <a:gd name="csY106" fmla="*/ 126395 h 295275"/>
                <a:gd name="csX107" fmla="*/ 147571 w 704850"/>
                <a:gd name="csY107" fmla="*/ 125652 h 295275"/>
                <a:gd name="csX108" fmla="*/ 148914 w 704850"/>
                <a:gd name="csY108" fmla="*/ 125033 h 295275"/>
                <a:gd name="csX109" fmla="*/ 150314 w 704850"/>
                <a:gd name="csY109" fmla="*/ 124481 h 295275"/>
                <a:gd name="csX110" fmla="*/ 151714 w 704850"/>
                <a:gd name="csY110" fmla="*/ 124052 h 295275"/>
                <a:gd name="csX111" fmla="*/ 153057 w 704850"/>
                <a:gd name="csY111" fmla="*/ 123681 h 295275"/>
                <a:gd name="csX112" fmla="*/ 154458 w 704850"/>
                <a:gd name="csY112" fmla="*/ 123376 h 295275"/>
                <a:gd name="csX113" fmla="*/ 155867 w 704850"/>
                <a:gd name="csY113" fmla="*/ 123128 h 295275"/>
                <a:gd name="csX114" fmla="*/ 157200 w 704850"/>
                <a:gd name="csY114" fmla="*/ 123004 h 295275"/>
                <a:gd name="csX115" fmla="*/ 158610 w 704850"/>
                <a:gd name="csY115" fmla="*/ 122938 h 295275"/>
                <a:gd name="csX116" fmla="*/ 159944 w 704850"/>
                <a:gd name="csY116" fmla="*/ 122881 h 295275"/>
                <a:gd name="csX117" fmla="*/ 161354 w 704850"/>
                <a:gd name="csY117" fmla="*/ 122938 h 295275"/>
                <a:gd name="csX118" fmla="*/ 162754 w 704850"/>
                <a:gd name="csY118" fmla="*/ 123062 h 295275"/>
                <a:gd name="csX119" fmla="*/ 164087 w 704850"/>
                <a:gd name="csY119" fmla="*/ 123252 h 295275"/>
                <a:gd name="csX120" fmla="*/ 165497 w 704850"/>
                <a:gd name="csY120" fmla="*/ 123490 h 295275"/>
                <a:gd name="csX121" fmla="*/ 166897 w 704850"/>
                <a:gd name="csY121" fmla="*/ 123805 h 295275"/>
                <a:gd name="csX122" fmla="*/ 168240 w 704850"/>
                <a:gd name="csY122" fmla="*/ 124176 h 295275"/>
                <a:gd name="csX123" fmla="*/ 169640 w 704850"/>
                <a:gd name="csY123" fmla="*/ 124548 h 295275"/>
                <a:gd name="csX124" fmla="*/ 170983 w 704850"/>
                <a:gd name="csY124" fmla="*/ 124976 h 295275"/>
                <a:gd name="csX125" fmla="*/ 172383 w 704850"/>
                <a:gd name="csY125" fmla="*/ 125471 h 295275"/>
                <a:gd name="csX126" fmla="*/ 173784 w 704850"/>
                <a:gd name="csY126" fmla="*/ 126024 h 295275"/>
                <a:gd name="csX127" fmla="*/ 175127 w 704850"/>
                <a:gd name="csY127" fmla="*/ 126576 h 295275"/>
                <a:gd name="csX128" fmla="*/ 176527 w 704850"/>
                <a:gd name="csY128" fmla="*/ 127195 h 295275"/>
                <a:gd name="csX129" fmla="*/ 177927 w 704850"/>
                <a:gd name="csY129" fmla="*/ 127815 h 295275"/>
                <a:gd name="csX130" fmla="*/ 179270 w 704850"/>
                <a:gd name="csY130" fmla="*/ 128491 h 295275"/>
                <a:gd name="csX131" fmla="*/ 180670 w 704850"/>
                <a:gd name="csY131" fmla="*/ 129234 h 295275"/>
                <a:gd name="csX132" fmla="*/ 182014 w 704850"/>
                <a:gd name="csY132" fmla="*/ 129910 h 295275"/>
                <a:gd name="csX133" fmla="*/ 183413 w 704850"/>
                <a:gd name="csY133" fmla="*/ 130710 h 295275"/>
                <a:gd name="csX134" fmla="*/ 184823 w 704850"/>
                <a:gd name="csY134" fmla="*/ 131453 h 295275"/>
                <a:gd name="csX135" fmla="*/ 186157 w 704850"/>
                <a:gd name="csY135" fmla="*/ 132253 h 295275"/>
                <a:gd name="csX136" fmla="*/ 187566 w 704850"/>
                <a:gd name="csY136" fmla="*/ 133053 h 295275"/>
                <a:gd name="csX137" fmla="*/ 188967 w 704850"/>
                <a:gd name="csY137" fmla="*/ 133920 h 295275"/>
                <a:gd name="csX138" fmla="*/ 190310 w 704850"/>
                <a:gd name="csY138" fmla="*/ 134720 h 295275"/>
                <a:gd name="csX139" fmla="*/ 191710 w 704850"/>
                <a:gd name="csY139" fmla="*/ 135577 h 295275"/>
                <a:gd name="csX140" fmla="*/ 193053 w 704850"/>
                <a:gd name="csY140" fmla="*/ 136444 h 295275"/>
                <a:gd name="csX141" fmla="*/ 194453 w 704850"/>
                <a:gd name="csY141" fmla="*/ 137368 h 295275"/>
                <a:gd name="csX142" fmla="*/ 195853 w 704850"/>
                <a:gd name="csY142" fmla="*/ 138235 h 295275"/>
                <a:gd name="csX143" fmla="*/ 197196 w 704850"/>
                <a:gd name="csY143" fmla="*/ 139102 h 295275"/>
                <a:gd name="csX144" fmla="*/ 198596 w 704850"/>
                <a:gd name="csY144" fmla="*/ 140026 h 295275"/>
                <a:gd name="csX145" fmla="*/ 199997 w 704850"/>
                <a:gd name="csY145" fmla="*/ 140949 h 295275"/>
                <a:gd name="csX146" fmla="*/ 201340 w 704850"/>
                <a:gd name="csY146" fmla="*/ 141807 h 295275"/>
                <a:gd name="csX147" fmla="*/ 202740 w 704850"/>
                <a:gd name="csY147" fmla="*/ 142740 h 295275"/>
                <a:gd name="csX148" fmla="*/ 204083 w 704850"/>
                <a:gd name="csY148" fmla="*/ 143664 h 295275"/>
                <a:gd name="csX149" fmla="*/ 205483 w 704850"/>
                <a:gd name="csY149" fmla="*/ 144588 h 295275"/>
                <a:gd name="csX150" fmla="*/ 206893 w 704850"/>
                <a:gd name="csY150" fmla="*/ 145512 h 295275"/>
                <a:gd name="csX151" fmla="*/ 208226 w 704850"/>
                <a:gd name="csY151" fmla="*/ 146379 h 295275"/>
                <a:gd name="csX152" fmla="*/ 209636 w 704850"/>
                <a:gd name="csY152" fmla="*/ 147303 h 295275"/>
                <a:gd name="csX153" fmla="*/ 211036 w 704850"/>
                <a:gd name="csY153" fmla="*/ 148227 h 295275"/>
                <a:gd name="csX154" fmla="*/ 212369 w 704850"/>
                <a:gd name="csY154" fmla="*/ 149150 h 295275"/>
                <a:gd name="csX155" fmla="*/ 213779 w 704850"/>
                <a:gd name="csY155" fmla="*/ 150075 h 295275"/>
                <a:gd name="csX156" fmla="*/ 215180 w 704850"/>
                <a:gd name="csY156" fmla="*/ 150941 h 295275"/>
                <a:gd name="csX157" fmla="*/ 216522 w 704850"/>
                <a:gd name="csY157" fmla="*/ 151865 h 295275"/>
                <a:gd name="csX158" fmla="*/ 217922 w 704850"/>
                <a:gd name="csY158" fmla="*/ 152722 h 295275"/>
                <a:gd name="csX159" fmla="*/ 219265 w 704850"/>
                <a:gd name="csY159" fmla="*/ 153656 h 295275"/>
                <a:gd name="csX160" fmla="*/ 220666 w 704850"/>
                <a:gd name="csY160" fmla="*/ 154513 h 295275"/>
                <a:gd name="csX161" fmla="*/ 222066 w 704850"/>
                <a:gd name="csY161" fmla="*/ 155437 h 295275"/>
                <a:gd name="csX162" fmla="*/ 223409 w 704850"/>
                <a:gd name="csY162" fmla="*/ 156304 h 295275"/>
                <a:gd name="csX163" fmla="*/ 224809 w 704850"/>
                <a:gd name="csY163" fmla="*/ 157171 h 295275"/>
                <a:gd name="csX164" fmla="*/ 226219 w 704850"/>
                <a:gd name="csY164" fmla="*/ 158028 h 295275"/>
                <a:gd name="csX165" fmla="*/ 227553 w 704850"/>
                <a:gd name="csY165" fmla="*/ 158895 h 295275"/>
                <a:gd name="csX166" fmla="*/ 228952 w 704850"/>
                <a:gd name="csY166" fmla="*/ 159752 h 295275"/>
                <a:gd name="csX167" fmla="*/ 230295 w 704850"/>
                <a:gd name="csY167" fmla="*/ 160619 h 295275"/>
                <a:gd name="csX168" fmla="*/ 231696 w 704850"/>
                <a:gd name="csY168" fmla="*/ 161485 h 295275"/>
                <a:gd name="csX169" fmla="*/ 233105 w 704850"/>
                <a:gd name="csY169" fmla="*/ 162285 h 295275"/>
                <a:gd name="csX170" fmla="*/ 234439 w 704850"/>
                <a:gd name="csY170" fmla="*/ 163152 h 295275"/>
                <a:gd name="csX171" fmla="*/ 235849 w 704850"/>
                <a:gd name="csY171" fmla="*/ 163952 h 295275"/>
                <a:gd name="csX172" fmla="*/ 237249 w 704850"/>
                <a:gd name="csY172" fmla="*/ 164752 h 295275"/>
                <a:gd name="csX173" fmla="*/ 238592 w 704850"/>
                <a:gd name="csY173" fmla="*/ 165553 h 295275"/>
                <a:gd name="csX174" fmla="*/ 239992 w 704850"/>
                <a:gd name="csY174" fmla="*/ 166353 h 295275"/>
                <a:gd name="csX175" fmla="*/ 241335 w 704850"/>
                <a:gd name="csY175" fmla="*/ 167153 h 295275"/>
                <a:gd name="csX176" fmla="*/ 242735 w 704850"/>
                <a:gd name="csY176" fmla="*/ 167896 h 295275"/>
                <a:gd name="csX177" fmla="*/ 244135 w 704850"/>
                <a:gd name="csY177" fmla="*/ 168696 h 295275"/>
                <a:gd name="csX178" fmla="*/ 245478 w 704850"/>
                <a:gd name="csY178" fmla="*/ 169439 h 295275"/>
                <a:gd name="csX179" fmla="*/ 246879 w 704850"/>
                <a:gd name="csY179" fmla="*/ 170182 h 295275"/>
                <a:gd name="csX180" fmla="*/ 248279 w 704850"/>
                <a:gd name="csY180" fmla="*/ 170915 h 295275"/>
                <a:gd name="csX181" fmla="*/ 249622 w 704850"/>
                <a:gd name="csY181" fmla="*/ 171658 h 295275"/>
                <a:gd name="csX182" fmla="*/ 251022 w 704850"/>
                <a:gd name="csY182" fmla="*/ 172334 h 295275"/>
                <a:gd name="csX183" fmla="*/ 252365 w 704850"/>
                <a:gd name="csY183" fmla="*/ 173011 h 295275"/>
                <a:gd name="csX184" fmla="*/ 253765 w 704850"/>
                <a:gd name="csY184" fmla="*/ 173697 h 295275"/>
                <a:gd name="csX185" fmla="*/ 255175 w 704850"/>
                <a:gd name="csY185" fmla="*/ 174373 h 295275"/>
                <a:gd name="csX186" fmla="*/ 256508 w 704850"/>
                <a:gd name="csY186" fmla="*/ 175049 h 295275"/>
                <a:gd name="csX187" fmla="*/ 257918 w 704850"/>
                <a:gd name="csY187" fmla="*/ 175725 h 295275"/>
                <a:gd name="csX188" fmla="*/ 259318 w 704850"/>
                <a:gd name="csY188" fmla="*/ 176344 h 295275"/>
                <a:gd name="csX189" fmla="*/ 260652 w 704850"/>
                <a:gd name="csY189" fmla="*/ 176964 h 295275"/>
                <a:gd name="csX190" fmla="*/ 262062 w 704850"/>
                <a:gd name="csY190" fmla="*/ 177583 h 295275"/>
                <a:gd name="csX191" fmla="*/ 263395 w 704850"/>
                <a:gd name="csY191" fmla="*/ 178135 h 295275"/>
                <a:gd name="csX192" fmla="*/ 264804 w 704850"/>
                <a:gd name="csY192" fmla="*/ 178688 h 295275"/>
                <a:gd name="csX193" fmla="*/ 266205 w 704850"/>
                <a:gd name="csY193" fmla="*/ 179240 h 295275"/>
                <a:gd name="csX194" fmla="*/ 267548 w 704850"/>
                <a:gd name="csY194" fmla="*/ 179802 h 295275"/>
                <a:gd name="csX195" fmla="*/ 268948 w 704850"/>
                <a:gd name="csY195" fmla="*/ 180354 h 295275"/>
                <a:gd name="csX196" fmla="*/ 270348 w 704850"/>
                <a:gd name="csY196" fmla="*/ 180850 h 295275"/>
                <a:gd name="csX197" fmla="*/ 271691 w 704850"/>
                <a:gd name="csY197" fmla="*/ 181345 h 295275"/>
                <a:gd name="csX198" fmla="*/ 273091 w 704850"/>
                <a:gd name="csY198" fmla="*/ 181831 h 295275"/>
                <a:gd name="csX199" fmla="*/ 274435 w 704850"/>
                <a:gd name="csY199" fmla="*/ 182269 h 295275"/>
                <a:gd name="csX200" fmla="*/ 275835 w 704850"/>
                <a:gd name="csY200" fmla="*/ 182698 h 295275"/>
                <a:gd name="csX201" fmla="*/ 277244 w 704850"/>
                <a:gd name="csY201" fmla="*/ 183126 h 295275"/>
                <a:gd name="csX202" fmla="*/ 278578 w 704850"/>
                <a:gd name="csY202" fmla="*/ 183564 h 295275"/>
                <a:gd name="csX203" fmla="*/ 279978 w 704850"/>
                <a:gd name="csY203" fmla="*/ 183926 h 295275"/>
                <a:gd name="csX204" fmla="*/ 281388 w 704850"/>
                <a:gd name="csY204" fmla="*/ 184298 h 295275"/>
                <a:gd name="csX205" fmla="*/ 282721 w 704850"/>
                <a:gd name="csY205" fmla="*/ 184669 h 295275"/>
                <a:gd name="csX206" fmla="*/ 284131 w 704850"/>
                <a:gd name="csY206" fmla="*/ 184984 h 295275"/>
                <a:gd name="csX207" fmla="*/ 285464 w 704850"/>
                <a:gd name="csY207" fmla="*/ 185346 h 295275"/>
                <a:gd name="csX208" fmla="*/ 286874 w 704850"/>
                <a:gd name="csY208" fmla="*/ 185660 h 295275"/>
                <a:gd name="csX209" fmla="*/ 288274 w 704850"/>
                <a:gd name="csY209" fmla="*/ 185907 h 295275"/>
                <a:gd name="csX210" fmla="*/ 289617 w 704850"/>
                <a:gd name="csY210" fmla="*/ 186212 h 295275"/>
                <a:gd name="csX211" fmla="*/ 291017 w 704850"/>
                <a:gd name="csY211" fmla="*/ 186460 h 295275"/>
                <a:gd name="csX212" fmla="*/ 292418 w 704850"/>
                <a:gd name="csY212" fmla="*/ 186708 h 295275"/>
                <a:gd name="csX213" fmla="*/ 293761 w 704850"/>
                <a:gd name="csY213" fmla="*/ 186955 h 295275"/>
                <a:gd name="csX214" fmla="*/ 295161 w 704850"/>
                <a:gd name="csY214" fmla="*/ 187136 h 295275"/>
                <a:gd name="csX215" fmla="*/ 296504 w 704850"/>
                <a:gd name="csY215" fmla="*/ 187327 h 295275"/>
                <a:gd name="csX216" fmla="*/ 297904 w 704850"/>
                <a:gd name="csY216" fmla="*/ 187508 h 295275"/>
                <a:gd name="csX217" fmla="*/ 299304 w 704850"/>
                <a:gd name="csY217" fmla="*/ 187689 h 295275"/>
                <a:gd name="csX218" fmla="*/ 300647 w 704850"/>
                <a:gd name="csY218" fmla="*/ 187813 h 295275"/>
                <a:gd name="csX219" fmla="*/ 302047 w 704850"/>
                <a:gd name="csY219" fmla="*/ 188003 h 295275"/>
                <a:gd name="csX220" fmla="*/ 303457 w 704850"/>
                <a:gd name="csY220" fmla="*/ 188127 h 295275"/>
                <a:gd name="csX221" fmla="*/ 304790 w 704850"/>
                <a:gd name="csY221" fmla="*/ 188251 h 295275"/>
                <a:gd name="csX222" fmla="*/ 306200 w 704850"/>
                <a:gd name="csY222" fmla="*/ 188308 h 295275"/>
                <a:gd name="csX223" fmla="*/ 307534 w 704850"/>
                <a:gd name="csY223" fmla="*/ 188432 h 295275"/>
                <a:gd name="csX224" fmla="*/ 308944 w 704850"/>
                <a:gd name="csY224" fmla="*/ 188498 h 295275"/>
                <a:gd name="csX225" fmla="*/ 310343 w 704850"/>
                <a:gd name="csY225" fmla="*/ 188556 h 295275"/>
                <a:gd name="csX226" fmla="*/ 311677 w 704850"/>
                <a:gd name="csY226" fmla="*/ 188622 h 295275"/>
                <a:gd name="csX227" fmla="*/ 313087 w 704850"/>
                <a:gd name="csY227" fmla="*/ 188679 h 295275"/>
                <a:gd name="csX228" fmla="*/ 314487 w 704850"/>
                <a:gd name="csY228" fmla="*/ 188746 h 295275"/>
                <a:gd name="csX229" fmla="*/ 315830 w 704850"/>
                <a:gd name="csY229" fmla="*/ 188746 h 295275"/>
                <a:gd name="csX230" fmla="*/ 317230 w 704850"/>
                <a:gd name="csY230" fmla="*/ 188803 h 295275"/>
                <a:gd name="csX231" fmla="*/ 318573 w 704850"/>
                <a:gd name="csY231" fmla="*/ 188803 h 295275"/>
                <a:gd name="csX232" fmla="*/ 319973 w 704850"/>
                <a:gd name="csY232" fmla="*/ 188803 h 295275"/>
                <a:gd name="csX233" fmla="*/ 321374 w 704850"/>
                <a:gd name="csY233" fmla="*/ 188803 h 295275"/>
                <a:gd name="csX234" fmla="*/ 322717 w 704850"/>
                <a:gd name="csY234" fmla="*/ 188803 h 295275"/>
                <a:gd name="csX235" fmla="*/ 324117 w 704850"/>
                <a:gd name="csY235" fmla="*/ 188803 h 295275"/>
                <a:gd name="csX236" fmla="*/ 325526 w 704850"/>
                <a:gd name="csY236" fmla="*/ 188803 h 295275"/>
                <a:gd name="csX237" fmla="*/ 326860 w 704850"/>
                <a:gd name="csY237" fmla="*/ 188803 h 295275"/>
                <a:gd name="csX238" fmla="*/ 328270 w 704850"/>
                <a:gd name="csY238" fmla="*/ 188803 h 295275"/>
                <a:gd name="csX239" fmla="*/ 329603 w 704850"/>
                <a:gd name="csY239" fmla="*/ 188746 h 295275"/>
                <a:gd name="csX240" fmla="*/ 331003 w 704850"/>
                <a:gd name="csY240" fmla="*/ 188746 h 295275"/>
                <a:gd name="csX241" fmla="*/ 332413 w 704850"/>
                <a:gd name="csY241" fmla="*/ 188746 h 295275"/>
                <a:gd name="csX242" fmla="*/ 333747 w 704850"/>
                <a:gd name="csY242" fmla="*/ 188679 h 295275"/>
                <a:gd name="csX243" fmla="*/ 335156 w 704850"/>
                <a:gd name="csY243" fmla="*/ 188679 h 295275"/>
                <a:gd name="csX244" fmla="*/ 336556 w 704850"/>
                <a:gd name="csY244" fmla="*/ 188622 h 295275"/>
                <a:gd name="csX245" fmla="*/ 337899 w 704850"/>
                <a:gd name="csY245" fmla="*/ 188622 h 295275"/>
                <a:gd name="csX246" fmla="*/ 339300 w 704850"/>
                <a:gd name="csY246" fmla="*/ 188622 h 295275"/>
                <a:gd name="csX247" fmla="*/ 340643 w 704850"/>
                <a:gd name="csY247" fmla="*/ 188556 h 295275"/>
                <a:gd name="csX248" fmla="*/ 342043 w 704850"/>
                <a:gd name="csY248" fmla="*/ 188556 h 295275"/>
                <a:gd name="csX249" fmla="*/ 343443 w 704850"/>
                <a:gd name="csY249" fmla="*/ 188498 h 295275"/>
                <a:gd name="csX250" fmla="*/ 344786 w 704850"/>
                <a:gd name="csY250" fmla="*/ 188498 h 295275"/>
                <a:gd name="csX251" fmla="*/ 346186 w 704850"/>
                <a:gd name="csY251" fmla="*/ 188498 h 295275"/>
                <a:gd name="csX252" fmla="*/ 347596 w 704850"/>
                <a:gd name="csY252" fmla="*/ 188432 h 295275"/>
                <a:gd name="csX253" fmla="*/ 348929 w 704850"/>
                <a:gd name="csY253" fmla="*/ 188432 h 295275"/>
                <a:gd name="csX254" fmla="*/ 350329 w 704850"/>
                <a:gd name="csY254" fmla="*/ 188432 h 295275"/>
                <a:gd name="csX255" fmla="*/ 351672 w 704850"/>
                <a:gd name="csY255" fmla="*/ 188432 h 295275"/>
                <a:gd name="csX256" fmla="*/ 353073 w 704850"/>
                <a:gd name="csY256" fmla="*/ 188374 h 295275"/>
                <a:gd name="csX257" fmla="*/ 354483 w 704850"/>
                <a:gd name="csY257" fmla="*/ 188374 h 295275"/>
                <a:gd name="csX258" fmla="*/ 355816 w 704850"/>
                <a:gd name="csY258" fmla="*/ 188374 h 295275"/>
                <a:gd name="csX259" fmla="*/ 357225 w 704850"/>
                <a:gd name="csY259" fmla="*/ 188374 h 295275"/>
                <a:gd name="csX260" fmla="*/ 358626 w 704850"/>
                <a:gd name="csY260" fmla="*/ 188374 h 295275"/>
                <a:gd name="csX261" fmla="*/ 359969 w 704850"/>
                <a:gd name="csY261" fmla="*/ 188308 h 295275"/>
                <a:gd name="csX262" fmla="*/ 361369 w 704850"/>
                <a:gd name="csY262" fmla="*/ 188308 h 295275"/>
                <a:gd name="csX263" fmla="*/ 362702 w 704850"/>
                <a:gd name="csY263" fmla="*/ 188308 h 295275"/>
                <a:gd name="csX264" fmla="*/ 364112 w 704850"/>
                <a:gd name="csY264" fmla="*/ 188308 h 295275"/>
                <a:gd name="csX265" fmla="*/ 365512 w 704850"/>
                <a:gd name="csY265" fmla="*/ 188308 h 295275"/>
                <a:gd name="csX266" fmla="*/ 366856 w 704850"/>
                <a:gd name="csY266" fmla="*/ 188308 h 295275"/>
                <a:gd name="csX267" fmla="*/ 368256 w 704850"/>
                <a:gd name="csY267" fmla="*/ 188251 h 295275"/>
                <a:gd name="csX268" fmla="*/ 369656 w 704850"/>
                <a:gd name="csY268" fmla="*/ 188251 h 295275"/>
                <a:gd name="csX269" fmla="*/ 370999 w 704850"/>
                <a:gd name="csY269" fmla="*/ 188251 h 295275"/>
                <a:gd name="csX270" fmla="*/ 372399 w 704850"/>
                <a:gd name="csY270" fmla="*/ 188251 h 295275"/>
                <a:gd name="csX271" fmla="*/ 373809 w 704850"/>
                <a:gd name="csY271" fmla="*/ 188184 h 295275"/>
                <a:gd name="csX272" fmla="*/ 375142 w 704850"/>
                <a:gd name="csY272" fmla="*/ 188184 h 295275"/>
                <a:gd name="csX273" fmla="*/ 376552 w 704850"/>
                <a:gd name="csY273" fmla="*/ 188127 h 295275"/>
                <a:gd name="csX274" fmla="*/ 377885 w 704850"/>
                <a:gd name="csY274" fmla="*/ 188127 h 295275"/>
                <a:gd name="csX275" fmla="*/ 379295 w 704850"/>
                <a:gd name="csY275" fmla="*/ 188060 h 295275"/>
                <a:gd name="csX276" fmla="*/ 380695 w 704850"/>
                <a:gd name="csY276" fmla="*/ 188003 h 295275"/>
                <a:gd name="csX277" fmla="*/ 382029 w 704850"/>
                <a:gd name="csY277" fmla="*/ 187936 h 295275"/>
                <a:gd name="csX278" fmla="*/ 383438 w 704850"/>
                <a:gd name="csY278" fmla="*/ 187879 h 295275"/>
                <a:gd name="csX279" fmla="*/ 384839 w 704850"/>
                <a:gd name="csY279" fmla="*/ 187813 h 295275"/>
                <a:gd name="csX280" fmla="*/ 386182 w 704850"/>
                <a:gd name="csY280" fmla="*/ 187689 h 295275"/>
                <a:gd name="csX281" fmla="*/ 387582 w 704850"/>
                <a:gd name="csY281" fmla="*/ 187632 h 295275"/>
                <a:gd name="csX282" fmla="*/ 388925 w 704850"/>
                <a:gd name="csY282" fmla="*/ 187508 h 295275"/>
                <a:gd name="csX283" fmla="*/ 390325 w 704850"/>
                <a:gd name="csY283" fmla="*/ 187384 h 295275"/>
                <a:gd name="csX284" fmla="*/ 391725 w 704850"/>
                <a:gd name="csY284" fmla="*/ 187260 h 295275"/>
                <a:gd name="csX285" fmla="*/ 393068 w 704850"/>
                <a:gd name="csY285" fmla="*/ 187136 h 295275"/>
                <a:gd name="csX286" fmla="*/ 394469 w 704850"/>
                <a:gd name="csY286" fmla="*/ 187012 h 295275"/>
                <a:gd name="csX287" fmla="*/ 395868 w 704850"/>
                <a:gd name="csY287" fmla="*/ 186832 h 295275"/>
                <a:gd name="csX288" fmla="*/ 397211 w 704850"/>
                <a:gd name="csY288" fmla="*/ 186641 h 295275"/>
                <a:gd name="csX289" fmla="*/ 398612 w 704850"/>
                <a:gd name="csY289" fmla="*/ 186460 h 295275"/>
                <a:gd name="csX290" fmla="*/ 399955 w 704850"/>
                <a:gd name="csY290" fmla="*/ 186212 h 295275"/>
                <a:gd name="csX291" fmla="*/ 401355 w 704850"/>
                <a:gd name="csY291" fmla="*/ 186031 h 295275"/>
                <a:gd name="csX292" fmla="*/ 402765 w 704850"/>
                <a:gd name="csY292" fmla="*/ 185784 h 295275"/>
                <a:gd name="csX293" fmla="*/ 404098 w 704850"/>
                <a:gd name="csY293" fmla="*/ 185469 h 295275"/>
                <a:gd name="csX294" fmla="*/ 405508 w 704850"/>
                <a:gd name="csY294" fmla="*/ 185231 h 295275"/>
                <a:gd name="csX295" fmla="*/ 406908 w 704850"/>
                <a:gd name="csY295" fmla="*/ 184917 h 295275"/>
                <a:gd name="csX296" fmla="*/ 408251 w 704850"/>
                <a:gd name="csY296" fmla="*/ 184612 h 295275"/>
                <a:gd name="csX297" fmla="*/ 409651 w 704850"/>
                <a:gd name="csY297" fmla="*/ 184241 h 295275"/>
                <a:gd name="csX298" fmla="*/ 410994 w 704850"/>
                <a:gd name="csY298" fmla="*/ 183926 h 295275"/>
                <a:gd name="csX299" fmla="*/ 412394 w 704850"/>
                <a:gd name="csY299" fmla="*/ 183564 h 295275"/>
                <a:gd name="csX300" fmla="*/ 413795 w 704850"/>
                <a:gd name="csY300" fmla="*/ 183126 h 295275"/>
                <a:gd name="csX301" fmla="*/ 415138 w 704850"/>
                <a:gd name="csY301" fmla="*/ 182698 h 295275"/>
                <a:gd name="csX302" fmla="*/ 416538 w 704850"/>
                <a:gd name="csY302" fmla="*/ 182269 h 295275"/>
                <a:gd name="csX303" fmla="*/ 417938 w 704850"/>
                <a:gd name="csY303" fmla="*/ 181831 h 295275"/>
                <a:gd name="csX304" fmla="*/ 419281 w 704850"/>
                <a:gd name="csY304" fmla="*/ 181345 h 295275"/>
                <a:gd name="csX305" fmla="*/ 420681 w 704850"/>
                <a:gd name="csY305" fmla="*/ 180850 h 295275"/>
                <a:gd name="csX306" fmla="*/ 422024 w 704850"/>
                <a:gd name="csY306" fmla="*/ 180354 h 295275"/>
                <a:gd name="csX307" fmla="*/ 423424 w 704850"/>
                <a:gd name="csY307" fmla="*/ 179802 h 295275"/>
                <a:gd name="csX308" fmla="*/ 424834 w 704850"/>
                <a:gd name="csY308" fmla="*/ 179240 h 295275"/>
                <a:gd name="csX309" fmla="*/ 426168 w 704850"/>
                <a:gd name="csY309" fmla="*/ 178630 h 295275"/>
                <a:gd name="csX310" fmla="*/ 427578 w 704850"/>
                <a:gd name="csY310" fmla="*/ 178011 h 295275"/>
                <a:gd name="csX311" fmla="*/ 428978 w 704850"/>
                <a:gd name="csY311" fmla="*/ 177392 h 295275"/>
                <a:gd name="csX312" fmla="*/ 430311 w 704850"/>
                <a:gd name="csY312" fmla="*/ 176773 h 295275"/>
                <a:gd name="csX313" fmla="*/ 431721 w 704850"/>
                <a:gd name="csY313" fmla="*/ 176097 h 295275"/>
                <a:gd name="csX314" fmla="*/ 433054 w 704850"/>
                <a:gd name="csY314" fmla="*/ 175421 h 295275"/>
                <a:gd name="csX315" fmla="*/ 434464 w 704850"/>
                <a:gd name="csY315" fmla="*/ 174678 h 295275"/>
                <a:gd name="csX316" fmla="*/ 435864 w 704850"/>
                <a:gd name="csY316" fmla="*/ 173944 h 295275"/>
                <a:gd name="csX317" fmla="*/ 437207 w 704850"/>
                <a:gd name="csY317" fmla="*/ 173201 h 295275"/>
                <a:gd name="csX318" fmla="*/ 438607 w 704850"/>
                <a:gd name="csY318" fmla="*/ 172401 h 295275"/>
                <a:gd name="csX319" fmla="*/ 440008 w 704850"/>
                <a:gd name="csY319" fmla="*/ 171601 h 295275"/>
                <a:gd name="csX320" fmla="*/ 441351 w 704850"/>
                <a:gd name="csY320" fmla="*/ 170791 h 295275"/>
                <a:gd name="csX321" fmla="*/ 442751 w 704850"/>
                <a:gd name="csY321" fmla="*/ 169991 h 295275"/>
                <a:gd name="csX322" fmla="*/ 444093 w 704850"/>
                <a:gd name="csY322" fmla="*/ 169134 h 295275"/>
                <a:gd name="csX323" fmla="*/ 445494 w 704850"/>
                <a:gd name="csY323" fmla="*/ 168210 h 295275"/>
                <a:gd name="csX324" fmla="*/ 446894 w 704850"/>
                <a:gd name="csY324" fmla="*/ 167343 h 295275"/>
                <a:gd name="csX325" fmla="*/ 448237 w 704850"/>
                <a:gd name="csY325" fmla="*/ 166419 h 295275"/>
                <a:gd name="csX326" fmla="*/ 449637 w 704850"/>
                <a:gd name="csY326" fmla="*/ 165429 h 295275"/>
                <a:gd name="csX327" fmla="*/ 451047 w 704850"/>
                <a:gd name="csY327" fmla="*/ 164505 h 295275"/>
                <a:gd name="csX328" fmla="*/ 452380 w 704850"/>
                <a:gd name="csY328" fmla="*/ 163514 h 295275"/>
                <a:gd name="csX329" fmla="*/ 453790 w 704850"/>
                <a:gd name="csY329" fmla="*/ 162533 h 295275"/>
                <a:gd name="csX330" fmla="*/ 455124 w 704850"/>
                <a:gd name="csY330" fmla="*/ 161485 h 295275"/>
                <a:gd name="csX331" fmla="*/ 456533 w 704850"/>
                <a:gd name="csY331" fmla="*/ 160438 h 295275"/>
                <a:gd name="csX332" fmla="*/ 457933 w 704850"/>
                <a:gd name="csY332" fmla="*/ 159390 h 295275"/>
                <a:gd name="csX333" fmla="*/ 459276 w 704850"/>
                <a:gd name="csY333" fmla="*/ 158275 h 295275"/>
                <a:gd name="csX334" fmla="*/ 460677 w 704850"/>
                <a:gd name="csY334" fmla="*/ 157171 h 295275"/>
                <a:gd name="csX335" fmla="*/ 462077 w 704850"/>
                <a:gd name="csY335" fmla="*/ 155999 h 295275"/>
                <a:gd name="csX336" fmla="*/ 463420 w 704850"/>
                <a:gd name="csY336" fmla="*/ 154885 h 295275"/>
                <a:gd name="csX337" fmla="*/ 464820 w 704850"/>
                <a:gd name="csY337" fmla="*/ 153713 h 295275"/>
                <a:gd name="csX338" fmla="*/ 466163 w 704850"/>
                <a:gd name="csY338" fmla="*/ 152484 h 295275"/>
                <a:gd name="csX339" fmla="*/ 467564 w 704850"/>
                <a:gd name="csY339" fmla="*/ 151246 h 295275"/>
                <a:gd name="csX340" fmla="*/ 468963 w 704850"/>
                <a:gd name="csY340" fmla="*/ 150017 h 295275"/>
                <a:gd name="csX341" fmla="*/ 470306 w 704850"/>
                <a:gd name="csY341" fmla="*/ 148722 h 295275"/>
                <a:gd name="csX342" fmla="*/ 471707 w 704850"/>
                <a:gd name="csY342" fmla="*/ 147426 h 295275"/>
                <a:gd name="csX343" fmla="*/ 473116 w 704850"/>
                <a:gd name="csY343" fmla="*/ 146131 h 295275"/>
                <a:gd name="csX344" fmla="*/ 474450 w 704850"/>
                <a:gd name="csY344" fmla="*/ 144712 h 295275"/>
                <a:gd name="csX345" fmla="*/ 475860 w 704850"/>
                <a:gd name="csY345" fmla="*/ 143350 h 295275"/>
                <a:gd name="csX346" fmla="*/ 477193 w 704850"/>
                <a:gd name="csY346" fmla="*/ 141931 h 295275"/>
                <a:gd name="csX347" fmla="*/ 478593 w 704850"/>
                <a:gd name="csY347" fmla="*/ 140454 h 295275"/>
                <a:gd name="csX348" fmla="*/ 480003 w 704850"/>
                <a:gd name="csY348" fmla="*/ 138978 h 295275"/>
                <a:gd name="csX349" fmla="*/ 481337 w 704850"/>
                <a:gd name="csY349" fmla="*/ 137492 h 295275"/>
                <a:gd name="csX350" fmla="*/ 482746 w 704850"/>
                <a:gd name="csY350" fmla="*/ 135949 h 295275"/>
                <a:gd name="csX351" fmla="*/ 484146 w 704850"/>
                <a:gd name="csY351" fmla="*/ 134349 h 295275"/>
                <a:gd name="csX352" fmla="*/ 485489 w 704850"/>
                <a:gd name="csY352" fmla="*/ 132682 h 295275"/>
                <a:gd name="csX353" fmla="*/ 486890 w 704850"/>
                <a:gd name="csY353" fmla="*/ 131082 h 295275"/>
                <a:gd name="csX354" fmla="*/ 488233 w 704850"/>
                <a:gd name="csY354" fmla="*/ 129358 h 295275"/>
                <a:gd name="csX355" fmla="*/ 489633 w 704850"/>
                <a:gd name="csY355" fmla="*/ 127624 h 295275"/>
                <a:gd name="csX356" fmla="*/ 491033 w 704850"/>
                <a:gd name="csY356" fmla="*/ 125843 h 295275"/>
                <a:gd name="csX357" fmla="*/ 492376 w 704850"/>
                <a:gd name="csY357" fmla="*/ 123985 h 295275"/>
                <a:gd name="csX358" fmla="*/ 493776 w 704850"/>
                <a:gd name="csY358" fmla="*/ 122081 h 295275"/>
                <a:gd name="csX359" fmla="*/ 495186 w 704850"/>
                <a:gd name="csY359" fmla="*/ 120166 h 295275"/>
                <a:gd name="csX360" fmla="*/ 496519 w 704850"/>
                <a:gd name="csY360" fmla="*/ 118194 h 295275"/>
                <a:gd name="csX361" fmla="*/ 497919 w 704850"/>
                <a:gd name="csY361" fmla="*/ 116213 h 295275"/>
                <a:gd name="csX362" fmla="*/ 499263 w 704850"/>
                <a:gd name="csY362" fmla="*/ 114118 h 295275"/>
                <a:gd name="csX363" fmla="*/ 500663 w 704850"/>
                <a:gd name="csY363" fmla="*/ 112022 h 295275"/>
                <a:gd name="csX364" fmla="*/ 502072 w 704850"/>
                <a:gd name="csY364" fmla="*/ 109803 h 295275"/>
                <a:gd name="csX365" fmla="*/ 503406 w 704850"/>
                <a:gd name="csY365" fmla="*/ 107583 h 295275"/>
                <a:gd name="csX366" fmla="*/ 504815 w 704850"/>
                <a:gd name="csY366" fmla="*/ 105364 h 295275"/>
                <a:gd name="csX367" fmla="*/ 506216 w 704850"/>
                <a:gd name="csY367" fmla="*/ 103021 h 295275"/>
                <a:gd name="csX368" fmla="*/ 507559 w 704850"/>
                <a:gd name="csY368" fmla="*/ 100611 h 295275"/>
                <a:gd name="csX369" fmla="*/ 508959 w 704850"/>
                <a:gd name="csY369" fmla="*/ 98211 h 295275"/>
                <a:gd name="csX370" fmla="*/ 510302 w 704850"/>
                <a:gd name="csY370" fmla="*/ 95744 h 295275"/>
                <a:gd name="csX371" fmla="*/ 511702 w 704850"/>
                <a:gd name="csY371" fmla="*/ 93153 h 295275"/>
                <a:gd name="csX372" fmla="*/ 513102 w 704850"/>
                <a:gd name="csY372" fmla="*/ 90629 h 295275"/>
                <a:gd name="csX373" fmla="*/ 514446 w 704850"/>
                <a:gd name="csY373" fmla="*/ 87972 h 295275"/>
                <a:gd name="csX374" fmla="*/ 515845 w 704850"/>
                <a:gd name="csY374" fmla="*/ 85257 h 295275"/>
                <a:gd name="csX375" fmla="*/ 517246 w 704850"/>
                <a:gd name="csY375" fmla="*/ 82542 h 295275"/>
                <a:gd name="csX376" fmla="*/ 518589 w 704850"/>
                <a:gd name="csY376" fmla="*/ 79837 h 295275"/>
                <a:gd name="csX377" fmla="*/ 519989 w 704850"/>
                <a:gd name="csY377" fmla="*/ 76999 h 295275"/>
                <a:gd name="csX378" fmla="*/ 521332 w 704850"/>
                <a:gd name="csY378" fmla="*/ 74160 h 295275"/>
                <a:gd name="csX379" fmla="*/ 522732 w 704850"/>
                <a:gd name="csY379" fmla="*/ 71264 h 295275"/>
                <a:gd name="csX380" fmla="*/ 524142 w 704850"/>
                <a:gd name="csY380" fmla="*/ 68359 h 295275"/>
                <a:gd name="csX381" fmla="*/ 525475 w 704850"/>
                <a:gd name="csY381" fmla="*/ 65464 h 295275"/>
                <a:gd name="csX382" fmla="*/ 526885 w 704850"/>
                <a:gd name="csY382" fmla="*/ 62502 h 295275"/>
                <a:gd name="csX383" fmla="*/ 528285 w 704850"/>
                <a:gd name="csY383" fmla="*/ 59482 h 295275"/>
                <a:gd name="csX384" fmla="*/ 529628 w 704850"/>
                <a:gd name="csY384" fmla="*/ 56520 h 295275"/>
                <a:gd name="csX385" fmla="*/ 531028 w 704850"/>
                <a:gd name="csY385" fmla="*/ 53558 h 295275"/>
                <a:gd name="csX386" fmla="*/ 532362 w 704850"/>
                <a:gd name="csY386" fmla="*/ 50538 h 295275"/>
                <a:gd name="csX387" fmla="*/ 533772 w 704850"/>
                <a:gd name="csY387" fmla="*/ 47576 h 295275"/>
                <a:gd name="csX388" fmla="*/ 535172 w 704850"/>
                <a:gd name="csY388" fmla="*/ 44623 h 295275"/>
                <a:gd name="csX389" fmla="*/ 536515 w 704850"/>
                <a:gd name="csY389" fmla="*/ 41661 h 295275"/>
                <a:gd name="csX390" fmla="*/ 537915 w 704850"/>
                <a:gd name="csY390" fmla="*/ 38765 h 295275"/>
                <a:gd name="csX391" fmla="*/ 539315 w 704850"/>
                <a:gd name="csY391" fmla="*/ 35927 h 295275"/>
                <a:gd name="csX392" fmla="*/ 540658 w 704850"/>
                <a:gd name="csY392" fmla="*/ 33088 h 295275"/>
                <a:gd name="csX393" fmla="*/ 542058 w 704850"/>
                <a:gd name="csY393" fmla="*/ 30317 h 295275"/>
                <a:gd name="csX394" fmla="*/ 543468 w 704850"/>
                <a:gd name="csY394" fmla="*/ 27602 h 295275"/>
                <a:gd name="csX395" fmla="*/ 544801 w 704850"/>
                <a:gd name="csY395" fmla="*/ 24945 h 295275"/>
                <a:gd name="csX396" fmla="*/ 546211 w 704850"/>
                <a:gd name="csY396" fmla="*/ 22420 h 295275"/>
                <a:gd name="csX397" fmla="*/ 547545 w 704850"/>
                <a:gd name="csY397" fmla="*/ 19953 h 295275"/>
                <a:gd name="csX398" fmla="*/ 548954 w 704850"/>
                <a:gd name="csY398" fmla="*/ 17544 h 295275"/>
                <a:gd name="csX399" fmla="*/ 550354 w 704850"/>
                <a:gd name="csY399" fmla="*/ 15324 h 295275"/>
                <a:gd name="csX400" fmla="*/ 551688 w 704850"/>
                <a:gd name="csY400" fmla="*/ 13162 h 295275"/>
                <a:gd name="csX401" fmla="*/ 553098 w 704850"/>
                <a:gd name="csY401" fmla="*/ 11133 h 295275"/>
                <a:gd name="csX402" fmla="*/ 554498 w 704850"/>
                <a:gd name="csY402" fmla="*/ 9285 h 295275"/>
                <a:gd name="csX403" fmla="*/ 555841 w 704850"/>
                <a:gd name="csY403" fmla="*/ 7552 h 295275"/>
                <a:gd name="csX404" fmla="*/ 557241 w 704850"/>
                <a:gd name="csY404" fmla="*/ 5952 h 295275"/>
                <a:gd name="csX405" fmla="*/ 558584 w 704850"/>
                <a:gd name="csY405" fmla="*/ 4533 h 295275"/>
                <a:gd name="csX406" fmla="*/ 559985 w 704850"/>
                <a:gd name="csY406" fmla="*/ 3361 h 295275"/>
                <a:gd name="csX407" fmla="*/ 561385 w 704850"/>
                <a:gd name="csY407" fmla="*/ 2256 h 295275"/>
                <a:gd name="csX408" fmla="*/ 562727 w 704850"/>
                <a:gd name="csY408" fmla="*/ 1389 h 295275"/>
                <a:gd name="csX409" fmla="*/ 564128 w 704850"/>
                <a:gd name="csY409" fmla="*/ 713 h 295275"/>
                <a:gd name="csX410" fmla="*/ 565537 w 704850"/>
                <a:gd name="csY410" fmla="*/ 275 h 295275"/>
                <a:gd name="csX411" fmla="*/ 566871 w 704850"/>
                <a:gd name="csY411" fmla="*/ -30 h 295275"/>
                <a:gd name="csX412" fmla="*/ 568271 w 704850"/>
                <a:gd name="csY412" fmla="*/ -30 h 295275"/>
                <a:gd name="csX413" fmla="*/ 569614 w 704850"/>
                <a:gd name="csY413" fmla="*/ 94 h 295275"/>
                <a:gd name="csX414" fmla="*/ 571014 w 704850"/>
                <a:gd name="csY414" fmla="*/ 465 h 295275"/>
                <a:gd name="csX415" fmla="*/ 572424 w 704850"/>
                <a:gd name="csY415" fmla="*/ 1084 h 295275"/>
                <a:gd name="csX416" fmla="*/ 573758 w 704850"/>
                <a:gd name="csY416" fmla="*/ 1942 h 295275"/>
                <a:gd name="csX417" fmla="*/ 575167 w 704850"/>
                <a:gd name="csY417" fmla="*/ 2989 h 295275"/>
                <a:gd name="csX418" fmla="*/ 576567 w 704850"/>
                <a:gd name="csY418" fmla="*/ 4351 h 295275"/>
                <a:gd name="csX419" fmla="*/ 577910 w 704850"/>
                <a:gd name="csY419" fmla="*/ 5895 h 295275"/>
                <a:gd name="csX420" fmla="*/ 579311 w 704850"/>
                <a:gd name="csY420" fmla="*/ 7676 h 295275"/>
                <a:gd name="csX421" fmla="*/ 580654 w 704850"/>
                <a:gd name="csY421" fmla="*/ 9647 h 295275"/>
                <a:gd name="csX422" fmla="*/ 582054 w 704850"/>
                <a:gd name="csY422" fmla="*/ 12000 h 295275"/>
                <a:gd name="csX423" fmla="*/ 583454 w 704850"/>
                <a:gd name="csY423" fmla="*/ 14467 h 295275"/>
                <a:gd name="csX424" fmla="*/ 584797 w 704850"/>
                <a:gd name="csY424" fmla="*/ 17115 h 295275"/>
                <a:gd name="csX425" fmla="*/ 586197 w 704850"/>
                <a:gd name="csY425" fmla="*/ 20077 h 295275"/>
                <a:gd name="csX426" fmla="*/ 587597 w 704850"/>
                <a:gd name="csY426" fmla="*/ 23221 h 295275"/>
                <a:gd name="csX427" fmla="*/ 588940 w 704850"/>
                <a:gd name="csY427" fmla="*/ 26545 h 295275"/>
                <a:gd name="csX428" fmla="*/ 590340 w 704850"/>
                <a:gd name="csY428" fmla="*/ 30193 h 295275"/>
                <a:gd name="csX429" fmla="*/ 591683 w 704850"/>
                <a:gd name="csY429" fmla="*/ 33946 h 295275"/>
                <a:gd name="csX430" fmla="*/ 593084 w 704850"/>
                <a:gd name="csY430" fmla="*/ 37899 h 295275"/>
                <a:gd name="csX431" fmla="*/ 594494 w 704850"/>
                <a:gd name="csY431" fmla="*/ 42032 h 295275"/>
                <a:gd name="csX432" fmla="*/ 595827 w 704850"/>
                <a:gd name="csY432" fmla="*/ 46404 h 295275"/>
                <a:gd name="csX433" fmla="*/ 597236 w 704850"/>
                <a:gd name="csY433" fmla="*/ 50843 h 295275"/>
                <a:gd name="csX434" fmla="*/ 598637 w 704850"/>
                <a:gd name="csY434" fmla="*/ 55472 h 295275"/>
                <a:gd name="csX435" fmla="*/ 599980 w 704850"/>
                <a:gd name="csY435" fmla="*/ 60349 h 295275"/>
                <a:gd name="csX436" fmla="*/ 601380 w 704850"/>
                <a:gd name="csY436" fmla="*/ 65216 h 295275"/>
                <a:gd name="csX437" fmla="*/ 602713 w 704850"/>
                <a:gd name="csY437" fmla="*/ 70274 h 295275"/>
                <a:gd name="csX438" fmla="*/ 604123 w 704850"/>
                <a:gd name="csY438" fmla="*/ 75456 h 295275"/>
                <a:gd name="csX439" fmla="*/ 605523 w 704850"/>
                <a:gd name="csY439" fmla="*/ 80761 h 295275"/>
                <a:gd name="csX440" fmla="*/ 606867 w 704850"/>
                <a:gd name="csY440" fmla="*/ 86057 h 295275"/>
                <a:gd name="csX441" fmla="*/ 608267 w 704850"/>
                <a:gd name="csY441" fmla="*/ 91553 h 295275"/>
                <a:gd name="csX442" fmla="*/ 609666 w 704850"/>
                <a:gd name="csY442" fmla="*/ 97039 h 295275"/>
                <a:gd name="csX443" fmla="*/ 611010 w 704850"/>
                <a:gd name="csY443" fmla="*/ 102592 h 295275"/>
                <a:gd name="csX444" fmla="*/ 612410 w 704850"/>
                <a:gd name="csY444" fmla="*/ 108203 h 295275"/>
                <a:gd name="csX445" fmla="*/ 613753 w 704850"/>
                <a:gd name="csY445" fmla="*/ 113813 h 295275"/>
                <a:gd name="csX446" fmla="*/ 615153 w 704850"/>
                <a:gd name="csY446" fmla="*/ 119490 h 295275"/>
                <a:gd name="csX447" fmla="*/ 616553 w 704850"/>
                <a:gd name="csY447" fmla="*/ 125100 h 295275"/>
                <a:gd name="csX448" fmla="*/ 617896 w 704850"/>
                <a:gd name="csY448" fmla="*/ 130777 h 295275"/>
                <a:gd name="csX449" fmla="*/ 619297 w 704850"/>
                <a:gd name="csY449" fmla="*/ 136387 h 295275"/>
                <a:gd name="csX450" fmla="*/ 620707 w 704850"/>
                <a:gd name="csY450" fmla="*/ 141997 h 295275"/>
                <a:gd name="csX451" fmla="*/ 622040 w 704850"/>
                <a:gd name="csY451" fmla="*/ 147550 h 295275"/>
                <a:gd name="csX452" fmla="*/ 623449 w 704850"/>
                <a:gd name="csY452" fmla="*/ 153094 h 295275"/>
                <a:gd name="csX453" fmla="*/ 624783 w 704850"/>
                <a:gd name="csY453" fmla="*/ 158590 h 295275"/>
                <a:gd name="csX454" fmla="*/ 626193 w 704850"/>
                <a:gd name="csY454" fmla="*/ 163952 h 295275"/>
                <a:gd name="csX455" fmla="*/ 627593 w 704850"/>
                <a:gd name="csY455" fmla="*/ 169315 h 295275"/>
                <a:gd name="csX456" fmla="*/ 628936 w 704850"/>
                <a:gd name="csY456" fmla="*/ 174554 h 295275"/>
                <a:gd name="csX457" fmla="*/ 630336 w 704850"/>
                <a:gd name="csY457" fmla="*/ 179678 h 295275"/>
                <a:gd name="csX458" fmla="*/ 631736 w 704850"/>
                <a:gd name="csY458" fmla="*/ 184736 h 295275"/>
                <a:gd name="csX459" fmla="*/ 633079 w 704850"/>
                <a:gd name="csY459" fmla="*/ 189727 h 295275"/>
                <a:gd name="csX460" fmla="*/ 634480 w 704850"/>
                <a:gd name="csY460" fmla="*/ 194537 h 295275"/>
                <a:gd name="csX461" fmla="*/ 635822 w 704850"/>
                <a:gd name="csY461" fmla="*/ 199290 h 295275"/>
                <a:gd name="csX462" fmla="*/ 637222 w 704850"/>
                <a:gd name="csY462" fmla="*/ 203910 h 295275"/>
                <a:gd name="csX463" fmla="*/ 638623 w 704850"/>
                <a:gd name="csY463" fmla="*/ 208415 h 295275"/>
                <a:gd name="csX464" fmla="*/ 639966 w 704850"/>
                <a:gd name="csY464" fmla="*/ 212730 h 295275"/>
                <a:gd name="csX465" fmla="*/ 641366 w 704850"/>
                <a:gd name="csY465" fmla="*/ 216988 h 295275"/>
                <a:gd name="csX466" fmla="*/ 642776 w 704850"/>
                <a:gd name="csY466" fmla="*/ 221121 h 295275"/>
                <a:gd name="csX467" fmla="*/ 644109 w 704850"/>
                <a:gd name="csY467" fmla="*/ 225065 h 295275"/>
                <a:gd name="csX468" fmla="*/ 645519 w 704850"/>
                <a:gd name="csY468" fmla="*/ 228884 h 295275"/>
                <a:gd name="csX469" fmla="*/ 646853 w 704850"/>
                <a:gd name="csY469" fmla="*/ 232590 h 295275"/>
                <a:gd name="csX470" fmla="*/ 648253 w 704850"/>
                <a:gd name="csY470" fmla="*/ 236104 h 295275"/>
                <a:gd name="csX471" fmla="*/ 649662 w 704850"/>
                <a:gd name="csY471" fmla="*/ 239495 h 295275"/>
                <a:gd name="csX472" fmla="*/ 650996 w 704850"/>
                <a:gd name="csY472" fmla="*/ 242829 h 295275"/>
                <a:gd name="csX473" fmla="*/ 652405 w 704850"/>
                <a:gd name="csY473" fmla="*/ 245972 h 295275"/>
                <a:gd name="csX474" fmla="*/ 653806 w 704850"/>
                <a:gd name="csY474" fmla="*/ 248934 h 295275"/>
                <a:gd name="csX475" fmla="*/ 655149 w 704850"/>
                <a:gd name="csY475" fmla="*/ 251830 h 295275"/>
                <a:gd name="csX476" fmla="*/ 656549 w 704850"/>
                <a:gd name="csY476" fmla="*/ 254602 h 295275"/>
                <a:gd name="csX477" fmla="*/ 657892 w 704850"/>
                <a:gd name="csY477" fmla="*/ 257193 h 295275"/>
                <a:gd name="csX478" fmla="*/ 659292 w 704850"/>
                <a:gd name="csY478" fmla="*/ 259660 h 295275"/>
                <a:gd name="csX479" fmla="*/ 660692 w 704850"/>
                <a:gd name="csY479" fmla="*/ 262069 h 295275"/>
                <a:gd name="csX480" fmla="*/ 662035 w 704850"/>
                <a:gd name="csY480" fmla="*/ 264289 h 295275"/>
                <a:gd name="csX481" fmla="*/ 663435 w 704850"/>
                <a:gd name="csY481" fmla="*/ 266384 h 295275"/>
                <a:gd name="csX482" fmla="*/ 664845 w 704850"/>
                <a:gd name="csY482" fmla="*/ 268423 h 295275"/>
                <a:gd name="csX483" fmla="*/ 666179 w 704850"/>
                <a:gd name="csY483" fmla="*/ 270328 h 295275"/>
                <a:gd name="csX484" fmla="*/ 667579 w 704850"/>
                <a:gd name="csY484" fmla="*/ 272118 h 295275"/>
                <a:gd name="csX485" fmla="*/ 668922 w 704850"/>
                <a:gd name="csY485" fmla="*/ 273785 h 295275"/>
                <a:gd name="csX486" fmla="*/ 670322 w 704850"/>
                <a:gd name="csY486" fmla="*/ 275385 h 295275"/>
                <a:gd name="csX487" fmla="*/ 671732 w 704850"/>
                <a:gd name="csY487" fmla="*/ 276871 h 295275"/>
                <a:gd name="csX488" fmla="*/ 673065 w 704850"/>
                <a:gd name="csY488" fmla="*/ 278291 h 295275"/>
                <a:gd name="csX489" fmla="*/ 674475 w 704850"/>
                <a:gd name="csY489" fmla="*/ 279576 h 295275"/>
                <a:gd name="csX490" fmla="*/ 675875 w 704850"/>
                <a:gd name="csY490" fmla="*/ 280815 h 295275"/>
                <a:gd name="csX491" fmla="*/ 677218 w 704850"/>
                <a:gd name="csY491" fmla="*/ 281986 h 295275"/>
                <a:gd name="csX492" fmla="*/ 678618 w 704850"/>
                <a:gd name="csY492" fmla="*/ 283034 h 295275"/>
                <a:gd name="csX493" fmla="*/ 679952 w 704850"/>
                <a:gd name="csY493" fmla="*/ 284024 h 295275"/>
                <a:gd name="csX494" fmla="*/ 681362 w 704850"/>
                <a:gd name="csY494" fmla="*/ 284949 h 295275"/>
                <a:gd name="csX495" fmla="*/ 682761 w 704850"/>
                <a:gd name="csY495" fmla="*/ 285806 h 295275"/>
                <a:gd name="csX496" fmla="*/ 684104 w 704850"/>
                <a:gd name="csY496" fmla="*/ 286615 h 295275"/>
                <a:gd name="csX497" fmla="*/ 685505 w 704850"/>
                <a:gd name="csY497" fmla="*/ 287349 h 295275"/>
                <a:gd name="csX498" fmla="*/ 686905 w 704850"/>
                <a:gd name="csY498" fmla="*/ 288035 h 295275"/>
                <a:gd name="csX499" fmla="*/ 688248 w 704850"/>
                <a:gd name="csY499" fmla="*/ 288644 h 295275"/>
                <a:gd name="csX500" fmla="*/ 689648 w 704850"/>
                <a:gd name="csY500" fmla="*/ 289263 h 295275"/>
                <a:gd name="csX501" fmla="*/ 690991 w 704850"/>
                <a:gd name="csY501" fmla="*/ 289816 h 295275"/>
                <a:gd name="csX502" fmla="*/ 692391 w 704850"/>
                <a:gd name="csY502" fmla="*/ 290311 h 295275"/>
                <a:gd name="csX503" fmla="*/ 693801 w 704850"/>
                <a:gd name="csY503" fmla="*/ 290740 h 295275"/>
                <a:gd name="csX504" fmla="*/ 695135 w 704850"/>
                <a:gd name="csY504" fmla="*/ 291178 h 295275"/>
                <a:gd name="csX505" fmla="*/ 696544 w 704850"/>
                <a:gd name="csY505" fmla="*/ 291549 h 295275"/>
                <a:gd name="csX506" fmla="*/ 697944 w 704850"/>
                <a:gd name="csY506" fmla="*/ 291911 h 295275"/>
                <a:gd name="csX507" fmla="*/ 699278 w 704850"/>
                <a:gd name="csY507" fmla="*/ 292226 h 295275"/>
                <a:gd name="csX508" fmla="*/ 700688 w 704850"/>
                <a:gd name="csY508" fmla="*/ 292530 h 295275"/>
                <a:gd name="csX509" fmla="*/ 702021 w 704850"/>
                <a:gd name="csY509" fmla="*/ 292778 h 295275"/>
                <a:gd name="csX510" fmla="*/ 703431 w 704850"/>
                <a:gd name="csY510" fmla="*/ 293026 h 295275"/>
                <a:gd name="csX511" fmla="*/ 704831 w 704850"/>
                <a:gd name="csY511" fmla="*/ 293273 h 295275"/>
                <a:gd name="csX512" fmla="*/ 704831 w 704850"/>
                <a:gd name="csY512" fmla="*/ 295245 h 295275"/>
                <a:gd name="csX513" fmla="*/ 703431 w 704850"/>
                <a:gd name="csY513" fmla="*/ 295245 h 295275"/>
                <a:gd name="csX514" fmla="*/ 702021 w 704850"/>
                <a:gd name="csY514" fmla="*/ 295245 h 295275"/>
                <a:gd name="csX515" fmla="*/ 700688 w 704850"/>
                <a:gd name="csY515" fmla="*/ 295245 h 295275"/>
                <a:gd name="csX516" fmla="*/ 699278 w 704850"/>
                <a:gd name="csY516" fmla="*/ 295245 h 295275"/>
                <a:gd name="csX517" fmla="*/ 697944 w 704850"/>
                <a:gd name="csY517" fmla="*/ 295245 h 295275"/>
                <a:gd name="csX518" fmla="*/ 696544 w 704850"/>
                <a:gd name="csY518" fmla="*/ 295245 h 295275"/>
                <a:gd name="csX519" fmla="*/ 695135 w 704850"/>
                <a:gd name="csY519" fmla="*/ 295245 h 295275"/>
                <a:gd name="csX520" fmla="*/ 693801 w 704850"/>
                <a:gd name="csY520" fmla="*/ 295245 h 295275"/>
                <a:gd name="csX521" fmla="*/ 692391 w 704850"/>
                <a:gd name="csY521" fmla="*/ 295245 h 295275"/>
                <a:gd name="csX522" fmla="*/ 690991 w 704850"/>
                <a:gd name="csY522" fmla="*/ 295245 h 295275"/>
                <a:gd name="csX523" fmla="*/ 689648 w 704850"/>
                <a:gd name="csY523" fmla="*/ 295245 h 295275"/>
                <a:gd name="csX524" fmla="*/ 688248 w 704850"/>
                <a:gd name="csY524" fmla="*/ 295245 h 295275"/>
                <a:gd name="csX525" fmla="*/ 686905 w 704850"/>
                <a:gd name="csY525" fmla="*/ 295245 h 295275"/>
                <a:gd name="csX526" fmla="*/ 685505 w 704850"/>
                <a:gd name="csY526" fmla="*/ 295245 h 295275"/>
                <a:gd name="csX527" fmla="*/ 684104 w 704850"/>
                <a:gd name="csY527" fmla="*/ 295245 h 295275"/>
                <a:gd name="csX528" fmla="*/ 682761 w 704850"/>
                <a:gd name="csY528" fmla="*/ 295245 h 295275"/>
                <a:gd name="csX529" fmla="*/ 681362 w 704850"/>
                <a:gd name="csY529" fmla="*/ 295245 h 295275"/>
                <a:gd name="csX530" fmla="*/ 679952 w 704850"/>
                <a:gd name="csY530" fmla="*/ 295245 h 295275"/>
                <a:gd name="csX531" fmla="*/ 678618 w 704850"/>
                <a:gd name="csY531" fmla="*/ 295245 h 295275"/>
                <a:gd name="csX532" fmla="*/ 677218 w 704850"/>
                <a:gd name="csY532" fmla="*/ 295245 h 295275"/>
                <a:gd name="csX533" fmla="*/ 675875 w 704850"/>
                <a:gd name="csY533" fmla="*/ 295245 h 295275"/>
                <a:gd name="csX534" fmla="*/ 674475 w 704850"/>
                <a:gd name="csY534" fmla="*/ 295245 h 295275"/>
                <a:gd name="csX535" fmla="*/ 673065 w 704850"/>
                <a:gd name="csY535" fmla="*/ 295245 h 295275"/>
                <a:gd name="csX536" fmla="*/ 671732 w 704850"/>
                <a:gd name="csY536" fmla="*/ 295245 h 295275"/>
                <a:gd name="csX537" fmla="*/ 670322 w 704850"/>
                <a:gd name="csY537" fmla="*/ 295245 h 295275"/>
                <a:gd name="csX538" fmla="*/ 668922 w 704850"/>
                <a:gd name="csY538" fmla="*/ 295245 h 295275"/>
                <a:gd name="csX539" fmla="*/ 667579 w 704850"/>
                <a:gd name="csY539" fmla="*/ 295245 h 295275"/>
                <a:gd name="csX540" fmla="*/ 666179 w 704850"/>
                <a:gd name="csY540" fmla="*/ 295245 h 295275"/>
                <a:gd name="csX541" fmla="*/ 664845 w 704850"/>
                <a:gd name="csY541" fmla="*/ 295245 h 295275"/>
                <a:gd name="csX542" fmla="*/ 663435 w 704850"/>
                <a:gd name="csY542" fmla="*/ 295245 h 295275"/>
                <a:gd name="csX543" fmla="*/ 662035 w 704850"/>
                <a:gd name="csY543" fmla="*/ 295245 h 295275"/>
                <a:gd name="csX544" fmla="*/ 660692 w 704850"/>
                <a:gd name="csY544" fmla="*/ 295245 h 295275"/>
                <a:gd name="csX545" fmla="*/ 659292 w 704850"/>
                <a:gd name="csY545" fmla="*/ 295245 h 295275"/>
                <a:gd name="csX546" fmla="*/ 657892 w 704850"/>
                <a:gd name="csY546" fmla="*/ 295245 h 295275"/>
                <a:gd name="csX547" fmla="*/ 656549 w 704850"/>
                <a:gd name="csY547" fmla="*/ 295245 h 295275"/>
                <a:gd name="csX548" fmla="*/ 655149 w 704850"/>
                <a:gd name="csY548" fmla="*/ 295245 h 295275"/>
                <a:gd name="csX549" fmla="*/ 653806 w 704850"/>
                <a:gd name="csY549" fmla="*/ 295245 h 295275"/>
                <a:gd name="csX550" fmla="*/ 652405 w 704850"/>
                <a:gd name="csY550" fmla="*/ 295245 h 295275"/>
                <a:gd name="csX551" fmla="*/ 650996 w 704850"/>
                <a:gd name="csY551" fmla="*/ 295245 h 295275"/>
                <a:gd name="csX552" fmla="*/ 649662 w 704850"/>
                <a:gd name="csY552" fmla="*/ 295245 h 295275"/>
                <a:gd name="csX553" fmla="*/ 648253 w 704850"/>
                <a:gd name="csY553" fmla="*/ 295245 h 295275"/>
                <a:gd name="csX554" fmla="*/ 646853 w 704850"/>
                <a:gd name="csY554" fmla="*/ 295245 h 295275"/>
                <a:gd name="csX555" fmla="*/ 645519 w 704850"/>
                <a:gd name="csY555" fmla="*/ 295245 h 295275"/>
                <a:gd name="csX556" fmla="*/ 644109 w 704850"/>
                <a:gd name="csY556" fmla="*/ 295245 h 295275"/>
                <a:gd name="csX557" fmla="*/ 642776 w 704850"/>
                <a:gd name="csY557" fmla="*/ 295245 h 295275"/>
                <a:gd name="csX558" fmla="*/ 641366 w 704850"/>
                <a:gd name="csY558" fmla="*/ 295245 h 295275"/>
                <a:gd name="csX559" fmla="*/ 639966 w 704850"/>
                <a:gd name="csY559" fmla="*/ 295245 h 295275"/>
                <a:gd name="csX560" fmla="*/ 638623 w 704850"/>
                <a:gd name="csY560" fmla="*/ 295245 h 295275"/>
                <a:gd name="csX561" fmla="*/ 637222 w 704850"/>
                <a:gd name="csY561" fmla="*/ 295245 h 295275"/>
                <a:gd name="csX562" fmla="*/ 635822 w 704850"/>
                <a:gd name="csY562" fmla="*/ 295245 h 295275"/>
                <a:gd name="csX563" fmla="*/ 634480 w 704850"/>
                <a:gd name="csY563" fmla="*/ 295245 h 295275"/>
                <a:gd name="csX564" fmla="*/ 633079 w 704850"/>
                <a:gd name="csY564" fmla="*/ 295245 h 295275"/>
                <a:gd name="csX565" fmla="*/ 631736 w 704850"/>
                <a:gd name="csY565" fmla="*/ 295245 h 295275"/>
                <a:gd name="csX566" fmla="*/ 630336 w 704850"/>
                <a:gd name="csY566" fmla="*/ 295245 h 295275"/>
                <a:gd name="csX567" fmla="*/ 628936 w 704850"/>
                <a:gd name="csY567" fmla="*/ 295245 h 295275"/>
                <a:gd name="csX568" fmla="*/ 627593 w 704850"/>
                <a:gd name="csY568" fmla="*/ 295245 h 295275"/>
                <a:gd name="csX569" fmla="*/ 626193 w 704850"/>
                <a:gd name="csY569" fmla="*/ 295245 h 295275"/>
                <a:gd name="csX570" fmla="*/ 624783 w 704850"/>
                <a:gd name="csY570" fmla="*/ 295245 h 295275"/>
                <a:gd name="csX571" fmla="*/ 623449 w 704850"/>
                <a:gd name="csY571" fmla="*/ 295245 h 295275"/>
                <a:gd name="csX572" fmla="*/ 622040 w 704850"/>
                <a:gd name="csY572" fmla="*/ 295245 h 295275"/>
                <a:gd name="csX573" fmla="*/ 620707 w 704850"/>
                <a:gd name="csY573" fmla="*/ 295245 h 295275"/>
                <a:gd name="csX574" fmla="*/ 619297 w 704850"/>
                <a:gd name="csY574" fmla="*/ 295245 h 295275"/>
                <a:gd name="csX575" fmla="*/ 617896 w 704850"/>
                <a:gd name="csY575" fmla="*/ 295245 h 295275"/>
                <a:gd name="csX576" fmla="*/ 616553 w 704850"/>
                <a:gd name="csY576" fmla="*/ 295245 h 295275"/>
                <a:gd name="csX577" fmla="*/ 615153 w 704850"/>
                <a:gd name="csY577" fmla="*/ 295245 h 295275"/>
                <a:gd name="csX578" fmla="*/ 613753 w 704850"/>
                <a:gd name="csY578" fmla="*/ 295245 h 295275"/>
                <a:gd name="csX579" fmla="*/ 612410 w 704850"/>
                <a:gd name="csY579" fmla="*/ 295245 h 295275"/>
                <a:gd name="csX580" fmla="*/ 611010 w 704850"/>
                <a:gd name="csY580" fmla="*/ 295245 h 295275"/>
                <a:gd name="csX581" fmla="*/ 609666 w 704850"/>
                <a:gd name="csY581" fmla="*/ 295245 h 295275"/>
                <a:gd name="csX582" fmla="*/ 608267 w 704850"/>
                <a:gd name="csY582" fmla="*/ 295245 h 295275"/>
                <a:gd name="csX583" fmla="*/ 606867 w 704850"/>
                <a:gd name="csY583" fmla="*/ 295245 h 295275"/>
                <a:gd name="csX584" fmla="*/ 605523 w 704850"/>
                <a:gd name="csY584" fmla="*/ 295245 h 295275"/>
                <a:gd name="csX585" fmla="*/ 604123 w 704850"/>
                <a:gd name="csY585" fmla="*/ 295245 h 295275"/>
                <a:gd name="csX586" fmla="*/ 602713 w 704850"/>
                <a:gd name="csY586" fmla="*/ 295245 h 295275"/>
                <a:gd name="csX587" fmla="*/ 601380 w 704850"/>
                <a:gd name="csY587" fmla="*/ 295245 h 295275"/>
                <a:gd name="csX588" fmla="*/ 599980 w 704850"/>
                <a:gd name="csY588" fmla="*/ 295245 h 295275"/>
                <a:gd name="csX589" fmla="*/ 598637 w 704850"/>
                <a:gd name="csY589" fmla="*/ 295245 h 295275"/>
                <a:gd name="csX590" fmla="*/ 597236 w 704850"/>
                <a:gd name="csY590" fmla="*/ 295245 h 295275"/>
                <a:gd name="csX591" fmla="*/ 595827 w 704850"/>
                <a:gd name="csY591" fmla="*/ 295245 h 295275"/>
                <a:gd name="csX592" fmla="*/ 594494 w 704850"/>
                <a:gd name="csY592" fmla="*/ 295245 h 295275"/>
                <a:gd name="csX593" fmla="*/ 593084 w 704850"/>
                <a:gd name="csY593" fmla="*/ 295245 h 295275"/>
                <a:gd name="csX594" fmla="*/ 591683 w 704850"/>
                <a:gd name="csY594" fmla="*/ 295245 h 295275"/>
                <a:gd name="csX595" fmla="*/ 590340 w 704850"/>
                <a:gd name="csY595" fmla="*/ 295245 h 295275"/>
                <a:gd name="csX596" fmla="*/ 588940 w 704850"/>
                <a:gd name="csY596" fmla="*/ 295245 h 295275"/>
                <a:gd name="csX597" fmla="*/ 587597 w 704850"/>
                <a:gd name="csY597" fmla="*/ 295245 h 295275"/>
                <a:gd name="csX598" fmla="*/ 586197 w 704850"/>
                <a:gd name="csY598" fmla="*/ 295245 h 295275"/>
                <a:gd name="csX599" fmla="*/ 584797 w 704850"/>
                <a:gd name="csY599" fmla="*/ 295245 h 295275"/>
                <a:gd name="csX600" fmla="*/ 583454 w 704850"/>
                <a:gd name="csY600" fmla="*/ 295245 h 295275"/>
                <a:gd name="csX601" fmla="*/ 582054 w 704850"/>
                <a:gd name="csY601" fmla="*/ 295245 h 295275"/>
                <a:gd name="csX602" fmla="*/ 580654 w 704850"/>
                <a:gd name="csY602" fmla="*/ 295245 h 295275"/>
                <a:gd name="csX603" fmla="*/ 579311 w 704850"/>
                <a:gd name="csY603" fmla="*/ 295245 h 295275"/>
                <a:gd name="csX604" fmla="*/ 577910 w 704850"/>
                <a:gd name="csY604" fmla="*/ 295245 h 295275"/>
                <a:gd name="csX605" fmla="*/ 576567 w 704850"/>
                <a:gd name="csY605" fmla="*/ 295245 h 295275"/>
                <a:gd name="csX606" fmla="*/ 575167 w 704850"/>
                <a:gd name="csY606" fmla="*/ 295245 h 295275"/>
                <a:gd name="csX607" fmla="*/ 573758 w 704850"/>
                <a:gd name="csY607" fmla="*/ 295245 h 295275"/>
                <a:gd name="csX608" fmla="*/ 572424 w 704850"/>
                <a:gd name="csY608" fmla="*/ 295245 h 295275"/>
                <a:gd name="csX609" fmla="*/ 571014 w 704850"/>
                <a:gd name="csY609" fmla="*/ 295245 h 295275"/>
                <a:gd name="csX610" fmla="*/ 569614 w 704850"/>
                <a:gd name="csY610" fmla="*/ 295245 h 295275"/>
                <a:gd name="csX611" fmla="*/ 568271 w 704850"/>
                <a:gd name="csY611" fmla="*/ 295245 h 295275"/>
                <a:gd name="csX612" fmla="*/ 566871 w 704850"/>
                <a:gd name="csY612" fmla="*/ 295245 h 295275"/>
                <a:gd name="csX613" fmla="*/ 565537 w 704850"/>
                <a:gd name="csY613" fmla="*/ 295245 h 295275"/>
                <a:gd name="csX614" fmla="*/ 564128 w 704850"/>
                <a:gd name="csY614" fmla="*/ 295245 h 295275"/>
                <a:gd name="csX615" fmla="*/ 562727 w 704850"/>
                <a:gd name="csY615" fmla="*/ 295245 h 295275"/>
                <a:gd name="csX616" fmla="*/ 561385 w 704850"/>
                <a:gd name="csY616" fmla="*/ 295245 h 295275"/>
                <a:gd name="csX617" fmla="*/ 559985 w 704850"/>
                <a:gd name="csY617" fmla="*/ 295245 h 295275"/>
                <a:gd name="csX618" fmla="*/ 558584 w 704850"/>
                <a:gd name="csY618" fmla="*/ 295245 h 295275"/>
                <a:gd name="csX619" fmla="*/ 557241 w 704850"/>
                <a:gd name="csY619" fmla="*/ 295245 h 295275"/>
                <a:gd name="csX620" fmla="*/ 555841 w 704850"/>
                <a:gd name="csY620" fmla="*/ 295245 h 295275"/>
                <a:gd name="csX621" fmla="*/ 554498 w 704850"/>
                <a:gd name="csY621" fmla="*/ 295245 h 295275"/>
                <a:gd name="csX622" fmla="*/ 553098 w 704850"/>
                <a:gd name="csY622" fmla="*/ 295245 h 295275"/>
                <a:gd name="csX623" fmla="*/ 551688 w 704850"/>
                <a:gd name="csY623" fmla="*/ 295245 h 295275"/>
                <a:gd name="csX624" fmla="*/ 550354 w 704850"/>
                <a:gd name="csY624" fmla="*/ 295245 h 295275"/>
                <a:gd name="csX625" fmla="*/ 548954 w 704850"/>
                <a:gd name="csY625" fmla="*/ 295245 h 295275"/>
                <a:gd name="csX626" fmla="*/ 547545 w 704850"/>
                <a:gd name="csY626" fmla="*/ 295245 h 295275"/>
                <a:gd name="csX627" fmla="*/ 546211 w 704850"/>
                <a:gd name="csY627" fmla="*/ 295245 h 295275"/>
                <a:gd name="csX628" fmla="*/ 544801 w 704850"/>
                <a:gd name="csY628" fmla="*/ 295245 h 295275"/>
                <a:gd name="csX629" fmla="*/ 543468 w 704850"/>
                <a:gd name="csY629" fmla="*/ 295245 h 295275"/>
                <a:gd name="csX630" fmla="*/ 542058 w 704850"/>
                <a:gd name="csY630" fmla="*/ 295245 h 295275"/>
                <a:gd name="csX631" fmla="*/ 540658 w 704850"/>
                <a:gd name="csY631" fmla="*/ 295245 h 295275"/>
                <a:gd name="csX632" fmla="*/ 539315 w 704850"/>
                <a:gd name="csY632" fmla="*/ 295245 h 295275"/>
                <a:gd name="csX633" fmla="*/ 537915 w 704850"/>
                <a:gd name="csY633" fmla="*/ 295245 h 295275"/>
                <a:gd name="csX634" fmla="*/ 536515 w 704850"/>
                <a:gd name="csY634" fmla="*/ 295245 h 295275"/>
                <a:gd name="csX635" fmla="*/ 535172 w 704850"/>
                <a:gd name="csY635" fmla="*/ 295245 h 295275"/>
                <a:gd name="csX636" fmla="*/ 533772 w 704850"/>
                <a:gd name="csY636" fmla="*/ 295245 h 295275"/>
                <a:gd name="csX637" fmla="*/ 532362 w 704850"/>
                <a:gd name="csY637" fmla="*/ 295245 h 295275"/>
                <a:gd name="csX638" fmla="*/ 531028 w 704850"/>
                <a:gd name="csY638" fmla="*/ 295245 h 295275"/>
                <a:gd name="csX639" fmla="*/ 529628 w 704850"/>
                <a:gd name="csY639" fmla="*/ 295245 h 295275"/>
                <a:gd name="csX640" fmla="*/ 528285 w 704850"/>
                <a:gd name="csY640" fmla="*/ 295245 h 295275"/>
                <a:gd name="csX641" fmla="*/ 526885 w 704850"/>
                <a:gd name="csY641" fmla="*/ 295245 h 295275"/>
                <a:gd name="csX642" fmla="*/ 525475 w 704850"/>
                <a:gd name="csY642" fmla="*/ 295245 h 295275"/>
                <a:gd name="csX643" fmla="*/ 524142 w 704850"/>
                <a:gd name="csY643" fmla="*/ 295245 h 295275"/>
                <a:gd name="csX644" fmla="*/ 522732 w 704850"/>
                <a:gd name="csY644" fmla="*/ 295245 h 295275"/>
                <a:gd name="csX645" fmla="*/ 521332 w 704850"/>
                <a:gd name="csY645" fmla="*/ 295245 h 295275"/>
                <a:gd name="csX646" fmla="*/ 519989 w 704850"/>
                <a:gd name="csY646" fmla="*/ 295245 h 295275"/>
                <a:gd name="csX647" fmla="*/ 518589 w 704850"/>
                <a:gd name="csY647" fmla="*/ 295245 h 295275"/>
                <a:gd name="csX648" fmla="*/ 517246 w 704850"/>
                <a:gd name="csY648" fmla="*/ 295245 h 295275"/>
                <a:gd name="csX649" fmla="*/ 515845 w 704850"/>
                <a:gd name="csY649" fmla="*/ 295245 h 295275"/>
                <a:gd name="csX650" fmla="*/ 514446 w 704850"/>
                <a:gd name="csY650" fmla="*/ 295245 h 295275"/>
                <a:gd name="csX651" fmla="*/ 513102 w 704850"/>
                <a:gd name="csY651" fmla="*/ 295245 h 295275"/>
                <a:gd name="csX652" fmla="*/ 511702 w 704850"/>
                <a:gd name="csY652" fmla="*/ 295245 h 295275"/>
                <a:gd name="csX653" fmla="*/ 510302 w 704850"/>
                <a:gd name="csY653" fmla="*/ 295245 h 295275"/>
                <a:gd name="csX654" fmla="*/ 508959 w 704850"/>
                <a:gd name="csY654" fmla="*/ 295245 h 295275"/>
                <a:gd name="csX655" fmla="*/ 507559 w 704850"/>
                <a:gd name="csY655" fmla="*/ 295245 h 295275"/>
                <a:gd name="csX656" fmla="*/ 506216 w 704850"/>
                <a:gd name="csY656" fmla="*/ 295245 h 295275"/>
                <a:gd name="csX657" fmla="*/ 504815 w 704850"/>
                <a:gd name="csY657" fmla="*/ 295245 h 295275"/>
                <a:gd name="csX658" fmla="*/ 503406 w 704850"/>
                <a:gd name="csY658" fmla="*/ 295245 h 295275"/>
                <a:gd name="csX659" fmla="*/ 502072 w 704850"/>
                <a:gd name="csY659" fmla="*/ 295245 h 295275"/>
                <a:gd name="csX660" fmla="*/ 500663 w 704850"/>
                <a:gd name="csY660" fmla="*/ 295245 h 295275"/>
                <a:gd name="csX661" fmla="*/ 499263 w 704850"/>
                <a:gd name="csY661" fmla="*/ 295245 h 295275"/>
                <a:gd name="csX662" fmla="*/ 497919 w 704850"/>
                <a:gd name="csY662" fmla="*/ 295245 h 295275"/>
                <a:gd name="csX663" fmla="*/ 496519 w 704850"/>
                <a:gd name="csY663" fmla="*/ 295245 h 295275"/>
                <a:gd name="csX664" fmla="*/ 495186 w 704850"/>
                <a:gd name="csY664" fmla="*/ 295245 h 295275"/>
                <a:gd name="csX665" fmla="*/ 493776 w 704850"/>
                <a:gd name="csY665" fmla="*/ 295245 h 295275"/>
                <a:gd name="csX666" fmla="*/ 492376 w 704850"/>
                <a:gd name="csY666" fmla="*/ 295245 h 295275"/>
                <a:gd name="csX667" fmla="*/ 491033 w 704850"/>
                <a:gd name="csY667" fmla="*/ 295245 h 295275"/>
                <a:gd name="csX668" fmla="*/ 489633 w 704850"/>
                <a:gd name="csY668" fmla="*/ 295245 h 295275"/>
                <a:gd name="csX669" fmla="*/ 488233 w 704850"/>
                <a:gd name="csY669" fmla="*/ 295245 h 295275"/>
                <a:gd name="csX670" fmla="*/ 486890 w 704850"/>
                <a:gd name="csY670" fmla="*/ 295245 h 295275"/>
                <a:gd name="csX671" fmla="*/ 485489 w 704850"/>
                <a:gd name="csY671" fmla="*/ 295245 h 295275"/>
                <a:gd name="csX672" fmla="*/ 484146 w 704850"/>
                <a:gd name="csY672" fmla="*/ 295245 h 295275"/>
                <a:gd name="csX673" fmla="*/ 482746 w 704850"/>
                <a:gd name="csY673" fmla="*/ 295245 h 295275"/>
                <a:gd name="csX674" fmla="*/ 481337 w 704850"/>
                <a:gd name="csY674" fmla="*/ 295245 h 295275"/>
                <a:gd name="csX675" fmla="*/ 480003 w 704850"/>
                <a:gd name="csY675" fmla="*/ 295245 h 295275"/>
                <a:gd name="csX676" fmla="*/ 478593 w 704850"/>
                <a:gd name="csY676" fmla="*/ 295245 h 295275"/>
                <a:gd name="csX677" fmla="*/ 477193 w 704850"/>
                <a:gd name="csY677" fmla="*/ 295245 h 295275"/>
                <a:gd name="csX678" fmla="*/ 475860 w 704850"/>
                <a:gd name="csY678" fmla="*/ 295245 h 295275"/>
                <a:gd name="csX679" fmla="*/ 474450 w 704850"/>
                <a:gd name="csY679" fmla="*/ 295245 h 295275"/>
                <a:gd name="csX680" fmla="*/ 473116 w 704850"/>
                <a:gd name="csY680" fmla="*/ 295245 h 295275"/>
                <a:gd name="csX681" fmla="*/ 471707 w 704850"/>
                <a:gd name="csY681" fmla="*/ 295245 h 295275"/>
                <a:gd name="csX682" fmla="*/ 470306 w 704850"/>
                <a:gd name="csY682" fmla="*/ 295245 h 295275"/>
                <a:gd name="csX683" fmla="*/ 468963 w 704850"/>
                <a:gd name="csY683" fmla="*/ 295245 h 295275"/>
                <a:gd name="csX684" fmla="*/ 467564 w 704850"/>
                <a:gd name="csY684" fmla="*/ 295245 h 295275"/>
                <a:gd name="csX685" fmla="*/ 466163 w 704850"/>
                <a:gd name="csY685" fmla="*/ 295245 h 295275"/>
                <a:gd name="csX686" fmla="*/ 464820 w 704850"/>
                <a:gd name="csY686" fmla="*/ 295245 h 295275"/>
                <a:gd name="csX687" fmla="*/ 463420 w 704850"/>
                <a:gd name="csY687" fmla="*/ 295245 h 295275"/>
                <a:gd name="csX688" fmla="*/ 462077 w 704850"/>
                <a:gd name="csY688" fmla="*/ 295245 h 295275"/>
                <a:gd name="csX689" fmla="*/ 460677 w 704850"/>
                <a:gd name="csY689" fmla="*/ 295245 h 295275"/>
                <a:gd name="csX690" fmla="*/ 459276 w 704850"/>
                <a:gd name="csY690" fmla="*/ 295245 h 295275"/>
                <a:gd name="csX691" fmla="*/ 457933 w 704850"/>
                <a:gd name="csY691" fmla="*/ 295245 h 295275"/>
                <a:gd name="csX692" fmla="*/ 456533 w 704850"/>
                <a:gd name="csY692" fmla="*/ 295245 h 295275"/>
                <a:gd name="csX693" fmla="*/ 455124 w 704850"/>
                <a:gd name="csY693" fmla="*/ 295245 h 295275"/>
                <a:gd name="csX694" fmla="*/ 453790 w 704850"/>
                <a:gd name="csY694" fmla="*/ 295245 h 295275"/>
                <a:gd name="csX695" fmla="*/ 452380 w 704850"/>
                <a:gd name="csY695" fmla="*/ 295245 h 295275"/>
                <a:gd name="csX696" fmla="*/ 451047 w 704850"/>
                <a:gd name="csY696" fmla="*/ 295245 h 295275"/>
                <a:gd name="csX697" fmla="*/ 449637 w 704850"/>
                <a:gd name="csY697" fmla="*/ 295245 h 295275"/>
                <a:gd name="csX698" fmla="*/ 448237 w 704850"/>
                <a:gd name="csY698" fmla="*/ 295245 h 295275"/>
                <a:gd name="csX699" fmla="*/ 446894 w 704850"/>
                <a:gd name="csY699" fmla="*/ 295245 h 295275"/>
                <a:gd name="csX700" fmla="*/ 445494 w 704850"/>
                <a:gd name="csY700" fmla="*/ 295245 h 295275"/>
                <a:gd name="csX701" fmla="*/ 444093 w 704850"/>
                <a:gd name="csY701" fmla="*/ 295245 h 295275"/>
                <a:gd name="csX702" fmla="*/ 442751 w 704850"/>
                <a:gd name="csY702" fmla="*/ 295245 h 295275"/>
                <a:gd name="csX703" fmla="*/ 441351 w 704850"/>
                <a:gd name="csY703" fmla="*/ 295245 h 295275"/>
                <a:gd name="csX704" fmla="*/ 440008 w 704850"/>
                <a:gd name="csY704" fmla="*/ 295245 h 295275"/>
                <a:gd name="csX705" fmla="*/ 438607 w 704850"/>
                <a:gd name="csY705" fmla="*/ 295245 h 295275"/>
                <a:gd name="csX706" fmla="*/ 437207 w 704850"/>
                <a:gd name="csY706" fmla="*/ 295245 h 295275"/>
                <a:gd name="csX707" fmla="*/ 435864 w 704850"/>
                <a:gd name="csY707" fmla="*/ 295245 h 295275"/>
                <a:gd name="csX708" fmla="*/ 434464 w 704850"/>
                <a:gd name="csY708" fmla="*/ 295245 h 295275"/>
                <a:gd name="csX709" fmla="*/ 433054 w 704850"/>
                <a:gd name="csY709" fmla="*/ 295245 h 295275"/>
                <a:gd name="csX710" fmla="*/ 431721 w 704850"/>
                <a:gd name="csY710" fmla="*/ 295245 h 295275"/>
                <a:gd name="csX711" fmla="*/ 430311 w 704850"/>
                <a:gd name="csY711" fmla="*/ 295245 h 295275"/>
                <a:gd name="csX712" fmla="*/ 428978 w 704850"/>
                <a:gd name="csY712" fmla="*/ 295245 h 295275"/>
                <a:gd name="csX713" fmla="*/ 427578 w 704850"/>
                <a:gd name="csY713" fmla="*/ 295245 h 295275"/>
                <a:gd name="csX714" fmla="*/ 426168 w 704850"/>
                <a:gd name="csY714" fmla="*/ 295245 h 295275"/>
                <a:gd name="csX715" fmla="*/ 424834 w 704850"/>
                <a:gd name="csY715" fmla="*/ 295245 h 295275"/>
                <a:gd name="csX716" fmla="*/ 423424 w 704850"/>
                <a:gd name="csY716" fmla="*/ 295245 h 295275"/>
                <a:gd name="csX717" fmla="*/ 422024 w 704850"/>
                <a:gd name="csY717" fmla="*/ 295245 h 295275"/>
                <a:gd name="csX718" fmla="*/ 420681 w 704850"/>
                <a:gd name="csY718" fmla="*/ 295245 h 295275"/>
                <a:gd name="csX719" fmla="*/ 419281 w 704850"/>
                <a:gd name="csY719" fmla="*/ 295245 h 295275"/>
                <a:gd name="csX720" fmla="*/ 417938 w 704850"/>
                <a:gd name="csY720" fmla="*/ 295245 h 295275"/>
                <a:gd name="csX721" fmla="*/ 416538 w 704850"/>
                <a:gd name="csY721" fmla="*/ 295245 h 295275"/>
                <a:gd name="csX722" fmla="*/ 415138 w 704850"/>
                <a:gd name="csY722" fmla="*/ 295245 h 295275"/>
                <a:gd name="csX723" fmla="*/ 413795 w 704850"/>
                <a:gd name="csY723" fmla="*/ 295245 h 295275"/>
                <a:gd name="csX724" fmla="*/ 412394 w 704850"/>
                <a:gd name="csY724" fmla="*/ 295245 h 295275"/>
                <a:gd name="csX725" fmla="*/ 410994 w 704850"/>
                <a:gd name="csY725" fmla="*/ 295245 h 295275"/>
                <a:gd name="csX726" fmla="*/ 409651 w 704850"/>
                <a:gd name="csY726" fmla="*/ 295245 h 295275"/>
                <a:gd name="csX727" fmla="*/ 408251 w 704850"/>
                <a:gd name="csY727" fmla="*/ 295245 h 295275"/>
                <a:gd name="csX728" fmla="*/ 406908 w 704850"/>
                <a:gd name="csY728" fmla="*/ 295245 h 295275"/>
                <a:gd name="csX729" fmla="*/ 405508 w 704850"/>
                <a:gd name="csY729" fmla="*/ 295245 h 295275"/>
                <a:gd name="csX730" fmla="*/ 404098 w 704850"/>
                <a:gd name="csY730" fmla="*/ 295245 h 295275"/>
                <a:gd name="csX731" fmla="*/ 402765 w 704850"/>
                <a:gd name="csY731" fmla="*/ 295245 h 295275"/>
                <a:gd name="csX732" fmla="*/ 401355 w 704850"/>
                <a:gd name="csY732" fmla="*/ 295245 h 295275"/>
                <a:gd name="csX733" fmla="*/ 399955 w 704850"/>
                <a:gd name="csY733" fmla="*/ 295245 h 295275"/>
                <a:gd name="csX734" fmla="*/ 398612 w 704850"/>
                <a:gd name="csY734" fmla="*/ 295245 h 295275"/>
                <a:gd name="csX735" fmla="*/ 397211 w 704850"/>
                <a:gd name="csY735" fmla="*/ 295245 h 295275"/>
                <a:gd name="csX736" fmla="*/ 395868 w 704850"/>
                <a:gd name="csY736" fmla="*/ 295245 h 295275"/>
                <a:gd name="csX737" fmla="*/ 394469 w 704850"/>
                <a:gd name="csY737" fmla="*/ 295245 h 295275"/>
                <a:gd name="csX738" fmla="*/ 393068 w 704850"/>
                <a:gd name="csY738" fmla="*/ 295245 h 295275"/>
                <a:gd name="csX739" fmla="*/ 391725 w 704850"/>
                <a:gd name="csY739" fmla="*/ 295245 h 295275"/>
                <a:gd name="csX740" fmla="*/ 390325 w 704850"/>
                <a:gd name="csY740" fmla="*/ 295245 h 295275"/>
                <a:gd name="csX741" fmla="*/ 388925 w 704850"/>
                <a:gd name="csY741" fmla="*/ 295245 h 295275"/>
                <a:gd name="csX742" fmla="*/ 387582 w 704850"/>
                <a:gd name="csY742" fmla="*/ 295245 h 295275"/>
                <a:gd name="csX743" fmla="*/ 386182 w 704850"/>
                <a:gd name="csY743" fmla="*/ 295245 h 295275"/>
                <a:gd name="csX744" fmla="*/ 384839 w 704850"/>
                <a:gd name="csY744" fmla="*/ 295245 h 295275"/>
                <a:gd name="csX745" fmla="*/ 383438 w 704850"/>
                <a:gd name="csY745" fmla="*/ 295245 h 295275"/>
                <a:gd name="csX746" fmla="*/ 382029 w 704850"/>
                <a:gd name="csY746" fmla="*/ 295245 h 295275"/>
                <a:gd name="csX747" fmla="*/ 380695 w 704850"/>
                <a:gd name="csY747" fmla="*/ 295245 h 295275"/>
                <a:gd name="csX748" fmla="*/ 379295 w 704850"/>
                <a:gd name="csY748" fmla="*/ 295245 h 295275"/>
                <a:gd name="csX749" fmla="*/ 377885 w 704850"/>
                <a:gd name="csY749" fmla="*/ 295245 h 295275"/>
                <a:gd name="csX750" fmla="*/ 376552 w 704850"/>
                <a:gd name="csY750" fmla="*/ 295245 h 295275"/>
                <a:gd name="csX751" fmla="*/ 375142 w 704850"/>
                <a:gd name="csY751" fmla="*/ 295245 h 295275"/>
                <a:gd name="csX752" fmla="*/ 373809 w 704850"/>
                <a:gd name="csY752" fmla="*/ 295245 h 295275"/>
                <a:gd name="csX753" fmla="*/ 372399 w 704850"/>
                <a:gd name="csY753" fmla="*/ 295245 h 295275"/>
                <a:gd name="csX754" fmla="*/ 370999 w 704850"/>
                <a:gd name="csY754" fmla="*/ 295245 h 295275"/>
                <a:gd name="csX755" fmla="*/ 369656 w 704850"/>
                <a:gd name="csY755" fmla="*/ 295245 h 295275"/>
                <a:gd name="csX756" fmla="*/ 368256 w 704850"/>
                <a:gd name="csY756" fmla="*/ 295245 h 295275"/>
                <a:gd name="csX757" fmla="*/ 366856 w 704850"/>
                <a:gd name="csY757" fmla="*/ 295245 h 295275"/>
                <a:gd name="csX758" fmla="*/ 365512 w 704850"/>
                <a:gd name="csY758" fmla="*/ 295245 h 295275"/>
                <a:gd name="csX759" fmla="*/ 364112 w 704850"/>
                <a:gd name="csY759" fmla="*/ 295245 h 295275"/>
                <a:gd name="csX760" fmla="*/ 362702 w 704850"/>
                <a:gd name="csY760" fmla="*/ 295245 h 295275"/>
                <a:gd name="csX761" fmla="*/ 361369 w 704850"/>
                <a:gd name="csY761" fmla="*/ 295245 h 295275"/>
                <a:gd name="csX762" fmla="*/ 359969 w 704850"/>
                <a:gd name="csY762" fmla="*/ 295245 h 295275"/>
                <a:gd name="csX763" fmla="*/ 358626 w 704850"/>
                <a:gd name="csY763" fmla="*/ 295245 h 295275"/>
                <a:gd name="csX764" fmla="*/ 357225 w 704850"/>
                <a:gd name="csY764" fmla="*/ 295245 h 295275"/>
                <a:gd name="csX765" fmla="*/ 355816 w 704850"/>
                <a:gd name="csY765" fmla="*/ 295245 h 295275"/>
                <a:gd name="csX766" fmla="*/ 354483 w 704850"/>
                <a:gd name="csY766" fmla="*/ 295245 h 295275"/>
                <a:gd name="csX767" fmla="*/ 353073 w 704850"/>
                <a:gd name="csY767" fmla="*/ 295245 h 295275"/>
                <a:gd name="csX768" fmla="*/ 351672 w 704850"/>
                <a:gd name="csY768" fmla="*/ 295245 h 295275"/>
                <a:gd name="csX769" fmla="*/ 350329 w 704850"/>
                <a:gd name="csY769" fmla="*/ 295245 h 295275"/>
                <a:gd name="csX770" fmla="*/ 348929 w 704850"/>
                <a:gd name="csY770" fmla="*/ 295245 h 295275"/>
                <a:gd name="csX771" fmla="*/ 347596 w 704850"/>
                <a:gd name="csY771" fmla="*/ 295245 h 295275"/>
                <a:gd name="csX772" fmla="*/ 346186 w 704850"/>
                <a:gd name="csY772" fmla="*/ 295245 h 295275"/>
                <a:gd name="csX773" fmla="*/ 344786 w 704850"/>
                <a:gd name="csY773" fmla="*/ 295245 h 295275"/>
                <a:gd name="csX774" fmla="*/ 343443 w 704850"/>
                <a:gd name="csY774" fmla="*/ 295245 h 295275"/>
                <a:gd name="csX775" fmla="*/ 342043 w 704850"/>
                <a:gd name="csY775" fmla="*/ 295245 h 295275"/>
                <a:gd name="csX776" fmla="*/ 340643 w 704850"/>
                <a:gd name="csY776" fmla="*/ 295245 h 295275"/>
                <a:gd name="csX777" fmla="*/ 339300 w 704850"/>
                <a:gd name="csY777" fmla="*/ 295245 h 295275"/>
                <a:gd name="csX778" fmla="*/ 337899 w 704850"/>
                <a:gd name="csY778" fmla="*/ 295245 h 295275"/>
                <a:gd name="csX779" fmla="*/ 336556 w 704850"/>
                <a:gd name="csY779" fmla="*/ 295245 h 295275"/>
                <a:gd name="csX780" fmla="*/ 335156 w 704850"/>
                <a:gd name="csY780" fmla="*/ 295245 h 295275"/>
                <a:gd name="csX781" fmla="*/ 333747 w 704850"/>
                <a:gd name="csY781" fmla="*/ 295245 h 295275"/>
                <a:gd name="csX782" fmla="*/ 332413 w 704850"/>
                <a:gd name="csY782" fmla="*/ 295245 h 295275"/>
                <a:gd name="csX783" fmla="*/ 331003 w 704850"/>
                <a:gd name="csY783" fmla="*/ 295245 h 295275"/>
                <a:gd name="csX784" fmla="*/ 329603 w 704850"/>
                <a:gd name="csY784" fmla="*/ 295245 h 295275"/>
                <a:gd name="csX785" fmla="*/ 328270 w 704850"/>
                <a:gd name="csY785" fmla="*/ 295245 h 295275"/>
                <a:gd name="csX786" fmla="*/ 326860 w 704850"/>
                <a:gd name="csY786" fmla="*/ 295245 h 295275"/>
                <a:gd name="csX787" fmla="*/ 325526 w 704850"/>
                <a:gd name="csY787" fmla="*/ 295245 h 295275"/>
                <a:gd name="csX788" fmla="*/ 324117 w 704850"/>
                <a:gd name="csY788" fmla="*/ 295245 h 295275"/>
                <a:gd name="csX789" fmla="*/ 322717 w 704850"/>
                <a:gd name="csY789" fmla="*/ 295245 h 295275"/>
                <a:gd name="csX790" fmla="*/ 321374 w 704850"/>
                <a:gd name="csY790" fmla="*/ 295245 h 295275"/>
                <a:gd name="csX791" fmla="*/ 319973 w 704850"/>
                <a:gd name="csY791" fmla="*/ 295245 h 295275"/>
                <a:gd name="csX792" fmla="*/ 318573 w 704850"/>
                <a:gd name="csY792" fmla="*/ 295245 h 295275"/>
                <a:gd name="csX793" fmla="*/ 317230 w 704850"/>
                <a:gd name="csY793" fmla="*/ 295245 h 295275"/>
                <a:gd name="csX794" fmla="*/ 315830 w 704850"/>
                <a:gd name="csY794" fmla="*/ 295245 h 295275"/>
                <a:gd name="csX795" fmla="*/ 314487 w 704850"/>
                <a:gd name="csY795" fmla="*/ 295245 h 295275"/>
                <a:gd name="csX796" fmla="*/ 313087 w 704850"/>
                <a:gd name="csY796" fmla="*/ 295245 h 295275"/>
                <a:gd name="csX797" fmla="*/ 311677 w 704850"/>
                <a:gd name="csY797" fmla="*/ 295245 h 295275"/>
                <a:gd name="csX798" fmla="*/ 310343 w 704850"/>
                <a:gd name="csY798" fmla="*/ 295245 h 295275"/>
                <a:gd name="csX799" fmla="*/ 308944 w 704850"/>
                <a:gd name="csY799" fmla="*/ 295245 h 295275"/>
                <a:gd name="csX800" fmla="*/ 307534 w 704850"/>
                <a:gd name="csY800" fmla="*/ 295245 h 295275"/>
                <a:gd name="csX801" fmla="*/ 306200 w 704850"/>
                <a:gd name="csY801" fmla="*/ 295245 h 295275"/>
                <a:gd name="csX802" fmla="*/ 304790 w 704850"/>
                <a:gd name="csY802" fmla="*/ 295245 h 295275"/>
                <a:gd name="csX803" fmla="*/ 303457 w 704850"/>
                <a:gd name="csY803" fmla="*/ 295245 h 295275"/>
                <a:gd name="csX804" fmla="*/ 302047 w 704850"/>
                <a:gd name="csY804" fmla="*/ 295245 h 295275"/>
                <a:gd name="csX805" fmla="*/ 300647 w 704850"/>
                <a:gd name="csY805" fmla="*/ 295245 h 295275"/>
                <a:gd name="csX806" fmla="*/ 299304 w 704850"/>
                <a:gd name="csY806" fmla="*/ 295245 h 295275"/>
                <a:gd name="csX807" fmla="*/ 297904 w 704850"/>
                <a:gd name="csY807" fmla="*/ 295245 h 295275"/>
                <a:gd name="csX808" fmla="*/ 296504 w 704850"/>
                <a:gd name="csY808" fmla="*/ 295245 h 295275"/>
                <a:gd name="csX809" fmla="*/ 295161 w 704850"/>
                <a:gd name="csY809" fmla="*/ 295245 h 295275"/>
                <a:gd name="csX810" fmla="*/ 293761 w 704850"/>
                <a:gd name="csY810" fmla="*/ 295245 h 295275"/>
                <a:gd name="csX811" fmla="*/ 292418 w 704850"/>
                <a:gd name="csY811" fmla="*/ 295245 h 295275"/>
                <a:gd name="csX812" fmla="*/ 291017 w 704850"/>
                <a:gd name="csY812" fmla="*/ 295245 h 295275"/>
                <a:gd name="csX813" fmla="*/ 289617 w 704850"/>
                <a:gd name="csY813" fmla="*/ 295245 h 295275"/>
                <a:gd name="csX814" fmla="*/ 288274 w 704850"/>
                <a:gd name="csY814" fmla="*/ 295245 h 295275"/>
                <a:gd name="csX815" fmla="*/ 286874 w 704850"/>
                <a:gd name="csY815" fmla="*/ 295245 h 295275"/>
                <a:gd name="csX816" fmla="*/ 285464 w 704850"/>
                <a:gd name="csY816" fmla="*/ 295245 h 295275"/>
                <a:gd name="csX817" fmla="*/ 284131 w 704850"/>
                <a:gd name="csY817" fmla="*/ 295245 h 295275"/>
                <a:gd name="csX818" fmla="*/ 282721 w 704850"/>
                <a:gd name="csY818" fmla="*/ 295245 h 295275"/>
                <a:gd name="csX819" fmla="*/ 281388 w 704850"/>
                <a:gd name="csY819" fmla="*/ 295245 h 295275"/>
                <a:gd name="csX820" fmla="*/ 279978 w 704850"/>
                <a:gd name="csY820" fmla="*/ 295245 h 295275"/>
                <a:gd name="csX821" fmla="*/ 278578 w 704850"/>
                <a:gd name="csY821" fmla="*/ 295245 h 295275"/>
                <a:gd name="csX822" fmla="*/ 277244 w 704850"/>
                <a:gd name="csY822" fmla="*/ 295245 h 295275"/>
                <a:gd name="csX823" fmla="*/ 275835 w 704850"/>
                <a:gd name="csY823" fmla="*/ 295245 h 295275"/>
                <a:gd name="csX824" fmla="*/ 274435 w 704850"/>
                <a:gd name="csY824" fmla="*/ 295245 h 295275"/>
                <a:gd name="csX825" fmla="*/ 273091 w 704850"/>
                <a:gd name="csY825" fmla="*/ 295245 h 295275"/>
                <a:gd name="csX826" fmla="*/ 271691 w 704850"/>
                <a:gd name="csY826" fmla="*/ 295245 h 295275"/>
                <a:gd name="csX827" fmla="*/ 270348 w 704850"/>
                <a:gd name="csY827" fmla="*/ 295245 h 295275"/>
                <a:gd name="csX828" fmla="*/ 268948 w 704850"/>
                <a:gd name="csY828" fmla="*/ 295245 h 295275"/>
                <a:gd name="csX829" fmla="*/ 267548 w 704850"/>
                <a:gd name="csY829" fmla="*/ 295245 h 295275"/>
                <a:gd name="csX830" fmla="*/ 266205 w 704850"/>
                <a:gd name="csY830" fmla="*/ 295245 h 295275"/>
                <a:gd name="csX831" fmla="*/ 264804 w 704850"/>
                <a:gd name="csY831" fmla="*/ 295245 h 295275"/>
                <a:gd name="csX832" fmla="*/ 263395 w 704850"/>
                <a:gd name="csY832" fmla="*/ 295245 h 295275"/>
                <a:gd name="csX833" fmla="*/ 262062 w 704850"/>
                <a:gd name="csY833" fmla="*/ 295245 h 295275"/>
                <a:gd name="csX834" fmla="*/ 260652 w 704850"/>
                <a:gd name="csY834" fmla="*/ 295245 h 295275"/>
                <a:gd name="csX835" fmla="*/ 259318 w 704850"/>
                <a:gd name="csY835" fmla="*/ 295245 h 295275"/>
                <a:gd name="csX836" fmla="*/ 257918 w 704850"/>
                <a:gd name="csY836" fmla="*/ 295245 h 295275"/>
                <a:gd name="csX837" fmla="*/ 256508 w 704850"/>
                <a:gd name="csY837" fmla="*/ 295245 h 295275"/>
                <a:gd name="csX838" fmla="*/ 255175 w 704850"/>
                <a:gd name="csY838" fmla="*/ 295245 h 295275"/>
                <a:gd name="csX839" fmla="*/ 253765 w 704850"/>
                <a:gd name="csY839" fmla="*/ 295245 h 295275"/>
                <a:gd name="csX840" fmla="*/ 252365 w 704850"/>
                <a:gd name="csY840" fmla="*/ 295245 h 295275"/>
                <a:gd name="csX841" fmla="*/ 251022 w 704850"/>
                <a:gd name="csY841" fmla="*/ 295245 h 295275"/>
                <a:gd name="csX842" fmla="*/ 249622 w 704850"/>
                <a:gd name="csY842" fmla="*/ 295245 h 295275"/>
                <a:gd name="csX843" fmla="*/ 248279 w 704850"/>
                <a:gd name="csY843" fmla="*/ 295245 h 295275"/>
                <a:gd name="csX844" fmla="*/ 246879 w 704850"/>
                <a:gd name="csY844" fmla="*/ 295245 h 295275"/>
                <a:gd name="csX845" fmla="*/ 245478 w 704850"/>
                <a:gd name="csY845" fmla="*/ 295245 h 295275"/>
                <a:gd name="csX846" fmla="*/ 244135 w 704850"/>
                <a:gd name="csY846" fmla="*/ 295245 h 295275"/>
                <a:gd name="csX847" fmla="*/ 242735 w 704850"/>
                <a:gd name="csY847" fmla="*/ 295245 h 295275"/>
                <a:gd name="csX848" fmla="*/ 241335 w 704850"/>
                <a:gd name="csY848" fmla="*/ 295245 h 295275"/>
                <a:gd name="csX849" fmla="*/ 239992 w 704850"/>
                <a:gd name="csY849" fmla="*/ 295245 h 295275"/>
                <a:gd name="csX850" fmla="*/ 238592 w 704850"/>
                <a:gd name="csY850" fmla="*/ 295245 h 295275"/>
                <a:gd name="csX851" fmla="*/ 237249 w 704850"/>
                <a:gd name="csY851" fmla="*/ 295245 h 295275"/>
                <a:gd name="csX852" fmla="*/ 235849 w 704850"/>
                <a:gd name="csY852" fmla="*/ 295245 h 295275"/>
                <a:gd name="csX853" fmla="*/ 234439 w 704850"/>
                <a:gd name="csY853" fmla="*/ 295245 h 295275"/>
                <a:gd name="csX854" fmla="*/ 233105 w 704850"/>
                <a:gd name="csY854" fmla="*/ 295245 h 295275"/>
                <a:gd name="csX855" fmla="*/ 231696 w 704850"/>
                <a:gd name="csY855" fmla="*/ 295245 h 295275"/>
                <a:gd name="csX856" fmla="*/ 230295 w 704850"/>
                <a:gd name="csY856" fmla="*/ 295245 h 295275"/>
                <a:gd name="csX857" fmla="*/ 228952 w 704850"/>
                <a:gd name="csY857" fmla="*/ 295245 h 295275"/>
                <a:gd name="csX858" fmla="*/ 227553 w 704850"/>
                <a:gd name="csY858" fmla="*/ 295245 h 295275"/>
                <a:gd name="csX859" fmla="*/ 226219 w 704850"/>
                <a:gd name="csY859" fmla="*/ 295245 h 295275"/>
                <a:gd name="csX860" fmla="*/ 224809 w 704850"/>
                <a:gd name="csY860" fmla="*/ 295245 h 295275"/>
                <a:gd name="csX861" fmla="*/ 223409 w 704850"/>
                <a:gd name="csY861" fmla="*/ 295245 h 295275"/>
                <a:gd name="csX862" fmla="*/ 222066 w 704850"/>
                <a:gd name="csY862" fmla="*/ 295245 h 295275"/>
                <a:gd name="csX863" fmla="*/ 220666 w 704850"/>
                <a:gd name="csY863" fmla="*/ 295245 h 295275"/>
                <a:gd name="csX864" fmla="*/ 219265 w 704850"/>
                <a:gd name="csY864" fmla="*/ 295245 h 295275"/>
                <a:gd name="csX865" fmla="*/ 217922 w 704850"/>
                <a:gd name="csY865" fmla="*/ 295245 h 295275"/>
                <a:gd name="csX866" fmla="*/ 216522 w 704850"/>
                <a:gd name="csY866" fmla="*/ 295245 h 295275"/>
                <a:gd name="csX867" fmla="*/ 215180 w 704850"/>
                <a:gd name="csY867" fmla="*/ 295245 h 295275"/>
                <a:gd name="csX868" fmla="*/ 213779 w 704850"/>
                <a:gd name="csY868" fmla="*/ 295245 h 295275"/>
                <a:gd name="csX869" fmla="*/ 212369 w 704850"/>
                <a:gd name="csY869" fmla="*/ 295245 h 295275"/>
                <a:gd name="csX870" fmla="*/ 211036 w 704850"/>
                <a:gd name="csY870" fmla="*/ 295245 h 295275"/>
                <a:gd name="csX871" fmla="*/ 209636 w 704850"/>
                <a:gd name="csY871" fmla="*/ 295245 h 295275"/>
                <a:gd name="csX872" fmla="*/ 208226 w 704850"/>
                <a:gd name="csY872" fmla="*/ 295245 h 295275"/>
                <a:gd name="csX873" fmla="*/ 206893 w 704850"/>
                <a:gd name="csY873" fmla="*/ 295245 h 295275"/>
                <a:gd name="csX874" fmla="*/ 205483 w 704850"/>
                <a:gd name="csY874" fmla="*/ 295245 h 295275"/>
                <a:gd name="csX875" fmla="*/ 204083 w 704850"/>
                <a:gd name="csY875" fmla="*/ 295245 h 295275"/>
                <a:gd name="csX876" fmla="*/ 202740 w 704850"/>
                <a:gd name="csY876" fmla="*/ 295245 h 295275"/>
                <a:gd name="csX877" fmla="*/ 201340 w 704850"/>
                <a:gd name="csY877" fmla="*/ 295245 h 295275"/>
                <a:gd name="csX878" fmla="*/ 199997 w 704850"/>
                <a:gd name="csY878" fmla="*/ 295245 h 295275"/>
                <a:gd name="csX879" fmla="*/ 198596 w 704850"/>
                <a:gd name="csY879" fmla="*/ 295245 h 295275"/>
                <a:gd name="csX880" fmla="*/ 197196 w 704850"/>
                <a:gd name="csY880" fmla="*/ 295245 h 295275"/>
                <a:gd name="csX881" fmla="*/ 195853 w 704850"/>
                <a:gd name="csY881" fmla="*/ 295245 h 295275"/>
                <a:gd name="csX882" fmla="*/ 194453 w 704850"/>
                <a:gd name="csY882" fmla="*/ 295245 h 295275"/>
                <a:gd name="csX883" fmla="*/ 193053 w 704850"/>
                <a:gd name="csY883" fmla="*/ 295245 h 295275"/>
                <a:gd name="csX884" fmla="*/ 191710 w 704850"/>
                <a:gd name="csY884" fmla="*/ 295245 h 295275"/>
                <a:gd name="csX885" fmla="*/ 190310 w 704850"/>
                <a:gd name="csY885" fmla="*/ 295245 h 295275"/>
                <a:gd name="csX886" fmla="*/ 188967 w 704850"/>
                <a:gd name="csY886" fmla="*/ 295245 h 295275"/>
                <a:gd name="csX887" fmla="*/ 187566 w 704850"/>
                <a:gd name="csY887" fmla="*/ 295245 h 295275"/>
                <a:gd name="csX888" fmla="*/ 186157 w 704850"/>
                <a:gd name="csY888" fmla="*/ 295245 h 295275"/>
                <a:gd name="csX889" fmla="*/ 184823 w 704850"/>
                <a:gd name="csY889" fmla="*/ 295245 h 295275"/>
                <a:gd name="csX890" fmla="*/ 183413 w 704850"/>
                <a:gd name="csY890" fmla="*/ 295245 h 295275"/>
                <a:gd name="csX891" fmla="*/ 182014 w 704850"/>
                <a:gd name="csY891" fmla="*/ 295245 h 295275"/>
                <a:gd name="csX892" fmla="*/ 180670 w 704850"/>
                <a:gd name="csY892" fmla="*/ 295245 h 295275"/>
                <a:gd name="csX893" fmla="*/ 179270 w 704850"/>
                <a:gd name="csY893" fmla="*/ 295245 h 295275"/>
                <a:gd name="csX894" fmla="*/ 177927 w 704850"/>
                <a:gd name="csY894" fmla="*/ 295245 h 295275"/>
                <a:gd name="csX895" fmla="*/ 176527 w 704850"/>
                <a:gd name="csY895" fmla="*/ 295245 h 295275"/>
                <a:gd name="csX896" fmla="*/ 175127 w 704850"/>
                <a:gd name="csY896" fmla="*/ 295245 h 295275"/>
                <a:gd name="csX897" fmla="*/ 173784 w 704850"/>
                <a:gd name="csY897" fmla="*/ 295245 h 295275"/>
                <a:gd name="csX898" fmla="*/ 172383 w 704850"/>
                <a:gd name="csY898" fmla="*/ 295245 h 295275"/>
                <a:gd name="csX899" fmla="*/ 170983 w 704850"/>
                <a:gd name="csY899" fmla="*/ 295245 h 295275"/>
                <a:gd name="csX900" fmla="*/ 169640 w 704850"/>
                <a:gd name="csY900" fmla="*/ 295245 h 295275"/>
                <a:gd name="csX901" fmla="*/ 168240 w 704850"/>
                <a:gd name="csY901" fmla="*/ 295245 h 295275"/>
                <a:gd name="csX902" fmla="*/ 166897 w 704850"/>
                <a:gd name="csY902" fmla="*/ 295245 h 295275"/>
                <a:gd name="csX903" fmla="*/ 165497 w 704850"/>
                <a:gd name="csY903" fmla="*/ 295245 h 295275"/>
                <a:gd name="csX904" fmla="*/ 164087 w 704850"/>
                <a:gd name="csY904" fmla="*/ 295245 h 295275"/>
                <a:gd name="csX905" fmla="*/ 162754 w 704850"/>
                <a:gd name="csY905" fmla="*/ 295245 h 295275"/>
                <a:gd name="csX906" fmla="*/ 161354 w 704850"/>
                <a:gd name="csY906" fmla="*/ 295245 h 295275"/>
                <a:gd name="csX907" fmla="*/ 159944 w 704850"/>
                <a:gd name="csY907" fmla="*/ 295245 h 295275"/>
                <a:gd name="csX908" fmla="*/ 158610 w 704850"/>
                <a:gd name="csY908" fmla="*/ 295245 h 295275"/>
                <a:gd name="csX909" fmla="*/ 157200 w 704850"/>
                <a:gd name="csY909" fmla="*/ 295245 h 295275"/>
                <a:gd name="csX910" fmla="*/ 155867 w 704850"/>
                <a:gd name="csY910" fmla="*/ 295245 h 295275"/>
                <a:gd name="csX911" fmla="*/ 154458 w 704850"/>
                <a:gd name="csY911" fmla="*/ 295245 h 295275"/>
                <a:gd name="csX912" fmla="*/ 153057 w 704850"/>
                <a:gd name="csY912" fmla="*/ 295245 h 295275"/>
                <a:gd name="csX913" fmla="*/ 151714 w 704850"/>
                <a:gd name="csY913" fmla="*/ 295245 h 295275"/>
                <a:gd name="csX914" fmla="*/ 150314 w 704850"/>
                <a:gd name="csY914" fmla="*/ 295245 h 295275"/>
                <a:gd name="csX915" fmla="*/ 148914 w 704850"/>
                <a:gd name="csY915" fmla="*/ 295245 h 295275"/>
                <a:gd name="csX916" fmla="*/ 147571 w 704850"/>
                <a:gd name="csY916" fmla="*/ 295245 h 295275"/>
                <a:gd name="csX917" fmla="*/ 146171 w 704850"/>
                <a:gd name="csY917" fmla="*/ 295245 h 295275"/>
                <a:gd name="csX918" fmla="*/ 144827 w 704850"/>
                <a:gd name="csY918" fmla="*/ 295245 h 295275"/>
                <a:gd name="csX919" fmla="*/ 143427 w 704850"/>
                <a:gd name="csY919" fmla="*/ 295245 h 295275"/>
                <a:gd name="csX920" fmla="*/ 142028 w 704850"/>
                <a:gd name="csY920" fmla="*/ 295245 h 295275"/>
                <a:gd name="csX921" fmla="*/ 140684 w 704850"/>
                <a:gd name="csY921" fmla="*/ 295245 h 295275"/>
                <a:gd name="csX922" fmla="*/ 139284 w 704850"/>
                <a:gd name="csY922" fmla="*/ 295245 h 295275"/>
                <a:gd name="csX923" fmla="*/ 137874 w 704850"/>
                <a:gd name="csY923" fmla="*/ 295245 h 295275"/>
                <a:gd name="csX924" fmla="*/ 136541 w 704850"/>
                <a:gd name="csY924" fmla="*/ 295245 h 295275"/>
                <a:gd name="csX925" fmla="*/ 135131 w 704850"/>
                <a:gd name="csY925" fmla="*/ 295245 h 295275"/>
                <a:gd name="csX926" fmla="*/ 133798 w 704850"/>
                <a:gd name="csY926" fmla="*/ 295245 h 295275"/>
                <a:gd name="csX927" fmla="*/ 132388 w 704850"/>
                <a:gd name="csY927" fmla="*/ 295245 h 295275"/>
                <a:gd name="csX928" fmla="*/ 130988 w 704850"/>
                <a:gd name="csY928" fmla="*/ 295245 h 295275"/>
                <a:gd name="csX929" fmla="*/ 129645 w 704850"/>
                <a:gd name="csY929" fmla="*/ 295245 h 295275"/>
                <a:gd name="csX930" fmla="*/ 128245 w 704850"/>
                <a:gd name="csY930" fmla="*/ 295245 h 295275"/>
                <a:gd name="csX931" fmla="*/ 126844 w 704850"/>
                <a:gd name="csY931" fmla="*/ 295245 h 295275"/>
                <a:gd name="csX932" fmla="*/ 125501 w 704850"/>
                <a:gd name="csY932" fmla="*/ 295245 h 295275"/>
                <a:gd name="csX933" fmla="*/ 124101 w 704850"/>
                <a:gd name="csY933" fmla="*/ 295245 h 295275"/>
                <a:gd name="csX934" fmla="*/ 122758 w 704850"/>
                <a:gd name="csY934" fmla="*/ 295245 h 295275"/>
                <a:gd name="csX935" fmla="*/ 121358 w 704850"/>
                <a:gd name="csY935" fmla="*/ 295245 h 295275"/>
                <a:gd name="csX936" fmla="*/ 119958 w 704850"/>
                <a:gd name="csY936" fmla="*/ 295245 h 295275"/>
                <a:gd name="csX937" fmla="*/ 118615 w 704850"/>
                <a:gd name="csY937" fmla="*/ 295245 h 295275"/>
                <a:gd name="csX938" fmla="*/ 117215 w 704850"/>
                <a:gd name="csY938" fmla="*/ 295245 h 295275"/>
                <a:gd name="csX939" fmla="*/ 115805 w 704850"/>
                <a:gd name="csY939" fmla="*/ 295245 h 295275"/>
                <a:gd name="csX940" fmla="*/ 114472 w 704850"/>
                <a:gd name="csY940" fmla="*/ 295245 h 295275"/>
                <a:gd name="csX941" fmla="*/ 113062 w 704850"/>
                <a:gd name="csY941" fmla="*/ 295245 h 295275"/>
                <a:gd name="csX942" fmla="*/ 111728 w 704850"/>
                <a:gd name="csY942" fmla="*/ 295245 h 295275"/>
                <a:gd name="csX943" fmla="*/ 110318 w 704850"/>
                <a:gd name="csY943" fmla="*/ 295245 h 295275"/>
                <a:gd name="csX944" fmla="*/ 108919 w 704850"/>
                <a:gd name="csY944" fmla="*/ 295245 h 295275"/>
                <a:gd name="csX945" fmla="*/ 107585 w 704850"/>
                <a:gd name="csY945" fmla="*/ 295245 h 295275"/>
                <a:gd name="csX946" fmla="*/ 106175 w 704850"/>
                <a:gd name="csY946" fmla="*/ 295245 h 295275"/>
                <a:gd name="csX947" fmla="*/ 104775 w 704850"/>
                <a:gd name="csY947" fmla="*/ 295245 h 295275"/>
                <a:gd name="csX948" fmla="*/ 103432 w 704850"/>
                <a:gd name="csY948" fmla="*/ 295245 h 295275"/>
                <a:gd name="csX949" fmla="*/ 102032 w 704850"/>
                <a:gd name="csY949" fmla="*/ 295245 h 295275"/>
                <a:gd name="csX950" fmla="*/ 100689 w 704850"/>
                <a:gd name="csY950" fmla="*/ 295245 h 295275"/>
                <a:gd name="csX951" fmla="*/ 99289 w 704850"/>
                <a:gd name="csY951" fmla="*/ 295245 h 295275"/>
                <a:gd name="csX952" fmla="*/ 97888 w 704850"/>
                <a:gd name="csY952" fmla="*/ 295245 h 295275"/>
                <a:gd name="csX953" fmla="*/ 96545 w 704850"/>
                <a:gd name="csY953" fmla="*/ 295245 h 295275"/>
                <a:gd name="csX954" fmla="*/ 95146 w 704850"/>
                <a:gd name="csY954" fmla="*/ 295245 h 295275"/>
                <a:gd name="csX955" fmla="*/ 93736 w 704850"/>
                <a:gd name="csY955" fmla="*/ 295245 h 295275"/>
                <a:gd name="csX956" fmla="*/ 92402 w 704850"/>
                <a:gd name="csY956" fmla="*/ 295245 h 295275"/>
                <a:gd name="csX957" fmla="*/ 90992 w 704850"/>
                <a:gd name="csY957" fmla="*/ 295245 h 295275"/>
                <a:gd name="csX958" fmla="*/ 89659 w 704850"/>
                <a:gd name="csY958" fmla="*/ 295245 h 295275"/>
                <a:gd name="csX959" fmla="*/ 88259 w 704850"/>
                <a:gd name="csY959" fmla="*/ 295245 h 295275"/>
                <a:gd name="csX960" fmla="*/ 86849 w 704850"/>
                <a:gd name="csY960" fmla="*/ 295245 h 295275"/>
                <a:gd name="csX961" fmla="*/ 85515 w 704850"/>
                <a:gd name="csY961" fmla="*/ 295245 h 295275"/>
                <a:gd name="csX962" fmla="*/ 84106 w 704850"/>
                <a:gd name="csY962" fmla="*/ 295245 h 295275"/>
                <a:gd name="csX963" fmla="*/ 82706 w 704850"/>
                <a:gd name="csY963" fmla="*/ 295245 h 295275"/>
                <a:gd name="csX964" fmla="*/ 81363 w 704850"/>
                <a:gd name="csY964" fmla="*/ 295245 h 295275"/>
                <a:gd name="csX965" fmla="*/ 79962 w 704850"/>
                <a:gd name="csY965" fmla="*/ 295245 h 295275"/>
                <a:gd name="csX966" fmla="*/ 78619 w 704850"/>
                <a:gd name="csY966" fmla="*/ 295245 h 295275"/>
                <a:gd name="csX967" fmla="*/ 77219 w 704850"/>
                <a:gd name="csY967" fmla="*/ 295245 h 295275"/>
                <a:gd name="csX968" fmla="*/ 75819 w 704850"/>
                <a:gd name="csY968" fmla="*/ 295245 h 295275"/>
                <a:gd name="csX969" fmla="*/ 74476 w 704850"/>
                <a:gd name="csY969" fmla="*/ 295245 h 295275"/>
                <a:gd name="csX970" fmla="*/ 73076 w 704850"/>
                <a:gd name="csY970" fmla="*/ 295245 h 295275"/>
                <a:gd name="csX971" fmla="*/ 71666 w 704850"/>
                <a:gd name="csY971" fmla="*/ 295245 h 295275"/>
                <a:gd name="csX972" fmla="*/ 70333 w 704850"/>
                <a:gd name="csY972" fmla="*/ 295245 h 295275"/>
                <a:gd name="csX973" fmla="*/ 68933 w 704850"/>
                <a:gd name="csY973" fmla="*/ 295245 h 295275"/>
                <a:gd name="csX974" fmla="*/ 67590 w 704850"/>
                <a:gd name="csY974" fmla="*/ 295245 h 295275"/>
                <a:gd name="csX975" fmla="*/ 66189 w 704850"/>
                <a:gd name="csY975" fmla="*/ 295245 h 295275"/>
                <a:gd name="csX976" fmla="*/ 64779 w 704850"/>
                <a:gd name="csY976" fmla="*/ 295245 h 295275"/>
                <a:gd name="csX977" fmla="*/ 63446 w 704850"/>
                <a:gd name="csY977" fmla="*/ 295245 h 295275"/>
                <a:gd name="csX978" fmla="*/ 62037 w 704850"/>
                <a:gd name="csY978" fmla="*/ 295245 h 295275"/>
                <a:gd name="csX979" fmla="*/ 60636 w 704850"/>
                <a:gd name="csY979" fmla="*/ 295245 h 295275"/>
                <a:gd name="csX980" fmla="*/ 59293 w 704850"/>
                <a:gd name="csY980" fmla="*/ 295245 h 295275"/>
                <a:gd name="csX981" fmla="*/ 57893 w 704850"/>
                <a:gd name="csY981" fmla="*/ 295245 h 295275"/>
                <a:gd name="csX982" fmla="*/ 56560 w 704850"/>
                <a:gd name="csY982" fmla="*/ 295245 h 295275"/>
                <a:gd name="csX983" fmla="*/ 55150 w 704850"/>
                <a:gd name="csY983" fmla="*/ 295245 h 295275"/>
                <a:gd name="csX984" fmla="*/ 53750 w 704850"/>
                <a:gd name="csY984" fmla="*/ 295245 h 295275"/>
                <a:gd name="csX985" fmla="*/ 52407 w 704850"/>
                <a:gd name="csY985" fmla="*/ 295245 h 295275"/>
                <a:gd name="csX986" fmla="*/ 51006 w 704850"/>
                <a:gd name="csY986" fmla="*/ 295245 h 295275"/>
                <a:gd name="csX987" fmla="*/ 49606 w 704850"/>
                <a:gd name="csY987" fmla="*/ 295245 h 295275"/>
                <a:gd name="csX988" fmla="*/ 48263 w 704850"/>
                <a:gd name="csY988" fmla="*/ 295245 h 295275"/>
                <a:gd name="csX989" fmla="*/ 46863 w 704850"/>
                <a:gd name="csY989" fmla="*/ 295245 h 295275"/>
                <a:gd name="csX990" fmla="*/ 45520 w 704850"/>
                <a:gd name="csY990" fmla="*/ 295245 h 295275"/>
                <a:gd name="csX991" fmla="*/ 44120 w 704850"/>
                <a:gd name="csY991" fmla="*/ 295245 h 295275"/>
                <a:gd name="csX992" fmla="*/ 42710 w 704850"/>
                <a:gd name="csY992" fmla="*/ 295245 h 295275"/>
                <a:gd name="csX993" fmla="*/ 41377 w 704850"/>
                <a:gd name="csY993" fmla="*/ 295245 h 295275"/>
                <a:gd name="csX994" fmla="*/ 39967 w 704850"/>
                <a:gd name="csY994" fmla="*/ 295245 h 295275"/>
                <a:gd name="csX995" fmla="*/ 38567 w 704850"/>
                <a:gd name="csY995" fmla="*/ 295245 h 295275"/>
                <a:gd name="csX996" fmla="*/ 37233 w 704850"/>
                <a:gd name="csY996" fmla="*/ 295245 h 295275"/>
                <a:gd name="csX997" fmla="*/ 35824 w 704850"/>
                <a:gd name="csY997" fmla="*/ 295245 h 295275"/>
                <a:gd name="csX998" fmla="*/ 34424 w 704850"/>
                <a:gd name="csY998" fmla="*/ 295245 h 295275"/>
                <a:gd name="csX999" fmla="*/ 33080 w 704850"/>
                <a:gd name="csY999" fmla="*/ 295245 h 295275"/>
                <a:gd name="csX1000" fmla="*/ 31680 w 704850"/>
                <a:gd name="csY1000" fmla="*/ 295245 h 295275"/>
                <a:gd name="csX1001" fmla="*/ 30337 w 704850"/>
                <a:gd name="csY1001" fmla="*/ 295245 h 295275"/>
                <a:gd name="csX1002" fmla="*/ 28937 w 704850"/>
                <a:gd name="csY1002" fmla="*/ 295245 h 295275"/>
                <a:gd name="csX1003" fmla="*/ 27537 w 704850"/>
                <a:gd name="csY1003" fmla="*/ 295245 h 295275"/>
                <a:gd name="csX1004" fmla="*/ 26194 w 704850"/>
                <a:gd name="csY1004" fmla="*/ 295245 h 295275"/>
                <a:gd name="csX1005" fmla="*/ 24793 w 704850"/>
                <a:gd name="csY1005" fmla="*/ 295245 h 295275"/>
                <a:gd name="csX1006" fmla="*/ 23394 w 704850"/>
                <a:gd name="csY1006" fmla="*/ 295245 h 295275"/>
                <a:gd name="csX1007" fmla="*/ 22051 w 704850"/>
                <a:gd name="csY1007" fmla="*/ 295245 h 295275"/>
                <a:gd name="csX1008" fmla="*/ 20650 w 704850"/>
                <a:gd name="csY1008" fmla="*/ 295245 h 295275"/>
                <a:gd name="csX1009" fmla="*/ 19307 w 704850"/>
                <a:gd name="csY1009" fmla="*/ 295245 h 295275"/>
                <a:gd name="csX1010" fmla="*/ 17907 w 704850"/>
                <a:gd name="csY1010" fmla="*/ 295245 h 295275"/>
                <a:gd name="csX1011" fmla="*/ 16497 w 704850"/>
                <a:gd name="csY1011" fmla="*/ 295245 h 295275"/>
                <a:gd name="csX1012" fmla="*/ 15164 w 704850"/>
                <a:gd name="csY1012" fmla="*/ 295245 h 295275"/>
                <a:gd name="csX1013" fmla="*/ 13754 w 704850"/>
                <a:gd name="csY1013" fmla="*/ 295245 h 295275"/>
                <a:gd name="csX1014" fmla="*/ 12354 w 704850"/>
                <a:gd name="csY1014" fmla="*/ 295245 h 295275"/>
                <a:gd name="csX1015" fmla="*/ 11011 w 704850"/>
                <a:gd name="csY1015" fmla="*/ 295245 h 295275"/>
                <a:gd name="csX1016" fmla="*/ 9611 w 704850"/>
                <a:gd name="csY1016" fmla="*/ 295245 h 295275"/>
                <a:gd name="csX1017" fmla="*/ 8268 w 704850"/>
                <a:gd name="csY1017" fmla="*/ 295245 h 295275"/>
                <a:gd name="csX1018" fmla="*/ 6868 w 704850"/>
                <a:gd name="csY1018" fmla="*/ 295245 h 295275"/>
                <a:gd name="csX1019" fmla="*/ 5467 w 704850"/>
                <a:gd name="csY1019" fmla="*/ 295245 h 295275"/>
                <a:gd name="csX1020" fmla="*/ 4124 w 704850"/>
                <a:gd name="csY1020" fmla="*/ 295245 h 295275"/>
                <a:gd name="csX1021" fmla="*/ 2724 w 704850"/>
                <a:gd name="csY1021" fmla="*/ 295245 h 295275"/>
                <a:gd name="csX1022" fmla="*/ 1324 w 704850"/>
                <a:gd name="csY1022" fmla="*/ 295245 h 295275"/>
                <a:gd name="csX1023" fmla="*/ -19 w 704850"/>
                <a:gd name="csY1023" fmla="*/ 295245 h 295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95275">
                  <a:moveTo>
                    <a:pt x="-19" y="294502"/>
                  </a:moveTo>
                  <a:lnTo>
                    <a:pt x="1324" y="294445"/>
                  </a:lnTo>
                  <a:lnTo>
                    <a:pt x="2724" y="294378"/>
                  </a:lnTo>
                  <a:lnTo>
                    <a:pt x="4124" y="294254"/>
                  </a:lnTo>
                  <a:lnTo>
                    <a:pt x="5467" y="294140"/>
                  </a:lnTo>
                  <a:lnTo>
                    <a:pt x="6868" y="294016"/>
                  </a:lnTo>
                  <a:lnTo>
                    <a:pt x="8268" y="293892"/>
                  </a:lnTo>
                  <a:lnTo>
                    <a:pt x="9611" y="293769"/>
                  </a:lnTo>
                  <a:lnTo>
                    <a:pt x="11011" y="293578"/>
                  </a:lnTo>
                  <a:lnTo>
                    <a:pt x="12354" y="293454"/>
                  </a:lnTo>
                  <a:lnTo>
                    <a:pt x="13754" y="293273"/>
                  </a:lnTo>
                  <a:lnTo>
                    <a:pt x="15164" y="293083"/>
                  </a:lnTo>
                  <a:lnTo>
                    <a:pt x="16497" y="292835"/>
                  </a:lnTo>
                  <a:lnTo>
                    <a:pt x="17907" y="292597"/>
                  </a:lnTo>
                  <a:lnTo>
                    <a:pt x="19307" y="292350"/>
                  </a:lnTo>
                  <a:lnTo>
                    <a:pt x="20650" y="292102"/>
                  </a:lnTo>
                  <a:lnTo>
                    <a:pt x="22051" y="291787"/>
                  </a:lnTo>
                  <a:lnTo>
                    <a:pt x="23394" y="291425"/>
                  </a:lnTo>
                  <a:lnTo>
                    <a:pt x="24793" y="291111"/>
                  </a:lnTo>
                  <a:lnTo>
                    <a:pt x="26194" y="290740"/>
                  </a:lnTo>
                  <a:lnTo>
                    <a:pt x="27537" y="290311"/>
                  </a:lnTo>
                  <a:lnTo>
                    <a:pt x="28937" y="289883"/>
                  </a:lnTo>
                  <a:lnTo>
                    <a:pt x="30337" y="289387"/>
                  </a:lnTo>
                  <a:lnTo>
                    <a:pt x="31680" y="288892"/>
                  </a:lnTo>
                  <a:lnTo>
                    <a:pt x="33080" y="288339"/>
                  </a:lnTo>
                  <a:lnTo>
                    <a:pt x="34424" y="287787"/>
                  </a:lnTo>
                  <a:lnTo>
                    <a:pt x="35824" y="287168"/>
                  </a:lnTo>
                  <a:lnTo>
                    <a:pt x="37233" y="286491"/>
                  </a:lnTo>
                  <a:lnTo>
                    <a:pt x="38567" y="285806"/>
                  </a:lnTo>
                  <a:lnTo>
                    <a:pt x="39967" y="285072"/>
                  </a:lnTo>
                  <a:lnTo>
                    <a:pt x="41377" y="284272"/>
                  </a:lnTo>
                  <a:lnTo>
                    <a:pt x="42710" y="283405"/>
                  </a:lnTo>
                  <a:lnTo>
                    <a:pt x="44120" y="282539"/>
                  </a:lnTo>
                  <a:lnTo>
                    <a:pt x="45520" y="281615"/>
                  </a:lnTo>
                  <a:lnTo>
                    <a:pt x="46863" y="280567"/>
                  </a:lnTo>
                  <a:lnTo>
                    <a:pt x="48263" y="279519"/>
                  </a:lnTo>
                  <a:lnTo>
                    <a:pt x="49606" y="278414"/>
                  </a:lnTo>
                  <a:lnTo>
                    <a:pt x="51006" y="277233"/>
                  </a:lnTo>
                  <a:lnTo>
                    <a:pt x="52407" y="276005"/>
                  </a:lnTo>
                  <a:lnTo>
                    <a:pt x="53750" y="274776"/>
                  </a:lnTo>
                  <a:lnTo>
                    <a:pt x="55150" y="273357"/>
                  </a:lnTo>
                  <a:lnTo>
                    <a:pt x="56560" y="271994"/>
                  </a:lnTo>
                  <a:lnTo>
                    <a:pt x="57893" y="270518"/>
                  </a:lnTo>
                  <a:lnTo>
                    <a:pt x="59293" y="268908"/>
                  </a:lnTo>
                  <a:lnTo>
                    <a:pt x="60636" y="267308"/>
                  </a:lnTo>
                  <a:lnTo>
                    <a:pt x="62037" y="265641"/>
                  </a:lnTo>
                  <a:lnTo>
                    <a:pt x="63446" y="263917"/>
                  </a:lnTo>
                  <a:lnTo>
                    <a:pt x="64779" y="262069"/>
                  </a:lnTo>
                  <a:lnTo>
                    <a:pt x="66189" y="260222"/>
                  </a:lnTo>
                  <a:lnTo>
                    <a:pt x="67590" y="258240"/>
                  </a:lnTo>
                  <a:lnTo>
                    <a:pt x="68933" y="256212"/>
                  </a:lnTo>
                  <a:lnTo>
                    <a:pt x="70333" y="254116"/>
                  </a:lnTo>
                  <a:lnTo>
                    <a:pt x="71666" y="252011"/>
                  </a:lnTo>
                  <a:lnTo>
                    <a:pt x="73076" y="249734"/>
                  </a:lnTo>
                  <a:lnTo>
                    <a:pt x="74476" y="247515"/>
                  </a:lnTo>
                  <a:lnTo>
                    <a:pt x="75819" y="245172"/>
                  </a:lnTo>
                  <a:lnTo>
                    <a:pt x="77219" y="242762"/>
                  </a:lnTo>
                  <a:lnTo>
                    <a:pt x="78619" y="240295"/>
                  </a:lnTo>
                  <a:lnTo>
                    <a:pt x="79962" y="237771"/>
                  </a:lnTo>
                  <a:lnTo>
                    <a:pt x="81363" y="235180"/>
                  </a:lnTo>
                  <a:lnTo>
                    <a:pt x="82706" y="232590"/>
                  </a:lnTo>
                  <a:lnTo>
                    <a:pt x="84106" y="229932"/>
                  </a:lnTo>
                  <a:lnTo>
                    <a:pt x="85515" y="227227"/>
                  </a:lnTo>
                  <a:lnTo>
                    <a:pt x="86849" y="224446"/>
                  </a:lnTo>
                  <a:lnTo>
                    <a:pt x="88259" y="221674"/>
                  </a:lnTo>
                  <a:lnTo>
                    <a:pt x="89659" y="218835"/>
                  </a:lnTo>
                  <a:lnTo>
                    <a:pt x="90992" y="215940"/>
                  </a:lnTo>
                  <a:lnTo>
                    <a:pt x="92402" y="213101"/>
                  </a:lnTo>
                  <a:lnTo>
                    <a:pt x="93736" y="210139"/>
                  </a:lnTo>
                  <a:lnTo>
                    <a:pt x="95146" y="207243"/>
                  </a:lnTo>
                  <a:lnTo>
                    <a:pt x="96545" y="204281"/>
                  </a:lnTo>
                  <a:lnTo>
                    <a:pt x="97888" y="201386"/>
                  </a:lnTo>
                  <a:lnTo>
                    <a:pt x="99289" y="198423"/>
                  </a:lnTo>
                  <a:lnTo>
                    <a:pt x="100689" y="195461"/>
                  </a:lnTo>
                  <a:lnTo>
                    <a:pt x="102032" y="192508"/>
                  </a:lnTo>
                  <a:lnTo>
                    <a:pt x="103432" y="189603"/>
                  </a:lnTo>
                  <a:lnTo>
                    <a:pt x="104775" y="186641"/>
                  </a:lnTo>
                  <a:lnTo>
                    <a:pt x="106175" y="183745"/>
                  </a:lnTo>
                  <a:lnTo>
                    <a:pt x="107585" y="180907"/>
                  </a:lnTo>
                  <a:lnTo>
                    <a:pt x="108919" y="178068"/>
                  </a:lnTo>
                  <a:lnTo>
                    <a:pt x="110318" y="175240"/>
                  </a:lnTo>
                  <a:lnTo>
                    <a:pt x="111728" y="172525"/>
                  </a:lnTo>
                  <a:lnTo>
                    <a:pt x="113062" y="169810"/>
                  </a:lnTo>
                  <a:lnTo>
                    <a:pt x="114472" y="167096"/>
                  </a:lnTo>
                  <a:lnTo>
                    <a:pt x="115805" y="164505"/>
                  </a:lnTo>
                  <a:lnTo>
                    <a:pt x="117215" y="161914"/>
                  </a:lnTo>
                  <a:lnTo>
                    <a:pt x="118615" y="159447"/>
                  </a:lnTo>
                  <a:lnTo>
                    <a:pt x="119958" y="156980"/>
                  </a:lnTo>
                  <a:lnTo>
                    <a:pt x="121358" y="154637"/>
                  </a:lnTo>
                  <a:lnTo>
                    <a:pt x="122758" y="152360"/>
                  </a:lnTo>
                  <a:lnTo>
                    <a:pt x="124101" y="150075"/>
                  </a:lnTo>
                  <a:lnTo>
                    <a:pt x="125501" y="147979"/>
                  </a:lnTo>
                  <a:lnTo>
                    <a:pt x="126844" y="145941"/>
                  </a:lnTo>
                  <a:lnTo>
                    <a:pt x="128245" y="143912"/>
                  </a:lnTo>
                  <a:lnTo>
                    <a:pt x="129645" y="142054"/>
                  </a:lnTo>
                  <a:lnTo>
                    <a:pt x="130988" y="140273"/>
                  </a:lnTo>
                  <a:lnTo>
                    <a:pt x="132388" y="138540"/>
                  </a:lnTo>
                  <a:lnTo>
                    <a:pt x="133798" y="136873"/>
                  </a:lnTo>
                  <a:lnTo>
                    <a:pt x="135131" y="135396"/>
                  </a:lnTo>
                  <a:lnTo>
                    <a:pt x="136541" y="133920"/>
                  </a:lnTo>
                  <a:lnTo>
                    <a:pt x="137874" y="132558"/>
                  </a:lnTo>
                  <a:lnTo>
                    <a:pt x="139284" y="131329"/>
                  </a:lnTo>
                  <a:lnTo>
                    <a:pt x="140684" y="130158"/>
                  </a:lnTo>
                  <a:lnTo>
                    <a:pt x="142028" y="129043"/>
                  </a:lnTo>
                  <a:lnTo>
                    <a:pt x="143427" y="128062"/>
                  </a:lnTo>
                  <a:lnTo>
                    <a:pt x="144827" y="127195"/>
                  </a:lnTo>
                  <a:lnTo>
                    <a:pt x="146171" y="126395"/>
                  </a:lnTo>
                  <a:lnTo>
                    <a:pt x="147571" y="125652"/>
                  </a:lnTo>
                  <a:lnTo>
                    <a:pt x="148914" y="125033"/>
                  </a:lnTo>
                  <a:lnTo>
                    <a:pt x="150314" y="124481"/>
                  </a:lnTo>
                  <a:lnTo>
                    <a:pt x="151714" y="124052"/>
                  </a:lnTo>
                  <a:lnTo>
                    <a:pt x="153057" y="123681"/>
                  </a:lnTo>
                  <a:lnTo>
                    <a:pt x="154458" y="123376"/>
                  </a:lnTo>
                  <a:lnTo>
                    <a:pt x="155867" y="123128"/>
                  </a:lnTo>
                  <a:lnTo>
                    <a:pt x="157200" y="123004"/>
                  </a:lnTo>
                  <a:lnTo>
                    <a:pt x="158610" y="122938"/>
                  </a:lnTo>
                  <a:lnTo>
                    <a:pt x="159944" y="122881"/>
                  </a:lnTo>
                  <a:lnTo>
                    <a:pt x="161354" y="122938"/>
                  </a:lnTo>
                  <a:lnTo>
                    <a:pt x="162754" y="123062"/>
                  </a:lnTo>
                  <a:lnTo>
                    <a:pt x="164087" y="123252"/>
                  </a:lnTo>
                  <a:lnTo>
                    <a:pt x="165497" y="123490"/>
                  </a:lnTo>
                  <a:lnTo>
                    <a:pt x="166897" y="123805"/>
                  </a:lnTo>
                  <a:lnTo>
                    <a:pt x="168240" y="124176"/>
                  </a:lnTo>
                  <a:lnTo>
                    <a:pt x="169640" y="124548"/>
                  </a:lnTo>
                  <a:lnTo>
                    <a:pt x="170983" y="124976"/>
                  </a:lnTo>
                  <a:lnTo>
                    <a:pt x="172383" y="125471"/>
                  </a:lnTo>
                  <a:lnTo>
                    <a:pt x="173784" y="126024"/>
                  </a:lnTo>
                  <a:lnTo>
                    <a:pt x="175127" y="126576"/>
                  </a:lnTo>
                  <a:lnTo>
                    <a:pt x="176527" y="127195"/>
                  </a:lnTo>
                  <a:lnTo>
                    <a:pt x="177927" y="127815"/>
                  </a:lnTo>
                  <a:lnTo>
                    <a:pt x="179270" y="128491"/>
                  </a:lnTo>
                  <a:lnTo>
                    <a:pt x="180670" y="129234"/>
                  </a:lnTo>
                  <a:lnTo>
                    <a:pt x="182014" y="129910"/>
                  </a:lnTo>
                  <a:lnTo>
                    <a:pt x="183413" y="130710"/>
                  </a:lnTo>
                  <a:lnTo>
                    <a:pt x="184823" y="131453"/>
                  </a:lnTo>
                  <a:lnTo>
                    <a:pt x="186157" y="132253"/>
                  </a:lnTo>
                  <a:lnTo>
                    <a:pt x="187566" y="133053"/>
                  </a:lnTo>
                  <a:lnTo>
                    <a:pt x="188967" y="133920"/>
                  </a:lnTo>
                  <a:lnTo>
                    <a:pt x="190310" y="134720"/>
                  </a:lnTo>
                  <a:lnTo>
                    <a:pt x="191710" y="135577"/>
                  </a:lnTo>
                  <a:lnTo>
                    <a:pt x="193053" y="136444"/>
                  </a:lnTo>
                  <a:lnTo>
                    <a:pt x="194453" y="137368"/>
                  </a:lnTo>
                  <a:lnTo>
                    <a:pt x="195853" y="138235"/>
                  </a:lnTo>
                  <a:lnTo>
                    <a:pt x="197196" y="139102"/>
                  </a:lnTo>
                  <a:lnTo>
                    <a:pt x="198596" y="140026"/>
                  </a:lnTo>
                  <a:lnTo>
                    <a:pt x="199997" y="140949"/>
                  </a:lnTo>
                  <a:lnTo>
                    <a:pt x="201340" y="141807"/>
                  </a:lnTo>
                  <a:lnTo>
                    <a:pt x="202740" y="142740"/>
                  </a:lnTo>
                  <a:lnTo>
                    <a:pt x="204083" y="143664"/>
                  </a:lnTo>
                  <a:lnTo>
                    <a:pt x="205483" y="144588"/>
                  </a:lnTo>
                  <a:lnTo>
                    <a:pt x="206893" y="145512"/>
                  </a:lnTo>
                  <a:lnTo>
                    <a:pt x="208226" y="146379"/>
                  </a:lnTo>
                  <a:lnTo>
                    <a:pt x="209636" y="147303"/>
                  </a:lnTo>
                  <a:lnTo>
                    <a:pt x="211036" y="148227"/>
                  </a:lnTo>
                  <a:lnTo>
                    <a:pt x="212369" y="149150"/>
                  </a:lnTo>
                  <a:lnTo>
                    <a:pt x="213779" y="150075"/>
                  </a:lnTo>
                  <a:lnTo>
                    <a:pt x="215180" y="150941"/>
                  </a:lnTo>
                  <a:lnTo>
                    <a:pt x="216522" y="151865"/>
                  </a:lnTo>
                  <a:lnTo>
                    <a:pt x="217922" y="152722"/>
                  </a:lnTo>
                  <a:lnTo>
                    <a:pt x="219265" y="153656"/>
                  </a:lnTo>
                  <a:lnTo>
                    <a:pt x="220666" y="154513"/>
                  </a:lnTo>
                  <a:lnTo>
                    <a:pt x="222066" y="155437"/>
                  </a:lnTo>
                  <a:lnTo>
                    <a:pt x="223409" y="156304"/>
                  </a:lnTo>
                  <a:lnTo>
                    <a:pt x="224809" y="157171"/>
                  </a:lnTo>
                  <a:lnTo>
                    <a:pt x="226219" y="158028"/>
                  </a:lnTo>
                  <a:lnTo>
                    <a:pt x="227553" y="158895"/>
                  </a:lnTo>
                  <a:lnTo>
                    <a:pt x="228952" y="159752"/>
                  </a:lnTo>
                  <a:lnTo>
                    <a:pt x="230295" y="160619"/>
                  </a:lnTo>
                  <a:lnTo>
                    <a:pt x="231696" y="161485"/>
                  </a:lnTo>
                  <a:lnTo>
                    <a:pt x="233105" y="162285"/>
                  </a:lnTo>
                  <a:lnTo>
                    <a:pt x="234439" y="163152"/>
                  </a:lnTo>
                  <a:lnTo>
                    <a:pt x="235849" y="163952"/>
                  </a:lnTo>
                  <a:lnTo>
                    <a:pt x="237249" y="164752"/>
                  </a:lnTo>
                  <a:lnTo>
                    <a:pt x="238592" y="165553"/>
                  </a:lnTo>
                  <a:lnTo>
                    <a:pt x="239992" y="166353"/>
                  </a:lnTo>
                  <a:lnTo>
                    <a:pt x="241335" y="167153"/>
                  </a:lnTo>
                  <a:lnTo>
                    <a:pt x="242735" y="167896"/>
                  </a:lnTo>
                  <a:lnTo>
                    <a:pt x="244135" y="168696"/>
                  </a:lnTo>
                  <a:lnTo>
                    <a:pt x="245478" y="169439"/>
                  </a:lnTo>
                  <a:lnTo>
                    <a:pt x="246879" y="170182"/>
                  </a:lnTo>
                  <a:lnTo>
                    <a:pt x="248279" y="170915"/>
                  </a:lnTo>
                  <a:lnTo>
                    <a:pt x="249622" y="171658"/>
                  </a:lnTo>
                  <a:lnTo>
                    <a:pt x="251022" y="172334"/>
                  </a:lnTo>
                  <a:lnTo>
                    <a:pt x="252365" y="173011"/>
                  </a:lnTo>
                  <a:lnTo>
                    <a:pt x="253765" y="173697"/>
                  </a:lnTo>
                  <a:lnTo>
                    <a:pt x="255175" y="174373"/>
                  </a:lnTo>
                  <a:lnTo>
                    <a:pt x="256508" y="175049"/>
                  </a:lnTo>
                  <a:lnTo>
                    <a:pt x="257918" y="175725"/>
                  </a:lnTo>
                  <a:lnTo>
                    <a:pt x="259318" y="176344"/>
                  </a:lnTo>
                  <a:lnTo>
                    <a:pt x="260652" y="176964"/>
                  </a:lnTo>
                  <a:lnTo>
                    <a:pt x="262062" y="177583"/>
                  </a:lnTo>
                  <a:lnTo>
                    <a:pt x="263395" y="178135"/>
                  </a:lnTo>
                  <a:lnTo>
                    <a:pt x="264804" y="178688"/>
                  </a:lnTo>
                  <a:lnTo>
                    <a:pt x="266205" y="179240"/>
                  </a:lnTo>
                  <a:lnTo>
                    <a:pt x="267548" y="179802"/>
                  </a:lnTo>
                  <a:lnTo>
                    <a:pt x="268948" y="180354"/>
                  </a:lnTo>
                  <a:lnTo>
                    <a:pt x="270348" y="180850"/>
                  </a:lnTo>
                  <a:lnTo>
                    <a:pt x="271691" y="181345"/>
                  </a:lnTo>
                  <a:lnTo>
                    <a:pt x="273091" y="181831"/>
                  </a:lnTo>
                  <a:lnTo>
                    <a:pt x="274435" y="182269"/>
                  </a:lnTo>
                  <a:lnTo>
                    <a:pt x="275835" y="182698"/>
                  </a:lnTo>
                  <a:lnTo>
                    <a:pt x="277244" y="183126"/>
                  </a:lnTo>
                  <a:lnTo>
                    <a:pt x="278578" y="183564"/>
                  </a:lnTo>
                  <a:lnTo>
                    <a:pt x="279978" y="183926"/>
                  </a:lnTo>
                  <a:lnTo>
                    <a:pt x="281388" y="184298"/>
                  </a:lnTo>
                  <a:lnTo>
                    <a:pt x="282721" y="184669"/>
                  </a:lnTo>
                  <a:lnTo>
                    <a:pt x="284131" y="184984"/>
                  </a:lnTo>
                  <a:lnTo>
                    <a:pt x="285464" y="185346"/>
                  </a:lnTo>
                  <a:lnTo>
                    <a:pt x="286874" y="185660"/>
                  </a:lnTo>
                  <a:lnTo>
                    <a:pt x="288274" y="185907"/>
                  </a:lnTo>
                  <a:lnTo>
                    <a:pt x="289617" y="186212"/>
                  </a:lnTo>
                  <a:lnTo>
                    <a:pt x="291017" y="186460"/>
                  </a:lnTo>
                  <a:lnTo>
                    <a:pt x="292418" y="186708"/>
                  </a:lnTo>
                  <a:lnTo>
                    <a:pt x="293761" y="186955"/>
                  </a:lnTo>
                  <a:lnTo>
                    <a:pt x="295161" y="187136"/>
                  </a:lnTo>
                  <a:lnTo>
                    <a:pt x="296504" y="187327"/>
                  </a:lnTo>
                  <a:lnTo>
                    <a:pt x="297904" y="187508"/>
                  </a:lnTo>
                  <a:lnTo>
                    <a:pt x="299304" y="187689"/>
                  </a:lnTo>
                  <a:lnTo>
                    <a:pt x="300647" y="187813"/>
                  </a:lnTo>
                  <a:lnTo>
                    <a:pt x="302047" y="188003"/>
                  </a:lnTo>
                  <a:lnTo>
                    <a:pt x="303457" y="188127"/>
                  </a:lnTo>
                  <a:lnTo>
                    <a:pt x="304790" y="188251"/>
                  </a:lnTo>
                  <a:lnTo>
                    <a:pt x="306200" y="188308"/>
                  </a:lnTo>
                  <a:lnTo>
                    <a:pt x="307534" y="188432"/>
                  </a:lnTo>
                  <a:lnTo>
                    <a:pt x="308944" y="188498"/>
                  </a:lnTo>
                  <a:lnTo>
                    <a:pt x="310343" y="188556"/>
                  </a:lnTo>
                  <a:lnTo>
                    <a:pt x="311677" y="188622"/>
                  </a:lnTo>
                  <a:lnTo>
                    <a:pt x="313087" y="188679"/>
                  </a:lnTo>
                  <a:lnTo>
                    <a:pt x="314487" y="188746"/>
                  </a:lnTo>
                  <a:lnTo>
                    <a:pt x="315830" y="188746"/>
                  </a:lnTo>
                  <a:lnTo>
                    <a:pt x="317230" y="188803"/>
                  </a:lnTo>
                  <a:lnTo>
                    <a:pt x="318573" y="188803"/>
                  </a:lnTo>
                  <a:lnTo>
                    <a:pt x="319973" y="188803"/>
                  </a:lnTo>
                  <a:lnTo>
                    <a:pt x="321374" y="188803"/>
                  </a:lnTo>
                  <a:lnTo>
                    <a:pt x="322717" y="188803"/>
                  </a:lnTo>
                  <a:lnTo>
                    <a:pt x="324117" y="188803"/>
                  </a:lnTo>
                  <a:lnTo>
                    <a:pt x="325526" y="188803"/>
                  </a:lnTo>
                  <a:lnTo>
                    <a:pt x="326860" y="188803"/>
                  </a:lnTo>
                  <a:lnTo>
                    <a:pt x="328270" y="188803"/>
                  </a:lnTo>
                  <a:lnTo>
                    <a:pt x="329603" y="188746"/>
                  </a:lnTo>
                  <a:lnTo>
                    <a:pt x="331003" y="188746"/>
                  </a:lnTo>
                  <a:lnTo>
                    <a:pt x="332413" y="188746"/>
                  </a:lnTo>
                  <a:lnTo>
                    <a:pt x="333747" y="188679"/>
                  </a:lnTo>
                  <a:lnTo>
                    <a:pt x="335156" y="188679"/>
                  </a:lnTo>
                  <a:lnTo>
                    <a:pt x="336556" y="188622"/>
                  </a:lnTo>
                  <a:lnTo>
                    <a:pt x="337899" y="188622"/>
                  </a:lnTo>
                  <a:lnTo>
                    <a:pt x="339300" y="188622"/>
                  </a:lnTo>
                  <a:lnTo>
                    <a:pt x="340643" y="188556"/>
                  </a:lnTo>
                  <a:lnTo>
                    <a:pt x="342043" y="188556"/>
                  </a:lnTo>
                  <a:lnTo>
                    <a:pt x="343443" y="188498"/>
                  </a:lnTo>
                  <a:lnTo>
                    <a:pt x="344786" y="188498"/>
                  </a:lnTo>
                  <a:lnTo>
                    <a:pt x="346186" y="188498"/>
                  </a:lnTo>
                  <a:lnTo>
                    <a:pt x="347596" y="188432"/>
                  </a:lnTo>
                  <a:lnTo>
                    <a:pt x="348929" y="188432"/>
                  </a:lnTo>
                  <a:lnTo>
                    <a:pt x="350329" y="188432"/>
                  </a:lnTo>
                  <a:lnTo>
                    <a:pt x="351672" y="188432"/>
                  </a:lnTo>
                  <a:lnTo>
                    <a:pt x="353073" y="188374"/>
                  </a:lnTo>
                  <a:lnTo>
                    <a:pt x="354483" y="188374"/>
                  </a:lnTo>
                  <a:lnTo>
                    <a:pt x="355816" y="188374"/>
                  </a:lnTo>
                  <a:lnTo>
                    <a:pt x="357225" y="188374"/>
                  </a:lnTo>
                  <a:lnTo>
                    <a:pt x="358626" y="188374"/>
                  </a:lnTo>
                  <a:lnTo>
                    <a:pt x="359969" y="188308"/>
                  </a:lnTo>
                  <a:lnTo>
                    <a:pt x="361369" y="188308"/>
                  </a:lnTo>
                  <a:lnTo>
                    <a:pt x="362702" y="188308"/>
                  </a:lnTo>
                  <a:lnTo>
                    <a:pt x="364112" y="188308"/>
                  </a:lnTo>
                  <a:lnTo>
                    <a:pt x="365512" y="188308"/>
                  </a:lnTo>
                  <a:lnTo>
                    <a:pt x="366856" y="188308"/>
                  </a:lnTo>
                  <a:lnTo>
                    <a:pt x="368256" y="188251"/>
                  </a:lnTo>
                  <a:lnTo>
                    <a:pt x="369656" y="188251"/>
                  </a:lnTo>
                  <a:lnTo>
                    <a:pt x="370999" y="188251"/>
                  </a:lnTo>
                  <a:lnTo>
                    <a:pt x="372399" y="188251"/>
                  </a:lnTo>
                  <a:lnTo>
                    <a:pt x="373809" y="188184"/>
                  </a:lnTo>
                  <a:lnTo>
                    <a:pt x="375142" y="188184"/>
                  </a:lnTo>
                  <a:lnTo>
                    <a:pt x="376552" y="188127"/>
                  </a:lnTo>
                  <a:lnTo>
                    <a:pt x="377885" y="188127"/>
                  </a:lnTo>
                  <a:lnTo>
                    <a:pt x="379295" y="188060"/>
                  </a:lnTo>
                  <a:lnTo>
                    <a:pt x="380695" y="188003"/>
                  </a:lnTo>
                  <a:lnTo>
                    <a:pt x="382029" y="187936"/>
                  </a:lnTo>
                  <a:lnTo>
                    <a:pt x="383438" y="187879"/>
                  </a:lnTo>
                  <a:lnTo>
                    <a:pt x="384839" y="187813"/>
                  </a:lnTo>
                  <a:lnTo>
                    <a:pt x="386182" y="187689"/>
                  </a:lnTo>
                  <a:lnTo>
                    <a:pt x="387582" y="187632"/>
                  </a:lnTo>
                  <a:lnTo>
                    <a:pt x="388925" y="187508"/>
                  </a:lnTo>
                  <a:lnTo>
                    <a:pt x="390325" y="187384"/>
                  </a:lnTo>
                  <a:lnTo>
                    <a:pt x="391725" y="187260"/>
                  </a:lnTo>
                  <a:lnTo>
                    <a:pt x="393068" y="187136"/>
                  </a:lnTo>
                  <a:lnTo>
                    <a:pt x="394469" y="187012"/>
                  </a:lnTo>
                  <a:lnTo>
                    <a:pt x="395868" y="186832"/>
                  </a:lnTo>
                  <a:lnTo>
                    <a:pt x="397211" y="186641"/>
                  </a:lnTo>
                  <a:lnTo>
                    <a:pt x="398612" y="186460"/>
                  </a:lnTo>
                  <a:lnTo>
                    <a:pt x="399955" y="186212"/>
                  </a:lnTo>
                  <a:lnTo>
                    <a:pt x="401355" y="186031"/>
                  </a:lnTo>
                  <a:lnTo>
                    <a:pt x="402765" y="185784"/>
                  </a:lnTo>
                  <a:lnTo>
                    <a:pt x="404098" y="185469"/>
                  </a:lnTo>
                  <a:lnTo>
                    <a:pt x="405508" y="185231"/>
                  </a:lnTo>
                  <a:lnTo>
                    <a:pt x="406908" y="184917"/>
                  </a:lnTo>
                  <a:lnTo>
                    <a:pt x="408251" y="184612"/>
                  </a:lnTo>
                  <a:lnTo>
                    <a:pt x="409651" y="184241"/>
                  </a:lnTo>
                  <a:lnTo>
                    <a:pt x="410994" y="183926"/>
                  </a:lnTo>
                  <a:lnTo>
                    <a:pt x="412394" y="183564"/>
                  </a:lnTo>
                  <a:lnTo>
                    <a:pt x="413795" y="183126"/>
                  </a:lnTo>
                  <a:lnTo>
                    <a:pt x="415138" y="182698"/>
                  </a:lnTo>
                  <a:lnTo>
                    <a:pt x="416538" y="182269"/>
                  </a:lnTo>
                  <a:lnTo>
                    <a:pt x="417938" y="181831"/>
                  </a:lnTo>
                  <a:lnTo>
                    <a:pt x="419281" y="181345"/>
                  </a:lnTo>
                  <a:lnTo>
                    <a:pt x="420681" y="180850"/>
                  </a:lnTo>
                  <a:lnTo>
                    <a:pt x="422024" y="180354"/>
                  </a:lnTo>
                  <a:lnTo>
                    <a:pt x="423424" y="179802"/>
                  </a:lnTo>
                  <a:lnTo>
                    <a:pt x="424834" y="179240"/>
                  </a:lnTo>
                  <a:lnTo>
                    <a:pt x="426168" y="178630"/>
                  </a:lnTo>
                  <a:lnTo>
                    <a:pt x="427578" y="178011"/>
                  </a:lnTo>
                  <a:lnTo>
                    <a:pt x="428978" y="177392"/>
                  </a:lnTo>
                  <a:lnTo>
                    <a:pt x="430311" y="176773"/>
                  </a:lnTo>
                  <a:lnTo>
                    <a:pt x="431721" y="176097"/>
                  </a:lnTo>
                  <a:lnTo>
                    <a:pt x="433054" y="175421"/>
                  </a:lnTo>
                  <a:lnTo>
                    <a:pt x="434464" y="174678"/>
                  </a:lnTo>
                  <a:lnTo>
                    <a:pt x="435864" y="173944"/>
                  </a:lnTo>
                  <a:lnTo>
                    <a:pt x="437207" y="173201"/>
                  </a:lnTo>
                  <a:lnTo>
                    <a:pt x="438607" y="172401"/>
                  </a:lnTo>
                  <a:lnTo>
                    <a:pt x="440008" y="171601"/>
                  </a:lnTo>
                  <a:lnTo>
                    <a:pt x="441351" y="170791"/>
                  </a:lnTo>
                  <a:lnTo>
                    <a:pt x="442751" y="169991"/>
                  </a:lnTo>
                  <a:lnTo>
                    <a:pt x="444093" y="169134"/>
                  </a:lnTo>
                  <a:lnTo>
                    <a:pt x="445494" y="168210"/>
                  </a:lnTo>
                  <a:lnTo>
                    <a:pt x="446894" y="167343"/>
                  </a:lnTo>
                  <a:lnTo>
                    <a:pt x="448237" y="166419"/>
                  </a:lnTo>
                  <a:lnTo>
                    <a:pt x="449637" y="165429"/>
                  </a:lnTo>
                  <a:lnTo>
                    <a:pt x="451047" y="164505"/>
                  </a:lnTo>
                  <a:lnTo>
                    <a:pt x="452380" y="163514"/>
                  </a:lnTo>
                  <a:lnTo>
                    <a:pt x="453790" y="162533"/>
                  </a:lnTo>
                  <a:lnTo>
                    <a:pt x="455124" y="161485"/>
                  </a:lnTo>
                  <a:lnTo>
                    <a:pt x="456533" y="160438"/>
                  </a:lnTo>
                  <a:lnTo>
                    <a:pt x="457933" y="159390"/>
                  </a:lnTo>
                  <a:lnTo>
                    <a:pt x="459276" y="158275"/>
                  </a:lnTo>
                  <a:lnTo>
                    <a:pt x="460677" y="157171"/>
                  </a:lnTo>
                  <a:lnTo>
                    <a:pt x="462077" y="155999"/>
                  </a:lnTo>
                  <a:lnTo>
                    <a:pt x="463420" y="154885"/>
                  </a:lnTo>
                  <a:lnTo>
                    <a:pt x="464820" y="153713"/>
                  </a:lnTo>
                  <a:lnTo>
                    <a:pt x="466163" y="152484"/>
                  </a:lnTo>
                  <a:lnTo>
                    <a:pt x="467564" y="151246"/>
                  </a:lnTo>
                  <a:lnTo>
                    <a:pt x="468963" y="150017"/>
                  </a:lnTo>
                  <a:lnTo>
                    <a:pt x="470306" y="148722"/>
                  </a:lnTo>
                  <a:lnTo>
                    <a:pt x="471707" y="147426"/>
                  </a:lnTo>
                  <a:lnTo>
                    <a:pt x="473116" y="146131"/>
                  </a:lnTo>
                  <a:lnTo>
                    <a:pt x="474450" y="144712"/>
                  </a:lnTo>
                  <a:lnTo>
                    <a:pt x="475860" y="143350"/>
                  </a:lnTo>
                  <a:lnTo>
                    <a:pt x="477193" y="141931"/>
                  </a:lnTo>
                  <a:lnTo>
                    <a:pt x="478593" y="140454"/>
                  </a:lnTo>
                  <a:lnTo>
                    <a:pt x="480003" y="138978"/>
                  </a:lnTo>
                  <a:lnTo>
                    <a:pt x="481337" y="137492"/>
                  </a:lnTo>
                  <a:lnTo>
                    <a:pt x="482746" y="135949"/>
                  </a:lnTo>
                  <a:lnTo>
                    <a:pt x="484146" y="134349"/>
                  </a:lnTo>
                  <a:lnTo>
                    <a:pt x="485489" y="132682"/>
                  </a:lnTo>
                  <a:lnTo>
                    <a:pt x="486890" y="131082"/>
                  </a:lnTo>
                  <a:lnTo>
                    <a:pt x="488233" y="129358"/>
                  </a:lnTo>
                  <a:lnTo>
                    <a:pt x="489633" y="127624"/>
                  </a:lnTo>
                  <a:lnTo>
                    <a:pt x="491033" y="125843"/>
                  </a:lnTo>
                  <a:lnTo>
                    <a:pt x="492376" y="123985"/>
                  </a:lnTo>
                  <a:lnTo>
                    <a:pt x="493776" y="122081"/>
                  </a:lnTo>
                  <a:lnTo>
                    <a:pt x="495186" y="120166"/>
                  </a:lnTo>
                  <a:lnTo>
                    <a:pt x="496519" y="118194"/>
                  </a:lnTo>
                  <a:lnTo>
                    <a:pt x="497919" y="116213"/>
                  </a:lnTo>
                  <a:lnTo>
                    <a:pt x="499263" y="114118"/>
                  </a:lnTo>
                  <a:lnTo>
                    <a:pt x="500663" y="112022"/>
                  </a:lnTo>
                  <a:lnTo>
                    <a:pt x="502072" y="109803"/>
                  </a:lnTo>
                  <a:lnTo>
                    <a:pt x="503406" y="107583"/>
                  </a:lnTo>
                  <a:lnTo>
                    <a:pt x="504815" y="105364"/>
                  </a:lnTo>
                  <a:lnTo>
                    <a:pt x="506216" y="103021"/>
                  </a:lnTo>
                  <a:lnTo>
                    <a:pt x="507559" y="100611"/>
                  </a:lnTo>
                  <a:lnTo>
                    <a:pt x="508959" y="98211"/>
                  </a:lnTo>
                  <a:lnTo>
                    <a:pt x="510302" y="95744"/>
                  </a:lnTo>
                  <a:lnTo>
                    <a:pt x="511702" y="93153"/>
                  </a:lnTo>
                  <a:lnTo>
                    <a:pt x="513102" y="90629"/>
                  </a:lnTo>
                  <a:lnTo>
                    <a:pt x="514446" y="87972"/>
                  </a:lnTo>
                  <a:lnTo>
                    <a:pt x="515845" y="85257"/>
                  </a:lnTo>
                  <a:lnTo>
                    <a:pt x="517246" y="82542"/>
                  </a:lnTo>
                  <a:lnTo>
                    <a:pt x="518589" y="79837"/>
                  </a:lnTo>
                  <a:lnTo>
                    <a:pt x="519989" y="76999"/>
                  </a:lnTo>
                  <a:lnTo>
                    <a:pt x="521332" y="74160"/>
                  </a:lnTo>
                  <a:lnTo>
                    <a:pt x="522732" y="71264"/>
                  </a:lnTo>
                  <a:lnTo>
                    <a:pt x="524142" y="68359"/>
                  </a:lnTo>
                  <a:lnTo>
                    <a:pt x="525475" y="65464"/>
                  </a:lnTo>
                  <a:lnTo>
                    <a:pt x="526885" y="62502"/>
                  </a:lnTo>
                  <a:lnTo>
                    <a:pt x="528285" y="59482"/>
                  </a:lnTo>
                  <a:lnTo>
                    <a:pt x="529628" y="56520"/>
                  </a:lnTo>
                  <a:lnTo>
                    <a:pt x="531028" y="53558"/>
                  </a:lnTo>
                  <a:lnTo>
                    <a:pt x="532362" y="50538"/>
                  </a:lnTo>
                  <a:lnTo>
                    <a:pt x="533772" y="47576"/>
                  </a:lnTo>
                  <a:lnTo>
                    <a:pt x="535172" y="44623"/>
                  </a:lnTo>
                  <a:lnTo>
                    <a:pt x="536515" y="41661"/>
                  </a:lnTo>
                  <a:lnTo>
                    <a:pt x="537915" y="38765"/>
                  </a:lnTo>
                  <a:lnTo>
                    <a:pt x="539315" y="35927"/>
                  </a:lnTo>
                  <a:lnTo>
                    <a:pt x="540658" y="33088"/>
                  </a:lnTo>
                  <a:lnTo>
                    <a:pt x="542058" y="30317"/>
                  </a:lnTo>
                  <a:lnTo>
                    <a:pt x="543468" y="27602"/>
                  </a:lnTo>
                  <a:lnTo>
                    <a:pt x="544801" y="24945"/>
                  </a:lnTo>
                  <a:lnTo>
                    <a:pt x="546211" y="22420"/>
                  </a:lnTo>
                  <a:lnTo>
                    <a:pt x="547545" y="19953"/>
                  </a:lnTo>
                  <a:lnTo>
                    <a:pt x="548954" y="17544"/>
                  </a:lnTo>
                  <a:lnTo>
                    <a:pt x="550354" y="15324"/>
                  </a:lnTo>
                  <a:lnTo>
                    <a:pt x="551688" y="13162"/>
                  </a:lnTo>
                  <a:lnTo>
                    <a:pt x="553098" y="11133"/>
                  </a:lnTo>
                  <a:lnTo>
                    <a:pt x="554498" y="9285"/>
                  </a:lnTo>
                  <a:lnTo>
                    <a:pt x="555841" y="7552"/>
                  </a:lnTo>
                  <a:lnTo>
                    <a:pt x="557241" y="5952"/>
                  </a:lnTo>
                  <a:lnTo>
                    <a:pt x="558584" y="4533"/>
                  </a:lnTo>
                  <a:lnTo>
                    <a:pt x="559985" y="3361"/>
                  </a:lnTo>
                  <a:lnTo>
                    <a:pt x="561385" y="2256"/>
                  </a:lnTo>
                  <a:lnTo>
                    <a:pt x="562727" y="1389"/>
                  </a:lnTo>
                  <a:lnTo>
                    <a:pt x="564128" y="713"/>
                  </a:lnTo>
                  <a:lnTo>
                    <a:pt x="565537" y="275"/>
                  </a:lnTo>
                  <a:lnTo>
                    <a:pt x="566871" y="-30"/>
                  </a:lnTo>
                  <a:lnTo>
                    <a:pt x="568271" y="-30"/>
                  </a:lnTo>
                  <a:lnTo>
                    <a:pt x="569614" y="94"/>
                  </a:lnTo>
                  <a:lnTo>
                    <a:pt x="571014" y="465"/>
                  </a:lnTo>
                  <a:lnTo>
                    <a:pt x="572424" y="1084"/>
                  </a:lnTo>
                  <a:lnTo>
                    <a:pt x="573758" y="1942"/>
                  </a:lnTo>
                  <a:lnTo>
                    <a:pt x="575167" y="2989"/>
                  </a:lnTo>
                  <a:lnTo>
                    <a:pt x="576567" y="4351"/>
                  </a:lnTo>
                  <a:lnTo>
                    <a:pt x="577910" y="5895"/>
                  </a:lnTo>
                  <a:lnTo>
                    <a:pt x="579311" y="7676"/>
                  </a:lnTo>
                  <a:lnTo>
                    <a:pt x="580654" y="9647"/>
                  </a:lnTo>
                  <a:lnTo>
                    <a:pt x="582054" y="12000"/>
                  </a:lnTo>
                  <a:lnTo>
                    <a:pt x="583454" y="14467"/>
                  </a:lnTo>
                  <a:lnTo>
                    <a:pt x="584797" y="17115"/>
                  </a:lnTo>
                  <a:lnTo>
                    <a:pt x="586197" y="20077"/>
                  </a:lnTo>
                  <a:lnTo>
                    <a:pt x="587597" y="23221"/>
                  </a:lnTo>
                  <a:lnTo>
                    <a:pt x="588940" y="26545"/>
                  </a:lnTo>
                  <a:lnTo>
                    <a:pt x="590340" y="30193"/>
                  </a:lnTo>
                  <a:lnTo>
                    <a:pt x="591683" y="33946"/>
                  </a:lnTo>
                  <a:lnTo>
                    <a:pt x="593084" y="37899"/>
                  </a:lnTo>
                  <a:lnTo>
                    <a:pt x="594494" y="42032"/>
                  </a:lnTo>
                  <a:lnTo>
                    <a:pt x="595827" y="46404"/>
                  </a:lnTo>
                  <a:lnTo>
                    <a:pt x="597236" y="50843"/>
                  </a:lnTo>
                  <a:lnTo>
                    <a:pt x="598637" y="55472"/>
                  </a:lnTo>
                  <a:lnTo>
                    <a:pt x="599980" y="60349"/>
                  </a:lnTo>
                  <a:lnTo>
                    <a:pt x="601380" y="65216"/>
                  </a:lnTo>
                  <a:lnTo>
                    <a:pt x="602713" y="70274"/>
                  </a:lnTo>
                  <a:lnTo>
                    <a:pt x="604123" y="75456"/>
                  </a:lnTo>
                  <a:lnTo>
                    <a:pt x="605523" y="80761"/>
                  </a:lnTo>
                  <a:lnTo>
                    <a:pt x="606867" y="86057"/>
                  </a:lnTo>
                  <a:lnTo>
                    <a:pt x="608267" y="91553"/>
                  </a:lnTo>
                  <a:lnTo>
                    <a:pt x="609666" y="97039"/>
                  </a:lnTo>
                  <a:lnTo>
                    <a:pt x="611010" y="102592"/>
                  </a:lnTo>
                  <a:lnTo>
                    <a:pt x="612410" y="108203"/>
                  </a:lnTo>
                  <a:lnTo>
                    <a:pt x="613753" y="113813"/>
                  </a:lnTo>
                  <a:lnTo>
                    <a:pt x="615153" y="119490"/>
                  </a:lnTo>
                  <a:lnTo>
                    <a:pt x="616553" y="125100"/>
                  </a:lnTo>
                  <a:lnTo>
                    <a:pt x="617896" y="130777"/>
                  </a:lnTo>
                  <a:lnTo>
                    <a:pt x="619297" y="136387"/>
                  </a:lnTo>
                  <a:lnTo>
                    <a:pt x="620707" y="141997"/>
                  </a:lnTo>
                  <a:lnTo>
                    <a:pt x="622040" y="147550"/>
                  </a:lnTo>
                  <a:lnTo>
                    <a:pt x="623449" y="153094"/>
                  </a:lnTo>
                  <a:lnTo>
                    <a:pt x="624783" y="158590"/>
                  </a:lnTo>
                  <a:lnTo>
                    <a:pt x="626193" y="163952"/>
                  </a:lnTo>
                  <a:lnTo>
                    <a:pt x="627593" y="169315"/>
                  </a:lnTo>
                  <a:lnTo>
                    <a:pt x="628936" y="174554"/>
                  </a:lnTo>
                  <a:lnTo>
                    <a:pt x="630336" y="179678"/>
                  </a:lnTo>
                  <a:lnTo>
                    <a:pt x="631736" y="184736"/>
                  </a:lnTo>
                  <a:lnTo>
                    <a:pt x="633079" y="189727"/>
                  </a:lnTo>
                  <a:lnTo>
                    <a:pt x="634480" y="194537"/>
                  </a:lnTo>
                  <a:lnTo>
                    <a:pt x="635822" y="199290"/>
                  </a:lnTo>
                  <a:lnTo>
                    <a:pt x="637222" y="203910"/>
                  </a:lnTo>
                  <a:lnTo>
                    <a:pt x="638623" y="208415"/>
                  </a:lnTo>
                  <a:lnTo>
                    <a:pt x="639966" y="212730"/>
                  </a:lnTo>
                  <a:lnTo>
                    <a:pt x="641366" y="216988"/>
                  </a:lnTo>
                  <a:lnTo>
                    <a:pt x="642776" y="221121"/>
                  </a:lnTo>
                  <a:lnTo>
                    <a:pt x="644109" y="225065"/>
                  </a:lnTo>
                  <a:lnTo>
                    <a:pt x="645519" y="228884"/>
                  </a:lnTo>
                  <a:lnTo>
                    <a:pt x="646853" y="232590"/>
                  </a:lnTo>
                  <a:lnTo>
                    <a:pt x="648253" y="236104"/>
                  </a:lnTo>
                  <a:lnTo>
                    <a:pt x="649662" y="239495"/>
                  </a:lnTo>
                  <a:lnTo>
                    <a:pt x="650996" y="242829"/>
                  </a:lnTo>
                  <a:lnTo>
                    <a:pt x="652405" y="245972"/>
                  </a:lnTo>
                  <a:lnTo>
                    <a:pt x="653806" y="248934"/>
                  </a:lnTo>
                  <a:lnTo>
                    <a:pt x="655149" y="251830"/>
                  </a:lnTo>
                  <a:lnTo>
                    <a:pt x="656549" y="254602"/>
                  </a:lnTo>
                  <a:lnTo>
                    <a:pt x="657892" y="257193"/>
                  </a:lnTo>
                  <a:lnTo>
                    <a:pt x="659292" y="259660"/>
                  </a:lnTo>
                  <a:lnTo>
                    <a:pt x="660692" y="262069"/>
                  </a:lnTo>
                  <a:lnTo>
                    <a:pt x="662035" y="264289"/>
                  </a:lnTo>
                  <a:lnTo>
                    <a:pt x="663435" y="266384"/>
                  </a:lnTo>
                  <a:lnTo>
                    <a:pt x="664845" y="268423"/>
                  </a:lnTo>
                  <a:lnTo>
                    <a:pt x="666179" y="270328"/>
                  </a:lnTo>
                  <a:lnTo>
                    <a:pt x="667579" y="272118"/>
                  </a:lnTo>
                  <a:lnTo>
                    <a:pt x="668922" y="273785"/>
                  </a:lnTo>
                  <a:lnTo>
                    <a:pt x="670322" y="275385"/>
                  </a:lnTo>
                  <a:lnTo>
                    <a:pt x="671732" y="276871"/>
                  </a:lnTo>
                  <a:lnTo>
                    <a:pt x="673065" y="278291"/>
                  </a:lnTo>
                  <a:lnTo>
                    <a:pt x="674475" y="279576"/>
                  </a:lnTo>
                  <a:lnTo>
                    <a:pt x="675875" y="280815"/>
                  </a:lnTo>
                  <a:lnTo>
                    <a:pt x="677218" y="281986"/>
                  </a:lnTo>
                  <a:lnTo>
                    <a:pt x="678618" y="283034"/>
                  </a:lnTo>
                  <a:lnTo>
                    <a:pt x="679952" y="284024"/>
                  </a:lnTo>
                  <a:lnTo>
                    <a:pt x="681362" y="284949"/>
                  </a:lnTo>
                  <a:lnTo>
                    <a:pt x="682761" y="285806"/>
                  </a:lnTo>
                  <a:lnTo>
                    <a:pt x="684104" y="286615"/>
                  </a:lnTo>
                  <a:lnTo>
                    <a:pt x="685505" y="287349"/>
                  </a:lnTo>
                  <a:lnTo>
                    <a:pt x="686905" y="288035"/>
                  </a:lnTo>
                  <a:lnTo>
                    <a:pt x="688248" y="288644"/>
                  </a:lnTo>
                  <a:lnTo>
                    <a:pt x="689648" y="289263"/>
                  </a:lnTo>
                  <a:lnTo>
                    <a:pt x="690991" y="289816"/>
                  </a:lnTo>
                  <a:lnTo>
                    <a:pt x="692391" y="290311"/>
                  </a:lnTo>
                  <a:lnTo>
                    <a:pt x="693801" y="290740"/>
                  </a:lnTo>
                  <a:lnTo>
                    <a:pt x="695135" y="291178"/>
                  </a:lnTo>
                  <a:lnTo>
                    <a:pt x="696544" y="291549"/>
                  </a:lnTo>
                  <a:lnTo>
                    <a:pt x="697944" y="291911"/>
                  </a:lnTo>
                  <a:lnTo>
                    <a:pt x="699278" y="292226"/>
                  </a:lnTo>
                  <a:lnTo>
                    <a:pt x="700688" y="292530"/>
                  </a:lnTo>
                  <a:lnTo>
                    <a:pt x="702021" y="292778"/>
                  </a:lnTo>
                  <a:lnTo>
                    <a:pt x="703431" y="293026"/>
                  </a:lnTo>
                  <a:lnTo>
                    <a:pt x="704831" y="293273"/>
                  </a:lnTo>
                  <a:lnTo>
                    <a:pt x="704831" y="295245"/>
                  </a:lnTo>
                  <a:lnTo>
                    <a:pt x="703431" y="295245"/>
                  </a:lnTo>
                  <a:lnTo>
                    <a:pt x="702021" y="295245"/>
                  </a:lnTo>
                  <a:lnTo>
                    <a:pt x="700688" y="295245"/>
                  </a:lnTo>
                  <a:lnTo>
                    <a:pt x="699278" y="295245"/>
                  </a:lnTo>
                  <a:lnTo>
                    <a:pt x="697944" y="295245"/>
                  </a:lnTo>
                  <a:lnTo>
                    <a:pt x="696544" y="295245"/>
                  </a:lnTo>
                  <a:lnTo>
                    <a:pt x="695135" y="295245"/>
                  </a:lnTo>
                  <a:lnTo>
                    <a:pt x="693801" y="295245"/>
                  </a:lnTo>
                  <a:lnTo>
                    <a:pt x="692391" y="295245"/>
                  </a:lnTo>
                  <a:lnTo>
                    <a:pt x="690991" y="295245"/>
                  </a:lnTo>
                  <a:lnTo>
                    <a:pt x="689648" y="295245"/>
                  </a:lnTo>
                  <a:lnTo>
                    <a:pt x="688248" y="295245"/>
                  </a:lnTo>
                  <a:lnTo>
                    <a:pt x="686905" y="295245"/>
                  </a:lnTo>
                  <a:lnTo>
                    <a:pt x="685505" y="295245"/>
                  </a:lnTo>
                  <a:lnTo>
                    <a:pt x="684104" y="295245"/>
                  </a:lnTo>
                  <a:lnTo>
                    <a:pt x="682761" y="295245"/>
                  </a:lnTo>
                  <a:lnTo>
                    <a:pt x="681362" y="295245"/>
                  </a:lnTo>
                  <a:lnTo>
                    <a:pt x="679952" y="295245"/>
                  </a:lnTo>
                  <a:lnTo>
                    <a:pt x="678618" y="295245"/>
                  </a:lnTo>
                  <a:lnTo>
                    <a:pt x="677218" y="295245"/>
                  </a:lnTo>
                  <a:lnTo>
                    <a:pt x="675875" y="295245"/>
                  </a:lnTo>
                  <a:lnTo>
                    <a:pt x="674475" y="295245"/>
                  </a:lnTo>
                  <a:lnTo>
                    <a:pt x="673065" y="295245"/>
                  </a:lnTo>
                  <a:lnTo>
                    <a:pt x="671732" y="295245"/>
                  </a:lnTo>
                  <a:lnTo>
                    <a:pt x="670322" y="295245"/>
                  </a:lnTo>
                  <a:lnTo>
                    <a:pt x="668922" y="295245"/>
                  </a:lnTo>
                  <a:lnTo>
                    <a:pt x="667579" y="295245"/>
                  </a:lnTo>
                  <a:lnTo>
                    <a:pt x="666179" y="295245"/>
                  </a:lnTo>
                  <a:lnTo>
                    <a:pt x="664845" y="295245"/>
                  </a:lnTo>
                  <a:lnTo>
                    <a:pt x="663435" y="295245"/>
                  </a:lnTo>
                  <a:lnTo>
                    <a:pt x="662035" y="295245"/>
                  </a:lnTo>
                  <a:lnTo>
                    <a:pt x="660692" y="295245"/>
                  </a:lnTo>
                  <a:lnTo>
                    <a:pt x="659292" y="295245"/>
                  </a:lnTo>
                  <a:lnTo>
                    <a:pt x="657892" y="295245"/>
                  </a:lnTo>
                  <a:lnTo>
                    <a:pt x="656549" y="295245"/>
                  </a:lnTo>
                  <a:lnTo>
                    <a:pt x="655149" y="295245"/>
                  </a:lnTo>
                  <a:lnTo>
                    <a:pt x="653806" y="295245"/>
                  </a:lnTo>
                  <a:lnTo>
                    <a:pt x="652405" y="295245"/>
                  </a:lnTo>
                  <a:lnTo>
                    <a:pt x="650996" y="295245"/>
                  </a:lnTo>
                  <a:lnTo>
                    <a:pt x="649662" y="295245"/>
                  </a:lnTo>
                  <a:lnTo>
                    <a:pt x="648253" y="295245"/>
                  </a:lnTo>
                  <a:lnTo>
                    <a:pt x="646853" y="295245"/>
                  </a:lnTo>
                  <a:lnTo>
                    <a:pt x="645519" y="295245"/>
                  </a:lnTo>
                  <a:lnTo>
                    <a:pt x="644109" y="295245"/>
                  </a:lnTo>
                  <a:lnTo>
                    <a:pt x="642776" y="295245"/>
                  </a:lnTo>
                  <a:lnTo>
                    <a:pt x="641366" y="295245"/>
                  </a:lnTo>
                  <a:lnTo>
                    <a:pt x="639966" y="295245"/>
                  </a:lnTo>
                  <a:lnTo>
                    <a:pt x="638623" y="295245"/>
                  </a:lnTo>
                  <a:lnTo>
                    <a:pt x="637222" y="295245"/>
                  </a:lnTo>
                  <a:lnTo>
                    <a:pt x="635822" y="295245"/>
                  </a:lnTo>
                  <a:lnTo>
                    <a:pt x="634480" y="295245"/>
                  </a:lnTo>
                  <a:lnTo>
                    <a:pt x="633079" y="295245"/>
                  </a:lnTo>
                  <a:lnTo>
                    <a:pt x="631736" y="295245"/>
                  </a:lnTo>
                  <a:lnTo>
                    <a:pt x="630336" y="295245"/>
                  </a:lnTo>
                  <a:lnTo>
                    <a:pt x="628936" y="295245"/>
                  </a:lnTo>
                  <a:lnTo>
                    <a:pt x="627593" y="295245"/>
                  </a:lnTo>
                  <a:lnTo>
                    <a:pt x="626193" y="295245"/>
                  </a:lnTo>
                  <a:lnTo>
                    <a:pt x="624783" y="295245"/>
                  </a:lnTo>
                  <a:lnTo>
                    <a:pt x="623449" y="295245"/>
                  </a:lnTo>
                  <a:lnTo>
                    <a:pt x="622040" y="295245"/>
                  </a:lnTo>
                  <a:lnTo>
                    <a:pt x="620707" y="295245"/>
                  </a:lnTo>
                  <a:lnTo>
                    <a:pt x="619297" y="295245"/>
                  </a:lnTo>
                  <a:lnTo>
                    <a:pt x="617896" y="295245"/>
                  </a:lnTo>
                  <a:lnTo>
                    <a:pt x="616553" y="295245"/>
                  </a:lnTo>
                  <a:lnTo>
                    <a:pt x="615153" y="295245"/>
                  </a:lnTo>
                  <a:lnTo>
                    <a:pt x="613753" y="295245"/>
                  </a:lnTo>
                  <a:lnTo>
                    <a:pt x="612410" y="295245"/>
                  </a:lnTo>
                  <a:lnTo>
                    <a:pt x="611010" y="295245"/>
                  </a:lnTo>
                  <a:lnTo>
                    <a:pt x="609666" y="295245"/>
                  </a:lnTo>
                  <a:lnTo>
                    <a:pt x="608267" y="295245"/>
                  </a:lnTo>
                  <a:lnTo>
                    <a:pt x="606867" y="295245"/>
                  </a:lnTo>
                  <a:lnTo>
                    <a:pt x="605523" y="295245"/>
                  </a:lnTo>
                  <a:lnTo>
                    <a:pt x="604123" y="295245"/>
                  </a:lnTo>
                  <a:lnTo>
                    <a:pt x="602713" y="295245"/>
                  </a:lnTo>
                  <a:lnTo>
                    <a:pt x="601380" y="295245"/>
                  </a:lnTo>
                  <a:lnTo>
                    <a:pt x="599980" y="295245"/>
                  </a:lnTo>
                  <a:lnTo>
                    <a:pt x="598637" y="295245"/>
                  </a:lnTo>
                  <a:lnTo>
                    <a:pt x="597236" y="295245"/>
                  </a:lnTo>
                  <a:lnTo>
                    <a:pt x="595827" y="295245"/>
                  </a:lnTo>
                  <a:lnTo>
                    <a:pt x="594494" y="295245"/>
                  </a:lnTo>
                  <a:lnTo>
                    <a:pt x="593084" y="295245"/>
                  </a:lnTo>
                  <a:lnTo>
                    <a:pt x="591683" y="295245"/>
                  </a:lnTo>
                  <a:lnTo>
                    <a:pt x="590340" y="295245"/>
                  </a:lnTo>
                  <a:lnTo>
                    <a:pt x="588940" y="295245"/>
                  </a:lnTo>
                  <a:lnTo>
                    <a:pt x="587597" y="295245"/>
                  </a:lnTo>
                  <a:lnTo>
                    <a:pt x="586197" y="295245"/>
                  </a:lnTo>
                  <a:lnTo>
                    <a:pt x="584797" y="295245"/>
                  </a:lnTo>
                  <a:lnTo>
                    <a:pt x="583454" y="295245"/>
                  </a:lnTo>
                  <a:lnTo>
                    <a:pt x="582054" y="295245"/>
                  </a:lnTo>
                  <a:lnTo>
                    <a:pt x="580654" y="295245"/>
                  </a:lnTo>
                  <a:lnTo>
                    <a:pt x="579311" y="295245"/>
                  </a:lnTo>
                  <a:lnTo>
                    <a:pt x="577910" y="295245"/>
                  </a:lnTo>
                  <a:lnTo>
                    <a:pt x="576567" y="295245"/>
                  </a:lnTo>
                  <a:lnTo>
                    <a:pt x="575167" y="295245"/>
                  </a:lnTo>
                  <a:lnTo>
                    <a:pt x="573758" y="295245"/>
                  </a:lnTo>
                  <a:lnTo>
                    <a:pt x="572424" y="295245"/>
                  </a:lnTo>
                  <a:lnTo>
                    <a:pt x="571014" y="295245"/>
                  </a:lnTo>
                  <a:lnTo>
                    <a:pt x="569614" y="295245"/>
                  </a:lnTo>
                  <a:lnTo>
                    <a:pt x="568271" y="295245"/>
                  </a:lnTo>
                  <a:lnTo>
                    <a:pt x="566871" y="295245"/>
                  </a:lnTo>
                  <a:lnTo>
                    <a:pt x="565537" y="295245"/>
                  </a:lnTo>
                  <a:lnTo>
                    <a:pt x="564128" y="295245"/>
                  </a:lnTo>
                  <a:lnTo>
                    <a:pt x="562727" y="295245"/>
                  </a:lnTo>
                  <a:lnTo>
                    <a:pt x="561385" y="295245"/>
                  </a:lnTo>
                  <a:lnTo>
                    <a:pt x="559985" y="295245"/>
                  </a:lnTo>
                  <a:lnTo>
                    <a:pt x="558584" y="295245"/>
                  </a:lnTo>
                  <a:lnTo>
                    <a:pt x="557241" y="295245"/>
                  </a:lnTo>
                  <a:lnTo>
                    <a:pt x="555841" y="295245"/>
                  </a:lnTo>
                  <a:lnTo>
                    <a:pt x="554498" y="295245"/>
                  </a:lnTo>
                  <a:lnTo>
                    <a:pt x="553098" y="295245"/>
                  </a:lnTo>
                  <a:lnTo>
                    <a:pt x="551688" y="295245"/>
                  </a:lnTo>
                  <a:lnTo>
                    <a:pt x="550354" y="295245"/>
                  </a:lnTo>
                  <a:lnTo>
                    <a:pt x="548954" y="295245"/>
                  </a:lnTo>
                  <a:lnTo>
                    <a:pt x="547545" y="295245"/>
                  </a:lnTo>
                  <a:lnTo>
                    <a:pt x="546211" y="295245"/>
                  </a:lnTo>
                  <a:lnTo>
                    <a:pt x="544801" y="295245"/>
                  </a:lnTo>
                  <a:lnTo>
                    <a:pt x="543468" y="295245"/>
                  </a:lnTo>
                  <a:lnTo>
                    <a:pt x="542058" y="295245"/>
                  </a:lnTo>
                  <a:lnTo>
                    <a:pt x="540658" y="295245"/>
                  </a:lnTo>
                  <a:lnTo>
                    <a:pt x="539315" y="295245"/>
                  </a:lnTo>
                  <a:lnTo>
                    <a:pt x="537915" y="295245"/>
                  </a:lnTo>
                  <a:lnTo>
                    <a:pt x="536515" y="295245"/>
                  </a:lnTo>
                  <a:lnTo>
                    <a:pt x="535172" y="295245"/>
                  </a:lnTo>
                  <a:lnTo>
                    <a:pt x="533772" y="295245"/>
                  </a:lnTo>
                  <a:lnTo>
                    <a:pt x="532362" y="295245"/>
                  </a:lnTo>
                  <a:lnTo>
                    <a:pt x="531028" y="295245"/>
                  </a:lnTo>
                  <a:lnTo>
                    <a:pt x="529628" y="295245"/>
                  </a:lnTo>
                  <a:lnTo>
                    <a:pt x="528285" y="295245"/>
                  </a:lnTo>
                  <a:lnTo>
                    <a:pt x="526885" y="295245"/>
                  </a:lnTo>
                  <a:lnTo>
                    <a:pt x="525475" y="295245"/>
                  </a:lnTo>
                  <a:lnTo>
                    <a:pt x="524142" y="295245"/>
                  </a:lnTo>
                  <a:lnTo>
                    <a:pt x="522732" y="295245"/>
                  </a:lnTo>
                  <a:lnTo>
                    <a:pt x="521332" y="295245"/>
                  </a:lnTo>
                  <a:lnTo>
                    <a:pt x="519989" y="295245"/>
                  </a:lnTo>
                  <a:lnTo>
                    <a:pt x="518589" y="295245"/>
                  </a:lnTo>
                  <a:lnTo>
                    <a:pt x="517246" y="295245"/>
                  </a:lnTo>
                  <a:lnTo>
                    <a:pt x="515845" y="295245"/>
                  </a:lnTo>
                  <a:lnTo>
                    <a:pt x="514446" y="295245"/>
                  </a:lnTo>
                  <a:lnTo>
                    <a:pt x="513102" y="295245"/>
                  </a:lnTo>
                  <a:lnTo>
                    <a:pt x="511702" y="295245"/>
                  </a:lnTo>
                  <a:lnTo>
                    <a:pt x="510302" y="295245"/>
                  </a:lnTo>
                  <a:lnTo>
                    <a:pt x="508959" y="295245"/>
                  </a:lnTo>
                  <a:lnTo>
                    <a:pt x="507559" y="295245"/>
                  </a:lnTo>
                  <a:lnTo>
                    <a:pt x="506216" y="295245"/>
                  </a:lnTo>
                  <a:lnTo>
                    <a:pt x="504815" y="295245"/>
                  </a:lnTo>
                  <a:lnTo>
                    <a:pt x="503406" y="295245"/>
                  </a:lnTo>
                  <a:lnTo>
                    <a:pt x="502072" y="295245"/>
                  </a:lnTo>
                  <a:lnTo>
                    <a:pt x="500663" y="295245"/>
                  </a:lnTo>
                  <a:lnTo>
                    <a:pt x="499263" y="295245"/>
                  </a:lnTo>
                  <a:lnTo>
                    <a:pt x="497919" y="295245"/>
                  </a:lnTo>
                  <a:lnTo>
                    <a:pt x="496519" y="295245"/>
                  </a:lnTo>
                  <a:lnTo>
                    <a:pt x="495186" y="295245"/>
                  </a:lnTo>
                  <a:lnTo>
                    <a:pt x="493776" y="295245"/>
                  </a:lnTo>
                  <a:lnTo>
                    <a:pt x="492376" y="295245"/>
                  </a:lnTo>
                  <a:lnTo>
                    <a:pt x="491033" y="295245"/>
                  </a:lnTo>
                  <a:lnTo>
                    <a:pt x="489633" y="295245"/>
                  </a:lnTo>
                  <a:lnTo>
                    <a:pt x="488233" y="295245"/>
                  </a:lnTo>
                  <a:lnTo>
                    <a:pt x="486890" y="295245"/>
                  </a:lnTo>
                  <a:lnTo>
                    <a:pt x="485489" y="295245"/>
                  </a:lnTo>
                  <a:lnTo>
                    <a:pt x="484146" y="295245"/>
                  </a:lnTo>
                  <a:lnTo>
                    <a:pt x="482746" y="295245"/>
                  </a:lnTo>
                  <a:lnTo>
                    <a:pt x="481337" y="295245"/>
                  </a:lnTo>
                  <a:lnTo>
                    <a:pt x="480003" y="295245"/>
                  </a:lnTo>
                  <a:lnTo>
                    <a:pt x="478593" y="295245"/>
                  </a:lnTo>
                  <a:lnTo>
                    <a:pt x="477193" y="295245"/>
                  </a:lnTo>
                  <a:lnTo>
                    <a:pt x="475860" y="295245"/>
                  </a:lnTo>
                  <a:lnTo>
                    <a:pt x="474450" y="295245"/>
                  </a:lnTo>
                  <a:lnTo>
                    <a:pt x="473116" y="295245"/>
                  </a:lnTo>
                  <a:lnTo>
                    <a:pt x="471707" y="295245"/>
                  </a:lnTo>
                  <a:lnTo>
                    <a:pt x="470306" y="295245"/>
                  </a:lnTo>
                  <a:lnTo>
                    <a:pt x="468963" y="295245"/>
                  </a:lnTo>
                  <a:lnTo>
                    <a:pt x="467564" y="295245"/>
                  </a:lnTo>
                  <a:lnTo>
                    <a:pt x="466163" y="295245"/>
                  </a:lnTo>
                  <a:lnTo>
                    <a:pt x="464820" y="295245"/>
                  </a:lnTo>
                  <a:lnTo>
                    <a:pt x="463420" y="295245"/>
                  </a:lnTo>
                  <a:lnTo>
                    <a:pt x="462077" y="295245"/>
                  </a:lnTo>
                  <a:lnTo>
                    <a:pt x="460677" y="295245"/>
                  </a:lnTo>
                  <a:lnTo>
                    <a:pt x="459276" y="295245"/>
                  </a:lnTo>
                  <a:lnTo>
                    <a:pt x="457933" y="295245"/>
                  </a:lnTo>
                  <a:lnTo>
                    <a:pt x="456533" y="295245"/>
                  </a:lnTo>
                  <a:lnTo>
                    <a:pt x="455124" y="295245"/>
                  </a:lnTo>
                  <a:lnTo>
                    <a:pt x="453790" y="295245"/>
                  </a:lnTo>
                  <a:lnTo>
                    <a:pt x="452380" y="295245"/>
                  </a:lnTo>
                  <a:lnTo>
                    <a:pt x="451047" y="295245"/>
                  </a:lnTo>
                  <a:lnTo>
                    <a:pt x="449637" y="295245"/>
                  </a:lnTo>
                  <a:lnTo>
                    <a:pt x="448237" y="295245"/>
                  </a:lnTo>
                  <a:lnTo>
                    <a:pt x="446894" y="295245"/>
                  </a:lnTo>
                  <a:lnTo>
                    <a:pt x="445494" y="295245"/>
                  </a:lnTo>
                  <a:lnTo>
                    <a:pt x="444093" y="295245"/>
                  </a:lnTo>
                  <a:lnTo>
                    <a:pt x="442751" y="295245"/>
                  </a:lnTo>
                  <a:lnTo>
                    <a:pt x="441351" y="295245"/>
                  </a:lnTo>
                  <a:lnTo>
                    <a:pt x="440008" y="295245"/>
                  </a:lnTo>
                  <a:lnTo>
                    <a:pt x="438607" y="295245"/>
                  </a:lnTo>
                  <a:lnTo>
                    <a:pt x="437207" y="295245"/>
                  </a:lnTo>
                  <a:lnTo>
                    <a:pt x="435864" y="295245"/>
                  </a:lnTo>
                  <a:lnTo>
                    <a:pt x="434464" y="295245"/>
                  </a:lnTo>
                  <a:lnTo>
                    <a:pt x="433054" y="295245"/>
                  </a:lnTo>
                  <a:lnTo>
                    <a:pt x="431721" y="295245"/>
                  </a:lnTo>
                  <a:lnTo>
                    <a:pt x="430311" y="295245"/>
                  </a:lnTo>
                  <a:lnTo>
                    <a:pt x="428978" y="295245"/>
                  </a:lnTo>
                  <a:lnTo>
                    <a:pt x="427578" y="295245"/>
                  </a:lnTo>
                  <a:lnTo>
                    <a:pt x="426168" y="295245"/>
                  </a:lnTo>
                  <a:lnTo>
                    <a:pt x="424834" y="295245"/>
                  </a:lnTo>
                  <a:lnTo>
                    <a:pt x="423424" y="295245"/>
                  </a:lnTo>
                  <a:lnTo>
                    <a:pt x="422024" y="295245"/>
                  </a:lnTo>
                  <a:lnTo>
                    <a:pt x="420681" y="295245"/>
                  </a:lnTo>
                  <a:lnTo>
                    <a:pt x="419281" y="295245"/>
                  </a:lnTo>
                  <a:lnTo>
                    <a:pt x="417938" y="295245"/>
                  </a:lnTo>
                  <a:lnTo>
                    <a:pt x="416538" y="295245"/>
                  </a:lnTo>
                  <a:lnTo>
                    <a:pt x="415138" y="295245"/>
                  </a:lnTo>
                  <a:lnTo>
                    <a:pt x="413795" y="295245"/>
                  </a:lnTo>
                  <a:lnTo>
                    <a:pt x="412394" y="295245"/>
                  </a:lnTo>
                  <a:lnTo>
                    <a:pt x="410994" y="295245"/>
                  </a:lnTo>
                  <a:lnTo>
                    <a:pt x="409651" y="295245"/>
                  </a:lnTo>
                  <a:lnTo>
                    <a:pt x="408251" y="295245"/>
                  </a:lnTo>
                  <a:lnTo>
                    <a:pt x="406908" y="295245"/>
                  </a:lnTo>
                  <a:lnTo>
                    <a:pt x="405508" y="295245"/>
                  </a:lnTo>
                  <a:lnTo>
                    <a:pt x="404098" y="295245"/>
                  </a:lnTo>
                  <a:lnTo>
                    <a:pt x="402765" y="295245"/>
                  </a:lnTo>
                  <a:lnTo>
                    <a:pt x="401355" y="295245"/>
                  </a:lnTo>
                  <a:lnTo>
                    <a:pt x="399955" y="295245"/>
                  </a:lnTo>
                  <a:lnTo>
                    <a:pt x="398612" y="295245"/>
                  </a:lnTo>
                  <a:lnTo>
                    <a:pt x="397211" y="295245"/>
                  </a:lnTo>
                  <a:lnTo>
                    <a:pt x="395868" y="295245"/>
                  </a:lnTo>
                  <a:lnTo>
                    <a:pt x="394469" y="295245"/>
                  </a:lnTo>
                  <a:lnTo>
                    <a:pt x="393068" y="295245"/>
                  </a:lnTo>
                  <a:lnTo>
                    <a:pt x="391725" y="295245"/>
                  </a:lnTo>
                  <a:lnTo>
                    <a:pt x="390325" y="295245"/>
                  </a:lnTo>
                  <a:lnTo>
                    <a:pt x="388925" y="295245"/>
                  </a:lnTo>
                  <a:lnTo>
                    <a:pt x="387582" y="295245"/>
                  </a:lnTo>
                  <a:lnTo>
                    <a:pt x="386182" y="295245"/>
                  </a:lnTo>
                  <a:lnTo>
                    <a:pt x="384839" y="295245"/>
                  </a:lnTo>
                  <a:lnTo>
                    <a:pt x="383438" y="295245"/>
                  </a:lnTo>
                  <a:lnTo>
                    <a:pt x="382029" y="295245"/>
                  </a:lnTo>
                  <a:lnTo>
                    <a:pt x="380695" y="295245"/>
                  </a:lnTo>
                  <a:lnTo>
                    <a:pt x="379295" y="295245"/>
                  </a:lnTo>
                  <a:lnTo>
                    <a:pt x="377885" y="295245"/>
                  </a:lnTo>
                  <a:lnTo>
                    <a:pt x="376552" y="295245"/>
                  </a:lnTo>
                  <a:lnTo>
                    <a:pt x="375142" y="295245"/>
                  </a:lnTo>
                  <a:lnTo>
                    <a:pt x="373809" y="295245"/>
                  </a:lnTo>
                  <a:lnTo>
                    <a:pt x="372399" y="295245"/>
                  </a:lnTo>
                  <a:lnTo>
                    <a:pt x="370999" y="295245"/>
                  </a:lnTo>
                  <a:lnTo>
                    <a:pt x="369656" y="295245"/>
                  </a:lnTo>
                  <a:lnTo>
                    <a:pt x="368256" y="295245"/>
                  </a:lnTo>
                  <a:lnTo>
                    <a:pt x="366856" y="295245"/>
                  </a:lnTo>
                  <a:lnTo>
                    <a:pt x="365512" y="295245"/>
                  </a:lnTo>
                  <a:lnTo>
                    <a:pt x="364112" y="295245"/>
                  </a:lnTo>
                  <a:lnTo>
                    <a:pt x="362702" y="295245"/>
                  </a:lnTo>
                  <a:lnTo>
                    <a:pt x="361369" y="295245"/>
                  </a:lnTo>
                  <a:lnTo>
                    <a:pt x="359969" y="295245"/>
                  </a:lnTo>
                  <a:lnTo>
                    <a:pt x="358626" y="295245"/>
                  </a:lnTo>
                  <a:lnTo>
                    <a:pt x="357225" y="295245"/>
                  </a:lnTo>
                  <a:lnTo>
                    <a:pt x="355816" y="295245"/>
                  </a:lnTo>
                  <a:lnTo>
                    <a:pt x="354483" y="295245"/>
                  </a:lnTo>
                  <a:lnTo>
                    <a:pt x="353073" y="295245"/>
                  </a:lnTo>
                  <a:lnTo>
                    <a:pt x="351672" y="295245"/>
                  </a:lnTo>
                  <a:lnTo>
                    <a:pt x="350329" y="295245"/>
                  </a:lnTo>
                  <a:lnTo>
                    <a:pt x="348929" y="295245"/>
                  </a:lnTo>
                  <a:lnTo>
                    <a:pt x="347596" y="295245"/>
                  </a:lnTo>
                  <a:lnTo>
                    <a:pt x="346186" y="295245"/>
                  </a:lnTo>
                  <a:lnTo>
                    <a:pt x="344786" y="295245"/>
                  </a:lnTo>
                  <a:lnTo>
                    <a:pt x="343443" y="295245"/>
                  </a:lnTo>
                  <a:lnTo>
                    <a:pt x="342043" y="295245"/>
                  </a:lnTo>
                  <a:lnTo>
                    <a:pt x="340643" y="295245"/>
                  </a:lnTo>
                  <a:lnTo>
                    <a:pt x="339300" y="295245"/>
                  </a:lnTo>
                  <a:lnTo>
                    <a:pt x="337899" y="295245"/>
                  </a:lnTo>
                  <a:lnTo>
                    <a:pt x="336556" y="295245"/>
                  </a:lnTo>
                  <a:lnTo>
                    <a:pt x="335156" y="295245"/>
                  </a:lnTo>
                  <a:lnTo>
                    <a:pt x="333747" y="295245"/>
                  </a:lnTo>
                  <a:lnTo>
                    <a:pt x="332413" y="295245"/>
                  </a:lnTo>
                  <a:lnTo>
                    <a:pt x="331003" y="295245"/>
                  </a:lnTo>
                  <a:lnTo>
                    <a:pt x="329603" y="295245"/>
                  </a:lnTo>
                  <a:lnTo>
                    <a:pt x="328270" y="295245"/>
                  </a:lnTo>
                  <a:lnTo>
                    <a:pt x="326860" y="295245"/>
                  </a:lnTo>
                  <a:lnTo>
                    <a:pt x="325526" y="295245"/>
                  </a:lnTo>
                  <a:lnTo>
                    <a:pt x="324117" y="295245"/>
                  </a:lnTo>
                  <a:lnTo>
                    <a:pt x="322717" y="295245"/>
                  </a:lnTo>
                  <a:lnTo>
                    <a:pt x="321374" y="295245"/>
                  </a:lnTo>
                  <a:lnTo>
                    <a:pt x="319973" y="295245"/>
                  </a:lnTo>
                  <a:lnTo>
                    <a:pt x="318573" y="295245"/>
                  </a:lnTo>
                  <a:lnTo>
                    <a:pt x="317230" y="295245"/>
                  </a:lnTo>
                  <a:lnTo>
                    <a:pt x="315830" y="295245"/>
                  </a:lnTo>
                  <a:lnTo>
                    <a:pt x="314487" y="295245"/>
                  </a:lnTo>
                  <a:lnTo>
                    <a:pt x="313087" y="295245"/>
                  </a:lnTo>
                  <a:lnTo>
                    <a:pt x="311677" y="295245"/>
                  </a:lnTo>
                  <a:lnTo>
                    <a:pt x="310343" y="295245"/>
                  </a:lnTo>
                  <a:lnTo>
                    <a:pt x="308944" y="295245"/>
                  </a:lnTo>
                  <a:lnTo>
                    <a:pt x="307534" y="295245"/>
                  </a:lnTo>
                  <a:lnTo>
                    <a:pt x="306200" y="295245"/>
                  </a:lnTo>
                  <a:lnTo>
                    <a:pt x="304790" y="295245"/>
                  </a:lnTo>
                  <a:lnTo>
                    <a:pt x="303457" y="295245"/>
                  </a:lnTo>
                  <a:lnTo>
                    <a:pt x="302047" y="295245"/>
                  </a:lnTo>
                  <a:lnTo>
                    <a:pt x="300647" y="295245"/>
                  </a:lnTo>
                  <a:lnTo>
                    <a:pt x="299304" y="295245"/>
                  </a:lnTo>
                  <a:lnTo>
                    <a:pt x="297904" y="295245"/>
                  </a:lnTo>
                  <a:lnTo>
                    <a:pt x="296504" y="295245"/>
                  </a:lnTo>
                  <a:lnTo>
                    <a:pt x="295161" y="295245"/>
                  </a:lnTo>
                  <a:lnTo>
                    <a:pt x="293761" y="295245"/>
                  </a:lnTo>
                  <a:lnTo>
                    <a:pt x="292418" y="295245"/>
                  </a:lnTo>
                  <a:lnTo>
                    <a:pt x="291017" y="295245"/>
                  </a:lnTo>
                  <a:lnTo>
                    <a:pt x="289617" y="295245"/>
                  </a:lnTo>
                  <a:lnTo>
                    <a:pt x="288274" y="295245"/>
                  </a:lnTo>
                  <a:lnTo>
                    <a:pt x="286874" y="295245"/>
                  </a:lnTo>
                  <a:lnTo>
                    <a:pt x="285464" y="295245"/>
                  </a:lnTo>
                  <a:lnTo>
                    <a:pt x="284131" y="295245"/>
                  </a:lnTo>
                  <a:lnTo>
                    <a:pt x="282721" y="295245"/>
                  </a:lnTo>
                  <a:lnTo>
                    <a:pt x="281388" y="295245"/>
                  </a:lnTo>
                  <a:lnTo>
                    <a:pt x="279978" y="295245"/>
                  </a:lnTo>
                  <a:lnTo>
                    <a:pt x="278578" y="295245"/>
                  </a:lnTo>
                  <a:lnTo>
                    <a:pt x="277244" y="295245"/>
                  </a:lnTo>
                  <a:lnTo>
                    <a:pt x="275835" y="295245"/>
                  </a:lnTo>
                  <a:lnTo>
                    <a:pt x="274435" y="295245"/>
                  </a:lnTo>
                  <a:lnTo>
                    <a:pt x="273091" y="295245"/>
                  </a:lnTo>
                  <a:lnTo>
                    <a:pt x="271691" y="295245"/>
                  </a:lnTo>
                  <a:lnTo>
                    <a:pt x="270348" y="295245"/>
                  </a:lnTo>
                  <a:lnTo>
                    <a:pt x="268948" y="295245"/>
                  </a:lnTo>
                  <a:lnTo>
                    <a:pt x="267548" y="295245"/>
                  </a:lnTo>
                  <a:lnTo>
                    <a:pt x="266205" y="295245"/>
                  </a:lnTo>
                  <a:lnTo>
                    <a:pt x="264804" y="295245"/>
                  </a:lnTo>
                  <a:lnTo>
                    <a:pt x="263395" y="295245"/>
                  </a:lnTo>
                  <a:lnTo>
                    <a:pt x="262062" y="295245"/>
                  </a:lnTo>
                  <a:lnTo>
                    <a:pt x="260652" y="295245"/>
                  </a:lnTo>
                  <a:lnTo>
                    <a:pt x="259318" y="295245"/>
                  </a:lnTo>
                  <a:lnTo>
                    <a:pt x="257918" y="295245"/>
                  </a:lnTo>
                  <a:lnTo>
                    <a:pt x="256508" y="295245"/>
                  </a:lnTo>
                  <a:lnTo>
                    <a:pt x="255175" y="295245"/>
                  </a:lnTo>
                  <a:lnTo>
                    <a:pt x="253765" y="295245"/>
                  </a:lnTo>
                  <a:lnTo>
                    <a:pt x="252365" y="295245"/>
                  </a:lnTo>
                  <a:lnTo>
                    <a:pt x="251022" y="295245"/>
                  </a:lnTo>
                  <a:lnTo>
                    <a:pt x="249622" y="295245"/>
                  </a:lnTo>
                  <a:lnTo>
                    <a:pt x="248279" y="295245"/>
                  </a:lnTo>
                  <a:lnTo>
                    <a:pt x="246879" y="295245"/>
                  </a:lnTo>
                  <a:lnTo>
                    <a:pt x="245478" y="295245"/>
                  </a:lnTo>
                  <a:lnTo>
                    <a:pt x="244135" y="295245"/>
                  </a:lnTo>
                  <a:lnTo>
                    <a:pt x="242735" y="295245"/>
                  </a:lnTo>
                  <a:lnTo>
                    <a:pt x="241335" y="295245"/>
                  </a:lnTo>
                  <a:lnTo>
                    <a:pt x="239992" y="295245"/>
                  </a:lnTo>
                  <a:lnTo>
                    <a:pt x="238592" y="295245"/>
                  </a:lnTo>
                  <a:lnTo>
                    <a:pt x="237249" y="295245"/>
                  </a:lnTo>
                  <a:lnTo>
                    <a:pt x="235849" y="295245"/>
                  </a:lnTo>
                  <a:lnTo>
                    <a:pt x="234439" y="295245"/>
                  </a:lnTo>
                  <a:lnTo>
                    <a:pt x="233105" y="295245"/>
                  </a:lnTo>
                  <a:lnTo>
                    <a:pt x="231696" y="295245"/>
                  </a:lnTo>
                  <a:lnTo>
                    <a:pt x="230295" y="295245"/>
                  </a:lnTo>
                  <a:lnTo>
                    <a:pt x="228952" y="295245"/>
                  </a:lnTo>
                  <a:lnTo>
                    <a:pt x="227553" y="295245"/>
                  </a:lnTo>
                  <a:lnTo>
                    <a:pt x="226219" y="295245"/>
                  </a:lnTo>
                  <a:lnTo>
                    <a:pt x="224809" y="295245"/>
                  </a:lnTo>
                  <a:lnTo>
                    <a:pt x="223409" y="295245"/>
                  </a:lnTo>
                  <a:lnTo>
                    <a:pt x="222066" y="295245"/>
                  </a:lnTo>
                  <a:lnTo>
                    <a:pt x="220666" y="295245"/>
                  </a:lnTo>
                  <a:lnTo>
                    <a:pt x="219265" y="295245"/>
                  </a:lnTo>
                  <a:lnTo>
                    <a:pt x="217922" y="295245"/>
                  </a:lnTo>
                  <a:lnTo>
                    <a:pt x="216522" y="295245"/>
                  </a:lnTo>
                  <a:lnTo>
                    <a:pt x="215180" y="295245"/>
                  </a:lnTo>
                  <a:lnTo>
                    <a:pt x="213779" y="295245"/>
                  </a:lnTo>
                  <a:lnTo>
                    <a:pt x="212369" y="295245"/>
                  </a:lnTo>
                  <a:lnTo>
                    <a:pt x="211036" y="295245"/>
                  </a:lnTo>
                  <a:lnTo>
                    <a:pt x="209636" y="295245"/>
                  </a:lnTo>
                  <a:lnTo>
                    <a:pt x="208226" y="295245"/>
                  </a:lnTo>
                  <a:lnTo>
                    <a:pt x="206893" y="295245"/>
                  </a:lnTo>
                  <a:lnTo>
                    <a:pt x="205483" y="295245"/>
                  </a:lnTo>
                  <a:lnTo>
                    <a:pt x="204083" y="295245"/>
                  </a:lnTo>
                  <a:lnTo>
                    <a:pt x="202740" y="295245"/>
                  </a:lnTo>
                  <a:lnTo>
                    <a:pt x="201340" y="295245"/>
                  </a:lnTo>
                  <a:lnTo>
                    <a:pt x="199997" y="295245"/>
                  </a:lnTo>
                  <a:lnTo>
                    <a:pt x="198596" y="295245"/>
                  </a:lnTo>
                  <a:lnTo>
                    <a:pt x="197196" y="295245"/>
                  </a:lnTo>
                  <a:lnTo>
                    <a:pt x="195853" y="295245"/>
                  </a:lnTo>
                  <a:lnTo>
                    <a:pt x="194453" y="295245"/>
                  </a:lnTo>
                  <a:lnTo>
                    <a:pt x="193053" y="295245"/>
                  </a:lnTo>
                  <a:lnTo>
                    <a:pt x="191710" y="295245"/>
                  </a:lnTo>
                  <a:lnTo>
                    <a:pt x="190310" y="295245"/>
                  </a:lnTo>
                  <a:lnTo>
                    <a:pt x="188967" y="295245"/>
                  </a:lnTo>
                  <a:lnTo>
                    <a:pt x="187566" y="295245"/>
                  </a:lnTo>
                  <a:lnTo>
                    <a:pt x="186157" y="295245"/>
                  </a:lnTo>
                  <a:lnTo>
                    <a:pt x="184823" y="295245"/>
                  </a:lnTo>
                  <a:lnTo>
                    <a:pt x="183413" y="295245"/>
                  </a:lnTo>
                  <a:lnTo>
                    <a:pt x="182014" y="295245"/>
                  </a:lnTo>
                  <a:lnTo>
                    <a:pt x="180670" y="295245"/>
                  </a:lnTo>
                  <a:lnTo>
                    <a:pt x="179270" y="295245"/>
                  </a:lnTo>
                  <a:lnTo>
                    <a:pt x="177927" y="295245"/>
                  </a:lnTo>
                  <a:lnTo>
                    <a:pt x="176527" y="295245"/>
                  </a:lnTo>
                  <a:lnTo>
                    <a:pt x="175127" y="295245"/>
                  </a:lnTo>
                  <a:lnTo>
                    <a:pt x="173784" y="295245"/>
                  </a:lnTo>
                  <a:lnTo>
                    <a:pt x="172383" y="295245"/>
                  </a:lnTo>
                  <a:lnTo>
                    <a:pt x="170983" y="295245"/>
                  </a:lnTo>
                  <a:lnTo>
                    <a:pt x="169640" y="295245"/>
                  </a:lnTo>
                  <a:lnTo>
                    <a:pt x="168240" y="295245"/>
                  </a:lnTo>
                  <a:lnTo>
                    <a:pt x="166897" y="295245"/>
                  </a:lnTo>
                  <a:lnTo>
                    <a:pt x="165497" y="295245"/>
                  </a:lnTo>
                  <a:lnTo>
                    <a:pt x="164087" y="295245"/>
                  </a:lnTo>
                  <a:lnTo>
                    <a:pt x="162754" y="295245"/>
                  </a:lnTo>
                  <a:lnTo>
                    <a:pt x="161354" y="295245"/>
                  </a:lnTo>
                  <a:lnTo>
                    <a:pt x="159944" y="295245"/>
                  </a:lnTo>
                  <a:lnTo>
                    <a:pt x="158610" y="295245"/>
                  </a:lnTo>
                  <a:lnTo>
                    <a:pt x="157200" y="295245"/>
                  </a:lnTo>
                  <a:lnTo>
                    <a:pt x="155867" y="295245"/>
                  </a:lnTo>
                  <a:lnTo>
                    <a:pt x="154458" y="295245"/>
                  </a:lnTo>
                  <a:lnTo>
                    <a:pt x="153057" y="295245"/>
                  </a:lnTo>
                  <a:lnTo>
                    <a:pt x="151714" y="295245"/>
                  </a:lnTo>
                  <a:lnTo>
                    <a:pt x="150314" y="295245"/>
                  </a:lnTo>
                  <a:lnTo>
                    <a:pt x="148914" y="295245"/>
                  </a:lnTo>
                  <a:lnTo>
                    <a:pt x="147571" y="295245"/>
                  </a:lnTo>
                  <a:lnTo>
                    <a:pt x="146171" y="295245"/>
                  </a:lnTo>
                  <a:lnTo>
                    <a:pt x="144827" y="295245"/>
                  </a:lnTo>
                  <a:lnTo>
                    <a:pt x="143427" y="295245"/>
                  </a:lnTo>
                  <a:lnTo>
                    <a:pt x="142028" y="295245"/>
                  </a:lnTo>
                  <a:lnTo>
                    <a:pt x="140684" y="295245"/>
                  </a:lnTo>
                  <a:lnTo>
                    <a:pt x="139284" y="295245"/>
                  </a:lnTo>
                  <a:lnTo>
                    <a:pt x="137874" y="295245"/>
                  </a:lnTo>
                  <a:lnTo>
                    <a:pt x="136541" y="295245"/>
                  </a:lnTo>
                  <a:lnTo>
                    <a:pt x="135131" y="295245"/>
                  </a:lnTo>
                  <a:lnTo>
                    <a:pt x="133798" y="295245"/>
                  </a:lnTo>
                  <a:lnTo>
                    <a:pt x="132388" y="295245"/>
                  </a:lnTo>
                  <a:lnTo>
                    <a:pt x="130988" y="295245"/>
                  </a:lnTo>
                  <a:lnTo>
                    <a:pt x="129645" y="295245"/>
                  </a:lnTo>
                  <a:lnTo>
                    <a:pt x="128245" y="295245"/>
                  </a:lnTo>
                  <a:lnTo>
                    <a:pt x="126844" y="295245"/>
                  </a:lnTo>
                  <a:lnTo>
                    <a:pt x="125501" y="295245"/>
                  </a:lnTo>
                  <a:lnTo>
                    <a:pt x="124101" y="295245"/>
                  </a:lnTo>
                  <a:lnTo>
                    <a:pt x="122758" y="295245"/>
                  </a:lnTo>
                  <a:lnTo>
                    <a:pt x="121358" y="295245"/>
                  </a:lnTo>
                  <a:lnTo>
                    <a:pt x="119958" y="295245"/>
                  </a:lnTo>
                  <a:lnTo>
                    <a:pt x="118615" y="295245"/>
                  </a:lnTo>
                  <a:lnTo>
                    <a:pt x="117215" y="295245"/>
                  </a:lnTo>
                  <a:lnTo>
                    <a:pt x="115805" y="295245"/>
                  </a:lnTo>
                  <a:lnTo>
                    <a:pt x="114472" y="295245"/>
                  </a:lnTo>
                  <a:lnTo>
                    <a:pt x="113062" y="295245"/>
                  </a:lnTo>
                  <a:lnTo>
                    <a:pt x="111728" y="295245"/>
                  </a:lnTo>
                  <a:lnTo>
                    <a:pt x="110318" y="295245"/>
                  </a:lnTo>
                  <a:lnTo>
                    <a:pt x="108919" y="295245"/>
                  </a:lnTo>
                  <a:lnTo>
                    <a:pt x="107585" y="295245"/>
                  </a:lnTo>
                  <a:lnTo>
                    <a:pt x="106175" y="295245"/>
                  </a:lnTo>
                  <a:lnTo>
                    <a:pt x="104775" y="295245"/>
                  </a:lnTo>
                  <a:lnTo>
                    <a:pt x="103432" y="295245"/>
                  </a:lnTo>
                  <a:lnTo>
                    <a:pt x="102032" y="295245"/>
                  </a:lnTo>
                  <a:lnTo>
                    <a:pt x="100689" y="295245"/>
                  </a:lnTo>
                  <a:lnTo>
                    <a:pt x="99289" y="295245"/>
                  </a:lnTo>
                  <a:lnTo>
                    <a:pt x="97888" y="295245"/>
                  </a:lnTo>
                  <a:lnTo>
                    <a:pt x="96545" y="295245"/>
                  </a:lnTo>
                  <a:lnTo>
                    <a:pt x="95146" y="295245"/>
                  </a:lnTo>
                  <a:lnTo>
                    <a:pt x="93736" y="295245"/>
                  </a:lnTo>
                  <a:lnTo>
                    <a:pt x="92402" y="295245"/>
                  </a:lnTo>
                  <a:lnTo>
                    <a:pt x="90992" y="295245"/>
                  </a:lnTo>
                  <a:lnTo>
                    <a:pt x="89659" y="295245"/>
                  </a:lnTo>
                  <a:lnTo>
                    <a:pt x="88259" y="295245"/>
                  </a:lnTo>
                  <a:lnTo>
                    <a:pt x="86849" y="295245"/>
                  </a:lnTo>
                  <a:lnTo>
                    <a:pt x="85515" y="295245"/>
                  </a:lnTo>
                  <a:lnTo>
                    <a:pt x="84106" y="295245"/>
                  </a:lnTo>
                  <a:lnTo>
                    <a:pt x="82706" y="295245"/>
                  </a:lnTo>
                  <a:lnTo>
                    <a:pt x="81363" y="295245"/>
                  </a:lnTo>
                  <a:lnTo>
                    <a:pt x="79962" y="295245"/>
                  </a:lnTo>
                  <a:lnTo>
                    <a:pt x="78619" y="295245"/>
                  </a:lnTo>
                  <a:lnTo>
                    <a:pt x="77219" y="295245"/>
                  </a:lnTo>
                  <a:lnTo>
                    <a:pt x="75819" y="295245"/>
                  </a:lnTo>
                  <a:lnTo>
                    <a:pt x="74476" y="295245"/>
                  </a:lnTo>
                  <a:lnTo>
                    <a:pt x="73076" y="295245"/>
                  </a:lnTo>
                  <a:lnTo>
                    <a:pt x="71666" y="295245"/>
                  </a:lnTo>
                  <a:lnTo>
                    <a:pt x="70333" y="295245"/>
                  </a:lnTo>
                  <a:lnTo>
                    <a:pt x="68933" y="295245"/>
                  </a:lnTo>
                  <a:lnTo>
                    <a:pt x="67590" y="295245"/>
                  </a:lnTo>
                  <a:lnTo>
                    <a:pt x="66189" y="295245"/>
                  </a:lnTo>
                  <a:lnTo>
                    <a:pt x="64779" y="295245"/>
                  </a:lnTo>
                  <a:lnTo>
                    <a:pt x="63446" y="295245"/>
                  </a:lnTo>
                  <a:lnTo>
                    <a:pt x="62037" y="295245"/>
                  </a:lnTo>
                  <a:lnTo>
                    <a:pt x="60636" y="295245"/>
                  </a:lnTo>
                  <a:lnTo>
                    <a:pt x="59293" y="295245"/>
                  </a:lnTo>
                  <a:lnTo>
                    <a:pt x="57893" y="295245"/>
                  </a:lnTo>
                  <a:lnTo>
                    <a:pt x="56560" y="295245"/>
                  </a:lnTo>
                  <a:lnTo>
                    <a:pt x="55150" y="295245"/>
                  </a:lnTo>
                  <a:lnTo>
                    <a:pt x="53750" y="295245"/>
                  </a:lnTo>
                  <a:lnTo>
                    <a:pt x="52407" y="295245"/>
                  </a:lnTo>
                  <a:lnTo>
                    <a:pt x="51006" y="295245"/>
                  </a:lnTo>
                  <a:lnTo>
                    <a:pt x="49606" y="295245"/>
                  </a:lnTo>
                  <a:lnTo>
                    <a:pt x="48263" y="295245"/>
                  </a:lnTo>
                  <a:lnTo>
                    <a:pt x="46863" y="295245"/>
                  </a:lnTo>
                  <a:lnTo>
                    <a:pt x="45520" y="295245"/>
                  </a:lnTo>
                  <a:lnTo>
                    <a:pt x="44120" y="295245"/>
                  </a:lnTo>
                  <a:lnTo>
                    <a:pt x="42710" y="295245"/>
                  </a:lnTo>
                  <a:lnTo>
                    <a:pt x="41377" y="295245"/>
                  </a:lnTo>
                  <a:lnTo>
                    <a:pt x="39967" y="295245"/>
                  </a:lnTo>
                  <a:lnTo>
                    <a:pt x="38567" y="295245"/>
                  </a:lnTo>
                  <a:lnTo>
                    <a:pt x="37233" y="295245"/>
                  </a:lnTo>
                  <a:lnTo>
                    <a:pt x="35824" y="295245"/>
                  </a:lnTo>
                  <a:lnTo>
                    <a:pt x="34424" y="295245"/>
                  </a:lnTo>
                  <a:lnTo>
                    <a:pt x="33080" y="295245"/>
                  </a:lnTo>
                  <a:lnTo>
                    <a:pt x="31680" y="295245"/>
                  </a:lnTo>
                  <a:lnTo>
                    <a:pt x="30337" y="295245"/>
                  </a:lnTo>
                  <a:lnTo>
                    <a:pt x="28937" y="295245"/>
                  </a:lnTo>
                  <a:lnTo>
                    <a:pt x="27537" y="295245"/>
                  </a:lnTo>
                  <a:lnTo>
                    <a:pt x="26194" y="295245"/>
                  </a:lnTo>
                  <a:lnTo>
                    <a:pt x="24793" y="295245"/>
                  </a:lnTo>
                  <a:lnTo>
                    <a:pt x="23394" y="295245"/>
                  </a:lnTo>
                  <a:lnTo>
                    <a:pt x="22051" y="295245"/>
                  </a:lnTo>
                  <a:lnTo>
                    <a:pt x="20650" y="295245"/>
                  </a:lnTo>
                  <a:lnTo>
                    <a:pt x="19307" y="295245"/>
                  </a:lnTo>
                  <a:lnTo>
                    <a:pt x="17907" y="295245"/>
                  </a:lnTo>
                  <a:lnTo>
                    <a:pt x="16497" y="295245"/>
                  </a:lnTo>
                  <a:lnTo>
                    <a:pt x="15164" y="295245"/>
                  </a:lnTo>
                  <a:lnTo>
                    <a:pt x="13754" y="295245"/>
                  </a:lnTo>
                  <a:lnTo>
                    <a:pt x="12354" y="295245"/>
                  </a:lnTo>
                  <a:lnTo>
                    <a:pt x="11011" y="295245"/>
                  </a:lnTo>
                  <a:lnTo>
                    <a:pt x="9611" y="295245"/>
                  </a:lnTo>
                  <a:lnTo>
                    <a:pt x="8268" y="295245"/>
                  </a:lnTo>
                  <a:lnTo>
                    <a:pt x="6868" y="295245"/>
                  </a:lnTo>
                  <a:lnTo>
                    <a:pt x="5467" y="295245"/>
                  </a:lnTo>
                  <a:lnTo>
                    <a:pt x="4124" y="295245"/>
                  </a:lnTo>
                  <a:lnTo>
                    <a:pt x="2724" y="295245"/>
                  </a:lnTo>
                  <a:lnTo>
                    <a:pt x="1324" y="295245"/>
                  </a:lnTo>
                  <a:lnTo>
                    <a:pt x="-19" y="295245"/>
                  </a:lnTo>
                  <a:close/>
                </a:path>
              </a:pathLst>
            </a:custGeom>
            <a:solidFill>
              <a:srgbClr val="457B9D">
                <a:alpha val="50000"/>
              </a:srgbClr>
            </a:solidFill>
            <a:ln w="9525" cap="flat">
              <a:noFill/>
              <a:prstDash val="solid"/>
              <a:round/>
            </a:ln>
          </p:spPr>
          <p:txBody>
            <a:bodyPr/>
            <a:lstStyle/>
            <a:p>
              <a:endParaRPr lang="zh-CN" altLang="en-US" sz="2190"/>
            </a:p>
          </p:txBody>
        </p:sp>
        <p:sp>
          <p:nvSpPr>
            <p:cNvPr id="988" name="任意多边形: 形状 987"/>
            <p:cNvSpPr/>
            <p:nvPr/>
          </p:nvSpPr>
          <p:spPr>
            <a:xfrm>
              <a:off x="5548774" y="4574109"/>
              <a:ext cx="9525" cy="104775"/>
            </a:xfrm>
            <a:custGeom>
              <a:avLst/>
              <a:gdLst>
                <a:gd name="csX0" fmla="*/ -19 w 9525"/>
                <a:gd name="csY0" fmla="*/ 104745 h 104775"/>
                <a:gd name="csX1" fmla="*/ -19 w 9525"/>
                <a:gd name="csY1" fmla="*/ -30 h 104775"/>
              </a:gdLst>
              <a:ahLst/>
              <a:cxnLst>
                <a:cxn ang="0">
                  <a:pos x="csX0" y="csY0"/>
                </a:cxn>
                <a:cxn ang="0">
                  <a:pos x="csX1" y="csY1"/>
                </a:cxn>
              </a:cxnLst>
              <a:rect l="l" t="t" r="r" b="b"/>
              <a:pathLst>
                <a:path w="9525" h="104775">
                  <a:moveTo>
                    <a:pt x="-19" y="104745"/>
                  </a:moveTo>
                  <a:lnTo>
                    <a:pt x="-19" y="-30"/>
                  </a:lnTo>
                </a:path>
              </a:pathLst>
            </a:custGeom>
            <a:noFill/>
            <a:ln w="7242" cap="flat">
              <a:solidFill>
                <a:srgbClr val="000000"/>
              </a:solidFill>
              <a:prstDash val="solid"/>
              <a:round/>
            </a:ln>
          </p:spPr>
          <p:txBody>
            <a:bodyPr/>
            <a:lstStyle/>
            <a:p>
              <a:endParaRPr lang="zh-CN" altLang="en-US" sz="2190"/>
            </a:p>
          </p:txBody>
        </p:sp>
        <p:sp>
          <p:nvSpPr>
            <p:cNvPr id="989" name="任意多边形: 形状 988"/>
            <p:cNvSpPr/>
            <p:nvPr/>
          </p:nvSpPr>
          <p:spPr>
            <a:xfrm>
              <a:off x="5158249" y="4383609"/>
              <a:ext cx="704850" cy="295275"/>
            </a:xfrm>
            <a:custGeom>
              <a:avLst/>
              <a:gdLst>
                <a:gd name="csX0" fmla="*/ -19 w 704850"/>
                <a:gd name="csY0" fmla="*/ 295245 h 295275"/>
                <a:gd name="csX1" fmla="*/ 1324 w 704850"/>
                <a:gd name="csY1" fmla="*/ 295188 h 295275"/>
                <a:gd name="csX2" fmla="*/ 2724 w 704850"/>
                <a:gd name="csY2" fmla="*/ 295121 h 295275"/>
                <a:gd name="csX3" fmla="*/ 4124 w 704850"/>
                <a:gd name="csY3" fmla="*/ 294997 h 295275"/>
                <a:gd name="csX4" fmla="*/ 5467 w 704850"/>
                <a:gd name="csY4" fmla="*/ 294874 h 295275"/>
                <a:gd name="csX5" fmla="*/ 6868 w 704850"/>
                <a:gd name="csY5" fmla="*/ 294750 h 295275"/>
                <a:gd name="csX6" fmla="*/ 8277 w 704850"/>
                <a:gd name="csY6" fmla="*/ 294626 h 295275"/>
                <a:gd name="csX7" fmla="*/ 9611 w 704850"/>
                <a:gd name="csY7" fmla="*/ 294502 h 295275"/>
                <a:gd name="csX8" fmla="*/ 11020 w 704850"/>
                <a:gd name="csY8" fmla="*/ 294321 h 295275"/>
                <a:gd name="csX9" fmla="*/ 12354 w 704850"/>
                <a:gd name="csY9" fmla="*/ 294197 h 295275"/>
                <a:gd name="csX10" fmla="*/ 13754 w 704850"/>
                <a:gd name="csY10" fmla="*/ 294007 h 295275"/>
                <a:gd name="csX11" fmla="*/ 15164 w 704850"/>
                <a:gd name="csY11" fmla="*/ 293826 h 295275"/>
                <a:gd name="csX12" fmla="*/ 16497 w 704850"/>
                <a:gd name="csY12" fmla="*/ 293578 h 295275"/>
                <a:gd name="csX13" fmla="*/ 17907 w 704850"/>
                <a:gd name="csY13" fmla="*/ 293331 h 295275"/>
                <a:gd name="csX14" fmla="*/ 19307 w 704850"/>
                <a:gd name="csY14" fmla="*/ 293083 h 295275"/>
                <a:gd name="csX15" fmla="*/ 20650 w 704850"/>
                <a:gd name="csY15" fmla="*/ 292835 h 295275"/>
                <a:gd name="csX16" fmla="*/ 22051 w 704850"/>
                <a:gd name="csY16" fmla="*/ 292521 h 295275"/>
                <a:gd name="csX17" fmla="*/ 23394 w 704850"/>
                <a:gd name="csY17" fmla="*/ 292159 h 295275"/>
                <a:gd name="csX18" fmla="*/ 24793 w 704850"/>
                <a:gd name="csY18" fmla="*/ 291845 h 295275"/>
                <a:gd name="csX19" fmla="*/ 26194 w 704850"/>
                <a:gd name="csY19" fmla="*/ 291473 h 295275"/>
                <a:gd name="csX20" fmla="*/ 27537 w 704850"/>
                <a:gd name="csY20" fmla="*/ 291044 h 295275"/>
                <a:gd name="csX21" fmla="*/ 28937 w 704850"/>
                <a:gd name="csY21" fmla="*/ 290606 h 295275"/>
                <a:gd name="csX22" fmla="*/ 30337 w 704850"/>
                <a:gd name="csY22" fmla="*/ 290111 h 295275"/>
                <a:gd name="csX23" fmla="*/ 31680 w 704850"/>
                <a:gd name="csY23" fmla="*/ 289616 h 295275"/>
                <a:gd name="csX24" fmla="*/ 33080 w 704850"/>
                <a:gd name="csY24" fmla="*/ 289063 h 295275"/>
                <a:gd name="csX25" fmla="*/ 34424 w 704850"/>
                <a:gd name="csY25" fmla="*/ 288511 h 295275"/>
                <a:gd name="csX26" fmla="*/ 35824 w 704850"/>
                <a:gd name="csY26" fmla="*/ 287892 h 295275"/>
                <a:gd name="csX27" fmla="*/ 37233 w 704850"/>
                <a:gd name="csY27" fmla="*/ 287206 h 295275"/>
                <a:gd name="csX28" fmla="*/ 38567 w 704850"/>
                <a:gd name="csY28" fmla="*/ 286530 h 295275"/>
                <a:gd name="csX29" fmla="*/ 39976 w 704850"/>
                <a:gd name="csY29" fmla="*/ 285787 h 295275"/>
                <a:gd name="csX30" fmla="*/ 41377 w 704850"/>
                <a:gd name="csY30" fmla="*/ 284987 h 295275"/>
                <a:gd name="csX31" fmla="*/ 42720 w 704850"/>
                <a:gd name="csY31" fmla="*/ 284120 h 295275"/>
                <a:gd name="csX32" fmla="*/ 44120 w 704850"/>
                <a:gd name="csY32" fmla="*/ 283253 h 295275"/>
                <a:gd name="csX33" fmla="*/ 45520 w 704850"/>
                <a:gd name="csY33" fmla="*/ 282329 h 295275"/>
                <a:gd name="csX34" fmla="*/ 46863 w 704850"/>
                <a:gd name="csY34" fmla="*/ 281272 h 295275"/>
                <a:gd name="csX35" fmla="*/ 48263 w 704850"/>
                <a:gd name="csY35" fmla="*/ 280224 h 295275"/>
                <a:gd name="csX36" fmla="*/ 49606 w 704850"/>
                <a:gd name="csY36" fmla="*/ 279110 h 295275"/>
                <a:gd name="csX37" fmla="*/ 51006 w 704850"/>
                <a:gd name="csY37" fmla="*/ 277938 h 295275"/>
                <a:gd name="csX38" fmla="*/ 52407 w 704850"/>
                <a:gd name="csY38" fmla="*/ 276700 h 295275"/>
                <a:gd name="csX39" fmla="*/ 53750 w 704850"/>
                <a:gd name="csY39" fmla="*/ 275462 h 295275"/>
                <a:gd name="csX40" fmla="*/ 55150 w 704850"/>
                <a:gd name="csY40" fmla="*/ 274042 h 295275"/>
                <a:gd name="csX41" fmla="*/ 56560 w 704850"/>
                <a:gd name="csY41" fmla="*/ 272680 h 295275"/>
                <a:gd name="csX42" fmla="*/ 57893 w 704850"/>
                <a:gd name="csY42" fmla="*/ 271194 h 295275"/>
                <a:gd name="csX43" fmla="*/ 59303 w 704850"/>
                <a:gd name="csY43" fmla="*/ 269585 h 295275"/>
                <a:gd name="csX44" fmla="*/ 60636 w 704850"/>
                <a:gd name="csY44" fmla="*/ 267984 h 295275"/>
                <a:gd name="csX45" fmla="*/ 62046 w 704850"/>
                <a:gd name="csY45" fmla="*/ 266308 h 295275"/>
                <a:gd name="csX46" fmla="*/ 63446 w 704850"/>
                <a:gd name="csY46" fmla="*/ 264584 h 295275"/>
                <a:gd name="csX47" fmla="*/ 64779 w 704850"/>
                <a:gd name="csY47" fmla="*/ 262727 h 295275"/>
                <a:gd name="csX48" fmla="*/ 66189 w 704850"/>
                <a:gd name="csY48" fmla="*/ 260869 h 295275"/>
                <a:gd name="csX49" fmla="*/ 67590 w 704850"/>
                <a:gd name="csY49" fmla="*/ 258898 h 295275"/>
                <a:gd name="csX50" fmla="*/ 68933 w 704850"/>
                <a:gd name="csY50" fmla="*/ 256850 h 295275"/>
                <a:gd name="csX51" fmla="*/ 70333 w 704850"/>
                <a:gd name="csY51" fmla="*/ 254754 h 295275"/>
                <a:gd name="csX52" fmla="*/ 71675 w 704850"/>
                <a:gd name="csY52" fmla="*/ 252649 h 295275"/>
                <a:gd name="csX53" fmla="*/ 73076 w 704850"/>
                <a:gd name="csY53" fmla="*/ 250363 h 295275"/>
                <a:gd name="csX54" fmla="*/ 74476 w 704850"/>
                <a:gd name="csY54" fmla="*/ 248134 h 295275"/>
                <a:gd name="csX55" fmla="*/ 75819 w 704850"/>
                <a:gd name="csY55" fmla="*/ 245782 h 295275"/>
                <a:gd name="csX56" fmla="*/ 77219 w 704850"/>
                <a:gd name="csY56" fmla="*/ 243372 h 295275"/>
                <a:gd name="csX57" fmla="*/ 78629 w 704850"/>
                <a:gd name="csY57" fmla="*/ 240905 h 295275"/>
                <a:gd name="csX58" fmla="*/ 79962 w 704850"/>
                <a:gd name="csY58" fmla="*/ 238371 h 295275"/>
                <a:gd name="csX59" fmla="*/ 81363 w 704850"/>
                <a:gd name="csY59" fmla="*/ 235771 h 295275"/>
                <a:gd name="csX60" fmla="*/ 82706 w 704850"/>
                <a:gd name="csY60" fmla="*/ 233171 h 295275"/>
                <a:gd name="csX61" fmla="*/ 84106 w 704850"/>
                <a:gd name="csY61" fmla="*/ 230513 h 295275"/>
                <a:gd name="csX62" fmla="*/ 85515 w 704850"/>
                <a:gd name="csY62" fmla="*/ 227799 h 295275"/>
                <a:gd name="csX63" fmla="*/ 86849 w 704850"/>
                <a:gd name="csY63" fmla="*/ 225017 h 295275"/>
                <a:gd name="csX64" fmla="*/ 88259 w 704850"/>
                <a:gd name="csY64" fmla="*/ 222236 h 295275"/>
                <a:gd name="csX65" fmla="*/ 89659 w 704850"/>
                <a:gd name="csY65" fmla="*/ 219388 h 295275"/>
                <a:gd name="csX66" fmla="*/ 91002 w 704850"/>
                <a:gd name="csY66" fmla="*/ 216483 h 295275"/>
                <a:gd name="csX67" fmla="*/ 92402 w 704850"/>
                <a:gd name="csY67" fmla="*/ 213635 h 295275"/>
                <a:gd name="csX68" fmla="*/ 93745 w 704850"/>
                <a:gd name="csY68" fmla="*/ 210673 h 295275"/>
                <a:gd name="csX69" fmla="*/ 95146 w 704850"/>
                <a:gd name="csY69" fmla="*/ 207767 h 295275"/>
                <a:gd name="csX70" fmla="*/ 96545 w 704850"/>
                <a:gd name="csY70" fmla="*/ 204796 h 295275"/>
                <a:gd name="csX71" fmla="*/ 97888 w 704850"/>
                <a:gd name="csY71" fmla="*/ 201891 h 295275"/>
                <a:gd name="csX72" fmla="*/ 99289 w 704850"/>
                <a:gd name="csY72" fmla="*/ 198919 h 295275"/>
                <a:gd name="csX73" fmla="*/ 100689 w 704850"/>
                <a:gd name="csY73" fmla="*/ 195956 h 295275"/>
                <a:gd name="csX74" fmla="*/ 102032 w 704850"/>
                <a:gd name="csY74" fmla="*/ 192985 h 295275"/>
                <a:gd name="csX75" fmla="*/ 103432 w 704850"/>
                <a:gd name="csY75" fmla="*/ 190080 h 295275"/>
                <a:gd name="csX76" fmla="*/ 104775 w 704850"/>
                <a:gd name="csY76" fmla="*/ 187117 h 295275"/>
                <a:gd name="csX77" fmla="*/ 106175 w 704850"/>
                <a:gd name="csY77" fmla="*/ 184212 h 295275"/>
                <a:gd name="csX78" fmla="*/ 107585 w 704850"/>
                <a:gd name="csY78" fmla="*/ 181364 h 295275"/>
                <a:gd name="csX79" fmla="*/ 108919 w 704850"/>
                <a:gd name="csY79" fmla="*/ 178516 h 295275"/>
                <a:gd name="csX80" fmla="*/ 110328 w 704850"/>
                <a:gd name="csY80" fmla="*/ 175678 h 295275"/>
                <a:gd name="csX81" fmla="*/ 111728 w 704850"/>
                <a:gd name="csY81" fmla="*/ 172954 h 295275"/>
                <a:gd name="csX82" fmla="*/ 113062 w 704850"/>
                <a:gd name="csY82" fmla="*/ 170239 h 295275"/>
                <a:gd name="csX83" fmla="*/ 114472 w 704850"/>
                <a:gd name="csY83" fmla="*/ 167515 h 295275"/>
                <a:gd name="csX84" fmla="*/ 115805 w 704850"/>
                <a:gd name="csY84" fmla="*/ 164924 h 295275"/>
                <a:gd name="csX85" fmla="*/ 117215 w 704850"/>
                <a:gd name="csY85" fmla="*/ 162324 h 295275"/>
                <a:gd name="csX86" fmla="*/ 118615 w 704850"/>
                <a:gd name="csY86" fmla="*/ 159847 h 295275"/>
                <a:gd name="csX87" fmla="*/ 119958 w 704850"/>
                <a:gd name="csY87" fmla="*/ 157380 h 295275"/>
                <a:gd name="csX88" fmla="*/ 121358 w 704850"/>
                <a:gd name="csY88" fmla="*/ 155027 h 295275"/>
                <a:gd name="csX89" fmla="*/ 122758 w 704850"/>
                <a:gd name="csY89" fmla="*/ 152741 h 295275"/>
                <a:gd name="csX90" fmla="*/ 124101 w 704850"/>
                <a:gd name="csY90" fmla="*/ 150456 h 295275"/>
                <a:gd name="csX91" fmla="*/ 125501 w 704850"/>
                <a:gd name="csY91" fmla="*/ 148350 h 295275"/>
                <a:gd name="csX92" fmla="*/ 126844 w 704850"/>
                <a:gd name="csY92" fmla="*/ 146312 h 295275"/>
                <a:gd name="csX93" fmla="*/ 128245 w 704850"/>
                <a:gd name="csY93" fmla="*/ 144274 h 295275"/>
                <a:gd name="csX94" fmla="*/ 129654 w 704850"/>
                <a:gd name="csY94" fmla="*/ 142416 h 295275"/>
                <a:gd name="csX95" fmla="*/ 130988 w 704850"/>
                <a:gd name="csY95" fmla="*/ 140626 h 295275"/>
                <a:gd name="csX96" fmla="*/ 132388 w 704850"/>
                <a:gd name="csY96" fmla="*/ 138892 h 295275"/>
                <a:gd name="csX97" fmla="*/ 133798 w 704850"/>
                <a:gd name="csY97" fmla="*/ 137225 h 295275"/>
                <a:gd name="csX98" fmla="*/ 135131 w 704850"/>
                <a:gd name="csY98" fmla="*/ 135739 h 295275"/>
                <a:gd name="csX99" fmla="*/ 136541 w 704850"/>
                <a:gd name="csY99" fmla="*/ 134253 h 295275"/>
                <a:gd name="csX100" fmla="*/ 137874 w 704850"/>
                <a:gd name="csY100" fmla="*/ 132891 h 295275"/>
                <a:gd name="csX101" fmla="*/ 139284 w 704850"/>
                <a:gd name="csY101" fmla="*/ 131653 h 295275"/>
                <a:gd name="csX102" fmla="*/ 140684 w 704850"/>
                <a:gd name="csY102" fmla="*/ 130482 h 295275"/>
                <a:gd name="csX103" fmla="*/ 142028 w 704850"/>
                <a:gd name="csY103" fmla="*/ 129367 h 295275"/>
                <a:gd name="csX104" fmla="*/ 143427 w 704850"/>
                <a:gd name="csY104" fmla="*/ 128376 h 295275"/>
                <a:gd name="csX105" fmla="*/ 144827 w 704850"/>
                <a:gd name="csY105" fmla="*/ 127519 h 295275"/>
                <a:gd name="csX106" fmla="*/ 146171 w 704850"/>
                <a:gd name="csY106" fmla="*/ 126710 h 295275"/>
                <a:gd name="csX107" fmla="*/ 147571 w 704850"/>
                <a:gd name="csY107" fmla="*/ 125967 h 295275"/>
                <a:gd name="csX108" fmla="*/ 148914 w 704850"/>
                <a:gd name="csY108" fmla="*/ 125348 h 295275"/>
                <a:gd name="csX109" fmla="*/ 150314 w 704850"/>
                <a:gd name="csY109" fmla="*/ 124795 h 295275"/>
                <a:gd name="csX110" fmla="*/ 151714 w 704850"/>
                <a:gd name="csY110" fmla="*/ 124366 h 295275"/>
                <a:gd name="csX111" fmla="*/ 153057 w 704850"/>
                <a:gd name="csY111" fmla="*/ 123995 h 295275"/>
                <a:gd name="csX112" fmla="*/ 154458 w 704850"/>
                <a:gd name="csY112" fmla="*/ 123681 h 295275"/>
                <a:gd name="csX113" fmla="*/ 155867 w 704850"/>
                <a:gd name="csY113" fmla="*/ 123433 h 295275"/>
                <a:gd name="csX114" fmla="*/ 157200 w 704850"/>
                <a:gd name="csY114" fmla="*/ 123309 h 295275"/>
                <a:gd name="csX115" fmla="*/ 158610 w 704850"/>
                <a:gd name="csY115" fmla="*/ 123252 h 295275"/>
                <a:gd name="csX116" fmla="*/ 159944 w 704850"/>
                <a:gd name="csY116" fmla="*/ 123185 h 295275"/>
                <a:gd name="csX117" fmla="*/ 161354 w 704850"/>
                <a:gd name="csY117" fmla="*/ 123252 h 295275"/>
                <a:gd name="csX118" fmla="*/ 162754 w 704850"/>
                <a:gd name="csY118" fmla="*/ 123376 h 295275"/>
                <a:gd name="csX119" fmla="*/ 164087 w 704850"/>
                <a:gd name="csY119" fmla="*/ 123557 h 295275"/>
                <a:gd name="csX120" fmla="*/ 165497 w 704850"/>
                <a:gd name="csY120" fmla="*/ 123805 h 295275"/>
                <a:gd name="csX121" fmla="*/ 166897 w 704850"/>
                <a:gd name="csY121" fmla="*/ 124119 h 295275"/>
                <a:gd name="csX122" fmla="*/ 168240 w 704850"/>
                <a:gd name="csY122" fmla="*/ 124481 h 295275"/>
                <a:gd name="csX123" fmla="*/ 169640 w 704850"/>
                <a:gd name="csY123" fmla="*/ 124852 h 295275"/>
                <a:gd name="csX124" fmla="*/ 170983 w 704850"/>
                <a:gd name="csY124" fmla="*/ 125291 h 295275"/>
                <a:gd name="csX125" fmla="*/ 172383 w 704850"/>
                <a:gd name="csY125" fmla="*/ 125786 h 295275"/>
                <a:gd name="csX126" fmla="*/ 173784 w 704850"/>
                <a:gd name="csY126" fmla="*/ 126338 h 295275"/>
                <a:gd name="csX127" fmla="*/ 175127 w 704850"/>
                <a:gd name="csY127" fmla="*/ 126900 h 295275"/>
                <a:gd name="csX128" fmla="*/ 176527 w 704850"/>
                <a:gd name="csY128" fmla="*/ 127519 h 295275"/>
                <a:gd name="csX129" fmla="*/ 177927 w 704850"/>
                <a:gd name="csY129" fmla="*/ 128129 h 295275"/>
                <a:gd name="csX130" fmla="*/ 179270 w 704850"/>
                <a:gd name="csY130" fmla="*/ 128815 h 295275"/>
                <a:gd name="csX131" fmla="*/ 180670 w 704850"/>
                <a:gd name="csY131" fmla="*/ 129558 h 295275"/>
                <a:gd name="csX132" fmla="*/ 182014 w 704850"/>
                <a:gd name="csY132" fmla="*/ 130234 h 295275"/>
                <a:gd name="csX133" fmla="*/ 183413 w 704850"/>
                <a:gd name="csY133" fmla="*/ 131043 h 295275"/>
                <a:gd name="csX134" fmla="*/ 184823 w 704850"/>
                <a:gd name="csY134" fmla="*/ 131777 h 295275"/>
                <a:gd name="csX135" fmla="*/ 186157 w 704850"/>
                <a:gd name="csY135" fmla="*/ 132587 h 295275"/>
                <a:gd name="csX136" fmla="*/ 187566 w 704850"/>
                <a:gd name="csY136" fmla="*/ 133387 h 295275"/>
                <a:gd name="csX137" fmla="*/ 188967 w 704850"/>
                <a:gd name="csY137" fmla="*/ 134253 h 295275"/>
                <a:gd name="csX138" fmla="*/ 190310 w 704850"/>
                <a:gd name="csY138" fmla="*/ 135054 h 295275"/>
                <a:gd name="csX139" fmla="*/ 191710 w 704850"/>
                <a:gd name="csY139" fmla="*/ 135920 h 295275"/>
                <a:gd name="csX140" fmla="*/ 193053 w 704850"/>
                <a:gd name="csY140" fmla="*/ 136787 h 295275"/>
                <a:gd name="csX141" fmla="*/ 194453 w 704850"/>
                <a:gd name="csY141" fmla="*/ 137721 h 295275"/>
                <a:gd name="csX142" fmla="*/ 195853 w 704850"/>
                <a:gd name="csY142" fmla="*/ 138578 h 295275"/>
                <a:gd name="csX143" fmla="*/ 197196 w 704850"/>
                <a:gd name="csY143" fmla="*/ 139445 h 295275"/>
                <a:gd name="csX144" fmla="*/ 198596 w 704850"/>
                <a:gd name="csY144" fmla="*/ 140378 h 295275"/>
                <a:gd name="csX145" fmla="*/ 199997 w 704850"/>
                <a:gd name="csY145" fmla="*/ 141302 h 295275"/>
                <a:gd name="csX146" fmla="*/ 201340 w 704850"/>
                <a:gd name="csY146" fmla="*/ 142169 h 295275"/>
                <a:gd name="csX147" fmla="*/ 202740 w 704850"/>
                <a:gd name="csY147" fmla="*/ 143093 h 295275"/>
                <a:gd name="csX148" fmla="*/ 204083 w 704850"/>
                <a:gd name="csY148" fmla="*/ 144026 h 295275"/>
                <a:gd name="csX149" fmla="*/ 205483 w 704850"/>
                <a:gd name="csY149" fmla="*/ 144950 h 295275"/>
                <a:gd name="csX150" fmla="*/ 206893 w 704850"/>
                <a:gd name="csY150" fmla="*/ 145874 h 295275"/>
                <a:gd name="csX151" fmla="*/ 208226 w 704850"/>
                <a:gd name="csY151" fmla="*/ 146741 h 295275"/>
                <a:gd name="csX152" fmla="*/ 209636 w 704850"/>
                <a:gd name="csY152" fmla="*/ 147674 h 295275"/>
                <a:gd name="csX153" fmla="*/ 211036 w 704850"/>
                <a:gd name="csY153" fmla="*/ 148598 h 295275"/>
                <a:gd name="csX154" fmla="*/ 212369 w 704850"/>
                <a:gd name="csY154" fmla="*/ 149522 h 295275"/>
                <a:gd name="csX155" fmla="*/ 213779 w 704850"/>
                <a:gd name="csY155" fmla="*/ 150456 h 295275"/>
                <a:gd name="csX156" fmla="*/ 215180 w 704850"/>
                <a:gd name="csY156" fmla="*/ 151322 h 295275"/>
                <a:gd name="csX157" fmla="*/ 216522 w 704850"/>
                <a:gd name="csY157" fmla="*/ 152246 h 295275"/>
                <a:gd name="csX158" fmla="*/ 217922 w 704850"/>
                <a:gd name="csY158" fmla="*/ 153113 h 295275"/>
                <a:gd name="csX159" fmla="*/ 219265 w 704850"/>
                <a:gd name="csY159" fmla="*/ 154037 h 295275"/>
                <a:gd name="csX160" fmla="*/ 220666 w 704850"/>
                <a:gd name="csY160" fmla="*/ 154904 h 295275"/>
                <a:gd name="csX161" fmla="*/ 222066 w 704850"/>
                <a:gd name="csY161" fmla="*/ 155828 h 295275"/>
                <a:gd name="csX162" fmla="*/ 223409 w 704850"/>
                <a:gd name="csY162" fmla="*/ 156694 h 295275"/>
                <a:gd name="csX163" fmla="*/ 224809 w 704850"/>
                <a:gd name="csY163" fmla="*/ 157561 h 295275"/>
                <a:gd name="csX164" fmla="*/ 226219 w 704850"/>
                <a:gd name="csY164" fmla="*/ 158428 h 295275"/>
                <a:gd name="csX165" fmla="*/ 227553 w 704850"/>
                <a:gd name="csY165" fmla="*/ 159295 h 295275"/>
                <a:gd name="csX166" fmla="*/ 228952 w 704850"/>
                <a:gd name="csY166" fmla="*/ 160161 h 295275"/>
                <a:gd name="csX167" fmla="*/ 230295 w 704850"/>
                <a:gd name="csY167" fmla="*/ 161028 h 295275"/>
                <a:gd name="csX168" fmla="*/ 231696 w 704850"/>
                <a:gd name="csY168" fmla="*/ 161885 h 295275"/>
                <a:gd name="csX169" fmla="*/ 233105 w 704850"/>
                <a:gd name="csY169" fmla="*/ 162695 h 295275"/>
                <a:gd name="csX170" fmla="*/ 234439 w 704850"/>
                <a:gd name="csY170" fmla="*/ 163562 h 295275"/>
                <a:gd name="csX171" fmla="*/ 235849 w 704850"/>
                <a:gd name="csY171" fmla="*/ 164362 h 295275"/>
                <a:gd name="csX172" fmla="*/ 237249 w 704850"/>
                <a:gd name="csY172" fmla="*/ 165162 h 295275"/>
                <a:gd name="csX173" fmla="*/ 238592 w 704850"/>
                <a:gd name="csY173" fmla="*/ 165972 h 295275"/>
                <a:gd name="csX174" fmla="*/ 239992 w 704850"/>
                <a:gd name="csY174" fmla="*/ 166772 h 295275"/>
                <a:gd name="csX175" fmla="*/ 241335 w 704850"/>
                <a:gd name="csY175" fmla="*/ 167581 h 295275"/>
                <a:gd name="csX176" fmla="*/ 242735 w 704850"/>
                <a:gd name="csY176" fmla="*/ 168315 h 295275"/>
                <a:gd name="csX177" fmla="*/ 244135 w 704850"/>
                <a:gd name="csY177" fmla="*/ 169125 h 295275"/>
                <a:gd name="csX178" fmla="*/ 245478 w 704850"/>
                <a:gd name="csY178" fmla="*/ 169867 h 295275"/>
                <a:gd name="csX179" fmla="*/ 246879 w 704850"/>
                <a:gd name="csY179" fmla="*/ 170610 h 295275"/>
                <a:gd name="csX180" fmla="*/ 248279 w 704850"/>
                <a:gd name="csY180" fmla="*/ 171353 h 295275"/>
                <a:gd name="csX181" fmla="*/ 249622 w 704850"/>
                <a:gd name="csY181" fmla="*/ 172087 h 295275"/>
                <a:gd name="csX182" fmla="*/ 251022 w 704850"/>
                <a:gd name="csY182" fmla="*/ 172773 h 295275"/>
                <a:gd name="csX183" fmla="*/ 252365 w 704850"/>
                <a:gd name="csY183" fmla="*/ 173449 h 295275"/>
                <a:gd name="csX184" fmla="*/ 253765 w 704850"/>
                <a:gd name="csY184" fmla="*/ 174135 h 295275"/>
                <a:gd name="csX185" fmla="*/ 255175 w 704850"/>
                <a:gd name="csY185" fmla="*/ 174811 h 295275"/>
                <a:gd name="csX186" fmla="*/ 256508 w 704850"/>
                <a:gd name="csY186" fmla="*/ 175487 h 295275"/>
                <a:gd name="csX187" fmla="*/ 257918 w 704850"/>
                <a:gd name="csY187" fmla="*/ 176173 h 295275"/>
                <a:gd name="csX188" fmla="*/ 259318 w 704850"/>
                <a:gd name="csY188" fmla="*/ 176792 h 295275"/>
                <a:gd name="csX189" fmla="*/ 260661 w 704850"/>
                <a:gd name="csY189" fmla="*/ 177411 h 295275"/>
                <a:gd name="csX190" fmla="*/ 262062 w 704850"/>
                <a:gd name="csY190" fmla="*/ 178030 h 295275"/>
                <a:gd name="csX191" fmla="*/ 263395 w 704850"/>
                <a:gd name="csY191" fmla="*/ 178583 h 295275"/>
                <a:gd name="csX192" fmla="*/ 264804 w 704850"/>
                <a:gd name="csY192" fmla="*/ 179135 h 295275"/>
                <a:gd name="csX193" fmla="*/ 266205 w 704850"/>
                <a:gd name="csY193" fmla="*/ 179697 h 295275"/>
                <a:gd name="csX194" fmla="*/ 267548 w 704850"/>
                <a:gd name="csY194" fmla="*/ 180250 h 295275"/>
                <a:gd name="csX195" fmla="*/ 268948 w 704850"/>
                <a:gd name="csY195" fmla="*/ 180812 h 295275"/>
                <a:gd name="csX196" fmla="*/ 270348 w 704850"/>
                <a:gd name="csY196" fmla="*/ 181307 h 295275"/>
                <a:gd name="csX197" fmla="*/ 271691 w 704850"/>
                <a:gd name="csY197" fmla="*/ 181802 h 295275"/>
                <a:gd name="csX198" fmla="*/ 273091 w 704850"/>
                <a:gd name="csY198" fmla="*/ 182288 h 295275"/>
                <a:gd name="csX199" fmla="*/ 274435 w 704850"/>
                <a:gd name="csY199" fmla="*/ 182726 h 295275"/>
                <a:gd name="csX200" fmla="*/ 275835 w 704850"/>
                <a:gd name="csY200" fmla="*/ 183155 h 295275"/>
                <a:gd name="csX201" fmla="*/ 277244 w 704850"/>
                <a:gd name="csY201" fmla="*/ 183593 h 295275"/>
                <a:gd name="csX202" fmla="*/ 278578 w 704850"/>
                <a:gd name="csY202" fmla="*/ 184022 h 295275"/>
                <a:gd name="csX203" fmla="*/ 279987 w 704850"/>
                <a:gd name="csY203" fmla="*/ 184393 h 295275"/>
                <a:gd name="csX204" fmla="*/ 281388 w 704850"/>
                <a:gd name="csY204" fmla="*/ 184765 h 295275"/>
                <a:gd name="csX205" fmla="*/ 282721 w 704850"/>
                <a:gd name="csY205" fmla="*/ 185136 h 295275"/>
                <a:gd name="csX206" fmla="*/ 284131 w 704850"/>
                <a:gd name="csY206" fmla="*/ 185441 h 295275"/>
                <a:gd name="csX207" fmla="*/ 285464 w 704850"/>
                <a:gd name="csY207" fmla="*/ 185812 h 295275"/>
                <a:gd name="csX208" fmla="*/ 286874 w 704850"/>
                <a:gd name="csY208" fmla="*/ 186127 h 295275"/>
                <a:gd name="csX209" fmla="*/ 288274 w 704850"/>
                <a:gd name="csY209" fmla="*/ 186374 h 295275"/>
                <a:gd name="csX210" fmla="*/ 289617 w 704850"/>
                <a:gd name="csY210" fmla="*/ 186679 h 295275"/>
                <a:gd name="csX211" fmla="*/ 291017 w 704850"/>
                <a:gd name="csY211" fmla="*/ 186927 h 295275"/>
                <a:gd name="csX212" fmla="*/ 292418 w 704850"/>
                <a:gd name="csY212" fmla="*/ 187174 h 295275"/>
                <a:gd name="csX213" fmla="*/ 293761 w 704850"/>
                <a:gd name="csY213" fmla="*/ 187422 h 295275"/>
                <a:gd name="csX214" fmla="*/ 295161 w 704850"/>
                <a:gd name="csY214" fmla="*/ 187613 h 295275"/>
                <a:gd name="csX215" fmla="*/ 296504 w 704850"/>
                <a:gd name="csY215" fmla="*/ 187793 h 295275"/>
                <a:gd name="csX216" fmla="*/ 297904 w 704850"/>
                <a:gd name="csY216" fmla="*/ 187984 h 295275"/>
                <a:gd name="csX217" fmla="*/ 299314 w 704850"/>
                <a:gd name="csY217" fmla="*/ 188165 h 295275"/>
                <a:gd name="csX218" fmla="*/ 300647 w 704850"/>
                <a:gd name="csY218" fmla="*/ 188289 h 295275"/>
                <a:gd name="csX219" fmla="*/ 302047 w 704850"/>
                <a:gd name="csY219" fmla="*/ 188479 h 295275"/>
                <a:gd name="csX220" fmla="*/ 303457 w 704850"/>
                <a:gd name="csY220" fmla="*/ 188594 h 295275"/>
                <a:gd name="csX221" fmla="*/ 304790 w 704850"/>
                <a:gd name="csY221" fmla="*/ 188717 h 295275"/>
                <a:gd name="csX222" fmla="*/ 306200 w 704850"/>
                <a:gd name="csY222" fmla="*/ 188784 h 295275"/>
                <a:gd name="csX223" fmla="*/ 307534 w 704850"/>
                <a:gd name="csY223" fmla="*/ 188908 h 295275"/>
                <a:gd name="csX224" fmla="*/ 308944 w 704850"/>
                <a:gd name="csY224" fmla="*/ 188965 h 295275"/>
                <a:gd name="csX225" fmla="*/ 310343 w 704850"/>
                <a:gd name="csY225" fmla="*/ 189032 h 295275"/>
                <a:gd name="csX226" fmla="*/ 311686 w 704850"/>
                <a:gd name="csY226" fmla="*/ 189089 h 295275"/>
                <a:gd name="csX227" fmla="*/ 313087 w 704850"/>
                <a:gd name="csY227" fmla="*/ 189156 h 295275"/>
                <a:gd name="csX228" fmla="*/ 314487 w 704850"/>
                <a:gd name="csY228" fmla="*/ 189213 h 295275"/>
                <a:gd name="csX229" fmla="*/ 315830 w 704850"/>
                <a:gd name="csY229" fmla="*/ 189213 h 295275"/>
                <a:gd name="csX230" fmla="*/ 317230 w 704850"/>
                <a:gd name="csY230" fmla="*/ 189279 h 295275"/>
                <a:gd name="csX231" fmla="*/ 318573 w 704850"/>
                <a:gd name="csY231" fmla="*/ 189279 h 295275"/>
                <a:gd name="csX232" fmla="*/ 319973 w 704850"/>
                <a:gd name="csY232" fmla="*/ 189279 h 295275"/>
                <a:gd name="csX233" fmla="*/ 321374 w 704850"/>
                <a:gd name="csY233" fmla="*/ 189279 h 295275"/>
                <a:gd name="csX234" fmla="*/ 322717 w 704850"/>
                <a:gd name="csY234" fmla="*/ 189279 h 295275"/>
                <a:gd name="csX235" fmla="*/ 324117 w 704850"/>
                <a:gd name="csY235" fmla="*/ 189279 h 295275"/>
                <a:gd name="csX236" fmla="*/ 325526 w 704850"/>
                <a:gd name="csY236" fmla="*/ 189279 h 295275"/>
                <a:gd name="csX237" fmla="*/ 326860 w 704850"/>
                <a:gd name="csY237" fmla="*/ 189279 h 295275"/>
                <a:gd name="csX238" fmla="*/ 328270 w 704850"/>
                <a:gd name="csY238" fmla="*/ 189279 h 295275"/>
                <a:gd name="csX239" fmla="*/ 329603 w 704850"/>
                <a:gd name="csY239" fmla="*/ 189213 h 295275"/>
                <a:gd name="csX240" fmla="*/ 331013 w 704850"/>
                <a:gd name="csY240" fmla="*/ 189213 h 295275"/>
                <a:gd name="csX241" fmla="*/ 332413 w 704850"/>
                <a:gd name="csY241" fmla="*/ 189213 h 295275"/>
                <a:gd name="csX242" fmla="*/ 333756 w 704850"/>
                <a:gd name="csY242" fmla="*/ 189156 h 295275"/>
                <a:gd name="csX243" fmla="*/ 335156 w 704850"/>
                <a:gd name="csY243" fmla="*/ 189156 h 295275"/>
                <a:gd name="csX244" fmla="*/ 336556 w 704850"/>
                <a:gd name="csY244" fmla="*/ 189089 h 295275"/>
                <a:gd name="csX245" fmla="*/ 337899 w 704850"/>
                <a:gd name="csY245" fmla="*/ 189089 h 295275"/>
                <a:gd name="csX246" fmla="*/ 339300 w 704850"/>
                <a:gd name="csY246" fmla="*/ 189089 h 295275"/>
                <a:gd name="csX247" fmla="*/ 340643 w 704850"/>
                <a:gd name="csY247" fmla="*/ 189032 h 295275"/>
                <a:gd name="csX248" fmla="*/ 342043 w 704850"/>
                <a:gd name="csY248" fmla="*/ 189032 h 295275"/>
                <a:gd name="csX249" fmla="*/ 343443 w 704850"/>
                <a:gd name="csY249" fmla="*/ 188965 h 295275"/>
                <a:gd name="csX250" fmla="*/ 344786 w 704850"/>
                <a:gd name="csY250" fmla="*/ 188965 h 295275"/>
                <a:gd name="csX251" fmla="*/ 346186 w 704850"/>
                <a:gd name="csY251" fmla="*/ 188965 h 295275"/>
                <a:gd name="csX252" fmla="*/ 347596 w 704850"/>
                <a:gd name="csY252" fmla="*/ 188908 h 295275"/>
                <a:gd name="csX253" fmla="*/ 348929 w 704850"/>
                <a:gd name="csY253" fmla="*/ 188908 h 295275"/>
                <a:gd name="csX254" fmla="*/ 350329 w 704850"/>
                <a:gd name="csY254" fmla="*/ 188908 h 295275"/>
                <a:gd name="csX255" fmla="*/ 351672 w 704850"/>
                <a:gd name="csY255" fmla="*/ 188908 h 295275"/>
                <a:gd name="csX256" fmla="*/ 353073 w 704850"/>
                <a:gd name="csY256" fmla="*/ 188841 h 295275"/>
                <a:gd name="csX257" fmla="*/ 354483 w 704850"/>
                <a:gd name="csY257" fmla="*/ 188841 h 295275"/>
                <a:gd name="csX258" fmla="*/ 355816 w 704850"/>
                <a:gd name="csY258" fmla="*/ 188841 h 295275"/>
                <a:gd name="csX259" fmla="*/ 357225 w 704850"/>
                <a:gd name="csY259" fmla="*/ 188841 h 295275"/>
                <a:gd name="csX260" fmla="*/ 358626 w 704850"/>
                <a:gd name="csY260" fmla="*/ 188841 h 295275"/>
                <a:gd name="csX261" fmla="*/ 359969 w 704850"/>
                <a:gd name="csY261" fmla="*/ 188784 h 295275"/>
                <a:gd name="csX262" fmla="*/ 361369 w 704850"/>
                <a:gd name="csY262" fmla="*/ 188784 h 295275"/>
                <a:gd name="csX263" fmla="*/ 362712 w 704850"/>
                <a:gd name="csY263" fmla="*/ 188784 h 295275"/>
                <a:gd name="csX264" fmla="*/ 364112 w 704850"/>
                <a:gd name="csY264" fmla="*/ 188784 h 295275"/>
                <a:gd name="csX265" fmla="*/ 365512 w 704850"/>
                <a:gd name="csY265" fmla="*/ 188784 h 295275"/>
                <a:gd name="csX266" fmla="*/ 366856 w 704850"/>
                <a:gd name="csY266" fmla="*/ 188784 h 295275"/>
                <a:gd name="csX267" fmla="*/ 368256 w 704850"/>
                <a:gd name="csY267" fmla="*/ 188717 h 295275"/>
                <a:gd name="csX268" fmla="*/ 369656 w 704850"/>
                <a:gd name="csY268" fmla="*/ 188717 h 295275"/>
                <a:gd name="csX269" fmla="*/ 370999 w 704850"/>
                <a:gd name="csY269" fmla="*/ 188717 h 295275"/>
                <a:gd name="csX270" fmla="*/ 372399 w 704850"/>
                <a:gd name="csY270" fmla="*/ 188717 h 295275"/>
                <a:gd name="csX271" fmla="*/ 373809 w 704850"/>
                <a:gd name="csY271" fmla="*/ 188660 h 295275"/>
                <a:gd name="csX272" fmla="*/ 375142 w 704850"/>
                <a:gd name="csY272" fmla="*/ 188660 h 295275"/>
                <a:gd name="csX273" fmla="*/ 376552 w 704850"/>
                <a:gd name="csY273" fmla="*/ 188594 h 295275"/>
                <a:gd name="csX274" fmla="*/ 377885 w 704850"/>
                <a:gd name="csY274" fmla="*/ 188594 h 295275"/>
                <a:gd name="csX275" fmla="*/ 379295 w 704850"/>
                <a:gd name="csY275" fmla="*/ 188536 h 295275"/>
                <a:gd name="csX276" fmla="*/ 380695 w 704850"/>
                <a:gd name="csY276" fmla="*/ 188479 h 295275"/>
                <a:gd name="csX277" fmla="*/ 382039 w 704850"/>
                <a:gd name="csY277" fmla="*/ 188413 h 295275"/>
                <a:gd name="csX278" fmla="*/ 383438 w 704850"/>
                <a:gd name="csY278" fmla="*/ 188356 h 295275"/>
                <a:gd name="csX279" fmla="*/ 384839 w 704850"/>
                <a:gd name="csY279" fmla="*/ 188289 h 295275"/>
                <a:gd name="csX280" fmla="*/ 386182 w 704850"/>
                <a:gd name="csY280" fmla="*/ 188165 h 295275"/>
                <a:gd name="csX281" fmla="*/ 387582 w 704850"/>
                <a:gd name="csY281" fmla="*/ 188108 h 295275"/>
                <a:gd name="csX282" fmla="*/ 388925 w 704850"/>
                <a:gd name="csY282" fmla="*/ 187984 h 295275"/>
                <a:gd name="csX283" fmla="*/ 390325 w 704850"/>
                <a:gd name="csY283" fmla="*/ 187860 h 295275"/>
                <a:gd name="csX284" fmla="*/ 391725 w 704850"/>
                <a:gd name="csY284" fmla="*/ 187736 h 295275"/>
                <a:gd name="csX285" fmla="*/ 393068 w 704850"/>
                <a:gd name="csY285" fmla="*/ 187613 h 295275"/>
                <a:gd name="csX286" fmla="*/ 394469 w 704850"/>
                <a:gd name="csY286" fmla="*/ 187489 h 295275"/>
                <a:gd name="csX287" fmla="*/ 395878 w 704850"/>
                <a:gd name="csY287" fmla="*/ 187298 h 295275"/>
                <a:gd name="csX288" fmla="*/ 397211 w 704850"/>
                <a:gd name="csY288" fmla="*/ 187117 h 295275"/>
                <a:gd name="csX289" fmla="*/ 398621 w 704850"/>
                <a:gd name="csY289" fmla="*/ 186927 h 295275"/>
                <a:gd name="csX290" fmla="*/ 399955 w 704850"/>
                <a:gd name="csY290" fmla="*/ 186679 h 295275"/>
                <a:gd name="csX291" fmla="*/ 401355 w 704850"/>
                <a:gd name="csY291" fmla="*/ 186498 h 295275"/>
                <a:gd name="csX292" fmla="*/ 402765 w 704850"/>
                <a:gd name="csY292" fmla="*/ 186250 h 295275"/>
                <a:gd name="csX293" fmla="*/ 404098 w 704850"/>
                <a:gd name="csY293" fmla="*/ 185936 h 295275"/>
                <a:gd name="csX294" fmla="*/ 405508 w 704850"/>
                <a:gd name="csY294" fmla="*/ 185688 h 295275"/>
                <a:gd name="csX295" fmla="*/ 406908 w 704850"/>
                <a:gd name="csY295" fmla="*/ 185384 h 295275"/>
                <a:gd name="csX296" fmla="*/ 408251 w 704850"/>
                <a:gd name="csY296" fmla="*/ 185069 h 295275"/>
                <a:gd name="csX297" fmla="*/ 409651 w 704850"/>
                <a:gd name="csY297" fmla="*/ 184707 h 295275"/>
                <a:gd name="csX298" fmla="*/ 410994 w 704850"/>
                <a:gd name="csY298" fmla="*/ 184393 h 295275"/>
                <a:gd name="csX299" fmla="*/ 412394 w 704850"/>
                <a:gd name="csY299" fmla="*/ 184022 h 295275"/>
                <a:gd name="csX300" fmla="*/ 413795 w 704850"/>
                <a:gd name="csY300" fmla="*/ 183593 h 295275"/>
                <a:gd name="csX301" fmla="*/ 415138 w 704850"/>
                <a:gd name="csY301" fmla="*/ 183155 h 295275"/>
                <a:gd name="csX302" fmla="*/ 416538 w 704850"/>
                <a:gd name="csY302" fmla="*/ 182726 h 295275"/>
                <a:gd name="csX303" fmla="*/ 417938 w 704850"/>
                <a:gd name="csY303" fmla="*/ 182288 h 295275"/>
                <a:gd name="csX304" fmla="*/ 419281 w 704850"/>
                <a:gd name="csY304" fmla="*/ 181802 h 295275"/>
                <a:gd name="csX305" fmla="*/ 420681 w 704850"/>
                <a:gd name="csY305" fmla="*/ 181307 h 295275"/>
                <a:gd name="csX306" fmla="*/ 422024 w 704850"/>
                <a:gd name="csY306" fmla="*/ 180812 h 295275"/>
                <a:gd name="csX307" fmla="*/ 423424 w 704850"/>
                <a:gd name="csY307" fmla="*/ 180250 h 295275"/>
                <a:gd name="csX308" fmla="*/ 424834 w 704850"/>
                <a:gd name="csY308" fmla="*/ 179697 h 295275"/>
                <a:gd name="csX309" fmla="*/ 426168 w 704850"/>
                <a:gd name="csY309" fmla="*/ 179078 h 295275"/>
                <a:gd name="csX310" fmla="*/ 427578 w 704850"/>
                <a:gd name="csY310" fmla="*/ 178459 h 295275"/>
                <a:gd name="csX311" fmla="*/ 428978 w 704850"/>
                <a:gd name="csY311" fmla="*/ 177840 h 295275"/>
                <a:gd name="csX312" fmla="*/ 430320 w 704850"/>
                <a:gd name="csY312" fmla="*/ 177221 h 295275"/>
                <a:gd name="csX313" fmla="*/ 431721 w 704850"/>
                <a:gd name="csY313" fmla="*/ 176544 h 295275"/>
                <a:gd name="csX314" fmla="*/ 433054 w 704850"/>
                <a:gd name="csY314" fmla="*/ 175859 h 295275"/>
                <a:gd name="csX315" fmla="*/ 434464 w 704850"/>
                <a:gd name="csY315" fmla="*/ 175125 h 295275"/>
                <a:gd name="csX316" fmla="*/ 435864 w 704850"/>
                <a:gd name="csY316" fmla="*/ 174382 h 295275"/>
                <a:gd name="csX317" fmla="*/ 437207 w 704850"/>
                <a:gd name="csY317" fmla="*/ 173639 h 295275"/>
                <a:gd name="csX318" fmla="*/ 438607 w 704850"/>
                <a:gd name="csY318" fmla="*/ 172830 h 295275"/>
                <a:gd name="csX319" fmla="*/ 440008 w 704850"/>
                <a:gd name="csY319" fmla="*/ 172030 h 295275"/>
                <a:gd name="csX320" fmla="*/ 441351 w 704850"/>
                <a:gd name="csY320" fmla="*/ 171230 h 295275"/>
                <a:gd name="csX321" fmla="*/ 442751 w 704850"/>
                <a:gd name="csY321" fmla="*/ 170420 h 295275"/>
                <a:gd name="csX322" fmla="*/ 444093 w 704850"/>
                <a:gd name="csY322" fmla="*/ 169553 h 295275"/>
                <a:gd name="csX323" fmla="*/ 445494 w 704850"/>
                <a:gd name="csY323" fmla="*/ 168629 h 295275"/>
                <a:gd name="csX324" fmla="*/ 446904 w 704850"/>
                <a:gd name="csY324" fmla="*/ 167762 h 295275"/>
                <a:gd name="csX325" fmla="*/ 448237 w 704850"/>
                <a:gd name="csY325" fmla="*/ 166839 h 295275"/>
                <a:gd name="csX326" fmla="*/ 449637 w 704850"/>
                <a:gd name="csY326" fmla="*/ 165848 h 295275"/>
                <a:gd name="csX327" fmla="*/ 451047 w 704850"/>
                <a:gd name="csY327" fmla="*/ 164924 h 295275"/>
                <a:gd name="csX328" fmla="*/ 452380 w 704850"/>
                <a:gd name="csY328" fmla="*/ 163933 h 295275"/>
                <a:gd name="csX329" fmla="*/ 453790 w 704850"/>
                <a:gd name="csY329" fmla="*/ 162943 h 295275"/>
                <a:gd name="csX330" fmla="*/ 455124 w 704850"/>
                <a:gd name="csY330" fmla="*/ 161885 h 295275"/>
                <a:gd name="csX331" fmla="*/ 456533 w 704850"/>
                <a:gd name="csY331" fmla="*/ 160838 h 295275"/>
                <a:gd name="csX332" fmla="*/ 457933 w 704850"/>
                <a:gd name="csY332" fmla="*/ 159790 h 295275"/>
                <a:gd name="csX333" fmla="*/ 459276 w 704850"/>
                <a:gd name="csY333" fmla="*/ 158675 h 295275"/>
                <a:gd name="csX334" fmla="*/ 460677 w 704850"/>
                <a:gd name="csY334" fmla="*/ 157561 h 295275"/>
                <a:gd name="csX335" fmla="*/ 462077 w 704850"/>
                <a:gd name="csY335" fmla="*/ 156390 h 295275"/>
                <a:gd name="csX336" fmla="*/ 463420 w 704850"/>
                <a:gd name="csY336" fmla="*/ 155275 h 295275"/>
                <a:gd name="csX337" fmla="*/ 464820 w 704850"/>
                <a:gd name="csY337" fmla="*/ 154104 h 295275"/>
                <a:gd name="csX338" fmla="*/ 466163 w 704850"/>
                <a:gd name="csY338" fmla="*/ 152865 h 295275"/>
                <a:gd name="csX339" fmla="*/ 467564 w 704850"/>
                <a:gd name="csY339" fmla="*/ 151627 h 295275"/>
                <a:gd name="csX340" fmla="*/ 468963 w 704850"/>
                <a:gd name="csY340" fmla="*/ 150389 h 295275"/>
                <a:gd name="csX341" fmla="*/ 470306 w 704850"/>
                <a:gd name="csY341" fmla="*/ 149093 h 295275"/>
                <a:gd name="csX342" fmla="*/ 471707 w 704850"/>
                <a:gd name="csY342" fmla="*/ 147798 h 295275"/>
                <a:gd name="csX343" fmla="*/ 473116 w 704850"/>
                <a:gd name="csY343" fmla="*/ 146493 h 295275"/>
                <a:gd name="csX344" fmla="*/ 474450 w 704850"/>
                <a:gd name="csY344" fmla="*/ 145074 h 295275"/>
                <a:gd name="csX345" fmla="*/ 475860 w 704850"/>
                <a:gd name="csY345" fmla="*/ 143712 h 295275"/>
                <a:gd name="csX346" fmla="*/ 477193 w 704850"/>
                <a:gd name="csY346" fmla="*/ 142292 h 295275"/>
                <a:gd name="csX347" fmla="*/ 478603 w 704850"/>
                <a:gd name="csY347" fmla="*/ 140807 h 295275"/>
                <a:gd name="csX348" fmla="*/ 480003 w 704850"/>
                <a:gd name="csY348" fmla="*/ 139321 h 295275"/>
                <a:gd name="csX349" fmla="*/ 481337 w 704850"/>
                <a:gd name="csY349" fmla="*/ 137844 h 295275"/>
                <a:gd name="csX350" fmla="*/ 482746 w 704850"/>
                <a:gd name="csY350" fmla="*/ 136292 h 295275"/>
                <a:gd name="csX351" fmla="*/ 484146 w 704850"/>
                <a:gd name="csY351" fmla="*/ 134692 h 295275"/>
                <a:gd name="csX352" fmla="*/ 485489 w 704850"/>
                <a:gd name="csY352" fmla="*/ 133015 h 295275"/>
                <a:gd name="csX353" fmla="*/ 486890 w 704850"/>
                <a:gd name="csY353" fmla="*/ 131415 h 295275"/>
                <a:gd name="csX354" fmla="*/ 488233 w 704850"/>
                <a:gd name="csY354" fmla="*/ 129682 h 295275"/>
                <a:gd name="csX355" fmla="*/ 489633 w 704850"/>
                <a:gd name="csY355" fmla="*/ 127948 h 295275"/>
                <a:gd name="csX356" fmla="*/ 491033 w 704850"/>
                <a:gd name="csY356" fmla="*/ 126157 h 295275"/>
                <a:gd name="csX357" fmla="*/ 492376 w 704850"/>
                <a:gd name="csY357" fmla="*/ 124300 h 295275"/>
                <a:gd name="csX358" fmla="*/ 493776 w 704850"/>
                <a:gd name="csY358" fmla="*/ 122385 h 295275"/>
                <a:gd name="csX359" fmla="*/ 495186 w 704850"/>
                <a:gd name="csY359" fmla="*/ 120471 h 295275"/>
                <a:gd name="csX360" fmla="*/ 496519 w 704850"/>
                <a:gd name="csY360" fmla="*/ 118490 h 295275"/>
                <a:gd name="csX361" fmla="*/ 497929 w 704850"/>
                <a:gd name="csY361" fmla="*/ 116508 h 295275"/>
                <a:gd name="csX362" fmla="*/ 499263 w 704850"/>
                <a:gd name="csY362" fmla="*/ 114413 h 295275"/>
                <a:gd name="csX363" fmla="*/ 500663 w 704850"/>
                <a:gd name="csY363" fmla="*/ 112308 h 295275"/>
                <a:gd name="csX364" fmla="*/ 502072 w 704850"/>
                <a:gd name="csY364" fmla="*/ 110079 h 295275"/>
                <a:gd name="csX365" fmla="*/ 503406 w 704850"/>
                <a:gd name="csY365" fmla="*/ 107860 h 295275"/>
                <a:gd name="csX366" fmla="*/ 504815 w 704850"/>
                <a:gd name="csY366" fmla="*/ 105631 h 295275"/>
                <a:gd name="csX367" fmla="*/ 506216 w 704850"/>
                <a:gd name="csY367" fmla="*/ 103278 h 295275"/>
                <a:gd name="csX368" fmla="*/ 507559 w 704850"/>
                <a:gd name="csY368" fmla="*/ 100868 h 295275"/>
                <a:gd name="csX369" fmla="*/ 508959 w 704850"/>
                <a:gd name="csY369" fmla="*/ 98458 h 295275"/>
                <a:gd name="csX370" fmla="*/ 510302 w 704850"/>
                <a:gd name="csY370" fmla="*/ 95982 h 295275"/>
                <a:gd name="csX371" fmla="*/ 511702 w 704850"/>
                <a:gd name="csY371" fmla="*/ 93391 h 295275"/>
                <a:gd name="csX372" fmla="*/ 513102 w 704850"/>
                <a:gd name="csY372" fmla="*/ 90857 h 295275"/>
                <a:gd name="csX373" fmla="*/ 514446 w 704850"/>
                <a:gd name="csY373" fmla="*/ 88190 h 295275"/>
                <a:gd name="csX374" fmla="*/ 515845 w 704850"/>
                <a:gd name="csY374" fmla="*/ 85476 h 295275"/>
                <a:gd name="csX375" fmla="*/ 517255 w 704850"/>
                <a:gd name="csY375" fmla="*/ 82752 h 295275"/>
                <a:gd name="csX376" fmla="*/ 518589 w 704850"/>
                <a:gd name="csY376" fmla="*/ 80037 h 295275"/>
                <a:gd name="csX377" fmla="*/ 519989 w 704850"/>
                <a:gd name="csY377" fmla="*/ 77189 h 295275"/>
                <a:gd name="csX378" fmla="*/ 521332 w 704850"/>
                <a:gd name="csY378" fmla="*/ 74351 h 295275"/>
                <a:gd name="csX379" fmla="*/ 522732 w 704850"/>
                <a:gd name="csY379" fmla="*/ 71436 h 295275"/>
                <a:gd name="csX380" fmla="*/ 524142 w 704850"/>
                <a:gd name="csY380" fmla="*/ 68531 h 295275"/>
                <a:gd name="csX381" fmla="*/ 525475 w 704850"/>
                <a:gd name="csY381" fmla="*/ 65626 h 295275"/>
                <a:gd name="csX382" fmla="*/ 526885 w 704850"/>
                <a:gd name="csY382" fmla="*/ 62664 h 295275"/>
                <a:gd name="csX383" fmla="*/ 528285 w 704850"/>
                <a:gd name="csY383" fmla="*/ 59635 h 295275"/>
                <a:gd name="csX384" fmla="*/ 529628 w 704850"/>
                <a:gd name="csY384" fmla="*/ 56663 h 295275"/>
                <a:gd name="csX385" fmla="*/ 531028 w 704850"/>
                <a:gd name="csY385" fmla="*/ 53700 h 295275"/>
                <a:gd name="csX386" fmla="*/ 532362 w 704850"/>
                <a:gd name="csY386" fmla="*/ 50672 h 295275"/>
                <a:gd name="csX387" fmla="*/ 533772 w 704850"/>
                <a:gd name="csY387" fmla="*/ 47700 h 295275"/>
                <a:gd name="csX388" fmla="*/ 535172 w 704850"/>
                <a:gd name="csY388" fmla="*/ 44728 h 295275"/>
                <a:gd name="csX389" fmla="*/ 536515 w 704850"/>
                <a:gd name="csY389" fmla="*/ 41766 h 295275"/>
                <a:gd name="csX390" fmla="*/ 537915 w 704850"/>
                <a:gd name="csY390" fmla="*/ 38861 h 295275"/>
                <a:gd name="csX391" fmla="*/ 539315 w 704850"/>
                <a:gd name="csY391" fmla="*/ 36013 h 295275"/>
                <a:gd name="csX392" fmla="*/ 540658 w 704850"/>
                <a:gd name="csY392" fmla="*/ 33174 h 295275"/>
                <a:gd name="csX393" fmla="*/ 542058 w 704850"/>
                <a:gd name="csY393" fmla="*/ 30393 h 295275"/>
                <a:gd name="csX394" fmla="*/ 543468 w 704850"/>
                <a:gd name="csY394" fmla="*/ 27669 h 295275"/>
                <a:gd name="csX395" fmla="*/ 544801 w 704850"/>
                <a:gd name="csY395" fmla="*/ 25011 h 295275"/>
                <a:gd name="csX396" fmla="*/ 546211 w 704850"/>
                <a:gd name="csY396" fmla="*/ 22478 h 295275"/>
                <a:gd name="csX397" fmla="*/ 547545 w 704850"/>
                <a:gd name="csY397" fmla="*/ 20001 h 295275"/>
                <a:gd name="csX398" fmla="*/ 548954 w 704850"/>
                <a:gd name="csY398" fmla="*/ 17591 h 295275"/>
                <a:gd name="csX399" fmla="*/ 550354 w 704850"/>
                <a:gd name="csY399" fmla="*/ 15362 h 295275"/>
                <a:gd name="csX400" fmla="*/ 551688 w 704850"/>
                <a:gd name="csY400" fmla="*/ 13200 h 295275"/>
                <a:gd name="csX401" fmla="*/ 553098 w 704850"/>
                <a:gd name="csY401" fmla="*/ 11162 h 295275"/>
                <a:gd name="csX402" fmla="*/ 554498 w 704850"/>
                <a:gd name="csY402" fmla="*/ 9305 h 295275"/>
                <a:gd name="csX403" fmla="*/ 555841 w 704850"/>
                <a:gd name="csY403" fmla="*/ 7571 h 295275"/>
                <a:gd name="csX404" fmla="*/ 557241 w 704850"/>
                <a:gd name="csY404" fmla="*/ 5971 h 295275"/>
                <a:gd name="csX405" fmla="*/ 558584 w 704850"/>
                <a:gd name="csY405" fmla="*/ 4542 h 295275"/>
                <a:gd name="csX406" fmla="*/ 559985 w 704850"/>
                <a:gd name="csY406" fmla="*/ 3370 h 295275"/>
                <a:gd name="csX407" fmla="*/ 561385 w 704850"/>
                <a:gd name="csY407" fmla="*/ 2256 h 295275"/>
                <a:gd name="csX408" fmla="*/ 562727 w 704850"/>
                <a:gd name="csY408" fmla="*/ 1389 h 295275"/>
                <a:gd name="csX409" fmla="*/ 564128 w 704850"/>
                <a:gd name="csY409" fmla="*/ 713 h 295275"/>
                <a:gd name="csX410" fmla="*/ 565537 w 704850"/>
                <a:gd name="csY410" fmla="*/ 284 h 295275"/>
                <a:gd name="csX411" fmla="*/ 566871 w 704850"/>
                <a:gd name="csY411" fmla="*/ -30 h 295275"/>
                <a:gd name="csX412" fmla="*/ 568281 w 704850"/>
                <a:gd name="csY412" fmla="*/ -30 h 295275"/>
                <a:gd name="csX413" fmla="*/ 569614 w 704850"/>
                <a:gd name="csY413" fmla="*/ 94 h 295275"/>
                <a:gd name="csX414" fmla="*/ 571014 w 704850"/>
                <a:gd name="csY414" fmla="*/ 465 h 295275"/>
                <a:gd name="csX415" fmla="*/ 572424 w 704850"/>
                <a:gd name="csY415" fmla="*/ 1084 h 295275"/>
                <a:gd name="csX416" fmla="*/ 573758 w 704850"/>
                <a:gd name="csY416" fmla="*/ 1951 h 295275"/>
                <a:gd name="csX417" fmla="*/ 575167 w 704850"/>
                <a:gd name="csY417" fmla="*/ 2999 h 295275"/>
                <a:gd name="csX418" fmla="*/ 576567 w 704850"/>
                <a:gd name="csY418" fmla="*/ 4361 h 295275"/>
                <a:gd name="csX419" fmla="*/ 577910 w 704850"/>
                <a:gd name="csY419" fmla="*/ 5904 h 295275"/>
                <a:gd name="csX420" fmla="*/ 579311 w 704850"/>
                <a:gd name="csY420" fmla="*/ 7695 h 295275"/>
                <a:gd name="csX421" fmla="*/ 580654 w 704850"/>
                <a:gd name="csY421" fmla="*/ 9676 h 295275"/>
                <a:gd name="csX422" fmla="*/ 582054 w 704850"/>
                <a:gd name="csY422" fmla="*/ 12029 h 295275"/>
                <a:gd name="csX423" fmla="*/ 583454 w 704850"/>
                <a:gd name="csY423" fmla="*/ 14496 h 295275"/>
                <a:gd name="csX424" fmla="*/ 584797 w 704850"/>
                <a:gd name="csY424" fmla="*/ 17153 h 295275"/>
                <a:gd name="csX425" fmla="*/ 586197 w 704850"/>
                <a:gd name="csY425" fmla="*/ 20125 h 295275"/>
                <a:gd name="csX426" fmla="*/ 587597 w 704850"/>
                <a:gd name="csY426" fmla="*/ 23278 h 295275"/>
                <a:gd name="csX427" fmla="*/ 588940 w 704850"/>
                <a:gd name="csY427" fmla="*/ 26621 h 295275"/>
                <a:gd name="csX428" fmla="*/ 590340 w 704850"/>
                <a:gd name="csY428" fmla="*/ 30269 h 295275"/>
                <a:gd name="csX429" fmla="*/ 591683 w 704850"/>
                <a:gd name="csY429" fmla="*/ 34031 h 295275"/>
                <a:gd name="csX430" fmla="*/ 593084 w 704850"/>
                <a:gd name="csY430" fmla="*/ 37994 h 295275"/>
                <a:gd name="csX431" fmla="*/ 594494 w 704850"/>
                <a:gd name="csY431" fmla="*/ 42137 h 295275"/>
                <a:gd name="csX432" fmla="*/ 595827 w 704850"/>
                <a:gd name="csY432" fmla="*/ 46528 h 295275"/>
                <a:gd name="csX433" fmla="*/ 597236 w 704850"/>
                <a:gd name="csY433" fmla="*/ 50976 h 295275"/>
                <a:gd name="csX434" fmla="*/ 598637 w 704850"/>
                <a:gd name="csY434" fmla="*/ 55615 h 295275"/>
                <a:gd name="csX435" fmla="*/ 599980 w 704850"/>
                <a:gd name="csY435" fmla="*/ 60501 h 295275"/>
                <a:gd name="csX436" fmla="*/ 601380 w 704850"/>
                <a:gd name="csY436" fmla="*/ 65378 h 295275"/>
                <a:gd name="csX437" fmla="*/ 602723 w 704850"/>
                <a:gd name="csY437" fmla="*/ 70455 h 295275"/>
                <a:gd name="csX438" fmla="*/ 604123 w 704850"/>
                <a:gd name="csY438" fmla="*/ 75646 h 295275"/>
                <a:gd name="csX439" fmla="*/ 605523 w 704850"/>
                <a:gd name="csY439" fmla="*/ 80961 h 295275"/>
                <a:gd name="csX440" fmla="*/ 606867 w 704850"/>
                <a:gd name="csY440" fmla="*/ 86276 h 295275"/>
                <a:gd name="csX441" fmla="*/ 608267 w 704850"/>
                <a:gd name="csY441" fmla="*/ 91782 h 295275"/>
                <a:gd name="csX442" fmla="*/ 609666 w 704850"/>
                <a:gd name="csY442" fmla="*/ 97287 h 295275"/>
                <a:gd name="csX443" fmla="*/ 611010 w 704850"/>
                <a:gd name="csY443" fmla="*/ 102849 h 295275"/>
                <a:gd name="csX444" fmla="*/ 612410 w 704850"/>
                <a:gd name="csY444" fmla="*/ 108469 h 295275"/>
                <a:gd name="csX445" fmla="*/ 613753 w 704850"/>
                <a:gd name="csY445" fmla="*/ 114099 h 295275"/>
                <a:gd name="csX446" fmla="*/ 615153 w 704850"/>
                <a:gd name="csY446" fmla="*/ 119785 h 295275"/>
                <a:gd name="csX447" fmla="*/ 616553 w 704850"/>
                <a:gd name="csY447" fmla="*/ 125414 h 295275"/>
                <a:gd name="csX448" fmla="*/ 617896 w 704850"/>
                <a:gd name="csY448" fmla="*/ 131101 h 295275"/>
                <a:gd name="csX449" fmla="*/ 619297 w 704850"/>
                <a:gd name="csY449" fmla="*/ 136730 h 295275"/>
                <a:gd name="csX450" fmla="*/ 620707 w 704850"/>
                <a:gd name="csY450" fmla="*/ 142350 h 295275"/>
                <a:gd name="csX451" fmla="*/ 622040 w 704850"/>
                <a:gd name="csY451" fmla="*/ 147922 h 295275"/>
                <a:gd name="csX452" fmla="*/ 623449 w 704850"/>
                <a:gd name="csY452" fmla="*/ 153484 h 295275"/>
                <a:gd name="csX453" fmla="*/ 624783 w 704850"/>
                <a:gd name="csY453" fmla="*/ 158980 h 295275"/>
                <a:gd name="csX454" fmla="*/ 626193 w 704850"/>
                <a:gd name="csY454" fmla="*/ 164362 h 295275"/>
                <a:gd name="csX455" fmla="*/ 627593 w 704850"/>
                <a:gd name="csY455" fmla="*/ 169744 h 295275"/>
                <a:gd name="csX456" fmla="*/ 628936 w 704850"/>
                <a:gd name="csY456" fmla="*/ 175001 h 295275"/>
                <a:gd name="csX457" fmla="*/ 630336 w 704850"/>
                <a:gd name="csY457" fmla="*/ 180126 h 295275"/>
                <a:gd name="csX458" fmla="*/ 631736 w 704850"/>
                <a:gd name="csY458" fmla="*/ 185203 h 295275"/>
                <a:gd name="csX459" fmla="*/ 633079 w 704850"/>
                <a:gd name="csY459" fmla="*/ 190203 h 295275"/>
                <a:gd name="csX460" fmla="*/ 634480 w 704850"/>
                <a:gd name="csY460" fmla="*/ 195033 h 295275"/>
                <a:gd name="csX461" fmla="*/ 635822 w 704850"/>
                <a:gd name="csY461" fmla="*/ 199785 h 295275"/>
                <a:gd name="csX462" fmla="*/ 637222 w 704850"/>
                <a:gd name="csY462" fmla="*/ 204424 h 295275"/>
                <a:gd name="csX463" fmla="*/ 638623 w 704850"/>
                <a:gd name="csY463" fmla="*/ 208939 h 295275"/>
                <a:gd name="csX464" fmla="*/ 639966 w 704850"/>
                <a:gd name="csY464" fmla="*/ 213263 h 295275"/>
                <a:gd name="csX465" fmla="*/ 641366 w 704850"/>
                <a:gd name="csY465" fmla="*/ 217531 h 295275"/>
                <a:gd name="csX466" fmla="*/ 642776 w 704850"/>
                <a:gd name="csY466" fmla="*/ 221674 h 295275"/>
                <a:gd name="csX467" fmla="*/ 644109 w 704850"/>
                <a:gd name="csY467" fmla="*/ 225627 h 295275"/>
                <a:gd name="csX468" fmla="*/ 645519 w 704850"/>
                <a:gd name="csY468" fmla="*/ 229465 h 295275"/>
                <a:gd name="csX469" fmla="*/ 646853 w 704850"/>
                <a:gd name="csY469" fmla="*/ 233171 h 295275"/>
                <a:gd name="csX470" fmla="*/ 648262 w 704850"/>
                <a:gd name="csY470" fmla="*/ 236695 h 295275"/>
                <a:gd name="csX471" fmla="*/ 649662 w 704850"/>
                <a:gd name="csY471" fmla="*/ 240095 h 295275"/>
                <a:gd name="csX472" fmla="*/ 651005 w 704850"/>
                <a:gd name="csY472" fmla="*/ 243439 h 295275"/>
                <a:gd name="csX473" fmla="*/ 652405 w 704850"/>
                <a:gd name="csY473" fmla="*/ 246591 h 295275"/>
                <a:gd name="csX474" fmla="*/ 653806 w 704850"/>
                <a:gd name="csY474" fmla="*/ 249554 h 295275"/>
                <a:gd name="csX475" fmla="*/ 655149 w 704850"/>
                <a:gd name="csY475" fmla="*/ 252459 h 295275"/>
                <a:gd name="csX476" fmla="*/ 656549 w 704850"/>
                <a:gd name="csY476" fmla="*/ 255249 h 295275"/>
                <a:gd name="csX477" fmla="*/ 657892 w 704850"/>
                <a:gd name="csY477" fmla="*/ 257840 h 295275"/>
                <a:gd name="csX478" fmla="*/ 659292 w 704850"/>
                <a:gd name="csY478" fmla="*/ 260317 h 295275"/>
                <a:gd name="csX479" fmla="*/ 660692 w 704850"/>
                <a:gd name="csY479" fmla="*/ 262727 h 295275"/>
                <a:gd name="csX480" fmla="*/ 662035 w 704850"/>
                <a:gd name="csY480" fmla="*/ 264956 h 295275"/>
                <a:gd name="csX481" fmla="*/ 663435 w 704850"/>
                <a:gd name="csY481" fmla="*/ 267051 h 295275"/>
                <a:gd name="csX482" fmla="*/ 664845 w 704850"/>
                <a:gd name="csY482" fmla="*/ 269099 h 295275"/>
                <a:gd name="csX483" fmla="*/ 666179 w 704850"/>
                <a:gd name="csY483" fmla="*/ 271013 h 295275"/>
                <a:gd name="csX484" fmla="*/ 667589 w 704850"/>
                <a:gd name="csY484" fmla="*/ 272804 h 295275"/>
                <a:gd name="csX485" fmla="*/ 668922 w 704850"/>
                <a:gd name="csY485" fmla="*/ 274471 h 295275"/>
                <a:gd name="csX486" fmla="*/ 670322 w 704850"/>
                <a:gd name="csY486" fmla="*/ 276081 h 295275"/>
                <a:gd name="csX487" fmla="*/ 671732 w 704850"/>
                <a:gd name="csY487" fmla="*/ 277567 h 295275"/>
                <a:gd name="csX488" fmla="*/ 673065 w 704850"/>
                <a:gd name="csY488" fmla="*/ 278986 h 295275"/>
                <a:gd name="csX489" fmla="*/ 674475 w 704850"/>
                <a:gd name="csY489" fmla="*/ 280281 h 295275"/>
                <a:gd name="csX490" fmla="*/ 675875 w 704850"/>
                <a:gd name="csY490" fmla="*/ 281519 h 295275"/>
                <a:gd name="csX491" fmla="*/ 677218 w 704850"/>
                <a:gd name="csY491" fmla="*/ 282691 h 295275"/>
                <a:gd name="csX492" fmla="*/ 678618 w 704850"/>
                <a:gd name="csY492" fmla="*/ 283748 h 295275"/>
                <a:gd name="csX493" fmla="*/ 679961 w 704850"/>
                <a:gd name="csY493" fmla="*/ 284739 h 295275"/>
                <a:gd name="csX494" fmla="*/ 681362 w 704850"/>
                <a:gd name="csY494" fmla="*/ 285663 h 295275"/>
                <a:gd name="csX495" fmla="*/ 682761 w 704850"/>
                <a:gd name="csY495" fmla="*/ 286530 h 295275"/>
                <a:gd name="csX496" fmla="*/ 684104 w 704850"/>
                <a:gd name="csY496" fmla="*/ 287330 h 295275"/>
                <a:gd name="csX497" fmla="*/ 685505 w 704850"/>
                <a:gd name="csY497" fmla="*/ 288073 h 295275"/>
                <a:gd name="csX498" fmla="*/ 686915 w 704850"/>
                <a:gd name="csY498" fmla="*/ 288758 h 295275"/>
                <a:gd name="csX499" fmla="*/ 688248 w 704850"/>
                <a:gd name="csY499" fmla="*/ 289368 h 295275"/>
                <a:gd name="csX500" fmla="*/ 689648 w 704850"/>
                <a:gd name="csY500" fmla="*/ 289987 h 295275"/>
                <a:gd name="csX501" fmla="*/ 690991 w 704850"/>
                <a:gd name="csY501" fmla="*/ 290549 h 295275"/>
                <a:gd name="csX502" fmla="*/ 692391 w 704850"/>
                <a:gd name="csY502" fmla="*/ 291044 h 295275"/>
                <a:gd name="csX503" fmla="*/ 693801 w 704850"/>
                <a:gd name="csY503" fmla="*/ 291473 h 295275"/>
                <a:gd name="csX504" fmla="*/ 695135 w 704850"/>
                <a:gd name="csY504" fmla="*/ 291911 h 295275"/>
                <a:gd name="csX505" fmla="*/ 696544 w 704850"/>
                <a:gd name="csY505" fmla="*/ 292283 h 295275"/>
                <a:gd name="csX506" fmla="*/ 697944 w 704850"/>
                <a:gd name="csY506" fmla="*/ 292654 h 295275"/>
                <a:gd name="csX507" fmla="*/ 699288 w 704850"/>
                <a:gd name="csY507" fmla="*/ 292959 h 295275"/>
                <a:gd name="csX508" fmla="*/ 700688 w 704850"/>
                <a:gd name="csY508" fmla="*/ 293264 h 295275"/>
                <a:gd name="csX509" fmla="*/ 702031 w 704850"/>
                <a:gd name="csY509" fmla="*/ 293511 h 295275"/>
                <a:gd name="csX510" fmla="*/ 703431 w 704850"/>
                <a:gd name="csY510" fmla="*/ 293759 h 295275"/>
                <a:gd name="csX511" fmla="*/ 704831 w 704850"/>
                <a:gd name="csY511" fmla="*/ 294007 h 295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95275">
                  <a:moveTo>
                    <a:pt x="-19" y="295245"/>
                  </a:moveTo>
                  <a:lnTo>
                    <a:pt x="1324" y="295188"/>
                  </a:lnTo>
                  <a:lnTo>
                    <a:pt x="2724" y="295121"/>
                  </a:lnTo>
                  <a:lnTo>
                    <a:pt x="4124" y="294997"/>
                  </a:lnTo>
                  <a:lnTo>
                    <a:pt x="5467" y="294874"/>
                  </a:lnTo>
                  <a:lnTo>
                    <a:pt x="6868" y="294750"/>
                  </a:lnTo>
                  <a:lnTo>
                    <a:pt x="8277" y="294626"/>
                  </a:lnTo>
                  <a:lnTo>
                    <a:pt x="9611" y="294502"/>
                  </a:lnTo>
                  <a:lnTo>
                    <a:pt x="11020" y="294321"/>
                  </a:lnTo>
                  <a:lnTo>
                    <a:pt x="12354" y="294197"/>
                  </a:lnTo>
                  <a:lnTo>
                    <a:pt x="13754" y="294007"/>
                  </a:lnTo>
                  <a:lnTo>
                    <a:pt x="15164" y="293826"/>
                  </a:lnTo>
                  <a:lnTo>
                    <a:pt x="16497" y="293578"/>
                  </a:lnTo>
                  <a:lnTo>
                    <a:pt x="17907" y="293331"/>
                  </a:lnTo>
                  <a:lnTo>
                    <a:pt x="19307" y="293083"/>
                  </a:lnTo>
                  <a:lnTo>
                    <a:pt x="20650" y="292835"/>
                  </a:lnTo>
                  <a:lnTo>
                    <a:pt x="22051" y="292521"/>
                  </a:lnTo>
                  <a:lnTo>
                    <a:pt x="23394" y="292159"/>
                  </a:lnTo>
                  <a:lnTo>
                    <a:pt x="24793" y="291845"/>
                  </a:lnTo>
                  <a:lnTo>
                    <a:pt x="26194" y="291473"/>
                  </a:lnTo>
                  <a:lnTo>
                    <a:pt x="27537" y="291044"/>
                  </a:lnTo>
                  <a:lnTo>
                    <a:pt x="28937" y="290606"/>
                  </a:lnTo>
                  <a:lnTo>
                    <a:pt x="30337" y="290111"/>
                  </a:lnTo>
                  <a:lnTo>
                    <a:pt x="31680" y="289616"/>
                  </a:lnTo>
                  <a:lnTo>
                    <a:pt x="33080" y="289063"/>
                  </a:lnTo>
                  <a:lnTo>
                    <a:pt x="34424" y="288511"/>
                  </a:lnTo>
                  <a:lnTo>
                    <a:pt x="35824" y="287892"/>
                  </a:lnTo>
                  <a:lnTo>
                    <a:pt x="37233" y="287206"/>
                  </a:lnTo>
                  <a:lnTo>
                    <a:pt x="38567" y="286530"/>
                  </a:lnTo>
                  <a:lnTo>
                    <a:pt x="39976" y="285787"/>
                  </a:lnTo>
                  <a:lnTo>
                    <a:pt x="41377" y="284987"/>
                  </a:lnTo>
                  <a:lnTo>
                    <a:pt x="42720" y="284120"/>
                  </a:lnTo>
                  <a:lnTo>
                    <a:pt x="44120" y="283253"/>
                  </a:lnTo>
                  <a:lnTo>
                    <a:pt x="45520" y="282329"/>
                  </a:lnTo>
                  <a:lnTo>
                    <a:pt x="46863" y="281272"/>
                  </a:lnTo>
                  <a:lnTo>
                    <a:pt x="48263" y="280224"/>
                  </a:lnTo>
                  <a:lnTo>
                    <a:pt x="49606" y="279110"/>
                  </a:lnTo>
                  <a:lnTo>
                    <a:pt x="51006" y="277938"/>
                  </a:lnTo>
                  <a:lnTo>
                    <a:pt x="52407" y="276700"/>
                  </a:lnTo>
                  <a:lnTo>
                    <a:pt x="53750" y="275462"/>
                  </a:lnTo>
                  <a:lnTo>
                    <a:pt x="55150" y="274042"/>
                  </a:lnTo>
                  <a:lnTo>
                    <a:pt x="56560" y="272680"/>
                  </a:lnTo>
                  <a:lnTo>
                    <a:pt x="57893" y="271194"/>
                  </a:lnTo>
                  <a:lnTo>
                    <a:pt x="59303" y="269585"/>
                  </a:lnTo>
                  <a:lnTo>
                    <a:pt x="60636" y="267984"/>
                  </a:lnTo>
                  <a:lnTo>
                    <a:pt x="62046" y="266308"/>
                  </a:lnTo>
                  <a:lnTo>
                    <a:pt x="63446" y="264584"/>
                  </a:lnTo>
                  <a:lnTo>
                    <a:pt x="64779" y="262727"/>
                  </a:lnTo>
                  <a:lnTo>
                    <a:pt x="66189" y="260869"/>
                  </a:lnTo>
                  <a:lnTo>
                    <a:pt x="67590" y="258898"/>
                  </a:lnTo>
                  <a:lnTo>
                    <a:pt x="68933" y="256850"/>
                  </a:lnTo>
                  <a:lnTo>
                    <a:pt x="70333" y="254754"/>
                  </a:lnTo>
                  <a:lnTo>
                    <a:pt x="71675" y="252649"/>
                  </a:lnTo>
                  <a:lnTo>
                    <a:pt x="73076" y="250363"/>
                  </a:lnTo>
                  <a:lnTo>
                    <a:pt x="74476" y="248134"/>
                  </a:lnTo>
                  <a:lnTo>
                    <a:pt x="75819" y="245782"/>
                  </a:lnTo>
                  <a:lnTo>
                    <a:pt x="77219" y="243372"/>
                  </a:lnTo>
                  <a:lnTo>
                    <a:pt x="78629" y="240905"/>
                  </a:lnTo>
                  <a:lnTo>
                    <a:pt x="79962" y="238371"/>
                  </a:lnTo>
                  <a:lnTo>
                    <a:pt x="81363" y="235771"/>
                  </a:lnTo>
                  <a:lnTo>
                    <a:pt x="82706" y="233171"/>
                  </a:lnTo>
                  <a:lnTo>
                    <a:pt x="84106" y="230513"/>
                  </a:lnTo>
                  <a:lnTo>
                    <a:pt x="85515" y="227799"/>
                  </a:lnTo>
                  <a:lnTo>
                    <a:pt x="86849" y="225017"/>
                  </a:lnTo>
                  <a:lnTo>
                    <a:pt x="88259" y="222236"/>
                  </a:lnTo>
                  <a:lnTo>
                    <a:pt x="89659" y="219388"/>
                  </a:lnTo>
                  <a:lnTo>
                    <a:pt x="91002" y="216483"/>
                  </a:lnTo>
                  <a:lnTo>
                    <a:pt x="92402" y="213635"/>
                  </a:lnTo>
                  <a:lnTo>
                    <a:pt x="93745" y="210673"/>
                  </a:lnTo>
                  <a:lnTo>
                    <a:pt x="95146" y="207767"/>
                  </a:lnTo>
                  <a:lnTo>
                    <a:pt x="96545" y="204796"/>
                  </a:lnTo>
                  <a:lnTo>
                    <a:pt x="97888" y="201891"/>
                  </a:lnTo>
                  <a:lnTo>
                    <a:pt x="99289" y="198919"/>
                  </a:lnTo>
                  <a:lnTo>
                    <a:pt x="100689" y="195956"/>
                  </a:lnTo>
                  <a:lnTo>
                    <a:pt x="102032" y="192985"/>
                  </a:lnTo>
                  <a:lnTo>
                    <a:pt x="103432" y="190080"/>
                  </a:lnTo>
                  <a:lnTo>
                    <a:pt x="104775" y="187117"/>
                  </a:lnTo>
                  <a:lnTo>
                    <a:pt x="106175" y="184212"/>
                  </a:lnTo>
                  <a:lnTo>
                    <a:pt x="107585" y="181364"/>
                  </a:lnTo>
                  <a:lnTo>
                    <a:pt x="108919" y="178516"/>
                  </a:lnTo>
                  <a:lnTo>
                    <a:pt x="110328" y="175678"/>
                  </a:lnTo>
                  <a:lnTo>
                    <a:pt x="111728" y="172954"/>
                  </a:lnTo>
                  <a:lnTo>
                    <a:pt x="113062" y="170239"/>
                  </a:lnTo>
                  <a:lnTo>
                    <a:pt x="114472" y="167515"/>
                  </a:lnTo>
                  <a:lnTo>
                    <a:pt x="115805" y="164924"/>
                  </a:lnTo>
                  <a:lnTo>
                    <a:pt x="117215" y="162324"/>
                  </a:lnTo>
                  <a:lnTo>
                    <a:pt x="118615" y="159847"/>
                  </a:lnTo>
                  <a:lnTo>
                    <a:pt x="119958" y="157380"/>
                  </a:lnTo>
                  <a:lnTo>
                    <a:pt x="121358" y="155027"/>
                  </a:lnTo>
                  <a:lnTo>
                    <a:pt x="122758" y="152741"/>
                  </a:lnTo>
                  <a:lnTo>
                    <a:pt x="124101" y="150456"/>
                  </a:lnTo>
                  <a:lnTo>
                    <a:pt x="125501" y="148350"/>
                  </a:lnTo>
                  <a:lnTo>
                    <a:pt x="126844" y="146312"/>
                  </a:lnTo>
                  <a:lnTo>
                    <a:pt x="128245" y="144274"/>
                  </a:lnTo>
                  <a:lnTo>
                    <a:pt x="129654" y="142416"/>
                  </a:lnTo>
                  <a:lnTo>
                    <a:pt x="130988" y="140626"/>
                  </a:lnTo>
                  <a:lnTo>
                    <a:pt x="132388" y="138892"/>
                  </a:lnTo>
                  <a:lnTo>
                    <a:pt x="133798" y="137225"/>
                  </a:lnTo>
                  <a:lnTo>
                    <a:pt x="135131" y="135739"/>
                  </a:lnTo>
                  <a:lnTo>
                    <a:pt x="136541" y="134253"/>
                  </a:lnTo>
                  <a:lnTo>
                    <a:pt x="137874" y="132891"/>
                  </a:lnTo>
                  <a:lnTo>
                    <a:pt x="139284" y="131653"/>
                  </a:lnTo>
                  <a:lnTo>
                    <a:pt x="140684" y="130482"/>
                  </a:lnTo>
                  <a:lnTo>
                    <a:pt x="142028" y="129367"/>
                  </a:lnTo>
                  <a:lnTo>
                    <a:pt x="143427" y="128376"/>
                  </a:lnTo>
                  <a:lnTo>
                    <a:pt x="144827" y="127519"/>
                  </a:lnTo>
                  <a:lnTo>
                    <a:pt x="146171" y="126710"/>
                  </a:lnTo>
                  <a:lnTo>
                    <a:pt x="147571" y="125967"/>
                  </a:lnTo>
                  <a:lnTo>
                    <a:pt x="148914" y="125348"/>
                  </a:lnTo>
                  <a:lnTo>
                    <a:pt x="150314" y="124795"/>
                  </a:lnTo>
                  <a:lnTo>
                    <a:pt x="151714" y="124366"/>
                  </a:lnTo>
                  <a:lnTo>
                    <a:pt x="153057" y="123995"/>
                  </a:lnTo>
                  <a:lnTo>
                    <a:pt x="154458" y="123681"/>
                  </a:lnTo>
                  <a:lnTo>
                    <a:pt x="155867" y="123433"/>
                  </a:lnTo>
                  <a:lnTo>
                    <a:pt x="157200" y="123309"/>
                  </a:lnTo>
                  <a:lnTo>
                    <a:pt x="158610" y="123252"/>
                  </a:lnTo>
                  <a:lnTo>
                    <a:pt x="159944" y="123185"/>
                  </a:lnTo>
                  <a:lnTo>
                    <a:pt x="161354" y="123252"/>
                  </a:lnTo>
                  <a:lnTo>
                    <a:pt x="162754" y="123376"/>
                  </a:lnTo>
                  <a:lnTo>
                    <a:pt x="164087" y="123557"/>
                  </a:lnTo>
                  <a:lnTo>
                    <a:pt x="165497" y="123805"/>
                  </a:lnTo>
                  <a:lnTo>
                    <a:pt x="166897" y="124119"/>
                  </a:lnTo>
                  <a:lnTo>
                    <a:pt x="168240" y="124481"/>
                  </a:lnTo>
                  <a:lnTo>
                    <a:pt x="169640" y="124852"/>
                  </a:lnTo>
                  <a:lnTo>
                    <a:pt x="170983" y="125291"/>
                  </a:lnTo>
                  <a:lnTo>
                    <a:pt x="172383" y="125786"/>
                  </a:lnTo>
                  <a:lnTo>
                    <a:pt x="173784" y="126338"/>
                  </a:lnTo>
                  <a:lnTo>
                    <a:pt x="175127" y="126900"/>
                  </a:lnTo>
                  <a:lnTo>
                    <a:pt x="176527" y="127519"/>
                  </a:lnTo>
                  <a:lnTo>
                    <a:pt x="177927" y="128129"/>
                  </a:lnTo>
                  <a:lnTo>
                    <a:pt x="179270" y="128815"/>
                  </a:lnTo>
                  <a:lnTo>
                    <a:pt x="180670" y="129558"/>
                  </a:lnTo>
                  <a:lnTo>
                    <a:pt x="182014" y="130234"/>
                  </a:lnTo>
                  <a:lnTo>
                    <a:pt x="183413" y="131043"/>
                  </a:lnTo>
                  <a:lnTo>
                    <a:pt x="184823" y="131777"/>
                  </a:lnTo>
                  <a:lnTo>
                    <a:pt x="186157" y="132587"/>
                  </a:lnTo>
                  <a:lnTo>
                    <a:pt x="187566" y="133387"/>
                  </a:lnTo>
                  <a:lnTo>
                    <a:pt x="188967" y="134253"/>
                  </a:lnTo>
                  <a:lnTo>
                    <a:pt x="190310" y="135054"/>
                  </a:lnTo>
                  <a:lnTo>
                    <a:pt x="191710" y="135920"/>
                  </a:lnTo>
                  <a:lnTo>
                    <a:pt x="193053" y="136787"/>
                  </a:lnTo>
                  <a:lnTo>
                    <a:pt x="194453" y="137721"/>
                  </a:lnTo>
                  <a:lnTo>
                    <a:pt x="195853" y="138578"/>
                  </a:lnTo>
                  <a:lnTo>
                    <a:pt x="197196" y="139445"/>
                  </a:lnTo>
                  <a:lnTo>
                    <a:pt x="198596" y="140378"/>
                  </a:lnTo>
                  <a:lnTo>
                    <a:pt x="199997" y="141302"/>
                  </a:lnTo>
                  <a:lnTo>
                    <a:pt x="201340" y="142169"/>
                  </a:lnTo>
                  <a:lnTo>
                    <a:pt x="202740" y="143093"/>
                  </a:lnTo>
                  <a:lnTo>
                    <a:pt x="204083" y="144026"/>
                  </a:lnTo>
                  <a:lnTo>
                    <a:pt x="205483" y="144950"/>
                  </a:lnTo>
                  <a:lnTo>
                    <a:pt x="206893" y="145874"/>
                  </a:lnTo>
                  <a:lnTo>
                    <a:pt x="208226" y="146741"/>
                  </a:lnTo>
                  <a:lnTo>
                    <a:pt x="209636" y="147674"/>
                  </a:lnTo>
                  <a:lnTo>
                    <a:pt x="211036" y="148598"/>
                  </a:lnTo>
                  <a:lnTo>
                    <a:pt x="212369" y="149522"/>
                  </a:lnTo>
                  <a:lnTo>
                    <a:pt x="213779" y="150456"/>
                  </a:lnTo>
                  <a:lnTo>
                    <a:pt x="215180" y="151322"/>
                  </a:lnTo>
                  <a:lnTo>
                    <a:pt x="216522" y="152246"/>
                  </a:lnTo>
                  <a:lnTo>
                    <a:pt x="217922" y="153113"/>
                  </a:lnTo>
                  <a:lnTo>
                    <a:pt x="219265" y="154037"/>
                  </a:lnTo>
                  <a:lnTo>
                    <a:pt x="220666" y="154904"/>
                  </a:lnTo>
                  <a:lnTo>
                    <a:pt x="222066" y="155828"/>
                  </a:lnTo>
                  <a:lnTo>
                    <a:pt x="223409" y="156694"/>
                  </a:lnTo>
                  <a:lnTo>
                    <a:pt x="224809" y="157561"/>
                  </a:lnTo>
                  <a:lnTo>
                    <a:pt x="226219" y="158428"/>
                  </a:lnTo>
                  <a:lnTo>
                    <a:pt x="227553" y="159295"/>
                  </a:lnTo>
                  <a:lnTo>
                    <a:pt x="228952" y="160161"/>
                  </a:lnTo>
                  <a:lnTo>
                    <a:pt x="230295" y="161028"/>
                  </a:lnTo>
                  <a:lnTo>
                    <a:pt x="231696" y="161885"/>
                  </a:lnTo>
                  <a:lnTo>
                    <a:pt x="233105" y="162695"/>
                  </a:lnTo>
                  <a:lnTo>
                    <a:pt x="234439" y="163562"/>
                  </a:lnTo>
                  <a:lnTo>
                    <a:pt x="235849" y="164362"/>
                  </a:lnTo>
                  <a:lnTo>
                    <a:pt x="237249" y="165162"/>
                  </a:lnTo>
                  <a:lnTo>
                    <a:pt x="238592" y="165972"/>
                  </a:lnTo>
                  <a:lnTo>
                    <a:pt x="239992" y="166772"/>
                  </a:lnTo>
                  <a:lnTo>
                    <a:pt x="241335" y="167581"/>
                  </a:lnTo>
                  <a:lnTo>
                    <a:pt x="242735" y="168315"/>
                  </a:lnTo>
                  <a:lnTo>
                    <a:pt x="244135" y="169125"/>
                  </a:lnTo>
                  <a:lnTo>
                    <a:pt x="245478" y="169867"/>
                  </a:lnTo>
                  <a:lnTo>
                    <a:pt x="246879" y="170610"/>
                  </a:lnTo>
                  <a:lnTo>
                    <a:pt x="248279" y="171353"/>
                  </a:lnTo>
                  <a:lnTo>
                    <a:pt x="249622" y="172087"/>
                  </a:lnTo>
                  <a:lnTo>
                    <a:pt x="251022" y="172773"/>
                  </a:lnTo>
                  <a:lnTo>
                    <a:pt x="252365" y="173449"/>
                  </a:lnTo>
                  <a:lnTo>
                    <a:pt x="253765" y="174135"/>
                  </a:lnTo>
                  <a:lnTo>
                    <a:pt x="255175" y="174811"/>
                  </a:lnTo>
                  <a:lnTo>
                    <a:pt x="256508" y="175487"/>
                  </a:lnTo>
                  <a:lnTo>
                    <a:pt x="257918" y="176173"/>
                  </a:lnTo>
                  <a:lnTo>
                    <a:pt x="259318" y="176792"/>
                  </a:lnTo>
                  <a:lnTo>
                    <a:pt x="260661" y="177411"/>
                  </a:lnTo>
                  <a:lnTo>
                    <a:pt x="262062" y="178030"/>
                  </a:lnTo>
                  <a:lnTo>
                    <a:pt x="263395" y="178583"/>
                  </a:lnTo>
                  <a:lnTo>
                    <a:pt x="264804" y="179135"/>
                  </a:lnTo>
                  <a:lnTo>
                    <a:pt x="266205" y="179697"/>
                  </a:lnTo>
                  <a:lnTo>
                    <a:pt x="267548" y="180250"/>
                  </a:lnTo>
                  <a:lnTo>
                    <a:pt x="268948" y="180812"/>
                  </a:lnTo>
                  <a:lnTo>
                    <a:pt x="270348" y="181307"/>
                  </a:lnTo>
                  <a:lnTo>
                    <a:pt x="271691" y="181802"/>
                  </a:lnTo>
                  <a:lnTo>
                    <a:pt x="273091" y="182288"/>
                  </a:lnTo>
                  <a:lnTo>
                    <a:pt x="274435" y="182726"/>
                  </a:lnTo>
                  <a:lnTo>
                    <a:pt x="275835" y="183155"/>
                  </a:lnTo>
                  <a:lnTo>
                    <a:pt x="277244" y="183593"/>
                  </a:lnTo>
                  <a:lnTo>
                    <a:pt x="278578" y="184022"/>
                  </a:lnTo>
                  <a:lnTo>
                    <a:pt x="279987" y="184393"/>
                  </a:lnTo>
                  <a:lnTo>
                    <a:pt x="281388" y="184765"/>
                  </a:lnTo>
                  <a:lnTo>
                    <a:pt x="282721" y="185136"/>
                  </a:lnTo>
                  <a:lnTo>
                    <a:pt x="284131" y="185441"/>
                  </a:lnTo>
                  <a:lnTo>
                    <a:pt x="285464" y="185812"/>
                  </a:lnTo>
                  <a:lnTo>
                    <a:pt x="286874" y="186127"/>
                  </a:lnTo>
                  <a:lnTo>
                    <a:pt x="288274" y="186374"/>
                  </a:lnTo>
                  <a:lnTo>
                    <a:pt x="289617" y="186679"/>
                  </a:lnTo>
                  <a:lnTo>
                    <a:pt x="291017" y="186927"/>
                  </a:lnTo>
                  <a:lnTo>
                    <a:pt x="292418" y="187174"/>
                  </a:lnTo>
                  <a:lnTo>
                    <a:pt x="293761" y="187422"/>
                  </a:lnTo>
                  <a:lnTo>
                    <a:pt x="295161" y="187613"/>
                  </a:lnTo>
                  <a:lnTo>
                    <a:pt x="296504" y="187793"/>
                  </a:lnTo>
                  <a:lnTo>
                    <a:pt x="297904" y="187984"/>
                  </a:lnTo>
                  <a:lnTo>
                    <a:pt x="299314" y="188165"/>
                  </a:lnTo>
                  <a:lnTo>
                    <a:pt x="300647" y="188289"/>
                  </a:lnTo>
                  <a:lnTo>
                    <a:pt x="302047" y="188479"/>
                  </a:lnTo>
                  <a:lnTo>
                    <a:pt x="303457" y="188594"/>
                  </a:lnTo>
                  <a:lnTo>
                    <a:pt x="304790" y="188717"/>
                  </a:lnTo>
                  <a:lnTo>
                    <a:pt x="306200" y="188784"/>
                  </a:lnTo>
                  <a:lnTo>
                    <a:pt x="307534" y="188908"/>
                  </a:lnTo>
                  <a:lnTo>
                    <a:pt x="308944" y="188965"/>
                  </a:lnTo>
                  <a:lnTo>
                    <a:pt x="310343" y="189032"/>
                  </a:lnTo>
                  <a:lnTo>
                    <a:pt x="311686" y="189089"/>
                  </a:lnTo>
                  <a:lnTo>
                    <a:pt x="313087" y="189156"/>
                  </a:lnTo>
                  <a:lnTo>
                    <a:pt x="314487" y="189213"/>
                  </a:lnTo>
                  <a:lnTo>
                    <a:pt x="315830" y="189213"/>
                  </a:lnTo>
                  <a:lnTo>
                    <a:pt x="317230" y="189279"/>
                  </a:lnTo>
                  <a:lnTo>
                    <a:pt x="318573" y="189279"/>
                  </a:lnTo>
                  <a:lnTo>
                    <a:pt x="319973" y="189279"/>
                  </a:lnTo>
                  <a:lnTo>
                    <a:pt x="321374" y="189279"/>
                  </a:lnTo>
                  <a:lnTo>
                    <a:pt x="322717" y="189279"/>
                  </a:lnTo>
                  <a:lnTo>
                    <a:pt x="324117" y="189279"/>
                  </a:lnTo>
                  <a:lnTo>
                    <a:pt x="325526" y="189279"/>
                  </a:lnTo>
                  <a:lnTo>
                    <a:pt x="326860" y="189279"/>
                  </a:lnTo>
                  <a:lnTo>
                    <a:pt x="328270" y="189279"/>
                  </a:lnTo>
                  <a:lnTo>
                    <a:pt x="329603" y="189213"/>
                  </a:lnTo>
                  <a:lnTo>
                    <a:pt x="331013" y="189213"/>
                  </a:lnTo>
                  <a:lnTo>
                    <a:pt x="332413" y="189213"/>
                  </a:lnTo>
                  <a:lnTo>
                    <a:pt x="333756" y="189156"/>
                  </a:lnTo>
                  <a:lnTo>
                    <a:pt x="335156" y="189156"/>
                  </a:lnTo>
                  <a:lnTo>
                    <a:pt x="336556" y="189089"/>
                  </a:lnTo>
                  <a:lnTo>
                    <a:pt x="337899" y="189089"/>
                  </a:lnTo>
                  <a:lnTo>
                    <a:pt x="339300" y="189089"/>
                  </a:lnTo>
                  <a:lnTo>
                    <a:pt x="340643" y="189032"/>
                  </a:lnTo>
                  <a:lnTo>
                    <a:pt x="342043" y="189032"/>
                  </a:lnTo>
                  <a:lnTo>
                    <a:pt x="343443" y="188965"/>
                  </a:lnTo>
                  <a:lnTo>
                    <a:pt x="344786" y="188965"/>
                  </a:lnTo>
                  <a:lnTo>
                    <a:pt x="346186" y="188965"/>
                  </a:lnTo>
                  <a:lnTo>
                    <a:pt x="347596" y="188908"/>
                  </a:lnTo>
                  <a:lnTo>
                    <a:pt x="348929" y="188908"/>
                  </a:lnTo>
                  <a:lnTo>
                    <a:pt x="350329" y="188908"/>
                  </a:lnTo>
                  <a:lnTo>
                    <a:pt x="351672" y="188908"/>
                  </a:lnTo>
                  <a:lnTo>
                    <a:pt x="353073" y="188841"/>
                  </a:lnTo>
                  <a:lnTo>
                    <a:pt x="354483" y="188841"/>
                  </a:lnTo>
                  <a:lnTo>
                    <a:pt x="355816" y="188841"/>
                  </a:lnTo>
                  <a:lnTo>
                    <a:pt x="357225" y="188841"/>
                  </a:lnTo>
                  <a:lnTo>
                    <a:pt x="358626" y="188841"/>
                  </a:lnTo>
                  <a:lnTo>
                    <a:pt x="359969" y="188784"/>
                  </a:lnTo>
                  <a:lnTo>
                    <a:pt x="361369" y="188784"/>
                  </a:lnTo>
                  <a:lnTo>
                    <a:pt x="362712" y="188784"/>
                  </a:lnTo>
                  <a:lnTo>
                    <a:pt x="364112" y="188784"/>
                  </a:lnTo>
                  <a:lnTo>
                    <a:pt x="365512" y="188784"/>
                  </a:lnTo>
                  <a:lnTo>
                    <a:pt x="366856" y="188784"/>
                  </a:lnTo>
                  <a:lnTo>
                    <a:pt x="368256" y="188717"/>
                  </a:lnTo>
                  <a:lnTo>
                    <a:pt x="369656" y="188717"/>
                  </a:lnTo>
                  <a:lnTo>
                    <a:pt x="370999" y="188717"/>
                  </a:lnTo>
                  <a:lnTo>
                    <a:pt x="372399" y="188717"/>
                  </a:lnTo>
                  <a:lnTo>
                    <a:pt x="373809" y="188660"/>
                  </a:lnTo>
                  <a:lnTo>
                    <a:pt x="375142" y="188660"/>
                  </a:lnTo>
                  <a:lnTo>
                    <a:pt x="376552" y="188594"/>
                  </a:lnTo>
                  <a:lnTo>
                    <a:pt x="377885" y="188594"/>
                  </a:lnTo>
                  <a:lnTo>
                    <a:pt x="379295" y="188536"/>
                  </a:lnTo>
                  <a:lnTo>
                    <a:pt x="380695" y="188479"/>
                  </a:lnTo>
                  <a:lnTo>
                    <a:pt x="382039" y="188413"/>
                  </a:lnTo>
                  <a:lnTo>
                    <a:pt x="383438" y="188356"/>
                  </a:lnTo>
                  <a:lnTo>
                    <a:pt x="384839" y="188289"/>
                  </a:lnTo>
                  <a:lnTo>
                    <a:pt x="386182" y="188165"/>
                  </a:lnTo>
                  <a:lnTo>
                    <a:pt x="387582" y="188108"/>
                  </a:lnTo>
                  <a:lnTo>
                    <a:pt x="388925" y="187984"/>
                  </a:lnTo>
                  <a:lnTo>
                    <a:pt x="390325" y="187860"/>
                  </a:lnTo>
                  <a:lnTo>
                    <a:pt x="391725" y="187736"/>
                  </a:lnTo>
                  <a:lnTo>
                    <a:pt x="393068" y="187613"/>
                  </a:lnTo>
                  <a:lnTo>
                    <a:pt x="394469" y="187489"/>
                  </a:lnTo>
                  <a:lnTo>
                    <a:pt x="395878" y="187298"/>
                  </a:lnTo>
                  <a:lnTo>
                    <a:pt x="397211" y="187117"/>
                  </a:lnTo>
                  <a:lnTo>
                    <a:pt x="398621" y="186927"/>
                  </a:lnTo>
                  <a:lnTo>
                    <a:pt x="399955" y="186679"/>
                  </a:lnTo>
                  <a:lnTo>
                    <a:pt x="401355" y="186498"/>
                  </a:lnTo>
                  <a:lnTo>
                    <a:pt x="402765" y="186250"/>
                  </a:lnTo>
                  <a:lnTo>
                    <a:pt x="404098" y="185936"/>
                  </a:lnTo>
                  <a:lnTo>
                    <a:pt x="405508" y="185688"/>
                  </a:lnTo>
                  <a:lnTo>
                    <a:pt x="406908" y="185384"/>
                  </a:lnTo>
                  <a:lnTo>
                    <a:pt x="408251" y="185069"/>
                  </a:lnTo>
                  <a:lnTo>
                    <a:pt x="409651" y="184707"/>
                  </a:lnTo>
                  <a:lnTo>
                    <a:pt x="410994" y="184393"/>
                  </a:lnTo>
                  <a:lnTo>
                    <a:pt x="412394" y="184022"/>
                  </a:lnTo>
                  <a:lnTo>
                    <a:pt x="413795" y="183593"/>
                  </a:lnTo>
                  <a:lnTo>
                    <a:pt x="415138" y="183155"/>
                  </a:lnTo>
                  <a:lnTo>
                    <a:pt x="416538" y="182726"/>
                  </a:lnTo>
                  <a:lnTo>
                    <a:pt x="417938" y="182288"/>
                  </a:lnTo>
                  <a:lnTo>
                    <a:pt x="419281" y="181802"/>
                  </a:lnTo>
                  <a:lnTo>
                    <a:pt x="420681" y="181307"/>
                  </a:lnTo>
                  <a:lnTo>
                    <a:pt x="422024" y="180812"/>
                  </a:lnTo>
                  <a:lnTo>
                    <a:pt x="423424" y="180250"/>
                  </a:lnTo>
                  <a:lnTo>
                    <a:pt x="424834" y="179697"/>
                  </a:lnTo>
                  <a:lnTo>
                    <a:pt x="426168" y="179078"/>
                  </a:lnTo>
                  <a:lnTo>
                    <a:pt x="427578" y="178459"/>
                  </a:lnTo>
                  <a:lnTo>
                    <a:pt x="428978" y="177840"/>
                  </a:lnTo>
                  <a:lnTo>
                    <a:pt x="430320" y="177221"/>
                  </a:lnTo>
                  <a:lnTo>
                    <a:pt x="431721" y="176544"/>
                  </a:lnTo>
                  <a:lnTo>
                    <a:pt x="433054" y="175859"/>
                  </a:lnTo>
                  <a:lnTo>
                    <a:pt x="434464" y="175125"/>
                  </a:lnTo>
                  <a:lnTo>
                    <a:pt x="435864" y="174382"/>
                  </a:lnTo>
                  <a:lnTo>
                    <a:pt x="437207" y="173639"/>
                  </a:lnTo>
                  <a:lnTo>
                    <a:pt x="438607" y="172830"/>
                  </a:lnTo>
                  <a:lnTo>
                    <a:pt x="440008" y="172030"/>
                  </a:lnTo>
                  <a:lnTo>
                    <a:pt x="441351" y="171230"/>
                  </a:lnTo>
                  <a:lnTo>
                    <a:pt x="442751" y="170420"/>
                  </a:lnTo>
                  <a:lnTo>
                    <a:pt x="444093" y="169553"/>
                  </a:lnTo>
                  <a:lnTo>
                    <a:pt x="445494" y="168629"/>
                  </a:lnTo>
                  <a:lnTo>
                    <a:pt x="446904" y="167762"/>
                  </a:lnTo>
                  <a:lnTo>
                    <a:pt x="448237" y="166839"/>
                  </a:lnTo>
                  <a:lnTo>
                    <a:pt x="449637" y="165848"/>
                  </a:lnTo>
                  <a:lnTo>
                    <a:pt x="451047" y="164924"/>
                  </a:lnTo>
                  <a:lnTo>
                    <a:pt x="452380" y="163933"/>
                  </a:lnTo>
                  <a:lnTo>
                    <a:pt x="453790" y="162943"/>
                  </a:lnTo>
                  <a:lnTo>
                    <a:pt x="455124" y="161885"/>
                  </a:lnTo>
                  <a:lnTo>
                    <a:pt x="456533" y="160838"/>
                  </a:lnTo>
                  <a:lnTo>
                    <a:pt x="457933" y="159790"/>
                  </a:lnTo>
                  <a:lnTo>
                    <a:pt x="459276" y="158675"/>
                  </a:lnTo>
                  <a:lnTo>
                    <a:pt x="460677" y="157561"/>
                  </a:lnTo>
                  <a:lnTo>
                    <a:pt x="462077" y="156390"/>
                  </a:lnTo>
                  <a:lnTo>
                    <a:pt x="463420" y="155275"/>
                  </a:lnTo>
                  <a:lnTo>
                    <a:pt x="464820" y="154104"/>
                  </a:lnTo>
                  <a:lnTo>
                    <a:pt x="466163" y="152865"/>
                  </a:lnTo>
                  <a:lnTo>
                    <a:pt x="467564" y="151627"/>
                  </a:lnTo>
                  <a:lnTo>
                    <a:pt x="468963" y="150389"/>
                  </a:lnTo>
                  <a:lnTo>
                    <a:pt x="470306" y="149093"/>
                  </a:lnTo>
                  <a:lnTo>
                    <a:pt x="471707" y="147798"/>
                  </a:lnTo>
                  <a:lnTo>
                    <a:pt x="473116" y="146493"/>
                  </a:lnTo>
                  <a:lnTo>
                    <a:pt x="474450" y="145074"/>
                  </a:lnTo>
                  <a:lnTo>
                    <a:pt x="475860" y="143712"/>
                  </a:lnTo>
                  <a:lnTo>
                    <a:pt x="477193" y="142292"/>
                  </a:lnTo>
                  <a:lnTo>
                    <a:pt x="478603" y="140807"/>
                  </a:lnTo>
                  <a:lnTo>
                    <a:pt x="480003" y="139321"/>
                  </a:lnTo>
                  <a:lnTo>
                    <a:pt x="481337" y="137844"/>
                  </a:lnTo>
                  <a:lnTo>
                    <a:pt x="482746" y="136292"/>
                  </a:lnTo>
                  <a:lnTo>
                    <a:pt x="484146" y="134692"/>
                  </a:lnTo>
                  <a:lnTo>
                    <a:pt x="485489" y="133015"/>
                  </a:lnTo>
                  <a:lnTo>
                    <a:pt x="486890" y="131415"/>
                  </a:lnTo>
                  <a:lnTo>
                    <a:pt x="488233" y="129682"/>
                  </a:lnTo>
                  <a:lnTo>
                    <a:pt x="489633" y="127948"/>
                  </a:lnTo>
                  <a:lnTo>
                    <a:pt x="491033" y="126157"/>
                  </a:lnTo>
                  <a:lnTo>
                    <a:pt x="492376" y="124300"/>
                  </a:lnTo>
                  <a:lnTo>
                    <a:pt x="493776" y="122385"/>
                  </a:lnTo>
                  <a:lnTo>
                    <a:pt x="495186" y="120471"/>
                  </a:lnTo>
                  <a:lnTo>
                    <a:pt x="496519" y="118490"/>
                  </a:lnTo>
                  <a:lnTo>
                    <a:pt x="497929" y="116508"/>
                  </a:lnTo>
                  <a:lnTo>
                    <a:pt x="499263" y="114413"/>
                  </a:lnTo>
                  <a:lnTo>
                    <a:pt x="500663" y="112308"/>
                  </a:lnTo>
                  <a:lnTo>
                    <a:pt x="502072" y="110079"/>
                  </a:lnTo>
                  <a:lnTo>
                    <a:pt x="503406" y="107860"/>
                  </a:lnTo>
                  <a:lnTo>
                    <a:pt x="504815" y="105631"/>
                  </a:lnTo>
                  <a:lnTo>
                    <a:pt x="506216" y="103278"/>
                  </a:lnTo>
                  <a:lnTo>
                    <a:pt x="507559" y="100868"/>
                  </a:lnTo>
                  <a:lnTo>
                    <a:pt x="508959" y="98458"/>
                  </a:lnTo>
                  <a:lnTo>
                    <a:pt x="510302" y="95982"/>
                  </a:lnTo>
                  <a:lnTo>
                    <a:pt x="511702" y="93391"/>
                  </a:lnTo>
                  <a:lnTo>
                    <a:pt x="513102" y="90857"/>
                  </a:lnTo>
                  <a:lnTo>
                    <a:pt x="514446" y="88190"/>
                  </a:lnTo>
                  <a:lnTo>
                    <a:pt x="515845" y="85476"/>
                  </a:lnTo>
                  <a:lnTo>
                    <a:pt x="517255" y="82752"/>
                  </a:lnTo>
                  <a:lnTo>
                    <a:pt x="518589" y="80037"/>
                  </a:lnTo>
                  <a:lnTo>
                    <a:pt x="519989" y="77189"/>
                  </a:lnTo>
                  <a:lnTo>
                    <a:pt x="521332" y="74351"/>
                  </a:lnTo>
                  <a:lnTo>
                    <a:pt x="522732" y="71436"/>
                  </a:lnTo>
                  <a:lnTo>
                    <a:pt x="524142" y="68531"/>
                  </a:lnTo>
                  <a:lnTo>
                    <a:pt x="525475" y="65626"/>
                  </a:lnTo>
                  <a:lnTo>
                    <a:pt x="526885" y="62664"/>
                  </a:lnTo>
                  <a:lnTo>
                    <a:pt x="528285" y="59635"/>
                  </a:lnTo>
                  <a:lnTo>
                    <a:pt x="529628" y="56663"/>
                  </a:lnTo>
                  <a:lnTo>
                    <a:pt x="531028" y="53700"/>
                  </a:lnTo>
                  <a:lnTo>
                    <a:pt x="532362" y="50672"/>
                  </a:lnTo>
                  <a:lnTo>
                    <a:pt x="533772" y="47700"/>
                  </a:lnTo>
                  <a:lnTo>
                    <a:pt x="535172" y="44728"/>
                  </a:lnTo>
                  <a:lnTo>
                    <a:pt x="536515" y="41766"/>
                  </a:lnTo>
                  <a:lnTo>
                    <a:pt x="537915" y="38861"/>
                  </a:lnTo>
                  <a:lnTo>
                    <a:pt x="539315" y="36013"/>
                  </a:lnTo>
                  <a:lnTo>
                    <a:pt x="540658" y="33174"/>
                  </a:lnTo>
                  <a:lnTo>
                    <a:pt x="542058" y="30393"/>
                  </a:lnTo>
                  <a:lnTo>
                    <a:pt x="543468" y="27669"/>
                  </a:lnTo>
                  <a:lnTo>
                    <a:pt x="544801" y="25011"/>
                  </a:lnTo>
                  <a:lnTo>
                    <a:pt x="546211" y="22478"/>
                  </a:lnTo>
                  <a:lnTo>
                    <a:pt x="547545" y="20001"/>
                  </a:lnTo>
                  <a:lnTo>
                    <a:pt x="548954" y="17591"/>
                  </a:lnTo>
                  <a:lnTo>
                    <a:pt x="550354" y="15362"/>
                  </a:lnTo>
                  <a:lnTo>
                    <a:pt x="551688" y="13200"/>
                  </a:lnTo>
                  <a:lnTo>
                    <a:pt x="553098" y="11162"/>
                  </a:lnTo>
                  <a:lnTo>
                    <a:pt x="554498" y="9305"/>
                  </a:lnTo>
                  <a:lnTo>
                    <a:pt x="555841" y="7571"/>
                  </a:lnTo>
                  <a:lnTo>
                    <a:pt x="557241" y="5971"/>
                  </a:lnTo>
                  <a:lnTo>
                    <a:pt x="558584" y="4542"/>
                  </a:lnTo>
                  <a:lnTo>
                    <a:pt x="559985" y="3370"/>
                  </a:lnTo>
                  <a:lnTo>
                    <a:pt x="561385" y="2256"/>
                  </a:lnTo>
                  <a:lnTo>
                    <a:pt x="562727" y="1389"/>
                  </a:lnTo>
                  <a:lnTo>
                    <a:pt x="564128" y="713"/>
                  </a:lnTo>
                  <a:lnTo>
                    <a:pt x="565537" y="284"/>
                  </a:lnTo>
                  <a:lnTo>
                    <a:pt x="566871" y="-30"/>
                  </a:lnTo>
                  <a:lnTo>
                    <a:pt x="568281" y="-30"/>
                  </a:lnTo>
                  <a:lnTo>
                    <a:pt x="569614" y="94"/>
                  </a:lnTo>
                  <a:lnTo>
                    <a:pt x="571014" y="465"/>
                  </a:lnTo>
                  <a:lnTo>
                    <a:pt x="572424" y="1084"/>
                  </a:lnTo>
                  <a:lnTo>
                    <a:pt x="573758" y="1951"/>
                  </a:lnTo>
                  <a:lnTo>
                    <a:pt x="575167" y="2999"/>
                  </a:lnTo>
                  <a:lnTo>
                    <a:pt x="576567" y="4361"/>
                  </a:lnTo>
                  <a:lnTo>
                    <a:pt x="577910" y="5904"/>
                  </a:lnTo>
                  <a:lnTo>
                    <a:pt x="579311" y="7695"/>
                  </a:lnTo>
                  <a:lnTo>
                    <a:pt x="580654" y="9676"/>
                  </a:lnTo>
                  <a:lnTo>
                    <a:pt x="582054" y="12029"/>
                  </a:lnTo>
                  <a:lnTo>
                    <a:pt x="583454" y="14496"/>
                  </a:lnTo>
                  <a:lnTo>
                    <a:pt x="584797" y="17153"/>
                  </a:lnTo>
                  <a:lnTo>
                    <a:pt x="586197" y="20125"/>
                  </a:lnTo>
                  <a:lnTo>
                    <a:pt x="587597" y="23278"/>
                  </a:lnTo>
                  <a:lnTo>
                    <a:pt x="588940" y="26621"/>
                  </a:lnTo>
                  <a:lnTo>
                    <a:pt x="590340" y="30269"/>
                  </a:lnTo>
                  <a:lnTo>
                    <a:pt x="591683" y="34031"/>
                  </a:lnTo>
                  <a:lnTo>
                    <a:pt x="593084" y="37994"/>
                  </a:lnTo>
                  <a:lnTo>
                    <a:pt x="594494" y="42137"/>
                  </a:lnTo>
                  <a:lnTo>
                    <a:pt x="595827" y="46528"/>
                  </a:lnTo>
                  <a:lnTo>
                    <a:pt x="597236" y="50976"/>
                  </a:lnTo>
                  <a:lnTo>
                    <a:pt x="598637" y="55615"/>
                  </a:lnTo>
                  <a:lnTo>
                    <a:pt x="599980" y="60501"/>
                  </a:lnTo>
                  <a:lnTo>
                    <a:pt x="601380" y="65378"/>
                  </a:lnTo>
                  <a:lnTo>
                    <a:pt x="602723" y="70455"/>
                  </a:lnTo>
                  <a:lnTo>
                    <a:pt x="604123" y="75646"/>
                  </a:lnTo>
                  <a:lnTo>
                    <a:pt x="605523" y="80961"/>
                  </a:lnTo>
                  <a:lnTo>
                    <a:pt x="606867" y="86276"/>
                  </a:lnTo>
                  <a:lnTo>
                    <a:pt x="608267" y="91782"/>
                  </a:lnTo>
                  <a:lnTo>
                    <a:pt x="609666" y="97287"/>
                  </a:lnTo>
                  <a:lnTo>
                    <a:pt x="611010" y="102849"/>
                  </a:lnTo>
                  <a:lnTo>
                    <a:pt x="612410" y="108469"/>
                  </a:lnTo>
                  <a:lnTo>
                    <a:pt x="613753" y="114099"/>
                  </a:lnTo>
                  <a:lnTo>
                    <a:pt x="615153" y="119785"/>
                  </a:lnTo>
                  <a:lnTo>
                    <a:pt x="616553" y="125414"/>
                  </a:lnTo>
                  <a:lnTo>
                    <a:pt x="617896" y="131101"/>
                  </a:lnTo>
                  <a:lnTo>
                    <a:pt x="619297" y="136730"/>
                  </a:lnTo>
                  <a:lnTo>
                    <a:pt x="620707" y="142350"/>
                  </a:lnTo>
                  <a:lnTo>
                    <a:pt x="622040" y="147922"/>
                  </a:lnTo>
                  <a:lnTo>
                    <a:pt x="623449" y="153484"/>
                  </a:lnTo>
                  <a:lnTo>
                    <a:pt x="624783" y="158980"/>
                  </a:lnTo>
                  <a:lnTo>
                    <a:pt x="626193" y="164362"/>
                  </a:lnTo>
                  <a:lnTo>
                    <a:pt x="627593" y="169744"/>
                  </a:lnTo>
                  <a:lnTo>
                    <a:pt x="628936" y="175001"/>
                  </a:lnTo>
                  <a:lnTo>
                    <a:pt x="630336" y="180126"/>
                  </a:lnTo>
                  <a:lnTo>
                    <a:pt x="631736" y="185203"/>
                  </a:lnTo>
                  <a:lnTo>
                    <a:pt x="633079" y="190203"/>
                  </a:lnTo>
                  <a:lnTo>
                    <a:pt x="634480" y="195033"/>
                  </a:lnTo>
                  <a:lnTo>
                    <a:pt x="635822" y="199785"/>
                  </a:lnTo>
                  <a:lnTo>
                    <a:pt x="637222" y="204424"/>
                  </a:lnTo>
                  <a:lnTo>
                    <a:pt x="638623" y="208939"/>
                  </a:lnTo>
                  <a:lnTo>
                    <a:pt x="639966" y="213263"/>
                  </a:lnTo>
                  <a:lnTo>
                    <a:pt x="641366" y="217531"/>
                  </a:lnTo>
                  <a:lnTo>
                    <a:pt x="642776" y="221674"/>
                  </a:lnTo>
                  <a:lnTo>
                    <a:pt x="644109" y="225627"/>
                  </a:lnTo>
                  <a:lnTo>
                    <a:pt x="645519" y="229465"/>
                  </a:lnTo>
                  <a:lnTo>
                    <a:pt x="646853" y="233171"/>
                  </a:lnTo>
                  <a:lnTo>
                    <a:pt x="648262" y="236695"/>
                  </a:lnTo>
                  <a:lnTo>
                    <a:pt x="649662" y="240095"/>
                  </a:lnTo>
                  <a:lnTo>
                    <a:pt x="651005" y="243439"/>
                  </a:lnTo>
                  <a:lnTo>
                    <a:pt x="652405" y="246591"/>
                  </a:lnTo>
                  <a:lnTo>
                    <a:pt x="653806" y="249554"/>
                  </a:lnTo>
                  <a:lnTo>
                    <a:pt x="655149" y="252459"/>
                  </a:lnTo>
                  <a:lnTo>
                    <a:pt x="656549" y="255249"/>
                  </a:lnTo>
                  <a:lnTo>
                    <a:pt x="657892" y="257840"/>
                  </a:lnTo>
                  <a:lnTo>
                    <a:pt x="659292" y="260317"/>
                  </a:lnTo>
                  <a:lnTo>
                    <a:pt x="660692" y="262727"/>
                  </a:lnTo>
                  <a:lnTo>
                    <a:pt x="662035" y="264956"/>
                  </a:lnTo>
                  <a:lnTo>
                    <a:pt x="663435" y="267051"/>
                  </a:lnTo>
                  <a:lnTo>
                    <a:pt x="664845" y="269099"/>
                  </a:lnTo>
                  <a:lnTo>
                    <a:pt x="666179" y="271013"/>
                  </a:lnTo>
                  <a:lnTo>
                    <a:pt x="667589" y="272804"/>
                  </a:lnTo>
                  <a:lnTo>
                    <a:pt x="668922" y="274471"/>
                  </a:lnTo>
                  <a:lnTo>
                    <a:pt x="670322" y="276081"/>
                  </a:lnTo>
                  <a:lnTo>
                    <a:pt x="671732" y="277567"/>
                  </a:lnTo>
                  <a:lnTo>
                    <a:pt x="673065" y="278986"/>
                  </a:lnTo>
                  <a:lnTo>
                    <a:pt x="674475" y="280281"/>
                  </a:lnTo>
                  <a:lnTo>
                    <a:pt x="675875" y="281519"/>
                  </a:lnTo>
                  <a:lnTo>
                    <a:pt x="677218" y="282691"/>
                  </a:lnTo>
                  <a:lnTo>
                    <a:pt x="678618" y="283748"/>
                  </a:lnTo>
                  <a:lnTo>
                    <a:pt x="679961" y="284739"/>
                  </a:lnTo>
                  <a:lnTo>
                    <a:pt x="681362" y="285663"/>
                  </a:lnTo>
                  <a:lnTo>
                    <a:pt x="682761" y="286530"/>
                  </a:lnTo>
                  <a:lnTo>
                    <a:pt x="684104" y="287330"/>
                  </a:lnTo>
                  <a:lnTo>
                    <a:pt x="685505" y="288073"/>
                  </a:lnTo>
                  <a:lnTo>
                    <a:pt x="686915" y="288758"/>
                  </a:lnTo>
                  <a:lnTo>
                    <a:pt x="688248" y="289368"/>
                  </a:lnTo>
                  <a:lnTo>
                    <a:pt x="689648" y="289987"/>
                  </a:lnTo>
                  <a:lnTo>
                    <a:pt x="690991" y="290549"/>
                  </a:lnTo>
                  <a:lnTo>
                    <a:pt x="692391" y="291044"/>
                  </a:lnTo>
                  <a:lnTo>
                    <a:pt x="693801" y="291473"/>
                  </a:lnTo>
                  <a:lnTo>
                    <a:pt x="695135" y="291911"/>
                  </a:lnTo>
                  <a:lnTo>
                    <a:pt x="696544" y="292283"/>
                  </a:lnTo>
                  <a:lnTo>
                    <a:pt x="697944" y="292654"/>
                  </a:lnTo>
                  <a:lnTo>
                    <a:pt x="699288" y="292959"/>
                  </a:lnTo>
                  <a:lnTo>
                    <a:pt x="700688" y="293264"/>
                  </a:lnTo>
                  <a:lnTo>
                    <a:pt x="702031" y="293511"/>
                  </a:lnTo>
                  <a:lnTo>
                    <a:pt x="703431" y="293759"/>
                  </a:lnTo>
                  <a:lnTo>
                    <a:pt x="704831" y="294007"/>
                  </a:lnTo>
                </a:path>
              </a:pathLst>
            </a:custGeom>
            <a:noFill/>
            <a:ln w="7242" cap="flat">
              <a:solidFill>
                <a:srgbClr val="000000"/>
              </a:solidFill>
              <a:prstDash val="solid"/>
              <a:round/>
            </a:ln>
          </p:spPr>
          <p:txBody>
            <a:bodyPr/>
            <a:lstStyle/>
            <a:p>
              <a:endParaRPr lang="zh-CN" altLang="en-US" sz="2190"/>
            </a:p>
          </p:txBody>
        </p:sp>
        <p:sp>
          <p:nvSpPr>
            <p:cNvPr id="990" name="任意多边形: 形状 989"/>
            <p:cNvSpPr/>
            <p:nvPr/>
          </p:nvSpPr>
          <p:spPr>
            <a:xfrm>
              <a:off x="5153487" y="4426472"/>
              <a:ext cx="704850" cy="381000"/>
            </a:xfrm>
            <a:custGeom>
              <a:avLst/>
              <a:gdLst>
                <a:gd name="csX0" fmla="*/ -19 w 704850"/>
                <a:gd name="csY0" fmla="*/ 378370 h 381000"/>
                <a:gd name="csX1" fmla="*/ 1324 w 704850"/>
                <a:gd name="csY1" fmla="*/ 378046 h 381000"/>
                <a:gd name="csX2" fmla="*/ 2724 w 704850"/>
                <a:gd name="csY2" fmla="*/ 377732 h 381000"/>
                <a:gd name="csX3" fmla="*/ 4124 w 704850"/>
                <a:gd name="csY3" fmla="*/ 377350 h 381000"/>
                <a:gd name="csX4" fmla="*/ 5467 w 704850"/>
                <a:gd name="csY4" fmla="*/ 376969 h 381000"/>
                <a:gd name="csX5" fmla="*/ 6868 w 704850"/>
                <a:gd name="csY5" fmla="*/ 376522 h 381000"/>
                <a:gd name="csX6" fmla="*/ 8268 w 704850"/>
                <a:gd name="csY6" fmla="*/ 376074 h 381000"/>
                <a:gd name="csX7" fmla="*/ 9611 w 704850"/>
                <a:gd name="csY7" fmla="*/ 375569 h 381000"/>
                <a:gd name="csX8" fmla="*/ 11011 w 704850"/>
                <a:gd name="csY8" fmla="*/ 374998 h 381000"/>
                <a:gd name="csX9" fmla="*/ 12354 w 704850"/>
                <a:gd name="csY9" fmla="*/ 374426 h 381000"/>
                <a:gd name="csX10" fmla="*/ 13754 w 704850"/>
                <a:gd name="csY10" fmla="*/ 373788 h 381000"/>
                <a:gd name="csX11" fmla="*/ 15164 w 704850"/>
                <a:gd name="csY11" fmla="*/ 373026 h 381000"/>
                <a:gd name="csX12" fmla="*/ 16497 w 704850"/>
                <a:gd name="csY12" fmla="*/ 372264 h 381000"/>
                <a:gd name="csX13" fmla="*/ 17907 w 704850"/>
                <a:gd name="csY13" fmla="*/ 371445 h 381000"/>
                <a:gd name="csX14" fmla="*/ 19307 w 704850"/>
                <a:gd name="csY14" fmla="*/ 370550 h 381000"/>
                <a:gd name="csX15" fmla="*/ 20650 w 704850"/>
                <a:gd name="csY15" fmla="*/ 369597 h 381000"/>
                <a:gd name="csX16" fmla="*/ 22051 w 704850"/>
                <a:gd name="csY16" fmla="*/ 368521 h 381000"/>
                <a:gd name="csX17" fmla="*/ 23394 w 704850"/>
                <a:gd name="csY17" fmla="*/ 367378 h 381000"/>
                <a:gd name="csX18" fmla="*/ 24793 w 704850"/>
                <a:gd name="csY18" fmla="*/ 366168 h 381000"/>
                <a:gd name="csX19" fmla="*/ 26194 w 704850"/>
                <a:gd name="csY19" fmla="*/ 364835 h 381000"/>
                <a:gd name="csX20" fmla="*/ 27537 w 704850"/>
                <a:gd name="csY20" fmla="*/ 363434 h 381000"/>
                <a:gd name="csX21" fmla="*/ 28937 w 704850"/>
                <a:gd name="csY21" fmla="*/ 361910 h 381000"/>
                <a:gd name="csX22" fmla="*/ 30337 w 704850"/>
                <a:gd name="csY22" fmla="*/ 360320 h 381000"/>
                <a:gd name="csX23" fmla="*/ 31680 w 704850"/>
                <a:gd name="csY23" fmla="*/ 358605 h 381000"/>
                <a:gd name="csX24" fmla="*/ 33080 w 704850"/>
                <a:gd name="csY24" fmla="*/ 356700 h 381000"/>
                <a:gd name="csX25" fmla="*/ 34424 w 704850"/>
                <a:gd name="csY25" fmla="*/ 354795 h 381000"/>
                <a:gd name="csX26" fmla="*/ 35824 w 704850"/>
                <a:gd name="csY26" fmla="*/ 352700 h 381000"/>
                <a:gd name="csX27" fmla="*/ 37233 w 704850"/>
                <a:gd name="csY27" fmla="*/ 350471 h 381000"/>
                <a:gd name="csX28" fmla="*/ 38567 w 704850"/>
                <a:gd name="csY28" fmla="*/ 348128 h 381000"/>
                <a:gd name="csX29" fmla="*/ 39967 w 704850"/>
                <a:gd name="csY29" fmla="*/ 345651 h 381000"/>
                <a:gd name="csX30" fmla="*/ 41377 w 704850"/>
                <a:gd name="csY30" fmla="*/ 342975 h 381000"/>
                <a:gd name="csX31" fmla="*/ 42710 w 704850"/>
                <a:gd name="csY31" fmla="*/ 340184 h 381000"/>
                <a:gd name="csX32" fmla="*/ 44120 w 704850"/>
                <a:gd name="csY32" fmla="*/ 337260 h 381000"/>
                <a:gd name="csX33" fmla="*/ 45520 w 704850"/>
                <a:gd name="csY33" fmla="*/ 334088 h 381000"/>
                <a:gd name="csX34" fmla="*/ 46863 w 704850"/>
                <a:gd name="csY34" fmla="*/ 330840 h 381000"/>
                <a:gd name="csX35" fmla="*/ 48263 w 704850"/>
                <a:gd name="csY35" fmla="*/ 327411 h 381000"/>
                <a:gd name="csX36" fmla="*/ 49606 w 704850"/>
                <a:gd name="csY36" fmla="*/ 323792 h 381000"/>
                <a:gd name="csX37" fmla="*/ 51006 w 704850"/>
                <a:gd name="csY37" fmla="*/ 319981 h 381000"/>
                <a:gd name="csX38" fmla="*/ 52407 w 704850"/>
                <a:gd name="csY38" fmla="*/ 316038 h 381000"/>
                <a:gd name="csX39" fmla="*/ 53750 w 704850"/>
                <a:gd name="csY39" fmla="*/ 311914 h 381000"/>
                <a:gd name="csX40" fmla="*/ 55150 w 704850"/>
                <a:gd name="csY40" fmla="*/ 307589 h 381000"/>
                <a:gd name="csX41" fmla="*/ 56560 w 704850"/>
                <a:gd name="csY41" fmla="*/ 303141 h 381000"/>
                <a:gd name="csX42" fmla="*/ 57893 w 704850"/>
                <a:gd name="csY42" fmla="*/ 298503 h 381000"/>
                <a:gd name="csX43" fmla="*/ 59293 w 704850"/>
                <a:gd name="csY43" fmla="*/ 293616 h 381000"/>
                <a:gd name="csX44" fmla="*/ 60636 w 704850"/>
                <a:gd name="csY44" fmla="*/ 288597 h 381000"/>
                <a:gd name="csX45" fmla="*/ 62037 w 704850"/>
                <a:gd name="csY45" fmla="*/ 283453 h 381000"/>
                <a:gd name="csX46" fmla="*/ 63446 w 704850"/>
                <a:gd name="csY46" fmla="*/ 277986 h 381000"/>
                <a:gd name="csX47" fmla="*/ 64779 w 704850"/>
                <a:gd name="csY47" fmla="*/ 272461 h 381000"/>
                <a:gd name="csX48" fmla="*/ 66189 w 704850"/>
                <a:gd name="csY48" fmla="*/ 266737 h 381000"/>
                <a:gd name="csX49" fmla="*/ 67590 w 704850"/>
                <a:gd name="csY49" fmla="*/ 260831 h 381000"/>
                <a:gd name="csX50" fmla="*/ 68933 w 704850"/>
                <a:gd name="csY50" fmla="*/ 254792 h 381000"/>
                <a:gd name="csX51" fmla="*/ 70333 w 704850"/>
                <a:gd name="csY51" fmla="*/ 248630 h 381000"/>
                <a:gd name="csX52" fmla="*/ 71666 w 704850"/>
                <a:gd name="csY52" fmla="*/ 242276 h 381000"/>
                <a:gd name="csX53" fmla="*/ 73076 w 704850"/>
                <a:gd name="csY53" fmla="*/ 235733 h 381000"/>
                <a:gd name="csX54" fmla="*/ 74476 w 704850"/>
                <a:gd name="csY54" fmla="*/ 229132 h 381000"/>
                <a:gd name="csX55" fmla="*/ 75819 w 704850"/>
                <a:gd name="csY55" fmla="*/ 222398 h 381000"/>
                <a:gd name="csX56" fmla="*/ 77219 w 704850"/>
                <a:gd name="csY56" fmla="*/ 215530 h 381000"/>
                <a:gd name="csX57" fmla="*/ 78619 w 704850"/>
                <a:gd name="csY57" fmla="*/ 208549 h 381000"/>
                <a:gd name="csX58" fmla="*/ 79962 w 704850"/>
                <a:gd name="csY58" fmla="*/ 201491 h 381000"/>
                <a:gd name="csX59" fmla="*/ 81363 w 704850"/>
                <a:gd name="csY59" fmla="*/ 194375 h 381000"/>
                <a:gd name="csX60" fmla="*/ 82706 w 704850"/>
                <a:gd name="csY60" fmla="*/ 187136 h 381000"/>
                <a:gd name="csX61" fmla="*/ 84106 w 704850"/>
                <a:gd name="csY61" fmla="*/ 179888 h 381000"/>
                <a:gd name="csX62" fmla="*/ 85515 w 704850"/>
                <a:gd name="csY62" fmla="*/ 172525 h 381000"/>
                <a:gd name="csX63" fmla="*/ 86849 w 704850"/>
                <a:gd name="csY63" fmla="*/ 165219 h 381000"/>
                <a:gd name="csX64" fmla="*/ 88259 w 704850"/>
                <a:gd name="csY64" fmla="*/ 157847 h 381000"/>
                <a:gd name="csX65" fmla="*/ 89659 w 704850"/>
                <a:gd name="csY65" fmla="*/ 150474 h 381000"/>
                <a:gd name="csX66" fmla="*/ 90992 w 704850"/>
                <a:gd name="csY66" fmla="*/ 143112 h 381000"/>
                <a:gd name="csX67" fmla="*/ 92402 w 704850"/>
                <a:gd name="csY67" fmla="*/ 135797 h 381000"/>
                <a:gd name="csX68" fmla="*/ 93736 w 704850"/>
                <a:gd name="csY68" fmla="*/ 128491 h 381000"/>
                <a:gd name="csX69" fmla="*/ 95146 w 704850"/>
                <a:gd name="csY69" fmla="*/ 121252 h 381000"/>
                <a:gd name="csX70" fmla="*/ 96545 w 704850"/>
                <a:gd name="csY70" fmla="*/ 114137 h 381000"/>
                <a:gd name="csX71" fmla="*/ 97888 w 704850"/>
                <a:gd name="csY71" fmla="*/ 107022 h 381000"/>
                <a:gd name="csX72" fmla="*/ 99289 w 704850"/>
                <a:gd name="csY72" fmla="*/ 100097 h 381000"/>
                <a:gd name="csX73" fmla="*/ 100689 w 704850"/>
                <a:gd name="csY73" fmla="*/ 93296 h 381000"/>
                <a:gd name="csX74" fmla="*/ 102032 w 704850"/>
                <a:gd name="csY74" fmla="*/ 86562 h 381000"/>
                <a:gd name="csX75" fmla="*/ 103432 w 704850"/>
                <a:gd name="csY75" fmla="*/ 80085 h 381000"/>
                <a:gd name="csX76" fmla="*/ 104775 w 704850"/>
                <a:gd name="csY76" fmla="*/ 73731 h 381000"/>
                <a:gd name="csX77" fmla="*/ 106175 w 704850"/>
                <a:gd name="csY77" fmla="*/ 67569 h 381000"/>
                <a:gd name="csX78" fmla="*/ 107585 w 704850"/>
                <a:gd name="csY78" fmla="*/ 61597 h 381000"/>
                <a:gd name="csX79" fmla="*/ 108919 w 704850"/>
                <a:gd name="csY79" fmla="*/ 55882 h 381000"/>
                <a:gd name="csX80" fmla="*/ 110318 w 704850"/>
                <a:gd name="csY80" fmla="*/ 50290 h 381000"/>
                <a:gd name="csX81" fmla="*/ 111728 w 704850"/>
                <a:gd name="csY81" fmla="*/ 45014 h 381000"/>
                <a:gd name="csX82" fmla="*/ 113062 w 704850"/>
                <a:gd name="csY82" fmla="*/ 39994 h 381000"/>
                <a:gd name="csX83" fmla="*/ 114472 w 704850"/>
                <a:gd name="csY83" fmla="*/ 35232 h 381000"/>
                <a:gd name="csX84" fmla="*/ 115805 w 704850"/>
                <a:gd name="csY84" fmla="*/ 30717 h 381000"/>
                <a:gd name="csX85" fmla="*/ 117215 w 704850"/>
                <a:gd name="csY85" fmla="*/ 26526 h 381000"/>
                <a:gd name="csX86" fmla="*/ 118615 w 704850"/>
                <a:gd name="csY86" fmla="*/ 22582 h 381000"/>
                <a:gd name="csX87" fmla="*/ 119958 w 704850"/>
                <a:gd name="csY87" fmla="*/ 18906 h 381000"/>
                <a:gd name="csX88" fmla="*/ 121358 w 704850"/>
                <a:gd name="csY88" fmla="*/ 15667 h 381000"/>
                <a:gd name="csX89" fmla="*/ 122758 w 704850"/>
                <a:gd name="csY89" fmla="*/ 12676 h 381000"/>
                <a:gd name="csX90" fmla="*/ 124101 w 704850"/>
                <a:gd name="csY90" fmla="*/ 9943 h 381000"/>
                <a:gd name="csX91" fmla="*/ 125501 w 704850"/>
                <a:gd name="csY91" fmla="*/ 7590 h 381000"/>
                <a:gd name="csX92" fmla="*/ 126844 w 704850"/>
                <a:gd name="csY92" fmla="*/ 5561 h 381000"/>
                <a:gd name="csX93" fmla="*/ 128245 w 704850"/>
                <a:gd name="csY93" fmla="*/ 3780 h 381000"/>
                <a:gd name="csX94" fmla="*/ 129645 w 704850"/>
                <a:gd name="csY94" fmla="*/ 2380 h 381000"/>
                <a:gd name="csX95" fmla="*/ 130988 w 704850"/>
                <a:gd name="csY95" fmla="*/ 1304 h 381000"/>
                <a:gd name="csX96" fmla="*/ 132388 w 704850"/>
                <a:gd name="csY96" fmla="*/ 541 h 381000"/>
                <a:gd name="csX97" fmla="*/ 133798 w 704850"/>
                <a:gd name="csY97" fmla="*/ 37 h 381000"/>
                <a:gd name="csX98" fmla="*/ 135131 w 704850"/>
                <a:gd name="csY98" fmla="*/ -30 h 381000"/>
                <a:gd name="csX99" fmla="*/ 136541 w 704850"/>
                <a:gd name="csY99" fmla="*/ 94 h 381000"/>
                <a:gd name="csX100" fmla="*/ 137874 w 704850"/>
                <a:gd name="csY100" fmla="*/ 541 h 381000"/>
                <a:gd name="csX101" fmla="*/ 139284 w 704850"/>
                <a:gd name="csY101" fmla="*/ 1370 h 381000"/>
                <a:gd name="csX102" fmla="*/ 140684 w 704850"/>
                <a:gd name="csY102" fmla="*/ 2447 h 381000"/>
                <a:gd name="csX103" fmla="*/ 142028 w 704850"/>
                <a:gd name="csY103" fmla="*/ 3723 h 381000"/>
                <a:gd name="csX104" fmla="*/ 143427 w 704850"/>
                <a:gd name="csY104" fmla="*/ 5371 h 381000"/>
                <a:gd name="csX105" fmla="*/ 144827 w 704850"/>
                <a:gd name="csY105" fmla="*/ 7276 h 381000"/>
                <a:gd name="csX106" fmla="*/ 146171 w 704850"/>
                <a:gd name="csY106" fmla="*/ 9371 h 381000"/>
                <a:gd name="csX107" fmla="*/ 147571 w 704850"/>
                <a:gd name="csY107" fmla="*/ 11724 h 381000"/>
                <a:gd name="csX108" fmla="*/ 148914 w 704850"/>
                <a:gd name="csY108" fmla="*/ 14324 h 381000"/>
                <a:gd name="csX109" fmla="*/ 150314 w 704850"/>
                <a:gd name="csY109" fmla="*/ 17124 h 381000"/>
                <a:gd name="csX110" fmla="*/ 151714 w 704850"/>
                <a:gd name="csY110" fmla="*/ 20106 h 381000"/>
                <a:gd name="csX111" fmla="*/ 153057 w 704850"/>
                <a:gd name="csY111" fmla="*/ 23411 h 381000"/>
                <a:gd name="csX112" fmla="*/ 154458 w 704850"/>
                <a:gd name="csY112" fmla="*/ 26783 h 381000"/>
                <a:gd name="csX113" fmla="*/ 155867 w 704850"/>
                <a:gd name="csY113" fmla="*/ 30336 h 381000"/>
                <a:gd name="csX114" fmla="*/ 157200 w 704850"/>
                <a:gd name="csY114" fmla="*/ 34089 h 381000"/>
                <a:gd name="csX115" fmla="*/ 158610 w 704850"/>
                <a:gd name="csY115" fmla="*/ 37899 h 381000"/>
                <a:gd name="csX116" fmla="*/ 159944 w 704850"/>
                <a:gd name="csY116" fmla="*/ 41899 h 381000"/>
                <a:gd name="csX117" fmla="*/ 161354 w 704850"/>
                <a:gd name="csY117" fmla="*/ 46033 h 381000"/>
                <a:gd name="csX118" fmla="*/ 162754 w 704850"/>
                <a:gd name="csY118" fmla="*/ 50224 h 381000"/>
                <a:gd name="csX119" fmla="*/ 164087 w 704850"/>
                <a:gd name="csY119" fmla="*/ 54548 h 381000"/>
                <a:gd name="csX120" fmla="*/ 165497 w 704850"/>
                <a:gd name="csY120" fmla="*/ 58930 h 381000"/>
                <a:gd name="csX121" fmla="*/ 166897 w 704850"/>
                <a:gd name="csY121" fmla="*/ 63378 h 381000"/>
                <a:gd name="csX122" fmla="*/ 168240 w 704850"/>
                <a:gd name="csY122" fmla="*/ 67883 h 381000"/>
                <a:gd name="csX123" fmla="*/ 169640 w 704850"/>
                <a:gd name="csY123" fmla="*/ 72465 h 381000"/>
                <a:gd name="csX124" fmla="*/ 170983 w 704850"/>
                <a:gd name="csY124" fmla="*/ 77037 h 381000"/>
                <a:gd name="csX125" fmla="*/ 172383 w 704850"/>
                <a:gd name="csY125" fmla="*/ 81609 h 381000"/>
                <a:gd name="csX126" fmla="*/ 173784 w 704850"/>
                <a:gd name="csY126" fmla="*/ 86248 h 381000"/>
                <a:gd name="csX127" fmla="*/ 175127 w 704850"/>
                <a:gd name="csY127" fmla="*/ 90886 h 381000"/>
                <a:gd name="csX128" fmla="*/ 176527 w 704850"/>
                <a:gd name="csY128" fmla="*/ 95458 h 381000"/>
                <a:gd name="csX129" fmla="*/ 177927 w 704850"/>
                <a:gd name="csY129" fmla="*/ 100097 h 381000"/>
                <a:gd name="csX130" fmla="*/ 179270 w 704850"/>
                <a:gd name="csY130" fmla="*/ 104669 h 381000"/>
                <a:gd name="csX131" fmla="*/ 180670 w 704850"/>
                <a:gd name="csY131" fmla="*/ 109184 h 381000"/>
                <a:gd name="csX132" fmla="*/ 182014 w 704850"/>
                <a:gd name="csY132" fmla="*/ 113689 h 381000"/>
                <a:gd name="csX133" fmla="*/ 183413 w 704850"/>
                <a:gd name="csY133" fmla="*/ 118137 h 381000"/>
                <a:gd name="csX134" fmla="*/ 184823 w 704850"/>
                <a:gd name="csY134" fmla="*/ 122519 h 381000"/>
                <a:gd name="csX135" fmla="*/ 186157 w 704850"/>
                <a:gd name="csY135" fmla="*/ 126843 h 381000"/>
                <a:gd name="csX136" fmla="*/ 187566 w 704850"/>
                <a:gd name="csY136" fmla="*/ 131158 h 381000"/>
                <a:gd name="csX137" fmla="*/ 188967 w 704850"/>
                <a:gd name="csY137" fmla="*/ 135358 h 381000"/>
                <a:gd name="csX138" fmla="*/ 190310 w 704850"/>
                <a:gd name="csY138" fmla="*/ 139483 h 381000"/>
                <a:gd name="csX139" fmla="*/ 191710 w 704850"/>
                <a:gd name="csY139" fmla="*/ 143550 h 381000"/>
                <a:gd name="csX140" fmla="*/ 193053 w 704850"/>
                <a:gd name="csY140" fmla="*/ 147550 h 381000"/>
                <a:gd name="csX141" fmla="*/ 194453 w 704850"/>
                <a:gd name="csY141" fmla="*/ 151427 h 381000"/>
                <a:gd name="csX142" fmla="*/ 195853 w 704850"/>
                <a:gd name="csY142" fmla="*/ 155237 h 381000"/>
                <a:gd name="csX143" fmla="*/ 197196 w 704850"/>
                <a:gd name="csY143" fmla="*/ 158990 h 381000"/>
                <a:gd name="csX144" fmla="*/ 198596 w 704850"/>
                <a:gd name="csY144" fmla="*/ 162609 h 381000"/>
                <a:gd name="csX145" fmla="*/ 199997 w 704850"/>
                <a:gd name="csY145" fmla="*/ 166172 h 381000"/>
                <a:gd name="csX146" fmla="*/ 201340 w 704850"/>
                <a:gd name="csY146" fmla="*/ 169601 h 381000"/>
                <a:gd name="csX147" fmla="*/ 202740 w 704850"/>
                <a:gd name="csY147" fmla="*/ 172963 h 381000"/>
                <a:gd name="csX148" fmla="*/ 204083 w 704850"/>
                <a:gd name="csY148" fmla="*/ 176268 h 381000"/>
                <a:gd name="csX149" fmla="*/ 205483 w 704850"/>
                <a:gd name="csY149" fmla="*/ 179449 h 381000"/>
                <a:gd name="csX150" fmla="*/ 206893 w 704850"/>
                <a:gd name="csY150" fmla="*/ 182564 h 381000"/>
                <a:gd name="csX151" fmla="*/ 208226 w 704850"/>
                <a:gd name="csY151" fmla="*/ 185546 h 381000"/>
                <a:gd name="csX152" fmla="*/ 209636 w 704850"/>
                <a:gd name="csY152" fmla="*/ 188536 h 381000"/>
                <a:gd name="csX153" fmla="*/ 211036 w 704850"/>
                <a:gd name="csY153" fmla="*/ 191327 h 381000"/>
                <a:gd name="csX154" fmla="*/ 212369 w 704850"/>
                <a:gd name="csY154" fmla="*/ 194128 h 381000"/>
                <a:gd name="csX155" fmla="*/ 213779 w 704850"/>
                <a:gd name="csY155" fmla="*/ 196795 h 381000"/>
                <a:gd name="csX156" fmla="*/ 215180 w 704850"/>
                <a:gd name="csY156" fmla="*/ 199328 h 381000"/>
                <a:gd name="csX157" fmla="*/ 216522 w 704850"/>
                <a:gd name="csY157" fmla="*/ 201871 h 381000"/>
                <a:gd name="csX158" fmla="*/ 217922 w 704850"/>
                <a:gd name="csY158" fmla="*/ 204291 h 381000"/>
                <a:gd name="csX159" fmla="*/ 219265 w 704850"/>
                <a:gd name="csY159" fmla="*/ 206643 h 381000"/>
                <a:gd name="csX160" fmla="*/ 220666 w 704850"/>
                <a:gd name="csY160" fmla="*/ 208929 h 381000"/>
                <a:gd name="csX161" fmla="*/ 222066 w 704850"/>
                <a:gd name="csY161" fmla="*/ 211149 h 381000"/>
                <a:gd name="csX162" fmla="*/ 223409 w 704850"/>
                <a:gd name="csY162" fmla="*/ 213311 h 381000"/>
                <a:gd name="csX163" fmla="*/ 224809 w 704850"/>
                <a:gd name="csY163" fmla="*/ 215407 h 381000"/>
                <a:gd name="csX164" fmla="*/ 226219 w 704850"/>
                <a:gd name="csY164" fmla="*/ 217378 h 381000"/>
                <a:gd name="csX165" fmla="*/ 227553 w 704850"/>
                <a:gd name="csY165" fmla="*/ 219350 h 381000"/>
                <a:gd name="csX166" fmla="*/ 228952 w 704850"/>
                <a:gd name="csY166" fmla="*/ 221255 h 381000"/>
                <a:gd name="csX167" fmla="*/ 230295 w 704850"/>
                <a:gd name="csY167" fmla="*/ 223093 h 381000"/>
                <a:gd name="csX168" fmla="*/ 231696 w 704850"/>
                <a:gd name="csY168" fmla="*/ 224874 h 381000"/>
                <a:gd name="csX169" fmla="*/ 233105 w 704850"/>
                <a:gd name="csY169" fmla="*/ 226589 h 381000"/>
                <a:gd name="csX170" fmla="*/ 234439 w 704850"/>
                <a:gd name="csY170" fmla="*/ 228237 h 381000"/>
                <a:gd name="csX171" fmla="*/ 235849 w 704850"/>
                <a:gd name="csY171" fmla="*/ 229894 h 381000"/>
                <a:gd name="csX172" fmla="*/ 237249 w 704850"/>
                <a:gd name="csY172" fmla="*/ 231475 h 381000"/>
                <a:gd name="csX173" fmla="*/ 238592 w 704850"/>
                <a:gd name="csY173" fmla="*/ 233009 h 381000"/>
                <a:gd name="csX174" fmla="*/ 239992 w 704850"/>
                <a:gd name="csY174" fmla="*/ 234466 h 381000"/>
                <a:gd name="csX175" fmla="*/ 241335 w 704850"/>
                <a:gd name="csY175" fmla="*/ 235923 h 381000"/>
                <a:gd name="csX176" fmla="*/ 242735 w 704850"/>
                <a:gd name="csY176" fmla="*/ 237324 h 381000"/>
                <a:gd name="csX177" fmla="*/ 244135 w 704850"/>
                <a:gd name="csY177" fmla="*/ 238724 h 381000"/>
                <a:gd name="csX178" fmla="*/ 245478 w 704850"/>
                <a:gd name="csY178" fmla="*/ 240057 h 381000"/>
                <a:gd name="csX179" fmla="*/ 246879 w 704850"/>
                <a:gd name="csY179" fmla="*/ 241391 h 381000"/>
                <a:gd name="csX180" fmla="*/ 248279 w 704850"/>
                <a:gd name="csY180" fmla="*/ 242658 h 381000"/>
                <a:gd name="csX181" fmla="*/ 249622 w 704850"/>
                <a:gd name="csY181" fmla="*/ 243934 h 381000"/>
                <a:gd name="csX182" fmla="*/ 251022 w 704850"/>
                <a:gd name="csY182" fmla="*/ 245143 h 381000"/>
                <a:gd name="csX183" fmla="*/ 252365 w 704850"/>
                <a:gd name="csY183" fmla="*/ 246286 h 381000"/>
                <a:gd name="csX184" fmla="*/ 253765 w 704850"/>
                <a:gd name="csY184" fmla="*/ 247487 h 381000"/>
                <a:gd name="csX185" fmla="*/ 255175 w 704850"/>
                <a:gd name="csY185" fmla="*/ 248630 h 381000"/>
                <a:gd name="csX186" fmla="*/ 256508 w 704850"/>
                <a:gd name="csY186" fmla="*/ 249716 h 381000"/>
                <a:gd name="csX187" fmla="*/ 257918 w 704850"/>
                <a:gd name="csY187" fmla="*/ 250858 h 381000"/>
                <a:gd name="csX188" fmla="*/ 259318 w 704850"/>
                <a:gd name="csY188" fmla="*/ 251878 h 381000"/>
                <a:gd name="csX189" fmla="*/ 260652 w 704850"/>
                <a:gd name="csY189" fmla="*/ 252954 h 381000"/>
                <a:gd name="csX190" fmla="*/ 262062 w 704850"/>
                <a:gd name="csY190" fmla="*/ 253973 h 381000"/>
                <a:gd name="csX191" fmla="*/ 263395 w 704850"/>
                <a:gd name="csY191" fmla="*/ 254983 h 381000"/>
                <a:gd name="csX192" fmla="*/ 264804 w 704850"/>
                <a:gd name="csY192" fmla="*/ 256002 h 381000"/>
                <a:gd name="csX193" fmla="*/ 266205 w 704850"/>
                <a:gd name="csY193" fmla="*/ 257021 h 381000"/>
                <a:gd name="csX194" fmla="*/ 267548 w 704850"/>
                <a:gd name="csY194" fmla="*/ 257974 h 381000"/>
                <a:gd name="csX195" fmla="*/ 268948 w 704850"/>
                <a:gd name="csY195" fmla="*/ 258926 h 381000"/>
                <a:gd name="csX196" fmla="*/ 270348 w 704850"/>
                <a:gd name="csY196" fmla="*/ 259879 h 381000"/>
                <a:gd name="csX197" fmla="*/ 271691 w 704850"/>
                <a:gd name="csY197" fmla="*/ 260765 h 381000"/>
                <a:gd name="csX198" fmla="*/ 273091 w 704850"/>
                <a:gd name="csY198" fmla="*/ 261717 h 381000"/>
                <a:gd name="csX199" fmla="*/ 274435 w 704850"/>
                <a:gd name="csY199" fmla="*/ 262612 h 381000"/>
                <a:gd name="csX200" fmla="*/ 275835 w 704850"/>
                <a:gd name="csY200" fmla="*/ 263498 h 381000"/>
                <a:gd name="csX201" fmla="*/ 277244 w 704850"/>
                <a:gd name="csY201" fmla="*/ 264393 h 381000"/>
                <a:gd name="csX202" fmla="*/ 278578 w 704850"/>
                <a:gd name="csY202" fmla="*/ 265213 h 381000"/>
                <a:gd name="csX203" fmla="*/ 279978 w 704850"/>
                <a:gd name="csY203" fmla="*/ 266108 h 381000"/>
                <a:gd name="csX204" fmla="*/ 281388 w 704850"/>
                <a:gd name="csY204" fmla="*/ 266927 h 381000"/>
                <a:gd name="csX205" fmla="*/ 282721 w 704850"/>
                <a:gd name="csY205" fmla="*/ 267756 h 381000"/>
                <a:gd name="csX206" fmla="*/ 284131 w 704850"/>
                <a:gd name="csY206" fmla="*/ 268584 h 381000"/>
                <a:gd name="csX207" fmla="*/ 285464 w 704850"/>
                <a:gd name="csY207" fmla="*/ 269413 h 381000"/>
                <a:gd name="csX208" fmla="*/ 286874 w 704850"/>
                <a:gd name="csY208" fmla="*/ 270166 h 381000"/>
                <a:gd name="csX209" fmla="*/ 288274 w 704850"/>
                <a:gd name="csY209" fmla="*/ 270994 h 381000"/>
                <a:gd name="csX210" fmla="*/ 289617 w 704850"/>
                <a:gd name="csY210" fmla="*/ 271756 h 381000"/>
                <a:gd name="csX211" fmla="*/ 291017 w 704850"/>
                <a:gd name="csY211" fmla="*/ 272518 h 381000"/>
                <a:gd name="csX212" fmla="*/ 292418 w 704850"/>
                <a:gd name="csY212" fmla="*/ 273280 h 381000"/>
                <a:gd name="csX213" fmla="*/ 293761 w 704850"/>
                <a:gd name="csY213" fmla="*/ 274042 h 381000"/>
                <a:gd name="csX214" fmla="*/ 295161 w 704850"/>
                <a:gd name="csY214" fmla="*/ 274804 h 381000"/>
                <a:gd name="csX215" fmla="*/ 296504 w 704850"/>
                <a:gd name="csY215" fmla="*/ 275509 h 381000"/>
                <a:gd name="csX216" fmla="*/ 297904 w 704850"/>
                <a:gd name="csY216" fmla="*/ 276205 h 381000"/>
                <a:gd name="csX217" fmla="*/ 299304 w 704850"/>
                <a:gd name="csY217" fmla="*/ 276966 h 381000"/>
                <a:gd name="csX218" fmla="*/ 300647 w 704850"/>
                <a:gd name="csY218" fmla="*/ 277671 h 381000"/>
                <a:gd name="csX219" fmla="*/ 302047 w 704850"/>
                <a:gd name="csY219" fmla="*/ 278300 h 381000"/>
                <a:gd name="csX220" fmla="*/ 303457 w 704850"/>
                <a:gd name="csY220" fmla="*/ 279005 h 381000"/>
                <a:gd name="csX221" fmla="*/ 304790 w 704850"/>
                <a:gd name="csY221" fmla="*/ 279700 h 381000"/>
                <a:gd name="csX222" fmla="*/ 306200 w 704850"/>
                <a:gd name="csY222" fmla="*/ 280338 h 381000"/>
                <a:gd name="csX223" fmla="*/ 307534 w 704850"/>
                <a:gd name="csY223" fmla="*/ 280967 h 381000"/>
                <a:gd name="csX224" fmla="*/ 308944 w 704850"/>
                <a:gd name="csY224" fmla="*/ 281605 h 381000"/>
                <a:gd name="csX225" fmla="*/ 310343 w 704850"/>
                <a:gd name="csY225" fmla="*/ 282243 h 381000"/>
                <a:gd name="csX226" fmla="*/ 311677 w 704850"/>
                <a:gd name="csY226" fmla="*/ 282815 h 381000"/>
                <a:gd name="csX227" fmla="*/ 313087 w 704850"/>
                <a:gd name="csY227" fmla="*/ 283453 h 381000"/>
                <a:gd name="csX228" fmla="*/ 314487 w 704850"/>
                <a:gd name="csY228" fmla="*/ 284024 h 381000"/>
                <a:gd name="csX229" fmla="*/ 315830 w 704850"/>
                <a:gd name="csY229" fmla="*/ 284596 h 381000"/>
                <a:gd name="csX230" fmla="*/ 317230 w 704850"/>
                <a:gd name="csY230" fmla="*/ 285167 h 381000"/>
                <a:gd name="csX231" fmla="*/ 318573 w 704850"/>
                <a:gd name="csY231" fmla="*/ 285672 h 381000"/>
                <a:gd name="csX232" fmla="*/ 319973 w 704850"/>
                <a:gd name="csY232" fmla="*/ 286244 h 381000"/>
                <a:gd name="csX233" fmla="*/ 321374 w 704850"/>
                <a:gd name="csY233" fmla="*/ 286749 h 381000"/>
                <a:gd name="csX234" fmla="*/ 322717 w 704850"/>
                <a:gd name="csY234" fmla="*/ 287263 h 381000"/>
                <a:gd name="csX235" fmla="*/ 324117 w 704850"/>
                <a:gd name="csY235" fmla="*/ 287768 h 381000"/>
                <a:gd name="csX236" fmla="*/ 325526 w 704850"/>
                <a:gd name="csY236" fmla="*/ 288273 h 381000"/>
                <a:gd name="csX237" fmla="*/ 326860 w 704850"/>
                <a:gd name="csY237" fmla="*/ 288720 h 381000"/>
                <a:gd name="csX238" fmla="*/ 328270 w 704850"/>
                <a:gd name="csY238" fmla="*/ 289235 h 381000"/>
                <a:gd name="csX239" fmla="*/ 329603 w 704850"/>
                <a:gd name="csY239" fmla="*/ 289673 h 381000"/>
                <a:gd name="csX240" fmla="*/ 331003 w 704850"/>
                <a:gd name="csY240" fmla="*/ 290121 h 381000"/>
                <a:gd name="csX241" fmla="*/ 332413 w 704850"/>
                <a:gd name="csY241" fmla="*/ 290568 h 381000"/>
                <a:gd name="csX242" fmla="*/ 333747 w 704850"/>
                <a:gd name="csY242" fmla="*/ 290949 h 381000"/>
                <a:gd name="csX243" fmla="*/ 335156 w 704850"/>
                <a:gd name="csY243" fmla="*/ 291387 h 381000"/>
                <a:gd name="csX244" fmla="*/ 336556 w 704850"/>
                <a:gd name="csY244" fmla="*/ 291768 h 381000"/>
                <a:gd name="csX245" fmla="*/ 337899 w 704850"/>
                <a:gd name="csY245" fmla="*/ 292149 h 381000"/>
                <a:gd name="csX246" fmla="*/ 339300 w 704850"/>
                <a:gd name="csY246" fmla="*/ 292530 h 381000"/>
                <a:gd name="csX247" fmla="*/ 340643 w 704850"/>
                <a:gd name="csY247" fmla="*/ 292911 h 381000"/>
                <a:gd name="csX248" fmla="*/ 342043 w 704850"/>
                <a:gd name="csY248" fmla="*/ 293235 h 381000"/>
                <a:gd name="csX249" fmla="*/ 343443 w 704850"/>
                <a:gd name="csY249" fmla="*/ 293616 h 381000"/>
                <a:gd name="csX250" fmla="*/ 344786 w 704850"/>
                <a:gd name="csY250" fmla="*/ 293931 h 381000"/>
                <a:gd name="csX251" fmla="*/ 346186 w 704850"/>
                <a:gd name="csY251" fmla="*/ 294245 h 381000"/>
                <a:gd name="csX252" fmla="*/ 347596 w 704850"/>
                <a:gd name="csY252" fmla="*/ 294569 h 381000"/>
                <a:gd name="csX253" fmla="*/ 348929 w 704850"/>
                <a:gd name="csY253" fmla="*/ 294883 h 381000"/>
                <a:gd name="csX254" fmla="*/ 350329 w 704850"/>
                <a:gd name="csY254" fmla="*/ 295197 h 381000"/>
                <a:gd name="csX255" fmla="*/ 351672 w 704850"/>
                <a:gd name="csY255" fmla="*/ 295521 h 381000"/>
                <a:gd name="csX256" fmla="*/ 353073 w 704850"/>
                <a:gd name="csY256" fmla="*/ 295778 h 381000"/>
                <a:gd name="csX257" fmla="*/ 354483 w 704850"/>
                <a:gd name="csY257" fmla="*/ 296093 h 381000"/>
                <a:gd name="csX258" fmla="*/ 355816 w 704850"/>
                <a:gd name="csY258" fmla="*/ 296350 h 381000"/>
                <a:gd name="csX259" fmla="*/ 357225 w 704850"/>
                <a:gd name="csY259" fmla="*/ 296598 h 381000"/>
                <a:gd name="csX260" fmla="*/ 358626 w 704850"/>
                <a:gd name="csY260" fmla="*/ 296855 h 381000"/>
                <a:gd name="csX261" fmla="*/ 359969 w 704850"/>
                <a:gd name="csY261" fmla="*/ 297112 h 381000"/>
                <a:gd name="csX262" fmla="*/ 361369 w 704850"/>
                <a:gd name="csY262" fmla="*/ 297359 h 381000"/>
                <a:gd name="csX263" fmla="*/ 362702 w 704850"/>
                <a:gd name="csY263" fmla="*/ 297617 h 381000"/>
                <a:gd name="csX264" fmla="*/ 364112 w 704850"/>
                <a:gd name="csY264" fmla="*/ 297874 h 381000"/>
                <a:gd name="csX265" fmla="*/ 365512 w 704850"/>
                <a:gd name="csY265" fmla="*/ 298064 h 381000"/>
                <a:gd name="csX266" fmla="*/ 366856 w 704850"/>
                <a:gd name="csY266" fmla="*/ 298312 h 381000"/>
                <a:gd name="csX267" fmla="*/ 368256 w 704850"/>
                <a:gd name="csY267" fmla="*/ 298569 h 381000"/>
                <a:gd name="csX268" fmla="*/ 369656 w 704850"/>
                <a:gd name="csY268" fmla="*/ 298760 h 381000"/>
                <a:gd name="csX269" fmla="*/ 370999 w 704850"/>
                <a:gd name="csY269" fmla="*/ 299017 h 381000"/>
                <a:gd name="csX270" fmla="*/ 372399 w 704850"/>
                <a:gd name="csY270" fmla="*/ 299207 h 381000"/>
                <a:gd name="csX271" fmla="*/ 373809 w 704850"/>
                <a:gd name="csY271" fmla="*/ 299455 h 381000"/>
                <a:gd name="csX272" fmla="*/ 375142 w 704850"/>
                <a:gd name="csY272" fmla="*/ 299646 h 381000"/>
                <a:gd name="csX273" fmla="*/ 376552 w 704850"/>
                <a:gd name="csY273" fmla="*/ 299836 h 381000"/>
                <a:gd name="csX274" fmla="*/ 377885 w 704850"/>
                <a:gd name="csY274" fmla="*/ 300093 h 381000"/>
                <a:gd name="csX275" fmla="*/ 379295 w 704850"/>
                <a:gd name="csY275" fmla="*/ 300284 h 381000"/>
                <a:gd name="csX276" fmla="*/ 380695 w 704850"/>
                <a:gd name="csY276" fmla="*/ 300474 h 381000"/>
                <a:gd name="csX277" fmla="*/ 382029 w 704850"/>
                <a:gd name="csY277" fmla="*/ 300665 h 381000"/>
                <a:gd name="csX278" fmla="*/ 383438 w 704850"/>
                <a:gd name="csY278" fmla="*/ 300855 h 381000"/>
                <a:gd name="csX279" fmla="*/ 384839 w 704850"/>
                <a:gd name="csY279" fmla="*/ 301112 h 381000"/>
                <a:gd name="csX280" fmla="*/ 386182 w 704850"/>
                <a:gd name="csY280" fmla="*/ 301303 h 381000"/>
                <a:gd name="csX281" fmla="*/ 387582 w 704850"/>
                <a:gd name="csY281" fmla="*/ 301493 h 381000"/>
                <a:gd name="csX282" fmla="*/ 388925 w 704850"/>
                <a:gd name="csY282" fmla="*/ 301684 h 381000"/>
                <a:gd name="csX283" fmla="*/ 390325 w 704850"/>
                <a:gd name="csY283" fmla="*/ 301875 h 381000"/>
                <a:gd name="csX284" fmla="*/ 391725 w 704850"/>
                <a:gd name="csY284" fmla="*/ 302065 h 381000"/>
                <a:gd name="csX285" fmla="*/ 393068 w 704850"/>
                <a:gd name="csY285" fmla="*/ 302255 h 381000"/>
                <a:gd name="csX286" fmla="*/ 394469 w 704850"/>
                <a:gd name="csY286" fmla="*/ 302446 h 381000"/>
                <a:gd name="csX287" fmla="*/ 395868 w 704850"/>
                <a:gd name="csY287" fmla="*/ 302636 h 381000"/>
                <a:gd name="csX288" fmla="*/ 397211 w 704850"/>
                <a:gd name="csY288" fmla="*/ 302827 h 381000"/>
                <a:gd name="csX289" fmla="*/ 398612 w 704850"/>
                <a:gd name="csY289" fmla="*/ 303018 h 381000"/>
                <a:gd name="csX290" fmla="*/ 399955 w 704850"/>
                <a:gd name="csY290" fmla="*/ 303208 h 381000"/>
                <a:gd name="csX291" fmla="*/ 401355 w 704850"/>
                <a:gd name="csY291" fmla="*/ 303398 h 381000"/>
                <a:gd name="csX292" fmla="*/ 402765 w 704850"/>
                <a:gd name="csY292" fmla="*/ 303589 h 381000"/>
                <a:gd name="csX293" fmla="*/ 404098 w 704850"/>
                <a:gd name="csY293" fmla="*/ 303779 h 381000"/>
                <a:gd name="csX294" fmla="*/ 405508 w 704850"/>
                <a:gd name="csY294" fmla="*/ 303970 h 381000"/>
                <a:gd name="csX295" fmla="*/ 406908 w 704850"/>
                <a:gd name="csY295" fmla="*/ 304160 h 381000"/>
                <a:gd name="csX296" fmla="*/ 408251 w 704850"/>
                <a:gd name="csY296" fmla="*/ 304351 h 381000"/>
                <a:gd name="csX297" fmla="*/ 409651 w 704850"/>
                <a:gd name="csY297" fmla="*/ 304542 h 381000"/>
                <a:gd name="csX298" fmla="*/ 410994 w 704850"/>
                <a:gd name="csY298" fmla="*/ 304665 h 381000"/>
                <a:gd name="csX299" fmla="*/ 412394 w 704850"/>
                <a:gd name="csY299" fmla="*/ 304856 h 381000"/>
                <a:gd name="csX300" fmla="*/ 413795 w 704850"/>
                <a:gd name="csY300" fmla="*/ 305046 h 381000"/>
                <a:gd name="csX301" fmla="*/ 415138 w 704850"/>
                <a:gd name="csY301" fmla="*/ 305180 h 381000"/>
                <a:gd name="csX302" fmla="*/ 416538 w 704850"/>
                <a:gd name="csY302" fmla="*/ 305370 h 381000"/>
                <a:gd name="csX303" fmla="*/ 417938 w 704850"/>
                <a:gd name="csY303" fmla="*/ 305494 h 381000"/>
                <a:gd name="csX304" fmla="*/ 419281 w 704850"/>
                <a:gd name="csY304" fmla="*/ 305684 h 381000"/>
                <a:gd name="csX305" fmla="*/ 420681 w 704850"/>
                <a:gd name="csY305" fmla="*/ 305808 h 381000"/>
                <a:gd name="csX306" fmla="*/ 422024 w 704850"/>
                <a:gd name="csY306" fmla="*/ 305941 h 381000"/>
                <a:gd name="csX307" fmla="*/ 423424 w 704850"/>
                <a:gd name="csY307" fmla="*/ 306065 h 381000"/>
                <a:gd name="csX308" fmla="*/ 424834 w 704850"/>
                <a:gd name="csY308" fmla="*/ 306189 h 381000"/>
                <a:gd name="csX309" fmla="*/ 426168 w 704850"/>
                <a:gd name="csY309" fmla="*/ 306323 h 381000"/>
                <a:gd name="csX310" fmla="*/ 427578 w 704850"/>
                <a:gd name="csY310" fmla="*/ 306446 h 381000"/>
                <a:gd name="csX311" fmla="*/ 428978 w 704850"/>
                <a:gd name="csY311" fmla="*/ 306570 h 381000"/>
                <a:gd name="csX312" fmla="*/ 430311 w 704850"/>
                <a:gd name="csY312" fmla="*/ 306704 h 381000"/>
                <a:gd name="csX313" fmla="*/ 431721 w 704850"/>
                <a:gd name="csY313" fmla="*/ 306761 h 381000"/>
                <a:gd name="csX314" fmla="*/ 433054 w 704850"/>
                <a:gd name="csY314" fmla="*/ 306894 h 381000"/>
                <a:gd name="csX315" fmla="*/ 434464 w 704850"/>
                <a:gd name="csY315" fmla="*/ 306951 h 381000"/>
                <a:gd name="csX316" fmla="*/ 435864 w 704850"/>
                <a:gd name="csY316" fmla="*/ 307018 h 381000"/>
                <a:gd name="csX317" fmla="*/ 437207 w 704850"/>
                <a:gd name="csY317" fmla="*/ 307085 h 381000"/>
                <a:gd name="csX318" fmla="*/ 438607 w 704850"/>
                <a:gd name="csY318" fmla="*/ 307142 h 381000"/>
                <a:gd name="csX319" fmla="*/ 440008 w 704850"/>
                <a:gd name="csY319" fmla="*/ 307209 h 381000"/>
                <a:gd name="csX320" fmla="*/ 441351 w 704850"/>
                <a:gd name="csY320" fmla="*/ 307275 h 381000"/>
                <a:gd name="csX321" fmla="*/ 442751 w 704850"/>
                <a:gd name="csY321" fmla="*/ 307275 h 381000"/>
                <a:gd name="csX322" fmla="*/ 444093 w 704850"/>
                <a:gd name="csY322" fmla="*/ 307275 h 381000"/>
                <a:gd name="csX323" fmla="*/ 445494 w 704850"/>
                <a:gd name="csY323" fmla="*/ 307275 h 381000"/>
                <a:gd name="csX324" fmla="*/ 446894 w 704850"/>
                <a:gd name="csY324" fmla="*/ 307275 h 381000"/>
                <a:gd name="csX325" fmla="*/ 448237 w 704850"/>
                <a:gd name="csY325" fmla="*/ 307275 h 381000"/>
                <a:gd name="csX326" fmla="*/ 449637 w 704850"/>
                <a:gd name="csY326" fmla="*/ 307275 h 381000"/>
                <a:gd name="csX327" fmla="*/ 451047 w 704850"/>
                <a:gd name="csY327" fmla="*/ 307209 h 381000"/>
                <a:gd name="csX328" fmla="*/ 452380 w 704850"/>
                <a:gd name="csY328" fmla="*/ 307142 h 381000"/>
                <a:gd name="csX329" fmla="*/ 453790 w 704850"/>
                <a:gd name="csY329" fmla="*/ 307085 h 381000"/>
                <a:gd name="csX330" fmla="*/ 455124 w 704850"/>
                <a:gd name="csY330" fmla="*/ 307018 h 381000"/>
                <a:gd name="csX331" fmla="*/ 456533 w 704850"/>
                <a:gd name="csY331" fmla="*/ 306894 h 381000"/>
                <a:gd name="csX332" fmla="*/ 457933 w 704850"/>
                <a:gd name="csY332" fmla="*/ 306761 h 381000"/>
                <a:gd name="csX333" fmla="*/ 459276 w 704850"/>
                <a:gd name="csY333" fmla="*/ 306637 h 381000"/>
                <a:gd name="csX334" fmla="*/ 460677 w 704850"/>
                <a:gd name="csY334" fmla="*/ 306446 h 381000"/>
                <a:gd name="csX335" fmla="*/ 462077 w 704850"/>
                <a:gd name="csY335" fmla="*/ 306323 h 381000"/>
                <a:gd name="csX336" fmla="*/ 463420 w 704850"/>
                <a:gd name="csY336" fmla="*/ 306132 h 381000"/>
                <a:gd name="csX337" fmla="*/ 464820 w 704850"/>
                <a:gd name="csY337" fmla="*/ 305875 h 381000"/>
                <a:gd name="csX338" fmla="*/ 466163 w 704850"/>
                <a:gd name="csY338" fmla="*/ 305684 h 381000"/>
                <a:gd name="csX339" fmla="*/ 467564 w 704850"/>
                <a:gd name="csY339" fmla="*/ 305427 h 381000"/>
                <a:gd name="csX340" fmla="*/ 468963 w 704850"/>
                <a:gd name="csY340" fmla="*/ 305113 h 381000"/>
                <a:gd name="csX341" fmla="*/ 470306 w 704850"/>
                <a:gd name="csY341" fmla="*/ 304856 h 381000"/>
                <a:gd name="csX342" fmla="*/ 471707 w 704850"/>
                <a:gd name="csY342" fmla="*/ 304542 h 381000"/>
                <a:gd name="csX343" fmla="*/ 473116 w 704850"/>
                <a:gd name="csY343" fmla="*/ 304160 h 381000"/>
                <a:gd name="csX344" fmla="*/ 474450 w 704850"/>
                <a:gd name="csY344" fmla="*/ 303779 h 381000"/>
                <a:gd name="csX345" fmla="*/ 475860 w 704850"/>
                <a:gd name="csY345" fmla="*/ 303398 h 381000"/>
                <a:gd name="csX346" fmla="*/ 477193 w 704850"/>
                <a:gd name="csY346" fmla="*/ 302951 h 381000"/>
                <a:gd name="csX347" fmla="*/ 478593 w 704850"/>
                <a:gd name="csY347" fmla="*/ 302513 h 381000"/>
                <a:gd name="csX348" fmla="*/ 480003 w 704850"/>
                <a:gd name="csY348" fmla="*/ 301998 h 381000"/>
                <a:gd name="csX349" fmla="*/ 481337 w 704850"/>
                <a:gd name="csY349" fmla="*/ 301493 h 381000"/>
                <a:gd name="csX350" fmla="*/ 482746 w 704850"/>
                <a:gd name="csY350" fmla="*/ 300922 h 381000"/>
                <a:gd name="csX351" fmla="*/ 484146 w 704850"/>
                <a:gd name="csY351" fmla="*/ 300351 h 381000"/>
                <a:gd name="csX352" fmla="*/ 485489 w 704850"/>
                <a:gd name="csY352" fmla="*/ 299712 h 381000"/>
                <a:gd name="csX353" fmla="*/ 486890 w 704850"/>
                <a:gd name="csY353" fmla="*/ 299074 h 381000"/>
                <a:gd name="csX354" fmla="*/ 488233 w 704850"/>
                <a:gd name="csY354" fmla="*/ 298379 h 381000"/>
                <a:gd name="csX355" fmla="*/ 489633 w 704850"/>
                <a:gd name="csY355" fmla="*/ 297617 h 381000"/>
                <a:gd name="csX356" fmla="*/ 491033 w 704850"/>
                <a:gd name="csY356" fmla="*/ 296855 h 381000"/>
                <a:gd name="csX357" fmla="*/ 492376 w 704850"/>
                <a:gd name="csY357" fmla="*/ 296026 h 381000"/>
                <a:gd name="csX358" fmla="*/ 493776 w 704850"/>
                <a:gd name="csY358" fmla="*/ 295140 h 381000"/>
                <a:gd name="csX359" fmla="*/ 495186 w 704850"/>
                <a:gd name="csY359" fmla="*/ 294245 h 381000"/>
                <a:gd name="csX360" fmla="*/ 496519 w 704850"/>
                <a:gd name="csY360" fmla="*/ 293293 h 381000"/>
                <a:gd name="csX361" fmla="*/ 497919 w 704850"/>
                <a:gd name="csY361" fmla="*/ 292283 h 381000"/>
                <a:gd name="csX362" fmla="*/ 499263 w 704850"/>
                <a:gd name="csY362" fmla="*/ 291264 h 381000"/>
                <a:gd name="csX363" fmla="*/ 500663 w 704850"/>
                <a:gd name="csY363" fmla="*/ 290187 h 381000"/>
                <a:gd name="csX364" fmla="*/ 502072 w 704850"/>
                <a:gd name="csY364" fmla="*/ 289044 h 381000"/>
                <a:gd name="csX365" fmla="*/ 503406 w 704850"/>
                <a:gd name="csY365" fmla="*/ 287834 h 381000"/>
                <a:gd name="csX366" fmla="*/ 504815 w 704850"/>
                <a:gd name="csY366" fmla="*/ 286625 h 381000"/>
                <a:gd name="csX367" fmla="*/ 506216 w 704850"/>
                <a:gd name="csY367" fmla="*/ 285358 h 381000"/>
                <a:gd name="csX368" fmla="*/ 507559 w 704850"/>
                <a:gd name="csY368" fmla="*/ 284024 h 381000"/>
                <a:gd name="csX369" fmla="*/ 508959 w 704850"/>
                <a:gd name="csY369" fmla="*/ 282624 h 381000"/>
                <a:gd name="csX370" fmla="*/ 510302 w 704850"/>
                <a:gd name="csY370" fmla="*/ 281224 h 381000"/>
                <a:gd name="csX371" fmla="*/ 511702 w 704850"/>
                <a:gd name="csY371" fmla="*/ 279767 h 381000"/>
                <a:gd name="csX372" fmla="*/ 513102 w 704850"/>
                <a:gd name="csY372" fmla="*/ 278243 h 381000"/>
                <a:gd name="csX373" fmla="*/ 514446 w 704850"/>
                <a:gd name="csY373" fmla="*/ 276652 h 381000"/>
                <a:gd name="csX374" fmla="*/ 515845 w 704850"/>
                <a:gd name="csY374" fmla="*/ 274995 h 381000"/>
                <a:gd name="csX375" fmla="*/ 517246 w 704850"/>
                <a:gd name="csY375" fmla="*/ 273347 h 381000"/>
                <a:gd name="csX376" fmla="*/ 518589 w 704850"/>
                <a:gd name="csY376" fmla="*/ 271633 h 381000"/>
                <a:gd name="csX377" fmla="*/ 519989 w 704850"/>
                <a:gd name="csY377" fmla="*/ 269918 h 381000"/>
                <a:gd name="csX378" fmla="*/ 521332 w 704850"/>
                <a:gd name="csY378" fmla="*/ 268137 h 381000"/>
                <a:gd name="csX379" fmla="*/ 522732 w 704850"/>
                <a:gd name="csY379" fmla="*/ 266299 h 381000"/>
                <a:gd name="csX380" fmla="*/ 524142 w 704850"/>
                <a:gd name="csY380" fmla="*/ 264393 h 381000"/>
                <a:gd name="csX381" fmla="*/ 525475 w 704850"/>
                <a:gd name="csY381" fmla="*/ 262546 h 381000"/>
                <a:gd name="csX382" fmla="*/ 526885 w 704850"/>
                <a:gd name="csY382" fmla="*/ 260574 h 381000"/>
                <a:gd name="csX383" fmla="*/ 528285 w 704850"/>
                <a:gd name="csY383" fmla="*/ 258612 h 381000"/>
                <a:gd name="csX384" fmla="*/ 529628 w 704850"/>
                <a:gd name="csY384" fmla="*/ 256640 h 381000"/>
                <a:gd name="csX385" fmla="*/ 531028 w 704850"/>
                <a:gd name="csY385" fmla="*/ 254668 h 381000"/>
                <a:gd name="csX386" fmla="*/ 532362 w 704850"/>
                <a:gd name="csY386" fmla="*/ 252640 h 381000"/>
                <a:gd name="csX387" fmla="*/ 533772 w 704850"/>
                <a:gd name="csY387" fmla="*/ 250601 h 381000"/>
                <a:gd name="csX388" fmla="*/ 535172 w 704850"/>
                <a:gd name="csY388" fmla="*/ 248506 h 381000"/>
                <a:gd name="csX389" fmla="*/ 536515 w 704850"/>
                <a:gd name="csY389" fmla="*/ 246477 h 381000"/>
                <a:gd name="csX390" fmla="*/ 537915 w 704850"/>
                <a:gd name="csY390" fmla="*/ 244439 h 381000"/>
                <a:gd name="csX391" fmla="*/ 539315 w 704850"/>
                <a:gd name="csY391" fmla="*/ 242410 h 381000"/>
                <a:gd name="csX392" fmla="*/ 540658 w 704850"/>
                <a:gd name="csY392" fmla="*/ 240372 h 381000"/>
                <a:gd name="csX393" fmla="*/ 542058 w 704850"/>
                <a:gd name="csY393" fmla="*/ 238343 h 381000"/>
                <a:gd name="csX394" fmla="*/ 543468 w 704850"/>
                <a:gd name="csY394" fmla="*/ 236371 h 381000"/>
                <a:gd name="csX395" fmla="*/ 544801 w 704850"/>
                <a:gd name="csY395" fmla="*/ 234399 h 381000"/>
                <a:gd name="csX396" fmla="*/ 546211 w 704850"/>
                <a:gd name="csY396" fmla="*/ 232494 h 381000"/>
                <a:gd name="csX397" fmla="*/ 547545 w 704850"/>
                <a:gd name="csY397" fmla="*/ 230589 h 381000"/>
                <a:gd name="csX398" fmla="*/ 548954 w 704850"/>
                <a:gd name="csY398" fmla="*/ 228751 h 381000"/>
                <a:gd name="csX399" fmla="*/ 550354 w 704850"/>
                <a:gd name="csY399" fmla="*/ 226970 h 381000"/>
                <a:gd name="csX400" fmla="*/ 551688 w 704850"/>
                <a:gd name="csY400" fmla="*/ 225255 h 381000"/>
                <a:gd name="csX401" fmla="*/ 553098 w 704850"/>
                <a:gd name="csY401" fmla="*/ 223598 h 381000"/>
                <a:gd name="csX402" fmla="*/ 554498 w 704850"/>
                <a:gd name="csY402" fmla="*/ 222017 h 381000"/>
                <a:gd name="csX403" fmla="*/ 555841 w 704850"/>
                <a:gd name="csY403" fmla="*/ 220493 h 381000"/>
                <a:gd name="csX404" fmla="*/ 557241 w 704850"/>
                <a:gd name="csY404" fmla="*/ 219093 h 381000"/>
                <a:gd name="csX405" fmla="*/ 558584 w 704850"/>
                <a:gd name="csY405" fmla="*/ 217759 h 381000"/>
                <a:gd name="csX406" fmla="*/ 559985 w 704850"/>
                <a:gd name="csY406" fmla="*/ 216550 h 381000"/>
                <a:gd name="csX407" fmla="*/ 561385 w 704850"/>
                <a:gd name="csY407" fmla="*/ 215407 h 381000"/>
                <a:gd name="csX408" fmla="*/ 562727 w 704850"/>
                <a:gd name="csY408" fmla="*/ 214330 h 381000"/>
                <a:gd name="csX409" fmla="*/ 564128 w 704850"/>
                <a:gd name="csY409" fmla="*/ 213501 h 381000"/>
                <a:gd name="csX410" fmla="*/ 565537 w 704850"/>
                <a:gd name="csY410" fmla="*/ 212673 h 381000"/>
                <a:gd name="csX411" fmla="*/ 566871 w 704850"/>
                <a:gd name="csY411" fmla="*/ 211977 h 381000"/>
                <a:gd name="csX412" fmla="*/ 568271 w 704850"/>
                <a:gd name="csY412" fmla="*/ 211463 h 381000"/>
                <a:gd name="csX413" fmla="*/ 569614 w 704850"/>
                <a:gd name="csY413" fmla="*/ 211082 h 381000"/>
                <a:gd name="csX414" fmla="*/ 571014 w 704850"/>
                <a:gd name="csY414" fmla="*/ 210834 h 381000"/>
                <a:gd name="csX415" fmla="*/ 572424 w 704850"/>
                <a:gd name="csY415" fmla="*/ 210701 h 381000"/>
                <a:gd name="csX416" fmla="*/ 573758 w 704850"/>
                <a:gd name="csY416" fmla="*/ 210701 h 381000"/>
                <a:gd name="csX417" fmla="*/ 575167 w 704850"/>
                <a:gd name="csY417" fmla="*/ 210892 h 381000"/>
                <a:gd name="csX418" fmla="*/ 576567 w 704850"/>
                <a:gd name="csY418" fmla="*/ 211149 h 381000"/>
                <a:gd name="csX419" fmla="*/ 577910 w 704850"/>
                <a:gd name="csY419" fmla="*/ 211654 h 381000"/>
                <a:gd name="csX420" fmla="*/ 579311 w 704850"/>
                <a:gd name="csY420" fmla="*/ 212235 h 381000"/>
                <a:gd name="csX421" fmla="*/ 580654 w 704850"/>
                <a:gd name="csY421" fmla="*/ 212997 h 381000"/>
                <a:gd name="csX422" fmla="*/ 582054 w 704850"/>
                <a:gd name="csY422" fmla="*/ 213949 h 381000"/>
                <a:gd name="csX423" fmla="*/ 583454 w 704850"/>
                <a:gd name="csY423" fmla="*/ 214959 h 381000"/>
                <a:gd name="csX424" fmla="*/ 584797 w 704850"/>
                <a:gd name="csY424" fmla="*/ 216168 h 381000"/>
                <a:gd name="csX425" fmla="*/ 586197 w 704850"/>
                <a:gd name="csY425" fmla="*/ 217569 h 381000"/>
                <a:gd name="csX426" fmla="*/ 587597 w 704850"/>
                <a:gd name="csY426" fmla="*/ 219026 h 381000"/>
                <a:gd name="csX427" fmla="*/ 588940 w 704850"/>
                <a:gd name="csY427" fmla="*/ 220617 h 381000"/>
                <a:gd name="csX428" fmla="*/ 590340 w 704850"/>
                <a:gd name="csY428" fmla="*/ 222455 h 381000"/>
                <a:gd name="csX429" fmla="*/ 591683 w 704850"/>
                <a:gd name="csY429" fmla="*/ 224360 h 381000"/>
                <a:gd name="csX430" fmla="*/ 593084 w 704850"/>
                <a:gd name="csY430" fmla="*/ 226398 h 381000"/>
                <a:gd name="csX431" fmla="*/ 594494 w 704850"/>
                <a:gd name="csY431" fmla="*/ 228560 h 381000"/>
                <a:gd name="csX432" fmla="*/ 595827 w 704850"/>
                <a:gd name="csY432" fmla="*/ 230847 h 381000"/>
                <a:gd name="csX433" fmla="*/ 597236 w 704850"/>
                <a:gd name="csY433" fmla="*/ 233256 h 381000"/>
                <a:gd name="csX434" fmla="*/ 598637 w 704850"/>
                <a:gd name="csY434" fmla="*/ 235733 h 381000"/>
                <a:gd name="csX435" fmla="*/ 599980 w 704850"/>
                <a:gd name="csY435" fmla="*/ 238409 h 381000"/>
                <a:gd name="csX436" fmla="*/ 601380 w 704850"/>
                <a:gd name="csY436" fmla="*/ 241133 h 381000"/>
                <a:gd name="csX437" fmla="*/ 602713 w 704850"/>
                <a:gd name="csY437" fmla="*/ 243934 h 381000"/>
                <a:gd name="csX438" fmla="*/ 604123 w 704850"/>
                <a:gd name="csY438" fmla="*/ 246791 h 381000"/>
                <a:gd name="csX439" fmla="*/ 605523 w 704850"/>
                <a:gd name="csY439" fmla="*/ 249782 h 381000"/>
                <a:gd name="csX440" fmla="*/ 606867 w 704850"/>
                <a:gd name="csY440" fmla="*/ 252830 h 381000"/>
                <a:gd name="csX441" fmla="*/ 608267 w 704850"/>
                <a:gd name="csY441" fmla="*/ 255935 h 381000"/>
                <a:gd name="csX442" fmla="*/ 609666 w 704850"/>
                <a:gd name="csY442" fmla="*/ 259117 h 381000"/>
                <a:gd name="csX443" fmla="*/ 611010 w 704850"/>
                <a:gd name="csY443" fmla="*/ 262289 h 381000"/>
                <a:gd name="csX444" fmla="*/ 612410 w 704850"/>
                <a:gd name="csY444" fmla="*/ 265537 h 381000"/>
                <a:gd name="csX445" fmla="*/ 613753 w 704850"/>
                <a:gd name="csY445" fmla="*/ 268832 h 381000"/>
                <a:gd name="csX446" fmla="*/ 615153 w 704850"/>
                <a:gd name="csY446" fmla="*/ 272137 h 381000"/>
                <a:gd name="csX447" fmla="*/ 616553 w 704850"/>
                <a:gd name="csY447" fmla="*/ 275509 h 381000"/>
                <a:gd name="csX448" fmla="*/ 617896 w 704850"/>
                <a:gd name="csY448" fmla="*/ 278814 h 381000"/>
                <a:gd name="csX449" fmla="*/ 619297 w 704850"/>
                <a:gd name="csY449" fmla="*/ 282177 h 381000"/>
                <a:gd name="csX450" fmla="*/ 620707 w 704850"/>
                <a:gd name="csY450" fmla="*/ 285482 h 381000"/>
                <a:gd name="csX451" fmla="*/ 622040 w 704850"/>
                <a:gd name="csY451" fmla="*/ 288854 h 381000"/>
                <a:gd name="csX452" fmla="*/ 623449 w 704850"/>
                <a:gd name="csY452" fmla="*/ 292149 h 381000"/>
                <a:gd name="csX453" fmla="*/ 624783 w 704850"/>
                <a:gd name="csY453" fmla="*/ 295455 h 381000"/>
                <a:gd name="csX454" fmla="*/ 626193 w 704850"/>
                <a:gd name="csY454" fmla="*/ 298693 h 381000"/>
                <a:gd name="csX455" fmla="*/ 627593 w 704850"/>
                <a:gd name="csY455" fmla="*/ 301941 h 381000"/>
                <a:gd name="csX456" fmla="*/ 628936 w 704850"/>
                <a:gd name="csY456" fmla="*/ 305113 h 381000"/>
                <a:gd name="csX457" fmla="*/ 630336 w 704850"/>
                <a:gd name="csY457" fmla="*/ 308228 h 381000"/>
                <a:gd name="csX458" fmla="*/ 631736 w 704850"/>
                <a:gd name="csY458" fmla="*/ 311342 h 381000"/>
                <a:gd name="csX459" fmla="*/ 633079 w 704850"/>
                <a:gd name="csY459" fmla="*/ 314390 h 381000"/>
                <a:gd name="csX460" fmla="*/ 634480 w 704850"/>
                <a:gd name="csY460" fmla="*/ 317372 h 381000"/>
                <a:gd name="csX461" fmla="*/ 635822 w 704850"/>
                <a:gd name="csY461" fmla="*/ 320229 h 381000"/>
                <a:gd name="csX462" fmla="*/ 637222 w 704850"/>
                <a:gd name="csY462" fmla="*/ 323096 h 381000"/>
                <a:gd name="csX463" fmla="*/ 638623 w 704850"/>
                <a:gd name="csY463" fmla="*/ 325887 h 381000"/>
                <a:gd name="csX464" fmla="*/ 639966 w 704850"/>
                <a:gd name="csY464" fmla="*/ 328554 h 381000"/>
                <a:gd name="csX465" fmla="*/ 641366 w 704850"/>
                <a:gd name="csY465" fmla="*/ 331164 h 381000"/>
                <a:gd name="csX466" fmla="*/ 642776 w 704850"/>
                <a:gd name="csY466" fmla="*/ 333764 h 381000"/>
                <a:gd name="csX467" fmla="*/ 644109 w 704850"/>
                <a:gd name="csY467" fmla="*/ 336184 h 381000"/>
                <a:gd name="csX468" fmla="*/ 645519 w 704850"/>
                <a:gd name="csY468" fmla="*/ 338593 h 381000"/>
                <a:gd name="csX469" fmla="*/ 646853 w 704850"/>
                <a:gd name="csY469" fmla="*/ 340946 h 381000"/>
                <a:gd name="csX470" fmla="*/ 648253 w 704850"/>
                <a:gd name="csY470" fmla="*/ 343165 h 381000"/>
                <a:gd name="csX471" fmla="*/ 649662 w 704850"/>
                <a:gd name="csY471" fmla="*/ 345261 h 381000"/>
                <a:gd name="csX472" fmla="*/ 650996 w 704850"/>
                <a:gd name="csY472" fmla="*/ 347366 h 381000"/>
                <a:gd name="csX473" fmla="*/ 652405 w 704850"/>
                <a:gd name="csY473" fmla="*/ 349328 h 381000"/>
                <a:gd name="csX474" fmla="*/ 653806 w 704850"/>
                <a:gd name="csY474" fmla="*/ 351242 h 381000"/>
                <a:gd name="csX475" fmla="*/ 655149 w 704850"/>
                <a:gd name="csY475" fmla="*/ 353014 h 381000"/>
                <a:gd name="csX476" fmla="*/ 656549 w 704850"/>
                <a:gd name="csY476" fmla="*/ 354795 h 381000"/>
                <a:gd name="csX477" fmla="*/ 657892 w 704850"/>
                <a:gd name="csY477" fmla="*/ 356443 h 381000"/>
                <a:gd name="csX478" fmla="*/ 659292 w 704850"/>
                <a:gd name="csY478" fmla="*/ 358034 h 381000"/>
                <a:gd name="csX479" fmla="*/ 660692 w 704850"/>
                <a:gd name="csY479" fmla="*/ 359558 h 381000"/>
                <a:gd name="csX480" fmla="*/ 662035 w 704850"/>
                <a:gd name="csY480" fmla="*/ 360958 h 381000"/>
                <a:gd name="csX481" fmla="*/ 663435 w 704850"/>
                <a:gd name="csY481" fmla="*/ 362292 h 381000"/>
                <a:gd name="csX482" fmla="*/ 664845 w 704850"/>
                <a:gd name="csY482" fmla="*/ 363558 h 381000"/>
                <a:gd name="csX483" fmla="*/ 666179 w 704850"/>
                <a:gd name="csY483" fmla="*/ 364768 h 381000"/>
                <a:gd name="csX484" fmla="*/ 667579 w 704850"/>
                <a:gd name="csY484" fmla="*/ 365911 h 381000"/>
                <a:gd name="csX485" fmla="*/ 668922 w 704850"/>
                <a:gd name="csY485" fmla="*/ 367054 h 381000"/>
                <a:gd name="csX486" fmla="*/ 670322 w 704850"/>
                <a:gd name="csY486" fmla="*/ 368073 h 381000"/>
                <a:gd name="csX487" fmla="*/ 671732 w 704850"/>
                <a:gd name="csY487" fmla="*/ 369026 h 381000"/>
                <a:gd name="csX488" fmla="*/ 673065 w 704850"/>
                <a:gd name="csY488" fmla="*/ 369911 h 381000"/>
                <a:gd name="csX489" fmla="*/ 674475 w 704850"/>
                <a:gd name="csY489" fmla="*/ 370740 h 381000"/>
                <a:gd name="csX490" fmla="*/ 675875 w 704850"/>
                <a:gd name="csY490" fmla="*/ 371569 h 381000"/>
                <a:gd name="csX491" fmla="*/ 677218 w 704850"/>
                <a:gd name="csY491" fmla="*/ 372264 h 381000"/>
                <a:gd name="csX492" fmla="*/ 678618 w 704850"/>
                <a:gd name="csY492" fmla="*/ 372969 h 381000"/>
                <a:gd name="csX493" fmla="*/ 679952 w 704850"/>
                <a:gd name="csY493" fmla="*/ 373598 h 381000"/>
                <a:gd name="csX494" fmla="*/ 681362 w 704850"/>
                <a:gd name="csY494" fmla="*/ 374236 h 381000"/>
                <a:gd name="csX495" fmla="*/ 682761 w 704850"/>
                <a:gd name="csY495" fmla="*/ 374807 h 381000"/>
                <a:gd name="csX496" fmla="*/ 684104 w 704850"/>
                <a:gd name="csY496" fmla="*/ 375312 h 381000"/>
                <a:gd name="csX497" fmla="*/ 685505 w 704850"/>
                <a:gd name="csY497" fmla="*/ 375760 h 381000"/>
                <a:gd name="csX498" fmla="*/ 686905 w 704850"/>
                <a:gd name="csY498" fmla="*/ 376208 h 381000"/>
                <a:gd name="csX499" fmla="*/ 688248 w 704850"/>
                <a:gd name="csY499" fmla="*/ 376646 h 381000"/>
                <a:gd name="csX500" fmla="*/ 689648 w 704850"/>
                <a:gd name="csY500" fmla="*/ 377027 h 381000"/>
                <a:gd name="csX501" fmla="*/ 690991 w 704850"/>
                <a:gd name="csY501" fmla="*/ 377350 h 381000"/>
                <a:gd name="csX502" fmla="*/ 692391 w 704850"/>
                <a:gd name="csY502" fmla="*/ 377732 h 381000"/>
                <a:gd name="csX503" fmla="*/ 693801 w 704850"/>
                <a:gd name="csY503" fmla="*/ 377989 h 381000"/>
                <a:gd name="csX504" fmla="*/ 695135 w 704850"/>
                <a:gd name="csY504" fmla="*/ 378303 h 381000"/>
                <a:gd name="csX505" fmla="*/ 696544 w 704850"/>
                <a:gd name="csY505" fmla="*/ 378560 h 381000"/>
                <a:gd name="csX506" fmla="*/ 697944 w 704850"/>
                <a:gd name="csY506" fmla="*/ 378751 h 381000"/>
                <a:gd name="csX507" fmla="*/ 699278 w 704850"/>
                <a:gd name="csY507" fmla="*/ 378941 h 381000"/>
                <a:gd name="csX508" fmla="*/ 700688 w 704850"/>
                <a:gd name="csY508" fmla="*/ 379189 h 381000"/>
                <a:gd name="csX509" fmla="*/ 702021 w 704850"/>
                <a:gd name="csY509" fmla="*/ 379322 h 381000"/>
                <a:gd name="csX510" fmla="*/ 703431 w 704850"/>
                <a:gd name="csY510" fmla="*/ 379513 h 381000"/>
                <a:gd name="csX511" fmla="*/ 704831 w 704850"/>
                <a:gd name="csY511" fmla="*/ 379636 h 381000"/>
                <a:gd name="csX512" fmla="*/ 704831 w 704850"/>
                <a:gd name="csY512" fmla="*/ 380970 h 381000"/>
                <a:gd name="csX513" fmla="*/ 703431 w 704850"/>
                <a:gd name="csY513" fmla="*/ 380970 h 381000"/>
                <a:gd name="csX514" fmla="*/ 702021 w 704850"/>
                <a:gd name="csY514" fmla="*/ 380970 h 381000"/>
                <a:gd name="csX515" fmla="*/ 700688 w 704850"/>
                <a:gd name="csY515" fmla="*/ 380970 h 381000"/>
                <a:gd name="csX516" fmla="*/ 699278 w 704850"/>
                <a:gd name="csY516" fmla="*/ 380970 h 381000"/>
                <a:gd name="csX517" fmla="*/ 697944 w 704850"/>
                <a:gd name="csY517" fmla="*/ 380970 h 381000"/>
                <a:gd name="csX518" fmla="*/ 696544 w 704850"/>
                <a:gd name="csY518" fmla="*/ 380970 h 381000"/>
                <a:gd name="csX519" fmla="*/ 695135 w 704850"/>
                <a:gd name="csY519" fmla="*/ 380970 h 381000"/>
                <a:gd name="csX520" fmla="*/ 693801 w 704850"/>
                <a:gd name="csY520" fmla="*/ 380970 h 381000"/>
                <a:gd name="csX521" fmla="*/ 692391 w 704850"/>
                <a:gd name="csY521" fmla="*/ 380970 h 381000"/>
                <a:gd name="csX522" fmla="*/ 690991 w 704850"/>
                <a:gd name="csY522" fmla="*/ 380970 h 381000"/>
                <a:gd name="csX523" fmla="*/ 689648 w 704850"/>
                <a:gd name="csY523" fmla="*/ 380970 h 381000"/>
                <a:gd name="csX524" fmla="*/ 688248 w 704850"/>
                <a:gd name="csY524" fmla="*/ 380970 h 381000"/>
                <a:gd name="csX525" fmla="*/ 686905 w 704850"/>
                <a:gd name="csY525" fmla="*/ 380970 h 381000"/>
                <a:gd name="csX526" fmla="*/ 685505 w 704850"/>
                <a:gd name="csY526" fmla="*/ 380970 h 381000"/>
                <a:gd name="csX527" fmla="*/ 684104 w 704850"/>
                <a:gd name="csY527" fmla="*/ 380970 h 381000"/>
                <a:gd name="csX528" fmla="*/ 682761 w 704850"/>
                <a:gd name="csY528" fmla="*/ 380970 h 381000"/>
                <a:gd name="csX529" fmla="*/ 681362 w 704850"/>
                <a:gd name="csY529" fmla="*/ 380970 h 381000"/>
                <a:gd name="csX530" fmla="*/ 679952 w 704850"/>
                <a:gd name="csY530" fmla="*/ 380970 h 381000"/>
                <a:gd name="csX531" fmla="*/ 678618 w 704850"/>
                <a:gd name="csY531" fmla="*/ 380970 h 381000"/>
                <a:gd name="csX532" fmla="*/ 677218 w 704850"/>
                <a:gd name="csY532" fmla="*/ 380970 h 381000"/>
                <a:gd name="csX533" fmla="*/ 675875 w 704850"/>
                <a:gd name="csY533" fmla="*/ 380970 h 381000"/>
                <a:gd name="csX534" fmla="*/ 674475 w 704850"/>
                <a:gd name="csY534" fmla="*/ 380970 h 381000"/>
                <a:gd name="csX535" fmla="*/ 673065 w 704850"/>
                <a:gd name="csY535" fmla="*/ 380970 h 381000"/>
                <a:gd name="csX536" fmla="*/ 671732 w 704850"/>
                <a:gd name="csY536" fmla="*/ 380970 h 381000"/>
                <a:gd name="csX537" fmla="*/ 670322 w 704850"/>
                <a:gd name="csY537" fmla="*/ 380970 h 381000"/>
                <a:gd name="csX538" fmla="*/ 668922 w 704850"/>
                <a:gd name="csY538" fmla="*/ 380970 h 381000"/>
                <a:gd name="csX539" fmla="*/ 667579 w 704850"/>
                <a:gd name="csY539" fmla="*/ 380970 h 381000"/>
                <a:gd name="csX540" fmla="*/ 666179 w 704850"/>
                <a:gd name="csY540" fmla="*/ 380970 h 381000"/>
                <a:gd name="csX541" fmla="*/ 664845 w 704850"/>
                <a:gd name="csY541" fmla="*/ 380970 h 381000"/>
                <a:gd name="csX542" fmla="*/ 663435 w 704850"/>
                <a:gd name="csY542" fmla="*/ 380970 h 381000"/>
                <a:gd name="csX543" fmla="*/ 662035 w 704850"/>
                <a:gd name="csY543" fmla="*/ 380970 h 381000"/>
                <a:gd name="csX544" fmla="*/ 660692 w 704850"/>
                <a:gd name="csY544" fmla="*/ 380970 h 381000"/>
                <a:gd name="csX545" fmla="*/ 659292 w 704850"/>
                <a:gd name="csY545" fmla="*/ 380970 h 381000"/>
                <a:gd name="csX546" fmla="*/ 657892 w 704850"/>
                <a:gd name="csY546" fmla="*/ 380970 h 381000"/>
                <a:gd name="csX547" fmla="*/ 656549 w 704850"/>
                <a:gd name="csY547" fmla="*/ 380970 h 381000"/>
                <a:gd name="csX548" fmla="*/ 655149 w 704850"/>
                <a:gd name="csY548" fmla="*/ 380970 h 381000"/>
                <a:gd name="csX549" fmla="*/ 653806 w 704850"/>
                <a:gd name="csY549" fmla="*/ 380970 h 381000"/>
                <a:gd name="csX550" fmla="*/ 652405 w 704850"/>
                <a:gd name="csY550" fmla="*/ 380970 h 381000"/>
                <a:gd name="csX551" fmla="*/ 650996 w 704850"/>
                <a:gd name="csY551" fmla="*/ 380970 h 381000"/>
                <a:gd name="csX552" fmla="*/ 649662 w 704850"/>
                <a:gd name="csY552" fmla="*/ 380970 h 381000"/>
                <a:gd name="csX553" fmla="*/ 648253 w 704850"/>
                <a:gd name="csY553" fmla="*/ 380970 h 381000"/>
                <a:gd name="csX554" fmla="*/ 646853 w 704850"/>
                <a:gd name="csY554" fmla="*/ 380970 h 381000"/>
                <a:gd name="csX555" fmla="*/ 645519 w 704850"/>
                <a:gd name="csY555" fmla="*/ 380970 h 381000"/>
                <a:gd name="csX556" fmla="*/ 644109 w 704850"/>
                <a:gd name="csY556" fmla="*/ 380970 h 381000"/>
                <a:gd name="csX557" fmla="*/ 642776 w 704850"/>
                <a:gd name="csY557" fmla="*/ 380970 h 381000"/>
                <a:gd name="csX558" fmla="*/ 641366 w 704850"/>
                <a:gd name="csY558" fmla="*/ 380970 h 381000"/>
                <a:gd name="csX559" fmla="*/ 639966 w 704850"/>
                <a:gd name="csY559" fmla="*/ 380970 h 381000"/>
                <a:gd name="csX560" fmla="*/ 638623 w 704850"/>
                <a:gd name="csY560" fmla="*/ 380970 h 381000"/>
                <a:gd name="csX561" fmla="*/ 637222 w 704850"/>
                <a:gd name="csY561" fmla="*/ 380970 h 381000"/>
                <a:gd name="csX562" fmla="*/ 635822 w 704850"/>
                <a:gd name="csY562" fmla="*/ 380970 h 381000"/>
                <a:gd name="csX563" fmla="*/ 634480 w 704850"/>
                <a:gd name="csY563" fmla="*/ 380970 h 381000"/>
                <a:gd name="csX564" fmla="*/ 633079 w 704850"/>
                <a:gd name="csY564" fmla="*/ 380970 h 381000"/>
                <a:gd name="csX565" fmla="*/ 631736 w 704850"/>
                <a:gd name="csY565" fmla="*/ 380970 h 381000"/>
                <a:gd name="csX566" fmla="*/ 630336 w 704850"/>
                <a:gd name="csY566" fmla="*/ 380970 h 381000"/>
                <a:gd name="csX567" fmla="*/ 628936 w 704850"/>
                <a:gd name="csY567" fmla="*/ 380970 h 381000"/>
                <a:gd name="csX568" fmla="*/ 627593 w 704850"/>
                <a:gd name="csY568" fmla="*/ 380970 h 381000"/>
                <a:gd name="csX569" fmla="*/ 626193 w 704850"/>
                <a:gd name="csY569" fmla="*/ 380970 h 381000"/>
                <a:gd name="csX570" fmla="*/ 624783 w 704850"/>
                <a:gd name="csY570" fmla="*/ 380970 h 381000"/>
                <a:gd name="csX571" fmla="*/ 623449 w 704850"/>
                <a:gd name="csY571" fmla="*/ 380970 h 381000"/>
                <a:gd name="csX572" fmla="*/ 622040 w 704850"/>
                <a:gd name="csY572" fmla="*/ 380970 h 381000"/>
                <a:gd name="csX573" fmla="*/ 620707 w 704850"/>
                <a:gd name="csY573" fmla="*/ 380970 h 381000"/>
                <a:gd name="csX574" fmla="*/ 619297 w 704850"/>
                <a:gd name="csY574" fmla="*/ 380970 h 381000"/>
                <a:gd name="csX575" fmla="*/ 617896 w 704850"/>
                <a:gd name="csY575" fmla="*/ 380970 h 381000"/>
                <a:gd name="csX576" fmla="*/ 616553 w 704850"/>
                <a:gd name="csY576" fmla="*/ 380970 h 381000"/>
                <a:gd name="csX577" fmla="*/ 615153 w 704850"/>
                <a:gd name="csY577" fmla="*/ 380970 h 381000"/>
                <a:gd name="csX578" fmla="*/ 613753 w 704850"/>
                <a:gd name="csY578" fmla="*/ 380970 h 381000"/>
                <a:gd name="csX579" fmla="*/ 612410 w 704850"/>
                <a:gd name="csY579" fmla="*/ 380970 h 381000"/>
                <a:gd name="csX580" fmla="*/ 611010 w 704850"/>
                <a:gd name="csY580" fmla="*/ 380970 h 381000"/>
                <a:gd name="csX581" fmla="*/ 609666 w 704850"/>
                <a:gd name="csY581" fmla="*/ 380970 h 381000"/>
                <a:gd name="csX582" fmla="*/ 608267 w 704850"/>
                <a:gd name="csY582" fmla="*/ 380970 h 381000"/>
                <a:gd name="csX583" fmla="*/ 606867 w 704850"/>
                <a:gd name="csY583" fmla="*/ 380970 h 381000"/>
                <a:gd name="csX584" fmla="*/ 605523 w 704850"/>
                <a:gd name="csY584" fmla="*/ 380970 h 381000"/>
                <a:gd name="csX585" fmla="*/ 604123 w 704850"/>
                <a:gd name="csY585" fmla="*/ 380970 h 381000"/>
                <a:gd name="csX586" fmla="*/ 602713 w 704850"/>
                <a:gd name="csY586" fmla="*/ 380970 h 381000"/>
                <a:gd name="csX587" fmla="*/ 601380 w 704850"/>
                <a:gd name="csY587" fmla="*/ 380970 h 381000"/>
                <a:gd name="csX588" fmla="*/ 599980 w 704850"/>
                <a:gd name="csY588" fmla="*/ 380970 h 381000"/>
                <a:gd name="csX589" fmla="*/ 598637 w 704850"/>
                <a:gd name="csY589" fmla="*/ 380970 h 381000"/>
                <a:gd name="csX590" fmla="*/ 597236 w 704850"/>
                <a:gd name="csY590" fmla="*/ 380970 h 381000"/>
                <a:gd name="csX591" fmla="*/ 595827 w 704850"/>
                <a:gd name="csY591" fmla="*/ 380970 h 381000"/>
                <a:gd name="csX592" fmla="*/ 594494 w 704850"/>
                <a:gd name="csY592" fmla="*/ 380970 h 381000"/>
                <a:gd name="csX593" fmla="*/ 593084 w 704850"/>
                <a:gd name="csY593" fmla="*/ 380970 h 381000"/>
                <a:gd name="csX594" fmla="*/ 591683 w 704850"/>
                <a:gd name="csY594" fmla="*/ 380970 h 381000"/>
                <a:gd name="csX595" fmla="*/ 590340 w 704850"/>
                <a:gd name="csY595" fmla="*/ 380970 h 381000"/>
                <a:gd name="csX596" fmla="*/ 588940 w 704850"/>
                <a:gd name="csY596" fmla="*/ 380970 h 381000"/>
                <a:gd name="csX597" fmla="*/ 587597 w 704850"/>
                <a:gd name="csY597" fmla="*/ 380970 h 381000"/>
                <a:gd name="csX598" fmla="*/ 586197 w 704850"/>
                <a:gd name="csY598" fmla="*/ 380970 h 381000"/>
                <a:gd name="csX599" fmla="*/ 584797 w 704850"/>
                <a:gd name="csY599" fmla="*/ 380970 h 381000"/>
                <a:gd name="csX600" fmla="*/ 583454 w 704850"/>
                <a:gd name="csY600" fmla="*/ 380970 h 381000"/>
                <a:gd name="csX601" fmla="*/ 582054 w 704850"/>
                <a:gd name="csY601" fmla="*/ 380970 h 381000"/>
                <a:gd name="csX602" fmla="*/ 580654 w 704850"/>
                <a:gd name="csY602" fmla="*/ 380970 h 381000"/>
                <a:gd name="csX603" fmla="*/ 579311 w 704850"/>
                <a:gd name="csY603" fmla="*/ 380970 h 381000"/>
                <a:gd name="csX604" fmla="*/ 577910 w 704850"/>
                <a:gd name="csY604" fmla="*/ 380970 h 381000"/>
                <a:gd name="csX605" fmla="*/ 576567 w 704850"/>
                <a:gd name="csY605" fmla="*/ 380970 h 381000"/>
                <a:gd name="csX606" fmla="*/ 575167 w 704850"/>
                <a:gd name="csY606" fmla="*/ 380970 h 381000"/>
                <a:gd name="csX607" fmla="*/ 573758 w 704850"/>
                <a:gd name="csY607" fmla="*/ 380970 h 381000"/>
                <a:gd name="csX608" fmla="*/ 572424 w 704850"/>
                <a:gd name="csY608" fmla="*/ 380970 h 381000"/>
                <a:gd name="csX609" fmla="*/ 571014 w 704850"/>
                <a:gd name="csY609" fmla="*/ 380970 h 381000"/>
                <a:gd name="csX610" fmla="*/ 569614 w 704850"/>
                <a:gd name="csY610" fmla="*/ 380970 h 381000"/>
                <a:gd name="csX611" fmla="*/ 568271 w 704850"/>
                <a:gd name="csY611" fmla="*/ 380970 h 381000"/>
                <a:gd name="csX612" fmla="*/ 566871 w 704850"/>
                <a:gd name="csY612" fmla="*/ 380970 h 381000"/>
                <a:gd name="csX613" fmla="*/ 565537 w 704850"/>
                <a:gd name="csY613" fmla="*/ 380970 h 381000"/>
                <a:gd name="csX614" fmla="*/ 564128 w 704850"/>
                <a:gd name="csY614" fmla="*/ 380970 h 381000"/>
                <a:gd name="csX615" fmla="*/ 562727 w 704850"/>
                <a:gd name="csY615" fmla="*/ 380970 h 381000"/>
                <a:gd name="csX616" fmla="*/ 561385 w 704850"/>
                <a:gd name="csY616" fmla="*/ 380970 h 381000"/>
                <a:gd name="csX617" fmla="*/ 559985 w 704850"/>
                <a:gd name="csY617" fmla="*/ 380970 h 381000"/>
                <a:gd name="csX618" fmla="*/ 558584 w 704850"/>
                <a:gd name="csY618" fmla="*/ 380970 h 381000"/>
                <a:gd name="csX619" fmla="*/ 557241 w 704850"/>
                <a:gd name="csY619" fmla="*/ 380970 h 381000"/>
                <a:gd name="csX620" fmla="*/ 555841 w 704850"/>
                <a:gd name="csY620" fmla="*/ 380970 h 381000"/>
                <a:gd name="csX621" fmla="*/ 554498 w 704850"/>
                <a:gd name="csY621" fmla="*/ 380970 h 381000"/>
                <a:gd name="csX622" fmla="*/ 553098 w 704850"/>
                <a:gd name="csY622" fmla="*/ 380970 h 381000"/>
                <a:gd name="csX623" fmla="*/ 551688 w 704850"/>
                <a:gd name="csY623" fmla="*/ 380970 h 381000"/>
                <a:gd name="csX624" fmla="*/ 550354 w 704850"/>
                <a:gd name="csY624" fmla="*/ 380970 h 381000"/>
                <a:gd name="csX625" fmla="*/ 548954 w 704850"/>
                <a:gd name="csY625" fmla="*/ 380970 h 381000"/>
                <a:gd name="csX626" fmla="*/ 547545 w 704850"/>
                <a:gd name="csY626" fmla="*/ 380970 h 381000"/>
                <a:gd name="csX627" fmla="*/ 546211 w 704850"/>
                <a:gd name="csY627" fmla="*/ 380970 h 381000"/>
                <a:gd name="csX628" fmla="*/ 544801 w 704850"/>
                <a:gd name="csY628" fmla="*/ 380970 h 381000"/>
                <a:gd name="csX629" fmla="*/ 543468 w 704850"/>
                <a:gd name="csY629" fmla="*/ 380970 h 381000"/>
                <a:gd name="csX630" fmla="*/ 542058 w 704850"/>
                <a:gd name="csY630" fmla="*/ 380970 h 381000"/>
                <a:gd name="csX631" fmla="*/ 540658 w 704850"/>
                <a:gd name="csY631" fmla="*/ 380970 h 381000"/>
                <a:gd name="csX632" fmla="*/ 539315 w 704850"/>
                <a:gd name="csY632" fmla="*/ 380970 h 381000"/>
                <a:gd name="csX633" fmla="*/ 537915 w 704850"/>
                <a:gd name="csY633" fmla="*/ 380970 h 381000"/>
                <a:gd name="csX634" fmla="*/ 536515 w 704850"/>
                <a:gd name="csY634" fmla="*/ 380970 h 381000"/>
                <a:gd name="csX635" fmla="*/ 535172 w 704850"/>
                <a:gd name="csY635" fmla="*/ 380970 h 381000"/>
                <a:gd name="csX636" fmla="*/ 533772 w 704850"/>
                <a:gd name="csY636" fmla="*/ 380970 h 381000"/>
                <a:gd name="csX637" fmla="*/ 532362 w 704850"/>
                <a:gd name="csY637" fmla="*/ 380970 h 381000"/>
                <a:gd name="csX638" fmla="*/ 531028 w 704850"/>
                <a:gd name="csY638" fmla="*/ 380970 h 381000"/>
                <a:gd name="csX639" fmla="*/ 529628 w 704850"/>
                <a:gd name="csY639" fmla="*/ 380970 h 381000"/>
                <a:gd name="csX640" fmla="*/ 528285 w 704850"/>
                <a:gd name="csY640" fmla="*/ 380970 h 381000"/>
                <a:gd name="csX641" fmla="*/ 526885 w 704850"/>
                <a:gd name="csY641" fmla="*/ 380970 h 381000"/>
                <a:gd name="csX642" fmla="*/ 525475 w 704850"/>
                <a:gd name="csY642" fmla="*/ 380970 h 381000"/>
                <a:gd name="csX643" fmla="*/ 524142 w 704850"/>
                <a:gd name="csY643" fmla="*/ 380970 h 381000"/>
                <a:gd name="csX644" fmla="*/ 522732 w 704850"/>
                <a:gd name="csY644" fmla="*/ 380970 h 381000"/>
                <a:gd name="csX645" fmla="*/ 521332 w 704850"/>
                <a:gd name="csY645" fmla="*/ 380970 h 381000"/>
                <a:gd name="csX646" fmla="*/ 519989 w 704850"/>
                <a:gd name="csY646" fmla="*/ 380970 h 381000"/>
                <a:gd name="csX647" fmla="*/ 518589 w 704850"/>
                <a:gd name="csY647" fmla="*/ 380970 h 381000"/>
                <a:gd name="csX648" fmla="*/ 517246 w 704850"/>
                <a:gd name="csY648" fmla="*/ 380970 h 381000"/>
                <a:gd name="csX649" fmla="*/ 515845 w 704850"/>
                <a:gd name="csY649" fmla="*/ 380970 h 381000"/>
                <a:gd name="csX650" fmla="*/ 514446 w 704850"/>
                <a:gd name="csY650" fmla="*/ 380970 h 381000"/>
                <a:gd name="csX651" fmla="*/ 513102 w 704850"/>
                <a:gd name="csY651" fmla="*/ 380970 h 381000"/>
                <a:gd name="csX652" fmla="*/ 511702 w 704850"/>
                <a:gd name="csY652" fmla="*/ 380970 h 381000"/>
                <a:gd name="csX653" fmla="*/ 510302 w 704850"/>
                <a:gd name="csY653" fmla="*/ 380970 h 381000"/>
                <a:gd name="csX654" fmla="*/ 508959 w 704850"/>
                <a:gd name="csY654" fmla="*/ 380970 h 381000"/>
                <a:gd name="csX655" fmla="*/ 507559 w 704850"/>
                <a:gd name="csY655" fmla="*/ 380970 h 381000"/>
                <a:gd name="csX656" fmla="*/ 506216 w 704850"/>
                <a:gd name="csY656" fmla="*/ 380970 h 381000"/>
                <a:gd name="csX657" fmla="*/ 504815 w 704850"/>
                <a:gd name="csY657" fmla="*/ 380970 h 381000"/>
                <a:gd name="csX658" fmla="*/ 503406 w 704850"/>
                <a:gd name="csY658" fmla="*/ 380970 h 381000"/>
                <a:gd name="csX659" fmla="*/ 502072 w 704850"/>
                <a:gd name="csY659" fmla="*/ 380970 h 381000"/>
                <a:gd name="csX660" fmla="*/ 500663 w 704850"/>
                <a:gd name="csY660" fmla="*/ 380970 h 381000"/>
                <a:gd name="csX661" fmla="*/ 499263 w 704850"/>
                <a:gd name="csY661" fmla="*/ 380970 h 381000"/>
                <a:gd name="csX662" fmla="*/ 497919 w 704850"/>
                <a:gd name="csY662" fmla="*/ 380970 h 381000"/>
                <a:gd name="csX663" fmla="*/ 496519 w 704850"/>
                <a:gd name="csY663" fmla="*/ 380970 h 381000"/>
                <a:gd name="csX664" fmla="*/ 495186 w 704850"/>
                <a:gd name="csY664" fmla="*/ 380970 h 381000"/>
                <a:gd name="csX665" fmla="*/ 493776 w 704850"/>
                <a:gd name="csY665" fmla="*/ 380970 h 381000"/>
                <a:gd name="csX666" fmla="*/ 492376 w 704850"/>
                <a:gd name="csY666" fmla="*/ 380970 h 381000"/>
                <a:gd name="csX667" fmla="*/ 491033 w 704850"/>
                <a:gd name="csY667" fmla="*/ 380970 h 381000"/>
                <a:gd name="csX668" fmla="*/ 489633 w 704850"/>
                <a:gd name="csY668" fmla="*/ 380970 h 381000"/>
                <a:gd name="csX669" fmla="*/ 488233 w 704850"/>
                <a:gd name="csY669" fmla="*/ 380970 h 381000"/>
                <a:gd name="csX670" fmla="*/ 486890 w 704850"/>
                <a:gd name="csY670" fmla="*/ 380970 h 381000"/>
                <a:gd name="csX671" fmla="*/ 485489 w 704850"/>
                <a:gd name="csY671" fmla="*/ 380970 h 381000"/>
                <a:gd name="csX672" fmla="*/ 484146 w 704850"/>
                <a:gd name="csY672" fmla="*/ 380970 h 381000"/>
                <a:gd name="csX673" fmla="*/ 482746 w 704850"/>
                <a:gd name="csY673" fmla="*/ 380970 h 381000"/>
                <a:gd name="csX674" fmla="*/ 481337 w 704850"/>
                <a:gd name="csY674" fmla="*/ 380970 h 381000"/>
                <a:gd name="csX675" fmla="*/ 480003 w 704850"/>
                <a:gd name="csY675" fmla="*/ 380970 h 381000"/>
                <a:gd name="csX676" fmla="*/ 478593 w 704850"/>
                <a:gd name="csY676" fmla="*/ 380970 h 381000"/>
                <a:gd name="csX677" fmla="*/ 477193 w 704850"/>
                <a:gd name="csY677" fmla="*/ 380970 h 381000"/>
                <a:gd name="csX678" fmla="*/ 475860 w 704850"/>
                <a:gd name="csY678" fmla="*/ 380970 h 381000"/>
                <a:gd name="csX679" fmla="*/ 474450 w 704850"/>
                <a:gd name="csY679" fmla="*/ 380970 h 381000"/>
                <a:gd name="csX680" fmla="*/ 473116 w 704850"/>
                <a:gd name="csY680" fmla="*/ 380970 h 381000"/>
                <a:gd name="csX681" fmla="*/ 471707 w 704850"/>
                <a:gd name="csY681" fmla="*/ 380970 h 381000"/>
                <a:gd name="csX682" fmla="*/ 470306 w 704850"/>
                <a:gd name="csY682" fmla="*/ 380970 h 381000"/>
                <a:gd name="csX683" fmla="*/ 468963 w 704850"/>
                <a:gd name="csY683" fmla="*/ 380970 h 381000"/>
                <a:gd name="csX684" fmla="*/ 467564 w 704850"/>
                <a:gd name="csY684" fmla="*/ 380970 h 381000"/>
                <a:gd name="csX685" fmla="*/ 466163 w 704850"/>
                <a:gd name="csY685" fmla="*/ 380970 h 381000"/>
                <a:gd name="csX686" fmla="*/ 464820 w 704850"/>
                <a:gd name="csY686" fmla="*/ 380970 h 381000"/>
                <a:gd name="csX687" fmla="*/ 463420 w 704850"/>
                <a:gd name="csY687" fmla="*/ 380970 h 381000"/>
                <a:gd name="csX688" fmla="*/ 462077 w 704850"/>
                <a:gd name="csY688" fmla="*/ 380970 h 381000"/>
                <a:gd name="csX689" fmla="*/ 460677 w 704850"/>
                <a:gd name="csY689" fmla="*/ 380970 h 381000"/>
                <a:gd name="csX690" fmla="*/ 459276 w 704850"/>
                <a:gd name="csY690" fmla="*/ 380970 h 381000"/>
                <a:gd name="csX691" fmla="*/ 457933 w 704850"/>
                <a:gd name="csY691" fmla="*/ 380970 h 381000"/>
                <a:gd name="csX692" fmla="*/ 456533 w 704850"/>
                <a:gd name="csY692" fmla="*/ 380970 h 381000"/>
                <a:gd name="csX693" fmla="*/ 455124 w 704850"/>
                <a:gd name="csY693" fmla="*/ 380970 h 381000"/>
                <a:gd name="csX694" fmla="*/ 453790 w 704850"/>
                <a:gd name="csY694" fmla="*/ 380970 h 381000"/>
                <a:gd name="csX695" fmla="*/ 452380 w 704850"/>
                <a:gd name="csY695" fmla="*/ 380970 h 381000"/>
                <a:gd name="csX696" fmla="*/ 451047 w 704850"/>
                <a:gd name="csY696" fmla="*/ 380970 h 381000"/>
                <a:gd name="csX697" fmla="*/ 449637 w 704850"/>
                <a:gd name="csY697" fmla="*/ 380970 h 381000"/>
                <a:gd name="csX698" fmla="*/ 448237 w 704850"/>
                <a:gd name="csY698" fmla="*/ 380970 h 381000"/>
                <a:gd name="csX699" fmla="*/ 446894 w 704850"/>
                <a:gd name="csY699" fmla="*/ 380970 h 381000"/>
                <a:gd name="csX700" fmla="*/ 445494 w 704850"/>
                <a:gd name="csY700" fmla="*/ 380970 h 381000"/>
                <a:gd name="csX701" fmla="*/ 444093 w 704850"/>
                <a:gd name="csY701" fmla="*/ 380970 h 381000"/>
                <a:gd name="csX702" fmla="*/ 442751 w 704850"/>
                <a:gd name="csY702" fmla="*/ 380970 h 381000"/>
                <a:gd name="csX703" fmla="*/ 441351 w 704850"/>
                <a:gd name="csY703" fmla="*/ 380970 h 381000"/>
                <a:gd name="csX704" fmla="*/ 440008 w 704850"/>
                <a:gd name="csY704" fmla="*/ 380970 h 381000"/>
                <a:gd name="csX705" fmla="*/ 438607 w 704850"/>
                <a:gd name="csY705" fmla="*/ 380970 h 381000"/>
                <a:gd name="csX706" fmla="*/ 437207 w 704850"/>
                <a:gd name="csY706" fmla="*/ 380970 h 381000"/>
                <a:gd name="csX707" fmla="*/ 435864 w 704850"/>
                <a:gd name="csY707" fmla="*/ 380970 h 381000"/>
                <a:gd name="csX708" fmla="*/ 434464 w 704850"/>
                <a:gd name="csY708" fmla="*/ 380970 h 381000"/>
                <a:gd name="csX709" fmla="*/ 433054 w 704850"/>
                <a:gd name="csY709" fmla="*/ 380970 h 381000"/>
                <a:gd name="csX710" fmla="*/ 431721 w 704850"/>
                <a:gd name="csY710" fmla="*/ 380970 h 381000"/>
                <a:gd name="csX711" fmla="*/ 430311 w 704850"/>
                <a:gd name="csY711" fmla="*/ 380970 h 381000"/>
                <a:gd name="csX712" fmla="*/ 428978 w 704850"/>
                <a:gd name="csY712" fmla="*/ 380970 h 381000"/>
                <a:gd name="csX713" fmla="*/ 427578 w 704850"/>
                <a:gd name="csY713" fmla="*/ 380970 h 381000"/>
                <a:gd name="csX714" fmla="*/ 426168 w 704850"/>
                <a:gd name="csY714" fmla="*/ 380970 h 381000"/>
                <a:gd name="csX715" fmla="*/ 424834 w 704850"/>
                <a:gd name="csY715" fmla="*/ 380970 h 381000"/>
                <a:gd name="csX716" fmla="*/ 423424 w 704850"/>
                <a:gd name="csY716" fmla="*/ 380970 h 381000"/>
                <a:gd name="csX717" fmla="*/ 422024 w 704850"/>
                <a:gd name="csY717" fmla="*/ 380970 h 381000"/>
                <a:gd name="csX718" fmla="*/ 420681 w 704850"/>
                <a:gd name="csY718" fmla="*/ 380970 h 381000"/>
                <a:gd name="csX719" fmla="*/ 419281 w 704850"/>
                <a:gd name="csY719" fmla="*/ 380970 h 381000"/>
                <a:gd name="csX720" fmla="*/ 417938 w 704850"/>
                <a:gd name="csY720" fmla="*/ 380970 h 381000"/>
                <a:gd name="csX721" fmla="*/ 416538 w 704850"/>
                <a:gd name="csY721" fmla="*/ 380970 h 381000"/>
                <a:gd name="csX722" fmla="*/ 415138 w 704850"/>
                <a:gd name="csY722" fmla="*/ 380970 h 381000"/>
                <a:gd name="csX723" fmla="*/ 413795 w 704850"/>
                <a:gd name="csY723" fmla="*/ 380970 h 381000"/>
                <a:gd name="csX724" fmla="*/ 412394 w 704850"/>
                <a:gd name="csY724" fmla="*/ 380970 h 381000"/>
                <a:gd name="csX725" fmla="*/ 410994 w 704850"/>
                <a:gd name="csY725" fmla="*/ 380970 h 381000"/>
                <a:gd name="csX726" fmla="*/ 409651 w 704850"/>
                <a:gd name="csY726" fmla="*/ 380970 h 381000"/>
                <a:gd name="csX727" fmla="*/ 408251 w 704850"/>
                <a:gd name="csY727" fmla="*/ 380970 h 381000"/>
                <a:gd name="csX728" fmla="*/ 406908 w 704850"/>
                <a:gd name="csY728" fmla="*/ 380970 h 381000"/>
                <a:gd name="csX729" fmla="*/ 405508 w 704850"/>
                <a:gd name="csY729" fmla="*/ 380970 h 381000"/>
                <a:gd name="csX730" fmla="*/ 404098 w 704850"/>
                <a:gd name="csY730" fmla="*/ 380970 h 381000"/>
                <a:gd name="csX731" fmla="*/ 402765 w 704850"/>
                <a:gd name="csY731" fmla="*/ 380970 h 381000"/>
                <a:gd name="csX732" fmla="*/ 401355 w 704850"/>
                <a:gd name="csY732" fmla="*/ 380970 h 381000"/>
                <a:gd name="csX733" fmla="*/ 399955 w 704850"/>
                <a:gd name="csY733" fmla="*/ 380970 h 381000"/>
                <a:gd name="csX734" fmla="*/ 398612 w 704850"/>
                <a:gd name="csY734" fmla="*/ 380970 h 381000"/>
                <a:gd name="csX735" fmla="*/ 397211 w 704850"/>
                <a:gd name="csY735" fmla="*/ 380970 h 381000"/>
                <a:gd name="csX736" fmla="*/ 395868 w 704850"/>
                <a:gd name="csY736" fmla="*/ 380970 h 381000"/>
                <a:gd name="csX737" fmla="*/ 394469 w 704850"/>
                <a:gd name="csY737" fmla="*/ 380970 h 381000"/>
                <a:gd name="csX738" fmla="*/ 393068 w 704850"/>
                <a:gd name="csY738" fmla="*/ 380970 h 381000"/>
                <a:gd name="csX739" fmla="*/ 391725 w 704850"/>
                <a:gd name="csY739" fmla="*/ 380970 h 381000"/>
                <a:gd name="csX740" fmla="*/ 390325 w 704850"/>
                <a:gd name="csY740" fmla="*/ 380970 h 381000"/>
                <a:gd name="csX741" fmla="*/ 388925 w 704850"/>
                <a:gd name="csY741" fmla="*/ 380970 h 381000"/>
                <a:gd name="csX742" fmla="*/ 387582 w 704850"/>
                <a:gd name="csY742" fmla="*/ 380970 h 381000"/>
                <a:gd name="csX743" fmla="*/ 386182 w 704850"/>
                <a:gd name="csY743" fmla="*/ 380970 h 381000"/>
                <a:gd name="csX744" fmla="*/ 384839 w 704850"/>
                <a:gd name="csY744" fmla="*/ 380970 h 381000"/>
                <a:gd name="csX745" fmla="*/ 383438 w 704850"/>
                <a:gd name="csY745" fmla="*/ 380970 h 381000"/>
                <a:gd name="csX746" fmla="*/ 382029 w 704850"/>
                <a:gd name="csY746" fmla="*/ 380970 h 381000"/>
                <a:gd name="csX747" fmla="*/ 380695 w 704850"/>
                <a:gd name="csY747" fmla="*/ 380970 h 381000"/>
                <a:gd name="csX748" fmla="*/ 379295 w 704850"/>
                <a:gd name="csY748" fmla="*/ 380970 h 381000"/>
                <a:gd name="csX749" fmla="*/ 377885 w 704850"/>
                <a:gd name="csY749" fmla="*/ 380970 h 381000"/>
                <a:gd name="csX750" fmla="*/ 376552 w 704850"/>
                <a:gd name="csY750" fmla="*/ 380970 h 381000"/>
                <a:gd name="csX751" fmla="*/ 375142 w 704850"/>
                <a:gd name="csY751" fmla="*/ 380970 h 381000"/>
                <a:gd name="csX752" fmla="*/ 373809 w 704850"/>
                <a:gd name="csY752" fmla="*/ 380970 h 381000"/>
                <a:gd name="csX753" fmla="*/ 372399 w 704850"/>
                <a:gd name="csY753" fmla="*/ 380970 h 381000"/>
                <a:gd name="csX754" fmla="*/ 370999 w 704850"/>
                <a:gd name="csY754" fmla="*/ 380970 h 381000"/>
                <a:gd name="csX755" fmla="*/ 369656 w 704850"/>
                <a:gd name="csY755" fmla="*/ 380970 h 381000"/>
                <a:gd name="csX756" fmla="*/ 368256 w 704850"/>
                <a:gd name="csY756" fmla="*/ 380970 h 381000"/>
                <a:gd name="csX757" fmla="*/ 366856 w 704850"/>
                <a:gd name="csY757" fmla="*/ 380970 h 381000"/>
                <a:gd name="csX758" fmla="*/ 365512 w 704850"/>
                <a:gd name="csY758" fmla="*/ 380970 h 381000"/>
                <a:gd name="csX759" fmla="*/ 364112 w 704850"/>
                <a:gd name="csY759" fmla="*/ 380970 h 381000"/>
                <a:gd name="csX760" fmla="*/ 362702 w 704850"/>
                <a:gd name="csY760" fmla="*/ 380970 h 381000"/>
                <a:gd name="csX761" fmla="*/ 361369 w 704850"/>
                <a:gd name="csY761" fmla="*/ 380970 h 381000"/>
                <a:gd name="csX762" fmla="*/ 359969 w 704850"/>
                <a:gd name="csY762" fmla="*/ 380970 h 381000"/>
                <a:gd name="csX763" fmla="*/ 358626 w 704850"/>
                <a:gd name="csY763" fmla="*/ 380970 h 381000"/>
                <a:gd name="csX764" fmla="*/ 357225 w 704850"/>
                <a:gd name="csY764" fmla="*/ 380970 h 381000"/>
                <a:gd name="csX765" fmla="*/ 355816 w 704850"/>
                <a:gd name="csY765" fmla="*/ 380970 h 381000"/>
                <a:gd name="csX766" fmla="*/ 354483 w 704850"/>
                <a:gd name="csY766" fmla="*/ 380970 h 381000"/>
                <a:gd name="csX767" fmla="*/ 353073 w 704850"/>
                <a:gd name="csY767" fmla="*/ 380970 h 381000"/>
                <a:gd name="csX768" fmla="*/ 351672 w 704850"/>
                <a:gd name="csY768" fmla="*/ 380970 h 381000"/>
                <a:gd name="csX769" fmla="*/ 350329 w 704850"/>
                <a:gd name="csY769" fmla="*/ 380970 h 381000"/>
                <a:gd name="csX770" fmla="*/ 348929 w 704850"/>
                <a:gd name="csY770" fmla="*/ 380970 h 381000"/>
                <a:gd name="csX771" fmla="*/ 347596 w 704850"/>
                <a:gd name="csY771" fmla="*/ 380970 h 381000"/>
                <a:gd name="csX772" fmla="*/ 346186 w 704850"/>
                <a:gd name="csY772" fmla="*/ 380970 h 381000"/>
                <a:gd name="csX773" fmla="*/ 344786 w 704850"/>
                <a:gd name="csY773" fmla="*/ 380970 h 381000"/>
                <a:gd name="csX774" fmla="*/ 343443 w 704850"/>
                <a:gd name="csY774" fmla="*/ 380970 h 381000"/>
                <a:gd name="csX775" fmla="*/ 342043 w 704850"/>
                <a:gd name="csY775" fmla="*/ 380970 h 381000"/>
                <a:gd name="csX776" fmla="*/ 340643 w 704850"/>
                <a:gd name="csY776" fmla="*/ 380970 h 381000"/>
                <a:gd name="csX777" fmla="*/ 339300 w 704850"/>
                <a:gd name="csY777" fmla="*/ 380970 h 381000"/>
                <a:gd name="csX778" fmla="*/ 337899 w 704850"/>
                <a:gd name="csY778" fmla="*/ 380970 h 381000"/>
                <a:gd name="csX779" fmla="*/ 336556 w 704850"/>
                <a:gd name="csY779" fmla="*/ 380970 h 381000"/>
                <a:gd name="csX780" fmla="*/ 335156 w 704850"/>
                <a:gd name="csY780" fmla="*/ 380970 h 381000"/>
                <a:gd name="csX781" fmla="*/ 333747 w 704850"/>
                <a:gd name="csY781" fmla="*/ 380970 h 381000"/>
                <a:gd name="csX782" fmla="*/ 332413 w 704850"/>
                <a:gd name="csY782" fmla="*/ 380970 h 381000"/>
                <a:gd name="csX783" fmla="*/ 331003 w 704850"/>
                <a:gd name="csY783" fmla="*/ 380970 h 381000"/>
                <a:gd name="csX784" fmla="*/ 329603 w 704850"/>
                <a:gd name="csY784" fmla="*/ 380970 h 381000"/>
                <a:gd name="csX785" fmla="*/ 328270 w 704850"/>
                <a:gd name="csY785" fmla="*/ 380970 h 381000"/>
                <a:gd name="csX786" fmla="*/ 326860 w 704850"/>
                <a:gd name="csY786" fmla="*/ 380970 h 381000"/>
                <a:gd name="csX787" fmla="*/ 325526 w 704850"/>
                <a:gd name="csY787" fmla="*/ 380970 h 381000"/>
                <a:gd name="csX788" fmla="*/ 324117 w 704850"/>
                <a:gd name="csY788" fmla="*/ 380970 h 381000"/>
                <a:gd name="csX789" fmla="*/ 322717 w 704850"/>
                <a:gd name="csY789" fmla="*/ 380970 h 381000"/>
                <a:gd name="csX790" fmla="*/ 321374 w 704850"/>
                <a:gd name="csY790" fmla="*/ 380970 h 381000"/>
                <a:gd name="csX791" fmla="*/ 319973 w 704850"/>
                <a:gd name="csY791" fmla="*/ 380970 h 381000"/>
                <a:gd name="csX792" fmla="*/ 318573 w 704850"/>
                <a:gd name="csY792" fmla="*/ 380970 h 381000"/>
                <a:gd name="csX793" fmla="*/ 317230 w 704850"/>
                <a:gd name="csY793" fmla="*/ 380970 h 381000"/>
                <a:gd name="csX794" fmla="*/ 315830 w 704850"/>
                <a:gd name="csY794" fmla="*/ 380970 h 381000"/>
                <a:gd name="csX795" fmla="*/ 314487 w 704850"/>
                <a:gd name="csY795" fmla="*/ 380970 h 381000"/>
                <a:gd name="csX796" fmla="*/ 313087 w 704850"/>
                <a:gd name="csY796" fmla="*/ 380970 h 381000"/>
                <a:gd name="csX797" fmla="*/ 311677 w 704850"/>
                <a:gd name="csY797" fmla="*/ 380970 h 381000"/>
                <a:gd name="csX798" fmla="*/ 310343 w 704850"/>
                <a:gd name="csY798" fmla="*/ 380970 h 381000"/>
                <a:gd name="csX799" fmla="*/ 308944 w 704850"/>
                <a:gd name="csY799" fmla="*/ 380970 h 381000"/>
                <a:gd name="csX800" fmla="*/ 307534 w 704850"/>
                <a:gd name="csY800" fmla="*/ 380970 h 381000"/>
                <a:gd name="csX801" fmla="*/ 306200 w 704850"/>
                <a:gd name="csY801" fmla="*/ 380970 h 381000"/>
                <a:gd name="csX802" fmla="*/ 304790 w 704850"/>
                <a:gd name="csY802" fmla="*/ 380970 h 381000"/>
                <a:gd name="csX803" fmla="*/ 303457 w 704850"/>
                <a:gd name="csY803" fmla="*/ 380970 h 381000"/>
                <a:gd name="csX804" fmla="*/ 302047 w 704850"/>
                <a:gd name="csY804" fmla="*/ 380970 h 381000"/>
                <a:gd name="csX805" fmla="*/ 300647 w 704850"/>
                <a:gd name="csY805" fmla="*/ 380970 h 381000"/>
                <a:gd name="csX806" fmla="*/ 299304 w 704850"/>
                <a:gd name="csY806" fmla="*/ 380970 h 381000"/>
                <a:gd name="csX807" fmla="*/ 297904 w 704850"/>
                <a:gd name="csY807" fmla="*/ 380970 h 381000"/>
                <a:gd name="csX808" fmla="*/ 296504 w 704850"/>
                <a:gd name="csY808" fmla="*/ 380970 h 381000"/>
                <a:gd name="csX809" fmla="*/ 295161 w 704850"/>
                <a:gd name="csY809" fmla="*/ 380970 h 381000"/>
                <a:gd name="csX810" fmla="*/ 293761 w 704850"/>
                <a:gd name="csY810" fmla="*/ 380970 h 381000"/>
                <a:gd name="csX811" fmla="*/ 292418 w 704850"/>
                <a:gd name="csY811" fmla="*/ 380970 h 381000"/>
                <a:gd name="csX812" fmla="*/ 291017 w 704850"/>
                <a:gd name="csY812" fmla="*/ 380970 h 381000"/>
                <a:gd name="csX813" fmla="*/ 289617 w 704850"/>
                <a:gd name="csY813" fmla="*/ 380970 h 381000"/>
                <a:gd name="csX814" fmla="*/ 288274 w 704850"/>
                <a:gd name="csY814" fmla="*/ 380970 h 381000"/>
                <a:gd name="csX815" fmla="*/ 286874 w 704850"/>
                <a:gd name="csY815" fmla="*/ 380970 h 381000"/>
                <a:gd name="csX816" fmla="*/ 285464 w 704850"/>
                <a:gd name="csY816" fmla="*/ 380970 h 381000"/>
                <a:gd name="csX817" fmla="*/ 284131 w 704850"/>
                <a:gd name="csY817" fmla="*/ 380970 h 381000"/>
                <a:gd name="csX818" fmla="*/ 282721 w 704850"/>
                <a:gd name="csY818" fmla="*/ 380970 h 381000"/>
                <a:gd name="csX819" fmla="*/ 281388 w 704850"/>
                <a:gd name="csY819" fmla="*/ 380970 h 381000"/>
                <a:gd name="csX820" fmla="*/ 279978 w 704850"/>
                <a:gd name="csY820" fmla="*/ 380970 h 381000"/>
                <a:gd name="csX821" fmla="*/ 278578 w 704850"/>
                <a:gd name="csY821" fmla="*/ 380970 h 381000"/>
                <a:gd name="csX822" fmla="*/ 277244 w 704850"/>
                <a:gd name="csY822" fmla="*/ 380970 h 381000"/>
                <a:gd name="csX823" fmla="*/ 275835 w 704850"/>
                <a:gd name="csY823" fmla="*/ 380970 h 381000"/>
                <a:gd name="csX824" fmla="*/ 274435 w 704850"/>
                <a:gd name="csY824" fmla="*/ 380970 h 381000"/>
                <a:gd name="csX825" fmla="*/ 273091 w 704850"/>
                <a:gd name="csY825" fmla="*/ 380970 h 381000"/>
                <a:gd name="csX826" fmla="*/ 271691 w 704850"/>
                <a:gd name="csY826" fmla="*/ 380970 h 381000"/>
                <a:gd name="csX827" fmla="*/ 270348 w 704850"/>
                <a:gd name="csY827" fmla="*/ 380970 h 381000"/>
                <a:gd name="csX828" fmla="*/ 268948 w 704850"/>
                <a:gd name="csY828" fmla="*/ 380970 h 381000"/>
                <a:gd name="csX829" fmla="*/ 267548 w 704850"/>
                <a:gd name="csY829" fmla="*/ 380970 h 381000"/>
                <a:gd name="csX830" fmla="*/ 266205 w 704850"/>
                <a:gd name="csY830" fmla="*/ 380970 h 381000"/>
                <a:gd name="csX831" fmla="*/ 264804 w 704850"/>
                <a:gd name="csY831" fmla="*/ 380970 h 381000"/>
                <a:gd name="csX832" fmla="*/ 263395 w 704850"/>
                <a:gd name="csY832" fmla="*/ 380970 h 381000"/>
                <a:gd name="csX833" fmla="*/ 262062 w 704850"/>
                <a:gd name="csY833" fmla="*/ 380970 h 381000"/>
                <a:gd name="csX834" fmla="*/ 260652 w 704850"/>
                <a:gd name="csY834" fmla="*/ 380970 h 381000"/>
                <a:gd name="csX835" fmla="*/ 259318 w 704850"/>
                <a:gd name="csY835" fmla="*/ 380970 h 381000"/>
                <a:gd name="csX836" fmla="*/ 257918 w 704850"/>
                <a:gd name="csY836" fmla="*/ 380970 h 381000"/>
                <a:gd name="csX837" fmla="*/ 256508 w 704850"/>
                <a:gd name="csY837" fmla="*/ 380970 h 381000"/>
                <a:gd name="csX838" fmla="*/ 255175 w 704850"/>
                <a:gd name="csY838" fmla="*/ 380970 h 381000"/>
                <a:gd name="csX839" fmla="*/ 253765 w 704850"/>
                <a:gd name="csY839" fmla="*/ 380970 h 381000"/>
                <a:gd name="csX840" fmla="*/ 252365 w 704850"/>
                <a:gd name="csY840" fmla="*/ 380970 h 381000"/>
                <a:gd name="csX841" fmla="*/ 251022 w 704850"/>
                <a:gd name="csY841" fmla="*/ 380970 h 381000"/>
                <a:gd name="csX842" fmla="*/ 249622 w 704850"/>
                <a:gd name="csY842" fmla="*/ 380970 h 381000"/>
                <a:gd name="csX843" fmla="*/ 248279 w 704850"/>
                <a:gd name="csY843" fmla="*/ 380970 h 381000"/>
                <a:gd name="csX844" fmla="*/ 246879 w 704850"/>
                <a:gd name="csY844" fmla="*/ 380970 h 381000"/>
                <a:gd name="csX845" fmla="*/ 245478 w 704850"/>
                <a:gd name="csY845" fmla="*/ 380970 h 381000"/>
                <a:gd name="csX846" fmla="*/ 244135 w 704850"/>
                <a:gd name="csY846" fmla="*/ 380970 h 381000"/>
                <a:gd name="csX847" fmla="*/ 242735 w 704850"/>
                <a:gd name="csY847" fmla="*/ 380970 h 381000"/>
                <a:gd name="csX848" fmla="*/ 241335 w 704850"/>
                <a:gd name="csY848" fmla="*/ 380970 h 381000"/>
                <a:gd name="csX849" fmla="*/ 239992 w 704850"/>
                <a:gd name="csY849" fmla="*/ 380970 h 381000"/>
                <a:gd name="csX850" fmla="*/ 238592 w 704850"/>
                <a:gd name="csY850" fmla="*/ 380970 h 381000"/>
                <a:gd name="csX851" fmla="*/ 237249 w 704850"/>
                <a:gd name="csY851" fmla="*/ 380970 h 381000"/>
                <a:gd name="csX852" fmla="*/ 235849 w 704850"/>
                <a:gd name="csY852" fmla="*/ 380970 h 381000"/>
                <a:gd name="csX853" fmla="*/ 234439 w 704850"/>
                <a:gd name="csY853" fmla="*/ 380970 h 381000"/>
                <a:gd name="csX854" fmla="*/ 233105 w 704850"/>
                <a:gd name="csY854" fmla="*/ 380970 h 381000"/>
                <a:gd name="csX855" fmla="*/ 231696 w 704850"/>
                <a:gd name="csY855" fmla="*/ 380970 h 381000"/>
                <a:gd name="csX856" fmla="*/ 230295 w 704850"/>
                <a:gd name="csY856" fmla="*/ 380970 h 381000"/>
                <a:gd name="csX857" fmla="*/ 228952 w 704850"/>
                <a:gd name="csY857" fmla="*/ 380970 h 381000"/>
                <a:gd name="csX858" fmla="*/ 227553 w 704850"/>
                <a:gd name="csY858" fmla="*/ 380970 h 381000"/>
                <a:gd name="csX859" fmla="*/ 226219 w 704850"/>
                <a:gd name="csY859" fmla="*/ 380970 h 381000"/>
                <a:gd name="csX860" fmla="*/ 224809 w 704850"/>
                <a:gd name="csY860" fmla="*/ 380970 h 381000"/>
                <a:gd name="csX861" fmla="*/ 223409 w 704850"/>
                <a:gd name="csY861" fmla="*/ 380970 h 381000"/>
                <a:gd name="csX862" fmla="*/ 222066 w 704850"/>
                <a:gd name="csY862" fmla="*/ 380970 h 381000"/>
                <a:gd name="csX863" fmla="*/ 220666 w 704850"/>
                <a:gd name="csY863" fmla="*/ 380970 h 381000"/>
                <a:gd name="csX864" fmla="*/ 219265 w 704850"/>
                <a:gd name="csY864" fmla="*/ 380970 h 381000"/>
                <a:gd name="csX865" fmla="*/ 217922 w 704850"/>
                <a:gd name="csY865" fmla="*/ 380970 h 381000"/>
                <a:gd name="csX866" fmla="*/ 216522 w 704850"/>
                <a:gd name="csY866" fmla="*/ 380970 h 381000"/>
                <a:gd name="csX867" fmla="*/ 215180 w 704850"/>
                <a:gd name="csY867" fmla="*/ 380970 h 381000"/>
                <a:gd name="csX868" fmla="*/ 213779 w 704850"/>
                <a:gd name="csY868" fmla="*/ 380970 h 381000"/>
                <a:gd name="csX869" fmla="*/ 212369 w 704850"/>
                <a:gd name="csY869" fmla="*/ 380970 h 381000"/>
                <a:gd name="csX870" fmla="*/ 211036 w 704850"/>
                <a:gd name="csY870" fmla="*/ 380970 h 381000"/>
                <a:gd name="csX871" fmla="*/ 209636 w 704850"/>
                <a:gd name="csY871" fmla="*/ 380970 h 381000"/>
                <a:gd name="csX872" fmla="*/ 208226 w 704850"/>
                <a:gd name="csY872" fmla="*/ 380970 h 381000"/>
                <a:gd name="csX873" fmla="*/ 206893 w 704850"/>
                <a:gd name="csY873" fmla="*/ 380970 h 381000"/>
                <a:gd name="csX874" fmla="*/ 205483 w 704850"/>
                <a:gd name="csY874" fmla="*/ 380970 h 381000"/>
                <a:gd name="csX875" fmla="*/ 204083 w 704850"/>
                <a:gd name="csY875" fmla="*/ 380970 h 381000"/>
                <a:gd name="csX876" fmla="*/ 202740 w 704850"/>
                <a:gd name="csY876" fmla="*/ 380970 h 381000"/>
                <a:gd name="csX877" fmla="*/ 201340 w 704850"/>
                <a:gd name="csY877" fmla="*/ 380970 h 381000"/>
                <a:gd name="csX878" fmla="*/ 199997 w 704850"/>
                <a:gd name="csY878" fmla="*/ 380970 h 381000"/>
                <a:gd name="csX879" fmla="*/ 198596 w 704850"/>
                <a:gd name="csY879" fmla="*/ 380970 h 381000"/>
                <a:gd name="csX880" fmla="*/ 197196 w 704850"/>
                <a:gd name="csY880" fmla="*/ 380970 h 381000"/>
                <a:gd name="csX881" fmla="*/ 195853 w 704850"/>
                <a:gd name="csY881" fmla="*/ 380970 h 381000"/>
                <a:gd name="csX882" fmla="*/ 194453 w 704850"/>
                <a:gd name="csY882" fmla="*/ 380970 h 381000"/>
                <a:gd name="csX883" fmla="*/ 193053 w 704850"/>
                <a:gd name="csY883" fmla="*/ 380970 h 381000"/>
                <a:gd name="csX884" fmla="*/ 191710 w 704850"/>
                <a:gd name="csY884" fmla="*/ 380970 h 381000"/>
                <a:gd name="csX885" fmla="*/ 190310 w 704850"/>
                <a:gd name="csY885" fmla="*/ 380970 h 381000"/>
                <a:gd name="csX886" fmla="*/ 188967 w 704850"/>
                <a:gd name="csY886" fmla="*/ 380970 h 381000"/>
                <a:gd name="csX887" fmla="*/ 187566 w 704850"/>
                <a:gd name="csY887" fmla="*/ 380970 h 381000"/>
                <a:gd name="csX888" fmla="*/ 186157 w 704850"/>
                <a:gd name="csY888" fmla="*/ 380970 h 381000"/>
                <a:gd name="csX889" fmla="*/ 184823 w 704850"/>
                <a:gd name="csY889" fmla="*/ 380970 h 381000"/>
                <a:gd name="csX890" fmla="*/ 183413 w 704850"/>
                <a:gd name="csY890" fmla="*/ 380970 h 381000"/>
                <a:gd name="csX891" fmla="*/ 182014 w 704850"/>
                <a:gd name="csY891" fmla="*/ 380970 h 381000"/>
                <a:gd name="csX892" fmla="*/ 180670 w 704850"/>
                <a:gd name="csY892" fmla="*/ 380970 h 381000"/>
                <a:gd name="csX893" fmla="*/ 179270 w 704850"/>
                <a:gd name="csY893" fmla="*/ 380970 h 381000"/>
                <a:gd name="csX894" fmla="*/ 177927 w 704850"/>
                <a:gd name="csY894" fmla="*/ 380970 h 381000"/>
                <a:gd name="csX895" fmla="*/ 176527 w 704850"/>
                <a:gd name="csY895" fmla="*/ 380970 h 381000"/>
                <a:gd name="csX896" fmla="*/ 175127 w 704850"/>
                <a:gd name="csY896" fmla="*/ 380970 h 381000"/>
                <a:gd name="csX897" fmla="*/ 173784 w 704850"/>
                <a:gd name="csY897" fmla="*/ 380970 h 381000"/>
                <a:gd name="csX898" fmla="*/ 172383 w 704850"/>
                <a:gd name="csY898" fmla="*/ 380970 h 381000"/>
                <a:gd name="csX899" fmla="*/ 170983 w 704850"/>
                <a:gd name="csY899" fmla="*/ 380970 h 381000"/>
                <a:gd name="csX900" fmla="*/ 169640 w 704850"/>
                <a:gd name="csY900" fmla="*/ 380970 h 381000"/>
                <a:gd name="csX901" fmla="*/ 168240 w 704850"/>
                <a:gd name="csY901" fmla="*/ 380970 h 381000"/>
                <a:gd name="csX902" fmla="*/ 166897 w 704850"/>
                <a:gd name="csY902" fmla="*/ 380970 h 381000"/>
                <a:gd name="csX903" fmla="*/ 165497 w 704850"/>
                <a:gd name="csY903" fmla="*/ 380970 h 381000"/>
                <a:gd name="csX904" fmla="*/ 164087 w 704850"/>
                <a:gd name="csY904" fmla="*/ 380970 h 381000"/>
                <a:gd name="csX905" fmla="*/ 162754 w 704850"/>
                <a:gd name="csY905" fmla="*/ 380970 h 381000"/>
                <a:gd name="csX906" fmla="*/ 161354 w 704850"/>
                <a:gd name="csY906" fmla="*/ 380970 h 381000"/>
                <a:gd name="csX907" fmla="*/ 159944 w 704850"/>
                <a:gd name="csY907" fmla="*/ 380970 h 381000"/>
                <a:gd name="csX908" fmla="*/ 158610 w 704850"/>
                <a:gd name="csY908" fmla="*/ 380970 h 381000"/>
                <a:gd name="csX909" fmla="*/ 157200 w 704850"/>
                <a:gd name="csY909" fmla="*/ 380970 h 381000"/>
                <a:gd name="csX910" fmla="*/ 155867 w 704850"/>
                <a:gd name="csY910" fmla="*/ 380970 h 381000"/>
                <a:gd name="csX911" fmla="*/ 154458 w 704850"/>
                <a:gd name="csY911" fmla="*/ 380970 h 381000"/>
                <a:gd name="csX912" fmla="*/ 153057 w 704850"/>
                <a:gd name="csY912" fmla="*/ 380970 h 381000"/>
                <a:gd name="csX913" fmla="*/ 151714 w 704850"/>
                <a:gd name="csY913" fmla="*/ 380970 h 381000"/>
                <a:gd name="csX914" fmla="*/ 150314 w 704850"/>
                <a:gd name="csY914" fmla="*/ 380970 h 381000"/>
                <a:gd name="csX915" fmla="*/ 148914 w 704850"/>
                <a:gd name="csY915" fmla="*/ 380970 h 381000"/>
                <a:gd name="csX916" fmla="*/ 147571 w 704850"/>
                <a:gd name="csY916" fmla="*/ 380970 h 381000"/>
                <a:gd name="csX917" fmla="*/ 146171 w 704850"/>
                <a:gd name="csY917" fmla="*/ 380970 h 381000"/>
                <a:gd name="csX918" fmla="*/ 144827 w 704850"/>
                <a:gd name="csY918" fmla="*/ 380970 h 381000"/>
                <a:gd name="csX919" fmla="*/ 143427 w 704850"/>
                <a:gd name="csY919" fmla="*/ 380970 h 381000"/>
                <a:gd name="csX920" fmla="*/ 142028 w 704850"/>
                <a:gd name="csY920" fmla="*/ 380970 h 381000"/>
                <a:gd name="csX921" fmla="*/ 140684 w 704850"/>
                <a:gd name="csY921" fmla="*/ 380970 h 381000"/>
                <a:gd name="csX922" fmla="*/ 139284 w 704850"/>
                <a:gd name="csY922" fmla="*/ 380970 h 381000"/>
                <a:gd name="csX923" fmla="*/ 137874 w 704850"/>
                <a:gd name="csY923" fmla="*/ 380970 h 381000"/>
                <a:gd name="csX924" fmla="*/ 136541 w 704850"/>
                <a:gd name="csY924" fmla="*/ 380970 h 381000"/>
                <a:gd name="csX925" fmla="*/ 135131 w 704850"/>
                <a:gd name="csY925" fmla="*/ 380970 h 381000"/>
                <a:gd name="csX926" fmla="*/ 133798 w 704850"/>
                <a:gd name="csY926" fmla="*/ 380970 h 381000"/>
                <a:gd name="csX927" fmla="*/ 132388 w 704850"/>
                <a:gd name="csY927" fmla="*/ 380970 h 381000"/>
                <a:gd name="csX928" fmla="*/ 130988 w 704850"/>
                <a:gd name="csY928" fmla="*/ 380970 h 381000"/>
                <a:gd name="csX929" fmla="*/ 129645 w 704850"/>
                <a:gd name="csY929" fmla="*/ 380970 h 381000"/>
                <a:gd name="csX930" fmla="*/ 128245 w 704850"/>
                <a:gd name="csY930" fmla="*/ 380970 h 381000"/>
                <a:gd name="csX931" fmla="*/ 126844 w 704850"/>
                <a:gd name="csY931" fmla="*/ 380970 h 381000"/>
                <a:gd name="csX932" fmla="*/ 125501 w 704850"/>
                <a:gd name="csY932" fmla="*/ 380970 h 381000"/>
                <a:gd name="csX933" fmla="*/ 124101 w 704850"/>
                <a:gd name="csY933" fmla="*/ 380970 h 381000"/>
                <a:gd name="csX934" fmla="*/ 122758 w 704850"/>
                <a:gd name="csY934" fmla="*/ 380970 h 381000"/>
                <a:gd name="csX935" fmla="*/ 121358 w 704850"/>
                <a:gd name="csY935" fmla="*/ 380970 h 381000"/>
                <a:gd name="csX936" fmla="*/ 119958 w 704850"/>
                <a:gd name="csY936" fmla="*/ 380970 h 381000"/>
                <a:gd name="csX937" fmla="*/ 118615 w 704850"/>
                <a:gd name="csY937" fmla="*/ 380970 h 381000"/>
                <a:gd name="csX938" fmla="*/ 117215 w 704850"/>
                <a:gd name="csY938" fmla="*/ 380970 h 381000"/>
                <a:gd name="csX939" fmla="*/ 115805 w 704850"/>
                <a:gd name="csY939" fmla="*/ 380970 h 381000"/>
                <a:gd name="csX940" fmla="*/ 114472 w 704850"/>
                <a:gd name="csY940" fmla="*/ 380970 h 381000"/>
                <a:gd name="csX941" fmla="*/ 113062 w 704850"/>
                <a:gd name="csY941" fmla="*/ 380970 h 381000"/>
                <a:gd name="csX942" fmla="*/ 111728 w 704850"/>
                <a:gd name="csY942" fmla="*/ 380970 h 381000"/>
                <a:gd name="csX943" fmla="*/ 110318 w 704850"/>
                <a:gd name="csY943" fmla="*/ 380970 h 381000"/>
                <a:gd name="csX944" fmla="*/ 108919 w 704850"/>
                <a:gd name="csY944" fmla="*/ 380970 h 381000"/>
                <a:gd name="csX945" fmla="*/ 107585 w 704850"/>
                <a:gd name="csY945" fmla="*/ 380970 h 381000"/>
                <a:gd name="csX946" fmla="*/ 106175 w 704850"/>
                <a:gd name="csY946" fmla="*/ 380970 h 381000"/>
                <a:gd name="csX947" fmla="*/ 104775 w 704850"/>
                <a:gd name="csY947" fmla="*/ 380970 h 381000"/>
                <a:gd name="csX948" fmla="*/ 103432 w 704850"/>
                <a:gd name="csY948" fmla="*/ 380970 h 381000"/>
                <a:gd name="csX949" fmla="*/ 102032 w 704850"/>
                <a:gd name="csY949" fmla="*/ 380970 h 381000"/>
                <a:gd name="csX950" fmla="*/ 100689 w 704850"/>
                <a:gd name="csY950" fmla="*/ 380970 h 381000"/>
                <a:gd name="csX951" fmla="*/ 99289 w 704850"/>
                <a:gd name="csY951" fmla="*/ 380970 h 381000"/>
                <a:gd name="csX952" fmla="*/ 97888 w 704850"/>
                <a:gd name="csY952" fmla="*/ 380970 h 381000"/>
                <a:gd name="csX953" fmla="*/ 96545 w 704850"/>
                <a:gd name="csY953" fmla="*/ 380970 h 381000"/>
                <a:gd name="csX954" fmla="*/ 95146 w 704850"/>
                <a:gd name="csY954" fmla="*/ 380970 h 381000"/>
                <a:gd name="csX955" fmla="*/ 93736 w 704850"/>
                <a:gd name="csY955" fmla="*/ 380970 h 381000"/>
                <a:gd name="csX956" fmla="*/ 92402 w 704850"/>
                <a:gd name="csY956" fmla="*/ 380970 h 381000"/>
                <a:gd name="csX957" fmla="*/ 90992 w 704850"/>
                <a:gd name="csY957" fmla="*/ 380970 h 381000"/>
                <a:gd name="csX958" fmla="*/ 89659 w 704850"/>
                <a:gd name="csY958" fmla="*/ 380970 h 381000"/>
                <a:gd name="csX959" fmla="*/ 88259 w 704850"/>
                <a:gd name="csY959" fmla="*/ 380970 h 381000"/>
                <a:gd name="csX960" fmla="*/ 86849 w 704850"/>
                <a:gd name="csY960" fmla="*/ 380970 h 381000"/>
                <a:gd name="csX961" fmla="*/ 85515 w 704850"/>
                <a:gd name="csY961" fmla="*/ 380970 h 381000"/>
                <a:gd name="csX962" fmla="*/ 84106 w 704850"/>
                <a:gd name="csY962" fmla="*/ 380970 h 381000"/>
                <a:gd name="csX963" fmla="*/ 82706 w 704850"/>
                <a:gd name="csY963" fmla="*/ 380970 h 381000"/>
                <a:gd name="csX964" fmla="*/ 81363 w 704850"/>
                <a:gd name="csY964" fmla="*/ 380970 h 381000"/>
                <a:gd name="csX965" fmla="*/ 79962 w 704850"/>
                <a:gd name="csY965" fmla="*/ 380970 h 381000"/>
                <a:gd name="csX966" fmla="*/ 78619 w 704850"/>
                <a:gd name="csY966" fmla="*/ 380970 h 381000"/>
                <a:gd name="csX967" fmla="*/ 77219 w 704850"/>
                <a:gd name="csY967" fmla="*/ 380970 h 381000"/>
                <a:gd name="csX968" fmla="*/ 75819 w 704850"/>
                <a:gd name="csY968" fmla="*/ 380970 h 381000"/>
                <a:gd name="csX969" fmla="*/ 74476 w 704850"/>
                <a:gd name="csY969" fmla="*/ 380970 h 381000"/>
                <a:gd name="csX970" fmla="*/ 73076 w 704850"/>
                <a:gd name="csY970" fmla="*/ 380970 h 381000"/>
                <a:gd name="csX971" fmla="*/ 71666 w 704850"/>
                <a:gd name="csY971" fmla="*/ 380970 h 381000"/>
                <a:gd name="csX972" fmla="*/ 70333 w 704850"/>
                <a:gd name="csY972" fmla="*/ 380970 h 381000"/>
                <a:gd name="csX973" fmla="*/ 68933 w 704850"/>
                <a:gd name="csY973" fmla="*/ 380970 h 381000"/>
                <a:gd name="csX974" fmla="*/ 67590 w 704850"/>
                <a:gd name="csY974" fmla="*/ 380970 h 381000"/>
                <a:gd name="csX975" fmla="*/ 66189 w 704850"/>
                <a:gd name="csY975" fmla="*/ 380970 h 381000"/>
                <a:gd name="csX976" fmla="*/ 64779 w 704850"/>
                <a:gd name="csY976" fmla="*/ 380970 h 381000"/>
                <a:gd name="csX977" fmla="*/ 63446 w 704850"/>
                <a:gd name="csY977" fmla="*/ 380970 h 381000"/>
                <a:gd name="csX978" fmla="*/ 62037 w 704850"/>
                <a:gd name="csY978" fmla="*/ 380970 h 381000"/>
                <a:gd name="csX979" fmla="*/ 60636 w 704850"/>
                <a:gd name="csY979" fmla="*/ 380970 h 381000"/>
                <a:gd name="csX980" fmla="*/ 59293 w 704850"/>
                <a:gd name="csY980" fmla="*/ 380970 h 381000"/>
                <a:gd name="csX981" fmla="*/ 57893 w 704850"/>
                <a:gd name="csY981" fmla="*/ 380970 h 381000"/>
                <a:gd name="csX982" fmla="*/ 56560 w 704850"/>
                <a:gd name="csY982" fmla="*/ 380970 h 381000"/>
                <a:gd name="csX983" fmla="*/ 55150 w 704850"/>
                <a:gd name="csY983" fmla="*/ 380970 h 381000"/>
                <a:gd name="csX984" fmla="*/ 53750 w 704850"/>
                <a:gd name="csY984" fmla="*/ 380970 h 381000"/>
                <a:gd name="csX985" fmla="*/ 52407 w 704850"/>
                <a:gd name="csY985" fmla="*/ 380970 h 381000"/>
                <a:gd name="csX986" fmla="*/ 51006 w 704850"/>
                <a:gd name="csY986" fmla="*/ 380970 h 381000"/>
                <a:gd name="csX987" fmla="*/ 49606 w 704850"/>
                <a:gd name="csY987" fmla="*/ 380970 h 381000"/>
                <a:gd name="csX988" fmla="*/ 48263 w 704850"/>
                <a:gd name="csY988" fmla="*/ 380970 h 381000"/>
                <a:gd name="csX989" fmla="*/ 46863 w 704850"/>
                <a:gd name="csY989" fmla="*/ 380970 h 381000"/>
                <a:gd name="csX990" fmla="*/ 45520 w 704850"/>
                <a:gd name="csY990" fmla="*/ 380970 h 381000"/>
                <a:gd name="csX991" fmla="*/ 44120 w 704850"/>
                <a:gd name="csY991" fmla="*/ 380970 h 381000"/>
                <a:gd name="csX992" fmla="*/ 42710 w 704850"/>
                <a:gd name="csY992" fmla="*/ 380970 h 381000"/>
                <a:gd name="csX993" fmla="*/ 41377 w 704850"/>
                <a:gd name="csY993" fmla="*/ 380970 h 381000"/>
                <a:gd name="csX994" fmla="*/ 39967 w 704850"/>
                <a:gd name="csY994" fmla="*/ 380970 h 381000"/>
                <a:gd name="csX995" fmla="*/ 38567 w 704850"/>
                <a:gd name="csY995" fmla="*/ 380970 h 381000"/>
                <a:gd name="csX996" fmla="*/ 37233 w 704850"/>
                <a:gd name="csY996" fmla="*/ 380970 h 381000"/>
                <a:gd name="csX997" fmla="*/ 35824 w 704850"/>
                <a:gd name="csY997" fmla="*/ 380970 h 381000"/>
                <a:gd name="csX998" fmla="*/ 34424 w 704850"/>
                <a:gd name="csY998" fmla="*/ 380970 h 381000"/>
                <a:gd name="csX999" fmla="*/ 33080 w 704850"/>
                <a:gd name="csY999" fmla="*/ 380970 h 381000"/>
                <a:gd name="csX1000" fmla="*/ 31680 w 704850"/>
                <a:gd name="csY1000" fmla="*/ 380970 h 381000"/>
                <a:gd name="csX1001" fmla="*/ 30337 w 704850"/>
                <a:gd name="csY1001" fmla="*/ 380970 h 381000"/>
                <a:gd name="csX1002" fmla="*/ 28937 w 704850"/>
                <a:gd name="csY1002" fmla="*/ 380970 h 381000"/>
                <a:gd name="csX1003" fmla="*/ 27537 w 704850"/>
                <a:gd name="csY1003" fmla="*/ 380970 h 381000"/>
                <a:gd name="csX1004" fmla="*/ 26194 w 704850"/>
                <a:gd name="csY1004" fmla="*/ 380970 h 381000"/>
                <a:gd name="csX1005" fmla="*/ 24793 w 704850"/>
                <a:gd name="csY1005" fmla="*/ 380970 h 381000"/>
                <a:gd name="csX1006" fmla="*/ 23394 w 704850"/>
                <a:gd name="csY1006" fmla="*/ 380970 h 381000"/>
                <a:gd name="csX1007" fmla="*/ 22051 w 704850"/>
                <a:gd name="csY1007" fmla="*/ 380970 h 381000"/>
                <a:gd name="csX1008" fmla="*/ 20650 w 704850"/>
                <a:gd name="csY1008" fmla="*/ 380970 h 381000"/>
                <a:gd name="csX1009" fmla="*/ 19307 w 704850"/>
                <a:gd name="csY1009" fmla="*/ 380970 h 381000"/>
                <a:gd name="csX1010" fmla="*/ 17907 w 704850"/>
                <a:gd name="csY1010" fmla="*/ 380970 h 381000"/>
                <a:gd name="csX1011" fmla="*/ 16497 w 704850"/>
                <a:gd name="csY1011" fmla="*/ 380970 h 381000"/>
                <a:gd name="csX1012" fmla="*/ 15164 w 704850"/>
                <a:gd name="csY1012" fmla="*/ 380970 h 381000"/>
                <a:gd name="csX1013" fmla="*/ 13754 w 704850"/>
                <a:gd name="csY1013" fmla="*/ 380970 h 381000"/>
                <a:gd name="csX1014" fmla="*/ 12354 w 704850"/>
                <a:gd name="csY1014" fmla="*/ 380970 h 381000"/>
                <a:gd name="csX1015" fmla="*/ 11011 w 704850"/>
                <a:gd name="csY1015" fmla="*/ 380970 h 381000"/>
                <a:gd name="csX1016" fmla="*/ 9611 w 704850"/>
                <a:gd name="csY1016" fmla="*/ 380970 h 381000"/>
                <a:gd name="csX1017" fmla="*/ 8268 w 704850"/>
                <a:gd name="csY1017" fmla="*/ 380970 h 381000"/>
                <a:gd name="csX1018" fmla="*/ 6868 w 704850"/>
                <a:gd name="csY1018" fmla="*/ 380970 h 381000"/>
                <a:gd name="csX1019" fmla="*/ 5467 w 704850"/>
                <a:gd name="csY1019" fmla="*/ 380970 h 381000"/>
                <a:gd name="csX1020" fmla="*/ 4124 w 704850"/>
                <a:gd name="csY1020" fmla="*/ 380970 h 381000"/>
                <a:gd name="csX1021" fmla="*/ 2724 w 704850"/>
                <a:gd name="csY1021" fmla="*/ 380970 h 381000"/>
                <a:gd name="csX1022" fmla="*/ 1324 w 704850"/>
                <a:gd name="csY1022" fmla="*/ 380970 h 381000"/>
                <a:gd name="csX1023" fmla="*/ -19 w 70485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81000">
                  <a:moveTo>
                    <a:pt x="-19" y="378370"/>
                  </a:moveTo>
                  <a:lnTo>
                    <a:pt x="1324" y="378046"/>
                  </a:lnTo>
                  <a:lnTo>
                    <a:pt x="2724" y="377732"/>
                  </a:lnTo>
                  <a:lnTo>
                    <a:pt x="4124" y="377350"/>
                  </a:lnTo>
                  <a:lnTo>
                    <a:pt x="5467" y="376969"/>
                  </a:lnTo>
                  <a:lnTo>
                    <a:pt x="6868" y="376522"/>
                  </a:lnTo>
                  <a:lnTo>
                    <a:pt x="8268" y="376074"/>
                  </a:lnTo>
                  <a:lnTo>
                    <a:pt x="9611" y="375569"/>
                  </a:lnTo>
                  <a:lnTo>
                    <a:pt x="11011" y="374998"/>
                  </a:lnTo>
                  <a:lnTo>
                    <a:pt x="12354" y="374426"/>
                  </a:lnTo>
                  <a:lnTo>
                    <a:pt x="13754" y="373788"/>
                  </a:lnTo>
                  <a:lnTo>
                    <a:pt x="15164" y="373026"/>
                  </a:lnTo>
                  <a:lnTo>
                    <a:pt x="16497" y="372264"/>
                  </a:lnTo>
                  <a:lnTo>
                    <a:pt x="17907" y="371445"/>
                  </a:lnTo>
                  <a:lnTo>
                    <a:pt x="19307" y="370550"/>
                  </a:lnTo>
                  <a:lnTo>
                    <a:pt x="20650" y="369597"/>
                  </a:lnTo>
                  <a:lnTo>
                    <a:pt x="22051" y="368521"/>
                  </a:lnTo>
                  <a:lnTo>
                    <a:pt x="23394" y="367378"/>
                  </a:lnTo>
                  <a:lnTo>
                    <a:pt x="24793" y="366168"/>
                  </a:lnTo>
                  <a:lnTo>
                    <a:pt x="26194" y="364835"/>
                  </a:lnTo>
                  <a:lnTo>
                    <a:pt x="27537" y="363434"/>
                  </a:lnTo>
                  <a:lnTo>
                    <a:pt x="28937" y="361910"/>
                  </a:lnTo>
                  <a:lnTo>
                    <a:pt x="30337" y="360320"/>
                  </a:lnTo>
                  <a:lnTo>
                    <a:pt x="31680" y="358605"/>
                  </a:lnTo>
                  <a:lnTo>
                    <a:pt x="33080" y="356700"/>
                  </a:lnTo>
                  <a:lnTo>
                    <a:pt x="34424" y="354795"/>
                  </a:lnTo>
                  <a:lnTo>
                    <a:pt x="35824" y="352700"/>
                  </a:lnTo>
                  <a:lnTo>
                    <a:pt x="37233" y="350471"/>
                  </a:lnTo>
                  <a:lnTo>
                    <a:pt x="38567" y="348128"/>
                  </a:lnTo>
                  <a:lnTo>
                    <a:pt x="39967" y="345651"/>
                  </a:lnTo>
                  <a:lnTo>
                    <a:pt x="41377" y="342975"/>
                  </a:lnTo>
                  <a:lnTo>
                    <a:pt x="42710" y="340184"/>
                  </a:lnTo>
                  <a:lnTo>
                    <a:pt x="44120" y="337260"/>
                  </a:lnTo>
                  <a:lnTo>
                    <a:pt x="45520" y="334088"/>
                  </a:lnTo>
                  <a:lnTo>
                    <a:pt x="46863" y="330840"/>
                  </a:lnTo>
                  <a:lnTo>
                    <a:pt x="48263" y="327411"/>
                  </a:lnTo>
                  <a:lnTo>
                    <a:pt x="49606" y="323792"/>
                  </a:lnTo>
                  <a:lnTo>
                    <a:pt x="51006" y="319981"/>
                  </a:lnTo>
                  <a:lnTo>
                    <a:pt x="52407" y="316038"/>
                  </a:lnTo>
                  <a:lnTo>
                    <a:pt x="53750" y="311914"/>
                  </a:lnTo>
                  <a:lnTo>
                    <a:pt x="55150" y="307589"/>
                  </a:lnTo>
                  <a:lnTo>
                    <a:pt x="56560" y="303141"/>
                  </a:lnTo>
                  <a:lnTo>
                    <a:pt x="57893" y="298503"/>
                  </a:lnTo>
                  <a:lnTo>
                    <a:pt x="59293" y="293616"/>
                  </a:lnTo>
                  <a:lnTo>
                    <a:pt x="60636" y="288597"/>
                  </a:lnTo>
                  <a:lnTo>
                    <a:pt x="62037" y="283453"/>
                  </a:lnTo>
                  <a:lnTo>
                    <a:pt x="63446" y="277986"/>
                  </a:lnTo>
                  <a:lnTo>
                    <a:pt x="64779" y="272461"/>
                  </a:lnTo>
                  <a:lnTo>
                    <a:pt x="66189" y="266737"/>
                  </a:lnTo>
                  <a:lnTo>
                    <a:pt x="67590" y="260831"/>
                  </a:lnTo>
                  <a:lnTo>
                    <a:pt x="68933" y="254792"/>
                  </a:lnTo>
                  <a:lnTo>
                    <a:pt x="70333" y="248630"/>
                  </a:lnTo>
                  <a:lnTo>
                    <a:pt x="71666" y="242276"/>
                  </a:lnTo>
                  <a:lnTo>
                    <a:pt x="73076" y="235733"/>
                  </a:lnTo>
                  <a:lnTo>
                    <a:pt x="74476" y="229132"/>
                  </a:lnTo>
                  <a:lnTo>
                    <a:pt x="75819" y="222398"/>
                  </a:lnTo>
                  <a:lnTo>
                    <a:pt x="77219" y="215530"/>
                  </a:lnTo>
                  <a:lnTo>
                    <a:pt x="78619" y="208549"/>
                  </a:lnTo>
                  <a:lnTo>
                    <a:pt x="79962" y="201491"/>
                  </a:lnTo>
                  <a:lnTo>
                    <a:pt x="81363" y="194375"/>
                  </a:lnTo>
                  <a:lnTo>
                    <a:pt x="82706" y="187136"/>
                  </a:lnTo>
                  <a:lnTo>
                    <a:pt x="84106" y="179888"/>
                  </a:lnTo>
                  <a:lnTo>
                    <a:pt x="85515" y="172525"/>
                  </a:lnTo>
                  <a:lnTo>
                    <a:pt x="86849" y="165219"/>
                  </a:lnTo>
                  <a:lnTo>
                    <a:pt x="88259" y="157847"/>
                  </a:lnTo>
                  <a:lnTo>
                    <a:pt x="89659" y="150474"/>
                  </a:lnTo>
                  <a:lnTo>
                    <a:pt x="90992" y="143112"/>
                  </a:lnTo>
                  <a:lnTo>
                    <a:pt x="92402" y="135797"/>
                  </a:lnTo>
                  <a:lnTo>
                    <a:pt x="93736" y="128491"/>
                  </a:lnTo>
                  <a:lnTo>
                    <a:pt x="95146" y="121252"/>
                  </a:lnTo>
                  <a:lnTo>
                    <a:pt x="96545" y="114137"/>
                  </a:lnTo>
                  <a:lnTo>
                    <a:pt x="97888" y="107022"/>
                  </a:lnTo>
                  <a:lnTo>
                    <a:pt x="99289" y="100097"/>
                  </a:lnTo>
                  <a:lnTo>
                    <a:pt x="100689" y="93296"/>
                  </a:lnTo>
                  <a:lnTo>
                    <a:pt x="102032" y="86562"/>
                  </a:lnTo>
                  <a:lnTo>
                    <a:pt x="103432" y="80085"/>
                  </a:lnTo>
                  <a:lnTo>
                    <a:pt x="104775" y="73731"/>
                  </a:lnTo>
                  <a:lnTo>
                    <a:pt x="106175" y="67569"/>
                  </a:lnTo>
                  <a:lnTo>
                    <a:pt x="107585" y="61597"/>
                  </a:lnTo>
                  <a:lnTo>
                    <a:pt x="108919" y="55882"/>
                  </a:lnTo>
                  <a:lnTo>
                    <a:pt x="110318" y="50290"/>
                  </a:lnTo>
                  <a:lnTo>
                    <a:pt x="111728" y="45014"/>
                  </a:lnTo>
                  <a:lnTo>
                    <a:pt x="113062" y="39994"/>
                  </a:lnTo>
                  <a:lnTo>
                    <a:pt x="114472" y="35232"/>
                  </a:lnTo>
                  <a:lnTo>
                    <a:pt x="115805" y="30717"/>
                  </a:lnTo>
                  <a:lnTo>
                    <a:pt x="117215" y="26526"/>
                  </a:lnTo>
                  <a:lnTo>
                    <a:pt x="118615" y="22582"/>
                  </a:lnTo>
                  <a:lnTo>
                    <a:pt x="119958" y="18906"/>
                  </a:lnTo>
                  <a:lnTo>
                    <a:pt x="121358" y="15667"/>
                  </a:lnTo>
                  <a:lnTo>
                    <a:pt x="122758" y="12676"/>
                  </a:lnTo>
                  <a:lnTo>
                    <a:pt x="124101" y="9943"/>
                  </a:lnTo>
                  <a:lnTo>
                    <a:pt x="125501" y="7590"/>
                  </a:lnTo>
                  <a:lnTo>
                    <a:pt x="126844" y="5561"/>
                  </a:lnTo>
                  <a:lnTo>
                    <a:pt x="128245" y="3780"/>
                  </a:lnTo>
                  <a:lnTo>
                    <a:pt x="129645" y="2380"/>
                  </a:lnTo>
                  <a:lnTo>
                    <a:pt x="130988" y="1304"/>
                  </a:lnTo>
                  <a:lnTo>
                    <a:pt x="132388" y="541"/>
                  </a:lnTo>
                  <a:lnTo>
                    <a:pt x="133798" y="37"/>
                  </a:lnTo>
                  <a:lnTo>
                    <a:pt x="135131" y="-30"/>
                  </a:lnTo>
                  <a:lnTo>
                    <a:pt x="136541" y="94"/>
                  </a:lnTo>
                  <a:lnTo>
                    <a:pt x="137874" y="541"/>
                  </a:lnTo>
                  <a:lnTo>
                    <a:pt x="139284" y="1370"/>
                  </a:lnTo>
                  <a:lnTo>
                    <a:pt x="140684" y="2447"/>
                  </a:lnTo>
                  <a:lnTo>
                    <a:pt x="142028" y="3723"/>
                  </a:lnTo>
                  <a:lnTo>
                    <a:pt x="143427" y="5371"/>
                  </a:lnTo>
                  <a:lnTo>
                    <a:pt x="144827" y="7276"/>
                  </a:lnTo>
                  <a:lnTo>
                    <a:pt x="146171" y="9371"/>
                  </a:lnTo>
                  <a:lnTo>
                    <a:pt x="147571" y="11724"/>
                  </a:lnTo>
                  <a:lnTo>
                    <a:pt x="148914" y="14324"/>
                  </a:lnTo>
                  <a:lnTo>
                    <a:pt x="150314" y="17124"/>
                  </a:lnTo>
                  <a:lnTo>
                    <a:pt x="151714" y="20106"/>
                  </a:lnTo>
                  <a:lnTo>
                    <a:pt x="153057" y="23411"/>
                  </a:lnTo>
                  <a:lnTo>
                    <a:pt x="154458" y="26783"/>
                  </a:lnTo>
                  <a:lnTo>
                    <a:pt x="155867" y="30336"/>
                  </a:lnTo>
                  <a:lnTo>
                    <a:pt x="157200" y="34089"/>
                  </a:lnTo>
                  <a:lnTo>
                    <a:pt x="158610" y="37899"/>
                  </a:lnTo>
                  <a:lnTo>
                    <a:pt x="159944" y="41899"/>
                  </a:lnTo>
                  <a:lnTo>
                    <a:pt x="161354" y="46033"/>
                  </a:lnTo>
                  <a:lnTo>
                    <a:pt x="162754" y="50224"/>
                  </a:lnTo>
                  <a:lnTo>
                    <a:pt x="164087" y="54548"/>
                  </a:lnTo>
                  <a:lnTo>
                    <a:pt x="165497" y="58930"/>
                  </a:lnTo>
                  <a:lnTo>
                    <a:pt x="166897" y="63378"/>
                  </a:lnTo>
                  <a:lnTo>
                    <a:pt x="168240" y="67883"/>
                  </a:lnTo>
                  <a:lnTo>
                    <a:pt x="169640" y="72465"/>
                  </a:lnTo>
                  <a:lnTo>
                    <a:pt x="170983" y="77037"/>
                  </a:lnTo>
                  <a:lnTo>
                    <a:pt x="172383" y="81609"/>
                  </a:lnTo>
                  <a:lnTo>
                    <a:pt x="173784" y="86248"/>
                  </a:lnTo>
                  <a:lnTo>
                    <a:pt x="175127" y="90886"/>
                  </a:lnTo>
                  <a:lnTo>
                    <a:pt x="176527" y="95458"/>
                  </a:lnTo>
                  <a:lnTo>
                    <a:pt x="177927" y="100097"/>
                  </a:lnTo>
                  <a:lnTo>
                    <a:pt x="179270" y="104669"/>
                  </a:lnTo>
                  <a:lnTo>
                    <a:pt x="180670" y="109184"/>
                  </a:lnTo>
                  <a:lnTo>
                    <a:pt x="182014" y="113689"/>
                  </a:lnTo>
                  <a:lnTo>
                    <a:pt x="183413" y="118137"/>
                  </a:lnTo>
                  <a:lnTo>
                    <a:pt x="184823" y="122519"/>
                  </a:lnTo>
                  <a:lnTo>
                    <a:pt x="186157" y="126843"/>
                  </a:lnTo>
                  <a:lnTo>
                    <a:pt x="187566" y="131158"/>
                  </a:lnTo>
                  <a:lnTo>
                    <a:pt x="188967" y="135358"/>
                  </a:lnTo>
                  <a:lnTo>
                    <a:pt x="190310" y="139483"/>
                  </a:lnTo>
                  <a:lnTo>
                    <a:pt x="191710" y="143550"/>
                  </a:lnTo>
                  <a:lnTo>
                    <a:pt x="193053" y="147550"/>
                  </a:lnTo>
                  <a:lnTo>
                    <a:pt x="194453" y="151427"/>
                  </a:lnTo>
                  <a:lnTo>
                    <a:pt x="195853" y="155237"/>
                  </a:lnTo>
                  <a:lnTo>
                    <a:pt x="197196" y="158990"/>
                  </a:lnTo>
                  <a:lnTo>
                    <a:pt x="198596" y="162609"/>
                  </a:lnTo>
                  <a:lnTo>
                    <a:pt x="199997" y="166172"/>
                  </a:lnTo>
                  <a:lnTo>
                    <a:pt x="201340" y="169601"/>
                  </a:lnTo>
                  <a:lnTo>
                    <a:pt x="202740" y="172963"/>
                  </a:lnTo>
                  <a:lnTo>
                    <a:pt x="204083" y="176268"/>
                  </a:lnTo>
                  <a:lnTo>
                    <a:pt x="205483" y="179449"/>
                  </a:lnTo>
                  <a:lnTo>
                    <a:pt x="206893" y="182564"/>
                  </a:lnTo>
                  <a:lnTo>
                    <a:pt x="208226" y="185546"/>
                  </a:lnTo>
                  <a:lnTo>
                    <a:pt x="209636" y="188536"/>
                  </a:lnTo>
                  <a:lnTo>
                    <a:pt x="211036" y="191327"/>
                  </a:lnTo>
                  <a:lnTo>
                    <a:pt x="212369" y="194128"/>
                  </a:lnTo>
                  <a:lnTo>
                    <a:pt x="213779" y="196795"/>
                  </a:lnTo>
                  <a:lnTo>
                    <a:pt x="215180" y="199328"/>
                  </a:lnTo>
                  <a:lnTo>
                    <a:pt x="216522" y="201871"/>
                  </a:lnTo>
                  <a:lnTo>
                    <a:pt x="217922" y="204291"/>
                  </a:lnTo>
                  <a:lnTo>
                    <a:pt x="219265" y="206643"/>
                  </a:lnTo>
                  <a:lnTo>
                    <a:pt x="220666" y="208929"/>
                  </a:lnTo>
                  <a:lnTo>
                    <a:pt x="222066" y="211149"/>
                  </a:lnTo>
                  <a:lnTo>
                    <a:pt x="223409" y="213311"/>
                  </a:lnTo>
                  <a:lnTo>
                    <a:pt x="224809" y="215407"/>
                  </a:lnTo>
                  <a:lnTo>
                    <a:pt x="226219" y="217378"/>
                  </a:lnTo>
                  <a:lnTo>
                    <a:pt x="227553" y="219350"/>
                  </a:lnTo>
                  <a:lnTo>
                    <a:pt x="228952" y="221255"/>
                  </a:lnTo>
                  <a:lnTo>
                    <a:pt x="230295" y="223093"/>
                  </a:lnTo>
                  <a:lnTo>
                    <a:pt x="231696" y="224874"/>
                  </a:lnTo>
                  <a:lnTo>
                    <a:pt x="233105" y="226589"/>
                  </a:lnTo>
                  <a:lnTo>
                    <a:pt x="234439" y="228237"/>
                  </a:lnTo>
                  <a:lnTo>
                    <a:pt x="235849" y="229894"/>
                  </a:lnTo>
                  <a:lnTo>
                    <a:pt x="237249" y="231475"/>
                  </a:lnTo>
                  <a:lnTo>
                    <a:pt x="238592" y="233009"/>
                  </a:lnTo>
                  <a:lnTo>
                    <a:pt x="239992" y="234466"/>
                  </a:lnTo>
                  <a:lnTo>
                    <a:pt x="241335" y="235923"/>
                  </a:lnTo>
                  <a:lnTo>
                    <a:pt x="242735" y="237324"/>
                  </a:lnTo>
                  <a:lnTo>
                    <a:pt x="244135" y="238724"/>
                  </a:lnTo>
                  <a:lnTo>
                    <a:pt x="245478" y="240057"/>
                  </a:lnTo>
                  <a:lnTo>
                    <a:pt x="246879" y="241391"/>
                  </a:lnTo>
                  <a:lnTo>
                    <a:pt x="248279" y="242658"/>
                  </a:lnTo>
                  <a:lnTo>
                    <a:pt x="249622" y="243934"/>
                  </a:lnTo>
                  <a:lnTo>
                    <a:pt x="251022" y="245143"/>
                  </a:lnTo>
                  <a:lnTo>
                    <a:pt x="252365" y="246286"/>
                  </a:lnTo>
                  <a:lnTo>
                    <a:pt x="253765" y="247487"/>
                  </a:lnTo>
                  <a:lnTo>
                    <a:pt x="255175" y="248630"/>
                  </a:lnTo>
                  <a:lnTo>
                    <a:pt x="256508" y="249716"/>
                  </a:lnTo>
                  <a:lnTo>
                    <a:pt x="257918" y="250858"/>
                  </a:lnTo>
                  <a:lnTo>
                    <a:pt x="259318" y="251878"/>
                  </a:lnTo>
                  <a:lnTo>
                    <a:pt x="260652" y="252954"/>
                  </a:lnTo>
                  <a:lnTo>
                    <a:pt x="262062" y="253973"/>
                  </a:lnTo>
                  <a:lnTo>
                    <a:pt x="263395" y="254983"/>
                  </a:lnTo>
                  <a:lnTo>
                    <a:pt x="264804" y="256002"/>
                  </a:lnTo>
                  <a:lnTo>
                    <a:pt x="266205" y="257021"/>
                  </a:lnTo>
                  <a:lnTo>
                    <a:pt x="267548" y="257974"/>
                  </a:lnTo>
                  <a:lnTo>
                    <a:pt x="268948" y="258926"/>
                  </a:lnTo>
                  <a:lnTo>
                    <a:pt x="270348" y="259879"/>
                  </a:lnTo>
                  <a:lnTo>
                    <a:pt x="271691" y="260765"/>
                  </a:lnTo>
                  <a:lnTo>
                    <a:pt x="273091" y="261717"/>
                  </a:lnTo>
                  <a:lnTo>
                    <a:pt x="274435" y="262612"/>
                  </a:lnTo>
                  <a:lnTo>
                    <a:pt x="275835" y="263498"/>
                  </a:lnTo>
                  <a:lnTo>
                    <a:pt x="277244" y="264393"/>
                  </a:lnTo>
                  <a:lnTo>
                    <a:pt x="278578" y="265213"/>
                  </a:lnTo>
                  <a:lnTo>
                    <a:pt x="279978" y="266108"/>
                  </a:lnTo>
                  <a:lnTo>
                    <a:pt x="281388" y="266927"/>
                  </a:lnTo>
                  <a:lnTo>
                    <a:pt x="282721" y="267756"/>
                  </a:lnTo>
                  <a:lnTo>
                    <a:pt x="284131" y="268584"/>
                  </a:lnTo>
                  <a:lnTo>
                    <a:pt x="285464" y="269413"/>
                  </a:lnTo>
                  <a:lnTo>
                    <a:pt x="286874" y="270166"/>
                  </a:lnTo>
                  <a:lnTo>
                    <a:pt x="288274" y="270994"/>
                  </a:lnTo>
                  <a:lnTo>
                    <a:pt x="289617" y="271756"/>
                  </a:lnTo>
                  <a:lnTo>
                    <a:pt x="291017" y="272518"/>
                  </a:lnTo>
                  <a:lnTo>
                    <a:pt x="292418" y="273280"/>
                  </a:lnTo>
                  <a:lnTo>
                    <a:pt x="293761" y="274042"/>
                  </a:lnTo>
                  <a:lnTo>
                    <a:pt x="295161" y="274804"/>
                  </a:lnTo>
                  <a:lnTo>
                    <a:pt x="296504" y="275509"/>
                  </a:lnTo>
                  <a:lnTo>
                    <a:pt x="297904" y="276205"/>
                  </a:lnTo>
                  <a:lnTo>
                    <a:pt x="299304" y="276966"/>
                  </a:lnTo>
                  <a:lnTo>
                    <a:pt x="300647" y="277671"/>
                  </a:lnTo>
                  <a:lnTo>
                    <a:pt x="302047" y="278300"/>
                  </a:lnTo>
                  <a:lnTo>
                    <a:pt x="303457" y="279005"/>
                  </a:lnTo>
                  <a:lnTo>
                    <a:pt x="304790" y="279700"/>
                  </a:lnTo>
                  <a:lnTo>
                    <a:pt x="306200" y="280338"/>
                  </a:lnTo>
                  <a:lnTo>
                    <a:pt x="307534" y="280967"/>
                  </a:lnTo>
                  <a:lnTo>
                    <a:pt x="308944" y="281605"/>
                  </a:lnTo>
                  <a:lnTo>
                    <a:pt x="310343" y="282243"/>
                  </a:lnTo>
                  <a:lnTo>
                    <a:pt x="311677" y="282815"/>
                  </a:lnTo>
                  <a:lnTo>
                    <a:pt x="313087" y="283453"/>
                  </a:lnTo>
                  <a:lnTo>
                    <a:pt x="314487" y="284024"/>
                  </a:lnTo>
                  <a:lnTo>
                    <a:pt x="315830" y="284596"/>
                  </a:lnTo>
                  <a:lnTo>
                    <a:pt x="317230" y="285167"/>
                  </a:lnTo>
                  <a:lnTo>
                    <a:pt x="318573" y="285672"/>
                  </a:lnTo>
                  <a:lnTo>
                    <a:pt x="319973" y="286244"/>
                  </a:lnTo>
                  <a:lnTo>
                    <a:pt x="321374" y="286749"/>
                  </a:lnTo>
                  <a:lnTo>
                    <a:pt x="322717" y="287263"/>
                  </a:lnTo>
                  <a:lnTo>
                    <a:pt x="324117" y="287768"/>
                  </a:lnTo>
                  <a:lnTo>
                    <a:pt x="325526" y="288273"/>
                  </a:lnTo>
                  <a:lnTo>
                    <a:pt x="326860" y="288720"/>
                  </a:lnTo>
                  <a:lnTo>
                    <a:pt x="328270" y="289235"/>
                  </a:lnTo>
                  <a:lnTo>
                    <a:pt x="329603" y="289673"/>
                  </a:lnTo>
                  <a:lnTo>
                    <a:pt x="331003" y="290121"/>
                  </a:lnTo>
                  <a:lnTo>
                    <a:pt x="332413" y="290568"/>
                  </a:lnTo>
                  <a:lnTo>
                    <a:pt x="333747" y="290949"/>
                  </a:lnTo>
                  <a:lnTo>
                    <a:pt x="335156" y="291387"/>
                  </a:lnTo>
                  <a:lnTo>
                    <a:pt x="336556" y="291768"/>
                  </a:lnTo>
                  <a:lnTo>
                    <a:pt x="337899" y="292149"/>
                  </a:lnTo>
                  <a:lnTo>
                    <a:pt x="339300" y="292530"/>
                  </a:lnTo>
                  <a:lnTo>
                    <a:pt x="340643" y="292911"/>
                  </a:lnTo>
                  <a:lnTo>
                    <a:pt x="342043" y="293235"/>
                  </a:lnTo>
                  <a:lnTo>
                    <a:pt x="343443" y="293616"/>
                  </a:lnTo>
                  <a:lnTo>
                    <a:pt x="344786" y="293931"/>
                  </a:lnTo>
                  <a:lnTo>
                    <a:pt x="346186" y="294245"/>
                  </a:lnTo>
                  <a:lnTo>
                    <a:pt x="347596" y="294569"/>
                  </a:lnTo>
                  <a:lnTo>
                    <a:pt x="348929" y="294883"/>
                  </a:lnTo>
                  <a:lnTo>
                    <a:pt x="350329" y="295197"/>
                  </a:lnTo>
                  <a:lnTo>
                    <a:pt x="351672" y="295521"/>
                  </a:lnTo>
                  <a:lnTo>
                    <a:pt x="353073" y="295778"/>
                  </a:lnTo>
                  <a:lnTo>
                    <a:pt x="354483" y="296093"/>
                  </a:lnTo>
                  <a:lnTo>
                    <a:pt x="355816" y="296350"/>
                  </a:lnTo>
                  <a:lnTo>
                    <a:pt x="357225" y="296598"/>
                  </a:lnTo>
                  <a:lnTo>
                    <a:pt x="358626" y="296855"/>
                  </a:lnTo>
                  <a:lnTo>
                    <a:pt x="359969" y="297112"/>
                  </a:lnTo>
                  <a:lnTo>
                    <a:pt x="361369" y="297359"/>
                  </a:lnTo>
                  <a:lnTo>
                    <a:pt x="362702" y="297617"/>
                  </a:lnTo>
                  <a:lnTo>
                    <a:pt x="364112" y="297874"/>
                  </a:lnTo>
                  <a:lnTo>
                    <a:pt x="365512" y="298064"/>
                  </a:lnTo>
                  <a:lnTo>
                    <a:pt x="366856" y="298312"/>
                  </a:lnTo>
                  <a:lnTo>
                    <a:pt x="368256" y="298569"/>
                  </a:lnTo>
                  <a:lnTo>
                    <a:pt x="369656" y="298760"/>
                  </a:lnTo>
                  <a:lnTo>
                    <a:pt x="370999" y="299017"/>
                  </a:lnTo>
                  <a:lnTo>
                    <a:pt x="372399" y="299207"/>
                  </a:lnTo>
                  <a:lnTo>
                    <a:pt x="373809" y="299455"/>
                  </a:lnTo>
                  <a:lnTo>
                    <a:pt x="375142" y="299646"/>
                  </a:lnTo>
                  <a:lnTo>
                    <a:pt x="376552" y="299836"/>
                  </a:lnTo>
                  <a:lnTo>
                    <a:pt x="377885" y="300093"/>
                  </a:lnTo>
                  <a:lnTo>
                    <a:pt x="379295" y="300284"/>
                  </a:lnTo>
                  <a:lnTo>
                    <a:pt x="380695" y="300474"/>
                  </a:lnTo>
                  <a:lnTo>
                    <a:pt x="382029" y="300665"/>
                  </a:lnTo>
                  <a:lnTo>
                    <a:pt x="383438" y="300855"/>
                  </a:lnTo>
                  <a:lnTo>
                    <a:pt x="384839" y="301112"/>
                  </a:lnTo>
                  <a:lnTo>
                    <a:pt x="386182" y="301303"/>
                  </a:lnTo>
                  <a:lnTo>
                    <a:pt x="387582" y="301493"/>
                  </a:lnTo>
                  <a:lnTo>
                    <a:pt x="388925" y="301684"/>
                  </a:lnTo>
                  <a:lnTo>
                    <a:pt x="390325" y="301875"/>
                  </a:lnTo>
                  <a:lnTo>
                    <a:pt x="391725" y="302065"/>
                  </a:lnTo>
                  <a:lnTo>
                    <a:pt x="393068" y="302255"/>
                  </a:lnTo>
                  <a:lnTo>
                    <a:pt x="394469" y="302446"/>
                  </a:lnTo>
                  <a:lnTo>
                    <a:pt x="395868" y="302636"/>
                  </a:lnTo>
                  <a:lnTo>
                    <a:pt x="397211" y="302827"/>
                  </a:lnTo>
                  <a:lnTo>
                    <a:pt x="398612" y="303018"/>
                  </a:lnTo>
                  <a:lnTo>
                    <a:pt x="399955" y="303208"/>
                  </a:lnTo>
                  <a:lnTo>
                    <a:pt x="401355" y="303398"/>
                  </a:lnTo>
                  <a:lnTo>
                    <a:pt x="402765" y="303589"/>
                  </a:lnTo>
                  <a:lnTo>
                    <a:pt x="404098" y="303779"/>
                  </a:lnTo>
                  <a:lnTo>
                    <a:pt x="405508" y="303970"/>
                  </a:lnTo>
                  <a:lnTo>
                    <a:pt x="406908" y="304160"/>
                  </a:lnTo>
                  <a:lnTo>
                    <a:pt x="408251" y="304351"/>
                  </a:lnTo>
                  <a:lnTo>
                    <a:pt x="409651" y="304542"/>
                  </a:lnTo>
                  <a:lnTo>
                    <a:pt x="410994" y="304665"/>
                  </a:lnTo>
                  <a:lnTo>
                    <a:pt x="412394" y="304856"/>
                  </a:lnTo>
                  <a:lnTo>
                    <a:pt x="413795" y="305046"/>
                  </a:lnTo>
                  <a:lnTo>
                    <a:pt x="415138" y="305180"/>
                  </a:lnTo>
                  <a:lnTo>
                    <a:pt x="416538" y="305370"/>
                  </a:lnTo>
                  <a:lnTo>
                    <a:pt x="417938" y="305494"/>
                  </a:lnTo>
                  <a:lnTo>
                    <a:pt x="419281" y="305684"/>
                  </a:lnTo>
                  <a:lnTo>
                    <a:pt x="420681" y="305808"/>
                  </a:lnTo>
                  <a:lnTo>
                    <a:pt x="422024" y="305941"/>
                  </a:lnTo>
                  <a:lnTo>
                    <a:pt x="423424" y="306065"/>
                  </a:lnTo>
                  <a:lnTo>
                    <a:pt x="424834" y="306189"/>
                  </a:lnTo>
                  <a:lnTo>
                    <a:pt x="426168" y="306323"/>
                  </a:lnTo>
                  <a:lnTo>
                    <a:pt x="427578" y="306446"/>
                  </a:lnTo>
                  <a:lnTo>
                    <a:pt x="428978" y="306570"/>
                  </a:lnTo>
                  <a:lnTo>
                    <a:pt x="430311" y="306704"/>
                  </a:lnTo>
                  <a:lnTo>
                    <a:pt x="431721" y="306761"/>
                  </a:lnTo>
                  <a:lnTo>
                    <a:pt x="433054" y="306894"/>
                  </a:lnTo>
                  <a:lnTo>
                    <a:pt x="434464" y="306951"/>
                  </a:lnTo>
                  <a:lnTo>
                    <a:pt x="435864" y="307018"/>
                  </a:lnTo>
                  <a:lnTo>
                    <a:pt x="437207" y="307085"/>
                  </a:lnTo>
                  <a:lnTo>
                    <a:pt x="438607" y="307142"/>
                  </a:lnTo>
                  <a:lnTo>
                    <a:pt x="440008" y="307209"/>
                  </a:lnTo>
                  <a:lnTo>
                    <a:pt x="441351" y="307275"/>
                  </a:lnTo>
                  <a:lnTo>
                    <a:pt x="442751" y="307275"/>
                  </a:lnTo>
                  <a:lnTo>
                    <a:pt x="444093" y="307275"/>
                  </a:lnTo>
                  <a:lnTo>
                    <a:pt x="445494" y="307275"/>
                  </a:lnTo>
                  <a:lnTo>
                    <a:pt x="446894" y="307275"/>
                  </a:lnTo>
                  <a:lnTo>
                    <a:pt x="448237" y="307275"/>
                  </a:lnTo>
                  <a:lnTo>
                    <a:pt x="449637" y="307275"/>
                  </a:lnTo>
                  <a:lnTo>
                    <a:pt x="451047" y="307209"/>
                  </a:lnTo>
                  <a:lnTo>
                    <a:pt x="452380" y="307142"/>
                  </a:lnTo>
                  <a:lnTo>
                    <a:pt x="453790" y="307085"/>
                  </a:lnTo>
                  <a:lnTo>
                    <a:pt x="455124" y="307018"/>
                  </a:lnTo>
                  <a:lnTo>
                    <a:pt x="456533" y="306894"/>
                  </a:lnTo>
                  <a:lnTo>
                    <a:pt x="457933" y="306761"/>
                  </a:lnTo>
                  <a:lnTo>
                    <a:pt x="459276" y="306637"/>
                  </a:lnTo>
                  <a:lnTo>
                    <a:pt x="460677" y="306446"/>
                  </a:lnTo>
                  <a:lnTo>
                    <a:pt x="462077" y="306323"/>
                  </a:lnTo>
                  <a:lnTo>
                    <a:pt x="463420" y="306132"/>
                  </a:lnTo>
                  <a:lnTo>
                    <a:pt x="464820" y="305875"/>
                  </a:lnTo>
                  <a:lnTo>
                    <a:pt x="466163" y="305684"/>
                  </a:lnTo>
                  <a:lnTo>
                    <a:pt x="467564" y="305427"/>
                  </a:lnTo>
                  <a:lnTo>
                    <a:pt x="468963" y="305113"/>
                  </a:lnTo>
                  <a:lnTo>
                    <a:pt x="470306" y="304856"/>
                  </a:lnTo>
                  <a:lnTo>
                    <a:pt x="471707" y="304542"/>
                  </a:lnTo>
                  <a:lnTo>
                    <a:pt x="473116" y="304160"/>
                  </a:lnTo>
                  <a:lnTo>
                    <a:pt x="474450" y="303779"/>
                  </a:lnTo>
                  <a:lnTo>
                    <a:pt x="475860" y="303398"/>
                  </a:lnTo>
                  <a:lnTo>
                    <a:pt x="477193" y="302951"/>
                  </a:lnTo>
                  <a:lnTo>
                    <a:pt x="478593" y="302513"/>
                  </a:lnTo>
                  <a:lnTo>
                    <a:pt x="480003" y="301998"/>
                  </a:lnTo>
                  <a:lnTo>
                    <a:pt x="481337" y="301493"/>
                  </a:lnTo>
                  <a:lnTo>
                    <a:pt x="482746" y="300922"/>
                  </a:lnTo>
                  <a:lnTo>
                    <a:pt x="484146" y="300351"/>
                  </a:lnTo>
                  <a:lnTo>
                    <a:pt x="485489" y="299712"/>
                  </a:lnTo>
                  <a:lnTo>
                    <a:pt x="486890" y="299074"/>
                  </a:lnTo>
                  <a:lnTo>
                    <a:pt x="488233" y="298379"/>
                  </a:lnTo>
                  <a:lnTo>
                    <a:pt x="489633" y="297617"/>
                  </a:lnTo>
                  <a:lnTo>
                    <a:pt x="491033" y="296855"/>
                  </a:lnTo>
                  <a:lnTo>
                    <a:pt x="492376" y="296026"/>
                  </a:lnTo>
                  <a:lnTo>
                    <a:pt x="493776" y="295140"/>
                  </a:lnTo>
                  <a:lnTo>
                    <a:pt x="495186" y="294245"/>
                  </a:lnTo>
                  <a:lnTo>
                    <a:pt x="496519" y="293293"/>
                  </a:lnTo>
                  <a:lnTo>
                    <a:pt x="497919" y="292283"/>
                  </a:lnTo>
                  <a:lnTo>
                    <a:pt x="499263" y="291264"/>
                  </a:lnTo>
                  <a:lnTo>
                    <a:pt x="500663" y="290187"/>
                  </a:lnTo>
                  <a:lnTo>
                    <a:pt x="502072" y="289044"/>
                  </a:lnTo>
                  <a:lnTo>
                    <a:pt x="503406" y="287834"/>
                  </a:lnTo>
                  <a:lnTo>
                    <a:pt x="504815" y="286625"/>
                  </a:lnTo>
                  <a:lnTo>
                    <a:pt x="506216" y="285358"/>
                  </a:lnTo>
                  <a:lnTo>
                    <a:pt x="507559" y="284024"/>
                  </a:lnTo>
                  <a:lnTo>
                    <a:pt x="508959" y="282624"/>
                  </a:lnTo>
                  <a:lnTo>
                    <a:pt x="510302" y="281224"/>
                  </a:lnTo>
                  <a:lnTo>
                    <a:pt x="511702" y="279767"/>
                  </a:lnTo>
                  <a:lnTo>
                    <a:pt x="513102" y="278243"/>
                  </a:lnTo>
                  <a:lnTo>
                    <a:pt x="514446" y="276652"/>
                  </a:lnTo>
                  <a:lnTo>
                    <a:pt x="515845" y="274995"/>
                  </a:lnTo>
                  <a:lnTo>
                    <a:pt x="517246" y="273347"/>
                  </a:lnTo>
                  <a:lnTo>
                    <a:pt x="518589" y="271633"/>
                  </a:lnTo>
                  <a:lnTo>
                    <a:pt x="519989" y="269918"/>
                  </a:lnTo>
                  <a:lnTo>
                    <a:pt x="521332" y="268137"/>
                  </a:lnTo>
                  <a:lnTo>
                    <a:pt x="522732" y="266299"/>
                  </a:lnTo>
                  <a:lnTo>
                    <a:pt x="524142" y="264393"/>
                  </a:lnTo>
                  <a:lnTo>
                    <a:pt x="525475" y="262546"/>
                  </a:lnTo>
                  <a:lnTo>
                    <a:pt x="526885" y="260574"/>
                  </a:lnTo>
                  <a:lnTo>
                    <a:pt x="528285" y="258612"/>
                  </a:lnTo>
                  <a:lnTo>
                    <a:pt x="529628" y="256640"/>
                  </a:lnTo>
                  <a:lnTo>
                    <a:pt x="531028" y="254668"/>
                  </a:lnTo>
                  <a:lnTo>
                    <a:pt x="532362" y="252640"/>
                  </a:lnTo>
                  <a:lnTo>
                    <a:pt x="533772" y="250601"/>
                  </a:lnTo>
                  <a:lnTo>
                    <a:pt x="535172" y="248506"/>
                  </a:lnTo>
                  <a:lnTo>
                    <a:pt x="536515" y="246477"/>
                  </a:lnTo>
                  <a:lnTo>
                    <a:pt x="537915" y="244439"/>
                  </a:lnTo>
                  <a:lnTo>
                    <a:pt x="539315" y="242410"/>
                  </a:lnTo>
                  <a:lnTo>
                    <a:pt x="540658" y="240372"/>
                  </a:lnTo>
                  <a:lnTo>
                    <a:pt x="542058" y="238343"/>
                  </a:lnTo>
                  <a:lnTo>
                    <a:pt x="543468" y="236371"/>
                  </a:lnTo>
                  <a:lnTo>
                    <a:pt x="544801" y="234399"/>
                  </a:lnTo>
                  <a:lnTo>
                    <a:pt x="546211" y="232494"/>
                  </a:lnTo>
                  <a:lnTo>
                    <a:pt x="547545" y="230589"/>
                  </a:lnTo>
                  <a:lnTo>
                    <a:pt x="548954" y="228751"/>
                  </a:lnTo>
                  <a:lnTo>
                    <a:pt x="550354" y="226970"/>
                  </a:lnTo>
                  <a:lnTo>
                    <a:pt x="551688" y="225255"/>
                  </a:lnTo>
                  <a:lnTo>
                    <a:pt x="553098" y="223598"/>
                  </a:lnTo>
                  <a:lnTo>
                    <a:pt x="554498" y="222017"/>
                  </a:lnTo>
                  <a:lnTo>
                    <a:pt x="555841" y="220493"/>
                  </a:lnTo>
                  <a:lnTo>
                    <a:pt x="557241" y="219093"/>
                  </a:lnTo>
                  <a:lnTo>
                    <a:pt x="558584" y="217759"/>
                  </a:lnTo>
                  <a:lnTo>
                    <a:pt x="559985" y="216550"/>
                  </a:lnTo>
                  <a:lnTo>
                    <a:pt x="561385" y="215407"/>
                  </a:lnTo>
                  <a:lnTo>
                    <a:pt x="562727" y="214330"/>
                  </a:lnTo>
                  <a:lnTo>
                    <a:pt x="564128" y="213501"/>
                  </a:lnTo>
                  <a:lnTo>
                    <a:pt x="565537" y="212673"/>
                  </a:lnTo>
                  <a:lnTo>
                    <a:pt x="566871" y="211977"/>
                  </a:lnTo>
                  <a:lnTo>
                    <a:pt x="568271" y="211463"/>
                  </a:lnTo>
                  <a:lnTo>
                    <a:pt x="569614" y="211082"/>
                  </a:lnTo>
                  <a:lnTo>
                    <a:pt x="571014" y="210834"/>
                  </a:lnTo>
                  <a:lnTo>
                    <a:pt x="572424" y="210701"/>
                  </a:lnTo>
                  <a:lnTo>
                    <a:pt x="573758" y="210701"/>
                  </a:lnTo>
                  <a:lnTo>
                    <a:pt x="575167" y="210892"/>
                  </a:lnTo>
                  <a:lnTo>
                    <a:pt x="576567" y="211149"/>
                  </a:lnTo>
                  <a:lnTo>
                    <a:pt x="577910" y="211654"/>
                  </a:lnTo>
                  <a:lnTo>
                    <a:pt x="579311" y="212235"/>
                  </a:lnTo>
                  <a:lnTo>
                    <a:pt x="580654" y="212997"/>
                  </a:lnTo>
                  <a:lnTo>
                    <a:pt x="582054" y="213949"/>
                  </a:lnTo>
                  <a:lnTo>
                    <a:pt x="583454" y="214959"/>
                  </a:lnTo>
                  <a:lnTo>
                    <a:pt x="584797" y="216168"/>
                  </a:lnTo>
                  <a:lnTo>
                    <a:pt x="586197" y="217569"/>
                  </a:lnTo>
                  <a:lnTo>
                    <a:pt x="587597" y="219026"/>
                  </a:lnTo>
                  <a:lnTo>
                    <a:pt x="588940" y="220617"/>
                  </a:lnTo>
                  <a:lnTo>
                    <a:pt x="590340" y="222455"/>
                  </a:lnTo>
                  <a:lnTo>
                    <a:pt x="591683" y="224360"/>
                  </a:lnTo>
                  <a:lnTo>
                    <a:pt x="593084" y="226398"/>
                  </a:lnTo>
                  <a:lnTo>
                    <a:pt x="594494" y="228560"/>
                  </a:lnTo>
                  <a:lnTo>
                    <a:pt x="595827" y="230847"/>
                  </a:lnTo>
                  <a:lnTo>
                    <a:pt x="597236" y="233256"/>
                  </a:lnTo>
                  <a:lnTo>
                    <a:pt x="598637" y="235733"/>
                  </a:lnTo>
                  <a:lnTo>
                    <a:pt x="599980" y="238409"/>
                  </a:lnTo>
                  <a:lnTo>
                    <a:pt x="601380" y="241133"/>
                  </a:lnTo>
                  <a:lnTo>
                    <a:pt x="602713" y="243934"/>
                  </a:lnTo>
                  <a:lnTo>
                    <a:pt x="604123" y="246791"/>
                  </a:lnTo>
                  <a:lnTo>
                    <a:pt x="605523" y="249782"/>
                  </a:lnTo>
                  <a:lnTo>
                    <a:pt x="606867" y="252830"/>
                  </a:lnTo>
                  <a:lnTo>
                    <a:pt x="608267" y="255935"/>
                  </a:lnTo>
                  <a:lnTo>
                    <a:pt x="609666" y="259117"/>
                  </a:lnTo>
                  <a:lnTo>
                    <a:pt x="611010" y="262289"/>
                  </a:lnTo>
                  <a:lnTo>
                    <a:pt x="612410" y="265537"/>
                  </a:lnTo>
                  <a:lnTo>
                    <a:pt x="613753" y="268832"/>
                  </a:lnTo>
                  <a:lnTo>
                    <a:pt x="615153" y="272137"/>
                  </a:lnTo>
                  <a:lnTo>
                    <a:pt x="616553" y="275509"/>
                  </a:lnTo>
                  <a:lnTo>
                    <a:pt x="617896" y="278814"/>
                  </a:lnTo>
                  <a:lnTo>
                    <a:pt x="619297" y="282177"/>
                  </a:lnTo>
                  <a:lnTo>
                    <a:pt x="620707" y="285482"/>
                  </a:lnTo>
                  <a:lnTo>
                    <a:pt x="622040" y="288854"/>
                  </a:lnTo>
                  <a:lnTo>
                    <a:pt x="623449" y="292149"/>
                  </a:lnTo>
                  <a:lnTo>
                    <a:pt x="624783" y="295455"/>
                  </a:lnTo>
                  <a:lnTo>
                    <a:pt x="626193" y="298693"/>
                  </a:lnTo>
                  <a:lnTo>
                    <a:pt x="627593" y="301941"/>
                  </a:lnTo>
                  <a:lnTo>
                    <a:pt x="628936" y="305113"/>
                  </a:lnTo>
                  <a:lnTo>
                    <a:pt x="630336" y="308228"/>
                  </a:lnTo>
                  <a:lnTo>
                    <a:pt x="631736" y="311342"/>
                  </a:lnTo>
                  <a:lnTo>
                    <a:pt x="633079" y="314390"/>
                  </a:lnTo>
                  <a:lnTo>
                    <a:pt x="634480" y="317372"/>
                  </a:lnTo>
                  <a:lnTo>
                    <a:pt x="635822" y="320229"/>
                  </a:lnTo>
                  <a:lnTo>
                    <a:pt x="637222" y="323096"/>
                  </a:lnTo>
                  <a:lnTo>
                    <a:pt x="638623" y="325887"/>
                  </a:lnTo>
                  <a:lnTo>
                    <a:pt x="639966" y="328554"/>
                  </a:lnTo>
                  <a:lnTo>
                    <a:pt x="641366" y="331164"/>
                  </a:lnTo>
                  <a:lnTo>
                    <a:pt x="642776" y="333764"/>
                  </a:lnTo>
                  <a:lnTo>
                    <a:pt x="644109" y="336184"/>
                  </a:lnTo>
                  <a:lnTo>
                    <a:pt x="645519" y="338593"/>
                  </a:lnTo>
                  <a:lnTo>
                    <a:pt x="646853" y="340946"/>
                  </a:lnTo>
                  <a:lnTo>
                    <a:pt x="648253" y="343165"/>
                  </a:lnTo>
                  <a:lnTo>
                    <a:pt x="649662" y="345261"/>
                  </a:lnTo>
                  <a:lnTo>
                    <a:pt x="650996" y="347366"/>
                  </a:lnTo>
                  <a:lnTo>
                    <a:pt x="652405" y="349328"/>
                  </a:lnTo>
                  <a:lnTo>
                    <a:pt x="653806" y="351242"/>
                  </a:lnTo>
                  <a:lnTo>
                    <a:pt x="655149" y="353014"/>
                  </a:lnTo>
                  <a:lnTo>
                    <a:pt x="656549" y="354795"/>
                  </a:lnTo>
                  <a:lnTo>
                    <a:pt x="657892" y="356443"/>
                  </a:lnTo>
                  <a:lnTo>
                    <a:pt x="659292" y="358034"/>
                  </a:lnTo>
                  <a:lnTo>
                    <a:pt x="660692" y="359558"/>
                  </a:lnTo>
                  <a:lnTo>
                    <a:pt x="662035" y="360958"/>
                  </a:lnTo>
                  <a:lnTo>
                    <a:pt x="663435" y="362292"/>
                  </a:lnTo>
                  <a:lnTo>
                    <a:pt x="664845" y="363558"/>
                  </a:lnTo>
                  <a:lnTo>
                    <a:pt x="666179" y="364768"/>
                  </a:lnTo>
                  <a:lnTo>
                    <a:pt x="667579" y="365911"/>
                  </a:lnTo>
                  <a:lnTo>
                    <a:pt x="668922" y="367054"/>
                  </a:lnTo>
                  <a:lnTo>
                    <a:pt x="670322" y="368073"/>
                  </a:lnTo>
                  <a:lnTo>
                    <a:pt x="671732" y="369026"/>
                  </a:lnTo>
                  <a:lnTo>
                    <a:pt x="673065" y="369911"/>
                  </a:lnTo>
                  <a:lnTo>
                    <a:pt x="674475" y="370740"/>
                  </a:lnTo>
                  <a:lnTo>
                    <a:pt x="675875" y="371569"/>
                  </a:lnTo>
                  <a:lnTo>
                    <a:pt x="677218" y="372264"/>
                  </a:lnTo>
                  <a:lnTo>
                    <a:pt x="678618" y="372969"/>
                  </a:lnTo>
                  <a:lnTo>
                    <a:pt x="679952" y="373598"/>
                  </a:lnTo>
                  <a:lnTo>
                    <a:pt x="681362" y="374236"/>
                  </a:lnTo>
                  <a:lnTo>
                    <a:pt x="682761" y="374807"/>
                  </a:lnTo>
                  <a:lnTo>
                    <a:pt x="684104" y="375312"/>
                  </a:lnTo>
                  <a:lnTo>
                    <a:pt x="685505" y="375760"/>
                  </a:lnTo>
                  <a:lnTo>
                    <a:pt x="686905" y="376208"/>
                  </a:lnTo>
                  <a:lnTo>
                    <a:pt x="688248" y="376646"/>
                  </a:lnTo>
                  <a:lnTo>
                    <a:pt x="689648" y="377027"/>
                  </a:lnTo>
                  <a:lnTo>
                    <a:pt x="690991" y="377350"/>
                  </a:lnTo>
                  <a:lnTo>
                    <a:pt x="692391" y="377732"/>
                  </a:lnTo>
                  <a:lnTo>
                    <a:pt x="693801" y="377989"/>
                  </a:lnTo>
                  <a:lnTo>
                    <a:pt x="695135" y="378303"/>
                  </a:lnTo>
                  <a:lnTo>
                    <a:pt x="696544" y="378560"/>
                  </a:lnTo>
                  <a:lnTo>
                    <a:pt x="697944" y="378751"/>
                  </a:lnTo>
                  <a:lnTo>
                    <a:pt x="699278" y="378941"/>
                  </a:lnTo>
                  <a:lnTo>
                    <a:pt x="700688" y="379189"/>
                  </a:lnTo>
                  <a:lnTo>
                    <a:pt x="702021" y="379322"/>
                  </a:lnTo>
                  <a:lnTo>
                    <a:pt x="703431" y="379513"/>
                  </a:lnTo>
                  <a:lnTo>
                    <a:pt x="704831" y="379636"/>
                  </a:lnTo>
                  <a:lnTo>
                    <a:pt x="704831" y="380970"/>
                  </a:lnTo>
                  <a:lnTo>
                    <a:pt x="703431" y="380970"/>
                  </a:lnTo>
                  <a:lnTo>
                    <a:pt x="702021" y="380970"/>
                  </a:lnTo>
                  <a:lnTo>
                    <a:pt x="700688" y="380970"/>
                  </a:lnTo>
                  <a:lnTo>
                    <a:pt x="699278" y="380970"/>
                  </a:lnTo>
                  <a:lnTo>
                    <a:pt x="697944" y="380970"/>
                  </a:lnTo>
                  <a:lnTo>
                    <a:pt x="696544" y="380970"/>
                  </a:lnTo>
                  <a:lnTo>
                    <a:pt x="695135" y="380970"/>
                  </a:lnTo>
                  <a:lnTo>
                    <a:pt x="693801" y="380970"/>
                  </a:lnTo>
                  <a:lnTo>
                    <a:pt x="692391" y="380970"/>
                  </a:lnTo>
                  <a:lnTo>
                    <a:pt x="690991" y="380970"/>
                  </a:lnTo>
                  <a:lnTo>
                    <a:pt x="689648" y="380970"/>
                  </a:lnTo>
                  <a:lnTo>
                    <a:pt x="688248" y="380970"/>
                  </a:lnTo>
                  <a:lnTo>
                    <a:pt x="686905" y="380970"/>
                  </a:lnTo>
                  <a:lnTo>
                    <a:pt x="685505" y="380970"/>
                  </a:lnTo>
                  <a:lnTo>
                    <a:pt x="684104" y="380970"/>
                  </a:lnTo>
                  <a:lnTo>
                    <a:pt x="682761" y="380970"/>
                  </a:lnTo>
                  <a:lnTo>
                    <a:pt x="681362" y="380970"/>
                  </a:lnTo>
                  <a:lnTo>
                    <a:pt x="679952" y="380970"/>
                  </a:lnTo>
                  <a:lnTo>
                    <a:pt x="678618" y="380970"/>
                  </a:lnTo>
                  <a:lnTo>
                    <a:pt x="677218" y="380970"/>
                  </a:lnTo>
                  <a:lnTo>
                    <a:pt x="675875" y="380970"/>
                  </a:lnTo>
                  <a:lnTo>
                    <a:pt x="674475" y="380970"/>
                  </a:lnTo>
                  <a:lnTo>
                    <a:pt x="673065" y="380970"/>
                  </a:lnTo>
                  <a:lnTo>
                    <a:pt x="671732" y="380970"/>
                  </a:lnTo>
                  <a:lnTo>
                    <a:pt x="670322" y="380970"/>
                  </a:lnTo>
                  <a:lnTo>
                    <a:pt x="668922" y="380970"/>
                  </a:lnTo>
                  <a:lnTo>
                    <a:pt x="667579" y="380970"/>
                  </a:lnTo>
                  <a:lnTo>
                    <a:pt x="666179" y="380970"/>
                  </a:lnTo>
                  <a:lnTo>
                    <a:pt x="664845" y="380970"/>
                  </a:lnTo>
                  <a:lnTo>
                    <a:pt x="663435" y="380970"/>
                  </a:lnTo>
                  <a:lnTo>
                    <a:pt x="662035" y="380970"/>
                  </a:lnTo>
                  <a:lnTo>
                    <a:pt x="660692" y="380970"/>
                  </a:lnTo>
                  <a:lnTo>
                    <a:pt x="659292" y="380970"/>
                  </a:lnTo>
                  <a:lnTo>
                    <a:pt x="657892" y="380970"/>
                  </a:lnTo>
                  <a:lnTo>
                    <a:pt x="656549" y="380970"/>
                  </a:lnTo>
                  <a:lnTo>
                    <a:pt x="655149" y="380970"/>
                  </a:lnTo>
                  <a:lnTo>
                    <a:pt x="653806" y="380970"/>
                  </a:lnTo>
                  <a:lnTo>
                    <a:pt x="652405" y="380970"/>
                  </a:lnTo>
                  <a:lnTo>
                    <a:pt x="650996" y="380970"/>
                  </a:lnTo>
                  <a:lnTo>
                    <a:pt x="649662" y="380970"/>
                  </a:lnTo>
                  <a:lnTo>
                    <a:pt x="648253" y="380970"/>
                  </a:lnTo>
                  <a:lnTo>
                    <a:pt x="646853" y="380970"/>
                  </a:lnTo>
                  <a:lnTo>
                    <a:pt x="645519" y="380970"/>
                  </a:lnTo>
                  <a:lnTo>
                    <a:pt x="644109" y="380970"/>
                  </a:lnTo>
                  <a:lnTo>
                    <a:pt x="642776" y="380970"/>
                  </a:lnTo>
                  <a:lnTo>
                    <a:pt x="641366" y="380970"/>
                  </a:lnTo>
                  <a:lnTo>
                    <a:pt x="639966" y="380970"/>
                  </a:lnTo>
                  <a:lnTo>
                    <a:pt x="638623" y="380970"/>
                  </a:lnTo>
                  <a:lnTo>
                    <a:pt x="637222" y="380970"/>
                  </a:lnTo>
                  <a:lnTo>
                    <a:pt x="635822" y="380970"/>
                  </a:lnTo>
                  <a:lnTo>
                    <a:pt x="634480" y="380970"/>
                  </a:lnTo>
                  <a:lnTo>
                    <a:pt x="633079" y="380970"/>
                  </a:lnTo>
                  <a:lnTo>
                    <a:pt x="631736" y="380970"/>
                  </a:lnTo>
                  <a:lnTo>
                    <a:pt x="630336" y="380970"/>
                  </a:lnTo>
                  <a:lnTo>
                    <a:pt x="628936" y="380970"/>
                  </a:lnTo>
                  <a:lnTo>
                    <a:pt x="627593" y="380970"/>
                  </a:lnTo>
                  <a:lnTo>
                    <a:pt x="626193" y="380970"/>
                  </a:lnTo>
                  <a:lnTo>
                    <a:pt x="624783" y="380970"/>
                  </a:lnTo>
                  <a:lnTo>
                    <a:pt x="623449" y="380970"/>
                  </a:lnTo>
                  <a:lnTo>
                    <a:pt x="622040" y="380970"/>
                  </a:lnTo>
                  <a:lnTo>
                    <a:pt x="620707" y="380970"/>
                  </a:lnTo>
                  <a:lnTo>
                    <a:pt x="619297" y="380970"/>
                  </a:lnTo>
                  <a:lnTo>
                    <a:pt x="617896" y="380970"/>
                  </a:lnTo>
                  <a:lnTo>
                    <a:pt x="616553" y="380970"/>
                  </a:lnTo>
                  <a:lnTo>
                    <a:pt x="615153" y="380970"/>
                  </a:lnTo>
                  <a:lnTo>
                    <a:pt x="613753" y="380970"/>
                  </a:lnTo>
                  <a:lnTo>
                    <a:pt x="612410" y="380970"/>
                  </a:lnTo>
                  <a:lnTo>
                    <a:pt x="611010" y="380970"/>
                  </a:lnTo>
                  <a:lnTo>
                    <a:pt x="609666" y="380970"/>
                  </a:lnTo>
                  <a:lnTo>
                    <a:pt x="608267" y="380970"/>
                  </a:lnTo>
                  <a:lnTo>
                    <a:pt x="606867" y="380970"/>
                  </a:lnTo>
                  <a:lnTo>
                    <a:pt x="605523" y="380970"/>
                  </a:lnTo>
                  <a:lnTo>
                    <a:pt x="604123" y="380970"/>
                  </a:lnTo>
                  <a:lnTo>
                    <a:pt x="602713" y="380970"/>
                  </a:lnTo>
                  <a:lnTo>
                    <a:pt x="601380" y="380970"/>
                  </a:lnTo>
                  <a:lnTo>
                    <a:pt x="599980" y="380970"/>
                  </a:lnTo>
                  <a:lnTo>
                    <a:pt x="598637" y="380970"/>
                  </a:lnTo>
                  <a:lnTo>
                    <a:pt x="597236" y="380970"/>
                  </a:lnTo>
                  <a:lnTo>
                    <a:pt x="595827" y="380970"/>
                  </a:lnTo>
                  <a:lnTo>
                    <a:pt x="594494" y="380970"/>
                  </a:lnTo>
                  <a:lnTo>
                    <a:pt x="593084" y="380970"/>
                  </a:lnTo>
                  <a:lnTo>
                    <a:pt x="591683" y="380970"/>
                  </a:lnTo>
                  <a:lnTo>
                    <a:pt x="590340" y="380970"/>
                  </a:lnTo>
                  <a:lnTo>
                    <a:pt x="588940" y="380970"/>
                  </a:lnTo>
                  <a:lnTo>
                    <a:pt x="587597" y="380970"/>
                  </a:lnTo>
                  <a:lnTo>
                    <a:pt x="586197" y="380970"/>
                  </a:lnTo>
                  <a:lnTo>
                    <a:pt x="584797" y="380970"/>
                  </a:lnTo>
                  <a:lnTo>
                    <a:pt x="583454" y="380970"/>
                  </a:lnTo>
                  <a:lnTo>
                    <a:pt x="582054" y="380970"/>
                  </a:lnTo>
                  <a:lnTo>
                    <a:pt x="580654" y="380970"/>
                  </a:lnTo>
                  <a:lnTo>
                    <a:pt x="579311" y="380970"/>
                  </a:lnTo>
                  <a:lnTo>
                    <a:pt x="577910" y="380970"/>
                  </a:lnTo>
                  <a:lnTo>
                    <a:pt x="576567" y="380970"/>
                  </a:lnTo>
                  <a:lnTo>
                    <a:pt x="575167" y="380970"/>
                  </a:lnTo>
                  <a:lnTo>
                    <a:pt x="573758" y="380970"/>
                  </a:lnTo>
                  <a:lnTo>
                    <a:pt x="572424" y="380970"/>
                  </a:lnTo>
                  <a:lnTo>
                    <a:pt x="571014" y="380970"/>
                  </a:lnTo>
                  <a:lnTo>
                    <a:pt x="569614" y="380970"/>
                  </a:lnTo>
                  <a:lnTo>
                    <a:pt x="568271" y="380970"/>
                  </a:lnTo>
                  <a:lnTo>
                    <a:pt x="566871" y="380970"/>
                  </a:lnTo>
                  <a:lnTo>
                    <a:pt x="565537" y="380970"/>
                  </a:lnTo>
                  <a:lnTo>
                    <a:pt x="564128" y="380970"/>
                  </a:lnTo>
                  <a:lnTo>
                    <a:pt x="562727" y="380970"/>
                  </a:lnTo>
                  <a:lnTo>
                    <a:pt x="561385" y="380970"/>
                  </a:lnTo>
                  <a:lnTo>
                    <a:pt x="559985" y="380970"/>
                  </a:lnTo>
                  <a:lnTo>
                    <a:pt x="558584" y="380970"/>
                  </a:lnTo>
                  <a:lnTo>
                    <a:pt x="557241" y="380970"/>
                  </a:lnTo>
                  <a:lnTo>
                    <a:pt x="555841" y="380970"/>
                  </a:lnTo>
                  <a:lnTo>
                    <a:pt x="554498" y="380970"/>
                  </a:lnTo>
                  <a:lnTo>
                    <a:pt x="553098" y="380970"/>
                  </a:lnTo>
                  <a:lnTo>
                    <a:pt x="551688" y="380970"/>
                  </a:lnTo>
                  <a:lnTo>
                    <a:pt x="550354" y="380970"/>
                  </a:lnTo>
                  <a:lnTo>
                    <a:pt x="548954" y="380970"/>
                  </a:lnTo>
                  <a:lnTo>
                    <a:pt x="547545" y="380970"/>
                  </a:lnTo>
                  <a:lnTo>
                    <a:pt x="546211" y="380970"/>
                  </a:lnTo>
                  <a:lnTo>
                    <a:pt x="544801" y="380970"/>
                  </a:lnTo>
                  <a:lnTo>
                    <a:pt x="543468" y="380970"/>
                  </a:lnTo>
                  <a:lnTo>
                    <a:pt x="542058" y="380970"/>
                  </a:lnTo>
                  <a:lnTo>
                    <a:pt x="540658" y="380970"/>
                  </a:lnTo>
                  <a:lnTo>
                    <a:pt x="539315" y="380970"/>
                  </a:lnTo>
                  <a:lnTo>
                    <a:pt x="537915" y="380970"/>
                  </a:lnTo>
                  <a:lnTo>
                    <a:pt x="536515" y="380970"/>
                  </a:lnTo>
                  <a:lnTo>
                    <a:pt x="535172" y="380970"/>
                  </a:lnTo>
                  <a:lnTo>
                    <a:pt x="533772" y="380970"/>
                  </a:lnTo>
                  <a:lnTo>
                    <a:pt x="532362" y="380970"/>
                  </a:lnTo>
                  <a:lnTo>
                    <a:pt x="531028" y="380970"/>
                  </a:lnTo>
                  <a:lnTo>
                    <a:pt x="529628" y="380970"/>
                  </a:lnTo>
                  <a:lnTo>
                    <a:pt x="528285" y="380970"/>
                  </a:lnTo>
                  <a:lnTo>
                    <a:pt x="526885" y="380970"/>
                  </a:lnTo>
                  <a:lnTo>
                    <a:pt x="525475" y="380970"/>
                  </a:lnTo>
                  <a:lnTo>
                    <a:pt x="524142" y="380970"/>
                  </a:lnTo>
                  <a:lnTo>
                    <a:pt x="522732" y="380970"/>
                  </a:lnTo>
                  <a:lnTo>
                    <a:pt x="521332" y="380970"/>
                  </a:lnTo>
                  <a:lnTo>
                    <a:pt x="519989" y="380970"/>
                  </a:lnTo>
                  <a:lnTo>
                    <a:pt x="518589" y="380970"/>
                  </a:lnTo>
                  <a:lnTo>
                    <a:pt x="517246" y="380970"/>
                  </a:lnTo>
                  <a:lnTo>
                    <a:pt x="515845" y="380970"/>
                  </a:lnTo>
                  <a:lnTo>
                    <a:pt x="514446" y="380970"/>
                  </a:lnTo>
                  <a:lnTo>
                    <a:pt x="513102" y="380970"/>
                  </a:lnTo>
                  <a:lnTo>
                    <a:pt x="511702" y="380970"/>
                  </a:lnTo>
                  <a:lnTo>
                    <a:pt x="510302" y="380970"/>
                  </a:lnTo>
                  <a:lnTo>
                    <a:pt x="508959" y="380970"/>
                  </a:lnTo>
                  <a:lnTo>
                    <a:pt x="507559" y="380970"/>
                  </a:lnTo>
                  <a:lnTo>
                    <a:pt x="506216" y="380970"/>
                  </a:lnTo>
                  <a:lnTo>
                    <a:pt x="504815" y="380970"/>
                  </a:lnTo>
                  <a:lnTo>
                    <a:pt x="503406" y="380970"/>
                  </a:lnTo>
                  <a:lnTo>
                    <a:pt x="502072" y="380970"/>
                  </a:lnTo>
                  <a:lnTo>
                    <a:pt x="500663" y="380970"/>
                  </a:lnTo>
                  <a:lnTo>
                    <a:pt x="499263" y="380970"/>
                  </a:lnTo>
                  <a:lnTo>
                    <a:pt x="497919" y="380970"/>
                  </a:lnTo>
                  <a:lnTo>
                    <a:pt x="496519" y="380970"/>
                  </a:lnTo>
                  <a:lnTo>
                    <a:pt x="495186" y="380970"/>
                  </a:lnTo>
                  <a:lnTo>
                    <a:pt x="493776" y="380970"/>
                  </a:lnTo>
                  <a:lnTo>
                    <a:pt x="492376" y="380970"/>
                  </a:lnTo>
                  <a:lnTo>
                    <a:pt x="491033" y="380970"/>
                  </a:lnTo>
                  <a:lnTo>
                    <a:pt x="489633" y="380970"/>
                  </a:lnTo>
                  <a:lnTo>
                    <a:pt x="488233" y="380970"/>
                  </a:lnTo>
                  <a:lnTo>
                    <a:pt x="486890" y="380970"/>
                  </a:lnTo>
                  <a:lnTo>
                    <a:pt x="485489" y="380970"/>
                  </a:lnTo>
                  <a:lnTo>
                    <a:pt x="484146" y="380970"/>
                  </a:lnTo>
                  <a:lnTo>
                    <a:pt x="482746" y="380970"/>
                  </a:lnTo>
                  <a:lnTo>
                    <a:pt x="481337" y="380970"/>
                  </a:lnTo>
                  <a:lnTo>
                    <a:pt x="480003" y="380970"/>
                  </a:lnTo>
                  <a:lnTo>
                    <a:pt x="478593" y="380970"/>
                  </a:lnTo>
                  <a:lnTo>
                    <a:pt x="477193" y="380970"/>
                  </a:lnTo>
                  <a:lnTo>
                    <a:pt x="475860" y="380970"/>
                  </a:lnTo>
                  <a:lnTo>
                    <a:pt x="474450" y="380970"/>
                  </a:lnTo>
                  <a:lnTo>
                    <a:pt x="473116" y="380970"/>
                  </a:lnTo>
                  <a:lnTo>
                    <a:pt x="471707" y="380970"/>
                  </a:lnTo>
                  <a:lnTo>
                    <a:pt x="470306" y="380970"/>
                  </a:lnTo>
                  <a:lnTo>
                    <a:pt x="468963" y="380970"/>
                  </a:lnTo>
                  <a:lnTo>
                    <a:pt x="467564" y="380970"/>
                  </a:lnTo>
                  <a:lnTo>
                    <a:pt x="466163" y="380970"/>
                  </a:lnTo>
                  <a:lnTo>
                    <a:pt x="464820" y="380970"/>
                  </a:lnTo>
                  <a:lnTo>
                    <a:pt x="463420" y="380970"/>
                  </a:lnTo>
                  <a:lnTo>
                    <a:pt x="462077" y="380970"/>
                  </a:lnTo>
                  <a:lnTo>
                    <a:pt x="460677" y="380970"/>
                  </a:lnTo>
                  <a:lnTo>
                    <a:pt x="459276" y="380970"/>
                  </a:lnTo>
                  <a:lnTo>
                    <a:pt x="457933" y="380970"/>
                  </a:lnTo>
                  <a:lnTo>
                    <a:pt x="456533" y="380970"/>
                  </a:lnTo>
                  <a:lnTo>
                    <a:pt x="455124" y="380970"/>
                  </a:lnTo>
                  <a:lnTo>
                    <a:pt x="453790" y="380970"/>
                  </a:lnTo>
                  <a:lnTo>
                    <a:pt x="452380" y="380970"/>
                  </a:lnTo>
                  <a:lnTo>
                    <a:pt x="451047" y="380970"/>
                  </a:lnTo>
                  <a:lnTo>
                    <a:pt x="449637" y="380970"/>
                  </a:lnTo>
                  <a:lnTo>
                    <a:pt x="448237" y="380970"/>
                  </a:lnTo>
                  <a:lnTo>
                    <a:pt x="446894" y="380970"/>
                  </a:lnTo>
                  <a:lnTo>
                    <a:pt x="445494" y="380970"/>
                  </a:lnTo>
                  <a:lnTo>
                    <a:pt x="444093" y="380970"/>
                  </a:lnTo>
                  <a:lnTo>
                    <a:pt x="442751" y="380970"/>
                  </a:lnTo>
                  <a:lnTo>
                    <a:pt x="441351" y="380970"/>
                  </a:lnTo>
                  <a:lnTo>
                    <a:pt x="440008" y="380970"/>
                  </a:lnTo>
                  <a:lnTo>
                    <a:pt x="438607" y="380970"/>
                  </a:lnTo>
                  <a:lnTo>
                    <a:pt x="437207" y="380970"/>
                  </a:lnTo>
                  <a:lnTo>
                    <a:pt x="435864" y="380970"/>
                  </a:lnTo>
                  <a:lnTo>
                    <a:pt x="434464" y="380970"/>
                  </a:lnTo>
                  <a:lnTo>
                    <a:pt x="433054" y="380970"/>
                  </a:lnTo>
                  <a:lnTo>
                    <a:pt x="431721" y="380970"/>
                  </a:lnTo>
                  <a:lnTo>
                    <a:pt x="430311" y="380970"/>
                  </a:lnTo>
                  <a:lnTo>
                    <a:pt x="428978" y="380970"/>
                  </a:lnTo>
                  <a:lnTo>
                    <a:pt x="427578" y="380970"/>
                  </a:lnTo>
                  <a:lnTo>
                    <a:pt x="426168" y="380970"/>
                  </a:lnTo>
                  <a:lnTo>
                    <a:pt x="424834" y="380970"/>
                  </a:lnTo>
                  <a:lnTo>
                    <a:pt x="423424" y="380970"/>
                  </a:lnTo>
                  <a:lnTo>
                    <a:pt x="422024" y="380970"/>
                  </a:lnTo>
                  <a:lnTo>
                    <a:pt x="420681" y="380970"/>
                  </a:lnTo>
                  <a:lnTo>
                    <a:pt x="419281" y="380970"/>
                  </a:lnTo>
                  <a:lnTo>
                    <a:pt x="417938" y="380970"/>
                  </a:lnTo>
                  <a:lnTo>
                    <a:pt x="416538" y="380970"/>
                  </a:lnTo>
                  <a:lnTo>
                    <a:pt x="415138" y="380970"/>
                  </a:lnTo>
                  <a:lnTo>
                    <a:pt x="413795" y="380970"/>
                  </a:lnTo>
                  <a:lnTo>
                    <a:pt x="412394" y="380970"/>
                  </a:lnTo>
                  <a:lnTo>
                    <a:pt x="410994" y="380970"/>
                  </a:lnTo>
                  <a:lnTo>
                    <a:pt x="409651" y="380970"/>
                  </a:lnTo>
                  <a:lnTo>
                    <a:pt x="408251" y="380970"/>
                  </a:lnTo>
                  <a:lnTo>
                    <a:pt x="406908" y="380970"/>
                  </a:lnTo>
                  <a:lnTo>
                    <a:pt x="405508" y="380970"/>
                  </a:lnTo>
                  <a:lnTo>
                    <a:pt x="404098" y="380970"/>
                  </a:lnTo>
                  <a:lnTo>
                    <a:pt x="402765" y="380970"/>
                  </a:lnTo>
                  <a:lnTo>
                    <a:pt x="401355" y="380970"/>
                  </a:lnTo>
                  <a:lnTo>
                    <a:pt x="399955" y="380970"/>
                  </a:lnTo>
                  <a:lnTo>
                    <a:pt x="398612" y="380970"/>
                  </a:lnTo>
                  <a:lnTo>
                    <a:pt x="397211" y="380970"/>
                  </a:lnTo>
                  <a:lnTo>
                    <a:pt x="395868" y="380970"/>
                  </a:lnTo>
                  <a:lnTo>
                    <a:pt x="394469" y="380970"/>
                  </a:lnTo>
                  <a:lnTo>
                    <a:pt x="393068" y="380970"/>
                  </a:lnTo>
                  <a:lnTo>
                    <a:pt x="391725" y="380970"/>
                  </a:lnTo>
                  <a:lnTo>
                    <a:pt x="390325" y="380970"/>
                  </a:lnTo>
                  <a:lnTo>
                    <a:pt x="388925" y="380970"/>
                  </a:lnTo>
                  <a:lnTo>
                    <a:pt x="387582" y="380970"/>
                  </a:lnTo>
                  <a:lnTo>
                    <a:pt x="386182" y="380970"/>
                  </a:lnTo>
                  <a:lnTo>
                    <a:pt x="384839" y="380970"/>
                  </a:lnTo>
                  <a:lnTo>
                    <a:pt x="383438" y="380970"/>
                  </a:lnTo>
                  <a:lnTo>
                    <a:pt x="382029" y="380970"/>
                  </a:lnTo>
                  <a:lnTo>
                    <a:pt x="380695" y="380970"/>
                  </a:lnTo>
                  <a:lnTo>
                    <a:pt x="379295" y="380970"/>
                  </a:lnTo>
                  <a:lnTo>
                    <a:pt x="377885" y="380970"/>
                  </a:lnTo>
                  <a:lnTo>
                    <a:pt x="376552" y="380970"/>
                  </a:lnTo>
                  <a:lnTo>
                    <a:pt x="375142" y="380970"/>
                  </a:lnTo>
                  <a:lnTo>
                    <a:pt x="373809" y="380970"/>
                  </a:lnTo>
                  <a:lnTo>
                    <a:pt x="372399" y="380970"/>
                  </a:lnTo>
                  <a:lnTo>
                    <a:pt x="370999" y="380970"/>
                  </a:lnTo>
                  <a:lnTo>
                    <a:pt x="369656" y="380970"/>
                  </a:lnTo>
                  <a:lnTo>
                    <a:pt x="368256" y="380970"/>
                  </a:lnTo>
                  <a:lnTo>
                    <a:pt x="366856" y="380970"/>
                  </a:lnTo>
                  <a:lnTo>
                    <a:pt x="365512" y="380970"/>
                  </a:lnTo>
                  <a:lnTo>
                    <a:pt x="364112" y="380970"/>
                  </a:lnTo>
                  <a:lnTo>
                    <a:pt x="362702" y="380970"/>
                  </a:lnTo>
                  <a:lnTo>
                    <a:pt x="361369" y="380970"/>
                  </a:lnTo>
                  <a:lnTo>
                    <a:pt x="359969" y="380970"/>
                  </a:lnTo>
                  <a:lnTo>
                    <a:pt x="358626" y="380970"/>
                  </a:lnTo>
                  <a:lnTo>
                    <a:pt x="357225" y="380970"/>
                  </a:lnTo>
                  <a:lnTo>
                    <a:pt x="355816" y="380970"/>
                  </a:lnTo>
                  <a:lnTo>
                    <a:pt x="354483" y="380970"/>
                  </a:lnTo>
                  <a:lnTo>
                    <a:pt x="353073" y="380970"/>
                  </a:lnTo>
                  <a:lnTo>
                    <a:pt x="351672" y="380970"/>
                  </a:lnTo>
                  <a:lnTo>
                    <a:pt x="350329" y="380970"/>
                  </a:lnTo>
                  <a:lnTo>
                    <a:pt x="348929" y="380970"/>
                  </a:lnTo>
                  <a:lnTo>
                    <a:pt x="347596" y="380970"/>
                  </a:lnTo>
                  <a:lnTo>
                    <a:pt x="346186" y="380970"/>
                  </a:lnTo>
                  <a:lnTo>
                    <a:pt x="344786" y="380970"/>
                  </a:lnTo>
                  <a:lnTo>
                    <a:pt x="343443" y="380970"/>
                  </a:lnTo>
                  <a:lnTo>
                    <a:pt x="342043" y="380970"/>
                  </a:lnTo>
                  <a:lnTo>
                    <a:pt x="340643" y="380970"/>
                  </a:lnTo>
                  <a:lnTo>
                    <a:pt x="339300" y="380970"/>
                  </a:lnTo>
                  <a:lnTo>
                    <a:pt x="337899" y="380970"/>
                  </a:lnTo>
                  <a:lnTo>
                    <a:pt x="336556" y="380970"/>
                  </a:lnTo>
                  <a:lnTo>
                    <a:pt x="335156" y="380970"/>
                  </a:lnTo>
                  <a:lnTo>
                    <a:pt x="333747" y="380970"/>
                  </a:lnTo>
                  <a:lnTo>
                    <a:pt x="332413" y="380970"/>
                  </a:lnTo>
                  <a:lnTo>
                    <a:pt x="331003" y="380970"/>
                  </a:lnTo>
                  <a:lnTo>
                    <a:pt x="329603" y="380970"/>
                  </a:lnTo>
                  <a:lnTo>
                    <a:pt x="328270" y="380970"/>
                  </a:lnTo>
                  <a:lnTo>
                    <a:pt x="326860" y="380970"/>
                  </a:lnTo>
                  <a:lnTo>
                    <a:pt x="325526" y="380970"/>
                  </a:lnTo>
                  <a:lnTo>
                    <a:pt x="324117" y="380970"/>
                  </a:lnTo>
                  <a:lnTo>
                    <a:pt x="322717" y="380970"/>
                  </a:lnTo>
                  <a:lnTo>
                    <a:pt x="321374" y="380970"/>
                  </a:lnTo>
                  <a:lnTo>
                    <a:pt x="319973" y="380970"/>
                  </a:lnTo>
                  <a:lnTo>
                    <a:pt x="318573" y="380970"/>
                  </a:lnTo>
                  <a:lnTo>
                    <a:pt x="317230" y="380970"/>
                  </a:lnTo>
                  <a:lnTo>
                    <a:pt x="315830" y="380970"/>
                  </a:lnTo>
                  <a:lnTo>
                    <a:pt x="314487" y="380970"/>
                  </a:lnTo>
                  <a:lnTo>
                    <a:pt x="313087" y="380970"/>
                  </a:lnTo>
                  <a:lnTo>
                    <a:pt x="311677" y="380970"/>
                  </a:lnTo>
                  <a:lnTo>
                    <a:pt x="310343" y="380970"/>
                  </a:lnTo>
                  <a:lnTo>
                    <a:pt x="308944" y="380970"/>
                  </a:lnTo>
                  <a:lnTo>
                    <a:pt x="307534" y="380970"/>
                  </a:lnTo>
                  <a:lnTo>
                    <a:pt x="306200" y="380970"/>
                  </a:lnTo>
                  <a:lnTo>
                    <a:pt x="304790" y="380970"/>
                  </a:lnTo>
                  <a:lnTo>
                    <a:pt x="303457" y="380970"/>
                  </a:lnTo>
                  <a:lnTo>
                    <a:pt x="302047" y="380970"/>
                  </a:lnTo>
                  <a:lnTo>
                    <a:pt x="300647" y="380970"/>
                  </a:lnTo>
                  <a:lnTo>
                    <a:pt x="299304" y="380970"/>
                  </a:lnTo>
                  <a:lnTo>
                    <a:pt x="297904" y="380970"/>
                  </a:lnTo>
                  <a:lnTo>
                    <a:pt x="296504" y="380970"/>
                  </a:lnTo>
                  <a:lnTo>
                    <a:pt x="295161" y="380970"/>
                  </a:lnTo>
                  <a:lnTo>
                    <a:pt x="293761" y="380970"/>
                  </a:lnTo>
                  <a:lnTo>
                    <a:pt x="292418" y="380970"/>
                  </a:lnTo>
                  <a:lnTo>
                    <a:pt x="291017" y="380970"/>
                  </a:lnTo>
                  <a:lnTo>
                    <a:pt x="289617" y="380970"/>
                  </a:lnTo>
                  <a:lnTo>
                    <a:pt x="288274" y="380970"/>
                  </a:lnTo>
                  <a:lnTo>
                    <a:pt x="286874" y="380970"/>
                  </a:lnTo>
                  <a:lnTo>
                    <a:pt x="285464" y="380970"/>
                  </a:lnTo>
                  <a:lnTo>
                    <a:pt x="284131" y="380970"/>
                  </a:lnTo>
                  <a:lnTo>
                    <a:pt x="282721" y="380970"/>
                  </a:lnTo>
                  <a:lnTo>
                    <a:pt x="281388" y="380970"/>
                  </a:lnTo>
                  <a:lnTo>
                    <a:pt x="279978" y="380970"/>
                  </a:lnTo>
                  <a:lnTo>
                    <a:pt x="278578" y="380970"/>
                  </a:lnTo>
                  <a:lnTo>
                    <a:pt x="277244" y="380970"/>
                  </a:lnTo>
                  <a:lnTo>
                    <a:pt x="275835" y="380970"/>
                  </a:lnTo>
                  <a:lnTo>
                    <a:pt x="274435" y="380970"/>
                  </a:lnTo>
                  <a:lnTo>
                    <a:pt x="273091" y="380970"/>
                  </a:lnTo>
                  <a:lnTo>
                    <a:pt x="271691" y="380970"/>
                  </a:lnTo>
                  <a:lnTo>
                    <a:pt x="270348" y="380970"/>
                  </a:lnTo>
                  <a:lnTo>
                    <a:pt x="268948" y="380970"/>
                  </a:lnTo>
                  <a:lnTo>
                    <a:pt x="267548" y="380970"/>
                  </a:lnTo>
                  <a:lnTo>
                    <a:pt x="266205" y="380970"/>
                  </a:lnTo>
                  <a:lnTo>
                    <a:pt x="264804" y="380970"/>
                  </a:lnTo>
                  <a:lnTo>
                    <a:pt x="263395" y="380970"/>
                  </a:lnTo>
                  <a:lnTo>
                    <a:pt x="262062" y="380970"/>
                  </a:lnTo>
                  <a:lnTo>
                    <a:pt x="260652" y="380970"/>
                  </a:lnTo>
                  <a:lnTo>
                    <a:pt x="259318" y="380970"/>
                  </a:lnTo>
                  <a:lnTo>
                    <a:pt x="257918" y="380970"/>
                  </a:lnTo>
                  <a:lnTo>
                    <a:pt x="256508" y="380970"/>
                  </a:lnTo>
                  <a:lnTo>
                    <a:pt x="255175" y="380970"/>
                  </a:lnTo>
                  <a:lnTo>
                    <a:pt x="253765" y="380970"/>
                  </a:lnTo>
                  <a:lnTo>
                    <a:pt x="252365" y="380970"/>
                  </a:lnTo>
                  <a:lnTo>
                    <a:pt x="251022" y="380970"/>
                  </a:lnTo>
                  <a:lnTo>
                    <a:pt x="249622" y="380970"/>
                  </a:lnTo>
                  <a:lnTo>
                    <a:pt x="248279" y="380970"/>
                  </a:lnTo>
                  <a:lnTo>
                    <a:pt x="246879" y="380970"/>
                  </a:lnTo>
                  <a:lnTo>
                    <a:pt x="245478" y="380970"/>
                  </a:lnTo>
                  <a:lnTo>
                    <a:pt x="244135" y="380970"/>
                  </a:lnTo>
                  <a:lnTo>
                    <a:pt x="242735" y="380970"/>
                  </a:lnTo>
                  <a:lnTo>
                    <a:pt x="241335" y="380970"/>
                  </a:lnTo>
                  <a:lnTo>
                    <a:pt x="239992" y="380970"/>
                  </a:lnTo>
                  <a:lnTo>
                    <a:pt x="238592" y="380970"/>
                  </a:lnTo>
                  <a:lnTo>
                    <a:pt x="237249" y="380970"/>
                  </a:lnTo>
                  <a:lnTo>
                    <a:pt x="235849" y="380970"/>
                  </a:lnTo>
                  <a:lnTo>
                    <a:pt x="234439" y="380970"/>
                  </a:lnTo>
                  <a:lnTo>
                    <a:pt x="233105" y="380970"/>
                  </a:lnTo>
                  <a:lnTo>
                    <a:pt x="231696" y="380970"/>
                  </a:lnTo>
                  <a:lnTo>
                    <a:pt x="230295" y="380970"/>
                  </a:lnTo>
                  <a:lnTo>
                    <a:pt x="228952" y="380970"/>
                  </a:lnTo>
                  <a:lnTo>
                    <a:pt x="227553" y="380970"/>
                  </a:lnTo>
                  <a:lnTo>
                    <a:pt x="226219" y="380970"/>
                  </a:lnTo>
                  <a:lnTo>
                    <a:pt x="224809" y="380970"/>
                  </a:lnTo>
                  <a:lnTo>
                    <a:pt x="223409" y="380970"/>
                  </a:lnTo>
                  <a:lnTo>
                    <a:pt x="222066" y="380970"/>
                  </a:lnTo>
                  <a:lnTo>
                    <a:pt x="220666" y="380970"/>
                  </a:lnTo>
                  <a:lnTo>
                    <a:pt x="219265" y="380970"/>
                  </a:lnTo>
                  <a:lnTo>
                    <a:pt x="217922" y="380970"/>
                  </a:lnTo>
                  <a:lnTo>
                    <a:pt x="216522" y="380970"/>
                  </a:lnTo>
                  <a:lnTo>
                    <a:pt x="215180" y="380970"/>
                  </a:lnTo>
                  <a:lnTo>
                    <a:pt x="213779" y="380970"/>
                  </a:lnTo>
                  <a:lnTo>
                    <a:pt x="212369" y="380970"/>
                  </a:lnTo>
                  <a:lnTo>
                    <a:pt x="211036" y="380970"/>
                  </a:lnTo>
                  <a:lnTo>
                    <a:pt x="209636" y="380970"/>
                  </a:lnTo>
                  <a:lnTo>
                    <a:pt x="208226" y="380970"/>
                  </a:lnTo>
                  <a:lnTo>
                    <a:pt x="206893" y="380970"/>
                  </a:lnTo>
                  <a:lnTo>
                    <a:pt x="205483" y="380970"/>
                  </a:lnTo>
                  <a:lnTo>
                    <a:pt x="204083" y="380970"/>
                  </a:lnTo>
                  <a:lnTo>
                    <a:pt x="202740" y="380970"/>
                  </a:lnTo>
                  <a:lnTo>
                    <a:pt x="201340" y="380970"/>
                  </a:lnTo>
                  <a:lnTo>
                    <a:pt x="199997" y="380970"/>
                  </a:lnTo>
                  <a:lnTo>
                    <a:pt x="198596" y="380970"/>
                  </a:lnTo>
                  <a:lnTo>
                    <a:pt x="197196" y="380970"/>
                  </a:lnTo>
                  <a:lnTo>
                    <a:pt x="195853" y="380970"/>
                  </a:lnTo>
                  <a:lnTo>
                    <a:pt x="194453" y="380970"/>
                  </a:lnTo>
                  <a:lnTo>
                    <a:pt x="193053" y="380970"/>
                  </a:lnTo>
                  <a:lnTo>
                    <a:pt x="191710" y="380970"/>
                  </a:lnTo>
                  <a:lnTo>
                    <a:pt x="190310" y="380970"/>
                  </a:lnTo>
                  <a:lnTo>
                    <a:pt x="188967" y="380970"/>
                  </a:lnTo>
                  <a:lnTo>
                    <a:pt x="187566" y="380970"/>
                  </a:lnTo>
                  <a:lnTo>
                    <a:pt x="186157" y="380970"/>
                  </a:lnTo>
                  <a:lnTo>
                    <a:pt x="184823" y="380970"/>
                  </a:lnTo>
                  <a:lnTo>
                    <a:pt x="183413" y="380970"/>
                  </a:lnTo>
                  <a:lnTo>
                    <a:pt x="182014" y="380970"/>
                  </a:lnTo>
                  <a:lnTo>
                    <a:pt x="180670" y="380970"/>
                  </a:lnTo>
                  <a:lnTo>
                    <a:pt x="179270" y="380970"/>
                  </a:lnTo>
                  <a:lnTo>
                    <a:pt x="177927" y="380970"/>
                  </a:lnTo>
                  <a:lnTo>
                    <a:pt x="176527" y="380970"/>
                  </a:lnTo>
                  <a:lnTo>
                    <a:pt x="175127" y="380970"/>
                  </a:lnTo>
                  <a:lnTo>
                    <a:pt x="173784" y="380970"/>
                  </a:lnTo>
                  <a:lnTo>
                    <a:pt x="172383" y="380970"/>
                  </a:lnTo>
                  <a:lnTo>
                    <a:pt x="170983" y="380970"/>
                  </a:lnTo>
                  <a:lnTo>
                    <a:pt x="169640" y="380970"/>
                  </a:lnTo>
                  <a:lnTo>
                    <a:pt x="168240" y="380970"/>
                  </a:lnTo>
                  <a:lnTo>
                    <a:pt x="166897" y="380970"/>
                  </a:lnTo>
                  <a:lnTo>
                    <a:pt x="165497" y="380970"/>
                  </a:lnTo>
                  <a:lnTo>
                    <a:pt x="164087" y="380970"/>
                  </a:lnTo>
                  <a:lnTo>
                    <a:pt x="162754" y="380970"/>
                  </a:lnTo>
                  <a:lnTo>
                    <a:pt x="161354" y="380970"/>
                  </a:lnTo>
                  <a:lnTo>
                    <a:pt x="159944" y="380970"/>
                  </a:lnTo>
                  <a:lnTo>
                    <a:pt x="158610" y="380970"/>
                  </a:lnTo>
                  <a:lnTo>
                    <a:pt x="157200" y="380970"/>
                  </a:lnTo>
                  <a:lnTo>
                    <a:pt x="155867" y="380970"/>
                  </a:lnTo>
                  <a:lnTo>
                    <a:pt x="154458" y="380970"/>
                  </a:lnTo>
                  <a:lnTo>
                    <a:pt x="153057" y="380970"/>
                  </a:lnTo>
                  <a:lnTo>
                    <a:pt x="151714" y="380970"/>
                  </a:lnTo>
                  <a:lnTo>
                    <a:pt x="150314" y="380970"/>
                  </a:lnTo>
                  <a:lnTo>
                    <a:pt x="148914" y="380970"/>
                  </a:lnTo>
                  <a:lnTo>
                    <a:pt x="147571" y="380970"/>
                  </a:lnTo>
                  <a:lnTo>
                    <a:pt x="146171" y="380970"/>
                  </a:lnTo>
                  <a:lnTo>
                    <a:pt x="144827" y="380970"/>
                  </a:lnTo>
                  <a:lnTo>
                    <a:pt x="143427" y="380970"/>
                  </a:lnTo>
                  <a:lnTo>
                    <a:pt x="142028" y="380970"/>
                  </a:lnTo>
                  <a:lnTo>
                    <a:pt x="140684" y="380970"/>
                  </a:lnTo>
                  <a:lnTo>
                    <a:pt x="139284" y="380970"/>
                  </a:lnTo>
                  <a:lnTo>
                    <a:pt x="137874" y="380970"/>
                  </a:lnTo>
                  <a:lnTo>
                    <a:pt x="136541" y="380970"/>
                  </a:lnTo>
                  <a:lnTo>
                    <a:pt x="135131" y="380970"/>
                  </a:lnTo>
                  <a:lnTo>
                    <a:pt x="133798" y="380970"/>
                  </a:lnTo>
                  <a:lnTo>
                    <a:pt x="132388" y="380970"/>
                  </a:lnTo>
                  <a:lnTo>
                    <a:pt x="130988" y="380970"/>
                  </a:lnTo>
                  <a:lnTo>
                    <a:pt x="129645" y="380970"/>
                  </a:lnTo>
                  <a:lnTo>
                    <a:pt x="128245" y="380970"/>
                  </a:lnTo>
                  <a:lnTo>
                    <a:pt x="126844" y="380970"/>
                  </a:lnTo>
                  <a:lnTo>
                    <a:pt x="125501" y="380970"/>
                  </a:lnTo>
                  <a:lnTo>
                    <a:pt x="124101" y="380970"/>
                  </a:lnTo>
                  <a:lnTo>
                    <a:pt x="122758" y="380970"/>
                  </a:lnTo>
                  <a:lnTo>
                    <a:pt x="121358" y="380970"/>
                  </a:lnTo>
                  <a:lnTo>
                    <a:pt x="119958" y="380970"/>
                  </a:lnTo>
                  <a:lnTo>
                    <a:pt x="118615" y="380970"/>
                  </a:lnTo>
                  <a:lnTo>
                    <a:pt x="117215" y="380970"/>
                  </a:lnTo>
                  <a:lnTo>
                    <a:pt x="115805" y="380970"/>
                  </a:lnTo>
                  <a:lnTo>
                    <a:pt x="114472" y="380970"/>
                  </a:lnTo>
                  <a:lnTo>
                    <a:pt x="113062" y="380970"/>
                  </a:lnTo>
                  <a:lnTo>
                    <a:pt x="111728" y="380970"/>
                  </a:lnTo>
                  <a:lnTo>
                    <a:pt x="110318" y="380970"/>
                  </a:lnTo>
                  <a:lnTo>
                    <a:pt x="108919" y="380970"/>
                  </a:lnTo>
                  <a:lnTo>
                    <a:pt x="107585" y="380970"/>
                  </a:lnTo>
                  <a:lnTo>
                    <a:pt x="106175" y="380970"/>
                  </a:lnTo>
                  <a:lnTo>
                    <a:pt x="104775" y="380970"/>
                  </a:lnTo>
                  <a:lnTo>
                    <a:pt x="103432" y="380970"/>
                  </a:lnTo>
                  <a:lnTo>
                    <a:pt x="102032" y="380970"/>
                  </a:lnTo>
                  <a:lnTo>
                    <a:pt x="100689" y="380970"/>
                  </a:lnTo>
                  <a:lnTo>
                    <a:pt x="99289" y="380970"/>
                  </a:lnTo>
                  <a:lnTo>
                    <a:pt x="97888" y="380970"/>
                  </a:lnTo>
                  <a:lnTo>
                    <a:pt x="96545" y="380970"/>
                  </a:lnTo>
                  <a:lnTo>
                    <a:pt x="95146" y="380970"/>
                  </a:lnTo>
                  <a:lnTo>
                    <a:pt x="93736" y="380970"/>
                  </a:lnTo>
                  <a:lnTo>
                    <a:pt x="92402" y="380970"/>
                  </a:lnTo>
                  <a:lnTo>
                    <a:pt x="90992" y="380970"/>
                  </a:lnTo>
                  <a:lnTo>
                    <a:pt x="89659" y="380970"/>
                  </a:lnTo>
                  <a:lnTo>
                    <a:pt x="88259" y="380970"/>
                  </a:lnTo>
                  <a:lnTo>
                    <a:pt x="86849" y="380970"/>
                  </a:lnTo>
                  <a:lnTo>
                    <a:pt x="85515" y="380970"/>
                  </a:lnTo>
                  <a:lnTo>
                    <a:pt x="84106" y="380970"/>
                  </a:lnTo>
                  <a:lnTo>
                    <a:pt x="82706" y="380970"/>
                  </a:lnTo>
                  <a:lnTo>
                    <a:pt x="81363" y="380970"/>
                  </a:lnTo>
                  <a:lnTo>
                    <a:pt x="79962" y="380970"/>
                  </a:lnTo>
                  <a:lnTo>
                    <a:pt x="78619" y="380970"/>
                  </a:lnTo>
                  <a:lnTo>
                    <a:pt x="77219" y="380970"/>
                  </a:lnTo>
                  <a:lnTo>
                    <a:pt x="75819" y="380970"/>
                  </a:lnTo>
                  <a:lnTo>
                    <a:pt x="74476" y="380970"/>
                  </a:lnTo>
                  <a:lnTo>
                    <a:pt x="73076" y="380970"/>
                  </a:lnTo>
                  <a:lnTo>
                    <a:pt x="71666" y="380970"/>
                  </a:lnTo>
                  <a:lnTo>
                    <a:pt x="70333" y="380970"/>
                  </a:lnTo>
                  <a:lnTo>
                    <a:pt x="68933" y="380970"/>
                  </a:lnTo>
                  <a:lnTo>
                    <a:pt x="67590" y="380970"/>
                  </a:lnTo>
                  <a:lnTo>
                    <a:pt x="66189" y="380970"/>
                  </a:lnTo>
                  <a:lnTo>
                    <a:pt x="64779" y="380970"/>
                  </a:lnTo>
                  <a:lnTo>
                    <a:pt x="63446" y="380970"/>
                  </a:lnTo>
                  <a:lnTo>
                    <a:pt x="62037" y="380970"/>
                  </a:lnTo>
                  <a:lnTo>
                    <a:pt x="60636" y="380970"/>
                  </a:lnTo>
                  <a:lnTo>
                    <a:pt x="59293" y="380970"/>
                  </a:lnTo>
                  <a:lnTo>
                    <a:pt x="57893" y="380970"/>
                  </a:lnTo>
                  <a:lnTo>
                    <a:pt x="56560" y="380970"/>
                  </a:lnTo>
                  <a:lnTo>
                    <a:pt x="55150" y="380970"/>
                  </a:lnTo>
                  <a:lnTo>
                    <a:pt x="53750" y="380970"/>
                  </a:lnTo>
                  <a:lnTo>
                    <a:pt x="52407" y="380970"/>
                  </a:lnTo>
                  <a:lnTo>
                    <a:pt x="51006" y="380970"/>
                  </a:lnTo>
                  <a:lnTo>
                    <a:pt x="49606" y="380970"/>
                  </a:lnTo>
                  <a:lnTo>
                    <a:pt x="48263" y="380970"/>
                  </a:lnTo>
                  <a:lnTo>
                    <a:pt x="46863" y="380970"/>
                  </a:lnTo>
                  <a:lnTo>
                    <a:pt x="45520" y="380970"/>
                  </a:lnTo>
                  <a:lnTo>
                    <a:pt x="44120" y="380970"/>
                  </a:lnTo>
                  <a:lnTo>
                    <a:pt x="42710" y="380970"/>
                  </a:lnTo>
                  <a:lnTo>
                    <a:pt x="41377" y="380970"/>
                  </a:lnTo>
                  <a:lnTo>
                    <a:pt x="39967" y="380970"/>
                  </a:lnTo>
                  <a:lnTo>
                    <a:pt x="38567" y="380970"/>
                  </a:lnTo>
                  <a:lnTo>
                    <a:pt x="37233" y="380970"/>
                  </a:lnTo>
                  <a:lnTo>
                    <a:pt x="35824" y="380970"/>
                  </a:lnTo>
                  <a:lnTo>
                    <a:pt x="34424" y="380970"/>
                  </a:lnTo>
                  <a:lnTo>
                    <a:pt x="33080" y="380970"/>
                  </a:lnTo>
                  <a:lnTo>
                    <a:pt x="31680" y="380970"/>
                  </a:lnTo>
                  <a:lnTo>
                    <a:pt x="30337" y="380970"/>
                  </a:lnTo>
                  <a:lnTo>
                    <a:pt x="28937" y="380970"/>
                  </a:lnTo>
                  <a:lnTo>
                    <a:pt x="27537" y="380970"/>
                  </a:lnTo>
                  <a:lnTo>
                    <a:pt x="26194" y="380970"/>
                  </a:lnTo>
                  <a:lnTo>
                    <a:pt x="24793" y="380970"/>
                  </a:lnTo>
                  <a:lnTo>
                    <a:pt x="23394" y="380970"/>
                  </a:lnTo>
                  <a:lnTo>
                    <a:pt x="22051" y="380970"/>
                  </a:lnTo>
                  <a:lnTo>
                    <a:pt x="20650" y="380970"/>
                  </a:lnTo>
                  <a:lnTo>
                    <a:pt x="19307" y="380970"/>
                  </a:lnTo>
                  <a:lnTo>
                    <a:pt x="17907" y="380970"/>
                  </a:lnTo>
                  <a:lnTo>
                    <a:pt x="16497" y="380970"/>
                  </a:lnTo>
                  <a:lnTo>
                    <a:pt x="15164" y="380970"/>
                  </a:lnTo>
                  <a:lnTo>
                    <a:pt x="13754" y="380970"/>
                  </a:lnTo>
                  <a:lnTo>
                    <a:pt x="12354" y="380970"/>
                  </a:lnTo>
                  <a:lnTo>
                    <a:pt x="11011" y="380970"/>
                  </a:lnTo>
                  <a:lnTo>
                    <a:pt x="9611" y="380970"/>
                  </a:lnTo>
                  <a:lnTo>
                    <a:pt x="8268" y="380970"/>
                  </a:lnTo>
                  <a:lnTo>
                    <a:pt x="6868" y="380970"/>
                  </a:lnTo>
                  <a:lnTo>
                    <a:pt x="5467" y="380970"/>
                  </a:lnTo>
                  <a:lnTo>
                    <a:pt x="4124" y="380970"/>
                  </a:lnTo>
                  <a:lnTo>
                    <a:pt x="2724" y="380970"/>
                  </a:lnTo>
                  <a:lnTo>
                    <a:pt x="1324" y="380970"/>
                  </a:lnTo>
                  <a:lnTo>
                    <a:pt x="-19" y="380970"/>
                  </a:lnTo>
                  <a:close/>
                </a:path>
              </a:pathLst>
            </a:custGeom>
            <a:solidFill>
              <a:srgbClr val="A8DADC">
                <a:alpha val="50000"/>
              </a:srgbClr>
            </a:solidFill>
            <a:ln w="9525" cap="flat">
              <a:noFill/>
              <a:prstDash val="solid"/>
              <a:round/>
            </a:ln>
          </p:spPr>
          <p:txBody>
            <a:bodyPr/>
            <a:lstStyle/>
            <a:p>
              <a:endParaRPr lang="zh-CN" altLang="en-US" sz="2190"/>
            </a:p>
          </p:txBody>
        </p:sp>
        <p:sp>
          <p:nvSpPr>
            <p:cNvPr id="991" name="任意多边形: 形状 990"/>
            <p:cNvSpPr/>
            <p:nvPr/>
          </p:nvSpPr>
          <p:spPr>
            <a:xfrm>
              <a:off x="5453524" y="46979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992" name="任意多边形: 形状 991"/>
            <p:cNvSpPr/>
            <p:nvPr/>
          </p:nvSpPr>
          <p:spPr>
            <a:xfrm>
              <a:off x="5158249" y="4431234"/>
              <a:ext cx="704850" cy="381000"/>
            </a:xfrm>
            <a:custGeom>
              <a:avLst/>
              <a:gdLst>
                <a:gd name="csX0" fmla="*/ -19 w 704850"/>
                <a:gd name="csY0" fmla="*/ 379694 h 381000"/>
                <a:gd name="csX1" fmla="*/ 1324 w 704850"/>
                <a:gd name="csY1" fmla="*/ 379379 h 381000"/>
                <a:gd name="csX2" fmla="*/ 2724 w 704850"/>
                <a:gd name="csY2" fmla="*/ 379056 h 381000"/>
                <a:gd name="csX3" fmla="*/ 4124 w 704850"/>
                <a:gd name="csY3" fmla="*/ 378675 h 381000"/>
                <a:gd name="csX4" fmla="*/ 5467 w 704850"/>
                <a:gd name="csY4" fmla="*/ 378293 h 381000"/>
                <a:gd name="csX5" fmla="*/ 6868 w 704850"/>
                <a:gd name="csY5" fmla="*/ 377846 h 381000"/>
                <a:gd name="csX6" fmla="*/ 8277 w 704850"/>
                <a:gd name="csY6" fmla="*/ 377398 h 381000"/>
                <a:gd name="csX7" fmla="*/ 9611 w 704850"/>
                <a:gd name="csY7" fmla="*/ 376893 h 381000"/>
                <a:gd name="csX8" fmla="*/ 11020 w 704850"/>
                <a:gd name="csY8" fmla="*/ 376312 h 381000"/>
                <a:gd name="csX9" fmla="*/ 12354 w 704850"/>
                <a:gd name="csY9" fmla="*/ 375741 h 381000"/>
                <a:gd name="csX10" fmla="*/ 13754 w 704850"/>
                <a:gd name="csY10" fmla="*/ 375103 h 381000"/>
                <a:gd name="csX11" fmla="*/ 15164 w 704850"/>
                <a:gd name="csY11" fmla="*/ 374340 h 381000"/>
                <a:gd name="csX12" fmla="*/ 16497 w 704850"/>
                <a:gd name="csY12" fmla="*/ 373579 h 381000"/>
                <a:gd name="csX13" fmla="*/ 17907 w 704850"/>
                <a:gd name="csY13" fmla="*/ 372750 h 381000"/>
                <a:gd name="csX14" fmla="*/ 19307 w 704850"/>
                <a:gd name="csY14" fmla="*/ 371855 h 381000"/>
                <a:gd name="csX15" fmla="*/ 20650 w 704850"/>
                <a:gd name="csY15" fmla="*/ 370902 h 381000"/>
                <a:gd name="csX16" fmla="*/ 22051 w 704850"/>
                <a:gd name="csY16" fmla="*/ 369816 h 381000"/>
                <a:gd name="csX17" fmla="*/ 23394 w 704850"/>
                <a:gd name="csY17" fmla="*/ 368664 h 381000"/>
                <a:gd name="csX18" fmla="*/ 24793 w 704850"/>
                <a:gd name="csY18" fmla="*/ 367454 h 381000"/>
                <a:gd name="csX19" fmla="*/ 26194 w 704850"/>
                <a:gd name="csY19" fmla="*/ 366111 h 381000"/>
                <a:gd name="csX20" fmla="*/ 27537 w 704850"/>
                <a:gd name="csY20" fmla="*/ 364711 h 381000"/>
                <a:gd name="csX21" fmla="*/ 28937 w 704850"/>
                <a:gd name="csY21" fmla="*/ 363187 h 381000"/>
                <a:gd name="csX22" fmla="*/ 30337 w 704850"/>
                <a:gd name="csY22" fmla="*/ 361587 h 381000"/>
                <a:gd name="csX23" fmla="*/ 31680 w 704850"/>
                <a:gd name="csY23" fmla="*/ 359872 h 381000"/>
                <a:gd name="csX24" fmla="*/ 33080 w 704850"/>
                <a:gd name="csY24" fmla="*/ 357958 h 381000"/>
                <a:gd name="csX25" fmla="*/ 34424 w 704850"/>
                <a:gd name="csY25" fmla="*/ 356043 h 381000"/>
                <a:gd name="csX26" fmla="*/ 35824 w 704850"/>
                <a:gd name="csY26" fmla="*/ 353938 h 381000"/>
                <a:gd name="csX27" fmla="*/ 37233 w 704850"/>
                <a:gd name="csY27" fmla="*/ 351709 h 381000"/>
                <a:gd name="csX28" fmla="*/ 38567 w 704850"/>
                <a:gd name="csY28" fmla="*/ 349347 h 381000"/>
                <a:gd name="csX29" fmla="*/ 39976 w 704850"/>
                <a:gd name="csY29" fmla="*/ 346861 h 381000"/>
                <a:gd name="csX30" fmla="*/ 41377 w 704850"/>
                <a:gd name="csY30" fmla="*/ 344184 h 381000"/>
                <a:gd name="csX31" fmla="*/ 42720 w 704850"/>
                <a:gd name="csY31" fmla="*/ 341374 h 381000"/>
                <a:gd name="csX32" fmla="*/ 44120 w 704850"/>
                <a:gd name="csY32" fmla="*/ 338451 h 381000"/>
                <a:gd name="csX33" fmla="*/ 45520 w 704850"/>
                <a:gd name="csY33" fmla="*/ 335259 h 381000"/>
                <a:gd name="csX34" fmla="*/ 46863 w 704850"/>
                <a:gd name="csY34" fmla="*/ 332011 h 381000"/>
                <a:gd name="csX35" fmla="*/ 48263 w 704850"/>
                <a:gd name="csY35" fmla="*/ 328563 h 381000"/>
                <a:gd name="csX36" fmla="*/ 49606 w 704850"/>
                <a:gd name="csY36" fmla="*/ 324925 h 381000"/>
                <a:gd name="csX37" fmla="*/ 51006 w 704850"/>
                <a:gd name="csY37" fmla="*/ 321105 h 381000"/>
                <a:gd name="csX38" fmla="*/ 52407 w 704850"/>
                <a:gd name="csY38" fmla="*/ 317152 h 381000"/>
                <a:gd name="csX39" fmla="*/ 53750 w 704850"/>
                <a:gd name="csY39" fmla="*/ 313009 h 381000"/>
                <a:gd name="csX40" fmla="*/ 55150 w 704850"/>
                <a:gd name="csY40" fmla="*/ 308675 h 381000"/>
                <a:gd name="csX41" fmla="*/ 56560 w 704850"/>
                <a:gd name="csY41" fmla="*/ 304208 h 381000"/>
                <a:gd name="csX42" fmla="*/ 57893 w 704850"/>
                <a:gd name="csY42" fmla="*/ 299560 h 381000"/>
                <a:gd name="csX43" fmla="*/ 59303 w 704850"/>
                <a:gd name="csY43" fmla="*/ 294645 h 381000"/>
                <a:gd name="csX44" fmla="*/ 60636 w 704850"/>
                <a:gd name="csY44" fmla="*/ 289606 h 381000"/>
                <a:gd name="csX45" fmla="*/ 62046 w 704850"/>
                <a:gd name="csY45" fmla="*/ 284444 h 381000"/>
                <a:gd name="csX46" fmla="*/ 63446 w 704850"/>
                <a:gd name="csY46" fmla="*/ 278967 h 381000"/>
                <a:gd name="csX47" fmla="*/ 64779 w 704850"/>
                <a:gd name="csY47" fmla="*/ 273414 h 381000"/>
                <a:gd name="csX48" fmla="*/ 66189 w 704850"/>
                <a:gd name="csY48" fmla="*/ 267680 h 381000"/>
                <a:gd name="csX49" fmla="*/ 67590 w 704850"/>
                <a:gd name="csY49" fmla="*/ 261746 h 381000"/>
                <a:gd name="csX50" fmla="*/ 68933 w 704850"/>
                <a:gd name="csY50" fmla="*/ 255688 h 381000"/>
                <a:gd name="csX51" fmla="*/ 70333 w 704850"/>
                <a:gd name="csY51" fmla="*/ 249506 h 381000"/>
                <a:gd name="csX52" fmla="*/ 71675 w 704850"/>
                <a:gd name="csY52" fmla="*/ 243134 h 381000"/>
                <a:gd name="csX53" fmla="*/ 73076 w 704850"/>
                <a:gd name="csY53" fmla="*/ 236561 h 381000"/>
                <a:gd name="csX54" fmla="*/ 74476 w 704850"/>
                <a:gd name="csY54" fmla="*/ 229932 h 381000"/>
                <a:gd name="csX55" fmla="*/ 75819 w 704850"/>
                <a:gd name="csY55" fmla="*/ 223179 h 381000"/>
                <a:gd name="csX56" fmla="*/ 77219 w 704850"/>
                <a:gd name="csY56" fmla="*/ 216292 h 381000"/>
                <a:gd name="csX57" fmla="*/ 78629 w 704850"/>
                <a:gd name="csY57" fmla="*/ 209282 h 381000"/>
                <a:gd name="csX58" fmla="*/ 79962 w 704850"/>
                <a:gd name="csY58" fmla="*/ 202205 h 381000"/>
                <a:gd name="csX59" fmla="*/ 81363 w 704850"/>
                <a:gd name="csY59" fmla="*/ 195061 h 381000"/>
                <a:gd name="csX60" fmla="*/ 82706 w 704850"/>
                <a:gd name="csY60" fmla="*/ 187793 h 381000"/>
                <a:gd name="csX61" fmla="*/ 84106 w 704850"/>
                <a:gd name="csY61" fmla="*/ 180526 h 381000"/>
                <a:gd name="csX62" fmla="*/ 85515 w 704850"/>
                <a:gd name="csY62" fmla="*/ 173125 h 381000"/>
                <a:gd name="csX63" fmla="*/ 86849 w 704850"/>
                <a:gd name="csY63" fmla="*/ 165800 h 381000"/>
                <a:gd name="csX64" fmla="*/ 88259 w 704850"/>
                <a:gd name="csY64" fmla="*/ 158399 h 381000"/>
                <a:gd name="csX65" fmla="*/ 89659 w 704850"/>
                <a:gd name="csY65" fmla="*/ 151008 h 381000"/>
                <a:gd name="csX66" fmla="*/ 91002 w 704850"/>
                <a:gd name="csY66" fmla="*/ 143607 h 381000"/>
                <a:gd name="csX67" fmla="*/ 92402 w 704850"/>
                <a:gd name="csY67" fmla="*/ 136282 h 381000"/>
                <a:gd name="csX68" fmla="*/ 93745 w 704850"/>
                <a:gd name="csY68" fmla="*/ 128948 h 381000"/>
                <a:gd name="csX69" fmla="*/ 95146 w 704850"/>
                <a:gd name="csY69" fmla="*/ 121681 h 381000"/>
                <a:gd name="csX70" fmla="*/ 96545 w 704850"/>
                <a:gd name="csY70" fmla="*/ 114537 h 381000"/>
                <a:gd name="csX71" fmla="*/ 97888 w 704850"/>
                <a:gd name="csY71" fmla="*/ 107393 h 381000"/>
                <a:gd name="csX72" fmla="*/ 99289 w 704850"/>
                <a:gd name="csY72" fmla="*/ 100449 h 381000"/>
                <a:gd name="csX73" fmla="*/ 100689 w 704850"/>
                <a:gd name="csY73" fmla="*/ 93629 h 381000"/>
                <a:gd name="csX74" fmla="*/ 102032 w 704850"/>
                <a:gd name="csY74" fmla="*/ 86866 h 381000"/>
                <a:gd name="csX75" fmla="*/ 103432 w 704850"/>
                <a:gd name="csY75" fmla="*/ 80371 h 381000"/>
                <a:gd name="csX76" fmla="*/ 104775 w 704850"/>
                <a:gd name="csY76" fmla="*/ 73989 h 381000"/>
                <a:gd name="csX77" fmla="*/ 106175 w 704850"/>
                <a:gd name="csY77" fmla="*/ 67807 h 381000"/>
                <a:gd name="csX78" fmla="*/ 107585 w 704850"/>
                <a:gd name="csY78" fmla="*/ 61816 h 381000"/>
                <a:gd name="csX79" fmla="*/ 108919 w 704850"/>
                <a:gd name="csY79" fmla="*/ 56072 h 381000"/>
                <a:gd name="csX80" fmla="*/ 110328 w 704850"/>
                <a:gd name="csY80" fmla="*/ 50462 h 381000"/>
                <a:gd name="csX81" fmla="*/ 111728 w 704850"/>
                <a:gd name="csY81" fmla="*/ 45176 h 381000"/>
                <a:gd name="csX82" fmla="*/ 113062 w 704850"/>
                <a:gd name="csY82" fmla="*/ 40137 h 381000"/>
                <a:gd name="csX83" fmla="*/ 114472 w 704850"/>
                <a:gd name="csY83" fmla="*/ 35355 h 381000"/>
                <a:gd name="csX84" fmla="*/ 115805 w 704850"/>
                <a:gd name="csY84" fmla="*/ 30831 h 381000"/>
                <a:gd name="csX85" fmla="*/ 117215 w 704850"/>
                <a:gd name="csY85" fmla="*/ 26621 h 381000"/>
                <a:gd name="csX86" fmla="*/ 118615 w 704850"/>
                <a:gd name="csY86" fmla="*/ 22668 h 381000"/>
                <a:gd name="csX87" fmla="*/ 119958 w 704850"/>
                <a:gd name="csY87" fmla="*/ 18972 h 381000"/>
                <a:gd name="csX88" fmla="*/ 121358 w 704850"/>
                <a:gd name="csY88" fmla="*/ 15715 h 381000"/>
                <a:gd name="csX89" fmla="*/ 122758 w 704850"/>
                <a:gd name="csY89" fmla="*/ 12724 h 381000"/>
                <a:gd name="csX90" fmla="*/ 124101 w 704850"/>
                <a:gd name="csY90" fmla="*/ 9981 h 381000"/>
                <a:gd name="csX91" fmla="*/ 125501 w 704850"/>
                <a:gd name="csY91" fmla="*/ 7619 h 381000"/>
                <a:gd name="csX92" fmla="*/ 126844 w 704850"/>
                <a:gd name="csY92" fmla="*/ 5580 h 381000"/>
                <a:gd name="csX93" fmla="*/ 128245 w 704850"/>
                <a:gd name="csY93" fmla="*/ 3799 h 381000"/>
                <a:gd name="csX94" fmla="*/ 129654 w 704850"/>
                <a:gd name="csY94" fmla="*/ 2389 h 381000"/>
                <a:gd name="csX95" fmla="*/ 130988 w 704850"/>
                <a:gd name="csY95" fmla="*/ 1313 h 381000"/>
                <a:gd name="csX96" fmla="*/ 132388 w 704850"/>
                <a:gd name="csY96" fmla="*/ 541 h 381000"/>
                <a:gd name="csX97" fmla="*/ 133798 w 704850"/>
                <a:gd name="csY97" fmla="*/ 37 h 381000"/>
                <a:gd name="csX98" fmla="*/ 135131 w 704850"/>
                <a:gd name="csY98" fmla="*/ -30 h 381000"/>
                <a:gd name="csX99" fmla="*/ 136541 w 704850"/>
                <a:gd name="csY99" fmla="*/ 94 h 381000"/>
                <a:gd name="csX100" fmla="*/ 137874 w 704850"/>
                <a:gd name="csY100" fmla="*/ 541 h 381000"/>
                <a:gd name="csX101" fmla="*/ 139284 w 704850"/>
                <a:gd name="csY101" fmla="*/ 1370 h 381000"/>
                <a:gd name="csX102" fmla="*/ 140684 w 704850"/>
                <a:gd name="csY102" fmla="*/ 2456 h 381000"/>
                <a:gd name="csX103" fmla="*/ 142028 w 704850"/>
                <a:gd name="csY103" fmla="*/ 3732 h 381000"/>
                <a:gd name="csX104" fmla="*/ 143427 w 704850"/>
                <a:gd name="csY104" fmla="*/ 5390 h 381000"/>
                <a:gd name="csX105" fmla="*/ 144827 w 704850"/>
                <a:gd name="csY105" fmla="*/ 7304 h 381000"/>
                <a:gd name="csX106" fmla="*/ 146171 w 704850"/>
                <a:gd name="csY106" fmla="*/ 9409 h 381000"/>
                <a:gd name="csX107" fmla="*/ 147571 w 704850"/>
                <a:gd name="csY107" fmla="*/ 11762 h 381000"/>
                <a:gd name="csX108" fmla="*/ 148914 w 704850"/>
                <a:gd name="csY108" fmla="*/ 14381 h 381000"/>
                <a:gd name="csX109" fmla="*/ 150314 w 704850"/>
                <a:gd name="csY109" fmla="*/ 17182 h 381000"/>
                <a:gd name="csX110" fmla="*/ 151714 w 704850"/>
                <a:gd name="csY110" fmla="*/ 20182 h 381000"/>
                <a:gd name="csX111" fmla="*/ 153057 w 704850"/>
                <a:gd name="csY111" fmla="*/ 23497 h 381000"/>
                <a:gd name="csX112" fmla="*/ 154458 w 704850"/>
                <a:gd name="csY112" fmla="*/ 26878 h 381000"/>
                <a:gd name="csX113" fmla="*/ 155867 w 704850"/>
                <a:gd name="csY113" fmla="*/ 30450 h 381000"/>
                <a:gd name="csX114" fmla="*/ 157200 w 704850"/>
                <a:gd name="csY114" fmla="*/ 34203 h 381000"/>
                <a:gd name="csX115" fmla="*/ 158610 w 704850"/>
                <a:gd name="csY115" fmla="*/ 38032 h 381000"/>
                <a:gd name="csX116" fmla="*/ 159944 w 704850"/>
                <a:gd name="csY116" fmla="*/ 42051 h 381000"/>
                <a:gd name="csX117" fmla="*/ 161354 w 704850"/>
                <a:gd name="csY117" fmla="*/ 46195 h 381000"/>
                <a:gd name="csX118" fmla="*/ 162754 w 704850"/>
                <a:gd name="csY118" fmla="*/ 50405 h 381000"/>
                <a:gd name="csX119" fmla="*/ 164087 w 704850"/>
                <a:gd name="csY119" fmla="*/ 54739 h 381000"/>
                <a:gd name="csX120" fmla="*/ 165497 w 704850"/>
                <a:gd name="csY120" fmla="*/ 59139 h 381000"/>
                <a:gd name="csX121" fmla="*/ 166897 w 704850"/>
                <a:gd name="csY121" fmla="*/ 63597 h 381000"/>
                <a:gd name="csX122" fmla="*/ 168240 w 704850"/>
                <a:gd name="csY122" fmla="*/ 68121 h 381000"/>
                <a:gd name="csX123" fmla="*/ 169640 w 704850"/>
                <a:gd name="csY123" fmla="*/ 72712 h 381000"/>
                <a:gd name="csX124" fmla="*/ 170983 w 704850"/>
                <a:gd name="csY124" fmla="*/ 77303 h 381000"/>
                <a:gd name="csX125" fmla="*/ 172383 w 704850"/>
                <a:gd name="csY125" fmla="*/ 81895 h 381000"/>
                <a:gd name="csX126" fmla="*/ 173784 w 704850"/>
                <a:gd name="csY126" fmla="*/ 86552 h 381000"/>
                <a:gd name="csX127" fmla="*/ 175127 w 704850"/>
                <a:gd name="csY127" fmla="*/ 91200 h 381000"/>
                <a:gd name="csX128" fmla="*/ 176527 w 704850"/>
                <a:gd name="csY128" fmla="*/ 95791 h 381000"/>
                <a:gd name="csX129" fmla="*/ 177927 w 704850"/>
                <a:gd name="csY129" fmla="*/ 100449 h 381000"/>
                <a:gd name="csX130" fmla="*/ 179270 w 704850"/>
                <a:gd name="csY130" fmla="*/ 105040 h 381000"/>
                <a:gd name="csX131" fmla="*/ 180670 w 704850"/>
                <a:gd name="csY131" fmla="*/ 109565 h 381000"/>
                <a:gd name="csX132" fmla="*/ 182014 w 704850"/>
                <a:gd name="csY132" fmla="*/ 114089 h 381000"/>
                <a:gd name="csX133" fmla="*/ 183413 w 704850"/>
                <a:gd name="csY133" fmla="*/ 118556 h 381000"/>
                <a:gd name="csX134" fmla="*/ 184823 w 704850"/>
                <a:gd name="csY134" fmla="*/ 122957 h 381000"/>
                <a:gd name="csX135" fmla="*/ 186157 w 704850"/>
                <a:gd name="csY135" fmla="*/ 127291 h 381000"/>
                <a:gd name="csX136" fmla="*/ 187566 w 704850"/>
                <a:gd name="csY136" fmla="*/ 131624 h 381000"/>
                <a:gd name="csX137" fmla="*/ 188967 w 704850"/>
                <a:gd name="csY137" fmla="*/ 135835 h 381000"/>
                <a:gd name="csX138" fmla="*/ 190310 w 704850"/>
                <a:gd name="csY138" fmla="*/ 139978 h 381000"/>
                <a:gd name="csX139" fmla="*/ 191710 w 704850"/>
                <a:gd name="csY139" fmla="*/ 144055 h 381000"/>
                <a:gd name="csX140" fmla="*/ 193053 w 704850"/>
                <a:gd name="csY140" fmla="*/ 148074 h 381000"/>
                <a:gd name="csX141" fmla="*/ 194453 w 704850"/>
                <a:gd name="csY141" fmla="*/ 151960 h 381000"/>
                <a:gd name="csX142" fmla="*/ 195853 w 704850"/>
                <a:gd name="csY142" fmla="*/ 155790 h 381000"/>
                <a:gd name="csX143" fmla="*/ 197196 w 704850"/>
                <a:gd name="csY143" fmla="*/ 159552 h 381000"/>
                <a:gd name="csX144" fmla="*/ 198596 w 704850"/>
                <a:gd name="csY144" fmla="*/ 163181 h 381000"/>
                <a:gd name="csX145" fmla="*/ 199997 w 704850"/>
                <a:gd name="csY145" fmla="*/ 166753 h 381000"/>
                <a:gd name="csX146" fmla="*/ 201340 w 704850"/>
                <a:gd name="csY146" fmla="*/ 170201 h 381000"/>
                <a:gd name="csX147" fmla="*/ 202740 w 704850"/>
                <a:gd name="csY147" fmla="*/ 173573 h 381000"/>
                <a:gd name="csX148" fmla="*/ 204083 w 704850"/>
                <a:gd name="csY148" fmla="*/ 176887 h 381000"/>
                <a:gd name="csX149" fmla="*/ 205483 w 704850"/>
                <a:gd name="csY149" fmla="*/ 180078 h 381000"/>
                <a:gd name="csX150" fmla="*/ 206893 w 704850"/>
                <a:gd name="csY150" fmla="*/ 183202 h 381000"/>
                <a:gd name="csX151" fmla="*/ 208226 w 704850"/>
                <a:gd name="csY151" fmla="*/ 186203 h 381000"/>
                <a:gd name="csX152" fmla="*/ 209636 w 704850"/>
                <a:gd name="csY152" fmla="*/ 189194 h 381000"/>
                <a:gd name="csX153" fmla="*/ 211036 w 704850"/>
                <a:gd name="csY153" fmla="*/ 192004 h 381000"/>
                <a:gd name="csX154" fmla="*/ 212369 w 704850"/>
                <a:gd name="csY154" fmla="*/ 194804 h 381000"/>
                <a:gd name="csX155" fmla="*/ 213779 w 704850"/>
                <a:gd name="csY155" fmla="*/ 197480 h 381000"/>
                <a:gd name="csX156" fmla="*/ 215180 w 704850"/>
                <a:gd name="csY156" fmla="*/ 200033 h 381000"/>
                <a:gd name="csX157" fmla="*/ 216522 w 704850"/>
                <a:gd name="csY157" fmla="*/ 202586 h 381000"/>
                <a:gd name="csX158" fmla="*/ 217922 w 704850"/>
                <a:gd name="csY158" fmla="*/ 205005 h 381000"/>
                <a:gd name="csX159" fmla="*/ 219265 w 704850"/>
                <a:gd name="csY159" fmla="*/ 207367 h 381000"/>
                <a:gd name="csX160" fmla="*/ 220666 w 704850"/>
                <a:gd name="csY160" fmla="*/ 209663 h 381000"/>
                <a:gd name="csX161" fmla="*/ 222066 w 704850"/>
                <a:gd name="csY161" fmla="*/ 211892 h 381000"/>
                <a:gd name="csX162" fmla="*/ 223409 w 704850"/>
                <a:gd name="csY162" fmla="*/ 214063 h 381000"/>
                <a:gd name="csX163" fmla="*/ 224809 w 704850"/>
                <a:gd name="csY163" fmla="*/ 216168 h 381000"/>
                <a:gd name="csX164" fmla="*/ 226219 w 704850"/>
                <a:gd name="csY164" fmla="*/ 218140 h 381000"/>
                <a:gd name="csX165" fmla="*/ 227553 w 704850"/>
                <a:gd name="csY165" fmla="*/ 220121 h 381000"/>
                <a:gd name="csX166" fmla="*/ 228952 w 704850"/>
                <a:gd name="csY166" fmla="*/ 222026 h 381000"/>
                <a:gd name="csX167" fmla="*/ 230295 w 704850"/>
                <a:gd name="csY167" fmla="*/ 223874 h 381000"/>
                <a:gd name="csX168" fmla="*/ 231696 w 704850"/>
                <a:gd name="csY168" fmla="*/ 225665 h 381000"/>
                <a:gd name="csX169" fmla="*/ 233105 w 704850"/>
                <a:gd name="csY169" fmla="*/ 227389 h 381000"/>
                <a:gd name="csX170" fmla="*/ 234439 w 704850"/>
                <a:gd name="csY170" fmla="*/ 229046 h 381000"/>
                <a:gd name="csX171" fmla="*/ 235849 w 704850"/>
                <a:gd name="csY171" fmla="*/ 230704 h 381000"/>
                <a:gd name="csX172" fmla="*/ 237249 w 704850"/>
                <a:gd name="csY172" fmla="*/ 232294 h 381000"/>
                <a:gd name="csX173" fmla="*/ 238592 w 704850"/>
                <a:gd name="csY173" fmla="*/ 233828 h 381000"/>
                <a:gd name="csX174" fmla="*/ 239992 w 704850"/>
                <a:gd name="csY174" fmla="*/ 235295 h 381000"/>
                <a:gd name="csX175" fmla="*/ 241335 w 704850"/>
                <a:gd name="csY175" fmla="*/ 236752 h 381000"/>
                <a:gd name="csX176" fmla="*/ 242735 w 704850"/>
                <a:gd name="csY176" fmla="*/ 238162 h 381000"/>
                <a:gd name="csX177" fmla="*/ 244135 w 704850"/>
                <a:gd name="csY177" fmla="*/ 239562 h 381000"/>
                <a:gd name="csX178" fmla="*/ 245478 w 704850"/>
                <a:gd name="csY178" fmla="*/ 240905 h 381000"/>
                <a:gd name="csX179" fmla="*/ 246879 w 704850"/>
                <a:gd name="csY179" fmla="*/ 242238 h 381000"/>
                <a:gd name="csX180" fmla="*/ 248279 w 704850"/>
                <a:gd name="csY180" fmla="*/ 243515 h 381000"/>
                <a:gd name="csX181" fmla="*/ 249622 w 704850"/>
                <a:gd name="csY181" fmla="*/ 244791 h 381000"/>
                <a:gd name="csX182" fmla="*/ 251022 w 704850"/>
                <a:gd name="csY182" fmla="*/ 246001 h 381000"/>
                <a:gd name="csX183" fmla="*/ 252365 w 704850"/>
                <a:gd name="csY183" fmla="*/ 247153 h 381000"/>
                <a:gd name="csX184" fmla="*/ 253765 w 704850"/>
                <a:gd name="csY184" fmla="*/ 248363 h 381000"/>
                <a:gd name="csX185" fmla="*/ 255175 w 704850"/>
                <a:gd name="csY185" fmla="*/ 249506 h 381000"/>
                <a:gd name="csX186" fmla="*/ 256508 w 704850"/>
                <a:gd name="csY186" fmla="*/ 250592 h 381000"/>
                <a:gd name="csX187" fmla="*/ 257918 w 704850"/>
                <a:gd name="csY187" fmla="*/ 251735 h 381000"/>
                <a:gd name="csX188" fmla="*/ 259318 w 704850"/>
                <a:gd name="csY188" fmla="*/ 252764 h 381000"/>
                <a:gd name="csX189" fmla="*/ 260661 w 704850"/>
                <a:gd name="csY189" fmla="*/ 253840 h 381000"/>
                <a:gd name="csX190" fmla="*/ 262062 w 704850"/>
                <a:gd name="csY190" fmla="*/ 254859 h 381000"/>
                <a:gd name="csX191" fmla="*/ 263395 w 704850"/>
                <a:gd name="csY191" fmla="*/ 255878 h 381000"/>
                <a:gd name="csX192" fmla="*/ 264804 w 704850"/>
                <a:gd name="csY192" fmla="*/ 256907 h 381000"/>
                <a:gd name="csX193" fmla="*/ 266205 w 704850"/>
                <a:gd name="csY193" fmla="*/ 257926 h 381000"/>
                <a:gd name="csX194" fmla="*/ 267548 w 704850"/>
                <a:gd name="csY194" fmla="*/ 258879 h 381000"/>
                <a:gd name="csX195" fmla="*/ 268948 w 704850"/>
                <a:gd name="csY195" fmla="*/ 259840 h 381000"/>
                <a:gd name="csX196" fmla="*/ 270348 w 704850"/>
                <a:gd name="csY196" fmla="*/ 260793 h 381000"/>
                <a:gd name="csX197" fmla="*/ 271691 w 704850"/>
                <a:gd name="csY197" fmla="*/ 261688 h 381000"/>
                <a:gd name="csX198" fmla="*/ 273091 w 704850"/>
                <a:gd name="csY198" fmla="*/ 262641 h 381000"/>
                <a:gd name="csX199" fmla="*/ 274435 w 704850"/>
                <a:gd name="csY199" fmla="*/ 263536 h 381000"/>
                <a:gd name="csX200" fmla="*/ 275835 w 704850"/>
                <a:gd name="csY200" fmla="*/ 264422 h 381000"/>
                <a:gd name="csX201" fmla="*/ 277244 w 704850"/>
                <a:gd name="csY201" fmla="*/ 265317 h 381000"/>
                <a:gd name="csX202" fmla="*/ 278578 w 704850"/>
                <a:gd name="csY202" fmla="*/ 266146 h 381000"/>
                <a:gd name="csX203" fmla="*/ 279987 w 704850"/>
                <a:gd name="csY203" fmla="*/ 267042 h 381000"/>
                <a:gd name="csX204" fmla="*/ 281388 w 704850"/>
                <a:gd name="csY204" fmla="*/ 267870 h 381000"/>
                <a:gd name="csX205" fmla="*/ 282721 w 704850"/>
                <a:gd name="csY205" fmla="*/ 268699 h 381000"/>
                <a:gd name="csX206" fmla="*/ 284131 w 704850"/>
                <a:gd name="csY206" fmla="*/ 269527 h 381000"/>
                <a:gd name="csX207" fmla="*/ 285464 w 704850"/>
                <a:gd name="csY207" fmla="*/ 270356 h 381000"/>
                <a:gd name="csX208" fmla="*/ 286874 w 704850"/>
                <a:gd name="csY208" fmla="*/ 271118 h 381000"/>
                <a:gd name="csX209" fmla="*/ 288274 w 704850"/>
                <a:gd name="csY209" fmla="*/ 271947 h 381000"/>
                <a:gd name="csX210" fmla="*/ 289617 w 704850"/>
                <a:gd name="csY210" fmla="*/ 272718 h 381000"/>
                <a:gd name="csX211" fmla="*/ 291017 w 704850"/>
                <a:gd name="csY211" fmla="*/ 273480 h 381000"/>
                <a:gd name="csX212" fmla="*/ 292418 w 704850"/>
                <a:gd name="csY212" fmla="*/ 274243 h 381000"/>
                <a:gd name="csX213" fmla="*/ 293761 w 704850"/>
                <a:gd name="csY213" fmla="*/ 275014 h 381000"/>
                <a:gd name="csX214" fmla="*/ 295161 w 704850"/>
                <a:gd name="csY214" fmla="*/ 275776 h 381000"/>
                <a:gd name="csX215" fmla="*/ 296504 w 704850"/>
                <a:gd name="csY215" fmla="*/ 276481 h 381000"/>
                <a:gd name="csX216" fmla="*/ 297904 w 704850"/>
                <a:gd name="csY216" fmla="*/ 277176 h 381000"/>
                <a:gd name="csX217" fmla="*/ 299314 w 704850"/>
                <a:gd name="csY217" fmla="*/ 277948 h 381000"/>
                <a:gd name="csX218" fmla="*/ 300647 w 704850"/>
                <a:gd name="csY218" fmla="*/ 278643 h 381000"/>
                <a:gd name="csX219" fmla="*/ 302047 w 704850"/>
                <a:gd name="csY219" fmla="*/ 279281 h 381000"/>
                <a:gd name="csX220" fmla="*/ 303457 w 704850"/>
                <a:gd name="csY220" fmla="*/ 279986 h 381000"/>
                <a:gd name="csX221" fmla="*/ 304790 w 704850"/>
                <a:gd name="csY221" fmla="*/ 280681 h 381000"/>
                <a:gd name="csX222" fmla="*/ 306200 w 704850"/>
                <a:gd name="csY222" fmla="*/ 281319 h 381000"/>
                <a:gd name="csX223" fmla="*/ 307534 w 704850"/>
                <a:gd name="csY223" fmla="*/ 281958 h 381000"/>
                <a:gd name="csX224" fmla="*/ 308944 w 704850"/>
                <a:gd name="csY224" fmla="*/ 282596 h 381000"/>
                <a:gd name="csX225" fmla="*/ 310343 w 704850"/>
                <a:gd name="csY225" fmla="*/ 283234 h 381000"/>
                <a:gd name="csX226" fmla="*/ 311686 w 704850"/>
                <a:gd name="csY226" fmla="*/ 283806 h 381000"/>
                <a:gd name="csX227" fmla="*/ 313087 w 704850"/>
                <a:gd name="csY227" fmla="*/ 284444 h 381000"/>
                <a:gd name="csX228" fmla="*/ 314487 w 704850"/>
                <a:gd name="csY228" fmla="*/ 285015 h 381000"/>
                <a:gd name="csX229" fmla="*/ 315830 w 704850"/>
                <a:gd name="csY229" fmla="*/ 285596 h 381000"/>
                <a:gd name="csX230" fmla="*/ 317230 w 704850"/>
                <a:gd name="csY230" fmla="*/ 286168 h 381000"/>
                <a:gd name="csX231" fmla="*/ 318573 w 704850"/>
                <a:gd name="csY231" fmla="*/ 286673 h 381000"/>
                <a:gd name="csX232" fmla="*/ 319973 w 704850"/>
                <a:gd name="csY232" fmla="*/ 287254 h 381000"/>
                <a:gd name="csX233" fmla="*/ 321374 w 704850"/>
                <a:gd name="csY233" fmla="*/ 287758 h 381000"/>
                <a:gd name="csX234" fmla="*/ 322717 w 704850"/>
                <a:gd name="csY234" fmla="*/ 288273 h 381000"/>
                <a:gd name="csX235" fmla="*/ 324117 w 704850"/>
                <a:gd name="csY235" fmla="*/ 288778 h 381000"/>
                <a:gd name="csX236" fmla="*/ 325526 w 704850"/>
                <a:gd name="csY236" fmla="*/ 289292 h 381000"/>
                <a:gd name="csX237" fmla="*/ 326860 w 704850"/>
                <a:gd name="csY237" fmla="*/ 289740 h 381000"/>
                <a:gd name="csX238" fmla="*/ 328270 w 704850"/>
                <a:gd name="csY238" fmla="*/ 290244 h 381000"/>
                <a:gd name="csX239" fmla="*/ 329603 w 704850"/>
                <a:gd name="csY239" fmla="*/ 290692 h 381000"/>
                <a:gd name="csX240" fmla="*/ 331013 w 704850"/>
                <a:gd name="csY240" fmla="*/ 291140 h 381000"/>
                <a:gd name="csX241" fmla="*/ 332413 w 704850"/>
                <a:gd name="csY241" fmla="*/ 291587 h 381000"/>
                <a:gd name="csX242" fmla="*/ 333756 w 704850"/>
                <a:gd name="csY242" fmla="*/ 291968 h 381000"/>
                <a:gd name="csX243" fmla="*/ 335156 w 704850"/>
                <a:gd name="csY243" fmla="*/ 292416 h 381000"/>
                <a:gd name="csX244" fmla="*/ 336556 w 704850"/>
                <a:gd name="csY244" fmla="*/ 292797 h 381000"/>
                <a:gd name="csX245" fmla="*/ 337899 w 704850"/>
                <a:gd name="csY245" fmla="*/ 293178 h 381000"/>
                <a:gd name="csX246" fmla="*/ 339300 w 704850"/>
                <a:gd name="csY246" fmla="*/ 293559 h 381000"/>
                <a:gd name="csX247" fmla="*/ 340643 w 704850"/>
                <a:gd name="csY247" fmla="*/ 293950 h 381000"/>
                <a:gd name="csX248" fmla="*/ 342043 w 704850"/>
                <a:gd name="csY248" fmla="*/ 294264 h 381000"/>
                <a:gd name="csX249" fmla="*/ 343443 w 704850"/>
                <a:gd name="csY249" fmla="*/ 294645 h 381000"/>
                <a:gd name="csX250" fmla="*/ 344786 w 704850"/>
                <a:gd name="csY250" fmla="*/ 294969 h 381000"/>
                <a:gd name="csX251" fmla="*/ 346186 w 704850"/>
                <a:gd name="csY251" fmla="*/ 295283 h 381000"/>
                <a:gd name="csX252" fmla="*/ 347596 w 704850"/>
                <a:gd name="csY252" fmla="*/ 295607 h 381000"/>
                <a:gd name="csX253" fmla="*/ 348929 w 704850"/>
                <a:gd name="csY253" fmla="*/ 295921 h 381000"/>
                <a:gd name="csX254" fmla="*/ 350329 w 704850"/>
                <a:gd name="csY254" fmla="*/ 296236 h 381000"/>
                <a:gd name="csX255" fmla="*/ 351672 w 704850"/>
                <a:gd name="csY255" fmla="*/ 296559 h 381000"/>
                <a:gd name="csX256" fmla="*/ 353073 w 704850"/>
                <a:gd name="csY256" fmla="*/ 296817 h 381000"/>
                <a:gd name="csX257" fmla="*/ 354483 w 704850"/>
                <a:gd name="csY257" fmla="*/ 297131 h 381000"/>
                <a:gd name="csX258" fmla="*/ 355816 w 704850"/>
                <a:gd name="csY258" fmla="*/ 297388 h 381000"/>
                <a:gd name="csX259" fmla="*/ 357225 w 704850"/>
                <a:gd name="csY259" fmla="*/ 297645 h 381000"/>
                <a:gd name="csX260" fmla="*/ 358626 w 704850"/>
                <a:gd name="csY260" fmla="*/ 297902 h 381000"/>
                <a:gd name="csX261" fmla="*/ 359969 w 704850"/>
                <a:gd name="csY261" fmla="*/ 298150 h 381000"/>
                <a:gd name="csX262" fmla="*/ 361369 w 704850"/>
                <a:gd name="csY262" fmla="*/ 298407 h 381000"/>
                <a:gd name="csX263" fmla="*/ 362712 w 704850"/>
                <a:gd name="csY263" fmla="*/ 298665 h 381000"/>
                <a:gd name="csX264" fmla="*/ 364112 w 704850"/>
                <a:gd name="csY264" fmla="*/ 298922 h 381000"/>
                <a:gd name="csX265" fmla="*/ 365512 w 704850"/>
                <a:gd name="csY265" fmla="*/ 299112 h 381000"/>
                <a:gd name="csX266" fmla="*/ 366856 w 704850"/>
                <a:gd name="csY266" fmla="*/ 299360 h 381000"/>
                <a:gd name="csX267" fmla="*/ 368256 w 704850"/>
                <a:gd name="csY267" fmla="*/ 299617 h 381000"/>
                <a:gd name="csX268" fmla="*/ 369656 w 704850"/>
                <a:gd name="csY268" fmla="*/ 299808 h 381000"/>
                <a:gd name="csX269" fmla="*/ 370999 w 704850"/>
                <a:gd name="csY269" fmla="*/ 300065 h 381000"/>
                <a:gd name="csX270" fmla="*/ 372399 w 704850"/>
                <a:gd name="csY270" fmla="*/ 300255 h 381000"/>
                <a:gd name="csX271" fmla="*/ 373809 w 704850"/>
                <a:gd name="csY271" fmla="*/ 300512 h 381000"/>
                <a:gd name="csX272" fmla="*/ 375142 w 704850"/>
                <a:gd name="csY272" fmla="*/ 300703 h 381000"/>
                <a:gd name="csX273" fmla="*/ 376552 w 704850"/>
                <a:gd name="csY273" fmla="*/ 300893 h 381000"/>
                <a:gd name="csX274" fmla="*/ 377885 w 704850"/>
                <a:gd name="csY274" fmla="*/ 301150 h 381000"/>
                <a:gd name="csX275" fmla="*/ 379295 w 704850"/>
                <a:gd name="csY275" fmla="*/ 301341 h 381000"/>
                <a:gd name="csX276" fmla="*/ 380695 w 704850"/>
                <a:gd name="csY276" fmla="*/ 301532 h 381000"/>
                <a:gd name="csX277" fmla="*/ 382039 w 704850"/>
                <a:gd name="csY277" fmla="*/ 301722 h 381000"/>
                <a:gd name="csX278" fmla="*/ 383438 w 704850"/>
                <a:gd name="csY278" fmla="*/ 301913 h 381000"/>
                <a:gd name="csX279" fmla="*/ 384839 w 704850"/>
                <a:gd name="csY279" fmla="*/ 302170 h 381000"/>
                <a:gd name="csX280" fmla="*/ 386182 w 704850"/>
                <a:gd name="csY280" fmla="*/ 302360 h 381000"/>
                <a:gd name="csX281" fmla="*/ 387582 w 704850"/>
                <a:gd name="csY281" fmla="*/ 302551 h 381000"/>
                <a:gd name="csX282" fmla="*/ 388925 w 704850"/>
                <a:gd name="csY282" fmla="*/ 302741 h 381000"/>
                <a:gd name="csX283" fmla="*/ 390325 w 704850"/>
                <a:gd name="csY283" fmla="*/ 302932 h 381000"/>
                <a:gd name="csX284" fmla="*/ 391725 w 704850"/>
                <a:gd name="csY284" fmla="*/ 303122 h 381000"/>
                <a:gd name="csX285" fmla="*/ 393068 w 704850"/>
                <a:gd name="csY285" fmla="*/ 303313 h 381000"/>
                <a:gd name="csX286" fmla="*/ 394469 w 704850"/>
                <a:gd name="csY286" fmla="*/ 303503 h 381000"/>
                <a:gd name="csX287" fmla="*/ 395878 w 704850"/>
                <a:gd name="csY287" fmla="*/ 303703 h 381000"/>
                <a:gd name="csX288" fmla="*/ 397211 w 704850"/>
                <a:gd name="csY288" fmla="*/ 303894 h 381000"/>
                <a:gd name="csX289" fmla="*/ 398621 w 704850"/>
                <a:gd name="csY289" fmla="*/ 304084 h 381000"/>
                <a:gd name="csX290" fmla="*/ 399955 w 704850"/>
                <a:gd name="csY290" fmla="*/ 304275 h 381000"/>
                <a:gd name="csX291" fmla="*/ 401355 w 704850"/>
                <a:gd name="csY291" fmla="*/ 304465 h 381000"/>
                <a:gd name="csX292" fmla="*/ 402765 w 704850"/>
                <a:gd name="csY292" fmla="*/ 304656 h 381000"/>
                <a:gd name="csX293" fmla="*/ 404098 w 704850"/>
                <a:gd name="csY293" fmla="*/ 304846 h 381000"/>
                <a:gd name="csX294" fmla="*/ 405508 w 704850"/>
                <a:gd name="csY294" fmla="*/ 305037 h 381000"/>
                <a:gd name="csX295" fmla="*/ 406908 w 704850"/>
                <a:gd name="csY295" fmla="*/ 305227 h 381000"/>
                <a:gd name="csX296" fmla="*/ 408251 w 704850"/>
                <a:gd name="csY296" fmla="*/ 305418 h 381000"/>
                <a:gd name="csX297" fmla="*/ 409651 w 704850"/>
                <a:gd name="csY297" fmla="*/ 305608 h 381000"/>
                <a:gd name="csX298" fmla="*/ 410994 w 704850"/>
                <a:gd name="csY298" fmla="*/ 305741 h 381000"/>
                <a:gd name="csX299" fmla="*/ 412394 w 704850"/>
                <a:gd name="csY299" fmla="*/ 305932 h 381000"/>
                <a:gd name="csX300" fmla="*/ 413795 w 704850"/>
                <a:gd name="csY300" fmla="*/ 306123 h 381000"/>
                <a:gd name="csX301" fmla="*/ 415138 w 704850"/>
                <a:gd name="csY301" fmla="*/ 306246 h 381000"/>
                <a:gd name="csX302" fmla="*/ 416538 w 704850"/>
                <a:gd name="csY302" fmla="*/ 306437 h 381000"/>
                <a:gd name="csX303" fmla="*/ 417938 w 704850"/>
                <a:gd name="csY303" fmla="*/ 306570 h 381000"/>
                <a:gd name="csX304" fmla="*/ 419281 w 704850"/>
                <a:gd name="csY304" fmla="*/ 306761 h 381000"/>
                <a:gd name="csX305" fmla="*/ 420681 w 704850"/>
                <a:gd name="csY305" fmla="*/ 306884 h 381000"/>
                <a:gd name="csX306" fmla="*/ 422024 w 704850"/>
                <a:gd name="csY306" fmla="*/ 307018 h 381000"/>
                <a:gd name="csX307" fmla="*/ 423424 w 704850"/>
                <a:gd name="csY307" fmla="*/ 307142 h 381000"/>
                <a:gd name="csX308" fmla="*/ 424834 w 704850"/>
                <a:gd name="csY308" fmla="*/ 307266 h 381000"/>
                <a:gd name="csX309" fmla="*/ 426168 w 704850"/>
                <a:gd name="csY309" fmla="*/ 307399 h 381000"/>
                <a:gd name="csX310" fmla="*/ 427578 w 704850"/>
                <a:gd name="csY310" fmla="*/ 307523 h 381000"/>
                <a:gd name="csX311" fmla="*/ 428978 w 704850"/>
                <a:gd name="csY311" fmla="*/ 307656 h 381000"/>
                <a:gd name="csX312" fmla="*/ 430320 w 704850"/>
                <a:gd name="csY312" fmla="*/ 307780 h 381000"/>
                <a:gd name="csX313" fmla="*/ 431721 w 704850"/>
                <a:gd name="csY313" fmla="*/ 307847 h 381000"/>
                <a:gd name="csX314" fmla="*/ 433054 w 704850"/>
                <a:gd name="csY314" fmla="*/ 307970 h 381000"/>
                <a:gd name="csX315" fmla="*/ 434464 w 704850"/>
                <a:gd name="csY315" fmla="*/ 308037 h 381000"/>
                <a:gd name="csX316" fmla="*/ 435864 w 704850"/>
                <a:gd name="csY316" fmla="*/ 308094 h 381000"/>
                <a:gd name="csX317" fmla="*/ 437207 w 704850"/>
                <a:gd name="csY317" fmla="*/ 308161 h 381000"/>
                <a:gd name="csX318" fmla="*/ 438607 w 704850"/>
                <a:gd name="csY318" fmla="*/ 308228 h 381000"/>
                <a:gd name="csX319" fmla="*/ 440008 w 704850"/>
                <a:gd name="csY319" fmla="*/ 308294 h 381000"/>
                <a:gd name="csX320" fmla="*/ 441351 w 704850"/>
                <a:gd name="csY320" fmla="*/ 308351 h 381000"/>
                <a:gd name="csX321" fmla="*/ 442751 w 704850"/>
                <a:gd name="csY321" fmla="*/ 308351 h 381000"/>
                <a:gd name="csX322" fmla="*/ 444093 w 704850"/>
                <a:gd name="csY322" fmla="*/ 308351 h 381000"/>
                <a:gd name="csX323" fmla="*/ 445494 w 704850"/>
                <a:gd name="csY323" fmla="*/ 308351 h 381000"/>
                <a:gd name="csX324" fmla="*/ 446904 w 704850"/>
                <a:gd name="csY324" fmla="*/ 308351 h 381000"/>
                <a:gd name="csX325" fmla="*/ 448237 w 704850"/>
                <a:gd name="csY325" fmla="*/ 308351 h 381000"/>
                <a:gd name="csX326" fmla="*/ 449637 w 704850"/>
                <a:gd name="csY326" fmla="*/ 308351 h 381000"/>
                <a:gd name="csX327" fmla="*/ 451047 w 704850"/>
                <a:gd name="csY327" fmla="*/ 308294 h 381000"/>
                <a:gd name="csX328" fmla="*/ 452380 w 704850"/>
                <a:gd name="csY328" fmla="*/ 308228 h 381000"/>
                <a:gd name="csX329" fmla="*/ 453790 w 704850"/>
                <a:gd name="csY329" fmla="*/ 308161 h 381000"/>
                <a:gd name="csX330" fmla="*/ 455124 w 704850"/>
                <a:gd name="csY330" fmla="*/ 308094 h 381000"/>
                <a:gd name="csX331" fmla="*/ 456533 w 704850"/>
                <a:gd name="csY331" fmla="*/ 307970 h 381000"/>
                <a:gd name="csX332" fmla="*/ 457933 w 704850"/>
                <a:gd name="csY332" fmla="*/ 307847 h 381000"/>
                <a:gd name="csX333" fmla="*/ 459276 w 704850"/>
                <a:gd name="csY333" fmla="*/ 307713 h 381000"/>
                <a:gd name="csX334" fmla="*/ 460677 w 704850"/>
                <a:gd name="csY334" fmla="*/ 307523 h 381000"/>
                <a:gd name="csX335" fmla="*/ 462077 w 704850"/>
                <a:gd name="csY335" fmla="*/ 307399 h 381000"/>
                <a:gd name="csX336" fmla="*/ 463420 w 704850"/>
                <a:gd name="csY336" fmla="*/ 307209 h 381000"/>
                <a:gd name="csX337" fmla="*/ 464820 w 704850"/>
                <a:gd name="csY337" fmla="*/ 306951 h 381000"/>
                <a:gd name="csX338" fmla="*/ 466163 w 704850"/>
                <a:gd name="csY338" fmla="*/ 306761 h 381000"/>
                <a:gd name="csX339" fmla="*/ 467564 w 704850"/>
                <a:gd name="csY339" fmla="*/ 306504 h 381000"/>
                <a:gd name="csX340" fmla="*/ 468963 w 704850"/>
                <a:gd name="csY340" fmla="*/ 306189 h 381000"/>
                <a:gd name="csX341" fmla="*/ 470306 w 704850"/>
                <a:gd name="csY341" fmla="*/ 305932 h 381000"/>
                <a:gd name="csX342" fmla="*/ 471707 w 704850"/>
                <a:gd name="csY342" fmla="*/ 305608 h 381000"/>
                <a:gd name="csX343" fmla="*/ 473116 w 704850"/>
                <a:gd name="csY343" fmla="*/ 305227 h 381000"/>
                <a:gd name="csX344" fmla="*/ 474450 w 704850"/>
                <a:gd name="csY344" fmla="*/ 304846 h 381000"/>
                <a:gd name="csX345" fmla="*/ 475860 w 704850"/>
                <a:gd name="csY345" fmla="*/ 304465 h 381000"/>
                <a:gd name="csX346" fmla="*/ 477193 w 704850"/>
                <a:gd name="csY346" fmla="*/ 304017 h 381000"/>
                <a:gd name="csX347" fmla="*/ 478603 w 704850"/>
                <a:gd name="csY347" fmla="*/ 303570 h 381000"/>
                <a:gd name="csX348" fmla="*/ 480003 w 704850"/>
                <a:gd name="csY348" fmla="*/ 303065 h 381000"/>
                <a:gd name="csX349" fmla="*/ 481337 w 704850"/>
                <a:gd name="csY349" fmla="*/ 302551 h 381000"/>
                <a:gd name="csX350" fmla="*/ 482746 w 704850"/>
                <a:gd name="csY350" fmla="*/ 301979 h 381000"/>
                <a:gd name="csX351" fmla="*/ 484146 w 704850"/>
                <a:gd name="csY351" fmla="*/ 301408 h 381000"/>
                <a:gd name="csX352" fmla="*/ 485489 w 704850"/>
                <a:gd name="csY352" fmla="*/ 300769 h 381000"/>
                <a:gd name="csX353" fmla="*/ 486890 w 704850"/>
                <a:gd name="csY353" fmla="*/ 300131 h 381000"/>
                <a:gd name="csX354" fmla="*/ 488233 w 704850"/>
                <a:gd name="csY354" fmla="*/ 299426 h 381000"/>
                <a:gd name="csX355" fmla="*/ 489633 w 704850"/>
                <a:gd name="csY355" fmla="*/ 298665 h 381000"/>
                <a:gd name="csX356" fmla="*/ 491033 w 704850"/>
                <a:gd name="csY356" fmla="*/ 297902 h 381000"/>
                <a:gd name="csX357" fmla="*/ 492376 w 704850"/>
                <a:gd name="csY357" fmla="*/ 297064 h 381000"/>
                <a:gd name="csX358" fmla="*/ 493776 w 704850"/>
                <a:gd name="csY358" fmla="*/ 296178 h 381000"/>
                <a:gd name="csX359" fmla="*/ 495186 w 704850"/>
                <a:gd name="csY359" fmla="*/ 295283 h 381000"/>
                <a:gd name="csX360" fmla="*/ 496519 w 704850"/>
                <a:gd name="csY360" fmla="*/ 294331 h 381000"/>
                <a:gd name="csX361" fmla="*/ 497929 w 704850"/>
                <a:gd name="csY361" fmla="*/ 293311 h 381000"/>
                <a:gd name="csX362" fmla="*/ 499263 w 704850"/>
                <a:gd name="csY362" fmla="*/ 292283 h 381000"/>
                <a:gd name="csX363" fmla="*/ 500663 w 704850"/>
                <a:gd name="csY363" fmla="*/ 291206 h 381000"/>
                <a:gd name="csX364" fmla="*/ 502072 w 704850"/>
                <a:gd name="csY364" fmla="*/ 290054 h 381000"/>
                <a:gd name="csX365" fmla="*/ 503406 w 704850"/>
                <a:gd name="csY365" fmla="*/ 288844 h 381000"/>
                <a:gd name="csX366" fmla="*/ 504815 w 704850"/>
                <a:gd name="csY366" fmla="*/ 287634 h 381000"/>
                <a:gd name="csX367" fmla="*/ 506216 w 704850"/>
                <a:gd name="csY367" fmla="*/ 286358 h 381000"/>
                <a:gd name="csX368" fmla="*/ 507559 w 704850"/>
                <a:gd name="csY368" fmla="*/ 285015 h 381000"/>
                <a:gd name="csX369" fmla="*/ 508959 w 704850"/>
                <a:gd name="csY369" fmla="*/ 283615 h 381000"/>
                <a:gd name="csX370" fmla="*/ 510302 w 704850"/>
                <a:gd name="csY370" fmla="*/ 282215 h 381000"/>
                <a:gd name="csX371" fmla="*/ 511702 w 704850"/>
                <a:gd name="csY371" fmla="*/ 280748 h 381000"/>
                <a:gd name="csX372" fmla="*/ 513102 w 704850"/>
                <a:gd name="csY372" fmla="*/ 279214 h 381000"/>
                <a:gd name="csX373" fmla="*/ 514446 w 704850"/>
                <a:gd name="csY373" fmla="*/ 277624 h 381000"/>
                <a:gd name="csX374" fmla="*/ 515845 w 704850"/>
                <a:gd name="csY374" fmla="*/ 275967 h 381000"/>
                <a:gd name="csX375" fmla="*/ 517255 w 704850"/>
                <a:gd name="csY375" fmla="*/ 274309 h 381000"/>
                <a:gd name="csX376" fmla="*/ 518589 w 704850"/>
                <a:gd name="csY376" fmla="*/ 272585 h 381000"/>
                <a:gd name="csX377" fmla="*/ 519989 w 704850"/>
                <a:gd name="csY377" fmla="*/ 270861 h 381000"/>
                <a:gd name="csX378" fmla="*/ 521332 w 704850"/>
                <a:gd name="csY378" fmla="*/ 269080 h 381000"/>
                <a:gd name="csX379" fmla="*/ 522732 w 704850"/>
                <a:gd name="csY379" fmla="*/ 267232 h 381000"/>
                <a:gd name="csX380" fmla="*/ 524142 w 704850"/>
                <a:gd name="csY380" fmla="*/ 265317 h 381000"/>
                <a:gd name="csX381" fmla="*/ 525475 w 704850"/>
                <a:gd name="csY381" fmla="*/ 263470 h 381000"/>
                <a:gd name="csX382" fmla="*/ 526885 w 704850"/>
                <a:gd name="csY382" fmla="*/ 261498 h 381000"/>
                <a:gd name="csX383" fmla="*/ 528285 w 704850"/>
                <a:gd name="csY383" fmla="*/ 259517 h 381000"/>
                <a:gd name="csX384" fmla="*/ 529628 w 704850"/>
                <a:gd name="csY384" fmla="*/ 257545 h 381000"/>
                <a:gd name="csX385" fmla="*/ 531028 w 704850"/>
                <a:gd name="csY385" fmla="*/ 255564 h 381000"/>
                <a:gd name="csX386" fmla="*/ 532362 w 704850"/>
                <a:gd name="csY386" fmla="*/ 253525 h 381000"/>
                <a:gd name="csX387" fmla="*/ 533772 w 704850"/>
                <a:gd name="csY387" fmla="*/ 251487 h 381000"/>
                <a:gd name="csX388" fmla="*/ 535172 w 704850"/>
                <a:gd name="csY388" fmla="*/ 249382 h 381000"/>
                <a:gd name="csX389" fmla="*/ 536515 w 704850"/>
                <a:gd name="csY389" fmla="*/ 247344 h 381000"/>
                <a:gd name="csX390" fmla="*/ 537915 w 704850"/>
                <a:gd name="csY390" fmla="*/ 245296 h 381000"/>
                <a:gd name="csX391" fmla="*/ 539315 w 704850"/>
                <a:gd name="csY391" fmla="*/ 243257 h 381000"/>
                <a:gd name="csX392" fmla="*/ 540658 w 704850"/>
                <a:gd name="csY392" fmla="*/ 241219 h 381000"/>
                <a:gd name="csX393" fmla="*/ 542058 w 704850"/>
                <a:gd name="csY393" fmla="*/ 239181 h 381000"/>
                <a:gd name="csX394" fmla="*/ 543468 w 704850"/>
                <a:gd name="csY394" fmla="*/ 237200 h 381000"/>
                <a:gd name="csX395" fmla="*/ 544801 w 704850"/>
                <a:gd name="csY395" fmla="*/ 235228 h 381000"/>
                <a:gd name="csX396" fmla="*/ 546211 w 704850"/>
                <a:gd name="csY396" fmla="*/ 233313 h 381000"/>
                <a:gd name="csX397" fmla="*/ 547545 w 704850"/>
                <a:gd name="csY397" fmla="*/ 231399 h 381000"/>
                <a:gd name="csX398" fmla="*/ 548954 w 704850"/>
                <a:gd name="csY398" fmla="*/ 229551 h 381000"/>
                <a:gd name="csX399" fmla="*/ 550354 w 704850"/>
                <a:gd name="csY399" fmla="*/ 227770 h 381000"/>
                <a:gd name="csX400" fmla="*/ 551688 w 704850"/>
                <a:gd name="csY400" fmla="*/ 226046 h 381000"/>
                <a:gd name="csX401" fmla="*/ 553098 w 704850"/>
                <a:gd name="csY401" fmla="*/ 224389 h 381000"/>
                <a:gd name="csX402" fmla="*/ 554498 w 704850"/>
                <a:gd name="csY402" fmla="*/ 222798 h 381000"/>
                <a:gd name="csX403" fmla="*/ 555841 w 704850"/>
                <a:gd name="csY403" fmla="*/ 221264 h 381000"/>
                <a:gd name="csX404" fmla="*/ 557241 w 704850"/>
                <a:gd name="csY404" fmla="*/ 219864 h 381000"/>
                <a:gd name="csX405" fmla="*/ 558584 w 704850"/>
                <a:gd name="csY405" fmla="*/ 218521 h 381000"/>
                <a:gd name="csX406" fmla="*/ 559985 w 704850"/>
                <a:gd name="csY406" fmla="*/ 217311 h 381000"/>
                <a:gd name="csX407" fmla="*/ 561385 w 704850"/>
                <a:gd name="csY407" fmla="*/ 216168 h 381000"/>
                <a:gd name="csX408" fmla="*/ 562727 w 704850"/>
                <a:gd name="csY408" fmla="*/ 215083 h 381000"/>
                <a:gd name="csX409" fmla="*/ 564128 w 704850"/>
                <a:gd name="csY409" fmla="*/ 214254 h 381000"/>
                <a:gd name="csX410" fmla="*/ 565537 w 704850"/>
                <a:gd name="csY410" fmla="*/ 213425 h 381000"/>
                <a:gd name="csX411" fmla="*/ 566871 w 704850"/>
                <a:gd name="csY411" fmla="*/ 212720 h 381000"/>
                <a:gd name="csX412" fmla="*/ 568281 w 704850"/>
                <a:gd name="csY412" fmla="*/ 212215 h 381000"/>
                <a:gd name="csX413" fmla="*/ 569614 w 704850"/>
                <a:gd name="csY413" fmla="*/ 211825 h 381000"/>
                <a:gd name="csX414" fmla="*/ 571014 w 704850"/>
                <a:gd name="csY414" fmla="*/ 211577 h 381000"/>
                <a:gd name="csX415" fmla="*/ 572424 w 704850"/>
                <a:gd name="csY415" fmla="*/ 211444 h 381000"/>
                <a:gd name="csX416" fmla="*/ 573758 w 704850"/>
                <a:gd name="csY416" fmla="*/ 211444 h 381000"/>
                <a:gd name="csX417" fmla="*/ 575167 w 704850"/>
                <a:gd name="csY417" fmla="*/ 211634 h 381000"/>
                <a:gd name="csX418" fmla="*/ 576567 w 704850"/>
                <a:gd name="csY418" fmla="*/ 211892 h 381000"/>
                <a:gd name="csX419" fmla="*/ 577910 w 704850"/>
                <a:gd name="csY419" fmla="*/ 212406 h 381000"/>
                <a:gd name="csX420" fmla="*/ 579311 w 704850"/>
                <a:gd name="csY420" fmla="*/ 212978 h 381000"/>
                <a:gd name="csX421" fmla="*/ 580654 w 704850"/>
                <a:gd name="csY421" fmla="*/ 213740 h 381000"/>
                <a:gd name="csX422" fmla="*/ 582054 w 704850"/>
                <a:gd name="csY422" fmla="*/ 214702 h 381000"/>
                <a:gd name="csX423" fmla="*/ 583454 w 704850"/>
                <a:gd name="csY423" fmla="*/ 215721 h 381000"/>
                <a:gd name="csX424" fmla="*/ 584797 w 704850"/>
                <a:gd name="csY424" fmla="*/ 216931 h 381000"/>
                <a:gd name="csX425" fmla="*/ 586197 w 704850"/>
                <a:gd name="csY425" fmla="*/ 218331 h 381000"/>
                <a:gd name="csX426" fmla="*/ 587597 w 704850"/>
                <a:gd name="csY426" fmla="*/ 219798 h 381000"/>
                <a:gd name="csX427" fmla="*/ 588940 w 704850"/>
                <a:gd name="csY427" fmla="*/ 221388 h 381000"/>
                <a:gd name="csX428" fmla="*/ 590340 w 704850"/>
                <a:gd name="csY428" fmla="*/ 223236 h 381000"/>
                <a:gd name="csX429" fmla="*/ 591683 w 704850"/>
                <a:gd name="csY429" fmla="*/ 225150 h 381000"/>
                <a:gd name="csX430" fmla="*/ 593084 w 704850"/>
                <a:gd name="csY430" fmla="*/ 227189 h 381000"/>
                <a:gd name="csX431" fmla="*/ 594494 w 704850"/>
                <a:gd name="csY431" fmla="*/ 229361 h 381000"/>
                <a:gd name="csX432" fmla="*/ 595827 w 704850"/>
                <a:gd name="csY432" fmla="*/ 231656 h 381000"/>
                <a:gd name="csX433" fmla="*/ 597236 w 704850"/>
                <a:gd name="csY433" fmla="*/ 234075 h 381000"/>
                <a:gd name="csX434" fmla="*/ 598637 w 704850"/>
                <a:gd name="csY434" fmla="*/ 236561 h 381000"/>
                <a:gd name="csX435" fmla="*/ 599980 w 704850"/>
                <a:gd name="csY435" fmla="*/ 239248 h 381000"/>
                <a:gd name="csX436" fmla="*/ 601380 w 704850"/>
                <a:gd name="csY436" fmla="*/ 241981 h 381000"/>
                <a:gd name="csX437" fmla="*/ 602723 w 704850"/>
                <a:gd name="csY437" fmla="*/ 244791 h 381000"/>
                <a:gd name="csX438" fmla="*/ 604123 w 704850"/>
                <a:gd name="csY438" fmla="*/ 247658 h 381000"/>
                <a:gd name="csX439" fmla="*/ 605523 w 704850"/>
                <a:gd name="csY439" fmla="*/ 250658 h 381000"/>
                <a:gd name="csX440" fmla="*/ 606867 w 704850"/>
                <a:gd name="csY440" fmla="*/ 253716 h 381000"/>
                <a:gd name="csX441" fmla="*/ 608267 w 704850"/>
                <a:gd name="csY441" fmla="*/ 256840 h 381000"/>
                <a:gd name="csX442" fmla="*/ 609666 w 704850"/>
                <a:gd name="csY442" fmla="*/ 260031 h 381000"/>
                <a:gd name="csX443" fmla="*/ 611010 w 704850"/>
                <a:gd name="csY443" fmla="*/ 263212 h 381000"/>
                <a:gd name="csX444" fmla="*/ 612410 w 704850"/>
                <a:gd name="csY444" fmla="*/ 266470 h 381000"/>
                <a:gd name="csX445" fmla="*/ 613753 w 704850"/>
                <a:gd name="csY445" fmla="*/ 269785 h 381000"/>
                <a:gd name="csX446" fmla="*/ 615153 w 704850"/>
                <a:gd name="csY446" fmla="*/ 273099 h 381000"/>
                <a:gd name="csX447" fmla="*/ 616553 w 704850"/>
                <a:gd name="csY447" fmla="*/ 276481 h 381000"/>
                <a:gd name="csX448" fmla="*/ 617896 w 704850"/>
                <a:gd name="csY448" fmla="*/ 279795 h 381000"/>
                <a:gd name="csX449" fmla="*/ 619297 w 704850"/>
                <a:gd name="csY449" fmla="*/ 283167 h 381000"/>
                <a:gd name="csX450" fmla="*/ 620707 w 704850"/>
                <a:gd name="csY450" fmla="*/ 286482 h 381000"/>
                <a:gd name="csX451" fmla="*/ 622040 w 704850"/>
                <a:gd name="csY451" fmla="*/ 289863 h 381000"/>
                <a:gd name="csX452" fmla="*/ 623449 w 704850"/>
                <a:gd name="csY452" fmla="*/ 293178 h 381000"/>
                <a:gd name="csX453" fmla="*/ 624783 w 704850"/>
                <a:gd name="csY453" fmla="*/ 296493 h 381000"/>
                <a:gd name="csX454" fmla="*/ 626193 w 704850"/>
                <a:gd name="csY454" fmla="*/ 299750 h 381000"/>
                <a:gd name="csX455" fmla="*/ 627593 w 704850"/>
                <a:gd name="csY455" fmla="*/ 302998 h 381000"/>
                <a:gd name="csX456" fmla="*/ 628936 w 704850"/>
                <a:gd name="csY456" fmla="*/ 306189 h 381000"/>
                <a:gd name="csX457" fmla="*/ 630336 w 704850"/>
                <a:gd name="csY457" fmla="*/ 309313 h 381000"/>
                <a:gd name="csX458" fmla="*/ 631736 w 704850"/>
                <a:gd name="csY458" fmla="*/ 312438 h 381000"/>
                <a:gd name="csX459" fmla="*/ 633079 w 704850"/>
                <a:gd name="csY459" fmla="*/ 315495 h 381000"/>
                <a:gd name="csX460" fmla="*/ 634480 w 704850"/>
                <a:gd name="csY460" fmla="*/ 318486 h 381000"/>
                <a:gd name="csX461" fmla="*/ 635822 w 704850"/>
                <a:gd name="csY461" fmla="*/ 321363 h 381000"/>
                <a:gd name="csX462" fmla="*/ 637222 w 704850"/>
                <a:gd name="csY462" fmla="*/ 324230 h 381000"/>
                <a:gd name="csX463" fmla="*/ 638623 w 704850"/>
                <a:gd name="csY463" fmla="*/ 327030 h 381000"/>
                <a:gd name="csX464" fmla="*/ 639966 w 704850"/>
                <a:gd name="csY464" fmla="*/ 329716 h 381000"/>
                <a:gd name="csX465" fmla="*/ 641366 w 704850"/>
                <a:gd name="csY465" fmla="*/ 332326 h 381000"/>
                <a:gd name="csX466" fmla="*/ 642776 w 704850"/>
                <a:gd name="csY466" fmla="*/ 334936 h 381000"/>
                <a:gd name="csX467" fmla="*/ 644109 w 704850"/>
                <a:gd name="csY467" fmla="*/ 337365 h 381000"/>
                <a:gd name="csX468" fmla="*/ 645519 w 704850"/>
                <a:gd name="csY468" fmla="*/ 339784 h 381000"/>
                <a:gd name="csX469" fmla="*/ 646853 w 704850"/>
                <a:gd name="csY469" fmla="*/ 342146 h 381000"/>
                <a:gd name="csX470" fmla="*/ 648262 w 704850"/>
                <a:gd name="csY470" fmla="*/ 344375 h 381000"/>
                <a:gd name="csX471" fmla="*/ 649662 w 704850"/>
                <a:gd name="csY471" fmla="*/ 346480 h 381000"/>
                <a:gd name="csX472" fmla="*/ 651005 w 704850"/>
                <a:gd name="csY472" fmla="*/ 348585 h 381000"/>
                <a:gd name="csX473" fmla="*/ 652405 w 704850"/>
                <a:gd name="csY473" fmla="*/ 350557 h 381000"/>
                <a:gd name="csX474" fmla="*/ 653806 w 704850"/>
                <a:gd name="csY474" fmla="*/ 352471 h 381000"/>
                <a:gd name="csX475" fmla="*/ 655149 w 704850"/>
                <a:gd name="csY475" fmla="*/ 354262 h 381000"/>
                <a:gd name="csX476" fmla="*/ 656549 w 704850"/>
                <a:gd name="csY476" fmla="*/ 356043 h 381000"/>
                <a:gd name="csX477" fmla="*/ 657892 w 704850"/>
                <a:gd name="csY477" fmla="*/ 357701 h 381000"/>
                <a:gd name="csX478" fmla="*/ 659292 w 704850"/>
                <a:gd name="csY478" fmla="*/ 359291 h 381000"/>
                <a:gd name="csX479" fmla="*/ 660692 w 704850"/>
                <a:gd name="csY479" fmla="*/ 360825 h 381000"/>
                <a:gd name="csX480" fmla="*/ 662035 w 704850"/>
                <a:gd name="csY480" fmla="*/ 362225 h 381000"/>
                <a:gd name="csX481" fmla="*/ 663435 w 704850"/>
                <a:gd name="csY481" fmla="*/ 363568 h 381000"/>
                <a:gd name="csX482" fmla="*/ 664845 w 704850"/>
                <a:gd name="csY482" fmla="*/ 364844 h 381000"/>
                <a:gd name="csX483" fmla="*/ 666179 w 704850"/>
                <a:gd name="csY483" fmla="*/ 366054 h 381000"/>
                <a:gd name="csX484" fmla="*/ 667589 w 704850"/>
                <a:gd name="csY484" fmla="*/ 367197 h 381000"/>
                <a:gd name="csX485" fmla="*/ 668922 w 704850"/>
                <a:gd name="csY485" fmla="*/ 368349 h 381000"/>
                <a:gd name="csX486" fmla="*/ 670322 w 704850"/>
                <a:gd name="csY486" fmla="*/ 369369 h 381000"/>
                <a:gd name="csX487" fmla="*/ 671732 w 704850"/>
                <a:gd name="csY487" fmla="*/ 370321 h 381000"/>
                <a:gd name="csX488" fmla="*/ 673065 w 704850"/>
                <a:gd name="csY488" fmla="*/ 371217 h 381000"/>
                <a:gd name="csX489" fmla="*/ 674475 w 704850"/>
                <a:gd name="csY489" fmla="*/ 372045 h 381000"/>
                <a:gd name="csX490" fmla="*/ 675875 w 704850"/>
                <a:gd name="csY490" fmla="*/ 372874 h 381000"/>
                <a:gd name="csX491" fmla="*/ 677218 w 704850"/>
                <a:gd name="csY491" fmla="*/ 373579 h 381000"/>
                <a:gd name="csX492" fmla="*/ 678618 w 704850"/>
                <a:gd name="csY492" fmla="*/ 374274 h 381000"/>
                <a:gd name="csX493" fmla="*/ 679961 w 704850"/>
                <a:gd name="csY493" fmla="*/ 374912 h 381000"/>
                <a:gd name="csX494" fmla="*/ 681362 w 704850"/>
                <a:gd name="csY494" fmla="*/ 375550 h 381000"/>
                <a:gd name="csX495" fmla="*/ 682761 w 704850"/>
                <a:gd name="csY495" fmla="*/ 376122 h 381000"/>
                <a:gd name="csX496" fmla="*/ 684104 w 704850"/>
                <a:gd name="csY496" fmla="*/ 376636 h 381000"/>
                <a:gd name="csX497" fmla="*/ 685505 w 704850"/>
                <a:gd name="csY497" fmla="*/ 377084 h 381000"/>
                <a:gd name="csX498" fmla="*/ 686915 w 704850"/>
                <a:gd name="csY498" fmla="*/ 377532 h 381000"/>
                <a:gd name="csX499" fmla="*/ 688248 w 704850"/>
                <a:gd name="csY499" fmla="*/ 377970 h 381000"/>
                <a:gd name="csX500" fmla="*/ 689648 w 704850"/>
                <a:gd name="csY500" fmla="*/ 378360 h 381000"/>
                <a:gd name="csX501" fmla="*/ 690991 w 704850"/>
                <a:gd name="csY501" fmla="*/ 378675 h 381000"/>
                <a:gd name="csX502" fmla="*/ 692391 w 704850"/>
                <a:gd name="csY502" fmla="*/ 379056 h 381000"/>
                <a:gd name="csX503" fmla="*/ 693801 w 704850"/>
                <a:gd name="csY503" fmla="*/ 379313 h 381000"/>
                <a:gd name="csX504" fmla="*/ 695135 w 704850"/>
                <a:gd name="csY504" fmla="*/ 379636 h 381000"/>
                <a:gd name="csX505" fmla="*/ 696544 w 704850"/>
                <a:gd name="csY505" fmla="*/ 379884 h 381000"/>
                <a:gd name="csX506" fmla="*/ 697944 w 704850"/>
                <a:gd name="csY506" fmla="*/ 380075 h 381000"/>
                <a:gd name="csX507" fmla="*/ 699288 w 704850"/>
                <a:gd name="csY507" fmla="*/ 380265 h 381000"/>
                <a:gd name="csX508" fmla="*/ 700688 w 704850"/>
                <a:gd name="csY508" fmla="*/ 380522 h 381000"/>
                <a:gd name="csX509" fmla="*/ 702031 w 704850"/>
                <a:gd name="csY509" fmla="*/ 380656 h 381000"/>
                <a:gd name="csX510" fmla="*/ 703431 w 704850"/>
                <a:gd name="csY510" fmla="*/ 380846 h 381000"/>
                <a:gd name="csX511" fmla="*/ 704831 w 70485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81000">
                  <a:moveTo>
                    <a:pt x="-19" y="379694"/>
                  </a:moveTo>
                  <a:lnTo>
                    <a:pt x="1324" y="379379"/>
                  </a:lnTo>
                  <a:lnTo>
                    <a:pt x="2724" y="379056"/>
                  </a:lnTo>
                  <a:lnTo>
                    <a:pt x="4124" y="378675"/>
                  </a:lnTo>
                  <a:lnTo>
                    <a:pt x="5467" y="378293"/>
                  </a:lnTo>
                  <a:lnTo>
                    <a:pt x="6868" y="377846"/>
                  </a:lnTo>
                  <a:lnTo>
                    <a:pt x="8277" y="377398"/>
                  </a:lnTo>
                  <a:lnTo>
                    <a:pt x="9611" y="376893"/>
                  </a:lnTo>
                  <a:lnTo>
                    <a:pt x="11020" y="376312"/>
                  </a:lnTo>
                  <a:lnTo>
                    <a:pt x="12354" y="375741"/>
                  </a:lnTo>
                  <a:lnTo>
                    <a:pt x="13754" y="375103"/>
                  </a:lnTo>
                  <a:lnTo>
                    <a:pt x="15164" y="374340"/>
                  </a:lnTo>
                  <a:lnTo>
                    <a:pt x="16497" y="373579"/>
                  </a:lnTo>
                  <a:lnTo>
                    <a:pt x="17907" y="372750"/>
                  </a:lnTo>
                  <a:lnTo>
                    <a:pt x="19307" y="371855"/>
                  </a:lnTo>
                  <a:lnTo>
                    <a:pt x="20650" y="370902"/>
                  </a:lnTo>
                  <a:lnTo>
                    <a:pt x="22051" y="369816"/>
                  </a:lnTo>
                  <a:lnTo>
                    <a:pt x="23394" y="368664"/>
                  </a:lnTo>
                  <a:lnTo>
                    <a:pt x="24793" y="367454"/>
                  </a:lnTo>
                  <a:lnTo>
                    <a:pt x="26194" y="366111"/>
                  </a:lnTo>
                  <a:lnTo>
                    <a:pt x="27537" y="364711"/>
                  </a:lnTo>
                  <a:lnTo>
                    <a:pt x="28937" y="363187"/>
                  </a:lnTo>
                  <a:lnTo>
                    <a:pt x="30337" y="361587"/>
                  </a:lnTo>
                  <a:lnTo>
                    <a:pt x="31680" y="359872"/>
                  </a:lnTo>
                  <a:lnTo>
                    <a:pt x="33080" y="357958"/>
                  </a:lnTo>
                  <a:lnTo>
                    <a:pt x="34424" y="356043"/>
                  </a:lnTo>
                  <a:lnTo>
                    <a:pt x="35824" y="353938"/>
                  </a:lnTo>
                  <a:lnTo>
                    <a:pt x="37233" y="351709"/>
                  </a:lnTo>
                  <a:lnTo>
                    <a:pt x="38567" y="349347"/>
                  </a:lnTo>
                  <a:lnTo>
                    <a:pt x="39976" y="346861"/>
                  </a:lnTo>
                  <a:lnTo>
                    <a:pt x="41377" y="344184"/>
                  </a:lnTo>
                  <a:lnTo>
                    <a:pt x="42720" y="341374"/>
                  </a:lnTo>
                  <a:lnTo>
                    <a:pt x="44120" y="338451"/>
                  </a:lnTo>
                  <a:lnTo>
                    <a:pt x="45520" y="335259"/>
                  </a:lnTo>
                  <a:lnTo>
                    <a:pt x="46863" y="332011"/>
                  </a:lnTo>
                  <a:lnTo>
                    <a:pt x="48263" y="328563"/>
                  </a:lnTo>
                  <a:lnTo>
                    <a:pt x="49606" y="324925"/>
                  </a:lnTo>
                  <a:lnTo>
                    <a:pt x="51006" y="321105"/>
                  </a:lnTo>
                  <a:lnTo>
                    <a:pt x="52407" y="317152"/>
                  </a:lnTo>
                  <a:lnTo>
                    <a:pt x="53750" y="313009"/>
                  </a:lnTo>
                  <a:lnTo>
                    <a:pt x="55150" y="308675"/>
                  </a:lnTo>
                  <a:lnTo>
                    <a:pt x="56560" y="304208"/>
                  </a:lnTo>
                  <a:lnTo>
                    <a:pt x="57893" y="299560"/>
                  </a:lnTo>
                  <a:lnTo>
                    <a:pt x="59303" y="294645"/>
                  </a:lnTo>
                  <a:lnTo>
                    <a:pt x="60636" y="289606"/>
                  </a:lnTo>
                  <a:lnTo>
                    <a:pt x="62046" y="284444"/>
                  </a:lnTo>
                  <a:lnTo>
                    <a:pt x="63446" y="278967"/>
                  </a:lnTo>
                  <a:lnTo>
                    <a:pt x="64779" y="273414"/>
                  </a:lnTo>
                  <a:lnTo>
                    <a:pt x="66189" y="267680"/>
                  </a:lnTo>
                  <a:lnTo>
                    <a:pt x="67590" y="261746"/>
                  </a:lnTo>
                  <a:lnTo>
                    <a:pt x="68933" y="255688"/>
                  </a:lnTo>
                  <a:lnTo>
                    <a:pt x="70333" y="249506"/>
                  </a:lnTo>
                  <a:lnTo>
                    <a:pt x="71675" y="243134"/>
                  </a:lnTo>
                  <a:lnTo>
                    <a:pt x="73076" y="236561"/>
                  </a:lnTo>
                  <a:lnTo>
                    <a:pt x="74476" y="229932"/>
                  </a:lnTo>
                  <a:lnTo>
                    <a:pt x="75819" y="223179"/>
                  </a:lnTo>
                  <a:lnTo>
                    <a:pt x="77219" y="216292"/>
                  </a:lnTo>
                  <a:lnTo>
                    <a:pt x="78629" y="209282"/>
                  </a:lnTo>
                  <a:lnTo>
                    <a:pt x="79962" y="202205"/>
                  </a:lnTo>
                  <a:lnTo>
                    <a:pt x="81363" y="195061"/>
                  </a:lnTo>
                  <a:lnTo>
                    <a:pt x="82706" y="187793"/>
                  </a:lnTo>
                  <a:lnTo>
                    <a:pt x="84106" y="180526"/>
                  </a:lnTo>
                  <a:lnTo>
                    <a:pt x="85515" y="173125"/>
                  </a:lnTo>
                  <a:lnTo>
                    <a:pt x="86849" y="165800"/>
                  </a:lnTo>
                  <a:lnTo>
                    <a:pt x="88259" y="158399"/>
                  </a:lnTo>
                  <a:lnTo>
                    <a:pt x="89659" y="151008"/>
                  </a:lnTo>
                  <a:lnTo>
                    <a:pt x="91002" y="143607"/>
                  </a:lnTo>
                  <a:lnTo>
                    <a:pt x="92402" y="136282"/>
                  </a:lnTo>
                  <a:lnTo>
                    <a:pt x="93745" y="128948"/>
                  </a:lnTo>
                  <a:lnTo>
                    <a:pt x="95146" y="121681"/>
                  </a:lnTo>
                  <a:lnTo>
                    <a:pt x="96545" y="114537"/>
                  </a:lnTo>
                  <a:lnTo>
                    <a:pt x="97888" y="107393"/>
                  </a:lnTo>
                  <a:lnTo>
                    <a:pt x="99289" y="100449"/>
                  </a:lnTo>
                  <a:lnTo>
                    <a:pt x="100689" y="93629"/>
                  </a:lnTo>
                  <a:lnTo>
                    <a:pt x="102032" y="86866"/>
                  </a:lnTo>
                  <a:lnTo>
                    <a:pt x="103432" y="80371"/>
                  </a:lnTo>
                  <a:lnTo>
                    <a:pt x="104775" y="73989"/>
                  </a:lnTo>
                  <a:lnTo>
                    <a:pt x="106175" y="67807"/>
                  </a:lnTo>
                  <a:lnTo>
                    <a:pt x="107585" y="61816"/>
                  </a:lnTo>
                  <a:lnTo>
                    <a:pt x="108919" y="56072"/>
                  </a:lnTo>
                  <a:lnTo>
                    <a:pt x="110328" y="50462"/>
                  </a:lnTo>
                  <a:lnTo>
                    <a:pt x="111728" y="45176"/>
                  </a:lnTo>
                  <a:lnTo>
                    <a:pt x="113062" y="40137"/>
                  </a:lnTo>
                  <a:lnTo>
                    <a:pt x="114472" y="35355"/>
                  </a:lnTo>
                  <a:lnTo>
                    <a:pt x="115805" y="30831"/>
                  </a:lnTo>
                  <a:lnTo>
                    <a:pt x="117215" y="26621"/>
                  </a:lnTo>
                  <a:lnTo>
                    <a:pt x="118615" y="22668"/>
                  </a:lnTo>
                  <a:lnTo>
                    <a:pt x="119958" y="18972"/>
                  </a:lnTo>
                  <a:lnTo>
                    <a:pt x="121358" y="15715"/>
                  </a:lnTo>
                  <a:lnTo>
                    <a:pt x="122758" y="12724"/>
                  </a:lnTo>
                  <a:lnTo>
                    <a:pt x="124101" y="9981"/>
                  </a:lnTo>
                  <a:lnTo>
                    <a:pt x="125501" y="7619"/>
                  </a:lnTo>
                  <a:lnTo>
                    <a:pt x="126844" y="5580"/>
                  </a:lnTo>
                  <a:lnTo>
                    <a:pt x="128245" y="3799"/>
                  </a:lnTo>
                  <a:lnTo>
                    <a:pt x="129654" y="2389"/>
                  </a:lnTo>
                  <a:lnTo>
                    <a:pt x="130988" y="1313"/>
                  </a:lnTo>
                  <a:lnTo>
                    <a:pt x="132388" y="541"/>
                  </a:lnTo>
                  <a:lnTo>
                    <a:pt x="133798" y="37"/>
                  </a:lnTo>
                  <a:lnTo>
                    <a:pt x="135131" y="-30"/>
                  </a:lnTo>
                  <a:lnTo>
                    <a:pt x="136541" y="94"/>
                  </a:lnTo>
                  <a:lnTo>
                    <a:pt x="137874" y="541"/>
                  </a:lnTo>
                  <a:lnTo>
                    <a:pt x="139284" y="1370"/>
                  </a:lnTo>
                  <a:lnTo>
                    <a:pt x="140684" y="2456"/>
                  </a:lnTo>
                  <a:lnTo>
                    <a:pt x="142028" y="3732"/>
                  </a:lnTo>
                  <a:lnTo>
                    <a:pt x="143427" y="5390"/>
                  </a:lnTo>
                  <a:lnTo>
                    <a:pt x="144827" y="7304"/>
                  </a:lnTo>
                  <a:lnTo>
                    <a:pt x="146171" y="9409"/>
                  </a:lnTo>
                  <a:lnTo>
                    <a:pt x="147571" y="11762"/>
                  </a:lnTo>
                  <a:lnTo>
                    <a:pt x="148914" y="14381"/>
                  </a:lnTo>
                  <a:lnTo>
                    <a:pt x="150314" y="17182"/>
                  </a:lnTo>
                  <a:lnTo>
                    <a:pt x="151714" y="20182"/>
                  </a:lnTo>
                  <a:lnTo>
                    <a:pt x="153057" y="23497"/>
                  </a:lnTo>
                  <a:lnTo>
                    <a:pt x="154458" y="26878"/>
                  </a:lnTo>
                  <a:lnTo>
                    <a:pt x="155867" y="30450"/>
                  </a:lnTo>
                  <a:lnTo>
                    <a:pt x="157200" y="34203"/>
                  </a:lnTo>
                  <a:lnTo>
                    <a:pt x="158610" y="38032"/>
                  </a:lnTo>
                  <a:lnTo>
                    <a:pt x="159944" y="42051"/>
                  </a:lnTo>
                  <a:lnTo>
                    <a:pt x="161354" y="46195"/>
                  </a:lnTo>
                  <a:lnTo>
                    <a:pt x="162754" y="50405"/>
                  </a:lnTo>
                  <a:lnTo>
                    <a:pt x="164087" y="54739"/>
                  </a:lnTo>
                  <a:lnTo>
                    <a:pt x="165497" y="59139"/>
                  </a:lnTo>
                  <a:lnTo>
                    <a:pt x="166897" y="63597"/>
                  </a:lnTo>
                  <a:lnTo>
                    <a:pt x="168240" y="68121"/>
                  </a:lnTo>
                  <a:lnTo>
                    <a:pt x="169640" y="72712"/>
                  </a:lnTo>
                  <a:lnTo>
                    <a:pt x="170983" y="77303"/>
                  </a:lnTo>
                  <a:lnTo>
                    <a:pt x="172383" y="81895"/>
                  </a:lnTo>
                  <a:lnTo>
                    <a:pt x="173784" y="86552"/>
                  </a:lnTo>
                  <a:lnTo>
                    <a:pt x="175127" y="91200"/>
                  </a:lnTo>
                  <a:lnTo>
                    <a:pt x="176527" y="95791"/>
                  </a:lnTo>
                  <a:lnTo>
                    <a:pt x="177927" y="100449"/>
                  </a:lnTo>
                  <a:lnTo>
                    <a:pt x="179270" y="105040"/>
                  </a:lnTo>
                  <a:lnTo>
                    <a:pt x="180670" y="109565"/>
                  </a:lnTo>
                  <a:lnTo>
                    <a:pt x="182014" y="114089"/>
                  </a:lnTo>
                  <a:lnTo>
                    <a:pt x="183413" y="118556"/>
                  </a:lnTo>
                  <a:lnTo>
                    <a:pt x="184823" y="122957"/>
                  </a:lnTo>
                  <a:lnTo>
                    <a:pt x="186157" y="127291"/>
                  </a:lnTo>
                  <a:lnTo>
                    <a:pt x="187566" y="131624"/>
                  </a:lnTo>
                  <a:lnTo>
                    <a:pt x="188967" y="135835"/>
                  </a:lnTo>
                  <a:lnTo>
                    <a:pt x="190310" y="139978"/>
                  </a:lnTo>
                  <a:lnTo>
                    <a:pt x="191710" y="144055"/>
                  </a:lnTo>
                  <a:lnTo>
                    <a:pt x="193053" y="148074"/>
                  </a:lnTo>
                  <a:lnTo>
                    <a:pt x="194453" y="151960"/>
                  </a:lnTo>
                  <a:lnTo>
                    <a:pt x="195853" y="155790"/>
                  </a:lnTo>
                  <a:lnTo>
                    <a:pt x="197196" y="159552"/>
                  </a:lnTo>
                  <a:lnTo>
                    <a:pt x="198596" y="163181"/>
                  </a:lnTo>
                  <a:lnTo>
                    <a:pt x="199997" y="166753"/>
                  </a:lnTo>
                  <a:lnTo>
                    <a:pt x="201340" y="170201"/>
                  </a:lnTo>
                  <a:lnTo>
                    <a:pt x="202740" y="173573"/>
                  </a:lnTo>
                  <a:lnTo>
                    <a:pt x="204083" y="176887"/>
                  </a:lnTo>
                  <a:lnTo>
                    <a:pt x="205483" y="180078"/>
                  </a:lnTo>
                  <a:lnTo>
                    <a:pt x="206893" y="183202"/>
                  </a:lnTo>
                  <a:lnTo>
                    <a:pt x="208226" y="186203"/>
                  </a:lnTo>
                  <a:lnTo>
                    <a:pt x="209636" y="189194"/>
                  </a:lnTo>
                  <a:lnTo>
                    <a:pt x="211036" y="192004"/>
                  </a:lnTo>
                  <a:lnTo>
                    <a:pt x="212369" y="194804"/>
                  </a:lnTo>
                  <a:lnTo>
                    <a:pt x="213779" y="197480"/>
                  </a:lnTo>
                  <a:lnTo>
                    <a:pt x="215180" y="200033"/>
                  </a:lnTo>
                  <a:lnTo>
                    <a:pt x="216522" y="202586"/>
                  </a:lnTo>
                  <a:lnTo>
                    <a:pt x="217922" y="205005"/>
                  </a:lnTo>
                  <a:lnTo>
                    <a:pt x="219265" y="207367"/>
                  </a:lnTo>
                  <a:lnTo>
                    <a:pt x="220666" y="209663"/>
                  </a:lnTo>
                  <a:lnTo>
                    <a:pt x="222066" y="211892"/>
                  </a:lnTo>
                  <a:lnTo>
                    <a:pt x="223409" y="214063"/>
                  </a:lnTo>
                  <a:lnTo>
                    <a:pt x="224809" y="216168"/>
                  </a:lnTo>
                  <a:lnTo>
                    <a:pt x="226219" y="218140"/>
                  </a:lnTo>
                  <a:lnTo>
                    <a:pt x="227553" y="220121"/>
                  </a:lnTo>
                  <a:lnTo>
                    <a:pt x="228952" y="222026"/>
                  </a:lnTo>
                  <a:lnTo>
                    <a:pt x="230295" y="223874"/>
                  </a:lnTo>
                  <a:lnTo>
                    <a:pt x="231696" y="225665"/>
                  </a:lnTo>
                  <a:lnTo>
                    <a:pt x="233105" y="227389"/>
                  </a:lnTo>
                  <a:lnTo>
                    <a:pt x="234439" y="229046"/>
                  </a:lnTo>
                  <a:lnTo>
                    <a:pt x="235849" y="230704"/>
                  </a:lnTo>
                  <a:lnTo>
                    <a:pt x="237249" y="232294"/>
                  </a:lnTo>
                  <a:lnTo>
                    <a:pt x="238592" y="233828"/>
                  </a:lnTo>
                  <a:lnTo>
                    <a:pt x="239992" y="235295"/>
                  </a:lnTo>
                  <a:lnTo>
                    <a:pt x="241335" y="236752"/>
                  </a:lnTo>
                  <a:lnTo>
                    <a:pt x="242735" y="238162"/>
                  </a:lnTo>
                  <a:lnTo>
                    <a:pt x="244135" y="239562"/>
                  </a:lnTo>
                  <a:lnTo>
                    <a:pt x="245478" y="240905"/>
                  </a:lnTo>
                  <a:lnTo>
                    <a:pt x="246879" y="242238"/>
                  </a:lnTo>
                  <a:lnTo>
                    <a:pt x="248279" y="243515"/>
                  </a:lnTo>
                  <a:lnTo>
                    <a:pt x="249622" y="244791"/>
                  </a:lnTo>
                  <a:lnTo>
                    <a:pt x="251022" y="246001"/>
                  </a:lnTo>
                  <a:lnTo>
                    <a:pt x="252365" y="247153"/>
                  </a:lnTo>
                  <a:lnTo>
                    <a:pt x="253765" y="248363"/>
                  </a:lnTo>
                  <a:lnTo>
                    <a:pt x="255175" y="249506"/>
                  </a:lnTo>
                  <a:lnTo>
                    <a:pt x="256508" y="250592"/>
                  </a:lnTo>
                  <a:lnTo>
                    <a:pt x="257918" y="251735"/>
                  </a:lnTo>
                  <a:lnTo>
                    <a:pt x="259318" y="252764"/>
                  </a:lnTo>
                  <a:lnTo>
                    <a:pt x="260661" y="253840"/>
                  </a:lnTo>
                  <a:lnTo>
                    <a:pt x="262062" y="254859"/>
                  </a:lnTo>
                  <a:lnTo>
                    <a:pt x="263395" y="255878"/>
                  </a:lnTo>
                  <a:lnTo>
                    <a:pt x="264804" y="256907"/>
                  </a:lnTo>
                  <a:lnTo>
                    <a:pt x="266205" y="257926"/>
                  </a:lnTo>
                  <a:lnTo>
                    <a:pt x="267548" y="258879"/>
                  </a:lnTo>
                  <a:lnTo>
                    <a:pt x="268948" y="259840"/>
                  </a:lnTo>
                  <a:lnTo>
                    <a:pt x="270348" y="260793"/>
                  </a:lnTo>
                  <a:lnTo>
                    <a:pt x="271691" y="261688"/>
                  </a:lnTo>
                  <a:lnTo>
                    <a:pt x="273091" y="262641"/>
                  </a:lnTo>
                  <a:lnTo>
                    <a:pt x="274435" y="263536"/>
                  </a:lnTo>
                  <a:lnTo>
                    <a:pt x="275835" y="264422"/>
                  </a:lnTo>
                  <a:lnTo>
                    <a:pt x="277244" y="265317"/>
                  </a:lnTo>
                  <a:lnTo>
                    <a:pt x="278578" y="266146"/>
                  </a:lnTo>
                  <a:lnTo>
                    <a:pt x="279987" y="267042"/>
                  </a:lnTo>
                  <a:lnTo>
                    <a:pt x="281388" y="267870"/>
                  </a:lnTo>
                  <a:lnTo>
                    <a:pt x="282721" y="268699"/>
                  </a:lnTo>
                  <a:lnTo>
                    <a:pt x="284131" y="269527"/>
                  </a:lnTo>
                  <a:lnTo>
                    <a:pt x="285464" y="270356"/>
                  </a:lnTo>
                  <a:lnTo>
                    <a:pt x="286874" y="271118"/>
                  </a:lnTo>
                  <a:lnTo>
                    <a:pt x="288274" y="271947"/>
                  </a:lnTo>
                  <a:lnTo>
                    <a:pt x="289617" y="272718"/>
                  </a:lnTo>
                  <a:lnTo>
                    <a:pt x="291017" y="273480"/>
                  </a:lnTo>
                  <a:lnTo>
                    <a:pt x="292418" y="274243"/>
                  </a:lnTo>
                  <a:lnTo>
                    <a:pt x="293761" y="275014"/>
                  </a:lnTo>
                  <a:lnTo>
                    <a:pt x="295161" y="275776"/>
                  </a:lnTo>
                  <a:lnTo>
                    <a:pt x="296504" y="276481"/>
                  </a:lnTo>
                  <a:lnTo>
                    <a:pt x="297904" y="277176"/>
                  </a:lnTo>
                  <a:lnTo>
                    <a:pt x="299314" y="277948"/>
                  </a:lnTo>
                  <a:lnTo>
                    <a:pt x="300647" y="278643"/>
                  </a:lnTo>
                  <a:lnTo>
                    <a:pt x="302047" y="279281"/>
                  </a:lnTo>
                  <a:lnTo>
                    <a:pt x="303457" y="279986"/>
                  </a:lnTo>
                  <a:lnTo>
                    <a:pt x="304790" y="280681"/>
                  </a:lnTo>
                  <a:lnTo>
                    <a:pt x="306200" y="281319"/>
                  </a:lnTo>
                  <a:lnTo>
                    <a:pt x="307534" y="281958"/>
                  </a:lnTo>
                  <a:lnTo>
                    <a:pt x="308944" y="282596"/>
                  </a:lnTo>
                  <a:lnTo>
                    <a:pt x="310343" y="283234"/>
                  </a:lnTo>
                  <a:lnTo>
                    <a:pt x="311686" y="283806"/>
                  </a:lnTo>
                  <a:lnTo>
                    <a:pt x="313087" y="284444"/>
                  </a:lnTo>
                  <a:lnTo>
                    <a:pt x="314487" y="285015"/>
                  </a:lnTo>
                  <a:lnTo>
                    <a:pt x="315830" y="285596"/>
                  </a:lnTo>
                  <a:lnTo>
                    <a:pt x="317230" y="286168"/>
                  </a:lnTo>
                  <a:lnTo>
                    <a:pt x="318573" y="286673"/>
                  </a:lnTo>
                  <a:lnTo>
                    <a:pt x="319973" y="287254"/>
                  </a:lnTo>
                  <a:lnTo>
                    <a:pt x="321374" y="287758"/>
                  </a:lnTo>
                  <a:lnTo>
                    <a:pt x="322717" y="288273"/>
                  </a:lnTo>
                  <a:lnTo>
                    <a:pt x="324117" y="288778"/>
                  </a:lnTo>
                  <a:lnTo>
                    <a:pt x="325526" y="289292"/>
                  </a:lnTo>
                  <a:lnTo>
                    <a:pt x="326860" y="289740"/>
                  </a:lnTo>
                  <a:lnTo>
                    <a:pt x="328270" y="290244"/>
                  </a:lnTo>
                  <a:lnTo>
                    <a:pt x="329603" y="290692"/>
                  </a:lnTo>
                  <a:lnTo>
                    <a:pt x="331013" y="291140"/>
                  </a:lnTo>
                  <a:lnTo>
                    <a:pt x="332413" y="291587"/>
                  </a:lnTo>
                  <a:lnTo>
                    <a:pt x="333756" y="291968"/>
                  </a:lnTo>
                  <a:lnTo>
                    <a:pt x="335156" y="292416"/>
                  </a:lnTo>
                  <a:lnTo>
                    <a:pt x="336556" y="292797"/>
                  </a:lnTo>
                  <a:lnTo>
                    <a:pt x="337899" y="293178"/>
                  </a:lnTo>
                  <a:lnTo>
                    <a:pt x="339300" y="293559"/>
                  </a:lnTo>
                  <a:lnTo>
                    <a:pt x="340643" y="293950"/>
                  </a:lnTo>
                  <a:lnTo>
                    <a:pt x="342043" y="294264"/>
                  </a:lnTo>
                  <a:lnTo>
                    <a:pt x="343443" y="294645"/>
                  </a:lnTo>
                  <a:lnTo>
                    <a:pt x="344786" y="294969"/>
                  </a:lnTo>
                  <a:lnTo>
                    <a:pt x="346186" y="295283"/>
                  </a:lnTo>
                  <a:lnTo>
                    <a:pt x="347596" y="295607"/>
                  </a:lnTo>
                  <a:lnTo>
                    <a:pt x="348929" y="295921"/>
                  </a:lnTo>
                  <a:lnTo>
                    <a:pt x="350329" y="296236"/>
                  </a:lnTo>
                  <a:lnTo>
                    <a:pt x="351672" y="296559"/>
                  </a:lnTo>
                  <a:lnTo>
                    <a:pt x="353073" y="296817"/>
                  </a:lnTo>
                  <a:lnTo>
                    <a:pt x="354483" y="297131"/>
                  </a:lnTo>
                  <a:lnTo>
                    <a:pt x="355816" y="297388"/>
                  </a:lnTo>
                  <a:lnTo>
                    <a:pt x="357225" y="297645"/>
                  </a:lnTo>
                  <a:lnTo>
                    <a:pt x="358626" y="297902"/>
                  </a:lnTo>
                  <a:lnTo>
                    <a:pt x="359969" y="298150"/>
                  </a:lnTo>
                  <a:lnTo>
                    <a:pt x="361369" y="298407"/>
                  </a:lnTo>
                  <a:lnTo>
                    <a:pt x="362712" y="298665"/>
                  </a:lnTo>
                  <a:lnTo>
                    <a:pt x="364112" y="298922"/>
                  </a:lnTo>
                  <a:lnTo>
                    <a:pt x="365512" y="299112"/>
                  </a:lnTo>
                  <a:lnTo>
                    <a:pt x="366856" y="299360"/>
                  </a:lnTo>
                  <a:lnTo>
                    <a:pt x="368256" y="299617"/>
                  </a:lnTo>
                  <a:lnTo>
                    <a:pt x="369656" y="299808"/>
                  </a:lnTo>
                  <a:lnTo>
                    <a:pt x="370999" y="300065"/>
                  </a:lnTo>
                  <a:lnTo>
                    <a:pt x="372399" y="300255"/>
                  </a:lnTo>
                  <a:lnTo>
                    <a:pt x="373809" y="300512"/>
                  </a:lnTo>
                  <a:lnTo>
                    <a:pt x="375142" y="300703"/>
                  </a:lnTo>
                  <a:lnTo>
                    <a:pt x="376552" y="300893"/>
                  </a:lnTo>
                  <a:lnTo>
                    <a:pt x="377885" y="301150"/>
                  </a:lnTo>
                  <a:lnTo>
                    <a:pt x="379295" y="301341"/>
                  </a:lnTo>
                  <a:lnTo>
                    <a:pt x="380695" y="301532"/>
                  </a:lnTo>
                  <a:lnTo>
                    <a:pt x="382039" y="301722"/>
                  </a:lnTo>
                  <a:lnTo>
                    <a:pt x="383438" y="301913"/>
                  </a:lnTo>
                  <a:lnTo>
                    <a:pt x="384839" y="302170"/>
                  </a:lnTo>
                  <a:lnTo>
                    <a:pt x="386182" y="302360"/>
                  </a:lnTo>
                  <a:lnTo>
                    <a:pt x="387582" y="302551"/>
                  </a:lnTo>
                  <a:lnTo>
                    <a:pt x="388925" y="302741"/>
                  </a:lnTo>
                  <a:lnTo>
                    <a:pt x="390325" y="302932"/>
                  </a:lnTo>
                  <a:lnTo>
                    <a:pt x="391725" y="303122"/>
                  </a:lnTo>
                  <a:lnTo>
                    <a:pt x="393068" y="303313"/>
                  </a:lnTo>
                  <a:lnTo>
                    <a:pt x="394469" y="303503"/>
                  </a:lnTo>
                  <a:lnTo>
                    <a:pt x="395878" y="303703"/>
                  </a:lnTo>
                  <a:lnTo>
                    <a:pt x="397211" y="303894"/>
                  </a:lnTo>
                  <a:lnTo>
                    <a:pt x="398621" y="304084"/>
                  </a:lnTo>
                  <a:lnTo>
                    <a:pt x="399955" y="304275"/>
                  </a:lnTo>
                  <a:lnTo>
                    <a:pt x="401355" y="304465"/>
                  </a:lnTo>
                  <a:lnTo>
                    <a:pt x="402765" y="304656"/>
                  </a:lnTo>
                  <a:lnTo>
                    <a:pt x="404098" y="304846"/>
                  </a:lnTo>
                  <a:lnTo>
                    <a:pt x="405508" y="305037"/>
                  </a:lnTo>
                  <a:lnTo>
                    <a:pt x="406908" y="305227"/>
                  </a:lnTo>
                  <a:lnTo>
                    <a:pt x="408251" y="305418"/>
                  </a:lnTo>
                  <a:lnTo>
                    <a:pt x="409651" y="305608"/>
                  </a:lnTo>
                  <a:lnTo>
                    <a:pt x="410994" y="305741"/>
                  </a:lnTo>
                  <a:lnTo>
                    <a:pt x="412394" y="305932"/>
                  </a:lnTo>
                  <a:lnTo>
                    <a:pt x="413795" y="306123"/>
                  </a:lnTo>
                  <a:lnTo>
                    <a:pt x="415138" y="306246"/>
                  </a:lnTo>
                  <a:lnTo>
                    <a:pt x="416538" y="306437"/>
                  </a:lnTo>
                  <a:lnTo>
                    <a:pt x="417938" y="306570"/>
                  </a:lnTo>
                  <a:lnTo>
                    <a:pt x="419281" y="306761"/>
                  </a:lnTo>
                  <a:lnTo>
                    <a:pt x="420681" y="306884"/>
                  </a:lnTo>
                  <a:lnTo>
                    <a:pt x="422024" y="307018"/>
                  </a:lnTo>
                  <a:lnTo>
                    <a:pt x="423424" y="307142"/>
                  </a:lnTo>
                  <a:lnTo>
                    <a:pt x="424834" y="307266"/>
                  </a:lnTo>
                  <a:lnTo>
                    <a:pt x="426168" y="307399"/>
                  </a:lnTo>
                  <a:lnTo>
                    <a:pt x="427578" y="307523"/>
                  </a:lnTo>
                  <a:lnTo>
                    <a:pt x="428978" y="307656"/>
                  </a:lnTo>
                  <a:lnTo>
                    <a:pt x="430320" y="307780"/>
                  </a:lnTo>
                  <a:lnTo>
                    <a:pt x="431721" y="307847"/>
                  </a:lnTo>
                  <a:lnTo>
                    <a:pt x="433054" y="307970"/>
                  </a:lnTo>
                  <a:lnTo>
                    <a:pt x="434464" y="308037"/>
                  </a:lnTo>
                  <a:lnTo>
                    <a:pt x="435864" y="308094"/>
                  </a:lnTo>
                  <a:lnTo>
                    <a:pt x="437207" y="308161"/>
                  </a:lnTo>
                  <a:lnTo>
                    <a:pt x="438607" y="308228"/>
                  </a:lnTo>
                  <a:lnTo>
                    <a:pt x="440008" y="308294"/>
                  </a:lnTo>
                  <a:lnTo>
                    <a:pt x="441351" y="308351"/>
                  </a:lnTo>
                  <a:lnTo>
                    <a:pt x="442751" y="308351"/>
                  </a:lnTo>
                  <a:lnTo>
                    <a:pt x="444093" y="308351"/>
                  </a:lnTo>
                  <a:lnTo>
                    <a:pt x="445494" y="308351"/>
                  </a:lnTo>
                  <a:lnTo>
                    <a:pt x="446904" y="308351"/>
                  </a:lnTo>
                  <a:lnTo>
                    <a:pt x="448237" y="308351"/>
                  </a:lnTo>
                  <a:lnTo>
                    <a:pt x="449637" y="308351"/>
                  </a:lnTo>
                  <a:lnTo>
                    <a:pt x="451047" y="308294"/>
                  </a:lnTo>
                  <a:lnTo>
                    <a:pt x="452380" y="308228"/>
                  </a:lnTo>
                  <a:lnTo>
                    <a:pt x="453790" y="308161"/>
                  </a:lnTo>
                  <a:lnTo>
                    <a:pt x="455124" y="308094"/>
                  </a:lnTo>
                  <a:lnTo>
                    <a:pt x="456533" y="307970"/>
                  </a:lnTo>
                  <a:lnTo>
                    <a:pt x="457933" y="307847"/>
                  </a:lnTo>
                  <a:lnTo>
                    <a:pt x="459276" y="307713"/>
                  </a:lnTo>
                  <a:lnTo>
                    <a:pt x="460677" y="307523"/>
                  </a:lnTo>
                  <a:lnTo>
                    <a:pt x="462077" y="307399"/>
                  </a:lnTo>
                  <a:lnTo>
                    <a:pt x="463420" y="307209"/>
                  </a:lnTo>
                  <a:lnTo>
                    <a:pt x="464820" y="306951"/>
                  </a:lnTo>
                  <a:lnTo>
                    <a:pt x="466163" y="306761"/>
                  </a:lnTo>
                  <a:lnTo>
                    <a:pt x="467564" y="306504"/>
                  </a:lnTo>
                  <a:lnTo>
                    <a:pt x="468963" y="306189"/>
                  </a:lnTo>
                  <a:lnTo>
                    <a:pt x="470306" y="305932"/>
                  </a:lnTo>
                  <a:lnTo>
                    <a:pt x="471707" y="305608"/>
                  </a:lnTo>
                  <a:lnTo>
                    <a:pt x="473116" y="305227"/>
                  </a:lnTo>
                  <a:lnTo>
                    <a:pt x="474450" y="304846"/>
                  </a:lnTo>
                  <a:lnTo>
                    <a:pt x="475860" y="304465"/>
                  </a:lnTo>
                  <a:lnTo>
                    <a:pt x="477193" y="304017"/>
                  </a:lnTo>
                  <a:lnTo>
                    <a:pt x="478603" y="303570"/>
                  </a:lnTo>
                  <a:lnTo>
                    <a:pt x="480003" y="303065"/>
                  </a:lnTo>
                  <a:lnTo>
                    <a:pt x="481337" y="302551"/>
                  </a:lnTo>
                  <a:lnTo>
                    <a:pt x="482746" y="301979"/>
                  </a:lnTo>
                  <a:lnTo>
                    <a:pt x="484146" y="301408"/>
                  </a:lnTo>
                  <a:lnTo>
                    <a:pt x="485489" y="300769"/>
                  </a:lnTo>
                  <a:lnTo>
                    <a:pt x="486890" y="300131"/>
                  </a:lnTo>
                  <a:lnTo>
                    <a:pt x="488233" y="299426"/>
                  </a:lnTo>
                  <a:lnTo>
                    <a:pt x="489633" y="298665"/>
                  </a:lnTo>
                  <a:lnTo>
                    <a:pt x="491033" y="297902"/>
                  </a:lnTo>
                  <a:lnTo>
                    <a:pt x="492376" y="297064"/>
                  </a:lnTo>
                  <a:lnTo>
                    <a:pt x="493776" y="296178"/>
                  </a:lnTo>
                  <a:lnTo>
                    <a:pt x="495186" y="295283"/>
                  </a:lnTo>
                  <a:lnTo>
                    <a:pt x="496519" y="294331"/>
                  </a:lnTo>
                  <a:lnTo>
                    <a:pt x="497929" y="293311"/>
                  </a:lnTo>
                  <a:lnTo>
                    <a:pt x="499263" y="292283"/>
                  </a:lnTo>
                  <a:lnTo>
                    <a:pt x="500663" y="291206"/>
                  </a:lnTo>
                  <a:lnTo>
                    <a:pt x="502072" y="290054"/>
                  </a:lnTo>
                  <a:lnTo>
                    <a:pt x="503406" y="288844"/>
                  </a:lnTo>
                  <a:lnTo>
                    <a:pt x="504815" y="287634"/>
                  </a:lnTo>
                  <a:lnTo>
                    <a:pt x="506216" y="286358"/>
                  </a:lnTo>
                  <a:lnTo>
                    <a:pt x="507559" y="285015"/>
                  </a:lnTo>
                  <a:lnTo>
                    <a:pt x="508959" y="283615"/>
                  </a:lnTo>
                  <a:lnTo>
                    <a:pt x="510302" y="282215"/>
                  </a:lnTo>
                  <a:lnTo>
                    <a:pt x="511702" y="280748"/>
                  </a:lnTo>
                  <a:lnTo>
                    <a:pt x="513102" y="279214"/>
                  </a:lnTo>
                  <a:lnTo>
                    <a:pt x="514446" y="277624"/>
                  </a:lnTo>
                  <a:lnTo>
                    <a:pt x="515845" y="275967"/>
                  </a:lnTo>
                  <a:lnTo>
                    <a:pt x="517255" y="274309"/>
                  </a:lnTo>
                  <a:lnTo>
                    <a:pt x="518589" y="272585"/>
                  </a:lnTo>
                  <a:lnTo>
                    <a:pt x="519989" y="270861"/>
                  </a:lnTo>
                  <a:lnTo>
                    <a:pt x="521332" y="269080"/>
                  </a:lnTo>
                  <a:lnTo>
                    <a:pt x="522732" y="267232"/>
                  </a:lnTo>
                  <a:lnTo>
                    <a:pt x="524142" y="265317"/>
                  </a:lnTo>
                  <a:lnTo>
                    <a:pt x="525475" y="263470"/>
                  </a:lnTo>
                  <a:lnTo>
                    <a:pt x="526885" y="261498"/>
                  </a:lnTo>
                  <a:lnTo>
                    <a:pt x="528285" y="259517"/>
                  </a:lnTo>
                  <a:lnTo>
                    <a:pt x="529628" y="257545"/>
                  </a:lnTo>
                  <a:lnTo>
                    <a:pt x="531028" y="255564"/>
                  </a:lnTo>
                  <a:lnTo>
                    <a:pt x="532362" y="253525"/>
                  </a:lnTo>
                  <a:lnTo>
                    <a:pt x="533772" y="251487"/>
                  </a:lnTo>
                  <a:lnTo>
                    <a:pt x="535172" y="249382"/>
                  </a:lnTo>
                  <a:lnTo>
                    <a:pt x="536515" y="247344"/>
                  </a:lnTo>
                  <a:lnTo>
                    <a:pt x="537915" y="245296"/>
                  </a:lnTo>
                  <a:lnTo>
                    <a:pt x="539315" y="243257"/>
                  </a:lnTo>
                  <a:lnTo>
                    <a:pt x="540658" y="241219"/>
                  </a:lnTo>
                  <a:lnTo>
                    <a:pt x="542058" y="239181"/>
                  </a:lnTo>
                  <a:lnTo>
                    <a:pt x="543468" y="237200"/>
                  </a:lnTo>
                  <a:lnTo>
                    <a:pt x="544801" y="235228"/>
                  </a:lnTo>
                  <a:lnTo>
                    <a:pt x="546211" y="233313"/>
                  </a:lnTo>
                  <a:lnTo>
                    <a:pt x="547545" y="231399"/>
                  </a:lnTo>
                  <a:lnTo>
                    <a:pt x="548954" y="229551"/>
                  </a:lnTo>
                  <a:lnTo>
                    <a:pt x="550354" y="227770"/>
                  </a:lnTo>
                  <a:lnTo>
                    <a:pt x="551688" y="226046"/>
                  </a:lnTo>
                  <a:lnTo>
                    <a:pt x="553098" y="224389"/>
                  </a:lnTo>
                  <a:lnTo>
                    <a:pt x="554498" y="222798"/>
                  </a:lnTo>
                  <a:lnTo>
                    <a:pt x="555841" y="221264"/>
                  </a:lnTo>
                  <a:lnTo>
                    <a:pt x="557241" y="219864"/>
                  </a:lnTo>
                  <a:lnTo>
                    <a:pt x="558584" y="218521"/>
                  </a:lnTo>
                  <a:lnTo>
                    <a:pt x="559985" y="217311"/>
                  </a:lnTo>
                  <a:lnTo>
                    <a:pt x="561385" y="216168"/>
                  </a:lnTo>
                  <a:lnTo>
                    <a:pt x="562727" y="215083"/>
                  </a:lnTo>
                  <a:lnTo>
                    <a:pt x="564128" y="214254"/>
                  </a:lnTo>
                  <a:lnTo>
                    <a:pt x="565537" y="213425"/>
                  </a:lnTo>
                  <a:lnTo>
                    <a:pt x="566871" y="212720"/>
                  </a:lnTo>
                  <a:lnTo>
                    <a:pt x="568281" y="212215"/>
                  </a:lnTo>
                  <a:lnTo>
                    <a:pt x="569614" y="211825"/>
                  </a:lnTo>
                  <a:lnTo>
                    <a:pt x="571014" y="211577"/>
                  </a:lnTo>
                  <a:lnTo>
                    <a:pt x="572424" y="211444"/>
                  </a:lnTo>
                  <a:lnTo>
                    <a:pt x="573758" y="211444"/>
                  </a:lnTo>
                  <a:lnTo>
                    <a:pt x="575167" y="211634"/>
                  </a:lnTo>
                  <a:lnTo>
                    <a:pt x="576567" y="211892"/>
                  </a:lnTo>
                  <a:lnTo>
                    <a:pt x="577910" y="212406"/>
                  </a:lnTo>
                  <a:lnTo>
                    <a:pt x="579311" y="212978"/>
                  </a:lnTo>
                  <a:lnTo>
                    <a:pt x="580654" y="213740"/>
                  </a:lnTo>
                  <a:lnTo>
                    <a:pt x="582054" y="214702"/>
                  </a:lnTo>
                  <a:lnTo>
                    <a:pt x="583454" y="215721"/>
                  </a:lnTo>
                  <a:lnTo>
                    <a:pt x="584797" y="216931"/>
                  </a:lnTo>
                  <a:lnTo>
                    <a:pt x="586197" y="218331"/>
                  </a:lnTo>
                  <a:lnTo>
                    <a:pt x="587597" y="219798"/>
                  </a:lnTo>
                  <a:lnTo>
                    <a:pt x="588940" y="221388"/>
                  </a:lnTo>
                  <a:lnTo>
                    <a:pt x="590340" y="223236"/>
                  </a:lnTo>
                  <a:lnTo>
                    <a:pt x="591683" y="225150"/>
                  </a:lnTo>
                  <a:lnTo>
                    <a:pt x="593084" y="227189"/>
                  </a:lnTo>
                  <a:lnTo>
                    <a:pt x="594494" y="229361"/>
                  </a:lnTo>
                  <a:lnTo>
                    <a:pt x="595827" y="231656"/>
                  </a:lnTo>
                  <a:lnTo>
                    <a:pt x="597236" y="234075"/>
                  </a:lnTo>
                  <a:lnTo>
                    <a:pt x="598637" y="236561"/>
                  </a:lnTo>
                  <a:lnTo>
                    <a:pt x="599980" y="239248"/>
                  </a:lnTo>
                  <a:lnTo>
                    <a:pt x="601380" y="241981"/>
                  </a:lnTo>
                  <a:lnTo>
                    <a:pt x="602723" y="244791"/>
                  </a:lnTo>
                  <a:lnTo>
                    <a:pt x="604123" y="247658"/>
                  </a:lnTo>
                  <a:lnTo>
                    <a:pt x="605523" y="250658"/>
                  </a:lnTo>
                  <a:lnTo>
                    <a:pt x="606867" y="253716"/>
                  </a:lnTo>
                  <a:lnTo>
                    <a:pt x="608267" y="256840"/>
                  </a:lnTo>
                  <a:lnTo>
                    <a:pt x="609666" y="260031"/>
                  </a:lnTo>
                  <a:lnTo>
                    <a:pt x="611010" y="263212"/>
                  </a:lnTo>
                  <a:lnTo>
                    <a:pt x="612410" y="266470"/>
                  </a:lnTo>
                  <a:lnTo>
                    <a:pt x="613753" y="269785"/>
                  </a:lnTo>
                  <a:lnTo>
                    <a:pt x="615153" y="273099"/>
                  </a:lnTo>
                  <a:lnTo>
                    <a:pt x="616553" y="276481"/>
                  </a:lnTo>
                  <a:lnTo>
                    <a:pt x="617896" y="279795"/>
                  </a:lnTo>
                  <a:lnTo>
                    <a:pt x="619297" y="283167"/>
                  </a:lnTo>
                  <a:lnTo>
                    <a:pt x="620707" y="286482"/>
                  </a:lnTo>
                  <a:lnTo>
                    <a:pt x="622040" y="289863"/>
                  </a:lnTo>
                  <a:lnTo>
                    <a:pt x="623449" y="293178"/>
                  </a:lnTo>
                  <a:lnTo>
                    <a:pt x="624783" y="296493"/>
                  </a:lnTo>
                  <a:lnTo>
                    <a:pt x="626193" y="299750"/>
                  </a:lnTo>
                  <a:lnTo>
                    <a:pt x="627593" y="302998"/>
                  </a:lnTo>
                  <a:lnTo>
                    <a:pt x="628936" y="306189"/>
                  </a:lnTo>
                  <a:lnTo>
                    <a:pt x="630336" y="309313"/>
                  </a:lnTo>
                  <a:lnTo>
                    <a:pt x="631736" y="312438"/>
                  </a:lnTo>
                  <a:lnTo>
                    <a:pt x="633079" y="315495"/>
                  </a:lnTo>
                  <a:lnTo>
                    <a:pt x="634480" y="318486"/>
                  </a:lnTo>
                  <a:lnTo>
                    <a:pt x="635822" y="321363"/>
                  </a:lnTo>
                  <a:lnTo>
                    <a:pt x="637222" y="324230"/>
                  </a:lnTo>
                  <a:lnTo>
                    <a:pt x="638623" y="327030"/>
                  </a:lnTo>
                  <a:lnTo>
                    <a:pt x="639966" y="329716"/>
                  </a:lnTo>
                  <a:lnTo>
                    <a:pt x="641366" y="332326"/>
                  </a:lnTo>
                  <a:lnTo>
                    <a:pt x="642776" y="334936"/>
                  </a:lnTo>
                  <a:lnTo>
                    <a:pt x="644109" y="337365"/>
                  </a:lnTo>
                  <a:lnTo>
                    <a:pt x="645519" y="339784"/>
                  </a:lnTo>
                  <a:lnTo>
                    <a:pt x="646853" y="342146"/>
                  </a:lnTo>
                  <a:lnTo>
                    <a:pt x="648262" y="344375"/>
                  </a:lnTo>
                  <a:lnTo>
                    <a:pt x="649662" y="346480"/>
                  </a:lnTo>
                  <a:lnTo>
                    <a:pt x="651005" y="348585"/>
                  </a:lnTo>
                  <a:lnTo>
                    <a:pt x="652405" y="350557"/>
                  </a:lnTo>
                  <a:lnTo>
                    <a:pt x="653806" y="352471"/>
                  </a:lnTo>
                  <a:lnTo>
                    <a:pt x="655149" y="354262"/>
                  </a:lnTo>
                  <a:lnTo>
                    <a:pt x="656549" y="356043"/>
                  </a:lnTo>
                  <a:lnTo>
                    <a:pt x="657892" y="357701"/>
                  </a:lnTo>
                  <a:lnTo>
                    <a:pt x="659292" y="359291"/>
                  </a:lnTo>
                  <a:lnTo>
                    <a:pt x="660692" y="360825"/>
                  </a:lnTo>
                  <a:lnTo>
                    <a:pt x="662035" y="362225"/>
                  </a:lnTo>
                  <a:lnTo>
                    <a:pt x="663435" y="363568"/>
                  </a:lnTo>
                  <a:lnTo>
                    <a:pt x="664845" y="364844"/>
                  </a:lnTo>
                  <a:lnTo>
                    <a:pt x="666179" y="366054"/>
                  </a:lnTo>
                  <a:lnTo>
                    <a:pt x="667589" y="367197"/>
                  </a:lnTo>
                  <a:lnTo>
                    <a:pt x="668922" y="368349"/>
                  </a:lnTo>
                  <a:lnTo>
                    <a:pt x="670322" y="369369"/>
                  </a:lnTo>
                  <a:lnTo>
                    <a:pt x="671732" y="370321"/>
                  </a:lnTo>
                  <a:lnTo>
                    <a:pt x="673065" y="371217"/>
                  </a:lnTo>
                  <a:lnTo>
                    <a:pt x="674475" y="372045"/>
                  </a:lnTo>
                  <a:lnTo>
                    <a:pt x="675875" y="372874"/>
                  </a:lnTo>
                  <a:lnTo>
                    <a:pt x="677218" y="373579"/>
                  </a:lnTo>
                  <a:lnTo>
                    <a:pt x="678618" y="374274"/>
                  </a:lnTo>
                  <a:lnTo>
                    <a:pt x="679961" y="374912"/>
                  </a:lnTo>
                  <a:lnTo>
                    <a:pt x="681362" y="375550"/>
                  </a:lnTo>
                  <a:lnTo>
                    <a:pt x="682761" y="376122"/>
                  </a:lnTo>
                  <a:lnTo>
                    <a:pt x="684104" y="376636"/>
                  </a:lnTo>
                  <a:lnTo>
                    <a:pt x="685505" y="377084"/>
                  </a:lnTo>
                  <a:lnTo>
                    <a:pt x="686915" y="377532"/>
                  </a:lnTo>
                  <a:lnTo>
                    <a:pt x="688248" y="377970"/>
                  </a:lnTo>
                  <a:lnTo>
                    <a:pt x="689648" y="378360"/>
                  </a:lnTo>
                  <a:lnTo>
                    <a:pt x="690991" y="378675"/>
                  </a:lnTo>
                  <a:lnTo>
                    <a:pt x="692391" y="379056"/>
                  </a:lnTo>
                  <a:lnTo>
                    <a:pt x="693801" y="379313"/>
                  </a:lnTo>
                  <a:lnTo>
                    <a:pt x="695135" y="379636"/>
                  </a:lnTo>
                  <a:lnTo>
                    <a:pt x="696544" y="379884"/>
                  </a:lnTo>
                  <a:lnTo>
                    <a:pt x="697944" y="380075"/>
                  </a:lnTo>
                  <a:lnTo>
                    <a:pt x="699288" y="380265"/>
                  </a:lnTo>
                  <a:lnTo>
                    <a:pt x="700688" y="380522"/>
                  </a:lnTo>
                  <a:lnTo>
                    <a:pt x="702031" y="380656"/>
                  </a:lnTo>
                  <a:lnTo>
                    <a:pt x="703431" y="380846"/>
                  </a:lnTo>
                  <a:lnTo>
                    <a:pt x="704831" y="380970"/>
                  </a:lnTo>
                </a:path>
              </a:pathLst>
            </a:custGeom>
            <a:noFill/>
            <a:ln w="7242" cap="flat">
              <a:solidFill>
                <a:srgbClr val="000000"/>
              </a:solidFill>
              <a:prstDash val="solid"/>
              <a:round/>
            </a:ln>
          </p:spPr>
          <p:txBody>
            <a:bodyPr/>
            <a:lstStyle/>
            <a:p>
              <a:endParaRPr lang="zh-CN" altLang="en-US" sz="2190"/>
            </a:p>
          </p:txBody>
        </p:sp>
        <p:sp>
          <p:nvSpPr>
            <p:cNvPr id="993" name="任意多边形: 形状 992"/>
            <p:cNvSpPr/>
            <p:nvPr/>
          </p:nvSpPr>
          <p:spPr>
            <a:xfrm>
              <a:off x="5110624"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994" name="任意多边形: 形状 993"/>
            <p:cNvSpPr/>
            <p:nvPr/>
          </p:nvSpPr>
          <p:spPr>
            <a:xfrm>
              <a:off x="5105862"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995" name="任意多边形: 形状 994"/>
            <p:cNvSpPr/>
            <p:nvPr/>
          </p:nvSpPr>
          <p:spPr>
            <a:xfrm>
              <a:off x="51868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6" name="任意多边形: 形状 995"/>
            <p:cNvSpPr/>
            <p:nvPr/>
          </p:nvSpPr>
          <p:spPr>
            <a:xfrm>
              <a:off x="53677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7" name="任意多边形: 形状 996"/>
            <p:cNvSpPr/>
            <p:nvPr/>
          </p:nvSpPr>
          <p:spPr>
            <a:xfrm>
              <a:off x="55582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8" name="任意多边形: 形状 997"/>
            <p:cNvSpPr/>
            <p:nvPr/>
          </p:nvSpPr>
          <p:spPr>
            <a:xfrm>
              <a:off x="57487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9" name="任意多边形: 形状 998"/>
            <p:cNvSpPr/>
            <p:nvPr/>
          </p:nvSpPr>
          <p:spPr>
            <a:xfrm>
              <a:off x="58345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00" name="任意多边形: 形状 999"/>
            <p:cNvSpPr/>
            <p:nvPr/>
          </p:nvSpPr>
          <p:spPr>
            <a:xfrm>
              <a:off x="5110624"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1" name="任意多边形: 形状 1000"/>
            <p:cNvSpPr/>
            <p:nvPr/>
          </p:nvSpPr>
          <p:spPr>
            <a:xfrm>
              <a:off x="5110624"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2" name="任意多边形: 形状 1001"/>
            <p:cNvSpPr/>
            <p:nvPr/>
          </p:nvSpPr>
          <p:spPr>
            <a:xfrm>
              <a:off x="5110624"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3" name="任意多边形: 形状 1002"/>
            <p:cNvSpPr/>
            <p:nvPr/>
          </p:nvSpPr>
          <p:spPr>
            <a:xfrm>
              <a:off x="5110624"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4" name="任意多边形: 形状 1003"/>
            <p:cNvSpPr/>
            <p:nvPr/>
          </p:nvSpPr>
          <p:spPr>
            <a:xfrm>
              <a:off x="52820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5" name="任意多边形: 形状 1004"/>
            <p:cNvSpPr/>
            <p:nvPr/>
          </p:nvSpPr>
          <p:spPr>
            <a:xfrm>
              <a:off x="54630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6" name="任意多边形: 形状 1005"/>
            <p:cNvSpPr/>
            <p:nvPr/>
          </p:nvSpPr>
          <p:spPr>
            <a:xfrm>
              <a:off x="56535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7" name="任意多边形: 形状 1006"/>
            <p:cNvSpPr/>
            <p:nvPr/>
          </p:nvSpPr>
          <p:spPr>
            <a:xfrm>
              <a:off x="5191587" y="5026547"/>
              <a:ext cx="638175" cy="381000"/>
            </a:xfrm>
            <a:custGeom>
              <a:avLst/>
              <a:gdLst>
                <a:gd name="csX0" fmla="*/ -19 w 638175"/>
                <a:gd name="csY0" fmla="*/ 379322 h 381000"/>
                <a:gd name="csX1" fmla="*/ 1191 w 638175"/>
                <a:gd name="csY1" fmla="*/ 379132 h 381000"/>
                <a:gd name="csX2" fmla="*/ 2458 w 638175"/>
                <a:gd name="csY2" fmla="*/ 378875 h 381000"/>
                <a:gd name="csX3" fmla="*/ 3724 w 638175"/>
                <a:gd name="csY3" fmla="*/ 378560 h 381000"/>
                <a:gd name="csX4" fmla="*/ 4924 w 638175"/>
                <a:gd name="csY4" fmla="*/ 378236 h 381000"/>
                <a:gd name="csX5" fmla="*/ 6191 w 638175"/>
                <a:gd name="csY5" fmla="*/ 377855 h 381000"/>
                <a:gd name="csX6" fmla="*/ 7468 w 638175"/>
                <a:gd name="csY6" fmla="*/ 377407 h 381000"/>
                <a:gd name="csX7" fmla="*/ 8668 w 638175"/>
                <a:gd name="csY7" fmla="*/ 376970 h 381000"/>
                <a:gd name="csX8" fmla="*/ 9934 w 638175"/>
                <a:gd name="csY8" fmla="*/ 376455 h 381000"/>
                <a:gd name="csX9" fmla="*/ 11201 w 638175"/>
                <a:gd name="csY9" fmla="*/ 375884 h 381000"/>
                <a:gd name="csX10" fmla="*/ 12478 w 638175"/>
                <a:gd name="csY10" fmla="*/ 375255 h 381000"/>
                <a:gd name="csX11" fmla="*/ 13678 w 638175"/>
                <a:gd name="csY11" fmla="*/ 374493 h 381000"/>
                <a:gd name="csX12" fmla="*/ 14945 w 638175"/>
                <a:gd name="csY12" fmla="*/ 373731 h 381000"/>
                <a:gd name="csX13" fmla="*/ 16211 w 638175"/>
                <a:gd name="csY13" fmla="*/ 372902 h 381000"/>
                <a:gd name="csX14" fmla="*/ 17421 w 638175"/>
                <a:gd name="csY14" fmla="*/ 371950 h 381000"/>
                <a:gd name="csX15" fmla="*/ 18688 w 638175"/>
                <a:gd name="csY15" fmla="*/ 370864 h 381000"/>
                <a:gd name="csX16" fmla="*/ 19955 w 638175"/>
                <a:gd name="csY16" fmla="*/ 369721 h 381000"/>
                <a:gd name="csX17" fmla="*/ 21165 w 638175"/>
                <a:gd name="csY17" fmla="*/ 368454 h 381000"/>
                <a:gd name="csX18" fmla="*/ 22431 w 638175"/>
                <a:gd name="csY18" fmla="*/ 367054 h 381000"/>
                <a:gd name="csX19" fmla="*/ 23698 w 638175"/>
                <a:gd name="csY19" fmla="*/ 365597 h 381000"/>
                <a:gd name="csX20" fmla="*/ 24908 w 638175"/>
                <a:gd name="csY20" fmla="*/ 363939 h 381000"/>
                <a:gd name="csX21" fmla="*/ 26175 w 638175"/>
                <a:gd name="csY21" fmla="*/ 362168 h 381000"/>
                <a:gd name="csX22" fmla="*/ 27442 w 638175"/>
                <a:gd name="csY22" fmla="*/ 360263 h 381000"/>
                <a:gd name="csX23" fmla="*/ 28708 w 638175"/>
                <a:gd name="csY23" fmla="*/ 358157 h 381000"/>
                <a:gd name="csX24" fmla="*/ 29918 w 638175"/>
                <a:gd name="csY24" fmla="*/ 355938 h 381000"/>
                <a:gd name="csX25" fmla="*/ 31185 w 638175"/>
                <a:gd name="csY25" fmla="*/ 353529 h 381000"/>
                <a:gd name="csX26" fmla="*/ 32452 w 638175"/>
                <a:gd name="csY26" fmla="*/ 350918 h 381000"/>
                <a:gd name="csX27" fmla="*/ 33652 w 638175"/>
                <a:gd name="csY27" fmla="*/ 348128 h 381000"/>
                <a:gd name="csX28" fmla="*/ 34928 w 638175"/>
                <a:gd name="csY28" fmla="*/ 345137 h 381000"/>
                <a:gd name="csX29" fmla="*/ 36195 w 638175"/>
                <a:gd name="csY29" fmla="*/ 341965 h 381000"/>
                <a:gd name="csX30" fmla="*/ 37395 w 638175"/>
                <a:gd name="csY30" fmla="*/ 338594 h 381000"/>
                <a:gd name="csX31" fmla="*/ 38662 w 638175"/>
                <a:gd name="csY31" fmla="*/ 334974 h 381000"/>
                <a:gd name="csX32" fmla="*/ 39938 w 638175"/>
                <a:gd name="csY32" fmla="*/ 331164 h 381000"/>
                <a:gd name="csX33" fmla="*/ 41205 w 638175"/>
                <a:gd name="csY33" fmla="*/ 327097 h 381000"/>
                <a:gd name="csX34" fmla="*/ 42405 w 638175"/>
                <a:gd name="csY34" fmla="*/ 322772 h 381000"/>
                <a:gd name="csX35" fmla="*/ 43672 w 638175"/>
                <a:gd name="csY35" fmla="*/ 318267 h 381000"/>
                <a:gd name="csX36" fmla="*/ 44949 w 638175"/>
                <a:gd name="csY36" fmla="*/ 313561 h 381000"/>
                <a:gd name="csX37" fmla="*/ 46149 w 638175"/>
                <a:gd name="csY37" fmla="*/ 308542 h 381000"/>
                <a:gd name="csX38" fmla="*/ 47415 w 638175"/>
                <a:gd name="csY38" fmla="*/ 303332 h 381000"/>
                <a:gd name="csX39" fmla="*/ 48682 w 638175"/>
                <a:gd name="csY39" fmla="*/ 297874 h 381000"/>
                <a:gd name="csX40" fmla="*/ 49892 w 638175"/>
                <a:gd name="csY40" fmla="*/ 292216 h 381000"/>
                <a:gd name="csX41" fmla="*/ 51159 w 638175"/>
                <a:gd name="csY41" fmla="*/ 286244 h 381000"/>
                <a:gd name="csX42" fmla="*/ 52425 w 638175"/>
                <a:gd name="csY42" fmla="*/ 280081 h 381000"/>
                <a:gd name="csX43" fmla="*/ 53635 w 638175"/>
                <a:gd name="csY43" fmla="*/ 273661 h 381000"/>
                <a:gd name="csX44" fmla="*/ 54902 w 638175"/>
                <a:gd name="csY44" fmla="*/ 267118 h 381000"/>
                <a:gd name="csX45" fmla="*/ 56169 w 638175"/>
                <a:gd name="csY45" fmla="*/ 260260 h 381000"/>
                <a:gd name="csX46" fmla="*/ 57436 w 638175"/>
                <a:gd name="csY46" fmla="*/ 253269 h 381000"/>
                <a:gd name="csX47" fmla="*/ 58645 w 638175"/>
                <a:gd name="csY47" fmla="*/ 246096 h 381000"/>
                <a:gd name="csX48" fmla="*/ 59912 w 638175"/>
                <a:gd name="csY48" fmla="*/ 238723 h 381000"/>
                <a:gd name="csX49" fmla="*/ 61179 w 638175"/>
                <a:gd name="csY49" fmla="*/ 231161 h 381000"/>
                <a:gd name="csX50" fmla="*/ 62389 w 638175"/>
                <a:gd name="csY50" fmla="*/ 223474 h 381000"/>
                <a:gd name="csX51" fmla="*/ 63656 w 638175"/>
                <a:gd name="csY51" fmla="*/ 215721 h 381000"/>
                <a:gd name="csX52" fmla="*/ 64922 w 638175"/>
                <a:gd name="csY52" fmla="*/ 207786 h 381000"/>
                <a:gd name="csX53" fmla="*/ 66122 w 638175"/>
                <a:gd name="csY53" fmla="*/ 199709 h 381000"/>
                <a:gd name="csX54" fmla="*/ 67399 w 638175"/>
                <a:gd name="csY54" fmla="*/ 191641 h 381000"/>
                <a:gd name="csX55" fmla="*/ 68666 w 638175"/>
                <a:gd name="csY55" fmla="*/ 183450 h 381000"/>
                <a:gd name="csX56" fmla="*/ 69866 w 638175"/>
                <a:gd name="csY56" fmla="*/ 175259 h 381000"/>
                <a:gd name="csX57" fmla="*/ 71132 w 638175"/>
                <a:gd name="csY57" fmla="*/ 167057 h 381000"/>
                <a:gd name="csX58" fmla="*/ 72400 w 638175"/>
                <a:gd name="csY58" fmla="*/ 158799 h 381000"/>
                <a:gd name="csX59" fmla="*/ 73676 w 638175"/>
                <a:gd name="csY59" fmla="*/ 150608 h 381000"/>
                <a:gd name="csX60" fmla="*/ 74876 w 638175"/>
                <a:gd name="csY60" fmla="*/ 142474 h 381000"/>
                <a:gd name="csX61" fmla="*/ 76143 w 638175"/>
                <a:gd name="csY61" fmla="*/ 134406 h 381000"/>
                <a:gd name="csX62" fmla="*/ 77419 w 638175"/>
                <a:gd name="csY62" fmla="*/ 126395 h 381000"/>
                <a:gd name="csX63" fmla="*/ 78619 w 638175"/>
                <a:gd name="csY63" fmla="*/ 118518 h 381000"/>
                <a:gd name="csX64" fmla="*/ 79886 w 638175"/>
                <a:gd name="csY64" fmla="*/ 110831 h 381000"/>
                <a:gd name="csX65" fmla="*/ 81153 w 638175"/>
                <a:gd name="csY65" fmla="*/ 103211 h 381000"/>
                <a:gd name="csX66" fmla="*/ 82363 w 638175"/>
                <a:gd name="csY66" fmla="*/ 95772 h 381000"/>
                <a:gd name="csX67" fmla="*/ 83629 w 638175"/>
                <a:gd name="csY67" fmla="*/ 88600 h 381000"/>
                <a:gd name="csX68" fmla="*/ 84896 w 638175"/>
                <a:gd name="csY68" fmla="*/ 81609 h 381000"/>
                <a:gd name="csX69" fmla="*/ 86106 w 638175"/>
                <a:gd name="csY69" fmla="*/ 74808 h 381000"/>
                <a:gd name="csX70" fmla="*/ 87373 w 638175"/>
                <a:gd name="csY70" fmla="*/ 68264 h 381000"/>
                <a:gd name="csX71" fmla="*/ 88640 w 638175"/>
                <a:gd name="csY71" fmla="*/ 61978 h 381000"/>
                <a:gd name="csX72" fmla="*/ 89906 w 638175"/>
                <a:gd name="csY72" fmla="*/ 56006 h 381000"/>
                <a:gd name="csX73" fmla="*/ 91116 w 638175"/>
                <a:gd name="csY73" fmla="*/ 50291 h 381000"/>
                <a:gd name="csX74" fmla="*/ 92383 w 638175"/>
                <a:gd name="csY74" fmla="*/ 44823 h 381000"/>
                <a:gd name="csX75" fmla="*/ 93650 w 638175"/>
                <a:gd name="csY75" fmla="*/ 39737 h 381000"/>
                <a:gd name="csX76" fmla="*/ 94850 w 638175"/>
                <a:gd name="csY76" fmla="*/ 34974 h 381000"/>
                <a:gd name="csX77" fmla="*/ 96126 w 638175"/>
                <a:gd name="csY77" fmla="*/ 30469 h 381000"/>
                <a:gd name="csX78" fmla="*/ 97393 w 638175"/>
                <a:gd name="csY78" fmla="*/ 26268 h 381000"/>
                <a:gd name="csX79" fmla="*/ 98594 w 638175"/>
                <a:gd name="csY79" fmla="*/ 22459 h 381000"/>
                <a:gd name="csX80" fmla="*/ 99860 w 638175"/>
                <a:gd name="csY80" fmla="*/ 18963 h 381000"/>
                <a:gd name="csX81" fmla="*/ 101136 w 638175"/>
                <a:gd name="csY81" fmla="*/ 15724 h 381000"/>
                <a:gd name="csX82" fmla="*/ 102336 w 638175"/>
                <a:gd name="csY82" fmla="*/ 12800 h 381000"/>
                <a:gd name="csX83" fmla="*/ 103604 w 638175"/>
                <a:gd name="csY83" fmla="*/ 10266 h 381000"/>
                <a:gd name="csX84" fmla="*/ 104871 w 638175"/>
                <a:gd name="csY84" fmla="*/ 8038 h 381000"/>
                <a:gd name="csX85" fmla="*/ 106147 w 638175"/>
                <a:gd name="csY85" fmla="*/ 6009 h 381000"/>
                <a:gd name="csX86" fmla="*/ 107347 w 638175"/>
                <a:gd name="csY86" fmla="*/ 4352 h 381000"/>
                <a:gd name="csX87" fmla="*/ 108614 w 638175"/>
                <a:gd name="csY87" fmla="*/ 3018 h 381000"/>
                <a:gd name="csX88" fmla="*/ 109881 w 638175"/>
                <a:gd name="csY88" fmla="*/ 1875 h 381000"/>
                <a:gd name="csX89" fmla="*/ 111090 w 638175"/>
                <a:gd name="csY89" fmla="*/ 989 h 381000"/>
                <a:gd name="csX90" fmla="*/ 112357 w 638175"/>
                <a:gd name="csY90" fmla="*/ 475 h 381000"/>
                <a:gd name="csX91" fmla="*/ 113624 w 638175"/>
                <a:gd name="csY91" fmla="*/ 94 h 381000"/>
                <a:gd name="csX92" fmla="*/ 114833 w 638175"/>
                <a:gd name="csY92" fmla="*/ -30 h 381000"/>
                <a:gd name="csX93" fmla="*/ 116100 w 638175"/>
                <a:gd name="csY93" fmla="*/ 37 h 381000"/>
                <a:gd name="csX94" fmla="*/ 117367 w 638175"/>
                <a:gd name="csY94" fmla="*/ 285 h 381000"/>
                <a:gd name="csX95" fmla="*/ 118634 w 638175"/>
                <a:gd name="csY95" fmla="*/ 798 h 381000"/>
                <a:gd name="csX96" fmla="*/ 119843 w 638175"/>
                <a:gd name="csY96" fmla="*/ 1370 h 381000"/>
                <a:gd name="csX97" fmla="*/ 121110 w 638175"/>
                <a:gd name="csY97" fmla="*/ 2132 h 381000"/>
                <a:gd name="csX98" fmla="*/ 122377 w 638175"/>
                <a:gd name="csY98" fmla="*/ 3085 h 381000"/>
                <a:gd name="csX99" fmla="*/ 123587 w 638175"/>
                <a:gd name="csY99" fmla="*/ 4104 h 381000"/>
                <a:gd name="csX100" fmla="*/ 124854 w 638175"/>
                <a:gd name="csY100" fmla="*/ 5247 h 381000"/>
                <a:gd name="csX101" fmla="*/ 126120 w 638175"/>
                <a:gd name="csY101" fmla="*/ 6514 h 381000"/>
                <a:gd name="csX102" fmla="*/ 127321 w 638175"/>
                <a:gd name="csY102" fmla="*/ 7847 h 381000"/>
                <a:gd name="csX103" fmla="*/ 128597 w 638175"/>
                <a:gd name="csY103" fmla="*/ 9247 h 381000"/>
                <a:gd name="csX104" fmla="*/ 129864 w 638175"/>
                <a:gd name="csY104" fmla="*/ 10771 h 381000"/>
                <a:gd name="csX105" fmla="*/ 131064 w 638175"/>
                <a:gd name="csY105" fmla="*/ 12295 h 381000"/>
                <a:gd name="csX106" fmla="*/ 132331 w 638175"/>
                <a:gd name="csY106" fmla="*/ 13886 h 381000"/>
                <a:gd name="csX107" fmla="*/ 133607 w 638175"/>
                <a:gd name="csY107" fmla="*/ 15467 h 381000"/>
                <a:gd name="csX108" fmla="*/ 134874 w 638175"/>
                <a:gd name="csY108" fmla="*/ 17125 h 381000"/>
                <a:gd name="csX109" fmla="*/ 136074 w 638175"/>
                <a:gd name="csY109" fmla="*/ 18772 h 381000"/>
                <a:gd name="csX110" fmla="*/ 137341 w 638175"/>
                <a:gd name="csY110" fmla="*/ 20487 h 381000"/>
                <a:gd name="csX111" fmla="*/ 138617 w 638175"/>
                <a:gd name="csY111" fmla="*/ 22211 h 381000"/>
                <a:gd name="csX112" fmla="*/ 139818 w 638175"/>
                <a:gd name="csY112" fmla="*/ 23926 h 381000"/>
                <a:gd name="csX113" fmla="*/ 141085 w 638175"/>
                <a:gd name="csY113" fmla="*/ 25640 h 381000"/>
                <a:gd name="csX114" fmla="*/ 142351 w 638175"/>
                <a:gd name="csY114" fmla="*/ 27354 h 381000"/>
                <a:gd name="csX115" fmla="*/ 143561 w 638175"/>
                <a:gd name="csY115" fmla="*/ 29069 h 381000"/>
                <a:gd name="csX116" fmla="*/ 144827 w 638175"/>
                <a:gd name="csY116" fmla="*/ 30783 h 381000"/>
                <a:gd name="csX117" fmla="*/ 146095 w 638175"/>
                <a:gd name="csY117" fmla="*/ 32565 h 381000"/>
                <a:gd name="csX118" fmla="*/ 147304 w 638175"/>
                <a:gd name="csY118" fmla="*/ 34279 h 381000"/>
                <a:gd name="csX119" fmla="*/ 148571 w 638175"/>
                <a:gd name="csY119" fmla="*/ 35993 h 381000"/>
                <a:gd name="csX120" fmla="*/ 149838 w 638175"/>
                <a:gd name="csY120" fmla="*/ 37775 h 381000"/>
                <a:gd name="csX121" fmla="*/ 151105 w 638175"/>
                <a:gd name="csY121" fmla="*/ 39547 h 381000"/>
                <a:gd name="csX122" fmla="*/ 152314 w 638175"/>
                <a:gd name="csY122" fmla="*/ 41327 h 381000"/>
                <a:gd name="csX123" fmla="*/ 153581 w 638175"/>
                <a:gd name="csY123" fmla="*/ 43109 h 381000"/>
                <a:gd name="csX124" fmla="*/ 154848 w 638175"/>
                <a:gd name="csY124" fmla="*/ 44947 h 381000"/>
                <a:gd name="csX125" fmla="*/ 156048 w 638175"/>
                <a:gd name="csY125" fmla="*/ 46795 h 381000"/>
                <a:gd name="csX126" fmla="*/ 157324 w 638175"/>
                <a:gd name="csY126" fmla="*/ 48633 h 381000"/>
                <a:gd name="csX127" fmla="*/ 158591 w 638175"/>
                <a:gd name="csY127" fmla="*/ 50538 h 381000"/>
                <a:gd name="csX128" fmla="*/ 159792 w 638175"/>
                <a:gd name="csY128" fmla="*/ 52510 h 381000"/>
                <a:gd name="csX129" fmla="*/ 161058 w 638175"/>
                <a:gd name="csY129" fmla="*/ 54539 h 381000"/>
                <a:gd name="csX130" fmla="*/ 162334 w 638175"/>
                <a:gd name="csY130" fmla="*/ 56577 h 381000"/>
                <a:gd name="csX131" fmla="*/ 163535 w 638175"/>
                <a:gd name="csY131" fmla="*/ 58673 h 381000"/>
                <a:gd name="csX132" fmla="*/ 164802 w 638175"/>
                <a:gd name="csY132" fmla="*/ 60768 h 381000"/>
                <a:gd name="csX133" fmla="*/ 166078 w 638175"/>
                <a:gd name="csY133" fmla="*/ 62997 h 381000"/>
                <a:gd name="csX134" fmla="*/ 167345 w 638175"/>
                <a:gd name="csY134" fmla="*/ 65283 h 381000"/>
                <a:gd name="csX135" fmla="*/ 168545 w 638175"/>
                <a:gd name="csY135" fmla="*/ 67569 h 381000"/>
                <a:gd name="csX136" fmla="*/ 169812 w 638175"/>
                <a:gd name="csY136" fmla="*/ 69979 h 381000"/>
                <a:gd name="csX137" fmla="*/ 171079 w 638175"/>
                <a:gd name="csY137" fmla="*/ 72398 h 381000"/>
                <a:gd name="csX138" fmla="*/ 172289 w 638175"/>
                <a:gd name="csY138" fmla="*/ 74941 h 381000"/>
                <a:gd name="csX139" fmla="*/ 173555 w 638175"/>
                <a:gd name="csY139" fmla="*/ 77541 h 381000"/>
                <a:gd name="csX140" fmla="*/ 174822 w 638175"/>
                <a:gd name="csY140" fmla="*/ 80209 h 381000"/>
                <a:gd name="csX141" fmla="*/ 176031 w 638175"/>
                <a:gd name="csY141" fmla="*/ 82875 h 381000"/>
                <a:gd name="csX142" fmla="*/ 177299 w 638175"/>
                <a:gd name="csY142" fmla="*/ 85676 h 381000"/>
                <a:gd name="csX143" fmla="*/ 178565 w 638175"/>
                <a:gd name="csY143" fmla="*/ 88533 h 381000"/>
                <a:gd name="csX144" fmla="*/ 179775 w 638175"/>
                <a:gd name="csY144" fmla="*/ 91457 h 381000"/>
                <a:gd name="csX145" fmla="*/ 181041 w 638175"/>
                <a:gd name="csY145" fmla="*/ 94439 h 381000"/>
                <a:gd name="csX146" fmla="*/ 182309 w 638175"/>
                <a:gd name="csY146" fmla="*/ 97497 h 381000"/>
                <a:gd name="csX147" fmla="*/ 183576 w 638175"/>
                <a:gd name="csY147" fmla="*/ 100545 h 381000"/>
                <a:gd name="csX148" fmla="*/ 184785 w 638175"/>
                <a:gd name="csY148" fmla="*/ 103717 h 381000"/>
                <a:gd name="csX149" fmla="*/ 186052 w 638175"/>
                <a:gd name="csY149" fmla="*/ 106898 h 381000"/>
                <a:gd name="csX150" fmla="*/ 187319 w 638175"/>
                <a:gd name="csY150" fmla="*/ 110136 h 381000"/>
                <a:gd name="csX151" fmla="*/ 188519 w 638175"/>
                <a:gd name="csY151" fmla="*/ 113375 h 381000"/>
                <a:gd name="csX152" fmla="*/ 189795 w 638175"/>
                <a:gd name="csY152" fmla="*/ 116680 h 381000"/>
                <a:gd name="csX153" fmla="*/ 191062 w 638175"/>
                <a:gd name="csY153" fmla="*/ 120042 h 381000"/>
                <a:gd name="csX154" fmla="*/ 192262 w 638175"/>
                <a:gd name="csY154" fmla="*/ 123347 h 381000"/>
                <a:gd name="csX155" fmla="*/ 193529 w 638175"/>
                <a:gd name="csY155" fmla="*/ 126776 h 381000"/>
                <a:gd name="csX156" fmla="*/ 194805 w 638175"/>
                <a:gd name="csY156" fmla="*/ 130148 h 381000"/>
                <a:gd name="csX157" fmla="*/ 196006 w 638175"/>
                <a:gd name="csY157" fmla="*/ 133511 h 381000"/>
                <a:gd name="csX158" fmla="*/ 197272 w 638175"/>
                <a:gd name="csY158" fmla="*/ 136949 h 381000"/>
                <a:gd name="csX159" fmla="*/ 198539 w 638175"/>
                <a:gd name="csY159" fmla="*/ 140378 h 381000"/>
                <a:gd name="csX160" fmla="*/ 199815 w 638175"/>
                <a:gd name="csY160" fmla="*/ 143740 h 381000"/>
                <a:gd name="csX161" fmla="*/ 201016 w 638175"/>
                <a:gd name="csY161" fmla="*/ 147169 h 381000"/>
                <a:gd name="csX162" fmla="*/ 202283 w 638175"/>
                <a:gd name="csY162" fmla="*/ 150541 h 381000"/>
                <a:gd name="csX163" fmla="*/ 203549 w 638175"/>
                <a:gd name="csY163" fmla="*/ 153904 h 381000"/>
                <a:gd name="csX164" fmla="*/ 204759 w 638175"/>
                <a:gd name="csY164" fmla="*/ 157276 h 381000"/>
                <a:gd name="csX165" fmla="*/ 206026 w 638175"/>
                <a:gd name="csY165" fmla="*/ 160581 h 381000"/>
                <a:gd name="csX166" fmla="*/ 207293 w 638175"/>
                <a:gd name="csY166" fmla="*/ 163886 h 381000"/>
                <a:gd name="csX167" fmla="*/ 208503 w 638175"/>
                <a:gd name="csY167" fmla="*/ 167181 h 381000"/>
                <a:gd name="csX168" fmla="*/ 209769 w 638175"/>
                <a:gd name="csY168" fmla="*/ 170429 h 381000"/>
                <a:gd name="csX169" fmla="*/ 211036 w 638175"/>
                <a:gd name="csY169" fmla="*/ 173601 h 381000"/>
                <a:gd name="csX170" fmla="*/ 212303 w 638175"/>
                <a:gd name="csY170" fmla="*/ 176782 h 381000"/>
                <a:gd name="csX171" fmla="*/ 213513 w 638175"/>
                <a:gd name="csY171" fmla="*/ 179888 h 381000"/>
                <a:gd name="csX172" fmla="*/ 214780 w 638175"/>
                <a:gd name="csY172" fmla="*/ 183002 h 381000"/>
                <a:gd name="csX173" fmla="*/ 216046 w 638175"/>
                <a:gd name="csY173" fmla="*/ 186051 h 381000"/>
                <a:gd name="csX174" fmla="*/ 217246 w 638175"/>
                <a:gd name="csY174" fmla="*/ 189108 h 381000"/>
                <a:gd name="csX175" fmla="*/ 218522 w 638175"/>
                <a:gd name="csY175" fmla="*/ 192089 h 381000"/>
                <a:gd name="csX176" fmla="*/ 219790 w 638175"/>
                <a:gd name="csY176" fmla="*/ 195013 h 381000"/>
                <a:gd name="csX177" fmla="*/ 220990 w 638175"/>
                <a:gd name="csY177" fmla="*/ 197938 h 381000"/>
                <a:gd name="csX178" fmla="*/ 222256 w 638175"/>
                <a:gd name="csY178" fmla="*/ 200795 h 381000"/>
                <a:gd name="csX179" fmla="*/ 223532 w 638175"/>
                <a:gd name="csY179" fmla="*/ 203652 h 381000"/>
                <a:gd name="csX180" fmla="*/ 224733 w 638175"/>
                <a:gd name="csY180" fmla="*/ 206453 h 381000"/>
                <a:gd name="csX181" fmla="*/ 226000 w 638175"/>
                <a:gd name="csY181" fmla="*/ 209177 h 381000"/>
                <a:gd name="csX182" fmla="*/ 227267 w 638175"/>
                <a:gd name="csY182" fmla="*/ 211911 h 381000"/>
                <a:gd name="csX183" fmla="*/ 228543 w 638175"/>
                <a:gd name="csY183" fmla="*/ 214578 h 381000"/>
                <a:gd name="csX184" fmla="*/ 229743 w 638175"/>
                <a:gd name="csY184" fmla="*/ 217245 h 381000"/>
                <a:gd name="csX185" fmla="*/ 231010 w 638175"/>
                <a:gd name="csY185" fmla="*/ 219855 h 381000"/>
                <a:gd name="csX186" fmla="*/ 232277 w 638175"/>
                <a:gd name="csY186" fmla="*/ 222398 h 381000"/>
                <a:gd name="csX187" fmla="*/ 233487 w 638175"/>
                <a:gd name="csY187" fmla="*/ 224998 h 381000"/>
                <a:gd name="csX188" fmla="*/ 234753 w 638175"/>
                <a:gd name="csY188" fmla="*/ 227542 h 381000"/>
                <a:gd name="csX189" fmla="*/ 236020 w 638175"/>
                <a:gd name="csY189" fmla="*/ 230018 h 381000"/>
                <a:gd name="csX190" fmla="*/ 237230 w 638175"/>
                <a:gd name="csY190" fmla="*/ 232494 h 381000"/>
                <a:gd name="csX191" fmla="*/ 238497 w 638175"/>
                <a:gd name="csY191" fmla="*/ 234971 h 381000"/>
                <a:gd name="csX192" fmla="*/ 239763 w 638175"/>
                <a:gd name="csY192" fmla="*/ 237390 h 381000"/>
                <a:gd name="csX193" fmla="*/ 240973 w 638175"/>
                <a:gd name="csY193" fmla="*/ 239800 h 381000"/>
                <a:gd name="csX194" fmla="*/ 242240 w 638175"/>
                <a:gd name="csY194" fmla="*/ 242153 h 381000"/>
                <a:gd name="csX195" fmla="*/ 243507 w 638175"/>
                <a:gd name="csY195" fmla="*/ 244572 h 381000"/>
                <a:gd name="csX196" fmla="*/ 244774 w 638175"/>
                <a:gd name="csY196" fmla="*/ 246915 h 381000"/>
                <a:gd name="csX197" fmla="*/ 245983 w 638175"/>
                <a:gd name="csY197" fmla="*/ 249201 h 381000"/>
                <a:gd name="csX198" fmla="*/ 247250 w 638175"/>
                <a:gd name="csY198" fmla="*/ 251497 h 381000"/>
                <a:gd name="csX199" fmla="*/ 248517 w 638175"/>
                <a:gd name="csY199" fmla="*/ 253782 h 381000"/>
                <a:gd name="csX200" fmla="*/ 249717 w 638175"/>
                <a:gd name="csY200" fmla="*/ 256069 h 381000"/>
                <a:gd name="csX201" fmla="*/ 250994 w 638175"/>
                <a:gd name="csY201" fmla="*/ 258355 h 381000"/>
                <a:gd name="csX202" fmla="*/ 252260 w 638175"/>
                <a:gd name="csY202" fmla="*/ 260574 h 381000"/>
                <a:gd name="csX203" fmla="*/ 253460 w 638175"/>
                <a:gd name="csY203" fmla="*/ 262736 h 381000"/>
                <a:gd name="csX204" fmla="*/ 254727 w 638175"/>
                <a:gd name="csY204" fmla="*/ 264965 h 381000"/>
                <a:gd name="csX205" fmla="*/ 256004 w 638175"/>
                <a:gd name="csY205" fmla="*/ 267118 h 381000"/>
                <a:gd name="csX206" fmla="*/ 257204 w 638175"/>
                <a:gd name="csY206" fmla="*/ 269213 h 381000"/>
                <a:gd name="csX207" fmla="*/ 258470 w 638175"/>
                <a:gd name="csY207" fmla="*/ 271376 h 381000"/>
                <a:gd name="csX208" fmla="*/ 259737 w 638175"/>
                <a:gd name="csY208" fmla="*/ 273471 h 381000"/>
                <a:gd name="csX209" fmla="*/ 261014 w 638175"/>
                <a:gd name="csY209" fmla="*/ 275509 h 381000"/>
                <a:gd name="csX210" fmla="*/ 262214 w 638175"/>
                <a:gd name="csY210" fmla="*/ 277538 h 381000"/>
                <a:gd name="csX211" fmla="*/ 263481 w 638175"/>
                <a:gd name="csY211" fmla="*/ 279576 h 381000"/>
                <a:gd name="csX212" fmla="*/ 264747 w 638175"/>
                <a:gd name="csY212" fmla="*/ 281538 h 381000"/>
                <a:gd name="csX213" fmla="*/ 265957 w 638175"/>
                <a:gd name="csY213" fmla="*/ 283453 h 381000"/>
                <a:gd name="csX214" fmla="*/ 267224 w 638175"/>
                <a:gd name="csY214" fmla="*/ 285415 h 381000"/>
                <a:gd name="csX215" fmla="*/ 268491 w 638175"/>
                <a:gd name="csY215" fmla="*/ 287263 h 381000"/>
                <a:gd name="csX216" fmla="*/ 269701 w 638175"/>
                <a:gd name="csY216" fmla="*/ 289101 h 381000"/>
                <a:gd name="csX217" fmla="*/ 270967 w 638175"/>
                <a:gd name="csY217" fmla="*/ 290882 h 381000"/>
                <a:gd name="csX218" fmla="*/ 272234 w 638175"/>
                <a:gd name="csY218" fmla="*/ 292664 h 381000"/>
                <a:gd name="csX219" fmla="*/ 273434 w 638175"/>
                <a:gd name="csY219" fmla="*/ 294378 h 381000"/>
                <a:gd name="csX220" fmla="*/ 274711 w 638175"/>
                <a:gd name="csY220" fmla="*/ 296093 h 381000"/>
                <a:gd name="csX221" fmla="*/ 275978 w 638175"/>
                <a:gd name="csY221" fmla="*/ 297741 h 381000"/>
                <a:gd name="csX222" fmla="*/ 277244 w 638175"/>
                <a:gd name="csY222" fmla="*/ 299331 h 381000"/>
                <a:gd name="csX223" fmla="*/ 278454 w 638175"/>
                <a:gd name="csY223" fmla="*/ 300922 h 381000"/>
                <a:gd name="csX224" fmla="*/ 279721 w 638175"/>
                <a:gd name="csY224" fmla="*/ 302446 h 381000"/>
                <a:gd name="csX225" fmla="*/ 280988 w 638175"/>
                <a:gd name="csY225" fmla="*/ 303903 h 381000"/>
                <a:gd name="csX226" fmla="*/ 282188 w 638175"/>
                <a:gd name="csY226" fmla="*/ 305370 h 381000"/>
                <a:gd name="csX227" fmla="*/ 283454 w 638175"/>
                <a:gd name="csY227" fmla="*/ 306761 h 381000"/>
                <a:gd name="csX228" fmla="*/ 284731 w 638175"/>
                <a:gd name="csY228" fmla="*/ 308104 h 381000"/>
                <a:gd name="csX229" fmla="*/ 285931 w 638175"/>
                <a:gd name="csY229" fmla="*/ 309437 h 381000"/>
                <a:gd name="csX230" fmla="*/ 287198 w 638175"/>
                <a:gd name="csY230" fmla="*/ 310704 h 381000"/>
                <a:gd name="csX231" fmla="*/ 288474 w 638175"/>
                <a:gd name="csY231" fmla="*/ 311971 h 381000"/>
                <a:gd name="csX232" fmla="*/ 289741 w 638175"/>
                <a:gd name="csY232" fmla="*/ 313181 h 381000"/>
                <a:gd name="csX233" fmla="*/ 290941 w 638175"/>
                <a:gd name="csY233" fmla="*/ 314324 h 381000"/>
                <a:gd name="csX234" fmla="*/ 292208 w 638175"/>
                <a:gd name="csY234" fmla="*/ 315466 h 381000"/>
                <a:gd name="csX235" fmla="*/ 293475 w 638175"/>
                <a:gd name="csY235" fmla="*/ 316552 h 381000"/>
                <a:gd name="csX236" fmla="*/ 294685 w 638175"/>
                <a:gd name="csY236" fmla="*/ 317629 h 381000"/>
                <a:gd name="csX237" fmla="*/ 295951 w 638175"/>
                <a:gd name="csY237" fmla="*/ 318705 h 381000"/>
                <a:gd name="csX238" fmla="*/ 297218 w 638175"/>
                <a:gd name="csY238" fmla="*/ 319657 h 381000"/>
                <a:gd name="csX239" fmla="*/ 298428 w 638175"/>
                <a:gd name="csY239" fmla="*/ 320677 h 381000"/>
                <a:gd name="csX240" fmla="*/ 299695 w 638175"/>
                <a:gd name="csY240" fmla="*/ 321629 h 381000"/>
                <a:gd name="csX241" fmla="*/ 300961 w 638175"/>
                <a:gd name="csY241" fmla="*/ 322582 h 381000"/>
                <a:gd name="csX242" fmla="*/ 302171 w 638175"/>
                <a:gd name="csY242" fmla="*/ 323477 h 381000"/>
                <a:gd name="csX243" fmla="*/ 303438 w 638175"/>
                <a:gd name="csY243" fmla="*/ 324363 h 381000"/>
                <a:gd name="csX244" fmla="*/ 304705 w 638175"/>
                <a:gd name="csY244" fmla="*/ 325249 h 381000"/>
                <a:gd name="csX245" fmla="*/ 305972 w 638175"/>
                <a:gd name="csY245" fmla="*/ 326077 h 381000"/>
                <a:gd name="csX246" fmla="*/ 307181 w 638175"/>
                <a:gd name="csY246" fmla="*/ 326973 h 381000"/>
                <a:gd name="csX247" fmla="*/ 308448 w 638175"/>
                <a:gd name="csY247" fmla="*/ 327792 h 381000"/>
                <a:gd name="csX248" fmla="*/ 309715 w 638175"/>
                <a:gd name="csY248" fmla="*/ 328554 h 381000"/>
                <a:gd name="csX249" fmla="*/ 310915 w 638175"/>
                <a:gd name="csY249" fmla="*/ 329382 h 381000"/>
                <a:gd name="csX250" fmla="*/ 312192 w 638175"/>
                <a:gd name="csY250" fmla="*/ 330145 h 381000"/>
                <a:gd name="csX251" fmla="*/ 313458 w 638175"/>
                <a:gd name="csY251" fmla="*/ 330907 h 381000"/>
                <a:gd name="csX252" fmla="*/ 314658 w 638175"/>
                <a:gd name="csY252" fmla="*/ 331668 h 381000"/>
                <a:gd name="csX253" fmla="*/ 315925 w 638175"/>
                <a:gd name="csY253" fmla="*/ 332374 h 381000"/>
                <a:gd name="csX254" fmla="*/ 317202 w 638175"/>
                <a:gd name="csY254" fmla="*/ 333069 h 381000"/>
                <a:gd name="csX255" fmla="*/ 318402 w 638175"/>
                <a:gd name="csY255" fmla="*/ 333831 h 381000"/>
                <a:gd name="csX256" fmla="*/ 319668 w 638175"/>
                <a:gd name="csY256" fmla="*/ 334526 h 381000"/>
                <a:gd name="csX257" fmla="*/ 320935 w 638175"/>
                <a:gd name="csY257" fmla="*/ 335164 h 381000"/>
                <a:gd name="csX258" fmla="*/ 322212 w 638175"/>
                <a:gd name="csY258" fmla="*/ 335859 h 381000"/>
                <a:gd name="csX259" fmla="*/ 323412 w 638175"/>
                <a:gd name="csY259" fmla="*/ 336498 h 381000"/>
                <a:gd name="csX260" fmla="*/ 324679 w 638175"/>
                <a:gd name="csY260" fmla="*/ 337136 h 381000"/>
                <a:gd name="csX261" fmla="*/ 325945 w 638175"/>
                <a:gd name="csY261" fmla="*/ 337708 h 381000"/>
                <a:gd name="csX262" fmla="*/ 327155 w 638175"/>
                <a:gd name="csY262" fmla="*/ 338336 h 381000"/>
                <a:gd name="csX263" fmla="*/ 328422 w 638175"/>
                <a:gd name="csY263" fmla="*/ 338917 h 381000"/>
                <a:gd name="csX264" fmla="*/ 329689 w 638175"/>
                <a:gd name="csY264" fmla="*/ 339489 h 381000"/>
                <a:gd name="csX265" fmla="*/ 330899 w 638175"/>
                <a:gd name="csY265" fmla="*/ 339993 h 381000"/>
                <a:gd name="csX266" fmla="*/ 332165 w 638175"/>
                <a:gd name="csY266" fmla="*/ 340498 h 381000"/>
                <a:gd name="csX267" fmla="*/ 333432 w 638175"/>
                <a:gd name="csY267" fmla="*/ 340946 h 381000"/>
                <a:gd name="csX268" fmla="*/ 334642 w 638175"/>
                <a:gd name="csY268" fmla="*/ 341393 h 381000"/>
                <a:gd name="csX269" fmla="*/ 335909 w 638175"/>
                <a:gd name="csY269" fmla="*/ 341832 h 381000"/>
                <a:gd name="csX270" fmla="*/ 337176 w 638175"/>
                <a:gd name="csY270" fmla="*/ 342213 h 381000"/>
                <a:gd name="csX271" fmla="*/ 338442 w 638175"/>
                <a:gd name="csY271" fmla="*/ 342537 h 381000"/>
                <a:gd name="csX272" fmla="*/ 339652 w 638175"/>
                <a:gd name="csY272" fmla="*/ 342851 h 381000"/>
                <a:gd name="csX273" fmla="*/ 340919 w 638175"/>
                <a:gd name="csY273" fmla="*/ 343165 h 381000"/>
                <a:gd name="csX274" fmla="*/ 342186 w 638175"/>
                <a:gd name="csY274" fmla="*/ 343356 h 381000"/>
                <a:gd name="csX275" fmla="*/ 343386 w 638175"/>
                <a:gd name="csY275" fmla="*/ 343546 h 381000"/>
                <a:gd name="csX276" fmla="*/ 344662 w 638175"/>
                <a:gd name="csY276" fmla="*/ 343680 h 381000"/>
                <a:gd name="csX277" fmla="*/ 345929 w 638175"/>
                <a:gd name="csY277" fmla="*/ 343804 h 381000"/>
                <a:gd name="csX278" fmla="*/ 347129 w 638175"/>
                <a:gd name="csY278" fmla="*/ 343870 h 381000"/>
                <a:gd name="csX279" fmla="*/ 348396 w 638175"/>
                <a:gd name="csY279" fmla="*/ 343870 h 381000"/>
                <a:gd name="csX280" fmla="*/ 349672 w 638175"/>
                <a:gd name="csY280" fmla="*/ 343804 h 381000"/>
                <a:gd name="csX281" fmla="*/ 350872 w 638175"/>
                <a:gd name="csY281" fmla="*/ 343680 h 381000"/>
                <a:gd name="csX282" fmla="*/ 352139 w 638175"/>
                <a:gd name="csY282" fmla="*/ 343546 h 381000"/>
                <a:gd name="csX283" fmla="*/ 353406 w 638175"/>
                <a:gd name="csY283" fmla="*/ 343298 h 381000"/>
                <a:gd name="csX284" fmla="*/ 354683 w 638175"/>
                <a:gd name="csY284" fmla="*/ 342975 h 381000"/>
                <a:gd name="csX285" fmla="*/ 355883 w 638175"/>
                <a:gd name="csY285" fmla="*/ 342661 h 381000"/>
                <a:gd name="csX286" fmla="*/ 357149 w 638175"/>
                <a:gd name="csY286" fmla="*/ 342279 h 381000"/>
                <a:gd name="csX287" fmla="*/ 358416 w 638175"/>
                <a:gd name="csY287" fmla="*/ 341775 h 381000"/>
                <a:gd name="csX288" fmla="*/ 359626 w 638175"/>
                <a:gd name="csY288" fmla="*/ 341260 h 381000"/>
                <a:gd name="csX289" fmla="*/ 360893 w 638175"/>
                <a:gd name="csY289" fmla="*/ 340689 h 381000"/>
                <a:gd name="csX290" fmla="*/ 362159 w 638175"/>
                <a:gd name="csY290" fmla="*/ 340060 h 381000"/>
                <a:gd name="csX291" fmla="*/ 363369 w 638175"/>
                <a:gd name="csY291" fmla="*/ 339355 h 381000"/>
                <a:gd name="csX292" fmla="*/ 364636 w 638175"/>
                <a:gd name="csY292" fmla="*/ 338527 h 381000"/>
                <a:gd name="csX293" fmla="*/ 365903 w 638175"/>
                <a:gd name="csY293" fmla="*/ 337765 h 381000"/>
                <a:gd name="csX294" fmla="*/ 367113 w 638175"/>
                <a:gd name="csY294" fmla="*/ 336879 h 381000"/>
                <a:gd name="csX295" fmla="*/ 368379 w 638175"/>
                <a:gd name="csY295" fmla="*/ 335926 h 381000"/>
                <a:gd name="csX296" fmla="*/ 369646 w 638175"/>
                <a:gd name="csY296" fmla="*/ 334907 h 381000"/>
                <a:gd name="csX297" fmla="*/ 370913 w 638175"/>
                <a:gd name="csY297" fmla="*/ 333831 h 381000"/>
                <a:gd name="csX298" fmla="*/ 372113 w 638175"/>
                <a:gd name="csY298" fmla="*/ 332754 h 381000"/>
                <a:gd name="csX299" fmla="*/ 373390 w 638175"/>
                <a:gd name="csY299" fmla="*/ 331602 h 381000"/>
                <a:gd name="csX300" fmla="*/ 374656 w 638175"/>
                <a:gd name="csY300" fmla="*/ 330402 h 381000"/>
                <a:gd name="csX301" fmla="*/ 375856 w 638175"/>
                <a:gd name="csY301" fmla="*/ 329192 h 381000"/>
                <a:gd name="csX302" fmla="*/ 377123 w 638175"/>
                <a:gd name="csY302" fmla="*/ 327926 h 381000"/>
                <a:gd name="csX303" fmla="*/ 378400 w 638175"/>
                <a:gd name="csY303" fmla="*/ 326649 h 381000"/>
                <a:gd name="csX304" fmla="*/ 379600 w 638175"/>
                <a:gd name="csY304" fmla="*/ 325315 h 381000"/>
                <a:gd name="csX305" fmla="*/ 380866 w 638175"/>
                <a:gd name="csY305" fmla="*/ 323982 h 381000"/>
                <a:gd name="csX306" fmla="*/ 382133 w 638175"/>
                <a:gd name="csY306" fmla="*/ 322582 h 381000"/>
                <a:gd name="csX307" fmla="*/ 383410 w 638175"/>
                <a:gd name="csY307" fmla="*/ 321248 h 381000"/>
                <a:gd name="csX308" fmla="*/ 384610 w 638175"/>
                <a:gd name="csY308" fmla="*/ 319848 h 381000"/>
                <a:gd name="csX309" fmla="*/ 385877 w 638175"/>
                <a:gd name="csY309" fmla="*/ 318458 h 381000"/>
                <a:gd name="csX310" fmla="*/ 387143 w 638175"/>
                <a:gd name="csY310" fmla="*/ 317124 h 381000"/>
                <a:gd name="csX311" fmla="*/ 388353 w 638175"/>
                <a:gd name="csY311" fmla="*/ 315724 h 381000"/>
                <a:gd name="csX312" fmla="*/ 389620 w 638175"/>
                <a:gd name="csY312" fmla="*/ 314390 h 381000"/>
                <a:gd name="csX313" fmla="*/ 390887 w 638175"/>
                <a:gd name="csY313" fmla="*/ 313057 h 381000"/>
                <a:gd name="csX314" fmla="*/ 392097 w 638175"/>
                <a:gd name="csY314" fmla="*/ 311723 h 381000"/>
                <a:gd name="csX315" fmla="*/ 393363 w 638175"/>
                <a:gd name="csY315" fmla="*/ 310447 h 381000"/>
                <a:gd name="csX316" fmla="*/ 394630 w 638175"/>
                <a:gd name="csY316" fmla="*/ 309180 h 381000"/>
                <a:gd name="csX317" fmla="*/ 395840 w 638175"/>
                <a:gd name="csY317" fmla="*/ 307970 h 381000"/>
                <a:gd name="csX318" fmla="*/ 397107 w 638175"/>
                <a:gd name="csY318" fmla="*/ 306827 h 381000"/>
                <a:gd name="csX319" fmla="*/ 398374 w 638175"/>
                <a:gd name="csY319" fmla="*/ 305684 h 381000"/>
                <a:gd name="csX320" fmla="*/ 399640 w 638175"/>
                <a:gd name="csY320" fmla="*/ 304608 h 381000"/>
                <a:gd name="csX321" fmla="*/ 400850 w 638175"/>
                <a:gd name="csY321" fmla="*/ 303589 h 381000"/>
                <a:gd name="csX322" fmla="*/ 402117 w 638175"/>
                <a:gd name="csY322" fmla="*/ 302636 h 381000"/>
                <a:gd name="csX323" fmla="*/ 403384 w 638175"/>
                <a:gd name="csY323" fmla="*/ 301741 h 381000"/>
                <a:gd name="csX324" fmla="*/ 404584 w 638175"/>
                <a:gd name="csY324" fmla="*/ 300855 h 381000"/>
                <a:gd name="csX325" fmla="*/ 405860 w 638175"/>
                <a:gd name="csY325" fmla="*/ 300093 h 381000"/>
                <a:gd name="csX326" fmla="*/ 407127 w 638175"/>
                <a:gd name="csY326" fmla="*/ 299398 h 381000"/>
                <a:gd name="csX327" fmla="*/ 408327 w 638175"/>
                <a:gd name="csY327" fmla="*/ 298693 h 381000"/>
                <a:gd name="csX328" fmla="*/ 409594 w 638175"/>
                <a:gd name="csY328" fmla="*/ 298122 h 381000"/>
                <a:gd name="csX329" fmla="*/ 410870 w 638175"/>
                <a:gd name="csY329" fmla="*/ 297550 h 381000"/>
                <a:gd name="csX330" fmla="*/ 412070 w 638175"/>
                <a:gd name="csY330" fmla="*/ 297112 h 381000"/>
                <a:gd name="csX331" fmla="*/ 413337 w 638175"/>
                <a:gd name="csY331" fmla="*/ 296664 h 381000"/>
                <a:gd name="csX332" fmla="*/ 414605 w 638175"/>
                <a:gd name="csY332" fmla="*/ 296283 h 381000"/>
                <a:gd name="csX333" fmla="*/ 415881 w 638175"/>
                <a:gd name="csY333" fmla="*/ 295969 h 381000"/>
                <a:gd name="csX334" fmla="*/ 417081 w 638175"/>
                <a:gd name="csY334" fmla="*/ 295645 h 381000"/>
                <a:gd name="csX335" fmla="*/ 418347 w 638175"/>
                <a:gd name="csY335" fmla="*/ 295397 h 381000"/>
                <a:gd name="csX336" fmla="*/ 419615 w 638175"/>
                <a:gd name="csY336" fmla="*/ 295197 h 381000"/>
                <a:gd name="csX337" fmla="*/ 420824 w 638175"/>
                <a:gd name="csY337" fmla="*/ 295074 h 381000"/>
                <a:gd name="csX338" fmla="*/ 422091 w 638175"/>
                <a:gd name="csY338" fmla="*/ 294950 h 381000"/>
                <a:gd name="csX339" fmla="*/ 423357 w 638175"/>
                <a:gd name="csY339" fmla="*/ 294817 h 381000"/>
                <a:gd name="csX340" fmla="*/ 424567 w 638175"/>
                <a:gd name="csY340" fmla="*/ 294759 h 381000"/>
                <a:gd name="csX341" fmla="*/ 425834 w 638175"/>
                <a:gd name="csY341" fmla="*/ 294693 h 381000"/>
                <a:gd name="csX342" fmla="*/ 427101 w 638175"/>
                <a:gd name="csY342" fmla="*/ 294626 h 381000"/>
                <a:gd name="csX343" fmla="*/ 428311 w 638175"/>
                <a:gd name="csY343" fmla="*/ 294569 h 381000"/>
                <a:gd name="csX344" fmla="*/ 429577 w 638175"/>
                <a:gd name="csY344" fmla="*/ 294569 h 381000"/>
                <a:gd name="csX345" fmla="*/ 430844 w 638175"/>
                <a:gd name="csY345" fmla="*/ 294502 h 381000"/>
                <a:gd name="csX346" fmla="*/ 432111 w 638175"/>
                <a:gd name="csY346" fmla="*/ 294435 h 381000"/>
                <a:gd name="csX347" fmla="*/ 433321 w 638175"/>
                <a:gd name="csY347" fmla="*/ 294378 h 381000"/>
                <a:gd name="csX348" fmla="*/ 434588 w 638175"/>
                <a:gd name="csY348" fmla="*/ 294311 h 381000"/>
                <a:gd name="csX349" fmla="*/ 435854 w 638175"/>
                <a:gd name="csY349" fmla="*/ 294188 h 381000"/>
                <a:gd name="csX350" fmla="*/ 437055 w 638175"/>
                <a:gd name="csY350" fmla="*/ 294054 h 381000"/>
                <a:gd name="csX351" fmla="*/ 438331 w 638175"/>
                <a:gd name="csY351" fmla="*/ 293931 h 381000"/>
                <a:gd name="csX352" fmla="*/ 439598 w 638175"/>
                <a:gd name="csY352" fmla="*/ 293740 h 381000"/>
                <a:gd name="csX353" fmla="*/ 440798 w 638175"/>
                <a:gd name="csY353" fmla="*/ 293550 h 381000"/>
                <a:gd name="csX354" fmla="*/ 442065 w 638175"/>
                <a:gd name="csY354" fmla="*/ 293292 h 381000"/>
                <a:gd name="csX355" fmla="*/ 443332 w 638175"/>
                <a:gd name="csY355" fmla="*/ 293045 h 381000"/>
                <a:gd name="csX356" fmla="*/ 444541 w 638175"/>
                <a:gd name="csY356" fmla="*/ 292721 h 381000"/>
                <a:gd name="csX357" fmla="*/ 445808 w 638175"/>
                <a:gd name="csY357" fmla="*/ 292407 h 381000"/>
                <a:gd name="csX358" fmla="*/ 447075 w 638175"/>
                <a:gd name="csY358" fmla="*/ 292092 h 381000"/>
                <a:gd name="csX359" fmla="*/ 448351 w 638175"/>
                <a:gd name="csY359" fmla="*/ 291645 h 381000"/>
                <a:gd name="csX360" fmla="*/ 449551 w 638175"/>
                <a:gd name="csY360" fmla="*/ 291263 h 381000"/>
                <a:gd name="csX361" fmla="*/ 450818 w 638175"/>
                <a:gd name="csY361" fmla="*/ 290816 h 381000"/>
                <a:gd name="csX362" fmla="*/ 452085 w 638175"/>
                <a:gd name="csY362" fmla="*/ 290311 h 381000"/>
                <a:gd name="csX363" fmla="*/ 453295 w 638175"/>
                <a:gd name="csY363" fmla="*/ 289806 h 381000"/>
                <a:gd name="csX364" fmla="*/ 454561 w 638175"/>
                <a:gd name="csY364" fmla="*/ 289292 h 381000"/>
                <a:gd name="csX365" fmla="*/ 455828 w 638175"/>
                <a:gd name="csY365" fmla="*/ 288787 h 381000"/>
                <a:gd name="csX366" fmla="*/ 457038 w 638175"/>
                <a:gd name="csY366" fmla="*/ 288273 h 381000"/>
                <a:gd name="csX367" fmla="*/ 458305 w 638175"/>
                <a:gd name="csY367" fmla="*/ 287701 h 381000"/>
                <a:gd name="csX368" fmla="*/ 459572 w 638175"/>
                <a:gd name="csY368" fmla="*/ 287130 h 381000"/>
                <a:gd name="csX369" fmla="*/ 460838 w 638175"/>
                <a:gd name="csY369" fmla="*/ 286625 h 381000"/>
                <a:gd name="csX370" fmla="*/ 462048 w 638175"/>
                <a:gd name="csY370" fmla="*/ 286053 h 381000"/>
                <a:gd name="csX371" fmla="*/ 463315 w 638175"/>
                <a:gd name="csY371" fmla="*/ 285549 h 381000"/>
                <a:gd name="csX372" fmla="*/ 464582 w 638175"/>
                <a:gd name="csY372" fmla="*/ 285034 h 381000"/>
                <a:gd name="csX373" fmla="*/ 465782 w 638175"/>
                <a:gd name="csY373" fmla="*/ 284529 h 381000"/>
                <a:gd name="csX374" fmla="*/ 467058 w 638175"/>
                <a:gd name="csY374" fmla="*/ 284082 h 381000"/>
                <a:gd name="csX375" fmla="*/ 468325 w 638175"/>
                <a:gd name="csY375" fmla="*/ 283701 h 381000"/>
                <a:gd name="csX376" fmla="*/ 469526 w 638175"/>
                <a:gd name="csY376" fmla="*/ 283263 h 381000"/>
                <a:gd name="csX377" fmla="*/ 470792 w 638175"/>
                <a:gd name="csY377" fmla="*/ 282939 h 381000"/>
                <a:gd name="csX378" fmla="*/ 472068 w 638175"/>
                <a:gd name="csY378" fmla="*/ 282624 h 381000"/>
                <a:gd name="csX379" fmla="*/ 473269 w 638175"/>
                <a:gd name="csY379" fmla="*/ 282367 h 381000"/>
                <a:gd name="csX380" fmla="*/ 474536 w 638175"/>
                <a:gd name="csY380" fmla="*/ 282177 h 381000"/>
                <a:gd name="csX381" fmla="*/ 475803 w 638175"/>
                <a:gd name="csY381" fmla="*/ 282053 h 381000"/>
                <a:gd name="csX382" fmla="*/ 477079 w 638175"/>
                <a:gd name="csY382" fmla="*/ 281929 h 381000"/>
                <a:gd name="csX383" fmla="*/ 478279 w 638175"/>
                <a:gd name="csY383" fmla="*/ 281929 h 381000"/>
                <a:gd name="csX384" fmla="*/ 479546 w 638175"/>
                <a:gd name="csY384" fmla="*/ 281986 h 381000"/>
                <a:gd name="csX385" fmla="*/ 480813 w 638175"/>
                <a:gd name="csY385" fmla="*/ 282053 h 381000"/>
                <a:gd name="csX386" fmla="*/ 482022 w 638175"/>
                <a:gd name="csY386" fmla="*/ 282243 h 381000"/>
                <a:gd name="csX387" fmla="*/ 483289 w 638175"/>
                <a:gd name="csY387" fmla="*/ 282491 h 381000"/>
                <a:gd name="csX388" fmla="*/ 484556 w 638175"/>
                <a:gd name="csY388" fmla="*/ 282815 h 381000"/>
                <a:gd name="csX389" fmla="*/ 485765 w 638175"/>
                <a:gd name="csY389" fmla="*/ 283196 h 381000"/>
                <a:gd name="csX390" fmla="*/ 487032 w 638175"/>
                <a:gd name="csY390" fmla="*/ 283643 h 381000"/>
                <a:gd name="csX391" fmla="*/ 488299 w 638175"/>
                <a:gd name="csY391" fmla="*/ 284149 h 381000"/>
                <a:gd name="csX392" fmla="*/ 489509 w 638175"/>
                <a:gd name="csY392" fmla="*/ 284786 h 381000"/>
                <a:gd name="csX393" fmla="*/ 490775 w 638175"/>
                <a:gd name="csY393" fmla="*/ 285415 h 381000"/>
                <a:gd name="csX394" fmla="*/ 492042 w 638175"/>
                <a:gd name="csY394" fmla="*/ 286177 h 381000"/>
                <a:gd name="csX395" fmla="*/ 493310 w 638175"/>
                <a:gd name="csY395" fmla="*/ 286939 h 381000"/>
                <a:gd name="csX396" fmla="*/ 494510 w 638175"/>
                <a:gd name="csY396" fmla="*/ 287834 h 381000"/>
                <a:gd name="csX397" fmla="*/ 495786 w 638175"/>
                <a:gd name="csY397" fmla="*/ 288720 h 381000"/>
                <a:gd name="csX398" fmla="*/ 497052 w 638175"/>
                <a:gd name="csY398" fmla="*/ 289740 h 381000"/>
                <a:gd name="csX399" fmla="*/ 498253 w 638175"/>
                <a:gd name="csY399" fmla="*/ 290759 h 381000"/>
                <a:gd name="csX400" fmla="*/ 499529 w 638175"/>
                <a:gd name="csY400" fmla="*/ 291835 h 381000"/>
                <a:gd name="csX401" fmla="*/ 500796 w 638175"/>
                <a:gd name="csY401" fmla="*/ 292978 h 381000"/>
                <a:gd name="csX402" fmla="*/ 501996 w 638175"/>
                <a:gd name="csY402" fmla="*/ 294121 h 381000"/>
                <a:gd name="csX403" fmla="*/ 503263 w 638175"/>
                <a:gd name="csY403" fmla="*/ 295330 h 381000"/>
                <a:gd name="csX404" fmla="*/ 504530 w 638175"/>
                <a:gd name="csY404" fmla="*/ 296598 h 381000"/>
                <a:gd name="csX405" fmla="*/ 505740 w 638175"/>
                <a:gd name="csY405" fmla="*/ 297931 h 381000"/>
                <a:gd name="csX406" fmla="*/ 507006 w 638175"/>
                <a:gd name="csY406" fmla="*/ 299265 h 381000"/>
                <a:gd name="csX407" fmla="*/ 508273 w 638175"/>
                <a:gd name="csY407" fmla="*/ 300598 h 381000"/>
                <a:gd name="csX408" fmla="*/ 509540 w 638175"/>
                <a:gd name="csY408" fmla="*/ 301998 h 381000"/>
                <a:gd name="csX409" fmla="*/ 510750 w 638175"/>
                <a:gd name="csY409" fmla="*/ 303465 h 381000"/>
                <a:gd name="csX410" fmla="*/ 512017 w 638175"/>
                <a:gd name="csY410" fmla="*/ 304855 h 381000"/>
                <a:gd name="csX411" fmla="*/ 513283 w 638175"/>
                <a:gd name="csY411" fmla="*/ 306323 h 381000"/>
                <a:gd name="csX412" fmla="*/ 514493 w 638175"/>
                <a:gd name="csY412" fmla="*/ 307847 h 381000"/>
                <a:gd name="csX413" fmla="*/ 515760 w 638175"/>
                <a:gd name="csY413" fmla="*/ 309304 h 381000"/>
                <a:gd name="csX414" fmla="*/ 517027 w 638175"/>
                <a:gd name="csY414" fmla="*/ 310771 h 381000"/>
                <a:gd name="csX415" fmla="*/ 518236 w 638175"/>
                <a:gd name="csY415" fmla="*/ 312295 h 381000"/>
                <a:gd name="csX416" fmla="*/ 519503 w 638175"/>
                <a:gd name="csY416" fmla="*/ 313819 h 381000"/>
                <a:gd name="csX417" fmla="*/ 520770 w 638175"/>
                <a:gd name="csY417" fmla="*/ 315276 h 381000"/>
                <a:gd name="csX418" fmla="*/ 521970 w 638175"/>
                <a:gd name="csY418" fmla="*/ 316800 h 381000"/>
                <a:gd name="csX419" fmla="*/ 523246 w 638175"/>
                <a:gd name="csY419" fmla="*/ 318324 h 381000"/>
                <a:gd name="csX420" fmla="*/ 524513 w 638175"/>
                <a:gd name="csY420" fmla="*/ 319791 h 381000"/>
                <a:gd name="csX421" fmla="*/ 525780 w 638175"/>
                <a:gd name="csY421" fmla="*/ 321315 h 381000"/>
                <a:gd name="csX422" fmla="*/ 526980 w 638175"/>
                <a:gd name="csY422" fmla="*/ 322772 h 381000"/>
                <a:gd name="csX423" fmla="*/ 528256 w 638175"/>
                <a:gd name="csY423" fmla="*/ 324239 h 381000"/>
                <a:gd name="csX424" fmla="*/ 529523 w 638175"/>
                <a:gd name="csY424" fmla="*/ 325763 h 381000"/>
                <a:gd name="csX425" fmla="*/ 530724 w 638175"/>
                <a:gd name="csY425" fmla="*/ 327163 h 381000"/>
                <a:gd name="csX426" fmla="*/ 531990 w 638175"/>
                <a:gd name="csY426" fmla="*/ 328621 h 381000"/>
                <a:gd name="csX427" fmla="*/ 533267 w 638175"/>
                <a:gd name="csY427" fmla="*/ 330078 h 381000"/>
                <a:gd name="csX428" fmla="*/ 534467 w 638175"/>
                <a:gd name="csY428" fmla="*/ 331478 h 381000"/>
                <a:gd name="csX429" fmla="*/ 535734 w 638175"/>
                <a:gd name="csY429" fmla="*/ 332878 h 381000"/>
                <a:gd name="csX430" fmla="*/ 537001 w 638175"/>
                <a:gd name="csY430" fmla="*/ 334279 h 381000"/>
                <a:gd name="csX431" fmla="*/ 538210 w 638175"/>
                <a:gd name="csY431" fmla="*/ 335669 h 381000"/>
                <a:gd name="csX432" fmla="*/ 539477 w 638175"/>
                <a:gd name="csY432" fmla="*/ 337002 h 381000"/>
                <a:gd name="csX433" fmla="*/ 540744 w 638175"/>
                <a:gd name="csY433" fmla="*/ 338336 h 381000"/>
                <a:gd name="csX434" fmla="*/ 542011 w 638175"/>
                <a:gd name="csY434" fmla="*/ 339670 h 381000"/>
                <a:gd name="csX435" fmla="*/ 543221 w 638175"/>
                <a:gd name="csY435" fmla="*/ 340946 h 381000"/>
                <a:gd name="csX436" fmla="*/ 544487 w 638175"/>
                <a:gd name="csY436" fmla="*/ 342213 h 381000"/>
                <a:gd name="csX437" fmla="*/ 545754 w 638175"/>
                <a:gd name="csY437" fmla="*/ 343489 h 381000"/>
                <a:gd name="csX438" fmla="*/ 546964 w 638175"/>
                <a:gd name="csY438" fmla="*/ 344756 h 381000"/>
                <a:gd name="csX439" fmla="*/ 548231 w 638175"/>
                <a:gd name="csY439" fmla="*/ 346032 h 381000"/>
                <a:gd name="csX440" fmla="*/ 549497 w 638175"/>
                <a:gd name="csY440" fmla="*/ 347233 h 381000"/>
                <a:gd name="csX441" fmla="*/ 550707 w 638175"/>
                <a:gd name="csY441" fmla="*/ 348375 h 381000"/>
                <a:gd name="csX442" fmla="*/ 551974 w 638175"/>
                <a:gd name="csY442" fmla="*/ 349585 h 381000"/>
                <a:gd name="csX443" fmla="*/ 553241 w 638175"/>
                <a:gd name="csY443" fmla="*/ 350728 h 381000"/>
                <a:gd name="csX444" fmla="*/ 554508 w 638175"/>
                <a:gd name="csY444" fmla="*/ 351871 h 381000"/>
                <a:gd name="csX445" fmla="*/ 555717 w 638175"/>
                <a:gd name="csY445" fmla="*/ 353014 h 381000"/>
                <a:gd name="csX446" fmla="*/ 556984 w 638175"/>
                <a:gd name="csY446" fmla="*/ 354100 h 381000"/>
                <a:gd name="csX447" fmla="*/ 558251 w 638175"/>
                <a:gd name="csY447" fmla="*/ 355176 h 381000"/>
                <a:gd name="csX448" fmla="*/ 559451 w 638175"/>
                <a:gd name="csY448" fmla="*/ 356195 h 381000"/>
                <a:gd name="csX449" fmla="*/ 560727 w 638175"/>
                <a:gd name="csY449" fmla="*/ 357272 h 381000"/>
                <a:gd name="csX450" fmla="*/ 561994 w 638175"/>
                <a:gd name="csY450" fmla="*/ 358291 h 381000"/>
                <a:gd name="csX451" fmla="*/ 563194 w 638175"/>
                <a:gd name="csY451" fmla="*/ 359243 h 381000"/>
                <a:gd name="csX452" fmla="*/ 564461 w 638175"/>
                <a:gd name="csY452" fmla="*/ 360263 h 381000"/>
                <a:gd name="csX453" fmla="*/ 565737 w 638175"/>
                <a:gd name="csY453" fmla="*/ 361149 h 381000"/>
                <a:gd name="csX454" fmla="*/ 566938 w 638175"/>
                <a:gd name="csY454" fmla="*/ 362101 h 381000"/>
                <a:gd name="csX455" fmla="*/ 568204 w 638175"/>
                <a:gd name="csY455" fmla="*/ 362987 h 381000"/>
                <a:gd name="csX456" fmla="*/ 569471 w 638175"/>
                <a:gd name="csY456" fmla="*/ 363882 h 381000"/>
                <a:gd name="csX457" fmla="*/ 570738 w 638175"/>
                <a:gd name="csY457" fmla="*/ 364701 h 381000"/>
                <a:gd name="csX458" fmla="*/ 571948 w 638175"/>
                <a:gd name="csY458" fmla="*/ 365530 h 381000"/>
                <a:gd name="csX459" fmla="*/ 573215 w 638175"/>
                <a:gd name="csY459" fmla="*/ 366359 h 381000"/>
                <a:gd name="csX460" fmla="*/ 574481 w 638175"/>
                <a:gd name="csY460" fmla="*/ 367121 h 381000"/>
                <a:gd name="csX461" fmla="*/ 575691 w 638175"/>
                <a:gd name="csY461" fmla="*/ 367882 h 381000"/>
                <a:gd name="csX462" fmla="*/ 576958 w 638175"/>
                <a:gd name="csY462" fmla="*/ 368645 h 381000"/>
                <a:gd name="csX463" fmla="*/ 578225 w 638175"/>
                <a:gd name="csY463" fmla="*/ 369340 h 381000"/>
                <a:gd name="csX464" fmla="*/ 579435 w 638175"/>
                <a:gd name="csY464" fmla="*/ 369978 h 381000"/>
                <a:gd name="csX465" fmla="*/ 580701 w 638175"/>
                <a:gd name="csY465" fmla="*/ 370674 h 381000"/>
                <a:gd name="csX466" fmla="*/ 581968 w 638175"/>
                <a:gd name="csY466" fmla="*/ 371245 h 381000"/>
                <a:gd name="csX467" fmla="*/ 583168 w 638175"/>
                <a:gd name="csY467" fmla="*/ 371883 h 381000"/>
                <a:gd name="csX468" fmla="*/ 584445 w 638175"/>
                <a:gd name="csY468" fmla="*/ 372455 h 381000"/>
                <a:gd name="csX469" fmla="*/ 585712 w 638175"/>
                <a:gd name="csY469" fmla="*/ 373026 h 381000"/>
                <a:gd name="csX470" fmla="*/ 586978 w 638175"/>
                <a:gd name="csY470" fmla="*/ 373540 h 381000"/>
                <a:gd name="csX471" fmla="*/ 588188 w 638175"/>
                <a:gd name="csY471" fmla="*/ 374045 h 381000"/>
                <a:gd name="csX472" fmla="*/ 589455 w 638175"/>
                <a:gd name="csY472" fmla="*/ 374493 h 381000"/>
                <a:gd name="csX473" fmla="*/ 590722 w 638175"/>
                <a:gd name="csY473" fmla="*/ 374931 h 381000"/>
                <a:gd name="csX474" fmla="*/ 591922 w 638175"/>
                <a:gd name="csY474" fmla="*/ 375379 h 381000"/>
                <a:gd name="csX475" fmla="*/ 593188 w 638175"/>
                <a:gd name="csY475" fmla="*/ 375827 h 381000"/>
                <a:gd name="csX476" fmla="*/ 594465 w 638175"/>
                <a:gd name="csY476" fmla="*/ 376208 h 381000"/>
                <a:gd name="csX477" fmla="*/ 595665 w 638175"/>
                <a:gd name="csY477" fmla="*/ 376522 h 381000"/>
                <a:gd name="csX478" fmla="*/ 596932 w 638175"/>
                <a:gd name="csY478" fmla="*/ 376903 h 381000"/>
                <a:gd name="csX479" fmla="*/ 598199 w 638175"/>
                <a:gd name="csY479" fmla="*/ 377227 h 381000"/>
                <a:gd name="csX480" fmla="*/ 599408 w 638175"/>
                <a:gd name="csY480" fmla="*/ 377541 h 381000"/>
                <a:gd name="csX481" fmla="*/ 600675 w 638175"/>
                <a:gd name="csY481" fmla="*/ 377798 h 381000"/>
                <a:gd name="csX482" fmla="*/ 601942 w 638175"/>
                <a:gd name="csY482" fmla="*/ 378046 h 381000"/>
                <a:gd name="csX483" fmla="*/ 603209 w 638175"/>
                <a:gd name="csY483" fmla="*/ 378303 h 381000"/>
                <a:gd name="csX484" fmla="*/ 604419 w 638175"/>
                <a:gd name="csY484" fmla="*/ 378560 h 381000"/>
                <a:gd name="csX485" fmla="*/ 605685 w 638175"/>
                <a:gd name="csY485" fmla="*/ 378751 h 381000"/>
                <a:gd name="csX486" fmla="*/ 606952 w 638175"/>
                <a:gd name="csY486" fmla="*/ 378941 h 381000"/>
                <a:gd name="csX487" fmla="*/ 608162 w 638175"/>
                <a:gd name="csY487" fmla="*/ 379132 h 381000"/>
                <a:gd name="csX488" fmla="*/ 609429 w 638175"/>
                <a:gd name="csY488" fmla="*/ 379322 h 381000"/>
                <a:gd name="csX489" fmla="*/ 610695 w 638175"/>
                <a:gd name="csY489" fmla="*/ 379446 h 381000"/>
                <a:gd name="csX490" fmla="*/ 611905 w 638175"/>
                <a:gd name="csY490" fmla="*/ 379570 h 381000"/>
                <a:gd name="csX491" fmla="*/ 613172 w 638175"/>
                <a:gd name="csY491" fmla="*/ 379703 h 381000"/>
                <a:gd name="csX492" fmla="*/ 614439 w 638175"/>
                <a:gd name="csY492" fmla="*/ 379827 h 381000"/>
                <a:gd name="csX493" fmla="*/ 615639 w 638175"/>
                <a:gd name="csY493" fmla="*/ 379951 h 381000"/>
                <a:gd name="csX494" fmla="*/ 616915 w 638175"/>
                <a:gd name="csY494" fmla="*/ 380084 h 381000"/>
                <a:gd name="csX495" fmla="*/ 618182 w 638175"/>
                <a:gd name="csY495" fmla="*/ 380142 h 381000"/>
                <a:gd name="csX496" fmla="*/ 619449 w 638175"/>
                <a:gd name="csY496" fmla="*/ 380208 h 381000"/>
                <a:gd name="csX497" fmla="*/ 620649 w 638175"/>
                <a:gd name="csY497" fmla="*/ 380332 h 381000"/>
                <a:gd name="csX498" fmla="*/ 621926 w 638175"/>
                <a:gd name="csY498" fmla="*/ 380399 h 381000"/>
                <a:gd name="csX499" fmla="*/ 623192 w 638175"/>
                <a:gd name="csY499" fmla="*/ 380465 h 381000"/>
                <a:gd name="csX500" fmla="*/ 624392 w 638175"/>
                <a:gd name="csY500" fmla="*/ 380522 h 381000"/>
                <a:gd name="csX501" fmla="*/ 625659 w 638175"/>
                <a:gd name="csY501" fmla="*/ 380522 h 381000"/>
                <a:gd name="csX502" fmla="*/ 626936 w 638175"/>
                <a:gd name="csY502" fmla="*/ 380589 h 381000"/>
                <a:gd name="csX503" fmla="*/ 628136 w 638175"/>
                <a:gd name="csY503" fmla="*/ 380655 h 381000"/>
                <a:gd name="csX504" fmla="*/ 629402 w 638175"/>
                <a:gd name="csY504" fmla="*/ 380655 h 381000"/>
                <a:gd name="csX505" fmla="*/ 630669 w 638175"/>
                <a:gd name="csY505" fmla="*/ 380713 h 381000"/>
                <a:gd name="csX506" fmla="*/ 631946 w 638175"/>
                <a:gd name="csY506" fmla="*/ 380713 h 381000"/>
                <a:gd name="csX507" fmla="*/ 633146 w 638175"/>
                <a:gd name="csY507" fmla="*/ 380779 h 381000"/>
                <a:gd name="csX508" fmla="*/ 634413 w 638175"/>
                <a:gd name="csY508" fmla="*/ 380779 h 381000"/>
                <a:gd name="csX509" fmla="*/ 635679 w 638175"/>
                <a:gd name="csY509" fmla="*/ 380779 h 381000"/>
                <a:gd name="csX510" fmla="*/ 636889 w 638175"/>
                <a:gd name="csY510" fmla="*/ 380846 h 381000"/>
                <a:gd name="csX511" fmla="*/ 638156 w 638175"/>
                <a:gd name="csY511" fmla="*/ 380846 h 381000"/>
                <a:gd name="csX512" fmla="*/ 638156 w 638175"/>
                <a:gd name="csY512" fmla="*/ 380970 h 381000"/>
                <a:gd name="csX513" fmla="*/ 636889 w 638175"/>
                <a:gd name="csY513" fmla="*/ 380970 h 381000"/>
                <a:gd name="csX514" fmla="*/ 635679 w 638175"/>
                <a:gd name="csY514" fmla="*/ 380970 h 381000"/>
                <a:gd name="csX515" fmla="*/ 634413 w 638175"/>
                <a:gd name="csY515" fmla="*/ 380970 h 381000"/>
                <a:gd name="csX516" fmla="*/ 633146 w 638175"/>
                <a:gd name="csY516" fmla="*/ 380970 h 381000"/>
                <a:gd name="csX517" fmla="*/ 631946 w 638175"/>
                <a:gd name="csY517" fmla="*/ 380970 h 381000"/>
                <a:gd name="csX518" fmla="*/ 630669 w 638175"/>
                <a:gd name="csY518" fmla="*/ 380970 h 381000"/>
                <a:gd name="csX519" fmla="*/ 629402 w 638175"/>
                <a:gd name="csY519" fmla="*/ 380970 h 381000"/>
                <a:gd name="csX520" fmla="*/ 628136 w 638175"/>
                <a:gd name="csY520" fmla="*/ 380970 h 381000"/>
                <a:gd name="csX521" fmla="*/ 626936 w 638175"/>
                <a:gd name="csY521" fmla="*/ 380970 h 381000"/>
                <a:gd name="csX522" fmla="*/ 625659 w 638175"/>
                <a:gd name="csY522" fmla="*/ 380970 h 381000"/>
                <a:gd name="csX523" fmla="*/ 624392 w 638175"/>
                <a:gd name="csY523" fmla="*/ 380970 h 381000"/>
                <a:gd name="csX524" fmla="*/ 623192 w 638175"/>
                <a:gd name="csY524" fmla="*/ 380970 h 381000"/>
                <a:gd name="csX525" fmla="*/ 621926 w 638175"/>
                <a:gd name="csY525" fmla="*/ 380970 h 381000"/>
                <a:gd name="csX526" fmla="*/ 620649 w 638175"/>
                <a:gd name="csY526" fmla="*/ 380970 h 381000"/>
                <a:gd name="csX527" fmla="*/ 619449 w 638175"/>
                <a:gd name="csY527" fmla="*/ 380970 h 381000"/>
                <a:gd name="csX528" fmla="*/ 618182 w 638175"/>
                <a:gd name="csY528" fmla="*/ 380970 h 381000"/>
                <a:gd name="csX529" fmla="*/ 616915 w 638175"/>
                <a:gd name="csY529" fmla="*/ 380970 h 381000"/>
                <a:gd name="csX530" fmla="*/ 615639 w 638175"/>
                <a:gd name="csY530" fmla="*/ 380970 h 381000"/>
                <a:gd name="csX531" fmla="*/ 614439 w 638175"/>
                <a:gd name="csY531" fmla="*/ 380970 h 381000"/>
                <a:gd name="csX532" fmla="*/ 613172 w 638175"/>
                <a:gd name="csY532" fmla="*/ 380970 h 381000"/>
                <a:gd name="csX533" fmla="*/ 611905 w 638175"/>
                <a:gd name="csY533" fmla="*/ 380970 h 381000"/>
                <a:gd name="csX534" fmla="*/ 610695 w 638175"/>
                <a:gd name="csY534" fmla="*/ 380970 h 381000"/>
                <a:gd name="csX535" fmla="*/ 609429 w 638175"/>
                <a:gd name="csY535" fmla="*/ 380970 h 381000"/>
                <a:gd name="csX536" fmla="*/ 608162 w 638175"/>
                <a:gd name="csY536" fmla="*/ 380970 h 381000"/>
                <a:gd name="csX537" fmla="*/ 606952 w 638175"/>
                <a:gd name="csY537" fmla="*/ 380970 h 381000"/>
                <a:gd name="csX538" fmla="*/ 605685 w 638175"/>
                <a:gd name="csY538" fmla="*/ 380970 h 381000"/>
                <a:gd name="csX539" fmla="*/ 604419 w 638175"/>
                <a:gd name="csY539" fmla="*/ 380970 h 381000"/>
                <a:gd name="csX540" fmla="*/ 603209 w 638175"/>
                <a:gd name="csY540" fmla="*/ 380970 h 381000"/>
                <a:gd name="csX541" fmla="*/ 601942 w 638175"/>
                <a:gd name="csY541" fmla="*/ 380970 h 381000"/>
                <a:gd name="csX542" fmla="*/ 600675 w 638175"/>
                <a:gd name="csY542" fmla="*/ 380970 h 381000"/>
                <a:gd name="csX543" fmla="*/ 599408 w 638175"/>
                <a:gd name="csY543" fmla="*/ 380970 h 381000"/>
                <a:gd name="csX544" fmla="*/ 598199 w 638175"/>
                <a:gd name="csY544" fmla="*/ 380970 h 381000"/>
                <a:gd name="csX545" fmla="*/ 596932 w 638175"/>
                <a:gd name="csY545" fmla="*/ 380970 h 381000"/>
                <a:gd name="csX546" fmla="*/ 595665 w 638175"/>
                <a:gd name="csY546" fmla="*/ 380970 h 381000"/>
                <a:gd name="csX547" fmla="*/ 594465 w 638175"/>
                <a:gd name="csY547" fmla="*/ 380970 h 381000"/>
                <a:gd name="csX548" fmla="*/ 593188 w 638175"/>
                <a:gd name="csY548" fmla="*/ 380970 h 381000"/>
                <a:gd name="csX549" fmla="*/ 591922 w 638175"/>
                <a:gd name="csY549" fmla="*/ 380970 h 381000"/>
                <a:gd name="csX550" fmla="*/ 590722 w 638175"/>
                <a:gd name="csY550" fmla="*/ 380970 h 381000"/>
                <a:gd name="csX551" fmla="*/ 589455 w 638175"/>
                <a:gd name="csY551" fmla="*/ 380970 h 381000"/>
                <a:gd name="csX552" fmla="*/ 588188 w 638175"/>
                <a:gd name="csY552" fmla="*/ 380970 h 381000"/>
                <a:gd name="csX553" fmla="*/ 586978 w 638175"/>
                <a:gd name="csY553" fmla="*/ 380970 h 381000"/>
                <a:gd name="csX554" fmla="*/ 585712 w 638175"/>
                <a:gd name="csY554" fmla="*/ 380970 h 381000"/>
                <a:gd name="csX555" fmla="*/ 584445 w 638175"/>
                <a:gd name="csY555" fmla="*/ 380970 h 381000"/>
                <a:gd name="csX556" fmla="*/ 583168 w 638175"/>
                <a:gd name="csY556" fmla="*/ 380970 h 381000"/>
                <a:gd name="csX557" fmla="*/ 581968 w 638175"/>
                <a:gd name="csY557" fmla="*/ 380970 h 381000"/>
                <a:gd name="csX558" fmla="*/ 580701 w 638175"/>
                <a:gd name="csY558" fmla="*/ 380970 h 381000"/>
                <a:gd name="csX559" fmla="*/ 579435 w 638175"/>
                <a:gd name="csY559" fmla="*/ 380970 h 381000"/>
                <a:gd name="csX560" fmla="*/ 578225 w 638175"/>
                <a:gd name="csY560" fmla="*/ 380970 h 381000"/>
                <a:gd name="csX561" fmla="*/ 576958 w 638175"/>
                <a:gd name="csY561" fmla="*/ 380970 h 381000"/>
                <a:gd name="csX562" fmla="*/ 575691 w 638175"/>
                <a:gd name="csY562" fmla="*/ 380970 h 381000"/>
                <a:gd name="csX563" fmla="*/ 574481 w 638175"/>
                <a:gd name="csY563" fmla="*/ 380970 h 381000"/>
                <a:gd name="csX564" fmla="*/ 573215 w 638175"/>
                <a:gd name="csY564" fmla="*/ 380970 h 381000"/>
                <a:gd name="csX565" fmla="*/ 571948 w 638175"/>
                <a:gd name="csY565" fmla="*/ 380970 h 381000"/>
                <a:gd name="csX566" fmla="*/ 570738 w 638175"/>
                <a:gd name="csY566" fmla="*/ 380970 h 381000"/>
                <a:gd name="csX567" fmla="*/ 569471 w 638175"/>
                <a:gd name="csY567" fmla="*/ 380970 h 381000"/>
                <a:gd name="csX568" fmla="*/ 568204 w 638175"/>
                <a:gd name="csY568" fmla="*/ 380970 h 381000"/>
                <a:gd name="csX569" fmla="*/ 566938 w 638175"/>
                <a:gd name="csY569" fmla="*/ 380970 h 381000"/>
                <a:gd name="csX570" fmla="*/ 565737 w 638175"/>
                <a:gd name="csY570" fmla="*/ 380970 h 381000"/>
                <a:gd name="csX571" fmla="*/ 564461 w 638175"/>
                <a:gd name="csY571" fmla="*/ 380970 h 381000"/>
                <a:gd name="csX572" fmla="*/ 563194 w 638175"/>
                <a:gd name="csY572" fmla="*/ 380970 h 381000"/>
                <a:gd name="csX573" fmla="*/ 561994 w 638175"/>
                <a:gd name="csY573" fmla="*/ 380970 h 381000"/>
                <a:gd name="csX574" fmla="*/ 560727 w 638175"/>
                <a:gd name="csY574" fmla="*/ 380970 h 381000"/>
                <a:gd name="csX575" fmla="*/ 559451 w 638175"/>
                <a:gd name="csY575" fmla="*/ 380970 h 381000"/>
                <a:gd name="csX576" fmla="*/ 558251 w 638175"/>
                <a:gd name="csY576" fmla="*/ 380970 h 381000"/>
                <a:gd name="csX577" fmla="*/ 556984 w 638175"/>
                <a:gd name="csY577" fmla="*/ 380970 h 381000"/>
                <a:gd name="csX578" fmla="*/ 555717 w 638175"/>
                <a:gd name="csY578" fmla="*/ 380970 h 381000"/>
                <a:gd name="csX579" fmla="*/ 554508 w 638175"/>
                <a:gd name="csY579" fmla="*/ 380970 h 381000"/>
                <a:gd name="csX580" fmla="*/ 553241 w 638175"/>
                <a:gd name="csY580" fmla="*/ 380970 h 381000"/>
                <a:gd name="csX581" fmla="*/ 551974 w 638175"/>
                <a:gd name="csY581" fmla="*/ 380970 h 381000"/>
                <a:gd name="csX582" fmla="*/ 550707 w 638175"/>
                <a:gd name="csY582" fmla="*/ 380970 h 381000"/>
                <a:gd name="csX583" fmla="*/ 549497 w 638175"/>
                <a:gd name="csY583" fmla="*/ 380970 h 381000"/>
                <a:gd name="csX584" fmla="*/ 548231 w 638175"/>
                <a:gd name="csY584" fmla="*/ 380970 h 381000"/>
                <a:gd name="csX585" fmla="*/ 546964 w 638175"/>
                <a:gd name="csY585" fmla="*/ 380970 h 381000"/>
                <a:gd name="csX586" fmla="*/ 545754 w 638175"/>
                <a:gd name="csY586" fmla="*/ 380970 h 381000"/>
                <a:gd name="csX587" fmla="*/ 544487 w 638175"/>
                <a:gd name="csY587" fmla="*/ 380970 h 381000"/>
                <a:gd name="csX588" fmla="*/ 543221 w 638175"/>
                <a:gd name="csY588" fmla="*/ 380970 h 381000"/>
                <a:gd name="csX589" fmla="*/ 542011 w 638175"/>
                <a:gd name="csY589" fmla="*/ 380970 h 381000"/>
                <a:gd name="csX590" fmla="*/ 540744 w 638175"/>
                <a:gd name="csY590" fmla="*/ 380970 h 381000"/>
                <a:gd name="csX591" fmla="*/ 539477 w 638175"/>
                <a:gd name="csY591" fmla="*/ 380970 h 381000"/>
                <a:gd name="csX592" fmla="*/ 538210 w 638175"/>
                <a:gd name="csY592" fmla="*/ 380970 h 381000"/>
                <a:gd name="csX593" fmla="*/ 537001 w 638175"/>
                <a:gd name="csY593" fmla="*/ 380970 h 381000"/>
                <a:gd name="csX594" fmla="*/ 535734 w 638175"/>
                <a:gd name="csY594" fmla="*/ 380970 h 381000"/>
                <a:gd name="csX595" fmla="*/ 534467 w 638175"/>
                <a:gd name="csY595" fmla="*/ 380970 h 381000"/>
                <a:gd name="csX596" fmla="*/ 533267 w 638175"/>
                <a:gd name="csY596" fmla="*/ 380970 h 381000"/>
                <a:gd name="csX597" fmla="*/ 531990 w 638175"/>
                <a:gd name="csY597" fmla="*/ 380970 h 381000"/>
                <a:gd name="csX598" fmla="*/ 530724 w 638175"/>
                <a:gd name="csY598" fmla="*/ 380970 h 381000"/>
                <a:gd name="csX599" fmla="*/ 529523 w 638175"/>
                <a:gd name="csY599" fmla="*/ 380970 h 381000"/>
                <a:gd name="csX600" fmla="*/ 528256 w 638175"/>
                <a:gd name="csY600" fmla="*/ 380970 h 381000"/>
                <a:gd name="csX601" fmla="*/ 526980 w 638175"/>
                <a:gd name="csY601" fmla="*/ 380970 h 381000"/>
                <a:gd name="csX602" fmla="*/ 525780 w 638175"/>
                <a:gd name="csY602" fmla="*/ 380970 h 381000"/>
                <a:gd name="csX603" fmla="*/ 524513 w 638175"/>
                <a:gd name="csY603" fmla="*/ 380970 h 381000"/>
                <a:gd name="csX604" fmla="*/ 523246 w 638175"/>
                <a:gd name="csY604" fmla="*/ 380970 h 381000"/>
                <a:gd name="csX605" fmla="*/ 521970 w 638175"/>
                <a:gd name="csY605" fmla="*/ 380970 h 381000"/>
                <a:gd name="csX606" fmla="*/ 520770 w 638175"/>
                <a:gd name="csY606" fmla="*/ 380970 h 381000"/>
                <a:gd name="csX607" fmla="*/ 519503 w 638175"/>
                <a:gd name="csY607" fmla="*/ 380970 h 381000"/>
                <a:gd name="csX608" fmla="*/ 518236 w 638175"/>
                <a:gd name="csY608" fmla="*/ 380970 h 381000"/>
                <a:gd name="csX609" fmla="*/ 517027 w 638175"/>
                <a:gd name="csY609" fmla="*/ 380970 h 381000"/>
                <a:gd name="csX610" fmla="*/ 515760 w 638175"/>
                <a:gd name="csY610" fmla="*/ 380970 h 381000"/>
                <a:gd name="csX611" fmla="*/ 514493 w 638175"/>
                <a:gd name="csY611" fmla="*/ 380970 h 381000"/>
                <a:gd name="csX612" fmla="*/ 513283 w 638175"/>
                <a:gd name="csY612" fmla="*/ 380970 h 381000"/>
                <a:gd name="csX613" fmla="*/ 512017 w 638175"/>
                <a:gd name="csY613" fmla="*/ 380970 h 381000"/>
                <a:gd name="csX614" fmla="*/ 510750 w 638175"/>
                <a:gd name="csY614" fmla="*/ 380970 h 381000"/>
                <a:gd name="csX615" fmla="*/ 509540 w 638175"/>
                <a:gd name="csY615" fmla="*/ 380970 h 381000"/>
                <a:gd name="csX616" fmla="*/ 508273 w 638175"/>
                <a:gd name="csY616" fmla="*/ 380970 h 381000"/>
                <a:gd name="csX617" fmla="*/ 507006 w 638175"/>
                <a:gd name="csY617" fmla="*/ 380970 h 381000"/>
                <a:gd name="csX618" fmla="*/ 505740 w 638175"/>
                <a:gd name="csY618" fmla="*/ 380970 h 381000"/>
                <a:gd name="csX619" fmla="*/ 504530 w 638175"/>
                <a:gd name="csY619" fmla="*/ 380970 h 381000"/>
                <a:gd name="csX620" fmla="*/ 503263 w 638175"/>
                <a:gd name="csY620" fmla="*/ 380970 h 381000"/>
                <a:gd name="csX621" fmla="*/ 501996 w 638175"/>
                <a:gd name="csY621" fmla="*/ 380970 h 381000"/>
                <a:gd name="csX622" fmla="*/ 500796 w 638175"/>
                <a:gd name="csY622" fmla="*/ 380970 h 381000"/>
                <a:gd name="csX623" fmla="*/ 499529 w 638175"/>
                <a:gd name="csY623" fmla="*/ 380970 h 381000"/>
                <a:gd name="csX624" fmla="*/ 498253 w 638175"/>
                <a:gd name="csY624" fmla="*/ 380970 h 381000"/>
                <a:gd name="csX625" fmla="*/ 497052 w 638175"/>
                <a:gd name="csY625" fmla="*/ 380970 h 381000"/>
                <a:gd name="csX626" fmla="*/ 495786 w 638175"/>
                <a:gd name="csY626" fmla="*/ 380970 h 381000"/>
                <a:gd name="csX627" fmla="*/ 494510 w 638175"/>
                <a:gd name="csY627" fmla="*/ 380970 h 381000"/>
                <a:gd name="csX628" fmla="*/ 493310 w 638175"/>
                <a:gd name="csY628" fmla="*/ 380970 h 381000"/>
                <a:gd name="csX629" fmla="*/ 492042 w 638175"/>
                <a:gd name="csY629" fmla="*/ 380970 h 381000"/>
                <a:gd name="csX630" fmla="*/ 490775 w 638175"/>
                <a:gd name="csY630" fmla="*/ 380970 h 381000"/>
                <a:gd name="csX631" fmla="*/ 489509 w 638175"/>
                <a:gd name="csY631" fmla="*/ 380970 h 381000"/>
                <a:gd name="csX632" fmla="*/ 488299 w 638175"/>
                <a:gd name="csY632" fmla="*/ 380970 h 381000"/>
                <a:gd name="csX633" fmla="*/ 487032 w 638175"/>
                <a:gd name="csY633" fmla="*/ 380970 h 381000"/>
                <a:gd name="csX634" fmla="*/ 485765 w 638175"/>
                <a:gd name="csY634" fmla="*/ 380970 h 381000"/>
                <a:gd name="csX635" fmla="*/ 484556 w 638175"/>
                <a:gd name="csY635" fmla="*/ 380970 h 381000"/>
                <a:gd name="csX636" fmla="*/ 483289 w 638175"/>
                <a:gd name="csY636" fmla="*/ 380970 h 381000"/>
                <a:gd name="csX637" fmla="*/ 482022 w 638175"/>
                <a:gd name="csY637" fmla="*/ 380970 h 381000"/>
                <a:gd name="csX638" fmla="*/ 480813 w 638175"/>
                <a:gd name="csY638" fmla="*/ 380970 h 381000"/>
                <a:gd name="csX639" fmla="*/ 479546 w 638175"/>
                <a:gd name="csY639" fmla="*/ 380970 h 381000"/>
                <a:gd name="csX640" fmla="*/ 478279 w 638175"/>
                <a:gd name="csY640" fmla="*/ 380970 h 381000"/>
                <a:gd name="csX641" fmla="*/ 477079 w 638175"/>
                <a:gd name="csY641" fmla="*/ 380970 h 381000"/>
                <a:gd name="csX642" fmla="*/ 475803 w 638175"/>
                <a:gd name="csY642" fmla="*/ 380970 h 381000"/>
                <a:gd name="csX643" fmla="*/ 474536 w 638175"/>
                <a:gd name="csY643" fmla="*/ 380970 h 381000"/>
                <a:gd name="csX644" fmla="*/ 473269 w 638175"/>
                <a:gd name="csY644" fmla="*/ 380970 h 381000"/>
                <a:gd name="csX645" fmla="*/ 472068 w 638175"/>
                <a:gd name="csY645" fmla="*/ 380970 h 381000"/>
                <a:gd name="csX646" fmla="*/ 470792 w 638175"/>
                <a:gd name="csY646" fmla="*/ 380970 h 381000"/>
                <a:gd name="csX647" fmla="*/ 469526 w 638175"/>
                <a:gd name="csY647" fmla="*/ 380970 h 381000"/>
                <a:gd name="csX648" fmla="*/ 468325 w 638175"/>
                <a:gd name="csY648" fmla="*/ 380970 h 381000"/>
                <a:gd name="csX649" fmla="*/ 467058 w 638175"/>
                <a:gd name="csY649" fmla="*/ 380970 h 381000"/>
                <a:gd name="csX650" fmla="*/ 465782 w 638175"/>
                <a:gd name="csY650" fmla="*/ 380970 h 381000"/>
                <a:gd name="csX651" fmla="*/ 464582 w 638175"/>
                <a:gd name="csY651" fmla="*/ 380970 h 381000"/>
                <a:gd name="csX652" fmla="*/ 463315 w 638175"/>
                <a:gd name="csY652" fmla="*/ 380970 h 381000"/>
                <a:gd name="csX653" fmla="*/ 462048 w 638175"/>
                <a:gd name="csY653" fmla="*/ 380970 h 381000"/>
                <a:gd name="csX654" fmla="*/ 460838 w 638175"/>
                <a:gd name="csY654" fmla="*/ 380970 h 381000"/>
                <a:gd name="csX655" fmla="*/ 459572 w 638175"/>
                <a:gd name="csY655" fmla="*/ 380970 h 381000"/>
                <a:gd name="csX656" fmla="*/ 458305 w 638175"/>
                <a:gd name="csY656" fmla="*/ 380970 h 381000"/>
                <a:gd name="csX657" fmla="*/ 457038 w 638175"/>
                <a:gd name="csY657" fmla="*/ 380970 h 381000"/>
                <a:gd name="csX658" fmla="*/ 455828 w 638175"/>
                <a:gd name="csY658" fmla="*/ 380970 h 381000"/>
                <a:gd name="csX659" fmla="*/ 454561 w 638175"/>
                <a:gd name="csY659" fmla="*/ 380970 h 381000"/>
                <a:gd name="csX660" fmla="*/ 453295 w 638175"/>
                <a:gd name="csY660" fmla="*/ 380970 h 381000"/>
                <a:gd name="csX661" fmla="*/ 452085 w 638175"/>
                <a:gd name="csY661" fmla="*/ 380970 h 381000"/>
                <a:gd name="csX662" fmla="*/ 450818 w 638175"/>
                <a:gd name="csY662" fmla="*/ 380970 h 381000"/>
                <a:gd name="csX663" fmla="*/ 449551 w 638175"/>
                <a:gd name="csY663" fmla="*/ 380970 h 381000"/>
                <a:gd name="csX664" fmla="*/ 448351 w 638175"/>
                <a:gd name="csY664" fmla="*/ 380970 h 381000"/>
                <a:gd name="csX665" fmla="*/ 447075 w 638175"/>
                <a:gd name="csY665" fmla="*/ 380970 h 381000"/>
                <a:gd name="csX666" fmla="*/ 445808 w 638175"/>
                <a:gd name="csY666" fmla="*/ 380970 h 381000"/>
                <a:gd name="csX667" fmla="*/ 444541 w 638175"/>
                <a:gd name="csY667" fmla="*/ 380970 h 381000"/>
                <a:gd name="csX668" fmla="*/ 443332 w 638175"/>
                <a:gd name="csY668" fmla="*/ 380970 h 381000"/>
                <a:gd name="csX669" fmla="*/ 442065 w 638175"/>
                <a:gd name="csY669" fmla="*/ 380970 h 381000"/>
                <a:gd name="csX670" fmla="*/ 440798 w 638175"/>
                <a:gd name="csY670" fmla="*/ 380970 h 381000"/>
                <a:gd name="csX671" fmla="*/ 439598 w 638175"/>
                <a:gd name="csY671" fmla="*/ 380970 h 381000"/>
                <a:gd name="csX672" fmla="*/ 438331 w 638175"/>
                <a:gd name="csY672" fmla="*/ 380970 h 381000"/>
                <a:gd name="csX673" fmla="*/ 437055 w 638175"/>
                <a:gd name="csY673" fmla="*/ 380970 h 381000"/>
                <a:gd name="csX674" fmla="*/ 435854 w 638175"/>
                <a:gd name="csY674" fmla="*/ 380970 h 381000"/>
                <a:gd name="csX675" fmla="*/ 434588 w 638175"/>
                <a:gd name="csY675" fmla="*/ 380970 h 381000"/>
                <a:gd name="csX676" fmla="*/ 433321 w 638175"/>
                <a:gd name="csY676" fmla="*/ 380970 h 381000"/>
                <a:gd name="csX677" fmla="*/ 432111 w 638175"/>
                <a:gd name="csY677" fmla="*/ 380970 h 381000"/>
                <a:gd name="csX678" fmla="*/ 430844 w 638175"/>
                <a:gd name="csY678" fmla="*/ 380970 h 381000"/>
                <a:gd name="csX679" fmla="*/ 429577 w 638175"/>
                <a:gd name="csY679" fmla="*/ 380970 h 381000"/>
                <a:gd name="csX680" fmla="*/ 428311 w 638175"/>
                <a:gd name="csY680" fmla="*/ 380970 h 381000"/>
                <a:gd name="csX681" fmla="*/ 427101 w 638175"/>
                <a:gd name="csY681" fmla="*/ 380970 h 381000"/>
                <a:gd name="csX682" fmla="*/ 425834 w 638175"/>
                <a:gd name="csY682" fmla="*/ 380970 h 381000"/>
                <a:gd name="csX683" fmla="*/ 424567 w 638175"/>
                <a:gd name="csY683" fmla="*/ 380970 h 381000"/>
                <a:gd name="csX684" fmla="*/ 423357 w 638175"/>
                <a:gd name="csY684" fmla="*/ 380970 h 381000"/>
                <a:gd name="csX685" fmla="*/ 422091 w 638175"/>
                <a:gd name="csY685" fmla="*/ 380970 h 381000"/>
                <a:gd name="csX686" fmla="*/ 420824 w 638175"/>
                <a:gd name="csY686" fmla="*/ 380970 h 381000"/>
                <a:gd name="csX687" fmla="*/ 419615 w 638175"/>
                <a:gd name="csY687" fmla="*/ 380970 h 381000"/>
                <a:gd name="csX688" fmla="*/ 418347 w 638175"/>
                <a:gd name="csY688" fmla="*/ 380970 h 381000"/>
                <a:gd name="csX689" fmla="*/ 417081 w 638175"/>
                <a:gd name="csY689" fmla="*/ 380970 h 381000"/>
                <a:gd name="csX690" fmla="*/ 415881 w 638175"/>
                <a:gd name="csY690" fmla="*/ 380970 h 381000"/>
                <a:gd name="csX691" fmla="*/ 414605 w 638175"/>
                <a:gd name="csY691" fmla="*/ 380970 h 381000"/>
                <a:gd name="csX692" fmla="*/ 413337 w 638175"/>
                <a:gd name="csY692" fmla="*/ 380970 h 381000"/>
                <a:gd name="csX693" fmla="*/ 412070 w 638175"/>
                <a:gd name="csY693" fmla="*/ 380970 h 381000"/>
                <a:gd name="csX694" fmla="*/ 410870 w 638175"/>
                <a:gd name="csY694" fmla="*/ 380970 h 381000"/>
                <a:gd name="csX695" fmla="*/ 409594 w 638175"/>
                <a:gd name="csY695" fmla="*/ 380970 h 381000"/>
                <a:gd name="csX696" fmla="*/ 408327 w 638175"/>
                <a:gd name="csY696" fmla="*/ 380970 h 381000"/>
                <a:gd name="csX697" fmla="*/ 407127 w 638175"/>
                <a:gd name="csY697" fmla="*/ 380970 h 381000"/>
                <a:gd name="csX698" fmla="*/ 405860 w 638175"/>
                <a:gd name="csY698" fmla="*/ 380970 h 381000"/>
                <a:gd name="csX699" fmla="*/ 404584 w 638175"/>
                <a:gd name="csY699" fmla="*/ 380970 h 381000"/>
                <a:gd name="csX700" fmla="*/ 403384 w 638175"/>
                <a:gd name="csY700" fmla="*/ 380970 h 381000"/>
                <a:gd name="csX701" fmla="*/ 402117 w 638175"/>
                <a:gd name="csY701" fmla="*/ 380970 h 381000"/>
                <a:gd name="csX702" fmla="*/ 400850 w 638175"/>
                <a:gd name="csY702" fmla="*/ 380970 h 381000"/>
                <a:gd name="csX703" fmla="*/ 399640 w 638175"/>
                <a:gd name="csY703" fmla="*/ 380970 h 381000"/>
                <a:gd name="csX704" fmla="*/ 398374 w 638175"/>
                <a:gd name="csY704" fmla="*/ 380970 h 381000"/>
                <a:gd name="csX705" fmla="*/ 397107 w 638175"/>
                <a:gd name="csY705" fmla="*/ 380970 h 381000"/>
                <a:gd name="csX706" fmla="*/ 395840 w 638175"/>
                <a:gd name="csY706" fmla="*/ 380970 h 381000"/>
                <a:gd name="csX707" fmla="*/ 394630 w 638175"/>
                <a:gd name="csY707" fmla="*/ 380970 h 381000"/>
                <a:gd name="csX708" fmla="*/ 393363 w 638175"/>
                <a:gd name="csY708" fmla="*/ 380970 h 381000"/>
                <a:gd name="csX709" fmla="*/ 392097 w 638175"/>
                <a:gd name="csY709" fmla="*/ 380970 h 381000"/>
                <a:gd name="csX710" fmla="*/ 390887 w 638175"/>
                <a:gd name="csY710" fmla="*/ 380970 h 381000"/>
                <a:gd name="csX711" fmla="*/ 389620 w 638175"/>
                <a:gd name="csY711" fmla="*/ 380970 h 381000"/>
                <a:gd name="csX712" fmla="*/ 388353 w 638175"/>
                <a:gd name="csY712" fmla="*/ 380970 h 381000"/>
                <a:gd name="csX713" fmla="*/ 387143 w 638175"/>
                <a:gd name="csY713" fmla="*/ 380970 h 381000"/>
                <a:gd name="csX714" fmla="*/ 385877 w 638175"/>
                <a:gd name="csY714" fmla="*/ 380970 h 381000"/>
                <a:gd name="csX715" fmla="*/ 384610 w 638175"/>
                <a:gd name="csY715" fmla="*/ 380970 h 381000"/>
                <a:gd name="csX716" fmla="*/ 383410 w 638175"/>
                <a:gd name="csY716" fmla="*/ 380970 h 381000"/>
                <a:gd name="csX717" fmla="*/ 382133 w 638175"/>
                <a:gd name="csY717" fmla="*/ 380970 h 381000"/>
                <a:gd name="csX718" fmla="*/ 380866 w 638175"/>
                <a:gd name="csY718" fmla="*/ 380970 h 381000"/>
                <a:gd name="csX719" fmla="*/ 379600 w 638175"/>
                <a:gd name="csY719" fmla="*/ 380970 h 381000"/>
                <a:gd name="csX720" fmla="*/ 378400 w 638175"/>
                <a:gd name="csY720" fmla="*/ 380970 h 381000"/>
                <a:gd name="csX721" fmla="*/ 377123 w 638175"/>
                <a:gd name="csY721" fmla="*/ 380970 h 381000"/>
                <a:gd name="csX722" fmla="*/ 375856 w 638175"/>
                <a:gd name="csY722" fmla="*/ 380970 h 381000"/>
                <a:gd name="csX723" fmla="*/ 374656 w 638175"/>
                <a:gd name="csY723" fmla="*/ 380970 h 381000"/>
                <a:gd name="csX724" fmla="*/ 373390 w 638175"/>
                <a:gd name="csY724" fmla="*/ 380970 h 381000"/>
                <a:gd name="csX725" fmla="*/ 372113 w 638175"/>
                <a:gd name="csY725" fmla="*/ 380970 h 381000"/>
                <a:gd name="csX726" fmla="*/ 370913 w 638175"/>
                <a:gd name="csY726" fmla="*/ 380970 h 381000"/>
                <a:gd name="csX727" fmla="*/ 369646 w 638175"/>
                <a:gd name="csY727" fmla="*/ 380970 h 381000"/>
                <a:gd name="csX728" fmla="*/ 368379 w 638175"/>
                <a:gd name="csY728" fmla="*/ 380970 h 381000"/>
                <a:gd name="csX729" fmla="*/ 367113 w 638175"/>
                <a:gd name="csY729" fmla="*/ 380970 h 381000"/>
                <a:gd name="csX730" fmla="*/ 365903 w 638175"/>
                <a:gd name="csY730" fmla="*/ 380970 h 381000"/>
                <a:gd name="csX731" fmla="*/ 364636 w 638175"/>
                <a:gd name="csY731" fmla="*/ 380970 h 381000"/>
                <a:gd name="csX732" fmla="*/ 363369 w 638175"/>
                <a:gd name="csY732" fmla="*/ 380970 h 381000"/>
                <a:gd name="csX733" fmla="*/ 362159 w 638175"/>
                <a:gd name="csY733" fmla="*/ 380970 h 381000"/>
                <a:gd name="csX734" fmla="*/ 360893 w 638175"/>
                <a:gd name="csY734" fmla="*/ 380970 h 381000"/>
                <a:gd name="csX735" fmla="*/ 359626 w 638175"/>
                <a:gd name="csY735" fmla="*/ 380970 h 381000"/>
                <a:gd name="csX736" fmla="*/ 358416 w 638175"/>
                <a:gd name="csY736" fmla="*/ 380970 h 381000"/>
                <a:gd name="csX737" fmla="*/ 357149 w 638175"/>
                <a:gd name="csY737" fmla="*/ 380970 h 381000"/>
                <a:gd name="csX738" fmla="*/ 355883 w 638175"/>
                <a:gd name="csY738" fmla="*/ 380970 h 381000"/>
                <a:gd name="csX739" fmla="*/ 354683 w 638175"/>
                <a:gd name="csY739" fmla="*/ 380970 h 381000"/>
                <a:gd name="csX740" fmla="*/ 353406 w 638175"/>
                <a:gd name="csY740" fmla="*/ 380970 h 381000"/>
                <a:gd name="csX741" fmla="*/ 352139 w 638175"/>
                <a:gd name="csY741" fmla="*/ 380970 h 381000"/>
                <a:gd name="csX742" fmla="*/ 350872 w 638175"/>
                <a:gd name="csY742" fmla="*/ 380970 h 381000"/>
                <a:gd name="csX743" fmla="*/ 349672 w 638175"/>
                <a:gd name="csY743" fmla="*/ 380970 h 381000"/>
                <a:gd name="csX744" fmla="*/ 348396 w 638175"/>
                <a:gd name="csY744" fmla="*/ 380970 h 381000"/>
                <a:gd name="csX745" fmla="*/ 347129 w 638175"/>
                <a:gd name="csY745" fmla="*/ 380970 h 381000"/>
                <a:gd name="csX746" fmla="*/ 345929 w 638175"/>
                <a:gd name="csY746" fmla="*/ 380970 h 381000"/>
                <a:gd name="csX747" fmla="*/ 344662 w 638175"/>
                <a:gd name="csY747" fmla="*/ 380970 h 381000"/>
                <a:gd name="csX748" fmla="*/ 343386 w 638175"/>
                <a:gd name="csY748" fmla="*/ 380970 h 381000"/>
                <a:gd name="csX749" fmla="*/ 342186 w 638175"/>
                <a:gd name="csY749" fmla="*/ 380970 h 381000"/>
                <a:gd name="csX750" fmla="*/ 340919 w 638175"/>
                <a:gd name="csY750" fmla="*/ 380970 h 381000"/>
                <a:gd name="csX751" fmla="*/ 339652 w 638175"/>
                <a:gd name="csY751" fmla="*/ 380970 h 381000"/>
                <a:gd name="csX752" fmla="*/ 338442 w 638175"/>
                <a:gd name="csY752" fmla="*/ 380970 h 381000"/>
                <a:gd name="csX753" fmla="*/ 337176 w 638175"/>
                <a:gd name="csY753" fmla="*/ 380970 h 381000"/>
                <a:gd name="csX754" fmla="*/ 335909 w 638175"/>
                <a:gd name="csY754" fmla="*/ 380970 h 381000"/>
                <a:gd name="csX755" fmla="*/ 334642 w 638175"/>
                <a:gd name="csY755" fmla="*/ 380970 h 381000"/>
                <a:gd name="csX756" fmla="*/ 333432 w 638175"/>
                <a:gd name="csY756" fmla="*/ 380970 h 381000"/>
                <a:gd name="csX757" fmla="*/ 332165 w 638175"/>
                <a:gd name="csY757" fmla="*/ 380970 h 381000"/>
                <a:gd name="csX758" fmla="*/ 330899 w 638175"/>
                <a:gd name="csY758" fmla="*/ 380970 h 381000"/>
                <a:gd name="csX759" fmla="*/ 329689 w 638175"/>
                <a:gd name="csY759" fmla="*/ 380970 h 381000"/>
                <a:gd name="csX760" fmla="*/ 328422 w 638175"/>
                <a:gd name="csY760" fmla="*/ 380970 h 381000"/>
                <a:gd name="csX761" fmla="*/ 327155 w 638175"/>
                <a:gd name="csY761" fmla="*/ 380970 h 381000"/>
                <a:gd name="csX762" fmla="*/ 325945 w 638175"/>
                <a:gd name="csY762" fmla="*/ 380970 h 381000"/>
                <a:gd name="csX763" fmla="*/ 324679 w 638175"/>
                <a:gd name="csY763" fmla="*/ 380970 h 381000"/>
                <a:gd name="csX764" fmla="*/ 323412 w 638175"/>
                <a:gd name="csY764" fmla="*/ 380970 h 381000"/>
                <a:gd name="csX765" fmla="*/ 322212 w 638175"/>
                <a:gd name="csY765" fmla="*/ 380970 h 381000"/>
                <a:gd name="csX766" fmla="*/ 320935 w 638175"/>
                <a:gd name="csY766" fmla="*/ 380970 h 381000"/>
                <a:gd name="csX767" fmla="*/ 319668 w 638175"/>
                <a:gd name="csY767" fmla="*/ 380970 h 381000"/>
                <a:gd name="csX768" fmla="*/ 318402 w 638175"/>
                <a:gd name="csY768" fmla="*/ 380970 h 381000"/>
                <a:gd name="csX769" fmla="*/ 317202 w 638175"/>
                <a:gd name="csY769" fmla="*/ 380970 h 381000"/>
                <a:gd name="csX770" fmla="*/ 315925 w 638175"/>
                <a:gd name="csY770" fmla="*/ 380970 h 381000"/>
                <a:gd name="csX771" fmla="*/ 314658 w 638175"/>
                <a:gd name="csY771" fmla="*/ 380970 h 381000"/>
                <a:gd name="csX772" fmla="*/ 313458 w 638175"/>
                <a:gd name="csY772" fmla="*/ 380970 h 381000"/>
                <a:gd name="csX773" fmla="*/ 312192 w 638175"/>
                <a:gd name="csY773" fmla="*/ 380970 h 381000"/>
                <a:gd name="csX774" fmla="*/ 310915 w 638175"/>
                <a:gd name="csY774" fmla="*/ 380970 h 381000"/>
                <a:gd name="csX775" fmla="*/ 309715 w 638175"/>
                <a:gd name="csY775" fmla="*/ 380970 h 381000"/>
                <a:gd name="csX776" fmla="*/ 308448 w 638175"/>
                <a:gd name="csY776" fmla="*/ 380970 h 381000"/>
                <a:gd name="csX777" fmla="*/ 307181 w 638175"/>
                <a:gd name="csY777" fmla="*/ 380970 h 381000"/>
                <a:gd name="csX778" fmla="*/ 305972 w 638175"/>
                <a:gd name="csY778" fmla="*/ 380970 h 381000"/>
                <a:gd name="csX779" fmla="*/ 304705 w 638175"/>
                <a:gd name="csY779" fmla="*/ 380970 h 381000"/>
                <a:gd name="csX780" fmla="*/ 303438 w 638175"/>
                <a:gd name="csY780" fmla="*/ 380970 h 381000"/>
                <a:gd name="csX781" fmla="*/ 302171 w 638175"/>
                <a:gd name="csY781" fmla="*/ 380970 h 381000"/>
                <a:gd name="csX782" fmla="*/ 300961 w 638175"/>
                <a:gd name="csY782" fmla="*/ 380970 h 381000"/>
                <a:gd name="csX783" fmla="*/ 299695 w 638175"/>
                <a:gd name="csY783" fmla="*/ 380970 h 381000"/>
                <a:gd name="csX784" fmla="*/ 298428 w 638175"/>
                <a:gd name="csY784" fmla="*/ 380970 h 381000"/>
                <a:gd name="csX785" fmla="*/ 297218 w 638175"/>
                <a:gd name="csY785" fmla="*/ 380970 h 381000"/>
                <a:gd name="csX786" fmla="*/ 295951 w 638175"/>
                <a:gd name="csY786" fmla="*/ 380970 h 381000"/>
                <a:gd name="csX787" fmla="*/ 294685 w 638175"/>
                <a:gd name="csY787" fmla="*/ 380970 h 381000"/>
                <a:gd name="csX788" fmla="*/ 293475 w 638175"/>
                <a:gd name="csY788" fmla="*/ 380970 h 381000"/>
                <a:gd name="csX789" fmla="*/ 292208 w 638175"/>
                <a:gd name="csY789" fmla="*/ 380970 h 381000"/>
                <a:gd name="csX790" fmla="*/ 290941 w 638175"/>
                <a:gd name="csY790" fmla="*/ 380970 h 381000"/>
                <a:gd name="csX791" fmla="*/ 289741 w 638175"/>
                <a:gd name="csY791" fmla="*/ 380970 h 381000"/>
                <a:gd name="csX792" fmla="*/ 288474 w 638175"/>
                <a:gd name="csY792" fmla="*/ 380970 h 381000"/>
                <a:gd name="csX793" fmla="*/ 287198 w 638175"/>
                <a:gd name="csY793" fmla="*/ 380970 h 381000"/>
                <a:gd name="csX794" fmla="*/ 285931 w 638175"/>
                <a:gd name="csY794" fmla="*/ 380970 h 381000"/>
                <a:gd name="csX795" fmla="*/ 284731 w 638175"/>
                <a:gd name="csY795" fmla="*/ 380970 h 381000"/>
                <a:gd name="csX796" fmla="*/ 283454 w 638175"/>
                <a:gd name="csY796" fmla="*/ 380970 h 381000"/>
                <a:gd name="csX797" fmla="*/ 282188 w 638175"/>
                <a:gd name="csY797" fmla="*/ 380970 h 381000"/>
                <a:gd name="csX798" fmla="*/ 280988 w 638175"/>
                <a:gd name="csY798" fmla="*/ 380970 h 381000"/>
                <a:gd name="csX799" fmla="*/ 279721 w 638175"/>
                <a:gd name="csY799" fmla="*/ 380970 h 381000"/>
                <a:gd name="csX800" fmla="*/ 278454 w 638175"/>
                <a:gd name="csY800" fmla="*/ 380970 h 381000"/>
                <a:gd name="csX801" fmla="*/ 277244 w 638175"/>
                <a:gd name="csY801" fmla="*/ 380970 h 381000"/>
                <a:gd name="csX802" fmla="*/ 275978 w 638175"/>
                <a:gd name="csY802" fmla="*/ 380970 h 381000"/>
                <a:gd name="csX803" fmla="*/ 274711 w 638175"/>
                <a:gd name="csY803" fmla="*/ 380970 h 381000"/>
                <a:gd name="csX804" fmla="*/ 273434 w 638175"/>
                <a:gd name="csY804" fmla="*/ 380970 h 381000"/>
                <a:gd name="csX805" fmla="*/ 272234 w 638175"/>
                <a:gd name="csY805" fmla="*/ 380970 h 381000"/>
                <a:gd name="csX806" fmla="*/ 270967 w 638175"/>
                <a:gd name="csY806" fmla="*/ 380970 h 381000"/>
                <a:gd name="csX807" fmla="*/ 269701 w 638175"/>
                <a:gd name="csY807" fmla="*/ 380970 h 381000"/>
                <a:gd name="csX808" fmla="*/ 268491 w 638175"/>
                <a:gd name="csY808" fmla="*/ 380970 h 381000"/>
                <a:gd name="csX809" fmla="*/ 267224 w 638175"/>
                <a:gd name="csY809" fmla="*/ 380970 h 381000"/>
                <a:gd name="csX810" fmla="*/ 265957 w 638175"/>
                <a:gd name="csY810" fmla="*/ 380970 h 381000"/>
                <a:gd name="csX811" fmla="*/ 264747 w 638175"/>
                <a:gd name="csY811" fmla="*/ 380970 h 381000"/>
                <a:gd name="csX812" fmla="*/ 263481 w 638175"/>
                <a:gd name="csY812" fmla="*/ 380970 h 381000"/>
                <a:gd name="csX813" fmla="*/ 262214 w 638175"/>
                <a:gd name="csY813" fmla="*/ 380970 h 381000"/>
                <a:gd name="csX814" fmla="*/ 261014 w 638175"/>
                <a:gd name="csY814" fmla="*/ 380970 h 381000"/>
                <a:gd name="csX815" fmla="*/ 259737 w 638175"/>
                <a:gd name="csY815" fmla="*/ 380970 h 381000"/>
                <a:gd name="csX816" fmla="*/ 258470 w 638175"/>
                <a:gd name="csY816" fmla="*/ 380970 h 381000"/>
                <a:gd name="csX817" fmla="*/ 257204 w 638175"/>
                <a:gd name="csY817" fmla="*/ 380970 h 381000"/>
                <a:gd name="csX818" fmla="*/ 256004 w 638175"/>
                <a:gd name="csY818" fmla="*/ 380970 h 381000"/>
                <a:gd name="csX819" fmla="*/ 254727 w 638175"/>
                <a:gd name="csY819" fmla="*/ 380970 h 381000"/>
                <a:gd name="csX820" fmla="*/ 253460 w 638175"/>
                <a:gd name="csY820" fmla="*/ 380970 h 381000"/>
                <a:gd name="csX821" fmla="*/ 252260 w 638175"/>
                <a:gd name="csY821" fmla="*/ 380970 h 381000"/>
                <a:gd name="csX822" fmla="*/ 250994 w 638175"/>
                <a:gd name="csY822" fmla="*/ 380970 h 381000"/>
                <a:gd name="csX823" fmla="*/ 249717 w 638175"/>
                <a:gd name="csY823" fmla="*/ 380970 h 381000"/>
                <a:gd name="csX824" fmla="*/ 248517 w 638175"/>
                <a:gd name="csY824" fmla="*/ 380970 h 381000"/>
                <a:gd name="csX825" fmla="*/ 247250 w 638175"/>
                <a:gd name="csY825" fmla="*/ 380970 h 381000"/>
                <a:gd name="csX826" fmla="*/ 245983 w 638175"/>
                <a:gd name="csY826" fmla="*/ 380970 h 381000"/>
                <a:gd name="csX827" fmla="*/ 244774 w 638175"/>
                <a:gd name="csY827" fmla="*/ 380970 h 381000"/>
                <a:gd name="csX828" fmla="*/ 243507 w 638175"/>
                <a:gd name="csY828" fmla="*/ 380970 h 381000"/>
                <a:gd name="csX829" fmla="*/ 242240 w 638175"/>
                <a:gd name="csY829" fmla="*/ 380970 h 381000"/>
                <a:gd name="csX830" fmla="*/ 240973 w 638175"/>
                <a:gd name="csY830" fmla="*/ 380970 h 381000"/>
                <a:gd name="csX831" fmla="*/ 239763 w 638175"/>
                <a:gd name="csY831" fmla="*/ 380970 h 381000"/>
                <a:gd name="csX832" fmla="*/ 238497 w 638175"/>
                <a:gd name="csY832" fmla="*/ 380970 h 381000"/>
                <a:gd name="csX833" fmla="*/ 237230 w 638175"/>
                <a:gd name="csY833" fmla="*/ 380970 h 381000"/>
                <a:gd name="csX834" fmla="*/ 236020 w 638175"/>
                <a:gd name="csY834" fmla="*/ 380970 h 381000"/>
                <a:gd name="csX835" fmla="*/ 234753 w 638175"/>
                <a:gd name="csY835" fmla="*/ 380970 h 381000"/>
                <a:gd name="csX836" fmla="*/ 233487 w 638175"/>
                <a:gd name="csY836" fmla="*/ 380970 h 381000"/>
                <a:gd name="csX837" fmla="*/ 232277 w 638175"/>
                <a:gd name="csY837" fmla="*/ 380970 h 381000"/>
                <a:gd name="csX838" fmla="*/ 231010 w 638175"/>
                <a:gd name="csY838" fmla="*/ 380970 h 381000"/>
                <a:gd name="csX839" fmla="*/ 229743 w 638175"/>
                <a:gd name="csY839" fmla="*/ 380970 h 381000"/>
                <a:gd name="csX840" fmla="*/ 228543 w 638175"/>
                <a:gd name="csY840" fmla="*/ 380970 h 381000"/>
                <a:gd name="csX841" fmla="*/ 227267 w 638175"/>
                <a:gd name="csY841" fmla="*/ 380970 h 381000"/>
                <a:gd name="csX842" fmla="*/ 226000 w 638175"/>
                <a:gd name="csY842" fmla="*/ 380970 h 381000"/>
                <a:gd name="csX843" fmla="*/ 224733 w 638175"/>
                <a:gd name="csY843" fmla="*/ 380970 h 381000"/>
                <a:gd name="csX844" fmla="*/ 223532 w 638175"/>
                <a:gd name="csY844" fmla="*/ 380970 h 381000"/>
                <a:gd name="csX845" fmla="*/ 222256 w 638175"/>
                <a:gd name="csY845" fmla="*/ 380970 h 381000"/>
                <a:gd name="csX846" fmla="*/ 220990 w 638175"/>
                <a:gd name="csY846" fmla="*/ 380970 h 381000"/>
                <a:gd name="csX847" fmla="*/ 219790 w 638175"/>
                <a:gd name="csY847" fmla="*/ 380970 h 381000"/>
                <a:gd name="csX848" fmla="*/ 218522 w 638175"/>
                <a:gd name="csY848" fmla="*/ 380970 h 381000"/>
                <a:gd name="csX849" fmla="*/ 217246 w 638175"/>
                <a:gd name="csY849" fmla="*/ 380970 h 381000"/>
                <a:gd name="csX850" fmla="*/ 216046 w 638175"/>
                <a:gd name="csY850" fmla="*/ 380970 h 381000"/>
                <a:gd name="csX851" fmla="*/ 214780 w 638175"/>
                <a:gd name="csY851" fmla="*/ 380970 h 381000"/>
                <a:gd name="csX852" fmla="*/ 213513 w 638175"/>
                <a:gd name="csY852" fmla="*/ 380970 h 381000"/>
                <a:gd name="csX853" fmla="*/ 212303 w 638175"/>
                <a:gd name="csY853" fmla="*/ 380970 h 381000"/>
                <a:gd name="csX854" fmla="*/ 211036 w 638175"/>
                <a:gd name="csY854" fmla="*/ 380970 h 381000"/>
                <a:gd name="csX855" fmla="*/ 209769 w 638175"/>
                <a:gd name="csY855" fmla="*/ 380970 h 381000"/>
                <a:gd name="csX856" fmla="*/ 208503 w 638175"/>
                <a:gd name="csY856" fmla="*/ 380970 h 381000"/>
                <a:gd name="csX857" fmla="*/ 207293 w 638175"/>
                <a:gd name="csY857" fmla="*/ 380970 h 381000"/>
                <a:gd name="csX858" fmla="*/ 206026 w 638175"/>
                <a:gd name="csY858" fmla="*/ 380970 h 381000"/>
                <a:gd name="csX859" fmla="*/ 204759 w 638175"/>
                <a:gd name="csY859" fmla="*/ 380970 h 381000"/>
                <a:gd name="csX860" fmla="*/ 203549 w 638175"/>
                <a:gd name="csY860" fmla="*/ 380970 h 381000"/>
                <a:gd name="csX861" fmla="*/ 202283 w 638175"/>
                <a:gd name="csY861" fmla="*/ 380970 h 381000"/>
                <a:gd name="csX862" fmla="*/ 201016 w 638175"/>
                <a:gd name="csY862" fmla="*/ 380970 h 381000"/>
                <a:gd name="csX863" fmla="*/ 199815 w 638175"/>
                <a:gd name="csY863" fmla="*/ 380970 h 381000"/>
                <a:gd name="csX864" fmla="*/ 198539 w 638175"/>
                <a:gd name="csY864" fmla="*/ 380970 h 381000"/>
                <a:gd name="csX865" fmla="*/ 197272 w 638175"/>
                <a:gd name="csY865" fmla="*/ 380970 h 381000"/>
                <a:gd name="csX866" fmla="*/ 196006 w 638175"/>
                <a:gd name="csY866" fmla="*/ 380970 h 381000"/>
                <a:gd name="csX867" fmla="*/ 194805 w 638175"/>
                <a:gd name="csY867" fmla="*/ 380970 h 381000"/>
                <a:gd name="csX868" fmla="*/ 193529 w 638175"/>
                <a:gd name="csY868" fmla="*/ 380970 h 381000"/>
                <a:gd name="csX869" fmla="*/ 192262 w 638175"/>
                <a:gd name="csY869" fmla="*/ 380970 h 381000"/>
                <a:gd name="csX870" fmla="*/ 191062 w 638175"/>
                <a:gd name="csY870" fmla="*/ 380970 h 381000"/>
                <a:gd name="csX871" fmla="*/ 189795 w 638175"/>
                <a:gd name="csY871" fmla="*/ 380970 h 381000"/>
                <a:gd name="csX872" fmla="*/ 188519 w 638175"/>
                <a:gd name="csY872" fmla="*/ 380970 h 381000"/>
                <a:gd name="csX873" fmla="*/ 187319 w 638175"/>
                <a:gd name="csY873" fmla="*/ 380970 h 381000"/>
                <a:gd name="csX874" fmla="*/ 186052 w 638175"/>
                <a:gd name="csY874" fmla="*/ 380970 h 381000"/>
                <a:gd name="csX875" fmla="*/ 184785 w 638175"/>
                <a:gd name="csY875" fmla="*/ 380970 h 381000"/>
                <a:gd name="csX876" fmla="*/ 183576 w 638175"/>
                <a:gd name="csY876" fmla="*/ 380970 h 381000"/>
                <a:gd name="csX877" fmla="*/ 182309 w 638175"/>
                <a:gd name="csY877" fmla="*/ 380970 h 381000"/>
                <a:gd name="csX878" fmla="*/ 181041 w 638175"/>
                <a:gd name="csY878" fmla="*/ 380970 h 381000"/>
                <a:gd name="csX879" fmla="*/ 179775 w 638175"/>
                <a:gd name="csY879" fmla="*/ 380970 h 381000"/>
                <a:gd name="csX880" fmla="*/ 178565 w 638175"/>
                <a:gd name="csY880" fmla="*/ 380970 h 381000"/>
                <a:gd name="csX881" fmla="*/ 177299 w 638175"/>
                <a:gd name="csY881" fmla="*/ 380970 h 381000"/>
                <a:gd name="csX882" fmla="*/ 176031 w 638175"/>
                <a:gd name="csY882" fmla="*/ 380970 h 381000"/>
                <a:gd name="csX883" fmla="*/ 174822 w 638175"/>
                <a:gd name="csY883" fmla="*/ 380970 h 381000"/>
                <a:gd name="csX884" fmla="*/ 173555 w 638175"/>
                <a:gd name="csY884" fmla="*/ 380970 h 381000"/>
                <a:gd name="csX885" fmla="*/ 172289 w 638175"/>
                <a:gd name="csY885" fmla="*/ 380970 h 381000"/>
                <a:gd name="csX886" fmla="*/ 171079 w 638175"/>
                <a:gd name="csY886" fmla="*/ 380970 h 381000"/>
                <a:gd name="csX887" fmla="*/ 169812 w 638175"/>
                <a:gd name="csY887" fmla="*/ 380970 h 381000"/>
                <a:gd name="csX888" fmla="*/ 168545 w 638175"/>
                <a:gd name="csY888" fmla="*/ 380970 h 381000"/>
                <a:gd name="csX889" fmla="*/ 167345 w 638175"/>
                <a:gd name="csY889" fmla="*/ 380970 h 381000"/>
                <a:gd name="csX890" fmla="*/ 166078 w 638175"/>
                <a:gd name="csY890" fmla="*/ 380970 h 381000"/>
                <a:gd name="csX891" fmla="*/ 164802 w 638175"/>
                <a:gd name="csY891" fmla="*/ 380970 h 381000"/>
                <a:gd name="csX892" fmla="*/ 163535 w 638175"/>
                <a:gd name="csY892" fmla="*/ 380970 h 381000"/>
                <a:gd name="csX893" fmla="*/ 162334 w 638175"/>
                <a:gd name="csY893" fmla="*/ 380970 h 381000"/>
                <a:gd name="csX894" fmla="*/ 161058 w 638175"/>
                <a:gd name="csY894" fmla="*/ 380970 h 381000"/>
                <a:gd name="csX895" fmla="*/ 159792 w 638175"/>
                <a:gd name="csY895" fmla="*/ 380970 h 381000"/>
                <a:gd name="csX896" fmla="*/ 158591 w 638175"/>
                <a:gd name="csY896" fmla="*/ 380970 h 381000"/>
                <a:gd name="csX897" fmla="*/ 157324 w 638175"/>
                <a:gd name="csY897" fmla="*/ 380970 h 381000"/>
                <a:gd name="csX898" fmla="*/ 156048 w 638175"/>
                <a:gd name="csY898" fmla="*/ 380970 h 381000"/>
                <a:gd name="csX899" fmla="*/ 154848 w 638175"/>
                <a:gd name="csY899" fmla="*/ 380970 h 381000"/>
                <a:gd name="csX900" fmla="*/ 153581 w 638175"/>
                <a:gd name="csY900" fmla="*/ 380970 h 381000"/>
                <a:gd name="csX901" fmla="*/ 152314 w 638175"/>
                <a:gd name="csY901" fmla="*/ 380970 h 381000"/>
                <a:gd name="csX902" fmla="*/ 151105 w 638175"/>
                <a:gd name="csY902" fmla="*/ 380970 h 381000"/>
                <a:gd name="csX903" fmla="*/ 149838 w 638175"/>
                <a:gd name="csY903" fmla="*/ 380970 h 381000"/>
                <a:gd name="csX904" fmla="*/ 148571 w 638175"/>
                <a:gd name="csY904" fmla="*/ 380970 h 381000"/>
                <a:gd name="csX905" fmla="*/ 147304 w 638175"/>
                <a:gd name="csY905" fmla="*/ 380970 h 381000"/>
                <a:gd name="csX906" fmla="*/ 146095 w 638175"/>
                <a:gd name="csY906" fmla="*/ 380970 h 381000"/>
                <a:gd name="csX907" fmla="*/ 144827 w 638175"/>
                <a:gd name="csY907" fmla="*/ 380970 h 381000"/>
                <a:gd name="csX908" fmla="*/ 143561 w 638175"/>
                <a:gd name="csY908" fmla="*/ 380970 h 381000"/>
                <a:gd name="csX909" fmla="*/ 142351 w 638175"/>
                <a:gd name="csY909" fmla="*/ 380970 h 381000"/>
                <a:gd name="csX910" fmla="*/ 141085 w 638175"/>
                <a:gd name="csY910" fmla="*/ 380970 h 381000"/>
                <a:gd name="csX911" fmla="*/ 139818 w 638175"/>
                <a:gd name="csY911" fmla="*/ 380970 h 381000"/>
                <a:gd name="csX912" fmla="*/ 138617 w 638175"/>
                <a:gd name="csY912" fmla="*/ 380970 h 381000"/>
                <a:gd name="csX913" fmla="*/ 137341 w 638175"/>
                <a:gd name="csY913" fmla="*/ 380970 h 381000"/>
                <a:gd name="csX914" fmla="*/ 136074 w 638175"/>
                <a:gd name="csY914" fmla="*/ 380970 h 381000"/>
                <a:gd name="csX915" fmla="*/ 134874 w 638175"/>
                <a:gd name="csY915" fmla="*/ 380970 h 381000"/>
                <a:gd name="csX916" fmla="*/ 133607 w 638175"/>
                <a:gd name="csY916" fmla="*/ 380970 h 381000"/>
                <a:gd name="csX917" fmla="*/ 132331 w 638175"/>
                <a:gd name="csY917" fmla="*/ 380970 h 381000"/>
                <a:gd name="csX918" fmla="*/ 131064 w 638175"/>
                <a:gd name="csY918" fmla="*/ 380970 h 381000"/>
                <a:gd name="csX919" fmla="*/ 129864 w 638175"/>
                <a:gd name="csY919" fmla="*/ 380970 h 381000"/>
                <a:gd name="csX920" fmla="*/ 128597 w 638175"/>
                <a:gd name="csY920" fmla="*/ 380970 h 381000"/>
                <a:gd name="csX921" fmla="*/ 127321 w 638175"/>
                <a:gd name="csY921" fmla="*/ 380970 h 381000"/>
                <a:gd name="csX922" fmla="*/ 126120 w 638175"/>
                <a:gd name="csY922" fmla="*/ 380970 h 381000"/>
                <a:gd name="csX923" fmla="*/ 124854 w 638175"/>
                <a:gd name="csY923" fmla="*/ 380970 h 381000"/>
                <a:gd name="csX924" fmla="*/ 123587 w 638175"/>
                <a:gd name="csY924" fmla="*/ 380970 h 381000"/>
                <a:gd name="csX925" fmla="*/ 122377 w 638175"/>
                <a:gd name="csY925" fmla="*/ 380970 h 381000"/>
                <a:gd name="csX926" fmla="*/ 121110 w 638175"/>
                <a:gd name="csY926" fmla="*/ 380970 h 381000"/>
                <a:gd name="csX927" fmla="*/ 119843 w 638175"/>
                <a:gd name="csY927" fmla="*/ 380970 h 381000"/>
                <a:gd name="csX928" fmla="*/ 118634 w 638175"/>
                <a:gd name="csY928" fmla="*/ 380970 h 381000"/>
                <a:gd name="csX929" fmla="*/ 117367 w 638175"/>
                <a:gd name="csY929" fmla="*/ 380970 h 381000"/>
                <a:gd name="csX930" fmla="*/ 116100 w 638175"/>
                <a:gd name="csY930" fmla="*/ 380970 h 381000"/>
                <a:gd name="csX931" fmla="*/ 114833 w 638175"/>
                <a:gd name="csY931" fmla="*/ 380970 h 381000"/>
                <a:gd name="csX932" fmla="*/ 113624 w 638175"/>
                <a:gd name="csY932" fmla="*/ 380970 h 381000"/>
                <a:gd name="csX933" fmla="*/ 112357 w 638175"/>
                <a:gd name="csY933" fmla="*/ 380970 h 381000"/>
                <a:gd name="csX934" fmla="*/ 111090 w 638175"/>
                <a:gd name="csY934" fmla="*/ 380970 h 381000"/>
                <a:gd name="csX935" fmla="*/ 109881 w 638175"/>
                <a:gd name="csY935" fmla="*/ 380970 h 381000"/>
                <a:gd name="csX936" fmla="*/ 108614 w 638175"/>
                <a:gd name="csY936" fmla="*/ 380970 h 381000"/>
                <a:gd name="csX937" fmla="*/ 107347 w 638175"/>
                <a:gd name="csY937" fmla="*/ 380970 h 381000"/>
                <a:gd name="csX938" fmla="*/ 106147 w 638175"/>
                <a:gd name="csY938" fmla="*/ 380970 h 381000"/>
                <a:gd name="csX939" fmla="*/ 104871 w 638175"/>
                <a:gd name="csY939" fmla="*/ 380970 h 381000"/>
                <a:gd name="csX940" fmla="*/ 103604 w 638175"/>
                <a:gd name="csY940" fmla="*/ 380970 h 381000"/>
                <a:gd name="csX941" fmla="*/ 102336 w 638175"/>
                <a:gd name="csY941" fmla="*/ 380970 h 381000"/>
                <a:gd name="csX942" fmla="*/ 101136 w 638175"/>
                <a:gd name="csY942" fmla="*/ 380970 h 381000"/>
                <a:gd name="csX943" fmla="*/ 99860 w 638175"/>
                <a:gd name="csY943" fmla="*/ 380970 h 381000"/>
                <a:gd name="csX944" fmla="*/ 98594 w 638175"/>
                <a:gd name="csY944" fmla="*/ 380970 h 381000"/>
                <a:gd name="csX945" fmla="*/ 97393 w 638175"/>
                <a:gd name="csY945" fmla="*/ 380970 h 381000"/>
                <a:gd name="csX946" fmla="*/ 96126 w 638175"/>
                <a:gd name="csY946" fmla="*/ 380970 h 381000"/>
                <a:gd name="csX947" fmla="*/ 94850 w 638175"/>
                <a:gd name="csY947" fmla="*/ 380970 h 381000"/>
                <a:gd name="csX948" fmla="*/ 93650 w 638175"/>
                <a:gd name="csY948" fmla="*/ 380970 h 381000"/>
                <a:gd name="csX949" fmla="*/ 92383 w 638175"/>
                <a:gd name="csY949" fmla="*/ 380970 h 381000"/>
                <a:gd name="csX950" fmla="*/ 91116 w 638175"/>
                <a:gd name="csY950" fmla="*/ 380970 h 381000"/>
                <a:gd name="csX951" fmla="*/ 89906 w 638175"/>
                <a:gd name="csY951" fmla="*/ 380970 h 381000"/>
                <a:gd name="csX952" fmla="*/ 88640 w 638175"/>
                <a:gd name="csY952" fmla="*/ 380970 h 381000"/>
                <a:gd name="csX953" fmla="*/ 87373 w 638175"/>
                <a:gd name="csY953" fmla="*/ 380970 h 381000"/>
                <a:gd name="csX954" fmla="*/ 86106 w 638175"/>
                <a:gd name="csY954" fmla="*/ 380970 h 381000"/>
                <a:gd name="csX955" fmla="*/ 84896 w 638175"/>
                <a:gd name="csY955" fmla="*/ 380970 h 381000"/>
                <a:gd name="csX956" fmla="*/ 83629 w 638175"/>
                <a:gd name="csY956" fmla="*/ 380970 h 381000"/>
                <a:gd name="csX957" fmla="*/ 82363 w 638175"/>
                <a:gd name="csY957" fmla="*/ 380970 h 381000"/>
                <a:gd name="csX958" fmla="*/ 81153 w 638175"/>
                <a:gd name="csY958" fmla="*/ 380970 h 381000"/>
                <a:gd name="csX959" fmla="*/ 79886 w 638175"/>
                <a:gd name="csY959" fmla="*/ 380970 h 381000"/>
                <a:gd name="csX960" fmla="*/ 78619 w 638175"/>
                <a:gd name="csY960" fmla="*/ 380970 h 381000"/>
                <a:gd name="csX961" fmla="*/ 77419 w 638175"/>
                <a:gd name="csY961" fmla="*/ 380970 h 381000"/>
                <a:gd name="csX962" fmla="*/ 76143 w 638175"/>
                <a:gd name="csY962" fmla="*/ 380970 h 381000"/>
                <a:gd name="csX963" fmla="*/ 74876 w 638175"/>
                <a:gd name="csY963" fmla="*/ 380970 h 381000"/>
                <a:gd name="csX964" fmla="*/ 73676 w 638175"/>
                <a:gd name="csY964" fmla="*/ 380970 h 381000"/>
                <a:gd name="csX965" fmla="*/ 72400 w 638175"/>
                <a:gd name="csY965" fmla="*/ 380970 h 381000"/>
                <a:gd name="csX966" fmla="*/ 71132 w 638175"/>
                <a:gd name="csY966" fmla="*/ 380970 h 381000"/>
                <a:gd name="csX967" fmla="*/ 69866 w 638175"/>
                <a:gd name="csY967" fmla="*/ 380970 h 381000"/>
                <a:gd name="csX968" fmla="*/ 68666 w 638175"/>
                <a:gd name="csY968" fmla="*/ 380970 h 381000"/>
                <a:gd name="csX969" fmla="*/ 67399 w 638175"/>
                <a:gd name="csY969" fmla="*/ 380970 h 381000"/>
                <a:gd name="csX970" fmla="*/ 66122 w 638175"/>
                <a:gd name="csY970" fmla="*/ 380970 h 381000"/>
                <a:gd name="csX971" fmla="*/ 64922 w 638175"/>
                <a:gd name="csY971" fmla="*/ 380970 h 381000"/>
                <a:gd name="csX972" fmla="*/ 63656 w 638175"/>
                <a:gd name="csY972" fmla="*/ 380970 h 381000"/>
                <a:gd name="csX973" fmla="*/ 62389 w 638175"/>
                <a:gd name="csY973" fmla="*/ 380970 h 381000"/>
                <a:gd name="csX974" fmla="*/ 61179 w 638175"/>
                <a:gd name="csY974" fmla="*/ 380970 h 381000"/>
                <a:gd name="csX975" fmla="*/ 59912 w 638175"/>
                <a:gd name="csY975" fmla="*/ 380970 h 381000"/>
                <a:gd name="csX976" fmla="*/ 58645 w 638175"/>
                <a:gd name="csY976" fmla="*/ 380970 h 381000"/>
                <a:gd name="csX977" fmla="*/ 57436 w 638175"/>
                <a:gd name="csY977" fmla="*/ 380970 h 381000"/>
                <a:gd name="csX978" fmla="*/ 56169 w 638175"/>
                <a:gd name="csY978" fmla="*/ 380970 h 381000"/>
                <a:gd name="csX979" fmla="*/ 54902 w 638175"/>
                <a:gd name="csY979" fmla="*/ 380970 h 381000"/>
                <a:gd name="csX980" fmla="*/ 53635 w 638175"/>
                <a:gd name="csY980" fmla="*/ 380970 h 381000"/>
                <a:gd name="csX981" fmla="*/ 52425 w 638175"/>
                <a:gd name="csY981" fmla="*/ 380970 h 381000"/>
                <a:gd name="csX982" fmla="*/ 51159 w 638175"/>
                <a:gd name="csY982" fmla="*/ 380970 h 381000"/>
                <a:gd name="csX983" fmla="*/ 49892 w 638175"/>
                <a:gd name="csY983" fmla="*/ 380970 h 381000"/>
                <a:gd name="csX984" fmla="*/ 48682 w 638175"/>
                <a:gd name="csY984" fmla="*/ 380970 h 381000"/>
                <a:gd name="csX985" fmla="*/ 47415 w 638175"/>
                <a:gd name="csY985" fmla="*/ 380970 h 381000"/>
                <a:gd name="csX986" fmla="*/ 46149 w 638175"/>
                <a:gd name="csY986" fmla="*/ 380970 h 381000"/>
                <a:gd name="csX987" fmla="*/ 44949 w 638175"/>
                <a:gd name="csY987" fmla="*/ 380970 h 381000"/>
                <a:gd name="csX988" fmla="*/ 43672 w 638175"/>
                <a:gd name="csY988" fmla="*/ 380970 h 381000"/>
                <a:gd name="csX989" fmla="*/ 42405 w 638175"/>
                <a:gd name="csY989" fmla="*/ 380970 h 381000"/>
                <a:gd name="csX990" fmla="*/ 41205 w 638175"/>
                <a:gd name="csY990" fmla="*/ 380970 h 381000"/>
                <a:gd name="csX991" fmla="*/ 39938 w 638175"/>
                <a:gd name="csY991" fmla="*/ 380970 h 381000"/>
                <a:gd name="csX992" fmla="*/ 38662 w 638175"/>
                <a:gd name="csY992" fmla="*/ 380970 h 381000"/>
                <a:gd name="csX993" fmla="*/ 37395 w 638175"/>
                <a:gd name="csY993" fmla="*/ 380970 h 381000"/>
                <a:gd name="csX994" fmla="*/ 36195 w 638175"/>
                <a:gd name="csY994" fmla="*/ 380970 h 381000"/>
                <a:gd name="csX995" fmla="*/ 34928 w 638175"/>
                <a:gd name="csY995" fmla="*/ 380970 h 381000"/>
                <a:gd name="csX996" fmla="*/ 33652 w 638175"/>
                <a:gd name="csY996" fmla="*/ 380970 h 381000"/>
                <a:gd name="csX997" fmla="*/ 32452 w 638175"/>
                <a:gd name="csY997" fmla="*/ 380970 h 381000"/>
                <a:gd name="csX998" fmla="*/ 31185 w 638175"/>
                <a:gd name="csY998" fmla="*/ 380970 h 381000"/>
                <a:gd name="csX999" fmla="*/ 29918 w 638175"/>
                <a:gd name="csY999" fmla="*/ 380970 h 381000"/>
                <a:gd name="csX1000" fmla="*/ 28708 w 638175"/>
                <a:gd name="csY1000" fmla="*/ 380970 h 381000"/>
                <a:gd name="csX1001" fmla="*/ 27442 w 638175"/>
                <a:gd name="csY1001" fmla="*/ 380970 h 381000"/>
                <a:gd name="csX1002" fmla="*/ 26175 w 638175"/>
                <a:gd name="csY1002" fmla="*/ 380970 h 381000"/>
                <a:gd name="csX1003" fmla="*/ 24908 w 638175"/>
                <a:gd name="csY1003" fmla="*/ 380970 h 381000"/>
                <a:gd name="csX1004" fmla="*/ 23698 w 638175"/>
                <a:gd name="csY1004" fmla="*/ 380970 h 381000"/>
                <a:gd name="csX1005" fmla="*/ 22431 w 638175"/>
                <a:gd name="csY1005" fmla="*/ 380970 h 381000"/>
                <a:gd name="csX1006" fmla="*/ 21165 w 638175"/>
                <a:gd name="csY1006" fmla="*/ 380970 h 381000"/>
                <a:gd name="csX1007" fmla="*/ 19955 w 638175"/>
                <a:gd name="csY1007" fmla="*/ 380970 h 381000"/>
                <a:gd name="csX1008" fmla="*/ 18688 w 638175"/>
                <a:gd name="csY1008" fmla="*/ 380970 h 381000"/>
                <a:gd name="csX1009" fmla="*/ 17421 w 638175"/>
                <a:gd name="csY1009" fmla="*/ 380970 h 381000"/>
                <a:gd name="csX1010" fmla="*/ 16211 w 638175"/>
                <a:gd name="csY1010" fmla="*/ 380970 h 381000"/>
                <a:gd name="csX1011" fmla="*/ 14945 w 638175"/>
                <a:gd name="csY1011" fmla="*/ 380970 h 381000"/>
                <a:gd name="csX1012" fmla="*/ 13678 w 638175"/>
                <a:gd name="csY1012" fmla="*/ 380970 h 381000"/>
                <a:gd name="csX1013" fmla="*/ 12478 w 638175"/>
                <a:gd name="csY1013" fmla="*/ 380970 h 381000"/>
                <a:gd name="csX1014" fmla="*/ 11201 w 638175"/>
                <a:gd name="csY1014" fmla="*/ 380970 h 381000"/>
                <a:gd name="csX1015" fmla="*/ 9934 w 638175"/>
                <a:gd name="csY1015" fmla="*/ 380970 h 381000"/>
                <a:gd name="csX1016" fmla="*/ 8668 w 638175"/>
                <a:gd name="csY1016" fmla="*/ 380970 h 381000"/>
                <a:gd name="csX1017" fmla="*/ 7468 w 638175"/>
                <a:gd name="csY1017" fmla="*/ 380970 h 381000"/>
                <a:gd name="csX1018" fmla="*/ 6191 w 638175"/>
                <a:gd name="csY1018" fmla="*/ 380970 h 381000"/>
                <a:gd name="csX1019" fmla="*/ 4924 w 638175"/>
                <a:gd name="csY1019" fmla="*/ 380970 h 381000"/>
                <a:gd name="csX1020" fmla="*/ 3724 w 638175"/>
                <a:gd name="csY1020" fmla="*/ 380970 h 381000"/>
                <a:gd name="csX1021" fmla="*/ 2458 w 638175"/>
                <a:gd name="csY1021" fmla="*/ 380970 h 381000"/>
                <a:gd name="csX1022" fmla="*/ 1191 w 638175"/>
                <a:gd name="csY1022" fmla="*/ 380970 h 381000"/>
                <a:gd name="csX1023" fmla="*/ -19 w 638175"/>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381000">
                  <a:moveTo>
                    <a:pt x="-19" y="379322"/>
                  </a:moveTo>
                  <a:lnTo>
                    <a:pt x="1191" y="379132"/>
                  </a:lnTo>
                  <a:lnTo>
                    <a:pt x="2458" y="378875"/>
                  </a:lnTo>
                  <a:lnTo>
                    <a:pt x="3724" y="378560"/>
                  </a:lnTo>
                  <a:lnTo>
                    <a:pt x="4924" y="378236"/>
                  </a:lnTo>
                  <a:lnTo>
                    <a:pt x="6191" y="377855"/>
                  </a:lnTo>
                  <a:lnTo>
                    <a:pt x="7468" y="377407"/>
                  </a:lnTo>
                  <a:lnTo>
                    <a:pt x="8668" y="376970"/>
                  </a:lnTo>
                  <a:lnTo>
                    <a:pt x="9934" y="376455"/>
                  </a:lnTo>
                  <a:lnTo>
                    <a:pt x="11201" y="375884"/>
                  </a:lnTo>
                  <a:lnTo>
                    <a:pt x="12478" y="375255"/>
                  </a:lnTo>
                  <a:lnTo>
                    <a:pt x="13678" y="374493"/>
                  </a:lnTo>
                  <a:lnTo>
                    <a:pt x="14945" y="373731"/>
                  </a:lnTo>
                  <a:lnTo>
                    <a:pt x="16211" y="372902"/>
                  </a:lnTo>
                  <a:lnTo>
                    <a:pt x="17421" y="371950"/>
                  </a:lnTo>
                  <a:lnTo>
                    <a:pt x="18688" y="370864"/>
                  </a:lnTo>
                  <a:lnTo>
                    <a:pt x="19955" y="369721"/>
                  </a:lnTo>
                  <a:lnTo>
                    <a:pt x="21165" y="368454"/>
                  </a:lnTo>
                  <a:lnTo>
                    <a:pt x="22431" y="367054"/>
                  </a:lnTo>
                  <a:lnTo>
                    <a:pt x="23698" y="365597"/>
                  </a:lnTo>
                  <a:lnTo>
                    <a:pt x="24908" y="363939"/>
                  </a:lnTo>
                  <a:lnTo>
                    <a:pt x="26175" y="362168"/>
                  </a:lnTo>
                  <a:lnTo>
                    <a:pt x="27442" y="360263"/>
                  </a:lnTo>
                  <a:lnTo>
                    <a:pt x="28708" y="358157"/>
                  </a:lnTo>
                  <a:lnTo>
                    <a:pt x="29918" y="355938"/>
                  </a:lnTo>
                  <a:lnTo>
                    <a:pt x="31185" y="353529"/>
                  </a:lnTo>
                  <a:lnTo>
                    <a:pt x="32452" y="350918"/>
                  </a:lnTo>
                  <a:lnTo>
                    <a:pt x="33652" y="348128"/>
                  </a:lnTo>
                  <a:lnTo>
                    <a:pt x="34928" y="345137"/>
                  </a:lnTo>
                  <a:lnTo>
                    <a:pt x="36195" y="341965"/>
                  </a:lnTo>
                  <a:lnTo>
                    <a:pt x="37395" y="338594"/>
                  </a:lnTo>
                  <a:lnTo>
                    <a:pt x="38662" y="334974"/>
                  </a:lnTo>
                  <a:lnTo>
                    <a:pt x="39938" y="331164"/>
                  </a:lnTo>
                  <a:lnTo>
                    <a:pt x="41205" y="327097"/>
                  </a:lnTo>
                  <a:lnTo>
                    <a:pt x="42405" y="322772"/>
                  </a:lnTo>
                  <a:lnTo>
                    <a:pt x="43672" y="318267"/>
                  </a:lnTo>
                  <a:lnTo>
                    <a:pt x="44949" y="313561"/>
                  </a:lnTo>
                  <a:lnTo>
                    <a:pt x="46149" y="308542"/>
                  </a:lnTo>
                  <a:lnTo>
                    <a:pt x="47415" y="303332"/>
                  </a:lnTo>
                  <a:lnTo>
                    <a:pt x="48682" y="297874"/>
                  </a:lnTo>
                  <a:lnTo>
                    <a:pt x="49892" y="292216"/>
                  </a:lnTo>
                  <a:lnTo>
                    <a:pt x="51159" y="286244"/>
                  </a:lnTo>
                  <a:lnTo>
                    <a:pt x="52425" y="280081"/>
                  </a:lnTo>
                  <a:lnTo>
                    <a:pt x="53635" y="273661"/>
                  </a:lnTo>
                  <a:lnTo>
                    <a:pt x="54902" y="267118"/>
                  </a:lnTo>
                  <a:lnTo>
                    <a:pt x="56169" y="260260"/>
                  </a:lnTo>
                  <a:lnTo>
                    <a:pt x="57436" y="253269"/>
                  </a:lnTo>
                  <a:lnTo>
                    <a:pt x="58645" y="246096"/>
                  </a:lnTo>
                  <a:lnTo>
                    <a:pt x="59912" y="238723"/>
                  </a:lnTo>
                  <a:lnTo>
                    <a:pt x="61179" y="231161"/>
                  </a:lnTo>
                  <a:lnTo>
                    <a:pt x="62389" y="223474"/>
                  </a:lnTo>
                  <a:lnTo>
                    <a:pt x="63656" y="215721"/>
                  </a:lnTo>
                  <a:lnTo>
                    <a:pt x="64922" y="207786"/>
                  </a:lnTo>
                  <a:lnTo>
                    <a:pt x="66122" y="199709"/>
                  </a:lnTo>
                  <a:lnTo>
                    <a:pt x="67399" y="191641"/>
                  </a:lnTo>
                  <a:lnTo>
                    <a:pt x="68666" y="183450"/>
                  </a:lnTo>
                  <a:lnTo>
                    <a:pt x="69866" y="175259"/>
                  </a:lnTo>
                  <a:lnTo>
                    <a:pt x="71132" y="167057"/>
                  </a:lnTo>
                  <a:lnTo>
                    <a:pt x="72400" y="158799"/>
                  </a:lnTo>
                  <a:lnTo>
                    <a:pt x="73676" y="150608"/>
                  </a:lnTo>
                  <a:lnTo>
                    <a:pt x="74876" y="142474"/>
                  </a:lnTo>
                  <a:lnTo>
                    <a:pt x="76143" y="134406"/>
                  </a:lnTo>
                  <a:lnTo>
                    <a:pt x="77419" y="126395"/>
                  </a:lnTo>
                  <a:lnTo>
                    <a:pt x="78619" y="118518"/>
                  </a:lnTo>
                  <a:lnTo>
                    <a:pt x="79886" y="110831"/>
                  </a:lnTo>
                  <a:lnTo>
                    <a:pt x="81153" y="103211"/>
                  </a:lnTo>
                  <a:lnTo>
                    <a:pt x="82363" y="95772"/>
                  </a:lnTo>
                  <a:lnTo>
                    <a:pt x="83629" y="88600"/>
                  </a:lnTo>
                  <a:lnTo>
                    <a:pt x="84896" y="81609"/>
                  </a:lnTo>
                  <a:lnTo>
                    <a:pt x="86106" y="74808"/>
                  </a:lnTo>
                  <a:lnTo>
                    <a:pt x="87373" y="68264"/>
                  </a:lnTo>
                  <a:lnTo>
                    <a:pt x="88640" y="61978"/>
                  </a:lnTo>
                  <a:lnTo>
                    <a:pt x="89906" y="56006"/>
                  </a:lnTo>
                  <a:lnTo>
                    <a:pt x="91116" y="50291"/>
                  </a:lnTo>
                  <a:lnTo>
                    <a:pt x="92383" y="44823"/>
                  </a:lnTo>
                  <a:lnTo>
                    <a:pt x="93650" y="39737"/>
                  </a:lnTo>
                  <a:lnTo>
                    <a:pt x="94850" y="34974"/>
                  </a:lnTo>
                  <a:lnTo>
                    <a:pt x="96126" y="30469"/>
                  </a:lnTo>
                  <a:lnTo>
                    <a:pt x="97393" y="26268"/>
                  </a:lnTo>
                  <a:lnTo>
                    <a:pt x="98594" y="22459"/>
                  </a:lnTo>
                  <a:lnTo>
                    <a:pt x="99860" y="18963"/>
                  </a:lnTo>
                  <a:lnTo>
                    <a:pt x="101136" y="15724"/>
                  </a:lnTo>
                  <a:lnTo>
                    <a:pt x="102336" y="12800"/>
                  </a:lnTo>
                  <a:lnTo>
                    <a:pt x="103604" y="10266"/>
                  </a:lnTo>
                  <a:lnTo>
                    <a:pt x="104871" y="8038"/>
                  </a:lnTo>
                  <a:lnTo>
                    <a:pt x="106147" y="6009"/>
                  </a:lnTo>
                  <a:lnTo>
                    <a:pt x="107347" y="4352"/>
                  </a:lnTo>
                  <a:lnTo>
                    <a:pt x="108614" y="3018"/>
                  </a:lnTo>
                  <a:lnTo>
                    <a:pt x="109881" y="1875"/>
                  </a:lnTo>
                  <a:lnTo>
                    <a:pt x="111090" y="989"/>
                  </a:lnTo>
                  <a:lnTo>
                    <a:pt x="112357" y="475"/>
                  </a:lnTo>
                  <a:lnTo>
                    <a:pt x="113624" y="94"/>
                  </a:lnTo>
                  <a:lnTo>
                    <a:pt x="114833" y="-30"/>
                  </a:lnTo>
                  <a:lnTo>
                    <a:pt x="116100" y="37"/>
                  </a:lnTo>
                  <a:lnTo>
                    <a:pt x="117367" y="285"/>
                  </a:lnTo>
                  <a:lnTo>
                    <a:pt x="118634" y="798"/>
                  </a:lnTo>
                  <a:lnTo>
                    <a:pt x="119843" y="1370"/>
                  </a:lnTo>
                  <a:lnTo>
                    <a:pt x="121110" y="2132"/>
                  </a:lnTo>
                  <a:lnTo>
                    <a:pt x="122377" y="3085"/>
                  </a:lnTo>
                  <a:lnTo>
                    <a:pt x="123587" y="4104"/>
                  </a:lnTo>
                  <a:lnTo>
                    <a:pt x="124854" y="5247"/>
                  </a:lnTo>
                  <a:lnTo>
                    <a:pt x="126120" y="6514"/>
                  </a:lnTo>
                  <a:lnTo>
                    <a:pt x="127321" y="7847"/>
                  </a:lnTo>
                  <a:lnTo>
                    <a:pt x="128597" y="9247"/>
                  </a:lnTo>
                  <a:lnTo>
                    <a:pt x="129864" y="10771"/>
                  </a:lnTo>
                  <a:lnTo>
                    <a:pt x="131064" y="12295"/>
                  </a:lnTo>
                  <a:lnTo>
                    <a:pt x="132331" y="13886"/>
                  </a:lnTo>
                  <a:lnTo>
                    <a:pt x="133607" y="15467"/>
                  </a:lnTo>
                  <a:lnTo>
                    <a:pt x="134874" y="17125"/>
                  </a:lnTo>
                  <a:lnTo>
                    <a:pt x="136074" y="18772"/>
                  </a:lnTo>
                  <a:lnTo>
                    <a:pt x="137341" y="20487"/>
                  </a:lnTo>
                  <a:lnTo>
                    <a:pt x="138617" y="22211"/>
                  </a:lnTo>
                  <a:lnTo>
                    <a:pt x="139818" y="23926"/>
                  </a:lnTo>
                  <a:lnTo>
                    <a:pt x="141085" y="25640"/>
                  </a:lnTo>
                  <a:lnTo>
                    <a:pt x="142351" y="27354"/>
                  </a:lnTo>
                  <a:lnTo>
                    <a:pt x="143561" y="29069"/>
                  </a:lnTo>
                  <a:lnTo>
                    <a:pt x="144827" y="30783"/>
                  </a:lnTo>
                  <a:lnTo>
                    <a:pt x="146095" y="32565"/>
                  </a:lnTo>
                  <a:lnTo>
                    <a:pt x="147304" y="34279"/>
                  </a:lnTo>
                  <a:lnTo>
                    <a:pt x="148571" y="35993"/>
                  </a:lnTo>
                  <a:lnTo>
                    <a:pt x="149838" y="37775"/>
                  </a:lnTo>
                  <a:lnTo>
                    <a:pt x="151105" y="39547"/>
                  </a:lnTo>
                  <a:lnTo>
                    <a:pt x="152314" y="41327"/>
                  </a:lnTo>
                  <a:lnTo>
                    <a:pt x="153581" y="43109"/>
                  </a:lnTo>
                  <a:lnTo>
                    <a:pt x="154848" y="44947"/>
                  </a:lnTo>
                  <a:lnTo>
                    <a:pt x="156048" y="46795"/>
                  </a:lnTo>
                  <a:lnTo>
                    <a:pt x="157324" y="48633"/>
                  </a:lnTo>
                  <a:lnTo>
                    <a:pt x="158591" y="50538"/>
                  </a:lnTo>
                  <a:lnTo>
                    <a:pt x="159792" y="52510"/>
                  </a:lnTo>
                  <a:lnTo>
                    <a:pt x="161058" y="54539"/>
                  </a:lnTo>
                  <a:lnTo>
                    <a:pt x="162334" y="56577"/>
                  </a:lnTo>
                  <a:lnTo>
                    <a:pt x="163535" y="58673"/>
                  </a:lnTo>
                  <a:lnTo>
                    <a:pt x="164802" y="60768"/>
                  </a:lnTo>
                  <a:lnTo>
                    <a:pt x="166078" y="62997"/>
                  </a:lnTo>
                  <a:lnTo>
                    <a:pt x="167345" y="65283"/>
                  </a:lnTo>
                  <a:lnTo>
                    <a:pt x="168545" y="67569"/>
                  </a:lnTo>
                  <a:lnTo>
                    <a:pt x="169812" y="69979"/>
                  </a:lnTo>
                  <a:lnTo>
                    <a:pt x="171079" y="72398"/>
                  </a:lnTo>
                  <a:lnTo>
                    <a:pt x="172289" y="74941"/>
                  </a:lnTo>
                  <a:lnTo>
                    <a:pt x="173555" y="77541"/>
                  </a:lnTo>
                  <a:lnTo>
                    <a:pt x="174822" y="80209"/>
                  </a:lnTo>
                  <a:lnTo>
                    <a:pt x="176031" y="82875"/>
                  </a:lnTo>
                  <a:lnTo>
                    <a:pt x="177299" y="85676"/>
                  </a:lnTo>
                  <a:lnTo>
                    <a:pt x="178565" y="88533"/>
                  </a:lnTo>
                  <a:lnTo>
                    <a:pt x="179775" y="91457"/>
                  </a:lnTo>
                  <a:lnTo>
                    <a:pt x="181041" y="94439"/>
                  </a:lnTo>
                  <a:lnTo>
                    <a:pt x="182309" y="97497"/>
                  </a:lnTo>
                  <a:lnTo>
                    <a:pt x="183576" y="100545"/>
                  </a:lnTo>
                  <a:lnTo>
                    <a:pt x="184785" y="103717"/>
                  </a:lnTo>
                  <a:lnTo>
                    <a:pt x="186052" y="106898"/>
                  </a:lnTo>
                  <a:lnTo>
                    <a:pt x="187319" y="110136"/>
                  </a:lnTo>
                  <a:lnTo>
                    <a:pt x="188519" y="113375"/>
                  </a:lnTo>
                  <a:lnTo>
                    <a:pt x="189795" y="116680"/>
                  </a:lnTo>
                  <a:lnTo>
                    <a:pt x="191062" y="120042"/>
                  </a:lnTo>
                  <a:lnTo>
                    <a:pt x="192262" y="123347"/>
                  </a:lnTo>
                  <a:lnTo>
                    <a:pt x="193529" y="126776"/>
                  </a:lnTo>
                  <a:lnTo>
                    <a:pt x="194805" y="130148"/>
                  </a:lnTo>
                  <a:lnTo>
                    <a:pt x="196006" y="133511"/>
                  </a:lnTo>
                  <a:lnTo>
                    <a:pt x="197272" y="136949"/>
                  </a:lnTo>
                  <a:lnTo>
                    <a:pt x="198539" y="140378"/>
                  </a:lnTo>
                  <a:lnTo>
                    <a:pt x="199815" y="143740"/>
                  </a:lnTo>
                  <a:lnTo>
                    <a:pt x="201016" y="147169"/>
                  </a:lnTo>
                  <a:lnTo>
                    <a:pt x="202283" y="150541"/>
                  </a:lnTo>
                  <a:lnTo>
                    <a:pt x="203549" y="153904"/>
                  </a:lnTo>
                  <a:lnTo>
                    <a:pt x="204759" y="157276"/>
                  </a:lnTo>
                  <a:lnTo>
                    <a:pt x="206026" y="160581"/>
                  </a:lnTo>
                  <a:lnTo>
                    <a:pt x="207293" y="163886"/>
                  </a:lnTo>
                  <a:lnTo>
                    <a:pt x="208503" y="167181"/>
                  </a:lnTo>
                  <a:lnTo>
                    <a:pt x="209769" y="170429"/>
                  </a:lnTo>
                  <a:lnTo>
                    <a:pt x="211036" y="173601"/>
                  </a:lnTo>
                  <a:lnTo>
                    <a:pt x="212303" y="176782"/>
                  </a:lnTo>
                  <a:lnTo>
                    <a:pt x="213513" y="179888"/>
                  </a:lnTo>
                  <a:lnTo>
                    <a:pt x="214780" y="183002"/>
                  </a:lnTo>
                  <a:lnTo>
                    <a:pt x="216046" y="186051"/>
                  </a:lnTo>
                  <a:lnTo>
                    <a:pt x="217246" y="189108"/>
                  </a:lnTo>
                  <a:lnTo>
                    <a:pt x="218522" y="192089"/>
                  </a:lnTo>
                  <a:lnTo>
                    <a:pt x="219790" y="195013"/>
                  </a:lnTo>
                  <a:lnTo>
                    <a:pt x="220990" y="197938"/>
                  </a:lnTo>
                  <a:lnTo>
                    <a:pt x="222256" y="200795"/>
                  </a:lnTo>
                  <a:lnTo>
                    <a:pt x="223532" y="203652"/>
                  </a:lnTo>
                  <a:lnTo>
                    <a:pt x="224733" y="206453"/>
                  </a:lnTo>
                  <a:lnTo>
                    <a:pt x="226000" y="209177"/>
                  </a:lnTo>
                  <a:lnTo>
                    <a:pt x="227267" y="211911"/>
                  </a:lnTo>
                  <a:lnTo>
                    <a:pt x="228543" y="214578"/>
                  </a:lnTo>
                  <a:lnTo>
                    <a:pt x="229743" y="217245"/>
                  </a:lnTo>
                  <a:lnTo>
                    <a:pt x="231010" y="219855"/>
                  </a:lnTo>
                  <a:lnTo>
                    <a:pt x="232277" y="222398"/>
                  </a:lnTo>
                  <a:lnTo>
                    <a:pt x="233487" y="224998"/>
                  </a:lnTo>
                  <a:lnTo>
                    <a:pt x="234753" y="227542"/>
                  </a:lnTo>
                  <a:lnTo>
                    <a:pt x="236020" y="230018"/>
                  </a:lnTo>
                  <a:lnTo>
                    <a:pt x="237230" y="232494"/>
                  </a:lnTo>
                  <a:lnTo>
                    <a:pt x="238497" y="234971"/>
                  </a:lnTo>
                  <a:lnTo>
                    <a:pt x="239763" y="237390"/>
                  </a:lnTo>
                  <a:lnTo>
                    <a:pt x="240973" y="239800"/>
                  </a:lnTo>
                  <a:lnTo>
                    <a:pt x="242240" y="242153"/>
                  </a:lnTo>
                  <a:lnTo>
                    <a:pt x="243507" y="244572"/>
                  </a:lnTo>
                  <a:lnTo>
                    <a:pt x="244774" y="246915"/>
                  </a:lnTo>
                  <a:lnTo>
                    <a:pt x="245983" y="249201"/>
                  </a:lnTo>
                  <a:lnTo>
                    <a:pt x="247250" y="251497"/>
                  </a:lnTo>
                  <a:lnTo>
                    <a:pt x="248517" y="253782"/>
                  </a:lnTo>
                  <a:lnTo>
                    <a:pt x="249717" y="256069"/>
                  </a:lnTo>
                  <a:lnTo>
                    <a:pt x="250994" y="258355"/>
                  </a:lnTo>
                  <a:lnTo>
                    <a:pt x="252260" y="260574"/>
                  </a:lnTo>
                  <a:lnTo>
                    <a:pt x="253460" y="262736"/>
                  </a:lnTo>
                  <a:lnTo>
                    <a:pt x="254727" y="264965"/>
                  </a:lnTo>
                  <a:lnTo>
                    <a:pt x="256004" y="267118"/>
                  </a:lnTo>
                  <a:lnTo>
                    <a:pt x="257204" y="269213"/>
                  </a:lnTo>
                  <a:lnTo>
                    <a:pt x="258470" y="271376"/>
                  </a:lnTo>
                  <a:lnTo>
                    <a:pt x="259737" y="273471"/>
                  </a:lnTo>
                  <a:lnTo>
                    <a:pt x="261014" y="275509"/>
                  </a:lnTo>
                  <a:lnTo>
                    <a:pt x="262214" y="277538"/>
                  </a:lnTo>
                  <a:lnTo>
                    <a:pt x="263481" y="279576"/>
                  </a:lnTo>
                  <a:lnTo>
                    <a:pt x="264747" y="281538"/>
                  </a:lnTo>
                  <a:lnTo>
                    <a:pt x="265957" y="283453"/>
                  </a:lnTo>
                  <a:lnTo>
                    <a:pt x="267224" y="285415"/>
                  </a:lnTo>
                  <a:lnTo>
                    <a:pt x="268491" y="287263"/>
                  </a:lnTo>
                  <a:lnTo>
                    <a:pt x="269701" y="289101"/>
                  </a:lnTo>
                  <a:lnTo>
                    <a:pt x="270967" y="290882"/>
                  </a:lnTo>
                  <a:lnTo>
                    <a:pt x="272234" y="292664"/>
                  </a:lnTo>
                  <a:lnTo>
                    <a:pt x="273434" y="294378"/>
                  </a:lnTo>
                  <a:lnTo>
                    <a:pt x="274711" y="296093"/>
                  </a:lnTo>
                  <a:lnTo>
                    <a:pt x="275978" y="297741"/>
                  </a:lnTo>
                  <a:lnTo>
                    <a:pt x="277244" y="299331"/>
                  </a:lnTo>
                  <a:lnTo>
                    <a:pt x="278454" y="300922"/>
                  </a:lnTo>
                  <a:lnTo>
                    <a:pt x="279721" y="302446"/>
                  </a:lnTo>
                  <a:lnTo>
                    <a:pt x="280988" y="303903"/>
                  </a:lnTo>
                  <a:lnTo>
                    <a:pt x="282188" y="305370"/>
                  </a:lnTo>
                  <a:lnTo>
                    <a:pt x="283454" y="306761"/>
                  </a:lnTo>
                  <a:lnTo>
                    <a:pt x="284731" y="308104"/>
                  </a:lnTo>
                  <a:lnTo>
                    <a:pt x="285931" y="309437"/>
                  </a:lnTo>
                  <a:lnTo>
                    <a:pt x="287198" y="310704"/>
                  </a:lnTo>
                  <a:lnTo>
                    <a:pt x="288474" y="311971"/>
                  </a:lnTo>
                  <a:lnTo>
                    <a:pt x="289741" y="313181"/>
                  </a:lnTo>
                  <a:lnTo>
                    <a:pt x="290941" y="314324"/>
                  </a:lnTo>
                  <a:lnTo>
                    <a:pt x="292208" y="315466"/>
                  </a:lnTo>
                  <a:lnTo>
                    <a:pt x="293475" y="316552"/>
                  </a:lnTo>
                  <a:lnTo>
                    <a:pt x="294685" y="317629"/>
                  </a:lnTo>
                  <a:lnTo>
                    <a:pt x="295951" y="318705"/>
                  </a:lnTo>
                  <a:lnTo>
                    <a:pt x="297218" y="319657"/>
                  </a:lnTo>
                  <a:lnTo>
                    <a:pt x="298428" y="320677"/>
                  </a:lnTo>
                  <a:lnTo>
                    <a:pt x="299695" y="321629"/>
                  </a:lnTo>
                  <a:lnTo>
                    <a:pt x="300961" y="322582"/>
                  </a:lnTo>
                  <a:lnTo>
                    <a:pt x="302171" y="323477"/>
                  </a:lnTo>
                  <a:lnTo>
                    <a:pt x="303438" y="324363"/>
                  </a:lnTo>
                  <a:lnTo>
                    <a:pt x="304705" y="325249"/>
                  </a:lnTo>
                  <a:lnTo>
                    <a:pt x="305972" y="326077"/>
                  </a:lnTo>
                  <a:lnTo>
                    <a:pt x="307181" y="326973"/>
                  </a:lnTo>
                  <a:lnTo>
                    <a:pt x="308448" y="327792"/>
                  </a:lnTo>
                  <a:lnTo>
                    <a:pt x="309715" y="328554"/>
                  </a:lnTo>
                  <a:lnTo>
                    <a:pt x="310915" y="329382"/>
                  </a:lnTo>
                  <a:lnTo>
                    <a:pt x="312192" y="330145"/>
                  </a:lnTo>
                  <a:lnTo>
                    <a:pt x="313458" y="330907"/>
                  </a:lnTo>
                  <a:lnTo>
                    <a:pt x="314658" y="331668"/>
                  </a:lnTo>
                  <a:lnTo>
                    <a:pt x="315925" y="332374"/>
                  </a:lnTo>
                  <a:lnTo>
                    <a:pt x="317202" y="333069"/>
                  </a:lnTo>
                  <a:lnTo>
                    <a:pt x="318402" y="333831"/>
                  </a:lnTo>
                  <a:lnTo>
                    <a:pt x="319668" y="334526"/>
                  </a:lnTo>
                  <a:lnTo>
                    <a:pt x="320935" y="335164"/>
                  </a:lnTo>
                  <a:lnTo>
                    <a:pt x="322212" y="335859"/>
                  </a:lnTo>
                  <a:lnTo>
                    <a:pt x="323412" y="336498"/>
                  </a:lnTo>
                  <a:lnTo>
                    <a:pt x="324679" y="337136"/>
                  </a:lnTo>
                  <a:lnTo>
                    <a:pt x="325945" y="337708"/>
                  </a:lnTo>
                  <a:lnTo>
                    <a:pt x="327155" y="338336"/>
                  </a:lnTo>
                  <a:lnTo>
                    <a:pt x="328422" y="338917"/>
                  </a:lnTo>
                  <a:lnTo>
                    <a:pt x="329689" y="339489"/>
                  </a:lnTo>
                  <a:lnTo>
                    <a:pt x="330899" y="339993"/>
                  </a:lnTo>
                  <a:lnTo>
                    <a:pt x="332165" y="340498"/>
                  </a:lnTo>
                  <a:lnTo>
                    <a:pt x="333432" y="340946"/>
                  </a:lnTo>
                  <a:lnTo>
                    <a:pt x="334642" y="341393"/>
                  </a:lnTo>
                  <a:lnTo>
                    <a:pt x="335909" y="341832"/>
                  </a:lnTo>
                  <a:lnTo>
                    <a:pt x="337176" y="342213"/>
                  </a:lnTo>
                  <a:lnTo>
                    <a:pt x="338442" y="342537"/>
                  </a:lnTo>
                  <a:lnTo>
                    <a:pt x="339652" y="342851"/>
                  </a:lnTo>
                  <a:lnTo>
                    <a:pt x="340919" y="343165"/>
                  </a:lnTo>
                  <a:lnTo>
                    <a:pt x="342186" y="343356"/>
                  </a:lnTo>
                  <a:lnTo>
                    <a:pt x="343386" y="343546"/>
                  </a:lnTo>
                  <a:lnTo>
                    <a:pt x="344662" y="343680"/>
                  </a:lnTo>
                  <a:lnTo>
                    <a:pt x="345929" y="343804"/>
                  </a:lnTo>
                  <a:lnTo>
                    <a:pt x="347129" y="343870"/>
                  </a:lnTo>
                  <a:lnTo>
                    <a:pt x="348396" y="343870"/>
                  </a:lnTo>
                  <a:lnTo>
                    <a:pt x="349672" y="343804"/>
                  </a:lnTo>
                  <a:lnTo>
                    <a:pt x="350872" y="343680"/>
                  </a:lnTo>
                  <a:lnTo>
                    <a:pt x="352139" y="343546"/>
                  </a:lnTo>
                  <a:lnTo>
                    <a:pt x="353406" y="343298"/>
                  </a:lnTo>
                  <a:lnTo>
                    <a:pt x="354683" y="342975"/>
                  </a:lnTo>
                  <a:lnTo>
                    <a:pt x="355883" y="342661"/>
                  </a:lnTo>
                  <a:lnTo>
                    <a:pt x="357149" y="342279"/>
                  </a:lnTo>
                  <a:lnTo>
                    <a:pt x="358416" y="341775"/>
                  </a:lnTo>
                  <a:lnTo>
                    <a:pt x="359626" y="341260"/>
                  </a:lnTo>
                  <a:lnTo>
                    <a:pt x="360893" y="340689"/>
                  </a:lnTo>
                  <a:lnTo>
                    <a:pt x="362159" y="340060"/>
                  </a:lnTo>
                  <a:lnTo>
                    <a:pt x="363369" y="339355"/>
                  </a:lnTo>
                  <a:lnTo>
                    <a:pt x="364636" y="338527"/>
                  </a:lnTo>
                  <a:lnTo>
                    <a:pt x="365903" y="337765"/>
                  </a:lnTo>
                  <a:lnTo>
                    <a:pt x="367113" y="336879"/>
                  </a:lnTo>
                  <a:lnTo>
                    <a:pt x="368379" y="335926"/>
                  </a:lnTo>
                  <a:lnTo>
                    <a:pt x="369646" y="334907"/>
                  </a:lnTo>
                  <a:lnTo>
                    <a:pt x="370913" y="333831"/>
                  </a:lnTo>
                  <a:lnTo>
                    <a:pt x="372113" y="332754"/>
                  </a:lnTo>
                  <a:lnTo>
                    <a:pt x="373390" y="331602"/>
                  </a:lnTo>
                  <a:lnTo>
                    <a:pt x="374656" y="330402"/>
                  </a:lnTo>
                  <a:lnTo>
                    <a:pt x="375856" y="329192"/>
                  </a:lnTo>
                  <a:lnTo>
                    <a:pt x="377123" y="327926"/>
                  </a:lnTo>
                  <a:lnTo>
                    <a:pt x="378400" y="326649"/>
                  </a:lnTo>
                  <a:lnTo>
                    <a:pt x="379600" y="325315"/>
                  </a:lnTo>
                  <a:lnTo>
                    <a:pt x="380866" y="323982"/>
                  </a:lnTo>
                  <a:lnTo>
                    <a:pt x="382133" y="322582"/>
                  </a:lnTo>
                  <a:lnTo>
                    <a:pt x="383410" y="321248"/>
                  </a:lnTo>
                  <a:lnTo>
                    <a:pt x="384610" y="319848"/>
                  </a:lnTo>
                  <a:lnTo>
                    <a:pt x="385877" y="318458"/>
                  </a:lnTo>
                  <a:lnTo>
                    <a:pt x="387143" y="317124"/>
                  </a:lnTo>
                  <a:lnTo>
                    <a:pt x="388353" y="315724"/>
                  </a:lnTo>
                  <a:lnTo>
                    <a:pt x="389620" y="314390"/>
                  </a:lnTo>
                  <a:lnTo>
                    <a:pt x="390887" y="313057"/>
                  </a:lnTo>
                  <a:lnTo>
                    <a:pt x="392097" y="311723"/>
                  </a:lnTo>
                  <a:lnTo>
                    <a:pt x="393363" y="310447"/>
                  </a:lnTo>
                  <a:lnTo>
                    <a:pt x="394630" y="309180"/>
                  </a:lnTo>
                  <a:lnTo>
                    <a:pt x="395840" y="307970"/>
                  </a:lnTo>
                  <a:lnTo>
                    <a:pt x="397107" y="306827"/>
                  </a:lnTo>
                  <a:lnTo>
                    <a:pt x="398374" y="305684"/>
                  </a:lnTo>
                  <a:lnTo>
                    <a:pt x="399640" y="304608"/>
                  </a:lnTo>
                  <a:lnTo>
                    <a:pt x="400850" y="303589"/>
                  </a:lnTo>
                  <a:lnTo>
                    <a:pt x="402117" y="302636"/>
                  </a:lnTo>
                  <a:lnTo>
                    <a:pt x="403384" y="301741"/>
                  </a:lnTo>
                  <a:lnTo>
                    <a:pt x="404584" y="300855"/>
                  </a:lnTo>
                  <a:lnTo>
                    <a:pt x="405860" y="300093"/>
                  </a:lnTo>
                  <a:lnTo>
                    <a:pt x="407127" y="299398"/>
                  </a:lnTo>
                  <a:lnTo>
                    <a:pt x="408327" y="298693"/>
                  </a:lnTo>
                  <a:lnTo>
                    <a:pt x="409594" y="298122"/>
                  </a:lnTo>
                  <a:lnTo>
                    <a:pt x="410870" y="297550"/>
                  </a:lnTo>
                  <a:lnTo>
                    <a:pt x="412070" y="297112"/>
                  </a:lnTo>
                  <a:lnTo>
                    <a:pt x="413337" y="296664"/>
                  </a:lnTo>
                  <a:lnTo>
                    <a:pt x="414605" y="296283"/>
                  </a:lnTo>
                  <a:lnTo>
                    <a:pt x="415881" y="295969"/>
                  </a:lnTo>
                  <a:lnTo>
                    <a:pt x="417081" y="295645"/>
                  </a:lnTo>
                  <a:lnTo>
                    <a:pt x="418347" y="295397"/>
                  </a:lnTo>
                  <a:lnTo>
                    <a:pt x="419615" y="295197"/>
                  </a:lnTo>
                  <a:lnTo>
                    <a:pt x="420824" y="295074"/>
                  </a:lnTo>
                  <a:lnTo>
                    <a:pt x="422091" y="294950"/>
                  </a:lnTo>
                  <a:lnTo>
                    <a:pt x="423357" y="294817"/>
                  </a:lnTo>
                  <a:lnTo>
                    <a:pt x="424567" y="294759"/>
                  </a:lnTo>
                  <a:lnTo>
                    <a:pt x="425834" y="294693"/>
                  </a:lnTo>
                  <a:lnTo>
                    <a:pt x="427101" y="294626"/>
                  </a:lnTo>
                  <a:lnTo>
                    <a:pt x="428311" y="294569"/>
                  </a:lnTo>
                  <a:lnTo>
                    <a:pt x="429577" y="294569"/>
                  </a:lnTo>
                  <a:lnTo>
                    <a:pt x="430844" y="294502"/>
                  </a:lnTo>
                  <a:lnTo>
                    <a:pt x="432111" y="294435"/>
                  </a:lnTo>
                  <a:lnTo>
                    <a:pt x="433321" y="294378"/>
                  </a:lnTo>
                  <a:lnTo>
                    <a:pt x="434588" y="294311"/>
                  </a:lnTo>
                  <a:lnTo>
                    <a:pt x="435854" y="294188"/>
                  </a:lnTo>
                  <a:lnTo>
                    <a:pt x="437055" y="294054"/>
                  </a:lnTo>
                  <a:lnTo>
                    <a:pt x="438331" y="293931"/>
                  </a:lnTo>
                  <a:lnTo>
                    <a:pt x="439598" y="293740"/>
                  </a:lnTo>
                  <a:lnTo>
                    <a:pt x="440798" y="293550"/>
                  </a:lnTo>
                  <a:lnTo>
                    <a:pt x="442065" y="293292"/>
                  </a:lnTo>
                  <a:lnTo>
                    <a:pt x="443332" y="293045"/>
                  </a:lnTo>
                  <a:lnTo>
                    <a:pt x="444541" y="292721"/>
                  </a:lnTo>
                  <a:lnTo>
                    <a:pt x="445808" y="292407"/>
                  </a:lnTo>
                  <a:lnTo>
                    <a:pt x="447075" y="292092"/>
                  </a:lnTo>
                  <a:lnTo>
                    <a:pt x="448351" y="291645"/>
                  </a:lnTo>
                  <a:lnTo>
                    <a:pt x="449551" y="291263"/>
                  </a:lnTo>
                  <a:lnTo>
                    <a:pt x="450818" y="290816"/>
                  </a:lnTo>
                  <a:lnTo>
                    <a:pt x="452085" y="290311"/>
                  </a:lnTo>
                  <a:lnTo>
                    <a:pt x="453295" y="289806"/>
                  </a:lnTo>
                  <a:lnTo>
                    <a:pt x="454561" y="289292"/>
                  </a:lnTo>
                  <a:lnTo>
                    <a:pt x="455828" y="288787"/>
                  </a:lnTo>
                  <a:lnTo>
                    <a:pt x="457038" y="288273"/>
                  </a:lnTo>
                  <a:lnTo>
                    <a:pt x="458305" y="287701"/>
                  </a:lnTo>
                  <a:lnTo>
                    <a:pt x="459572" y="287130"/>
                  </a:lnTo>
                  <a:lnTo>
                    <a:pt x="460838" y="286625"/>
                  </a:lnTo>
                  <a:lnTo>
                    <a:pt x="462048" y="286053"/>
                  </a:lnTo>
                  <a:lnTo>
                    <a:pt x="463315" y="285549"/>
                  </a:lnTo>
                  <a:lnTo>
                    <a:pt x="464582" y="285034"/>
                  </a:lnTo>
                  <a:lnTo>
                    <a:pt x="465782" y="284529"/>
                  </a:lnTo>
                  <a:lnTo>
                    <a:pt x="467058" y="284082"/>
                  </a:lnTo>
                  <a:lnTo>
                    <a:pt x="468325" y="283701"/>
                  </a:lnTo>
                  <a:lnTo>
                    <a:pt x="469526" y="283263"/>
                  </a:lnTo>
                  <a:lnTo>
                    <a:pt x="470792" y="282939"/>
                  </a:lnTo>
                  <a:lnTo>
                    <a:pt x="472068" y="282624"/>
                  </a:lnTo>
                  <a:lnTo>
                    <a:pt x="473269" y="282367"/>
                  </a:lnTo>
                  <a:lnTo>
                    <a:pt x="474536" y="282177"/>
                  </a:lnTo>
                  <a:lnTo>
                    <a:pt x="475803" y="282053"/>
                  </a:lnTo>
                  <a:lnTo>
                    <a:pt x="477079" y="281929"/>
                  </a:lnTo>
                  <a:lnTo>
                    <a:pt x="478279" y="281929"/>
                  </a:lnTo>
                  <a:lnTo>
                    <a:pt x="479546" y="281986"/>
                  </a:lnTo>
                  <a:lnTo>
                    <a:pt x="480813" y="282053"/>
                  </a:lnTo>
                  <a:lnTo>
                    <a:pt x="482022" y="282243"/>
                  </a:lnTo>
                  <a:lnTo>
                    <a:pt x="483289" y="282491"/>
                  </a:lnTo>
                  <a:lnTo>
                    <a:pt x="484556" y="282815"/>
                  </a:lnTo>
                  <a:lnTo>
                    <a:pt x="485765" y="283196"/>
                  </a:lnTo>
                  <a:lnTo>
                    <a:pt x="487032" y="283643"/>
                  </a:lnTo>
                  <a:lnTo>
                    <a:pt x="488299" y="284149"/>
                  </a:lnTo>
                  <a:lnTo>
                    <a:pt x="489509" y="284786"/>
                  </a:lnTo>
                  <a:lnTo>
                    <a:pt x="490775" y="285415"/>
                  </a:lnTo>
                  <a:lnTo>
                    <a:pt x="492042" y="286177"/>
                  </a:lnTo>
                  <a:lnTo>
                    <a:pt x="493310" y="286939"/>
                  </a:lnTo>
                  <a:lnTo>
                    <a:pt x="494510" y="287834"/>
                  </a:lnTo>
                  <a:lnTo>
                    <a:pt x="495786" y="288720"/>
                  </a:lnTo>
                  <a:lnTo>
                    <a:pt x="497052" y="289740"/>
                  </a:lnTo>
                  <a:lnTo>
                    <a:pt x="498253" y="290759"/>
                  </a:lnTo>
                  <a:lnTo>
                    <a:pt x="499529" y="291835"/>
                  </a:lnTo>
                  <a:lnTo>
                    <a:pt x="500796" y="292978"/>
                  </a:lnTo>
                  <a:lnTo>
                    <a:pt x="501996" y="294121"/>
                  </a:lnTo>
                  <a:lnTo>
                    <a:pt x="503263" y="295330"/>
                  </a:lnTo>
                  <a:lnTo>
                    <a:pt x="504530" y="296598"/>
                  </a:lnTo>
                  <a:lnTo>
                    <a:pt x="505740" y="297931"/>
                  </a:lnTo>
                  <a:lnTo>
                    <a:pt x="507006" y="299265"/>
                  </a:lnTo>
                  <a:lnTo>
                    <a:pt x="508273" y="300598"/>
                  </a:lnTo>
                  <a:lnTo>
                    <a:pt x="509540" y="301998"/>
                  </a:lnTo>
                  <a:lnTo>
                    <a:pt x="510750" y="303465"/>
                  </a:lnTo>
                  <a:lnTo>
                    <a:pt x="512017" y="304855"/>
                  </a:lnTo>
                  <a:lnTo>
                    <a:pt x="513283" y="306323"/>
                  </a:lnTo>
                  <a:lnTo>
                    <a:pt x="514493" y="307847"/>
                  </a:lnTo>
                  <a:lnTo>
                    <a:pt x="515760" y="309304"/>
                  </a:lnTo>
                  <a:lnTo>
                    <a:pt x="517027" y="310771"/>
                  </a:lnTo>
                  <a:lnTo>
                    <a:pt x="518236" y="312295"/>
                  </a:lnTo>
                  <a:lnTo>
                    <a:pt x="519503" y="313819"/>
                  </a:lnTo>
                  <a:lnTo>
                    <a:pt x="520770" y="315276"/>
                  </a:lnTo>
                  <a:lnTo>
                    <a:pt x="521970" y="316800"/>
                  </a:lnTo>
                  <a:lnTo>
                    <a:pt x="523246" y="318324"/>
                  </a:lnTo>
                  <a:lnTo>
                    <a:pt x="524513" y="319791"/>
                  </a:lnTo>
                  <a:lnTo>
                    <a:pt x="525780" y="321315"/>
                  </a:lnTo>
                  <a:lnTo>
                    <a:pt x="526980" y="322772"/>
                  </a:lnTo>
                  <a:lnTo>
                    <a:pt x="528256" y="324239"/>
                  </a:lnTo>
                  <a:lnTo>
                    <a:pt x="529523" y="325763"/>
                  </a:lnTo>
                  <a:lnTo>
                    <a:pt x="530724" y="327163"/>
                  </a:lnTo>
                  <a:lnTo>
                    <a:pt x="531990" y="328621"/>
                  </a:lnTo>
                  <a:lnTo>
                    <a:pt x="533267" y="330078"/>
                  </a:lnTo>
                  <a:lnTo>
                    <a:pt x="534467" y="331478"/>
                  </a:lnTo>
                  <a:lnTo>
                    <a:pt x="535734" y="332878"/>
                  </a:lnTo>
                  <a:lnTo>
                    <a:pt x="537001" y="334279"/>
                  </a:lnTo>
                  <a:lnTo>
                    <a:pt x="538210" y="335669"/>
                  </a:lnTo>
                  <a:lnTo>
                    <a:pt x="539477" y="337002"/>
                  </a:lnTo>
                  <a:lnTo>
                    <a:pt x="540744" y="338336"/>
                  </a:lnTo>
                  <a:lnTo>
                    <a:pt x="542011" y="339670"/>
                  </a:lnTo>
                  <a:lnTo>
                    <a:pt x="543221" y="340946"/>
                  </a:lnTo>
                  <a:lnTo>
                    <a:pt x="544487" y="342213"/>
                  </a:lnTo>
                  <a:lnTo>
                    <a:pt x="545754" y="343489"/>
                  </a:lnTo>
                  <a:lnTo>
                    <a:pt x="546964" y="344756"/>
                  </a:lnTo>
                  <a:lnTo>
                    <a:pt x="548231" y="346032"/>
                  </a:lnTo>
                  <a:lnTo>
                    <a:pt x="549497" y="347233"/>
                  </a:lnTo>
                  <a:lnTo>
                    <a:pt x="550707" y="348375"/>
                  </a:lnTo>
                  <a:lnTo>
                    <a:pt x="551974" y="349585"/>
                  </a:lnTo>
                  <a:lnTo>
                    <a:pt x="553241" y="350728"/>
                  </a:lnTo>
                  <a:lnTo>
                    <a:pt x="554508" y="351871"/>
                  </a:lnTo>
                  <a:lnTo>
                    <a:pt x="555717" y="353014"/>
                  </a:lnTo>
                  <a:lnTo>
                    <a:pt x="556984" y="354100"/>
                  </a:lnTo>
                  <a:lnTo>
                    <a:pt x="558251" y="355176"/>
                  </a:lnTo>
                  <a:lnTo>
                    <a:pt x="559451" y="356195"/>
                  </a:lnTo>
                  <a:lnTo>
                    <a:pt x="560727" y="357272"/>
                  </a:lnTo>
                  <a:lnTo>
                    <a:pt x="561994" y="358291"/>
                  </a:lnTo>
                  <a:lnTo>
                    <a:pt x="563194" y="359243"/>
                  </a:lnTo>
                  <a:lnTo>
                    <a:pt x="564461" y="360263"/>
                  </a:lnTo>
                  <a:lnTo>
                    <a:pt x="565737" y="361149"/>
                  </a:lnTo>
                  <a:lnTo>
                    <a:pt x="566938" y="362101"/>
                  </a:lnTo>
                  <a:lnTo>
                    <a:pt x="568204" y="362987"/>
                  </a:lnTo>
                  <a:lnTo>
                    <a:pt x="569471" y="363882"/>
                  </a:lnTo>
                  <a:lnTo>
                    <a:pt x="570738" y="364701"/>
                  </a:lnTo>
                  <a:lnTo>
                    <a:pt x="571948" y="365530"/>
                  </a:lnTo>
                  <a:lnTo>
                    <a:pt x="573215" y="366359"/>
                  </a:lnTo>
                  <a:lnTo>
                    <a:pt x="574481" y="367121"/>
                  </a:lnTo>
                  <a:lnTo>
                    <a:pt x="575691" y="367882"/>
                  </a:lnTo>
                  <a:lnTo>
                    <a:pt x="576958" y="368645"/>
                  </a:lnTo>
                  <a:lnTo>
                    <a:pt x="578225" y="369340"/>
                  </a:lnTo>
                  <a:lnTo>
                    <a:pt x="579435" y="369978"/>
                  </a:lnTo>
                  <a:lnTo>
                    <a:pt x="580701" y="370674"/>
                  </a:lnTo>
                  <a:lnTo>
                    <a:pt x="581968" y="371245"/>
                  </a:lnTo>
                  <a:lnTo>
                    <a:pt x="583168" y="371883"/>
                  </a:lnTo>
                  <a:lnTo>
                    <a:pt x="584445" y="372455"/>
                  </a:lnTo>
                  <a:lnTo>
                    <a:pt x="585712" y="373026"/>
                  </a:lnTo>
                  <a:lnTo>
                    <a:pt x="586978" y="373540"/>
                  </a:lnTo>
                  <a:lnTo>
                    <a:pt x="588188" y="374045"/>
                  </a:lnTo>
                  <a:lnTo>
                    <a:pt x="589455" y="374493"/>
                  </a:lnTo>
                  <a:lnTo>
                    <a:pt x="590722" y="374931"/>
                  </a:lnTo>
                  <a:lnTo>
                    <a:pt x="591922" y="375379"/>
                  </a:lnTo>
                  <a:lnTo>
                    <a:pt x="593188" y="375827"/>
                  </a:lnTo>
                  <a:lnTo>
                    <a:pt x="594465" y="376208"/>
                  </a:lnTo>
                  <a:lnTo>
                    <a:pt x="595665" y="376522"/>
                  </a:lnTo>
                  <a:lnTo>
                    <a:pt x="596932" y="376903"/>
                  </a:lnTo>
                  <a:lnTo>
                    <a:pt x="598199" y="377227"/>
                  </a:lnTo>
                  <a:lnTo>
                    <a:pt x="599408" y="377541"/>
                  </a:lnTo>
                  <a:lnTo>
                    <a:pt x="600675" y="377798"/>
                  </a:lnTo>
                  <a:lnTo>
                    <a:pt x="601942" y="378046"/>
                  </a:lnTo>
                  <a:lnTo>
                    <a:pt x="603209" y="378303"/>
                  </a:lnTo>
                  <a:lnTo>
                    <a:pt x="604419" y="378560"/>
                  </a:lnTo>
                  <a:lnTo>
                    <a:pt x="605685" y="378751"/>
                  </a:lnTo>
                  <a:lnTo>
                    <a:pt x="606952" y="378941"/>
                  </a:lnTo>
                  <a:lnTo>
                    <a:pt x="608162" y="379132"/>
                  </a:lnTo>
                  <a:lnTo>
                    <a:pt x="609429" y="379322"/>
                  </a:lnTo>
                  <a:lnTo>
                    <a:pt x="610695" y="379446"/>
                  </a:lnTo>
                  <a:lnTo>
                    <a:pt x="611905" y="379570"/>
                  </a:lnTo>
                  <a:lnTo>
                    <a:pt x="613172" y="379703"/>
                  </a:lnTo>
                  <a:lnTo>
                    <a:pt x="614439" y="379827"/>
                  </a:lnTo>
                  <a:lnTo>
                    <a:pt x="615639" y="379951"/>
                  </a:lnTo>
                  <a:lnTo>
                    <a:pt x="616915" y="380084"/>
                  </a:lnTo>
                  <a:lnTo>
                    <a:pt x="618182" y="380142"/>
                  </a:lnTo>
                  <a:lnTo>
                    <a:pt x="619449" y="380208"/>
                  </a:lnTo>
                  <a:lnTo>
                    <a:pt x="620649" y="380332"/>
                  </a:lnTo>
                  <a:lnTo>
                    <a:pt x="621926" y="380399"/>
                  </a:lnTo>
                  <a:lnTo>
                    <a:pt x="623192" y="380465"/>
                  </a:lnTo>
                  <a:lnTo>
                    <a:pt x="624392" y="380522"/>
                  </a:lnTo>
                  <a:lnTo>
                    <a:pt x="625659" y="380522"/>
                  </a:lnTo>
                  <a:lnTo>
                    <a:pt x="626936" y="380589"/>
                  </a:lnTo>
                  <a:lnTo>
                    <a:pt x="628136" y="380655"/>
                  </a:lnTo>
                  <a:lnTo>
                    <a:pt x="629402" y="380655"/>
                  </a:lnTo>
                  <a:lnTo>
                    <a:pt x="630669" y="380713"/>
                  </a:lnTo>
                  <a:lnTo>
                    <a:pt x="631946" y="380713"/>
                  </a:lnTo>
                  <a:lnTo>
                    <a:pt x="633146" y="380779"/>
                  </a:lnTo>
                  <a:lnTo>
                    <a:pt x="634413" y="380779"/>
                  </a:lnTo>
                  <a:lnTo>
                    <a:pt x="635679" y="380779"/>
                  </a:lnTo>
                  <a:lnTo>
                    <a:pt x="636889" y="380846"/>
                  </a:lnTo>
                  <a:lnTo>
                    <a:pt x="638156" y="380846"/>
                  </a:lnTo>
                  <a:lnTo>
                    <a:pt x="638156" y="380970"/>
                  </a:lnTo>
                  <a:lnTo>
                    <a:pt x="636889" y="380970"/>
                  </a:lnTo>
                  <a:lnTo>
                    <a:pt x="635679" y="380970"/>
                  </a:lnTo>
                  <a:lnTo>
                    <a:pt x="634413" y="380970"/>
                  </a:lnTo>
                  <a:lnTo>
                    <a:pt x="633146" y="380970"/>
                  </a:lnTo>
                  <a:lnTo>
                    <a:pt x="631946" y="380970"/>
                  </a:lnTo>
                  <a:lnTo>
                    <a:pt x="630669" y="380970"/>
                  </a:lnTo>
                  <a:lnTo>
                    <a:pt x="629402" y="380970"/>
                  </a:lnTo>
                  <a:lnTo>
                    <a:pt x="628136" y="380970"/>
                  </a:lnTo>
                  <a:lnTo>
                    <a:pt x="626936" y="380970"/>
                  </a:lnTo>
                  <a:lnTo>
                    <a:pt x="625659" y="380970"/>
                  </a:lnTo>
                  <a:lnTo>
                    <a:pt x="624392" y="380970"/>
                  </a:lnTo>
                  <a:lnTo>
                    <a:pt x="623192" y="380970"/>
                  </a:lnTo>
                  <a:lnTo>
                    <a:pt x="621926" y="380970"/>
                  </a:lnTo>
                  <a:lnTo>
                    <a:pt x="620649" y="380970"/>
                  </a:lnTo>
                  <a:lnTo>
                    <a:pt x="619449" y="380970"/>
                  </a:lnTo>
                  <a:lnTo>
                    <a:pt x="618182" y="380970"/>
                  </a:lnTo>
                  <a:lnTo>
                    <a:pt x="616915" y="380970"/>
                  </a:lnTo>
                  <a:lnTo>
                    <a:pt x="615639" y="380970"/>
                  </a:lnTo>
                  <a:lnTo>
                    <a:pt x="614439" y="380970"/>
                  </a:lnTo>
                  <a:lnTo>
                    <a:pt x="613172" y="380970"/>
                  </a:lnTo>
                  <a:lnTo>
                    <a:pt x="611905" y="380970"/>
                  </a:lnTo>
                  <a:lnTo>
                    <a:pt x="610695" y="380970"/>
                  </a:lnTo>
                  <a:lnTo>
                    <a:pt x="609429" y="380970"/>
                  </a:lnTo>
                  <a:lnTo>
                    <a:pt x="608162" y="380970"/>
                  </a:lnTo>
                  <a:lnTo>
                    <a:pt x="606952" y="380970"/>
                  </a:lnTo>
                  <a:lnTo>
                    <a:pt x="605685" y="380970"/>
                  </a:lnTo>
                  <a:lnTo>
                    <a:pt x="604419" y="380970"/>
                  </a:lnTo>
                  <a:lnTo>
                    <a:pt x="603209" y="380970"/>
                  </a:lnTo>
                  <a:lnTo>
                    <a:pt x="601942" y="380970"/>
                  </a:lnTo>
                  <a:lnTo>
                    <a:pt x="600675" y="380970"/>
                  </a:lnTo>
                  <a:lnTo>
                    <a:pt x="599408" y="380970"/>
                  </a:lnTo>
                  <a:lnTo>
                    <a:pt x="598199" y="380970"/>
                  </a:lnTo>
                  <a:lnTo>
                    <a:pt x="596932" y="380970"/>
                  </a:lnTo>
                  <a:lnTo>
                    <a:pt x="595665" y="380970"/>
                  </a:lnTo>
                  <a:lnTo>
                    <a:pt x="594465" y="380970"/>
                  </a:lnTo>
                  <a:lnTo>
                    <a:pt x="593188" y="380970"/>
                  </a:lnTo>
                  <a:lnTo>
                    <a:pt x="591922" y="380970"/>
                  </a:lnTo>
                  <a:lnTo>
                    <a:pt x="590722" y="380970"/>
                  </a:lnTo>
                  <a:lnTo>
                    <a:pt x="589455" y="380970"/>
                  </a:lnTo>
                  <a:lnTo>
                    <a:pt x="588188" y="380970"/>
                  </a:lnTo>
                  <a:lnTo>
                    <a:pt x="586978" y="380970"/>
                  </a:lnTo>
                  <a:lnTo>
                    <a:pt x="585712" y="380970"/>
                  </a:lnTo>
                  <a:lnTo>
                    <a:pt x="584445" y="380970"/>
                  </a:lnTo>
                  <a:lnTo>
                    <a:pt x="583168" y="380970"/>
                  </a:lnTo>
                  <a:lnTo>
                    <a:pt x="581968" y="380970"/>
                  </a:lnTo>
                  <a:lnTo>
                    <a:pt x="580701" y="380970"/>
                  </a:lnTo>
                  <a:lnTo>
                    <a:pt x="579435" y="380970"/>
                  </a:lnTo>
                  <a:lnTo>
                    <a:pt x="578225" y="380970"/>
                  </a:lnTo>
                  <a:lnTo>
                    <a:pt x="576958" y="380970"/>
                  </a:lnTo>
                  <a:lnTo>
                    <a:pt x="575691" y="380970"/>
                  </a:lnTo>
                  <a:lnTo>
                    <a:pt x="574481" y="380970"/>
                  </a:lnTo>
                  <a:lnTo>
                    <a:pt x="573215" y="380970"/>
                  </a:lnTo>
                  <a:lnTo>
                    <a:pt x="571948" y="380970"/>
                  </a:lnTo>
                  <a:lnTo>
                    <a:pt x="570738" y="380970"/>
                  </a:lnTo>
                  <a:lnTo>
                    <a:pt x="569471" y="380970"/>
                  </a:lnTo>
                  <a:lnTo>
                    <a:pt x="568204" y="380970"/>
                  </a:lnTo>
                  <a:lnTo>
                    <a:pt x="566938" y="380970"/>
                  </a:lnTo>
                  <a:lnTo>
                    <a:pt x="565737" y="380970"/>
                  </a:lnTo>
                  <a:lnTo>
                    <a:pt x="564461" y="380970"/>
                  </a:lnTo>
                  <a:lnTo>
                    <a:pt x="563194" y="380970"/>
                  </a:lnTo>
                  <a:lnTo>
                    <a:pt x="561994" y="380970"/>
                  </a:lnTo>
                  <a:lnTo>
                    <a:pt x="560727" y="380970"/>
                  </a:lnTo>
                  <a:lnTo>
                    <a:pt x="559451" y="380970"/>
                  </a:lnTo>
                  <a:lnTo>
                    <a:pt x="558251" y="380970"/>
                  </a:lnTo>
                  <a:lnTo>
                    <a:pt x="556984" y="380970"/>
                  </a:lnTo>
                  <a:lnTo>
                    <a:pt x="555717" y="380970"/>
                  </a:lnTo>
                  <a:lnTo>
                    <a:pt x="554508" y="380970"/>
                  </a:lnTo>
                  <a:lnTo>
                    <a:pt x="553241" y="380970"/>
                  </a:lnTo>
                  <a:lnTo>
                    <a:pt x="551974" y="380970"/>
                  </a:lnTo>
                  <a:lnTo>
                    <a:pt x="550707" y="380970"/>
                  </a:lnTo>
                  <a:lnTo>
                    <a:pt x="549497" y="380970"/>
                  </a:lnTo>
                  <a:lnTo>
                    <a:pt x="548231" y="380970"/>
                  </a:lnTo>
                  <a:lnTo>
                    <a:pt x="546964" y="380970"/>
                  </a:lnTo>
                  <a:lnTo>
                    <a:pt x="545754" y="380970"/>
                  </a:lnTo>
                  <a:lnTo>
                    <a:pt x="544487" y="380970"/>
                  </a:lnTo>
                  <a:lnTo>
                    <a:pt x="543221" y="380970"/>
                  </a:lnTo>
                  <a:lnTo>
                    <a:pt x="542011" y="380970"/>
                  </a:lnTo>
                  <a:lnTo>
                    <a:pt x="540744" y="380970"/>
                  </a:lnTo>
                  <a:lnTo>
                    <a:pt x="539477" y="380970"/>
                  </a:lnTo>
                  <a:lnTo>
                    <a:pt x="538210" y="380970"/>
                  </a:lnTo>
                  <a:lnTo>
                    <a:pt x="537001" y="380970"/>
                  </a:lnTo>
                  <a:lnTo>
                    <a:pt x="535734" y="380970"/>
                  </a:lnTo>
                  <a:lnTo>
                    <a:pt x="534467" y="380970"/>
                  </a:lnTo>
                  <a:lnTo>
                    <a:pt x="533267" y="380970"/>
                  </a:lnTo>
                  <a:lnTo>
                    <a:pt x="531990" y="380970"/>
                  </a:lnTo>
                  <a:lnTo>
                    <a:pt x="530724" y="380970"/>
                  </a:lnTo>
                  <a:lnTo>
                    <a:pt x="529523" y="380970"/>
                  </a:lnTo>
                  <a:lnTo>
                    <a:pt x="528256" y="380970"/>
                  </a:lnTo>
                  <a:lnTo>
                    <a:pt x="526980" y="380970"/>
                  </a:lnTo>
                  <a:lnTo>
                    <a:pt x="525780" y="380970"/>
                  </a:lnTo>
                  <a:lnTo>
                    <a:pt x="524513" y="380970"/>
                  </a:lnTo>
                  <a:lnTo>
                    <a:pt x="523246" y="380970"/>
                  </a:lnTo>
                  <a:lnTo>
                    <a:pt x="521970" y="380970"/>
                  </a:lnTo>
                  <a:lnTo>
                    <a:pt x="520770" y="380970"/>
                  </a:lnTo>
                  <a:lnTo>
                    <a:pt x="519503" y="380970"/>
                  </a:lnTo>
                  <a:lnTo>
                    <a:pt x="518236" y="380970"/>
                  </a:lnTo>
                  <a:lnTo>
                    <a:pt x="517027" y="380970"/>
                  </a:lnTo>
                  <a:lnTo>
                    <a:pt x="515760" y="380970"/>
                  </a:lnTo>
                  <a:lnTo>
                    <a:pt x="514493" y="380970"/>
                  </a:lnTo>
                  <a:lnTo>
                    <a:pt x="513283" y="380970"/>
                  </a:lnTo>
                  <a:lnTo>
                    <a:pt x="512017" y="380970"/>
                  </a:lnTo>
                  <a:lnTo>
                    <a:pt x="510750" y="380970"/>
                  </a:lnTo>
                  <a:lnTo>
                    <a:pt x="509540" y="380970"/>
                  </a:lnTo>
                  <a:lnTo>
                    <a:pt x="508273" y="380970"/>
                  </a:lnTo>
                  <a:lnTo>
                    <a:pt x="507006" y="380970"/>
                  </a:lnTo>
                  <a:lnTo>
                    <a:pt x="505740" y="380970"/>
                  </a:lnTo>
                  <a:lnTo>
                    <a:pt x="504530" y="380970"/>
                  </a:lnTo>
                  <a:lnTo>
                    <a:pt x="503263" y="380970"/>
                  </a:lnTo>
                  <a:lnTo>
                    <a:pt x="501996" y="380970"/>
                  </a:lnTo>
                  <a:lnTo>
                    <a:pt x="500796" y="380970"/>
                  </a:lnTo>
                  <a:lnTo>
                    <a:pt x="499529" y="380970"/>
                  </a:lnTo>
                  <a:lnTo>
                    <a:pt x="498253" y="380970"/>
                  </a:lnTo>
                  <a:lnTo>
                    <a:pt x="497052" y="380970"/>
                  </a:lnTo>
                  <a:lnTo>
                    <a:pt x="495786" y="380970"/>
                  </a:lnTo>
                  <a:lnTo>
                    <a:pt x="494510" y="380970"/>
                  </a:lnTo>
                  <a:lnTo>
                    <a:pt x="493310" y="380970"/>
                  </a:lnTo>
                  <a:lnTo>
                    <a:pt x="492042" y="380970"/>
                  </a:lnTo>
                  <a:lnTo>
                    <a:pt x="490775" y="380970"/>
                  </a:lnTo>
                  <a:lnTo>
                    <a:pt x="489509" y="380970"/>
                  </a:lnTo>
                  <a:lnTo>
                    <a:pt x="488299" y="380970"/>
                  </a:lnTo>
                  <a:lnTo>
                    <a:pt x="487032" y="380970"/>
                  </a:lnTo>
                  <a:lnTo>
                    <a:pt x="485765" y="380970"/>
                  </a:lnTo>
                  <a:lnTo>
                    <a:pt x="484556" y="380970"/>
                  </a:lnTo>
                  <a:lnTo>
                    <a:pt x="483289" y="380970"/>
                  </a:lnTo>
                  <a:lnTo>
                    <a:pt x="482022" y="380970"/>
                  </a:lnTo>
                  <a:lnTo>
                    <a:pt x="480813" y="380970"/>
                  </a:lnTo>
                  <a:lnTo>
                    <a:pt x="479546" y="380970"/>
                  </a:lnTo>
                  <a:lnTo>
                    <a:pt x="478279" y="380970"/>
                  </a:lnTo>
                  <a:lnTo>
                    <a:pt x="477079" y="380970"/>
                  </a:lnTo>
                  <a:lnTo>
                    <a:pt x="475803" y="380970"/>
                  </a:lnTo>
                  <a:lnTo>
                    <a:pt x="474536" y="380970"/>
                  </a:lnTo>
                  <a:lnTo>
                    <a:pt x="473269" y="380970"/>
                  </a:lnTo>
                  <a:lnTo>
                    <a:pt x="472068" y="380970"/>
                  </a:lnTo>
                  <a:lnTo>
                    <a:pt x="470792" y="380970"/>
                  </a:lnTo>
                  <a:lnTo>
                    <a:pt x="469526" y="380970"/>
                  </a:lnTo>
                  <a:lnTo>
                    <a:pt x="468325" y="380970"/>
                  </a:lnTo>
                  <a:lnTo>
                    <a:pt x="467058" y="380970"/>
                  </a:lnTo>
                  <a:lnTo>
                    <a:pt x="465782" y="380970"/>
                  </a:lnTo>
                  <a:lnTo>
                    <a:pt x="464582" y="380970"/>
                  </a:lnTo>
                  <a:lnTo>
                    <a:pt x="463315" y="380970"/>
                  </a:lnTo>
                  <a:lnTo>
                    <a:pt x="462048" y="380970"/>
                  </a:lnTo>
                  <a:lnTo>
                    <a:pt x="460838" y="380970"/>
                  </a:lnTo>
                  <a:lnTo>
                    <a:pt x="459572" y="380970"/>
                  </a:lnTo>
                  <a:lnTo>
                    <a:pt x="458305" y="380970"/>
                  </a:lnTo>
                  <a:lnTo>
                    <a:pt x="457038" y="380970"/>
                  </a:lnTo>
                  <a:lnTo>
                    <a:pt x="455828" y="380970"/>
                  </a:lnTo>
                  <a:lnTo>
                    <a:pt x="454561" y="380970"/>
                  </a:lnTo>
                  <a:lnTo>
                    <a:pt x="453295" y="380970"/>
                  </a:lnTo>
                  <a:lnTo>
                    <a:pt x="452085" y="380970"/>
                  </a:lnTo>
                  <a:lnTo>
                    <a:pt x="450818" y="380970"/>
                  </a:lnTo>
                  <a:lnTo>
                    <a:pt x="449551" y="380970"/>
                  </a:lnTo>
                  <a:lnTo>
                    <a:pt x="448351" y="380970"/>
                  </a:lnTo>
                  <a:lnTo>
                    <a:pt x="447075" y="380970"/>
                  </a:lnTo>
                  <a:lnTo>
                    <a:pt x="445808" y="380970"/>
                  </a:lnTo>
                  <a:lnTo>
                    <a:pt x="444541" y="380970"/>
                  </a:lnTo>
                  <a:lnTo>
                    <a:pt x="443332" y="380970"/>
                  </a:lnTo>
                  <a:lnTo>
                    <a:pt x="442065" y="380970"/>
                  </a:lnTo>
                  <a:lnTo>
                    <a:pt x="440798" y="380970"/>
                  </a:lnTo>
                  <a:lnTo>
                    <a:pt x="439598" y="380970"/>
                  </a:lnTo>
                  <a:lnTo>
                    <a:pt x="438331" y="380970"/>
                  </a:lnTo>
                  <a:lnTo>
                    <a:pt x="437055" y="380970"/>
                  </a:lnTo>
                  <a:lnTo>
                    <a:pt x="435854" y="380970"/>
                  </a:lnTo>
                  <a:lnTo>
                    <a:pt x="434588" y="380970"/>
                  </a:lnTo>
                  <a:lnTo>
                    <a:pt x="433321" y="380970"/>
                  </a:lnTo>
                  <a:lnTo>
                    <a:pt x="432111" y="380970"/>
                  </a:lnTo>
                  <a:lnTo>
                    <a:pt x="430844" y="380970"/>
                  </a:lnTo>
                  <a:lnTo>
                    <a:pt x="429577" y="380970"/>
                  </a:lnTo>
                  <a:lnTo>
                    <a:pt x="428311" y="380970"/>
                  </a:lnTo>
                  <a:lnTo>
                    <a:pt x="427101" y="380970"/>
                  </a:lnTo>
                  <a:lnTo>
                    <a:pt x="425834" y="380970"/>
                  </a:lnTo>
                  <a:lnTo>
                    <a:pt x="424567" y="380970"/>
                  </a:lnTo>
                  <a:lnTo>
                    <a:pt x="423357" y="380970"/>
                  </a:lnTo>
                  <a:lnTo>
                    <a:pt x="422091" y="380970"/>
                  </a:lnTo>
                  <a:lnTo>
                    <a:pt x="420824" y="380970"/>
                  </a:lnTo>
                  <a:lnTo>
                    <a:pt x="419615" y="380970"/>
                  </a:lnTo>
                  <a:lnTo>
                    <a:pt x="418347" y="380970"/>
                  </a:lnTo>
                  <a:lnTo>
                    <a:pt x="417081" y="380970"/>
                  </a:lnTo>
                  <a:lnTo>
                    <a:pt x="415881" y="380970"/>
                  </a:lnTo>
                  <a:lnTo>
                    <a:pt x="414605" y="380970"/>
                  </a:lnTo>
                  <a:lnTo>
                    <a:pt x="413337" y="380970"/>
                  </a:lnTo>
                  <a:lnTo>
                    <a:pt x="412070" y="380970"/>
                  </a:lnTo>
                  <a:lnTo>
                    <a:pt x="410870" y="380970"/>
                  </a:lnTo>
                  <a:lnTo>
                    <a:pt x="409594" y="380970"/>
                  </a:lnTo>
                  <a:lnTo>
                    <a:pt x="408327" y="380970"/>
                  </a:lnTo>
                  <a:lnTo>
                    <a:pt x="407127" y="380970"/>
                  </a:lnTo>
                  <a:lnTo>
                    <a:pt x="405860" y="380970"/>
                  </a:lnTo>
                  <a:lnTo>
                    <a:pt x="404584" y="380970"/>
                  </a:lnTo>
                  <a:lnTo>
                    <a:pt x="403384" y="380970"/>
                  </a:lnTo>
                  <a:lnTo>
                    <a:pt x="402117" y="380970"/>
                  </a:lnTo>
                  <a:lnTo>
                    <a:pt x="400850" y="380970"/>
                  </a:lnTo>
                  <a:lnTo>
                    <a:pt x="399640" y="380970"/>
                  </a:lnTo>
                  <a:lnTo>
                    <a:pt x="398374" y="380970"/>
                  </a:lnTo>
                  <a:lnTo>
                    <a:pt x="397107" y="380970"/>
                  </a:lnTo>
                  <a:lnTo>
                    <a:pt x="395840" y="380970"/>
                  </a:lnTo>
                  <a:lnTo>
                    <a:pt x="394630" y="380970"/>
                  </a:lnTo>
                  <a:lnTo>
                    <a:pt x="393363" y="380970"/>
                  </a:lnTo>
                  <a:lnTo>
                    <a:pt x="392097" y="380970"/>
                  </a:lnTo>
                  <a:lnTo>
                    <a:pt x="390887" y="380970"/>
                  </a:lnTo>
                  <a:lnTo>
                    <a:pt x="389620" y="380970"/>
                  </a:lnTo>
                  <a:lnTo>
                    <a:pt x="388353" y="380970"/>
                  </a:lnTo>
                  <a:lnTo>
                    <a:pt x="387143" y="380970"/>
                  </a:lnTo>
                  <a:lnTo>
                    <a:pt x="385877" y="380970"/>
                  </a:lnTo>
                  <a:lnTo>
                    <a:pt x="384610" y="380970"/>
                  </a:lnTo>
                  <a:lnTo>
                    <a:pt x="383410" y="380970"/>
                  </a:lnTo>
                  <a:lnTo>
                    <a:pt x="382133" y="380970"/>
                  </a:lnTo>
                  <a:lnTo>
                    <a:pt x="380866" y="380970"/>
                  </a:lnTo>
                  <a:lnTo>
                    <a:pt x="379600" y="380970"/>
                  </a:lnTo>
                  <a:lnTo>
                    <a:pt x="378400" y="380970"/>
                  </a:lnTo>
                  <a:lnTo>
                    <a:pt x="377123" y="380970"/>
                  </a:lnTo>
                  <a:lnTo>
                    <a:pt x="375856" y="380970"/>
                  </a:lnTo>
                  <a:lnTo>
                    <a:pt x="374656" y="380970"/>
                  </a:lnTo>
                  <a:lnTo>
                    <a:pt x="373390" y="380970"/>
                  </a:lnTo>
                  <a:lnTo>
                    <a:pt x="372113" y="380970"/>
                  </a:lnTo>
                  <a:lnTo>
                    <a:pt x="370913" y="380970"/>
                  </a:lnTo>
                  <a:lnTo>
                    <a:pt x="369646" y="380970"/>
                  </a:lnTo>
                  <a:lnTo>
                    <a:pt x="368379" y="380970"/>
                  </a:lnTo>
                  <a:lnTo>
                    <a:pt x="367113" y="380970"/>
                  </a:lnTo>
                  <a:lnTo>
                    <a:pt x="365903" y="380970"/>
                  </a:lnTo>
                  <a:lnTo>
                    <a:pt x="364636" y="380970"/>
                  </a:lnTo>
                  <a:lnTo>
                    <a:pt x="363369" y="380970"/>
                  </a:lnTo>
                  <a:lnTo>
                    <a:pt x="362159" y="380970"/>
                  </a:lnTo>
                  <a:lnTo>
                    <a:pt x="360893" y="380970"/>
                  </a:lnTo>
                  <a:lnTo>
                    <a:pt x="359626" y="380970"/>
                  </a:lnTo>
                  <a:lnTo>
                    <a:pt x="358416" y="380970"/>
                  </a:lnTo>
                  <a:lnTo>
                    <a:pt x="357149" y="380970"/>
                  </a:lnTo>
                  <a:lnTo>
                    <a:pt x="355883" y="380970"/>
                  </a:lnTo>
                  <a:lnTo>
                    <a:pt x="354683" y="380970"/>
                  </a:lnTo>
                  <a:lnTo>
                    <a:pt x="353406" y="380970"/>
                  </a:lnTo>
                  <a:lnTo>
                    <a:pt x="352139" y="380970"/>
                  </a:lnTo>
                  <a:lnTo>
                    <a:pt x="350872" y="380970"/>
                  </a:lnTo>
                  <a:lnTo>
                    <a:pt x="349672" y="380970"/>
                  </a:lnTo>
                  <a:lnTo>
                    <a:pt x="348396" y="380970"/>
                  </a:lnTo>
                  <a:lnTo>
                    <a:pt x="347129" y="380970"/>
                  </a:lnTo>
                  <a:lnTo>
                    <a:pt x="345929" y="380970"/>
                  </a:lnTo>
                  <a:lnTo>
                    <a:pt x="344662" y="380970"/>
                  </a:lnTo>
                  <a:lnTo>
                    <a:pt x="343386" y="380970"/>
                  </a:lnTo>
                  <a:lnTo>
                    <a:pt x="342186" y="380970"/>
                  </a:lnTo>
                  <a:lnTo>
                    <a:pt x="340919" y="380970"/>
                  </a:lnTo>
                  <a:lnTo>
                    <a:pt x="339652" y="380970"/>
                  </a:lnTo>
                  <a:lnTo>
                    <a:pt x="338442" y="380970"/>
                  </a:lnTo>
                  <a:lnTo>
                    <a:pt x="337176" y="380970"/>
                  </a:lnTo>
                  <a:lnTo>
                    <a:pt x="335909" y="380970"/>
                  </a:lnTo>
                  <a:lnTo>
                    <a:pt x="334642" y="380970"/>
                  </a:lnTo>
                  <a:lnTo>
                    <a:pt x="333432" y="380970"/>
                  </a:lnTo>
                  <a:lnTo>
                    <a:pt x="332165" y="380970"/>
                  </a:lnTo>
                  <a:lnTo>
                    <a:pt x="330899" y="380970"/>
                  </a:lnTo>
                  <a:lnTo>
                    <a:pt x="329689" y="380970"/>
                  </a:lnTo>
                  <a:lnTo>
                    <a:pt x="328422" y="380970"/>
                  </a:lnTo>
                  <a:lnTo>
                    <a:pt x="327155" y="380970"/>
                  </a:lnTo>
                  <a:lnTo>
                    <a:pt x="325945" y="380970"/>
                  </a:lnTo>
                  <a:lnTo>
                    <a:pt x="324679" y="380970"/>
                  </a:lnTo>
                  <a:lnTo>
                    <a:pt x="323412" y="380970"/>
                  </a:lnTo>
                  <a:lnTo>
                    <a:pt x="322212" y="380970"/>
                  </a:lnTo>
                  <a:lnTo>
                    <a:pt x="320935" y="380970"/>
                  </a:lnTo>
                  <a:lnTo>
                    <a:pt x="319668" y="380970"/>
                  </a:lnTo>
                  <a:lnTo>
                    <a:pt x="318402" y="380970"/>
                  </a:lnTo>
                  <a:lnTo>
                    <a:pt x="317202" y="380970"/>
                  </a:lnTo>
                  <a:lnTo>
                    <a:pt x="315925" y="380970"/>
                  </a:lnTo>
                  <a:lnTo>
                    <a:pt x="314658" y="380970"/>
                  </a:lnTo>
                  <a:lnTo>
                    <a:pt x="313458" y="380970"/>
                  </a:lnTo>
                  <a:lnTo>
                    <a:pt x="312192" y="380970"/>
                  </a:lnTo>
                  <a:lnTo>
                    <a:pt x="310915" y="380970"/>
                  </a:lnTo>
                  <a:lnTo>
                    <a:pt x="309715" y="380970"/>
                  </a:lnTo>
                  <a:lnTo>
                    <a:pt x="308448" y="380970"/>
                  </a:lnTo>
                  <a:lnTo>
                    <a:pt x="307181" y="380970"/>
                  </a:lnTo>
                  <a:lnTo>
                    <a:pt x="305972" y="380970"/>
                  </a:lnTo>
                  <a:lnTo>
                    <a:pt x="304705" y="380970"/>
                  </a:lnTo>
                  <a:lnTo>
                    <a:pt x="303438" y="380970"/>
                  </a:lnTo>
                  <a:lnTo>
                    <a:pt x="302171" y="380970"/>
                  </a:lnTo>
                  <a:lnTo>
                    <a:pt x="300961" y="380970"/>
                  </a:lnTo>
                  <a:lnTo>
                    <a:pt x="299695" y="380970"/>
                  </a:lnTo>
                  <a:lnTo>
                    <a:pt x="298428" y="380970"/>
                  </a:lnTo>
                  <a:lnTo>
                    <a:pt x="297218" y="380970"/>
                  </a:lnTo>
                  <a:lnTo>
                    <a:pt x="295951" y="380970"/>
                  </a:lnTo>
                  <a:lnTo>
                    <a:pt x="294685" y="380970"/>
                  </a:lnTo>
                  <a:lnTo>
                    <a:pt x="293475" y="380970"/>
                  </a:lnTo>
                  <a:lnTo>
                    <a:pt x="292208" y="380970"/>
                  </a:lnTo>
                  <a:lnTo>
                    <a:pt x="290941" y="380970"/>
                  </a:lnTo>
                  <a:lnTo>
                    <a:pt x="289741" y="380970"/>
                  </a:lnTo>
                  <a:lnTo>
                    <a:pt x="288474" y="380970"/>
                  </a:lnTo>
                  <a:lnTo>
                    <a:pt x="287198" y="380970"/>
                  </a:lnTo>
                  <a:lnTo>
                    <a:pt x="285931" y="380970"/>
                  </a:lnTo>
                  <a:lnTo>
                    <a:pt x="284731" y="380970"/>
                  </a:lnTo>
                  <a:lnTo>
                    <a:pt x="283454" y="380970"/>
                  </a:lnTo>
                  <a:lnTo>
                    <a:pt x="282188" y="380970"/>
                  </a:lnTo>
                  <a:lnTo>
                    <a:pt x="280988" y="380970"/>
                  </a:lnTo>
                  <a:lnTo>
                    <a:pt x="279721" y="380970"/>
                  </a:lnTo>
                  <a:lnTo>
                    <a:pt x="278454" y="380970"/>
                  </a:lnTo>
                  <a:lnTo>
                    <a:pt x="277244" y="380970"/>
                  </a:lnTo>
                  <a:lnTo>
                    <a:pt x="275978" y="380970"/>
                  </a:lnTo>
                  <a:lnTo>
                    <a:pt x="274711" y="380970"/>
                  </a:lnTo>
                  <a:lnTo>
                    <a:pt x="273434" y="380970"/>
                  </a:lnTo>
                  <a:lnTo>
                    <a:pt x="272234" y="380970"/>
                  </a:lnTo>
                  <a:lnTo>
                    <a:pt x="270967" y="380970"/>
                  </a:lnTo>
                  <a:lnTo>
                    <a:pt x="269701" y="380970"/>
                  </a:lnTo>
                  <a:lnTo>
                    <a:pt x="268491" y="380970"/>
                  </a:lnTo>
                  <a:lnTo>
                    <a:pt x="267224" y="380970"/>
                  </a:lnTo>
                  <a:lnTo>
                    <a:pt x="265957" y="380970"/>
                  </a:lnTo>
                  <a:lnTo>
                    <a:pt x="264747" y="380970"/>
                  </a:lnTo>
                  <a:lnTo>
                    <a:pt x="263481" y="380970"/>
                  </a:lnTo>
                  <a:lnTo>
                    <a:pt x="262214" y="380970"/>
                  </a:lnTo>
                  <a:lnTo>
                    <a:pt x="261014" y="380970"/>
                  </a:lnTo>
                  <a:lnTo>
                    <a:pt x="259737" y="380970"/>
                  </a:lnTo>
                  <a:lnTo>
                    <a:pt x="258470" y="380970"/>
                  </a:lnTo>
                  <a:lnTo>
                    <a:pt x="257204" y="380970"/>
                  </a:lnTo>
                  <a:lnTo>
                    <a:pt x="256004" y="380970"/>
                  </a:lnTo>
                  <a:lnTo>
                    <a:pt x="254727" y="380970"/>
                  </a:lnTo>
                  <a:lnTo>
                    <a:pt x="253460" y="380970"/>
                  </a:lnTo>
                  <a:lnTo>
                    <a:pt x="252260" y="380970"/>
                  </a:lnTo>
                  <a:lnTo>
                    <a:pt x="250994" y="380970"/>
                  </a:lnTo>
                  <a:lnTo>
                    <a:pt x="249717" y="380970"/>
                  </a:lnTo>
                  <a:lnTo>
                    <a:pt x="248517" y="380970"/>
                  </a:lnTo>
                  <a:lnTo>
                    <a:pt x="247250" y="380970"/>
                  </a:lnTo>
                  <a:lnTo>
                    <a:pt x="245983" y="380970"/>
                  </a:lnTo>
                  <a:lnTo>
                    <a:pt x="244774" y="380970"/>
                  </a:lnTo>
                  <a:lnTo>
                    <a:pt x="243507" y="380970"/>
                  </a:lnTo>
                  <a:lnTo>
                    <a:pt x="242240" y="380970"/>
                  </a:lnTo>
                  <a:lnTo>
                    <a:pt x="240973" y="380970"/>
                  </a:lnTo>
                  <a:lnTo>
                    <a:pt x="239763" y="380970"/>
                  </a:lnTo>
                  <a:lnTo>
                    <a:pt x="238497" y="380970"/>
                  </a:lnTo>
                  <a:lnTo>
                    <a:pt x="237230" y="380970"/>
                  </a:lnTo>
                  <a:lnTo>
                    <a:pt x="236020" y="380970"/>
                  </a:lnTo>
                  <a:lnTo>
                    <a:pt x="234753" y="380970"/>
                  </a:lnTo>
                  <a:lnTo>
                    <a:pt x="233487" y="380970"/>
                  </a:lnTo>
                  <a:lnTo>
                    <a:pt x="232277" y="380970"/>
                  </a:lnTo>
                  <a:lnTo>
                    <a:pt x="231010" y="380970"/>
                  </a:lnTo>
                  <a:lnTo>
                    <a:pt x="229743" y="380970"/>
                  </a:lnTo>
                  <a:lnTo>
                    <a:pt x="228543" y="380970"/>
                  </a:lnTo>
                  <a:lnTo>
                    <a:pt x="227267" y="380970"/>
                  </a:lnTo>
                  <a:lnTo>
                    <a:pt x="226000" y="380970"/>
                  </a:lnTo>
                  <a:lnTo>
                    <a:pt x="224733" y="380970"/>
                  </a:lnTo>
                  <a:lnTo>
                    <a:pt x="223532" y="380970"/>
                  </a:lnTo>
                  <a:lnTo>
                    <a:pt x="222256" y="380970"/>
                  </a:lnTo>
                  <a:lnTo>
                    <a:pt x="220990" y="380970"/>
                  </a:lnTo>
                  <a:lnTo>
                    <a:pt x="219790" y="380970"/>
                  </a:lnTo>
                  <a:lnTo>
                    <a:pt x="218522" y="380970"/>
                  </a:lnTo>
                  <a:lnTo>
                    <a:pt x="217246" y="380970"/>
                  </a:lnTo>
                  <a:lnTo>
                    <a:pt x="216046" y="380970"/>
                  </a:lnTo>
                  <a:lnTo>
                    <a:pt x="214780" y="380970"/>
                  </a:lnTo>
                  <a:lnTo>
                    <a:pt x="213513" y="380970"/>
                  </a:lnTo>
                  <a:lnTo>
                    <a:pt x="212303" y="380970"/>
                  </a:lnTo>
                  <a:lnTo>
                    <a:pt x="211036" y="380970"/>
                  </a:lnTo>
                  <a:lnTo>
                    <a:pt x="209769" y="380970"/>
                  </a:lnTo>
                  <a:lnTo>
                    <a:pt x="208503" y="380970"/>
                  </a:lnTo>
                  <a:lnTo>
                    <a:pt x="207293" y="380970"/>
                  </a:lnTo>
                  <a:lnTo>
                    <a:pt x="206026" y="380970"/>
                  </a:lnTo>
                  <a:lnTo>
                    <a:pt x="204759" y="380970"/>
                  </a:lnTo>
                  <a:lnTo>
                    <a:pt x="203549" y="380970"/>
                  </a:lnTo>
                  <a:lnTo>
                    <a:pt x="202283" y="380970"/>
                  </a:lnTo>
                  <a:lnTo>
                    <a:pt x="201016" y="380970"/>
                  </a:lnTo>
                  <a:lnTo>
                    <a:pt x="199815" y="380970"/>
                  </a:lnTo>
                  <a:lnTo>
                    <a:pt x="198539" y="380970"/>
                  </a:lnTo>
                  <a:lnTo>
                    <a:pt x="197272" y="380970"/>
                  </a:lnTo>
                  <a:lnTo>
                    <a:pt x="196006" y="380970"/>
                  </a:lnTo>
                  <a:lnTo>
                    <a:pt x="194805" y="380970"/>
                  </a:lnTo>
                  <a:lnTo>
                    <a:pt x="193529" y="380970"/>
                  </a:lnTo>
                  <a:lnTo>
                    <a:pt x="192262" y="380970"/>
                  </a:lnTo>
                  <a:lnTo>
                    <a:pt x="191062" y="380970"/>
                  </a:lnTo>
                  <a:lnTo>
                    <a:pt x="189795" y="380970"/>
                  </a:lnTo>
                  <a:lnTo>
                    <a:pt x="188519" y="380970"/>
                  </a:lnTo>
                  <a:lnTo>
                    <a:pt x="187319" y="380970"/>
                  </a:lnTo>
                  <a:lnTo>
                    <a:pt x="186052" y="380970"/>
                  </a:lnTo>
                  <a:lnTo>
                    <a:pt x="184785" y="380970"/>
                  </a:lnTo>
                  <a:lnTo>
                    <a:pt x="183576" y="380970"/>
                  </a:lnTo>
                  <a:lnTo>
                    <a:pt x="182309" y="380970"/>
                  </a:lnTo>
                  <a:lnTo>
                    <a:pt x="181041" y="380970"/>
                  </a:lnTo>
                  <a:lnTo>
                    <a:pt x="179775" y="380970"/>
                  </a:lnTo>
                  <a:lnTo>
                    <a:pt x="178565" y="380970"/>
                  </a:lnTo>
                  <a:lnTo>
                    <a:pt x="177299" y="380970"/>
                  </a:lnTo>
                  <a:lnTo>
                    <a:pt x="176031" y="380970"/>
                  </a:lnTo>
                  <a:lnTo>
                    <a:pt x="174822" y="380970"/>
                  </a:lnTo>
                  <a:lnTo>
                    <a:pt x="173555" y="380970"/>
                  </a:lnTo>
                  <a:lnTo>
                    <a:pt x="172289" y="380970"/>
                  </a:lnTo>
                  <a:lnTo>
                    <a:pt x="171079" y="380970"/>
                  </a:lnTo>
                  <a:lnTo>
                    <a:pt x="169812" y="380970"/>
                  </a:lnTo>
                  <a:lnTo>
                    <a:pt x="168545" y="380970"/>
                  </a:lnTo>
                  <a:lnTo>
                    <a:pt x="167345" y="380970"/>
                  </a:lnTo>
                  <a:lnTo>
                    <a:pt x="166078" y="380970"/>
                  </a:lnTo>
                  <a:lnTo>
                    <a:pt x="164802" y="380970"/>
                  </a:lnTo>
                  <a:lnTo>
                    <a:pt x="163535" y="380970"/>
                  </a:lnTo>
                  <a:lnTo>
                    <a:pt x="162334" y="380970"/>
                  </a:lnTo>
                  <a:lnTo>
                    <a:pt x="161058" y="380970"/>
                  </a:lnTo>
                  <a:lnTo>
                    <a:pt x="159792" y="380970"/>
                  </a:lnTo>
                  <a:lnTo>
                    <a:pt x="158591" y="380970"/>
                  </a:lnTo>
                  <a:lnTo>
                    <a:pt x="157324" y="380970"/>
                  </a:lnTo>
                  <a:lnTo>
                    <a:pt x="156048" y="380970"/>
                  </a:lnTo>
                  <a:lnTo>
                    <a:pt x="154848" y="380970"/>
                  </a:lnTo>
                  <a:lnTo>
                    <a:pt x="153581" y="380970"/>
                  </a:lnTo>
                  <a:lnTo>
                    <a:pt x="152314" y="380970"/>
                  </a:lnTo>
                  <a:lnTo>
                    <a:pt x="151105" y="380970"/>
                  </a:lnTo>
                  <a:lnTo>
                    <a:pt x="149838" y="380970"/>
                  </a:lnTo>
                  <a:lnTo>
                    <a:pt x="148571" y="380970"/>
                  </a:lnTo>
                  <a:lnTo>
                    <a:pt x="147304" y="380970"/>
                  </a:lnTo>
                  <a:lnTo>
                    <a:pt x="146095" y="380970"/>
                  </a:lnTo>
                  <a:lnTo>
                    <a:pt x="144827" y="380970"/>
                  </a:lnTo>
                  <a:lnTo>
                    <a:pt x="143561" y="380970"/>
                  </a:lnTo>
                  <a:lnTo>
                    <a:pt x="142351" y="380970"/>
                  </a:lnTo>
                  <a:lnTo>
                    <a:pt x="141085" y="380970"/>
                  </a:lnTo>
                  <a:lnTo>
                    <a:pt x="139818" y="380970"/>
                  </a:lnTo>
                  <a:lnTo>
                    <a:pt x="138617" y="380970"/>
                  </a:lnTo>
                  <a:lnTo>
                    <a:pt x="137341" y="380970"/>
                  </a:lnTo>
                  <a:lnTo>
                    <a:pt x="136074" y="380970"/>
                  </a:lnTo>
                  <a:lnTo>
                    <a:pt x="134874" y="380970"/>
                  </a:lnTo>
                  <a:lnTo>
                    <a:pt x="133607" y="380970"/>
                  </a:lnTo>
                  <a:lnTo>
                    <a:pt x="132331" y="380970"/>
                  </a:lnTo>
                  <a:lnTo>
                    <a:pt x="131064" y="380970"/>
                  </a:lnTo>
                  <a:lnTo>
                    <a:pt x="129864" y="380970"/>
                  </a:lnTo>
                  <a:lnTo>
                    <a:pt x="128597" y="380970"/>
                  </a:lnTo>
                  <a:lnTo>
                    <a:pt x="127321" y="380970"/>
                  </a:lnTo>
                  <a:lnTo>
                    <a:pt x="126120" y="380970"/>
                  </a:lnTo>
                  <a:lnTo>
                    <a:pt x="124854" y="380970"/>
                  </a:lnTo>
                  <a:lnTo>
                    <a:pt x="123587" y="380970"/>
                  </a:lnTo>
                  <a:lnTo>
                    <a:pt x="122377" y="380970"/>
                  </a:lnTo>
                  <a:lnTo>
                    <a:pt x="121110" y="380970"/>
                  </a:lnTo>
                  <a:lnTo>
                    <a:pt x="119843" y="380970"/>
                  </a:lnTo>
                  <a:lnTo>
                    <a:pt x="118634" y="380970"/>
                  </a:lnTo>
                  <a:lnTo>
                    <a:pt x="117367" y="380970"/>
                  </a:lnTo>
                  <a:lnTo>
                    <a:pt x="116100" y="380970"/>
                  </a:lnTo>
                  <a:lnTo>
                    <a:pt x="114833" y="380970"/>
                  </a:lnTo>
                  <a:lnTo>
                    <a:pt x="113624" y="380970"/>
                  </a:lnTo>
                  <a:lnTo>
                    <a:pt x="112357" y="380970"/>
                  </a:lnTo>
                  <a:lnTo>
                    <a:pt x="111090" y="380970"/>
                  </a:lnTo>
                  <a:lnTo>
                    <a:pt x="109881" y="380970"/>
                  </a:lnTo>
                  <a:lnTo>
                    <a:pt x="108614" y="380970"/>
                  </a:lnTo>
                  <a:lnTo>
                    <a:pt x="107347" y="380970"/>
                  </a:lnTo>
                  <a:lnTo>
                    <a:pt x="106147" y="380970"/>
                  </a:lnTo>
                  <a:lnTo>
                    <a:pt x="104871" y="380970"/>
                  </a:lnTo>
                  <a:lnTo>
                    <a:pt x="103604" y="380970"/>
                  </a:lnTo>
                  <a:lnTo>
                    <a:pt x="102336" y="380970"/>
                  </a:lnTo>
                  <a:lnTo>
                    <a:pt x="101136" y="380970"/>
                  </a:lnTo>
                  <a:lnTo>
                    <a:pt x="99860" y="380970"/>
                  </a:lnTo>
                  <a:lnTo>
                    <a:pt x="98594" y="380970"/>
                  </a:lnTo>
                  <a:lnTo>
                    <a:pt x="97393" y="380970"/>
                  </a:lnTo>
                  <a:lnTo>
                    <a:pt x="96126" y="380970"/>
                  </a:lnTo>
                  <a:lnTo>
                    <a:pt x="94850" y="380970"/>
                  </a:lnTo>
                  <a:lnTo>
                    <a:pt x="93650" y="380970"/>
                  </a:lnTo>
                  <a:lnTo>
                    <a:pt x="92383" y="380970"/>
                  </a:lnTo>
                  <a:lnTo>
                    <a:pt x="91116" y="380970"/>
                  </a:lnTo>
                  <a:lnTo>
                    <a:pt x="89906" y="380970"/>
                  </a:lnTo>
                  <a:lnTo>
                    <a:pt x="88640" y="380970"/>
                  </a:lnTo>
                  <a:lnTo>
                    <a:pt x="87373" y="380970"/>
                  </a:lnTo>
                  <a:lnTo>
                    <a:pt x="86106" y="380970"/>
                  </a:lnTo>
                  <a:lnTo>
                    <a:pt x="84896" y="380970"/>
                  </a:lnTo>
                  <a:lnTo>
                    <a:pt x="83629" y="380970"/>
                  </a:lnTo>
                  <a:lnTo>
                    <a:pt x="82363" y="380970"/>
                  </a:lnTo>
                  <a:lnTo>
                    <a:pt x="81153" y="380970"/>
                  </a:lnTo>
                  <a:lnTo>
                    <a:pt x="79886" y="380970"/>
                  </a:lnTo>
                  <a:lnTo>
                    <a:pt x="78619" y="380970"/>
                  </a:lnTo>
                  <a:lnTo>
                    <a:pt x="77419" y="380970"/>
                  </a:lnTo>
                  <a:lnTo>
                    <a:pt x="76143" y="380970"/>
                  </a:lnTo>
                  <a:lnTo>
                    <a:pt x="74876" y="380970"/>
                  </a:lnTo>
                  <a:lnTo>
                    <a:pt x="73676" y="380970"/>
                  </a:lnTo>
                  <a:lnTo>
                    <a:pt x="72400" y="380970"/>
                  </a:lnTo>
                  <a:lnTo>
                    <a:pt x="71132" y="380970"/>
                  </a:lnTo>
                  <a:lnTo>
                    <a:pt x="69866" y="380970"/>
                  </a:lnTo>
                  <a:lnTo>
                    <a:pt x="68666" y="380970"/>
                  </a:lnTo>
                  <a:lnTo>
                    <a:pt x="67399" y="380970"/>
                  </a:lnTo>
                  <a:lnTo>
                    <a:pt x="66122" y="380970"/>
                  </a:lnTo>
                  <a:lnTo>
                    <a:pt x="64922" y="380970"/>
                  </a:lnTo>
                  <a:lnTo>
                    <a:pt x="63656" y="380970"/>
                  </a:lnTo>
                  <a:lnTo>
                    <a:pt x="62389" y="380970"/>
                  </a:lnTo>
                  <a:lnTo>
                    <a:pt x="61179" y="380970"/>
                  </a:lnTo>
                  <a:lnTo>
                    <a:pt x="59912" y="380970"/>
                  </a:lnTo>
                  <a:lnTo>
                    <a:pt x="58645" y="380970"/>
                  </a:lnTo>
                  <a:lnTo>
                    <a:pt x="57436" y="380970"/>
                  </a:lnTo>
                  <a:lnTo>
                    <a:pt x="56169" y="380970"/>
                  </a:lnTo>
                  <a:lnTo>
                    <a:pt x="54902" y="380970"/>
                  </a:lnTo>
                  <a:lnTo>
                    <a:pt x="53635" y="380970"/>
                  </a:lnTo>
                  <a:lnTo>
                    <a:pt x="52425" y="380970"/>
                  </a:lnTo>
                  <a:lnTo>
                    <a:pt x="51159" y="380970"/>
                  </a:lnTo>
                  <a:lnTo>
                    <a:pt x="49892" y="380970"/>
                  </a:lnTo>
                  <a:lnTo>
                    <a:pt x="48682" y="380970"/>
                  </a:lnTo>
                  <a:lnTo>
                    <a:pt x="47415" y="380970"/>
                  </a:lnTo>
                  <a:lnTo>
                    <a:pt x="46149" y="380970"/>
                  </a:lnTo>
                  <a:lnTo>
                    <a:pt x="44949" y="380970"/>
                  </a:lnTo>
                  <a:lnTo>
                    <a:pt x="43672" y="380970"/>
                  </a:lnTo>
                  <a:lnTo>
                    <a:pt x="42405" y="380970"/>
                  </a:lnTo>
                  <a:lnTo>
                    <a:pt x="41205" y="380970"/>
                  </a:lnTo>
                  <a:lnTo>
                    <a:pt x="39938" y="380970"/>
                  </a:lnTo>
                  <a:lnTo>
                    <a:pt x="38662" y="380970"/>
                  </a:lnTo>
                  <a:lnTo>
                    <a:pt x="37395" y="380970"/>
                  </a:lnTo>
                  <a:lnTo>
                    <a:pt x="36195" y="380970"/>
                  </a:lnTo>
                  <a:lnTo>
                    <a:pt x="34928" y="380970"/>
                  </a:lnTo>
                  <a:lnTo>
                    <a:pt x="33652" y="380970"/>
                  </a:lnTo>
                  <a:lnTo>
                    <a:pt x="32452" y="380970"/>
                  </a:lnTo>
                  <a:lnTo>
                    <a:pt x="31185" y="380970"/>
                  </a:lnTo>
                  <a:lnTo>
                    <a:pt x="29918" y="380970"/>
                  </a:lnTo>
                  <a:lnTo>
                    <a:pt x="28708" y="380970"/>
                  </a:lnTo>
                  <a:lnTo>
                    <a:pt x="27442" y="380970"/>
                  </a:lnTo>
                  <a:lnTo>
                    <a:pt x="26175" y="380970"/>
                  </a:lnTo>
                  <a:lnTo>
                    <a:pt x="24908" y="380970"/>
                  </a:lnTo>
                  <a:lnTo>
                    <a:pt x="23698" y="380970"/>
                  </a:lnTo>
                  <a:lnTo>
                    <a:pt x="22431" y="380970"/>
                  </a:lnTo>
                  <a:lnTo>
                    <a:pt x="21165" y="380970"/>
                  </a:lnTo>
                  <a:lnTo>
                    <a:pt x="19955" y="380970"/>
                  </a:lnTo>
                  <a:lnTo>
                    <a:pt x="18688" y="380970"/>
                  </a:lnTo>
                  <a:lnTo>
                    <a:pt x="17421" y="380970"/>
                  </a:lnTo>
                  <a:lnTo>
                    <a:pt x="16211" y="380970"/>
                  </a:lnTo>
                  <a:lnTo>
                    <a:pt x="14945" y="380970"/>
                  </a:lnTo>
                  <a:lnTo>
                    <a:pt x="13678" y="380970"/>
                  </a:lnTo>
                  <a:lnTo>
                    <a:pt x="12478" y="380970"/>
                  </a:lnTo>
                  <a:lnTo>
                    <a:pt x="11201" y="380970"/>
                  </a:lnTo>
                  <a:lnTo>
                    <a:pt x="9934" y="380970"/>
                  </a:lnTo>
                  <a:lnTo>
                    <a:pt x="8668" y="380970"/>
                  </a:lnTo>
                  <a:lnTo>
                    <a:pt x="7468" y="380970"/>
                  </a:lnTo>
                  <a:lnTo>
                    <a:pt x="6191" y="380970"/>
                  </a:lnTo>
                  <a:lnTo>
                    <a:pt x="4924" y="380970"/>
                  </a:lnTo>
                  <a:lnTo>
                    <a:pt x="3724" y="380970"/>
                  </a:lnTo>
                  <a:lnTo>
                    <a:pt x="2458" y="380970"/>
                  </a:lnTo>
                  <a:lnTo>
                    <a:pt x="1191" y="380970"/>
                  </a:lnTo>
                  <a:lnTo>
                    <a:pt x="-19" y="380970"/>
                  </a:lnTo>
                  <a:close/>
                </a:path>
              </a:pathLst>
            </a:custGeom>
            <a:solidFill>
              <a:srgbClr val="BCBDB8">
                <a:alpha val="50000"/>
              </a:srgbClr>
            </a:solidFill>
            <a:ln w="9525" cap="flat">
              <a:noFill/>
              <a:prstDash val="solid"/>
              <a:round/>
            </a:ln>
          </p:spPr>
          <p:txBody>
            <a:bodyPr/>
            <a:lstStyle/>
            <a:p>
              <a:endParaRPr lang="zh-CN" altLang="en-US" sz="2190"/>
            </a:p>
          </p:txBody>
        </p:sp>
        <p:sp>
          <p:nvSpPr>
            <p:cNvPr id="1008" name="任意多边形: 形状 1007"/>
            <p:cNvSpPr/>
            <p:nvPr/>
          </p:nvSpPr>
          <p:spPr>
            <a:xfrm>
              <a:off x="5415424" y="5221809"/>
              <a:ext cx="9525" cy="190500"/>
            </a:xfrm>
            <a:custGeom>
              <a:avLst/>
              <a:gdLst>
                <a:gd name="csX0" fmla="*/ -19 w 9525"/>
                <a:gd name="csY0" fmla="*/ 190470 h 190500"/>
                <a:gd name="csX1" fmla="*/ -19 w 9525"/>
                <a:gd name="csY1" fmla="*/ -30 h 190500"/>
              </a:gdLst>
              <a:ahLst/>
              <a:cxnLst>
                <a:cxn ang="0">
                  <a:pos x="csX0" y="csY0"/>
                </a:cxn>
                <a:cxn ang="0">
                  <a:pos x="csX1" y="csY1"/>
                </a:cxn>
              </a:cxnLst>
              <a:rect l="l" t="t" r="r" b="b"/>
              <a:pathLst>
                <a:path w="9525" h="190500">
                  <a:moveTo>
                    <a:pt x="-19" y="190470"/>
                  </a:moveTo>
                  <a:lnTo>
                    <a:pt x="-19" y="-30"/>
                  </a:lnTo>
                </a:path>
              </a:pathLst>
            </a:custGeom>
            <a:noFill/>
            <a:ln w="7242" cap="flat">
              <a:solidFill>
                <a:srgbClr val="000000"/>
              </a:solidFill>
              <a:prstDash val="solid"/>
              <a:round/>
            </a:ln>
          </p:spPr>
          <p:txBody>
            <a:bodyPr/>
            <a:lstStyle/>
            <a:p>
              <a:endParaRPr lang="zh-CN" altLang="en-US" sz="2190"/>
            </a:p>
          </p:txBody>
        </p:sp>
        <p:sp>
          <p:nvSpPr>
            <p:cNvPr id="1009" name="任意多边形: 形状 1008"/>
            <p:cNvSpPr/>
            <p:nvPr/>
          </p:nvSpPr>
          <p:spPr>
            <a:xfrm>
              <a:off x="5196349" y="5031309"/>
              <a:ext cx="638175" cy="371475"/>
            </a:xfrm>
            <a:custGeom>
              <a:avLst/>
              <a:gdLst>
                <a:gd name="csX0" fmla="*/ -19 w 638175"/>
                <a:gd name="csY0" fmla="*/ 369959 h 371475"/>
                <a:gd name="csX1" fmla="*/ 1191 w 638175"/>
                <a:gd name="csY1" fmla="*/ 369778 h 371475"/>
                <a:gd name="csX2" fmla="*/ 2458 w 638175"/>
                <a:gd name="csY2" fmla="*/ 369521 h 371475"/>
                <a:gd name="csX3" fmla="*/ 3724 w 638175"/>
                <a:gd name="csY3" fmla="*/ 369216 h 371475"/>
                <a:gd name="csX4" fmla="*/ 4924 w 638175"/>
                <a:gd name="csY4" fmla="*/ 368902 h 371475"/>
                <a:gd name="csX5" fmla="*/ 6201 w 638175"/>
                <a:gd name="csY5" fmla="*/ 368530 h 371475"/>
                <a:gd name="csX6" fmla="*/ 7468 w 638175"/>
                <a:gd name="csY6" fmla="*/ 368102 h 371475"/>
                <a:gd name="csX7" fmla="*/ 8668 w 638175"/>
                <a:gd name="csY7" fmla="*/ 367664 h 371475"/>
                <a:gd name="csX8" fmla="*/ 9934 w 638175"/>
                <a:gd name="csY8" fmla="*/ 367169 h 371475"/>
                <a:gd name="csX9" fmla="*/ 11211 w 638175"/>
                <a:gd name="csY9" fmla="*/ 366616 h 371475"/>
                <a:gd name="csX10" fmla="*/ 12478 w 638175"/>
                <a:gd name="csY10" fmla="*/ 365997 h 371475"/>
                <a:gd name="csX11" fmla="*/ 13678 w 638175"/>
                <a:gd name="csY11" fmla="*/ 365254 h 371475"/>
                <a:gd name="csX12" fmla="*/ 14945 w 638175"/>
                <a:gd name="csY12" fmla="*/ 364501 h 371475"/>
                <a:gd name="csX13" fmla="*/ 16221 w 638175"/>
                <a:gd name="csY13" fmla="*/ 363701 h 371475"/>
                <a:gd name="csX14" fmla="*/ 17421 w 638175"/>
                <a:gd name="csY14" fmla="*/ 362768 h 371475"/>
                <a:gd name="csX15" fmla="*/ 18688 w 638175"/>
                <a:gd name="csY15" fmla="*/ 361720 h 371475"/>
                <a:gd name="csX16" fmla="*/ 19955 w 638175"/>
                <a:gd name="csY16" fmla="*/ 360606 h 371475"/>
                <a:gd name="csX17" fmla="*/ 21165 w 638175"/>
                <a:gd name="csY17" fmla="*/ 359367 h 371475"/>
                <a:gd name="csX18" fmla="*/ 22431 w 638175"/>
                <a:gd name="csY18" fmla="*/ 358005 h 371475"/>
                <a:gd name="csX19" fmla="*/ 23698 w 638175"/>
                <a:gd name="csY19" fmla="*/ 356577 h 371475"/>
                <a:gd name="csX20" fmla="*/ 24908 w 638175"/>
                <a:gd name="csY20" fmla="*/ 354967 h 371475"/>
                <a:gd name="csX21" fmla="*/ 26175 w 638175"/>
                <a:gd name="csY21" fmla="*/ 353233 h 371475"/>
                <a:gd name="csX22" fmla="*/ 27442 w 638175"/>
                <a:gd name="csY22" fmla="*/ 351367 h 371475"/>
                <a:gd name="csX23" fmla="*/ 28708 w 638175"/>
                <a:gd name="csY23" fmla="*/ 349328 h 371475"/>
                <a:gd name="csX24" fmla="*/ 29918 w 638175"/>
                <a:gd name="csY24" fmla="*/ 347156 h 371475"/>
                <a:gd name="csX25" fmla="*/ 31185 w 638175"/>
                <a:gd name="csY25" fmla="*/ 344804 h 371475"/>
                <a:gd name="csX26" fmla="*/ 32452 w 638175"/>
                <a:gd name="csY26" fmla="*/ 342260 h 371475"/>
                <a:gd name="csX27" fmla="*/ 33652 w 638175"/>
                <a:gd name="csY27" fmla="*/ 339536 h 371475"/>
                <a:gd name="csX28" fmla="*/ 34928 w 638175"/>
                <a:gd name="csY28" fmla="*/ 336622 h 371475"/>
                <a:gd name="csX29" fmla="*/ 36195 w 638175"/>
                <a:gd name="csY29" fmla="*/ 333526 h 371475"/>
                <a:gd name="csX30" fmla="*/ 37395 w 638175"/>
                <a:gd name="csY30" fmla="*/ 330240 h 371475"/>
                <a:gd name="csX31" fmla="*/ 38672 w 638175"/>
                <a:gd name="csY31" fmla="*/ 326706 h 371475"/>
                <a:gd name="csX32" fmla="*/ 39938 w 638175"/>
                <a:gd name="csY32" fmla="*/ 322992 h 371475"/>
                <a:gd name="csX33" fmla="*/ 41205 w 638175"/>
                <a:gd name="csY33" fmla="*/ 319029 h 371475"/>
                <a:gd name="csX34" fmla="*/ 42405 w 638175"/>
                <a:gd name="csY34" fmla="*/ 314810 h 371475"/>
                <a:gd name="csX35" fmla="*/ 43672 w 638175"/>
                <a:gd name="csY35" fmla="*/ 310409 h 371475"/>
                <a:gd name="csX36" fmla="*/ 44949 w 638175"/>
                <a:gd name="csY36" fmla="*/ 305828 h 371475"/>
                <a:gd name="csX37" fmla="*/ 46149 w 638175"/>
                <a:gd name="csY37" fmla="*/ 300931 h 371475"/>
                <a:gd name="csX38" fmla="*/ 47415 w 638175"/>
                <a:gd name="csY38" fmla="*/ 295855 h 371475"/>
                <a:gd name="csX39" fmla="*/ 48682 w 638175"/>
                <a:gd name="csY39" fmla="*/ 290521 h 371475"/>
                <a:gd name="csX40" fmla="*/ 49892 w 638175"/>
                <a:gd name="csY40" fmla="*/ 285006 h 371475"/>
                <a:gd name="csX41" fmla="*/ 51159 w 638175"/>
                <a:gd name="csY41" fmla="*/ 279186 h 371475"/>
                <a:gd name="csX42" fmla="*/ 52425 w 638175"/>
                <a:gd name="csY42" fmla="*/ 273166 h 371475"/>
                <a:gd name="csX43" fmla="*/ 53635 w 638175"/>
                <a:gd name="csY43" fmla="*/ 266908 h 371475"/>
                <a:gd name="csX44" fmla="*/ 54902 w 638175"/>
                <a:gd name="csY44" fmla="*/ 260526 h 371475"/>
                <a:gd name="csX45" fmla="*/ 56169 w 638175"/>
                <a:gd name="csY45" fmla="*/ 253840 h 371475"/>
                <a:gd name="csX46" fmla="*/ 57436 w 638175"/>
                <a:gd name="csY46" fmla="*/ 247020 h 371475"/>
                <a:gd name="csX47" fmla="*/ 58645 w 638175"/>
                <a:gd name="csY47" fmla="*/ 240019 h 371475"/>
                <a:gd name="csX48" fmla="*/ 59912 w 638175"/>
                <a:gd name="csY48" fmla="*/ 232828 h 371475"/>
                <a:gd name="csX49" fmla="*/ 61179 w 638175"/>
                <a:gd name="csY49" fmla="*/ 225455 h 371475"/>
                <a:gd name="csX50" fmla="*/ 62389 w 638175"/>
                <a:gd name="csY50" fmla="*/ 217959 h 371475"/>
                <a:gd name="csX51" fmla="*/ 63656 w 638175"/>
                <a:gd name="csY51" fmla="*/ 210406 h 371475"/>
                <a:gd name="csX52" fmla="*/ 64922 w 638175"/>
                <a:gd name="csY52" fmla="*/ 202652 h 371475"/>
                <a:gd name="csX53" fmla="*/ 66122 w 638175"/>
                <a:gd name="csY53" fmla="*/ 194785 h 371475"/>
                <a:gd name="csX54" fmla="*/ 67399 w 638175"/>
                <a:gd name="csY54" fmla="*/ 186917 h 371475"/>
                <a:gd name="csX55" fmla="*/ 68666 w 638175"/>
                <a:gd name="csY55" fmla="*/ 178926 h 371475"/>
                <a:gd name="csX56" fmla="*/ 69866 w 638175"/>
                <a:gd name="csY56" fmla="*/ 170934 h 371475"/>
                <a:gd name="csX57" fmla="*/ 71132 w 638175"/>
                <a:gd name="csY57" fmla="*/ 162933 h 371475"/>
                <a:gd name="csX58" fmla="*/ 72409 w 638175"/>
                <a:gd name="csY58" fmla="*/ 154884 h 371475"/>
                <a:gd name="csX59" fmla="*/ 73676 w 638175"/>
                <a:gd name="csY59" fmla="*/ 146884 h 371475"/>
                <a:gd name="csX60" fmla="*/ 74876 w 638175"/>
                <a:gd name="csY60" fmla="*/ 138959 h 371475"/>
                <a:gd name="csX61" fmla="*/ 76143 w 638175"/>
                <a:gd name="csY61" fmla="*/ 131091 h 371475"/>
                <a:gd name="csX62" fmla="*/ 77419 w 638175"/>
                <a:gd name="csY62" fmla="*/ 123281 h 371475"/>
                <a:gd name="csX63" fmla="*/ 78619 w 638175"/>
                <a:gd name="csY63" fmla="*/ 115594 h 371475"/>
                <a:gd name="csX64" fmla="*/ 79886 w 638175"/>
                <a:gd name="csY64" fmla="*/ 108098 h 371475"/>
                <a:gd name="csX65" fmla="*/ 81153 w 638175"/>
                <a:gd name="csY65" fmla="*/ 100659 h 371475"/>
                <a:gd name="csX66" fmla="*/ 82363 w 638175"/>
                <a:gd name="csY66" fmla="*/ 93410 h 371475"/>
                <a:gd name="csX67" fmla="*/ 83629 w 638175"/>
                <a:gd name="csY67" fmla="*/ 86409 h 371475"/>
                <a:gd name="csX68" fmla="*/ 84896 w 638175"/>
                <a:gd name="csY68" fmla="*/ 79590 h 371475"/>
                <a:gd name="csX69" fmla="*/ 86106 w 638175"/>
                <a:gd name="csY69" fmla="*/ 72960 h 371475"/>
                <a:gd name="csX70" fmla="*/ 87373 w 638175"/>
                <a:gd name="csY70" fmla="*/ 66578 h 371475"/>
                <a:gd name="csX71" fmla="*/ 88640 w 638175"/>
                <a:gd name="csY71" fmla="*/ 60444 h 371475"/>
                <a:gd name="csX72" fmla="*/ 89906 w 638175"/>
                <a:gd name="csY72" fmla="*/ 54624 h 371475"/>
                <a:gd name="csX73" fmla="*/ 91116 w 638175"/>
                <a:gd name="csY73" fmla="*/ 49043 h 371475"/>
                <a:gd name="csX74" fmla="*/ 92383 w 638175"/>
                <a:gd name="csY74" fmla="*/ 43718 h 371475"/>
                <a:gd name="csX75" fmla="*/ 93650 w 638175"/>
                <a:gd name="csY75" fmla="*/ 38756 h 371475"/>
                <a:gd name="csX76" fmla="*/ 94860 w 638175"/>
                <a:gd name="csY76" fmla="*/ 34117 h 371475"/>
                <a:gd name="csX77" fmla="*/ 96126 w 638175"/>
                <a:gd name="csY77" fmla="*/ 29716 h 371475"/>
                <a:gd name="csX78" fmla="*/ 97393 w 638175"/>
                <a:gd name="csY78" fmla="*/ 25621 h 371475"/>
                <a:gd name="csX79" fmla="*/ 98594 w 638175"/>
                <a:gd name="csY79" fmla="*/ 21906 h 371475"/>
                <a:gd name="csX80" fmla="*/ 99860 w 638175"/>
                <a:gd name="csY80" fmla="*/ 18496 h 371475"/>
                <a:gd name="csX81" fmla="*/ 101136 w 638175"/>
                <a:gd name="csY81" fmla="*/ 15334 h 371475"/>
                <a:gd name="csX82" fmla="*/ 102336 w 638175"/>
                <a:gd name="csY82" fmla="*/ 12486 h 371475"/>
                <a:gd name="csX83" fmla="*/ 103604 w 638175"/>
                <a:gd name="csY83" fmla="*/ 10010 h 371475"/>
                <a:gd name="csX84" fmla="*/ 104880 w 638175"/>
                <a:gd name="csY84" fmla="*/ 7838 h 371475"/>
                <a:gd name="csX85" fmla="*/ 106147 w 638175"/>
                <a:gd name="csY85" fmla="*/ 5856 h 371475"/>
                <a:gd name="csX86" fmla="*/ 107347 w 638175"/>
                <a:gd name="csY86" fmla="*/ 4246 h 371475"/>
                <a:gd name="csX87" fmla="*/ 108614 w 638175"/>
                <a:gd name="csY87" fmla="*/ 2942 h 371475"/>
                <a:gd name="csX88" fmla="*/ 109881 w 638175"/>
                <a:gd name="csY88" fmla="*/ 1827 h 371475"/>
                <a:gd name="csX89" fmla="*/ 111090 w 638175"/>
                <a:gd name="csY89" fmla="*/ 961 h 371475"/>
                <a:gd name="csX90" fmla="*/ 112357 w 638175"/>
                <a:gd name="csY90" fmla="*/ 465 h 371475"/>
                <a:gd name="csX91" fmla="*/ 113624 w 638175"/>
                <a:gd name="csY91" fmla="*/ 94 h 371475"/>
                <a:gd name="csX92" fmla="*/ 114833 w 638175"/>
                <a:gd name="csY92" fmla="*/ -30 h 371475"/>
                <a:gd name="csX93" fmla="*/ 116100 w 638175"/>
                <a:gd name="csY93" fmla="*/ 37 h 371475"/>
                <a:gd name="csX94" fmla="*/ 117367 w 638175"/>
                <a:gd name="csY94" fmla="*/ 285 h 371475"/>
                <a:gd name="csX95" fmla="*/ 118634 w 638175"/>
                <a:gd name="csY95" fmla="*/ 780 h 371475"/>
                <a:gd name="csX96" fmla="*/ 119843 w 638175"/>
                <a:gd name="csY96" fmla="*/ 1332 h 371475"/>
                <a:gd name="csX97" fmla="*/ 121110 w 638175"/>
                <a:gd name="csY97" fmla="*/ 2075 h 371475"/>
                <a:gd name="csX98" fmla="*/ 122377 w 638175"/>
                <a:gd name="csY98" fmla="*/ 3008 h 371475"/>
                <a:gd name="csX99" fmla="*/ 123587 w 638175"/>
                <a:gd name="csY99" fmla="*/ 3999 h 371475"/>
                <a:gd name="csX100" fmla="*/ 124854 w 638175"/>
                <a:gd name="csY100" fmla="*/ 5113 h 371475"/>
                <a:gd name="csX101" fmla="*/ 126120 w 638175"/>
                <a:gd name="csY101" fmla="*/ 6352 h 371475"/>
                <a:gd name="csX102" fmla="*/ 127330 w 638175"/>
                <a:gd name="csY102" fmla="*/ 7657 h 371475"/>
                <a:gd name="csX103" fmla="*/ 128597 w 638175"/>
                <a:gd name="csY103" fmla="*/ 9019 h 371475"/>
                <a:gd name="csX104" fmla="*/ 129864 w 638175"/>
                <a:gd name="csY104" fmla="*/ 10505 h 371475"/>
                <a:gd name="csX105" fmla="*/ 131064 w 638175"/>
                <a:gd name="csY105" fmla="*/ 11991 h 371475"/>
                <a:gd name="csX106" fmla="*/ 132331 w 638175"/>
                <a:gd name="csY106" fmla="*/ 13543 h 371475"/>
                <a:gd name="csX107" fmla="*/ 133607 w 638175"/>
                <a:gd name="csY107" fmla="*/ 15086 h 371475"/>
                <a:gd name="csX108" fmla="*/ 134874 w 638175"/>
                <a:gd name="csY108" fmla="*/ 16706 h 371475"/>
                <a:gd name="csX109" fmla="*/ 136074 w 638175"/>
                <a:gd name="csY109" fmla="*/ 18315 h 371475"/>
                <a:gd name="csX110" fmla="*/ 137341 w 638175"/>
                <a:gd name="csY110" fmla="*/ 19982 h 371475"/>
                <a:gd name="csX111" fmla="*/ 138617 w 638175"/>
                <a:gd name="csY111" fmla="*/ 21658 h 371475"/>
                <a:gd name="csX112" fmla="*/ 139818 w 638175"/>
                <a:gd name="csY112" fmla="*/ 23335 h 371475"/>
                <a:gd name="csX113" fmla="*/ 141085 w 638175"/>
                <a:gd name="csY113" fmla="*/ 25002 h 371475"/>
                <a:gd name="csX114" fmla="*/ 142351 w 638175"/>
                <a:gd name="csY114" fmla="*/ 26678 h 371475"/>
                <a:gd name="csX115" fmla="*/ 143561 w 638175"/>
                <a:gd name="csY115" fmla="*/ 28354 h 371475"/>
                <a:gd name="csX116" fmla="*/ 144827 w 638175"/>
                <a:gd name="csY116" fmla="*/ 30022 h 371475"/>
                <a:gd name="csX117" fmla="*/ 146095 w 638175"/>
                <a:gd name="csY117" fmla="*/ 31755 h 371475"/>
                <a:gd name="csX118" fmla="*/ 147304 w 638175"/>
                <a:gd name="csY118" fmla="*/ 33431 h 371475"/>
                <a:gd name="csX119" fmla="*/ 148571 w 638175"/>
                <a:gd name="csY119" fmla="*/ 35108 h 371475"/>
                <a:gd name="csX120" fmla="*/ 149838 w 638175"/>
                <a:gd name="csY120" fmla="*/ 36841 h 371475"/>
                <a:gd name="csX121" fmla="*/ 151105 w 638175"/>
                <a:gd name="csY121" fmla="*/ 38575 h 371475"/>
                <a:gd name="csX122" fmla="*/ 152314 w 638175"/>
                <a:gd name="csY122" fmla="*/ 40308 h 371475"/>
                <a:gd name="csX123" fmla="*/ 153581 w 638175"/>
                <a:gd name="csY123" fmla="*/ 42042 h 371475"/>
                <a:gd name="csX124" fmla="*/ 154848 w 638175"/>
                <a:gd name="csY124" fmla="*/ 43842 h 371475"/>
                <a:gd name="csX125" fmla="*/ 156058 w 638175"/>
                <a:gd name="csY125" fmla="*/ 45642 h 371475"/>
                <a:gd name="csX126" fmla="*/ 157324 w 638175"/>
                <a:gd name="csY126" fmla="*/ 47433 h 371475"/>
                <a:gd name="csX127" fmla="*/ 158591 w 638175"/>
                <a:gd name="csY127" fmla="*/ 49290 h 371475"/>
                <a:gd name="csX128" fmla="*/ 159792 w 638175"/>
                <a:gd name="csY128" fmla="*/ 51215 h 371475"/>
                <a:gd name="csX129" fmla="*/ 161058 w 638175"/>
                <a:gd name="csY129" fmla="*/ 53196 h 371475"/>
                <a:gd name="csX130" fmla="*/ 162334 w 638175"/>
                <a:gd name="csY130" fmla="*/ 55177 h 371475"/>
                <a:gd name="csX131" fmla="*/ 163535 w 638175"/>
                <a:gd name="csY131" fmla="*/ 57225 h 371475"/>
                <a:gd name="csX132" fmla="*/ 164802 w 638175"/>
                <a:gd name="csY132" fmla="*/ 59273 h 371475"/>
                <a:gd name="csX133" fmla="*/ 166078 w 638175"/>
                <a:gd name="csY133" fmla="*/ 61435 h 371475"/>
                <a:gd name="csX134" fmla="*/ 167345 w 638175"/>
                <a:gd name="csY134" fmla="*/ 63673 h 371475"/>
                <a:gd name="csX135" fmla="*/ 168545 w 638175"/>
                <a:gd name="csY135" fmla="*/ 65902 h 371475"/>
                <a:gd name="csX136" fmla="*/ 169812 w 638175"/>
                <a:gd name="csY136" fmla="*/ 68255 h 371475"/>
                <a:gd name="csX137" fmla="*/ 171088 w 638175"/>
                <a:gd name="csY137" fmla="*/ 70608 h 371475"/>
                <a:gd name="csX138" fmla="*/ 172289 w 638175"/>
                <a:gd name="csY138" fmla="*/ 73093 h 371475"/>
                <a:gd name="csX139" fmla="*/ 173555 w 638175"/>
                <a:gd name="csY139" fmla="*/ 75627 h 371475"/>
                <a:gd name="csX140" fmla="*/ 174822 w 638175"/>
                <a:gd name="csY140" fmla="*/ 78227 h 371475"/>
                <a:gd name="csX141" fmla="*/ 176031 w 638175"/>
                <a:gd name="csY141" fmla="*/ 80837 h 371475"/>
                <a:gd name="csX142" fmla="*/ 177299 w 638175"/>
                <a:gd name="csY142" fmla="*/ 83561 h 371475"/>
                <a:gd name="csX143" fmla="*/ 178565 w 638175"/>
                <a:gd name="csY143" fmla="*/ 86352 h 371475"/>
                <a:gd name="csX144" fmla="*/ 179775 w 638175"/>
                <a:gd name="csY144" fmla="*/ 89200 h 371475"/>
                <a:gd name="csX145" fmla="*/ 181041 w 638175"/>
                <a:gd name="csY145" fmla="*/ 92115 h 371475"/>
                <a:gd name="csX146" fmla="*/ 182309 w 638175"/>
                <a:gd name="csY146" fmla="*/ 95087 h 371475"/>
                <a:gd name="csX147" fmla="*/ 183576 w 638175"/>
                <a:gd name="csY147" fmla="*/ 98058 h 371475"/>
                <a:gd name="csX148" fmla="*/ 184785 w 638175"/>
                <a:gd name="csY148" fmla="*/ 101154 h 371475"/>
                <a:gd name="csX149" fmla="*/ 186052 w 638175"/>
                <a:gd name="csY149" fmla="*/ 104259 h 371475"/>
                <a:gd name="csX150" fmla="*/ 187319 w 638175"/>
                <a:gd name="csY150" fmla="*/ 107422 h 371475"/>
                <a:gd name="csX151" fmla="*/ 188519 w 638175"/>
                <a:gd name="csY151" fmla="*/ 110574 h 371475"/>
                <a:gd name="csX152" fmla="*/ 189795 w 638175"/>
                <a:gd name="csY152" fmla="*/ 113803 h 371475"/>
                <a:gd name="csX153" fmla="*/ 191062 w 638175"/>
                <a:gd name="csY153" fmla="*/ 117080 h 371475"/>
                <a:gd name="csX154" fmla="*/ 192262 w 638175"/>
                <a:gd name="csY154" fmla="*/ 120309 h 371475"/>
                <a:gd name="csX155" fmla="*/ 193529 w 638175"/>
                <a:gd name="csY155" fmla="*/ 123652 h 371475"/>
                <a:gd name="csX156" fmla="*/ 194805 w 638175"/>
                <a:gd name="csY156" fmla="*/ 126938 h 371475"/>
                <a:gd name="csX157" fmla="*/ 196006 w 638175"/>
                <a:gd name="csY157" fmla="*/ 130215 h 371475"/>
                <a:gd name="csX158" fmla="*/ 197272 w 638175"/>
                <a:gd name="csY158" fmla="*/ 133568 h 371475"/>
                <a:gd name="csX159" fmla="*/ 198539 w 638175"/>
                <a:gd name="csY159" fmla="*/ 136911 h 371475"/>
                <a:gd name="csX160" fmla="*/ 199815 w 638175"/>
                <a:gd name="csY160" fmla="*/ 140197 h 371475"/>
                <a:gd name="csX161" fmla="*/ 201016 w 638175"/>
                <a:gd name="csY161" fmla="*/ 143540 h 371475"/>
                <a:gd name="csX162" fmla="*/ 202283 w 638175"/>
                <a:gd name="csY162" fmla="*/ 146827 h 371475"/>
                <a:gd name="csX163" fmla="*/ 203549 w 638175"/>
                <a:gd name="csY163" fmla="*/ 150113 h 371475"/>
                <a:gd name="csX164" fmla="*/ 204759 w 638175"/>
                <a:gd name="csY164" fmla="*/ 153389 h 371475"/>
                <a:gd name="csX165" fmla="*/ 206026 w 638175"/>
                <a:gd name="csY165" fmla="*/ 156618 h 371475"/>
                <a:gd name="csX166" fmla="*/ 207293 w 638175"/>
                <a:gd name="csY166" fmla="*/ 159838 h 371475"/>
                <a:gd name="csX167" fmla="*/ 208503 w 638175"/>
                <a:gd name="csY167" fmla="*/ 163057 h 371475"/>
                <a:gd name="csX168" fmla="*/ 209769 w 638175"/>
                <a:gd name="csY168" fmla="*/ 166219 h 371475"/>
                <a:gd name="csX169" fmla="*/ 211036 w 638175"/>
                <a:gd name="csY169" fmla="*/ 169315 h 371475"/>
                <a:gd name="csX170" fmla="*/ 212303 w 638175"/>
                <a:gd name="csY170" fmla="*/ 172420 h 371475"/>
                <a:gd name="csX171" fmla="*/ 213513 w 638175"/>
                <a:gd name="csY171" fmla="*/ 175449 h 371475"/>
                <a:gd name="csX172" fmla="*/ 214780 w 638175"/>
                <a:gd name="csY172" fmla="*/ 178488 h 371475"/>
                <a:gd name="csX173" fmla="*/ 216046 w 638175"/>
                <a:gd name="csY173" fmla="*/ 181469 h 371475"/>
                <a:gd name="csX174" fmla="*/ 217256 w 638175"/>
                <a:gd name="csY174" fmla="*/ 184441 h 371475"/>
                <a:gd name="csX175" fmla="*/ 218522 w 638175"/>
                <a:gd name="csY175" fmla="*/ 187346 h 371475"/>
                <a:gd name="csX176" fmla="*/ 219790 w 638175"/>
                <a:gd name="csY176" fmla="*/ 190203 h 371475"/>
                <a:gd name="csX177" fmla="*/ 220990 w 638175"/>
                <a:gd name="csY177" fmla="*/ 193051 h 371475"/>
                <a:gd name="csX178" fmla="*/ 222266 w 638175"/>
                <a:gd name="csY178" fmla="*/ 195842 h 371475"/>
                <a:gd name="csX179" fmla="*/ 223532 w 638175"/>
                <a:gd name="csY179" fmla="*/ 198624 h 371475"/>
                <a:gd name="csX180" fmla="*/ 224733 w 638175"/>
                <a:gd name="csY180" fmla="*/ 201357 h 371475"/>
                <a:gd name="csX181" fmla="*/ 226000 w 638175"/>
                <a:gd name="csY181" fmla="*/ 204015 h 371475"/>
                <a:gd name="csX182" fmla="*/ 227276 w 638175"/>
                <a:gd name="csY182" fmla="*/ 206682 h 371475"/>
                <a:gd name="csX183" fmla="*/ 228543 w 638175"/>
                <a:gd name="csY183" fmla="*/ 209282 h 371475"/>
                <a:gd name="csX184" fmla="*/ 229743 w 638175"/>
                <a:gd name="csY184" fmla="*/ 211892 h 371475"/>
                <a:gd name="csX185" fmla="*/ 231010 w 638175"/>
                <a:gd name="csY185" fmla="*/ 214426 h 371475"/>
                <a:gd name="csX186" fmla="*/ 232277 w 638175"/>
                <a:gd name="csY186" fmla="*/ 216911 h 371475"/>
                <a:gd name="csX187" fmla="*/ 233487 w 638175"/>
                <a:gd name="csY187" fmla="*/ 219445 h 371475"/>
                <a:gd name="csX188" fmla="*/ 234753 w 638175"/>
                <a:gd name="csY188" fmla="*/ 221922 h 371475"/>
                <a:gd name="csX189" fmla="*/ 236020 w 638175"/>
                <a:gd name="csY189" fmla="*/ 224341 h 371475"/>
                <a:gd name="csX190" fmla="*/ 237230 w 638175"/>
                <a:gd name="csY190" fmla="*/ 226760 h 371475"/>
                <a:gd name="csX191" fmla="*/ 238497 w 638175"/>
                <a:gd name="csY191" fmla="*/ 229180 h 371475"/>
                <a:gd name="csX192" fmla="*/ 239763 w 638175"/>
                <a:gd name="csY192" fmla="*/ 231532 h 371475"/>
                <a:gd name="csX193" fmla="*/ 240973 w 638175"/>
                <a:gd name="csY193" fmla="*/ 233885 h 371475"/>
                <a:gd name="csX194" fmla="*/ 242240 w 638175"/>
                <a:gd name="csY194" fmla="*/ 236181 h 371475"/>
                <a:gd name="csX195" fmla="*/ 243507 w 638175"/>
                <a:gd name="csY195" fmla="*/ 238533 h 371475"/>
                <a:gd name="csX196" fmla="*/ 244774 w 638175"/>
                <a:gd name="csY196" fmla="*/ 240829 h 371475"/>
                <a:gd name="csX197" fmla="*/ 245983 w 638175"/>
                <a:gd name="csY197" fmla="*/ 243057 h 371475"/>
                <a:gd name="csX198" fmla="*/ 247250 w 638175"/>
                <a:gd name="csY198" fmla="*/ 245286 h 371475"/>
                <a:gd name="csX199" fmla="*/ 248517 w 638175"/>
                <a:gd name="csY199" fmla="*/ 247515 h 371475"/>
                <a:gd name="csX200" fmla="*/ 249717 w 638175"/>
                <a:gd name="csY200" fmla="*/ 249744 h 371475"/>
                <a:gd name="csX201" fmla="*/ 250994 w 638175"/>
                <a:gd name="csY201" fmla="*/ 251983 h 371475"/>
                <a:gd name="csX202" fmla="*/ 252260 w 638175"/>
                <a:gd name="csY202" fmla="*/ 254145 h 371475"/>
                <a:gd name="csX203" fmla="*/ 253460 w 638175"/>
                <a:gd name="csY203" fmla="*/ 256259 h 371475"/>
                <a:gd name="csX204" fmla="*/ 254727 w 638175"/>
                <a:gd name="csY204" fmla="*/ 258421 h 371475"/>
                <a:gd name="csX205" fmla="*/ 256004 w 638175"/>
                <a:gd name="csY205" fmla="*/ 260526 h 371475"/>
                <a:gd name="csX206" fmla="*/ 257204 w 638175"/>
                <a:gd name="csY206" fmla="*/ 262574 h 371475"/>
                <a:gd name="csX207" fmla="*/ 258470 w 638175"/>
                <a:gd name="csY207" fmla="*/ 264679 h 371475"/>
                <a:gd name="csX208" fmla="*/ 259737 w 638175"/>
                <a:gd name="csY208" fmla="*/ 266727 h 371475"/>
                <a:gd name="csX209" fmla="*/ 261014 w 638175"/>
                <a:gd name="csY209" fmla="*/ 268708 h 371475"/>
                <a:gd name="csX210" fmla="*/ 262214 w 638175"/>
                <a:gd name="csY210" fmla="*/ 270690 h 371475"/>
                <a:gd name="csX211" fmla="*/ 263481 w 638175"/>
                <a:gd name="csY211" fmla="*/ 272671 h 371475"/>
                <a:gd name="csX212" fmla="*/ 264747 w 638175"/>
                <a:gd name="csY212" fmla="*/ 274595 h 371475"/>
                <a:gd name="csX213" fmla="*/ 265957 w 638175"/>
                <a:gd name="csY213" fmla="*/ 276452 h 371475"/>
                <a:gd name="csX214" fmla="*/ 267224 w 638175"/>
                <a:gd name="csY214" fmla="*/ 278376 h 371475"/>
                <a:gd name="csX215" fmla="*/ 268491 w 638175"/>
                <a:gd name="csY215" fmla="*/ 280177 h 371475"/>
                <a:gd name="csX216" fmla="*/ 269701 w 638175"/>
                <a:gd name="csY216" fmla="*/ 281967 h 371475"/>
                <a:gd name="csX217" fmla="*/ 270967 w 638175"/>
                <a:gd name="csY217" fmla="*/ 283701 h 371475"/>
                <a:gd name="csX218" fmla="*/ 272234 w 638175"/>
                <a:gd name="csY218" fmla="*/ 285444 h 371475"/>
                <a:gd name="csX219" fmla="*/ 273444 w 638175"/>
                <a:gd name="csY219" fmla="*/ 287111 h 371475"/>
                <a:gd name="csX220" fmla="*/ 274711 w 638175"/>
                <a:gd name="csY220" fmla="*/ 288787 h 371475"/>
                <a:gd name="csX221" fmla="*/ 275978 w 638175"/>
                <a:gd name="csY221" fmla="*/ 290397 h 371475"/>
                <a:gd name="csX222" fmla="*/ 277244 w 638175"/>
                <a:gd name="csY222" fmla="*/ 291949 h 371475"/>
                <a:gd name="csX223" fmla="*/ 278454 w 638175"/>
                <a:gd name="csY223" fmla="*/ 293492 h 371475"/>
                <a:gd name="csX224" fmla="*/ 279721 w 638175"/>
                <a:gd name="csY224" fmla="*/ 294978 h 371475"/>
                <a:gd name="csX225" fmla="*/ 280988 w 638175"/>
                <a:gd name="csY225" fmla="*/ 296407 h 371475"/>
                <a:gd name="csX226" fmla="*/ 282188 w 638175"/>
                <a:gd name="csY226" fmla="*/ 297836 h 371475"/>
                <a:gd name="csX227" fmla="*/ 283464 w 638175"/>
                <a:gd name="csY227" fmla="*/ 299198 h 371475"/>
                <a:gd name="csX228" fmla="*/ 284731 w 638175"/>
                <a:gd name="csY228" fmla="*/ 300494 h 371475"/>
                <a:gd name="csX229" fmla="*/ 285931 w 638175"/>
                <a:gd name="csY229" fmla="*/ 301798 h 371475"/>
                <a:gd name="csX230" fmla="*/ 287198 w 638175"/>
                <a:gd name="csY230" fmla="*/ 303036 h 371475"/>
                <a:gd name="csX231" fmla="*/ 288474 w 638175"/>
                <a:gd name="csY231" fmla="*/ 304275 h 371475"/>
                <a:gd name="csX232" fmla="*/ 289741 w 638175"/>
                <a:gd name="csY232" fmla="*/ 305456 h 371475"/>
                <a:gd name="csX233" fmla="*/ 290941 w 638175"/>
                <a:gd name="csY233" fmla="*/ 306570 h 371475"/>
                <a:gd name="csX234" fmla="*/ 292208 w 638175"/>
                <a:gd name="csY234" fmla="*/ 307685 h 371475"/>
                <a:gd name="csX235" fmla="*/ 293485 w 638175"/>
                <a:gd name="csY235" fmla="*/ 308742 h 371475"/>
                <a:gd name="csX236" fmla="*/ 294685 w 638175"/>
                <a:gd name="csY236" fmla="*/ 309789 h 371475"/>
                <a:gd name="csX237" fmla="*/ 295951 w 638175"/>
                <a:gd name="csY237" fmla="*/ 310847 h 371475"/>
                <a:gd name="csX238" fmla="*/ 297218 w 638175"/>
                <a:gd name="csY238" fmla="*/ 311771 h 371475"/>
                <a:gd name="csX239" fmla="*/ 298428 w 638175"/>
                <a:gd name="csY239" fmla="*/ 312761 h 371475"/>
                <a:gd name="csX240" fmla="*/ 299695 w 638175"/>
                <a:gd name="csY240" fmla="*/ 313695 h 371475"/>
                <a:gd name="csX241" fmla="*/ 300961 w 638175"/>
                <a:gd name="csY241" fmla="*/ 314628 h 371475"/>
                <a:gd name="csX242" fmla="*/ 302171 w 638175"/>
                <a:gd name="csY242" fmla="*/ 315495 h 371475"/>
                <a:gd name="csX243" fmla="*/ 303438 w 638175"/>
                <a:gd name="csY243" fmla="*/ 316362 h 371475"/>
                <a:gd name="csX244" fmla="*/ 304705 w 638175"/>
                <a:gd name="csY244" fmla="*/ 317229 h 371475"/>
                <a:gd name="csX245" fmla="*/ 305972 w 638175"/>
                <a:gd name="csY245" fmla="*/ 318029 h 371475"/>
                <a:gd name="csX246" fmla="*/ 307181 w 638175"/>
                <a:gd name="csY246" fmla="*/ 318905 h 371475"/>
                <a:gd name="csX247" fmla="*/ 308448 w 638175"/>
                <a:gd name="csY247" fmla="*/ 319705 h 371475"/>
                <a:gd name="csX248" fmla="*/ 309715 w 638175"/>
                <a:gd name="csY248" fmla="*/ 320448 h 371475"/>
                <a:gd name="csX249" fmla="*/ 310915 w 638175"/>
                <a:gd name="csY249" fmla="*/ 321258 h 371475"/>
                <a:gd name="csX250" fmla="*/ 312192 w 638175"/>
                <a:gd name="csY250" fmla="*/ 322001 h 371475"/>
                <a:gd name="csX251" fmla="*/ 313458 w 638175"/>
                <a:gd name="csY251" fmla="*/ 322744 h 371475"/>
                <a:gd name="csX252" fmla="*/ 314658 w 638175"/>
                <a:gd name="csY252" fmla="*/ 323487 h 371475"/>
                <a:gd name="csX253" fmla="*/ 315935 w 638175"/>
                <a:gd name="csY253" fmla="*/ 324163 h 371475"/>
                <a:gd name="csX254" fmla="*/ 317202 w 638175"/>
                <a:gd name="csY254" fmla="*/ 324848 h 371475"/>
                <a:gd name="csX255" fmla="*/ 318402 w 638175"/>
                <a:gd name="csY255" fmla="*/ 325591 h 371475"/>
                <a:gd name="csX256" fmla="*/ 319668 w 638175"/>
                <a:gd name="csY256" fmla="*/ 326277 h 371475"/>
                <a:gd name="csX257" fmla="*/ 320935 w 638175"/>
                <a:gd name="csY257" fmla="*/ 326897 h 371475"/>
                <a:gd name="csX258" fmla="*/ 322212 w 638175"/>
                <a:gd name="csY258" fmla="*/ 327573 h 371475"/>
                <a:gd name="csX259" fmla="*/ 323412 w 638175"/>
                <a:gd name="csY259" fmla="*/ 328192 h 371475"/>
                <a:gd name="csX260" fmla="*/ 324679 w 638175"/>
                <a:gd name="csY260" fmla="*/ 328811 h 371475"/>
                <a:gd name="csX261" fmla="*/ 325955 w 638175"/>
                <a:gd name="csY261" fmla="*/ 329373 h 371475"/>
                <a:gd name="csX262" fmla="*/ 327155 w 638175"/>
                <a:gd name="csY262" fmla="*/ 329992 h 371475"/>
                <a:gd name="csX263" fmla="*/ 328422 w 638175"/>
                <a:gd name="csY263" fmla="*/ 330554 h 371475"/>
                <a:gd name="csX264" fmla="*/ 329689 w 638175"/>
                <a:gd name="csY264" fmla="*/ 331107 h 371475"/>
                <a:gd name="csX265" fmla="*/ 330899 w 638175"/>
                <a:gd name="csY265" fmla="*/ 331602 h 371475"/>
                <a:gd name="csX266" fmla="*/ 332165 w 638175"/>
                <a:gd name="csY266" fmla="*/ 332097 h 371475"/>
                <a:gd name="csX267" fmla="*/ 333432 w 638175"/>
                <a:gd name="csY267" fmla="*/ 332535 h 371475"/>
                <a:gd name="csX268" fmla="*/ 334642 w 638175"/>
                <a:gd name="csY268" fmla="*/ 332964 h 371475"/>
                <a:gd name="csX269" fmla="*/ 335909 w 638175"/>
                <a:gd name="csY269" fmla="*/ 333402 h 371475"/>
                <a:gd name="csX270" fmla="*/ 337176 w 638175"/>
                <a:gd name="csY270" fmla="*/ 333773 h 371475"/>
                <a:gd name="csX271" fmla="*/ 338442 w 638175"/>
                <a:gd name="csY271" fmla="*/ 334079 h 371475"/>
                <a:gd name="csX272" fmla="*/ 339652 w 638175"/>
                <a:gd name="csY272" fmla="*/ 334393 h 371475"/>
                <a:gd name="csX273" fmla="*/ 340919 w 638175"/>
                <a:gd name="csY273" fmla="*/ 334698 h 371475"/>
                <a:gd name="csX274" fmla="*/ 342186 w 638175"/>
                <a:gd name="csY274" fmla="*/ 334888 h 371475"/>
                <a:gd name="csX275" fmla="*/ 343386 w 638175"/>
                <a:gd name="csY275" fmla="*/ 335069 h 371475"/>
                <a:gd name="csX276" fmla="*/ 344662 w 638175"/>
                <a:gd name="csY276" fmla="*/ 335193 h 371475"/>
                <a:gd name="csX277" fmla="*/ 345929 w 638175"/>
                <a:gd name="csY277" fmla="*/ 335316 h 371475"/>
                <a:gd name="csX278" fmla="*/ 347129 w 638175"/>
                <a:gd name="csY278" fmla="*/ 335383 h 371475"/>
                <a:gd name="csX279" fmla="*/ 348396 w 638175"/>
                <a:gd name="csY279" fmla="*/ 335383 h 371475"/>
                <a:gd name="csX280" fmla="*/ 349672 w 638175"/>
                <a:gd name="csY280" fmla="*/ 335316 h 371475"/>
                <a:gd name="csX281" fmla="*/ 350872 w 638175"/>
                <a:gd name="csY281" fmla="*/ 335193 h 371475"/>
                <a:gd name="csX282" fmla="*/ 352139 w 638175"/>
                <a:gd name="csY282" fmla="*/ 335069 h 371475"/>
                <a:gd name="csX283" fmla="*/ 353406 w 638175"/>
                <a:gd name="csY283" fmla="*/ 334822 h 371475"/>
                <a:gd name="csX284" fmla="*/ 354683 w 638175"/>
                <a:gd name="csY284" fmla="*/ 334516 h 371475"/>
                <a:gd name="csX285" fmla="*/ 355883 w 638175"/>
                <a:gd name="csY285" fmla="*/ 334203 h 371475"/>
                <a:gd name="csX286" fmla="*/ 357149 w 638175"/>
                <a:gd name="csY286" fmla="*/ 333831 h 371475"/>
                <a:gd name="csX287" fmla="*/ 358416 w 638175"/>
                <a:gd name="csY287" fmla="*/ 333336 h 371475"/>
                <a:gd name="csX288" fmla="*/ 359626 w 638175"/>
                <a:gd name="csY288" fmla="*/ 332840 h 371475"/>
                <a:gd name="csX289" fmla="*/ 360893 w 638175"/>
                <a:gd name="csY289" fmla="*/ 332288 h 371475"/>
                <a:gd name="csX290" fmla="*/ 362159 w 638175"/>
                <a:gd name="csY290" fmla="*/ 331668 h 371475"/>
                <a:gd name="csX291" fmla="*/ 363369 w 638175"/>
                <a:gd name="csY291" fmla="*/ 330983 h 371475"/>
                <a:gd name="csX292" fmla="*/ 364636 w 638175"/>
                <a:gd name="csY292" fmla="*/ 330183 h 371475"/>
                <a:gd name="csX293" fmla="*/ 365903 w 638175"/>
                <a:gd name="csY293" fmla="*/ 329430 h 371475"/>
                <a:gd name="csX294" fmla="*/ 367113 w 638175"/>
                <a:gd name="csY294" fmla="*/ 328563 h 371475"/>
                <a:gd name="csX295" fmla="*/ 368379 w 638175"/>
                <a:gd name="csY295" fmla="*/ 327640 h 371475"/>
                <a:gd name="csX296" fmla="*/ 369646 w 638175"/>
                <a:gd name="csY296" fmla="*/ 326649 h 371475"/>
                <a:gd name="csX297" fmla="*/ 370913 w 638175"/>
                <a:gd name="csY297" fmla="*/ 325591 h 371475"/>
                <a:gd name="csX298" fmla="*/ 372123 w 638175"/>
                <a:gd name="csY298" fmla="*/ 324544 h 371475"/>
                <a:gd name="csX299" fmla="*/ 373390 w 638175"/>
                <a:gd name="csY299" fmla="*/ 323420 h 371475"/>
                <a:gd name="csX300" fmla="*/ 374656 w 638175"/>
                <a:gd name="csY300" fmla="*/ 322249 h 371475"/>
                <a:gd name="csX301" fmla="*/ 375856 w 638175"/>
                <a:gd name="csY301" fmla="*/ 321067 h 371475"/>
                <a:gd name="csX302" fmla="*/ 377133 w 638175"/>
                <a:gd name="csY302" fmla="*/ 319829 h 371475"/>
                <a:gd name="csX303" fmla="*/ 378400 w 638175"/>
                <a:gd name="csY303" fmla="*/ 318591 h 371475"/>
                <a:gd name="csX304" fmla="*/ 379600 w 638175"/>
                <a:gd name="csY304" fmla="*/ 317286 h 371475"/>
                <a:gd name="csX305" fmla="*/ 380866 w 638175"/>
                <a:gd name="csY305" fmla="*/ 315990 h 371475"/>
                <a:gd name="csX306" fmla="*/ 382143 w 638175"/>
                <a:gd name="csY306" fmla="*/ 314628 h 371475"/>
                <a:gd name="csX307" fmla="*/ 383410 w 638175"/>
                <a:gd name="csY307" fmla="*/ 313324 h 371475"/>
                <a:gd name="csX308" fmla="*/ 384610 w 638175"/>
                <a:gd name="csY308" fmla="*/ 311961 h 371475"/>
                <a:gd name="csX309" fmla="*/ 385877 w 638175"/>
                <a:gd name="csY309" fmla="*/ 310599 h 371475"/>
                <a:gd name="csX310" fmla="*/ 387153 w 638175"/>
                <a:gd name="csY310" fmla="*/ 309294 h 371475"/>
                <a:gd name="csX311" fmla="*/ 388353 w 638175"/>
                <a:gd name="csY311" fmla="*/ 307932 h 371475"/>
                <a:gd name="csX312" fmla="*/ 389620 w 638175"/>
                <a:gd name="csY312" fmla="*/ 306627 h 371475"/>
                <a:gd name="csX313" fmla="*/ 390887 w 638175"/>
                <a:gd name="csY313" fmla="*/ 305332 h 371475"/>
                <a:gd name="csX314" fmla="*/ 392097 w 638175"/>
                <a:gd name="csY314" fmla="*/ 304027 h 371475"/>
                <a:gd name="csX315" fmla="*/ 393363 w 638175"/>
                <a:gd name="csY315" fmla="*/ 302789 h 371475"/>
                <a:gd name="csX316" fmla="*/ 394630 w 638175"/>
                <a:gd name="csY316" fmla="*/ 301550 h 371475"/>
                <a:gd name="csX317" fmla="*/ 395840 w 638175"/>
                <a:gd name="csY317" fmla="*/ 300370 h 371475"/>
                <a:gd name="csX318" fmla="*/ 397107 w 638175"/>
                <a:gd name="csY318" fmla="*/ 299255 h 371475"/>
                <a:gd name="csX319" fmla="*/ 398374 w 638175"/>
                <a:gd name="csY319" fmla="*/ 298141 h 371475"/>
                <a:gd name="csX320" fmla="*/ 399640 w 638175"/>
                <a:gd name="csY320" fmla="*/ 297093 h 371475"/>
                <a:gd name="csX321" fmla="*/ 400850 w 638175"/>
                <a:gd name="csY321" fmla="*/ 296093 h 371475"/>
                <a:gd name="csX322" fmla="*/ 402117 w 638175"/>
                <a:gd name="csY322" fmla="*/ 295169 h 371475"/>
                <a:gd name="csX323" fmla="*/ 403384 w 638175"/>
                <a:gd name="csY323" fmla="*/ 294302 h 371475"/>
                <a:gd name="csX324" fmla="*/ 404584 w 638175"/>
                <a:gd name="csY324" fmla="*/ 293435 h 371475"/>
                <a:gd name="csX325" fmla="*/ 405860 w 638175"/>
                <a:gd name="csY325" fmla="*/ 292692 h 371475"/>
                <a:gd name="csX326" fmla="*/ 407127 w 638175"/>
                <a:gd name="csY326" fmla="*/ 292006 h 371475"/>
                <a:gd name="csX327" fmla="*/ 408327 w 638175"/>
                <a:gd name="csY327" fmla="*/ 291330 h 371475"/>
                <a:gd name="csX328" fmla="*/ 409594 w 638175"/>
                <a:gd name="csY328" fmla="*/ 290769 h 371475"/>
                <a:gd name="csX329" fmla="*/ 410870 w 638175"/>
                <a:gd name="csY329" fmla="*/ 290206 h 371475"/>
                <a:gd name="csX330" fmla="*/ 412070 w 638175"/>
                <a:gd name="csY330" fmla="*/ 289778 h 371475"/>
                <a:gd name="csX331" fmla="*/ 413337 w 638175"/>
                <a:gd name="csY331" fmla="*/ 289340 h 371475"/>
                <a:gd name="csX332" fmla="*/ 414605 w 638175"/>
                <a:gd name="csY332" fmla="*/ 288968 h 371475"/>
                <a:gd name="csX333" fmla="*/ 415881 w 638175"/>
                <a:gd name="csY333" fmla="*/ 288663 h 371475"/>
                <a:gd name="csX334" fmla="*/ 417081 w 638175"/>
                <a:gd name="csY334" fmla="*/ 288349 h 371475"/>
                <a:gd name="csX335" fmla="*/ 418347 w 638175"/>
                <a:gd name="csY335" fmla="*/ 288101 h 371475"/>
                <a:gd name="csX336" fmla="*/ 419615 w 638175"/>
                <a:gd name="csY336" fmla="*/ 287920 h 371475"/>
                <a:gd name="csX337" fmla="*/ 420824 w 638175"/>
                <a:gd name="csY337" fmla="*/ 287797 h 371475"/>
                <a:gd name="csX338" fmla="*/ 422091 w 638175"/>
                <a:gd name="csY338" fmla="*/ 287673 h 371475"/>
                <a:gd name="csX339" fmla="*/ 423357 w 638175"/>
                <a:gd name="csY339" fmla="*/ 287549 h 371475"/>
                <a:gd name="csX340" fmla="*/ 424567 w 638175"/>
                <a:gd name="csY340" fmla="*/ 287482 h 371475"/>
                <a:gd name="csX341" fmla="*/ 425834 w 638175"/>
                <a:gd name="csY341" fmla="*/ 287425 h 371475"/>
                <a:gd name="csX342" fmla="*/ 427101 w 638175"/>
                <a:gd name="csY342" fmla="*/ 287358 h 371475"/>
                <a:gd name="csX343" fmla="*/ 428311 w 638175"/>
                <a:gd name="csY343" fmla="*/ 287301 h 371475"/>
                <a:gd name="csX344" fmla="*/ 429577 w 638175"/>
                <a:gd name="csY344" fmla="*/ 287301 h 371475"/>
                <a:gd name="csX345" fmla="*/ 430844 w 638175"/>
                <a:gd name="csY345" fmla="*/ 287234 h 371475"/>
                <a:gd name="csX346" fmla="*/ 432111 w 638175"/>
                <a:gd name="csY346" fmla="*/ 287177 h 371475"/>
                <a:gd name="csX347" fmla="*/ 433321 w 638175"/>
                <a:gd name="csY347" fmla="*/ 287111 h 371475"/>
                <a:gd name="csX348" fmla="*/ 434588 w 638175"/>
                <a:gd name="csY348" fmla="*/ 287054 h 371475"/>
                <a:gd name="csX349" fmla="*/ 435854 w 638175"/>
                <a:gd name="csY349" fmla="*/ 286930 h 371475"/>
                <a:gd name="csX350" fmla="*/ 437055 w 638175"/>
                <a:gd name="csY350" fmla="*/ 286806 h 371475"/>
                <a:gd name="csX351" fmla="*/ 438331 w 638175"/>
                <a:gd name="csY351" fmla="*/ 286682 h 371475"/>
                <a:gd name="csX352" fmla="*/ 439598 w 638175"/>
                <a:gd name="csY352" fmla="*/ 286491 h 371475"/>
                <a:gd name="csX353" fmla="*/ 440798 w 638175"/>
                <a:gd name="csY353" fmla="*/ 286311 h 371475"/>
                <a:gd name="csX354" fmla="*/ 442065 w 638175"/>
                <a:gd name="csY354" fmla="*/ 286063 h 371475"/>
                <a:gd name="csX355" fmla="*/ 443341 w 638175"/>
                <a:gd name="csY355" fmla="*/ 285815 h 371475"/>
                <a:gd name="csX356" fmla="*/ 444541 w 638175"/>
                <a:gd name="csY356" fmla="*/ 285501 h 371475"/>
                <a:gd name="csX357" fmla="*/ 445808 w 638175"/>
                <a:gd name="csY357" fmla="*/ 285196 h 371475"/>
                <a:gd name="csX358" fmla="*/ 447075 w 638175"/>
                <a:gd name="csY358" fmla="*/ 284882 h 371475"/>
                <a:gd name="csX359" fmla="*/ 448351 w 638175"/>
                <a:gd name="csY359" fmla="*/ 284453 h 371475"/>
                <a:gd name="csX360" fmla="*/ 449551 w 638175"/>
                <a:gd name="csY360" fmla="*/ 284072 h 371475"/>
                <a:gd name="csX361" fmla="*/ 450818 w 638175"/>
                <a:gd name="csY361" fmla="*/ 283643 h 371475"/>
                <a:gd name="csX362" fmla="*/ 452085 w 638175"/>
                <a:gd name="csY362" fmla="*/ 283148 h 371475"/>
                <a:gd name="csX363" fmla="*/ 453295 w 638175"/>
                <a:gd name="csY363" fmla="*/ 282653 h 371475"/>
                <a:gd name="csX364" fmla="*/ 454561 w 638175"/>
                <a:gd name="csY364" fmla="*/ 282157 h 371475"/>
                <a:gd name="csX365" fmla="*/ 455828 w 638175"/>
                <a:gd name="csY365" fmla="*/ 281662 h 371475"/>
                <a:gd name="csX366" fmla="*/ 457038 w 638175"/>
                <a:gd name="csY366" fmla="*/ 281167 h 371475"/>
                <a:gd name="csX367" fmla="*/ 458305 w 638175"/>
                <a:gd name="csY367" fmla="*/ 280605 h 371475"/>
                <a:gd name="csX368" fmla="*/ 459572 w 638175"/>
                <a:gd name="csY368" fmla="*/ 280053 h 371475"/>
                <a:gd name="csX369" fmla="*/ 460838 w 638175"/>
                <a:gd name="csY369" fmla="*/ 279558 h 371475"/>
                <a:gd name="csX370" fmla="*/ 462048 w 638175"/>
                <a:gd name="csY370" fmla="*/ 278995 h 371475"/>
                <a:gd name="csX371" fmla="*/ 463315 w 638175"/>
                <a:gd name="csY371" fmla="*/ 278500 h 371475"/>
                <a:gd name="csX372" fmla="*/ 464582 w 638175"/>
                <a:gd name="csY372" fmla="*/ 278005 h 371475"/>
                <a:gd name="csX373" fmla="*/ 465792 w 638175"/>
                <a:gd name="csY373" fmla="*/ 277509 h 371475"/>
                <a:gd name="csX374" fmla="*/ 467058 w 638175"/>
                <a:gd name="csY374" fmla="*/ 277071 h 371475"/>
                <a:gd name="csX375" fmla="*/ 468325 w 638175"/>
                <a:gd name="csY375" fmla="*/ 276700 h 371475"/>
                <a:gd name="csX376" fmla="*/ 469526 w 638175"/>
                <a:gd name="csY376" fmla="*/ 276271 h 371475"/>
                <a:gd name="csX377" fmla="*/ 470792 w 638175"/>
                <a:gd name="csY377" fmla="*/ 275957 h 371475"/>
                <a:gd name="csX378" fmla="*/ 472068 w 638175"/>
                <a:gd name="csY378" fmla="*/ 275652 h 371475"/>
                <a:gd name="csX379" fmla="*/ 473269 w 638175"/>
                <a:gd name="csY379" fmla="*/ 275404 h 371475"/>
                <a:gd name="csX380" fmla="*/ 474536 w 638175"/>
                <a:gd name="csY380" fmla="*/ 275214 h 371475"/>
                <a:gd name="csX381" fmla="*/ 475812 w 638175"/>
                <a:gd name="csY381" fmla="*/ 275090 h 371475"/>
                <a:gd name="csX382" fmla="*/ 477079 w 638175"/>
                <a:gd name="csY382" fmla="*/ 274966 h 371475"/>
                <a:gd name="csX383" fmla="*/ 478279 w 638175"/>
                <a:gd name="csY383" fmla="*/ 274966 h 371475"/>
                <a:gd name="csX384" fmla="*/ 479546 w 638175"/>
                <a:gd name="csY384" fmla="*/ 275033 h 371475"/>
                <a:gd name="csX385" fmla="*/ 480813 w 638175"/>
                <a:gd name="csY385" fmla="*/ 275090 h 371475"/>
                <a:gd name="csX386" fmla="*/ 482022 w 638175"/>
                <a:gd name="csY386" fmla="*/ 275281 h 371475"/>
                <a:gd name="csX387" fmla="*/ 483289 w 638175"/>
                <a:gd name="csY387" fmla="*/ 275528 h 371475"/>
                <a:gd name="csX388" fmla="*/ 484556 w 638175"/>
                <a:gd name="csY388" fmla="*/ 275833 h 371475"/>
                <a:gd name="csX389" fmla="*/ 485765 w 638175"/>
                <a:gd name="csY389" fmla="*/ 276204 h 371475"/>
                <a:gd name="csX390" fmla="*/ 487032 w 638175"/>
                <a:gd name="csY390" fmla="*/ 276643 h 371475"/>
                <a:gd name="csX391" fmla="*/ 488299 w 638175"/>
                <a:gd name="csY391" fmla="*/ 277138 h 371475"/>
                <a:gd name="csX392" fmla="*/ 489509 w 638175"/>
                <a:gd name="csY392" fmla="*/ 277757 h 371475"/>
                <a:gd name="csX393" fmla="*/ 490775 w 638175"/>
                <a:gd name="csY393" fmla="*/ 278376 h 371475"/>
                <a:gd name="csX394" fmla="*/ 492042 w 638175"/>
                <a:gd name="csY394" fmla="*/ 279119 h 371475"/>
                <a:gd name="csX395" fmla="*/ 493310 w 638175"/>
                <a:gd name="csY395" fmla="*/ 279862 h 371475"/>
                <a:gd name="csX396" fmla="*/ 494519 w 638175"/>
                <a:gd name="csY396" fmla="*/ 280729 h 371475"/>
                <a:gd name="csX397" fmla="*/ 495786 w 638175"/>
                <a:gd name="csY397" fmla="*/ 281596 h 371475"/>
                <a:gd name="csX398" fmla="*/ 497052 w 638175"/>
                <a:gd name="csY398" fmla="*/ 282586 h 371475"/>
                <a:gd name="csX399" fmla="*/ 498253 w 638175"/>
                <a:gd name="csY399" fmla="*/ 283577 h 371475"/>
                <a:gd name="csX400" fmla="*/ 499529 w 638175"/>
                <a:gd name="csY400" fmla="*/ 284634 h 371475"/>
                <a:gd name="csX401" fmla="*/ 500796 w 638175"/>
                <a:gd name="csY401" fmla="*/ 285749 h 371475"/>
                <a:gd name="csX402" fmla="*/ 501996 w 638175"/>
                <a:gd name="csY402" fmla="*/ 286863 h 371475"/>
                <a:gd name="csX403" fmla="*/ 503263 w 638175"/>
                <a:gd name="csY403" fmla="*/ 288044 h 371475"/>
                <a:gd name="csX404" fmla="*/ 504539 w 638175"/>
                <a:gd name="csY404" fmla="*/ 289283 h 371475"/>
                <a:gd name="csX405" fmla="*/ 505740 w 638175"/>
                <a:gd name="csY405" fmla="*/ 290587 h 371475"/>
                <a:gd name="csX406" fmla="*/ 507006 w 638175"/>
                <a:gd name="csY406" fmla="*/ 291882 h 371475"/>
                <a:gd name="csX407" fmla="*/ 508273 w 638175"/>
                <a:gd name="csY407" fmla="*/ 293188 h 371475"/>
                <a:gd name="csX408" fmla="*/ 509540 w 638175"/>
                <a:gd name="csY408" fmla="*/ 294550 h 371475"/>
                <a:gd name="csX409" fmla="*/ 510750 w 638175"/>
                <a:gd name="csY409" fmla="*/ 295979 h 371475"/>
                <a:gd name="csX410" fmla="*/ 512017 w 638175"/>
                <a:gd name="csY410" fmla="*/ 297340 h 371475"/>
                <a:gd name="csX411" fmla="*/ 513283 w 638175"/>
                <a:gd name="csY411" fmla="*/ 298760 h 371475"/>
                <a:gd name="csX412" fmla="*/ 514493 w 638175"/>
                <a:gd name="csY412" fmla="*/ 300246 h 371475"/>
                <a:gd name="csX413" fmla="*/ 515760 w 638175"/>
                <a:gd name="csY413" fmla="*/ 301674 h 371475"/>
                <a:gd name="csX414" fmla="*/ 517027 w 638175"/>
                <a:gd name="csY414" fmla="*/ 303103 h 371475"/>
                <a:gd name="csX415" fmla="*/ 518236 w 638175"/>
                <a:gd name="csY415" fmla="*/ 304589 h 371475"/>
                <a:gd name="csX416" fmla="*/ 519503 w 638175"/>
                <a:gd name="csY416" fmla="*/ 306075 h 371475"/>
                <a:gd name="csX417" fmla="*/ 520770 w 638175"/>
                <a:gd name="csY417" fmla="*/ 307504 h 371475"/>
                <a:gd name="csX418" fmla="*/ 521970 w 638175"/>
                <a:gd name="csY418" fmla="*/ 308990 h 371475"/>
                <a:gd name="csX419" fmla="*/ 523246 w 638175"/>
                <a:gd name="csY419" fmla="*/ 310475 h 371475"/>
                <a:gd name="csX420" fmla="*/ 524513 w 638175"/>
                <a:gd name="csY420" fmla="*/ 311895 h 371475"/>
                <a:gd name="csX421" fmla="*/ 525780 w 638175"/>
                <a:gd name="csY421" fmla="*/ 313390 h 371475"/>
                <a:gd name="csX422" fmla="*/ 526990 w 638175"/>
                <a:gd name="csY422" fmla="*/ 314810 h 371475"/>
                <a:gd name="csX423" fmla="*/ 528256 w 638175"/>
                <a:gd name="csY423" fmla="*/ 316238 h 371475"/>
                <a:gd name="csX424" fmla="*/ 529523 w 638175"/>
                <a:gd name="csY424" fmla="*/ 317724 h 371475"/>
                <a:gd name="csX425" fmla="*/ 530724 w 638175"/>
                <a:gd name="csY425" fmla="*/ 319086 h 371475"/>
                <a:gd name="csX426" fmla="*/ 531990 w 638175"/>
                <a:gd name="csY426" fmla="*/ 320515 h 371475"/>
                <a:gd name="csX427" fmla="*/ 533267 w 638175"/>
                <a:gd name="csY427" fmla="*/ 321934 h 371475"/>
                <a:gd name="csX428" fmla="*/ 534467 w 638175"/>
                <a:gd name="csY428" fmla="*/ 323296 h 371475"/>
                <a:gd name="csX429" fmla="*/ 535734 w 638175"/>
                <a:gd name="csY429" fmla="*/ 324668 h 371475"/>
                <a:gd name="csX430" fmla="*/ 537001 w 638175"/>
                <a:gd name="csY430" fmla="*/ 326030 h 371475"/>
                <a:gd name="csX431" fmla="*/ 538210 w 638175"/>
                <a:gd name="csY431" fmla="*/ 327392 h 371475"/>
                <a:gd name="csX432" fmla="*/ 539477 w 638175"/>
                <a:gd name="csY432" fmla="*/ 328687 h 371475"/>
                <a:gd name="csX433" fmla="*/ 540744 w 638175"/>
                <a:gd name="csY433" fmla="*/ 329992 h 371475"/>
                <a:gd name="csX434" fmla="*/ 542011 w 638175"/>
                <a:gd name="csY434" fmla="*/ 331297 h 371475"/>
                <a:gd name="csX435" fmla="*/ 543221 w 638175"/>
                <a:gd name="csY435" fmla="*/ 332535 h 371475"/>
                <a:gd name="csX436" fmla="*/ 544487 w 638175"/>
                <a:gd name="csY436" fmla="*/ 333773 h 371475"/>
                <a:gd name="csX437" fmla="*/ 545754 w 638175"/>
                <a:gd name="csY437" fmla="*/ 335012 h 371475"/>
                <a:gd name="csX438" fmla="*/ 546964 w 638175"/>
                <a:gd name="csY438" fmla="*/ 336250 h 371475"/>
                <a:gd name="csX439" fmla="*/ 548231 w 638175"/>
                <a:gd name="csY439" fmla="*/ 337488 h 371475"/>
                <a:gd name="csX440" fmla="*/ 549497 w 638175"/>
                <a:gd name="csY440" fmla="*/ 338670 h 371475"/>
                <a:gd name="csX441" fmla="*/ 550707 w 638175"/>
                <a:gd name="csY441" fmla="*/ 339784 h 371475"/>
                <a:gd name="csX442" fmla="*/ 551974 w 638175"/>
                <a:gd name="csY442" fmla="*/ 340956 h 371475"/>
                <a:gd name="csX443" fmla="*/ 553241 w 638175"/>
                <a:gd name="csY443" fmla="*/ 342079 h 371475"/>
                <a:gd name="csX444" fmla="*/ 554508 w 638175"/>
                <a:gd name="csY444" fmla="*/ 343194 h 371475"/>
                <a:gd name="csX445" fmla="*/ 555717 w 638175"/>
                <a:gd name="csY445" fmla="*/ 344308 h 371475"/>
                <a:gd name="csX446" fmla="*/ 556984 w 638175"/>
                <a:gd name="csY446" fmla="*/ 345356 h 371475"/>
                <a:gd name="csX447" fmla="*/ 558251 w 638175"/>
                <a:gd name="csY447" fmla="*/ 346413 h 371475"/>
                <a:gd name="csX448" fmla="*/ 559451 w 638175"/>
                <a:gd name="csY448" fmla="*/ 347404 h 371475"/>
                <a:gd name="csX449" fmla="*/ 560727 w 638175"/>
                <a:gd name="csY449" fmla="*/ 348461 h 371475"/>
                <a:gd name="csX450" fmla="*/ 561994 w 638175"/>
                <a:gd name="csY450" fmla="*/ 349452 h 371475"/>
                <a:gd name="csX451" fmla="*/ 563194 w 638175"/>
                <a:gd name="csY451" fmla="*/ 350376 h 371475"/>
                <a:gd name="csX452" fmla="*/ 564461 w 638175"/>
                <a:gd name="csY452" fmla="*/ 351367 h 371475"/>
                <a:gd name="csX453" fmla="*/ 565737 w 638175"/>
                <a:gd name="csY453" fmla="*/ 352233 h 371475"/>
                <a:gd name="csX454" fmla="*/ 566938 w 638175"/>
                <a:gd name="csY454" fmla="*/ 353166 h 371475"/>
                <a:gd name="csX455" fmla="*/ 568204 w 638175"/>
                <a:gd name="csY455" fmla="*/ 354033 h 371475"/>
                <a:gd name="csX456" fmla="*/ 569471 w 638175"/>
                <a:gd name="csY456" fmla="*/ 354900 h 371475"/>
                <a:gd name="csX457" fmla="*/ 570747 w 638175"/>
                <a:gd name="csY457" fmla="*/ 355710 h 371475"/>
                <a:gd name="csX458" fmla="*/ 571948 w 638175"/>
                <a:gd name="csY458" fmla="*/ 356510 h 371475"/>
                <a:gd name="csX459" fmla="*/ 573215 w 638175"/>
                <a:gd name="csY459" fmla="*/ 357320 h 371475"/>
                <a:gd name="csX460" fmla="*/ 574481 w 638175"/>
                <a:gd name="csY460" fmla="*/ 358062 h 371475"/>
                <a:gd name="csX461" fmla="*/ 575691 w 638175"/>
                <a:gd name="csY461" fmla="*/ 358805 h 371475"/>
                <a:gd name="csX462" fmla="*/ 576958 w 638175"/>
                <a:gd name="csY462" fmla="*/ 359548 h 371475"/>
                <a:gd name="csX463" fmla="*/ 578225 w 638175"/>
                <a:gd name="csY463" fmla="*/ 360234 h 371475"/>
                <a:gd name="csX464" fmla="*/ 579435 w 638175"/>
                <a:gd name="csY464" fmla="*/ 360853 h 371475"/>
                <a:gd name="csX465" fmla="*/ 580701 w 638175"/>
                <a:gd name="csY465" fmla="*/ 361529 h 371475"/>
                <a:gd name="csX466" fmla="*/ 581968 w 638175"/>
                <a:gd name="csY466" fmla="*/ 362092 h 371475"/>
                <a:gd name="csX467" fmla="*/ 583178 w 638175"/>
                <a:gd name="csY467" fmla="*/ 362711 h 371475"/>
                <a:gd name="csX468" fmla="*/ 584445 w 638175"/>
                <a:gd name="csY468" fmla="*/ 363263 h 371475"/>
                <a:gd name="csX469" fmla="*/ 585712 w 638175"/>
                <a:gd name="csY469" fmla="*/ 363825 h 371475"/>
                <a:gd name="csX470" fmla="*/ 586978 w 638175"/>
                <a:gd name="csY470" fmla="*/ 364320 h 371475"/>
                <a:gd name="csX471" fmla="*/ 588188 w 638175"/>
                <a:gd name="csY471" fmla="*/ 364816 h 371475"/>
                <a:gd name="csX472" fmla="*/ 589455 w 638175"/>
                <a:gd name="csY472" fmla="*/ 365254 h 371475"/>
                <a:gd name="csX473" fmla="*/ 590722 w 638175"/>
                <a:gd name="csY473" fmla="*/ 365683 h 371475"/>
                <a:gd name="csX474" fmla="*/ 591922 w 638175"/>
                <a:gd name="csY474" fmla="*/ 366120 h 371475"/>
                <a:gd name="csX475" fmla="*/ 593198 w 638175"/>
                <a:gd name="csY475" fmla="*/ 366549 h 371475"/>
                <a:gd name="csX476" fmla="*/ 594465 w 638175"/>
                <a:gd name="csY476" fmla="*/ 366921 h 371475"/>
                <a:gd name="csX477" fmla="*/ 595665 w 638175"/>
                <a:gd name="csY477" fmla="*/ 367235 h 371475"/>
                <a:gd name="csX478" fmla="*/ 596932 w 638175"/>
                <a:gd name="csY478" fmla="*/ 367606 h 371475"/>
                <a:gd name="csX479" fmla="*/ 598208 w 638175"/>
                <a:gd name="csY479" fmla="*/ 367912 h 371475"/>
                <a:gd name="csX480" fmla="*/ 599408 w 638175"/>
                <a:gd name="csY480" fmla="*/ 368225 h 371475"/>
                <a:gd name="csX481" fmla="*/ 600675 w 638175"/>
                <a:gd name="csY481" fmla="*/ 368473 h 371475"/>
                <a:gd name="csX482" fmla="*/ 601942 w 638175"/>
                <a:gd name="csY482" fmla="*/ 368721 h 371475"/>
                <a:gd name="csX483" fmla="*/ 603209 w 638175"/>
                <a:gd name="csY483" fmla="*/ 368968 h 371475"/>
                <a:gd name="csX484" fmla="*/ 604419 w 638175"/>
                <a:gd name="csY484" fmla="*/ 369216 h 371475"/>
                <a:gd name="csX485" fmla="*/ 605685 w 638175"/>
                <a:gd name="csY485" fmla="*/ 369407 h 371475"/>
                <a:gd name="csX486" fmla="*/ 606952 w 638175"/>
                <a:gd name="csY486" fmla="*/ 369588 h 371475"/>
                <a:gd name="csX487" fmla="*/ 608162 w 638175"/>
                <a:gd name="csY487" fmla="*/ 369778 h 371475"/>
                <a:gd name="csX488" fmla="*/ 609429 w 638175"/>
                <a:gd name="csY488" fmla="*/ 369959 h 371475"/>
                <a:gd name="csX489" fmla="*/ 610695 w 638175"/>
                <a:gd name="csY489" fmla="*/ 370083 h 371475"/>
                <a:gd name="csX490" fmla="*/ 611905 w 638175"/>
                <a:gd name="csY490" fmla="*/ 370207 h 371475"/>
                <a:gd name="csX491" fmla="*/ 613172 w 638175"/>
                <a:gd name="csY491" fmla="*/ 370331 h 371475"/>
                <a:gd name="csX492" fmla="*/ 614439 w 638175"/>
                <a:gd name="csY492" fmla="*/ 370454 h 371475"/>
                <a:gd name="csX493" fmla="*/ 615639 w 638175"/>
                <a:gd name="csY493" fmla="*/ 370578 h 371475"/>
                <a:gd name="csX494" fmla="*/ 616915 w 638175"/>
                <a:gd name="csY494" fmla="*/ 370702 h 371475"/>
                <a:gd name="csX495" fmla="*/ 618182 w 638175"/>
                <a:gd name="csY495" fmla="*/ 370769 h 371475"/>
                <a:gd name="csX496" fmla="*/ 619449 w 638175"/>
                <a:gd name="csY496" fmla="*/ 370826 h 371475"/>
                <a:gd name="csX497" fmla="*/ 620649 w 638175"/>
                <a:gd name="csY497" fmla="*/ 370950 h 371475"/>
                <a:gd name="csX498" fmla="*/ 621926 w 638175"/>
                <a:gd name="csY498" fmla="*/ 371017 h 371475"/>
                <a:gd name="csX499" fmla="*/ 623192 w 638175"/>
                <a:gd name="csY499" fmla="*/ 371074 h 371475"/>
                <a:gd name="csX500" fmla="*/ 624392 w 638175"/>
                <a:gd name="csY500" fmla="*/ 371140 h 371475"/>
                <a:gd name="csX501" fmla="*/ 625659 w 638175"/>
                <a:gd name="csY501" fmla="*/ 371140 h 371475"/>
                <a:gd name="csX502" fmla="*/ 626936 w 638175"/>
                <a:gd name="csY502" fmla="*/ 371197 h 371475"/>
                <a:gd name="csX503" fmla="*/ 628136 w 638175"/>
                <a:gd name="csY503" fmla="*/ 371264 h 371475"/>
                <a:gd name="csX504" fmla="*/ 629402 w 638175"/>
                <a:gd name="csY504" fmla="*/ 371264 h 371475"/>
                <a:gd name="csX505" fmla="*/ 630669 w 638175"/>
                <a:gd name="csY505" fmla="*/ 371321 h 371475"/>
                <a:gd name="csX506" fmla="*/ 631946 w 638175"/>
                <a:gd name="csY506" fmla="*/ 371321 h 371475"/>
                <a:gd name="csX507" fmla="*/ 633146 w 638175"/>
                <a:gd name="csY507" fmla="*/ 371388 h 371475"/>
                <a:gd name="csX508" fmla="*/ 634413 w 638175"/>
                <a:gd name="csY508" fmla="*/ 371388 h 371475"/>
                <a:gd name="csX509" fmla="*/ 635679 w 638175"/>
                <a:gd name="csY509" fmla="*/ 371388 h 371475"/>
                <a:gd name="csX510" fmla="*/ 636889 w 638175"/>
                <a:gd name="csY510" fmla="*/ 371445 h 371475"/>
                <a:gd name="csX511" fmla="*/ 638156 w 638175"/>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371475">
                  <a:moveTo>
                    <a:pt x="-19" y="369959"/>
                  </a:moveTo>
                  <a:lnTo>
                    <a:pt x="1191" y="369778"/>
                  </a:lnTo>
                  <a:lnTo>
                    <a:pt x="2458" y="369521"/>
                  </a:lnTo>
                  <a:lnTo>
                    <a:pt x="3724" y="369216"/>
                  </a:lnTo>
                  <a:lnTo>
                    <a:pt x="4924" y="368902"/>
                  </a:lnTo>
                  <a:lnTo>
                    <a:pt x="6201" y="368530"/>
                  </a:lnTo>
                  <a:lnTo>
                    <a:pt x="7468" y="368102"/>
                  </a:lnTo>
                  <a:lnTo>
                    <a:pt x="8668" y="367664"/>
                  </a:lnTo>
                  <a:lnTo>
                    <a:pt x="9934" y="367169"/>
                  </a:lnTo>
                  <a:lnTo>
                    <a:pt x="11211" y="366616"/>
                  </a:lnTo>
                  <a:lnTo>
                    <a:pt x="12478" y="365997"/>
                  </a:lnTo>
                  <a:lnTo>
                    <a:pt x="13678" y="365254"/>
                  </a:lnTo>
                  <a:lnTo>
                    <a:pt x="14945" y="364501"/>
                  </a:lnTo>
                  <a:lnTo>
                    <a:pt x="16221" y="363701"/>
                  </a:lnTo>
                  <a:lnTo>
                    <a:pt x="17421" y="362768"/>
                  </a:lnTo>
                  <a:lnTo>
                    <a:pt x="18688" y="361720"/>
                  </a:lnTo>
                  <a:lnTo>
                    <a:pt x="19955" y="360606"/>
                  </a:lnTo>
                  <a:lnTo>
                    <a:pt x="21165" y="359367"/>
                  </a:lnTo>
                  <a:lnTo>
                    <a:pt x="22431" y="358005"/>
                  </a:lnTo>
                  <a:lnTo>
                    <a:pt x="23698" y="356577"/>
                  </a:lnTo>
                  <a:lnTo>
                    <a:pt x="24908" y="354967"/>
                  </a:lnTo>
                  <a:lnTo>
                    <a:pt x="26175" y="353233"/>
                  </a:lnTo>
                  <a:lnTo>
                    <a:pt x="27442" y="351367"/>
                  </a:lnTo>
                  <a:lnTo>
                    <a:pt x="28708" y="349328"/>
                  </a:lnTo>
                  <a:lnTo>
                    <a:pt x="29918" y="347156"/>
                  </a:lnTo>
                  <a:lnTo>
                    <a:pt x="31185" y="344804"/>
                  </a:lnTo>
                  <a:lnTo>
                    <a:pt x="32452" y="342260"/>
                  </a:lnTo>
                  <a:lnTo>
                    <a:pt x="33652" y="339536"/>
                  </a:lnTo>
                  <a:lnTo>
                    <a:pt x="34928" y="336622"/>
                  </a:lnTo>
                  <a:lnTo>
                    <a:pt x="36195" y="333526"/>
                  </a:lnTo>
                  <a:lnTo>
                    <a:pt x="37395" y="330240"/>
                  </a:lnTo>
                  <a:lnTo>
                    <a:pt x="38672" y="326706"/>
                  </a:lnTo>
                  <a:lnTo>
                    <a:pt x="39938" y="322992"/>
                  </a:lnTo>
                  <a:lnTo>
                    <a:pt x="41205" y="319029"/>
                  </a:lnTo>
                  <a:lnTo>
                    <a:pt x="42405" y="314810"/>
                  </a:lnTo>
                  <a:lnTo>
                    <a:pt x="43672" y="310409"/>
                  </a:lnTo>
                  <a:lnTo>
                    <a:pt x="44949" y="305828"/>
                  </a:lnTo>
                  <a:lnTo>
                    <a:pt x="46149" y="300931"/>
                  </a:lnTo>
                  <a:lnTo>
                    <a:pt x="47415" y="295855"/>
                  </a:lnTo>
                  <a:lnTo>
                    <a:pt x="48682" y="290521"/>
                  </a:lnTo>
                  <a:lnTo>
                    <a:pt x="49892" y="285006"/>
                  </a:lnTo>
                  <a:lnTo>
                    <a:pt x="51159" y="279186"/>
                  </a:lnTo>
                  <a:lnTo>
                    <a:pt x="52425" y="273166"/>
                  </a:lnTo>
                  <a:lnTo>
                    <a:pt x="53635" y="266908"/>
                  </a:lnTo>
                  <a:lnTo>
                    <a:pt x="54902" y="260526"/>
                  </a:lnTo>
                  <a:lnTo>
                    <a:pt x="56169" y="253840"/>
                  </a:lnTo>
                  <a:lnTo>
                    <a:pt x="57436" y="247020"/>
                  </a:lnTo>
                  <a:lnTo>
                    <a:pt x="58645" y="240019"/>
                  </a:lnTo>
                  <a:lnTo>
                    <a:pt x="59912" y="232828"/>
                  </a:lnTo>
                  <a:lnTo>
                    <a:pt x="61179" y="225455"/>
                  </a:lnTo>
                  <a:lnTo>
                    <a:pt x="62389" y="217959"/>
                  </a:lnTo>
                  <a:lnTo>
                    <a:pt x="63656" y="210406"/>
                  </a:lnTo>
                  <a:lnTo>
                    <a:pt x="64922" y="202652"/>
                  </a:lnTo>
                  <a:lnTo>
                    <a:pt x="66122" y="194785"/>
                  </a:lnTo>
                  <a:lnTo>
                    <a:pt x="67399" y="186917"/>
                  </a:lnTo>
                  <a:lnTo>
                    <a:pt x="68666" y="178926"/>
                  </a:lnTo>
                  <a:lnTo>
                    <a:pt x="69866" y="170934"/>
                  </a:lnTo>
                  <a:lnTo>
                    <a:pt x="71132" y="162933"/>
                  </a:lnTo>
                  <a:lnTo>
                    <a:pt x="72409" y="154884"/>
                  </a:lnTo>
                  <a:lnTo>
                    <a:pt x="73676" y="146884"/>
                  </a:lnTo>
                  <a:lnTo>
                    <a:pt x="74876" y="138959"/>
                  </a:lnTo>
                  <a:lnTo>
                    <a:pt x="76143" y="131091"/>
                  </a:lnTo>
                  <a:lnTo>
                    <a:pt x="77419" y="123281"/>
                  </a:lnTo>
                  <a:lnTo>
                    <a:pt x="78619" y="115594"/>
                  </a:lnTo>
                  <a:lnTo>
                    <a:pt x="79886" y="108098"/>
                  </a:lnTo>
                  <a:lnTo>
                    <a:pt x="81153" y="100659"/>
                  </a:lnTo>
                  <a:lnTo>
                    <a:pt x="82363" y="93410"/>
                  </a:lnTo>
                  <a:lnTo>
                    <a:pt x="83629" y="86409"/>
                  </a:lnTo>
                  <a:lnTo>
                    <a:pt x="84896" y="79590"/>
                  </a:lnTo>
                  <a:lnTo>
                    <a:pt x="86106" y="72960"/>
                  </a:lnTo>
                  <a:lnTo>
                    <a:pt x="87373" y="66578"/>
                  </a:lnTo>
                  <a:lnTo>
                    <a:pt x="88640" y="60444"/>
                  </a:lnTo>
                  <a:lnTo>
                    <a:pt x="89906" y="54624"/>
                  </a:lnTo>
                  <a:lnTo>
                    <a:pt x="91116" y="49043"/>
                  </a:lnTo>
                  <a:lnTo>
                    <a:pt x="92383" y="43718"/>
                  </a:lnTo>
                  <a:lnTo>
                    <a:pt x="93650" y="38756"/>
                  </a:lnTo>
                  <a:lnTo>
                    <a:pt x="94860" y="34117"/>
                  </a:lnTo>
                  <a:lnTo>
                    <a:pt x="96126" y="29716"/>
                  </a:lnTo>
                  <a:lnTo>
                    <a:pt x="97393" y="25621"/>
                  </a:lnTo>
                  <a:lnTo>
                    <a:pt x="98594" y="21906"/>
                  </a:lnTo>
                  <a:lnTo>
                    <a:pt x="99860" y="18496"/>
                  </a:lnTo>
                  <a:lnTo>
                    <a:pt x="101136" y="15334"/>
                  </a:lnTo>
                  <a:lnTo>
                    <a:pt x="102336" y="12486"/>
                  </a:lnTo>
                  <a:lnTo>
                    <a:pt x="103604" y="10010"/>
                  </a:lnTo>
                  <a:lnTo>
                    <a:pt x="104880" y="7838"/>
                  </a:lnTo>
                  <a:lnTo>
                    <a:pt x="106147" y="5856"/>
                  </a:lnTo>
                  <a:lnTo>
                    <a:pt x="107347" y="4246"/>
                  </a:lnTo>
                  <a:lnTo>
                    <a:pt x="108614" y="2942"/>
                  </a:lnTo>
                  <a:lnTo>
                    <a:pt x="109881" y="1827"/>
                  </a:lnTo>
                  <a:lnTo>
                    <a:pt x="111090" y="961"/>
                  </a:lnTo>
                  <a:lnTo>
                    <a:pt x="112357" y="465"/>
                  </a:lnTo>
                  <a:lnTo>
                    <a:pt x="113624" y="94"/>
                  </a:lnTo>
                  <a:lnTo>
                    <a:pt x="114833" y="-30"/>
                  </a:lnTo>
                  <a:lnTo>
                    <a:pt x="116100" y="37"/>
                  </a:lnTo>
                  <a:lnTo>
                    <a:pt x="117367" y="285"/>
                  </a:lnTo>
                  <a:lnTo>
                    <a:pt x="118634" y="780"/>
                  </a:lnTo>
                  <a:lnTo>
                    <a:pt x="119843" y="1332"/>
                  </a:lnTo>
                  <a:lnTo>
                    <a:pt x="121110" y="2075"/>
                  </a:lnTo>
                  <a:lnTo>
                    <a:pt x="122377" y="3008"/>
                  </a:lnTo>
                  <a:lnTo>
                    <a:pt x="123587" y="3999"/>
                  </a:lnTo>
                  <a:lnTo>
                    <a:pt x="124854" y="5113"/>
                  </a:lnTo>
                  <a:lnTo>
                    <a:pt x="126120" y="6352"/>
                  </a:lnTo>
                  <a:lnTo>
                    <a:pt x="127330" y="7657"/>
                  </a:lnTo>
                  <a:lnTo>
                    <a:pt x="128597" y="9019"/>
                  </a:lnTo>
                  <a:lnTo>
                    <a:pt x="129864" y="10505"/>
                  </a:lnTo>
                  <a:lnTo>
                    <a:pt x="131064" y="11991"/>
                  </a:lnTo>
                  <a:lnTo>
                    <a:pt x="132331" y="13543"/>
                  </a:lnTo>
                  <a:lnTo>
                    <a:pt x="133607" y="15086"/>
                  </a:lnTo>
                  <a:lnTo>
                    <a:pt x="134874" y="16706"/>
                  </a:lnTo>
                  <a:lnTo>
                    <a:pt x="136074" y="18315"/>
                  </a:lnTo>
                  <a:lnTo>
                    <a:pt x="137341" y="19982"/>
                  </a:lnTo>
                  <a:lnTo>
                    <a:pt x="138617" y="21658"/>
                  </a:lnTo>
                  <a:lnTo>
                    <a:pt x="139818" y="23335"/>
                  </a:lnTo>
                  <a:lnTo>
                    <a:pt x="141085" y="25002"/>
                  </a:lnTo>
                  <a:lnTo>
                    <a:pt x="142351" y="26678"/>
                  </a:lnTo>
                  <a:lnTo>
                    <a:pt x="143561" y="28354"/>
                  </a:lnTo>
                  <a:lnTo>
                    <a:pt x="144827" y="30022"/>
                  </a:lnTo>
                  <a:lnTo>
                    <a:pt x="146095" y="31755"/>
                  </a:lnTo>
                  <a:lnTo>
                    <a:pt x="147304" y="33431"/>
                  </a:lnTo>
                  <a:lnTo>
                    <a:pt x="148571" y="35108"/>
                  </a:lnTo>
                  <a:lnTo>
                    <a:pt x="149838" y="36841"/>
                  </a:lnTo>
                  <a:lnTo>
                    <a:pt x="151105" y="38575"/>
                  </a:lnTo>
                  <a:lnTo>
                    <a:pt x="152314" y="40308"/>
                  </a:lnTo>
                  <a:lnTo>
                    <a:pt x="153581" y="42042"/>
                  </a:lnTo>
                  <a:lnTo>
                    <a:pt x="154848" y="43842"/>
                  </a:lnTo>
                  <a:lnTo>
                    <a:pt x="156058" y="45642"/>
                  </a:lnTo>
                  <a:lnTo>
                    <a:pt x="157324" y="47433"/>
                  </a:lnTo>
                  <a:lnTo>
                    <a:pt x="158591" y="49290"/>
                  </a:lnTo>
                  <a:lnTo>
                    <a:pt x="159792" y="51215"/>
                  </a:lnTo>
                  <a:lnTo>
                    <a:pt x="161058" y="53196"/>
                  </a:lnTo>
                  <a:lnTo>
                    <a:pt x="162334" y="55177"/>
                  </a:lnTo>
                  <a:lnTo>
                    <a:pt x="163535" y="57225"/>
                  </a:lnTo>
                  <a:lnTo>
                    <a:pt x="164802" y="59273"/>
                  </a:lnTo>
                  <a:lnTo>
                    <a:pt x="166078" y="61435"/>
                  </a:lnTo>
                  <a:lnTo>
                    <a:pt x="167345" y="63673"/>
                  </a:lnTo>
                  <a:lnTo>
                    <a:pt x="168545" y="65902"/>
                  </a:lnTo>
                  <a:lnTo>
                    <a:pt x="169812" y="68255"/>
                  </a:lnTo>
                  <a:lnTo>
                    <a:pt x="171088" y="70608"/>
                  </a:lnTo>
                  <a:lnTo>
                    <a:pt x="172289" y="73093"/>
                  </a:lnTo>
                  <a:lnTo>
                    <a:pt x="173555" y="75627"/>
                  </a:lnTo>
                  <a:lnTo>
                    <a:pt x="174822" y="78227"/>
                  </a:lnTo>
                  <a:lnTo>
                    <a:pt x="176031" y="80837"/>
                  </a:lnTo>
                  <a:lnTo>
                    <a:pt x="177299" y="83561"/>
                  </a:lnTo>
                  <a:lnTo>
                    <a:pt x="178565" y="86352"/>
                  </a:lnTo>
                  <a:lnTo>
                    <a:pt x="179775" y="89200"/>
                  </a:lnTo>
                  <a:lnTo>
                    <a:pt x="181041" y="92115"/>
                  </a:lnTo>
                  <a:lnTo>
                    <a:pt x="182309" y="95087"/>
                  </a:lnTo>
                  <a:lnTo>
                    <a:pt x="183576" y="98058"/>
                  </a:lnTo>
                  <a:lnTo>
                    <a:pt x="184785" y="101154"/>
                  </a:lnTo>
                  <a:lnTo>
                    <a:pt x="186052" y="104259"/>
                  </a:lnTo>
                  <a:lnTo>
                    <a:pt x="187319" y="107422"/>
                  </a:lnTo>
                  <a:lnTo>
                    <a:pt x="188519" y="110574"/>
                  </a:lnTo>
                  <a:lnTo>
                    <a:pt x="189795" y="113803"/>
                  </a:lnTo>
                  <a:lnTo>
                    <a:pt x="191062" y="117080"/>
                  </a:lnTo>
                  <a:lnTo>
                    <a:pt x="192262" y="120309"/>
                  </a:lnTo>
                  <a:lnTo>
                    <a:pt x="193529" y="123652"/>
                  </a:lnTo>
                  <a:lnTo>
                    <a:pt x="194805" y="126938"/>
                  </a:lnTo>
                  <a:lnTo>
                    <a:pt x="196006" y="130215"/>
                  </a:lnTo>
                  <a:lnTo>
                    <a:pt x="197272" y="133568"/>
                  </a:lnTo>
                  <a:lnTo>
                    <a:pt x="198539" y="136911"/>
                  </a:lnTo>
                  <a:lnTo>
                    <a:pt x="199815" y="140197"/>
                  </a:lnTo>
                  <a:lnTo>
                    <a:pt x="201016" y="143540"/>
                  </a:lnTo>
                  <a:lnTo>
                    <a:pt x="202283" y="146827"/>
                  </a:lnTo>
                  <a:lnTo>
                    <a:pt x="203549" y="150113"/>
                  </a:lnTo>
                  <a:lnTo>
                    <a:pt x="204759" y="153389"/>
                  </a:lnTo>
                  <a:lnTo>
                    <a:pt x="206026" y="156618"/>
                  </a:lnTo>
                  <a:lnTo>
                    <a:pt x="207293" y="159838"/>
                  </a:lnTo>
                  <a:lnTo>
                    <a:pt x="208503" y="163057"/>
                  </a:lnTo>
                  <a:lnTo>
                    <a:pt x="209769" y="166219"/>
                  </a:lnTo>
                  <a:lnTo>
                    <a:pt x="211036" y="169315"/>
                  </a:lnTo>
                  <a:lnTo>
                    <a:pt x="212303" y="172420"/>
                  </a:lnTo>
                  <a:lnTo>
                    <a:pt x="213513" y="175449"/>
                  </a:lnTo>
                  <a:lnTo>
                    <a:pt x="214780" y="178488"/>
                  </a:lnTo>
                  <a:lnTo>
                    <a:pt x="216046" y="181469"/>
                  </a:lnTo>
                  <a:lnTo>
                    <a:pt x="217256" y="184441"/>
                  </a:lnTo>
                  <a:lnTo>
                    <a:pt x="218522" y="187346"/>
                  </a:lnTo>
                  <a:lnTo>
                    <a:pt x="219790" y="190203"/>
                  </a:lnTo>
                  <a:lnTo>
                    <a:pt x="220990" y="193051"/>
                  </a:lnTo>
                  <a:lnTo>
                    <a:pt x="222266" y="195842"/>
                  </a:lnTo>
                  <a:lnTo>
                    <a:pt x="223532" y="198624"/>
                  </a:lnTo>
                  <a:lnTo>
                    <a:pt x="224733" y="201357"/>
                  </a:lnTo>
                  <a:lnTo>
                    <a:pt x="226000" y="204015"/>
                  </a:lnTo>
                  <a:lnTo>
                    <a:pt x="227276" y="206682"/>
                  </a:lnTo>
                  <a:lnTo>
                    <a:pt x="228543" y="209282"/>
                  </a:lnTo>
                  <a:lnTo>
                    <a:pt x="229743" y="211892"/>
                  </a:lnTo>
                  <a:lnTo>
                    <a:pt x="231010" y="214426"/>
                  </a:lnTo>
                  <a:lnTo>
                    <a:pt x="232277" y="216911"/>
                  </a:lnTo>
                  <a:lnTo>
                    <a:pt x="233487" y="219445"/>
                  </a:lnTo>
                  <a:lnTo>
                    <a:pt x="234753" y="221922"/>
                  </a:lnTo>
                  <a:lnTo>
                    <a:pt x="236020" y="224341"/>
                  </a:lnTo>
                  <a:lnTo>
                    <a:pt x="237230" y="226760"/>
                  </a:lnTo>
                  <a:lnTo>
                    <a:pt x="238497" y="229180"/>
                  </a:lnTo>
                  <a:lnTo>
                    <a:pt x="239763" y="231532"/>
                  </a:lnTo>
                  <a:lnTo>
                    <a:pt x="240973" y="233885"/>
                  </a:lnTo>
                  <a:lnTo>
                    <a:pt x="242240" y="236181"/>
                  </a:lnTo>
                  <a:lnTo>
                    <a:pt x="243507" y="238533"/>
                  </a:lnTo>
                  <a:lnTo>
                    <a:pt x="244774" y="240829"/>
                  </a:lnTo>
                  <a:lnTo>
                    <a:pt x="245983" y="243057"/>
                  </a:lnTo>
                  <a:lnTo>
                    <a:pt x="247250" y="245286"/>
                  </a:lnTo>
                  <a:lnTo>
                    <a:pt x="248517" y="247515"/>
                  </a:lnTo>
                  <a:lnTo>
                    <a:pt x="249717" y="249744"/>
                  </a:lnTo>
                  <a:lnTo>
                    <a:pt x="250994" y="251983"/>
                  </a:lnTo>
                  <a:lnTo>
                    <a:pt x="252260" y="254145"/>
                  </a:lnTo>
                  <a:lnTo>
                    <a:pt x="253460" y="256259"/>
                  </a:lnTo>
                  <a:lnTo>
                    <a:pt x="254727" y="258421"/>
                  </a:lnTo>
                  <a:lnTo>
                    <a:pt x="256004" y="260526"/>
                  </a:lnTo>
                  <a:lnTo>
                    <a:pt x="257204" y="262574"/>
                  </a:lnTo>
                  <a:lnTo>
                    <a:pt x="258470" y="264679"/>
                  </a:lnTo>
                  <a:lnTo>
                    <a:pt x="259737" y="266727"/>
                  </a:lnTo>
                  <a:lnTo>
                    <a:pt x="261014" y="268708"/>
                  </a:lnTo>
                  <a:lnTo>
                    <a:pt x="262214" y="270690"/>
                  </a:lnTo>
                  <a:lnTo>
                    <a:pt x="263481" y="272671"/>
                  </a:lnTo>
                  <a:lnTo>
                    <a:pt x="264747" y="274595"/>
                  </a:lnTo>
                  <a:lnTo>
                    <a:pt x="265957" y="276452"/>
                  </a:lnTo>
                  <a:lnTo>
                    <a:pt x="267224" y="278376"/>
                  </a:lnTo>
                  <a:lnTo>
                    <a:pt x="268491" y="280177"/>
                  </a:lnTo>
                  <a:lnTo>
                    <a:pt x="269701" y="281967"/>
                  </a:lnTo>
                  <a:lnTo>
                    <a:pt x="270967" y="283701"/>
                  </a:lnTo>
                  <a:lnTo>
                    <a:pt x="272234" y="285444"/>
                  </a:lnTo>
                  <a:lnTo>
                    <a:pt x="273444" y="287111"/>
                  </a:lnTo>
                  <a:lnTo>
                    <a:pt x="274711" y="288787"/>
                  </a:lnTo>
                  <a:lnTo>
                    <a:pt x="275978" y="290397"/>
                  </a:lnTo>
                  <a:lnTo>
                    <a:pt x="277244" y="291949"/>
                  </a:lnTo>
                  <a:lnTo>
                    <a:pt x="278454" y="293492"/>
                  </a:lnTo>
                  <a:lnTo>
                    <a:pt x="279721" y="294978"/>
                  </a:lnTo>
                  <a:lnTo>
                    <a:pt x="280988" y="296407"/>
                  </a:lnTo>
                  <a:lnTo>
                    <a:pt x="282188" y="297836"/>
                  </a:lnTo>
                  <a:lnTo>
                    <a:pt x="283464" y="299198"/>
                  </a:lnTo>
                  <a:lnTo>
                    <a:pt x="284731" y="300494"/>
                  </a:lnTo>
                  <a:lnTo>
                    <a:pt x="285931" y="301798"/>
                  </a:lnTo>
                  <a:lnTo>
                    <a:pt x="287198" y="303036"/>
                  </a:lnTo>
                  <a:lnTo>
                    <a:pt x="288474" y="304275"/>
                  </a:lnTo>
                  <a:lnTo>
                    <a:pt x="289741" y="305456"/>
                  </a:lnTo>
                  <a:lnTo>
                    <a:pt x="290941" y="306570"/>
                  </a:lnTo>
                  <a:lnTo>
                    <a:pt x="292208" y="307685"/>
                  </a:lnTo>
                  <a:lnTo>
                    <a:pt x="293485" y="308742"/>
                  </a:lnTo>
                  <a:lnTo>
                    <a:pt x="294685" y="309789"/>
                  </a:lnTo>
                  <a:lnTo>
                    <a:pt x="295951" y="310847"/>
                  </a:lnTo>
                  <a:lnTo>
                    <a:pt x="297218" y="311771"/>
                  </a:lnTo>
                  <a:lnTo>
                    <a:pt x="298428" y="312761"/>
                  </a:lnTo>
                  <a:lnTo>
                    <a:pt x="299695" y="313695"/>
                  </a:lnTo>
                  <a:lnTo>
                    <a:pt x="300961" y="314628"/>
                  </a:lnTo>
                  <a:lnTo>
                    <a:pt x="302171" y="315495"/>
                  </a:lnTo>
                  <a:lnTo>
                    <a:pt x="303438" y="316362"/>
                  </a:lnTo>
                  <a:lnTo>
                    <a:pt x="304705" y="317229"/>
                  </a:lnTo>
                  <a:lnTo>
                    <a:pt x="305972" y="318029"/>
                  </a:lnTo>
                  <a:lnTo>
                    <a:pt x="307181" y="318905"/>
                  </a:lnTo>
                  <a:lnTo>
                    <a:pt x="308448" y="319705"/>
                  </a:lnTo>
                  <a:lnTo>
                    <a:pt x="309715" y="320448"/>
                  </a:lnTo>
                  <a:lnTo>
                    <a:pt x="310915" y="321258"/>
                  </a:lnTo>
                  <a:lnTo>
                    <a:pt x="312192" y="322001"/>
                  </a:lnTo>
                  <a:lnTo>
                    <a:pt x="313458" y="322744"/>
                  </a:lnTo>
                  <a:lnTo>
                    <a:pt x="314658" y="323487"/>
                  </a:lnTo>
                  <a:lnTo>
                    <a:pt x="315935" y="324163"/>
                  </a:lnTo>
                  <a:lnTo>
                    <a:pt x="317202" y="324848"/>
                  </a:lnTo>
                  <a:lnTo>
                    <a:pt x="318402" y="325591"/>
                  </a:lnTo>
                  <a:lnTo>
                    <a:pt x="319668" y="326277"/>
                  </a:lnTo>
                  <a:lnTo>
                    <a:pt x="320935" y="326897"/>
                  </a:lnTo>
                  <a:lnTo>
                    <a:pt x="322212" y="327573"/>
                  </a:lnTo>
                  <a:lnTo>
                    <a:pt x="323412" y="328192"/>
                  </a:lnTo>
                  <a:lnTo>
                    <a:pt x="324679" y="328811"/>
                  </a:lnTo>
                  <a:lnTo>
                    <a:pt x="325955" y="329373"/>
                  </a:lnTo>
                  <a:lnTo>
                    <a:pt x="327155" y="329992"/>
                  </a:lnTo>
                  <a:lnTo>
                    <a:pt x="328422" y="330554"/>
                  </a:lnTo>
                  <a:lnTo>
                    <a:pt x="329689" y="331107"/>
                  </a:lnTo>
                  <a:lnTo>
                    <a:pt x="330899" y="331602"/>
                  </a:lnTo>
                  <a:lnTo>
                    <a:pt x="332165" y="332097"/>
                  </a:lnTo>
                  <a:lnTo>
                    <a:pt x="333432" y="332535"/>
                  </a:lnTo>
                  <a:lnTo>
                    <a:pt x="334642" y="332964"/>
                  </a:lnTo>
                  <a:lnTo>
                    <a:pt x="335909" y="333402"/>
                  </a:lnTo>
                  <a:lnTo>
                    <a:pt x="337176" y="333773"/>
                  </a:lnTo>
                  <a:lnTo>
                    <a:pt x="338442" y="334079"/>
                  </a:lnTo>
                  <a:lnTo>
                    <a:pt x="339652" y="334393"/>
                  </a:lnTo>
                  <a:lnTo>
                    <a:pt x="340919" y="334698"/>
                  </a:lnTo>
                  <a:lnTo>
                    <a:pt x="342186" y="334888"/>
                  </a:lnTo>
                  <a:lnTo>
                    <a:pt x="343386" y="335069"/>
                  </a:lnTo>
                  <a:lnTo>
                    <a:pt x="344662" y="335193"/>
                  </a:lnTo>
                  <a:lnTo>
                    <a:pt x="345929" y="335316"/>
                  </a:lnTo>
                  <a:lnTo>
                    <a:pt x="347129" y="335383"/>
                  </a:lnTo>
                  <a:lnTo>
                    <a:pt x="348396" y="335383"/>
                  </a:lnTo>
                  <a:lnTo>
                    <a:pt x="349672" y="335316"/>
                  </a:lnTo>
                  <a:lnTo>
                    <a:pt x="350872" y="335193"/>
                  </a:lnTo>
                  <a:lnTo>
                    <a:pt x="352139" y="335069"/>
                  </a:lnTo>
                  <a:lnTo>
                    <a:pt x="353406" y="334822"/>
                  </a:lnTo>
                  <a:lnTo>
                    <a:pt x="354683" y="334516"/>
                  </a:lnTo>
                  <a:lnTo>
                    <a:pt x="355883" y="334203"/>
                  </a:lnTo>
                  <a:lnTo>
                    <a:pt x="357149" y="333831"/>
                  </a:lnTo>
                  <a:lnTo>
                    <a:pt x="358416" y="333336"/>
                  </a:lnTo>
                  <a:lnTo>
                    <a:pt x="359626" y="332840"/>
                  </a:lnTo>
                  <a:lnTo>
                    <a:pt x="360893" y="332288"/>
                  </a:lnTo>
                  <a:lnTo>
                    <a:pt x="362159" y="331668"/>
                  </a:lnTo>
                  <a:lnTo>
                    <a:pt x="363369" y="330983"/>
                  </a:lnTo>
                  <a:lnTo>
                    <a:pt x="364636" y="330183"/>
                  </a:lnTo>
                  <a:lnTo>
                    <a:pt x="365903" y="329430"/>
                  </a:lnTo>
                  <a:lnTo>
                    <a:pt x="367113" y="328563"/>
                  </a:lnTo>
                  <a:lnTo>
                    <a:pt x="368379" y="327640"/>
                  </a:lnTo>
                  <a:lnTo>
                    <a:pt x="369646" y="326649"/>
                  </a:lnTo>
                  <a:lnTo>
                    <a:pt x="370913" y="325591"/>
                  </a:lnTo>
                  <a:lnTo>
                    <a:pt x="372123" y="324544"/>
                  </a:lnTo>
                  <a:lnTo>
                    <a:pt x="373390" y="323420"/>
                  </a:lnTo>
                  <a:lnTo>
                    <a:pt x="374656" y="322249"/>
                  </a:lnTo>
                  <a:lnTo>
                    <a:pt x="375856" y="321067"/>
                  </a:lnTo>
                  <a:lnTo>
                    <a:pt x="377133" y="319829"/>
                  </a:lnTo>
                  <a:lnTo>
                    <a:pt x="378400" y="318591"/>
                  </a:lnTo>
                  <a:lnTo>
                    <a:pt x="379600" y="317286"/>
                  </a:lnTo>
                  <a:lnTo>
                    <a:pt x="380866" y="315990"/>
                  </a:lnTo>
                  <a:lnTo>
                    <a:pt x="382143" y="314628"/>
                  </a:lnTo>
                  <a:lnTo>
                    <a:pt x="383410" y="313324"/>
                  </a:lnTo>
                  <a:lnTo>
                    <a:pt x="384610" y="311961"/>
                  </a:lnTo>
                  <a:lnTo>
                    <a:pt x="385877" y="310599"/>
                  </a:lnTo>
                  <a:lnTo>
                    <a:pt x="387153" y="309294"/>
                  </a:lnTo>
                  <a:lnTo>
                    <a:pt x="388353" y="307932"/>
                  </a:lnTo>
                  <a:lnTo>
                    <a:pt x="389620" y="306627"/>
                  </a:lnTo>
                  <a:lnTo>
                    <a:pt x="390887" y="305332"/>
                  </a:lnTo>
                  <a:lnTo>
                    <a:pt x="392097" y="304027"/>
                  </a:lnTo>
                  <a:lnTo>
                    <a:pt x="393363" y="302789"/>
                  </a:lnTo>
                  <a:lnTo>
                    <a:pt x="394630" y="301550"/>
                  </a:lnTo>
                  <a:lnTo>
                    <a:pt x="395840" y="300370"/>
                  </a:lnTo>
                  <a:lnTo>
                    <a:pt x="397107" y="299255"/>
                  </a:lnTo>
                  <a:lnTo>
                    <a:pt x="398374" y="298141"/>
                  </a:lnTo>
                  <a:lnTo>
                    <a:pt x="399640" y="297093"/>
                  </a:lnTo>
                  <a:lnTo>
                    <a:pt x="400850" y="296093"/>
                  </a:lnTo>
                  <a:lnTo>
                    <a:pt x="402117" y="295169"/>
                  </a:lnTo>
                  <a:lnTo>
                    <a:pt x="403384" y="294302"/>
                  </a:lnTo>
                  <a:lnTo>
                    <a:pt x="404584" y="293435"/>
                  </a:lnTo>
                  <a:lnTo>
                    <a:pt x="405860" y="292692"/>
                  </a:lnTo>
                  <a:lnTo>
                    <a:pt x="407127" y="292006"/>
                  </a:lnTo>
                  <a:lnTo>
                    <a:pt x="408327" y="291330"/>
                  </a:lnTo>
                  <a:lnTo>
                    <a:pt x="409594" y="290769"/>
                  </a:lnTo>
                  <a:lnTo>
                    <a:pt x="410870" y="290206"/>
                  </a:lnTo>
                  <a:lnTo>
                    <a:pt x="412070" y="289778"/>
                  </a:lnTo>
                  <a:lnTo>
                    <a:pt x="413337" y="289340"/>
                  </a:lnTo>
                  <a:lnTo>
                    <a:pt x="414605" y="288968"/>
                  </a:lnTo>
                  <a:lnTo>
                    <a:pt x="415881" y="288663"/>
                  </a:lnTo>
                  <a:lnTo>
                    <a:pt x="417081" y="288349"/>
                  </a:lnTo>
                  <a:lnTo>
                    <a:pt x="418347" y="288101"/>
                  </a:lnTo>
                  <a:lnTo>
                    <a:pt x="419615" y="287920"/>
                  </a:lnTo>
                  <a:lnTo>
                    <a:pt x="420824" y="287797"/>
                  </a:lnTo>
                  <a:lnTo>
                    <a:pt x="422091" y="287673"/>
                  </a:lnTo>
                  <a:lnTo>
                    <a:pt x="423357" y="287549"/>
                  </a:lnTo>
                  <a:lnTo>
                    <a:pt x="424567" y="287482"/>
                  </a:lnTo>
                  <a:lnTo>
                    <a:pt x="425834" y="287425"/>
                  </a:lnTo>
                  <a:lnTo>
                    <a:pt x="427101" y="287358"/>
                  </a:lnTo>
                  <a:lnTo>
                    <a:pt x="428311" y="287301"/>
                  </a:lnTo>
                  <a:lnTo>
                    <a:pt x="429577" y="287301"/>
                  </a:lnTo>
                  <a:lnTo>
                    <a:pt x="430844" y="287234"/>
                  </a:lnTo>
                  <a:lnTo>
                    <a:pt x="432111" y="287177"/>
                  </a:lnTo>
                  <a:lnTo>
                    <a:pt x="433321" y="287111"/>
                  </a:lnTo>
                  <a:lnTo>
                    <a:pt x="434588" y="287054"/>
                  </a:lnTo>
                  <a:lnTo>
                    <a:pt x="435854" y="286930"/>
                  </a:lnTo>
                  <a:lnTo>
                    <a:pt x="437055" y="286806"/>
                  </a:lnTo>
                  <a:lnTo>
                    <a:pt x="438331" y="286682"/>
                  </a:lnTo>
                  <a:lnTo>
                    <a:pt x="439598" y="286491"/>
                  </a:lnTo>
                  <a:lnTo>
                    <a:pt x="440798" y="286311"/>
                  </a:lnTo>
                  <a:lnTo>
                    <a:pt x="442065" y="286063"/>
                  </a:lnTo>
                  <a:lnTo>
                    <a:pt x="443341" y="285815"/>
                  </a:lnTo>
                  <a:lnTo>
                    <a:pt x="444541" y="285501"/>
                  </a:lnTo>
                  <a:lnTo>
                    <a:pt x="445808" y="285196"/>
                  </a:lnTo>
                  <a:lnTo>
                    <a:pt x="447075" y="284882"/>
                  </a:lnTo>
                  <a:lnTo>
                    <a:pt x="448351" y="284453"/>
                  </a:lnTo>
                  <a:lnTo>
                    <a:pt x="449551" y="284072"/>
                  </a:lnTo>
                  <a:lnTo>
                    <a:pt x="450818" y="283643"/>
                  </a:lnTo>
                  <a:lnTo>
                    <a:pt x="452085" y="283148"/>
                  </a:lnTo>
                  <a:lnTo>
                    <a:pt x="453295" y="282653"/>
                  </a:lnTo>
                  <a:lnTo>
                    <a:pt x="454561" y="282157"/>
                  </a:lnTo>
                  <a:lnTo>
                    <a:pt x="455828" y="281662"/>
                  </a:lnTo>
                  <a:lnTo>
                    <a:pt x="457038" y="281167"/>
                  </a:lnTo>
                  <a:lnTo>
                    <a:pt x="458305" y="280605"/>
                  </a:lnTo>
                  <a:lnTo>
                    <a:pt x="459572" y="280053"/>
                  </a:lnTo>
                  <a:lnTo>
                    <a:pt x="460838" y="279558"/>
                  </a:lnTo>
                  <a:lnTo>
                    <a:pt x="462048" y="278995"/>
                  </a:lnTo>
                  <a:lnTo>
                    <a:pt x="463315" y="278500"/>
                  </a:lnTo>
                  <a:lnTo>
                    <a:pt x="464582" y="278005"/>
                  </a:lnTo>
                  <a:lnTo>
                    <a:pt x="465792" y="277509"/>
                  </a:lnTo>
                  <a:lnTo>
                    <a:pt x="467058" y="277071"/>
                  </a:lnTo>
                  <a:lnTo>
                    <a:pt x="468325" y="276700"/>
                  </a:lnTo>
                  <a:lnTo>
                    <a:pt x="469526" y="276271"/>
                  </a:lnTo>
                  <a:lnTo>
                    <a:pt x="470792" y="275957"/>
                  </a:lnTo>
                  <a:lnTo>
                    <a:pt x="472068" y="275652"/>
                  </a:lnTo>
                  <a:lnTo>
                    <a:pt x="473269" y="275404"/>
                  </a:lnTo>
                  <a:lnTo>
                    <a:pt x="474536" y="275214"/>
                  </a:lnTo>
                  <a:lnTo>
                    <a:pt x="475812" y="275090"/>
                  </a:lnTo>
                  <a:lnTo>
                    <a:pt x="477079" y="274966"/>
                  </a:lnTo>
                  <a:lnTo>
                    <a:pt x="478279" y="274966"/>
                  </a:lnTo>
                  <a:lnTo>
                    <a:pt x="479546" y="275033"/>
                  </a:lnTo>
                  <a:lnTo>
                    <a:pt x="480813" y="275090"/>
                  </a:lnTo>
                  <a:lnTo>
                    <a:pt x="482022" y="275281"/>
                  </a:lnTo>
                  <a:lnTo>
                    <a:pt x="483289" y="275528"/>
                  </a:lnTo>
                  <a:lnTo>
                    <a:pt x="484556" y="275833"/>
                  </a:lnTo>
                  <a:lnTo>
                    <a:pt x="485765" y="276204"/>
                  </a:lnTo>
                  <a:lnTo>
                    <a:pt x="487032" y="276643"/>
                  </a:lnTo>
                  <a:lnTo>
                    <a:pt x="488299" y="277138"/>
                  </a:lnTo>
                  <a:lnTo>
                    <a:pt x="489509" y="277757"/>
                  </a:lnTo>
                  <a:lnTo>
                    <a:pt x="490775" y="278376"/>
                  </a:lnTo>
                  <a:lnTo>
                    <a:pt x="492042" y="279119"/>
                  </a:lnTo>
                  <a:lnTo>
                    <a:pt x="493310" y="279862"/>
                  </a:lnTo>
                  <a:lnTo>
                    <a:pt x="494519" y="280729"/>
                  </a:lnTo>
                  <a:lnTo>
                    <a:pt x="495786" y="281596"/>
                  </a:lnTo>
                  <a:lnTo>
                    <a:pt x="497052" y="282586"/>
                  </a:lnTo>
                  <a:lnTo>
                    <a:pt x="498253" y="283577"/>
                  </a:lnTo>
                  <a:lnTo>
                    <a:pt x="499529" y="284634"/>
                  </a:lnTo>
                  <a:lnTo>
                    <a:pt x="500796" y="285749"/>
                  </a:lnTo>
                  <a:lnTo>
                    <a:pt x="501996" y="286863"/>
                  </a:lnTo>
                  <a:lnTo>
                    <a:pt x="503263" y="288044"/>
                  </a:lnTo>
                  <a:lnTo>
                    <a:pt x="504539" y="289283"/>
                  </a:lnTo>
                  <a:lnTo>
                    <a:pt x="505740" y="290587"/>
                  </a:lnTo>
                  <a:lnTo>
                    <a:pt x="507006" y="291882"/>
                  </a:lnTo>
                  <a:lnTo>
                    <a:pt x="508273" y="293188"/>
                  </a:lnTo>
                  <a:lnTo>
                    <a:pt x="509540" y="294550"/>
                  </a:lnTo>
                  <a:lnTo>
                    <a:pt x="510750" y="295979"/>
                  </a:lnTo>
                  <a:lnTo>
                    <a:pt x="512017" y="297340"/>
                  </a:lnTo>
                  <a:lnTo>
                    <a:pt x="513283" y="298760"/>
                  </a:lnTo>
                  <a:lnTo>
                    <a:pt x="514493" y="300246"/>
                  </a:lnTo>
                  <a:lnTo>
                    <a:pt x="515760" y="301674"/>
                  </a:lnTo>
                  <a:lnTo>
                    <a:pt x="517027" y="303103"/>
                  </a:lnTo>
                  <a:lnTo>
                    <a:pt x="518236" y="304589"/>
                  </a:lnTo>
                  <a:lnTo>
                    <a:pt x="519503" y="306075"/>
                  </a:lnTo>
                  <a:lnTo>
                    <a:pt x="520770" y="307504"/>
                  </a:lnTo>
                  <a:lnTo>
                    <a:pt x="521970" y="308990"/>
                  </a:lnTo>
                  <a:lnTo>
                    <a:pt x="523246" y="310475"/>
                  </a:lnTo>
                  <a:lnTo>
                    <a:pt x="524513" y="311895"/>
                  </a:lnTo>
                  <a:lnTo>
                    <a:pt x="525780" y="313390"/>
                  </a:lnTo>
                  <a:lnTo>
                    <a:pt x="526990" y="314810"/>
                  </a:lnTo>
                  <a:lnTo>
                    <a:pt x="528256" y="316238"/>
                  </a:lnTo>
                  <a:lnTo>
                    <a:pt x="529523" y="317724"/>
                  </a:lnTo>
                  <a:lnTo>
                    <a:pt x="530724" y="319086"/>
                  </a:lnTo>
                  <a:lnTo>
                    <a:pt x="531990" y="320515"/>
                  </a:lnTo>
                  <a:lnTo>
                    <a:pt x="533267" y="321934"/>
                  </a:lnTo>
                  <a:lnTo>
                    <a:pt x="534467" y="323296"/>
                  </a:lnTo>
                  <a:lnTo>
                    <a:pt x="535734" y="324668"/>
                  </a:lnTo>
                  <a:lnTo>
                    <a:pt x="537001" y="326030"/>
                  </a:lnTo>
                  <a:lnTo>
                    <a:pt x="538210" y="327392"/>
                  </a:lnTo>
                  <a:lnTo>
                    <a:pt x="539477" y="328687"/>
                  </a:lnTo>
                  <a:lnTo>
                    <a:pt x="540744" y="329992"/>
                  </a:lnTo>
                  <a:lnTo>
                    <a:pt x="542011" y="331297"/>
                  </a:lnTo>
                  <a:lnTo>
                    <a:pt x="543221" y="332535"/>
                  </a:lnTo>
                  <a:lnTo>
                    <a:pt x="544487" y="333773"/>
                  </a:lnTo>
                  <a:lnTo>
                    <a:pt x="545754" y="335012"/>
                  </a:lnTo>
                  <a:lnTo>
                    <a:pt x="546964" y="336250"/>
                  </a:lnTo>
                  <a:lnTo>
                    <a:pt x="548231" y="337488"/>
                  </a:lnTo>
                  <a:lnTo>
                    <a:pt x="549497" y="338670"/>
                  </a:lnTo>
                  <a:lnTo>
                    <a:pt x="550707" y="339784"/>
                  </a:lnTo>
                  <a:lnTo>
                    <a:pt x="551974" y="340956"/>
                  </a:lnTo>
                  <a:lnTo>
                    <a:pt x="553241" y="342079"/>
                  </a:lnTo>
                  <a:lnTo>
                    <a:pt x="554508" y="343194"/>
                  </a:lnTo>
                  <a:lnTo>
                    <a:pt x="555717" y="344308"/>
                  </a:lnTo>
                  <a:lnTo>
                    <a:pt x="556984" y="345356"/>
                  </a:lnTo>
                  <a:lnTo>
                    <a:pt x="558251" y="346413"/>
                  </a:lnTo>
                  <a:lnTo>
                    <a:pt x="559451" y="347404"/>
                  </a:lnTo>
                  <a:lnTo>
                    <a:pt x="560727" y="348461"/>
                  </a:lnTo>
                  <a:lnTo>
                    <a:pt x="561994" y="349452"/>
                  </a:lnTo>
                  <a:lnTo>
                    <a:pt x="563194" y="350376"/>
                  </a:lnTo>
                  <a:lnTo>
                    <a:pt x="564461" y="351367"/>
                  </a:lnTo>
                  <a:lnTo>
                    <a:pt x="565737" y="352233"/>
                  </a:lnTo>
                  <a:lnTo>
                    <a:pt x="566938" y="353166"/>
                  </a:lnTo>
                  <a:lnTo>
                    <a:pt x="568204" y="354033"/>
                  </a:lnTo>
                  <a:lnTo>
                    <a:pt x="569471" y="354900"/>
                  </a:lnTo>
                  <a:lnTo>
                    <a:pt x="570747" y="355710"/>
                  </a:lnTo>
                  <a:lnTo>
                    <a:pt x="571948" y="356510"/>
                  </a:lnTo>
                  <a:lnTo>
                    <a:pt x="573215" y="357320"/>
                  </a:lnTo>
                  <a:lnTo>
                    <a:pt x="574481" y="358062"/>
                  </a:lnTo>
                  <a:lnTo>
                    <a:pt x="575691" y="358805"/>
                  </a:lnTo>
                  <a:lnTo>
                    <a:pt x="576958" y="359548"/>
                  </a:lnTo>
                  <a:lnTo>
                    <a:pt x="578225" y="360234"/>
                  </a:lnTo>
                  <a:lnTo>
                    <a:pt x="579435" y="360853"/>
                  </a:lnTo>
                  <a:lnTo>
                    <a:pt x="580701" y="361529"/>
                  </a:lnTo>
                  <a:lnTo>
                    <a:pt x="581968" y="362092"/>
                  </a:lnTo>
                  <a:lnTo>
                    <a:pt x="583178" y="362711"/>
                  </a:lnTo>
                  <a:lnTo>
                    <a:pt x="584445" y="363263"/>
                  </a:lnTo>
                  <a:lnTo>
                    <a:pt x="585712" y="363825"/>
                  </a:lnTo>
                  <a:lnTo>
                    <a:pt x="586978" y="364320"/>
                  </a:lnTo>
                  <a:lnTo>
                    <a:pt x="588188" y="364816"/>
                  </a:lnTo>
                  <a:lnTo>
                    <a:pt x="589455" y="365254"/>
                  </a:lnTo>
                  <a:lnTo>
                    <a:pt x="590722" y="365683"/>
                  </a:lnTo>
                  <a:lnTo>
                    <a:pt x="591922" y="366120"/>
                  </a:lnTo>
                  <a:lnTo>
                    <a:pt x="593198" y="366549"/>
                  </a:lnTo>
                  <a:lnTo>
                    <a:pt x="594465" y="366921"/>
                  </a:lnTo>
                  <a:lnTo>
                    <a:pt x="595665" y="367235"/>
                  </a:lnTo>
                  <a:lnTo>
                    <a:pt x="596932" y="367606"/>
                  </a:lnTo>
                  <a:lnTo>
                    <a:pt x="598208" y="367912"/>
                  </a:lnTo>
                  <a:lnTo>
                    <a:pt x="599408" y="368225"/>
                  </a:lnTo>
                  <a:lnTo>
                    <a:pt x="600675" y="368473"/>
                  </a:lnTo>
                  <a:lnTo>
                    <a:pt x="601942" y="368721"/>
                  </a:lnTo>
                  <a:lnTo>
                    <a:pt x="603209" y="368968"/>
                  </a:lnTo>
                  <a:lnTo>
                    <a:pt x="604419" y="369216"/>
                  </a:lnTo>
                  <a:lnTo>
                    <a:pt x="605685" y="369407"/>
                  </a:lnTo>
                  <a:lnTo>
                    <a:pt x="606952" y="369588"/>
                  </a:lnTo>
                  <a:lnTo>
                    <a:pt x="608162" y="369778"/>
                  </a:lnTo>
                  <a:lnTo>
                    <a:pt x="609429" y="369959"/>
                  </a:lnTo>
                  <a:lnTo>
                    <a:pt x="610695" y="370083"/>
                  </a:lnTo>
                  <a:lnTo>
                    <a:pt x="611905" y="370207"/>
                  </a:lnTo>
                  <a:lnTo>
                    <a:pt x="613172" y="370331"/>
                  </a:lnTo>
                  <a:lnTo>
                    <a:pt x="614439" y="370454"/>
                  </a:lnTo>
                  <a:lnTo>
                    <a:pt x="615639" y="370578"/>
                  </a:lnTo>
                  <a:lnTo>
                    <a:pt x="616915" y="370702"/>
                  </a:lnTo>
                  <a:lnTo>
                    <a:pt x="618182" y="370769"/>
                  </a:lnTo>
                  <a:lnTo>
                    <a:pt x="619449" y="370826"/>
                  </a:lnTo>
                  <a:lnTo>
                    <a:pt x="620649" y="370950"/>
                  </a:lnTo>
                  <a:lnTo>
                    <a:pt x="621926" y="371017"/>
                  </a:lnTo>
                  <a:lnTo>
                    <a:pt x="623192" y="371074"/>
                  </a:lnTo>
                  <a:lnTo>
                    <a:pt x="624392" y="371140"/>
                  </a:lnTo>
                  <a:lnTo>
                    <a:pt x="625659" y="371140"/>
                  </a:lnTo>
                  <a:lnTo>
                    <a:pt x="626936" y="371197"/>
                  </a:lnTo>
                  <a:lnTo>
                    <a:pt x="628136" y="371264"/>
                  </a:lnTo>
                  <a:lnTo>
                    <a:pt x="629402" y="371264"/>
                  </a:lnTo>
                  <a:lnTo>
                    <a:pt x="630669" y="371321"/>
                  </a:lnTo>
                  <a:lnTo>
                    <a:pt x="631946" y="371321"/>
                  </a:lnTo>
                  <a:lnTo>
                    <a:pt x="633146" y="371388"/>
                  </a:lnTo>
                  <a:lnTo>
                    <a:pt x="634413" y="371388"/>
                  </a:lnTo>
                  <a:lnTo>
                    <a:pt x="635679" y="371388"/>
                  </a:lnTo>
                  <a:lnTo>
                    <a:pt x="636889" y="371445"/>
                  </a:lnTo>
                  <a:lnTo>
                    <a:pt x="638156" y="371445"/>
                  </a:lnTo>
                </a:path>
              </a:pathLst>
            </a:custGeom>
            <a:noFill/>
            <a:ln w="7242" cap="flat">
              <a:solidFill>
                <a:srgbClr val="000000"/>
              </a:solidFill>
              <a:prstDash val="solid"/>
              <a:round/>
            </a:ln>
          </p:spPr>
          <p:txBody>
            <a:bodyPr/>
            <a:lstStyle/>
            <a:p>
              <a:endParaRPr lang="zh-CN" altLang="en-US" sz="2190"/>
            </a:p>
          </p:txBody>
        </p:sp>
        <p:sp>
          <p:nvSpPr>
            <p:cNvPr id="1010" name="任意多边形: 形状 1009"/>
            <p:cNvSpPr/>
            <p:nvPr/>
          </p:nvSpPr>
          <p:spPr>
            <a:xfrm>
              <a:off x="5191587" y="5188472"/>
              <a:ext cx="638175" cy="342900"/>
            </a:xfrm>
            <a:custGeom>
              <a:avLst/>
              <a:gdLst>
                <a:gd name="csX0" fmla="*/ -19 w 638175"/>
                <a:gd name="csY0" fmla="*/ 341965 h 342900"/>
                <a:gd name="csX1" fmla="*/ 1191 w 638175"/>
                <a:gd name="csY1" fmla="*/ 341832 h 342900"/>
                <a:gd name="csX2" fmla="*/ 2458 w 638175"/>
                <a:gd name="csY2" fmla="*/ 341641 h 342900"/>
                <a:gd name="csX3" fmla="*/ 3724 w 638175"/>
                <a:gd name="csY3" fmla="*/ 341517 h 342900"/>
                <a:gd name="csX4" fmla="*/ 4924 w 638175"/>
                <a:gd name="csY4" fmla="*/ 341317 h 342900"/>
                <a:gd name="csX5" fmla="*/ 6191 w 638175"/>
                <a:gd name="csY5" fmla="*/ 341060 h 342900"/>
                <a:gd name="csX6" fmla="*/ 7468 w 638175"/>
                <a:gd name="csY6" fmla="*/ 340870 h 342900"/>
                <a:gd name="csX7" fmla="*/ 8668 w 638175"/>
                <a:gd name="csY7" fmla="*/ 340546 h 342900"/>
                <a:gd name="csX8" fmla="*/ 9934 w 638175"/>
                <a:gd name="csY8" fmla="*/ 340289 h 342900"/>
                <a:gd name="csX9" fmla="*/ 11201 w 638175"/>
                <a:gd name="csY9" fmla="*/ 339898 h 342900"/>
                <a:gd name="csX10" fmla="*/ 12478 w 638175"/>
                <a:gd name="csY10" fmla="*/ 339507 h 342900"/>
                <a:gd name="csX11" fmla="*/ 13678 w 638175"/>
                <a:gd name="csY11" fmla="*/ 339127 h 342900"/>
                <a:gd name="csX12" fmla="*/ 14945 w 638175"/>
                <a:gd name="csY12" fmla="*/ 338603 h 342900"/>
                <a:gd name="csX13" fmla="*/ 16211 w 638175"/>
                <a:gd name="csY13" fmla="*/ 338088 h 342900"/>
                <a:gd name="csX14" fmla="*/ 17421 w 638175"/>
                <a:gd name="csY14" fmla="*/ 337508 h 342900"/>
                <a:gd name="csX15" fmla="*/ 18688 w 638175"/>
                <a:gd name="csY15" fmla="*/ 336860 h 342900"/>
                <a:gd name="csX16" fmla="*/ 19955 w 638175"/>
                <a:gd name="csY16" fmla="*/ 336155 h 342900"/>
                <a:gd name="csX17" fmla="*/ 21165 w 638175"/>
                <a:gd name="csY17" fmla="*/ 335374 h 342900"/>
                <a:gd name="csX18" fmla="*/ 22431 w 638175"/>
                <a:gd name="csY18" fmla="*/ 334469 h 342900"/>
                <a:gd name="csX19" fmla="*/ 23698 w 638175"/>
                <a:gd name="csY19" fmla="*/ 333564 h 342900"/>
                <a:gd name="csX20" fmla="*/ 24908 w 638175"/>
                <a:gd name="csY20" fmla="*/ 332535 h 342900"/>
                <a:gd name="csX21" fmla="*/ 26175 w 638175"/>
                <a:gd name="csY21" fmla="*/ 331374 h 342900"/>
                <a:gd name="csX22" fmla="*/ 27442 w 638175"/>
                <a:gd name="csY22" fmla="*/ 330145 h 342900"/>
                <a:gd name="csX23" fmla="*/ 28708 w 638175"/>
                <a:gd name="csY23" fmla="*/ 328792 h 342900"/>
                <a:gd name="csX24" fmla="*/ 29918 w 638175"/>
                <a:gd name="csY24" fmla="*/ 327306 h 342900"/>
                <a:gd name="csX25" fmla="*/ 31185 w 638175"/>
                <a:gd name="csY25" fmla="*/ 325754 h 342900"/>
                <a:gd name="csX26" fmla="*/ 32452 w 638175"/>
                <a:gd name="csY26" fmla="*/ 324011 h 342900"/>
                <a:gd name="csX27" fmla="*/ 33652 w 638175"/>
                <a:gd name="csY27" fmla="*/ 322134 h 342900"/>
                <a:gd name="csX28" fmla="*/ 34928 w 638175"/>
                <a:gd name="csY28" fmla="*/ 320200 h 342900"/>
                <a:gd name="csX29" fmla="*/ 36195 w 638175"/>
                <a:gd name="csY29" fmla="*/ 318067 h 342900"/>
                <a:gd name="csX30" fmla="*/ 37395 w 638175"/>
                <a:gd name="csY30" fmla="*/ 315733 h 342900"/>
                <a:gd name="csX31" fmla="*/ 38662 w 638175"/>
                <a:gd name="csY31" fmla="*/ 313219 h 342900"/>
                <a:gd name="csX32" fmla="*/ 39938 w 638175"/>
                <a:gd name="csY32" fmla="*/ 310638 h 342900"/>
                <a:gd name="csX33" fmla="*/ 41205 w 638175"/>
                <a:gd name="csY33" fmla="*/ 307790 h 342900"/>
                <a:gd name="csX34" fmla="*/ 42405 w 638175"/>
                <a:gd name="csY34" fmla="*/ 304818 h 342900"/>
                <a:gd name="csX35" fmla="*/ 43672 w 638175"/>
                <a:gd name="csY35" fmla="*/ 301655 h 342900"/>
                <a:gd name="csX36" fmla="*/ 44949 w 638175"/>
                <a:gd name="csY36" fmla="*/ 298293 h 342900"/>
                <a:gd name="csX37" fmla="*/ 46149 w 638175"/>
                <a:gd name="csY37" fmla="*/ 294674 h 342900"/>
                <a:gd name="csX38" fmla="*/ 47415 w 638175"/>
                <a:gd name="csY38" fmla="*/ 290863 h 342900"/>
                <a:gd name="csX39" fmla="*/ 48682 w 638175"/>
                <a:gd name="csY39" fmla="*/ 286930 h 342900"/>
                <a:gd name="csX40" fmla="*/ 49892 w 638175"/>
                <a:gd name="csY40" fmla="*/ 282796 h 342900"/>
                <a:gd name="csX41" fmla="*/ 51159 w 638175"/>
                <a:gd name="csY41" fmla="*/ 278338 h 342900"/>
                <a:gd name="csX42" fmla="*/ 52425 w 638175"/>
                <a:gd name="csY42" fmla="*/ 273747 h 342900"/>
                <a:gd name="csX43" fmla="*/ 53635 w 638175"/>
                <a:gd name="csY43" fmla="*/ 268966 h 342900"/>
                <a:gd name="csX44" fmla="*/ 54902 w 638175"/>
                <a:gd name="csY44" fmla="*/ 263993 h 342900"/>
                <a:gd name="csX45" fmla="*/ 56169 w 638175"/>
                <a:gd name="csY45" fmla="*/ 258698 h 342900"/>
                <a:gd name="csX46" fmla="*/ 57436 w 638175"/>
                <a:gd name="csY46" fmla="*/ 253269 h 342900"/>
                <a:gd name="csX47" fmla="*/ 58645 w 638175"/>
                <a:gd name="csY47" fmla="*/ 247715 h 342900"/>
                <a:gd name="csX48" fmla="*/ 59912 w 638175"/>
                <a:gd name="csY48" fmla="*/ 241895 h 342900"/>
                <a:gd name="csX49" fmla="*/ 61179 w 638175"/>
                <a:gd name="csY49" fmla="*/ 235895 h 342900"/>
                <a:gd name="csX50" fmla="*/ 62389 w 638175"/>
                <a:gd name="csY50" fmla="*/ 229694 h 342900"/>
                <a:gd name="csX51" fmla="*/ 63656 w 638175"/>
                <a:gd name="csY51" fmla="*/ 223360 h 342900"/>
                <a:gd name="csX52" fmla="*/ 64922 w 638175"/>
                <a:gd name="csY52" fmla="*/ 216835 h 342900"/>
                <a:gd name="csX53" fmla="*/ 66122 w 638175"/>
                <a:gd name="csY53" fmla="*/ 210177 h 342900"/>
                <a:gd name="csX54" fmla="*/ 67399 w 638175"/>
                <a:gd name="csY54" fmla="*/ 203395 h 342900"/>
                <a:gd name="csX55" fmla="*/ 68666 w 638175"/>
                <a:gd name="csY55" fmla="*/ 196490 h 342900"/>
                <a:gd name="csX56" fmla="*/ 69866 w 638175"/>
                <a:gd name="csY56" fmla="*/ 189442 h 342900"/>
                <a:gd name="csX57" fmla="*/ 71132 w 638175"/>
                <a:gd name="csY57" fmla="*/ 182269 h 342900"/>
                <a:gd name="csX58" fmla="*/ 72400 w 638175"/>
                <a:gd name="csY58" fmla="*/ 175106 h 342900"/>
                <a:gd name="csX59" fmla="*/ 73676 w 638175"/>
                <a:gd name="csY59" fmla="*/ 167800 h 342900"/>
                <a:gd name="csX60" fmla="*/ 74876 w 638175"/>
                <a:gd name="csY60" fmla="*/ 160504 h 342900"/>
                <a:gd name="csX61" fmla="*/ 76143 w 638175"/>
                <a:gd name="csY61" fmla="*/ 153141 h 342900"/>
                <a:gd name="csX62" fmla="*/ 77419 w 638175"/>
                <a:gd name="csY62" fmla="*/ 145769 h 342900"/>
                <a:gd name="csX63" fmla="*/ 78619 w 638175"/>
                <a:gd name="csY63" fmla="*/ 138406 h 342900"/>
                <a:gd name="csX64" fmla="*/ 79886 w 638175"/>
                <a:gd name="csY64" fmla="*/ 131043 h 342900"/>
                <a:gd name="csX65" fmla="*/ 81153 w 638175"/>
                <a:gd name="csY65" fmla="*/ 123814 h 342900"/>
                <a:gd name="csX66" fmla="*/ 82363 w 638175"/>
                <a:gd name="csY66" fmla="*/ 116575 h 342900"/>
                <a:gd name="csX67" fmla="*/ 83629 w 638175"/>
                <a:gd name="csY67" fmla="*/ 109403 h 342900"/>
                <a:gd name="csX68" fmla="*/ 84896 w 638175"/>
                <a:gd name="csY68" fmla="*/ 102364 h 342900"/>
                <a:gd name="csX69" fmla="*/ 86106 w 638175"/>
                <a:gd name="csY69" fmla="*/ 95448 h 342900"/>
                <a:gd name="csX70" fmla="*/ 87373 w 638175"/>
                <a:gd name="csY70" fmla="*/ 88667 h 342900"/>
                <a:gd name="csX71" fmla="*/ 88640 w 638175"/>
                <a:gd name="csY71" fmla="*/ 82075 h 342900"/>
                <a:gd name="csX72" fmla="*/ 89906 w 638175"/>
                <a:gd name="csY72" fmla="*/ 75618 h 342900"/>
                <a:gd name="csX73" fmla="*/ 91116 w 638175"/>
                <a:gd name="csY73" fmla="*/ 69350 h 342900"/>
                <a:gd name="csX74" fmla="*/ 92383 w 638175"/>
                <a:gd name="csY74" fmla="*/ 63282 h 342900"/>
                <a:gd name="csX75" fmla="*/ 93650 w 638175"/>
                <a:gd name="csY75" fmla="*/ 57463 h 342900"/>
                <a:gd name="csX76" fmla="*/ 94850 w 638175"/>
                <a:gd name="csY76" fmla="*/ 51910 h 342900"/>
                <a:gd name="csX77" fmla="*/ 96126 w 638175"/>
                <a:gd name="csY77" fmla="*/ 46547 h 342900"/>
                <a:gd name="csX78" fmla="*/ 97393 w 638175"/>
                <a:gd name="csY78" fmla="*/ 41442 h 342900"/>
                <a:gd name="csX79" fmla="*/ 98594 w 638175"/>
                <a:gd name="csY79" fmla="*/ 36660 h 342900"/>
                <a:gd name="csX80" fmla="*/ 99860 w 638175"/>
                <a:gd name="csY80" fmla="*/ 32145 h 342900"/>
                <a:gd name="csX81" fmla="*/ 101136 w 638175"/>
                <a:gd name="csY81" fmla="*/ 27878 h 342900"/>
                <a:gd name="csX82" fmla="*/ 102336 w 638175"/>
                <a:gd name="csY82" fmla="*/ 23935 h 342900"/>
                <a:gd name="csX83" fmla="*/ 103604 w 638175"/>
                <a:gd name="csY83" fmla="*/ 20315 h 342900"/>
                <a:gd name="csX84" fmla="*/ 104871 w 638175"/>
                <a:gd name="csY84" fmla="*/ 16963 h 342900"/>
                <a:gd name="csX85" fmla="*/ 106147 w 638175"/>
                <a:gd name="csY85" fmla="*/ 13924 h 342900"/>
                <a:gd name="csX86" fmla="*/ 107347 w 638175"/>
                <a:gd name="csY86" fmla="*/ 11209 h 342900"/>
                <a:gd name="csX87" fmla="*/ 108614 w 638175"/>
                <a:gd name="csY87" fmla="*/ 8752 h 342900"/>
                <a:gd name="csX88" fmla="*/ 109881 w 638175"/>
                <a:gd name="csY88" fmla="*/ 6628 h 342900"/>
                <a:gd name="csX89" fmla="*/ 111090 w 638175"/>
                <a:gd name="csY89" fmla="*/ 4818 h 342900"/>
                <a:gd name="csX90" fmla="*/ 112357 w 638175"/>
                <a:gd name="csY90" fmla="*/ 3333 h 342900"/>
                <a:gd name="csX91" fmla="*/ 113624 w 638175"/>
                <a:gd name="csY91" fmla="*/ 2104 h 342900"/>
                <a:gd name="csX92" fmla="*/ 114833 w 638175"/>
                <a:gd name="csY92" fmla="*/ 1132 h 342900"/>
                <a:gd name="csX93" fmla="*/ 116100 w 638175"/>
                <a:gd name="csY93" fmla="*/ 418 h 342900"/>
                <a:gd name="csX94" fmla="*/ 117367 w 638175"/>
                <a:gd name="csY94" fmla="*/ 103 h 342900"/>
                <a:gd name="csX95" fmla="*/ 118634 w 638175"/>
                <a:gd name="csY95" fmla="*/ -30 h 342900"/>
                <a:gd name="csX96" fmla="*/ 119843 w 638175"/>
                <a:gd name="csY96" fmla="*/ 103 h 342900"/>
                <a:gd name="csX97" fmla="*/ 121110 w 638175"/>
                <a:gd name="csY97" fmla="*/ 418 h 342900"/>
                <a:gd name="csX98" fmla="*/ 122377 w 638175"/>
                <a:gd name="csY98" fmla="*/ 1065 h 342900"/>
                <a:gd name="csX99" fmla="*/ 123587 w 638175"/>
                <a:gd name="csY99" fmla="*/ 1904 h 342900"/>
                <a:gd name="csX100" fmla="*/ 124854 w 638175"/>
                <a:gd name="csY100" fmla="*/ 2942 h 342900"/>
                <a:gd name="csX101" fmla="*/ 126120 w 638175"/>
                <a:gd name="csY101" fmla="*/ 4170 h 342900"/>
                <a:gd name="csX102" fmla="*/ 127321 w 638175"/>
                <a:gd name="csY102" fmla="*/ 5590 h 342900"/>
                <a:gd name="csX103" fmla="*/ 128597 w 638175"/>
                <a:gd name="csY103" fmla="*/ 7142 h 342900"/>
                <a:gd name="csX104" fmla="*/ 129864 w 638175"/>
                <a:gd name="csY104" fmla="*/ 8885 h 342900"/>
                <a:gd name="csX105" fmla="*/ 131064 w 638175"/>
                <a:gd name="csY105" fmla="*/ 10819 h 342900"/>
                <a:gd name="csX106" fmla="*/ 132331 w 638175"/>
                <a:gd name="csY106" fmla="*/ 12829 h 342900"/>
                <a:gd name="csX107" fmla="*/ 133607 w 638175"/>
                <a:gd name="csY107" fmla="*/ 15020 h 342900"/>
                <a:gd name="csX108" fmla="*/ 134874 w 638175"/>
                <a:gd name="csY108" fmla="*/ 17286 h 342900"/>
                <a:gd name="csX109" fmla="*/ 136074 w 638175"/>
                <a:gd name="csY109" fmla="*/ 19677 h 342900"/>
                <a:gd name="csX110" fmla="*/ 137341 w 638175"/>
                <a:gd name="csY110" fmla="*/ 22125 h 342900"/>
                <a:gd name="csX111" fmla="*/ 138617 w 638175"/>
                <a:gd name="csY111" fmla="*/ 24649 h 342900"/>
                <a:gd name="csX112" fmla="*/ 139818 w 638175"/>
                <a:gd name="csY112" fmla="*/ 27297 h 342900"/>
                <a:gd name="csX113" fmla="*/ 141085 w 638175"/>
                <a:gd name="csY113" fmla="*/ 29945 h 342900"/>
                <a:gd name="csX114" fmla="*/ 142351 w 638175"/>
                <a:gd name="csY114" fmla="*/ 32660 h 342900"/>
                <a:gd name="csX115" fmla="*/ 143561 w 638175"/>
                <a:gd name="csY115" fmla="*/ 35432 h 342900"/>
                <a:gd name="csX116" fmla="*/ 144827 w 638175"/>
                <a:gd name="csY116" fmla="*/ 38213 h 342900"/>
                <a:gd name="csX117" fmla="*/ 146095 w 638175"/>
                <a:gd name="csY117" fmla="*/ 40994 h 342900"/>
                <a:gd name="csX118" fmla="*/ 147304 w 638175"/>
                <a:gd name="csY118" fmla="*/ 43832 h 342900"/>
                <a:gd name="csX119" fmla="*/ 148571 w 638175"/>
                <a:gd name="csY119" fmla="*/ 46681 h 342900"/>
                <a:gd name="csX120" fmla="*/ 149838 w 638175"/>
                <a:gd name="csY120" fmla="*/ 49519 h 342900"/>
                <a:gd name="csX121" fmla="*/ 151105 w 638175"/>
                <a:gd name="csY121" fmla="*/ 52358 h 342900"/>
                <a:gd name="csX122" fmla="*/ 152314 w 638175"/>
                <a:gd name="csY122" fmla="*/ 55139 h 342900"/>
                <a:gd name="csX123" fmla="*/ 153581 w 638175"/>
                <a:gd name="csY123" fmla="*/ 57978 h 342900"/>
                <a:gd name="csX124" fmla="*/ 154848 w 638175"/>
                <a:gd name="csY124" fmla="*/ 60759 h 342900"/>
                <a:gd name="csX125" fmla="*/ 156048 w 638175"/>
                <a:gd name="csY125" fmla="*/ 63473 h 342900"/>
                <a:gd name="csX126" fmla="*/ 157324 w 638175"/>
                <a:gd name="csY126" fmla="*/ 66188 h 342900"/>
                <a:gd name="csX127" fmla="*/ 158591 w 638175"/>
                <a:gd name="csY127" fmla="*/ 68902 h 342900"/>
                <a:gd name="csX128" fmla="*/ 159792 w 638175"/>
                <a:gd name="csY128" fmla="*/ 71551 h 342900"/>
                <a:gd name="csX129" fmla="*/ 161058 w 638175"/>
                <a:gd name="csY129" fmla="*/ 74132 h 342900"/>
                <a:gd name="csX130" fmla="*/ 162334 w 638175"/>
                <a:gd name="csY130" fmla="*/ 76713 h 342900"/>
                <a:gd name="csX131" fmla="*/ 163535 w 638175"/>
                <a:gd name="csY131" fmla="*/ 79170 h 342900"/>
                <a:gd name="csX132" fmla="*/ 164802 w 638175"/>
                <a:gd name="csY132" fmla="*/ 81628 h 342900"/>
                <a:gd name="csX133" fmla="*/ 166078 w 638175"/>
                <a:gd name="csY133" fmla="*/ 84076 h 342900"/>
                <a:gd name="csX134" fmla="*/ 167345 w 638175"/>
                <a:gd name="csY134" fmla="*/ 86409 h 342900"/>
                <a:gd name="csX135" fmla="*/ 168545 w 638175"/>
                <a:gd name="csY135" fmla="*/ 88733 h 342900"/>
                <a:gd name="csX136" fmla="*/ 169812 w 638175"/>
                <a:gd name="csY136" fmla="*/ 90991 h 342900"/>
                <a:gd name="csX137" fmla="*/ 171079 w 638175"/>
                <a:gd name="csY137" fmla="*/ 93125 h 342900"/>
                <a:gd name="csX138" fmla="*/ 172289 w 638175"/>
                <a:gd name="csY138" fmla="*/ 95258 h 342900"/>
                <a:gd name="csX139" fmla="*/ 173555 w 638175"/>
                <a:gd name="csY139" fmla="*/ 97325 h 342900"/>
                <a:gd name="csX140" fmla="*/ 174822 w 638175"/>
                <a:gd name="csY140" fmla="*/ 99326 h 342900"/>
                <a:gd name="csX141" fmla="*/ 176031 w 638175"/>
                <a:gd name="csY141" fmla="*/ 101325 h 342900"/>
                <a:gd name="csX142" fmla="*/ 177299 w 638175"/>
                <a:gd name="csY142" fmla="*/ 103202 h 342900"/>
                <a:gd name="csX143" fmla="*/ 178565 w 638175"/>
                <a:gd name="csY143" fmla="*/ 105012 h 342900"/>
                <a:gd name="csX144" fmla="*/ 179775 w 638175"/>
                <a:gd name="csY144" fmla="*/ 106755 h 342900"/>
                <a:gd name="csX145" fmla="*/ 181041 w 638175"/>
                <a:gd name="csY145" fmla="*/ 108498 h 342900"/>
                <a:gd name="csX146" fmla="*/ 182309 w 638175"/>
                <a:gd name="csY146" fmla="*/ 110117 h 342900"/>
                <a:gd name="csX147" fmla="*/ 183576 w 638175"/>
                <a:gd name="csY147" fmla="*/ 111727 h 342900"/>
                <a:gd name="csX148" fmla="*/ 184785 w 638175"/>
                <a:gd name="csY148" fmla="*/ 113213 h 342900"/>
                <a:gd name="csX149" fmla="*/ 186052 w 638175"/>
                <a:gd name="csY149" fmla="*/ 114698 h 342900"/>
                <a:gd name="csX150" fmla="*/ 187319 w 638175"/>
                <a:gd name="csY150" fmla="*/ 116118 h 342900"/>
                <a:gd name="csX151" fmla="*/ 188519 w 638175"/>
                <a:gd name="csY151" fmla="*/ 117480 h 342900"/>
                <a:gd name="csX152" fmla="*/ 189795 w 638175"/>
                <a:gd name="csY152" fmla="*/ 118766 h 342900"/>
                <a:gd name="csX153" fmla="*/ 191062 w 638175"/>
                <a:gd name="csY153" fmla="*/ 120061 h 342900"/>
                <a:gd name="csX154" fmla="*/ 192262 w 638175"/>
                <a:gd name="csY154" fmla="*/ 121223 h 342900"/>
                <a:gd name="csX155" fmla="*/ 193529 w 638175"/>
                <a:gd name="csY155" fmla="*/ 122385 h 342900"/>
                <a:gd name="csX156" fmla="*/ 194805 w 638175"/>
                <a:gd name="csY156" fmla="*/ 123490 h 342900"/>
                <a:gd name="csX157" fmla="*/ 196006 w 638175"/>
                <a:gd name="csY157" fmla="*/ 124519 h 342900"/>
                <a:gd name="csX158" fmla="*/ 197272 w 638175"/>
                <a:gd name="csY158" fmla="*/ 125490 h 342900"/>
                <a:gd name="csX159" fmla="*/ 198539 w 638175"/>
                <a:gd name="csY159" fmla="*/ 126462 h 342900"/>
                <a:gd name="csX160" fmla="*/ 199815 w 638175"/>
                <a:gd name="csY160" fmla="*/ 127367 h 342900"/>
                <a:gd name="csX161" fmla="*/ 201016 w 638175"/>
                <a:gd name="csY161" fmla="*/ 128262 h 342900"/>
                <a:gd name="csX162" fmla="*/ 202283 w 638175"/>
                <a:gd name="csY162" fmla="*/ 129110 h 342900"/>
                <a:gd name="csX163" fmla="*/ 203549 w 638175"/>
                <a:gd name="csY163" fmla="*/ 129948 h 342900"/>
                <a:gd name="csX164" fmla="*/ 204759 w 638175"/>
                <a:gd name="csY164" fmla="*/ 130720 h 342900"/>
                <a:gd name="csX165" fmla="*/ 206026 w 638175"/>
                <a:gd name="csY165" fmla="*/ 131434 h 342900"/>
                <a:gd name="csX166" fmla="*/ 207293 w 638175"/>
                <a:gd name="csY166" fmla="*/ 132139 h 342900"/>
                <a:gd name="csX167" fmla="*/ 208503 w 638175"/>
                <a:gd name="csY167" fmla="*/ 132853 h 342900"/>
                <a:gd name="csX168" fmla="*/ 209769 w 638175"/>
                <a:gd name="csY168" fmla="*/ 133568 h 342900"/>
                <a:gd name="csX169" fmla="*/ 211036 w 638175"/>
                <a:gd name="csY169" fmla="*/ 134206 h 342900"/>
                <a:gd name="csX170" fmla="*/ 212303 w 638175"/>
                <a:gd name="csY170" fmla="*/ 134854 h 342900"/>
                <a:gd name="csX171" fmla="*/ 213513 w 638175"/>
                <a:gd name="csY171" fmla="*/ 135501 h 342900"/>
                <a:gd name="csX172" fmla="*/ 214780 w 638175"/>
                <a:gd name="csY172" fmla="*/ 136149 h 342900"/>
                <a:gd name="csX173" fmla="*/ 216046 w 638175"/>
                <a:gd name="csY173" fmla="*/ 136797 h 342900"/>
                <a:gd name="csX174" fmla="*/ 217246 w 638175"/>
                <a:gd name="csY174" fmla="*/ 137378 h 342900"/>
                <a:gd name="csX175" fmla="*/ 218522 w 638175"/>
                <a:gd name="csY175" fmla="*/ 138026 h 342900"/>
                <a:gd name="csX176" fmla="*/ 219790 w 638175"/>
                <a:gd name="csY176" fmla="*/ 138663 h 342900"/>
                <a:gd name="csX177" fmla="*/ 220990 w 638175"/>
                <a:gd name="csY177" fmla="*/ 139245 h 342900"/>
                <a:gd name="csX178" fmla="*/ 222256 w 638175"/>
                <a:gd name="csY178" fmla="*/ 139892 h 342900"/>
                <a:gd name="csX179" fmla="*/ 223532 w 638175"/>
                <a:gd name="csY179" fmla="*/ 140540 h 342900"/>
                <a:gd name="csX180" fmla="*/ 224733 w 638175"/>
                <a:gd name="csY180" fmla="*/ 141254 h 342900"/>
                <a:gd name="csX181" fmla="*/ 226000 w 638175"/>
                <a:gd name="csY181" fmla="*/ 141902 h 342900"/>
                <a:gd name="csX182" fmla="*/ 227267 w 638175"/>
                <a:gd name="csY182" fmla="*/ 142607 h 342900"/>
                <a:gd name="csX183" fmla="*/ 228543 w 638175"/>
                <a:gd name="csY183" fmla="*/ 143321 h 342900"/>
                <a:gd name="csX184" fmla="*/ 229743 w 638175"/>
                <a:gd name="csY184" fmla="*/ 144026 h 342900"/>
                <a:gd name="csX185" fmla="*/ 231010 w 638175"/>
                <a:gd name="csY185" fmla="*/ 144807 h 342900"/>
                <a:gd name="csX186" fmla="*/ 232277 w 638175"/>
                <a:gd name="csY186" fmla="*/ 145579 h 342900"/>
                <a:gd name="csX187" fmla="*/ 233487 w 638175"/>
                <a:gd name="csY187" fmla="*/ 146417 h 342900"/>
                <a:gd name="csX188" fmla="*/ 234753 w 638175"/>
                <a:gd name="csY188" fmla="*/ 147265 h 342900"/>
                <a:gd name="csX189" fmla="*/ 236020 w 638175"/>
                <a:gd name="csY189" fmla="*/ 148103 h 342900"/>
                <a:gd name="csX190" fmla="*/ 237230 w 638175"/>
                <a:gd name="csY190" fmla="*/ 149007 h 342900"/>
                <a:gd name="csX191" fmla="*/ 238497 w 638175"/>
                <a:gd name="csY191" fmla="*/ 149913 h 342900"/>
                <a:gd name="csX192" fmla="*/ 239763 w 638175"/>
                <a:gd name="csY192" fmla="*/ 150875 h 342900"/>
                <a:gd name="csX193" fmla="*/ 240973 w 638175"/>
                <a:gd name="csY193" fmla="*/ 151846 h 342900"/>
                <a:gd name="csX194" fmla="*/ 242240 w 638175"/>
                <a:gd name="csY194" fmla="*/ 152818 h 342900"/>
                <a:gd name="csX195" fmla="*/ 243507 w 638175"/>
                <a:gd name="csY195" fmla="*/ 153847 h 342900"/>
                <a:gd name="csX196" fmla="*/ 244774 w 638175"/>
                <a:gd name="csY196" fmla="*/ 154951 h 342900"/>
                <a:gd name="csX197" fmla="*/ 245983 w 638175"/>
                <a:gd name="csY197" fmla="*/ 155980 h 342900"/>
                <a:gd name="csX198" fmla="*/ 247250 w 638175"/>
                <a:gd name="csY198" fmla="*/ 157142 h 342900"/>
                <a:gd name="csX199" fmla="*/ 248517 w 638175"/>
                <a:gd name="csY199" fmla="*/ 158238 h 342900"/>
                <a:gd name="csX200" fmla="*/ 249717 w 638175"/>
                <a:gd name="csY200" fmla="*/ 159409 h 342900"/>
                <a:gd name="csX201" fmla="*/ 250994 w 638175"/>
                <a:gd name="csY201" fmla="*/ 160571 h 342900"/>
                <a:gd name="csX202" fmla="*/ 252260 w 638175"/>
                <a:gd name="csY202" fmla="*/ 161790 h 342900"/>
                <a:gd name="csX203" fmla="*/ 253460 w 638175"/>
                <a:gd name="csY203" fmla="*/ 163019 h 342900"/>
                <a:gd name="csX204" fmla="*/ 254727 w 638175"/>
                <a:gd name="csY204" fmla="*/ 164248 h 342900"/>
                <a:gd name="csX205" fmla="*/ 256004 w 638175"/>
                <a:gd name="csY205" fmla="*/ 165476 h 342900"/>
                <a:gd name="csX206" fmla="*/ 257204 w 638175"/>
                <a:gd name="csY206" fmla="*/ 166772 h 342900"/>
                <a:gd name="csX207" fmla="*/ 258470 w 638175"/>
                <a:gd name="csY207" fmla="*/ 168057 h 342900"/>
                <a:gd name="csX208" fmla="*/ 259737 w 638175"/>
                <a:gd name="csY208" fmla="*/ 169353 h 342900"/>
                <a:gd name="csX209" fmla="*/ 261014 w 638175"/>
                <a:gd name="csY209" fmla="*/ 170649 h 342900"/>
                <a:gd name="csX210" fmla="*/ 262214 w 638175"/>
                <a:gd name="csY210" fmla="*/ 171935 h 342900"/>
                <a:gd name="csX211" fmla="*/ 263481 w 638175"/>
                <a:gd name="csY211" fmla="*/ 173230 h 342900"/>
                <a:gd name="csX212" fmla="*/ 264747 w 638175"/>
                <a:gd name="csY212" fmla="*/ 174525 h 342900"/>
                <a:gd name="csX213" fmla="*/ 265957 w 638175"/>
                <a:gd name="csY213" fmla="*/ 175811 h 342900"/>
                <a:gd name="csX214" fmla="*/ 267224 w 638175"/>
                <a:gd name="csY214" fmla="*/ 177173 h 342900"/>
                <a:gd name="csX215" fmla="*/ 268491 w 638175"/>
                <a:gd name="csY215" fmla="*/ 178459 h 342900"/>
                <a:gd name="csX216" fmla="*/ 269701 w 638175"/>
                <a:gd name="csY216" fmla="*/ 179754 h 342900"/>
                <a:gd name="csX217" fmla="*/ 270967 w 638175"/>
                <a:gd name="csY217" fmla="*/ 181050 h 342900"/>
                <a:gd name="csX218" fmla="*/ 272234 w 638175"/>
                <a:gd name="csY218" fmla="*/ 182336 h 342900"/>
                <a:gd name="csX219" fmla="*/ 273434 w 638175"/>
                <a:gd name="csY219" fmla="*/ 183565 h 342900"/>
                <a:gd name="csX220" fmla="*/ 274711 w 638175"/>
                <a:gd name="csY220" fmla="*/ 184860 h 342900"/>
                <a:gd name="csX221" fmla="*/ 275978 w 638175"/>
                <a:gd name="csY221" fmla="*/ 186088 h 342900"/>
                <a:gd name="csX222" fmla="*/ 277244 w 638175"/>
                <a:gd name="csY222" fmla="*/ 187308 h 342900"/>
                <a:gd name="csX223" fmla="*/ 278454 w 638175"/>
                <a:gd name="csY223" fmla="*/ 188536 h 342900"/>
                <a:gd name="csX224" fmla="*/ 279721 w 638175"/>
                <a:gd name="csY224" fmla="*/ 189765 h 342900"/>
                <a:gd name="csX225" fmla="*/ 280988 w 638175"/>
                <a:gd name="csY225" fmla="*/ 190927 h 342900"/>
                <a:gd name="csX226" fmla="*/ 282188 w 638175"/>
                <a:gd name="csY226" fmla="*/ 192089 h 342900"/>
                <a:gd name="csX227" fmla="*/ 283454 w 638175"/>
                <a:gd name="csY227" fmla="*/ 193251 h 342900"/>
                <a:gd name="csX228" fmla="*/ 284731 w 638175"/>
                <a:gd name="csY228" fmla="*/ 194356 h 342900"/>
                <a:gd name="csX229" fmla="*/ 285931 w 638175"/>
                <a:gd name="csY229" fmla="*/ 195519 h 342900"/>
                <a:gd name="csX230" fmla="*/ 287198 w 638175"/>
                <a:gd name="csY230" fmla="*/ 196614 h 342900"/>
                <a:gd name="csX231" fmla="*/ 288474 w 638175"/>
                <a:gd name="csY231" fmla="*/ 197652 h 342900"/>
                <a:gd name="csX232" fmla="*/ 289741 w 638175"/>
                <a:gd name="csY232" fmla="*/ 198747 h 342900"/>
                <a:gd name="csX233" fmla="*/ 290941 w 638175"/>
                <a:gd name="csY233" fmla="*/ 199776 h 342900"/>
                <a:gd name="csX234" fmla="*/ 292208 w 638175"/>
                <a:gd name="csY234" fmla="*/ 200747 h 342900"/>
                <a:gd name="csX235" fmla="*/ 293475 w 638175"/>
                <a:gd name="csY235" fmla="*/ 201786 h 342900"/>
                <a:gd name="csX236" fmla="*/ 294685 w 638175"/>
                <a:gd name="csY236" fmla="*/ 202748 h 342900"/>
                <a:gd name="csX237" fmla="*/ 295951 w 638175"/>
                <a:gd name="csY237" fmla="*/ 203719 h 342900"/>
                <a:gd name="csX238" fmla="*/ 297218 w 638175"/>
                <a:gd name="csY238" fmla="*/ 204691 h 342900"/>
                <a:gd name="csX239" fmla="*/ 298428 w 638175"/>
                <a:gd name="csY239" fmla="*/ 205596 h 342900"/>
                <a:gd name="csX240" fmla="*/ 299695 w 638175"/>
                <a:gd name="csY240" fmla="*/ 206500 h 342900"/>
                <a:gd name="csX241" fmla="*/ 300961 w 638175"/>
                <a:gd name="csY241" fmla="*/ 207406 h 342900"/>
                <a:gd name="csX242" fmla="*/ 302171 w 638175"/>
                <a:gd name="csY242" fmla="*/ 208244 h 342900"/>
                <a:gd name="csX243" fmla="*/ 303438 w 638175"/>
                <a:gd name="csY243" fmla="*/ 209149 h 342900"/>
                <a:gd name="csX244" fmla="*/ 304705 w 638175"/>
                <a:gd name="csY244" fmla="*/ 209987 h 342900"/>
                <a:gd name="csX245" fmla="*/ 305972 w 638175"/>
                <a:gd name="csY245" fmla="*/ 210758 h 342900"/>
                <a:gd name="csX246" fmla="*/ 307181 w 638175"/>
                <a:gd name="csY246" fmla="*/ 211606 h 342900"/>
                <a:gd name="csX247" fmla="*/ 308448 w 638175"/>
                <a:gd name="csY247" fmla="*/ 212377 h 342900"/>
                <a:gd name="csX248" fmla="*/ 309715 w 638175"/>
                <a:gd name="csY248" fmla="*/ 213149 h 342900"/>
                <a:gd name="csX249" fmla="*/ 310915 w 638175"/>
                <a:gd name="csY249" fmla="*/ 213930 h 342900"/>
                <a:gd name="csX250" fmla="*/ 312192 w 638175"/>
                <a:gd name="csY250" fmla="*/ 214702 h 342900"/>
                <a:gd name="csX251" fmla="*/ 313458 w 638175"/>
                <a:gd name="csY251" fmla="*/ 215416 h 342900"/>
                <a:gd name="csX252" fmla="*/ 314658 w 638175"/>
                <a:gd name="csY252" fmla="*/ 216188 h 342900"/>
                <a:gd name="csX253" fmla="*/ 315925 w 638175"/>
                <a:gd name="csY253" fmla="*/ 216902 h 342900"/>
                <a:gd name="csX254" fmla="*/ 317202 w 638175"/>
                <a:gd name="csY254" fmla="*/ 217550 h 342900"/>
                <a:gd name="csX255" fmla="*/ 318402 w 638175"/>
                <a:gd name="csY255" fmla="*/ 218254 h 342900"/>
                <a:gd name="csX256" fmla="*/ 319668 w 638175"/>
                <a:gd name="csY256" fmla="*/ 218902 h 342900"/>
                <a:gd name="csX257" fmla="*/ 320935 w 638175"/>
                <a:gd name="csY257" fmla="*/ 219616 h 342900"/>
                <a:gd name="csX258" fmla="*/ 322212 w 638175"/>
                <a:gd name="csY258" fmla="*/ 220255 h 342900"/>
                <a:gd name="csX259" fmla="*/ 323412 w 638175"/>
                <a:gd name="csY259" fmla="*/ 220902 h 342900"/>
                <a:gd name="csX260" fmla="*/ 324679 w 638175"/>
                <a:gd name="csY260" fmla="*/ 221483 h 342900"/>
                <a:gd name="csX261" fmla="*/ 325945 w 638175"/>
                <a:gd name="csY261" fmla="*/ 222131 h 342900"/>
                <a:gd name="csX262" fmla="*/ 327155 w 638175"/>
                <a:gd name="csY262" fmla="*/ 222712 h 342900"/>
                <a:gd name="csX263" fmla="*/ 328422 w 638175"/>
                <a:gd name="csY263" fmla="*/ 223293 h 342900"/>
                <a:gd name="csX264" fmla="*/ 329689 w 638175"/>
                <a:gd name="csY264" fmla="*/ 223874 h 342900"/>
                <a:gd name="csX265" fmla="*/ 330899 w 638175"/>
                <a:gd name="csY265" fmla="*/ 224388 h 342900"/>
                <a:gd name="csX266" fmla="*/ 332165 w 638175"/>
                <a:gd name="csY266" fmla="*/ 224970 h 342900"/>
                <a:gd name="csX267" fmla="*/ 333432 w 638175"/>
                <a:gd name="csY267" fmla="*/ 225493 h 342900"/>
                <a:gd name="csX268" fmla="*/ 334642 w 638175"/>
                <a:gd name="csY268" fmla="*/ 226008 h 342900"/>
                <a:gd name="csX269" fmla="*/ 335909 w 638175"/>
                <a:gd name="csY269" fmla="*/ 226522 h 342900"/>
                <a:gd name="csX270" fmla="*/ 337176 w 638175"/>
                <a:gd name="csY270" fmla="*/ 226979 h 342900"/>
                <a:gd name="csX271" fmla="*/ 338442 w 638175"/>
                <a:gd name="csY271" fmla="*/ 227427 h 342900"/>
                <a:gd name="csX272" fmla="*/ 339652 w 638175"/>
                <a:gd name="csY272" fmla="*/ 227884 h 342900"/>
                <a:gd name="csX273" fmla="*/ 340919 w 638175"/>
                <a:gd name="csY273" fmla="*/ 228332 h 342900"/>
                <a:gd name="csX274" fmla="*/ 342186 w 638175"/>
                <a:gd name="csY274" fmla="*/ 228789 h 342900"/>
                <a:gd name="csX275" fmla="*/ 343386 w 638175"/>
                <a:gd name="csY275" fmla="*/ 229170 h 342900"/>
                <a:gd name="csX276" fmla="*/ 344662 w 638175"/>
                <a:gd name="csY276" fmla="*/ 229561 h 342900"/>
                <a:gd name="csX277" fmla="*/ 345929 w 638175"/>
                <a:gd name="csY277" fmla="*/ 229951 h 342900"/>
                <a:gd name="csX278" fmla="*/ 347129 w 638175"/>
                <a:gd name="csY278" fmla="*/ 230332 h 342900"/>
                <a:gd name="csX279" fmla="*/ 348396 w 638175"/>
                <a:gd name="csY279" fmla="*/ 230656 h 342900"/>
                <a:gd name="csX280" fmla="*/ 349672 w 638175"/>
                <a:gd name="csY280" fmla="*/ 230980 h 342900"/>
                <a:gd name="csX281" fmla="*/ 350872 w 638175"/>
                <a:gd name="csY281" fmla="*/ 231304 h 342900"/>
                <a:gd name="csX282" fmla="*/ 352139 w 638175"/>
                <a:gd name="csY282" fmla="*/ 231561 h 342900"/>
                <a:gd name="csX283" fmla="*/ 353406 w 638175"/>
                <a:gd name="csY283" fmla="*/ 231885 h 342900"/>
                <a:gd name="csX284" fmla="*/ 354683 w 638175"/>
                <a:gd name="csY284" fmla="*/ 232142 h 342900"/>
                <a:gd name="csX285" fmla="*/ 355883 w 638175"/>
                <a:gd name="csY285" fmla="*/ 232399 h 342900"/>
                <a:gd name="csX286" fmla="*/ 357149 w 638175"/>
                <a:gd name="csY286" fmla="*/ 232666 h 342900"/>
                <a:gd name="csX287" fmla="*/ 358416 w 638175"/>
                <a:gd name="csY287" fmla="*/ 232856 h 342900"/>
                <a:gd name="csX288" fmla="*/ 359626 w 638175"/>
                <a:gd name="csY288" fmla="*/ 233046 h 342900"/>
                <a:gd name="csX289" fmla="*/ 360893 w 638175"/>
                <a:gd name="csY289" fmla="*/ 233247 h 342900"/>
                <a:gd name="csX290" fmla="*/ 362159 w 638175"/>
                <a:gd name="csY290" fmla="*/ 233437 h 342900"/>
                <a:gd name="csX291" fmla="*/ 363369 w 638175"/>
                <a:gd name="csY291" fmla="*/ 233628 h 342900"/>
                <a:gd name="csX292" fmla="*/ 364636 w 638175"/>
                <a:gd name="csY292" fmla="*/ 233828 h 342900"/>
                <a:gd name="csX293" fmla="*/ 365903 w 638175"/>
                <a:gd name="csY293" fmla="*/ 234019 h 342900"/>
                <a:gd name="csX294" fmla="*/ 367113 w 638175"/>
                <a:gd name="csY294" fmla="*/ 234152 h 342900"/>
                <a:gd name="csX295" fmla="*/ 368379 w 638175"/>
                <a:gd name="csY295" fmla="*/ 234342 h 342900"/>
                <a:gd name="csX296" fmla="*/ 369646 w 638175"/>
                <a:gd name="csY296" fmla="*/ 234475 h 342900"/>
                <a:gd name="csX297" fmla="*/ 370913 w 638175"/>
                <a:gd name="csY297" fmla="*/ 234666 h 342900"/>
                <a:gd name="csX298" fmla="*/ 372113 w 638175"/>
                <a:gd name="csY298" fmla="*/ 234790 h 342900"/>
                <a:gd name="csX299" fmla="*/ 373390 w 638175"/>
                <a:gd name="csY299" fmla="*/ 234990 h 342900"/>
                <a:gd name="csX300" fmla="*/ 374656 w 638175"/>
                <a:gd name="csY300" fmla="*/ 235114 h 342900"/>
                <a:gd name="csX301" fmla="*/ 375856 w 638175"/>
                <a:gd name="csY301" fmla="*/ 235314 h 342900"/>
                <a:gd name="csX302" fmla="*/ 377123 w 638175"/>
                <a:gd name="csY302" fmla="*/ 235504 h 342900"/>
                <a:gd name="csX303" fmla="*/ 378400 w 638175"/>
                <a:gd name="csY303" fmla="*/ 235695 h 342900"/>
                <a:gd name="csX304" fmla="*/ 379600 w 638175"/>
                <a:gd name="csY304" fmla="*/ 235895 h 342900"/>
                <a:gd name="csX305" fmla="*/ 380866 w 638175"/>
                <a:gd name="csY305" fmla="*/ 236085 h 342900"/>
                <a:gd name="csX306" fmla="*/ 382133 w 638175"/>
                <a:gd name="csY306" fmla="*/ 236342 h 342900"/>
                <a:gd name="csX307" fmla="*/ 383410 w 638175"/>
                <a:gd name="csY307" fmla="*/ 236600 h 342900"/>
                <a:gd name="csX308" fmla="*/ 384610 w 638175"/>
                <a:gd name="csY308" fmla="*/ 236857 h 342900"/>
                <a:gd name="csX309" fmla="*/ 385877 w 638175"/>
                <a:gd name="csY309" fmla="*/ 237124 h 342900"/>
                <a:gd name="csX310" fmla="*/ 387143 w 638175"/>
                <a:gd name="csY310" fmla="*/ 237438 h 342900"/>
                <a:gd name="csX311" fmla="*/ 388353 w 638175"/>
                <a:gd name="csY311" fmla="*/ 237762 h 342900"/>
                <a:gd name="csX312" fmla="*/ 389620 w 638175"/>
                <a:gd name="csY312" fmla="*/ 238152 h 342900"/>
                <a:gd name="csX313" fmla="*/ 390887 w 638175"/>
                <a:gd name="csY313" fmla="*/ 238543 h 342900"/>
                <a:gd name="csX314" fmla="*/ 392097 w 638175"/>
                <a:gd name="csY314" fmla="*/ 238990 h 342900"/>
                <a:gd name="csX315" fmla="*/ 393363 w 638175"/>
                <a:gd name="csY315" fmla="*/ 239381 h 342900"/>
                <a:gd name="csX316" fmla="*/ 394630 w 638175"/>
                <a:gd name="csY316" fmla="*/ 239895 h 342900"/>
                <a:gd name="csX317" fmla="*/ 395840 w 638175"/>
                <a:gd name="csY317" fmla="*/ 240409 h 342900"/>
                <a:gd name="csX318" fmla="*/ 397107 w 638175"/>
                <a:gd name="csY318" fmla="*/ 240933 h 342900"/>
                <a:gd name="csX319" fmla="*/ 398374 w 638175"/>
                <a:gd name="csY319" fmla="*/ 241515 h 342900"/>
                <a:gd name="csX320" fmla="*/ 399640 w 638175"/>
                <a:gd name="csY320" fmla="*/ 242162 h 342900"/>
                <a:gd name="csX321" fmla="*/ 400850 w 638175"/>
                <a:gd name="csY321" fmla="*/ 242801 h 342900"/>
                <a:gd name="csX322" fmla="*/ 402117 w 638175"/>
                <a:gd name="csY322" fmla="*/ 243448 h 342900"/>
                <a:gd name="csX323" fmla="*/ 403384 w 638175"/>
                <a:gd name="csY323" fmla="*/ 244163 h 342900"/>
                <a:gd name="csX324" fmla="*/ 404584 w 638175"/>
                <a:gd name="csY324" fmla="*/ 244934 h 342900"/>
                <a:gd name="csX325" fmla="*/ 405860 w 638175"/>
                <a:gd name="csY325" fmla="*/ 245715 h 342900"/>
                <a:gd name="csX326" fmla="*/ 407127 w 638175"/>
                <a:gd name="csY326" fmla="*/ 246486 h 342900"/>
                <a:gd name="csX327" fmla="*/ 408327 w 638175"/>
                <a:gd name="csY327" fmla="*/ 247325 h 342900"/>
                <a:gd name="csX328" fmla="*/ 409594 w 638175"/>
                <a:gd name="csY328" fmla="*/ 248230 h 342900"/>
                <a:gd name="csX329" fmla="*/ 410870 w 638175"/>
                <a:gd name="csY329" fmla="*/ 249134 h 342900"/>
                <a:gd name="csX330" fmla="*/ 412070 w 638175"/>
                <a:gd name="csY330" fmla="*/ 250106 h 342900"/>
                <a:gd name="csX331" fmla="*/ 413337 w 638175"/>
                <a:gd name="csY331" fmla="*/ 251011 h 342900"/>
                <a:gd name="csX332" fmla="*/ 414605 w 638175"/>
                <a:gd name="csY332" fmla="*/ 252040 h 342900"/>
                <a:gd name="csX333" fmla="*/ 415881 w 638175"/>
                <a:gd name="csY333" fmla="*/ 253011 h 342900"/>
                <a:gd name="csX334" fmla="*/ 417081 w 638175"/>
                <a:gd name="csY334" fmla="*/ 254040 h 342900"/>
                <a:gd name="csX335" fmla="*/ 418347 w 638175"/>
                <a:gd name="csY335" fmla="*/ 255145 h 342900"/>
                <a:gd name="csX336" fmla="*/ 419615 w 638175"/>
                <a:gd name="csY336" fmla="*/ 256174 h 342900"/>
                <a:gd name="csX337" fmla="*/ 420824 w 638175"/>
                <a:gd name="csY337" fmla="*/ 257278 h 342900"/>
                <a:gd name="csX338" fmla="*/ 422091 w 638175"/>
                <a:gd name="csY338" fmla="*/ 258374 h 342900"/>
                <a:gd name="csX339" fmla="*/ 423357 w 638175"/>
                <a:gd name="csY339" fmla="*/ 259536 h 342900"/>
                <a:gd name="csX340" fmla="*/ 424567 w 638175"/>
                <a:gd name="csY340" fmla="*/ 260631 h 342900"/>
                <a:gd name="csX341" fmla="*/ 425834 w 638175"/>
                <a:gd name="csY341" fmla="*/ 261793 h 342900"/>
                <a:gd name="csX342" fmla="*/ 427101 w 638175"/>
                <a:gd name="csY342" fmla="*/ 262898 h 342900"/>
                <a:gd name="csX343" fmla="*/ 428311 w 638175"/>
                <a:gd name="csY343" fmla="*/ 264060 h 342900"/>
                <a:gd name="csX344" fmla="*/ 429577 w 638175"/>
                <a:gd name="csY344" fmla="*/ 265156 h 342900"/>
                <a:gd name="csX345" fmla="*/ 430844 w 638175"/>
                <a:gd name="csY345" fmla="*/ 266318 h 342900"/>
                <a:gd name="csX346" fmla="*/ 432111 w 638175"/>
                <a:gd name="csY346" fmla="*/ 267413 h 342900"/>
                <a:gd name="csX347" fmla="*/ 433321 w 638175"/>
                <a:gd name="csY347" fmla="*/ 268518 h 342900"/>
                <a:gd name="csX348" fmla="*/ 434588 w 638175"/>
                <a:gd name="csY348" fmla="*/ 269613 h 342900"/>
                <a:gd name="csX349" fmla="*/ 435854 w 638175"/>
                <a:gd name="csY349" fmla="*/ 270709 h 342900"/>
                <a:gd name="csX350" fmla="*/ 437055 w 638175"/>
                <a:gd name="csY350" fmla="*/ 271813 h 342900"/>
                <a:gd name="csX351" fmla="*/ 438331 w 638175"/>
                <a:gd name="csY351" fmla="*/ 272842 h 342900"/>
                <a:gd name="csX352" fmla="*/ 439598 w 638175"/>
                <a:gd name="csY352" fmla="*/ 273881 h 342900"/>
                <a:gd name="csX353" fmla="*/ 440798 w 638175"/>
                <a:gd name="csY353" fmla="*/ 274909 h 342900"/>
                <a:gd name="csX354" fmla="*/ 442065 w 638175"/>
                <a:gd name="csY354" fmla="*/ 275880 h 342900"/>
                <a:gd name="csX355" fmla="*/ 443332 w 638175"/>
                <a:gd name="csY355" fmla="*/ 276786 h 342900"/>
                <a:gd name="csX356" fmla="*/ 444541 w 638175"/>
                <a:gd name="csY356" fmla="*/ 277757 h 342900"/>
                <a:gd name="csX357" fmla="*/ 445808 w 638175"/>
                <a:gd name="csY357" fmla="*/ 278595 h 342900"/>
                <a:gd name="csX358" fmla="*/ 447075 w 638175"/>
                <a:gd name="csY358" fmla="*/ 279500 h 342900"/>
                <a:gd name="csX359" fmla="*/ 448351 w 638175"/>
                <a:gd name="csY359" fmla="*/ 280272 h 342900"/>
                <a:gd name="csX360" fmla="*/ 449551 w 638175"/>
                <a:gd name="csY360" fmla="*/ 281043 h 342900"/>
                <a:gd name="csX361" fmla="*/ 450818 w 638175"/>
                <a:gd name="csY361" fmla="*/ 281824 h 342900"/>
                <a:gd name="csX362" fmla="*/ 452085 w 638175"/>
                <a:gd name="csY362" fmla="*/ 282472 h 342900"/>
                <a:gd name="csX363" fmla="*/ 453295 w 638175"/>
                <a:gd name="csY363" fmla="*/ 283120 h 342900"/>
                <a:gd name="csX364" fmla="*/ 454561 w 638175"/>
                <a:gd name="csY364" fmla="*/ 283758 h 342900"/>
                <a:gd name="csX365" fmla="*/ 455828 w 638175"/>
                <a:gd name="csY365" fmla="*/ 284339 h 342900"/>
                <a:gd name="csX366" fmla="*/ 457038 w 638175"/>
                <a:gd name="csY366" fmla="*/ 284863 h 342900"/>
                <a:gd name="csX367" fmla="*/ 458305 w 638175"/>
                <a:gd name="csY367" fmla="*/ 285310 h 342900"/>
                <a:gd name="csX368" fmla="*/ 459572 w 638175"/>
                <a:gd name="csY368" fmla="*/ 285768 h 342900"/>
                <a:gd name="csX369" fmla="*/ 460838 w 638175"/>
                <a:gd name="csY369" fmla="*/ 286148 h 342900"/>
                <a:gd name="csX370" fmla="*/ 462048 w 638175"/>
                <a:gd name="csY370" fmla="*/ 286472 h 342900"/>
                <a:gd name="csX371" fmla="*/ 463315 w 638175"/>
                <a:gd name="csY371" fmla="*/ 286796 h 342900"/>
                <a:gd name="csX372" fmla="*/ 464582 w 638175"/>
                <a:gd name="csY372" fmla="*/ 287054 h 342900"/>
                <a:gd name="csX373" fmla="*/ 465782 w 638175"/>
                <a:gd name="csY373" fmla="*/ 287254 h 342900"/>
                <a:gd name="csX374" fmla="*/ 467058 w 638175"/>
                <a:gd name="csY374" fmla="*/ 287444 h 342900"/>
                <a:gd name="csX375" fmla="*/ 468325 w 638175"/>
                <a:gd name="csY375" fmla="*/ 287577 h 342900"/>
                <a:gd name="csX376" fmla="*/ 469526 w 638175"/>
                <a:gd name="csY376" fmla="*/ 287701 h 342900"/>
                <a:gd name="csX377" fmla="*/ 470792 w 638175"/>
                <a:gd name="csY377" fmla="*/ 287768 h 342900"/>
                <a:gd name="csX378" fmla="*/ 472068 w 638175"/>
                <a:gd name="csY378" fmla="*/ 287768 h 342900"/>
                <a:gd name="csX379" fmla="*/ 473269 w 638175"/>
                <a:gd name="csY379" fmla="*/ 287768 h 342900"/>
                <a:gd name="csX380" fmla="*/ 474536 w 638175"/>
                <a:gd name="csY380" fmla="*/ 287768 h 342900"/>
                <a:gd name="csX381" fmla="*/ 475803 w 638175"/>
                <a:gd name="csY381" fmla="*/ 287701 h 342900"/>
                <a:gd name="csX382" fmla="*/ 477079 w 638175"/>
                <a:gd name="csY382" fmla="*/ 287634 h 342900"/>
                <a:gd name="csX383" fmla="*/ 478279 w 638175"/>
                <a:gd name="csY383" fmla="*/ 287511 h 342900"/>
                <a:gd name="csX384" fmla="*/ 479546 w 638175"/>
                <a:gd name="csY384" fmla="*/ 287377 h 342900"/>
                <a:gd name="csX385" fmla="*/ 480813 w 638175"/>
                <a:gd name="csY385" fmla="*/ 287254 h 342900"/>
                <a:gd name="csX386" fmla="*/ 482022 w 638175"/>
                <a:gd name="csY386" fmla="*/ 287054 h 342900"/>
                <a:gd name="csX387" fmla="*/ 483289 w 638175"/>
                <a:gd name="csY387" fmla="*/ 286930 h 342900"/>
                <a:gd name="csX388" fmla="*/ 484556 w 638175"/>
                <a:gd name="csY388" fmla="*/ 286730 h 342900"/>
                <a:gd name="csX389" fmla="*/ 485765 w 638175"/>
                <a:gd name="csY389" fmla="*/ 286539 h 342900"/>
                <a:gd name="csX390" fmla="*/ 487032 w 638175"/>
                <a:gd name="csY390" fmla="*/ 286282 h 342900"/>
                <a:gd name="csX391" fmla="*/ 488299 w 638175"/>
                <a:gd name="csY391" fmla="*/ 286092 h 342900"/>
                <a:gd name="csX392" fmla="*/ 489509 w 638175"/>
                <a:gd name="csY392" fmla="*/ 285892 h 342900"/>
                <a:gd name="csX393" fmla="*/ 490775 w 638175"/>
                <a:gd name="csY393" fmla="*/ 285701 h 342900"/>
                <a:gd name="csX394" fmla="*/ 492042 w 638175"/>
                <a:gd name="csY394" fmla="*/ 285501 h 342900"/>
                <a:gd name="csX395" fmla="*/ 493310 w 638175"/>
                <a:gd name="csY395" fmla="*/ 285310 h 342900"/>
                <a:gd name="csX396" fmla="*/ 494510 w 638175"/>
                <a:gd name="csY396" fmla="*/ 285120 h 342900"/>
                <a:gd name="csX397" fmla="*/ 495786 w 638175"/>
                <a:gd name="csY397" fmla="*/ 284986 h 342900"/>
                <a:gd name="csX398" fmla="*/ 497052 w 638175"/>
                <a:gd name="csY398" fmla="*/ 284796 h 342900"/>
                <a:gd name="csX399" fmla="*/ 498253 w 638175"/>
                <a:gd name="csY399" fmla="*/ 284663 h 342900"/>
                <a:gd name="csX400" fmla="*/ 499529 w 638175"/>
                <a:gd name="csY400" fmla="*/ 284606 h 342900"/>
                <a:gd name="csX401" fmla="*/ 500796 w 638175"/>
                <a:gd name="csY401" fmla="*/ 284472 h 342900"/>
                <a:gd name="csX402" fmla="*/ 501996 w 638175"/>
                <a:gd name="csY402" fmla="*/ 284406 h 342900"/>
                <a:gd name="csX403" fmla="*/ 503263 w 638175"/>
                <a:gd name="csY403" fmla="*/ 284339 h 342900"/>
                <a:gd name="csX404" fmla="*/ 504530 w 638175"/>
                <a:gd name="csY404" fmla="*/ 284339 h 342900"/>
                <a:gd name="csX405" fmla="*/ 505740 w 638175"/>
                <a:gd name="csY405" fmla="*/ 284339 h 342900"/>
                <a:gd name="csX406" fmla="*/ 507006 w 638175"/>
                <a:gd name="csY406" fmla="*/ 284406 h 342900"/>
                <a:gd name="csX407" fmla="*/ 508273 w 638175"/>
                <a:gd name="csY407" fmla="*/ 284472 h 342900"/>
                <a:gd name="csX408" fmla="*/ 509540 w 638175"/>
                <a:gd name="csY408" fmla="*/ 284606 h 342900"/>
                <a:gd name="csX409" fmla="*/ 510750 w 638175"/>
                <a:gd name="csY409" fmla="*/ 284729 h 342900"/>
                <a:gd name="csX410" fmla="*/ 512017 w 638175"/>
                <a:gd name="csY410" fmla="*/ 284920 h 342900"/>
                <a:gd name="csX411" fmla="*/ 513283 w 638175"/>
                <a:gd name="csY411" fmla="*/ 285177 h 342900"/>
                <a:gd name="csX412" fmla="*/ 514493 w 638175"/>
                <a:gd name="csY412" fmla="*/ 285444 h 342900"/>
                <a:gd name="csX413" fmla="*/ 515760 w 638175"/>
                <a:gd name="csY413" fmla="*/ 285701 h 342900"/>
                <a:gd name="csX414" fmla="*/ 517027 w 638175"/>
                <a:gd name="csY414" fmla="*/ 286025 h 342900"/>
                <a:gd name="csX415" fmla="*/ 518236 w 638175"/>
                <a:gd name="csY415" fmla="*/ 286406 h 342900"/>
                <a:gd name="csX416" fmla="*/ 519503 w 638175"/>
                <a:gd name="csY416" fmla="*/ 286796 h 342900"/>
                <a:gd name="csX417" fmla="*/ 520770 w 638175"/>
                <a:gd name="csY417" fmla="*/ 287254 h 342900"/>
                <a:gd name="csX418" fmla="*/ 521970 w 638175"/>
                <a:gd name="csY418" fmla="*/ 287768 h 342900"/>
                <a:gd name="csX419" fmla="*/ 523246 w 638175"/>
                <a:gd name="csY419" fmla="*/ 288282 h 342900"/>
                <a:gd name="csX420" fmla="*/ 524513 w 638175"/>
                <a:gd name="csY420" fmla="*/ 288863 h 342900"/>
                <a:gd name="csX421" fmla="*/ 525780 w 638175"/>
                <a:gd name="csY421" fmla="*/ 289444 h 342900"/>
                <a:gd name="csX422" fmla="*/ 526980 w 638175"/>
                <a:gd name="csY422" fmla="*/ 290092 h 342900"/>
                <a:gd name="csX423" fmla="*/ 528256 w 638175"/>
                <a:gd name="csY423" fmla="*/ 290739 h 342900"/>
                <a:gd name="csX424" fmla="*/ 529523 w 638175"/>
                <a:gd name="csY424" fmla="*/ 291511 h 342900"/>
                <a:gd name="csX425" fmla="*/ 530724 w 638175"/>
                <a:gd name="csY425" fmla="*/ 292225 h 342900"/>
                <a:gd name="csX426" fmla="*/ 531990 w 638175"/>
                <a:gd name="csY426" fmla="*/ 292997 h 342900"/>
                <a:gd name="csX427" fmla="*/ 533267 w 638175"/>
                <a:gd name="csY427" fmla="*/ 293835 h 342900"/>
                <a:gd name="csX428" fmla="*/ 534467 w 638175"/>
                <a:gd name="csY428" fmla="*/ 294674 h 342900"/>
                <a:gd name="csX429" fmla="*/ 535734 w 638175"/>
                <a:gd name="csY429" fmla="*/ 295578 h 342900"/>
                <a:gd name="csX430" fmla="*/ 537001 w 638175"/>
                <a:gd name="csY430" fmla="*/ 296483 h 342900"/>
                <a:gd name="csX431" fmla="*/ 538210 w 638175"/>
                <a:gd name="csY431" fmla="*/ 297388 h 342900"/>
                <a:gd name="csX432" fmla="*/ 539477 w 638175"/>
                <a:gd name="csY432" fmla="*/ 298360 h 342900"/>
                <a:gd name="csX433" fmla="*/ 540744 w 638175"/>
                <a:gd name="csY433" fmla="*/ 299331 h 342900"/>
                <a:gd name="csX434" fmla="*/ 542011 w 638175"/>
                <a:gd name="csY434" fmla="*/ 300360 h 342900"/>
                <a:gd name="csX435" fmla="*/ 543221 w 638175"/>
                <a:gd name="csY435" fmla="*/ 301398 h 342900"/>
                <a:gd name="csX436" fmla="*/ 544487 w 638175"/>
                <a:gd name="csY436" fmla="*/ 302427 h 342900"/>
                <a:gd name="csX437" fmla="*/ 545754 w 638175"/>
                <a:gd name="csY437" fmla="*/ 303465 h 342900"/>
                <a:gd name="csX438" fmla="*/ 546964 w 638175"/>
                <a:gd name="csY438" fmla="*/ 304561 h 342900"/>
                <a:gd name="csX439" fmla="*/ 548231 w 638175"/>
                <a:gd name="csY439" fmla="*/ 305656 h 342900"/>
                <a:gd name="csX440" fmla="*/ 549497 w 638175"/>
                <a:gd name="csY440" fmla="*/ 306761 h 342900"/>
                <a:gd name="csX441" fmla="*/ 550707 w 638175"/>
                <a:gd name="csY441" fmla="*/ 307856 h 342900"/>
                <a:gd name="csX442" fmla="*/ 551974 w 638175"/>
                <a:gd name="csY442" fmla="*/ 308952 h 342900"/>
                <a:gd name="csX443" fmla="*/ 553241 w 638175"/>
                <a:gd name="csY443" fmla="*/ 310056 h 342900"/>
                <a:gd name="csX444" fmla="*/ 554508 w 638175"/>
                <a:gd name="csY444" fmla="*/ 311218 h 342900"/>
                <a:gd name="csX445" fmla="*/ 555717 w 638175"/>
                <a:gd name="csY445" fmla="*/ 312314 h 342900"/>
                <a:gd name="csX446" fmla="*/ 556984 w 638175"/>
                <a:gd name="csY446" fmla="*/ 313409 h 342900"/>
                <a:gd name="csX447" fmla="*/ 558251 w 638175"/>
                <a:gd name="csY447" fmla="*/ 314514 h 342900"/>
                <a:gd name="csX448" fmla="*/ 559451 w 638175"/>
                <a:gd name="csY448" fmla="*/ 315609 h 342900"/>
                <a:gd name="csX449" fmla="*/ 560727 w 638175"/>
                <a:gd name="csY449" fmla="*/ 316705 h 342900"/>
                <a:gd name="csX450" fmla="*/ 561994 w 638175"/>
                <a:gd name="csY450" fmla="*/ 317800 h 342900"/>
                <a:gd name="csX451" fmla="*/ 563194 w 638175"/>
                <a:gd name="csY451" fmla="*/ 318838 h 342900"/>
                <a:gd name="csX452" fmla="*/ 564461 w 638175"/>
                <a:gd name="csY452" fmla="*/ 319877 h 342900"/>
                <a:gd name="csX453" fmla="*/ 565737 w 638175"/>
                <a:gd name="csY453" fmla="*/ 320905 h 342900"/>
                <a:gd name="csX454" fmla="*/ 566938 w 638175"/>
                <a:gd name="csY454" fmla="*/ 321943 h 342900"/>
                <a:gd name="csX455" fmla="*/ 568204 w 638175"/>
                <a:gd name="csY455" fmla="*/ 322906 h 342900"/>
                <a:gd name="csX456" fmla="*/ 569471 w 638175"/>
                <a:gd name="csY456" fmla="*/ 323944 h 342900"/>
                <a:gd name="csX457" fmla="*/ 570738 w 638175"/>
                <a:gd name="csY457" fmla="*/ 324848 h 342900"/>
                <a:gd name="csX458" fmla="*/ 571948 w 638175"/>
                <a:gd name="csY458" fmla="*/ 325820 h 342900"/>
                <a:gd name="csX459" fmla="*/ 573215 w 638175"/>
                <a:gd name="csY459" fmla="*/ 326716 h 342900"/>
                <a:gd name="csX460" fmla="*/ 574481 w 638175"/>
                <a:gd name="csY460" fmla="*/ 327563 h 342900"/>
                <a:gd name="csX461" fmla="*/ 575691 w 638175"/>
                <a:gd name="csY461" fmla="*/ 328402 h 342900"/>
                <a:gd name="csX462" fmla="*/ 576958 w 638175"/>
                <a:gd name="csY462" fmla="*/ 329239 h 342900"/>
                <a:gd name="csX463" fmla="*/ 578225 w 638175"/>
                <a:gd name="csY463" fmla="*/ 330011 h 342900"/>
                <a:gd name="csX464" fmla="*/ 579435 w 638175"/>
                <a:gd name="csY464" fmla="*/ 330792 h 342900"/>
                <a:gd name="csX465" fmla="*/ 580701 w 638175"/>
                <a:gd name="csY465" fmla="*/ 331497 h 342900"/>
                <a:gd name="csX466" fmla="*/ 581968 w 638175"/>
                <a:gd name="csY466" fmla="*/ 332211 h 342900"/>
                <a:gd name="csX467" fmla="*/ 583168 w 638175"/>
                <a:gd name="csY467" fmla="*/ 332926 h 342900"/>
                <a:gd name="csX468" fmla="*/ 584445 w 638175"/>
                <a:gd name="csY468" fmla="*/ 333564 h 342900"/>
                <a:gd name="csX469" fmla="*/ 585712 w 638175"/>
                <a:gd name="csY469" fmla="*/ 334212 h 342900"/>
                <a:gd name="csX470" fmla="*/ 586978 w 638175"/>
                <a:gd name="csY470" fmla="*/ 334793 h 342900"/>
                <a:gd name="csX471" fmla="*/ 588188 w 638175"/>
                <a:gd name="csY471" fmla="*/ 335316 h 342900"/>
                <a:gd name="csX472" fmla="*/ 589455 w 638175"/>
                <a:gd name="csY472" fmla="*/ 335898 h 342900"/>
                <a:gd name="csX473" fmla="*/ 590722 w 638175"/>
                <a:gd name="csY473" fmla="*/ 336345 h 342900"/>
                <a:gd name="csX474" fmla="*/ 591922 w 638175"/>
                <a:gd name="csY474" fmla="*/ 336860 h 342900"/>
                <a:gd name="csX475" fmla="*/ 593188 w 638175"/>
                <a:gd name="csY475" fmla="*/ 337317 h 342900"/>
                <a:gd name="csX476" fmla="*/ 594465 w 638175"/>
                <a:gd name="csY476" fmla="*/ 337765 h 342900"/>
                <a:gd name="csX477" fmla="*/ 595665 w 638175"/>
                <a:gd name="csY477" fmla="*/ 338155 h 342900"/>
                <a:gd name="csX478" fmla="*/ 596932 w 638175"/>
                <a:gd name="csY478" fmla="*/ 338546 h 342900"/>
                <a:gd name="csX479" fmla="*/ 598199 w 638175"/>
                <a:gd name="csY479" fmla="*/ 338870 h 342900"/>
                <a:gd name="csX480" fmla="*/ 599408 w 638175"/>
                <a:gd name="csY480" fmla="*/ 339184 h 342900"/>
                <a:gd name="csX481" fmla="*/ 600675 w 638175"/>
                <a:gd name="csY481" fmla="*/ 339507 h 342900"/>
                <a:gd name="csX482" fmla="*/ 601942 w 638175"/>
                <a:gd name="csY482" fmla="*/ 339765 h 342900"/>
                <a:gd name="csX483" fmla="*/ 603209 w 638175"/>
                <a:gd name="csY483" fmla="*/ 340032 h 342900"/>
                <a:gd name="csX484" fmla="*/ 604419 w 638175"/>
                <a:gd name="csY484" fmla="*/ 340289 h 342900"/>
                <a:gd name="csX485" fmla="*/ 605685 w 638175"/>
                <a:gd name="csY485" fmla="*/ 340546 h 342900"/>
                <a:gd name="csX486" fmla="*/ 606952 w 638175"/>
                <a:gd name="csY486" fmla="*/ 340736 h 342900"/>
                <a:gd name="csX487" fmla="*/ 608162 w 638175"/>
                <a:gd name="csY487" fmla="*/ 340936 h 342900"/>
                <a:gd name="csX488" fmla="*/ 609429 w 638175"/>
                <a:gd name="csY488" fmla="*/ 341127 h 342900"/>
                <a:gd name="csX489" fmla="*/ 610695 w 638175"/>
                <a:gd name="csY489" fmla="*/ 341317 h 342900"/>
                <a:gd name="csX490" fmla="*/ 611905 w 638175"/>
                <a:gd name="csY490" fmla="*/ 341451 h 342900"/>
                <a:gd name="csX491" fmla="*/ 613172 w 638175"/>
                <a:gd name="csY491" fmla="*/ 341575 h 342900"/>
                <a:gd name="csX492" fmla="*/ 614439 w 638175"/>
                <a:gd name="csY492" fmla="*/ 341708 h 342900"/>
                <a:gd name="csX493" fmla="*/ 615639 w 638175"/>
                <a:gd name="csY493" fmla="*/ 341832 h 342900"/>
                <a:gd name="csX494" fmla="*/ 616915 w 638175"/>
                <a:gd name="csY494" fmla="*/ 341965 h 342900"/>
                <a:gd name="csX495" fmla="*/ 618182 w 638175"/>
                <a:gd name="csY495" fmla="*/ 342032 h 342900"/>
                <a:gd name="csX496" fmla="*/ 619449 w 638175"/>
                <a:gd name="csY496" fmla="*/ 342099 h 342900"/>
                <a:gd name="csX497" fmla="*/ 620649 w 638175"/>
                <a:gd name="csY497" fmla="*/ 342222 h 342900"/>
                <a:gd name="csX498" fmla="*/ 621926 w 638175"/>
                <a:gd name="csY498" fmla="*/ 342289 h 342900"/>
                <a:gd name="csX499" fmla="*/ 623192 w 638175"/>
                <a:gd name="csY499" fmla="*/ 342356 h 342900"/>
                <a:gd name="csX500" fmla="*/ 624392 w 638175"/>
                <a:gd name="csY500" fmla="*/ 342422 h 342900"/>
                <a:gd name="csX501" fmla="*/ 625659 w 638175"/>
                <a:gd name="csY501" fmla="*/ 342422 h 342900"/>
                <a:gd name="csX502" fmla="*/ 626936 w 638175"/>
                <a:gd name="csY502" fmla="*/ 342479 h 342900"/>
                <a:gd name="csX503" fmla="*/ 628136 w 638175"/>
                <a:gd name="csY503" fmla="*/ 342546 h 342900"/>
                <a:gd name="csX504" fmla="*/ 629402 w 638175"/>
                <a:gd name="csY504" fmla="*/ 342546 h 342900"/>
                <a:gd name="csX505" fmla="*/ 630669 w 638175"/>
                <a:gd name="csY505" fmla="*/ 342613 h 342900"/>
                <a:gd name="csX506" fmla="*/ 631946 w 638175"/>
                <a:gd name="csY506" fmla="*/ 342613 h 342900"/>
                <a:gd name="csX507" fmla="*/ 633146 w 638175"/>
                <a:gd name="csY507" fmla="*/ 342679 h 342900"/>
                <a:gd name="csX508" fmla="*/ 634413 w 638175"/>
                <a:gd name="csY508" fmla="*/ 342679 h 342900"/>
                <a:gd name="csX509" fmla="*/ 635679 w 638175"/>
                <a:gd name="csY509" fmla="*/ 342746 h 342900"/>
                <a:gd name="csX510" fmla="*/ 636889 w 638175"/>
                <a:gd name="csY510" fmla="*/ 342746 h 342900"/>
                <a:gd name="csX511" fmla="*/ 638156 w 638175"/>
                <a:gd name="csY511" fmla="*/ 342746 h 342900"/>
                <a:gd name="csX512" fmla="*/ 638156 w 638175"/>
                <a:gd name="csY512" fmla="*/ 342870 h 342900"/>
                <a:gd name="csX513" fmla="*/ 636889 w 638175"/>
                <a:gd name="csY513" fmla="*/ 342870 h 342900"/>
                <a:gd name="csX514" fmla="*/ 635679 w 638175"/>
                <a:gd name="csY514" fmla="*/ 342870 h 342900"/>
                <a:gd name="csX515" fmla="*/ 634413 w 638175"/>
                <a:gd name="csY515" fmla="*/ 342870 h 342900"/>
                <a:gd name="csX516" fmla="*/ 633146 w 638175"/>
                <a:gd name="csY516" fmla="*/ 342870 h 342900"/>
                <a:gd name="csX517" fmla="*/ 631946 w 638175"/>
                <a:gd name="csY517" fmla="*/ 342870 h 342900"/>
                <a:gd name="csX518" fmla="*/ 630669 w 638175"/>
                <a:gd name="csY518" fmla="*/ 342870 h 342900"/>
                <a:gd name="csX519" fmla="*/ 629402 w 638175"/>
                <a:gd name="csY519" fmla="*/ 342870 h 342900"/>
                <a:gd name="csX520" fmla="*/ 628136 w 638175"/>
                <a:gd name="csY520" fmla="*/ 342870 h 342900"/>
                <a:gd name="csX521" fmla="*/ 626936 w 638175"/>
                <a:gd name="csY521" fmla="*/ 342870 h 342900"/>
                <a:gd name="csX522" fmla="*/ 625659 w 638175"/>
                <a:gd name="csY522" fmla="*/ 342870 h 342900"/>
                <a:gd name="csX523" fmla="*/ 624392 w 638175"/>
                <a:gd name="csY523" fmla="*/ 342870 h 342900"/>
                <a:gd name="csX524" fmla="*/ 623192 w 638175"/>
                <a:gd name="csY524" fmla="*/ 342870 h 342900"/>
                <a:gd name="csX525" fmla="*/ 621926 w 638175"/>
                <a:gd name="csY525" fmla="*/ 342870 h 342900"/>
                <a:gd name="csX526" fmla="*/ 620649 w 638175"/>
                <a:gd name="csY526" fmla="*/ 342870 h 342900"/>
                <a:gd name="csX527" fmla="*/ 619449 w 638175"/>
                <a:gd name="csY527" fmla="*/ 342870 h 342900"/>
                <a:gd name="csX528" fmla="*/ 618182 w 638175"/>
                <a:gd name="csY528" fmla="*/ 342870 h 342900"/>
                <a:gd name="csX529" fmla="*/ 616915 w 638175"/>
                <a:gd name="csY529" fmla="*/ 342870 h 342900"/>
                <a:gd name="csX530" fmla="*/ 615639 w 638175"/>
                <a:gd name="csY530" fmla="*/ 342870 h 342900"/>
                <a:gd name="csX531" fmla="*/ 614439 w 638175"/>
                <a:gd name="csY531" fmla="*/ 342870 h 342900"/>
                <a:gd name="csX532" fmla="*/ 613172 w 638175"/>
                <a:gd name="csY532" fmla="*/ 342870 h 342900"/>
                <a:gd name="csX533" fmla="*/ 611905 w 638175"/>
                <a:gd name="csY533" fmla="*/ 342870 h 342900"/>
                <a:gd name="csX534" fmla="*/ 610695 w 638175"/>
                <a:gd name="csY534" fmla="*/ 342870 h 342900"/>
                <a:gd name="csX535" fmla="*/ 609429 w 638175"/>
                <a:gd name="csY535" fmla="*/ 342870 h 342900"/>
                <a:gd name="csX536" fmla="*/ 608162 w 638175"/>
                <a:gd name="csY536" fmla="*/ 342870 h 342900"/>
                <a:gd name="csX537" fmla="*/ 606952 w 638175"/>
                <a:gd name="csY537" fmla="*/ 342870 h 342900"/>
                <a:gd name="csX538" fmla="*/ 605685 w 638175"/>
                <a:gd name="csY538" fmla="*/ 342870 h 342900"/>
                <a:gd name="csX539" fmla="*/ 604419 w 638175"/>
                <a:gd name="csY539" fmla="*/ 342870 h 342900"/>
                <a:gd name="csX540" fmla="*/ 603209 w 638175"/>
                <a:gd name="csY540" fmla="*/ 342870 h 342900"/>
                <a:gd name="csX541" fmla="*/ 601942 w 638175"/>
                <a:gd name="csY541" fmla="*/ 342870 h 342900"/>
                <a:gd name="csX542" fmla="*/ 600675 w 638175"/>
                <a:gd name="csY542" fmla="*/ 342870 h 342900"/>
                <a:gd name="csX543" fmla="*/ 599408 w 638175"/>
                <a:gd name="csY543" fmla="*/ 342870 h 342900"/>
                <a:gd name="csX544" fmla="*/ 598199 w 638175"/>
                <a:gd name="csY544" fmla="*/ 342870 h 342900"/>
                <a:gd name="csX545" fmla="*/ 596932 w 638175"/>
                <a:gd name="csY545" fmla="*/ 342870 h 342900"/>
                <a:gd name="csX546" fmla="*/ 595665 w 638175"/>
                <a:gd name="csY546" fmla="*/ 342870 h 342900"/>
                <a:gd name="csX547" fmla="*/ 594465 w 638175"/>
                <a:gd name="csY547" fmla="*/ 342870 h 342900"/>
                <a:gd name="csX548" fmla="*/ 593188 w 638175"/>
                <a:gd name="csY548" fmla="*/ 342870 h 342900"/>
                <a:gd name="csX549" fmla="*/ 591922 w 638175"/>
                <a:gd name="csY549" fmla="*/ 342870 h 342900"/>
                <a:gd name="csX550" fmla="*/ 590722 w 638175"/>
                <a:gd name="csY550" fmla="*/ 342870 h 342900"/>
                <a:gd name="csX551" fmla="*/ 589455 w 638175"/>
                <a:gd name="csY551" fmla="*/ 342870 h 342900"/>
                <a:gd name="csX552" fmla="*/ 588188 w 638175"/>
                <a:gd name="csY552" fmla="*/ 342870 h 342900"/>
                <a:gd name="csX553" fmla="*/ 586978 w 638175"/>
                <a:gd name="csY553" fmla="*/ 342870 h 342900"/>
                <a:gd name="csX554" fmla="*/ 585712 w 638175"/>
                <a:gd name="csY554" fmla="*/ 342870 h 342900"/>
                <a:gd name="csX555" fmla="*/ 584445 w 638175"/>
                <a:gd name="csY555" fmla="*/ 342870 h 342900"/>
                <a:gd name="csX556" fmla="*/ 583168 w 638175"/>
                <a:gd name="csY556" fmla="*/ 342870 h 342900"/>
                <a:gd name="csX557" fmla="*/ 581968 w 638175"/>
                <a:gd name="csY557" fmla="*/ 342870 h 342900"/>
                <a:gd name="csX558" fmla="*/ 580701 w 638175"/>
                <a:gd name="csY558" fmla="*/ 342870 h 342900"/>
                <a:gd name="csX559" fmla="*/ 579435 w 638175"/>
                <a:gd name="csY559" fmla="*/ 342870 h 342900"/>
                <a:gd name="csX560" fmla="*/ 578225 w 638175"/>
                <a:gd name="csY560" fmla="*/ 342870 h 342900"/>
                <a:gd name="csX561" fmla="*/ 576958 w 638175"/>
                <a:gd name="csY561" fmla="*/ 342870 h 342900"/>
                <a:gd name="csX562" fmla="*/ 575691 w 638175"/>
                <a:gd name="csY562" fmla="*/ 342870 h 342900"/>
                <a:gd name="csX563" fmla="*/ 574481 w 638175"/>
                <a:gd name="csY563" fmla="*/ 342870 h 342900"/>
                <a:gd name="csX564" fmla="*/ 573215 w 638175"/>
                <a:gd name="csY564" fmla="*/ 342870 h 342900"/>
                <a:gd name="csX565" fmla="*/ 571948 w 638175"/>
                <a:gd name="csY565" fmla="*/ 342870 h 342900"/>
                <a:gd name="csX566" fmla="*/ 570738 w 638175"/>
                <a:gd name="csY566" fmla="*/ 342870 h 342900"/>
                <a:gd name="csX567" fmla="*/ 569471 w 638175"/>
                <a:gd name="csY567" fmla="*/ 342870 h 342900"/>
                <a:gd name="csX568" fmla="*/ 568204 w 638175"/>
                <a:gd name="csY568" fmla="*/ 342870 h 342900"/>
                <a:gd name="csX569" fmla="*/ 566938 w 638175"/>
                <a:gd name="csY569" fmla="*/ 342870 h 342900"/>
                <a:gd name="csX570" fmla="*/ 565737 w 638175"/>
                <a:gd name="csY570" fmla="*/ 342870 h 342900"/>
                <a:gd name="csX571" fmla="*/ 564461 w 638175"/>
                <a:gd name="csY571" fmla="*/ 342870 h 342900"/>
                <a:gd name="csX572" fmla="*/ 563194 w 638175"/>
                <a:gd name="csY572" fmla="*/ 342870 h 342900"/>
                <a:gd name="csX573" fmla="*/ 561994 w 638175"/>
                <a:gd name="csY573" fmla="*/ 342870 h 342900"/>
                <a:gd name="csX574" fmla="*/ 560727 w 638175"/>
                <a:gd name="csY574" fmla="*/ 342870 h 342900"/>
                <a:gd name="csX575" fmla="*/ 559451 w 638175"/>
                <a:gd name="csY575" fmla="*/ 342870 h 342900"/>
                <a:gd name="csX576" fmla="*/ 558251 w 638175"/>
                <a:gd name="csY576" fmla="*/ 342870 h 342900"/>
                <a:gd name="csX577" fmla="*/ 556984 w 638175"/>
                <a:gd name="csY577" fmla="*/ 342870 h 342900"/>
                <a:gd name="csX578" fmla="*/ 555717 w 638175"/>
                <a:gd name="csY578" fmla="*/ 342870 h 342900"/>
                <a:gd name="csX579" fmla="*/ 554508 w 638175"/>
                <a:gd name="csY579" fmla="*/ 342870 h 342900"/>
                <a:gd name="csX580" fmla="*/ 553241 w 638175"/>
                <a:gd name="csY580" fmla="*/ 342870 h 342900"/>
                <a:gd name="csX581" fmla="*/ 551974 w 638175"/>
                <a:gd name="csY581" fmla="*/ 342870 h 342900"/>
                <a:gd name="csX582" fmla="*/ 550707 w 638175"/>
                <a:gd name="csY582" fmla="*/ 342870 h 342900"/>
                <a:gd name="csX583" fmla="*/ 549497 w 638175"/>
                <a:gd name="csY583" fmla="*/ 342870 h 342900"/>
                <a:gd name="csX584" fmla="*/ 548231 w 638175"/>
                <a:gd name="csY584" fmla="*/ 342870 h 342900"/>
                <a:gd name="csX585" fmla="*/ 546964 w 638175"/>
                <a:gd name="csY585" fmla="*/ 342870 h 342900"/>
                <a:gd name="csX586" fmla="*/ 545754 w 638175"/>
                <a:gd name="csY586" fmla="*/ 342870 h 342900"/>
                <a:gd name="csX587" fmla="*/ 544487 w 638175"/>
                <a:gd name="csY587" fmla="*/ 342870 h 342900"/>
                <a:gd name="csX588" fmla="*/ 543221 w 638175"/>
                <a:gd name="csY588" fmla="*/ 342870 h 342900"/>
                <a:gd name="csX589" fmla="*/ 542011 w 638175"/>
                <a:gd name="csY589" fmla="*/ 342870 h 342900"/>
                <a:gd name="csX590" fmla="*/ 540744 w 638175"/>
                <a:gd name="csY590" fmla="*/ 342870 h 342900"/>
                <a:gd name="csX591" fmla="*/ 539477 w 638175"/>
                <a:gd name="csY591" fmla="*/ 342870 h 342900"/>
                <a:gd name="csX592" fmla="*/ 538210 w 638175"/>
                <a:gd name="csY592" fmla="*/ 342870 h 342900"/>
                <a:gd name="csX593" fmla="*/ 537001 w 638175"/>
                <a:gd name="csY593" fmla="*/ 342870 h 342900"/>
                <a:gd name="csX594" fmla="*/ 535734 w 638175"/>
                <a:gd name="csY594" fmla="*/ 342870 h 342900"/>
                <a:gd name="csX595" fmla="*/ 534467 w 638175"/>
                <a:gd name="csY595" fmla="*/ 342870 h 342900"/>
                <a:gd name="csX596" fmla="*/ 533267 w 638175"/>
                <a:gd name="csY596" fmla="*/ 342870 h 342900"/>
                <a:gd name="csX597" fmla="*/ 531990 w 638175"/>
                <a:gd name="csY597" fmla="*/ 342870 h 342900"/>
                <a:gd name="csX598" fmla="*/ 530724 w 638175"/>
                <a:gd name="csY598" fmla="*/ 342870 h 342900"/>
                <a:gd name="csX599" fmla="*/ 529523 w 638175"/>
                <a:gd name="csY599" fmla="*/ 342870 h 342900"/>
                <a:gd name="csX600" fmla="*/ 528256 w 638175"/>
                <a:gd name="csY600" fmla="*/ 342870 h 342900"/>
                <a:gd name="csX601" fmla="*/ 526980 w 638175"/>
                <a:gd name="csY601" fmla="*/ 342870 h 342900"/>
                <a:gd name="csX602" fmla="*/ 525780 w 638175"/>
                <a:gd name="csY602" fmla="*/ 342870 h 342900"/>
                <a:gd name="csX603" fmla="*/ 524513 w 638175"/>
                <a:gd name="csY603" fmla="*/ 342870 h 342900"/>
                <a:gd name="csX604" fmla="*/ 523246 w 638175"/>
                <a:gd name="csY604" fmla="*/ 342870 h 342900"/>
                <a:gd name="csX605" fmla="*/ 521970 w 638175"/>
                <a:gd name="csY605" fmla="*/ 342870 h 342900"/>
                <a:gd name="csX606" fmla="*/ 520770 w 638175"/>
                <a:gd name="csY606" fmla="*/ 342870 h 342900"/>
                <a:gd name="csX607" fmla="*/ 519503 w 638175"/>
                <a:gd name="csY607" fmla="*/ 342870 h 342900"/>
                <a:gd name="csX608" fmla="*/ 518236 w 638175"/>
                <a:gd name="csY608" fmla="*/ 342870 h 342900"/>
                <a:gd name="csX609" fmla="*/ 517027 w 638175"/>
                <a:gd name="csY609" fmla="*/ 342870 h 342900"/>
                <a:gd name="csX610" fmla="*/ 515760 w 638175"/>
                <a:gd name="csY610" fmla="*/ 342870 h 342900"/>
                <a:gd name="csX611" fmla="*/ 514493 w 638175"/>
                <a:gd name="csY611" fmla="*/ 342870 h 342900"/>
                <a:gd name="csX612" fmla="*/ 513283 w 638175"/>
                <a:gd name="csY612" fmla="*/ 342870 h 342900"/>
                <a:gd name="csX613" fmla="*/ 512017 w 638175"/>
                <a:gd name="csY613" fmla="*/ 342870 h 342900"/>
                <a:gd name="csX614" fmla="*/ 510750 w 638175"/>
                <a:gd name="csY614" fmla="*/ 342870 h 342900"/>
                <a:gd name="csX615" fmla="*/ 509540 w 638175"/>
                <a:gd name="csY615" fmla="*/ 342870 h 342900"/>
                <a:gd name="csX616" fmla="*/ 508273 w 638175"/>
                <a:gd name="csY616" fmla="*/ 342870 h 342900"/>
                <a:gd name="csX617" fmla="*/ 507006 w 638175"/>
                <a:gd name="csY617" fmla="*/ 342870 h 342900"/>
                <a:gd name="csX618" fmla="*/ 505740 w 638175"/>
                <a:gd name="csY618" fmla="*/ 342870 h 342900"/>
                <a:gd name="csX619" fmla="*/ 504530 w 638175"/>
                <a:gd name="csY619" fmla="*/ 342870 h 342900"/>
                <a:gd name="csX620" fmla="*/ 503263 w 638175"/>
                <a:gd name="csY620" fmla="*/ 342870 h 342900"/>
                <a:gd name="csX621" fmla="*/ 501996 w 638175"/>
                <a:gd name="csY621" fmla="*/ 342870 h 342900"/>
                <a:gd name="csX622" fmla="*/ 500796 w 638175"/>
                <a:gd name="csY622" fmla="*/ 342870 h 342900"/>
                <a:gd name="csX623" fmla="*/ 499529 w 638175"/>
                <a:gd name="csY623" fmla="*/ 342870 h 342900"/>
                <a:gd name="csX624" fmla="*/ 498253 w 638175"/>
                <a:gd name="csY624" fmla="*/ 342870 h 342900"/>
                <a:gd name="csX625" fmla="*/ 497052 w 638175"/>
                <a:gd name="csY625" fmla="*/ 342870 h 342900"/>
                <a:gd name="csX626" fmla="*/ 495786 w 638175"/>
                <a:gd name="csY626" fmla="*/ 342870 h 342900"/>
                <a:gd name="csX627" fmla="*/ 494510 w 638175"/>
                <a:gd name="csY627" fmla="*/ 342870 h 342900"/>
                <a:gd name="csX628" fmla="*/ 493310 w 638175"/>
                <a:gd name="csY628" fmla="*/ 342870 h 342900"/>
                <a:gd name="csX629" fmla="*/ 492042 w 638175"/>
                <a:gd name="csY629" fmla="*/ 342870 h 342900"/>
                <a:gd name="csX630" fmla="*/ 490775 w 638175"/>
                <a:gd name="csY630" fmla="*/ 342870 h 342900"/>
                <a:gd name="csX631" fmla="*/ 489509 w 638175"/>
                <a:gd name="csY631" fmla="*/ 342870 h 342900"/>
                <a:gd name="csX632" fmla="*/ 488299 w 638175"/>
                <a:gd name="csY632" fmla="*/ 342870 h 342900"/>
                <a:gd name="csX633" fmla="*/ 487032 w 638175"/>
                <a:gd name="csY633" fmla="*/ 342870 h 342900"/>
                <a:gd name="csX634" fmla="*/ 485765 w 638175"/>
                <a:gd name="csY634" fmla="*/ 342870 h 342900"/>
                <a:gd name="csX635" fmla="*/ 484556 w 638175"/>
                <a:gd name="csY635" fmla="*/ 342870 h 342900"/>
                <a:gd name="csX636" fmla="*/ 483289 w 638175"/>
                <a:gd name="csY636" fmla="*/ 342870 h 342900"/>
                <a:gd name="csX637" fmla="*/ 482022 w 638175"/>
                <a:gd name="csY637" fmla="*/ 342870 h 342900"/>
                <a:gd name="csX638" fmla="*/ 480813 w 638175"/>
                <a:gd name="csY638" fmla="*/ 342870 h 342900"/>
                <a:gd name="csX639" fmla="*/ 479546 w 638175"/>
                <a:gd name="csY639" fmla="*/ 342870 h 342900"/>
                <a:gd name="csX640" fmla="*/ 478279 w 638175"/>
                <a:gd name="csY640" fmla="*/ 342870 h 342900"/>
                <a:gd name="csX641" fmla="*/ 477079 w 638175"/>
                <a:gd name="csY641" fmla="*/ 342870 h 342900"/>
                <a:gd name="csX642" fmla="*/ 475803 w 638175"/>
                <a:gd name="csY642" fmla="*/ 342870 h 342900"/>
                <a:gd name="csX643" fmla="*/ 474536 w 638175"/>
                <a:gd name="csY643" fmla="*/ 342870 h 342900"/>
                <a:gd name="csX644" fmla="*/ 473269 w 638175"/>
                <a:gd name="csY644" fmla="*/ 342870 h 342900"/>
                <a:gd name="csX645" fmla="*/ 472068 w 638175"/>
                <a:gd name="csY645" fmla="*/ 342870 h 342900"/>
                <a:gd name="csX646" fmla="*/ 470792 w 638175"/>
                <a:gd name="csY646" fmla="*/ 342870 h 342900"/>
                <a:gd name="csX647" fmla="*/ 469526 w 638175"/>
                <a:gd name="csY647" fmla="*/ 342870 h 342900"/>
                <a:gd name="csX648" fmla="*/ 468325 w 638175"/>
                <a:gd name="csY648" fmla="*/ 342870 h 342900"/>
                <a:gd name="csX649" fmla="*/ 467058 w 638175"/>
                <a:gd name="csY649" fmla="*/ 342870 h 342900"/>
                <a:gd name="csX650" fmla="*/ 465782 w 638175"/>
                <a:gd name="csY650" fmla="*/ 342870 h 342900"/>
                <a:gd name="csX651" fmla="*/ 464582 w 638175"/>
                <a:gd name="csY651" fmla="*/ 342870 h 342900"/>
                <a:gd name="csX652" fmla="*/ 463315 w 638175"/>
                <a:gd name="csY652" fmla="*/ 342870 h 342900"/>
                <a:gd name="csX653" fmla="*/ 462048 w 638175"/>
                <a:gd name="csY653" fmla="*/ 342870 h 342900"/>
                <a:gd name="csX654" fmla="*/ 460838 w 638175"/>
                <a:gd name="csY654" fmla="*/ 342870 h 342900"/>
                <a:gd name="csX655" fmla="*/ 459572 w 638175"/>
                <a:gd name="csY655" fmla="*/ 342870 h 342900"/>
                <a:gd name="csX656" fmla="*/ 458305 w 638175"/>
                <a:gd name="csY656" fmla="*/ 342870 h 342900"/>
                <a:gd name="csX657" fmla="*/ 457038 w 638175"/>
                <a:gd name="csY657" fmla="*/ 342870 h 342900"/>
                <a:gd name="csX658" fmla="*/ 455828 w 638175"/>
                <a:gd name="csY658" fmla="*/ 342870 h 342900"/>
                <a:gd name="csX659" fmla="*/ 454561 w 638175"/>
                <a:gd name="csY659" fmla="*/ 342870 h 342900"/>
                <a:gd name="csX660" fmla="*/ 453295 w 638175"/>
                <a:gd name="csY660" fmla="*/ 342870 h 342900"/>
                <a:gd name="csX661" fmla="*/ 452085 w 638175"/>
                <a:gd name="csY661" fmla="*/ 342870 h 342900"/>
                <a:gd name="csX662" fmla="*/ 450818 w 638175"/>
                <a:gd name="csY662" fmla="*/ 342870 h 342900"/>
                <a:gd name="csX663" fmla="*/ 449551 w 638175"/>
                <a:gd name="csY663" fmla="*/ 342870 h 342900"/>
                <a:gd name="csX664" fmla="*/ 448351 w 638175"/>
                <a:gd name="csY664" fmla="*/ 342870 h 342900"/>
                <a:gd name="csX665" fmla="*/ 447075 w 638175"/>
                <a:gd name="csY665" fmla="*/ 342870 h 342900"/>
                <a:gd name="csX666" fmla="*/ 445808 w 638175"/>
                <a:gd name="csY666" fmla="*/ 342870 h 342900"/>
                <a:gd name="csX667" fmla="*/ 444541 w 638175"/>
                <a:gd name="csY667" fmla="*/ 342870 h 342900"/>
                <a:gd name="csX668" fmla="*/ 443332 w 638175"/>
                <a:gd name="csY668" fmla="*/ 342870 h 342900"/>
                <a:gd name="csX669" fmla="*/ 442065 w 638175"/>
                <a:gd name="csY669" fmla="*/ 342870 h 342900"/>
                <a:gd name="csX670" fmla="*/ 440798 w 638175"/>
                <a:gd name="csY670" fmla="*/ 342870 h 342900"/>
                <a:gd name="csX671" fmla="*/ 439598 w 638175"/>
                <a:gd name="csY671" fmla="*/ 342870 h 342900"/>
                <a:gd name="csX672" fmla="*/ 438331 w 638175"/>
                <a:gd name="csY672" fmla="*/ 342870 h 342900"/>
                <a:gd name="csX673" fmla="*/ 437055 w 638175"/>
                <a:gd name="csY673" fmla="*/ 342870 h 342900"/>
                <a:gd name="csX674" fmla="*/ 435854 w 638175"/>
                <a:gd name="csY674" fmla="*/ 342870 h 342900"/>
                <a:gd name="csX675" fmla="*/ 434588 w 638175"/>
                <a:gd name="csY675" fmla="*/ 342870 h 342900"/>
                <a:gd name="csX676" fmla="*/ 433321 w 638175"/>
                <a:gd name="csY676" fmla="*/ 342870 h 342900"/>
                <a:gd name="csX677" fmla="*/ 432111 w 638175"/>
                <a:gd name="csY677" fmla="*/ 342870 h 342900"/>
                <a:gd name="csX678" fmla="*/ 430844 w 638175"/>
                <a:gd name="csY678" fmla="*/ 342870 h 342900"/>
                <a:gd name="csX679" fmla="*/ 429577 w 638175"/>
                <a:gd name="csY679" fmla="*/ 342870 h 342900"/>
                <a:gd name="csX680" fmla="*/ 428311 w 638175"/>
                <a:gd name="csY680" fmla="*/ 342870 h 342900"/>
                <a:gd name="csX681" fmla="*/ 427101 w 638175"/>
                <a:gd name="csY681" fmla="*/ 342870 h 342900"/>
                <a:gd name="csX682" fmla="*/ 425834 w 638175"/>
                <a:gd name="csY682" fmla="*/ 342870 h 342900"/>
                <a:gd name="csX683" fmla="*/ 424567 w 638175"/>
                <a:gd name="csY683" fmla="*/ 342870 h 342900"/>
                <a:gd name="csX684" fmla="*/ 423357 w 638175"/>
                <a:gd name="csY684" fmla="*/ 342870 h 342900"/>
                <a:gd name="csX685" fmla="*/ 422091 w 638175"/>
                <a:gd name="csY685" fmla="*/ 342870 h 342900"/>
                <a:gd name="csX686" fmla="*/ 420824 w 638175"/>
                <a:gd name="csY686" fmla="*/ 342870 h 342900"/>
                <a:gd name="csX687" fmla="*/ 419615 w 638175"/>
                <a:gd name="csY687" fmla="*/ 342870 h 342900"/>
                <a:gd name="csX688" fmla="*/ 418347 w 638175"/>
                <a:gd name="csY688" fmla="*/ 342870 h 342900"/>
                <a:gd name="csX689" fmla="*/ 417081 w 638175"/>
                <a:gd name="csY689" fmla="*/ 342870 h 342900"/>
                <a:gd name="csX690" fmla="*/ 415881 w 638175"/>
                <a:gd name="csY690" fmla="*/ 342870 h 342900"/>
                <a:gd name="csX691" fmla="*/ 414605 w 638175"/>
                <a:gd name="csY691" fmla="*/ 342870 h 342900"/>
                <a:gd name="csX692" fmla="*/ 413337 w 638175"/>
                <a:gd name="csY692" fmla="*/ 342870 h 342900"/>
                <a:gd name="csX693" fmla="*/ 412070 w 638175"/>
                <a:gd name="csY693" fmla="*/ 342870 h 342900"/>
                <a:gd name="csX694" fmla="*/ 410870 w 638175"/>
                <a:gd name="csY694" fmla="*/ 342870 h 342900"/>
                <a:gd name="csX695" fmla="*/ 409594 w 638175"/>
                <a:gd name="csY695" fmla="*/ 342870 h 342900"/>
                <a:gd name="csX696" fmla="*/ 408327 w 638175"/>
                <a:gd name="csY696" fmla="*/ 342870 h 342900"/>
                <a:gd name="csX697" fmla="*/ 407127 w 638175"/>
                <a:gd name="csY697" fmla="*/ 342870 h 342900"/>
                <a:gd name="csX698" fmla="*/ 405860 w 638175"/>
                <a:gd name="csY698" fmla="*/ 342870 h 342900"/>
                <a:gd name="csX699" fmla="*/ 404584 w 638175"/>
                <a:gd name="csY699" fmla="*/ 342870 h 342900"/>
                <a:gd name="csX700" fmla="*/ 403384 w 638175"/>
                <a:gd name="csY700" fmla="*/ 342870 h 342900"/>
                <a:gd name="csX701" fmla="*/ 402117 w 638175"/>
                <a:gd name="csY701" fmla="*/ 342870 h 342900"/>
                <a:gd name="csX702" fmla="*/ 400850 w 638175"/>
                <a:gd name="csY702" fmla="*/ 342870 h 342900"/>
                <a:gd name="csX703" fmla="*/ 399640 w 638175"/>
                <a:gd name="csY703" fmla="*/ 342870 h 342900"/>
                <a:gd name="csX704" fmla="*/ 398374 w 638175"/>
                <a:gd name="csY704" fmla="*/ 342870 h 342900"/>
                <a:gd name="csX705" fmla="*/ 397107 w 638175"/>
                <a:gd name="csY705" fmla="*/ 342870 h 342900"/>
                <a:gd name="csX706" fmla="*/ 395840 w 638175"/>
                <a:gd name="csY706" fmla="*/ 342870 h 342900"/>
                <a:gd name="csX707" fmla="*/ 394630 w 638175"/>
                <a:gd name="csY707" fmla="*/ 342870 h 342900"/>
                <a:gd name="csX708" fmla="*/ 393363 w 638175"/>
                <a:gd name="csY708" fmla="*/ 342870 h 342900"/>
                <a:gd name="csX709" fmla="*/ 392097 w 638175"/>
                <a:gd name="csY709" fmla="*/ 342870 h 342900"/>
                <a:gd name="csX710" fmla="*/ 390887 w 638175"/>
                <a:gd name="csY710" fmla="*/ 342870 h 342900"/>
                <a:gd name="csX711" fmla="*/ 389620 w 638175"/>
                <a:gd name="csY711" fmla="*/ 342870 h 342900"/>
                <a:gd name="csX712" fmla="*/ 388353 w 638175"/>
                <a:gd name="csY712" fmla="*/ 342870 h 342900"/>
                <a:gd name="csX713" fmla="*/ 387143 w 638175"/>
                <a:gd name="csY713" fmla="*/ 342870 h 342900"/>
                <a:gd name="csX714" fmla="*/ 385877 w 638175"/>
                <a:gd name="csY714" fmla="*/ 342870 h 342900"/>
                <a:gd name="csX715" fmla="*/ 384610 w 638175"/>
                <a:gd name="csY715" fmla="*/ 342870 h 342900"/>
                <a:gd name="csX716" fmla="*/ 383410 w 638175"/>
                <a:gd name="csY716" fmla="*/ 342870 h 342900"/>
                <a:gd name="csX717" fmla="*/ 382133 w 638175"/>
                <a:gd name="csY717" fmla="*/ 342870 h 342900"/>
                <a:gd name="csX718" fmla="*/ 380866 w 638175"/>
                <a:gd name="csY718" fmla="*/ 342870 h 342900"/>
                <a:gd name="csX719" fmla="*/ 379600 w 638175"/>
                <a:gd name="csY719" fmla="*/ 342870 h 342900"/>
                <a:gd name="csX720" fmla="*/ 378400 w 638175"/>
                <a:gd name="csY720" fmla="*/ 342870 h 342900"/>
                <a:gd name="csX721" fmla="*/ 377123 w 638175"/>
                <a:gd name="csY721" fmla="*/ 342870 h 342900"/>
                <a:gd name="csX722" fmla="*/ 375856 w 638175"/>
                <a:gd name="csY722" fmla="*/ 342870 h 342900"/>
                <a:gd name="csX723" fmla="*/ 374656 w 638175"/>
                <a:gd name="csY723" fmla="*/ 342870 h 342900"/>
                <a:gd name="csX724" fmla="*/ 373390 w 638175"/>
                <a:gd name="csY724" fmla="*/ 342870 h 342900"/>
                <a:gd name="csX725" fmla="*/ 372113 w 638175"/>
                <a:gd name="csY725" fmla="*/ 342870 h 342900"/>
                <a:gd name="csX726" fmla="*/ 370913 w 638175"/>
                <a:gd name="csY726" fmla="*/ 342870 h 342900"/>
                <a:gd name="csX727" fmla="*/ 369646 w 638175"/>
                <a:gd name="csY727" fmla="*/ 342870 h 342900"/>
                <a:gd name="csX728" fmla="*/ 368379 w 638175"/>
                <a:gd name="csY728" fmla="*/ 342870 h 342900"/>
                <a:gd name="csX729" fmla="*/ 367113 w 638175"/>
                <a:gd name="csY729" fmla="*/ 342870 h 342900"/>
                <a:gd name="csX730" fmla="*/ 365903 w 638175"/>
                <a:gd name="csY730" fmla="*/ 342870 h 342900"/>
                <a:gd name="csX731" fmla="*/ 364636 w 638175"/>
                <a:gd name="csY731" fmla="*/ 342870 h 342900"/>
                <a:gd name="csX732" fmla="*/ 363369 w 638175"/>
                <a:gd name="csY732" fmla="*/ 342870 h 342900"/>
                <a:gd name="csX733" fmla="*/ 362159 w 638175"/>
                <a:gd name="csY733" fmla="*/ 342870 h 342900"/>
                <a:gd name="csX734" fmla="*/ 360893 w 638175"/>
                <a:gd name="csY734" fmla="*/ 342870 h 342900"/>
                <a:gd name="csX735" fmla="*/ 359626 w 638175"/>
                <a:gd name="csY735" fmla="*/ 342870 h 342900"/>
                <a:gd name="csX736" fmla="*/ 358416 w 638175"/>
                <a:gd name="csY736" fmla="*/ 342870 h 342900"/>
                <a:gd name="csX737" fmla="*/ 357149 w 638175"/>
                <a:gd name="csY737" fmla="*/ 342870 h 342900"/>
                <a:gd name="csX738" fmla="*/ 355883 w 638175"/>
                <a:gd name="csY738" fmla="*/ 342870 h 342900"/>
                <a:gd name="csX739" fmla="*/ 354683 w 638175"/>
                <a:gd name="csY739" fmla="*/ 342870 h 342900"/>
                <a:gd name="csX740" fmla="*/ 353406 w 638175"/>
                <a:gd name="csY740" fmla="*/ 342870 h 342900"/>
                <a:gd name="csX741" fmla="*/ 352139 w 638175"/>
                <a:gd name="csY741" fmla="*/ 342870 h 342900"/>
                <a:gd name="csX742" fmla="*/ 350872 w 638175"/>
                <a:gd name="csY742" fmla="*/ 342870 h 342900"/>
                <a:gd name="csX743" fmla="*/ 349672 w 638175"/>
                <a:gd name="csY743" fmla="*/ 342870 h 342900"/>
                <a:gd name="csX744" fmla="*/ 348396 w 638175"/>
                <a:gd name="csY744" fmla="*/ 342870 h 342900"/>
                <a:gd name="csX745" fmla="*/ 347129 w 638175"/>
                <a:gd name="csY745" fmla="*/ 342870 h 342900"/>
                <a:gd name="csX746" fmla="*/ 345929 w 638175"/>
                <a:gd name="csY746" fmla="*/ 342870 h 342900"/>
                <a:gd name="csX747" fmla="*/ 344662 w 638175"/>
                <a:gd name="csY747" fmla="*/ 342870 h 342900"/>
                <a:gd name="csX748" fmla="*/ 343386 w 638175"/>
                <a:gd name="csY748" fmla="*/ 342870 h 342900"/>
                <a:gd name="csX749" fmla="*/ 342186 w 638175"/>
                <a:gd name="csY749" fmla="*/ 342870 h 342900"/>
                <a:gd name="csX750" fmla="*/ 340919 w 638175"/>
                <a:gd name="csY750" fmla="*/ 342870 h 342900"/>
                <a:gd name="csX751" fmla="*/ 339652 w 638175"/>
                <a:gd name="csY751" fmla="*/ 342870 h 342900"/>
                <a:gd name="csX752" fmla="*/ 338442 w 638175"/>
                <a:gd name="csY752" fmla="*/ 342870 h 342900"/>
                <a:gd name="csX753" fmla="*/ 337176 w 638175"/>
                <a:gd name="csY753" fmla="*/ 342870 h 342900"/>
                <a:gd name="csX754" fmla="*/ 335909 w 638175"/>
                <a:gd name="csY754" fmla="*/ 342870 h 342900"/>
                <a:gd name="csX755" fmla="*/ 334642 w 638175"/>
                <a:gd name="csY755" fmla="*/ 342870 h 342900"/>
                <a:gd name="csX756" fmla="*/ 333432 w 638175"/>
                <a:gd name="csY756" fmla="*/ 342870 h 342900"/>
                <a:gd name="csX757" fmla="*/ 332165 w 638175"/>
                <a:gd name="csY757" fmla="*/ 342870 h 342900"/>
                <a:gd name="csX758" fmla="*/ 330899 w 638175"/>
                <a:gd name="csY758" fmla="*/ 342870 h 342900"/>
                <a:gd name="csX759" fmla="*/ 329689 w 638175"/>
                <a:gd name="csY759" fmla="*/ 342870 h 342900"/>
                <a:gd name="csX760" fmla="*/ 328422 w 638175"/>
                <a:gd name="csY760" fmla="*/ 342870 h 342900"/>
                <a:gd name="csX761" fmla="*/ 327155 w 638175"/>
                <a:gd name="csY761" fmla="*/ 342870 h 342900"/>
                <a:gd name="csX762" fmla="*/ 325945 w 638175"/>
                <a:gd name="csY762" fmla="*/ 342870 h 342900"/>
                <a:gd name="csX763" fmla="*/ 324679 w 638175"/>
                <a:gd name="csY763" fmla="*/ 342870 h 342900"/>
                <a:gd name="csX764" fmla="*/ 323412 w 638175"/>
                <a:gd name="csY764" fmla="*/ 342870 h 342900"/>
                <a:gd name="csX765" fmla="*/ 322212 w 638175"/>
                <a:gd name="csY765" fmla="*/ 342870 h 342900"/>
                <a:gd name="csX766" fmla="*/ 320935 w 638175"/>
                <a:gd name="csY766" fmla="*/ 342870 h 342900"/>
                <a:gd name="csX767" fmla="*/ 319668 w 638175"/>
                <a:gd name="csY767" fmla="*/ 342870 h 342900"/>
                <a:gd name="csX768" fmla="*/ 318402 w 638175"/>
                <a:gd name="csY768" fmla="*/ 342870 h 342900"/>
                <a:gd name="csX769" fmla="*/ 317202 w 638175"/>
                <a:gd name="csY769" fmla="*/ 342870 h 342900"/>
                <a:gd name="csX770" fmla="*/ 315925 w 638175"/>
                <a:gd name="csY770" fmla="*/ 342870 h 342900"/>
                <a:gd name="csX771" fmla="*/ 314658 w 638175"/>
                <a:gd name="csY771" fmla="*/ 342870 h 342900"/>
                <a:gd name="csX772" fmla="*/ 313458 w 638175"/>
                <a:gd name="csY772" fmla="*/ 342870 h 342900"/>
                <a:gd name="csX773" fmla="*/ 312192 w 638175"/>
                <a:gd name="csY773" fmla="*/ 342870 h 342900"/>
                <a:gd name="csX774" fmla="*/ 310915 w 638175"/>
                <a:gd name="csY774" fmla="*/ 342870 h 342900"/>
                <a:gd name="csX775" fmla="*/ 309715 w 638175"/>
                <a:gd name="csY775" fmla="*/ 342870 h 342900"/>
                <a:gd name="csX776" fmla="*/ 308448 w 638175"/>
                <a:gd name="csY776" fmla="*/ 342870 h 342900"/>
                <a:gd name="csX777" fmla="*/ 307181 w 638175"/>
                <a:gd name="csY777" fmla="*/ 342870 h 342900"/>
                <a:gd name="csX778" fmla="*/ 305972 w 638175"/>
                <a:gd name="csY778" fmla="*/ 342870 h 342900"/>
                <a:gd name="csX779" fmla="*/ 304705 w 638175"/>
                <a:gd name="csY779" fmla="*/ 342870 h 342900"/>
                <a:gd name="csX780" fmla="*/ 303438 w 638175"/>
                <a:gd name="csY780" fmla="*/ 342870 h 342900"/>
                <a:gd name="csX781" fmla="*/ 302171 w 638175"/>
                <a:gd name="csY781" fmla="*/ 342870 h 342900"/>
                <a:gd name="csX782" fmla="*/ 300961 w 638175"/>
                <a:gd name="csY782" fmla="*/ 342870 h 342900"/>
                <a:gd name="csX783" fmla="*/ 299695 w 638175"/>
                <a:gd name="csY783" fmla="*/ 342870 h 342900"/>
                <a:gd name="csX784" fmla="*/ 298428 w 638175"/>
                <a:gd name="csY784" fmla="*/ 342870 h 342900"/>
                <a:gd name="csX785" fmla="*/ 297218 w 638175"/>
                <a:gd name="csY785" fmla="*/ 342870 h 342900"/>
                <a:gd name="csX786" fmla="*/ 295951 w 638175"/>
                <a:gd name="csY786" fmla="*/ 342870 h 342900"/>
                <a:gd name="csX787" fmla="*/ 294685 w 638175"/>
                <a:gd name="csY787" fmla="*/ 342870 h 342900"/>
                <a:gd name="csX788" fmla="*/ 293475 w 638175"/>
                <a:gd name="csY788" fmla="*/ 342870 h 342900"/>
                <a:gd name="csX789" fmla="*/ 292208 w 638175"/>
                <a:gd name="csY789" fmla="*/ 342870 h 342900"/>
                <a:gd name="csX790" fmla="*/ 290941 w 638175"/>
                <a:gd name="csY790" fmla="*/ 342870 h 342900"/>
                <a:gd name="csX791" fmla="*/ 289741 w 638175"/>
                <a:gd name="csY791" fmla="*/ 342870 h 342900"/>
                <a:gd name="csX792" fmla="*/ 288474 w 638175"/>
                <a:gd name="csY792" fmla="*/ 342870 h 342900"/>
                <a:gd name="csX793" fmla="*/ 287198 w 638175"/>
                <a:gd name="csY793" fmla="*/ 342870 h 342900"/>
                <a:gd name="csX794" fmla="*/ 285931 w 638175"/>
                <a:gd name="csY794" fmla="*/ 342870 h 342900"/>
                <a:gd name="csX795" fmla="*/ 284731 w 638175"/>
                <a:gd name="csY795" fmla="*/ 342870 h 342900"/>
                <a:gd name="csX796" fmla="*/ 283454 w 638175"/>
                <a:gd name="csY796" fmla="*/ 342870 h 342900"/>
                <a:gd name="csX797" fmla="*/ 282188 w 638175"/>
                <a:gd name="csY797" fmla="*/ 342870 h 342900"/>
                <a:gd name="csX798" fmla="*/ 280988 w 638175"/>
                <a:gd name="csY798" fmla="*/ 342870 h 342900"/>
                <a:gd name="csX799" fmla="*/ 279721 w 638175"/>
                <a:gd name="csY799" fmla="*/ 342870 h 342900"/>
                <a:gd name="csX800" fmla="*/ 278454 w 638175"/>
                <a:gd name="csY800" fmla="*/ 342870 h 342900"/>
                <a:gd name="csX801" fmla="*/ 277244 w 638175"/>
                <a:gd name="csY801" fmla="*/ 342870 h 342900"/>
                <a:gd name="csX802" fmla="*/ 275978 w 638175"/>
                <a:gd name="csY802" fmla="*/ 342870 h 342900"/>
                <a:gd name="csX803" fmla="*/ 274711 w 638175"/>
                <a:gd name="csY803" fmla="*/ 342870 h 342900"/>
                <a:gd name="csX804" fmla="*/ 273434 w 638175"/>
                <a:gd name="csY804" fmla="*/ 342870 h 342900"/>
                <a:gd name="csX805" fmla="*/ 272234 w 638175"/>
                <a:gd name="csY805" fmla="*/ 342870 h 342900"/>
                <a:gd name="csX806" fmla="*/ 270967 w 638175"/>
                <a:gd name="csY806" fmla="*/ 342870 h 342900"/>
                <a:gd name="csX807" fmla="*/ 269701 w 638175"/>
                <a:gd name="csY807" fmla="*/ 342870 h 342900"/>
                <a:gd name="csX808" fmla="*/ 268491 w 638175"/>
                <a:gd name="csY808" fmla="*/ 342870 h 342900"/>
                <a:gd name="csX809" fmla="*/ 267224 w 638175"/>
                <a:gd name="csY809" fmla="*/ 342870 h 342900"/>
                <a:gd name="csX810" fmla="*/ 265957 w 638175"/>
                <a:gd name="csY810" fmla="*/ 342870 h 342900"/>
                <a:gd name="csX811" fmla="*/ 264747 w 638175"/>
                <a:gd name="csY811" fmla="*/ 342870 h 342900"/>
                <a:gd name="csX812" fmla="*/ 263481 w 638175"/>
                <a:gd name="csY812" fmla="*/ 342870 h 342900"/>
                <a:gd name="csX813" fmla="*/ 262214 w 638175"/>
                <a:gd name="csY813" fmla="*/ 342870 h 342900"/>
                <a:gd name="csX814" fmla="*/ 261014 w 638175"/>
                <a:gd name="csY814" fmla="*/ 342870 h 342900"/>
                <a:gd name="csX815" fmla="*/ 259737 w 638175"/>
                <a:gd name="csY815" fmla="*/ 342870 h 342900"/>
                <a:gd name="csX816" fmla="*/ 258470 w 638175"/>
                <a:gd name="csY816" fmla="*/ 342870 h 342900"/>
                <a:gd name="csX817" fmla="*/ 257204 w 638175"/>
                <a:gd name="csY817" fmla="*/ 342870 h 342900"/>
                <a:gd name="csX818" fmla="*/ 256004 w 638175"/>
                <a:gd name="csY818" fmla="*/ 342870 h 342900"/>
                <a:gd name="csX819" fmla="*/ 254727 w 638175"/>
                <a:gd name="csY819" fmla="*/ 342870 h 342900"/>
                <a:gd name="csX820" fmla="*/ 253460 w 638175"/>
                <a:gd name="csY820" fmla="*/ 342870 h 342900"/>
                <a:gd name="csX821" fmla="*/ 252260 w 638175"/>
                <a:gd name="csY821" fmla="*/ 342870 h 342900"/>
                <a:gd name="csX822" fmla="*/ 250994 w 638175"/>
                <a:gd name="csY822" fmla="*/ 342870 h 342900"/>
                <a:gd name="csX823" fmla="*/ 249717 w 638175"/>
                <a:gd name="csY823" fmla="*/ 342870 h 342900"/>
                <a:gd name="csX824" fmla="*/ 248517 w 638175"/>
                <a:gd name="csY824" fmla="*/ 342870 h 342900"/>
                <a:gd name="csX825" fmla="*/ 247250 w 638175"/>
                <a:gd name="csY825" fmla="*/ 342870 h 342900"/>
                <a:gd name="csX826" fmla="*/ 245983 w 638175"/>
                <a:gd name="csY826" fmla="*/ 342870 h 342900"/>
                <a:gd name="csX827" fmla="*/ 244774 w 638175"/>
                <a:gd name="csY827" fmla="*/ 342870 h 342900"/>
                <a:gd name="csX828" fmla="*/ 243507 w 638175"/>
                <a:gd name="csY828" fmla="*/ 342870 h 342900"/>
                <a:gd name="csX829" fmla="*/ 242240 w 638175"/>
                <a:gd name="csY829" fmla="*/ 342870 h 342900"/>
                <a:gd name="csX830" fmla="*/ 240973 w 638175"/>
                <a:gd name="csY830" fmla="*/ 342870 h 342900"/>
                <a:gd name="csX831" fmla="*/ 239763 w 638175"/>
                <a:gd name="csY831" fmla="*/ 342870 h 342900"/>
                <a:gd name="csX832" fmla="*/ 238497 w 638175"/>
                <a:gd name="csY832" fmla="*/ 342870 h 342900"/>
                <a:gd name="csX833" fmla="*/ 237230 w 638175"/>
                <a:gd name="csY833" fmla="*/ 342870 h 342900"/>
                <a:gd name="csX834" fmla="*/ 236020 w 638175"/>
                <a:gd name="csY834" fmla="*/ 342870 h 342900"/>
                <a:gd name="csX835" fmla="*/ 234753 w 638175"/>
                <a:gd name="csY835" fmla="*/ 342870 h 342900"/>
                <a:gd name="csX836" fmla="*/ 233487 w 638175"/>
                <a:gd name="csY836" fmla="*/ 342870 h 342900"/>
                <a:gd name="csX837" fmla="*/ 232277 w 638175"/>
                <a:gd name="csY837" fmla="*/ 342870 h 342900"/>
                <a:gd name="csX838" fmla="*/ 231010 w 638175"/>
                <a:gd name="csY838" fmla="*/ 342870 h 342900"/>
                <a:gd name="csX839" fmla="*/ 229743 w 638175"/>
                <a:gd name="csY839" fmla="*/ 342870 h 342900"/>
                <a:gd name="csX840" fmla="*/ 228543 w 638175"/>
                <a:gd name="csY840" fmla="*/ 342870 h 342900"/>
                <a:gd name="csX841" fmla="*/ 227267 w 638175"/>
                <a:gd name="csY841" fmla="*/ 342870 h 342900"/>
                <a:gd name="csX842" fmla="*/ 226000 w 638175"/>
                <a:gd name="csY842" fmla="*/ 342870 h 342900"/>
                <a:gd name="csX843" fmla="*/ 224733 w 638175"/>
                <a:gd name="csY843" fmla="*/ 342870 h 342900"/>
                <a:gd name="csX844" fmla="*/ 223532 w 638175"/>
                <a:gd name="csY844" fmla="*/ 342870 h 342900"/>
                <a:gd name="csX845" fmla="*/ 222256 w 638175"/>
                <a:gd name="csY845" fmla="*/ 342870 h 342900"/>
                <a:gd name="csX846" fmla="*/ 220990 w 638175"/>
                <a:gd name="csY846" fmla="*/ 342870 h 342900"/>
                <a:gd name="csX847" fmla="*/ 219790 w 638175"/>
                <a:gd name="csY847" fmla="*/ 342870 h 342900"/>
                <a:gd name="csX848" fmla="*/ 218522 w 638175"/>
                <a:gd name="csY848" fmla="*/ 342870 h 342900"/>
                <a:gd name="csX849" fmla="*/ 217246 w 638175"/>
                <a:gd name="csY849" fmla="*/ 342870 h 342900"/>
                <a:gd name="csX850" fmla="*/ 216046 w 638175"/>
                <a:gd name="csY850" fmla="*/ 342870 h 342900"/>
                <a:gd name="csX851" fmla="*/ 214780 w 638175"/>
                <a:gd name="csY851" fmla="*/ 342870 h 342900"/>
                <a:gd name="csX852" fmla="*/ 213513 w 638175"/>
                <a:gd name="csY852" fmla="*/ 342870 h 342900"/>
                <a:gd name="csX853" fmla="*/ 212303 w 638175"/>
                <a:gd name="csY853" fmla="*/ 342870 h 342900"/>
                <a:gd name="csX854" fmla="*/ 211036 w 638175"/>
                <a:gd name="csY854" fmla="*/ 342870 h 342900"/>
                <a:gd name="csX855" fmla="*/ 209769 w 638175"/>
                <a:gd name="csY855" fmla="*/ 342870 h 342900"/>
                <a:gd name="csX856" fmla="*/ 208503 w 638175"/>
                <a:gd name="csY856" fmla="*/ 342870 h 342900"/>
                <a:gd name="csX857" fmla="*/ 207293 w 638175"/>
                <a:gd name="csY857" fmla="*/ 342870 h 342900"/>
                <a:gd name="csX858" fmla="*/ 206026 w 638175"/>
                <a:gd name="csY858" fmla="*/ 342870 h 342900"/>
                <a:gd name="csX859" fmla="*/ 204759 w 638175"/>
                <a:gd name="csY859" fmla="*/ 342870 h 342900"/>
                <a:gd name="csX860" fmla="*/ 203549 w 638175"/>
                <a:gd name="csY860" fmla="*/ 342870 h 342900"/>
                <a:gd name="csX861" fmla="*/ 202283 w 638175"/>
                <a:gd name="csY861" fmla="*/ 342870 h 342900"/>
                <a:gd name="csX862" fmla="*/ 201016 w 638175"/>
                <a:gd name="csY862" fmla="*/ 342870 h 342900"/>
                <a:gd name="csX863" fmla="*/ 199815 w 638175"/>
                <a:gd name="csY863" fmla="*/ 342870 h 342900"/>
                <a:gd name="csX864" fmla="*/ 198539 w 638175"/>
                <a:gd name="csY864" fmla="*/ 342870 h 342900"/>
                <a:gd name="csX865" fmla="*/ 197272 w 638175"/>
                <a:gd name="csY865" fmla="*/ 342870 h 342900"/>
                <a:gd name="csX866" fmla="*/ 196006 w 638175"/>
                <a:gd name="csY866" fmla="*/ 342870 h 342900"/>
                <a:gd name="csX867" fmla="*/ 194805 w 638175"/>
                <a:gd name="csY867" fmla="*/ 342870 h 342900"/>
                <a:gd name="csX868" fmla="*/ 193529 w 638175"/>
                <a:gd name="csY868" fmla="*/ 342870 h 342900"/>
                <a:gd name="csX869" fmla="*/ 192262 w 638175"/>
                <a:gd name="csY869" fmla="*/ 342870 h 342900"/>
                <a:gd name="csX870" fmla="*/ 191062 w 638175"/>
                <a:gd name="csY870" fmla="*/ 342870 h 342900"/>
                <a:gd name="csX871" fmla="*/ 189795 w 638175"/>
                <a:gd name="csY871" fmla="*/ 342870 h 342900"/>
                <a:gd name="csX872" fmla="*/ 188519 w 638175"/>
                <a:gd name="csY872" fmla="*/ 342870 h 342900"/>
                <a:gd name="csX873" fmla="*/ 187319 w 638175"/>
                <a:gd name="csY873" fmla="*/ 342870 h 342900"/>
                <a:gd name="csX874" fmla="*/ 186052 w 638175"/>
                <a:gd name="csY874" fmla="*/ 342870 h 342900"/>
                <a:gd name="csX875" fmla="*/ 184785 w 638175"/>
                <a:gd name="csY875" fmla="*/ 342870 h 342900"/>
                <a:gd name="csX876" fmla="*/ 183576 w 638175"/>
                <a:gd name="csY876" fmla="*/ 342870 h 342900"/>
                <a:gd name="csX877" fmla="*/ 182309 w 638175"/>
                <a:gd name="csY877" fmla="*/ 342870 h 342900"/>
                <a:gd name="csX878" fmla="*/ 181041 w 638175"/>
                <a:gd name="csY878" fmla="*/ 342870 h 342900"/>
                <a:gd name="csX879" fmla="*/ 179775 w 638175"/>
                <a:gd name="csY879" fmla="*/ 342870 h 342900"/>
                <a:gd name="csX880" fmla="*/ 178565 w 638175"/>
                <a:gd name="csY880" fmla="*/ 342870 h 342900"/>
                <a:gd name="csX881" fmla="*/ 177299 w 638175"/>
                <a:gd name="csY881" fmla="*/ 342870 h 342900"/>
                <a:gd name="csX882" fmla="*/ 176031 w 638175"/>
                <a:gd name="csY882" fmla="*/ 342870 h 342900"/>
                <a:gd name="csX883" fmla="*/ 174822 w 638175"/>
                <a:gd name="csY883" fmla="*/ 342870 h 342900"/>
                <a:gd name="csX884" fmla="*/ 173555 w 638175"/>
                <a:gd name="csY884" fmla="*/ 342870 h 342900"/>
                <a:gd name="csX885" fmla="*/ 172289 w 638175"/>
                <a:gd name="csY885" fmla="*/ 342870 h 342900"/>
                <a:gd name="csX886" fmla="*/ 171079 w 638175"/>
                <a:gd name="csY886" fmla="*/ 342870 h 342900"/>
                <a:gd name="csX887" fmla="*/ 169812 w 638175"/>
                <a:gd name="csY887" fmla="*/ 342870 h 342900"/>
                <a:gd name="csX888" fmla="*/ 168545 w 638175"/>
                <a:gd name="csY888" fmla="*/ 342870 h 342900"/>
                <a:gd name="csX889" fmla="*/ 167345 w 638175"/>
                <a:gd name="csY889" fmla="*/ 342870 h 342900"/>
                <a:gd name="csX890" fmla="*/ 166078 w 638175"/>
                <a:gd name="csY890" fmla="*/ 342870 h 342900"/>
                <a:gd name="csX891" fmla="*/ 164802 w 638175"/>
                <a:gd name="csY891" fmla="*/ 342870 h 342900"/>
                <a:gd name="csX892" fmla="*/ 163535 w 638175"/>
                <a:gd name="csY892" fmla="*/ 342870 h 342900"/>
                <a:gd name="csX893" fmla="*/ 162334 w 638175"/>
                <a:gd name="csY893" fmla="*/ 342870 h 342900"/>
                <a:gd name="csX894" fmla="*/ 161058 w 638175"/>
                <a:gd name="csY894" fmla="*/ 342870 h 342900"/>
                <a:gd name="csX895" fmla="*/ 159792 w 638175"/>
                <a:gd name="csY895" fmla="*/ 342870 h 342900"/>
                <a:gd name="csX896" fmla="*/ 158591 w 638175"/>
                <a:gd name="csY896" fmla="*/ 342870 h 342900"/>
                <a:gd name="csX897" fmla="*/ 157324 w 638175"/>
                <a:gd name="csY897" fmla="*/ 342870 h 342900"/>
                <a:gd name="csX898" fmla="*/ 156048 w 638175"/>
                <a:gd name="csY898" fmla="*/ 342870 h 342900"/>
                <a:gd name="csX899" fmla="*/ 154848 w 638175"/>
                <a:gd name="csY899" fmla="*/ 342870 h 342900"/>
                <a:gd name="csX900" fmla="*/ 153581 w 638175"/>
                <a:gd name="csY900" fmla="*/ 342870 h 342900"/>
                <a:gd name="csX901" fmla="*/ 152314 w 638175"/>
                <a:gd name="csY901" fmla="*/ 342870 h 342900"/>
                <a:gd name="csX902" fmla="*/ 151105 w 638175"/>
                <a:gd name="csY902" fmla="*/ 342870 h 342900"/>
                <a:gd name="csX903" fmla="*/ 149838 w 638175"/>
                <a:gd name="csY903" fmla="*/ 342870 h 342900"/>
                <a:gd name="csX904" fmla="*/ 148571 w 638175"/>
                <a:gd name="csY904" fmla="*/ 342870 h 342900"/>
                <a:gd name="csX905" fmla="*/ 147304 w 638175"/>
                <a:gd name="csY905" fmla="*/ 342870 h 342900"/>
                <a:gd name="csX906" fmla="*/ 146095 w 638175"/>
                <a:gd name="csY906" fmla="*/ 342870 h 342900"/>
                <a:gd name="csX907" fmla="*/ 144827 w 638175"/>
                <a:gd name="csY907" fmla="*/ 342870 h 342900"/>
                <a:gd name="csX908" fmla="*/ 143561 w 638175"/>
                <a:gd name="csY908" fmla="*/ 342870 h 342900"/>
                <a:gd name="csX909" fmla="*/ 142351 w 638175"/>
                <a:gd name="csY909" fmla="*/ 342870 h 342900"/>
                <a:gd name="csX910" fmla="*/ 141085 w 638175"/>
                <a:gd name="csY910" fmla="*/ 342870 h 342900"/>
                <a:gd name="csX911" fmla="*/ 139818 w 638175"/>
                <a:gd name="csY911" fmla="*/ 342870 h 342900"/>
                <a:gd name="csX912" fmla="*/ 138617 w 638175"/>
                <a:gd name="csY912" fmla="*/ 342870 h 342900"/>
                <a:gd name="csX913" fmla="*/ 137341 w 638175"/>
                <a:gd name="csY913" fmla="*/ 342870 h 342900"/>
                <a:gd name="csX914" fmla="*/ 136074 w 638175"/>
                <a:gd name="csY914" fmla="*/ 342870 h 342900"/>
                <a:gd name="csX915" fmla="*/ 134874 w 638175"/>
                <a:gd name="csY915" fmla="*/ 342870 h 342900"/>
                <a:gd name="csX916" fmla="*/ 133607 w 638175"/>
                <a:gd name="csY916" fmla="*/ 342870 h 342900"/>
                <a:gd name="csX917" fmla="*/ 132331 w 638175"/>
                <a:gd name="csY917" fmla="*/ 342870 h 342900"/>
                <a:gd name="csX918" fmla="*/ 131064 w 638175"/>
                <a:gd name="csY918" fmla="*/ 342870 h 342900"/>
                <a:gd name="csX919" fmla="*/ 129864 w 638175"/>
                <a:gd name="csY919" fmla="*/ 342870 h 342900"/>
                <a:gd name="csX920" fmla="*/ 128597 w 638175"/>
                <a:gd name="csY920" fmla="*/ 342870 h 342900"/>
                <a:gd name="csX921" fmla="*/ 127321 w 638175"/>
                <a:gd name="csY921" fmla="*/ 342870 h 342900"/>
                <a:gd name="csX922" fmla="*/ 126120 w 638175"/>
                <a:gd name="csY922" fmla="*/ 342870 h 342900"/>
                <a:gd name="csX923" fmla="*/ 124854 w 638175"/>
                <a:gd name="csY923" fmla="*/ 342870 h 342900"/>
                <a:gd name="csX924" fmla="*/ 123587 w 638175"/>
                <a:gd name="csY924" fmla="*/ 342870 h 342900"/>
                <a:gd name="csX925" fmla="*/ 122377 w 638175"/>
                <a:gd name="csY925" fmla="*/ 342870 h 342900"/>
                <a:gd name="csX926" fmla="*/ 121110 w 638175"/>
                <a:gd name="csY926" fmla="*/ 342870 h 342900"/>
                <a:gd name="csX927" fmla="*/ 119843 w 638175"/>
                <a:gd name="csY927" fmla="*/ 342870 h 342900"/>
                <a:gd name="csX928" fmla="*/ 118634 w 638175"/>
                <a:gd name="csY928" fmla="*/ 342870 h 342900"/>
                <a:gd name="csX929" fmla="*/ 117367 w 638175"/>
                <a:gd name="csY929" fmla="*/ 342870 h 342900"/>
                <a:gd name="csX930" fmla="*/ 116100 w 638175"/>
                <a:gd name="csY930" fmla="*/ 342870 h 342900"/>
                <a:gd name="csX931" fmla="*/ 114833 w 638175"/>
                <a:gd name="csY931" fmla="*/ 342870 h 342900"/>
                <a:gd name="csX932" fmla="*/ 113624 w 638175"/>
                <a:gd name="csY932" fmla="*/ 342870 h 342900"/>
                <a:gd name="csX933" fmla="*/ 112357 w 638175"/>
                <a:gd name="csY933" fmla="*/ 342870 h 342900"/>
                <a:gd name="csX934" fmla="*/ 111090 w 638175"/>
                <a:gd name="csY934" fmla="*/ 342870 h 342900"/>
                <a:gd name="csX935" fmla="*/ 109881 w 638175"/>
                <a:gd name="csY935" fmla="*/ 342870 h 342900"/>
                <a:gd name="csX936" fmla="*/ 108614 w 638175"/>
                <a:gd name="csY936" fmla="*/ 342870 h 342900"/>
                <a:gd name="csX937" fmla="*/ 107347 w 638175"/>
                <a:gd name="csY937" fmla="*/ 342870 h 342900"/>
                <a:gd name="csX938" fmla="*/ 106147 w 638175"/>
                <a:gd name="csY938" fmla="*/ 342870 h 342900"/>
                <a:gd name="csX939" fmla="*/ 104871 w 638175"/>
                <a:gd name="csY939" fmla="*/ 342870 h 342900"/>
                <a:gd name="csX940" fmla="*/ 103604 w 638175"/>
                <a:gd name="csY940" fmla="*/ 342870 h 342900"/>
                <a:gd name="csX941" fmla="*/ 102336 w 638175"/>
                <a:gd name="csY941" fmla="*/ 342870 h 342900"/>
                <a:gd name="csX942" fmla="*/ 101136 w 638175"/>
                <a:gd name="csY942" fmla="*/ 342870 h 342900"/>
                <a:gd name="csX943" fmla="*/ 99860 w 638175"/>
                <a:gd name="csY943" fmla="*/ 342870 h 342900"/>
                <a:gd name="csX944" fmla="*/ 98594 w 638175"/>
                <a:gd name="csY944" fmla="*/ 342870 h 342900"/>
                <a:gd name="csX945" fmla="*/ 97393 w 638175"/>
                <a:gd name="csY945" fmla="*/ 342870 h 342900"/>
                <a:gd name="csX946" fmla="*/ 96126 w 638175"/>
                <a:gd name="csY946" fmla="*/ 342870 h 342900"/>
                <a:gd name="csX947" fmla="*/ 94850 w 638175"/>
                <a:gd name="csY947" fmla="*/ 342870 h 342900"/>
                <a:gd name="csX948" fmla="*/ 93650 w 638175"/>
                <a:gd name="csY948" fmla="*/ 342870 h 342900"/>
                <a:gd name="csX949" fmla="*/ 92383 w 638175"/>
                <a:gd name="csY949" fmla="*/ 342870 h 342900"/>
                <a:gd name="csX950" fmla="*/ 91116 w 638175"/>
                <a:gd name="csY950" fmla="*/ 342870 h 342900"/>
                <a:gd name="csX951" fmla="*/ 89906 w 638175"/>
                <a:gd name="csY951" fmla="*/ 342870 h 342900"/>
                <a:gd name="csX952" fmla="*/ 88640 w 638175"/>
                <a:gd name="csY952" fmla="*/ 342870 h 342900"/>
                <a:gd name="csX953" fmla="*/ 87373 w 638175"/>
                <a:gd name="csY953" fmla="*/ 342870 h 342900"/>
                <a:gd name="csX954" fmla="*/ 86106 w 638175"/>
                <a:gd name="csY954" fmla="*/ 342870 h 342900"/>
                <a:gd name="csX955" fmla="*/ 84896 w 638175"/>
                <a:gd name="csY955" fmla="*/ 342870 h 342900"/>
                <a:gd name="csX956" fmla="*/ 83629 w 638175"/>
                <a:gd name="csY956" fmla="*/ 342870 h 342900"/>
                <a:gd name="csX957" fmla="*/ 82363 w 638175"/>
                <a:gd name="csY957" fmla="*/ 342870 h 342900"/>
                <a:gd name="csX958" fmla="*/ 81153 w 638175"/>
                <a:gd name="csY958" fmla="*/ 342870 h 342900"/>
                <a:gd name="csX959" fmla="*/ 79886 w 638175"/>
                <a:gd name="csY959" fmla="*/ 342870 h 342900"/>
                <a:gd name="csX960" fmla="*/ 78619 w 638175"/>
                <a:gd name="csY960" fmla="*/ 342870 h 342900"/>
                <a:gd name="csX961" fmla="*/ 77419 w 638175"/>
                <a:gd name="csY961" fmla="*/ 342870 h 342900"/>
                <a:gd name="csX962" fmla="*/ 76143 w 638175"/>
                <a:gd name="csY962" fmla="*/ 342870 h 342900"/>
                <a:gd name="csX963" fmla="*/ 74876 w 638175"/>
                <a:gd name="csY963" fmla="*/ 342870 h 342900"/>
                <a:gd name="csX964" fmla="*/ 73676 w 638175"/>
                <a:gd name="csY964" fmla="*/ 342870 h 342900"/>
                <a:gd name="csX965" fmla="*/ 72400 w 638175"/>
                <a:gd name="csY965" fmla="*/ 342870 h 342900"/>
                <a:gd name="csX966" fmla="*/ 71132 w 638175"/>
                <a:gd name="csY966" fmla="*/ 342870 h 342900"/>
                <a:gd name="csX967" fmla="*/ 69866 w 638175"/>
                <a:gd name="csY967" fmla="*/ 342870 h 342900"/>
                <a:gd name="csX968" fmla="*/ 68666 w 638175"/>
                <a:gd name="csY968" fmla="*/ 342870 h 342900"/>
                <a:gd name="csX969" fmla="*/ 67399 w 638175"/>
                <a:gd name="csY969" fmla="*/ 342870 h 342900"/>
                <a:gd name="csX970" fmla="*/ 66122 w 638175"/>
                <a:gd name="csY970" fmla="*/ 342870 h 342900"/>
                <a:gd name="csX971" fmla="*/ 64922 w 638175"/>
                <a:gd name="csY971" fmla="*/ 342870 h 342900"/>
                <a:gd name="csX972" fmla="*/ 63656 w 638175"/>
                <a:gd name="csY972" fmla="*/ 342870 h 342900"/>
                <a:gd name="csX973" fmla="*/ 62389 w 638175"/>
                <a:gd name="csY973" fmla="*/ 342870 h 342900"/>
                <a:gd name="csX974" fmla="*/ 61179 w 638175"/>
                <a:gd name="csY974" fmla="*/ 342870 h 342900"/>
                <a:gd name="csX975" fmla="*/ 59912 w 638175"/>
                <a:gd name="csY975" fmla="*/ 342870 h 342900"/>
                <a:gd name="csX976" fmla="*/ 58645 w 638175"/>
                <a:gd name="csY976" fmla="*/ 342870 h 342900"/>
                <a:gd name="csX977" fmla="*/ 57436 w 638175"/>
                <a:gd name="csY977" fmla="*/ 342870 h 342900"/>
                <a:gd name="csX978" fmla="*/ 56169 w 638175"/>
                <a:gd name="csY978" fmla="*/ 342870 h 342900"/>
                <a:gd name="csX979" fmla="*/ 54902 w 638175"/>
                <a:gd name="csY979" fmla="*/ 342870 h 342900"/>
                <a:gd name="csX980" fmla="*/ 53635 w 638175"/>
                <a:gd name="csY980" fmla="*/ 342870 h 342900"/>
                <a:gd name="csX981" fmla="*/ 52425 w 638175"/>
                <a:gd name="csY981" fmla="*/ 342870 h 342900"/>
                <a:gd name="csX982" fmla="*/ 51159 w 638175"/>
                <a:gd name="csY982" fmla="*/ 342870 h 342900"/>
                <a:gd name="csX983" fmla="*/ 49892 w 638175"/>
                <a:gd name="csY983" fmla="*/ 342870 h 342900"/>
                <a:gd name="csX984" fmla="*/ 48682 w 638175"/>
                <a:gd name="csY984" fmla="*/ 342870 h 342900"/>
                <a:gd name="csX985" fmla="*/ 47415 w 638175"/>
                <a:gd name="csY985" fmla="*/ 342870 h 342900"/>
                <a:gd name="csX986" fmla="*/ 46149 w 638175"/>
                <a:gd name="csY986" fmla="*/ 342870 h 342900"/>
                <a:gd name="csX987" fmla="*/ 44949 w 638175"/>
                <a:gd name="csY987" fmla="*/ 342870 h 342900"/>
                <a:gd name="csX988" fmla="*/ 43672 w 638175"/>
                <a:gd name="csY988" fmla="*/ 342870 h 342900"/>
                <a:gd name="csX989" fmla="*/ 42405 w 638175"/>
                <a:gd name="csY989" fmla="*/ 342870 h 342900"/>
                <a:gd name="csX990" fmla="*/ 41205 w 638175"/>
                <a:gd name="csY990" fmla="*/ 342870 h 342900"/>
                <a:gd name="csX991" fmla="*/ 39938 w 638175"/>
                <a:gd name="csY991" fmla="*/ 342870 h 342900"/>
                <a:gd name="csX992" fmla="*/ 38662 w 638175"/>
                <a:gd name="csY992" fmla="*/ 342870 h 342900"/>
                <a:gd name="csX993" fmla="*/ 37395 w 638175"/>
                <a:gd name="csY993" fmla="*/ 342870 h 342900"/>
                <a:gd name="csX994" fmla="*/ 36195 w 638175"/>
                <a:gd name="csY994" fmla="*/ 342870 h 342900"/>
                <a:gd name="csX995" fmla="*/ 34928 w 638175"/>
                <a:gd name="csY995" fmla="*/ 342870 h 342900"/>
                <a:gd name="csX996" fmla="*/ 33652 w 638175"/>
                <a:gd name="csY996" fmla="*/ 342870 h 342900"/>
                <a:gd name="csX997" fmla="*/ 32452 w 638175"/>
                <a:gd name="csY997" fmla="*/ 342870 h 342900"/>
                <a:gd name="csX998" fmla="*/ 31185 w 638175"/>
                <a:gd name="csY998" fmla="*/ 342870 h 342900"/>
                <a:gd name="csX999" fmla="*/ 29918 w 638175"/>
                <a:gd name="csY999" fmla="*/ 342870 h 342900"/>
                <a:gd name="csX1000" fmla="*/ 28708 w 638175"/>
                <a:gd name="csY1000" fmla="*/ 342870 h 342900"/>
                <a:gd name="csX1001" fmla="*/ 27442 w 638175"/>
                <a:gd name="csY1001" fmla="*/ 342870 h 342900"/>
                <a:gd name="csX1002" fmla="*/ 26175 w 638175"/>
                <a:gd name="csY1002" fmla="*/ 342870 h 342900"/>
                <a:gd name="csX1003" fmla="*/ 24908 w 638175"/>
                <a:gd name="csY1003" fmla="*/ 342870 h 342900"/>
                <a:gd name="csX1004" fmla="*/ 23698 w 638175"/>
                <a:gd name="csY1004" fmla="*/ 342870 h 342900"/>
                <a:gd name="csX1005" fmla="*/ 22431 w 638175"/>
                <a:gd name="csY1005" fmla="*/ 342870 h 342900"/>
                <a:gd name="csX1006" fmla="*/ 21165 w 638175"/>
                <a:gd name="csY1006" fmla="*/ 342870 h 342900"/>
                <a:gd name="csX1007" fmla="*/ 19955 w 638175"/>
                <a:gd name="csY1007" fmla="*/ 342870 h 342900"/>
                <a:gd name="csX1008" fmla="*/ 18688 w 638175"/>
                <a:gd name="csY1008" fmla="*/ 342870 h 342900"/>
                <a:gd name="csX1009" fmla="*/ 17421 w 638175"/>
                <a:gd name="csY1009" fmla="*/ 342870 h 342900"/>
                <a:gd name="csX1010" fmla="*/ 16211 w 638175"/>
                <a:gd name="csY1010" fmla="*/ 342870 h 342900"/>
                <a:gd name="csX1011" fmla="*/ 14945 w 638175"/>
                <a:gd name="csY1011" fmla="*/ 342870 h 342900"/>
                <a:gd name="csX1012" fmla="*/ 13678 w 638175"/>
                <a:gd name="csY1012" fmla="*/ 342870 h 342900"/>
                <a:gd name="csX1013" fmla="*/ 12478 w 638175"/>
                <a:gd name="csY1013" fmla="*/ 342870 h 342900"/>
                <a:gd name="csX1014" fmla="*/ 11201 w 638175"/>
                <a:gd name="csY1014" fmla="*/ 342870 h 342900"/>
                <a:gd name="csX1015" fmla="*/ 9934 w 638175"/>
                <a:gd name="csY1015" fmla="*/ 342870 h 342900"/>
                <a:gd name="csX1016" fmla="*/ 8668 w 638175"/>
                <a:gd name="csY1016" fmla="*/ 342870 h 342900"/>
                <a:gd name="csX1017" fmla="*/ 7468 w 638175"/>
                <a:gd name="csY1017" fmla="*/ 342870 h 342900"/>
                <a:gd name="csX1018" fmla="*/ 6191 w 638175"/>
                <a:gd name="csY1018" fmla="*/ 342870 h 342900"/>
                <a:gd name="csX1019" fmla="*/ 4924 w 638175"/>
                <a:gd name="csY1019" fmla="*/ 342870 h 342900"/>
                <a:gd name="csX1020" fmla="*/ 3724 w 638175"/>
                <a:gd name="csY1020" fmla="*/ 342870 h 342900"/>
                <a:gd name="csX1021" fmla="*/ 2458 w 638175"/>
                <a:gd name="csY1021" fmla="*/ 342870 h 342900"/>
                <a:gd name="csX1022" fmla="*/ 1191 w 638175"/>
                <a:gd name="csY1022" fmla="*/ 342870 h 342900"/>
                <a:gd name="csX1023" fmla="*/ -19 w 638175"/>
                <a:gd name="csY1023"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342900">
                  <a:moveTo>
                    <a:pt x="-19" y="341965"/>
                  </a:moveTo>
                  <a:lnTo>
                    <a:pt x="1191" y="341832"/>
                  </a:lnTo>
                  <a:lnTo>
                    <a:pt x="2458" y="341641"/>
                  </a:lnTo>
                  <a:lnTo>
                    <a:pt x="3724" y="341517"/>
                  </a:lnTo>
                  <a:lnTo>
                    <a:pt x="4924" y="341317"/>
                  </a:lnTo>
                  <a:lnTo>
                    <a:pt x="6191" y="341060"/>
                  </a:lnTo>
                  <a:lnTo>
                    <a:pt x="7468" y="340870"/>
                  </a:lnTo>
                  <a:lnTo>
                    <a:pt x="8668" y="340546"/>
                  </a:lnTo>
                  <a:lnTo>
                    <a:pt x="9934" y="340289"/>
                  </a:lnTo>
                  <a:lnTo>
                    <a:pt x="11201" y="339898"/>
                  </a:lnTo>
                  <a:lnTo>
                    <a:pt x="12478" y="339507"/>
                  </a:lnTo>
                  <a:lnTo>
                    <a:pt x="13678" y="339127"/>
                  </a:lnTo>
                  <a:lnTo>
                    <a:pt x="14945" y="338603"/>
                  </a:lnTo>
                  <a:lnTo>
                    <a:pt x="16211" y="338088"/>
                  </a:lnTo>
                  <a:lnTo>
                    <a:pt x="17421" y="337508"/>
                  </a:lnTo>
                  <a:lnTo>
                    <a:pt x="18688" y="336860"/>
                  </a:lnTo>
                  <a:lnTo>
                    <a:pt x="19955" y="336155"/>
                  </a:lnTo>
                  <a:lnTo>
                    <a:pt x="21165" y="335374"/>
                  </a:lnTo>
                  <a:lnTo>
                    <a:pt x="22431" y="334469"/>
                  </a:lnTo>
                  <a:lnTo>
                    <a:pt x="23698" y="333564"/>
                  </a:lnTo>
                  <a:lnTo>
                    <a:pt x="24908" y="332535"/>
                  </a:lnTo>
                  <a:lnTo>
                    <a:pt x="26175" y="331374"/>
                  </a:lnTo>
                  <a:lnTo>
                    <a:pt x="27442" y="330145"/>
                  </a:lnTo>
                  <a:lnTo>
                    <a:pt x="28708" y="328792"/>
                  </a:lnTo>
                  <a:lnTo>
                    <a:pt x="29918" y="327306"/>
                  </a:lnTo>
                  <a:lnTo>
                    <a:pt x="31185" y="325754"/>
                  </a:lnTo>
                  <a:lnTo>
                    <a:pt x="32452" y="324011"/>
                  </a:lnTo>
                  <a:lnTo>
                    <a:pt x="33652" y="322134"/>
                  </a:lnTo>
                  <a:lnTo>
                    <a:pt x="34928" y="320200"/>
                  </a:lnTo>
                  <a:lnTo>
                    <a:pt x="36195" y="318067"/>
                  </a:lnTo>
                  <a:lnTo>
                    <a:pt x="37395" y="315733"/>
                  </a:lnTo>
                  <a:lnTo>
                    <a:pt x="38662" y="313219"/>
                  </a:lnTo>
                  <a:lnTo>
                    <a:pt x="39938" y="310638"/>
                  </a:lnTo>
                  <a:lnTo>
                    <a:pt x="41205" y="307790"/>
                  </a:lnTo>
                  <a:lnTo>
                    <a:pt x="42405" y="304818"/>
                  </a:lnTo>
                  <a:lnTo>
                    <a:pt x="43672" y="301655"/>
                  </a:lnTo>
                  <a:lnTo>
                    <a:pt x="44949" y="298293"/>
                  </a:lnTo>
                  <a:lnTo>
                    <a:pt x="46149" y="294674"/>
                  </a:lnTo>
                  <a:lnTo>
                    <a:pt x="47415" y="290863"/>
                  </a:lnTo>
                  <a:lnTo>
                    <a:pt x="48682" y="286930"/>
                  </a:lnTo>
                  <a:lnTo>
                    <a:pt x="49892" y="282796"/>
                  </a:lnTo>
                  <a:lnTo>
                    <a:pt x="51159" y="278338"/>
                  </a:lnTo>
                  <a:lnTo>
                    <a:pt x="52425" y="273747"/>
                  </a:lnTo>
                  <a:lnTo>
                    <a:pt x="53635" y="268966"/>
                  </a:lnTo>
                  <a:lnTo>
                    <a:pt x="54902" y="263993"/>
                  </a:lnTo>
                  <a:lnTo>
                    <a:pt x="56169" y="258698"/>
                  </a:lnTo>
                  <a:lnTo>
                    <a:pt x="57436" y="253269"/>
                  </a:lnTo>
                  <a:lnTo>
                    <a:pt x="58645" y="247715"/>
                  </a:lnTo>
                  <a:lnTo>
                    <a:pt x="59912" y="241895"/>
                  </a:lnTo>
                  <a:lnTo>
                    <a:pt x="61179" y="235895"/>
                  </a:lnTo>
                  <a:lnTo>
                    <a:pt x="62389" y="229694"/>
                  </a:lnTo>
                  <a:lnTo>
                    <a:pt x="63656" y="223360"/>
                  </a:lnTo>
                  <a:lnTo>
                    <a:pt x="64922" y="216835"/>
                  </a:lnTo>
                  <a:lnTo>
                    <a:pt x="66122" y="210177"/>
                  </a:lnTo>
                  <a:lnTo>
                    <a:pt x="67399" y="203395"/>
                  </a:lnTo>
                  <a:lnTo>
                    <a:pt x="68666" y="196490"/>
                  </a:lnTo>
                  <a:lnTo>
                    <a:pt x="69866" y="189442"/>
                  </a:lnTo>
                  <a:lnTo>
                    <a:pt x="71132" y="182269"/>
                  </a:lnTo>
                  <a:lnTo>
                    <a:pt x="72400" y="175106"/>
                  </a:lnTo>
                  <a:lnTo>
                    <a:pt x="73676" y="167800"/>
                  </a:lnTo>
                  <a:lnTo>
                    <a:pt x="74876" y="160504"/>
                  </a:lnTo>
                  <a:lnTo>
                    <a:pt x="76143" y="153141"/>
                  </a:lnTo>
                  <a:lnTo>
                    <a:pt x="77419" y="145769"/>
                  </a:lnTo>
                  <a:lnTo>
                    <a:pt x="78619" y="138406"/>
                  </a:lnTo>
                  <a:lnTo>
                    <a:pt x="79886" y="131043"/>
                  </a:lnTo>
                  <a:lnTo>
                    <a:pt x="81153" y="123814"/>
                  </a:lnTo>
                  <a:lnTo>
                    <a:pt x="82363" y="116575"/>
                  </a:lnTo>
                  <a:lnTo>
                    <a:pt x="83629" y="109403"/>
                  </a:lnTo>
                  <a:lnTo>
                    <a:pt x="84896" y="102364"/>
                  </a:lnTo>
                  <a:lnTo>
                    <a:pt x="86106" y="95448"/>
                  </a:lnTo>
                  <a:lnTo>
                    <a:pt x="87373" y="88667"/>
                  </a:lnTo>
                  <a:lnTo>
                    <a:pt x="88640" y="82075"/>
                  </a:lnTo>
                  <a:lnTo>
                    <a:pt x="89906" y="75618"/>
                  </a:lnTo>
                  <a:lnTo>
                    <a:pt x="91116" y="69350"/>
                  </a:lnTo>
                  <a:lnTo>
                    <a:pt x="92383" y="63282"/>
                  </a:lnTo>
                  <a:lnTo>
                    <a:pt x="93650" y="57463"/>
                  </a:lnTo>
                  <a:lnTo>
                    <a:pt x="94850" y="51910"/>
                  </a:lnTo>
                  <a:lnTo>
                    <a:pt x="96126" y="46547"/>
                  </a:lnTo>
                  <a:lnTo>
                    <a:pt x="97393" y="41442"/>
                  </a:lnTo>
                  <a:lnTo>
                    <a:pt x="98594" y="36660"/>
                  </a:lnTo>
                  <a:lnTo>
                    <a:pt x="99860" y="32145"/>
                  </a:lnTo>
                  <a:lnTo>
                    <a:pt x="101136" y="27878"/>
                  </a:lnTo>
                  <a:lnTo>
                    <a:pt x="102336" y="23935"/>
                  </a:lnTo>
                  <a:lnTo>
                    <a:pt x="103604" y="20315"/>
                  </a:lnTo>
                  <a:lnTo>
                    <a:pt x="104871" y="16963"/>
                  </a:lnTo>
                  <a:lnTo>
                    <a:pt x="106147" y="13924"/>
                  </a:lnTo>
                  <a:lnTo>
                    <a:pt x="107347" y="11209"/>
                  </a:lnTo>
                  <a:lnTo>
                    <a:pt x="108614" y="8752"/>
                  </a:lnTo>
                  <a:lnTo>
                    <a:pt x="109881" y="6628"/>
                  </a:lnTo>
                  <a:lnTo>
                    <a:pt x="111090" y="4818"/>
                  </a:lnTo>
                  <a:lnTo>
                    <a:pt x="112357" y="3333"/>
                  </a:lnTo>
                  <a:lnTo>
                    <a:pt x="113624" y="2104"/>
                  </a:lnTo>
                  <a:lnTo>
                    <a:pt x="114833" y="1132"/>
                  </a:lnTo>
                  <a:lnTo>
                    <a:pt x="116100" y="418"/>
                  </a:lnTo>
                  <a:lnTo>
                    <a:pt x="117367" y="103"/>
                  </a:lnTo>
                  <a:lnTo>
                    <a:pt x="118634" y="-30"/>
                  </a:lnTo>
                  <a:lnTo>
                    <a:pt x="119843" y="103"/>
                  </a:lnTo>
                  <a:lnTo>
                    <a:pt x="121110" y="418"/>
                  </a:lnTo>
                  <a:lnTo>
                    <a:pt x="122377" y="1065"/>
                  </a:lnTo>
                  <a:lnTo>
                    <a:pt x="123587" y="1904"/>
                  </a:lnTo>
                  <a:lnTo>
                    <a:pt x="124854" y="2942"/>
                  </a:lnTo>
                  <a:lnTo>
                    <a:pt x="126120" y="4170"/>
                  </a:lnTo>
                  <a:lnTo>
                    <a:pt x="127321" y="5590"/>
                  </a:lnTo>
                  <a:lnTo>
                    <a:pt x="128597" y="7142"/>
                  </a:lnTo>
                  <a:lnTo>
                    <a:pt x="129864" y="8885"/>
                  </a:lnTo>
                  <a:lnTo>
                    <a:pt x="131064" y="10819"/>
                  </a:lnTo>
                  <a:lnTo>
                    <a:pt x="132331" y="12829"/>
                  </a:lnTo>
                  <a:lnTo>
                    <a:pt x="133607" y="15020"/>
                  </a:lnTo>
                  <a:lnTo>
                    <a:pt x="134874" y="17286"/>
                  </a:lnTo>
                  <a:lnTo>
                    <a:pt x="136074" y="19677"/>
                  </a:lnTo>
                  <a:lnTo>
                    <a:pt x="137341" y="22125"/>
                  </a:lnTo>
                  <a:lnTo>
                    <a:pt x="138617" y="24649"/>
                  </a:lnTo>
                  <a:lnTo>
                    <a:pt x="139818" y="27297"/>
                  </a:lnTo>
                  <a:lnTo>
                    <a:pt x="141085" y="29945"/>
                  </a:lnTo>
                  <a:lnTo>
                    <a:pt x="142351" y="32660"/>
                  </a:lnTo>
                  <a:lnTo>
                    <a:pt x="143561" y="35432"/>
                  </a:lnTo>
                  <a:lnTo>
                    <a:pt x="144827" y="38213"/>
                  </a:lnTo>
                  <a:lnTo>
                    <a:pt x="146095" y="40994"/>
                  </a:lnTo>
                  <a:lnTo>
                    <a:pt x="147304" y="43832"/>
                  </a:lnTo>
                  <a:lnTo>
                    <a:pt x="148571" y="46681"/>
                  </a:lnTo>
                  <a:lnTo>
                    <a:pt x="149838" y="49519"/>
                  </a:lnTo>
                  <a:lnTo>
                    <a:pt x="151105" y="52358"/>
                  </a:lnTo>
                  <a:lnTo>
                    <a:pt x="152314" y="55139"/>
                  </a:lnTo>
                  <a:lnTo>
                    <a:pt x="153581" y="57978"/>
                  </a:lnTo>
                  <a:lnTo>
                    <a:pt x="154848" y="60759"/>
                  </a:lnTo>
                  <a:lnTo>
                    <a:pt x="156048" y="63473"/>
                  </a:lnTo>
                  <a:lnTo>
                    <a:pt x="157324" y="66188"/>
                  </a:lnTo>
                  <a:lnTo>
                    <a:pt x="158591" y="68902"/>
                  </a:lnTo>
                  <a:lnTo>
                    <a:pt x="159792" y="71551"/>
                  </a:lnTo>
                  <a:lnTo>
                    <a:pt x="161058" y="74132"/>
                  </a:lnTo>
                  <a:lnTo>
                    <a:pt x="162334" y="76713"/>
                  </a:lnTo>
                  <a:lnTo>
                    <a:pt x="163535" y="79170"/>
                  </a:lnTo>
                  <a:lnTo>
                    <a:pt x="164802" y="81628"/>
                  </a:lnTo>
                  <a:lnTo>
                    <a:pt x="166078" y="84076"/>
                  </a:lnTo>
                  <a:lnTo>
                    <a:pt x="167345" y="86409"/>
                  </a:lnTo>
                  <a:lnTo>
                    <a:pt x="168545" y="88733"/>
                  </a:lnTo>
                  <a:lnTo>
                    <a:pt x="169812" y="90991"/>
                  </a:lnTo>
                  <a:lnTo>
                    <a:pt x="171079" y="93125"/>
                  </a:lnTo>
                  <a:lnTo>
                    <a:pt x="172289" y="95258"/>
                  </a:lnTo>
                  <a:lnTo>
                    <a:pt x="173555" y="97325"/>
                  </a:lnTo>
                  <a:lnTo>
                    <a:pt x="174822" y="99326"/>
                  </a:lnTo>
                  <a:lnTo>
                    <a:pt x="176031" y="101325"/>
                  </a:lnTo>
                  <a:lnTo>
                    <a:pt x="177299" y="103202"/>
                  </a:lnTo>
                  <a:lnTo>
                    <a:pt x="178565" y="105012"/>
                  </a:lnTo>
                  <a:lnTo>
                    <a:pt x="179775" y="106755"/>
                  </a:lnTo>
                  <a:lnTo>
                    <a:pt x="181041" y="108498"/>
                  </a:lnTo>
                  <a:lnTo>
                    <a:pt x="182309" y="110117"/>
                  </a:lnTo>
                  <a:lnTo>
                    <a:pt x="183576" y="111727"/>
                  </a:lnTo>
                  <a:lnTo>
                    <a:pt x="184785" y="113213"/>
                  </a:lnTo>
                  <a:lnTo>
                    <a:pt x="186052" y="114698"/>
                  </a:lnTo>
                  <a:lnTo>
                    <a:pt x="187319" y="116118"/>
                  </a:lnTo>
                  <a:lnTo>
                    <a:pt x="188519" y="117480"/>
                  </a:lnTo>
                  <a:lnTo>
                    <a:pt x="189795" y="118766"/>
                  </a:lnTo>
                  <a:lnTo>
                    <a:pt x="191062" y="120061"/>
                  </a:lnTo>
                  <a:lnTo>
                    <a:pt x="192262" y="121223"/>
                  </a:lnTo>
                  <a:lnTo>
                    <a:pt x="193529" y="122385"/>
                  </a:lnTo>
                  <a:lnTo>
                    <a:pt x="194805" y="123490"/>
                  </a:lnTo>
                  <a:lnTo>
                    <a:pt x="196006" y="124519"/>
                  </a:lnTo>
                  <a:lnTo>
                    <a:pt x="197272" y="125490"/>
                  </a:lnTo>
                  <a:lnTo>
                    <a:pt x="198539" y="126462"/>
                  </a:lnTo>
                  <a:lnTo>
                    <a:pt x="199815" y="127367"/>
                  </a:lnTo>
                  <a:lnTo>
                    <a:pt x="201016" y="128262"/>
                  </a:lnTo>
                  <a:lnTo>
                    <a:pt x="202283" y="129110"/>
                  </a:lnTo>
                  <a:lnTo>
                    <a:pt x="203549" y="129948"/>
                  </a:lnTo>
                  <a:lnTo>
                    <a:pt x="204759" y="130720"/>
                  </a:lnTo>
                  <a:lnTo>
                    <a:pt x="206026" y="131434"/>
                  </a:lnTo>
                  <a:lnTo>
                    <a:pt x="207293" y="132139"/>
                  </a:lnTo>
                  <a:lnTo>
                    <a:pt x="208503" y="132853"/>
                  </a:lnTo>
                  <a:lnTo>
                    <a:pt x="209769" y="133568"/>
                  </a:lnTo>
                  <a:lnTo>
                    <a:pt x="211036" y="134206"/>
                  </a:lnTo>
                  <a:lnTo>
                    <a:pt x="212303" y="134854"/>
                  </a:lnTo>
                  <a:lnTo>
                    <a:pt x="213513" y="135501"/>
                  </a:lnTo>
                  <a:lnTo>
                    <a:pt x="214780" y="136149"/>
                  </a:lnTo>
                  <a:lnTo>
                    <a:pt x="216046" y="136797"/>
                  </a:lnTo>
                  <a:lnTo>
                    <a:pt x="217246" y="137378"/>
                  </a:lnTo>
                  <a:lnTo>
                    <a:pt x="218522" y="138026"/>
                  </a:lnTo>
                  <a:lnTo>
                    <a:pt x="219790" y="138663"/>
                  </a:lnTo>
                  <a:lnTo>
                    <a:pt x="220990" y="139245"/>
                  </a:lnTo>
                  <a:lnTo>
                    <a:pt x="222256" y="139892"/>
                  </a:lnTo>
                  <a:lnTo>
                    <a:pt x="223532" y="140540"/>
                  </a:lnTo>
                  <a:lnTo>
                    <a:pt x="224733" y="141254"/>
                  </a:lnTo>
                  <a:lnTo>
                    <a:pt x="226000" y="141902"/>
                  </a:lnTo>
                  <a:lnTo>
                    <a:pt x="227267" y="142607"/>
                  </a:lnTo>
                  <a:lnTo>
                    <a:pt x="228543" y="143321"/>
                  </a:lnTo>
                  <a:lnTo>
                    <a:pt x="229743" y="144026"/>
                  </a:lnTo>
                  <a:lnTo>
                    <a:pt x="231010" y="144807"/>
                  </a:lnTo>
                  <a:lnTo>
                    <a:pt x="232277" y="145579"/>
                  </a:lnTo>
                  <a:lnTo>
                    <a:pt x="233487" y="146417"/>
                  </a:lnTo>
                  <a:lnTo>
                    <a:pt x="234753" y="147265"/>
                  </a:lnTo>
                  <a:lnTo>
                    <a:pt x="236020" y="148103"/>
                  </a:lnTo>
                  <a:lnTo>
                    <a:pt x="237230" y="149007"/>
                  </a:lnTo>
                  <a:lnTo>
                    <a:pt x="238497" y="149913"/>
                  </a:lnTo>
                  <a:lnTo>
                    <a:pt x="239763" y="150875"/>
                  </a:lnTo>
                  <a:lnTo>
                    <a:pt x="240973" y="151846"/>
                  </a:lnTo>
                  <a:lnTo>
                    <a:pt x="242240" y="152818"/>
                  </a:lnTo>
                  <a:lnTo>
                    <a:pt x="243507" y="153847"/>
                  </a:lnTo>
                  <a:lnTo>
                    <a:pt x="244774" y="154951"/>
                  </a:lnTo>
                  <a:lnTo>
                    <a:pt x="245983" y="155980"/>
                  </a:lnTo>
                  <a:lnTo>
                    <a:pt x="247250" y="157142"/>
                  </a:lnTo>
                  <a:lnTo>
                    <a:pt x="248517" y="158238"/>
                  </a:lnTo>
                  <a:lnTo>
                    <a:pt x="249717" y="159409"/>
                  </a:lnTo>
                  <a:lnTo>
                    <a:pt x="250994" y="160571"/>
                  </a:lnTo>
                  <a:lnTo>
                    <a:pt x="252260" y="161790"/>
                  </a:lnTo>
                  <a:lnTo>
                    <a:pt x="253460" y="163019"/>
                  </a:lnTo>
                  <a:lnTo>
                    <a:pt x="254727" y="164248"/>
                  </a:lnTo>
                  <a:lnTo>
                    <a:pt x="256004" y="165476"/>
                  </a:lnTo>
                  <a:lnTo>
                    <a:pt x="257204" y="166772"/>
                  </a:lnTo>
                  <a:lnTo>
                    <a:pt x="258470" y="168057"/>
                  </a:lnTo>
                  <a:lnTo>
                    <a:pt x="259737" y="169353"/>
                  </a:lnTo>
                  <a:lnTo>
                    <a:pt x="261014" y="170649"/>
                  </a:lnTo>
                  <a:lnTo>
                    <a:pt x="262214" y="171935"/>
                  </a:lnTo>
                  <a:lnTo>
                    <a:pt x="263481" y="173230"/>
                  </a:lnTo>
                  <a:lnTo>
                    <a:pt x="264747" y="174525"/>
                  </a:lnTo>
                  <a:lnTo>
                    <a:pt x="265957" y="175811"/>
                  </a:lnTo>
                  <a:lnTo>
                    <a:pt x="267224" y="177173"/>
                  </a:lnTo>
                  <a:lnTo>
                    <a:pt x="268491" y="178459"/>
                  </a:lnTo>
                  <a:lnTo>
                    <a:pt x="269701" y="179754"/>
                  </a:lnTo>
                  <a:lnTo>
                    <a:pt x="270967" y="181050"/>
                  </a:lnTo>
                  <a:lnTo>
                    <a:pt x="272234" y="182336"/>
                  </a:lnTo>
                  <a:lnTo>
                    <a:pt x="273434" y="183565"/>
                  </a:lnTo>
                  <a:lnTo>
                    <a:pt x="274711" y="184860"/>
                  </a:lnTo>
                  <a:lnTo>
                    <a:pt x="275978" y="186088"/>
                  </a:lnTo>
                  <a:lnTo>
                    <a:pt x="277244" y="187308"/>
                  </a:lnTo>
                  <a:lnTo>
                    <a:pt x="278454" y="188536"/>
                  </a:lnTo>
                  <a:lnTo>
                    <a:pt x="279721" y="189765"/>
                  </a:lnTo>
                  <a:lnTo>
                    <a:pt x="280988" y="190927"/>
                  </a:lnTo>
                  <a:lnTo>
                    <a:pt x="282188" y="192089"/>
                  </a:lnTo>
                  <a:lnTo>
                    <a:pt x="283454" y="193251"/>
                  </a:lnTo>
                  <a:lnTo>
                    <a:pt x="284731" y="194356"/>
                  </a:lnTo>
                  <a:lnTo>
                    <a:pt x="285931" y="195519"/>
                  </a:lnTo>
                  <a:lnTo>
                    <a:pt x="287198" y="196614"/>
                  </a:lnTo>
                  <a:lnTo>
                    <a:pt x="288474" y="197652"/>
                  </a:lnTo>
                  <a:lnTo>
                    <a:pt x="289741" y="198747"/>
                  </a:lnTo>
                  <a:lnTo>
                    <a:pt x="290941" y="199776"/>
                  </a:lnTo>
                  <a:lnTo>
                    <a:pt x="292208" y="200747"/>
                  </a:lnTo>
                  <a:lnTo>
                    <a:pt x="293475" y="201786"/>
                  </a:lnTo>
                  <a:lnTo>
                    <a:pt x="294685" y="202748"/>
                  </a:lnTo>
                  <a:lnTo>
                    <a:pt x="295951" y="203719"/>
                  </a:lnTo>
                  <a:lnTo>
                    <a:pt x="297218" y="204691"/>
                  </a:lnTo>
                  <a:lnTo>
                    <a:pt x="298428" y="205596"/>
                  </a:lnTo>
                  <a:lnTo>
                    <a:pt x="299695" y="206500"/>
                  </a:lnTo>
                  <a:lnTo>
                    <a:pt x="300961" y="207406"/>
                  </a:lnTo>
                  <a:lnTo>
                    <a:pt x="302171" y="208244"/>
                  </a:lnTo>
                  <a:lnTo>
                    <a:pt x="303438" y="209149"/>
                  </a:lnTo>
                  <a:lnTo>
                    <a:pt x="304705" y="209987"/>
                  </a:lnTo>
                  <a:lnTo>
                    <a:pt x="305972" y="210758"/>
                  </a:lnTo>
                  <a:lnTo>
                    <a:pt x="307181" y="211606"/>
                  </a:lnTo>
                  <a:lnTo>
                    <a:pt x="308448" y="212377"/>
                  </a:lnTo>
                  <a:lnTo>
                    <a:pt x="309715" y="213149"/>
                  </a:lnTo>
                  <a:lnTo>
                    <a:pt x="310915" y="213930"/>
                  </a:lnTo>
                  <a:lnTo>
                    <a:pt x="312192" y="214702"/>
                  </a:lnTo>
                  <a:lnTo>
                    <a:pt x="313458" y="215416"/>
                  </a:lnTo>
                  <a:lnTo>
                    <a:pt x="314658" y="216188"/>
                  </a:lnTo>
                  <a:lnTo>
                    <a:pt x="315925" y="216902"/>
                  </a:lnTo>
                  <a:lnTo>
                    <a:pt x="317202" y="217550"/>
                  </a:lnTo>
                  <a:lnTo>
                    <a:pt x="318402" y="218254"/>
                  </a:lnTo>
                  <a:lnTo>
                    <a:pt x="319668" y="218902"/>
                  </a:lnTo>
                  <a:lnTo>
                    <a:pt x="320935" y="219616"/>
                  </a:lnTo>
                  <a:lnTo>
                    <a:pt x="322212" y="220255"/>
                  </a:lnTo>
                  <a:lnTo>
                    <a:pt x="323412" y="220902"/>
                  </a:lnTo>
                  <a:lnTo>
                    <a:pt x="324679" y="221483"/>
                  </a:lnTo>
                  <a:lnTo>
                    <a:pt x="325945" y="222131"/>
                  </a:lnTo>
                  <a:lnTo>
                    <a:pt x="327155" y="222712"/>
                  </a:lnTo>
                  <a:lnTo>
                    <a:pt x="328422" y="223293"/>
                  </a:lnTo>
                  <a:lnTo>
                    <a:pt x="329689" y="223874"/>
                  </a:lnTo>
                  <a:lnTo>
                    <a:pt x="330899" y="224388"/>
                  </a:lnTo>
                  <a:lnTo>
                    <a:pt x="332165" y="224970"/>
                  </a:lnTo>
                  <a:lnTo>
                    <a:pt x="333432" y="225493"/>
                  </a:lnTo>
                  <a:lnTo>
                    <a:pt x="334642" y="226008"/>
                  </a:lnTo>
                  <a:lnTo>
                    <a:pt x="335909" y="226522"/>
                  </a:lnTo>
                  <a:lnTo>
                    <a:pt x="337176" y="226979"/>
                  </a:lnTo>
                  <a:lnTo>
                    <a:pt x="338442" y="227427"/>
                  </a:lnTo>
                  <a:lnTo>
                    <a:pt x="339652" y="227884"/>
                  </a:lnTo>
                  <a:lnTo>
                    <a:pt x="340919" y="228332"/>
                  </a:lnTo>
                  <a:lnTo>
                    <a:pt x="342186" y="228789"/>
                  </a:lnTo>
                  <a:lnTo>
                    <a:pt x="343386" y="229170"/>
                  </a:lnTo>
                  <a:lnTo>
                    <a:pt x="344662" y="229561"/>
                  </a:lnTo>
                  <a:lnTo>
                    <a:pt x="345929" y="229951"/>
                  </a:lnTo>
                  <a:lnTo>
                    <a:pt x="347129" y="230332"/>
                  </a:lnTo>
                  <a:lnTo>
                    <a:pt x="348396" y="230656"/>
                  </a:lnTo>
                  <a:lnTo>
                    <a:pt x="349672" y="230980"/>
                  </a:lnTo>
                  <a:lnTo>
                    <a:pt x="350872" y="231304"/>
                  </a:lnTo>
                  <a:lnTo>
                    <a:pt x="352139" y="231561"/>
                  </a:lnTo>
                  <a:lnTo>
                    <a:pt x="353406" y="231885"/>
                  </a:lnTo>
                  <a:lnTo>
                    <a:pt x="354683" y="232142"/>
                  </a:lnTo>
                  <a:lnTo>
                    <a:pt x="355883" y="232399"/>
                  </a:lnTo>
                  <a:lnTo>
                    <a:pt x="357149" y="232666"/>
                  </a:lnTo>
                  <a:lnTo>
                    <a:pt x="358416" y="232856"/>
                  </a:lnTo>
                  <a:lnTo>
                    <a:pt x="359626" y="233046"/>
                  </a:lnTo>
                  <a:lnTo>
                    <a:pt x="360893" y="233247"/>
                  </a:lnTo>
                  <a:lnTo>
                    <a:pt x="362159" y="233437"/>
                  </a:lnTo>
                  <a:lnTo>
                    <a:pt x="363369" y="233628"/>
                  </a:lnTo>
                  <a:lnTo>
                    <a:pt x="364636" y="233828"/>
                  </a:lnTo>
                  <a:lnTo>
                    <a:pt x="365903" y="234019"/>
                  </a:lnTo>
                  <a:lnTo>
                    <a:pt x="367113" y="234152"/>
                  </a:lnTo>
                  <a:lnTo>
                    <a:pt x="368379" y="234342"/>
                  </a:lnTo>
                  <a:lnTo>
                    <a:pt x="369646" y="234475"/>
                  </a:lnTo>
                  <a:lnTo>
                    <a:pt x="370913" y="234666"/>
                  </a:lnTo>
                  <a:lnTo>
                    <a:pt x="372113" y="234790"/>
                  </a:lnTo>
                  <a:lnTo>
                    <a:pt x="373390" y="234990"/>
                  </a:lnTo>
                  <a:lnTo>
                    <a:pt x="374656" y="235114"/>
                  </a:lnTo>
                  <a:lnTo>
                    <a:pt x="375856" y="235314"/>
                  </a:lnTo>
                  <a:lnTo>
                    <a:pt x="377123" y="235504"/>
                  </a:lnTo>
                  <a:lnTo>
                    <a:pt x="378400" y="235695"/>
                  </a:lnTo>
                  <a:lnTo>
                    <a:pt x="379600" y="235895"/>
                  </a:lnTo>
                  <a:lnTo>
                    <a:pt x="380866" y="236085"/>
                  </a:lnTo>
                  <a:lnTo>
                    <a:pt x="382133" y="236342"/>
                  </a:lnTo>
                  <a:lnTo>
                    <a:pt x="383410" y="236600"/>
                  </a:lnTo>
                  <a:lnTo>
                    <a:pt x="384610" y="236857"/>
                  </a:lnTo>
                  <a:lnTo>
                    <a:pt x="385877" y="237124"/>
                  </a:lnTo>
                  <a:lnTo>
                    <a:pt x="387143" y="237438"/>
                  </a:lnTo>
                  <a:lnTo>
                    <a:pt x="388353" y="237762"/>
                  </a:lnTo>
                  <a:lnTo>
                    <a:pt x="389620" y="238152"/>
                  </a:lnTo>
                  <a:lnTo>
                    <a:pt x="390887" y="238543"/>
                  </a:lnTo>
                  <a:lnTo>
                    <a:pt x="392097" y="238990"/>
                  </a:lnTo>
                  <a:lnTo>
                    <a:pt x="393363" y="239381"/>
                  </a:lnTo>
                  <a:lnTo>
                    <a:pt x="394630" y="239895"/>
                  </a:lnTo>
                  <a:lnTo>
                    <a:pt x="395840" y="240409"/>
                  </a:lnTo>
                  <a:lnTo>
                    <a:pt x="397107" y="240933"/>
                  </a:lnTo>
                  <a:lnTo>
                    <a:pt x="398374" y="241515"/>
                  </a:lnTo>
                  <a:lnTo>
                    <a:pt x="399640" y="242162"/>
                  </a:lnTo>
                  <a:lnTo>
                    <a:pt x="400850" y="242801"/>
                  </a:lnTo>
                  <a:lnTo>
                    <a:pt x="402117" y="243448"/>
                  </a:lnTo>
                  <a:lnTo>
                    <a:pt x="403384" y="244163"/>
                  </a:lnTo>
                  <a:lnTo>
                    <a:pt x="404584" y="244934"/>
                  </a:lnTo>
                  <a:lnTo>
                    <a:pt x="405860" y="245715"/>
                  </a:lnTo>
                  <a:lnTo>
                    <a:pt x="407127" y="246486"/>
                  </a:lnTo>
                  <a:lnTo>
                    <a:pt x="408327" y="247325"/>
                  </a:lnTo>
                  <a:lnTo>
                    <a:pt x="409594" y="248230"/>
                  </a:lnTo>
                  <a:lnTo>
                    <a:pt x="410870" y="249134"/>
                  </a:lnTo>
                  <a:lnTo>
                    <a:pt x="412070" y="250106"/>
                  </a:lnTo>
                  <a:lnTo>
                    <a:pt x="413337" y="251011"/>
                  </a:lnTo>
                  <a:lnTo>
                    <a:pt x="414605" y="252040"/>
                  </a:lnTo>
                  <a:lnTo>
                    <a:pt x="415881" y="253011"/>
                  </a:lnTo>
                  <a:lnTo>
                    <a:pt x="417081" y="254040"/>
                  </a:lnTo>
                  <a:lnTo>
                    <a:pt x="418347" y="255145"/>
                  </a:lnTo>
                  <a:lnTo>
                    <a:pt x="419615" y="256174"/>
                  </a:lnTo>
                  <a:lnTo>
                    <a:pt x="420824" y="257278"/>
                  </a:lnTo>
                  <a:lnTo>
                    <a:pt x="422091" y="258374"/>
                  </a:lnTo>
                  <a:lnTo>
                    <a:pt x="423357" y="259536"/>
                  </a:lnTo>
                  <a:lnTo>
                    <a:pt x="424567" y="260631"/>
                  </a:lnTo>
                  <a:lnTo>
                    <a:pt x="425834" y="261793"/>
                  </a:lnTo>
                  <a:lnTo>
                    <a:pt x="427101" y="262898"/>
                  </a:lnTo>
                  <a:lnTo>
                    <a:pt x="428311" y="264060"/>
                  </a:lnTo>
                  <a:lnTo>
                    <a:pt x="429577" y="265156"/>
                  </a:lnTo>
                  <a:lnTo>
                    <a:pt x="430844" y="266318"/>
                  </a:lnTo>
                  <a:lnTo>
                    <a:pt x="432111" y="267413"/>
                  </a:lnTo>
                  <a:lnTo>
                    <a:pt x="433321" y="268518"/>
                  </a:lnTo>
                  <a:lnTo>
                    <a:pt x="434588" y="269613"/>
                  </a:lnTo>
                  <a:lnTo>
                    <a:pt x="435854" y="270709"/>
                  </a:lnTo>
                  <a:lnTo>
                    <a:pt x="437055" y="271813"/>
                  </a:lnTo>
                  <a:lnTo>
                    <a:pt x="438331" y="272842"/>
                  </a:lnTo>
                  <a:lnTo>
                    <a:pt x="439598" y="273881"/>
                  </a:lnTo>
                  <a:lnTo>
                    <a:pt x="440798" y="274909"/>
                  </a:lnTo>
                  <a:lnTo>
                    <a:pt x="442065" y="275880"/>
                  </a:lnTo>
                  <a:lnTo>
                    <a:pt x="443332" y="276786"/>
                  </a:lnTo>
                  <a:lnTo>
                    <a:pt x="444541" y="277757"/>
                  </a:lnTo>
                  <a:lnTo>
                    <a:pt x="445808" y="278595"/>
                  </a:lnTo>
                  <a:lnTo>
                    <a:pt x="447075" y="279500"/>
                  </a:lnTo>
                  <a:lnTo>
                    <a:pt x="448351" y="280272"/>
                  </a:lnTo>
                  <a:lnTo>
                    <a:pt x="449551" y="281043"/>
                  </a:lnTo>
                  <a:lnTo>
                    <a:pt x="450818" y="281824"/>
                  </a:lnTo>
                  <a:lnTo>
                    <a:pt x="452085" y="282472"/>
                  </a:lnTo>
                  <a:lnTo>
                    <a:pt x="453295" y="283120"/>
                  </a:lnTo>
                  <a:lnTo>
                    <a:pt x="454561" y="283758"/>
                  </a:lnTo>
                  <a:lnTo>
                    <a:pt x="455828" y="284339"/>
                  </a:lnTo>
                  <a:lnTo>
                    <a:pt x="457038" y="284863"/>
                  </a:lnTo>
                  <a:lnTo>
                    <a:pt x="458305" y="285310"/>
                  </a:lnTo>
                  <a:lnTo>
                    <a:pt x="459572" y="285768"/>
                  </a:lnTo>
                  <a:lnTo>
                    <a:pt x="460838" y="286148"/>
                  </a:lnTo>
                  <a:lnTo>
                    <a:pt x="462048" y="286472"/>
                  </a:lnTo>
                  <a:lnTo>
                    <a:pt x="463315" y="286796"/>
                  </a:lnTo>
                  <a:lnTo>
                    <a:pt x="464582" y="287054"/>
                  </a:lnTo>
                  <a:lnTo>
                    <a:pt x="465782" y="287254"/>
                  </a:lnTo>
                  <a:lnTo>
                    <a:pt x="467058" y="287444"/>
                  </a:lnTo>
                  <a:lnTo>
                    <a:pt x="468325" y="287577"/>
                  </a:lnTo>
                  <a:lnTo>
                    <a:pt x="469526" y="287701"/>
                  </a:lnTo>
                  <a:lnTo>
                    <a:pt x="470792" y="287768"/>
                  </a:lnTo>
                  <a:lnTo>
                    <a:pt x="472068" y="287768"/>
                  </a:lnTo>
                  <a:lnTo>
                    <a:pt x="473269" y="287768"/>
                  </a:lnTo>
                  <a:lnTo>
                    <a:pt x="474536" y="287768"/>
                  </a:lnTo>
                  <a:lnTo>
                    <a:pt x="475803" y="287701"/>
                  </a:lnTo>
                  <a:lnTo>
                    <a:pt x="477079" y="287634"/>
                  </a:lnTo>
                  <a:lnTo>
                    <a:pt x="478279" y="287511"/>
                  </a:lnTo>
                  <a:lnTo>
                    <a:pt x="479546" y="287377"/>
                  </a:lnTo>
                  <a:lnTo>
                    <a:pt x="480813" y="287254"/>
                  </a:lnTo>
                  <a:lnTo>
                    <a:pt x="482022" y="287054"/>
                  </a:lnTo>
                  <a:lnTo>
                    <a:pt x="483289" y="286930"/>
                  </a:lnTo>
                  <a:lnTo>
                    <a:pt x="484556" y="286730"/>
                  </a:lnTo>
                  <a:lnTo>
                    <a:pt x="485765" y="286539"/>
                  </a:lnTo>
                  <a:lnTo>
                    <a:pt x="487032" y="286282"/>
                  </a:lnTo>
                  <a:lnTo>
                    <a:pt x="488299" y="286092"/>
                  </a:lnTo>
                  <a:lnTo>
                    <a:pt x="489509" y="285892"/>
                  </a:lnTo>
                  <a:lnTo>
                    <a:pt x="490775" y="285701"/>
                  </a:lnTo>
                  <a:lnTo>
                    <a:pt x="492042" y="285501"/>
                  </a:lnTo>
                  <a:lnTo>
                    <a:pt x="493310" y="285310"/>
                  </a:lnTo>
                  <a:lnTo>
                    <a:pt x="494510" y="285120"/>
                  </a:lnTo>
                  <a:lnTo>
                    <a:pt x="495786" y="284986"/>
                  </a:lnTo>
                  <a:lnTo>
                    <a:pt x="497052" y="284796"/>
                  </a:lnTo>
                  <a:lnTo>
                    <a:pt x="498253" y="284663"/>
                  </a:lnTo>
                  <a:lnTo>
                    <a:pt x="499529" y="284606"/>
                  </a:lnTo>
                  <a:lnTo>
                    <a:pt x="500796" y="284472"/>
                  </a:lnTo>
                  <a:lnTo>
                    <a:pt x="501996" y="284406"/>
                  </a:lnTo>
                  <a:lnTo>
                    <a:pt x="503263" y="284339"/>
                  </a:lnTo>
                  <a:lnTo>
                    <a:pt x="504530" y="284339"/>
                  </a:lnTo>
                  <a:lnTo>
                    <a:pt x="505740" y="284339"/>
                  </a:lnTo>
                  <a:lnTo>
                    <a:pt x="507006" y="284406"/>
                  </a:lnTo>
                  <a:lnTo>
                    <a:pt x="508273" y="284472"/>
                  </a:lnTo>
                  <a:lnTo>
                    <a:pt x="509540" y="284606"/>
                  </a:lnTo>
                  <a:lnTo>
                    <a:pt x="510750" y="284729"/>
                  </a:lnTo>
                  <a:lnTo>
                    <a:pt x="512017" y="284920"/>
                  </a:lnTo>
                  <a:lnTo>
                    <a:pt x="513283" y="285177"/>
                  </a:lnTo>
                  <a:lnTo>
                    <a:pt x="514493" y="285444"/>
                  </a:lnTo>
                  <a:lnTo>
                    <a:pt x="515760" y="285701"/>
                  </a:lnTo>
                  <a:lnTo>
                    <a:pt x="517027" y="286025"/>
                  </a:lnTo>
                  <a:lnTo>
                    <a:pt x="518236" y="286406"/>
                  </a:lnTo>
                  <a:lnTo>
                    <a:pt x="519503" y="286796"/>
                  </a:lnTo>
                  <a:lnTo>
                    <a:pt x="520770" y="287254"/>
                  </a:lnTo>
                  <a:lnTo>
                    <a:pt x="521970" y="287768"/>
                  </a:lnTo>
                  <a:lnTo>
                    <a:pt x="523246" y="288282"/>
                  </a:lnTo>
                  <a:lnTo>
                    <a:pt x="524513" y="288863"/>
                  </a:lnTo>
                  <a:lnTo>
                    <a:pt x="525780" y="289444"/>
                  </a:lnTo>
                  <a:lnTo>
                    <a:pt x="526980" y="290092"/>
                  </a:lnTo>
                  <a:lnTo>
                    <a:pt x="528256" y="290739"/>
                  </a:lnTo>
                  <a:lnTo>
                    <a:pt x="529523" y="291511"/>
                  </a:lnTo>
                  <a:lnTo>
                    <a:pt x="530724" y="292225"/>
                  </a:lnTo>
                  <a:lnTo>
                    <a:pt x="531990" y="292997"/>
                  </a:lnTo>
                  <a:lnTo>
                    <a:pt x="533267" y="293835"/>
                  </a:lnTo>
                  <a:lnTo>
                    <a:pt x="534467" y="294674"/>
                  </a:lnTo>
                  <a:lnTo>
                    <a:pt x="535734" y="295578"/>
                  </a:lnTo>
                  <a:lnTo>
                    <a:pt x="537001" y="296483"/>
                  </a:lnTo>
                  <a:lnTo>
                    <a:pt x="538210" y="297388"/>
                  </a:lnTo>
                  <a:lnTo>
                    <a:pt x="539477" y="298360"/>
                  </a:lnTo>
                  <a:lnTo>
                    <a:pt x="540744" y="299331"/>
                  </a:lnTo>
                  <a:lnTo>
                    <a:pt x="542011" y="300360"/>
                  </a:lnTo>
                  <a:lnTo>
                    <a:pt x="543221" y="301398"/>
                  </a:lnTo>
                  <a:lnTo>
                    <a:pt x="544487" y="302427"/>
                  </a:lnTo>
                  <a:lnTo>
                    <a:pt x="545754" y="303465"/>
                  </a:lnTo>
                  <a:lnTo>
                    <a:pt x="546964" y="304561"/>
                  </a:lnTo>
                  <a:lnTo>
                    <a:pt x="548231" y="305656"/>
                  </a:lnTo>
                  <a:lnTo>
                    <a:pt x="549497" y="306761"/>
                  </a:lnTo>
                  <a:lnTo>
                    <a:pt x="550707" y="307856"/>
                  </a:lnTo>
                  <a:lnTo>
                    <a:pt x="551974" y="308952"/>
                  </a:lnTo>
                  <a:lnTo>
                    <a:pt x="553241" y="310056"/>
                  </a:lnTo>
                  <a:lnTo>
                    <a:pt x="554508" y="311218"/>
                  </a:lnTo>
                  <a:lnTo>
                    <a:pt x="555717" y="312314"/>
                  </a:lnTo>
                  <a:lnTo>
                    <a:pt x="556984" y="313409"/>
                  </a:lnTo>
                  <a:lnTo>
                    <a:pt x="558251" y="314514"/>
                  </a:lnTo>
                  <a:lnTo>
                    <a:pt x="559451" y="315609"/>
                  </a:lnTo>
                  <a:lnTo>
                    <a:pt x="560727" y="316705"/>
                  </a:lnTo>
                  <a:lnTo>
                    <a:pt x="561994" y="317800"/>
                  </a:lnTo>
                  <a:lnTo>
                    <a:pt x="563194" y="318838"/>
                  </a:lnTo>
                  <a:lnTo>
                    <a:pt x="564461" y="319877"/>
                  </a:lnTo>
                  <a:lnTo>
                    <a:pt x="565737" y="320905"/>
                  </a:lnTo>
                  <a:lnTo>
                    <a:pt x="566938" y="321943"/>
                  </a:lnTo>
                  <a:lnTo>
                    <a:pt x="568204" y="322906"/>
                  </a:lnTo>
                  <a:lnTo>
                    <a:pt x="569471" y="323944"/>
                  </a:lnTo>
                  <a:lnTo>
                    <a:pt x="570738" y="324848"/>
                  </a:lnTo>
                  <a:lnTo>
                    <a:pt x="571948" y="325820"/>
                  </a:lnTo>
                  <a:lnTo>
                    <a:pt x="573215" y="326716"/>
                  </a:lnTo>
                  <a:lnTo>
                    <a:pt x="574481" y="327563"/>
                  </a:lnTo>
                  <a:lnTo>
                    <a:pt x="575691" y="328402"/>
                  </a:lnTo>
                  <a:lnTo>
                    <a:pt x="576958" y="329239"/>
                  </a:lnTo>
                  <a:lnTo>
                    <a:pt x="578225" y="330011"/>
                  </a:lnTo>
                  <a:lnTo>
                    <a:pt x="579435" y="330792"/>
                  </a:lnTo>
                  <a:lnTo>
                    <a:pt x="580701" y="331497"/>
                  </a:lnTo>
                  <a:lnTo>
                    <a:pt x="581968" y="332211"/>
                  </a:lnTo>
                  <a:lnTo>
                    <a:pt x="583168" y="332926"/>
                  </a:lnTo>
                  <a:lnTo>
                    <a:pt x="584445" y="333564"/>
                  </a:lnTo>
                  <a:lnTo>
                    <a:pt x="585712" y="334212"/>
                  </a:lnTo>
                  <a:lnTo>
                    <a:pt x="586978" y="334793"/>
                  </a:lnTo>
                  <a:lnTo>
                    <a:pt x="588188" y="335316"/>
                  </a:lnTo>
                  <a:lnTo>
                    <a:pt x="589455" y="335898"/>
                  </a:lnTo>
                  <a:lnTo>
                    <a:pt x="590722" y="336345"/>
                  </a:lnTo>
                  <a:lnTo>
                    <a:pt x="591922" y="336860"/>
                  </a:lnTo>
                  <a:lnTo>
                    <a:pt x="593188" y="337317"/>
                  </a:lnTo>
                  <a:lnTo>
                    <a:pt x="594465" y="337765"/>
                  </a:lnTo>
                  <a:lnTo>
                    <a:pt x="595665" y="338155"/>
                  </a:lnTo>
                  <a:lnTo>
                    <a:pt x="596932" y="338546"/>
                  </a:lnTo>
                  <a:lnTo>
                    <a:pt x="598199" y="338870"/>
                  </a:lnTo>
                  <a:lnTo>
                    <a:pt x="599408" y="339184"/>
                  </a:lnTo>
                  <a:lnTo>
                    <a:pt x="600675" y="339507"/>
                  </a:lnTo>
                  <a:lnTo>
                    <a:pt x="601942" y="339765"/>
                  </a:lnTo>
                  <a:lnTo>
                    <a:pt x="603209" y="340032"/>
                  </a:lnTo>
                  <a:lnTo>
                    <a:pt x="604419" y="340289"/>
                  </a:lnTo>
                  <a:lnTo>
                    <a:pt x="605685" y="340546"/>
                  </a:lnTo>
                  <a:lnTo>
                    <a:pt x="606952" y="340736"/>
                  </a:lnTo>
                  <a:lnTo>
                    <a:pt x="608162" y="340936"/>
                  </a:lnTo>
                  <a:lnTo>
                    <a:pt x="609429" y="341127"/>
                  </a:lnTo>
                  <a:lnTo>
                    <a:pt x="610695" y="341317"/>
                  </a:lnTo>
                  <a:lnTo>
                    <a:pt x="611905" y="341451"/>
                  </a:lnTo>
                  <a:lnTo>
                    <a:pt x="613172" y="341575"/>
                  </a:lnTo>
                  <a:lnTo>
                    <a:pt x="614439" y="341708"/>
                  </a:lnTo>
                  <a:lnTo>
                    <a:pt x="615639" y="341832"/>
                  </a:lnTo>
                  <a:lnTo>
                    <a:pt x="616915" y="341965"/>
                  </a:lnTo>
                  <a:lnTo>
                    <a:pt x="618182" y="342032"/>
                  </a:lnTo>
                  <a:lnTo>
                    <a:pt x="619449" y="342099"/>
                  </a:lnTo>
                  <a:lnTo>
                    <a:pt x="620649" y="342222"/>
                  </a:lnTo>
                  <a:lnTo>
                    <a:pt x="621926" y="342289"/>
                  </a:lnTo>
                  <a:lnTo>
                    <a:pt x="623192" y="342356"/>
                  </a:lnTo>
                  <a:lnTo>
                    <a:pt x="624392" y="342422"/>
                  </a:lnTo>
                  <a:lnTo>
                    <a:pt x="625659" y="342422"/>
                  </a:lnTo>
                  <a:lnTo>
                    <a:pt x="626936" y="342479"/>
                  </a:lnTo>
                  <a:lnTo>
                    <a:pt x="628136" y="342546"/>
                  </a:lnTo>
                  <a:lnTo>
                    <a:pt x="629402" y="342546"/>
                  </a:lnTo>
                  <a:lnTo>
                    <a:pt x="630669" y="342613"/>
                  </a:lnTo>
                  <a:lnTo>
                    <a:pt x="631946" y="342613"/>
                  </a:lnTo>
                  <a:lnTo>
                    <a:pt x="633146" y="342679"/>
                  </a:lnTo>
                  <a:lnTo>
                    <a:pt x="634413" y="342679"/>
                  </a:lnTo>
                  <a:lnTo>
                    <a:pt x="635679" y="342746"/>
                  </a:lnTo>
                  <a:lnTo>
                    <a:pt x="636889" y="342746"/>
                  </a:lnTo>
                  <a:lnTo>
                    <a:pt x="638156" y="342746"/>
                  </a:lnTo>
                  <a:lnTo>
                    <a:pt x="638156" y="342870"/>
                  </a:lnTo>
                  <a:lnTo>
                    <a:pt x="636889" y="342870"/>
                  </a:lnTo>
                  <a:lnTo>
                    <a:pt x="635679" y="342870"/>
                  </a:lnTo>
                  <a:lnTo>
                    <a:pt x="634413" y="342870"/>
                  </a:lnTo>
                  <a:lnTo>
                    <a:pt x="633146" y="342870"/>
                  </a:lnTo>
                  <a:lnTo>
                    <a:pt x="631946" y="342870"/>
                  </a:lnTo>
                  <a:lnTo>
                    <a:pt x="630669" y="342870"/>
                  </a:lnTo>
                  <a:lnTo>
                    <a:pt x="629402" y="342870"/>
                  </a:lnTo>
                  <a:lnTo>
                    <a:pt x="628136" y="342870"/>
                  </a:lnTo>
                  <a:lnTo>
                    <a:pt x="626936" y="342870"/>
                  </a:lnTo>
                  <a:lnTo>
                    <a:pt x="625659" y="342870"/>
                  </a:lnTo>
                  <a:lnTo>
                    <a:pt x="624392" y="342870"/>
                  </a:lnTo>
                  <a:lnTo>
                    <a:pt x="623192" y="342870"/>
                  </a:lnTo>
                  <a:lnTo>
                    <a:pt x="621926" y="342870"/>
                  </a:lnTo>
                  <a:lnTo>
                    <a:pt x="620649" y="342870"/>
                  </a:lnTo>
                  <a:lnTo>
                    <a:pt x="619449" y="342870"/>
                  </a:lnTo>
                  <a:lnTo>
                    <a:pt x="618182" y="342870"/>
                  </a:lnTo>
                  <a:lnTo>
                    <a:pt x="616915" y="342870"/>
                  </a:lnTo>
                  <a:lnTo>
                    <a:pt x="615639" y="342870"/>
                  </a:lnTo>
                  <a:lnTo>
                    <a:pt x="614439" y="342870"/>
                  </a:lnTo>
                  <a:lnTo>
                    <a:pt x="613172" y="342870"/>
                  </a:lnTo>
                  <a:lnTo>
                    <a:pt x="611905" y="342870"/>
                  </a:lnTo>
                  <a:lnTo>
                    <a:pt x="610695" y="342870"/>
                  </a:lnTo>
                  <a:lnTo>
                    <a:pt x="609429" y="342870"/>
                  </a:lnTo>
                  <a:lnTo>
                    <a:pt x="608162" y="342870"/>
                  </a:lnTo>
                  <a:lnTo>
                    <a:pt x="606952" y="342870"/>
                  </a:lnTo>
                  <a:lnTo>
                    <a:pt x="605685" y="342870"/>
                  </a:lnTo>
                  <a:lnTo>
                    <a:pt x="604419" y="342870"/>
                  </a:lnTo>
                  <a:lnTo>
                    <a:pt x="603209" y="342870"/>
                  </a:lnTo>
                  <a:lnTo>
                    <a:pt x="601942" y="342870"/>
                  </a:lnTo>
                  <a:lnTo>
                    <a:pt x="600675" y="342870"/>
                  </a:lnTo>
                  <a:lnTo>
                    <a:pt x="599408" y="342870"/>
                  </a:lnTo>
                  <a:lnTo>
                    <a:pt x="598199" y="342870"/>
                  </a:lnTo>
                  <a:lnTo>
                    <a:pt x="596932" y="342870"/>
                  </a:lnTo>
                  <a:lnTo>
                    <a:pt x="595665" y="342870"/>
                  </a:lnTo>
                  <a:lnTo>
                    <a:pt x="594465" y="342870"/>
                  </a:lnTo>
                  <a:lnTo>
                    <a:pt x="593188" y="342870"/>
                  </a:lnTo>
                  <a:lnTo>
                    <a:pt x="591922" y="342870"/>
                  </a:lnTo>
                  <a:lnTo>
                    <a:pt x="590722" y="342870"/>
                  </a:lnTo>
                  <a:lnTo>
                    <a:pt x="589455" y="342870"/>
                  </a:lnTo>
                  <a:lnTo>
                    <a:pt x="588188" y="342870"/>
                  </a:lnTo>
                  <a:lnTo>
                    <a:pt x="586978" y="342870"/>
                  </a:lnTo>
                  <a:lnTo>
                    <a:pt x="585712" y="342870"/>
                  </a:lnTo>
                  <a:lnTo>
                    <a:pt x="584445" y="342870"/>
                  </a:lnTo>
                  <a:lnTo>
                    <a:pt x="583168" y="342870"/>
                  </a:lnTo>
                  <a:lnTo>
                    <a:pt x="581968" y="342870"/>
                  </a:lnTo>
                  <a:lnTo>
                    <a:pt x="580701" y="342870"/>
                  </a:lnTo>
                  <a:lnTo>
                    <a:pt x="579435" y="342870"/>
                  </a:lnTo>
                  <a:lnTo>
                    <a:pt x="578225" y="342870"/>
                  </a:lnTo>
                  <a:lnTo>
                    <a:pt x="576958" y="342870"/>
                  </a:lnTo>
                  <a:lnTo>
                    <a:pt x="575691" y="342870"/>
                  </a:lnTo>
                  <a:lnTo>
                    <a:pt x="574481" y="342870"/>
                  </a:lnTo>
                  <a:lnTo>
                    <a:pt x="573215" y="342870"/>
                  </a:lnTo>
                  <a:lnTo>
                    <a:pt x="571948" y="342870"/>
                  </a:lnTo>
                  <a:lnTo>
                    <a:pt x="570738" y="342870"/>
                  </a:lnTo>
                  <a:lnTo>
                    <a:pt x="569471" y="342870"/>
                  </a:lnTo>
                  <a:lnTo>
                    <a:pt x="568204" y="342870"/>
                  </a:lnTo>
                  <a:lnTo>
                    <a:pt x="566938" y="342870"/>
                  </a:lnTo>
                  <a:lnTo>
                    <a:pt x="565737" y="342870"/>
                  </a:lnTo>
                  <a:lnTo>
                    <a:pt x="564461" y="342870"/>
                  </a:lnTo>
                  <a:lnTo>
                    <a:pt x="563194" y="342870"/>
                  </a:lnTo>
                  <a:lnTo>
                    <a:pt x="561994" y="342870"/>
                  </a:lnTo>
                  <a:lnTo>
                    <a:pt x="560727" y="342870"/>
                  </a:lnTo>
                  <a:lnTo>
                    <a:pt x="559451" y="342870"/>
                  </a:lnTo>
                  <a:lnTo>
                    <a:pt x="558251" y="342870"/>
                  </a:lnTo>
                  <a:lnTo>
                    <a:pt x="556984" y="342870"/>
                  </a:lnTo>
                  <a:lnTo>
                    <a:pt x="555717" y="342870"/>
                  </a:lnTo>
                  <a:lnTo>
                    <a:pt x="554508" y="342870"/>
                  </a:lnTo>
                  <a:lnTo>
                    <a:pt x="553241" y="342870"/>
                  </a:lnTo>
                  <a:lnTo>
                    <a:pt x="551974" y="342870"/>
                  </a:lnTo>
                  <a:lnTo>
                    <a:pt x="550707" y="342870"/>
                  </a:lnTo>
                  <a:lnTo>
                    <a:pt x="549497" y="342870"/>
                  </a:lnTo>
                  <a:lnTo>
                    <a:pt x="548231" y="342870"/>
                  </a:lnTo>
                  <a:lnTo>
                    <a:pt x="546964" y="342870"/>
                  </a:lnTo>
                  <a:lnTo>
                    <a:pt x="545754" y="342870"/>
                  </a:lnTo>
                  <a:lnTo>
                    <a:pt x="544487" y="342870"/>
                  </a:lnTo>
                  <a:lnTo>
                    <a:pt x="543221" y="342870"/>
                  </a:lnTo>
                  <a:lnTo>
                    <a:pt x="542011" y="342870"/>
                  </a:lnTo>
                  <a:lnTo>
                    <a:pt x="540744" y="342870"/>
                  </a:lnTo>
                  <a:lnTo>
                    <a:pt x="539477" y="342870"/>
                  </a:lnTo>
                  <a:lnTo>
                    <a:pt x="538210" y="342870"/>
                  </a:lnTo>
                  <a:lnTo>
                    <a:pt x="537001" y="342870"/>
                  </a:lnTo>
                  <a:lnTo>
                    <a:pt x="535734" y="342870"/>
                  </a:lnTo>
                  <a:lnTo>
                    <a:pt x="534467" y="342870"/>
                  </a:lnTo>
                  <a:lnTo>
                    <a:pt x="533267" y="342870"/>
                  </a:lnTo>
                  <a:lnTo>
                    <a:pt x="531990" y="342870"/>
                  </a:lnTo>
                  <a:lnTo>
                    <a:pt x="530724" y="342870"/>
                  </a:lnTo>
                  <a:lnTo>
                    <a:pt x="529523" y="342870"/>
                  </a:lnTo>
                  <a:lnTo>
                    <a:pt x="528256" y="342870"/>
                  </a:lnTo>
                  <a:lnTo>
                    <a:pt x="526980" y="342870"/>
                  </a:lnTo>
                  <a:lnTo>
                    <a:pt x="525780" y="342870"/>
                  </a:lnTo>
                  <a:lnTo>
                    <a:pt x="524513" y="342870"/>
                  </a:lnTo>
                  <a:lnTo>
                    <a:pt x="523246" y="342870"/>
                  </a:lnTo>
                  <a:lnTo>
                    <a:pt x="521970" y="342870"/>
                  </a:lnTo>
                  <a:lnTo>
                    <a:pt x="520770" y="342870"/>
                  </a:lnTo>
                  <a:lnTo>
                    <a:pt x="519503" y="342870"/>
                  </a:lnTo>
                  <a:lnTo>
                    <a:pt x="518236" y="342870"/>
                  </a:lnTo>
                  <a:lnTo>
                    <a:pt x="517027" y="342870"/>
                  </a:lnTo>
                  <a:lnTo>
                    <a:pt x="515760" y="342870"/>
                  </a:lnTo>
                  <a:lnTo>
                    <a:pt x="514493" y="342870"/>
                  </a:lnTo>
                  <a:lnTo>
                    <a:pt x="513283" y="342870"/>
                  </a:lnTo>
                  <a:lnTo>
                    <a:pt x="512017" y="342870"/>
                  </a:lnTo>
                  <a:lnTo>
                    <a:pt x="510750" y="342870"/>
                  </a:lnTo>
                  <a:lnTo>
                    <a:pt x="509540" y="342870"/>
                  </a:lnTo>
                  <a:lnTo>
                    <a:pt x="508273" y="342870"/>
                  </a:lnTo>
                  <a:lnTo>
                    <a:pt x="507006" y="342870"/>
                  </a:lnTo>
                  <a:lnTo>
                    <a:pt x="505740" y="342870"/>
                  </a:lnTo>
                  <a:lnTo>
                    <a:pt x="504530" y="342870"/>
                  </a:lnTo>
                  <a:lnTo>
                    <a:pt x="503263" y="342870"/>
                  </a:lnTo>
                  <a:lnTo>
                    <a:pt x="501996" y="342870"/>
                  </a:lnTo>
                  <a:lnTo>
                    <a:pt x="500796" y="342870"/>
                  </a:lnTo>
                  <a:lnTo>
                    <a:pt x="499529" y="342870"/>
                  </a:lnTo>
                  <a:lnTo>
                    <a:pt x="498253" y="342870"/>
                  </a:lnTo>
                  <a:lnTo>
                    <a:pt x="497052" y="342870"/>
                  </a:lnTo>
                  <a:lnTo>
                    <a:pt x="495786" y="342870"/>
                  </a:lnTo>
                  <a:lnTo>
                    <a:pt x="494510" y="342870"/>
                  </a:lnTo>
                  <a:lnTo>
                    <a:pt x="493310" y="342870"/>
                  </a:lnTo>
                  <a:lnTo>
                    <a:pt x="492042" y="342870"/>
                  </a:lnTo>
                  <a:lnTo>
                    <a:pt x="490775" y="342870"/>
                  </a:lnTo>
                  <a:lnTo>
                    <a:pt x="489509" y="342870"/>
                  </a:lnTo>
                  <a:lnTo>
                    <a:pt x="488299" y="342870"/>
                  </a:lnTo>
                  <a:lnTo>
                    <a:pt x="487032" y="342870"/>
                  </a:lnTo>
                  <a:lnTo>
                    <a:pt x="485765" y="342870"/>
                  </a:lnTo>
                  <a:lnTo>
                    <a:pt x="484556" y="342870"/>
                  </a:lnTo>
                  <a:lnTo>
                    <a:pt x="483289" y="342870"/>
                  </a:lnTo>
                  <a:lnTo>
                    <a:pt x="482022" y="342870"/>
                  </a:lnTo>
                  <a:lnTo>
                    <a:pt x="480813" y="342870"/>
                  </a:lnTo>
                  <a:lnTo>
                    <a:pt x="479546" y="342870"/>
                  </a:lnTo>
                  <a:lnTo>
                    <a:pt x="478279" y="342870"/>
                  </a:lnTo>
                  <a:lnTo>
                    <a:pt x="477079" y="342870"/>
                  </a:lnTo>
                  <a:lnTo>
                    <a:pt x="475803" y="342870"/>
                  </a:lnTo>
                  <a:lnTo>
                    <a:pt x="474536" y="342870"/>
                  </a:lnTo>
                  <a:lnTo>
                    <a:pt x="473269" y="342870"/>
                  </a:lnTo>
                  <a:lnTo>
                    <a:pt x="472068" y="342870"/>
                  </a:lnTo>
                  <a:lnTo>
                    <a:pt x="470792" y="342870"/>
                  </a:lnTo>
                  <a:lnTo>
                    <a:pt x="469526" y="342870"/>
                  </a:lnTo>
                  <a:lnTo>
                    <a:pt x="468325" y="342870"/>
                  </a:lnTo>
                  <a:lnTo>
                    <a:pt x="467058" y="342870"/>
                  </a:lnTo>
                  <a:lnTo>
                    <a:pt x="465782" y="342870"/>
                  </a:lnTo>
                  <a:lnTo>
                    <a:pt x="464582" y="342870"/>
                  </a:lnTo>
                  <a:lnTo>
                    <a:pt x="463315" y="342870"/>
                  </a:lnTo>
                  <a:lnTo>
                    <a:pt x="462048" y="342870"/>
                  </a:lnTo>
                  <a:lnTo>
                    <a:pt x="460838" y="342870"/>
                  </a:lnTo>
                  <a:lnTo>
                    <a:pt x="459572" y="342870"/>
                  </a:lnTo>
                  <a:lnTo>
                    <a:pt x="458305" y="342870"/>
                  </a:lnTo>
                  <a:lnTo>
                    <a:pt x="457038" y="342870"/>
                  </a:lnTo>
                  <a:lnTo>
                    <a:pt x="455828" y="342870"/>
                  </a:lnTo>
                  <a:lnTo>
                    <a:pt x="454561" y="342870"/>
                  </a:lnTo>
                  <a:lnTo>
                    <a:pt x="453295" y="342870"/>
                  </a:lnTo>
                  <a:lnTo>
                    <a:pt x="452085" y="342870"/>
                  </a:lnTo>
                  <a:lnTo>
                    <a:pt x="450818" y="342870"/>
                  </a:lnTo>
                  <a:lnTo>
                    <a:pt x="449551" y="342870"/>
                  </a:lnTo>
                  <a:lnTo>
                    <a:pt x="448351" y="342870"/>
                  </a:lnTo>
                  <a:lnTo>
                    <a:pt x="447075" y="342870"/>
                  </a:lnTo>
                  <a:lnTo>
                    <a:pt x="445808" y="342870"/>
                  </a:lnTo>
                  <a:lnTo>
                    <a:pt x="444541" y="342870"/>
                  </a:lnTo>
                  <a:lnTo>
                    <a:pt x="443332" y="342870"/>
                  </a:lnTo>
                  <a:lnTo>
                    <a:pt x="442065" y="342870"/>
                  </a:lnTo>
                  <a:lnTo>
                    <a:pt x="440798" y="342870"/>
                  </a:lnTo>
                  <a:lnTo>
                    <a:pt x="439598" y="342870"/>
                  </a:lnTo>
                  <a:lnTo>
                    <a:pt x="438331" y="342870"/>
                  </a:lnTo>
                  <a:lnTo>
                    <a:pt x="437055" y="342870"/>
                  </a:lnTo>
                  <a:lnTo>
                    <a:pt x="435854" y="342870"/>
                  </a:lnTo>
                  <a:lnTo>
                    <a:pt x="434588" y="342870"/>
                  </a:lnTo>
                  <a:lnTo>
                    <a:pt x="433321" y="342870"/>
                  </a:lnTo>
                  <a:lnTo>
                    <a:pt x="432111" y="342870"/>
                  </a:lnTo>
                  <a:lnTo>
                    <a:pt x="430844" y="342870"/>
                  </a:lnTo>
                  <a:lnTo>
                    <a:pt x="429577" y="342870"/>
                  </a:lnTo>
                  <a:lnTo>
                    <a:pt x="428311" y="342870"/>
                  </a:lnTo>
                  <a:lnTo>
                    <a:pt x="427101" y="342870"/>
                  </a:lnTo>
                  <a:lnTo>
                    <a:pt x="425834" y="342870"/>
                  </a:lnTo>
                  <a:lnTo>
                    <a:pt x="424567" y="342870"/>
                  </a:lnTo>
                  <a:lnTo>
                    <a:pt x="423357" y="342870"/>
                  </a:lnTo>
                  <a:lnTo>
                    <a:pt x="422091" y="342870"/>
                  </a:lnTo>
                  <a:lnTo>
                    <a:pt x="420824" y="342870"/>
                  </a:lnTo>
                  <a:lnTo>
                    <a:pt x="419615" y="342870"/>
                  </a:lnTo>
                  <a:lnTo>
                    <a:pt x="418347" y="342870"/>
                  </a:lnTo>
                  <a:lnTo>
                    <a:pt x="417081" y="342870"/>
                  </a:lnTo>
                  <a:lnTo>
                    <a:pt x="415881" y="342870"/>
                  </a:lnTo>
                  <a:lnTo>
                    <a:pt x="414605" y="342870"/>
                  </a:lnTo>
                  <a:lnTo>
                    <a:pt x="413337" y="342870"/>
                  </a:lnTo>
                  <a:lnTo>
                    <a:pt x="412070" y="342870"/>
                  </a:lnTo>
                  <a:lnTo>
                    <a:pt x="410870" y="342870"/>
                  </a:lnTo>
                  <a:lnTo>
                    <a:pt x="409594" y="342870"/>
                  </a:lnTo>
                  <a:lnTo>
                    <a:pt x="408327" y="342870"/>
                  </a:lnTo>
                  <a:lnTo>
                    <a:pt x="407127" y="342870"/>
                  </a:lnTo>
                  <a:lnTo>
                    <a:pt x="405860" y="342870"/>
                  </a:lnTo>
                  <a:lnTo>
                    <a:pt x="404584" y="342870"/>
                  </a:lnTo>
                  <a:lnTo>
                    <a:pt x="403384" y="342870"/>
                  </a:lnTo>
                  <a:lnTo>
                    <a:pt x="402117" y="342870"/>
                  </a:lnTo>
                  <a:lnTo>
                    <a:pt x="400850" y="342870"/>
                  </a:lnTo>
                  <a:lnTo>
                    <a:pt x="399640" y="342870"/>
                  </a:lnTo>
                  <a:lnTo>
                    <a:pt x="398374" y="342870"/>
                  </a:lnTo>
                  <a:lnTo>
                    <a:pt x="397107" y="342870"/>
                  </a:lnTo>
                  <a:lnTo>
                    <a:pt x="395840" y="342870"/>
                  </a:lnTo>
                  <a:lnTo>
                    <a:pt x="394630" y="342870"/>
                  </a:lnTo>
                  <a:lnTo>
                    <a:pt x="393363" y="342870"/>
                  </a:lnTo>
                  <a:lnTo>
                    <a:pt x="392097" y="342870"/>
                  </a:lnTo>
                  <a:lnTo>
                    <a:pt x="390887" y="342870"/>
                  </a:lnTo>
                  <a:lnTo>
                    <a:pt x="389620" y="342870"/>
                  </a:lnTo>
                  <a:lnTo>
                    <a:pt x="388353" y="342870"/>
                  </a:lnTo>
                  <a:lnTo>
                    <a:pt x="387143" y="342870"/>
                  </a:lnTo>
                  <a:lnTo>
                    <a:pt x="385877" y="342870"/>
                  </a:lnTo>
                  <a:lnTo>
                    <a:pt x="384610" y="342870"/>
                  </a:lnTo>
                  <a:lnTo>
                    <a:pt x="383410" y="342870"/>
                  </a:lnTo>
                  <a:lnTo>
                    <a:pt x="382133" y="342870"/>
                  </a:lnTo>
                  <a:lnTo>
                    <a:pt x="380866" y="342870"/>
                  </a:lnTo>
                  <a:lnTo>
                    <a:pt x="379600" y="342870"/>
                  </a:lnTo>
                  <a:lnTo>
                    <a:pt x="378400" y="342870"/>
                  </a:lnTo>
                  <a:lnTo>
                    <a:pt x="377123" y="342870"/>
                  </a:lnTo>
                  <a:lnTo>
                    <a:pt x="375856" y="342870"/>
                  </a:lnTo>
                  <a:lnTo>
                    <a:pt x="374656" y="342870"/>
                  </a:lnTo>
                  <a:lnTo>
                    <a:pt x="373390" y="342870"/>
                  </a:lnTo>
                  <a:lnTo>
                    <a:pt x="372113" y="342870"/>
                  </a:lnTo>
                  <a:lnTo>
                    <a:pt x="370913" y="342870"/>
                  </a:lnTo>
                  <a:lnTo>
                    <a:pt x="369646" y="342870"/>
                  </a:lnTo>
                  <a:lnTo>
                    <a:pt x="368379" y="342870"/>
                  </a:lnTo>
                  <a:lnTo>
                    <a:pt x="367113" y="342870"/>
                  </a:lnTo>
                  <a:lnTo>
                    <a:pt x="365903" y="342870"/>
                  </a:lnTo>
                  <a:lnTo>
                    <a:pt x="364636" y="342870"/>
                  </a:lnTo>
                  <a:lnTo>
                    <a:pt x="363369" y="342870"/>
                  </a:lnTo>
                  <a:lnTo>
                    <a:pt x="362159" y="342870"/>
                  </a:lnTo>
                  <a:lnTo>
                    <a:pt x="360893" y="342870"/>
                  </a:lnTo>
                  <a:lnTo>
                    <a:pt x="359626" y="342870"/>
                  </a:lnTo>
                  <a:lnTo>
                    <a:pt x="358416" y="342870"/>
                  </a:lnTo>
                  <a:lnTo>
                    <a:pt x="357149" y="342870"/>
                  </a:lnTo>
                  <a:lnTo>
                    <a:pt x="355883" y="342870"/>
                  </a:lnTo>
                  <a:lnTo>
                    <a:pt x="354683" y="342870"/>
                  </a:lnTo>
                  <a:lnTo>
                    <a:pt x="353406" y="342870"/>
                  </a:lnTo>
                  <a:lnTo>
                    <a:pt x="352139" y="342870"/>
                  </a:lnTo>
                  <a:lnTo>
                    <a:pt x="350872" y="342870"/>
                  </a:lnTo>
                  <a:lnTo>
                    <a:pt x="349672" y="342870"/>
                  </a:lnTo>
                  <a:lnTo>
                    <a:pt x="348396" y="342870"/>
                  </a:lnTo>
                  <a:lnTo>
                    <a:pt x="347129" y="342870"/>
                  </a:lnTo>
                  <a:lnTo>
                    <a:pt x="345929" y="342870"/>
                  </a:lnTo>
                  <a:lnTo>
                    <a:pt x="344662" y="342870"/>
                  </a:lnTo>
                  <a:lnTo>
                    <a:pt x="343386" y="342870"/>
                  </a:lnTo>
                  <a:lnTo>
                    <a:pt x="342186" y="342870"/>
                  </a:lnTo>
                  <a:lnTo>
                    <a:pt x="340919" y="342870"/>
                  </a:lnTo>
                  <a:lnTo>
                    <a:pt x="339652" y="342870"/>
                  </a:lnTo>
                  <a:lnTo>
                    <a:pt x="338442" y="342870"/>
                  </a:lnTo>
                  <a:lnTo>
                    <a:pt x="337176" y="342870"/>
                  </a:lnTo>
                  <a:lnTo>
                    <a:pt x="335909" y="342870"/>
                  </a:lnTo>
                  <a:lnTo>
                    <a:pt x="334642" y="342870"/>
                  </a:lnTo>
                  <a:lnTo>
                    <a:pt x="333432" y="342870"/>
                  </a:lnTo>
                  <a:lnTo>
                    <a:pt x="332165" y="342870"/>
                  </a:lnTo>
                  <a:lnTo>
                    <a:pt x="330899" y="342870"/>
                  </a:lnTo>
                  <a:lnTo>
                    <a:pt x="329689" y="342870"/>
                  </a:lnTo>
                  <a:lnTo>
                    <a:pt x="328422" y="342870"/>
                  </a:lnTo>
                  <a:lnTo>
                    <a:pt x="327155" y="342870"/>
                  </a:lnTo>
                  <a:lnTo>
                    <a:pt x="325945" y="342870"/>
                  </a:lnTo>
                  <a:lnTo>
                    <a:pt x="324679" y="342870"/>
                  </a:lnTo>
                  <a:lnTo>
                    <a:pt x="323412" y="342870"/>
                  </a:lnTo>
                  <a:lnTo>
                    <a:pt x="322212" y="342870"/>
                  </a:lnTo>
                  <a:lnTo>
                    <a:pt x="320935" y="342870"/>
                  </a:lnTo>
                  <a:lnTo>
                    <a:pt x="319668" y="342870"/>
                  </a:lnTo>
                  <a:lnTo>
                    <a:pt x="318402" y="342870"/>
                  </a:lnTo>
                  <a:lnTo>
                    <a:pt x="317202" y="342870"/>
                  </a:lnTo>
                  <a:lnTo>
                    <a:pt x="315925" y="342870"/>
                  </a:lnTo>
                  <a:lnTo>
                    <a:pt x="314658" y="342870"/>
                  </a:lnTo>
                  <a:lnTo>
                    <a:pt x="313458" y="342870"/>
                  </a:lnTo>
                  <a:lnTo>
                    <a:pt x="312192" y="342870"/>
                  </a:lnTo>
                  <a:lnTo>
                    <a:pt x="310915" y="342870"/>
                  </a:lnTo>
                  <a:lnTo>
                    <a:pt x="309715" y="342870"/>
                  </a:lnTo>
                  <a:lnTo>
                    <a:pt x="308448" y="342870"/>
                  </a:lnTo>
                  <a:lnTo>
                    <a:pt x="307181" y="342870"/>
                  </a:lnTo>
                  <a:lnTo>
                    <a:pt x="305972" y="342870"/>
                  </a:lnTo>
                  <a:lnTo>
                    <a:pt x="304705" y="342870"/>
                  </a:lnTo>
                  <a:lnTo>
                    <a:pt x="303438" y="342870"/>
                  </a:lnTo>
                  <a:lnTo>
                    <a:pt x="302171" y="342870"/>
                  </a:lnTo>
                  <a:lnTo>
                    <a:pt x="300961" y="342870"/>
                  </a:lnTo>
                  <a:lnTo>
                    <a:pt x="299695" y="342870"/>
                  </a:lnTo>
                  <a:lnTo>
                    <a:pt x="298428" y="342870"/>
                  </a:lnTo>
                  <a:lnTo>
                    <a:pt x="297218" y="342870"/>
                  </a:lnTo>
                  <a:lnTo>
                    <a:pt x="295951" y="342870"/>
                  </a:lnTo>
                  <a:lnTo>
                    <a:pt x="294685" y="342870"/>
                  </a:lnTo>
                  <a:lnTo>
                    <a:pt x="293475" y="342870"/>
                  </a:lnTo>
                  <a:lnTo>
                    <a:pt x="292208" y="342870"/>
                  </a:lnTo>
                  <a:lnTo>
                    <a:pt x="290941" y="342870"/>
                  </a:lnTo>
                  <a:lnTo>
                    <a:pt x="289741" y="342870"/>
                  </a:lnTo>
                  <a:lnTo>
                    <a:pt x="288474" y="342870"/>
                  </a:lnTo>
                  <a:lnTo>
                    <a:pt x="287198" y="342870"/>
                  </a:lnTo>
                  <a:lnTo>
                    <a:pt x="285931" y="342870"/>
                  </a:lnTo>
                  <a:lnTo>
                    <a:pt x="284731" y="342870"/>
                  </a:lnTo>
                  <a:lnTo>
                    <a:pt x="283454" y="342870"/>
                  </a:lnTo>
                  <a:lnTo>
                    <a:pt x="282188" y="342870"/>
                  </a:lnTo>
                  <a:lnTo>
                    <a:pt x="280988" y="342870"/>
                  </a:lnTo>
                  <a:lnTo>
                    <a:pt x="279721" y="342870"/>
                  </a:lnTo>
                  <a:lnTo>
                    <a:pt x="278454" y="342870"/>
                  </a:lnTo>
                  <a:lnTo>
                    <a:pt x="277244" y="342870"/>
                  </a:lnTo>
                  <a:lnTo>
                    <a:pt x="275978" y="342870"/>
                  </a:lnTo>
                  <a:lnTo>
                    <a:pt x="274711" y="342870"/>
                  </a:lnTo>
                  <a:lnTo>
                    <a:pt x="273434" y="342870"/>
                  </a:lnTo>
                  <a:lnTo>
                    <a:pt x="272234" y="342870"/>
                  </a:lnTo>
                  <a:lnTo>
                    <a:pt x="270967" y="342870"/>
                  </a:lnTo>
                  <a:lnTo>
                    <a:pt x="269701" y="342870"/>
                  </a:lnTo>
                  <a:lnTo>
                    <a:pt x="268491" y="342870"/>
                  </a:lnTo>
                  <a:lnTo>
                    <a:pt x="267224" y="342870"/>
                  </a:lnTo>
                  <a:lnTo>
                    <a:pt x="265957" y="342870"/>
                  </a:lnTo>
                  <a:lnTo>
                    <a:pt x="264747" y="342870"/>
                  </a:lnTo>
                  <a:lnTo>
                    <a:pt x="263481" y="342870"/>
                  </a:lnTo>
                  <a:lnTo>
                    <a:pt x="262214" y="342870"/>
                  </a:lnTo>
                  <a:lnTo>
                    <a:pt x="261014" y="342870"/>
                  </a:lnTo>
                  <a:lnTo>
                    <a:pt x="259737" y="342870"/>
                  </a:lnTo>
                  <a:lnTo>
                    <a:pt x="258470" y="342870"/>
                  </a:lnTo>
                  <a:lnTo>
                    <a:pt x="257204" y="342870"/>
                  </a:lnTo>
                  <a:lnTo>
                    <a:pt x="256004" y="342870"/>
                  </a:lnTo>
                  <a:lnTo>
                    <a:pt x="254727" y="342870"/>
                  </a:lnTo>
                  <a:lnTo>
                    <a:pt x="253460" y="342870"/>
                  </a:lnTo>
                  <a:lnTo>
                    <a:pt x="252260" y="342870"/>
                  </a:lnTo>
                  <a:lnTo>
                    <a:pt x="250994" y="342870"/>
                  </a:lnTo>
                  <a:lnTo>
                    <a:pt x="249717" y="342870"/>
                  </a:lnTo>
                  <a:lnTo>
                    <a:pt x="248517" y="342870"/>
                  </a:lnTo>
                  <a:lnTo>
                    <a:pt x="247250" y="342870"/>
                  </a:lnTo>
                  <a:lnTo>
                    <a:pt x="245983" y="342870"/>
                  </a:lnTo>
                  <a:lnTo>
                    <a:pt x="244774" y="342870"/>
                  </a:lnTo>
                  <a:lnTo>
                    <a:pt x="243507" y="342870"/>
                  </a:lnTo>
                  <a:lnTo>
                    <a:pt x="242240" y="342870"/>
                  </a:lnTo>
                  <a:lnTo>
                    <a:pt x="240973" y="342870"/>
                  </a:lnTo>
                  <a:lnTo>
                    <a:pt x="239763" y="342870"/>
                  </a:lnTo>
                  <a:lnTo>
                    <a:pt x="238497" y="342870"/>
                  </a:lnTo>
                  <a:lnTo>
                    <a:pt x="237230" y="342870"/>
                  </a:lnTo>
                  <a:lnTo>
                    <a:pt x="236020" y="342870"/>
                  </a:lnTo>
                  <a:lnTo>
                    <a:pt x="234753" y="342870"/>
                  </a:lnTo>
                  <a:lnTo>
                    <a:pt x="233487" y="342870"/>
                  </a:lnTo>
                  <a:lnTo>
                    <a:pt x="232277" y="342870"/>
                  </a:lnTo>
                  <a:lnTo>
                    <a:pt x="231010" y="342870"/>
                  </a:lnTo>
                  <a:lnTo>
                    <a:pt x="229743" y="342870"/>
                  </a:lnTo>
                  <a:lnTo>
                    <a:pt x="228543" y="342870"/>
                  </a:lnTo>
                  <a:lnTo>
                    <a:pt x="227267" y="342870"/>
                  </a:lnTo>
                  <a:lnTo>
                    <a:pt x="226000" y="342870"/>
                  </a:lnTo>
                  <a:lnTo>
                    <a:pt x="224733" y="342870"/>
                  </a:lnTo>
                  <a:lnTo>
                    <a:pt x="223532" y="342870"/>
                  </a:lnTo>
                  <a:lnTo>
                    <a:pt x="222256" y="342870"/>
                  </a:lnTo>
                  <a:lnTo>
                    <a:pt x="220990" y="342870"/>
                  </a:lnTo>
                  <a:lnTo>
                    <a:pt x="219790" y="342870"/>
                  </a:lnTo>
                  <a:lnTo>
                    <a:pt x="218522" y="342870"/>
                  </a:lnTo>
                  <a:lnTo>
                    <a:pt x="217246" y="342870"/>
                  </a:lnTo>
                  <a:lnTo>
                    <a:pt x="216046" y="342870"/>
                  </a:lnTo>
                  <a:lnTo>
                    <a:pt x="214780" y="342870"/>
                  </a:lnTo>
                  <a:lnTo>
                    <a:pt x="213513" y="342870"/>
                  </a:lnTo>
                  <a:lnTo>
                    <a:pt x="212303" y="342870"/>
                  </a:lnTo>
                  <a:lnTo>
                    <a:pt x="211036" y="342870"/>
                  </a:lnTo>
                  <a:lnTo>
                    <a:pt x="209769" y="342870"/>
                  </a:lnTo>
                  <a:lnTo>
                    <a:pt x="208503" y="342870"/>
                  </a:lnTo>
                  <a:lnTo>
                    <a:pt x="207293" y="342870"/>
                  </a:lnTo>
                  <a:lnTo>
                    <a:pt x="206026" y="342870"/>
                  </a:lnTo>
                  <a:lnTo>
                    <a:pt x="204759" y="342870"/>
                  </a:lnTo>
                  <a:lnTo>
                    <a:pt x="203549" y="342870"/>
                  </a:lnTo>
                  <a:lnTo>
                    <a:pt x="202283" y="342870"/>
                  </a:lnTo>
                  <a:lnTo>
                    <a:pt x="201016" y="342870"/>
                  </a:lnTo>
                  <a:lnTo>
                    <a:pt x="199815" y="342870"/>
                  </a:lnTo>
                  <a:lnTo>
                    <a:pt x="198539" y="342870"/>
                  </a:lnTo>
                  <a:lnTo>
                    <a:pt x="197272" y="342870"/>
                  </a:lnTo>
                  <a:lnTo>
                    <a:pt x="196006" y="342870"/>
                  </a:lnTo>
                  <a:lnTo>
                    <a:pt x="194805" y="342870"/>
                  </a:lnTo>
                  <a:lnTo>
                    <a:pt x="193529" y="342870"/>
                  </a:lnTo>
                  <a:lnTo>
                    <a:pt x="192262" y="342870"/>
                  </a:lnTo>
                  <a:lnTo>
                    <a:pt x="191062" y="342870"/>
                  </a:lnTo>
                  <a:lnTo>
                    <a:pt x="189795" y="342870"/>
                  </a:lnTo>
                  <a:lnTo>
                    <a:pt x="188519" y="342870"/>
                  </a:lnTo>
                  <a:lnTo>
                    <a:pt x="187319" y="342870"/>
                  </a:lnTo>
                  <a:lnTo>
                    <a:pt x="186052" y="342870"/>
                  </a:lnTo>
                  <a:lnTo>
                    <a:pt x="184785" y="342870"/>
                  </a:lnTo>
                  <a:lnTo>
                    <a:pt x="183576" y="342870"/>
                  </a:lnTo>
                  <a:lnTo>
                    <a:pt x="182309" y="342870"/>
                  </a:lnTo>
                  <a:lnTo>
                    <a:pt x="181041" y="342870"/>
                  </a:lnTo>
                  <a:lnTo>
                    <a:pt x="179775" y="342870"/>
                  </a:lnTo>
                  <a:lnTo>
                    <a:pt x="178565" y="342870"/>
                  </a:lnTo>
                  <a:lnTo>
                    <a:pt x="177299" y="342870"/>
                  </a:lnTo>
                  <a:lnTo>
                    <a:pt x="176031" y="342870"/>
                  </a:lnTo>
                  <a:lnTo>
                    <a:pt x="174822" y="342870"/>
                  </a:lnTo>
                  <a:lnTo>
                    <a:pt x="173555" y="342870"/>
                  </a:lnTo>
                  <a:lnTo>
                    <a:pt x="172289" y="342870"/>
                  </a:lnTo>
                  <a:lnTo>
                    <a:pt x="171079" y="342870"/>
                  </a:lnTo>
                  <a:lnTo>
                    <a:pt x="169812" y="342870"/>
                  </a:lnTo>
                  <a:lnTo>
                    <a:pt x="168545" y="342870"/>
                  </a:lnTo>
                  <a:lnTo>
                    <a:pt x="167345" y="342870"/>
                  </a:lnTo>
                  <a:lnTo>
                    <a:pt x="166078" y="342870"/>
                  </a:lnTo>
                  <a:lnTo>
                    <a:pt x="164802" y="342870"/>
                  </a:lnTo>
                  <a:lnTo>
                    <a:pt x="163535" y="342870"/>
                  </a:lnTo>
                  <a:lnTo>
                    <a:pt x="162334" y="342870"/>
                  </a:lnTo>
                  <a:lnTo>
                    <a:pt x="161058" y="342870"/>
                  </a:lnTo>
                  <a:lnTo>
                    <a:pt x="159792" y="342870"/>
                  </a:lnTo>
                  <a:lnTo>
                    <a:pt x="158591" y="342870"/>
                  </a:lnTo>
                  <a:lnTo>
                    <a:pt x="157324" y="342870"/>
                  </a:lnTo>
                  <a:lnTo>
                    <a:pt x="156048" y="342870"/>
                  </a:lnTo>
                  <a:lnTo>
                    <a:pt x="154848" y="342870"/>
                  </a:lnTo>
                  <a:lnTo>
                    <a:pt x="153581" y="342870"/>
                  </a:lnTo>
                  <a:lnTo>
                    <a:pt x="152314" y="342870"/>
                  </a:lnTo>
                  <a:lnTo>
                    <a:pt x="151105" y="342870"/>
                  </a:lnTo>
                  <a:lnTo>
                    <a:pt x="149838" y="342870"/>
                  </a:lnTo>
                  <a:lnTo>
                    <a:pt x="148571" y="342870"/>
                  </a:lnTo>
                  <a:lnTo>
                    <a:pt x="147304" y="342870"/>
                  </a:lnTo>
                  <a:lnTo>
                    <a:pt x="146095" y="342870"/>
                  </a:lnTo>
                  <a:lnTo>
                    <a:pt x="144827" y="342870"/>
                  </a:lnTo>
                  <a:lnTo>
                    <a:pt x="143561" y="342870"/>
                  </a:lnTo>
                  <a:lnTo>
                    <a:pt x="142351" y="342870"/>
                  </a:lnTo>
                  <a:lnTo>
                    <a:pt x="141085" y="342870"/>
                  </a:lnTo>
                  <a:lnTo>
                    <a:pt x="139818" y="342870"/>
                  </a:lnTo>
                  <a:lnTo>
                    <a:pt x="138617" y="342870"/>
                  </a:lnTo>
                  <a:lnTo>
                    <a:pt x="137341" y="342870"/>
                  </a:lnTo>
                  <a:lnTo>
                    <a:pt x="136074" y="342870"/>
                  </a:lnTo>
                  <a:lnTo>
                    <a:pt x="134874" y="342870"/>
                  </a:lnTo>
                  <a:lnTo>
                    <a:pt x="133607" y="342870"/>
                  </a:lnTo>
                  <a:lnTo>
                    <a:pt x="132331" y="342870"/>
                  </a:lnTo>
                  <a:lnTo>
                    <a:pt x="131064" y="342870"/>
                  </a:lnTo>
                  <a:lnTo>
                    <a:pt x="129864" y="342870"/>
                  </a:lnTo>
                  <a:lnTo>
                    <a:pt x="128597" y="342870"/>
                  </a:lnTo>
                  <a:lnTo>
                    <a:pt x="127321" y="342870"/>
                  </a:lnTo>
                  <a:lnTo>
                    <a:pt x="126120" y="342870"/>
                  </a:lnTo>
                  <a:lnTo>
                    <a:pt x="124854" y="342870"/>
                  </a:lnTo>
                  <a:lnTo>
                    <a:pt x="123587" y="342870"/>
                  </a:lnTo>
                  <a:lnTo>
                    <a:pt x="122377" y="342870"/>
                  </a:lnTo>
                  <a:lnTo>
                    <a:pt x="121110" y="342870"/>
                  </a:lnTo>
                  <a:lnTo>
                    <a:pt x="119843" y="342870"/>
                  </a:lnTo>
                  <a:lnTo>
                    <a:pt x="118634" y="342870"/>
                  </a:lnTo>
                  <a:lnTo>
                    <a:pt x="117367" y="342870"/>
                  </a:lnTo>
                  <a:lnTo>
                    <a:pt x="116100" y="342870"/>
                  </a:lnTo>
                  <a:lnTo>
                    <a:pt x="114833" y="342870"/>
                  </a:lnTo>
                  <a:lnTo>
                    <a:pt x="113624" y="342870"/>
                  </a:lnTo>
                  <a:lnTo>
                    <a:pt x="112357" y="342870"/>
                  </a:lnTo>
                  <a:lnTo>
                    <a:pt x="111090" y="342870"/>
                  </a:lnTo>
                  <a:lnTo>
                    <a:pt x="109881" y="342870"/>
                  </a:lnTo>
                  <a:lnTo>
                    <a:pt x="108614" y="342870"/>
                  </a:lnTo>
                  <a:lnTo>
                    <a:pt x="107347" y="342870"/>
                  </a:lnTo>
                  <a:lnTo>
                    <a:pt x="106147" y="342870"/>
                  </a:lnTo>
                  <a:lnTo>
                    <a:pt x="104871" y="342870"/>
                  </a:lnTo>
                  <a:lnTo>
                    <a:pt x="103604" y="342870"/>
                  </a:lnTo>
                  <a:lnTo>
                    <a:pt x="102336" y="342870"/>
                  </a:lnTo>
                  <a:lnTo>
                    <a:pt x="101136" y="342870"/>
                  </a:lnTo>
                  <a:lnTo>
                    <a:pt x="99860" y="342870"/>
                  </a:lnTo>
                  <a:lnTo>
                    <a:pt x="98594" y="342870"/>
                  </a:lnTo>
                  <a:lnTo>
                    <a:pt x="97393" y="342870"/>
                  </a:lnTo>
                  <a:lnTo>
                    <a:pt x="96126" y="342870"/>
                  </a:lnTo>
                  <a:lnTo>
                    <a:pt x="94850" y="342870"/>
                  </a:lnTo>
                  <a:lnTo>
                    <a:pt x="93650" y="342870"/>
                  </a:lnTo>
                  <a:lnTo>
                    <a:pt x="92383" y="342870"/>
                  </a:lnTo>
                  <a:lnTo>
                    <a:pt x="91116" y="342870"/>
                  </a:lnTo>
                  <a:lnTo>
                    <a:pt x="89906" y="342870"/>
                  </a:lnTo>
                  <a:lnTo>
                    <a:pt x="88640" y="342870"/>
                  </a:lnTo>
                  <a:lnTo>
                    <a:pt x="87373" y="342870"/>
                  </a:lnTo>
                  <a:lnTo>
                    <a:pt x="86106" y="342870"/>
                  </a:lnTo>
                  <a:lnTo>
                    <a:pt x="84896" y="342870"/>
                  </a:lnTo>
                  <a:lnTo>
                    <a:pt x="83629" y="342870"/>
                  </a:lnTo>
                  <a:lnTo>
                    <a:pt x="82363" y="342870"/>
                  </a:lnTo>
                  <a:lnTo>
                    <a:pt x="81153" y="342870"/>
                  </a:lnTo>
                  <a:lnTo>
                    <a:pt x="79886" y="342870"/>
                  </a:lnTo>
                  <a:lnTo>
                    <a:pt x="78619" y="342870"/>
                  </a:lnTo>
                  <a:lnTo>
                    <a:pt x="77419" y="342870"/>
                  </a:lnTo>
                  <a:lnTo>
                    <a:pt x="76143" y="342870"/>
                  </a:lnTo>
                  <a:lnTo>
                    <a:pt x="74876" y="342870"/>
                  </a:lnTo>
                  <a:lnTo>
                    <a:pt x="73676" y="342870"/>
                  </a:lnTo>
                  <a:lnTo>
                    <a:pt x="72400" y="342870"/>
                  </a:lnTo>
                  <a:lnTo>
                    <a:pt x="71132" y="342870"/>
                  </a:lnTo>
                  <a:lnTo>
                    <a:pt x="69866" y="342870"/>
                  </a:lnTo>
                  <a:lnTo>
                    <a:pt x="68666" y="342870"/>
                  </a:lnTo>
                  <a:lnTo>
                    <a:pt x="67399" y="342870"/>
                  </a:lnTo>
                  <a:lnTo>
                    <a:pt x="66122" y="342870"/>
                  </a:lnTo>
                  <a:lnTo>
                    <a:pt x="64922" y="342870"/>
                  </a:lnTo>
                  <a:lnTo>
                    <a:pt x="63656" y="342870"/>
                  </a:lnTo>
                  <a:lnTo>
                    <a:pt x="62389" y="342870"/>
                  </a:lnTo>
                  <a:lnTo>
                    <a:pt x="61179" y="342870"/>
                  </a:lnTo>
                  <a:lnTo>
                    <a:pt x="59912" y="342870"/>
                  </a:lnTo>
                  <a:lnTo>
                    <a:pt x="58645" y="342870"/>
                  </a:lnTo>
                  <a:lnTo>
                    <a:pt x="57436" y="342870"/>
                  </a:lnTo>
                  <a:lnTo>
                    <a:pt x="56169" y="342870"/>
                  </a:lnTo>
                  <a:lnTo>
                    <a:pt x="54902" y="342870"/>
                  </a:lnTo>
                  <a:lnTo>
                    <a:pt x="53635" y="342870"/>
                  </a:lnTo>
                  <a:lnTo>
                    <a:pt x="52425" y="342870"/>
                  </a:lnTo>
                  <a:lnTo>
                    <a:pt x="51159" y="342870"/>
                  </a:lnTo>
                  <a:lnTo>
                    <a:pt x="49892" y="342870"/>
                  </a:lnTo>
                  <a:lnTo>
                    <a:pt x="48682" y="342870"/>
                  </a:lnTo>
                  <a:lnTo>
                    <a:pt x="47415" y="342870"/>
                  </a:lnTo>
                  <a:lnTo>
                    <a:pt x="46149" y="342870"/>
                  </a:lnTo>
                  <a:lnTo>
                    <a:pt x="44949" y="342870"/>
                  </a:lnTo>
                  <a:lnTo>
                    <a:pt x="43672" y="342870"/>
                  </a:lnTo>
                  <a:lnTo>
                    <a:pt x="42405" y="342870"/>
                  </a:lnTo>
                  <a:lnTo>
                    <a:pt x="41205" y="342870"/>
                  </a:lnTo>
                  <a:lnTo>
                    <a:pt x="39938" y="342870"/>
                  </a:lnTo>
                  <a:lnTo>
                    <a:pt x="38662" y="342870"/>
                  </a:lnTo>
                  <a:lnTo>
                    <a:pt x="37395" y="342870"/>
                  </a:lnTo>
                  <a:lnTo>
                    <a:pt x="36195" y="342870"/>
                  </a:lnTo>
                  <a:lnTo>
                    <a:pt x="34928" y="342870"/>
                  </a:lnTo>
                  <a:lnTo>
                    <a:pt x="33652" y="342870"/>
                  </a:lnTo>
                  <a:lnTo>
                    <a:pt x="32452" y="342870"/>
                  </a:lnTo>
                  <a:lnTo>
                    <a:pt x="31185" y="342870"/>
                  </a:lnTo>
                  <a:lnTo>
                    <a:pt x="29918" y="342870"/>
                  </a:lnTo>
                  <a:lnTo>
                    <a:pt x="28708" y="342870"/>
                  </a:lnTo>
                  <a:lnTo>
                    <a:pt x="27442" y="342870"/>
                  </a:lnTo>
                  <a:lnTo>
                    <a:pt x="26175" y="342870"/>
                  </a:lnTo>
                  <a:lnTo>
                    <a:pt x="24908" y="342870"/>
                  </a:lnTo>
                  <a:lnTo>
                    <a:pt x="23698" y="342870"/>
                  </a:lnTo>
                  <a:lnTo>
                    <a:pt x="22431" y="342870"/>
                  </a:lnTo>
                  <a:lnTo>
                    <a:pt x="21165" y="342870"/>
                  </a:lnTo>
                  <a:lnTo>
                    <a:pt x="19955" y="342870"/>
                  </a:lnTo>
                  <a:lnTo>
                    <a:pt x="18688" y="342870"/>
                  </a:lnTo>
                  <a:lnTo>
                    <a:pt x="17421" y="342870"/>
                  </a:lnTo>
                  <a:lnTo>
                    <a:pt x="16211" y="342870"/>
                  </a:lnTo>
                  <a:lnTo>
                    <a:pt x="14945" y="342870"/>
                  </a:lnTo>
                  <a:lnTo>
                    <a:pt x="13678" y="342870"/>
                  </a:lnTo>
                  <a:lnTo>
                    <a:pt x="12478" y="342870"/>
                  </a:lnTo>
                  <a:lnTo>
                    <a:pt x="11201" y="342870"/>
                  </a:lnTo>
                  <a:lnTo>
                    <a:pt x="9934" y="342870"/>
                  </a:lnTo>
                  <a:lnTo>
                    <a:pt x="8668" y="342870"/>
                  </a:lnTo>
                  <a:lnTo>
                    <a:pt x="7468" y="342870"/>
                  </a:lnTo>
                  <a:lnTo>
                    <a:pt x="6191" y="342870"/>
                  </a:lnTo>
                  <a:lnTo>
                    <a:pt x="4924" y="342870"/>
                  </a:lnTo>
                  <a:lnTo>
                    <a:pt x="3724" y="342870"/>
                  </a:lnTo>
                  <a:lnTo>
                    <a:pt x="2458" y="342870"/>
                  </a:lnTo>
                  <a:lnTo>
                    <a:pt x="1191" y="342870"/>
                  </a:lnTo>
                  <a:lnTo>
                    <a:pt x="-19" y="342870"/>
                  </a:lnTo>
                  <a:close/>
                </a:path>
              </a:pathLst>
            </a:custGeom>
            <a:solidFill>
              <a:srgbClr val="E63946">
                <a:alpha val="50000"/>
              </a:srgbClr>
            </a:solidFill>
            <a:ln w="9525" cap="flat">
              <a:noFill/>
              <a:prstDash val="solid"/>
              <a:round/>
            </a:ln>
          </p:spPr>
          <p:txBody>
            <a:bodyPr/>
            <a:lstStyle/>
            <a:p>
              <a:endParaRPr lang="zh-CN" altLang="en-US" sz="2190"/>
            </a:p>
          </p:txBody>
        </p:sp>
        <p:sp>
          <p:nvSpPr>
            <p:cNvPr id="1011" name="任意多边形: 形状 1010"/>
            <p:cNvSpPr/>
            <p:nvPr/>
          </p:nvSpPr>
          <p:spPr>
            <a:xfrm>
              <a:off x="5424949" y="5345634"/>
              <a:ext cx="9525" cy="190500"/>
            </a:xfrm>
            <a:custGeom>
              <a:avLst/>
              <a:gdLst>
                <a:gd name="csX0" fmla="*/ -19 w 9525"/>
                <a:gd name="csY0" fmla="*/ 190470 h 190500"/>
                <a:gd name="csX1" fmla="*/ -19 w 9525"/>
                <a:gd name="csY1" fmla="*/ -30 h 190500"/>
              </a:gdLst>
              <a:ahLst/>
              <a:cxnLst>
                <a:cxn ang="0">
                  <a:pos x="csX0" y="csY0"/>
                </a:cxn>
                <a:cxn ang="0">
                  <a:pos x="csX1" y="csY1"/>
                </a:cxn>
              </a:cxnLst>
              <a:rect l="l" t="t" r="r" b="b"/>
              <a:pathLst>
                <a:path w="9525" h="190500">
                  <a:moveTo>
                    <a:pt x="-19" y="190470"/>
                  </a:moveTo>
                  <a:lnTo>
                    <a:pt x="-19" y="-30"/>
                  </a:lnTo>
                </a:path>
              </a:pathLst>
            </a:custGeom>
            <a:noFill/>
            <a:ln w="7242" cap="flat">
              <a:solidFill>
                <a:srgbClr val="000000"/>
              </a:solidFill>
              <a:prstDash val="solid"/>
              <a:round/>
            </a:ln>
          </p:spPr>
          <p:txBody>
            <a:bodyPr/>
            <a:lstStyle/>
            <a:p>
              <a:endParaRPr lang="zh-CN" altLang="en-US" sz="2190"/>
            </a:p>
          </p:txBody>
        </p:sp>
        <p:sp>
          <p:nvSpPr>
            <p:cNvPr id="1012" name="任意多边形: 形状 1011"/>
            <p:cNvSpPr/>
            <p:nvPr/>
          </p:nvSpPr>
          <p:spPr>
            <a:xfrm>
              <a:off x="5196349" y="5193234"/>
              <a:ext cx="638175" cy="342900"/>
            </a:xfrm>
            <a:custGeom>
              <a:avLst/>
              <a:gdLst>
                <a:gd name="csX0" fmla="*/ -19 w 638175"/>
                <a:gd name="csY0" fmla="*/ 342099 h 342900"/>
                <a:gd name="csX1" fmla="*/ 1191 w 638175"/>
                <a:gd name="csY1" fmla="*/ 341965 h 342900"/>
                <a:gd name="csX2" fmla="*/ 2458 w 638175"/>
                <a:gd name="csY2" fmla="*/ 341775 h 342900"/>
                <a:gd name="csX3" fmla="*/ 3724 w 638175"/>
                <a:gd name="csY3" fmla="*/ 341641 h 342900"/>
                <a:gd name="csX4" fmla="*/ 4924 w 638175"/>
                <a:gd name="csY4" fmla="*/ 341451 h 342900"/>
                <a:gd name="csX5" fmla="*/ 6201 w 638175"/>
                <a:gd name="csY5" fmla="*/ 341193 h 342900"/>
                <a:gd name="csX6" fmla="*/ 7468 w 638175"/>
                <a:gd name="csY6" fmla="*/ 340993 h 342900"/>
                <a:gd name="csX7" fmla="*/ 8668 w 638175"/>
                <a:gd name="csY7" fmla="*/ 340670 h 342900"/>
                <a:gd name="csX8" fmla="*/ 9934 w 638175"/>
                <a:gd name="csY8" fmla="*/ 340413 h 342900"/>
                <a:gd name="csX9" fmla="*/ 11211 w 638175"/>
                <a:gd name="csY9" fmla="*/ 340032 h 342900"/>
                <a:gd name="csX10" fmla="*/ 12478 w 638175"/>
                <a:gd name="csY10" fmla="*/ 339641 h 342900"/>
                <a:gd name="csX11" fmla="*/ 13678 w 638175"/>
                <a:gd name="csY11" fmla="*/ 339250 h 342900"/>
                <a:gd name="csX12" fmla="*/ 14945 w 638175"/>
                <a:gd name="csY12" fmla="*/ 338736 h 342900"/>
                <a:gd name="csX13" fmla="*/ 16221 w 638175"/>
                <a:gd name="csY13" fmla="*/ 338222 h 342900"/>
                <a:gd name="csX14" fmla="*/ 17421 w 638175"/>
                <a:gd name="csY14" fmla="*/ 337641 h 342900"/>
                <a:gd name="csX15" fmla="*/ 18688 w 638175"/>
                <a:gd name="csY15" fmla="*/ 336993 h 342900"/>
                <a:gd name="csX16" fmla="*/ 19955 w 638175"/>
                <a:gd name="csY16" fmla="*/ 336279 h 342900"/>
                <a:gd name="csX17" fmla="*/ 21165 w 638175"/>
                <a:gd name="csY17" fmla="*/ 335507 h 342900"/>
                <a:gd name="csX18" fmla="*/ 22431 w 638175"/>
                <a:gd name="csY18" fmla="*/ 334602 h 342900"/>
                <a:gd name="csX19" fmla="*/ 23698 w 638175"/>
                <a:gd name="csY19" fmla="*/ 333697 h 342900"/>
                <a:gd name="csX20" fmla="*/ 24908 w 638175"/>
                <a:gd name="csY20" fmla="*/ 332659 h 342900"/>
                <a:gd name="csX21" fmla="*/ 26175 w 638175"/>
                <a:gd name="csY21" fmla="*/ 331497 h 342900"/>
                <a:gd name="csX22" fmla="*/ 27442 w 638175"/>
                <a:gd name="csY22" fmla="*/ 330268 h 342900"/>
                <a:gd name="csX23" fmla="*/ 28708 w 638175"/>
                <a:gd name="csY23" fmla="*/ 328916 h 342900"/>
                <a:gd name="csX24" fmla="*/ 29918 w 638175"/>
                <a:gd name="csY24" fmla="*/ 327430 h 342900"/>
                <a:gd name="csX25" fmla="*/ 31185 w 638175"/>
                <a:gd name="csY25" fmla="*/ 325877 h 342900"/>
                <a:gd name="csX26" fmla="*/ 32452 w 638175"/>
                <a:gd name="csY26" fmla="*/ 324135 h 342900"/>
                <a:gd name="csX27" fmla="*/ 33652 w 638175"/>
                <a:gd name="csY27" fmla="*/ 322258 h 342900"/>
                <a:gd name="csX28" fmla="*/ 34928 w 638175"/>
                <a:gd name="csY28" fmla="*/ 320315 h 342900"/>
                <a:gd name="csX29" fmla="*/ 36195 w 638175"/>
                <a:gd name="csY29" fmla="*/ 318181 h 342900"/>
                <a:gd name="csX30" fmla="*/ 37395 w 638175"/>
                <a:gd name="csY30" fmla="*/ 315857 h 342900"/>
                <a:gd name="csX31" fmla="*/ 38672 w 638175"/>
                <a:gd name="csY31" fmla="*/ 313333 h 342900"/>
                <a:gd name="csX32" fmla="*/ 39938 w 638175"/>
                <a:gd name="csY32" fmla="*/ 310752 h 342900"/>
                <a:gd name="csX33" fmla="*/ 41205 w 638175"/>
                <a:gd name="csY33" fmla="*/ 307913 h 342900"/>
                <a:gd name="csX34" fmla="*/ 42405 w 638175"/>
                <a:gd name="csY34" fmla="*/ 304932 h 342900"/>
                <a:gd name="csX35" fmla="*/ 43672 w 638175"/>
                <a:gd name="csY35" fmla="*/ 301770 h 342900"/>
                <a:gd name="csX36" fmla="*/ 44949 w 638175"/>
                <a:gd name="csY36" fmla="*/ 298407 h 342900"/>
                <a:gd name="csX37" fmla="*/ 46149 w 638175"/>
                <a:gd name="csY37" fmla="*/ 294788 h 342900"/>
                <a:gd name="csX38" fmla="*/ 47415 w 638175"/>
                <a:gd name="csY38" fmla="*/ 290978 h 342900"/>
                <a:gd name="csX39" fmla="*/ 48682 w 638175"/>
                <a:gd name="csY39" fmla="*/ 287034 h 342900"/>
                <a:gd name="csX40" fmla="*/ 49892 w 638175"/>
                <a:gd name="csY40" fmla="*/ 282900 h 342900"/>
                <a:gd name="csX41" fmla="*/ 51159 w 638175"/>
                <a:gd name="csY41" fmla="*/ 278443 h 342900"/>
                <a:gd name="csX42" fmla="*/ 52425 w 638175"/>
                <a:gd name="csY42" fmla="*/ 273852 h 342900"/>
                <a:gd name="csX43" fmla="*/ 53635 w 638175"/>
                <a:gd name="csY43" fmla="*/ 269070 h 342900"/>
                <a:gd name="csX44" fmla="*/ 54902 w 638175"/>
                <a:gd name="csY44" fmla="*/ 264089 h 342900"/>
                <a:gd name="csX45" fmla="*/ 56169 w 638175"/>
                <a:gd name="csY45" fmla="*/ 258793 h 342900"/>
                <a:gd name="csX46" fmla="*/ 57436 w 638175"/>
                <a:gd name="csY46" fmla="*/ 253364 h 342900"/>
                <a:gd name="csX47" fmla="*/ 58645 w 638175"/>
                <a:gd name="csY47" fmla="*/ 247811 h 342900"/>
                <a:gd name="csX48" fmla="*/ 59912 w 638175"/>
                <a:gd name="csY48" fmla="*/ 241991 h 342900"/>
                <a:gd name="csX49" fmla="*/ 61179 w 638175"/>
                <a:gd name="csY49" fmla="*/ 235981 h 342900"/>
                <a:gd name="csX50" fmla="*/ 62389 w 638175"/>
                <a:gd name="csY50" fmla="*/ 229780 h 342900"/>
                <a:gd name="csX51" fmla="*/ 63656 w 638175"/>
                <a:gd name="csY51" fmla="*/ 223445 h 342900"/>
                <a:gd name="csX52" fmla="*/ 64922 w 638175"/>
                <a:gd name="csY52" fmla="*/ 216921 h 342900"/>
                <a:gd name="csX53" fmla="*/ 66122 w 638175"/>
                <a:gd name="csY53" fmla="*/ 210263 h 342900"/>
                <a:gd name="csX54" fmla="*/ 67399 w 638175"/>
                <a:gd name="csY54" fmla="*/ 203472 h 342900"/>
                <a:gd name="csX55" fmla="*/ 68666 w 638175"/>
                <a:gd name="csY55" fmla="*/ 196556 h 342900"/>
                <a:gd name="csX56" fmla="*/ 69866 w 638175"/>
                <a:gd name="csY56" fmla="*/ 189518 h 342900"/>
                <a:gd name="csX57" fmla="*/ 71132 w 638175"/>
                <a:gd name="csY57" fmla="*/ 182345 h 342900"/>
                <a:gd name="csX58" fmla="*/ 72409 w 638175"/>
                <a:gd name="csY58" fmla="*/ 175173 h 342900"/>
                <a:gd name="csX59" fmla="*/ 73676 w 638175"/>
                <a:gd name="csY59" fmla="*/ 167867 h 342900"/>
                <a:gd name="csX60" fmla="*/ 74876 w 638175"/>
                <a:gd name="csY60" fmla="*/ 160561 h 342900"/>
                <a:gd name="csX61" fmla="*/ 76143 w 638175"/>
                <a:gd name="csY61" fmla="*/ 153198 h 342900"/>
                <a:gd name="csX62" fmla="*/ 77419 w 638175"/>
                <a:gd name="csY62" fmla="*/ 145826 h 342900"/>
                <a:gd name="csX63" fmla="*/ 78619 w 638175"/>
                <a:gd name="csY63" fmla="*/ 138463 h 342900"/>
                <a:gd name="csX64" fmla="*/ 79886 w 638175"/>
                <a:gd name="csY64" fmla="*/ 131091 h 342900"/>
                <a:gd name="csX65" fmla="*/ 81153 w 638175"/>
                <a:gd name="csY65" fmla="*/ 123862 h 342900"/>
                <a:gd name="csX66" fmla="*/ 82363 w 638175"/>
                <a:gd name="csY66" fmla="*/ 116623 h 342900"/>
                <a:gd name="csX67" fmla="*/ 83629 w 638175"/>
                <a:gd name="csY67" fmla="*/ 109451 h 342900"/>
                <a:gd name="csX68" fmla="*/ 84896 w 638175"/>
                <a:gd name="csY68" fmla="*/ 102402 h 342900"/>
                <a:gd name="csX69" fmla="*/ 86106 w 638175"/>
                <a:gd name="csY69" fmla="*/ 95487 h 342900"/>
                <a:gd name="csX70" fmla="*/ 87373 w 638175"/>
                <a:gd name="csY70" fmla="*/ 88705 h 342900"/>
                <a:gd name="csX71" fmla="*/ 88640 w 638175"/>
                <a:gd name="csY71" fmla="*/ 82114 h 342900"/>
                <a:gd name="csX72" fmla="*/ 89906 w 638175"/>
                <a:gd name="csY72" fmla="*/ 75646 h 342900"/>
                <a:gd name="csX73" fmla="*/ 91116 w 638175"/>
                <a:gd name="csY73" fmla="*/ 69379 h 342900"/>
                <a:gd name="csX74" fmla="*/ 92383 w 638175"/>
                <a:gd name="csY74" fmla="*/ 63302 h 342900"/>
                <a:gd name="csX75" fmla="*/ 93650 w 638175"/>
                <a:gd name="csY75" fmla="*/ 57491 h 342900"/>
                <a:gd name="csX76" fmla="*/ 94860 w 638175"/>
                <a:gd name="csY76" fmla="*/ 51929 h 342900"/>
                <a:gd name="csX77" fmla="*/ 96126 w 638175"/>
                <a:gd name="csY77" fmla="*/ 46567 h 342900"/>
                <a:gd name="csX78" fmla="*/ 97393 w 638175"/>
                <a:gd name="csY78" fmla="*/ 41461 h 342900"/>
                <a:gd name="csX79" fmla="*/ 98594 w 638175"/>
                <a:gd name="csY79" fmla="*/ 36679 h 342900"/>
                <a:gd name="csX80" fmla="*/ 99860 w 638175"/>
                <a:gd name="csY80" fmla="*/ 32155 h 342900"/>
                <a:gd name="csX81" fmla="*/ 101136 w 638175"/>
                <a:gd name="csY81" fmla="*/ 27888 h 342900"/>
                <a:gd name="csX82" fmla="*/ 102336 w 638175"/>
                <a:gd name="csY82" fmla="*/ 23945 h 342900"/>
                <a:gd name="csX83" fmla="*/ 103604 w 638175"/>
                <a:gd name="csY83" fmla="*/ 20325 h 342900"/>
                <a:gd name="csX84" fmla="*/ 104880 w 638175"/>
                <a:gd name="csY84" fmla="*/ 16963 h 342900"/>
                <a:gd name="csX85" fmla="*/ 106147 w 638175"/>
                <a:gd name="csY85" fmla="*/ 13934 h 342900"/>
                <a:gd name="csX86" fmla="*/ 107347 w 638175"/>
                <a:gd name="csY86" fmla="*/ 11219 h 342900"/>
                <a:gd name="csX87" fmla="*/ 108614 w 638175"/>
                <a:gd name="csY87" fmla="*/ 8761 h 342900"/>
                <a:gd name="csX88" fmla="*/ 109881 w 638175"/>
                <a:gd name="csY88" fmla="*/ 6628 h 342900"/>
                <a:gd name="csX89" fmla="*/ 111090 w 638175"/>
                <a:gd name="csY89" fmla="*/ 4818 h 342900"/>
                <a:gd name="csX90" fmla="*/ 112357 w 638175"/>
                <a:gd name="csY90" fmla="*/ 3333 h 342900"/>
                <a:gd name="csX91" fmla="*/ 113624 w 638175"/>
                <a:gd name="csY91" fmla="*/ 2104 h 342900"/>
                <a:gd name="csX92" fmla="*/ 114833 w 638175"/>
                <a:gd name="csY92" fmla="*/ 1132 h 342900"/>
                <a:gd name="csX93" fmla="*/ 116100 w 638175"/>
                <a:gd name="csY93" fmla="*/ 427 h 342900"/>
                <a:gd name="csX94" fmla="*/ 117367 w 638175"/>
                <a:gd name="csY94" fmla="*/ 103 h 342900"/>
                <a:gd name="csX95" fmla="*/ 118634 w 638175"/>
                <a:gd name="csY95" fmla="*/ -30 h 342900"/>
                <a:gd name="csX96" fmla="*/ 119843 w 638175"/>
                <a:gd name="csY96" fmla="*/ 103 h 342900"/>
                <a:gd name="csX97" fmla="*/ 121110 w 638175"/>
                <a:gd name="csY97" fmla="*/ 427 h 342900"/>
                <a:gd name="csX98" fmla="*/ 122377 w 638175"/>
                <a:gd name="csY98" fmla="*/ 1065 h 342900"/>
                <a:gd name="csX99" fmla="*/ 123587 w 638175"/>
                <a:gd name="csY99" fmla="*/ 1913 h 342900"/>
                <a:gd name="csX100" fmla="*/ 124854 w 638175"/>
                <a:gd name="csY100" fmla="*/ 2942 h 342900"/>
                <a:gd name="csX101" fmla="*/ 126120 w 638175"/>
                <a:gd name="csY101" fmla="*/ 4170 h 342900"/>
                <a:gd name="csX102" fmla="*/ 127330 w 638175"/>
                <a:gd name="csY102" fmla="*/ 5590 h 342900"/>
                <a:gd name="csX103" fmla="*/ 128597 w 638175"/>
                <a:gd name="csY103" fmla="*/ 7142 h 342900"/>
                <a:gd name="csX104" fmla="*/ 129864 w 638175"/>
                <a:gd name="csY104" fmla="*/ 8885 h 342900"/>
                <a:gd name="csX105" fmla="*/ 131064 w 638175"/>
                <a:gd name="csY105" fmla="*/ 10829 h 342900"/>
                <a:gd name="csX106" fmla="*/ 132331 w 638175"/>
                <a:gd name="csY106" fmla="*/ 12829 h 342900"/>
                <a:gd name="csX107" fmla="*/ 133607 w 638175"/>
                <a:gd name="csY107" fmla="*/ 15029 h 342900"/>
                <a:gd name="csX108" fmla="*/ 134874 w 638175"/>
                <a:gd name="csY108" fmla="*/ 17286 h 342900"/>
                <a:gd name="csX109" fmla="*/ 136074 w 638175"/>
                <a:gd name="csY109" fmla="*/ 19677 h 342900"/>
                <a:gd name="csX110" fmla="*/ 137341 w 638175"/>
                <a:gd name="csY110" fmla="*/ 22135 h 342900"/>
                <a:gd name="csX111" fmla="*/ 138617 w 638175"/>
                <a:gd name="csY111" fmla="*/ 24659 h 342900"/>
                <a:gd name="csX112" fmla="*/ 139818 w 638175"/>
                <a:gd name="csY112" fmla="*/ 27307 h 342900"/>
                <a:gd name="csX113" fmla="*/ 141085 w 638175"/>
                <a:gd name="csY113" fmla="*/ 29955 h 342900"/>
                <a:gd name="csX114" fmla="*/ 142351 w 638175"/>
                <a:gd name="csY114" fmla="*/ 32669 h 342900"/>
                <a:gd name="csX115" fmla="*/ 143561 w 638175"/>
                <a:gd name="csY115" fmla="*/ 35450 h 342900"/>
                <a:gd name="csX116" fmla="*/ 144827 w 638175"/>
                <a:gd name="csY116" fmla="*/ 38232 h 342900"/>
                <a:gd name="csX117" fmla="*/ 146095 w 638175"/>
                <a:gd name="csY117" fmla="*/ 41004 h 342900"/>
                <a:gd name="csX118" fmla="*/ 147304 w 638175"/>
                <a:gd name="csY118" fmla="*/ 43852 h 342900"/>
                <a:gd name="csX119" fmla="*/ 148571 w 638175"/>
                <a:gd name="csY119" fmla="*/ 46690 h 342900"/>
                <a:gd name="csX120" fmla="*/ 149838 w 638175"/>
                <a:gd name="csY120" fmla="*/ 49538 h 342900"/>
                <a:gd name="csX121" fmla="*/ 151105 w 638175"/>
                <a:gd name="csY121" fmla="*/ 52386 h 342900"/>
                <a:gd name="csX122" fmla="*/ 152314 w 638175"/>
                <a:gd name="csY122" fmla="*/ 55158 h 342900"/>
                <a:gd name="csX123" fmla="*/ 153581 w 638175"/>
                <a:gd name="csY123" fmla="*/ 58006 h 342900"/>
                <a:gd name="csX124" fmla="*/ 154848 w 638175"/>
                <a:gd name="csY124" fmla="*/ 60787 h 342900"/>
                <a:gd name="csX125" fmla="*/ 156058 w 638175"/>
                <a:gd name="csY125" fmla="*/ 63492 h 342900"/>
                <a:gd name="csX126" fmla="*/ 157324 w 638175"/>
                <a:gd name="csY126" fmla="*/ 66207 h 342900"/>
                <a:gd name="csX127" fmla="*/ 158591 w 638175"/>
                <a:gd name="csY127" fmla="*/ 68922 h 342900"/>
                <a:gd name="csX128" fmla="*/ 159792 w 638175"/>
                <a:gd name="csY128" fmla="*/ 71579 h 342900"/>
                <a:gd name="csX129" fmla="*/ 161058 w 638175"/>
                <a:gd name="csY129" fmla="*/ 74160 h 342900"/>
                <a:gd name="csX130" fmla="*/ 162334 w 638175"/>
                <a:gd name="csY130" fmla="*/ 76741 h 342900"/>
                <a:gd name="csX131" fmla="*/ 163535 w 638175"/>
                <a:gd name="csY131" fmla="*/ 79199 h 342900"/>
                <a:gd name="csX132" fmla="*/ 164802 w 638175"/>
                <a:gd name="csY132" fmla="*/ 81656 h 342900"/>
                <a:gd name="csX133" fmla="*/ 166078 w 638175"/>
                <a:gd name="csY133" fmla="*/ 84114 h 342900"/>
                <a:gd name="csX134" fmla="*/ 167345 w 638175"/>
                <a:gd name="csY134" fmla="*/ 86438 h 342900"/>
                <a:gd name="csX135" fmla="*/ 168545 w 638175"/>
                <a:gd name="csY135" fmla="*/ 88762 h 342900"/>
                <a:gd name="csX136" fmla="*/ 169812 w 638175"/>
                <a:gd name="csY136" fmla="*/ 91029 h 342900"/>
                <a:gd name="csX137" fmla="*/ 171088 w 638175"/>
                <a:gd name="csY137" fmla="*/ 93163 h 342900"/>
                <a:gd name="csX138" fmla="*/ 172289 w 638175"/>
                <a:gd name="csY138" fmla="*/ 95296 h 342900"/>
                <a:gd name="csX139" fmla="*/ 173555 w 638175"/>
                <a:gd name="csY139" fmla="*/ 97363 h 342900"/>
                <a:gd name="csX140" fmla="*/ 174822 w 638175"/>
                <a:gd name="csY140" fmla="*/ 99363 h 342900"/>
                <a:gd name="csX141" fmla="*/ 176031 w 638175"/>
                <a:gd name="csY141" fmla="*/ 101364 h 342900"/>
                <a:gd name="csX142" fmla="*/ 177299 w 638175"/>
                <a:gd name="csY142" fmla="*/ 103240 h 342900"/>
                <a:gd name="csX143" fmla="*/ 178565 w 638175"/>
                <a:gd name="csY143" fmla="*/ 105050 h 342900"/>
                <a:gd name="csX144" fmla="*/ 179775 w 638175"/>
                <a:gd name="csY144" fmla="*/ 106793 h 342900"/>
                <a:gd name="csX145" fmla="*/ 181041 w 638175"/>
                <a:gd name="csY145" fmla="*/ 108536 h 342900"/>
                <a:gd name="csX146" fmla="*/ 182309 w 638175"/>
                <a:gd name="csY146" fmla="*/ 110155 h 342900"/>
                <a:gd name="csX147" fmla="*/ 183576 w 638175"/>
                <a:gd name="csY147" fmla="*/ 111774 h 342900"/>
                <a:gd name="csX148" fmla="*/ 184785 w 638175"/>
                <a:gd name="csY148" fmla="*/ 113260 h 342900"/>
                <a:gd name="csX149" fmla="*/ 186052 w 638175"/>
                <a:gd name="csY149" fmla="*/ 114746 h 342900"/>
                <a:gd name="csX150" fmla="*/ 187319 w 638175"/>
                <a:gd name="csY150" fmla="*/ 116165 h 342900"/>
                <a:gd name="csX151" fmla="*/ 188519 w 638175"/>
                <a:gd name="csY151" fmla="*/ 117527 h 342900"/>
                <a:gd name="csX152" fmla="*/ 189795 w 638175"/>
                <a:gd name="csY152" fmla="*/ 118813 h 342900"/>
                <a:gd name="csX153" fmla="*/ 191062 w 638175"/>
                <a:gd name="csY153" fmla="*/ 120109 h 342900"/>
                <a:gd name="csX154" fmla="*/ 192262 w 638175"/>
                <a:gd name="csY154" fmla="*/ 121271 h 342900"/>
                <a:gd name="csX155" fmla="*/ 193529 w 638175"/>
                <a:gd name="csY155" fmla="*/ 122433 h 342900"/>
                <a:gd name="csX156" fmla="*/ 194805 w 638175"/>
                <a:gd name="csY156" fmla="*/ 123538 h 342900"/>
                <a:gd name="csX157" fmla="*/ 196006 w 638175"/>
                <a:gd name="csY157" fmla="*/ 124566 h 342900"/>
                <a:gd name="csX158" fmla="*/ 197272 w 638175"/>
                <a:gd name="csY158" fmla="*/ 125538 h 342900"/>
                <a:gd name="csX159" fmla="*/ 198539 w 638175"/>
                <a:gd name="csY159" fmla="*/ 126509 h 342900"/>
                <a:gd name="csX160" fmla="*/ 199815 w 638175"/>
                <a:gd name="csY160" fmla="*/ 127415 h 342900"/>
                <a:gd name="csX161" fmla="*/ 201016 w 638175"/>
                <a:gd name="csY161" fmla="*/ 128319 h 342900"/>
                <a:gd name="csX162" fmla="*/ 202283 w 638175"/>
                <a:gd name="csY162" fmla="*/ 129157 h 342900"/>
                <a:gd name="csX163" fmla="*/ 203549 w 638175"/>
                <a:gd name="csY163" fmla="*/ 129996 h 342900"/>
                <a:gd name="csX164" fmla="*/ 204759 w 638175"/>
                <a:gd name="csY164" fmla="*/ 130767 h 342900"/>
                <a:gd name="csX165" fmla="*/ 206026 w 638175"/>
                <a:gd name="csY165" fmla="*/ 131482 h 342900"/>
                <a:gd name="csX166" fmla="*/ 207293 w 638175"/>
                <a:gd name="csY166" fmla="*/ 132196 h 342900"/>
                <a:gd name="csX167" fmla="*/ 208503 w 638175"/>
                <a:gd name="csY167" fmla="*/ 132901 h 342900"/>
                <a:gd name="csX168" fmla="*/ 209769 w 638175"/>
                <a:gd name="csY168" fmla="*/ 133615 h 342900"/>
                <a:gd name="csX169" fmla="*/ 211036 w 638175"/>
                <a:gd name="csY169" fmla="*/ 134263 h 342900"/>
                <a:gd name="csX170" fmla="*/ 212303 w 638175"/>
                <a:gd name="csY170" fmla="*/ 134911 h 342900"/>
                <a:gd name="csX171" fmla="*/ 213513 w 638175"/>
                <a:gd name="csY171" fmla="*/ 135558 h 342900"/>
                <a:gd name="csX172" fmla="*/ 214780 w 638175"/>
                <a:gd name="csY172" fmla="*/ 136197 h 342900"/>
                <a:gd name="csX173" fmla="*/ 216046 w 638175"/>
                <a:gd name="csY173" fmla="*/ 136844 h 342900"/>
                <a:gd name="csX174" fmla="*/ 217256 w 638175"/>
                <a:gd name="csY174" fmla="*/ 137426 h 342900"/>
                <a:gd name="csX175" fmla="*/ 218522 w 638175"/>
                <a:gd name="csY175" fmla="*/ 138073 h 342900"/>
                <a:gd name="csX176" fmla="*/ 219790 w 638175"/>
                <a:gd name="csY176" fmla="*/ 138721 h 342900"/>
                <a:gd name="csX177" fmla="*/ 220990 w 638175"/>
                <a:gd name="csY177" fmla="*/ 139302 h 342900"/>
                <a:gd name="csX178" fmla="*/ 222266 w 638175"/>
                <a:gd name="csY178" fmla="*/ 139949 h 342900"/>
                <a:gd name="csX179" fmla="*/ 223532 w 638175"/>
                <a:gd name="csY179" fmla="*/ 140597 h 342900"/>
                <a:gd name="csX180" fmla="*/ 224733 w 638175"/>
                <a:gd name="csY180" fmla="*/ 141302 h 342900"/>
                <a:gd name="csX181" fmla="*/ 226000 w 638175"/>
                <a:gd name="csY181" fmla="*/ 141950 h 342900"/>
                <a:gd name="csX182" fmla="*/ 227276 w 638175"/>
                <a:gd name="csY182" fmla="*/ 142664 h 342900"/>
                <a:gd name="csX183" fmla="*/ 228543 w 638175"/>
                <a:gd name="csY183" fmla="*/ 143379 h 342900"/>
                <a:gd name="csX184" fmla="*/ 229743 w 638175"/>
                <a:gd name="csY184" fmla="*/ 144083 h 342900"/>
                <a:gd name="csX185" fmla="*/ 231010 w 638175"/>
                <a:gd name="csY185" fmla="*/ 144855 h 342900"/>
                <a:gd name="csX186" fmla="*/ 232277 w 638175"/>
                <a:gd name="csY186" fmla="*/ 145636 h 342900"/>
                <a:gd name="csX187" fmla="*/ 233487 w 638175"/>
                <a:gd name="csY187" fmla="*/ 146474 h 342900"/>
                <a:gd name="csX188" fmla="*/ 234753 w 638175"/>
                <a:gd name="csY188" fmla="*/ 147312 h 342900"/>
                <a:gd name="csX189" fmla="*/ 236020 w 638175"/>
                <a:gd name="csY189" fmla="*/ 148150 h 342900"/>
                <a:gd name="csX190" fmla="*/ 237230 w 638175"/>
                <a:gd name="csY190" fmla="*/ 149065 h 342900"/>
                <a:gd name="csX191" fmla="*/ 238497 w 638175"/>
                <a:gd name="csY191" fmla="*/ 149970 h 342900"/>
                <a:gd name="csX192" fmla="*/ 239763 w 638175"/>
                <a:gd name="csY192" fmla="*/ 150932 h 342900"/>
                <a:gd name="csX193" fmla="*/ 240973 w 638175"/>
                <a:gd name="csY193" fmla="*/ 151903 h 342900"/>
                <a:gd name="csX194" fmla="*/ 242240 w 638175"/>
                <a:gd name="csY194" fmla="*/ 152875 h 342900"/>
                <a:gd name="csX195" fmla="*/ 243507 w 638175"/>
                <a:gd name="csY195" fmla="*/ 153904 h 342900"/>
                <a:gd name="csX196" fmla="*/ 244774 w 638175"/>
                <a:gd name="csY196" fmla="*/ 155008 h 342900"/>
                <a:gd name="csX197" fmla="*/ 245983 w 638175"/>
                <a:gd name="csY197" fmla="*/ 156037 h 342900"/>
                <a:gd name="csX198" fmla="*/ 247250 w 638175"/>
                <a:gd name="csY198" fmla="*/ 157199 h 342900"/>
                <a:gd name="csX199" fmla="*/ 248517 w 638175"/>
                <a:gd name="csY199" fmla="*/ 158304 h 342900"/>
                <a:gd name="csX200" fmla="*/ 249717 w 638175"/>
                <a:gd name="csY200" fmla="*/ 159466 h 342900"/>
                <a:gd name="csX201" fmla="*/ 250994 w 638175"/>
                <a:gd name="csY201" fmla="*/ 160628 h 342900"/>
                <a:gd name="csX202" fmla="*/ 252260 w 638175"/>
                <a:gd name="csY202" fmla="*/ 161857 h 342900"/>
                <a:gd name="csX203" fmla="*/ 253460 w 638175"/>
                <a:gd name="csY203" fmla="*/ 163086 h 342900"/>
                <a:gd name="csX204" fmla="*/ 254727 w 638175"/>
                <a:gd name="csY204" fmla="*/ 164315 h 342900"/>
                <a:gd name="csX205" fmla="*/ 256004 w 638175"/>
                <a:gd name="csY205" fmla="*/ 165543 h 342900"/>
                <a:gd name="csX206" fmla="*/ 257204 w 638175"/>
                <a:gd name="csY206" fmla="*/ 166829 h 342900"/>
                <a:gd name="csX207" fmla="*/ 258470 w 638175"/>
                <a:gd name="csY207" fmla="*/ 168124 h 342900"/>
                <a:gd name="csX208" fmla="*/ 259737 w 638175"/>
                <a:gd name="csY208" fmla="*/ 169420 h 342900"/>
                <a:gd name="csX209" fmla="*/ 261014 w 638175"/>
                <a:gd name="csY209" fmla="*/ 170706 h 342900"/>
                <a:gd name="csX210" fmla="*/ 262214 w 638175"/>
                <a:gd name="csY210" fmla="*/ 172001 h 342900"/>
                <a:gd name="csX211" fmla="*/ 263481 w 638175"/>
                <a:gd name="csY211" fmla="*/ 173297 h 342900"/>
                <a:gd name="csX212" fmla="*/ 264747 w 638175"/>
                <a:gd name="csY212" fmla="*/ 174592 h 342900"/>
                <a:gd name="csX213" fmla="*/ 265957 w 638175"/>
                <a:gd name="csY213" fmla="*/ 175878 h 342900"/>
                <a:gd name="csX214" fmla="*/ 267224 w 638175"/>
                <a:gd name="csY214" fmla="*/ 177240 h 342900"/>
                <a:gd name="csX215" fmla="*/ 268491 w 638175"/>
                <a:gd name="csY215" fmla="*/ 178525 h 342900"/>
                <a:gd name="csX216" fmla="*/ 269701 w 638175"/>
                <a:gd name="csY216" fmla="*/ 179821 h 342900"/>
                <a:gd name="csX217" fmla="*/ 270967 w 638175"/>
                <a:gd name="csY217" fmla="*/ 181117 h 342900"/>
                <a:gd name="csX218" fmla="*/ 272234 w 638175"/>
                <a:gd name="csY218" fmla="*/ 182402 h 342900"/>
                <a:gd name="csX219" fmla="*/ 273444 w 638175"/>
                <a:gd name="csY219" fmla="*/ 183631 h 342900"/>
                <a:gd name="csX220" fmla="*/ 274711 w 638175"/>
                <a:gd name="csY220" fmla="*/ 184927 h 342900"/>
                <a:gd name="csX221" fmla="*/ 275978 w 638175"/>
                <a:gd name="csY221" fmla="*/ 186155 h 342900"/>
                <a:gd name="csX222" fmla="*/ 277244 w 638175"/>
                <a:gd name="csY222" fmla="*/ 187384 h 342900"/>
                <a:gd name="csX223" fmla="*/ 278454 w 638175"/>
                <a:gd name="csY223" fmla="*/ 188613 h 342900"/>
                <a:gd name="csX224" fmla="*/ 279721 w 638175"/>
                <a:gd name="csY224" fmla="*/ 189842 h 342900"/>
                <a:gd name="csX225" fmla="*/ 280988 w 638175"/>
                <a:gd name="csY225" fmla="*/ 191004 h 342900"/>
                <a:gd name="csX226" fmla="*/ 282188 w 638175"/>
                <a:gd name="csY226" fmla="*/ 192165 h 342900"/>
                <a:gd name="csX227" fmla="*/ 283464 w 638175"/>
                <a:gd name="csY227" fmla="*/ 193327 h 342900"/>
                <a:gd name="csX228" fmla="*/ 284731 w 638175"/>
                <a:gd name="csY228" fmla="*/ 194423 h 342900"/>
                <a:gd name="csX229" fmla="*/ 285931 w 638175"/>
                <a:gd name="csY229" fmla="*/ 195595 h 342900"/>
                <a:gd name="csX230" fmla="*/ 287198 w 638175"/>
                <a:gd name="csY230" fmla="*/ 196690 h 342900"/>
                <a:gd name="csX231" fmla="*/ 288474 w 638175"/>
                <a:gd name="csY231" fmla="*/ 197728 h 342900"/>
                <a:gd name="csX232" fmla="*/ 289741 w 638175"/>
                <a:gd name="csY232" fmla="*/ 198824 h 342900"/>
                <a:gd name="csX233" fmla="*/ 290941 w 638175"/>
                <a:gd name="csY233" fmla="*/ 199852 h 342900"/>
                <a:gd name="csX234" fmla="*/ 292208 w 638175"/>
                <a:gd name="csY234" fmla="*/ 200823 h 342900"/>
                <a:gd name="csX235" fmla="*/ 293485 w 638175"/>
                <a:gd name="csY235" fmla="*/ 201862 h 342900"/>
                <a:gd name="csX236" fmla="*/ 294685 w 638175"/>
                <a:gd name="csY236" fmla="*/ 202824 h 342900"/>
                <a:gd name="csX237" fmla="*/ 295951 w 638175"/>
                <a:gd name="csY237" fmla="*/ 203795 h 342900"/>
                <a:gd name="csX238" fmla="*/ 297218 w 638175"/>
                <a:gd name="csY238" fmla="*/ 204767 h 342900"/>
                <a:gd name="csX239" fmla="*/ 298428 w 638175"/>
                <a:gd name="csY239" fmla="*/ 205672 h 342900"/>
                <a:gd name="csX240" fmla="*/ 299695 w 638175"/>
                <a:gd name="csY240" fmla="*/ 206577 h 342900"/>
                <a:gd name="csX241" fmla="*/ 300961 w 638175"/>
                <a:gd name="csY241" fmla="*/ 207482 h 342900"/>
                <a:gd name="csX242" fmla="*/ 302171 w 638175"/>
                <a:gd name="csY242" fmla="*/ 208320 h 342900"/>
                <a:gd name="csX243" fmla="*/ 303438 w 638175"/>
                <a:gd name="csY243" fmla="*/ 209225 h 342900"/>
                <a:gd name="csX244" fmla="*/ 304705 w 638175"/>
                <a:gd name="csY244" fmla="*/ 210063 h 342900"/>
                <a:gd name="csX245" fmla="*/ 305972 w 638175"/>
                <a:gd name="csY245" fmla="*/ 210844 h 342900"/>
                <a:gd name="csX246" fmla="*/ 307181 w 638175"/>
                <a:gd name="csY246" fmla="*/ 211682 h 342900"/>
                <a:gd name="csX247" fmla="*/ 308448 w 638175"/>
                <a:gd name="csY247" fmla="*/ 212454 h 342900"/>
                <a:gd name="csX248" fmla="*/ 309715 w 638175"/>
                <a:gd name="csY248" fmla="*/ 213235 h 342900"/>
                <a:gd name="csX249" fmla="*/ 310915 w 638175"/>
                <a:gd name="csY249" fmla="*/ 214006 h 342900"/>
                <a:gd name="csX250" fmla="*/ 312192 w 638175"/>
                <a:gd name="csY250" fmla="*/ 214787 h 342900"/>
                <a:gd name="csX251" fmla="*/ 313458 w 638175"/>
                <a:gd name="csY251" fmla="*/ 215492 h 342900"/>
                <a:gd name="csX252" fmla="*/ 314658 w 638175"/>
                <a:gd name="csY252" fmla="*/ 216273 h 342900"/>
                <a:gd name="csX253" fmla="*/ 315935 w 638175"/>
                <a:gd name="csY253" fmla="*/ 216978 h 342900"/>
                <a:gd name="csX254" fmla="*/ 317202 w 638175"/>
                <a:gd name="csY254" fmla="*/ 217626 h 342900"/>
                <a:gd name="csX255" fmla="*/ 318402 w 638175"/>
                <a:gd name="csY255" fmla="*/ 218340 h 342900"/>
                <a:gd name="csX256" fmla="*/ 319668 w 638175"/>
                <a:gd name="csY256" fmla="*/ 218988 h 342900"/>
                <a:gd name="csX257" fmla="*/ 320935 w 638175"/>
                <a:gd name="csY257" fmla="*/ 219693 h 342900"/>
                <a:gd name="csX258" fmla="*/ 322212 w 638175"/>
                <a:gd name="csY258" fmla="*/ 220340 h 342900"/>
                <a:gd name="csX259" fmla="*/ 323412 w 638175"/>
                <a:gd name="csY259" fmla="*/ 220988 h 342900"/>
                <a:gd name="csX260" fmla="*/ 324679 w 638175"/>
                <a:gd name="csY260" fmla="*/ 221569 h 342900"/>
                <a:gd name="csX261" fmla="*/ 325955 w 638175"/>
                <a:gd name="csY261" fmla="*/ 222217 h 342900"/>
                <a:gd name="csX262" fmla="*/ 327155 w 638175"/>
                <a:gd name="csY262" fmla="*/ 222798 h 342900"/>
                <a:gd name="csX263" fmla="*/ 328422 w 638175"/>
                <a:gd name="csY263" fmla="*/ 223379 h 342900"/>
                <a:gd name="csX264" fmla="*/ 329689 w 638175"/>
                <a:gd name="csY264" fmla="*/ 223960 h 342900"/>
                <a:gd name="csX265" fmla="*/ 330899 w 638175"/>
                <a:gd name="csY265" fmla="*/ 224474 h 342900"/>
                <a:gd name="csX266" fmla="*/ 332165 w 638175"/>
                <a:gd name="csY266" fmla="*/ 225055 h 342900"/>
                <a:gd name="csX267" fmla="*/ 333432 w 638175"/>
                <a:gd name="csY267" fmla="*/ 225579 h 342900"/>
                <a:gd name="csX268" fmla="*/ 334642 w 638175"/>
                <a:gd name="csY268" fmla="*/ 226093 h 342900"/>
                <a:gd name="csX269" fmla="*/ 335909 w 638175"/>
                <a:gd name="csY269" fmla="*/ 226608 h 342900"/>
                <a:gd name="csX270" fmla="*/ 337176 w 638175"/>
                <a:gd name="csY270" fmla="*/ 227065 h 342900"/>
                <a:gd name="csX271" fmla="*/ 338442 w 638175"/>
                <a:gd name="csY271" fmla="*/ 227513 h 342900"/>
                <a:gd name="csX272" fmla="*/ 339652 w 638175"/>
                <a:gd name="csY272" fmla="*/ 227970 h 342900"/>
                <a:gd name="csX273" fmla="*/ 340919 w 638175"/>
                <a:gd name="csY273" fmla="*/ 228418 h 342900"/>
                <a:gd name="csX274" fmla="*/ 342186 w 638175"/>
                <a:gd name="csY274" fmla="*/ 228875 h 342900"/>
                <a:gd name="csX275" fmla="*/ 343386 w 638175"/>
                <a:gd name="csY275" fmla="*/ 229256 h 342900"/>
                <a:gd name="csX276" fmla="*/ 344662 w 638175"/>
                <a:gd name="csY276" fmla="*/ 229646 h 342900"/>
                <a:gd name="csX277" fmla="*/ 345929 w 638175"/>
                <a:gd name="csY277" fmla="*/ 230037 h 342900"/>
                <a:gd name="csX278" fmla="*/ 347129 w 638175"/>
                <a:gd name="csY278" fmla="*/ 230427 h 342900"/>
                <a:gd name="csX279" fmla="*/ 348396 w 638175"/>
                <a:gd name="csY279" fmla="*/ 230751 h 342900"/>
                <a:gd name="csX280" fmla="*/ 349672 w 638175"/>
                <a:gd name="csY280" fmla="*/ 231066 h 342900"/>
                <a:gd name="csX281" fmla="*/ 350872 w 638175"/>
                <a:gd name="csY281" fmla="*/ 231390 h 342900"/>
                <a:gd name="csX282" fmla="*/ 352139 w 638175"/>
                <a:gd name="csY282" fmla="*/ 231656 h 342900"/>
                <a:gd name="csX283" fmla="*/ 353406 w 638175"/>
                <a:gd name="csY283" fmla="*/ 231970 h 342900"/>
                <a:gd name="csX284" fmla="*/ 354683 w 638175"/>
                <a:gd name="csY284" fmla="*/ 232237 h 342900"/>
                <a:gd name="csX285" fmla="*/ 355883 w 638175"/>
                <a:gd name="csY285" fmla="*/ 232494 h 342900"/>
                <a:gd name="csX286" fmla="*/ 357149 w 638175"/>
                <a:gd name="csY286" fmla="*/ 232752 h 342900"/>
                <a:gd name="csX287" fmla="*/ 358416 w 638175"/>
                <a:gd name="csY287" fmla="*/ 232942 h 342900"/>
                <a:gd name="csX288" fmla="*/ 359626 w 638175"/>
                <a:gd name="csY288" fmla="*/ 233142 h 342900"/>
                <a:gd name="csX289" fmla="*/ 360893 w 638175"/>
                <a:gd name="csY289" fmla="*/ 233333 h 342900"/>
                <a:gd name="csX290" fmla="*/ 362159 w 638175"/>
                <a:gd name="csY290" fmla="*/ 233523 h 342900"/>
                <a:gd name="csX291" fmla="*/ 363369 w 638175"/>
                <a:gd name="csY291" fmla="*/ 233723 h 342900"/>
                <a:gd name="csX292" fmla="*/ 364636 w 638175"/>
                <a:gd name="csY292" fmla="*/ 233913 h 342900"/>
                <a:gd name="csX293" fmla="*/ 365903 w 638175"/>
                <a:gd name="csY293" fmla="*/ 234104 h 342900"/>
                <a:gd name="csX294" fmla="*/ 367113 w 638175"/>
                <a:gd name="csY294" fmla="*/ 234237 h 342900"/>
                <a:gd name="csX295" fmla="*/ 368379 w 638175"/>
                <a:gd name="csY295" fmla="*/ 234428 h 342900"/>
                <a:gd name="csX296" fmla="*/ 369646 w 638175"/>
                <a:gd name="csY296" fmla="*/ 234562 h 342900"/>
                <a:gd name="csX297" fmla="*/ 370913 w 638175"/>
                <a:gd name="csY297" fmla="*/ 234752 h 342900"/>
                <a:gd name="csX298" fmla="*/ 372123 w 638175"/>
                <a:gd name="csY298" fmla="*/ 234885 h 342900"/>
                <a:gd name="csX299" fmla="*/ 373390 w 638175"/>
                <a:gd name="csY299" fmla="*/ 235075 h 342900"/>
                <a:gd name="csX300" fmla="*/ 374656 w 638175"/>
                <a:gd name="csY300" fmla="*/ 235209 h 342900"/>
                <a:gd name="csX301" fmla="*/ 375856 w 638175"/>
                <a:gd name="csY301" fmla="*/ 235399 h 342900"/>
                <a:gd name="csX302" fmla="*/ 377133 w 638175"/>
                <a:gd name="csY302" fmla="*/ 235590 h 342900"/>
                <a:gd name="csX303" fmla="*/ 378400 w 638175"/>
                <a:gd name="csY303" fmla="*/ 235790 h 342900"/>
                <a:gd name="csX304" fmla="*/ 379600 w 638175"/>
                <a:gd name="csY304" fmla="*/ 235981 h 342900"/>
                <a:gd name="csX305" fmla="*/ 380866 w 638175"/>
                <a:gd name="csY305" fmla="*/ 236171 h 342900"/>
                <a:gd name="csX306" fmla="*/ 382143 w 638175"/>
                <a:gd name="csY306" fmla="*/ 236438 h 342900"/>
                <a:gd name="csX307" fmla="*/ 383410 w 638175"/>
                <a:gd name="csY307" fmla="*/ 236695 h 342900"/>
                <a:gd name="csX308" fmla="*/ 384610 w 638175"/>
                <a:gd name="csY308" fmla="*/ 236952 h 342900"/>
                <a:gd name="csX309" fmla="*/ 385877 w 638175"/>
                <a:gd name="csY309" fmla="*/ 237209 h 342900"/>
                <a:gd name="csX310" fmla="*/ 387153 w 638175"/>
                <a:gd name="csY310" fmla="*/ 237533 h 342900"/>
                <a:gd name="csX311" fmla="*/ 388353 w 638175"/>
                <a:gd name="csY311" fmla="*/ 237857 h 342900"/>
                <a:gd name="csX312" fmla="*/ 389620 w 638175"/>
                <a:gd name="csY312" fmla="*/ 238247 h 342900"/>
                <a:gd name="csX313" fmla="*/ 390887 w 638175"/>
                <a:gd name="csY313" fmla="*/ 238629 h 342900"/>
                <a:gd name="csX314" fmla="*/ 392097 w 638175"/>
                <a:gd name="csY314" fmla="*/ 239086 h 342900"/>
                <a:gd name="csX315" fmla="*/ 393363 w 638175"/>
                <a:gd name="csY315" fmla="*/ 239466 h 342900"/>
                <a:gd name="csX316" fmla="*/ 394630 w 638175"/>
                <a:gd name="csY316" fmla="*/ 239990 h 342900"/>
                <a:gd name="csX317" fmla="*/ 395840 w 638175"/>
                <a:gd name="csY317" fmla="*/ 240505 h 342900"/>
                <a:gd name="csX318" fmla="*/ 397107 w 638175"/>
                <a:gd name="csY318" fmla="*/ 241019 h 342900"/>
                <a:gd name="csX319" fmla="*/ 398374 w 638175"/>
                <a:gd name="csY319" fmla="*/ 241600 h 342900"/>
                <a:gd name="csX320" fmla="*/ 399640 w 638175"/>
                <a:gd name="csY320" fmla="*/ 242248 h 342900"/>
                <a:gd name="csX321" fmla="*/ 400850 w 638175"/>
                <a:gd name="csY321" fmla="*/ 242896 h 342900"/>
                <a:gd name="csX322" fmla="*/ 402117 w 638175"/>
                <a:gd name="csY322" fmla="*/ 243544 h 342900"/>
                <a:gd name="csX323" fmla="*/ 403384 w 638175"/>
                <a:gd name="csY323" fmla="*/ 244257 h 342900"/>
                <a:gd name="csX324" fmla="*/ 404584 w 638175"/>
                <a:gd name="csY324" fmla="*/ 245029 h 342900"/>
                <a:gd name="csX325" fmla="*/ 405860 w 638175"/>
                <a:gd name="csY325" fmla="*/ 245801 h 342900"/>
                <a:gd name="csX326" fmla="*/ 407127 w 638175"/>
                <a:gd name="csY326" fmla="*/ 246582 h 342900"/>
                <a:gd name="csX327" fmla="*/ 408327 w 638175"/>
                <a:gd name="csY327" fmla="*/ 247420 h 342900"/>
                <a:gd name="csX328" fmla="*/ 409594 w 638175"/>
                <a:gd name="csY328" fmla="*/ 248325 h 342900"/>
                <a:gd name="csX329" fmla="*/ 410870 w 638175"/>
                <a:gd name="csY329" fmla="*/ 249230 h 342900"/>
                <a:gd name="csX330" fmla="*/ 412070 w 638175"/>
                <a:gd name="csY330" fmla="*/ 250201 h 342900"/>
                <a:gd name="csX331" fmla="*/ 413337 w 638175"/>
                <a:gd name="csY331" fmla="*/ 251106 h 342900"/>
                <a:gd name="csX332" fmla="*/ 414605 w 638175"/>
                <a:gd name="csY332" fmla="*/ 252135 h 342900"/>
                <a:gd name="csX333" fmla="*/ 415881 w 638175"/>
                <a:gd name="csY333" fmla="*/ 253106 h 342900"/>
                <a:gd name="csX334" fmla="*/ 417081 w 638175"/>
                <a:gd name="csY334" fmla="*/ 254145 h 342900"/>
                <a:gd name="csX335" fmla="*/ 418347 w 638175"/>
                <a:gd name="csY335" fmla="*/ 255240 h 342900"/>
                <a:gd name="csX336" fmla="*/ 419615 w 638175"/>
                <a:gd name="csY336" fmla="*/ 256278 h 342900"/>
                <a:gd name="csX337" fmla="*/ 420824 w 638175"/>
                <a:gd name="csY337" fmla="*/ 257373 h 342900"/>
                <a:gd name="csX338" fmla="*/ 422091 w 638175"/>
                <a:gd name="csY338" fmla="*/ 258469 h 342900"/>
                <a:gd name="csX339" fmla="*/ 423357 w 638175"/>
                <a:gd name="csY339" fmla="*/ 259631 h 342900"/>
                <a:gd name="csX340" fmla="*/ 424567 w 638175"/>
                <a:gd name="csY340" fmla="*/ 260736 h 342900"/>
                <a:gd name="csX341" fmla="*/ 425834 w 638175"/>
                <a:gd name="csY341" fmla="*/ 261898 h 342900"/>
                <a:gd name="csX342" fmla="*/ 427101 w 638175"/>
                <a:gd name="csY342" fmla="*/ 262993 h 342900"/>
                <a:gd name="csX343" fmla="*/ 428311 w 638175"/>
                <a:gd name="csY343" fmla="*/ 264156 h 342900"/>
                <a:gd name="csX344" fmla="*/ 429577 w 638175"/>
                <a:gd name="csY344" fmla="*/ 265260 h 342900"/>
                <a:gd name="csX345" fmla="*/ 430844 w 638175"/>
                <a:gd name="csY345" fmla="*/ 266422 h 342900"/>
                <a:gd name="csX346" fmla="*/ 432111 w 638175"/>
                <a:gd name="csY346" fmla="*/ 267518 h 342900"/>
                <a:gd name="csX347" fmla="*/ 433321 w 638175"/>
                <a:gd name="csY347" fmla="*/ 268613 h 342900"/>
                <a:gd name="csX348" fmla="*/ 434588 w 638175"/>
                <a:gd name="csY348" fmla="*/ 269718 h 342900"/>
                <a:gd name="csX349" fmla="*/ 435854 w 638175"/>
                <a:gd name="csY349" fmla="*/ 270813 h 342900"/>
                <a:gd name="csX350" fmla="*/ 437055 w 638175"/>
                <a:gd name="csY350" fmla="*/ 271909 h 342900"/>
                <a:gd name="csX351" fmla="*/ 438331 w 638175"/>
                <a:gd name="csY351" fmla="*/ 272947 h 342900"/>
                <a:gd name="csX352" fmla="*/ 439598 w 638175"/>
                <a:gd name="csY352" fmla="*/ 273985 h 342900"/>
                <a:gd name="csX353" fmla="*/ 440798 w 638175"/>
                <a:gd name="csY353" fmla="*/ 275014 h 342900"/>
                <a:gd name="csX354" fmla="*/ 442065 w 638175"/>
                <a:gd name="csY354" fmla="*/ 275986 h 342900"/>
                <a:gd name="csX355" fmla="*/ 443341 w 638175"/>
                <a:gd name="csY355" fmla="*/ 276890 h 342900"/>
                <a:gd name="csX356" fmla="*/ 444541 w 638175"/>
                <a:gd name="csY356" fmla="*/ 277862 h 342900"/>
                <a:gd name="csX357" fmla="*/ 445808 w 638175"/>
                <a:gd name="csY357" fmla="*/ 278700 h 342900"/>
                <a:gd name="csX358" fmla="*/ 447075 w 638175"/>
                <a:gd name="csY358" fmla="*/ 279605 h 342900"/>
                <a:gd name="csX359" fmla="*/ 448351 w 638175"/>
                <a:gd name="csY359" fmla="*/ 280377 h 342900"/>
                <a:gd name="csX360" fmla="*/ 449551 w 638175"/>
                <a:gd name="csY360" fmla="*/ 281158 h 342900"/>
                <a:gd name="csX361" fmla="*/ 450818 w 638175"/>
                <a:gd name="csY361" fmla="*/ 281929 h 342900"/>
                <a:gd name="csX362" fmla="*/ 452085 w 638175"/>
                <a:gd name="csY362" fmla="*/ 282577 h 342900"/>
                <a:gd name="csX363" fmla="*/ 453295 w 638175"/>
                <a:gd name="csY363" fmla="*/ 283224 h 342900"/>
                <a:gd name="csX364" fmla="*/ 454561 w 638175"/>
                <a:gd name="csY364" fmla="*/ 283872 h 342900"/>
                <a:gd name="csX365" fmla="*/ 455828 w 638175"/>
                <a:gd name="csY365" fmla="*/ 284453 h 342900"/>
                <a:gd name="csX366" fmla="*/ 457038 w 638175"/>
                <a:gd name="csY366" fmla="*/ 284968 h 342900"/>
                <a:gd name="csX367" fmla="*/ 458305 w 638175"/>
                <a:gd name="csY367" fmla="*/ 285425 h 342900"/>
                <a:gd name="csX368" fmla="*/ 459572 w 638175"/>
                <a:gd name="csY368" fmla="*/ 285872 h 342900"/>
                <a:gd name="csX369" fmla="*/ 460838 w 638175"/>
                <a:gd name="csY369" fmla="*/ 286263 h 342900"/>
                <a:gd name="csX370" fmla="*/ 462048 w 638175"/>
                <a:gd name="csY370" fmla="*/ 286587 h 342900"/>
                <a:gd name="csX371" fmla="*/ 463315 w 638175"/>
                <a:gd name="csY371" fmla="*/ 286911 h 342900"/>
                <a:gd name="csX372" fmla="*/ 464582 w 638175"/>
                <a:gd name="csY372" fmla="*/ 287168 h 342900"/>
                <a:gd name="csX373" fmla="*/ 465792 w 638175"/>
                <a:gd name="csY373" fmla="*/ 287358 h 342900"/>
                <a:gd name="csX374" fmla="*/ 467058 w 638175"/>
                <a:gd name="csY374" fmla="*/ 287549 h 342900"/>
                <a:gd name="csX375" fmla="*/ 468325 w 638175"/>
                <a:gd name="csY375" fmla="*/ 287682 h 342900"/>
                <a:gd name="csX376" fmla="*/ 469526 w 638175"/>
                <a:gd name="csY376" fmla="*/ 287806 h 342900"/>
                <a:gd name="csX377" fmla="*/ 470792 w 638175"/>
                <a:gd name="csY377" fmla="*/ 287873 h 342900"/>
                <a:gd name="csX378" fmla="*/ 472068 w 638175"/>
                <a:gd name="csY378" fmla="*/ 287873 h 342900"/>
                <a:gd name="csX379" fmla="*/ 473269 w 638175"/>
                <a:gd name="csY379" fmla="*/ 287873 h 342900"/>
                <a:gd name="csX380" fmla="*/ 474536 w 638175"/>
                <a:gd name="csY380" fmla="*/ 287873 h 342900"/>
                <a:gd name="csX381" fmla="*/ 475812 w 638175"/>
                <a:gd name="csY381" fmla="*/ 287806 h 342900"/>
                <a:gd name="csX382" fmla="*/ 477079 w 638175"/>
                <a:gd name="csY382" fmla="*/ 287749 h 342900"/>
                <a:gd name="csX383" fmla="*/ 478279 w 638175"/>
                <a:gd name="csY383" fmla="*/ 287615 h 342900"/>
                <a:gd name="csX384" fmla="*/ 479546 w 638175"/>
                <a:gd name="csY384" fmla="*/ 287491 h 342900"/>
                <a:gd name="csX385" fmla="*/ 480813 w 638175"/>
                <a:gd name="csY385" fmla="*/ 287358 h 342900"/>
                <a:gd name="csX386" fmla="*/ 482022 w 638175"/>
                <a:gd name="csY386" fmla="*/ 287168 h 342900"/>
                <a:gd name="csX387" fmla="*/ 483289 w 638175"/>
                <a:gd name="csY387" fmla="*/ 287034 h 342900"/>
                <a:gd name="csX388" fmla="*/ 484556 w 638175"/>
                <a:gd name="csY388" fmla="*/ 286844 h 342900"/>
                <a:gd name="csX389" fmla="*/ 485765 w 638175"/>
                <a:gd name="csY389" fmla="*/ 286644 h 342900"/>
                <a:gd name="csX390" fmla="*/ 487032 w 638175"/>
                <a:gd name="csY390" fmla="*/ 286387 h 342900"/>
                <a:gd name="csX391" fmla="*/ 488299 w 638175"/>
                <a:gd name="csY391" fmla="*/ 286196 h 342900"/>
                <a:gd name="csX392" fmla="*/ 489509 w 638175"/>
                <a:gd name="csY392" fmla="*/ 285996 h 342900"/>
                <a:gd name="csX393" fmla="*/ 490775 w 638175"/>
                <a:gd name="csY393" fmla="*/ 285805 h 342900"/>
                <a:gd name="csX394" fmla="*/ 492042 w 638175"/>
                <a:gd name="csY394" fmla="*/ 285615 h 342900"/>
                <a:gd name="csX395" fmla="*/ 493310 w 638175"/>
                <a:gd name="csY395" fmla="*/ 285425 h 342900"/>
                <a:gd name="csX396" fmla="*/ 494519 w 638175"/>
                <a:gd name="csY396" fmla="*/ 285225 h 342900"/>
                <a:gd name="csX397" fmla="*/ 495786 w 638175"/>
                <a:gd name="csY397" fmla="*/ 285101 h 342900"/>
                <a:gd name="csX398" fmla="*/ 497052 w 638175"/>
                <a:gd name="csY398" fmla="*/ 284901 h 342900"/>
                <a:gd name="csX399" fmla="*/ 498253 w 638175"/>
                <a:gd name="csY399" fmla="*/ 284777 h 342900"/>
                <a:gd name="csX400" fmla="*/ 499529 w 638175"/>
                <a:gd name="csY400" fmla="*/ 284710 h 342900"/>
                <a:gd name="csX401" fmla="*/ 500796 w 638175"/>
                <a:gd name="csY401" fmla="*/ 284577 h 342900"/>
                <a:gd name="csX402" fmla="*/ 501996 w 638175"/>
                <a:gd name="csY402" fmla="*/ 284510 h 342900"/>
                <a:gd name="csX403" fmla="*/ 503263 w 638175"/>
                <a:gd name="csY403" fmla="*/ 284453 h 342900"/>
                <a:gd name="csX404" fmla="*/ 504539 w 638175"/>
                <a:gd name="csY404" fmla="*/ 284453 h 342900"/>
                <a:gd name="csX405" fmla="*/ 505740 w 638175"/>
                <a:gd name="csY405" fmla="*/ 284453 h 342900"/>
                <a:gd name="csX406" fmla="*/ 507006 w 638175"/>
                <a:gd name="csY406" fmla="*/ 284510 h 342900"/>
                <a:gd name="csX407" fmla="*/ 508273 w 638175"/>
                <a:gd name="csY407" fmla="*/ 284577 h 342900"/>
                <a:gd name="csX408" fmla="*/ 509540 w 638175"/>
                <a:gd name="csY408" fmla="*/ 284710 h 342900"/>
                <a:gd name="csX409" fmla="*/ 510750 w 638175"/>
                <a:gd name="csY409" fmla="*/ 284834 h 342900"/>
                <a:gd name="csX410" fmla="*/ 512017 w 638175"/>
                <a:gd name="csY410" fmla="*/ 285034 h 342900"/>
                <a:gd name="csX411" fmla="*/ 513283 w 638175"/>
                <a:gd name="csY411" fmla="*/ 285292 h 342900"/>
                <a:gd name="csX412" fmla="*/ 514493 w 638175"/>
                <a:gd name="csY412" fmla="*/ 285549 h 342900"/>
                <a:gd name="csX413" fmla="*/ 515760 w 638175"/>
                <a:gd name="csY413" fmla="*/ 285805 h 342900"/>
                <a:gd name="csX414" fmla="*/ 517027 w 638175"/>
                <a:gd name="csY414" fmla="*/ 286130 h 342900"/>
                <a:gd name="csX415" fmla="*/ 518236 w 638175"/>
                <a:gd name="csY415" fmla="*/ 286520 h 342900"/>
                <a:gd name="csX416" fmla="*/ 519503 w 638175"/>
                <a:gd name="csY416" fmla="*/ 286911 h 342900"/>
                <a:gd name="csX417" fmla="*/ 520770 w 638175"/>
                <a:gd name="csY417" fmla="*/ 287358 h 342900"/>
                <a:gd name="csX418" fmla="*/ 521970 w 638175"/>
                <a:gd name="csY418" fmla="*/ 287873 h 342900"/>
                <a:gd name="csX419" fmla="*/ 523246 w 638175"/>
                <a:gd name="csY419" fmla="*/ 288397 h 342900"/>
                <a:gd name="csX420" fmla="*/ 524513 w 638175"/>
                <a:gd name="csY420" fmla="*/ 288977 h 342900"/>
                <a:gd name="csX421" fmla="*/ 525780 w 638175"/>
                <a:gd name="csY421" fmla="*/ 289559 h 342900"/>
                <a:gd name="csX422" fmla="*/ 526990 w 638175"/>
                <a:gd name="csY422" fmla="*/ 290206 h 342900"/>
                <a:gd name="csX423" fmla="*/ 528256 w 638175"/>
                <a:gd name="csY423" fmla="*/ 290845 h 342900"/>
                <a:gd name="csX424" fmla="*/ 529523 w 638175"/>
                <a:gd name="csY424" fmla="*/ 291625 h 342900"/>
                <a:gd name="csX425" fmla="*/ 530724 w 638175"/>
                <a:gd name="csY425" fmla="*/ 292330 h 342900"/>
                <a:gd name="csX426" fmla="*/ 531990 w 638175"/>
                <a:gd name="csY426" fmla="*/ 293111 h 342900"/>
                <a:gd name="csX427" fmla="*/ 533267 w 638175"/>
                <a:gd name="csY427" fmla="*/ 293950 h 342900"/>
                <a:gd name="csX428" fmla="*/ 534467 w 638175"/>
                <a:gd name="csY428" fmla="*/ 294788 h 342900"/>
                <a:gd name="csX429" fmla="*/ 535734 w 638175"/>
                <a:gd name="csY429" fmla="*/ 295693 h 342900"/>
                <a:gd name="csX430" fmla="*/ 537001 w 638175"/>
                <a:gd name="csY430" fmla="*/ 296598 h 342900"/>
                <a:gd name="csX431" fmla="*/ 538210 w 638175"/>
                <a:gd name="csY431" fmla="*/ 297502 h 342900"/>
                <a:gd name="csX432" fmla="*/ 539477 w 638175"/>
                <a:gd name="csY432" fmla="*/ 298474 h 342900"/>
                <a:gd name="csX433" fmla="*/ 540744 w 638175"/>
                <a:gd name="csY433" fmla="*/ 299445 h 342900"/>
                <a:gd name="csX434" fmla="*/ 542011 w 638175"/>
                <a:gd name="csY434" fmla="*/ 300474 h 342900"/>
                <a:gd name="csX435" fmla="*/ 543221 w 638175"/>
                <a:gd name="csY435" fmla="*/ 301513 h 342900"/>
                <a:gd name="csX436" fmla="*/ 544487 w 638175"/>
                <a:gd name="csY436" fmla="*/ 302541 h 342900"/>
                <a:gd name="csX437" fmla="*/ 545754 w 638175"/>
                <a:gd name="csY437" fmla="*/ 303579 h 342900"/>
                <a:gd name="csX438" fmla="*/ 546964 w 638175"/>
                <a:gd name="csY438" fmla="*/ 304675 h 342900"/>
                <a:gd name="csX439" fmla="*/ 548231 w 638175"/>
                <a:gd name="csY439" fmla="*/ 305780 h 342900"/>
                <a:gd name="csX440" fmla="*/ 549497 w 638175"/>
                <a:gd name="csY440" fmla="*/ 306875 h 342900"/>
                <a:gd name="csX441" fmla="*/ 550707 w 638175"/>
                <a:gd name="csY441" fmla="*/ 307970 h 342900"/>
                <a:gd name="csX442" fmla="*/ 551974 w 638175"/>
                <a:gd name="csY442" fmla="*/ 309076 h 342900"/>
                <a:gd name="csX443" fmla="*/ 553241 w 638175"/>
                <a:gd name="csY443" fmla="*/ 310171 h 342900"/>
                <a:gd name="csX444" fmla="*/ 554508 w 638175"/>
                <a:gd name="csY444" fmla="*/ 311333 h 342900"/>
                <a:gd name="csX445" fmla="*/ 555717 w 638175"/>
                <a:gd name="csY445" fmla="*/ 312428 h 342900"/>
                <a:gd name="csX446" fmla="*/ 556984 w 638175"/>
                <a:gd name="csY446" fmla="*/ 313533 h 342900"/>
                <a:gd name="csX447" fmla="*/ 558251 w 638175"/>
                <a:gd name="csY447" fmla="*/ 314628 h 342900"/>
                <a:gd name="csX448" fmla="*/ 559451 w 638175"/>
                <a:gd name="csY448" fmla="*/ 315724 h 342900"/>
                <a:gd name="csX449" fmla="*/ 560727 w 638175"/>
                <a:gd name="csY449" fmla="*/ 316829 h 342900"/>
                <a:gd name="csX450" fmla="*/ 561994 w 638175"/>
                <a:gd name="csY450" fmla="*/ 317924 h 342900"/>
                <a:gd name="csX451" fmla="*/ 563194 w 638175"/>
                <a:gd name="csY451" fmla="*/ 318962 h 342900"/>
                <a:gd name="csX452" fmla="*/ 564461 w 638175"/>
                <a:gd name="csY452" fmla="*/ 319991 h 342900"/>
                <a:gd name="csX453" fmla="*/ 565737 w 638175"/>
                <a:gd name="csY453" fmla="*/ 321029 h 342900"/>
                <a:gd name="csX454" fmla="*/ 566938 w 638175"/>
                <a:gd name="csY454" fmla="*/ 322058 h 342900"/>
                <a:gd name="csX455" fmla="*/ 568204 w 638175"/>
                <a:gd name="csY455" fmla="*/ 323029 h 342900"/>
                <a:gd name="csX456" fmla="*/ 569471 w 638175"/>
                <a:gd name="csY456" fmla="*/ 324068 h 342900"/>
                <a:gd name="csX457" fmla="*/ 570747 w 638175"/>
                <a:gd name="csY457" fmla="*/ 324972 h 342900"/>
                <a:gd name="csX458" fmla="*/ 571948 w 638175"/>
                <a:gd name="csY458" fmla="*/ 325944 h 342900"/>
                <a:gd name="csX459" fmla="*/ 573215 w 638175"/>
                <a:gd name="csY459" fmla="*/ 326849 h 342900"/>
                <a:gd name="csX460" fmla="*/ 574481 w 638175"/>
                <a:gd name="csY460" fmla="*/ 327687 h 342900"/>
                <a:gd name="csX461" fmla="*/ 575691 w 638175"/>
                <a:gd name="csY461" fmla="*/ 328526 h 342900"/>
                <a:gd name="csX462" fmla="*/ 576958 w 638175"/>
                <a:gd name="csY462" fmla="*/ 329363 h 342900"/>
                <a:gd name="csX463" fmla="*/ 578225 w 638175"/>
                <a:gd name="csY463" fmla="*/ 330145 h 342900"/>
                <a:gd name="csX464" fmla="*/ 579435 w 638175"/>
                <a:gd name="csY464" fmla="*/ 330916 h 342900"/>
                <a:gd name="csX465" fmla="*/ 580701 w 638175"/>
                <a:gd name="csY465" fmla="*/ 331631 h 342900"/>
                <a:gd name="csX466" fmla="*/ 581968 w 638175"/>
                <a:gd name="csY466" fmla="*/ 332335 h 342900"/>
                <a:gd name="csX467" fmla="*/ 583178 w 638175"/>
                <a:gd name="csY467" fmla="*/ 333050 h 342900"/>
                <a:gd name="csX468" fmla="*/ 584445 w 638175"/>
                <a:gd name="csY468" fmla="*/ 333697 h 342900"/>
                <a:gd name="csX469" fmla="*/ 585712 w 638175"/>
                <a:gd name="csY469" fmla="*/ 334345 h 342900"/>
                <a:gd name="csX470" fmla="*/ 586978 w 638175"/>
                <a:gd name="csY470" fmla="*/ 334926 h 342900"/>
                <a:gd name="csX471" fmla="*/ 588188 w 638175"/>
                <a:gd name="csY471" fmla="*/ 335440 h 342900"/>
                <a:gd name="csX472" fmla="*/ 589455 w 638175"/>
                <a:gd name="csY472" fmla="*/ 336022 h 342900"/>
                <a:gd name="csX473" fmla="*/ 590722 w 638175"/>
                <a:gd name="csY473" fmla="*/ 336469 h 342900"/>
                <a:gd name="csX474" fmla="*/ 591922 w 638175"/>
                <a:gd name="csY474" fmla="*/ 336993 h 342900"/>
                <a:gd name="csX475" fmla="*/ 593198 w 638175"/>
                <a:gd name="csY475" fmla="*/ 337441 h 342900"/>
                <a:gd name="csX476" fmla="*/ 594465 w 638175"/>
                <a:gd name="csY476" fmla="*/ 337898 h 342900"/>
                <a:gd name="csX477" fmla="*/ 595665 w 638175"/>
                <a:gd name="csY477" fmla="*/ 338279 h 342900"/>
                <a:gd name="csX478" fmla="*/ 596932 w 638175"/>
                <a:gd name="csY478" fmla="*/ 338670 h 342900"/>
                <a:gd name="csX479" fmla="*/ 598208 w 638175"/>
                <a:gd name="csY479" fmla="*/ 338994 h 342900"/>
                <a:gd name="csX480" fmla="*/ 599408 w 638175"/>
                <a:gd name="csY480" fmla="*/ 339317 h 342900"/>
                <a:gd name="csX481" fmla="*/ 600675 w 638175"/>
                <a:gd name="csY481" fmla="*/ 339641 h 342900"/>
                <a:gd name="csX482" fmla="*/ 601942 w 638175"/>
                <a:gd name="csY482" fmla="*/ 339898 h 342900"/>
                <a:gd name="csX483" fmla="*/ 603209 w 638175"/>
                <a:gd name="csY483" fmla="*/ 340156 h 342900"/>
                <a:gd name="csX484" fmla="*/ 604419 w 638175"/>
                <a:gd name="csY484" fmla="*/ 340413 h 342900"/>
                <a:gd name="csX485" fmla="*/ 605685 w 638175"/>
                <a:gd name="csY485" fmla="*/ 340670 h 342900"/>
                <a:gd name="csX486" fmla="*/ 606952 w 638175"/>
                <a:gd name="csY486" fmla="*/ 340870 h 342900"/>
                <a:gd name="csX487" fmla="*/ 608162 w 638175"/>
                <a:gd name="csY487" fmla="*/ 341060 h 342900"/>
                <a:gd name="csX488" fmla="*/ 609429 w 638175"/>
                <a:gd name="csY488" fmla="*/ 341260 h 342900"/>
                <a:gd name="csX489" fmla="*/ 610695 w 638175"/>
                <a:gd name="csY489" fmla="*/ 341451 h 342900"/>
                <a:gd name="csX490" fmla="*/ 611905 w 638175"/>
                <a:gd name="csY490" fmla="*/ 341575 h 342900"/>
                <a:gd name="csX491" fmla="*/ 613172 w 638175"/>
                <a:gd name="csY491" fmla="*/ 341708 h 342900"/>
                <a:gd name="csX492" fmla="*/ 614439 w 638175"/>
                <a:gd name="csY492" fmla="*/ 341842 h 342900"/>
                <a:gd name="csX493" fmla="*/ 615639 w 638175"/>
                <a:gd name="csY493" fmla="*/ 341965 h 342900"/>
                <a:gd name="csX494" fmla="*/ 616915 w 638175"/>
                <a:gd name="csY494" fmla="*/ 342099 h 342900"/>
                <a:gd name="csX495" fmla="*/ 618182 w 638175"/>
                <a:gd name="csY495" fmla="*/ 342165 h 342900"/>
                <a:gd name="csX496" fmla="*/ 619449 w 638175"/>
                <a:gd name="csY496" fmla="*/ 342222 h 342900"/>
                <a:gd name="csX497" fmla="*/ 620649 w 638175"/>
                <a:gd name="csY497" fmla="*/ 342356 h 342900"/>
                <a:gd name="csX498" fmla="*/ 621926 w 638175"/>
                <a:gd name="csY498" fmla="*/ 342422 h 342900"/>
                <a:gd name="csX499" fmla="*/ 623192 w 638175"/>
                <a:gd name="csY499" fmla="*/ 342479 h 342900"/>
                <a:gd name="csX500" fmla="*/ 624392 w 638175"/>
                <a:gd name="csY500" fmla="*/ 342546 h 342900"/>
                <a:gd name="csX501" fmla="*/ 625659 w 638175"/>
                <a:gd name="csY501" fmla="*/ 342546 h 342900"/>
                <a:gd name="csX502" fmla="*/ 626936 w 638175"/>
                <a:gd name="csY502" fmla="*/ 342613 h 342900"/>
                <a:gd name="csX503" fmla="*/ 628136 w 638175"/>
                <a:gd name="csY503" fmla="*/ 342679 h 342900"/>
                <a:gd name="csX504" fmla="*/ 629402 w 638175"/>
                <a:gd name="csY504" fmla="*/ 342679 h 342900"/>
                <a:gd name="csX505" fmla="*/ 630669 w 638175"/>
                <a:gd name="csY505" fmla="*/ 342746 h 342900"/>
                <a:gd name="csX506" fmla="*/ 631946 w 638175"/>
                <a:gd name="csY506" fmla="*/ 342746 h 342900"/>
                <a:gd name="csX507" fmla="*/ 633146 w 638175"/>
                <a:gd name="csY507" fmla="*/ 342803 h 342900"/>
                <a:gd name="csX508" fmla="*/ 634413 w 638175"/>
                <a:gd name="csY508" fmla="*/ 342803 h 342900"/>
                <a:gd name="csX509" fmla="*/ 635679 w 638175"/>
                <a:gd name="csY509" fmla="*/ 342870 h 342900"/>
                <a:gd name="csX510" fmla="*/ 636889 w 638175"/>
                <a:gd name="csY510" fmla="*/ 342870 h 342900"/>
                <a:gd name="csX511" fmla="*/ 638156 w 638175"/>
                <a:gd name="csY511"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342900">
                  <a:moveTo>
                    <a:pt x="-19" y="342099"/>
                  </a:moveTo>
                  <a:lnTo>
                    <a:pt x="1191" y="341965"/>
                  </a:lnTo>
                  <a:lnTo>
                    <a:pt x="2458" y="341775"/>
                  </a:lnTo>
                  <a:lnTo>
                    <a:pt x="3724" y="341641"/>
                  </a:lnTo>
                  <a:lnTo>
                    <a:pt x="4924" y="341451"/>
                  </a:lnTo>
                  <a:lnTo>
                    <a:pt x="6201" y="341193"/>
                  </a:lnTo>
                  <a:lnTo>
                    <a:pt x="7468" y="340993"/>
                  </a:lnTo>
                  <a:lnTo>
                    <a:pt x="8668" y="340670"/>
                  </a:lnTo>
                  <a:lnTo>
                    <a:pt x="9934" y="340413"/>
                  </a:lnTo>
                  <a:lnTo>
                    <a:pt x="11211" y="340032"/>
                  </a:lnTo>
                  <a:lnTo>
                    <a:pt x="12478" y="339641"/>
                  </a:lnTo>
                  <a:lnTo>
                    <a:pt x="13678" y="339250"/>
                  </a:lnTo>
                  <a:lnTo>
                    <a:pt x="14945" y="338736"/>
                  </a:lnTo>
                  <a:lnTo>
                    <a:pt x="16221" y="338222"/>
                  </a:lnTo>
                  <a:lnTo>
                    <a:pt x="17421" y="337641"/>
                  </a:lnTo>
                  <a:lnTo>
                    <a:pt x="18688" y="336993"/>
                  </a:lnTo>
                  <a:lnTo>
                    <a:pt x="19955" y="336279"/>
                  </a:lnTo>
                  <a:lnTo>
                    <a:pt x="21165" y="335507"/>
                  </a:lnTo>
                  <a:lnTo>
                    <a:pt x="22431" y="334602"/>
                  </a:lnTo>
                  <a:lnTo>
                    <a:pt x="23698" y="333697"/>
                  </a:lnTo>
                  <a:lnTo>
                    <a:pt x="24908" y="332659"/>
                  </a:lnTo>
                  <a:lnTo>
                    <a:pt x="26175" y="331497"/>
                  </a:lnTo>
                  <a:lnTo>
                    <a:pt x="27442" y="330268"/>
                  </a:lnTo>
                  <a:lnTo>
                    <a:pt x="28708" y="328916"/>
                  </a:lnTo>
                  <a:lnTo>
                    <a:pt x="29918" y="327430"/>
                  </a:lnTo>
                  <a:lnTo>
                    <a:pt x="31185" y="325877"/>
                  </a:lnTo>
                  <a:lnTo>
                    <a:pt x="32452" y="324135"/>
                  </a:lnTo>
                  <a:lnTo>
                    <a:pt x="33652" y="322258"/>
                  </a:lnTo>
                  <a:lnTo>
                    <a:pt x="34928" y="320315"/>
                  </a:lnTo>
                  <a:lnTo>
                    <a:pt x="36195" y="318181"/>
                  </a:lnTo>
                  <a:lnTo>
                    <a:pt x="37395" y="315857"/>
                  </a:lnTo>
                  <a:lnTo>
                    <a:pt x="38672" y="313333"/>
                  </a:lnTo>
                  <a:lnTo>
                    <a:pt x="39938" y="310752"/>
                  </a:lnTo>
                  <a:lnTo>
                    <a:pt x="41205" y="307913"/>
                  </a:lnTo>
                  <a:lnTo>
                    <a:pt x="42405" y="304932"/>
                  </a:lnTo>
                  <a:lnTo>
                    <a:pt x="43672" y="301770"/>
                  </a:lnTo>
                  <a:lnTo>
                    <a:pt x="44949" y="298407"/>
                  </a:lnTo>
                  <a:lnTo>
                    <a:pt x="46149" y="294788"/>
                  </a:lnTo>
                  <a:lnTo>
                    <a:pt x="47415" y="290978"/>
                  </a:lnTo>
                  <a:lnTo>
                    <a:pt x="48682" y="287034"/>
                  </a:lnTo>
                  <a:lnTo>
                    <a:pt x="49892" y="282900"/>
                  </a:lnTo>
                  <a:lnTo>
                    <a:pt x="51159" y="278443"/>
                  </a:lnTo>
                  <a:lnTo>
                    <a:pt x="52425" y="273852"/>
                  </a:lnTo>
                  <a:lnTo>
                    <a:pt x="53635" y="269070"/>
                  </a:lnTo>
                  <a:lnTo>
                    <a:pt x="54902" y="264089"/>
                  </a:lnTo>
                  <a:lnTo>
                    <a:pt x="56169" y="258793"/>
                  </a:lnTo>
                  <a:lnTo>
                    <a:pt x="57436" y="253364"/>
                  </a:lnTo>
                  <a:lnTo>
                    <a:pt x="58645" y="247811"/>
                  </a:lnTo>
                  <a:lnTo>
                    <a:pt x="59912" y="241991"/>
                  </a:lnTo>
                  <a:lnTo>
                    <a:pt x="61179" y="235981"/>
                  </a:lnTo>
                  <a:lnTo>
                    <a:pt x="62389" y="229780"/>
                  </a:lnTo>
                  <a:lnTo>
                    <a:pt x="63656" y="223445"/>
                  </a:lnTo>
                  <a:lnTo>
                    <a:pt x="64922" y="216921"/>
                  </a:lnTo>
                  <a:lnTo>
                    <a:pt x="66122" y="210263"/>
                  </a:lnTo>
                  <a:lnTo>
                    <a:pt x="67399" y="203472"/>
                  </a:lnTo>
                  <a:lnTo>
                    <a:pt x="68666" y="196556"/>
                  </a:lnTo>
                  <a:lnTo>
                    <a:pt x="69866" y="189518"/>
                  </a:lnTo>
                  <a:lnTo>
                    <a:pt x="71132" y="182345"/>
                  </a:lnTo>
                  <a:lnTo>
                    <a:pt x="72409" y="175173"/>
                  </a:lnTo>
                  <a:lnTo>
                    <a:pt x="73676" y="167867"/>
                  </a:lnTo>
                  <a:lnTo>
                    <a:pt x="74876" y="160561"/>
                  </a:lnTo>
                  <a:lnTo>
                    <a:pt x="76143" y="153198"/>
                  </a:lnTo>
                  <a:lnTo>
                    <a:pt x="77419" y="145826"/>
                  </a:lnTo>
                  <a:lnTo>
                    <a:pt x="78619" y="138463"/>
                  </a:lnTo>
                  <a:lnTo>
                    <a:pt x="79886" y="131091"/>
                  </a:lnTo>
                  <a:lnTo>
                    <a:pt x="81153" y="123862"/>
                  </a:lnTo>
                  <a:lnTo>
                    <a:pt x="82363" y="116623"/>
                  </a:lnTo>
                  <a:lnTo>
                    <a:pt x="83629" y="109451"/>
                  </a:lnTo>
                  <a:lnTo>
                    <a:pt x="84896" y="102402"/>
                  </a:lnTo>
                  <a:lnTo>
                    <a:pt x="86106" y="95487"/>
                  </a:lnTo>
                  <a:lnTo>
                    <a:pt x="87373" y="88705"/>
                  </a:lnTo>
                  <a:lnTo>
                    <a:pt x="88640" y="82114"/>
                  </a:lnTo>
                  <a:lnTo>
                    <a:pt x="89906" y="75646"/>
                  </a:lnTo>
                  <a:lnTo>
                    <a:pt x="91116" y="69379"/>
                  </a:lnTo>
                  <a:lnTo>
                    <a:pt x="92383" y="63302"/>
                  </a:lnTo>
                  <a:lnTo>
                    <a:pt x="93650" y="57491"/>
                  </a:lnTo>
                  <a:lnTo>
                    <a:pt x="94860" y="51929"/>
                  </a:lnTo>
                  <a:lnTo>
                    <a:pt x="96126" y="46567"/>
                  </a:lnTo>
                  <a:lnTo>
                    <a:pt x="97393" y="41461"/>
                  </a:lnTo>
                  <a:lnTo>
                    <a:pt x="98594" y="36679"/>
                  </a:lnTo>
                  <a:lnTo>
                    <a:pt x="99860" y="32155"/>
                  </a:lnTo>
                  <a:lnTo>
                    <a:pt x="101136" y="27888"/>
                  </a:lnTo>
                  <a:lnTo>
                    <a:pt x="102336" y="23945"/>
                  </a:lnTo>
                  <a:lnTo>
                    <a:pt x="103604" y="20325"/>
                  </a:lnTo>
                  <a:lnTo>
                    <a:pt x="104880" y="16963"/>
                  </a:lnTo>
                  <a:lnTo>
                    <a:pt x="106147" y="13934"/>
                  </a:lnTo>
                  <a:lnTo>
                    <a:pt x="107347" y="11219"/>
                  </a:lnTo>
                  <a:lnTo>
                    <a:pt x="108614" y="8761"/>
                  </a:lnTo>
                  <a:lnTo>
                    <a:pt x="109881" y="6628"/>
                  </a:lnTo>
                  <a:lnTo>
                    <a:pt x="111090" y="4818"/>
                  </a:lnTo>
                  <a:lnTo>
                    <a:pt x="112357" y="3333"/>
                  </a:lnTo>
                  <a:lnTo>
                    <a:pt x="113624" y="2104"/>
                  </a:lnTo>
                  <a:lnTo>
                    <a:pt x="114833" y="1132"/>
                  </a:lnTo>
                  <a:lnTo>
                    <a:pt x="116100" y="427"/>
                  </a:lnTo>
                  <a:lnTo>
                    <a:pt x="117367" y="103"/>
                  </a:lnTo>
                  <a:lnTo>
                    <a:pt x="118634" y="-30"/>
                  </a:lnTo>
                  <a:lnTo>
                    <a:pt x="119843" y="103"/>
                  </a:lnTo>
                  <a:lnTo>
                    <a:pt x="121110" y="427"/>
                  </a:lnTo>
                  <a:lnTo>
                    <a:pt x="122377" y="1065"/>
                  </a:lnTo>
                  <a:lnTo>
                    <a:pt x="123587" y="1913"/>
                  </a:lnTo>
                  <a:lnTo>
                    <a:pt x="124854" y="2942"/>
                  </a:lnTo>
                  <a:lnTo>
                    <a:pt x="126120" y="4170"/>
                  </a:lnTo>
                  <a:lnTo>
                    <a:pt x="127330" y="5590"/>
                  </a:lnTo>
                  <a:lnTo>
                    <a:pt x="128597" y="7142"/>
                  </a:lnTo>
                  <a:lnTo>
                    <a:pt x="129864" y="8885"/>
                  </a:lnTo>
                  <a:lnTo>
                    <a:pt x="131064" y="10829"/>
                  </a:lnTo>
                  <a:lnTo>
                    <a:pt x="132331" y="12829"/>
                  </a:lnTo>
                  <a:lnTo>
                    <a:pt x="133607" y="15029"/>
                  </a:lnTo>
                  <a:lnTo>
                    <a:pt x="134874" y="17286"/>
                  </a:lnTo>
                  <a:lnTo>
                    <a:pt x="136074" y="19677"/>
                  </a:lnTo>
                  <a:lnTo>
                    <a:pt x="137341" y="22135"/>
                  </a:lnTo>
                  <a:lnTo>
                    <a:pt x="138617" y="24659"/>
                  </a:lnTo>
                  <a:lnTo>
                    <a:pt x="139818" y="27307"/>
                  </a:lnTo>
                  <a:lnTo>
                    <a:pt x="141085" y="29955"/>
                  </a:lnTo>
                  <a:lnTo>
                    <a:pt x="142351" y="32669"/>
                  </a:lnTo>
                  <a:lnTo>
                    <a:pt x="143561" y="35450"/>
                  </a:lnTo>
                  <a:lnTo>
                    <a:pt x="144827" y="38232"/>
                  </a:lnTo>
                  <a:lnTo>
                    <a:pt x="146095" y="41004"/>
                  </a:lnTo>
                  <a:lnTo>
                    <a:pt x="147304" y="43852"/>
                  </a:lnTo>
                  <a:lnTo>
                    <a:pt x="148571" y="46690"/>
                  </a:lnTo>
                  <a:lnTo>
                    <a:pt x="149838" y="49538"/>
                  </a:lnTo>
                  <a:lnTo>
                    <a:pt x="151105" y="52386"/>
                  </a:lnTo>
                  <a:lnTo>
                    <a:pt x="152314" y="55158"/>
                  </a:lnTo>
                  <a:lnTo>
                    <a:pt x="153581" y="58006"/>
                  </a:lnTo>
                  <a:lnTo>
                    <a:pt x="154848" y="60787"/>
                  </a:lnTo>
                  <a:lnTo>
                    <a:pt x="156058" y="63492"/>
                  </a:lnTo>
                  <a:lnTo>
                    <a:pt x="157324" y="66207"/>
                  </a:lnTo>
                  <a:lnTo>
                    <a:pt x="158591" y="68922"/>
                  </a:lnTo>
                  <a:lnTo>
                    <a:pt x="159792" y="71579"/>
                  </a:lnTo>
                  <a:lnTo>
                    <a:pt x="161058" y="74160"/>
                  </a:lnTo>
                  <a:lnTo>
                    <a:pt x="162334" y="76741"/>
                  </a:lnTo>
                  <a:lnTo>
                    <a:pt x="163535" y="79199"/>
                  </a:lnTo>
                  <a:lnTo>
                    <a:pt x="164802" y="81656"/>
                  </a:lnTo>
                  <a:lnTo>
                    <a:pt x="166078" y="84114"/>
                  </a:lnTo>
                  <a:lnTo>
                    <a:pt x="167345" y="86438"/>
                  </a:lnTo>
                  <a:lnTo>
                    <a:pt x="168545" y="88762"/>
                  </a:lnTo>
                  <a:lnTo>
                    <a:pt x="169812" y="91029"/>
                  </a:lnTo>
                  <a:lnTo>
                    <a:pt x="171088" y="93163"/>
                  </a:lnTo>
                  <a:lnTo>
                    <a:pt x="172289" y="95296"/>
                  </a:lnTo>
                  <a:lnTo>
                    <a:pt x="173555" y="97363"/>
                  </a:lnTo>
                  <a:lnTo>
                    <a:pt x="174822" y="99363"/>
                  </a:lnTo>
                  <a:lnTo>
                    <a:pt x="176031" y="101364"/>
                  </a:lnTo>
                  <a:lnTo>
                    <a:pt x="177299" y="103240"/>
                  </a:lnTo>
                  <a:lnTo>
                    <a:pt x="178565" y="105050"/>
                  </a:lnTo>
                  <a:lnTo>
                    <a:pt x="179775" y="106793"/>
                  </a:lnTo>
                  <a:lnTo>
                    <a:pt x="181041" y="108536"/>
                  </a:lnTo>
                  <a:lnTo>
                    <a:pt x="182309" y="110155"/>
                  </a:lnTo>
                  <a:lnTo>
                    <a:pt x="183576" y="111774"/>
                  </a:lnTo>
                  <a:lnTo>
                    <a:pt x="184785" y="113260"/>
                  </a:lnTo>
                  <a:lnTo>
                    <a:pt x="186052" y="114746"/>
                  </a:lnTo>
                  <a:lnTo>
                    <a:pt x="187319" y="116165"/>
                  </a:lnTo>
                  <a:lnTo>
                    <a:pt x="188519" y="117527"/>
                  </a:lnTo>
                  <a:lnTo>
                    <a:pt x="189795" y="118813"/>
                  </a:lnTo>
                  <a:lnTo>
                    <a:pt x="191062" y="120109"/>
                  </a:lnTo>
                  <a:lnTo>
                    <a:pt x="192262" y="121271"/>
                  </a:lnTo>
                  <a:lnTo>
                    <a:pt x="193529" y="122433"/>
                  </a:lnTo>
                  <a:lnTo>
                    <a:pt x="194805" y="123538"/>
                  </a:lnTo>
                  <a:lnTo>
                    <a:pt x="196006" y="124566"/>
                  </a:lnTo>
                  <a:lnTo>
                    <a:pt x="197272" y="125538"/>
                  </a:lnTo>
                  <a:lnTo>
                    <a:pt x="198539" y="126509"/>
                  </a:lnTo>
                  <a:lnTo>
                    <a:pt x="199815" y="127415"/>
                  </a:lnTo>
                  <a:lnTo>
                    <a:pt x="201016" y="128319"/>
                  </a:lnTo>
                  <a:lnTo>
                    <a:pt x="202283" y="129157"/>
                  </a:lnTo>
                  <a:lnTo>
                    <a:pt x="203549" y="129996"/>
                  </a:lnTo>
                  <a:lnTo>
                    <a:pt x="204759" y="130767"/>
                  </a:lnTo>
                  <a:lnTo>
                    <a:pt x="206026" y="131482"/>
                  </a:lnTo>
                  <a:lnTo>
                    <a:pt x="207293" y="132196"/>
                  </a:lnTo>
                  <a:lnTo>
                    <a:pt x="208503" y="132901"/>
                  </a:lnTo>
                  <a:lnTo>
                    <a:pt x="209769" y="133615"/>
                  </a:lnTo>
                  <a:lnTo>
                    <a:pt x="211036" y="134263"/>
                  </a:lnTo>
                  <a:lnTo>
                    <a:pt x="212303" y="134911"/>
                  </a:lnTo>
                  <a:lnTo>
                    <a:pt x="213513" y="135558"/>
                  </a:lnTo>
                  <a:lnTo>
                    <a:pt x="214780" y="136197"/>
                  </a:lnTo>
                  <a:lnTo>
                    <a:pt x="216046" y="136844"/>
                  </a:lnTo>
                  <a:lnTo>
                    <a:pt x="217256" y="137426"/>
                  </a:lnTo>
                  <a:lnTo>
                    <a:pt x="218522" y="138073"/>
                  </a:lnTo>
                  <a:lnTo>
                    <a:pt x="219790" y="138721"/>
                  </a:lnTo>
                  <a:lnTo>
                    <a:pt x="220990" y="139302"/>
                  </a:lnTo>
                  <a:lnTo>
                    <a:pt x="222266" y="139949"/>
                  </a:lnTo>
                  <a:lnTo>
                    <a:pt x="223532" y="140597"/>
                  </a:lnTo>
                  <a:lnTo>
                    <a:pt x="224733" y="141302"/>
                  </a:lnTo>
                  <a:lnTo>
                    <a:pt x="226000" y="141950"/>
                  </a:lnTo>
                  <a:lnTo>
                    <a:pt x="227276" y="142664"/>
                  </a:lnTo>
                  <a:lnTo>
                    <a:pt x="228543" y="143379"/>
                  </a:lnTo>
                  <a:lnTo>
                    <a:pt x="229743" y="144083"/>
                  </a:lnTo>
                  <a:lnTo>
                    <a:pt x="231010" y="144855"/>
                  </a:lnTo>
                  <a:lnTo>
                    <a:pt x="232277" y="145636"/>
                  </a:lnTo>
                  <a:lnTo>
                    <a:pt x="233487" y="146474"/>
                  </a:lnTo>
                  <a:lnTo>
                    <a:pt x="234753" y="147312"/>
                  </a:lnTo>
                  <a:lnTo>
                    <a:pt x="236020" y="148150"/>
                  </a:lnTo>
                  <a:lnTo>
                    <a:pt x="237230" y="149065"/>
                  </a:lnTo>
                  <a:lnTo>
                    <a:pt x="238497" y="149970"/>
                  </a:lnTo>
                  <a:lnTo>
                    <a:pt x="239763" y="150932"/>
                  </a:lnTo>
                  <a:lnTo>
                    <a:pt x="240973" y="151903"/>
                  </a:lnTo>
                  <a:lnTo>
                    <a:pt x="242240" y="152875"/>
                  </a:lnTo>
                  <a:lnTo>
                    <a:pt x="243507" y="153904"/>
                  </a:lnTo>
                  <a:lnTo>
                    <a:pt x="244774" y="155008"/>
                  </a:lnTo>
                  <a:lnTo>
                    <a:pt x="245983" y="156037"/>
                  </a:lnTo>
                  <a:lnTo>
                    <a:pt x="247250" y="157199"/>
                  </a:lnTo>
                  <a:lnTo>
                    <a:pt x="248517" y="158304"/>
                  </a:lnTo>
                  <a:lnTo>
                    <a:pt x="249717" y="159466"/>
                  </a:lnTo>
                  <a:lnTo>
                    <a:pt x="250994" y="160628"/>
                  </a:lnTo>
                  <a:lnTo>
                    <a:pt x="252260" y="161857"/>
                  </a:lnTo>
                  <a:lnTo>
                    <a:pt x="253460" y="163086"/>
                  </a:lnTo>
                  <a:lnTo>
                    <a:pt x="254727" y="164315"/>
                  </a:lnTo>
                  <a:lnTo>
                    <a:pt x="256004" y="165543"/>
                  </a:lnTo>
                  <a:lnTo>
                    <a:pt x="257204" y="166829"/>
                  </a:lnTo>
                  <a:lnTo>
                    <a:pt x="258470" y="168124"/>
                  </a:lnTo>
                  <a:lnTo>
                    <a:pt x="259737" y="169420"/>
                  </a:lnTo>
                  <a:lnTo>
                    <a:pt x="261014" y="170706"/>
                  </a:lnTo>
                  <a:lnTo>
                    <a:pt x="262214" y="172001"/>
                  </a:lnTo>
                  <a:lnTo>
                    <a:pt x="263481" y="173297"/>
                  </a:lnTo>
                  <a:lnTo>
                    <a:pt x="264747" y="174592"/>
                  </a:lnTo>
                  <a:lnTo>
                    <a:pt x="265957" y="175878"/>
                  </a:lnTo>
                  <a:lnTo>
                    <a:pt x="267224" y="177240"/>
                  </a:lnTo>
                  <a:lnTo>
                    <a:pt x="268491" y="178525"/>
                  </a:lnTo>
                  <a:lnTo>
                    <a:pt x="269701" y="179821"/>
                  </a:lnTo>
                  <a:lnTo>
                    <a:pt x="270967" y="181117"/>
                  </a:lnTo>
                  <a:lnTo>
                    <a:pt x="272234" y="182402"/>
                  </a:lnTo>
                  <a:lnTo>
                    <a:pt x="273444" y="183631"/>
                  </a:lnTo>
                  <a:lnTo>
                    <a:pt x="274711" y="184927"/>
                  </a:lnTo>
                  <a:lnTo>
                    <a:pt x="275978" y="186155"/>
                  </a:lnTo>
                  <a:lnTo>
                    <a:pt x="277244" y="187384"/>
                  </a:lnTo>
                  <a:lnTo>
                    <a:pt x="278454" y="188613"/>
                  </a:lnTo>
                  <a:lnTo>
                    <a:pt x="279721" y="189842"/>
                  </a:lnTo>
                  <a:lnTo>
                    <a:pt x="280988" y="191004"/>
                  </a:lnTo>
                  <a:lnTo>
                    <a:pt x="282188" y="192165"/>
                  </a:lnTo>
                  <a:lnTo>
                    <a:pt x="283464" y="193327"/>
                  </a:lnTo>
                  <a:lnTo>
                    <a:pt x="284731" y="194423"/>
                  </a:lnTo>
                  <a:lnTo>
                    <a:pt x="285931" y="195595"/>
                  </a:lnTo>
                  <a:lnTo>
                    <a:pt x="287198" y="196690"/>
                  </a:lnTo>
                  <a:lnTo>
                    <a:pt x="288474" y="197728"/>
                  </a:lnTo>
                  <a:lnTo>
                    <a:pt x="289741" y="198824"/>
                  </a:lnTo>
                  <a:lnTo>
                    <a:pt x="290941" y="199852"/>
                  </a:lnTo>
                  <a:lnTo>
                    <a:pt x="292208" y="200823"/>
                  </a:lnTo>
                  <a:lnTo>
                    <a:pt x="293485" y="201862"/>
                  </a:lnTo>
                  <a:lnTo>
                    <a:pt x="294685" y="202824"/>
                  </a:lnTo>
                  <a:lnTo>
                    <a:pt x="295951" y="203795"/>
                  </a:lnTo>
                  <a:lnTo>
                    <a:pt x="297218" y="204767"/>
                  </a:lnTo>
                  <a:lnTo>
                    <a:pt x="298428" y="205672"/>
                  </a:lnTo>
                  <a:lnTo>
                    <a:pt x="299695" y="206577"/>
                  </a:lnTo>
                  <a:lnTo>
                    <a:pt x="300961" y="207482"/>
                  </a:lnTo>
                  <a:lnTo>
                    <a:pt x="302171" y="208320"/>
                  </a:lnTo>
                  <a:lnTo>
                    <a:pt x="303438" y="209225"/>
                  </a:lnTo>
                  <a:lnTo>
                    <a:pt x="304705" y="210063"/>
                  </a:lnTo>
                  <a:lnTo>
                    <a:pt x="305972" y="210844"/>
                  </a:lnTo>
                  <a:lnTo>
                    <a:pt x="307181" y="211682"/>
                  </a:lnTo>
                  <a:lnTo>
                    <a:pt x="308448" y="212454"/>
                  </a:lnTo>
                  <a:lnTo>
                    <a:pt x="309715" y="213235"/>
                  </a:lnTo>
                  <a:lnTo>
                    <a:pt x="310915" y="214006"/>
                  </a:lnTo>
                  <a:lnTo>
                    <a:pt x="312192" y="214787"/>
                  </a:lnTo>
                  <a:lnTo>
                    <a:pt x="313458" y="215492"/>
                  </a:lnTo>
                  <a:lnTo>
                    <a:pt x="314658" y="216273"/>
                  </a:lnTo>
                  <a:lnTo>
                    <a:pt x="315935" y="216978"/>
                  </a:lnTo>
                  <a:lnTo>
                    <a:pt x="317202" y="217626"/>
                  </a:lnTo>
                  <a:lnTo>
                    <a:pt x="318402" y="218340"/>
                  </a:lnTo>
                  <a:lnTo>
                    <a:pt x="319668" y="218988"/>
                  </a:lnTo>
                  <a:lnTo>
                    <a:pt x="320935" y="219693"/>
                  </a:lnTo>
                  <a:lnTo>
                    <a:pt x="322212" y="220340"/>
                  </a:lnTo>
                  <a:lnTo>
                    <a:pt x="323412" y="220988"/>
                  </a:lnTo>
                  <a:lnTo>
                    <a:pt x="324679" y="221569"/>
                  </a:lnTo>
                  <a:lnTo>
                    <a:pt x="325955" y="222217"/>
                  </a:lnTo>
                  <a:lnTo>
                    <a:pt x="327155" y="222798"/>
                  </a:lnTo>
                  <a:lnTo>
                    <a:pt x="328422" y="223379"/>
                  </a:lnTo>
                  <a:lnTo>
                    <a:pt x="329689" y="223960"/>
                  </a:lnTo>
                  <a:lnTo>
                    <a:pt x="330899" y="224474"/>
                  </a:lnTo>
                  <a:lnTo>
                    <a:pt x="332165" y="225055"/>
                  </a:lnTo>
                  <a:lnTo>
                    <a:pt x="333432" y="225579"/>
                  </a:lnTo>
                  <a:lnTo>
                    <a:pt x="334642" y="226093"/>
                  </a:lnTo>
                  <a:lnTo>
                    <a:pt x="335909" y="226608"/>
                  </a:lnTo>
                  <a:lnTo>
                    <a:pt x="337176" y="227065"/>
                  </a:lnTo>
                  <a:lnTo>
                    <a:pt x="338442" y="227513"/>
                  </a:lnTo>
                  <a:lnTo>
                    <a:pt x="339652" y="227970"/>
                  </a:lnTo>
                  <a:lnTo>
                    <a:pt x="340919" y="228418"/>
                  </a:lnTo>
                  <a:lnTo>
                    <a:pt x="342186" y="228875"/>
                  </a:lnTo>
                  <a:lnTo>
                    <a:pt x="343386" y="229256"/>
                  </a:lnTo>
                  <a:lnTo>
                    <a:pt x="344662" y="229646"/>
                  </a:lnTo>
                  <a:lnTo>
                    <a:pt x="345929" y="230037"/>
                  </a:lnTo>
                  <a:lnTo>
                    <a:pt x="347129" y="230427"/>
                  </a:lnTo>
                  <a:lnTo>
                    <a:pt x="348396" y="230751"/>
                  </a:lnTo>
                  <a:lnTo>
                    <a:pt x="349672" y="231066"/>
                  </a:lnTo>
                  <a:lnTo>
                    <a:pt x="350872" y="231390"/>
                  </a:lnTo>
                  <a:lnTo>
                    <a:pt x="352139" y="231656"/>
                  </a:lnTo>
                  <a:lnTo>
                    <a:pt x="353406" y="231970"/>
                  </a:lnTo>
                  <a:lnTo>
                    <a:pt x="354683" y="232237"/>
                  </a:lnTo>
                  <a:lnTo>
                    <a:pt x="355883" y="232494"/>
                  </a:lnTo>
                  <a:lnTo>
                    <a:pt x="357149" y="232752"/>
                  </a:lnTo>
                  <a:lnTo>
                    <a:pt x="358416" y="232942"/>
                  </a:lnTo>
                  <a:lnTo>
                    <a:pt x="359626" y="233142"/>
                  </a:lnTo>
                  <a:lnTo>
                    <a:pt x="360893" y="233333"/>
                  </a:lnTo>
                  <a:lnTo>
                    <a:pt x="362159" y="233523"/>
                  </a:lnTo>
                  <a:lnTo>
                    <a:pt x="363369" y="233723"/>
                  </a:lnTo>
                  <a:lnTo>
                    <a:pt x="364636" y="233913"/>
                  </a:lnTo>
                  <a:lnTo>
                    <a:pt x="365903" y="234104"/>
                  </a:lnTo>
                  <a:lnTo>
                    <a:pt x="367113" y="234237"/>
                  </a:lnTo>
                  <a:lnTo>
                    <a:pt x="368379" y="234428"/>
                  </a:lnTo>
                  <a:lnTo>
                    <a:pt x="369646" y="234562"/>
                  </a:lnTo>
                  <a:lnTo>
                    <a:pt x="370913" y="234752"/>
                  </a:lnTo>
                  <a:lnTo>
                    <a:pt x="372123" y="234885"/>
                  </a:lnTo>
                  <a:lnTo>
                    <a:pt x="373390" y="235075"/>
                  </a:lnTo>
                  <a:lnTo>
                    <a:pt x="374656" y="235209"/>
                  </a:lnTo>
                  <a:lnTo>
                    <a:pt x="375856" y="235399"/>
                  </a:lnTo>
                  <a:lnTo>
                    <a:pt x="377133" y="235590"/>
                  </a:lnTo>
                  <a:lnTo>
                    <a:pt x="378400" y="235790"/>
                  </a:lnTo>
                  <a:lnTo>
                    <a:pt x="379600" y="235981"/>
                  </a:lnTo>
                  <a:lnTo>
                    <a:pt x="380866" y="236171"/>
                  </a:lnTo>
                  <a:lnTo>
                    <a:pt x="382143" y="236438"/>
                  </a:lnTo>
                  <a:lnTo>
                    <a:pt x="383410" y="236695"/>
                  </a:lnTo>
                  <a:lnTo>
                    <a:pt x="384610" y="236952"/>
                  </a:lnTo>
                  <a:lnTo>
                    <a:pt x="385877" y="237209"/>
                  </a:lnTo>
                  <a:lnTo>
                    <a:pt x="387153" y="237533"/>
                  </a:lnTo>
                  <a:lnTo>
                    <a:pt x="388353" y="237857"/>
                  </a:lnTo>
                  <a:lnTo>
                    <a:pt x="389620" y="238247"/>
                  </a:lnTo>
                  <a:lnTo>
                    <a:pt x="390887" y="238629"/>
                  </a:lnTo>
                  <a:lnTo>
                    <a:pt x="392097" y="239086"/>
                  </a:lnTo>
                  <a:lnTo>
                    <a:pt x="393363" y="239466"/>
                  </a:lnTo>
                  <a:lnTo>
                    <a:pt x="394630" y="239990"/>
                  </a:lnTo>
                  <a:lnTo>
                    <a:pt x="395840" y="240505"/>
                  </a:lnTo>
                  <a:lnTo>
                    <a:pt x="397107" y="241019"/>
                  </a:lnTo>
                  <a:lnTo>
                    <a:pt x="398374" y="241600"/>
                  </a:lnTo>
                  <a:lnTo>
                    <a:pt x="399640" y="242248"/>
                  </a:lnTo>
                  <a:lnTo>
                    <a:pt x="400850" y="242896"/>
                  </a:lnTo>
                  <a:lnTo>
                    <a:pt x="402117" y="243544"/>
                  </a:lnTo>
                  <a:lnTo>
                    <a:pt x="403384" y="244257"/>
                  </a:lnTo>
                  <a:lnTo>
                    <a:pt x="404584" y="245029"/>
                  </a:lnTo>
                  <a:lnTo>
                    <a:pt x="405860" y="245801"/>
                  </a:lnTo>
                  <a:lnTo>
                    <a:pt x="407127" y="246582"/>
                  </a:lnTo>
                  <a:lnTo>
                    <a:pt x="408327" y="247420"/>
                  </a:lnTo>
                  <a:lnTo>
                    <a:pt x="409594" y="248325"/>
                  </a:lnTo>
                  <a:lnTo>
                    <a:pt x="410870" y="249230"/>
                  </a:lnTo>
                  <a:lnTo>
                    <a:pt x="412070" y="250201"/>
                  </a:lnTo>
                  <a:lnTo>
                    <a:pt x="413337" y="251106"/>
                  </a:lnTo>
                  <a:lnTo>
                    <a:pt x="414605" y="252135"/>
                  </a:lnTo>
                  <a:lnTo>
                    <a:pt x="415881" y="253106"/>
                  </a:lnTo>
                  <a:lnTo>
                    <a:pt x="417081" y="254145"/>
                  </a:lnTo>
                  <a:lnTo>
                    <a:pt x="418347" y="255240"/>
                  </a:lnTo>
                  <a:lnTo>
                    <a:pt x="419615" y="256278"/>
                  </a:lnTo>
                  <a:lnTo>
                    <a:pt x="420824" y="257373"/>
                  </a:lnTo>
                  <a:lnTo>
                    <a:pt x="422091" y="258469"/>
                  </a:lnTo>
                  <a:lnTo>
                    <a:pt x="423357" y="259631"/>
                  </a:lnTo>
                  <a:lnTo>
                    <a:pt x="424567" y="260736"/>
                  </a:lnTo>
                  <a:lnTo>
                    <a:pt x="425834" y="261898"/>
                  </a:lnTo>
                  <a:lnTo>
                    <a:pt x="427101" y="262993"/>
                  </a:lnTo>
                  <a:lnTo>
                    <a:pt x="428311" y="264156"/>
                  </a:lnTo>
                  <a:lnTo>
                    <a:pt x="429577" y="265260"/>
                  </a:lnTo>
                  <a:lnTo>
                    <a:pt x="430844" y="266422"/>
                  </a:lnTo>
                  <a:lnTo>
                    <a:pt x="432111" y="267518"/>
                  </a:lnTo>
                  <a:lnTo>
                    <a:pt x="433321" y="268613"/>
                  </a:lnTo>
                  <a:lnTo>
                    <a:pt x="434588" y="269718"/>
                  </a:lnTo>
                  <a:lnTo>
                    <a:pt x="435854" y="270813"/>
                  </a:lnTo>
                  <a:lnTo>
                    <a:pt x="437055" y="271909"/>
                  </a:lnTo>
                  <a:lnTo>
                    <a:pt x="438331" y="272947"/>
                  </a:lnTo>
                  <a:lnTo>
                    <a:pt x="439598" y="273985"/>
                  </a:lnTo>
                  <a:lnTo>
                    <a:pt x="440798" y="275014"/>
                  </a:lnTo>
                  <a:lnTo>
                    <a:pt x="442065" y="275986"/>
                  </a:lnTo>
                  <a:lnTo>
                    <a:pt x="443341" y="276890"/>
                  </a:lnTo>
                  <a:lnTo>
                    <a:pt x="444541" y="277862"/>
                  </a:lnTo>
                  <a:lnTo>
                    <a:pt x="445808" y="278700"/>
                  </a:lnTo>
                  <a:lnTo>
                    <a:pt x="447075" y="279605"/>
                  </a:lnTo>
                  <a:lnTo>
                    <a:pt x="448351" y="280377"/>
                  </a:lnTo>
                  <a:lnTo>
                    <a:pt x="449551" y="281158"/>
                  </a:lnTo>
                  <a:lnTo>
                    <a:pt x="450818" y="281929"/>
                  </a:lnTo>
                  <a:lnTo>
                    <a:pt x="452085" y="282577"/>
                  </a:lnTo>
                  <a:lnTo>
                    <a:pt x="453295" y="283224"/>
                  </a:lnTo>
                  <a:lnTo>
                    <a:pt x="454561" y="283872"/>
                  </a:lnTo>
                  <a:lnTo>
                    <a:pt x="455828" y="284453"/>
                  </a:lnTo>
                  <a:lnTo>
                    <a:pt x="457038" y="284968"/>
                  </a:lnTo>
                  <a:lnTo>
                    <a:pt x="458305" y="285425"/>
                  </a:lnTo>
                  <a:lnTo>
                    <a:pt x="459572" y="285872"/>
                  </a:lnTo>
                  <a:lnTo>
                    <a:pt x="460838" y="286263"/>
                  </a:lnTo>
                  <a:lnTo>
                    <a:pt x="462048" y="286587"/>
                  </a:lnTo>
                  <a:lnTo>
                    <a:pt x="463315" y="286911"/>
                  </a:lnTo>
                  <a:lnTo>
                    <a:pt x="464582" y="287168"/>
                  </a:lnTo>
                  <a:lnTo>
                    <a:pt x="465792" y="287358"/>
                  </a:lnTo>
                  <a:lnTo>
                    <a:pt x="467058" y="287549"/>
                  </a:lnTo>
                  <a:lnTo>
                    <a:pt x="468325" y="287682"/>
                  </a:lnTo>
                  <a:lnTo>
                    <a:pt x="469526" y="287806"/>
                  </a:lnTo>
                  <a:lnTo>
                    <a:pt x="470792" y="287873"/>
                  </a:lnTo>
                  <a:lnTo>
                    <a:pt x="472068" y="287873"/>
                  </a:lnTo>
                  <a:lnTo>
                    <a:pt x="473269" y="287873"/>
                  </a:lnTo>
                  <a:lnTo>
                    <a:pt x="474536" y="287873"/>
                  </a:lnTo>
                  <a:lnTo>
                    <a:pt x="475812" y="287806"/>
                  </a:lnTo>
                  <a:lnTo>
                    <a:pt x="477079" y="287749"/>
                  </a:lnTo>
                  <a:lnTo>
                    <a:pt x="478279" y="287615"/>
                  </a:lnTo>
                  <a:lnTo>
                    <a:pt x="479546" y="287491"/>
                  </a:lnTo>
                  <a:lnTo>
                    <a:pt x="480813" y="287358"/>
                  </a:lnTo>
                  <a:lnTo>
                    <a:pt x="482022" y="287168"/>
                  </a:lnTo>
                  <a:lnTo>
                    <a:pt x="483289" y="287034"/>
                  </a:lnTo>
                  <a:lnTo>
                    <a:pt x="484556" y="286844"/>
                  </a:lnTo>
                  <a:lnTo>
                    <a:pt x="485765" y="286644"/>
                  </a:lnTo>
                  <a:lnTo>
                    <a:pt x="487032" y="286387"/>
                  </a:lnTo>
                  <a:lnTo>
                    <a:pt x="488299" y="286196"/>
                  </a:lnTo>
                  <a:lnTo>
                    <a:pt x="489509" y="285996"/>
                  </a:lnTo>
                  <a:lnTo>
                    <a:pt x="490775" y="285805"/>
                  </a:lnTo>
                  <a:lnTo>
                    <a:pt x="492042" y="285615"/>
                  </a:lnTo>
                  <a:lnTo>
                    <a:pt x="493310" y="285425"/>
                  </a:lnTo>
                  <a:lnTo>
                    <a:pt x="494519" y="285225"/>
                  </a:lnTo>
                  <a:lnTo>
                    <a:pt x="495786" y="285101"/>
                  </a:lnTo>
                  <a:lnTo>
                    <a:pt x="497052" y="284901"/>
                  </a:lnTo>
                  <a:lnTo>
                    <a:pt x="498253" y="284777"/>
                  </a:lnTo>
                  <a:lnTo>
                    <a:pt x="499529" y="284710"/>
                  </a:lnTo>
                  <a:lnTo>
                    <a:pt x="500796" y="284577"/>
                  </a:lnTo>
                  <a:lnTo>
                    <a:pt x="501996" y="284510"/>
                  </a:lnTo>
                  <a:lnTo>
                    <a:pt x="503263" y="284453"/>
                  </a:lnTo>
                  <a:lnTo>
                    <a:pt x="504539" y="284453"/>
                  </a:lnTo>
                  <a:lnTo>
                    <a:pt x="505740" y="284453"/>
                  </a:lnTo>
                  <a:lnTo>
                    <a:pt x="507006" y="284510"/>
                  </a:lnTo>
                  <a:lnTo>
                    <a:pt x="508273" y="284577"/>
                  </a:lnTo>
                  <a:lnTo>
                    <a:pt x="509540" y="284710"/>
                  </a:lnTo>
                  <a:lnTo>
                    <a:pt x="510750" y="284834"/>
                  </a:lnTo>
                  <a:lnTo>
                    <a:pt x="512017" y="285034"/>
                  </a:lnTo>
                  <a:lnTo>
                    <a:pt x="513283" y="285292"/>
                  </a:lnTo>
                  <a:lnTo>
                    <a:pt x="514493" y="285549"/>
                  </a:lnTo>
                  <a:lnTo>
                    <a:pt x="515760" y="285805"/>
                  </a:lnTo>
                  <a:lnTo>
                    <a:pt x="517027" y="286130"/>
                  </a:lnTo>
                  <a:lnTo>
                    <a:pt x="518236" y="286520"/>
                  </a:lnTo>
                  <a:lnTo>
                    <a:pt x="519503" y="286911"/>
                  </a:lnTo>
                  <a:lnTo>
                    <a:pt x="520770" y="287358"/>
                  </a:lnTo>
                  <a:lnTo>
                    <a:pt x="521970" y="287873"/>
                  </a:lnTo>
                  <a:lnTo>
                    <a:pt x="523246" y="288397"/>
                  </a:lnTo>
                  <a:lnTo>
                    <a:pt x="524513" y="288977"/>
                  </a:lnTo>
                  <a:lnTo>
                    <a:pt x="525780" y="289559"/>
                  </a:lnTo>
                  <a:lnTo>
                    <a:pt x="526990" y="290206"/>
                  </a:lnTo>
                  <a:lnTo>
                    <a:pt x="528256" y="290845"/>
                  </a:lnTo>
                  <a:lnTo>
                    <a:pt x="529523" y="291625"/>
                  </a:lnTo>
                  <a:lnTo>
                    <a:pt x="530724" y="292330"/>
                  </a:lnTo>
                  <a:lnTo>
                    <a:pt x="531990" y="293111"/>
                  </a:lnTo>
                  <a:lnTo>
                    <a:pt x="533267" y="293950"/>
                  </a:lnTo>
                  <a:lnTo>
                    <a:pt x="534467" y="294788"/>
                  </a:lnTo>
                  <a:lnTo>
                    <a:pt x="535734" y="295693"/>
                  </a:lnTo>
                  <a:lnTo>
                    <a:pt x="537001" y="296598"/>
                  </a:lnTo>
                  <a:lnTo>
                    <a:pt x="538210" y="297502"/>
                  </a:lnTo>
                  <a:lnTo>
                    <a:pt x="539477" y="298474"/>
                  </a:lnTo>
                  <a:lnTo>
                    <a:pt x="540744" y="299445"/>
                  </a:lnTo>
                  <a:lnTo>
                    <a:pt x="542011" y="300474"/>
                  </a:lnTo>
                  <a:lnTo>
                    <a:pt x="543221" y="301513"/>
                  </a:lnTo>
                  <a:lnTo>
                    <a:pt x="544487" y="302541"/>
                  </a:lnTo>
                  <a:lnTo>
                    <a:pt x="545754" y="303579"/>
                  </a:lnTo>
                  <a:lnTo>
                    <a:pt x="546964" y="304675"/>
                  </a:lnTo>
                  <a:lnTo>
                    <a:pt x="548231" y="305780"/>
                  </a:lnTo>
                  <a:lnTo>
                    <a:pt x="549497" y="306875"/>
                  </a:lnTo>
                  <a:lnTo>
                    <a:pt x="550707" y="307970"/>
                  </a:lnTo>
                  <a:lnTo>
                    <a:pt x="551974" y="309076"/>
                  </a:lnTo>
                  <a:lnTo>
                    <a:pt x="553241" y="310171"/>
                  </a:lnTo>
                  <a:lnTo>
                    <a:pt x="554508" y="311333"/>
                  </a:lnTo>
                  <a:lnTo>
                    <a:pt x="555717" y="312428"/>
                  </a:lnTo>
                  <a:lnTo>
                    <a:pt x="556984" y="313533"/>
                  </a:lnTo>
                  <a:lnTo>
                    <a:pt x="558251" y="314628"/>
                  </a:lnTo>
                  <a:lnTo>
                    <a:pt x="559451" y="315724"/>
                  </a:lnTo>
                  <a:lnTo>
                    <a:pt x="560727" y="316829"/>
                  </a:lnTo>
                  <a:lnTo>
                    <a:pt x="561994" y="317924"/>
                  </a:lnTo>
                  <a:lnTo>
                    <a:pt x="563194" y="318962"/>
                  </a:lnTo>
                  <a:lnTo>
                    <a:pt x="564461" y="319991"/>
                  </a:lnTo>
                  <a:lnTo>
                    <a:pt x="565737" y="321029"/>
                  </a:lnTo>
                  <a:lnTo>
                    <a:pt x="566938" y="322058"/>
                  </a:lnTo>
                  <a:lnTo>
                    <a:pt x="568204" y="323029"/>
                  </a:lnTo>
                  <a:lnTo>
                    <a:pt x="569471" y="324068"/>
                  </a:lnTo>
                  <a:lnTo>
                    <a:pt x="570747" y="324972"/>
                  </a:lnTo>
                  <a:lnTo>
                    <a:pt x="571948" y="325944"/>
                  </a:lnTo>
                  <a:lnTo>
                    <a:pt x="573215" y="326849"/>
                  </a:lnTo>
                  <a:lnTo>
                    <a:pt x="574481" y="327687"/>
                  </a:lnTo>
                  <a:lnTo>
                    <a:pt x="575691" y="328526"/>
                  </a:lnTo>
                  <a:lnTo>
                    <a:pt x="576958" y="329363"/>
                  </a:lnTo>
                  <a:lnTo>
                    <a:pt x="578225" y="330145"/>
                  </a:lnTo>
                  <a:lnTo>
                    <a:pt x="579435" y="330916"/>
                  </a:lnTo>
                  <a:lnTo>
                    <a:pt x="580701" y="331631"/>
                  </a:lnTo>
                  <a:lnTo>
                    <a:pt x="581968" y="332335"/>
                  </a:lnTo>
                  <a:lnTo>
                    <a:pt x="583178" y="333050"/>
                  </a:lnTo>
                  <a:lnTo>
                    <a:pt x="584445" y="333697"/>
                  </a:lnTo>
                  <a:lnTo>
                    <a:pt x="585712" y="334345"/>
                  </a:lnTo>
                  <a:lnTo>
                    <a:pt x="586978" y="334926"/>
                  </a:lnTo>
                  <a:lnTo>
                    <a:pt x="588188" y="335440"/>
                  </a:lnTo>
                  <a:lnTo>
                    <a:pt x="589455" y="336022"/>
                  </a:lnTo>
                  <a:lnTo>
                    <a:pt x="590722" y="336469"/>
                  </a:lnTo>
                  <a:lnTo>
                    <a:pt x="591922" y="336993"/>
                  </a:lnTo>
                  <a:lnTo>
                    <a:pt x="593198" y="337441"/>
                  </a:lnTo>
                  <a:lnTo>
                    <a:pt x="594465" y="337898"/>
                  </a:lnTo>
                  <a:lnTo>
                    <a:pt x="595665" y="338279"/>
                  </a:lnTo>
                  <a:lnTo>
                    <a:pt x="596932" y="338670"/>
                  </a:lnTo>
                  <a:lnTo>
                    <a:pt x="598208" y="338994"/>
                  </a:lnTo>
                  <a:lnTo>
                    <a:pt x="599408" y="339317"/>
                  </a:lnTo>
                  <a:lnTo>
                    <a:pt x="600675" y="339641"/>
                  </a:lnTo>
                  <a:lnTo>
                    <a:pt x="601942" y="339898"/>
                  </a:lnTo>
                  <a:lnTo>
                    <a:pt x="603209" y="340156"/>
                  </a:lnTo>
                  <a:lnTo>
                    <a:pt x="604419" y="340413"/>
                  </a:lnTo>
                  <a:lnTo>
                    <a:pt x="605685" y="340670"/>
                  </a:lnTo>
                  <a:lnTo>
                    <a:pt x="606952" y="340870"/>
                  </a:lnTo>
                  <a:lnTo>
                    <a:pt x="608162" y="341060"/>
                  </a:lnTo>
                  <a:lnTo>
                    <a:pt x="609429" y="341260"/>
                  </a:lnTo>
                  <a:lnTo>
                    <a:pt x="610695" y="341451"/>
                  </a:lnTo>
                  <a:lnTo>
                    <a:pt x="611905" y="341575"/>
                  </a:lnTo>
                  <a:lnTo>
                    <a:pt x="613172" y="341708"/>
                  </a:lnTo>
                  <a:lnTo>
                    <a:pt x="614439" y="341842"/>
                  </a:lnTo>
                  <a:lnTo>
                    <a:pt x="615639" y="341965"/>
                  </a:lnTo>
                  <a:lnTo>
                    <a:pt x="616915" y="342099"/>
                  </a:lnTo>
                  <a:lnTo>
                    <a:pt x="618182" y="342165"/>
                  </a:lnTo>
                  <a:lnTo>
                    <a:pt x="619449" y="342222"/>
                  </a:lnTo>
                  <a:lnTo>
                    <a:pt x="620649" y="342356"/>
                  </a:lnTo>
                  <a:lnTo>
                    <a:pt x="621926" y="342422"/>
                  </a:lnTo>
                  <a:lnTo>
                    <a:pt x="623192" y="342479"/>
                  </a:lnTo>
                  <a:lnTo>
                    <a:pt x="624392" y="342546"/>
                  </a:lnTo>
                  <a:lnTo>
                    <a:pt x="625659" y="342546"/>
                  </a:lnTo>
                  <a:lnTo>
                    <a:pt x="626936" y="342613"/>
                  </a:lnTo>
                  <a:lnTo>
                    <a:pt x="628136" y="342679"/>
                  </a:lnTo>
                  <a:lnTo>
                    <a:pt x="629402" y="342679"/>
                  </a:lnTo>
                  <a:lnTo>
                    <a:pt x="630669" y="342746"/>
                  </a:lnTo>
                  <a:lnTo>
                    <a:pt x="631946" y="342746"/>
                  </a:lnTo>
                  <a:lnTo>
                    <a:pt x="633146" y="342803"/>
                  </a:lnTo>
                  <a:lnTo>
                    <a:pt x="634413" y="342803"/>
                  </a:lnTo>
                  <a:lnTo>
                    <a:pt x="635679" y="342870"/>
                  </a:lnTo>
                  <a:lnTo>
                    <a:pt x="636889" y="342870"/>
                  </a:lnTo>
                  <a:lnTo>
                    <a:pt x="638156" y="342870"/>
                  </a:lnTo>
                </a:path>
              </a:pathLst>
            </a:custGeom>
            <a:noFill/>
            <a:ln w="7242" cap="flat">
              <a:solidFill>
                <a:srgbClr val="000000"/>
              </a:solidFill>
              <a:prstDash val="solid"/>
              <a:round/>
            </a:ln>
          </p:spPr>
          <p:txBody>
            <a:bodyPr/>
            <a:lstStyle/>
            <a:p>
              <a:endParaRPr lang="zh-CN" altLang="en-US" sz="2190"/>
            </a:p>
          </p:txBody>
        </p:sp>
        <p:sp>
          <p:nvSpPr>
            <p:cNvPr id="1013" name="任意多边形: 形状 1012"/>
            <p:cNvSpPr/>
            <p:nvPr/>
          </p:nvSpPr>
          <p:spPr>
            <a:xfrm>
              <a:off x="5191587" y="5407547"/>
              <a:ext cx="638175" cy="247650"/>
            </a:xfrm>
            <a:custGeom>
              <a:avLst/>
              <a:gdLst>
                <a:gd name="csX0" fmla="*/ -19 w 638175"/>
                <a:gd name="csY0" fmla="*/ 247115 h 247650"/>
                <a:gd name="csX1" fmla="*/ 1191 w 638175"/>
                <a:gd name="csY1" fmla="*/ 247049 h 247650"/>
                <a:gd name="csX2" fmla="*/ 2458 w 638175"/>
                <a:gd name="csY2" fmla="*/ 246992 h 247650"/>
                <a:gd name="csX3" fmla="*/ 3724 w 638175"/>
                <a:gd name="csY3" fmla="*/ 246858 h 247650"/>
                <a:gd name="csX4" fmla="*/ 4924 w 638175"/>
                <a:gd name="csY4" fmla="*/ 246801 h 247650"/>
                <a:gd name="csX5" fmla="*/ 6191 w 638175"/>
                <a:gd name="csY5" fmla="*/ 246668 h 247650"/>
                <a:gd name="csX6" fmla="*/ 7468 w 638175"/>
                <a:gd name="csY6" fmla="*/ 246544 h 247650"/>
                <a:gd name="csX7" fmla="*/ 8668 w 638175"/>
                <a:gd name="csY7" fmla="*/ 246353 h 247650"/>
                <a:gd name="csX8" fmla="*/ 9934 w 638175"/>
                <a:gd name="csY8" fmla="*/ 246163 h 247650"/>
                <a:gd name="csX9" fmla="*/ 11201 w 638175"/>
                <a:gd name="csY9" fmla="*/ 246039 h 247650"/>
                <a:gd name="csX10" fmla="*/ 12478 w 638175"/>
                <a:gd name="csY10" fmla="*/ 245791 h 247650"/>
                <a:gd name="csX11" fmla="*/ 13678 w 638175"/>
                <a:gd name="csY11" fmla="*/ 245534 h 247650"/>
                <a:gd name="csX12" fmla="*/ 14945 w 638175"/>
                <a:gd name="csY12" fmla="*/ 245277 h 247650"/>
                <a:gd name="csX13" fmla="*/ 16211 w 638175"/>
                <a:gd name="csY13" fmla="*/ 245029 h 247650"/>
                <a:gd name="csX14" fmla="*/ 17421 w 638175"/>
                <a:gd name="csY14" fmla="*/ 244715 h 247650"/>
                <a:gd name="csX15" fmla="*/ 18688 w 638175"/>
                <a:gd name="csY15" fmla="*/ 244334 h 247650"/>
                <a:gd name="csX16" fmla="*/ 19955 w 638175"/>
                <a:gd name="csY16" fmla="*/ 243886 h 247650"/>
                <a:gd name="csX17" fmla="*/ 21165 w 638175"/>
                <a:gd name="csY17" fmla="*/ 243514 h 247650"/>
                <a:gd name="csX18" fmla="*/ 22431 w 638175"/>
                <a:gd name="csY18" fmla="*/ 243001 h 247650"/>
                <a:gd name="csX19" fmla="*/ 23698 w 638175"/>
                <a:gd name="csY19" fmla="*/ 242438 h 247650"/>
                <a:gd name="csX20" fmla="*/ 24908 w 638175"/>
                <a:gd name="csY20" fmla="*/ 241867 h 247650"/>
                <a:gd name="csX21" fmla="*/ 26175 w 638175"/>
                <a:gd name="csY21" fmla="*/ 241238 h 247650"/>
                <a:gd name="csX22" fmla="*/ 27442 w 638175"/>
                <a:gd name="csY22" fmla="*/ 240543 h 247650"/>
                <a:gd name="csX23" fmla="*/ 28708 w 638175"/>
                <a:gd name="csY23" fmla="*/ 239781 h 247650"/>
                <a:gd name="csX24" fmla="*/ 29918 w 638175"/>
                <a:gd name="csY24" fmla="*/ 238962 h 247650"/>
                <a:gd name="csX25" fmla="*/ 31185 w 638175"/>
                <a:gd name="csY25" fmla="*/ 238076 h 247650"/>
                <a:gd name="csX26" fmla="*/ 32452 w 638175"/>
                <a:gd name="csY26" fmla="*/ 237067 h 247650"/>
                <a:gd name="csX27" fmla="*/ 33652 w 638175"/>
                <a:gd name="csY27" fmla="*/ 235990 h 247650"/>
                <a:gd name="csX28" fmla="*/ 34928 w 638175"/>
                <a:gd name="csY28" fmla="*/ 234847 h 247650"/>
                <a:gd name="csX29" fmla="*/ 36195 w 638175"/>
                <a:gd name="csY29" fmla="*/ 233647 h 247650"/>
                <a:gd name="csX30" fmla="*/ 37395 w 638175"/>
                <a:gd name="csY30" fmla="*/ 232323 h 247650"/>
                <a:gd name="csX31" fmla="*/ 38662 w 638175"/>
                <a:gd name="csY31" fmla="*/ 230866 h 247650"/>
                <a:gd name="csX32" fmla="*/ 39938 w 638175"/>
                <a:gd name="csY32" fmla="*/ 229351 h 247650"/>
                <a:gd name="csX33" fmla="*/ 41205 w 638175"/>
                <a:gd name="csY33" fmla="*/ 227770 h 247650"/>
                <a:gd name="csX34" fmla="*/ 42405 w 638175"/>
                <a:gd name="csY34" fmla="*/ 225998 h 247650"/>
                <a:gd name="csX35" fmla="*/ 43672 w 638175"/>
                <a:gd name="csY35" fmla="*/ 224103 h 247650"/>
                <a:gd name="csX36" fmla="*/ 44949 w 638175"/>
                <a:gd name="csY36" fmla="*/ 222141 h 247650"/>
                <a:gd name="csX37" fmla="*/ 46149 w 638175"/>
                <a:gd name="csY37" fmla="*/ 220055 h 247650"/>
                <a:gd name="csX38" fmla="*/ 47415 w 638175"/>
                <a:gd name="csY38" fmla="*/ 217845 h 247650"/>
                <a:gd name="csX39" fmla="*/ 48682 w 638175"/>
                <a:gd name="csY39" fmla="*/ 215435 h 247650"/>
                <a:gd name="csX40" fmla="*/ 49892 w 638175"/>
                <a:gd name="csY40" fmla="*/ 212977 h 247650"/>
                <a:gd name="csX41" fmla="*/ 51159 w 638175"/>
                <a:gd name="csY41" fmla="*/ 210378 h 247650"/>
                <a:gd name="csX42" fmla="*/ 52425 w 638175"/>
                <a:gd name="csY42" fmla="*/ 207596 h 247650"/>
                <a:gd name="csX43" fmla="*/ 53635 w 638175"/>
                <a:gd name="csY43" fmla="*/ 204758 h 247650"/>
                <a:gd name="csX44" fmla="*/ 54902 w 638175"/>
                <a:gd name="csY44" fmla="*/ 201719 h 247650"/>
                <a:gd name="csX45" fmla="*/ 56169 w 638175"/>
                <a:gd name="csY45" fmla="*/ 198557 h 247650"/>
                <a:gd name="csX46" fmla="*/ 57436 w 638175"/>
                <a:gd name="csY46" fmla="*/ 195204 h 247650"/>
                <a:gd name="csX47" fmla="*/ 58645 w 638175"/>
                <a:gd name="csY47" fmla="*/ 191794 h 247650"/>
                <a:gd name="csX48" fmla="*/ 59912 w 638175"/>
                <a:gd name="csY48" fmla="*/ 188251 h 247650"/>
                <a:gd name="csX49" fmla="*/ 61179 w 638175"/>
                <a:gd name="csY49" fmla="*/ 184526 h 247650"/>
                <a:gd name="csX50" fmla="*/ 62389 w 638175"/>
                <a:gd name="csY50" fmla="*/ 180726 h 247650"/>
                <a:gd name="csX51" fmla="*/ 63656 w 638175"/>
                <a:gd name="csY51" fmla="*/ 176745 h 247650"/>
                <a:gd name="csX52" fmla="*/ 64922 w 638175"/>
                <a:gd name="csY52" fmla="*/ 172696 h 247650"/>
                <a:gd name="csX53" fmla="*/ 66122 w 638175"/>
                <a:gd name="csY53" fmla="*/ 168467 h 247650"/>
                <a:gd name="csX54" fmla="*/ 67399 w 638175"/>
                <a:gd name="csY54" fmla="*/ 164162 h 247650"/>
                <a:gd name="csX55" fmla="*/ 68666 w 638175"/>
                <a:gd name="csY55" fmla="*/ 159800 h 247650"/>
                <a:gd name="csX56" fmla="*/ 69866 w 638175"/>
                <a:gd name="csY56" fmla="*/ 155247 h 247650"/>
                <a:gd name="csX57" fmla="*/ 71132 w 638175"/>
                <a:gd name="csY57" fmla="*/ 150693 h 247650"/>
                <a:gd name="csX58" fmla="*/ 72400 w 638175"/>
                <a:gd name="csY58" fmla="*/ 146017 h 247650"/>
                <a:gd name="csX59" fmla="*/ 73676 w 638175"/>
                <a:gd name="csY59" fmla="*/ 141274 h 247650"/>
                <a:gd name="csX60" fmla="*/ 74876 w 638175"/>
                <a:gd name="csY60" fmla="*/ 136406 h 247650"/>
                <a:gd name="csX61" fmla="*/ 76143 w 638175"/>
                <a:gd name="csY61" fmla="*/ 131539 h 247650"/>
                <a:gd name="csX62" fmla="*/ 77419 w 638175"/>
                <a:gd name="csY62" fmla="*/ 126672 h 247650"/>
                <a:gd name="csX63" fmla="*/ 78619 w 638175"/>
                <a:gd name="csY63" fmla="*/ 121681 h 247650"/>
                <a:gd name="csX64" fmla="*/ 79886 w 638175"/>
                <a:gd name="csY64" fmla="*/ 116680 h 247650"/>
                <a:gd name="csX65" fmla="*/ 81153 w 638175"/>
                <a:gd name="csY65" fmla="*/ 111689 h 247650"/>
                <a:gd name="csX66" fmla="*/ 82363 w 638175"/>
                <a:gd name="csY66" fmla="*/ 106698 h 247650"/>
                <a:gd name="csX67" fmla="*/ 83629 w 638175"/>
                <a:gd name="csY67" fmla="*/ 101764 h 247650"/>
                <a:gd name="csX68" fmla="*/ 84896 w 638175"/>
                <a:gd name="csY68" fmla="*/ 96763 h 247650"/>
                <a:gd name="csX69" fmla="*/ 86106 w 638175"/>
                <a:gd name="csY69" fmla="*/ 91839 h 247650"/>
                <a:gd name="csX70" fmla="*/ 87373 w 638175"/>
                <a:gd name="csY70" fmla="*/ 86971 h 247650"/>
                <a:gd name="csX71" fmla="*/ 88640 w 638175"/>
                <a:gd name="csY71" fmla="*/ 82095 h 247650"/>
                <a:gd name="csX72" fmla="*/ 89906 w 638175"/>
                <a:gd name="csY72" fmla="*/ 77361 h 247650"/>
                <a:gd name="csX73" fmla="*/ 91116 w 638175"/>
                <a:gd name="csY73" fmla="*/ 72674 h 247650"/>
                <a:gd name="csX74" fmla="*/ 92383 w 638175"/>
                <a:gd name="csY74" fmla="*/ 68064 h 247650"/>
                <a:gd name="csX75" fmla="*/ 93650 w 638175"/>
                <a:gd name="csY75" fmla="*/ 63578 h 247650"/>
                <a:gd name="csX76" fmla="*/ 94850 w 638175"/>
                <a:gd name="csY76" fmla="*/ 59149 h 247650"/>
                <a:gd name="csX77" fmla="*/ 96126 w 638175"/>
                <a:gd name="csY77" fmla="*/ 54910 h 247650"/>
                <a:gd name="csX78" fmla="*/ 97393 w 638175"/>
                <a:gd name="csY78" fmla="*/ 50738 h 247650"/>
                <a:gd name="csX79" fmla="*/ 98594 w 638175"/>
                <a:gd name="csY79" fmla="*/ 46690 h 247650"/>
                <a:gd name="csX80" fmla="*/ 99860 w 638175"/>
                <a:gd name="csY80" fmla="*/ 42833 h 247650"/>
                <a:gd name="csX81" fmla="*/ 101136 w 638175"/>
                <a:gd name="csY81" fmla="*/ 39108 h 247650"/>
                <a:gd name="csX82" fmla="*/ 102336 w 638175"/>
                <a:gd name="csY82" fmla="*/ 35498 h 247650"/>
                <a:gd name="csX83" fmla="*/ 103604 w 638175"/>
                <a:gd name="csY83" fmla="*/ 32155 h 247650"/>
                <a:gd name="csX84" fmla="*/ 104871 w 638175"/>
                <a:gd name="csY84" fmla="*/ 28860 h 247650"/>
                <a:gd name="csX85" fmla="*/ 106147 w 638175"/>
                <a:gd name="csY85" fmla="*/ 25764 h 247650"/>
                <a:gd name="csX86" fmla="*/ 107347 w 638175"/>
                <a:gd name="csY86" fmla="*/ 22916 h 247650"/>
                <a:gd name="csX87" fmla="*/ 108614 w 638175"/>
                <a:gd name="csY87" fmla="*/ 20201 h 247650"/>
                <a:gd name="csX88" fmla="*/ 109881 w 638175"/>
                <a:gd name="csY88" fmla="*/ 17610 h 247650"/>
                <a:gd name="csX89" fmla="*/ 111090 w 638175"/>
                <a:gd name="csY89" fmla="*/ 15210 h 247650"/>
                <a:gd name="csX90" fmla="*/ 112357 w 638175"/>
                <a:gd name="csY90" fmla="*/ 13058 h 247650"/>
                <a:gd name="csX91" fmla="*/ 113624 w 638175"/>
                <a:gd name="csY91" fmla="*/ 11095 h 247650"/>
                <a:gd name="csX92" fmla="*/ 114833 w 638175"/>
                <a:gd name="csY92" fmla="*/ 9200 h 247650"/>
                <a:gd name="csX93" fmla="*/ 116100 w 638175"/>
                <a:gd name="csY93" fmla="*/ 7561 h 247650"/>
                <a:gd name="csX94" fmla="*/ 117367 w 638175"/>
                <a:gd name="csY94" fmla="*/ 6104 h 247650"/>
                <a:gd name="csX95" fmla="*/ 118634 w 638175"/>
                <a:gd name="csY95" fmla="*/ 4780 h 247650"/>
                <a:gd name="csX96" fmla="*/ 119843 w 638175"/>
                <a:gd name="csY96" fmla="*/ 3637 h 247650"/>
                <a:gd name="csX97" fmla="*/ 121110 w 638175"/>
                <a:gd name="csY97" fmla="*/ 2627 h 247650"/>
                <a:gd name="csX98" fmla="*/ 122377 w 638175"/>
                <a:gd name="csY98" fmla="*/ 1865 h 247650"/>
                <a:gd name="csX99" fmla="*/ 123587 w 638175"/>
                <a:gd name="csY99" fmla="*/ 1170 h 247650"/>
                <a:gd name="csX100" fmla="*/ 124854 w 638175"/>
                <a:gd name="csY100" fmla="*/ 665 h 247650"/>
                <a:gd name="csX101" fmla="*/ 126120 w 638175"/>
                <a:gd name="csY101" fmla="*/ 285 h 247650"/>
                <a:gd name="csX102" fmla="*/ 127321 w 638175"/>
                <a:gd name="csY102" fmla="*/ 94 h 247650"/>
                <a:gd name="csX103" fmla="*/ 128597 w 638175"/>
                <a:gd name="csY103" fmla="*/ -30 h 247650"/>
                <a:gd name="csX104" fmla="*/ 129864 w 638175"/>
                <a:gd name="csY104" fmla="*/ -30 h 247650"/>
                <a:gd name="csX105" fmla="*/ 131064 w 638175"/>
                <a:gd name="csY105" fmla="*/ 161 h 247650"/>
                <a:gd name="csX106" fmla="*/ 132331 w 638175"/>
                <a:gd name="csY106" fmla="*/ 418 h 247650"/>
                <a:gd name="csX107" fmla="*/ 133607 w 638175"/>
                <a:gd name="csY107" fmla="*/ 789 h 247650"/>
                <a:gd name="csX108" fmla="*/ 134874 w 638175"/>
                <a:gd name="csY108" fmla="*/ 1237 h 247650"/>
                <a:gd name="csX109" fmla="*/ 136074 w 638175"/>
                <a:gd name="csY109" fmla="*/ 1808 h 247650"/>
                <a:gd name="csX110" fmla="*/ 137341 w 638175"/>
                <a:gd name="csY110" fmla="*/ 2437 h 247650"/>
                <a:gd name="csX111" fmla="*/ 138617 w 638175"/>
                <a:gd name="csY111" fmla="*/ 3132 h 247650"/>
                <a:gd name="csX112" fmla="*/ 139818 w 638175"/>
                <a:gd name="csY112" fmla="*/ 3952 h 247650"/>
                <a:gd name="csX113" fmla="*/ 141085 w 638175"/>
                <a:gd name="csY113" fmla="*/ 4780 h 247650"/>
                <a:gd name="csX114" fmla="*/ 142351 w 638175"/>
                <a:gd name="csY114" fmla="*/ 5723 h 247650"/>
                <a:gd name="csX115" fmla="*/ 143561 w 638175"/>
                <a:gd name="csY115" fmla="*/ 6675 h 247650"/>
                <a:gd name="csX116" fmla="*/ 144827 w 638175"/>
                <a:gd name="csY116" fmla="*/ 7685 h 247650"/>
                <a:gd name="csX117" fmla="*/ 146095 w 638175"/>
                <a:gd name="csY117" fmla="*/ 8761 h 247650"/>
                <a:gd name="csX118" fmla="*/ 147304 w 638175"/>
                <a:gd name="csY118" fmla="*/ 9838 h 247650"/>
                <a:gd name="csX119" fmla="*/ 148571 w 638175"/>
                <a:gd name="csY119" fmla="*/ 10905 h 247650"/>
                <a:gd name="csX120" fmla="*/ 149838 w 638175"/>
                <a:gd name="csY120" fmla="*/ 12048 h 247650"/>
                <a:gd name="csX121" fmla="*/ 151105 w 638175"/>
                <a:gd name="csY121" fmla="*/ 13248 h 247650"/>
                <a:gd name="csX122" fmla="*/ 152314 w 638175"/>
                <a:gd name="csY122" fmla="*/ 14381 h 247650"/>
                <a:gd name="csX123" fmla="*/ 153581 w 638175"/>
                <a:gd name="csY123" fmla="*/ 15591 h 247650"/>
                <a:gd name="csX124" fmla="*/ 154848 w 638175"/>
                <a:gd name="csY124" fmla="*/ 16791 h 247650"/>
                <a:gd name="csX125" fmla="*/ 156048 w 638175"/>
                <a:gd name="csY125" fmla="*/ 17992 h 247650"/>
                <a:gd name="csX126" fmla="*/ 157324 w 638175"/>
                <a:gd name="csY126" fmla="*/ 19192 h 247650"/>
                <a:gd name="csX127" fmla="*/ 158591 w 638175"/>
                <a:gd name="csY127" fmla="*/ 20325 h 247650"/>
                <a:gd name="csX128" fmla="*/ 159792 w 638175"/>
                <a:gd name="csY128" fmla="*/ 21525 h 247650"/>
                <a:gd name="csX129" fmla="*/ 161058 w 638175"/>
                <a:gd name="csY129" fmla="*/ 22735 h 247650"/>
                <a:gd name="csX130" fmla="*/ 162334 w 638175"/>
                <a:gd name="csY130" fmla="*/ 23868 h 247650"/>
                <a:gd name="csX131" fmla="*/ 163535 w 638175"/>
                <a:gd name="csY131" fmla="*/ 25011 h 247650"/>
                <a:gd name="csX132" fmla="*/ 164802 w 638175"/>
                <a:gd name="csY132" fmla="*/ 26145 h 247650"/>
                <a:gd name="csX133" fmla="*/ 166078 w 638175"/>
                <a:gd name="csY133" fmla="*/ 27221 h 247650"/>
                <a:gd name="csX134" fmla="*/ 167345 w 638175"/>
                <a:gd name="csY134" fmla="*/ 28297 h 247650"/>
                <a:gd name="csX135" fmla="*/ 168545 w 638175"/>
                <a:gd name="csY135" fmla="*/ 29364 h 247650"/>
                <a:gd name="csX136" fmla="*/ 169812 w 638175"/>
                <a:gd name="csY136" fmla="*/ 30383 h 247650"/>
                <a:gd name="csX137" fmla="*/ 171079 w 638175"/>
                <a:gd name="csY137" fmla="*/ 31393 h 247650"/>
                <a:gd name="csX138" fmla="*/ 172289 w 638175"/>
                <a:gd name="csY138" fmla="*/ 32403 h 247650"/>
                <a:gd name="csX139" fmla="*/ 173555 w 638175"/>
                <a:gd name="csY139" fmla="*/ 33355 h 247650"/>
                <a:gd name="csX140" fmla="*/ 174822 w 638175"/>
                <a:gd name="csY140" fmla="*/ 34298 h 247650"/>
                <a:gd name="csX141" fmla="*/ 176031 w 638175"/>
                <a:gd name="csY141" fmla="*/ 35184 h 247650"/>
                <a:gd name="csX142" fmla="*/ 177299 w 638175"/>
                <a:gd name="csY142" fmla="*/ 36013 h 247650"/>
                <a:gd name="csX143" fmla="*/ 178565 w 638175"/>
                <a:gd name="csY143" fmla="*/ 36889 h 247650"/>
                <a:gd name="csX144" fmla="*/ 179775 w 638175"/>
                <a:gd name="csY144" fmla="*/ 37651 h 247650"/>
                <a:gd name="csX145" fmla="*/ 181041 w 638175"/>
                <a:gd name="csY145" fmla="*/ 38413 h 247650"/>
                <a:gd name="csX146" fmla="*/ 182309 w 638175"/>
                <a:gd name="csY146" fmla="*/ 39165 h 247650"/>
                <a:gd name="csX147" fmla="*/ 183576 w 638175"/>
                <a:gd name="csY147" fmla="*/ 39861 h 247650"/>
                <a:gd name="csX148" fmla="*/ 184785 w 638175"/>
                <a:gd name="csY148" fmla="*/ 40556 h 247650"/>
                <a:gd name="csX149" fmla="*/ 186052 w 638175"/>
                <a:gd name="csY149" fmla="*/ 41194 h 247650"/>
                <a:gd name="csX150" fmla="*/ 187319 w 638175"/>
                <a:gd name="csY150" fmla="*/ 41823 h 247650"/>
                <a:gd name="csX151" fmla="*/ 188519 w 638175"/>
                <a:gd name="csY151" fmla="*/ 42394 h 247650"/>
                <a:gd name="csX152" fmla="*/ 189795 w 638175"/>
                <a:gd name="csY152" fmla="*/ 42966 h 247650"/>
                <a:gd name="csX153" fmla="*/ 191062 w 638175"/>
                <a:gd name="csY153" fmla="*/ 43528 h 247650"/>
                <a:gd name="csX154" fmla="*/ 192262 w 638175"/>
                <a:gd name="csY154" fmla="*/ 44042 h 247650"/>
                <a:gd name="csX155" fmla="*/ 193529 w 638175"/>
                <a:gd name="csY155" fmla="*/ 44480 h 247650"/>
                <a:gd name="csX156" fmla="*/ 194805 w 638175"/>
                <a:gd name="csY156" fmla="*/ 44918 h 247650"/>
                <a:gd name="csX157" fmla="*/ 196006 w 638175"/>
                <a:gd name="csY157" fmla="*/ 45366 h 247650"/>
                <a:gd name="csX158" fmla="*/ 197272 w 638175"/>
                <a:gd name="csY158" fmla="*/ 45804 h 247650"/>
                <a:gd name="csX159" fmla="*/ 198539 w 638175"/>
                <a:gd name="csY159" fmla="*/ 46185 h 247650"/>
                <a:gd name="csX160" fmla="*/ 199815 w 638175"/>
                <a:gd name="csY160" fmla="*/ 46500 h 247650"/>
                <a:gd name="csX161" fmla="*/ 201016 w 638175"/>
                <a:gd name="csY161" fmla="*/ 46881 h 247650"/>
                <a:gd name="csX162" fmla="*/ 202283 w 638175"/>
                <a:gd name="csY162" fmla="*/ 47195 h 247650"/>
                <a:gd name="csX163" fmla="*/ 203549 w 638175"/>
                <a:gd name="csY163" fmla="*/ 47519 h 247650"/>
                <a:gd name="csX164" fmla="*/ 204759 w 638175"/>
                <a:gd name="csY164" fmla="*/ 47767 h 247650"/>
                <a:gd name="csX165" fmla="*/ 206026 w 638175"/>
                <a:gd name="csY165" fmla="*/ 48081 h 247650"/>
                <a:gd name="csX166" fmla="*/ 207293 w 638175"/>
                <a:gd name="csY166" fmla="*/ 48338 h 247650"/>
                <a:gd name="csX167" fmla="*/ 208503 w 638175"/>
                <a:gd name="csY167" fmla="*/ 48586 h 247650"/>
                <a:gd name="csX168" fmla="*/ 209769 w 638175"/>
                <a:gd name="csY168" fmla="*/ 48776 h 247650"/>
                <a:gd name="csX169" fmla="*/ 211036 w 638175"/>
                <a:gd name="csY169" fmla="*/ 49033 h 247650"/>
                <a:gd name="csX170" fmla="*/ 212303 w 638175"/>
                <a:gd name="csY170" fmla="*/ 49224 h 247650"/>
                <a:gd name="csX171" fmla="*/ 213513 w 638175"/>
                <a:gd name="csY171" fmla="*/ 49472 h 247650"/>
                <a:gd name="csX172" fmla="*/ 214780 w 638175"/>
                <a:gd name="csY172" fmla="*/ 49662 h 247650"/>
                <a:gd name="csX173" fmla="*/ 216046 w 638175"/>
                <a:gd name="csY173" fmla="*/ 49852 h 247650"/>
                <a:gd name="csX174" fmla="*/ 217246 w 638175"/>
                <a:gd name="csY174" fmla="*/ 50109 h 247650"/>
                <a:gd name="csX175" fmla="*/ 218522 w 638175"/>
                <a:gd name="csY175" fmla="*/ 50300 h 247650"/>
                <a:gd name="csX176" fmla="*/ 219790 w 638175"/>
                <a:gd name="csY176" fmla="*/ 50491 h 247650"/>
                <a:gd name="csX177" fmla="*/ 220990 w 638175"/>
                <a:gd name="csY177" fmla="*/ 50738 h 247650"/>
                <a:gd name="csX178" fmla="*/ 222256 w 638175"/>
                <a:gd name="csY178" fmla="*/ 50929 h 247650"/>
                <a:gd name="csX179" fmla="*/ 223532 w 638175"/>
                <a:gd name="csY179" fmla="*/ 51119 h 247650"/>
                <a:gd name="csX180" fmla="*/ 224733 w 638175"/>
                <a:gd name="csY180" fmla="*/ 51367 h 247650"/>
                <a:gd name="csX181" fmla="*/ 226000 w 638175"/>
                <a:gd name="csY181" fmla="*/ 51624 h 247650"/>
                <a:gd name="csX182" fmla="*/ 227267 w 638175"/>
                <a:gd name="csY182" fmla="*/ 51881 h 247650"/>
                <a:gd name="csX183" fmla="*/ 228543 w 638175"/>
                <a:gd name="csY183" fmla="*/ 52129 h 247650"/>
                <a:gd name="csX184" fmla="*/ 229743 w 638175"/>
                <a:gd name="csY184" fmla="*/ 52386 h 247650"/>
                <a:gd name="csX185" fmla="*/ 231010 w 638175"/>
                <a:gd name="csY185" fmla="*/ 52634 h 247650"/>
                <a:gd name="csX186" fmla="*/ 232277 w 638175"/>
                <a:gd name="csY186" fmla="*/ 52948 h 247650"/>
                <a:gd name="csX187" fmla="*/ 233487 w 638175"/>
                <a:gd name="csY187" fmla="*/ 53272 h 247650"/>
                <a:gd name="csX188" fmla="*/ 234753 w 638175"/>
                <a:gd name="csY188" fmla="*/ 53586 h 247650"/>
                <a:gd name="csX189" fmla="*/ 236020 w 638175"/>
                <a:gd name="csY189" fmla="*/ 53900 h 247650"/>
                <a:gd name="csX190" fmla="*/ 237230 w 638175"/>
                <a:gd name="csY190" fmla="*/ 54282 h 247650"/>
                <a:gd name="csX191" fmla="*/ 238497 w 638175"/>
                <a:gd name="csY191" fmla="*/ 54663 h 247650"/>
                <a:gd name="csX192" fmla="*/ 239763 w 638175"/>
                <a:gd name="csY192" fmla="*/ 55034 h 247650"/>
                <a:gd name="csX193" fmla="*/ 240973 w 638175"/>
                <a:gd name="csY193" fmla="*/ 55415 h 247650"/>
                <a:gd name="csX194" fmla="*/ 242240 w 638175"/>
                <a:gd name="csY194" fmla="*/ 55863 h 247650"/>
                <a:gd name="csX195" fmla="*/ 243507 w 638175"/>
                <a:gd name="csY195" fmla="*/ 56301 h 247650"/>
                <a:gd name="csX196" fmla="*/ 244774 w 638175"/>
                <a:gd name="csY196" fmla="*/ 56749 h 247650"/>
                <a:gd name="csX197" fmla="*/ 245983 w 638175"/>
                <a:gd name="csY197" fmla="*/ 57187 h 247650"/>
                <a:gd name="csX198" fmla="*/ 247250 w 638175"/>
                <a:gd name="csY198" fmla="*/ 57691 h 247650"/>
                <a:gd name="csX199" fmla="*/ 248517 w 638175"/>
                <a:gd name="csY199" fmla="*/ 58139 h 247650"/>
                <a:gd name="csX200" fmla="*/ 249717 w 638175"/>
                <a:gd name="csY200" fmla="*/ 58701 h 247650"/>
                <a:gd name="csX201" fmla="*/ 250994 w 638175"/>
                <a:gd name="csY201" fmla="*/ 59215 h 247650"/>
                <a:gd name="csX202" fmla="*/ 252260 w 638175"/>
                <a:gd name="csY202" fmla="*/ 59720 h 247650"/>
                <a:gd name="csX203" fmla="*/ 253460 w 638175"/>
                <a:gd name="csY203" fmla="*/ 60282 h 247650"/>
                <a:gd name="csX204" fmla="*/ 254727 w 638175"/>
                <a:gd name="csY204" fmla="*/ 60854 h 247650"/>
                <a:gd name="csX205" fmla="*/ 256004 w 638175"/>
                <a:gd name="csY205" fmla="*/ 61426 h 247650"/>
                <a:gd name="csX206" fmla="*/ 257204 w 638175"/>
                <a:gd name="csY206" fmla="*/ 61997 h 247650"/>
                <a:gd name="csX207" fmla="*/ 258470 w 638175"/>
                <a:gd name="csY207" fmla="*/ 62625 h 247650"/>
                <a:gd name="csX208" fmla="*/ 259737 w 638175"/>
                <a:gd name="csY208" fmla="*/ 63197 h 247650"/>
                <a:gd name="csX209" fmla="*/ 261014 w 638175"/>
                <a:gd name="csY209" fmla="*/ 63825 h 247650"/>
                <a:gd name="csX210" fmla="*/ 262214 w 638175"/>
                <a:gd name="csY210" fmla="*/ 64397 h 247650"/>
                <a:gd name="csX211" fmla="*/ 263481 w 638175"/>
                <a:gd name="csY211" fmla="*/ 65026 h 247650"/>
                <a:gd name="csX212" fmla="*/ 264747 w 638175"/>
                <a:gd name="csY212" fmla="*/ 65664 h 247650"/>
                <a:gd name="csX213" fmla="*/ 265957 w 638175"/>
                <a:gd name="csY213" fmla="*/ 66293 h 247650"/>
                <a:gd name="csX214" fmla="*/ 267224 w 638175"/>
                <a:gd name="csY214" fmla="*/ 66921 h 247650"/>
                <a:gd name="csX215" fmla="*/ 268491 w 638175"/>
                <a:gd name="csY215" fmla="*/ 67559 h 247650"/>
                <a:gd name="csX216" fmla="*/ 269701 w 638175"/>
                <a:gd name="csY216" fmla="*/ 68188 h 247650"/>
                <a:gd name="csX217" fmla="*/ 270967 w 638175"/>
                <a:gd name="csY217" fmla="*/ 68826 h 247650"/>
                <a:gd name="csX218" fmla="*/ 272234 w 638175"/>
                <a:gd name="csY218" fmla="*/ 69388 h 247650"/>
                <a:gd name="csX219" fmla="*/ 273434 w 638175"/>
                <a:gd name="csY219" fmla="*/ 70026 h 247650"/>
                <a:gd name="csX220" fmla="*/ 274711 w 638175"/>
                <a:gd name="csY220" fmla="*/ 70655 h 247650"/>
                <a:gd name="csX221" fmla="*/ 275978 w 638175"/>
                <a:gd name="csY221" fmla="*/ 71284 h 247650"/>
                <a:gd name="csX222" fmla="*/ 277244 w 638175"/>
                <a:gd name="csY222" fmla="*/ 71855 h 247650"/>
                <a:gd name="csX223" fmla="*/ 278454 w 638175"/>
                <a:gd name="csY223" fmla="*/ 72493 h 247650"/>
                <a:gd name="csX224" fmla="*/ 279721 w 638175"/>
                <a:gd name="csY224" fmla="*/ 73055 h 247650"/>
                <a:gd name="csX225" fmla="*/ 280988 w 638175"/>
                <a:gd name="csY225" fmla="*/ 73627 h 247650"/>
                <a:gd name="csX226" fmla="*/ 282188 w 638175"/>
                <a:gd name="csY226" fmla="*/ 74199 h 247650"/>
                <a:gd name="csX227" fmla="*/ 283454 w 638175"/>
                <a:gd name="csY227" fmla="*/ 74760 h 247650"/>
                <a:gd name="csX228" fmla="*/ 284731 w 638175"/>
                <a:gd name="csY228" fmla="*/ 75332 h 247650"/>
                <a:gd name="csX229" fmla="*/ 285931 w 638175"/>
                <a:gd name="csY229" fmla="*/ 75837 h 247650"/>
                <a:gd name="csX230" fmla="*/ 287198 w 638175"/>
                <a:gd name="csY230" fmla="*/ 76408 h 247650"/>
                <a:gd name="csX231" fmla="*/ 288474 w 638175"/>
                <a:gd name="csY231" fmla="*/ 76913 h 247650"/>
                <a:gd name="csX232" fmla="*/ 289741 w 638175"/>
                <a:gd name="csY232" fmla="*/ 77418 h 247650"/>
                <a:gd name="csX233" fmla="*/ 290941 w 638175"/>
                <a:gd name="csY233" fmla="*/ 77923 h 247650"/>
                <a:gd name="csX234" fmla="*/ 292208 w 638175"/>
                <a:gd name="csY234" fmla="*/ 78427 h 247650"/>
                <a:gd name="csX235" fmla="*/ 293475 w 638175"/>
                <a:gd name="csY235" fmla="*/ 78875 h 247650"/>
                <a:gd name="csX236" fmla="*/ 294685 w 638175"/>
                <a:gd name="csY236" fmla="*/ 79380 h 247650"/>
                <a:gd name="csX237" fmla="*/ 295951 w 638175"/>
                <a:gd name="csY237" fmla="*/ 79818 h 247650"/>
                <a:gd name="csX238" fmla="*/ 297218 w 638175"/>
                <a:gd name="csY238" fmla="*/ 80266 h 247650"/>
                <a:gd name="csX239" fmla="*/ 298428 w 638175"/>
                <a:gd name="csY239" fmla="*/ 80646 h 247650"/>
                <a:gd name="csX240" fmla="*/ 299695 w 638175"/>
                <a:gd name="csY240" fmla="*/ 81085 h 247650"/>
                <a:gd name="csX241" fmla="*/ 300961 w 638175"/>
                <a:gd name="csY241" fmla="*/ 81532 h 247650"/>
                <a:gd name="csX242" fmla="*/ 302171 w 638175"/>
                <a:gd name="csY242" fmla="*/ 81914 h 247650"/>
                <a:gd name="csX243" fmla="*/ 303438 w 638175"/>
                <a:gd name="csY243" fmla="*/ 82285 h 247650"/>
                <a:gd name="csX244" fmla="*/ 304705 w 638175"/>
                <a:gd name="csY244" fmla="*/ 82666 h 247650"/>
                <a:gd name="csX245" fmla="*/ 305972 w 638175"/>
                <a:gd name="csY245" fmla="*/ 83047 h 247650"/>
                <a:gd name="csX246" fmla="*/ 307181 w 638175"/>
                <a:gd name="csY246" fmla="*/ 83428 h 247650"/>
                <a:gd name="csX247" fmla="*/ 308448 w 638175"/>
                <a:gd name="csY247" fmla="*/ 83742 h 247650"/>
                <a:gd name="csX248" fmla="*/ 309715 w 638175"/>
                <a:gd name="csY248" fmla="*/ 84124 h 247650"/>
                <a:gd name="csX249" fmla="*/ 310915 w 638175"/>
                <a:gd name="csY249" fmla="*/ 84438 h 247650"/>
                <a:gd name="csX250" fmla="*/ 312192 w 638175"/>
                <a:gd name="csY250" fmla="*/ 84819 h 247650"/>
                <a:gd name="csX251" fmla="*/ 313458 w 638175"/>
                <a:gd name="csY251" fmla="*/ 85133 h 247650"/>
                <a:gd name="csX252" fmla="*/ 314658 w 638175"/>
                <a:gd name="csY252" fmla="*/ 85447 h 247650"/>
                <a:gd name="csX253" fmla="*/ 315925 w 638175"/>
                <a:gd name="csY253" fmla="*/ 85762 h 247650"/>
                <a:gd name="csX254" fmla="*/ 317202 w 638175"/>
                <a:gd name="csY254" fmla="*/ 86086 h 247650"/>
                <a:gd name="csX255" fmla="*/ 318402 w 638175"/>
                <a:gd name="csY255" fmla="*/ 86457 h 247650"/>
                <a:gd name="csX256" fmla="*/ 319668 w 638175"/>
                <a:gd name="csY256" fmla="*/ 86781 h 247650"/>
                <a:gd name="csX257" fmla="*/ 320935 w 638175"/>
                <a:gd name="csY257" fmla="*/ 87095 h 247650"/>
                <a:gd name="csX258" fmla="*/ 322212 w 638175"/>
                <a:gd name="csY258" fmla="*/ 87409 h 247650"/>
                <a:gd name="csX259" fmla="*/ 323412 w 638175"/>
                <a:gd name="csY259" fmla="*/ 87724 h 247650"/>
                <a:gd name="csX260" fmla="*/ 324679 w 638175"/>
                <a:gd name="csY260" fmla="*/ 88105 h 247650"/>
                <a:gd name="csX261" fmla="*/ 325945 w 638175"/>
                <a:gd name="csY261" fmla="*/ 88419 h 247650"/>
                <a:gd name="csX262" fmla="*/ 327155 w 638175"/>
                <a:gd name="csY262" fmla="*/ 88733 h 247650"/>
                <a:gd name="csX263" fmla="*/ 328422 w 638175"/>
                <a:gd name="csY263" fmla="*/ 89115 h 247650"/>
                <a:gd name="csX264" fmla="*/ 329689 w 638175"/>
                <a:gd name="csY264" fmla="*/ 89495 h 247650"/>
                <a:gd name="csX265" fmla="*/ 330899 w 638175"/>
                <a:gd name="csY265" fmla="*/ 89810 h 247650"/>
                <a:gd name="csX266" fmla="*/ 332165 w 638175"/>
                <a:gd name="csY266" fmla="*/ 90191 h 247650"/>
                <a:gd name="csX267" fmla="*/ 333432 w 638175"/>
                <a:gd name="csY267" fmla="*/ 90572 h 247650"/>
                <a:gd name="csX268" fmla="*/ 334642 w 638175"/>
                <a:gd name="csY268" fmla="*/ 90953 h 247650"/>
                <a:gd name="csX269" fmla="*/ 335909 w 638175"/>
                <a:gd name="csY269" fmla="*/ 91391 h 247650"/>
                <a:gd name="csX270" fmla="*/ 337176 w 638175"/>
                <a:gd name="csY270" fmla="*/ 91772 h 247650"/>
                <a:gd name="csX271" fmla="*/ 338442 w 638175"/>
                <a:gd name="csY271" fmla="*/ 92153 h 247650"/>
                <a:gd name="csX272" fmla="*/ 339652 w 638175"/>
                <a:gd name="csY272" fmla="*/ 92591 h 247650"/>
                <a:gd name="csX273" fmla="*/ 340919 w 638175"/>
                <a:gd name="csY273" fmla="*/ 93039 h 247650"/>
                <a:gd name="csX274" fmla="*/ 342186 w 638175"/>
                <a:gd name="csY274" fmla="*/ 93477 h 247650"/>
                <a:gd name="csX275" fmla="*/ 343386 w 638175"/>
                <a:gd name="csY275" fmla="*/ 93982 h 247650"/>
                <a:gd name="csX276" fmla="*/ 344662 w 638175"/>
                <a:gd name="csY276" fmla="*/ 94429 h 247650"/>
                <a:gd name="csX277" fmla="*/ 345929 w 638175"/>
                <a:gd name="csY277" fmla="*/ 94934 h 247650"/>
                <a:gd name="csX278" fmla="*/ 347129 w 638175"/>
                <a:gd name="csY278" fmla="*/ 95439 h 247650"/>
                <a:gd name="csX279" fmla="*/ 348396 w 638175"/>
                <a:gd name="csY279" fmla="*/ 95944 h 247650"/>
                <a:gd name="csX280" fmla="*/ 349672 w 638175"/>
                <a:gd name="csY280" fmla="*/ 96449 h 247650"/>
                <a:gd name="csX281" fmla="*/ 350872 w 638175"/>
                <a:gd name="csY281" fmla="*/ 97020 h 247650"/>
                <a:gd name="csX282" fmla="*/ 352139 w 638175"/>
                <a:gd name="csY282" fmla="*/ 97525 h 247650"/>
                <a:gd name="csX283" fmla="*/ 353406 w 638175"/>
                <a:gd name="csY283" fmla="*/ 98097 h 247650"/>
                <a:gd name="csX284" fmla="*/ 354683 w 638175"/>
                <a:gd name="csY284" fmla="*/ 98668 h 247650"/>
                <a:gd name="csX285" fmla="*/ 355883 w 638175"/>
                <a:gd name="csY285" fmla="*/ 99230 h 247650"/>
                <a:gd name="csX286" fmla="*/ 357149 w 638175"/>
                <a:gd name="csY286" fmla="*/ 99868 h 247650"/>
                <a:gd name="csX287" fmla="*/ 358416 w 638175"/>
                <a:gd name="csY287" fmla="*/ 100497 h 247650"/>
                <a:gd name="csX288" fmla="*/ 359626 w 638175"/>
                <a:gd name="csY288" fmla="*/ 101068 h 247650"/>
                <a:gd name="csX289" fmla="*/ 360893 w 638175"/>
                <a:gd name="csY289" fmla="*/ 101697 h 247650"/>
                <a:gd name="csX290" fmla="*/ 362159 w 638175"/>
                <a:gd name="csY290" fmla="*/ 102392 h 247650"/>
                <a:gd name="csX291" fmla="*/ 363369 w 638175"/>
                <a:gd name="csY291" fmla="*/ 103031 h 247650"/>
                <a:gd name="csX292" fmla="*/ 364636 w 638175"/>
                <a:gd name="csY292" fmla="*/ 103726 h 247650"/>
                <a:gd name="csX293" fmla="*/ 365903 w 638175"/>
                <a:gd name="csY293" fmla="*/ 104354 h 247650"/>
                <a:gd name="csX294" fmla="*/ 367113 w 638175"/>
                <a:gd name="csY294" fmla="*/ 105050 h 247650"/>
                <a:gd name="csX295" fmla="*/ 368379 w 638175"/>
                <a:gd name="csY295" fmla="*/ 105745 h 247650"/>
                <a:gd name="csX296" fmla="*/ 369646 w 638175"/>
                <a:gd name="csY296" fmla="*/ 106507 h 247650"/>
                <a:gd name="csX297" fmla="*/ 370913 w 638175"/>
                <a:gd name="csY297" fmla="*/ 107202 h 247650"/>
                <a:gd name="csX298" fmla="*/ 372113 w 638175"/>
                <a:gd name="csY298" fmla="*/ 107898 h 247650"/>
                <a:gd name="csX299" fmla="*/ 373390 w 638175"/>
                <a:gd name="csY299" fmla="*/ 108650 h 247650"/>
                <a:gd name="csX300" fmla="*/ 374656 w 638175"/>
                <a:gd name="csY300" fmla="*/ 109412 h 247650"/>
                <a:gd name="csX301" fmla="*/ 375856 w 638175"/>
                <a:gd name="csY301" fmla="*/ 110174 h 247650"/>
                <a:gd name="csX302" fmla="*/ 377123 w 638175"/>
                <a:gd name="csY302" fmla="*/ 110927 h 247650"/>
                <a:gd name="csX303" fmla="*/ 378400 w 638175"/>
                <a:gd name="csY303" fmla="*/ 111689 h 247650"/>
                <a:gd name="csX304" fmla="*/ 379600 w 638175"/>
                <a:gd name="csY304" fmla="*/ 112451 h 247650"/>
                <a:gd name="csX305" fmla="*/ 380866 w 638175"/>
                <a:gd name="csY305" fmla="*/ 113270 h 247650"/>
                <a:gd name="csX306" fmla="*/ 382133 w 638175"/>
                <a:gd name="csY306" fmla="*/ 114022 h 247650"/>
                <a:gd name="csX307" fmla="*/ 383410 w 638175"/>
                <a:gd name="csY307" fmla="*/ 114851 h 247650"/>
                <a:gd name="csX308" fmla="*/ 384610 w 638175"/>
                <a:gd name="csY308" fmla="*/ 115604 h 247650"/>
                <a:gd name="csX309" fmla="*/ 385877 w 638175"/>
                <a:gd name="csY309" fmla="*/ 116432 h 247650"/>
                <a:gd name="csX310" fmla="*/ 387143 w 638175"/>
                <a:gd name="csY310" fmla="*/ 117251 h 247650"/>
                <a:gd name="csX311" fmla="*/ 388353 w 638175"/>
                <a:gd name="csY311" fmla="*/ 118070 h 247650"/>
                <a:gd name="csX312" fmla="*/ 389620 w 638175"/>
                <a:gd name="csY312" fmla="*/ 118899 h 247650"/>
                <a:gd name="csX313" fmla="*/ 390887 w 638175"/>
                <a:gd name="csY313" fmla="*/ 119652 h 247650"/>
                <a:gd name="csX314" fmla="*/ 392097 w 638175"/>
                <a:gd name="csY314" fmla="*/ 120480 h 247650"/>
                <a:gd name="csX315" fmla="*/ 393363 w 638175"/>
                <a:gd name="csY315" fmla="*/ 121357 h 247650"/>
                <a:gd name="csX316" fmla="*/ 394630 w 638175"/>
                <a:gd name="csY316" fmla="*/ 122185 h 247650"/>
                <a:gd name="csX317" fmla="*/ 395840 w 638175"/>
                <a:gd name="csY317" fmla="*/ 123004 h 247650"/>
                <a:gd name="csX318" fmla="*/ 397107 w 638175"/>
                <a:gd name="csY318" fmla="*/ 123823 h 247650"/>
                <a:gd name="csX319" fmla="*/ 398374 w 638175"/>
                <a:gd name="csY319" fmla="*/ 124653 h 247650"/>
                <a:gd name="csX320" fmla="*/ 399640 w 638175"/>
                <a:gd name="csY320" fmla="*/ 125472 h 247650"/>
                <a:gd name="csX321" fmla="*/ 400850 w 638175"/>
                <a:gd name="csY321" fmla="*/ 126291 h 247650"/>
                <a:gd name="csX322" fmla="*/ 402117 w 638175"/>
                <a:gd name="csY322" fmla="*/ 127176 h 247650"/>
                <a:gd name="csX323" fmla="*/ 403384 w 638175"/>
                <a:gd name="csY323" fmla="*/ 127995 h 247650"/>
                <a:gd name="csX324" fmla="*/ 404584 w 638175"/>
                <a:gd name="csY324" fmla="*/ 128824 h 247650"/>
                <a:gd name="csX325" fmla="*/ 405860 w 638175"/>
                <a:gd name="csY325" fmla="*/ 129643 h 247650"/>
                <a:gd name="csX326" fmla="*/ 407127 w 638175"/>
                <a:gd name="csY326" fmla="*/ 130529 h 247650"/>
                <a:gd name="csX327" fmla="*/ 408327 w 638175"/>
                <a:gd name="csY327" fmla="*/ 131349 h 247650"/>
                <a:gd name="csX328" fmla="*/ 409594 w 638175"/>
                <a:gd name="csY328" fmla="*/ 132177 h 247650"/>
                <a:gd name="csX329" fmla="*/ 410870 w 638175"/>
                <a:gd name="csY329" fmla="*/ 132996 h 247650"/>
                <a:gd name="csX330" fmla="*/ 412070 w 638175"/>
                <a:gd name="csY330" fmla="*/ 133815 h 247650"/>
                <a:gd name="csX331" fmla="*/ 413337 w 638175"/>
                <a:gd name="csY331" fmla="*/ 134634 h 247650"/>
                <a:gd name="csX332" fmla="*/ 414605 w 638175"/>
                <a:gd name="csY332" fmla="*/ 135520 h 247650"/>
                <a:gd name="csX333" fmla="*/ 415881 w 638175"/>
                <a:gd name="csY333" fmla="*/ 136349 h 247650"/>
                <a:gd name="csX334" fmla="*/ 417081 w 638175"/>
                <a:gd name="csY334" fmla="*/ 137168 h 247650"/>
                <a:gd name="csX335" fmla="*/ 418347 w 638175"/>
                <a:gd name="csY335" fmla="*/ 137987 h 247650"/>
                <a:gd name="csX336" fmla="*/ 419615 w 638175"/>
                <a:gd name="csY336" fmla="*/ 138816 h 247650"/>
                <a:gd name="csX337" fmla="*/ 420824 w 638175"/>
                <a:gd name="csY337" fmla="*/ 139635 h 247650"/>
                <a:gd name="csX338" fmla="*/ 422091 w 638175"/>
                <a:gd name="csY338" fmla="*/ 140454 h 247650"/>
                <a:gd name="csX339" fmla="*/ 423357 w 638175"/>
                <a:gd name="csY339" fmla="*/ 141274 h 247650"/>
                <a:gd name="csX340" fmla="*/ 424567 w 638175"/>
                <a:gd name="csY340" fmla="*/ 142035 h 247650"/>
                <a:gd name="csX341" fmla="*/ 425834 w 638175"/>
                <a:gd name="csY341" fmla="*/ 142854 h 247650"/>
                <a:gd name="csX342" fmla="*/ 427101 w 638175"/>
                <a:gd name="csY342" fmla="*/ 143683 h 247650"/>
                <a:gd name="csX343" fmla="*/ 428311 w 638175"/>
                <a:gd name="csY343" fmla="*/ 144502 h 247650"/>
                <a:gd name="csX344" fmla="*/ 429577 w 638175"/>
                <a:gd name="csY344" fmla="*/ 145265 h 247650"/>
                <a:gd name="csX345" fmla="*/ 430844 w 638175"/>
                <a:gd name="csY345" fmla="*/ 146084 h 247650"/>
                <a:gd name="csX346" fmla="*/ 432111 w 638175"/>
                <a:gd name="csY346" fmla="*/ 146836 h 247650"/>
                <a:gd name="csX347" fmla="*/ 433321 w 638175"/>
                <a:gd name="csY347" fmla="*/ 147664 h 247650"/>
                <a:gd name="csX348" fmla="*/ 434588 w 638175"/>
                <a:gd name="csY348" fmla="*/ 148417 h 247650"/>
                <a:gd name="csX349" fmla="*/ 435854 w 638175"/>
                <a:gd name="csY349" fmla="*/ 149179 h 247650"/>
                <a:gd name="csX350" fmla="*/ 437055 w 638175"/>
                <a:gd name="csY350" fmla="*/ 149941 h 247650"/>
                <a:gd name="csX351" fmla="*/ 438331 w 638175"/>
                <a:gd name="csY351" fmla="*/ 150693 h 247650"/>
                <a:gd name="csX352" fmla="*/ 439598 w 638175"/>
                <a:gd name="csY352" fmla="*/ 151456 h 247650"/>
                <a:gd name="csX353" fmla="*/ 440798 w 638175"/>
                <a:gd name="csY353" fmla="*/ 152151 h 247650"/>
                <a:gd name="csX354" fmla="*/ 442065 w 638175"/>
                <a:gd name="csY354" fmla="*/ 152913 h 247650"/>
                <a:gd name="csX355" fmla="*/ 443332 w 638175"/>
                <a:gd name="csY355" fmla="*/ 153608 h 247650"/>
                <a:gd name="csX356" fmla="*/ 444541 w 638175"/>
                <a:gd name="csY356" fmla="*/ 154361 h 247650"/>
                <a:gd name="csX357" fmla="*/ 445808 w 638175"/>
                <a:gd name="csY357" fmla="*/ 155056 h 247650"/>
                <a:gd name="csX358" fmla="*/ 447075 w 638175"/>
                <a:gd name="csY358" fmla="*/ 155751 h 247650"/>
                <a:gd name="csX359" fmla="*/ 448351 w 638175"/>
                <a:gd name="csY359" fmla="*/ 156390 h 247650"/>
                <a:gd name="csX360" fmla="*/ 449551 w 638175"/>
                <a:gd name="csY360" fmla="*/ 157085 h 247650"/>
                <a:gd name="csX361" fmla="*/ 450818 w 638175"/>
                <a:gd name="csY361" fmla="*/ 157713 h 247650"/>
                <a:gd name="csX362" fmla="*/ 452085 w 638175"/>
                <a:gd name="csY362" fmla="*/ 158352 h 247650"/>
                <a:gd name="csX363" fmla="*/ 453295 w 638175"/>
                <a:gd name="csY363" fmla="*/ 158980 h 247650"/>
                <a:gd name="csX364" fmla="*/ 454561 w 638175"/>
                <a:gd name="csY364" fmla="*/ 159552 h 247650"/>
                <a:gd name="csX365" fmla="*/ 455828 w 638175"/>
                <a:gd name="csY365" fmla="*/ 160181 h 247650"/>
                <a:gd name="csX366" fmla="*/ 457038 w 638175"/>
                <a:gd name="csY366" fmla="*/ 160685 h 247650"/>
                <a:gd name="csX367" fmla="*/ 458305 w 638175"/>
                <a:gd name="csY367" fmla="*/ 161257 h 247650"/>
                <a:gd name="csX368" fmla="*/ 459572 w 638175"/>
                <a:gd name="csY368" fmla="*/ 161762 h 247650"/>
                <a:gd name="csX369" fmla="*/ 460838 w 638175"/>
                <a:gd name="csY369" fmla="*/ 162333 h 247650"/>
                <a:gd name="csX370" fmla="*/ 462048 w 638175"/>
                <a:gd name="csY370" fmla="*/ 162771 h 247650"/>
                <a:gd name="csX371" fmla="*/ 463315 w 638175"/>
                <a:gd name="csY371" fmla="*/ 163276 h 247650"/>
                <a:gd name="csX372" fmla="*/ 464582 w 638175"/>
                <a:gd name="csY372" fmla="*/ 163724 h 247650"/>
                <a:gd name="csX373" fmla="*/ 465782 w 638175"/>
                <a:gd name="csY373" fmla="*/ 164105 h 247650"/>
                <a:gd name="csX374" fmla="*/ 467058 w 638175"/>
                <a:gd name="csY374" fmla="*/ 164543 h 247650"/>
                <a:gd name="csX375" fmla="*/ 468325 w 638175"/>
                <a:gd name="csY375" fmla="*/ 164924 h 247650"/>
                <a:gd name="csX376" fmla="*/ 469526 w 638175"/>
                <a:gd name="csY376" fmla="*/ 165238 h 247650"/>
                <a:gd name="csX377" fmla="*/ 470792 w 638175"/>
                <a:gd name="csY377" fmla="*/ 165552 h 247650"/>
                <a:gd name="csX378" fmla="*/ 472068 w 638175"/>
                <a:gd name="csY378" fmla="*/ 165867 h 247650"/>
                <a:gd name="csX379" fmla="*/ 473269 w 638175"/>
                <a:gd name="csY379" fmla="*/ 166124 h 247650"/>
                <a:gd name="csX380" fmla="*/ 474536 w 638175"/>
                <a:gd name="csY380" fmla="*/ 166381 h 247650"/>
                <a:gd name="csX381" fmla="*/ 475803 w 638175"/>
                <a:gd name="csY381" fmla="*/ 166629 h 247650"/>
                <a:gd name="csX382" fmla="*/ 477079 w 638175"/>
                <a:gd name="csY382" fmla="*/ 166820 h 247650"/>
                <a:gd name="csX383" fmla="*/ 478279 w 638175"/>
                <a:gd name="csY383" fmla="*/ 167010 h 247650"/>
                <a:gd name="csX384" fmla="*/ 479546 w 638175"/>
                <a:gd name="csY384" fmla="*/ 167134 h 247650"/>
                <a:gd name="csX385" fmla="*/ 480813 w 638175"/>
                <a:gd name="csY385" fmla="*/ 167267 h 247650"/>
                <a:gd name="csX386" fmla="*/ 482022 w 638175"/>
                <a:gd name="csY386" fmla="*/ 167391 h 247650"/>
                <a:gd name="csX387" fmla="*/ 483289 w 638175"/>
                <a:gd name="csY387" fmla="*/ 167448 h 247650"/>
                <a:gd name="csX388" fmla="*/ 484556 w 638175"/>
                <a:gd name="csY388" fmla="*/ 167515 h 247650"/>
                <a:gd name="csX389" fmla="*/ 485765 w 638175"/>
                <a:gd name="csY389" fmla="*/ 167515 h 247650"/>
                <a:gd name="csX390" fmla="*/ 487032 w 638175"/>
                <a:gd name="csY390" fmla="*/ 167581 h 247650"/>
                <a:gd name="csX391" fmla="*/ 488299 w 638175"/>
                <a:gd name="csY391" fmla="*/ 167581 h 247650"/>
                <a:gd name="csX392" fmla="*/ 489509 w 638175"/>
                <a:gd name="csY392" fmla="*/ 167515 h 247650"/>
                <a:gd name="csX393" fmla="*/ 490775 w 638175"/>
                <a:gd name="csY393" fmla="*/ 167448 h 247650"/>
                <a:gd name="csX394" fmla="*/ 492042 w 638175"/>
                <a:gd name="csY394" fmla="*/ 167448 h 247650"/>
                <a:gd name="csX395" fmla="*/ 493310 w 638175"/>
                <a:gd name="csY395" fmla="*/ 167391 h 247650"/>
                <a:gd name="csX396" fmla="*/ 494510 w 638175"/>
                <a:gd name="csY396" fmla="*/ 167267 h 247650"/>
                <a:gd name="csX397" fmla="*/ 495786 w 638175"/>
                <a:gd name="csY397" fmla="*/ 167200 h 247650"/>
                <a:gd name="csX398" fmla="*/ 497052 w 638175"/>
                <a:gd name="csY398" fmla="*/ 167134 h 247650"/>
                <a:gd name="csX399" fmla="*/ 498253 w 638175"/>
                <a:gd name="csY399" fmla="*/ 167010 h 247650"/>
                <a:gd name="csX400" fmla="*/ 499529 w 638175"/>
                <a:gd name="csY400" fmla="*/ 166886 h 247650"/>
                <a:gd name="csX401" fmla="*/ 500796 w 638175"/>
                <a:gd name="csY401" fmla="*/ 166820 h 247650"/>
                <a:gd name="csX402" fmla="*/ 501996 w 638175"/>
                <a:gd name="csY402" fmla="*/ 166753 h 247650"/>
                <a:gd name="csX403" fmla="*/ 503263 w 638175"/>
                <a:gd name="csY403" fmla="*/ 166629 h 247650"/>
                <a:gd name="csX404" fmla="*/ 504530 w 638175"/>
                <a:gd name="csY404" fmla="*/ 166562 h 247650"/>
                <a:gd name="csX405" fmla="*/ 505740 w 638175"/>
                <a:gd name="csY405" fmla="*/ 166505 h 247650"/>
                <a:gd name="csX406" fmla="*/ 507006 w 638175"/>
                <a:gd name="csY406" fmla="*/ 166438 h 247650"/>
                <a:gd name="csX407" fmla="*/ 508273 w 638175"/>
                <a:gd name="csY407" fmla="*/ 166438 h 247650"/>
                <a:gd name="csX408" fmla="*/ 509540 w 638175"/>
                <a:gd name="csY408" fmla="*/ 166438 h 247650"/>
                <a:gd name="csX409" fmla="*/ 510750 w 638175"/>
                <a:gd name="csY409" fmla="*/ 166438 h 247650"/>
                <a:gd name="csX410" fmla="*/ 512017 w 638175"/>
                <a:gd name="csY410" fmla="*/ 166505 h 247650"/>
                <a:gd name="csX411" fmla="*/ 513283 w 638175"/>
                <a:gd name="csY411" fmla="*/ 166562 h 247650"/>
                <a:gd name="csX412" fmla="*/ 514493 w 638175"/>
                <a:gd name="csY412" fmla="*/ 166696 h 247650"/>
                <a:gd name="csX413" fmla="*/ 515760 w 638175"/>
                <a:gd name="csY413" fmla="*/ 166886 h 247650"/>
                <a:gd name="csX414" fmla="*/ 517027 w 638175"/>
                <a:gd name="csY414" fmla="*/ 167077 h 247650"/>
                <a:gd name="csX415" fmla="*/ 518236 w 638175"/>
                <a:gd name="csY415" fmla="*/ 167324 h 247650"/>
                <a:gd name="csX416" fmla="*/ 519503 w 638175"/>
                <a:gd name="csY416" fmla="*/ 167581 h 247650"/>
                <a:gd name="csX417" fmla="*/ 520770 w 638175"/>
                <a:gd name="csY417" fmla="*/ 167963 h 247650"/>
                <a:gd name="csX418" fmla="*/ 521970 w 638175"/>
                <a:gd name="csY418" fmla="*/ 168334 h 247650"/>
                <a:gd name="csX419" fmla="*/ 523246 w 638175"/>
                <a:gd name="csY419" fmla="*/ 168782 h 247650"/>
                <a:gd name="csX420" fmla="*/ 524513 w 638175"/>
                <a:gd name="csY420" fmla="*/ 169286 h 247650"/>
                <a:gd name="csX421" fmla="*/ 525780 w 638175"/>
                <a:gd name="csY421" fmla="*/ 169791 h 247650"/>
                <a:gd name="csX422" fmla="*/ 526980 w 638175"/>
                <a:gd name="csY422" fmla="*/ 170420 h 247650"/>
                <a:gd name="csX423" fmla="*/ 528256 w 638175"/>
                <a:gd name="csY423" fmla="*/ 171058 h 247650"/>
                <a:gd name="csX424" fmla="*/ 529523 w 638175"/>
                <a:gd name="csY424" fmla="*/ 171811 h 247650"/>
                <a:gd name="csX425" fmla="*/ 530724 w 638175"/>
                <a:gd name="csY425" fmla="*/ 172572 h 247650"/>
                <a:gd name="csX426" fmla="*/ 531990 w 638175"/>
                <a:gd name="csY426" fmla="*/ 173458 h 247650"/>
                <a:gd name="csX427" fmla="*/ 533267 w 638175"/>
                <a:gd name="csY427" fmla="*/ 174344 h 247650"/>
                <a:gd name="csX428" fmla="*/ 534467 w 638175"/>
                <a:gd name="csY428" fmla="*/ 175287 h 247650"/>
                <a:gd name="csX429" fmla="*/ 535734 w 638175"/>
                <a:gd name="csY429" fmla="*/ 176306 h 247650"/>
                <a:gd name="csX430" fmla="*/ 537001 w 638175"/>
                <a:gd name="csY430" fmla="*/ 177440 h 247650"/>
                <a:gd name="csX431" fmla="*/ 538210 w 638175"/>
                <a:gd name="csY431" fmla="*/ 178583 h 247650"/>
                <a:gd name="csX432" fmla="*/ 539477 w 638175"/>
                <a:gd name="csY432" fmla="*/ 179716 h 247650"/>
                <a:gd name="csX433" fmla="*/ 540744 w 638175"/>
                <a:gd name="csY433" fmla="*/ 180983 h 247650"/>
                <a:gd name="csX434" fmla="*/ 542011 w 638175"/>
                <a:gd name="csY434" fmla="*/ 182307 h 247650"/>
                <a:gd name="csX435" fmla="*/ 543221 w 638175"/>
                <a:gd name="csY435" fmla="*/ 183641 h 247650"/>
                <a:gd name="csX436" fmla="*/ 544487 w 638175"/>
                <a:gd name="csY436" fmla="*/ 185031 h 247650"/>
                <a:gd name="csX437" fmla="*/ 545754 w 638175"/>
                <a:gd name="csY437" fmla="*/ 186422 h 247650"/>
                <a:gd name="csX438" fmla="*/ 546964 w 638175"/>
                <a:gd name="csY438" fmla="*/ 187936 h 247650"/>
                <a:gd name="csX439" fmla="*/ 548231 w 638175"/>
                <a:gd name="csY439" fmla="*/ 189451 h 247650"/>
                <a:gd name="csX440" fmla="*/ 549497 w 638175"/>
                <a:gd name="csY440" fmla="*/ 190975 h 247650"/>
                <a:gd name="csX441" fmla="*/ 550707 w 638175"/>
                <a:gd name="csY441" fmla="*/ 192556 h 247650"/>
                <a:gd name="csX442" fmla="*/ 551974 w 638175"/>
                <a:gd name="csY442" fmla="*/ 194137 h 247650"/>
                <a:gd name="csX443" fmla="*/ 553241 w 638175"/>
                <a:gd name="csY443" fmla="*/ 195775 h 247650"/>
                <a:gd name="csX444" fmla="*/ 554508 w 638175"/>
                <a:gd name="csY444" fmla="*/ 197357 h 247650"/>
                <a:gd name="csX445" fmla="*/ 555717 w 638175"/>
                <a:gd name="csY445" fmla="*/ 199061 h 247650"/>
                <a:gd name="csX446" fmla="*/ 556984 w 638175"/>
                <a:gd name="csY446" fmla="*/ 200709 h 247650"/>
                <a:gd name="csX447" fmla="*/ 558251 w 638175"/>
                <a:gd name="csY447" fmla="*/ 202348 h 247650"/>
                <a:gd name="csX448" fmla="*/ 559451 w 638175"/>
                <a:gd name="csY448" fmla="*/ 203995 h 247650"/>
                <a:gd name="csX449" fmla="*/ 560727 w 638175"/>
                <a:gd name="csY449" fmla="*/ 205700 h 247650"/>
                <a:gd name="csX450" fmla="*/ 561994 w 638175"/>
                <a:gd name="csY450" fmla="*/ 207348 h 247650"/>
                <a:gd name="csX451" fmla="*/ 563194 w 638175"/>
                <a:gd name="csY451" fmla="*/ 208986 h 247650"/>
                <a:gd name="csX452" fmla="*/ 564461 w 638175"/>
                <a:gd name="csY452" fmla="*/ 210634 h 247650"/>
                <a:gd name="csX453" fmla="*/ 565737 w 638175"/>
                <a:gd name="csY453" fmla="*/ 212216 h 247650"/>
                <a:gd name="csX454" fmla="*/ 566938 w 638175"/>
                <a:gd name="csY454" fmla="*/ 213796 h 247650"/>
                <a:gd name="csX455" fmla="*/ 568204 w 638175"/>
                <a:gd name="csY455" fmla="*/ 215378 h 247650"/>
                <a:gd name="csX456" fmla="*/ 569471 w 638175"/>
                <a:gd name="csY456" fmla="*/ 216959 h 247650"/>
                <a:gd name="csX457" fmla="*/ 570738 w 638175"/>
                <a:gd name="csY457" fmla="*/ 218407 h 247650"/>
                <a:gd name="csX458" fmla="*/ 571948 w 638175"/>
                <a:gd name="csY458" fmla="*/ 219931 h 247650"/>
                <a:gd name="csX459" fmla="*/ 573215 w 638175"/>
                <a:gd name="csY459" fmla="*/ 221379 h 247650"/>
                <a:gd name="csX460" fmla="*/ 574481 w 638175"/>
                <a:gd name="csY460" fmla="*/ 222769 h 247650"/>
                <a:gd name="csX461" fmla="*/ 575691 w 638175"/>
                <a:gd name="csY461" fmla="*/ 224103 h 247650"/>
                <a:gd name="csX462" fmla="*/ 576958 w 638175"/>
                <a:gd name="csY462" fmla="*/ 225427 h 247650"/>
                <a:gd name="csX463" fmla="*/ 578225 w 638175"/>
                <a:gd name="csY463" fmla="*/ 226760 h 247650"/>
                <a:gd name="csX464" fmla="*/ 579435 w 638175"/>
                <a:gd name="csY464" fmla="*/ 227960 h 247650"/>
                <a:gd name="csX465" fmla="*/ 580701 w 638175"/>
                <a:gd name="csY465" fmla="*/ 229161 h 247650"/>
                <a:gd name="csX466" fmla="*/ 581968 w 638175"/>
                <a:gd name="csY466" fmla="*/ 230294 h 247650"/>
                <a:gd name="csX467" fmla="*/ 583168 w 638175"/>
                <a:gd name="csY467" fmla="*/ 231437 h 247650"/>
                <a:gd name="csX468" fmla="*/ 584445 w 638175"/>
                <a:gd name="csY468" fmla="*/ 232447 h 247650"/>
                <a:gd name="csX469" fmla="*/ 585712 w 638175"/>
                <a:gd name="csY469" fmla="*/ 233456 h 247650"/>
                <a:gd name="csX470" fmla="*/ 586978 w 638175"/>
                <a:gd name="csY470" fmla="*/ 234466 h 247650"/>
                <a:gd name="csX471" fmla="*/ 588188 w 638175"/>
                <a:gd name="csY471" fmla="*/ 235352 h 247650"/>
                <a:gd name="csX472" fmla="*/ 589455 w 638175"/>
                <a:gd name="csY472" fmla="*/ 236238 h 247650"/>
                <a:gd name="csX473" fmla="*/ 590722 w 638175"/>
                <a:gd name="csY473" fmla="*/ 237067 h 247650"/>
                <a:gd name="csX474" fmla="*/ 591922 w 638175"/>
                <a:gd name="csY474" fmla="*/ 237819 h 247650"/>
                <a:gd name="csX475" fmla="*/ 593188 w 638175"/>
                <a:gd name="csY475" fmla="*/ 238581 h 247650"/>
                <a:gd name="csX476" fmla="*/ 594465 w 638175"/>
                <a:gd name="csY476" fmla="*/ 239276 h 247650"/>
                <a:gd name="csX477" fmla="*/ 595665 w 638175"/>
                <a:gd name="csY477" fmla="*/ 239905 h 247650"/>
                <a:gd name="csX478" fmla="*/ 596932 w 638175"/>
                <a:gd name="csY478" fmla="*/ 240543 h 247650"/>
                <a:gd name="csX479" fmla="*/ 598199 w 638175"/>
                <a:gd name="csY479" fmla="*/ 241105 h 247650"/>
                <a:gd name="csX480" fmla="*/ 599408 w 638175"/>
                <a:gd name="csY480" fmla="*/ 241676 h 247650"/>
                <a:gd name="csX481" fmla="*/ 600675 w 638175"/>
                <a:gd name="csY481" fmla="*/ 242181 h 247650"/>
                <a:gd name="csX482" fmla="*/ 601942 w 638175"/>
                <a:gd name="csY482" fmla="*/ 242629 h 247650"/>
                <a:gd name="csX483" fmla="*/ 603209 w 638175"/>
                <a:gd name="csY483" fmla="*/ 243067 h 247650"/>
                <a:gd name="csX484" fmla="*/ 604419 w 638175"/>
                <a:gd name="csY484" fmla="*/ 243514 h 247650"/>
                <a:gd name="csX485" fmla="*/ 605685 w 638175"/>
                <a:gd name="csY485" fmla="*/ 243829 h 247650"/>
                <a:gd name="csX486" fmla="*/ 606952 w 638175"/>
                <a:gd name="csY486" fmla="*/ 244210 h 247650"/>
                <a:gd name="csX487" fmla="*/ 608162 w 638175"/>
                <a:gd name="csY487" fmla="*/ 244524 h 247650"/>
                <a:gd name="csX488" fmla="*/ 609429 w 638175"/>
                <a:gd name="csY488" fmla="*/ 244839 h 247650"/>
                <a:gd name="csX489" fmla="*/ 610695 w 638175"/>
                <a:gd name="csY489" fmla="*/ 245096 h 247650"/>
                <a:gd name="csX490" fmla="*/ 611905 w 638175"/>
                <a:gd name="csY490" fmla="*/ 245343 h 247650"/>
                <a:gd name="csX491" fmla="*/ 613172 w 638175"/>
                <a:gd name="csY491" fmla="*/ 245534 h 247650"/>
                <a:gd name="csX492" fmla="*/ 614439 w 638175"/>
                <a:gd name="csY492" fmla="*/ 245791 h 247650"/>
                <a:gd name="csX493" fmla="*/ 615639 w 638175"/>
                <a:gd name="csY493" fmla="*/ 245972 h 247650"/>
                <a:gd name="csX494" fmla="*/ 616915 w 638175"/>
                <a:gd name="csY494" fmla="*/ 246163 h 247650"/>
                <a:gd name="csX495" fmla="*/ 618182 w 638175"/>
                <a:gd name="csY495" fmla="*/ 246296 h 247650"/>
                <a:gd name="csX496" fmla="*/ 619449 w 638175"/>
                <a:gd name="csY496" fmla="*/ 246420 h 247650"/>
                <a:gd name="csX497" fmla="*/ 620649 w 638175"/>
                <a:gd name="csY497" fmla="*/ 246544 h 247650"/>
                <a:gd name="csX498" fmla="*/ 621926 w 638175"/>
                <a:gd name="csY498" fmla="*/ 246668 h 247650"/>
                <a:gd name="csX499" fmla="*/ 623192 w 638175"/>
                <a:gd name="csY499" fmla="*/ 246801 h 247650"/>
                <a:gd name="csX500" fmla="*/ 624392 w 638175"/>
                <a:gd name="csY500" fmla="*/ 246858 h 247650"/>
                <a:gd name="csX501" fmla="*/ 625659 w 638175"/>
                <a:gd name="csY501" fmla="*/ 246992 h 247650"/>
                <a:gd name="csX502" fmla="*/ 626936 w 638175"/>
                <a:gd name="csY502" fmla="*/ 247049 h 247650"/>
                <a:gd name="csX503" fmla="*/ 628136 w 638175"/>
                <a:gd name="csY503" fmla="*/ 247115 h 247650"/>
                <a:gd name="csX504" fmla="*/ 629402 w 638175"/>
                <a:gd name="csY504" fmla="*/ 247182 h 247650"/>
                <a:gd name="csX505" fmla="*/ 630669 w 638175"/>
                <a:gd name="csY505" fmla="*/ 247239 h 247650"/>
                <a:gd name="csX506" fmla="*/ 631946 w 638175"/>
                <a:gd name="csY506" fmla="*/ 247239 h 247650"/>
                <a:gd name="csX507" fmla="*/ 633146 w 638175"/>
                <a:gd name="csY507" fmla="*/ 247305 h 247650"/>
                <a:gd name="csX508" fmla="*/ 634413 w 638175"/>
                <a:gd name="csY508" fmla="*/ 247363 h 247650"/>
                <a:gd name="csX509" fmla="*/ 635679 w 638175"/>
                <a:gd name="csY509" fmla="*/ 247363 h 247650"/>
                <a:gd name="csX510" fmla="*/ 636889 w 638175"/>
                <a:gd name="csY510" fmla="*/ 247429 h 247650"/>
                <a:gd name="csX511" fmla="*/ 638156 w 638175"/>
                <a:gd name="csY511" fmla="*/ 247429 h 247650"/>
                <a:gd name="csX512" fmla="*/ 638156 w 638175"/>
                <a:gd name="csY512" fmla="*/ 247620 h 247650"/>
                <a:gd name="csX513" fmla="*/ 636889 w 638175"/>
                <a:gd name="csY513" fmla="*/ 247620 h 247650"/>
                <a:gd name="csX514" fmla="*/ 635679 w 638175"/>
                <a:gd name="csY514" fmla="*/ 247620 h 247650"/>
                <a:gd name="csX515" fmla="*/ 634413 w 638175"/>
                <a:gd name="csY515" fmla="*/ 247620 h 247650"/>
                <a:gd name="csX516" fmla="*/ 633146 w 638175"/>
                <a:gd name="csY516" fmla="*/ 247620 h 247650"/>
                <a:gd name="csX517" fmla="*/ 631946 w 638175"/>
                <a:gd name="csY517" fmla="*/ 247620 h 247650"/>
                <a:gd name="csX518" fmla="*/ 630669 w 638175"/>
                <a:gd name="csY518" fmla="*/ 247620 h 247650"/>
                <a:gd name="csX519" fmla="*/ 629402 w 638175"/>
                <a:gd name="csY519" fmla="*/ 247620 h 247650"/>
                <a:gd name="csX520" fmla="*/ 628136 w 638175"/>
                <a:gd name="csY520" fmla="*/ 247620 h 247650"/>
                <a:gd name="csX521" fmla="*/ 626936 w 638175"/>
                <a:gd name="csY521" fmla="*/ 247620 h 247650"/>
                <a:gd name="csX522" fmla="*/ 625659 w 638175"/>
                <a:gd name="csY522" fmla="*/ 247620 h 247650"/>
                <a:gd name="csX523" fmla="*/ 624392 w 638175"/>
                <a:gd name="csY523" fmla="*/ 247620 h 247650"/>
                <a:gd name="csX524" fmla="*/ 623192 w 638175"/>
                <a:gd name="csY524" fmla="*/ 247620 h 247650"/>
                <a:gd name="csX525" fmla="*/ 621926 w 638175"/>
                <a:gd name="csY525" fmla="*/ 247620 h 247650"/>
                <a:gd name="csX526" fmla="*/ 620649 w 638175"/>
                <a:gd name="csY526" fmla="*/ 247620 h 247650"/>
                <a:gd name="csX527" fmla="*/ 619449 w 638175"/>
                <a:gd name="csY527" fmla="*/ 247620 h 247650"/>
                <a:gd name="csX528" fmla="*/ 618182 w 638175"/>
                <a:gd name="csY528" fmla="*/ 247620 h 247650"/>
                <a:gd name="csX529" fmla="*/ 616915 w 638175"/>
                <a:gd name="csY529" fmla="*/ 247620 h 247650"/>
                <a:gd name="csX530" fmla="*/ 615639 w 638175"/>
                <a:gd name="csY530" fmla="*/ 247620 h 247650"/>
                <a:gd name="csX531" fmla="*/ 614439 w 638175"/>
                <a:gd name="csY531" fmla="*/ 247620 h 247650"/>
                <a:gd name="csX532" fmla="*/ 613172 w 638175"/>
                <a:gd name="csY532" fmla="*/ 247620 h 247650"/>
                <a:gd name="csX533" fmla="*/ 611905 w 638175"/>
                <a:gd name="csY533" fmla="*/ 247620 h 247650"/>
                <a:gd name="csX534" fmla="*/ 610695 w 638175"/>
                <a:gd name="csY534" fmla="*/ 247620 h 247650"/>
                <a:gd name="csX535" fmla="*/ 609429 w 638175"/>
                <a:gd name="csY535" fmla="*/ 247620 h 247650"/>
                <a:gd name="csX536" fmla="*/ 608162 w 638175"/>
                <a:gd name="csY536" fmla="*/ 247620 h 247650"/>
                <a:gd name="csX537" fmla="*/ 606952 w 638175"/>
                <a:gd name="csY537" fmla="*/ 247620 h 247650"/>
                <a:gd name="csX538" fmla="*/ 605685 w 638175"/>
                <a:gd name="csY538" fmla="*/ 247620 h 247650"/>
                <a:gd name="csX539" fmla="*/ 604419 w 638175"/>
                <a:gd name="csY539" fmla="*/ 247620 h 247650"/>
                <a:gd name="csX540" fmla="*/ 603209 w 638175"/>
                <a:gd name="csY540" fmla="*/ 247620 h 247650"/>
                <a:gd name="csX541" fmla="*/ 601942 w 638175"/>
                <a:gd name="csY541" fmla="*/ 247620 h 247650"/>
                <a:gd name="csX542" fmla="*/ 600675 w 638175"/>
                <a:gd name="csY542" fmla="*/ 247620 h 247650"/>
                <a:gd name="csX543" fmla="*/ 599408 w 638175"/>
                <a:gd name="csY543" fmla="*/ 247620 h 247650"/>
                <a:gd name="csX544" fmla="*/ 598199 w 638175"/>
                <a:gd name="csY544" fmla="*/ 247620 h 247650"/>
                <a:gd name="csX545" fmla="*/ 596932 w 638175"/>
                <a:gd name="csY545" fmla="*/ 247620 h 247650"/>
                <a:gd name="csX546" fmla="*/ 595665 w 638175"/>
                <a:gd name="csY546" fmla="*/ 247620 h 247650"/>
                <a:gd name="csX547" fmla="*/ 594465 w 638175"/>
                <a:gd name="csY547" fmla="*/ 247620 h 247650"/>
                <a:gd name="csX548" fmla="*/ 593188 w 638175"/>
                <a:gd name="csY548" fmla="*/ 247620 h 247650"/>
                <a:gd name="csX549" fmla="*/ 591922 w 638175"/>
                <a:gd name="csY549" fmla="*/ 247620 h 247650"/>
                <a:gd name="csX550" fmla="*/ 590722 w 638175"/>
                <a:gd name="csY550" fmla="*/ 247620 h 247650"/>
                <a:gd name="csX551" fmla="*/ 589455 w 638175"/>
                <a:gd name="csY551" fmla="*/ 247620 h 247650"/>
                <a:gd name="csX552" fmla="*/ 588188 w 638175"/>
                <a:gd name="csY552" fmla="*/ 247620 h 247650"/>
                <a:gd name="csX553" fmla="*/ 586978 w 638175"/>
                <a:gd name="csY553" fmla="*/ 247620 h 247650"/>
                <a:gd name="csX554" fmla="*/ 585712 w 638175"/>
                <a:gd name="csY554" fmla="*/ 247620 h 247650"/>
                <a:gd name="csX555" fmla="*/ 584445 w 638175"/>
                <a:gd name="csY555" fmla="*/ 247620 h 247650"/>
                <a:gd name="csX556" fmla="*/ 583168 w 638175"/>
                <a:gd name="csY556" fmla="*/ 247620 h 247650"/>
                <a:gd name="csX557" fmla="*/ 581968 w 638175"/>
                <a:gd name="csY557" fmla="*/ 247620 h 247650"/>
                <a:gd name="csX558" fmla="*/ 580701 w 638175"/>
                <a:gd name="csY558" fmla="*/ 247620 h 247650"/>
                <a:gd name="csX559" fmla="*/ 579435 w 638175"/>
                <a:gd name="csY559" fmla="*/ 247620 h 247650"/>
                <a:gd name="csX560" fmla="*/ 578225 w 638175"/>
                <a:gd name="csY560" fmla="*/ 247620 h 247650"/>
                <a:gd name="csX561" fmla="*/ 576958 w 638175"/>
                <a:gd name="csY561" fmla="*/ 247620 h 247650"/>
                <a:gd name="csX562" fmla="*/ 575691 w 638175"/>
                <a:gd name="csY562" fmla="*/ 247620 h 247650"/>
                <a:gd name="csX563" fmla="*/ 574481 w 638175"/>
                <a:gd name="csY563" fmla="*/ 247620 h 247650"/>
                <a:gd name="csX564" fmla="*/ 573215 w 638175"/>
                <a:gd name="csY564" fmla="*/ 247620 h 247650"/>
                <a:gd name="csX565" fmla="*/ 571948 w 638175"/>
                <a:gd name="csY565" fmla="*/ 247620 h 247650"/>
                <a:gd name="csX566" fmla="*/ 570738 w 638175"/>
                <a:gd name="csY566" fmla="*/ 247620 h 247650"/>
                <a:gd name="csX567" fmla="*/ 569471 w 638175"/>
                <a:gd name="csY567" fmla="*/ 247620 h 247650"/>
                <a:gd name="csX568" fmla="*/ 568204 w 638175"/>
                <a:gd name="csY568" fmla="*/ 247620 h 247650"/>
                <a:gd name="csX569" fmla="*/ 566938 w 638175"/>
                <a:gd name="csY569" fmla="*/ 247620 h 247650"/>
                <a:gd name="csX570" fmla="*/ 565737 w 638175"/>
                <a:gd name="csY570" fmla="*/ 247620 h 247650"/>
                <a:gd name="csX571" fmla="*/ 564461 w 638175"/>
                <a:gd name="csY571" fmla="*/ 247620 h 247650"/>
                <a:gd name="csX572" fmla="*/ 563194 w 638175"/>
                <a:gd name="csY572" fmla="*/ 247620 h 247650"/>
                <a:gd name="csX573" fmla="*/ 561994 w 638175"/>
                <a:gd name="csY573" fmla="*/ 247620 h 247650"/>
                <a:gd name="csX574" fmla="*/ 560727 w 638175"/>
                <a:gd name="csY574" fmla="*/ 247620 h 247650"/>
                <a:gd name="csX575" fmla="*/ 559451 w 638175"/>
                <a:gd name="csY575" fmla="*/ 247620 h 247650"/>
                <a:gd name="csX576" fmla="*/ 558251 w 638175"/>
                <a:gd name="csY576" fmla="*/ 247620 h 247650"/>
                <a:gd name="csX577" fmla="*/ 556984 w 638175"/>
                <a:gd name="csY577" fmla="*/ 247620 h 247650"/>
                <a:gd name="csX578" fmla="*/ 555717 w 638175"/>
                <a:gd name="csY578" fmla="*/ 247620 h 247650"/>
                <a:gd name="csX579" fmla="*/ 554508 w 638175"/>
                <a:gd name="csY579" fmla="*/ 247620 h 247650"/>
                <a:gd name="csX580" fmla="*/ 553241 w 638175"/>
                <a:gd name="csY580" fmla="*/ 247620 h 247650"/>
                <a:gd name="csX581" fmla="*/ 551974 w 638175"/>
                <a:gd name="csY581" fmla="*/ 247620 h 247650"/>
                <a:gd name="csX582" fmla="*/ 550707 w 638175"/>
                <a:gd name="csY582" fmla="*/ 247620 h 247650"/>
                <a:gd name="csX583" fmla="*/ 549497 w 638175"/>
                <a:gd name="csY583" fmla="*/ 247620 h 247650"/>
                <a:gd name="csX584" fmla="*/ 548231 w 638175"/>
                <a:gd name="csY584" fmla="*/ 247620 h 247650"/>
                <a:gd name="csX585" fmla="*/ 546964 w 638175"/>
                <a:gd name="csY585" fmla="*/ 247620 h 247650"/>
                <a:gd name="csX586" fmla="*/ 545754 w 638175"/>
                <a:gd name="csY586" fmla="*/ 247620 h 247650"/>
                <a:gd name="csX587" fmla="*/ 544487 w 638175"/>
                <a:gd name="csY587" fmla="*/ 247620 h 247650"/>
                <a:gd name="csX588" fmla="*/ 543221 w 638175"/>
                <a:gd name="csY588" fmla="*/ 247620 h 247650"/>
                <a:gd name="csX589" fmla="*/ 542011 w 638175"/>
                <a:gd name="csY589" fmla="*/ 247620 h 247650"/>
                <a:gd name="csX590" fmla="*/ 540744 w 638175"/>
                <a:gd name="csY590" fmla="*/ 247620 h 247650"/>
                <a:gd name="csX591" fmla="*/ 539477 w 638175"/>
                <a:gd name="csY591" fmla="*/ 247620 h 247650"/>
                <a:gd name="csX592" fmla="*/ 538210 w 638175"/>
                <a:gd name="csY592" fmla="*/ 247620 h 247650"/>
                <a:gd name="csX593" fmla="*/ 537001 w 638175"/>
                <a:gd name="csY593" fmla="*/ 247620 h 247650"/>
                <a:gd name="csX594" fmla="*/ 535734 w 638175"/>
                <a:gd name="csY594" fmla="*/ 247620 h 247650"/>
                <a:gd name="csX595" fmla="*/ 534467 w 638175"/>
                <a:gd name="csY595" fmla="*/ 247620 h 247650"/>
                <a:gd name="csX596" fmla="*/ 533267 w 638175"/>
                <a:gd name="csY596" fmla="*/ 247620 h 247650"/>
                <a:gd name="csX597" fmla="*/ 531990 w 638175"/>
                <a:gd name="csY597" fmla="*/ 247620 h 247650"/>
                <a:gd name="csX598" fmla="*/ 530724 w 638175"/>
                <a:gd name="csY598" fmla="*/ 247620 h 247650"/>
                <a:gd name="csX599" fmla="*/ 529523 w 638175"/>
                <a:gd name="csY599" fmla="*/ 247620 h 247650"/>
                <a:gd name="csX600" fmla="*/ 528256 w 638175"/>
                <a:gd name="csY600" fmla="*/ 247620 h 247650"/>
                <a:gd name="csX601" fmla="*/ 526980 w 638175"/>
                <a:gd name="csY601" fmla="*/ 247620 h 247650"/>
                <a:gd name="csX602" fmla="*/ 525780 w 638175"/>
                <a:gd name="csY602" fmla="*/ 247620 h 247650"/>
                <a:gd name="csX603" fmla="*/ 524513 w 638175"/>
                <a:gd name="csY603" fmla="*/ 247620 h 247650"/>
                <a:gd name="csX604" fmla="*/ 523246 w 638175"/>
                <a:gd name="csY604" fmla="*/ 247620 h 247650"/>
                <a:gd name="csX605" fmla="*/ 521970 w 638175"/>
                <a:gd name="csY605" fmla="*/ 247620 h 247650"/>
                <a:gd name="csX606" fmla="*/ 520770 w 638175"/>
                <a:gd name="csY606" fmla="*/ 247620 h 247650"/>
                <a:gd name="csX607" fmla="*/ 519503 w 638175"/>
                <a:gd name="csY607" fmla="*/ 247620 h 247650"/>
                <a:gd name="csX608" fmla="*/ 518236 w 638175"/>
                <a:gd name="csY608" fmla="*/ 247620 h 247650"/>
                <a:gd name="csX609" fmla="*/ 517027 w 638175"/>
                <a:gd name="csY609" fmla="*/ 247620 h 247650"/>
                <a:gd name="csX610" fmla="*/ 515760 w 638175"/>
                <a:gd name="csY610" fmla="*/ 247620 h 247650"/>
                <a:gd name="csX611" fmla="*/ 514493 w 638175"/>
                <a:gd name="csY611" fmla="*/ 247620 h 247650"/>
                <a:gd name="csX612" fmla="*/ 513283 w 638175"/>
                <a:gd name="csY612" fmla="*/ 247620 h 247650"/>
                <a:gd name="csX613" fmla="*/ 512017 w 638175"/>
                <a:gd name="csY613" fmla="*/ 247620 h 247650"/>
                <a:gd name="csX614" fmla="*/ 510750 w 638175"/>
                <a:gd name="csY614" fmla="*/ 247620 h 247650"/>
                <a:gd name="csX615" fmla="*/ 509540 w 638175"/>
                <a:gd name="csY615" fmla="*/ 247620 h 247650"/>
                <a:gd name="csX616" fmla="*/ 508273 w 638175"/>
                <a:gd name="csY616" fmla="*/ 247620 h 247650"/>
                <a:gd name="csX617" fmla="*/ 507006 w 638175"/>
                <a:gd name="csY617" fmla="*/ 247620 h 247650"/>
                <a:gd name="csX618" fmla="*/ 505740 w 638175"/>
                <a:gd name="csY618" fmla="*/ 247620 h 247650"/>
                <a:gd name="csX619" fmla="*/ 504530 w 638175"/>
                <a:gd name="csY619" fmla="*/ 247620 h 247650"/>
                <a:gd name="csX620" fmla="*/ 503263 w 638175"/>
                <a:gd name="csY620" fmla="*/ 247620 h 247650"/>
                <a:gd name="csX621" fmla="*/ 501996 w 638175"/>
                <a:gd name="csY621" fmla="*/ 247620 h 247650"/>
                <a:gd name="csX622" fmla="*/ 500796 w 638175"/>
                <a:gd name="csY622" fmla="*/ 247620 h 247650"/>
                <a:gd name="csX623" fmla="*/ 499529 w 638175"/>
                <a:gd name="csY623" fmla="*/ 247620 h 247650"/>
                <a:gd name="csX624" fmla="*/ 498253 w 638175"/>
                <a:gd name="csY624" fmla="*/ 247620 h 247650"/>
                <a:gd name="csX625" fmla="*/ 497052 w 638175"/>
                <a:gd name="csY625" fmla="*/ 247620 h 247650"/>
                <a:gd name="csX626" fmla="*/ 495786 w 638175"/>
                <a:gd name="csY626" fmla="*/ 247620 h 247650"/>
                <a:gd name="csX627" fmla="*/ 494510 w 638175"/>
                <a:gd name="csY627" fmla="*/ 247620 h 247650"/>
                <a:gd name="csX628" fmla="*/ 493310 w 638175"/>
                <a:gd name="csY628" fmla="*/ 247620 h 247650"/>
                <a:gd name="csX629" fmla="*/ 492042 w 638175"/>
                <a:gd name="csY629" fmla="*/ 247620 h 247650"/>
                <a:gd name="csX630" fmla="*/ 490775 w 638175"/>
                <a:gd name="csY630" fmla="*/ 247620 h 247650"/>
                <a:gd name="csX631" fmla="*/ 489509 w 638175"/>
                <a:gd name="csY631" fmla="*/ 247620 h 247650"/>
                <a:gd name="csX632" fmla="*/ 488299 w 638175"/>
                <a:gd name="csY632" fmla="*/ 247620 h 247650"/>
                <a:gd name="csX633" fmla="*/ 487032 w 638175"/>
                <a:gd name="csY633" fmla="*/ 247620 h 247650"/>
                <a:gd name="csX634" fmla="*/ 485765 w 638175"/>
                <a:gd name="csY634" fmla="*/ 247620 h 247650"/>
                <a:gd name="csX635" fmla="*/ 484556 w 638175"/>
                <a:gd name="csY635" fmla="*/ 247620 h 247650"/>
                <a:gd name="csX636" fmla="*/ 483289 w 638175"/>
                <a:gd name="csY636" fmla="*/ 247620 h 247650"/>
                <a:gd name="csX637" fmla="*/ 482022 w 638175"/>
                <a:gd name="csY637" fmla="*/ 247620 h 247650"/>
                <a:gd name="csX638" fmla="*/ 480813 w 638175"/>
                <a:gd name="csY638" fmla="*/ 247620 h 247650"/>
                <a:gd name="csX639" fmla="*/ 479546 w 638175"/>
                <a:gd name="csY639" fmla="*/ 247620 h 247650"/>
                <a:gd name="csX640" fmla="*/ 478279 w 638175"/>
                <a:gd name="csY640" fmla="*/ 247620 h 247650"/>
                <a:gd name="csX641" fmla="*/ 477079 w 638175"/>
                <a:gd name="csY641" fmla="*/ 247620 h 247650"/>
                <a:gd name="csX642" fmla="*/ 475803 w 638175"/>
                <a:gd name="csY642" fmla="*/ 247620 h 247650"/>
                <a:gd name="csX643" fmla="*/ 474536 w 638175"/>
                <a:gd name="csY643" fmla="*/ 247620 h 247650"/>
                <a:gd name="csX644" fmla="*/ 473269 w 638175"/>
                <a:gd name="csY644" fmla="*/ 247620 h 247650"/>
                <a:gd name="csX645" fmla="*/ 472068 w 638175"/>
                <a:gd name="csY645" fmla="*/ 247620 h 247650"/>
                <a:gd name="csX646" fmla="*/ 470792 w 638175"/>
                <a:gd name="csY646" fmla="*/ 247620 h 247650"/>
                <a:gd name="csX647" fmla="*/ 469526 w 638175"/>
                <a:gd name="csY647" fmla="*/ 247620 h 247650"/>
                <a:gd name="csX648" fmla="*/ 468325 w 638175"/>
                <a:gd name="csY648" fmla="*/ 247620 h 247650"/>
                <a:gd name="csX649" fmla="*/ 467058 w 638175"/>
                <a:gd name="csY649" fmla="*/ 247620 h 247650"/>
                <a:gd name="csX650" fmla="*/ 465782 w 638175"/>
                <a:gd name="csY650" fmla="*/ 247620 h 247650"/>
                <a:gd name="csX651" fmla="*/ 464582 w 638175"/>
                <a:gd name="csY651" fmla="*/ 247620 h 247650"/>
                <a:gd name="csX652" fmla="*/ 463315 w 638175"/>
                <a:gd name="csY652" fmla="*/ 247620 h 247650"/>
                <a:gd name="csX653" fmla="*/ 462048 w 638175"/>
                <a:gd name="csY653" fmla="*/ 247620 h 247650"/>
                <a:gd name="csX654" fmla="*/ 460838 w 638175"/>
                <a:gd name="csY654" fmla="*/ 247620 h 247650"/>
                <a:gd name="csX655" fmla="*/ 459572 w 638175"/>
                <a:gd name="csY655" fmla="*/ 247620 h 247650"/>
                <a:gd name="csX656" fmla="*/ 458305 w 638175"/>
                <a:gd name="csY656" fmla="*/ 247620 h 247650"/>
                <a:gd name="csX657" fmla="*/ 457038 w 638175"/>
                <a:gd name="csY657" fmla="*/ 247620 h 247650"/>
                <a:gd name="csX658" fmla="*/ 455828 w 638175"/>
                <a:gd name="csY658" fmla="*/ 247620 h 247650"/>
                <a:gd name="csX659" fmla="*/ 454561 w 638175"/>
                <a:gd name="csY659" fmla="*/ 247620 h 247650"/>
                <a:gd name="csX660" fmla="*/ 453295 w 638175"/>
                <a:gd name="csY660" fmla="*/ 247620 h 247650"/>
                <a:gd name="csX661" fmla="*/ 452085 w 638175"/>
                <a:gd name="csY661" fmla="*/ 247620 h 247650"/>
                <a:gd name="csX662" fmla="*/ 450818 w 638175"/>
                <a:gd name="csY662" fmla="*/ 247620 h 247650"/>
                <a:gd name="csX663" fmla="*/ 449551 w 638175"/>
                <a:gd name="csY663" fmla="*/ 247620 h 247650"/>
                <a:gd name="csX664" fmla="*/ 448351 w 638175"/>
                <a:gd name="csY664" fmla="*/ 247620 h 247650"/>
                <a:gd name="csX665" fmla="*/ 447075 w 638175"/>
                <a:gd name="csY665" fmla="*/ 247620 h 247650"/>
                <a:gd name="csX666" fmla="*/ 445808 w 638175"/>
                <a:gd name="csY666" fmla="*/ 247620 h 247650"/>
                <a:gd name="csX667" fmla="*/ 444541 w 638175"/>
                <a:gd name="csY667" fmla="*/ 247620 h 247650"/>
                <a:gd name="csX668" fmla="*/ 443332 w 638175"/>
                <a:gd name="csY668" fmla="*/ 247620 h 247650"/>
                <a:gd name="csX669" fmla="*/ 442065 w 638175"/>
                <a:gd name="csY669" fmla="*/ 247620 h 247650"/>
                <a:gd name="csX670" fmla="*/ 440798 w 638175"/>
                <a:gd name="csY670" fmla="*/ 247620 h 247650"/>
                <a:gd name="csX671" fmla="*/ 439598 w 638175"/>
                <a:gd name="csY671" fmla="*/ 247620 h 247650"/>
                <a:gd name="csX672" fmla="*/ 438331 w 638175"/>
                <a:gd name="csY672" fmla="*/ 247620 h 247650"/>
                <a:gd name="csX673" fmla="*/ 437055 w 638175"/>
                <a:gd name="csY673" fmla="*/ 247620 h 247650"/>
                <a:gd name="csX674" fmla="*/ 435854 w 638175"/>
                <a:gd name="csY674" fmla="*/ 247620 h 247650"/>
                <a:gd name="csX675" fmla="*/ 434588 w 638175"/>
                <a:gd name="csY675" fmla="*/ 247620 h 247650"/>
                <a:gd name="csX676" fmla="*/ 433321 w 638175"/>
                <a:gd name="csY676" fmla="*/ 247620 h 247650"/>
                <a:gd name="csX677" fmla="*/ 432111 w 638175"/>
                <a:gd name="csY677" fmla="*/ 247620 h 247650"/>
                <a:gd name="csX678" fmla="*/ 430844 w 638175"/>
                <a:gd name="csY678" fmla="*/ 247620 h 247650"/>
                <a:gd name="csX679" fmla="*/ 429577 w 638175"/>
                <a:gd name="csY679" fmla="*/ 247620 h 247650"/>
                <a:gd name="csX680" fmla="*/ 428311 w 638175"/>
                <a:gd name="csY680" fmla="*/ 247620 h 247650"/>
                <a:gd name="csX681" fmla="*/ 427101 w 638175"/>
                <a:gd name="csY681" fmla="*/ 247620 h 247650"/>
                <a:gd name="csX682" fmla="*/ 425834 w 638175"/>
                <a:gd name="csY682" fmla="*/ 247620 h 247650"/>
                <a:gd name="csX683" fmla="*/ 424567 w 638175"/>
                <a:gd name="csY683" fmla="*/ 247620 h 247650"/>
                <a:gd name="csX684" fmla="*/ 423357 w 638175"/>
                <a:gd name="csY684" fmla="*/ 247620 h 247650"/>
                <a:gd name="csX685" fmla="*/ 422091 w 638175"/>
                <a:gd name="csY685" fmla="*/ 247620 h 247650"/>
                <a:gd name="csX686" fmla="*/ 420824 w 638175"/>
                <a:gd name="csY686" fmla="*/ 247620 h 247650"/>
                <a:gd name="csX687" fmla="*/ 419615 w 638175"/>
                <a:gd name="csY687" fmla="*/ 247620 h 247650"/>
                <a:gd name="csX688" fmla="*/ 418347 w 638175"/>
                <a:gd name="csY688" fmla="*/ 247620 h 247650"/>
                <a:gd name="csX689" fmla="*/ 417081 w 638175"/>
                <a:gd name="csY689" fmla="*/ 247620 h 247650"/>
                <a:gd name="csX690" fmla="*/ 415881 w 638175"/>
                <a:gd name="csY690" fmla="*/ 247620 h 247650"/>
                <a:gd name="csX691" fmla="*/ 414605 w 638175"/>
                <a:gd name="csY691" fmla="*/ 247620 h 247650"/>
                <a:gd name="csX692" fmla="*/ 413337 w 638175"/>
                <a:gd name="csY692" fmla="*/ 247620 h 247650"/>
                <a:gd name="csX693" fmla="*/ 412070 w 638175"/>
                <a:gd name="csY693" fmla="*/ 247620 h 247650"/>
                <a:gd name="csX694" fmla="*/ 410870 w 638175"/>
                <a:gd name="csY694" fmla="*/ 247620 h 247650"/>
                <a:gd name="csX695" fmla="*/ 409594 w 638175"/>
                <a:gd name="csY695" fmla="*/ 247620 h 247650"/>
                <a:gd name="csX696" fmla="*/ 408327 w 638175"/>
                <a:gd name="csY696" fmla="*/ 247620 h 247650"/>
                <a:gd name="csX697" fmla="*/ 407127 w 638175"/>
                <a:gd name="csY697" fmla="*/ 247620 h 247650"/>
                <a:gd name="csX698" fmla="*/ 405860 w 638175"/>
                <a:gd name="csY698" fmla="*/ 247620 h 247650"/>
                <a:gd name="csX699" fmla="*/ 404584 w 638175"/>
                <a:gd name="csY699" fmla="*/ 247620 h 247650"/>
                <a:gd name="csX700" fmla="*/ 403384 w 638175"/>
                <a:gd name="csY700" fmla="*/ 247620 h 247650"/>
                <a:gd name="csX701" fmla="*/ 402117 w 638175"/>
                <a:gd name="csY701" fmla="*/ 247620 h 247650"/>
                <a:gd name="csX702" fmla="*/ 400850 w 638175"/>
                <a:gd name="csY702" fmla="*/ 247620 h 247650"/>
                <a:gd name="csX703" fmla="*/ 399640 w 638175"/>
                <a:gd name="csY703" fmla="*/ 247620 h 247650"/>
                <a:gd name="csX704" fmla="*/ 398374 w 638175"/>
                <a:gd name="csY704" fmla="*/ 247620 h 247650"/>
                <a:gd name="csX705" fmla="*/ 397107 w 638175"/>
                <a:gd name="csY705" fmla="*/ 247620 h 247650"/>
                <a:gd name="csX706" fmla="*/ 395840 w 638175"/>
                <a:gd name="csY706" fmla="*/ 247620 h 247650"/>
                <a:gd name="csX707" fmla="*/ 394630 w 638175"/>
                <a:gd name="csY707" fmla="*/ 247620 h 247650"/>
                <a:gd name="csX708" fmla="*/ 393363 w 638175"/>
                <a:gd name="csY708" fmla="*/ 247620 h 247650"/>
                <a:gd name="csX709" fmla="*/ 392097 w 638175"/>
                <a:gd name="csY709" fmla="*/ 247620 h 247650"/>
                <a:gd name="csX710" fmla="*/ 390887 w 638175"/>
                <a:gd name="csY710" fmla="*/ 247620 h 247650"/>
                <a:gd name="csX711" fmla="*/ 389620 w 638175"/>
                <a:gd name="csY711" fmla="*/ 247620 h 247650"/>
                <a:gd name="csX712" fmla="*/ 388353 w 638175"/>
                <a:gd name="csY712" fmla="*/ 247620 h 247650"/>
                <a:gd name="csX713" fmla="*/ 387143 w 638175"/>
                <a:gd name="csY713" fmla="*/ 247620 h 247650"/>
                <a:gd name="csX714" fmla="*/ 385877 w 638175"/>
                <a:gd name="csY714" fmla="*/ 247620 h 247650"/>
                <a:gd name="csX715" fmla="*/ 384610 w 638175"/>
                <a:gd name="csY715" fmla="*/ 247620 h 247650"/>
                <a:gd name="csX716" fmla="*/ 383410 w 638175"/>
                <a:gd name="csY716" fmla="*/ 247620 h 247650"/>
                <a:gd name="csX717" fmla="*/ 382133 w 638175"/>
                <a:gd name="csY717" fmla="*/ 247620 h 247650"/>
                <a:gd name="csX718" fmla="*/ 380866 w 638175"/>
                <a:gd name="csY718" fmla="*/ 247620 h 247650"/>
                <a:gd name="csX719" fmla="*/ 379600 w 638175"/>
                <a:gd name="csY719" fmla="*/ 247620 h 247650"/>
                <a:gd name="csX720" fmla="*/ 378400 w 638175"/>
                <a:gd name="csY720" fmla="*/ 247620 h 247650"/>
                <a:gd name="csX721" fmla="*/ 377123 w 638175"/>
                <a:gd name="csY721" fmla="*/ 247620 h 247650"/>
                <a:gd name="csX722" fmla="*/ 375856 w 638175"/>
                <a:gd name="csY722" fmla="*/ 247620 h 247650"/>
                <a:gd name="csX723" fmla="*/ 374656 w 638175"/>
                <a:gd name="csY723" fmla="*/ 247620 h 247650"/>
                <a:gd name="csX724" fmla="*/ 373390 w 638175"/>
                <a:gd name="csY724" fmla="*/ 247620 h 247650"/>
                <a:gd name="csX725" fmla="*/ 372113 w 638175"/>
                <a:gd name="csY725" fmla="*/ 247620 h 247650"/>
                <a:gd name="csX726" fmla="*/ 370913 w 638175"/>
                <a:gd name="csY726" fmla="*/ 247620 h 247650"/>
                <a:gd name="csX727" fmla="*/ 369646 w 638175"/>
                <a:gd name="csY727" fmla="*/ 247620 h 247650"/>
                <a:gd name="csX728" fmla="*/ 368379 w 638175"/>
                <a:gd name="csY728" fmla="*/ 247620 h 247650"/>
                <a:gd name="csX729" fmla="*/ 367113 w 638175"/>
                <a:gd name="csY729" fmla="*/ 247620 h 247650"/>
                <a:gd name="csX730" fmla="*/ 365903 w 638175"/>
                <a:gd name="csY730" fmla="*/ 247620 h 247650"/>
                <a:gd name="csX731" fmla="*/ 364636 w 638175"/>
                <a:gd name="csY731" fmla="*/ 247620 h 247650"/>
                <a:gd name="csX732" fmla="*/ 363369 w 638175"/>
                <a:gd name="csY732" fmla="*/ 247620 h 247650"/>
                <a:gd name="csX733" fmla="*/ 362159 w 638175"/>
                <a:gd name="csY733" fmla="*/ 247620 h 247650"/>
                <a:gd name="csX734" fmla="*/ 360893 w 638175"/>
                <a:gd name="csY734" fmla="*/ 247620 h 247650"/>
                <a:gd name="csX735" fmla="*/ 359626 w 638175"/>
                <a:gd name="csY735" fmla="*/ 247620 h 247650"/>
                <a:gd name="csX736" fmla="*/ 358416 w 638175"/>
                <a:gd name="csY736" fmla="*/ 247620 h 247650"/>
                <a:gd name="csX737" fmla="*/ 357149 w 638175"/>
                <a:gd name="csY737" fmla="*/ 247620 h 247650"/>
                <a:gd name="csX738" fmla="*/ 355883 w 638175"/>
                <a:gd name="csY738" fmla="*/ 247620 h 247650"/>
                <a:gd name="csX739" fmla="*/ 354683 w 638175"/>
                <a:gd name="csY739" fmla="*/ 247620 h 247650"/>
                <a:gd name="csX740" fmla="*/ 353406 w 638175"/>
                <a:gd name="csY740" fmla="*/ 247620 h 247650"/>
                <a:gd name="csX741" fmla="*/ 352139 w 638175"/>
                <a:gd name="csY741" fmla="*/ 247620 h 247650"/>
                <a:gd name="csX742" fmla="*/ 350872 w 638175"/>
                <a:gd name="csY742" fmla="*/ 247620 h 247650"/>
                <a:gd name="csX743" fmla="*/ 349672 w 638175"/>
                <a:gd name="csY743" fmla="*/ 247620 h 247650"/>
                <a:gd name="csX744" fmla="*/ 348396 w 638175"/>
                <a:gd name="csY744" fmla="*/ 247620 h 247650"/>
                <a:gd name="csX745" fmla="*/ 347129 w 638175"/>
                <a:gd name="csY745" fmla="*/ 247620 h 247650"/>
                <a:gd name="csX746" fmla="*/ 345929 w 638175"/>
                <a:gd name="csY746" fmla="*/ 247620 h 247650"/>
                <a:gd name="csX747" fmla="*/ 344662 w 638175"/>
                <a:gd name="csY747" fmla="*/ 247620 h 247650"/>
                <a:gd name="csX748" fmla="*/ 343386 w 638175"/>
                <a:gd name="csY748" fmla="*/ 247620 h 247650"/>
                <a:gd name="csX749" fmla="*/ 342186 w 638175"/>
                <a:gd name="csY749" fmla="*/ 247620 h 247650"/>
                <a:gd name="csX750" fmla="*/ 340919 w 638175"/>
                <a:gd name="csY750" fmla="*/ 247620 h 247650"/>
                <a:gd name="csX751" fmla="*/ 339652 w 638175"/>
                <a:gd name="csY751" fmla="*/ 247620 h 247650"/>
                <a:gd name="csX752" fmla="*/ 338442 w 638175"/>
                <a:gd name="csY752" fmla="*/ 247620 h 247650"/>
                <a:gd name="csX753" fmla="*/ 337176 w 638175"/>
                <a:gd name="csY753" fmla="*/ 247620 h 247650"/>
                <a:gd name="csX754" fmla="*/ 335909 w 638175"/>
                <a:gd name="csY754" fmla="*/ 247620 h 247650"/>
                <a:gd name="csX755" fmla="*/ 334642 w 638175"/>
                <a:gd name="csY755" fmla="*/ 247620 h 247650"/>
                <a:gd name="csX756" fmla="*/ 333432 w 638175"/>
                <a:gd name="csY756" fmla="*/ 247620 h 247650"/>
                <a:gd name="csX757" fmla="*/ 332165 w 638175"/>
                <a:gd name="csY757" fmla="*/ 247620 h 247650"/>
                <a:gd name="csX758" fmla="*/ 330899 w 638175"/>
                <a:gd name="csY758" fmla="*/ 247620 h 247650"/>
                <a:gd name="csX759" fmla="*/ 329689 w 638175"/>
                <a:gd name="csY759" fmla="*/ 247620 h 247650"/>
                <a:gd name="csX760" fmla="*/ 328422 w 638175"/>
                <a:gd name="csY760" fmla="*/ 247620 h 247650"/>
                <a:gd name="csX761" fmla="*/ 327155 w 638175"/>
                <a:gd name="csY761" fmla="*/ 247620 h 247650"/>
                <a:gd name="csX762" fmla="*/ 325945 w 638175"/>
                <a:gd name="csY762" fmla="*/ 247620 h 247650"/>
                <a:gd name="csX763" fmla="*/ 324679 w 638175"/>
                <a:gd name="csY763" fmla="*/ 247620 h 247650"/>
                <a:gd name="csX764" fmla="*/ 323412 w 638175"/>
                <a:gd name="csY764" fmla="*/ 247620 h 247650"/>
                <a:gd name="csX765" fmla="*/ 322212 w 638175"/>
                <a:gd name="csY765" fmla="*/ 247620 h 247650"/>
                <a:gd name="csX766" fmla="*/ 320935 w 638175"/>
                <a:gd name="csY766" fmla="*/ 247620 h 247650"/>
                <a:gd name="csX767" fmla="*/ 319668 w 638175"/>
                <a:gd name="csY767" fmla="*/ 247620 h 247650"/>
                <a:gd name="csX768" fmla="*/ 318402 w 638175"/>
                <a:gd name="csY768" fmla="*/ 247620 h 247650"/>
                <a:gd name="csX769" fmla="*/ 317202 w 638175"/>
                <a:gd name="csY769" fmla="*/ 247620 h 247650"/>
                <a:gd name="csX770" fmla="*/ 315925 w 638175"/>
                <a:gd name="csY770" fmla="*/ 247620 h 247650"/>
                <a:gd name="csX771" fmla="*/ 314658 w 638175"/>
                <a:gd name="csY771" fmla="*/ 247620 h 247650"/>
                <a:gd name="csX772" fmla="*/ 313458 w 638175"/>
                <a:gd name="csY772" fmla="*/ 247620 h 247650"/>
                <a:gd name="csX773" fmla="*/ 312192 w 638175"/>
                <a:gd name="csY773" fmla="*/ 247620 h 247650"/>
                <a:gd name="csX774" fmla="*/ 310915 w 638175"/>
                <a:gd name="csY774" fmla="*/ 247620 h 247650"/>
                <a:gd name="csX775" fmla="*/ 309715 w 638175"/>
                <a:gd name="csY775" fmla="*/ 247620 h 247650"/>
                <a:gd name="csX776" fmla="*/ 308448 w 638175"/>
                <a:gd name="csY776" fmla="*/ 247620 h 247650"/>
                <a:gd name="csX777" fmla="*/ 307181 w 638175"/>
                <a:gd name="csY777" fmla="*/ 247620 h 247650"/>
                <a:gd name="csX778" fmla="*/ 305972 w 638175"/>
                <a:gd name="csY778" fmla="*/ 247620 h 247650"/>
                <a:gd name="csX779" fmla="*/ 304705 w 638175"/>
                <a:gd name="csY779" fmla="*/ 247620 h 247650"/>
                <a:gd name="csX780" fmla="*/ 303438 w 638175"/>
                <a:gd name="csY780" fmla="*/ 247620 h 247650"/>
                <a:gd name="csX781" fmla="*/ 302171 w 638175"/>
                <a:gd name="csY781" fmla="*/ 247620 h 247650"/>
                <a:gd name="csX782" fmla="*/ 300961 w 638175"/>
                <a:gd name="csY782" fmla="*/ 247620 h 247650"/>
                <a:gd name="csX783" fmla="*/ 299695 w 638175"/>
                <a:gd name="csY783" fmla="*/ 247620 h 247650"/>
                <a:gd name="csX784" fmla="*/ 298428 w 638175"/>
                <a:gd name="csY784" fmla="*/ 247620 h 247650"/>
                <a:gd name="csX785" fmla="*/ 297218 w 638175"/>
                <a:gd name="csY785" fmla="*/ 247620 h 247650"/>
                <a:gd name="csX786" fmla="*/ 295951 w 638175"/>
                <a:gd name="csY786" fmla="*/ 247620 h 247650"/>
                <a:gd name="csX787" fmla="*/ 294685 w 638175"/>
                <a:gd name="csY787" fmla="*/ 247620 h 247650"/>
                <a:gd name="csX788" fmla="*/ 293475 w 638175"/>
                <a:gd name="csY788" fmla="*/ 247620 h 247650"/>
                <a:gd name="csX789" fmla="*/ 292208 w 638175"/>
                <a:gd name="csY789" fmla="*/ 247620 h 247650"/>
                <a:gd name="csX790" fmla="*/ 290941 w 638175"/>
                <a:gd name="csY790" fmla="*/ 247620 h 247650"/>
                <a:gd name="csX791" fmla="*/ 289741 w 638175"/>
                <a:gd name="csY791" fmla="*/ 247620 h 247650"/>
                <a:gd name="csX792" fmla="*/ 288474 w 638175"/>
                <a:gd name="csY792" fmla="*/ 247620 h 247650"/>
                <a:gd name="csX793" fmla="*/ 287198 w 638175"/>
                <a:gd name="csY793" fmla="*/ 247620 h 247650"/>
                <a:gd name="csX794" fmla="*/ 285931 w 638175"/>
                <a:gd name="csY794" fmla="*/ 247620 h 247650"/>
                <a:gd name="csX795" fmla="*/ 284731 w 638175"/>
                <a:gd name="csY795" fmla="*/ 247620 h 247650"/>
                <a:gd name="csX796" fmla="*/ 283454 w 638175"/>
                <a:gd name="csY796" fmla="*/ 247620 h 247650"/>
                <a:gd name="csX797" fmla="*/ 282188 w 638175"/>
                <a:gd name="csY797" fmla="*/ 247620 h 247650"/>
                <a:gd name="csX798" fmla="*/ 280988 w 638175"/>
                <a:gd name="csY798" fmla="*/ 247620 h 247650"/>
                <a:gd name="csX799" fmla="*/ 279721 w 638175"/>
                <a:gd name="csY799" fmla="*/ 247620 h 247650"/>
                <a:gd name="csX800" fmla="*/ 278454 w 638175"/>
                <a:gd name="csY800" fmla="*/ 247620 h 247650"/>
                <a:gd name="csX801" fmla="*/ 277244 w 638175"/>
                <a:gd name="csY801" fmla="*/ 247620 h 247650"/>
                <a:gd name="csX802" fmla="*/ 275978 w 638175"/>
                <a:gd name="csY802" fmla="*/ 247620 h 247650"/>
                <a:gd name="csX803" fmla="*/ 274711 w 638175"/>
                <a:gd name="csY803" fmla="*/ 247620 h 247650"/>
                <a:gd name="csX804" fmla="*/ 273434 w 638175"/>
                <a:gd name="csY804" fmla="*/ 247620 h 247650"/>
                <a:gd name="csX805" fmla="*/ 272234 w 638175"/>
                <a:gd name="csY805" fmla="*/ 247620 h 247650"/>
                <a:gd name="csX806" fmla="*/ 270967 w 638175"/>
                <a:gd name="csY806" fmla="*/ 247620 h 247650"/>
                <a:gd name="csX807" fmla="*/ 269701 w 638175"/>
                <a:gd name="csY807" fmla="*/ 247620 h 247650"/>
                <a:gd name="csX808" fmla="*/ 268491 w 638175"/>
                <a:gd name="csY808" fmla="*/ 247620 h 247650"/>
                <a:gd name="csX809" fmla="*/ 267224 w 638175"/>
                <a:gd name="csY809" fmla="*/ 247620 h 247650"/>
                <a:gd name="csX810" fmla="*/ 265957 w 638175"/>
                <a:gd name="csY810" fmla="*/ 247620 h 247650"/>
                <a:gd name="csX811" fmla="*/ 264747 w 638175"/>
                <a:gd name="csY811" fmla="*/ 247620 h 247650"/>
                <a:gd name="csX812" fmla="*/ 263481 w 638175"/>
                <a:gd name="csY812" fmla="*/ 247620 h 247650"/>
                <a:gd name="csX813" fmla="*/ 262214 w 638175"/>
                <a:gd name="csY813" fmla="*/ 247620 h 247650"/>
                <a:gd name="csX814" fmla="*/ 261014 w 638175"/>
                <a:gd name="csY814" fmla="*/ 247620 h 247650"/>
                <a:gd name="csX815" fmla="*/ 259737 w 638175"/>
                <a:gd name="csY815" fmla="*/ 247620 h 247650"/>
                <a:gd name="csX816" fmla="*/ 258470 w 638175"/>
                <a:gd name="csY816" fmla="*/ 247620 h 247650"/>
                <a:gd name="csX817" fmla="*/ 257204 w 638175"/>
                <a:gd name="csY817" fmla="*/ 247620 h 247650"/>
                <a:gd name="csX818" fmla="*/ 256004 w 638175"/>
                <a:gd name="csY818" fmla="*/ 247620 h 247650"/>
                <a:gd name="csX819" fmla="*/ 254727 w 638175"/>
                <a:gd name="csY819" fmla="*/ 247620 h 247650"/>
                <a:gd name="csX820" fmla="*/ 253460 w 638175"/>
                <a:gd name="csY820" fmla="*/ 247620 h 247650"/>
                <a:gd name="csX821" fmla="*/ 252260 w 638175"/>
                <a:gd name="csY821" fmla="*/ 247620 h 247650"/>
                <a:gd name="csX822" fmla="*/ 250994 w 638175"/>
                <a:gd name="csY822" fmla="*/ 247620 h 247650"/>
                <a:gd name="csX823" fmla="*/ 249717 w 638175"/>
                <a:gd name="csY823" fmla="*/ 247620 h 247650"/>
                <a:gd name="csX824" fmla="*/ 248517 w 638175"/>
                <a:gd name="csY824" fmla="*/ 247620 h 247650"/>
                <a:gd name="csX825" fmla="*/ 247250 w 638175"/>
                <a:gd name="csY825" fmla="*/ 247620 h 247650"/>
                <a:gd name="csX826" fmla="*/ 245983 w 638175"/>
                <a:gd name="csY826" fmla="*/ 247620 h 247650"/>
                <a:gd name="csX827" fmla="*/ 244774 w 638175"/>
                <a:gd name="csY827" fmla="*/ 247620 h 247650"/>
                <a:gd name="csX828" fmla="*/ 243507 w 638175"/>
                <a:gd name="csY828" fmla="*/ 247620 h 247650"/>
                <a:gd name="csX829" fmla="*/ 242240 w 638175"/>
                <a:gd name="csY829" fmla="*/ 247620 h 247650"/>
                <a:gd name="csX830" fmla="*/ 240973 w 638175"/>
                <a:gd name="csY830" fmla="*/ 247620 h 247650"/>
                <a:gd name="csX831" fmla="*/ 239763 w 638175"/>
                <a:gd name="csY831" fmla="*/ 247620 h 247650"/>
                <a:gd name="csX832" fmla="*/ 238497 w 638175"/>
                <a:gd name="csY832" fmla="*/ 247620 h 247650"/>
                <a:gd name="csX833" fmla="*/ 237230 w 638175"/>
                <a:gd name="csY833" fmla="*/ 247620 h 247650"/>
                <a:gd name="csX834" fmla="*/ 236020 w 638175"/>
                <a:gd name="csY834" fmla="*/ 247620 h 247650"/>
                <a:gd name="csX835" fmla="*/ 234753 w 638175"/>
                <a:gd name="csY835" fmla="*/ 247620 h 247650"/>
                <a:gd name="csX836" fmla="*/ 233487 w 638175"/>
                <a:gd name="csY836" fmla="*/ 247620 h 247650"/>
                <a:gd name="csX837" fmla="*/ 232277 w 638175"/>
                <a:gd name="csY837" fmla="*/ 247620 h 247650"/>
                <a:gd name="csX838" fmla="*/ 231010 w 638175"/>
                <a:gd name="csY838" fmla="*/ 247620 h 247650"/>
                <a:gd name="csX839" fmla="*/ 229743 w 638175"/>
                <a:gd name="csY839" fmla="*/ 247620 h 247650"/>
                <a:gd name="csX840" fmla="*/ 228543 w 638175"/>
                <a:gd name="csY840" fmla="*/ 247620 h 247650"/>
                <a:gd name="csX841" fmla="*/ 227267 w 638175"/>
                <a:gd name="csY841" fmla="*/ 247620 h 247650"/>
                <a:gd name="csX842" fmla="*/ 226000 w 638175"/>
                <a:gd name="csY842" fmla="*/ 247620 h 247650"/>
                <a:gd name="csX843" fmla="*/ 224733 w 638175"/>
                <a:gd name="csY843" fmla="*/ 247620 h 247650"/>
                <a:gd name="csX844" fmla="*/ 223532 w 638175"/>
                <a:gd name="csY844" fmla="*/ 247620 h 247650"/>
                <a:gd name="csX845" fmla="*/ 222256 w 638175"/>
                <a:gd name="csY845" fmla="*/ 247620 h 247650"/>
                <a:gd name="csX846" fmla="*/ 220990 w 638175"/>
                <a:gd name="csY846" fmla="*/ 247620 h 247650"/>
                <a:gd name="csX847" fmla="*/ 219790 w 638175"/>
                <a:gd name="csY847" fmla="*/ 247620 h 247650"/>
                <a:gd name="csX848" fmla="*/ 218522 w 638175"/>
                <a:gd name="csY848" fmla="*/ 247620 h 247650"/>
                <a:gd name="csX849" fmla="*/ 217246 w 638175"/>
                <a:gd name="csY849" fmla="*/ 247620 h 247650"/>
                <a:gd name="csX850" fmla="*/ 216046 w 638175"/>
                <a:gd name="csY850" fmla="*/ 247620 h 247650"/>
                <a:gd name="csX851" fmla="*/ 214780 w 638175"/>
                <a:gd name="csY851" fmla="*/ 247620 h 247650"/>
                <a:gd name="csX852" fmla="*/ 213513 w 638175"/>
                <a:gd name="csY852" fmla="*/ 247620 h 247650"/>
                <a:gd name="csX853" fmla="*/ 212303 w 638175"/>
                <a:gd name="csY853" fmla="*/ 247620 h 247650"/>
                <a:gd name="csX854" fmla="*/ 211036 w 638175"/>
                <a:gd name="csY854" fmla="*/ 247620 h 247650"/>
                <a:gd name="csX855" fmla="*/ 209769 w 638175"/>
                <a:gd name="csY855" fmla="*/ 247620 h 247650"/>
                <a:gd name="csX856" fmla="*/ 208503 w 638175"/>
                <a:gd name="csY856" fmla="*/ 247620 h 247650"/>
                <a:gd name="csX857" fmla="*/ 207293 w 638175"/>
                <a:gd name="csY857" fmla="*/ 247620 h 247650"/>
                <a:gd name="csX858" fmla="*/ 206026 w 638175"/>
                <a:gd name="csY858" fmla="*/ 247620 h 247650"/>
                <a:gd name="csX859" fmla="*/ 204759 w 638175"/>
                <a:gd name="csY859" fmla="*/ 247620 h 247650"/>
                <a:gd name="csX860" fmla="*/ 203549 w 638175"/>
                <a:gd name="csY860" fmla="*/ 247620 h 247650"/>
                <a:gd name="csX861" fmla="*/ 202283 w 638175"/>
                <a:gd name="csY861" fmla="*/ 247620 h 247650"/>
                <a:gd name="csX862" fmla="*/ 201016 w 638175"/>
                <a:gd name="csY862" fmla="*/ 247620 h 247650"/>
                <a:gd name="csX863" fmla="*/ 199815 w 638175"/>
                <a:gd name="csY863" fmla="*/ 247620 h 247650"/>
                <a:gd name="csX864" fmla="*/ 198539 w 638175"/>
                <a:gd name="csY864" fmla="*/ 247620 h 247650"/>
                <a:gd name="csX865" fmla="*/ 197272 w 638175"/>
                <a:gd name="csY865" fmla="*/ 247620 h 247650"/>
                <a:gd name="csX866" fmla="*/ 196006 w 638175"/>
                <a:gd name="csY866" fmla="*/ 247620 h 247650"/>
                <a:gd name="csX867" fmla="*/ 194805 w 638175"/>
                <a:gd name="csY867" fmla="*/ 247620 h 247650"/>
                <a:gd name="csX868" fmla="*/ 193529 w 638175"/>
                <a:gd name="csY868" fmla="*/ 247620 h 247650"/>
                <a:gd name="csX869" fmla="*/ 192262 w 638175"/>
                <a:gd name="csY869" fmla="*/ 247620 h 247650"/>
                <a:gd name="csX870" fmla="*/ 191062 w 638175"/>
                <a:gd name="csY870" fmla="*/ 247620 h 247650"/>
                <a:gd name="csX871" fmla="*/ 189795 w 638175"/>
                <a:gd name="csY871" fmla="*/ 247620 h 247650"/>
                <a:gd name="csX872" fmla="*/ 188519 w 638175"/>
                <a:gd name="csY872" fmla="*/ 247620 h 247650"/>
                <a:gd name="csX873" fmla="*/ 187319 w 638175"/>
                <a:gd name="csY873" fmla="*/ 247620 h 247650"/>
                <a:gd name="csX874" fmla="*/ 186052 w 638175"/>
                <a:gd name="csY874" fmla="*/ 247620 h 247650"/>
                <a:gd name="csX875" fmla="*/ 184785 w 638175"/>
                <a:gd name="csY875" fmla="*/ 247620 h 247650"/>
                <a:gd name="csX876" fmla="*/ 183576 w 638175"/>
                <a:gd name="csY876" fmla="*/ 247620 h 247650"/>
                <a:gd name="csX877" fmla="*/ 182309 w 638175"/>
                <a:gd name="csY877" fmla="*/ 247620 h 247650"/>
                <a:gd name="csX878" fmla="*/ 181041 w 638175"/>
                <a:gd name="csY878" fmla="*/ 247620 h 247650"/>
                <a:gd name="csX879" fmla="*/ 179775 w 638175"/>
                <a:gd name="csY879" fmla="*/ 247620 h 247650"/>
                <a:gd name="csX880" fmla="*/ 178565 w 638175"/>
                <a:gd name="csY880" fmla="*/ 247620 h 247650"/>
                <a:gd name="csX881" fmla="*/ 177299 w 638175"/>
                <a:gd name="csY881" fmla="*/ 247620 h 247650"/>
                <a:gd name="csX882" fmla="*/ 176031 w 638175"/>
                <a:gd name="csY882" fmla="*/ 247620 h 247650"/>
                <a:gd name="csX883" fmla="*/ 174822 w 638175"/>
                <a:gd name="csY883" fmla="*/ 247620 h 247650"/>
                <a:gd name="csX884" fmla="*/ 173555 w 638175"/>
                <a:gd name="csY884" fmla="*/ 247620 h 247650"/>
                <a:gd name="csX885" fmla="*/ 172289 w 638175"/>
                <a:gd name="csY885" fmla="*/ 247620 h 247650"/>
                <a:gd name="csX886" fmla="*/ 171079 w 638175"/>
                <a:gd name="csY886" fmla="*/ 247620 h 247650"/>
                <a:gd name="csX887" fmla="*/ 169812 w 638175"/>
                <a:gd name="csY887" fmla="*/ 247620 h 247650"/>
                <a:gd name="csX888" fmla="*/ 168545 w 638175"/>
                <a:gd name="csY888" fmla="*/ 247620 h 247650"/>
                <a:gd name="csX889" fmla="*/ 167345 w 638175"/>
                <a:gd name="csY889" fmla="*/ 247620 h 247650"/>
                <a:gd name="csX890" fmla="*/ 166078 w 638175"/>
                <a:gd name="csY890" fmla="*/ 247620 h 247650"/>
                <a:gd name="csX891" fmla="*/ 164802 w 638175"/>
                <a:gd name="csY891" fmla="*/ 247620 h 247650"/>
                <a:gd name="csX892" fmla="*/ 163535 w 638175"/>
                <a:gd name="csY892" fmla="*/ 247620 h 247650"/>
                <a:gd name="csX893" fmla="*/ 162334 w 638175"/>
                <a:gd name="csY893" fmla="*/ 247620 h 247650"/>
                <a:gd name="csX894" fmla="*/ 161058 w 638175"/>
                <a:gd name="csY894" fmla="*/ 247620 h 247650"/>
                <a:gd name="csX895" fmla="*/ 159792 w 638175"/>
                <a:gd name="csY895" fmla="*/ 247620 h 247650"/>
                <a:gd name="csX896" fmla="*/ 158591 w 638175"/>
                <a:gd name="csY896" fmla="*/ 247620 h 247650"/>
                <a:gd name="csX897" fmla="*/ 157324 w 638175"/>
                <a:gd name="csY897" fmla="*/ 247620 h 247650"/>
                <a:gd name="csX898" fmla="*/ 156048 w 638175"/>
                <a:gd name="csY898" fmla="*/ 247620 h 247650"/>
                <a:gd name="csX899" fmla="*/ 154848 w 638175"/>
                <a:gd name="csY899" fmla="*/ 247620 h 247650"/>
                <a:gd name="csX900" fmla="*/ 153581 w 638175"/>
                <a:gd name="csY900" fmla="*/ 247620 h 247650"/>
                <a:gd name="csX901" fmla="*/ 152314 w 638175"/>
                <a:gd name="csY901" fmla="*/ 247620 h 247650"/>
                <a:gd name="csX902" fmla="*/ 151105 w 638175"/>
                <a:gd name="csY902" fmla="*/ 247620 h 247650"/>
                <a:gd name="csX903" fmla="*/ 149838 w 638175"/>
                <a:gd name="csY903" fmla="*/ 247620 h 247650"/>
                <a:gd name="csX904" fmla="*/ 148571 w 638175"/>
                <a:gd name="csY904" fmla="*/ 247620 h 247650"/>
                <a:gd name="csX905" fmla="*/ 147304 w 638175"/>
                <a:gd name="csY905" fmla="*/ 247620 h 247650"/>
                <a:gd name="csX906" fmla="*/ 146095 w 638175"/>
                <a:gd name="csY906" fmla="*/ 247620 h 247650"/>
                <a:gd name="csX907" fmla="*/ 144827 w 638175"/>
                <a:gd name="csY907" fmla="*/ 247620 h 247650"/>
                <a:gd name="csX908" fmla="*/ 143561 w 638175"/>
                <a:gd name="csY908" fmla="*/ 247620 h 247650"/>
                <a:gd name="csX909" fmla="*/ 142351 w 638175"/>
                <a:gd name="csY909" fmla="*/ 247620 h 247650"/>
                <a:gd name="csX910" fmla="*/ 141085 w 638175"/>
                <a:gd name="csY910" fmla="*/ 247620 h 247650"/>
                <a:gd name="csX911" fmla="*/ 139818 w 638175"/>
                <a:gd name="csY911" fmla="*/ 247620 h 247650"/>
                <a:gd name="csX912" fmla="*/ 138617 w 638175"/>
                <a:gd name="csY912" fmla="*/ 247620 h 247650"/>
                <a:gd name="csX913" fmla="*/ 137341 w 638175"/>
                <a:gd name="csY913" fmla="*/ 247620 h 247650"/>
                <a:gd name="csX914" fmla="*/ 136074 w 638175"/>
                <a:gd name="csY914" fmla="*/ 247620 h 247650"/>
                <a:gd name="csX915" fmla="*/ 134874 w 638175"/>
                <a:gd name="csY915" fmla="*/ 247620 h 247650"/>
                <a:gd name="csX916" fmla="*/ 133607 w 638175"/>
                <a:gd name="csY916" fmla="*/ 247620 h 247650"/>
                <a:gd name="csX917" fmla="*/ 132331 w 638175"/>
                <a:gd name="csY917" fmla="*/ 247620 h 247650"/>
                <a:gd name="csX918" fmla="*/ 131064 w 638175"/>
                <a:gd name="csY918" fmla="*/ 247620 h 247650"/>
                <a:gd name="csX919" fmla="*/ 129864 w 638175"/>
                <a:gd name="csY919" fmla="*/ 247620 h 247650"/>
                <a:gd name="csX920" fmla="*/ 128597 w 638175"/>
                <a:gd name="csY920" fmla="*/ 247620 h 247650"/>
                <a:gd name="csX921" fmla="*/ 127321 w 638175"/>
                <a:gd name="csY921" fmla="*/ 247620 h 247650"/>
                <a:gd name="csX922" fmla="*/ 126120 w 638175"/>
                <a:gd name="csY922" fmla="*/ 247620 h 247650"/>
                <a:gd name="csX923" fmla="*/ 124854 w 638175"/>
                <a:gd name="csY923" fmla="*/ 247620 h 247650"/>
                <a:gd name="csX924" fmla="*/ 123587 w 638175"/>
                <a:gd name="csY924" fmla="*/ 247620 h 247650"/>
                <a:gd name="csX925" fmla="*/ 122377 w 638175"/>
                <a:gd name="csY925" fmla="*/ 247620 h 247650"/>
                <a:gd name="csX926" fmla="*/ 121110 w 638175"/>
                <a:gd name="csY926" fmla="*/ 247620 h 247650"/>
                <a:gd name="csX927" fmla="*/ 119843 w 638175"/>
                <a:gd name="csY927" fmla="*/ 247620 h 247650"/>
                <a:gd name="csX928" fmla="*/ 118634 w 638175"/>
                <a:gd name="csY928" fmla="*/ 247620 h 247650"/>
                <a:gd name="csX929" fmla="*/ 117367 w 638175"/>
                <a:gd name="csY929" fmla="*/ 247620 h 247650"/>
                <a:gd name="csX930" fmla="*/ 116100 w 638175"/>
                <a:gd name="csY930" fmla="*/ 247620 h 247650"/>
                <a:gd name="csX931" fmla="*/ 114833 w 638175"/>
                <a:gd name="csY931" fmla="*/ 247620 h 247650"/>
                <a:gd name="csX932" fmla="*/ 113624 w 638175"/>
                <a:gd name="csY932" fmla="*/ 247620 h 247650"/>
                <a:gd name="csX933" fmla="*/ 112357 w 638175"/>
                <a:gd name="csY933" fmla="*/ 247620 h 247650"/>
                <a:gd name="csX934" fmla="*/ 111090 w 638175"/>
                <a:gd name="csY934" fmla="*/ 247620 h 247650"/>
                <a:gd name="csX935" fmla="*/ 109881 w 638175"/>
                <a:gd name="csY935" fmla="*/ 247620 h 247650"/>
                <a:gd name="csX936" fmla="*/ 108614 w 638175"/>
                <a:gd name="csY936" fmla="*/ 247620 h 247650"/>
                <a:gd name="csX937" fmla="*/ 107347 w 638175"/>
                <a:gd name="csY937" fmla="*/ 247620 h 247650"/>
                <a:gd name="csX938" fmla="*/ 106147 w 638175"/>
                <a:gd name="csY938" fmla="*/ 247620 h 247650"/>
                <a:gd name="csX939" fmla="*/ 104871 w 638175"/>
                <a:gd name="csY939" fmla="*/ 247620 h 247650"/>
                <a:gd name="csX940" fmla="*/ 103604 w 638175"/>
                <a:gd name="csY940" fmla="*/ 247620 h 247650"/>
                <a:gd name="csX941" fmla="*/ 102336 w 638175"/>
                <a:gd name="csY941" fmla="*/ 247620 h 247650"/>
                <a:gd name="csX942" fmla="*/ 101136 w 638175"/>
                <a:gd name="csY942" fmla="*/ 247620 h 247650"/>
                <a:gd name="csX943" fmla="*/ 99860 w 638175"/>
                <a:gd name="csY943" fmla="*/ 247620 h 247650"/>
                <a:gd name="csX944" fmla="*/ 98594 w 638175"/>
                <a:gd name="csY944" fmla="*/ 247620 h 247650"/>
                <a:gd name="csX945" fmla="*/ 97393 w 638175"/>
                <a:gd name="csY945" fmla="*/ 247620 h 247650"/>
                <a:gd name="csX946" fmla="*/ 96126 w 638175"/>
                <a:gd name="csY946" fmla="*/ 247620 h 247650"/>
                <a:gd name="csX947" fmla="*/ 94850 w 638175"/>
                <a:gd name="csY947" fmla="*/ 247620 h 247650"/>
                <a:gd name="csX948" fmla="*/ 93650 w 638175"/>
                <a:gd name="csY948" fmla="*/ 247620 h 247650"/>
                <a:gd name="csX949" fmla="*/ 92383 w 638175"/>
                <a:gd name="csY949" fmla="*/ 247620 h 247650"/>
                <a:gd name="csX950" fmla="*/ 91116 w 638175"/>
                <a:gd name="csY950" fmla="*/ 247620 h 247650"/>
                <a:gd name="csX951" fmla="*/ 89906 w 638175"/>
                <a:gd name="csY951" fmla="*/ 247620 h 247650"/>
                <a:gd name="csX952" fmla="*/ 88640 w 638175"/>
                <a:gd name="csY952" fmla="*/ 247620 h 247650"/>
                <a:gd name="csX953" fmla="*/ 87373 w 638175"/>
                <a:gd name="csY953" fmla="*/ 247620 h 247650"/>
                <a:gd name="csX954" fmla="*/ 86106 w 638175"/>
                <a:gd name="csY954" fmla="*/ 247620 h 247650"/>
                <a:gd name="csX955" fmla="*/ 84896 w 638175"/>
                <a:gd name="csY955" fmla="*/ 247620 h 247650"/>
                <a:gd name="csX956" fmla="*/ 83629 w 638175"/>
                <a:gd name="csY956" fmla="*/ 247620 h 247650"/>
                <a:gd name="csX957" fmla="*/ 82363 w 638175"/>
                <a:gd name="csY957" fmla="*/ 247620 h 247650"/>
                <a:gd name="csX958" fmla="*/ 81153 w 638175"/>
                <a:gd name="csY958" fmla="*/ 247620 h 247650"/>
                <a:gd name="csX959" fmla="*/ 79886 w 638175"/>
                <a:gd name="csY959" fmla="*/ 247620 h 247650"/>
                <a:gd name="csX960" fmla="*/ 78619 w 638175"/>
                <a:gd name="csY960" fmla="*/ 247620 h 247650"/>
                <a:gd name="csX961" fmla="*/ 77419 w 638175"/>
                <a:gd name="csY961" fmla="*/ 247620 h 247650"/>
                <a:gd name="csX962" fmla="*/ 76143 w 638175"/>
                <a:gd name="csY962" fmla="*/ 247620 h 247650"/>
                <a:gd name="csX963" fmla="*/ 74876 w 638175"/>
                <a:gd name="csY963" fmla="*/ 247620 h 247650"/>
                <a:gd name="csX964" fmla="*/ 73676 w 638175"/>
                <a:gd name="csY964" fmla="*/ 247620 h 247650"/>
                <a:gd name="csX965" fmla="*/ 72400 w 638175"/>
                <a:gd name="csY965" fmla="*/ 247620 h 247650"/>
                <a:gd name="csX966" fmla="*/ 71132 w 638175"/>
                <a:gd name="csY966" fmla="*/ 247620 h 247650"/>
                <a:gd name="csX967" fmla="*/ 69866 w 638175"/>
                <a:gd name="csY967" fmla="*/ 247620 h 247650"/>
                <a:gd name="csX968" fmla="*/ 68666 w 638175"/>
                <a:gd name="csY968" fmla="*/ 247620 h 247650"/>
                <a:gd name="csX969" fmla="*/ 67399 w 638175"/>
                <a:gd name="csY969" fmla="*/ 247620 h 247650"/>
                <a:gd name="csX970" fmla="*/ 66122 w 638175"/>
                <a:gd name="csY970" fmla="*/ 247620 h 247650"/>
                <a:gd name="csX971" fmla="*/ 64922 w 638175"/>
                <a:gd name="csY971" fmla="*/ 247620 h 247650"/>
                <a:gd name="csX972" fmla="*/ 63656 w 638175"/>
                <a:gd name="csY972" fmla="*/ 247620 h 247650"/>
                <a:gd name="csX973" fmla="*/ 62389 w 638175"/>
                <a:gd name="csY973" fmla="*/ 247620 h 247650"/>
                <a:gd name="csX974" fmla="*/ 61179 w 638175"/>
                <a:gd name="csY974" fmla="*/ 247620 h 247650"/>
                <a:gd name="csX975" fmla="*/ 59912 w 638175"/>
                <a:gd name="csY975" fmla="*/ 247620 h 247650"/>
                <a:gd name="csX976" fmla="*/ 58645 w 638175"/>
                <a:gd name="csY976" fmla="*/ 247620 h 247650"/>
                <a:gd name="csX977" fmla="*/ 57436 w 638175"/>
                <a:gd name="csY977" fmla="*/ 247620 h 247650"/>
                <a:gd name="csX978" fmla="*/ 56169 w 638175"/>
                <a:gd name="csY978" fmla="*/ 247620 h 247650"/>
                <a:gd name="csX979" fmla="*/ 54902 w 638175"/>
                <a:gd name="csY979" fmla="*/ 247620 h 247650"/>
                <a:gd name="csX980" fmla="*/ 53635 w 638175"/>
                <a:gd name="csY980" fmla="*/ 247620 h 247650"/>
                <a:gd name="csX981" fmla="*/ 52425 w 638175"/>
                <a:gd name="csY981" fmla="*/ 247620 h 247650"/>
                <a:gd name="csX982" fmla="*/ 51159 w 638175"/>
                <a:gd name="csY982" fmla="*/ 247620 h 247650"/>
                <a:gd name="csX983" fmla="*/ 49892 w 638175"/>
                <a:gd name="csY983" fmla="*/ 247620 h 247650"/>
                <a:gd name="csX984" fmla="*/ 48682 w 638175"/>
                <a:gd name="csY984" fmla="*/ 247620 h 247650"/>
                <a:gd name="csX985" fmla="*/ 47415 w 638175"/>
                <a:gd name="csY985" fmla="*/ 247620 h 247650"/>
                <a:gd name="csX986" fmla="*/ 46149 w 638175"/>
                <a:gd name="csY986" fmla="*/ 247620 h 247650"/>
                <a:gd name="csX987" fmla="*/ 44949 w 638175"/>
                <a:gd name="csY987" fmla="*/ 247620 h 247650"/>
                <a:gd name="csX988" fmla="*/ 43672 w 638175"/>
                <a:gd name="csY988" fmla="*/ 247620 h 247650"/>
                <a:gd name="csX989" fmla="*/ 42405 w 638175"/>
                <a:gd name="csY989" fmla="*/ 247620 h 247650"/>
                <a:gd name="csX990" fmla="*/ 41205 w 638175"/>
                <a:gd name="csY990" fmla="*/ 247620 h 247650"/>
                <a:gd name="csX991" fmla="*/ 39938 w 638175"/>
                <a:gd name="csY991" fmla="*/ 247620 h 247650"/>
                <a:gd name="csX992" fmla="*/ 38662 w 638175"/>
                <a:gd name="csY992" fmla="*/ 247620 h 247650"/>
                <a:gd name="csX993" fmla="*/ 37395 w 638175"/>
                <a:gd name="csY993" fmla="*/ 247620 h 247650"/>
                <a:gd name="csX994" fmla="*/ 36195 w 638175"/>
                <a:gd name="csY994" fmla="*/ 247620 h 247650"/>
                <a:gd name="csX995" fmla="*/ 34928 w 638175"/>
                <a:gd name="csY995" fmla="*/ 247620 h 247650"/>
                <a:gd name="csX996" fmla="*/ 33652 w 638175"/>
                <a:gd name="csY996" fmla="*/ 247620 h 247650"/>
                <a:gd name="csX997" fmla="*/ 32452 w 638175"/>
                <a:gd name="csY997" fmla="*/ 247620 h 247650"/>
                <a:gd name="csX998" fmla="*/ 31185 w 638175"/>
                <a:gd name="csY998" fmla="*/ 247620 h 247650"/>
                <a:gd name="csX999" fmla="*/ 29918 w 638175"/>
                <a:gd name="csY999" fmla="*/ 247620 h 247650"/>
                <a:gd name="csX1000" fmla="*/ 28708 w 638175"/>
                <a:gd name="csY1000" fmla="*/ 247620 h 247650"/>
                <a:gd name="csX1001" fmla="*/ 27442 w 638175"/>
                <a:gd name="csY1001" fmla="*/ 247620 h 247650"/>
                <a:gd name="csX1002" fmla="*/ 26175 w 638175"/>
                <a:gd name="csY1002" fmla="*/ 247620 h 247650"/>
                <a:gd name="csX1003" fmla="*/ 24908 w 638175"/>
                <a:gd name="csY1003" fmla="*/ 247620 h 247650"/>
                <a:gd name="csX1004" fmla="*/ 23698 w 638175"/>
                <a:gd name="csY1004" fmla="*/ 247620 h 247650"/>
                <a:gd name="csX1005" fmla="*/ 22431 w 638175"/>
                <a:gd name="csY1005" fmla="*/ 247620 h 247650"/>
                <a:gd name="csX1006" fmla="*/ 21165 w 638175"/>
                <a:gd name="csY1006" fmla="*/ 247620 h 247650"/>
                <a:gd name="csX1007" fmla="*/ 19955 w 638175"/>
                <a:gd name="csY1007" fmla="*/ 247620 h 247650"/>
                <a:gd name="csX1008" fmla="*/ 18688 w 638175"/>
                <a:gd name="csY1008" fmla="*/ 247620 h 247650"/>
                <a:gd name="csX1009" fmla="*/ 17421 w 638175"/>
                <a:gd name="csY1009" fmla="*/ 247620 h 247650"/>
                <a:gd name="csX1010" fmla="*/ 16211 w 638175"/>
                <a:gd name="csY1010" fmla="*/ 247620 h 247650"/>
                <a:gd name="csX1011" fmla="*/ 14945 w 638175"/>
                <a:gd name="csY1011" fmla="*/ 247620 h 247650"/>
                <a:gd name="csX1012" fmla="*/ 13678 w 638175"/>
                <a:gd name="csY1012" fmla="*/ 247620 h 247650"/>
                <a:gd name="csX1013" fmla="*/ 12478 w 638175"/>
                <a:gd name="csY1013" fmla="*/ 247620 h 247650"/>
                <a:gd name="csX1014" fmla="*/ 11201 w 638175"/>
                <a:gd name="csY1014" fmla="*/ 247620 h 247650"/>
                <a:gd name="csX1015" fmla="*/ 9934 w 638175"/>
                <a:gd name="csY1015" fmla="*/ 247620 h 247650"/>
                <a:gd name="csX1016" fmla="*/ 8668 w 638175"/>
                <a:gd name="csY1016" fmla="*/ 247620 h 247650"/>
                <a:gd name="csX1017" fmla="*/ 7468 w 638175"/>
                <a:gd name="csY1017" fmla="*/ 247620 h 247650"/>
                <a:gd name="csX1018" fmla="*/ 6191 w 638175"/>
                <a:gd name="csY1018" fmla="*/ 247620 h 247650"/>
                <a:gd name="csX1019" fmla="*/ 4924 w 638175"/>
                <a:gd name="csY1019" fmla="*/ 247620 h 247650"/>
                <a:gd name="csX1020" fmla="*/ 3724 w 638175"/>
                <a:gd name="csY1020" fmla="*/ 247620 h 247650"/>
                <a:gd name="csX1021" fmla="*/ 2458 w 638175"/>
                <a:gd name="csY1021" fmla="*/ 247620 h 247650"/>
                <a:gd name="csX1022" fmla="*/ 1191 w 638175"/>
                <a:gd name="csY1022" fmla="*/ 247620 h 247650"/>
                <a:gd name="csX1023" fmla="*/ -19 w 638175"/>
                <a:gd name="csY1023"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247650">
                  <a:moveTo>
                    <a:pt x="-19" y="247115"/>
                  </a:moveTo>
                  <a:lnTo>
                    <a:pt x="1191" y="247049"/>
                  </a:lnTo>
                  <a:lnTo>
                    <a:pt x="2458" y="246992"/>
                  </a:lnTo>
                  <a:lnTo>
                    <a:pt x="3724" y="246858"/>
                  </a:lnTo>
                  <a:lnTo>
                    <a:pt x="4924" y="246801"/>
                  </a:lnTo>
                  <a:lnTo>
                    <a:pt x="6191" y="246668"/>
                  </a:lnTo>
                  <a:lnTo>
                    <a:pt x="7468" y="246544"/>
                  </a:lnTo>
                  <a:lnTo>
                    <a:pt x="8668" y="246353"/>
                  </a:lnTo>
                  <a:lnTo>
                    <a:pt x="9934" y="246163"/>
                  </a:lnTo>
                  <a:lnTo>
                    <a:pt x="11201" y="246039"/>
                  </a:lnTo>
                  <a:lnTo>
                    <a:pt x="12478" y="245791"/>
                  </a:lnTo>
                  <a:lnTo>
                    <a:pt x="13678" y="245534"/>
                  </a:lnTo>
                  <a:lnTo>
                    <a:pt x="14945" y="245277"/>
                  </a:lnTo>
                  <a:lnTo>
                    <a:pt x="16211" y="245029"/>
                  </a:lnTo>
                  <a:lnTo>
                    <a:pt x="17421" y="244715"/>
                  </a:lnTo>
                  <a:lnTo>
                    <a:pt x="18688" y="244334"/>
                  </a:lnTo>
                  <a:lnTo>
                    <a:pt x="19955" y="243886"/>
                  </a:lnTo>
                  <a:lnTo>
                    <a:pt x="21165" y="243514"/>
                  </a:lnTo>
                  <a:lnTo>
                    <a:pt x="22431" y="243001"/>
                  </a:lnTo>
                  <a:lnTo>
                    <a:pt x="23698" y="242438"/>
                  </a:lnTo>
                  <a:lnTo>
                    <a:pt x="24908" y="241867"/>
                  </a:lnTo>
                  <a:lnTo>
                    <a:pt x="26175" y="241238"/>
                  </a:lnTo>
                  <a:lnTo>
                    <a:pt x="27442" y="240543"/>
                  </a:lnTo>
                  <a:lnTo>
                    <a:pt x="28708" y="239781"/>
                  </a:lnTo>
                  <a:lnTo>
                    <a:pt x="29918" y="238962"/>
                  </a:lnTo>
                  <a:lnTo>
                    <a:pt x="31185" y="238076"/>
                  </a:lnTo>
                  <a:lnTo>
                    <a:pt x="32452" y="237067"/>
                  </a:lnTo>
                  <a:lnTo>
                    <a:pt x="33652" y="235990"/>
                  </a:lnTo>
                  <a:lnTo>
                    <a:pt x="34928" y="234847"/>
                  </a:lnTo>
                  <a:lnTo>
                    <a:pt x="36195" y="233647"/>
                  </a:lnTo>
                  <a:lnTo>
                    <a:pt x="37395" y="232323"/>
                  </a:lnTo>
                  <a:lnTo>
                    <a:pt x="38662" y="230866"/>
                  </a:lnTo>
                  <a:lnTo>
                    <a:pt x="39938" y="229351"/>
                  </a:lnTo>
                  <a:lnTo>
                    <a:pt x="41205" y="227770"/>
                  </a:lnTo>
                  <a:lnTo>
                    <a:pt x="42405" y="225998"/>
                  </a:lnTo>
                  <a:lnTo>
                    <a:pt x="43672" y="224103"/>
                  </a:lnTo>
                  <a:lnTo>
                    <a:pt x="44949" y="222141"/>
                  </a:lnTo>
                  <a:lnTo>
                    <a:pt x="46149" y="220055"/>
                  </a:lnTo>
                  <a:lnTo>
                    <a:pt x="47415" y="217845"/>
                  </a:lnTo>
                  <a:lnTo>
                    <a:pt x="48682" y="215435"/>
                  </a:lnTo>
                  <a:lnTo>
                    <a:pt x="49892" y="212977"/>
                  </a:lnTo>
                  <a:lnTo>
                    <a:pt x="51159" y="210378"/>
                  </a:lnTo>
                  <a:lnTo>
                    <a:pt x="52425" y="207596"/>
                  </a:lnTo>
                  <a:lnTo>
                    <a:pt x="53635" y="204758"/>
                  </a:lnTo>
                  <a:lnTo>
                    <a:pt x="54902" y="201719"/>
                  </a:lnTo>
                  <a:lnTo>
                    <a:pt x="56169" y="198557"/>
                  </a:lnTo>
                  <a:lnTo>
                    <a:pt x="57436" y="195204"/>
                  </a:lnTo>
                  <a:lnTo>
                    <a:pt x="58645" y="191794"/>
                  </a:lnTo>
                  <a:lnTo>
                    <a:pt x="59912" y="188251"/>
                  </a:lnTo>
                  <a:lnTo>
                    <a:pt x="61179" y="184526"/>
                  </a:lnTo>
                  <a:lnTo>
                    <a:pt x="62389" y="180726"/>
                  </a:lnTo>
                  <a:lnTo>
                    <a:pt x="63656" y="176745"/>
                  </a:lnTo>
                  <a:lnTo>
                    <a:pt x="64922" y="172696"/>
                  </a:lnTo>
                  <a:lnTo>
                    <a:pt x="66122" y="168467"/>
                  </a:lnTo>
                  <a:lnTo>
                    <a:pt x="67399" y="164162"/>
                  </a:lnTo>
                  <a:lnTo>
                    <a:pt x="68666" y="159800"/>
                  </a:lnTo>
                  <a:lnTo>
                    <a:pt x="69866" y="155247"/>
                  </a:lnTo>
                  <a:lnTo>
                    <a:pt x="71132" y="150693"/>
                  </a:lnTo>
                  <a:lnTo>
                    <a:pt x="72400" y="146017"/>
                  </a:lnTo>
                  <a:lnTo>
                    <a:pt x="73676" y="141274"/>
                  </a:lnTo>
                  <a:lnTo>
                    <a:pt x="74876" y="136406"/>
                  </a:lnTo>
                  <a:lnTo>
                    <a:pt x="76143" y="131539"/>
                  </a:lnTo>
                  <a:lnTo>
                    <a:pt x="77419" y="126672"/>
                  </a:lnTo>
                  <a:lnTo>
                    <a:pt x="78619" y="121681"/>
                  </a:lnTo>
                  <a:lnTo>
                    <a:pt x="79886" y="116680"/>
                  </a:lnTo>
                  <a:lnTo>
                    <a:pt x="81153" y="111689"/>
                  </a:lnTo>
                  <a:lnTo>
                    <a:pt x="82363" y="106698"/>
                  </a:lnTo>
                  <a:lnTo>
                    <a:pt x="83629" y="101764"/>
                  </a:lnTo>
                  <a:lnTo>
                    <a:pt x="84896" y="96763"/>
                  </a:lnTo>
                  <a:lnTo>
                    <a:pt x="86106" y="91839"/>
                  </a:lnTo>
                  <a:lnTo>
                    <a:pt x="87373" y="86971"/>
                  </a:lnTo>
                  <a:lnTo>
                    <a:pt x="88640" y="82095"/>
                  </a:lnTo>
                  <a:lnTo>
                    <a:pt x="89906" y="77361"/>
                  </a:lnTo>
                  <a:lnTo>
                    <a:pt x="91116" y="72674"/>
                  </a:lnTo>
                  <a:lnTo>
                    <a:pt x="92383" y="68064"/>
                  </a:lnTo>
                  <a:lnTo>
                    <a:pt x="93650" y="63578"/>
                  </a:lnTo>
                  <a:lnTo>
                    <a:pt x="94850" y="59149"/>
                  </a:lnTo>
                  <a:lnTo>
                    <a:pt x="96126" y="54910"/>
                  </a:lnTo>
                  <a:lnTo>
                    <a:pt x="97393" y="50738"/>
                  </a:lnTo>
                  <a:lnTo>
                    <a:pt x="98594" y="46690"/>
                  </a:lnTo>
                  <a:lnTo>
                    <a:pt x="99860" y="42833"/>
                  </a:lnTo>
                  <a:lnTo>
                    <a:pt x="101136" y="39108"/>
                  </a:lnTo>
                  <a:lnTo>
                    <a:pt x="102336" y="35498"/>
                  </a:lnTo>
                  <a:lnTo>
                    <a:pt x="103604" y="32155"/>
                  </a:lnTo>
                  <a:lnTo>
                    <a:pt x="104871" y="28860"/>
                  </a:lnTo>
                  <a:lnTo>
                    <a:pt x="106147" y="25764"/>
                  </a:lnTo>
                  <a:lnTo>
                    <a:pt x="107347" y="22916"/>
                  </a:lnTo>
                  <a:lnTo>
                    <a:pt x="108614" y="20201"/>
                  </a:lnTo>
                  <a:lnTo>
                    <a:pt x="109881" y="17610"/>
                  </a:lnTo>
                  <a:lnTo>
                    <a:pt x="111090" y="15210"/>
                  </a:lnTo>
                  <a:lnTo>
                    <a:pt x="112357" y="13058"/>
                  </a:lnTo>
                  <a:lnTo>
                    <a:pt x="113624" y="11095"/>
                  </a:lnTo>
                  <a:lnTo>
                    <a:pt x="114833" y="9200"/>
                  </a:lnTo>
                  <a:lnTo>
                    <a:pt x="116100" y="7561"/>
                  </a:lnTo>
                  <a:lnTo>
                    <a:pt x="117367" y="6104"/>
                  </a:lnTo>
                  <a:lnTo>
                    <a:pt x="118634" y="4780"/>
                  </a:lnTo>
                  <a:lnTo>
                    <a:pt x="119843" y="3637"/>
                  </a:lnTo>
                  <a:lnTo>
                    <a:pt x="121110" y="2627"/>
                  </a:lnTo>
                  <a:lnTo>
                    <a:pt x="122377" y="1865"/>
                  </a:lnTo>
                  <a:lnTo>
                    <a:pt x="123587" y="1170"/>
                  </a:lnTo>
                  <a:lnTo>
                    <a:pt x="124854" y="665"/>
                  </a:lnTo>
                  <a:lnTo>
                    <a:pt x="126120" y="285"/>
                  </a:lnTo>
                  <a:lnTo>
                    <a:pt x="127321" y="94"/>
                  </a:lnTo>
                  <a:lnTo>
                    <a:pt x="128597" y="-30"/>
                  </a:lnTo>
                  <a:lnTo>
                    <a:pt x="129864" y="-30"/>
                  </a:lnTo>
                  <a:lnTo>
                    <a:pt x="131064" y="161"/>
                  </a:lnTo>
                  <a:lnTo>
                    <a:pt x="132331" y="418"/>
                  </a:lnTo>
                  <a:lnTo>
                    <a:pt x="133607" y="789"/>
                  </a:lnTo>
                  <a:lnTo>
                    <a:pt x="134874" y="1237"/>
                  </a:lnTo>
                  <a:lnTo>
                    <a:pt x="136074" y="1808"/>
                  </a:lnTo>
                  <a:lnTo>
                    <a:pt x="137341" y="2437"/>
                  </a:lnTo>
                  <a:lnTo>
                    <a:pt x="138617" y="3132"/>
                  </a:lnTo>
                  <a:lnTo>
                    <a:pt x="139818" y="3952"/>
                  </a:lnTo>
                  <a:lnTo>
                    <a:pt x="141085" y="4780"/>
                  </a:lnTo>
                  <a:lnTo>
                    <a:pt x="142351" y="5723"/>
                  </a:lnTo>
                  <a:lnTo>
                    <a:pt x="143561" y="6675"/>
                  </a:lnTo>
                  <a:lnTo>
                    <a:pt x="144827" y="7685"/>
                  </a:lnTo>
                  <a:lnTo>
                    <a:pt x="146095" y="8761"/>
                  </a:lnTo>
                  <a:lnTo>
                    <a:pt x="147304" y="9838"/>
                  </a:lnTo>
                  <a:lnTo>
                    <a:pt x="148571" y="10905"/>
                  </a:lnTo>
                  <a:lnTo>
                    <a:pt x="149838" y="12048"/>
                  </a:lnTo>
                  <a:lnTo>
                    <a:pt x="151105" y="13248"/>
                  </a:lnTo>
                  <a:lnTo>
                    <a:pt x="152314" y="14381"/>
                  </a:lnTo>
                  <a:lnTo>
                    <a:pt x="153581" y="15591"/>
                  </a:lnTo>
                  <a:lnTo>
                    <a:pt x="154848" y="16791"/>
                  </a:lnTo>
                  <a:lnTo>
                    <a:pt x="156048" y="17992"/>
                  </a:lnTo>
                  <a:lnTo>
                    <a:pt x="157324" y="19192"/>
                  </a:lnTo>
                  <a:lnTo>
                    <a:pt x="158591" y="20325"/>
                  </a:lnTo>
                  <a:lnTo>
                    <a:pt x="159792" y="21525"/>
                  </a:lnTo>
                  <a:lnTo>
                    <a:pt x="161058" y="22735"/>
                  </a:lnTo>
                  <a:lnTo>
                    <a:pt x="162334" y="23868"/>
                  </a:lnTo>
                  <a:lnTo>
                    <a:pt x="163535" y="25011"/>
                  </a:lnTo>
                  <a:lnTo>
                    <a:pt x="164802" y="26145"/>
                  </a:lnTo>
                  <a:lnTo>
                    <a:pt x="166078" y="27221"/>
                  </a:lnTo>
                  <a:lnTo>
                    <a:pt x="167345" y="28297"/>
                  </a:lnTo>
                  <a:lnTo>
                    <a:pt x="168545" y="29364"/>
                  </a:lnTo>
                  <a:lnTo>
                    <a:pt x="169812" y="30383"/>
                  </a:lnTo>
                  <a:lnTo>
                    <a:pt x="171079" y="31393"/>
                  </a:lnTo>
                  <a:lnTo>
                    <a:pt x="172289" y="32403"/>
                  </a:lnTo>
                  <a:lnTo>
                    <a:pt x="173555" y="33355"/>
                  </a:lnTo>
                  <a:lnTo>
                    <a:pt x="174822" y="34298"/>
                  </a:lnTo>
                  <a:lnTo>
                    <a:pt x="176031" y="35184"/>
                  </a:lnTo>
                  <a:lnTo>
                    <a:pt x="177299" y="36013"/>
                  </a:lnTo>
                  <a:lnTo>
                    <a:pt x="178565" y="36889"/>
                  </a:lnTo>
                  <a:lnTo>
                    <a:pt x="179775" y="37651"/>
                  </a:lnTo>
                  <a:lnTo>
                    <a:pt x="181041" y="38413"/>
                  </a:lnTo>
                  <a:lnTo>
                    <a:pt x="182309" y="39165"/>
                  </a:lnTo>
                  <a:lnTo>
                    <a:pt x="183576" y="39861"/>
                  </a:lnTo>
                  <a:lnTo>
                    <a:pt x="184785" y="40556"/>
                  </a:lnTo>
                  <a:lnTo>
                    <a:pt x="186052" y="41194"/>
                  </a:lnTo>
                  <a:lnTo>
                    <a:pt x="187319" y="41823"/>
                  </a:lnTo>
                  <a:lnTo>
                    <a:pt x="188519" y="42394"/>
                  </a:lnTo>
                  <a:lnTo>
                    <a:pt x="189795" y="42966"/>
                  </a:lnTo>
                  <a:lnTo>
                    <a:pt x="191062" y="43528"/>
                  </a:lnTo>
                  <a:lnTo>
                    <a:pt x="192262" y="44042"/>
                  </a:lnTo>
                  <a:lnTo>
                    <a:pt x="193529" y="44480"/>
                  </a:lnTo>
                  <a:lnTo>
                    <a:pt x="194805" y="44918"/>
                  </a:lnTo>
                  <a:lnTo>
                    <a:pt x="196006" y="45366"/>
                  </a:lnTo>
                  <a:lnTo>
                    <a:pt x="197272" y="45804"/>
                  </a:lnTo>
                  <a:lnTo>
                    <a:pt x="198539" y="46185"/>
                  </a:lnTo>
                  <a:lnTo>
                    <a:pt x="199815" y="46500"/>
                  </a:lnTo>
                  <a:lnTo>
                    <a:pt x="201016" y="46881"/>
                  </a:lnTo>
                  <a:lnTo>
                    <a:pt x="202283" y="47195"/>
                  </a:lnTo>
                  <a:lnTo>
                    <a:pt x="203549" y="47519"/>
                  </a:lnTo>
                  <a:lnTo>
                    <a:pt x="204759" y="47767"/>
                  </a:lnTo>
                  <a:lnTo>
                    <a:pt x="206026" y="48081"/>
                  </a:lnTo>
                  <a:lnTo>
                    <a:pt x="207293" y="48338"/>
                  </a:lnTo>
                  <a:lnTo>
                    <a:pt x="208503" y="48586"/>
                  </a:lnTo>
                  <a:lnTo>
                    <a:pt x="209769" y="48776"/>
                  </a:lnTo>
                  <a:lnTo>
                    <a:pt x="211036" y="49033"/>
                  </a:lnTo>
                  <a:lnTo>
                    <a:pt x="212303" y="49224"/>
                  </a:lnTo>
                  <a:lnTo>
                    <a:pt x="213513" y="49472"/>
                  </a:lnTo>
                  <a:lnTo>
                    <a:pt x="214780" y="49662"/>
                  </a:lnTo>
                  <a:lnTo>
                    <a:pt x="216046" y="49852"/>
                  </a:lnTo>
                  <a:lnTo>
                    <a:pt x="217246" y="50109"/>
                  </a:lnTo>
                  <a:lnTo>
                    <a:pt x="218522" y="50300"/>
                  </a:lnTo>
                  <a:lnTo>
                    <a:pt x="219790" y="50491"/>
                  </a:lnTo>
                  <a:lnTo>
                    <a:pt x="220990" y="50738"/>
                  </a:lnTo>
                  <a:lnTo>
                    <a:pt x="222256" y="50929"/>
                  </a:lnTo>
                  <a:lnTo>
                    <a:pt x="223532" y="51119"/>
                  </a:lnTo>
                  <a:lnTo>
                    <a:pt x="224733" y="51367"/>
                  </a:lnTo>
                  <a:lnTo>
                    <a:pt x="226000" y="51624"/>
                  </a:lnTo>
                  <a:lnTo>
                    <a:pt x="227267" y="51881"/>
                  </a:lnTo>
                  <a:lnTo>
                    <a:pt x="228543" y="52129"/>
                  </a:lnTo>
                  <a:lnTo>
                    <a:pt x="229743" y="52386"/>
                  </a:lnTo>
                  <a:lnTo>
                    <a:pt x="231010" y="52634"/>
                  </a:lnTo>
                  <a:lnTo>
                    <a:pt x="232277" y="52948"/>
                  </a:lnTo>
                  <a:lnTo>
                    <a:pt x="233487" y="53272"/>
                  </a:lnTo>
                  <a:lnTo>
                    <a:pt x="234753" y="53586"/>
                  </a:lnTo>
                  <a:lnTo>
                    <a:pt x="236020" y="53900"/>
                  </a:lnTo>
                  <a:lnTo>
                    <a:pt x="237230" y="54282"/>
                  </a:lnTo>
                  <a:lnTo>
                    <a:pt x="238497" y="54663"/>
                  </a:lnTo>
                  <a:lnTo>
                    <a:pt x="239763" y="55034"/>
                  </a:lnTo>
                  <a:lnTo>
                    <a:pt x="240973" y="55415"/>
                  </a:lnTo>
                  <a:lnTo>
                    <a:pt x="242240" y="55863"/>
                  </a:lnTo>
                  <a:lnTo>
                    <a:pt x="243507" y="56301"/>
                  </a:lnTo>
                  <a:lnTo>
                    <a:pt x="244774" y="56749"/>
                  </a:lnTo>
                  <a:lnTo>
                    <a:pt x="245983" y="57187"/>
                  </a:lnTo>
                  <a:lnTo>
                    <a:pt x="247250" y="57691"/>
                  </a:lnTo>
                  <a:lnTo>
                    <a:pt x="248517" y="58139"/>
                  </a:lnTo>
                  <a:lnTo>
                    <a:pt x="249717" y="58701"/>
                  </a:lnTo>
                  <a:lnTo>
                    <a:pt x="250994" y="59215"/>
                  </a:lnTo>
                  <a:lnTo>
                    <a:pt x="252260" y="59720"/>
                  </a:lnTo>
                  <a:lnTo>
                    <a:pt x="253460" y="60282"/>
                  </a:lnTo>
                  <a:lnTo>
                    <a:pt x="254727" y="60854"/>
                  </a:lnTo>
                  <a:lnTo>
                    <a:pt x="256004" y="61426"/>
                  </a:lnTo>
                  <a:lnTo>
                    <a:pt x="257204" y="61997"/>
                  </a:lnTo>
                  <a:lnTo>
                    <a:pt x="258470" y="62625"/>
                  </a:lnTo>
                  <a:lnTo>
                    <a:pt x="259737" y="63197"/>
                  </a:lnTo>
                  <a:lnTo>
                    <a:pt x="261014" y="63825"/>
                  </a:lnTo>
                  <a:lnTo>
                    <a:pt x="262214" y="64397"/>
                  </a:lnTo>
                  <a:lnTo>
                    <a:pt x="263481" y="65026"/>
                  </a:lnTo>
                  <a:lnTo>
                    <a:pt x="264747" y="65664"/>
                  </a:lnTo>
                  <a:lnTo>
                    <a:pt x="265957" y="66293"/>
                  </a:lnTo>
                  <a:lnTo>
                    <a:pt x="267224" y="66921"/>
                  </a:lnTo>
                  <a:lnTo>
                    <a:pt x="268491" y="67559"/>
                  </a:lnTo>
                  <a:lnTo>
                    <a:pt x="269701" y="68188"/>
                  </a:lnTo>
                  <a:lnTo>
                    <a:pt x="270967" y="68826"/>
                  </a:lnTo>
                  <a:lnTo>
                    <a:pt x="272234" y="69388"/>
                  </a:lnTo>
                  <a:lnTo>
                    <a:pt x="273434" y="70026"/>
                  </a:lnTo>
                  <a:lnTo>
                    <a:pt x="274711" y="70655"/>
                  </a:lnTo>
                  <a:lnTo>
                    <a:pt x="275978" y="71284"/>
                  </a:lnTo>
                  <a:lnTo>
                    <a:pt x="277244" y="71855"/>
                  </a:lnTo>
                  <a:lnTo>
                    <a:pt x="278454" y="72493"/>
                  </a:lnTo>
                  <a:lnTo>
                    <a:pt x="279721" y="73055"/>
                  </a:lnTo>
                  <a:lnTo>
                    <a:pt x="280988" y="73627"/>
                  </a:lnTo>
                  <a:lnTo>
                    <a:pt x="282188" y="74199"/>
                  </a:lnTo>
                  <a:lnTo>
                    <a:pt x="283454" y="74760"/>
                  </a:lnTo>
                  <a:lnTo>
                    <a:pt x="284731" y="75332"/>
                  </a:lnTo>
                  <a:lnTo>
                    <a:pt x="285931" y="75837"/>
                  </a:lnTo>
                  <a:lnTo>
                    <a:pt x="287198" y="76408"/>
                  </a:lnTo>
                  <a:lnTo>
                    <a:pt x="288474" y="76913"/>
                  </a:lnTo>
                  <a:lnTo>
                    <a:pt x="289741" y="77418"/>
                  </a:lnTo>
                  <a:lnTo>
                    <a:pt x="290941" y="77923"/>
                  </a:lnTo>
                  <a:lnTo>
                    <a:pt x="292208" y="78427"/>
                  </a:lnTo>
                  <a:lnTo>
                    <a:pt x="293475" y="78875"/>
                  </a:lnTo>
                  <a:lnTo>
                    <a:pt x="294685" y="79380"/>
                  </a:lnTo>
                  <a:lnTo>
                    <a:pt x="295951" y="79818"/>
                  </a:lnTo>
                  <a:lnTo>
                    <a:pt x="297218" y="80266"/>
                  </a:lnTo>
                  <a:lnTo>
                    <a:pt x="298428" y="80646"/>
                  </a:lnTo>
                  <a:lnTo>
                    <a:pt x="299695" y="81085"/>
                  </a:lnTo>
                  <a:lnTo>
                    <a:pt x="300961" y="81532"/>
                  </a:lnTo>
                  <a:lnTo>
                    <a:pt x="302171" y="81914"/>
                  </a:lnTo>
                  <a:lnTo>
                    <a:pt x="303438" y="82285"/>
                  </a:lnTo>
                  <a:lnTo>
                    <a:pt x="304705" y="82666"/>
                  </a:lnTo>
                  <a:lnTo>
                    <a:pt x="305972" y="83047"/>
                  </a:lnTo>
                  <a:lnTo>
                    <a:pt x="307181" y="83428"/>
                  </a:lnTo>
                  <a:lnTo>
                    <a:pt x="308448" y="83742"/>
                  </a:lnTo>
                  <a:lnTo>
                    <a:pt x="309715" y="84124"/>
                  </a:lnTo>
                  <a:lnTo>
                    <a:pt x="310915" y="84438"/>
                  </a:lnTo>
                  <a:lnTo>
                    <a:pt x="312192" y="84819"/>
                  </a:lnTo>
                  <a:lnTo>
                    <a:pt x="313458" y="85133"/>
                  </a:lnTo>
                  <a:lnTo>
                    <a:pt x="314658" y="85447"/>
                  </a:lnTo>
                  <a:lnTo>
                    <a:pt x="315925" y="85762"/>
                  </a:lnTo>
                  <a:lnTo>
                    <a:pt x="317202" y="86086"/>
                  </a:lnTo>
                  <a:lnTo>
                    <a:pt x="318402" y="86457"/>
                  </a:lnTo>
                  <a:lnTo>
                    <a:pt x="319668" y="86781"/>
                  </a:lnTo>
                  <a:lnTo>
                    <a:pt x="320935" y="87095"/>
                  </a:lnTo>
                  <a:lnTo>
                    <a:pt x="322212" y="87409"/>
                  </a:lnTo>
                  <a:lnTo>
                    <a:pt x="323412" y="87724"/>
                  </a:lnTo>
                  <a:lnTo>
                    <a:pt x="324679" y="88105"/>
                  </a:lnTo>
                  <a:lnTo>
                    <a:pt x="325945" y="88419"/>
                  </a:lnTo>
                  <a:lnTo>
                    <a:pt x="327155" y="88733"/>
                  </a:lnTo>
                  <a:lnTo>
                    <a:pt x="328422" y="89115"/>
                  </a:lnTo>
                  <a:lnTo>
                    <a:pt x="329689" y="89495"/>
                  </a:lnTo>
                  <a:lnTo>
                    <a:pt x="330899" y="89810"/>
                  </a:lnTo>
                  <a:lnTo>
                    <a:pt x="332165" y="90191"/>
                  </a:lnTo>
                  <a:lnTo>
                    <a:pt x="333432" y="90572"/>
                  </a:lnTo>
                  <a:lnTo>
                    <a:pt x="334642" y="90953"/>
                  </a:lnTo>
                  <a:lnTo>
                    <a:pt x="335909" y="91391"/>
                  </a:lnTo>
                  <a:lnTo>
                    <a:pt x="337176" y="91772"/>
                  </a:lnTo>
                  <a:lnTo>
                    <a:pt x="338442" y="92153"/>
                  </a:lnTo>
                  <a:lnTo>
                    <a:pt x="339652" y="92591"/>
                  </a:lnTo>
                  <a:lnTo>
                    <a:pt x="340919" y="93039"/>
                  </a:lnTo>
                  <a:lnTo>
                    <a:pt x="342186" y="93477"/>
                  </a:lnTo>
                  <a:lnTo>
                    <a:pt x="343386" y="93982"/>
                  </a:lnTo>
                  <a:lnTo>
                    <a:pt x="344662" y="94429"/>
                  </a:lnTo>
                  <a:lnTo>
                    <a:pt x="345929" y="94934"/>
                  </a:lnTo>
                  <a:lnTo>
                    <a:pt x="347129" y="95439"/>
                  </a:lnTo>
                  <a:lnTo>
                    <a:pt x="348396" y="95944"/>
                  </a:lnTo>
                  <a:lnTo>
                    <a:pt x="349672" y="96449"/>
                  </a:lnTo>
                  <a:lnTo>
                    <a:pt x="350872" y="97020"/>
                  </a:lnTo>
                  <a:lnTo>
                    <a:pt x="352139" y="97525"/>
                  </a:lnTo>
                  <a:lnTo>
                    <a:pt x="353406" y="98097"/>
                  </a:lnTo>
                  <a:lnTo>
                    <a:pt x="354683" y="98668"/>
                  </a:lnTo>
                  <a:lnTo>
                    <a:pt x="355883" y="99230"/>
                  </a:lnTo>
                  <a:lnTo>
                    <a:pt x="357149" y="99868"/>
                  </a:lnTo>
                  <a:lnTo>
                    <a:pt x="358416" y="100497"/>
                  </a:lnTo>
                  <a:lnTo>
                    <a:pt x="359626" y="101068"/>
                  </a:lnTo>
                  <a:lnTo>
                    <a:pt x="360893" y="101697"/>
                  </a:lnTo>
                  <a:lnTo>
                    <a:pt x="362159" y="102392"/>
                  </a:lnTo>
                  <a:lnTo>
                    <a:pt x="363369" y="103031"/>
                  </a:lnTo>
                  <a:lnTo>
                    <a:pt x="364636" y="103726"/>
                  </a:lnTo>
                  <a:lnTo>
                    <a:pt x="365903" y="104354"/>
                  </a:lnTo>
                  <a:lnTo>
                    <a:pt x="367113" y="105050"/>
                  </a:lnTo>
                  <a:lnTo>
                    <a:pt x="368379" y="105745"/>
                  </a:lnTo>
                  <a:lnTo>
                    <a:pt x="369646" y="106507"/>
                  </a:lnTo>
                  <a:lnTo>
                    <a:pt x="370913" y="107202"/>
                  </a:lnTo>
                  <a:lnTo>
                    <a:pt x="372113" y="107898"/>
                  </a:lnTo>
                  <a:lnTo>
                    <a:pt x="373390" y="108650"/>
                  </a:lnTo>
                  <a:lnTo>
                    <a:pt x="374656" y="109412"/>
                  </a:lnTo>
                  <a:lnTo>
                    <a:pt x="375856" y="110174"/>
                  </a:lnTo>
                  <a:lnTo>
                    <a:pt x="377123" y="110927"/>
                  </a:lnTo>
                  <a:lnTo>
                    <a:pt x="378400" y="111689"/>
                  </a:lnTo>
                  <a:lnTo>
                    <a:pt x="379600" y="112451"/>
                  </a:lnTo>
                  <a:lnTo>
                    <a:pt x="380866" y="113270"/>
                  </a:lnTo>
                  <a:lnTo>
                    <a:pt x="382133" y="114022"/>
                  </a:lnTo>
                  <a:lnTo>
                    <a:pt x="383410" y="114851"/>
                  </a:lnTo>
                  <a:lnTo>
                    <a:pt x="384610" y="115604"/>
                  </a:lnTo>
                  <a:lnTo>
                    <a:pt x="385877" y="116432"/>
                  </a:lnTo>
                  <a:lnTo>
                    <a:pt x="387143" y="117251"/>
                  </a:lnTo>
                  <a:lnTo>
                    <a:pt x="388353" y="118070"/>
                  </a:lnTo>
                  <a:lnTo>
                    <a:pt x="389620" y="118899"/>
                  </a:lnTo>
                  <a:lnTo>
                    <a:pt x="390887" y="119652"/>
                  </a:lnTo>
                  <a:lnTo>
                    <a:pt x="392097" y="120480"/>
                  </a:lnTo>
                  <a:lnTo>
                    <a:pt x="393363" y="121357"/>
                  </a:lnTo>
                  <a:lnTo>
                    <a:pt x="394630" y="122185"/>
                  </a:lnTo>
                  <a:lnTo>
                    <a:pt x="395840" y="123004"/>
                  </a:lnTo>
                  <a:lnTo>
                    <a:pt x="397107" y="123823"/>
                  </a:lnTo>
                  <a:lnTo>
                    <a:pt x="398374" y="124653"/>
                  </a:lnTo>
                  <a:lnTo>
                    <a:pt x="399640" y="125472"/>
                  </a:lnTo>
                  <a:lnTo>
                    <a:pt x="400850" y="126291"/>
                  </a:lnTo>
                  <a:lnTo>
                    <a:pt x="402117" y="127176"/>
                  </a:lnTo>
                  <a:lnTo>
                    <a:pt x="403384" y="127995"/>
                  </a:lnTo>
                  <a:lnTo>
                    <a:pt x="404584" y="128824"/>
                  </a:lnTo>
                  <a:lnTo>
                    <a:pt x="405860" y="129643"/>
                  </a:lnTo>
                  <a:lnTo>
                    <a:pt x="407127" y="130529"/>
                  </a:lnTo>
                  <a:lnTo>
                    <a:pt x="408327" y="131349"/>
                  </a:lnTo>
                  <a:lnTo>
                    <a:pt x="409594" y="132177"/>
                  </a:lnTo>
                  <a:lnTo>
                    <a:pt x="410870" y="132996"/>
                  </a:lnTo>
                  <a:lnTo>
                    <a:pt x="412070" y="133815"/>
                  </a:lnTo>
                  <a:lnTo>
                    <a:pt x="413337" y="134634"/>
                  </a:lnTo>
                  <a:lnTo>
                    <a:pt x="414605" y="135520"/>
                  </a:lnTo>
                  <a:lnTo>
                    <a:pt x="415881" y="136349"/>
                  </a:lnTo>
                  <a:lnTo>
                    <a:pt x="417081" y="137168"/>
                  </a:lnTo>
                  <a:lnTo>
                    <a:pt x="418347" y="137987"/>
                  </a:lnTo>
                  <a:lnTo>
                    <a:pt x="419615" y="138816"/>
                  </a:lnTo>
                  <a:lnTo>
                    <a:pt x="420824" y="139635"/>
                  </a:lnTo>
                  <a:lnTo>
                    <a:pt x="422091" y="140454"/>
                  </a:lnTo>
                  <a:lnTo>
                    <a:pt x="423357" y="141274"/>
                  </a:lnTo>
                  <a:lnTo>
                    <a:pt x="424567" y="142035"/>
                  </a:lnTo>
                  <a:lnTo>
                    <a:pt x="425834" y="142854"/>
                  </a:lnTo>
                  <a:lnTo>
                    <a:pt x="427101" y="143683"/>
                  </a:lnTo>
                  <a:lnTo>
                    <a:pt x="428311" y="144502"/>
                  </a:lnTo>
                  <a:lnTo>
                    <a:pt x="429577" y="145265"/>
                  </a:lnTo>
                  <a:lnTo>
                    <a:pt x="430844" y="146084"/>
                  </a:lnTo>
                  <a:lnTo>
                    <a:pt x="432111" y="146836"/>
                  </a:lnTo>
                  <a:lnTo>
                    <a:pt x="433321" y="147664"/>
                  </a:lnTo>
                  <a:lnTo>
                    <a:pt x="434588" y="148417"/>
                  </a:lnTo>
                  <a:lnTo>
                    <a:pt x="435854" y="149179"/>
                  </a:lnTo>
                  <a:lnTo>
                    <a:pt x="437055" y="149941"/>
                  </a:lnTo>
                  <a:lnTo>
                    <a:pt x="438331" y="150693"/>
                  </a:lnTo>
                  <a:lnTo>
                    <a:pt x="439598" y="151456"/>
                  </a:lnTo>
                  <a:lnTo>
                    <a:pt x="440798" y="152151"/>
                  </a:lnTo>
                  <a:lnTo>
                    <a:pt x="442065" y="152913"/>
                  </a:lnTo>
                  <a:lnTo>
                    <a:pt x="443332" y="153608"/>
                  </a:lnTo>
                  <a:lnTo>
                    <a:pt x="444541" y="154361"/>
                  </a:lnTo>
                  <a:lnTo>
                    <a:pt x="445808" y="155056"/>
                  </a:lnTo>
                  <a:lnTo>
                    <a:pt x="447075" y="155751"/>
                  </a:lnTo>
                  <a:lnTo>
                    <a:pt x="448351" y="156390"/>
                  </a:lnTo>
                  <a:lnTo>
                    <a:pt x="449551" y="157085"/>
                  </a:lnTo>
                  <a:lnTo>
                    <a:pt x="450818" y="157713"/>
                  </a:lnTo>
                  <a:lnTo>
                    <a:pt x="452085" y="158352"/>
                  </a:lnTo>
                  <a:lnTo>
                    <a:pt x="453295" y="158980"/>
                  </a:lnTo>
                  <a:lnTo>
                    <a:pt x="454561" y="159552"/>
                  </a:lnTo>
                  <a:lnTo>
                    <a:pt x="455828" y="160181"/>
                  </a:lnTo>
                  <a:lnTo>
                    <a:pt x="457038" y="160685"/>
                  </a:lnTo>
                  <a:lnTo>
                    <a:pt x="458305" y="161257"/>
                  </a:lnTo>
                  <a:lnTo>
                    <a:pt x="459572" y="161762"/>
                  </a:lnTo>
                  <a:lnTo>
                    <a:pt x="460838" y="162333"/>
                  </a:lnTo>
                  <a:lnTo>
                    <a:pt x="462048" y="162771"/>
                  </a:lnTo>
                  <a:lnTo>
                    <a:pt x="463315" y="163276"/>
                  </a:lnTo>
                  <a:lnTo>
                    <a:pt x="464582" y="163724"/>
                  </a:lnTo>
                  <a:lnTo>
                    <a:pt x="465782" y="164105"/>
                  </a:lnTo>
                  <a:lnTo>
                    <a:pt x="467058" y="164543"/>
                  </a:lnTo>
                  <a:lnTo>
                    <a:pt x="468325" y="164924"/>
                  </a:lnTo>
                  <a:lnTo>
                    <a:pt x="469526" y="165238"/>
                  </a:lnTo>
                  <a:lnTo>
                    <a:pt x="470792" y="165552"/>
                  </a:lnTo>
                  <a:lnTo>
                    <a:pt x="472068" y="165867"/>
                  </a:lnTo>
                  <a:lnTo>
                    <a:pt x="473269" y="166124"/>
                  </a:lnTo>
                  <a:lnTo>
                    <a:pt x="474536" y="166381"/>
                  </a:lnTo>
                  <a:lnTo>
                    <a:pt x="475803" y="166629"/>
                  </a:lnTo>
                  <a:lnTo>
                    <a:pt x="477079" y="166820"/>
                  </a:lnTo>
                  <a:lnTo>
                    <a:pt x="478279" y="167010"/>
                  </a:lnTo>
                  <a:lnTo>
                    <a:pt x="479546" y="167134"/>
                  </a:lnTo>
                  <a:lnTo>
                    <a:pt x="480813" y="167267"/>
                  </a:lnTo>
                  <a:lnTo>
                    <a:pt x="482022" y="167391"/>
                  </a:lnTo>
                  <a:lnTo>
                    <a:pt x="483289" y="167448"/>
                  </a:lnTo>
                  <a:lnTo>
                    <a:pt x="484556" y="167515"/>
                  </a:lnTo>
                  <a:lnTo>
                    <a:pt x="485765" y="167515"/>
                  </a:lnTo>
                  <a:lnTo>
                    <a:pt x="487032" y="167581"/>
                  </a:lnTo>
                  <a:lnTo>
                    <a:pt x="488299" y="167581"/>
                  </a:lnTo>
                  <a:lnTo>
                    <a:pt x="489509" y="167515"/>
                  </a:lnTo>
                  <a:lnTo>
                    <a:pt x="490775" y="167448"/>
                  </a:lnTo>
                  <a:lnTo>
                    <a:pt x="492042" y="167448"/>
                  </a:lnTo>
                  <a:lnTo>
                    <a:pt x="493310" y="167391"/>
                  </a:lnTo>
                  <a:lnTo>
                    <a:pt x="494510" y="167267"/>
                  </a:lnTo>
                  <a:lnTo>
                    <a:pt x="495786" y="167200"/>
                  </a:lnTo>
                  <a:lnTo>
                    <a:pt x="497052" y="167134"/>
                  </a:lnTo>
                  <a:lnTo>
                    <a:pt x="498253" y="167010"/>
                  </a:lnTo>
                  <a:lnTo>
                    <a:pt x="499529" y="166886"/>
                  </a:lnTo>
                  <a:lnTo>
                    <a:pt x="500796" y="166820"/>
                  </a:lnTo>
                  <a:lnTo>
                    <a:pt x="501996" y="166753"/>
                  </a:lnTo>
                  <a:lnTo>
                    <a:pt x="503263" y="166629"/>
                  </a:lnTo>
                  <a:lnTo>
                    <a:pt x="504530" y="166562"/>
                  </a:lnTo>
                  <a:lnTo>
                    <a:pt x="505740" y="166505"/>
                  </a:lnTo>
                  <a:lnTo>
                    <a:pt x="507006" y="166438"/>
                  </a:lnTo>
                  <a:lnTo>
                    <a:pt x="508273" y="166438"/>
                  </a:lnTo>
                  <a:lnTo>
                    <a:pt x="509540" y="166438"/>
                  </a:lnTo>
                  <a:lnTo>
                    <a:pt x="510750" y="166438"/>
                  </a:lnTo>
                  <a:lnTo>
                    <a:pt x="512017" y="166505"/>
                  </a:lnTo>
                  <a:lnTo>
                    <a:pt x="513283" y="166562"/>
                  </a:lnTo>
                  <a:lnTo>
                    <a:pt x="514493" y="166696"/>
                  </a:lnTo>
                  <a:lnTo>
                    <a:pt x="515760" y="166886"/>
                  </a:lnTo>
                  <a:lnTo>
                    <a:pt x="517027" y="167077"/>
                  </a:lnTo>
                  <a:lnTo>
                    <a:pt x="518236" y="167324"/>
                  </a:lnTo>
                  <a:lnTo>
                    <a:pt x="519503" y="167581"/>
                  </a:lnTo>
                  <a:lnTo>
                    <a:pt x="520770" y="167963"/>
                  </a:lnTo>
                  <a:lnTo>
                    <a:pt x="521970" y="168334"/>
                  </a:lnTo>
                  <a:lnTo>
                    <a:pt x="523246" y="168782"/>
                  </a:lnTo>
                  <a:lnTo>
                    <a:pt x="524513" y="169286"/>
                  </a:lnTo>
                  <a:lnTo>
                    <a:pt x="525780" y="169791"/>
                  </a:lnTo>
                  <a:lnTo>
                    <a:pt x="526980" y="170420"/>
                  </a:lnTo>
                  <a:lnTo>
                    <a:pt x="528256" y="171058"/>
                  </a:lnTo>
                  <a:lnTo>
                    <a:pt x="529523" y="171811"/>
                  </a:lnTo>
                  <a:lnTo>
                    <a:pt x="530724" y="172572"/>
                  </a:lnTo>
                  <a:lnTo>
                    <a:pt x="531990" y="173458"/>
                  </a:lnTo>
                  <a:lnTo>
                    <a:pt x="533267" y="174344"/>
                  </a:lnTo>
                  <a:lnTo>
                    <a:pt x="534467" y="175287"/>
                  </a:lnTo>
                  <a:lnTo>
                    <a:pt x="535734" y="176306"/>
                  </a:lnTo>
                  <a:lnTo>
                    <a:pt x="537001" y="177440"/>
                  </a:lnTo>
                  <a:lnTo>
                    <a:pt x="538210" y="178583"/>
                  </a:lnTo>
                  <a:lnTo>
                    <a:pt x="539477" y="179716"/>
                  </a:lnTo>
                  <a:lnTo>
                    <a:pt x="540744" y="180983"/>
                  </a:lnTo>
                  <a:lnTo>
                    <a:pt x="542011" y="182307"/>
                  </a:lnTo>
                  <a:lnTo>
                    <a:pt x="543221" y="183641"/>
                  </a:lnTo>
                  <a:lnTo>
                    <a:pt x="544487" y="185031"/>
                  </a:lnTo>
                  <a:lnTo>
                    <a:pt x="545754" y="186422"/>
                  </a:lnTo>
                  <a:lnTo>
                    <a:pt x="546964" y="187936"/>
                  </a:lnTo>
                  <a:lnTo>
                    <a:pt x="548231" y="189451"/>
                  </a:lnTo>
                  <a:lnTo>
                    <a:pt x="549497" y="190975"/>
                  </a:lnTo>
                  <a:lnTo>
                    <a:pt x="550707" y="192556"/>
                  </a:lnTo>
                  <a:lnTo>
                    <a:pt x="551974" y="194137"/>
                  </a:lnTo>
                  <a:lnTo>
                    <a:pt x="553241" y="195775"/>
                  </a:lnTo>
                  <a:lnTo>
                    <a:pt x="554508" y="197357"/>
                  </a:lnTo>
                  <a:lnTo>
                    <a:pt x="555717" y="199061"/>
                  </a:lnTo>
                  <a:lnTo>
                    <a:pt x="556984" y="200709"/>
                  </a:lnTo>
                  <a:lnTo>
                    <a:pt x="558251" y="202348"/>
                  </a:lnTo>
                  <a:lnTo>
                    <a:pt x="559451" y="203995"/>
                  </a:lnTo>
                  <a:lnTo>
                    <a:pt x="560727" y="205700"/>
                  </a:lnTo>
                  <a:lnTo>
                    <a:pt x="561994" y="207348"/>
                  </a:lnTo>
                  <a:lnTo>
                    <a:pt x="563194" y="208986"/>
                  </a:lnTo>
                  <a:lnTo>
                    <a:pt x="564461" y="210634"/>
                  </a:lnTo>
                  <a:lnTo>
                    <a:pt x="565737" y="212216"/>
                  </a:lnTo>
                  <a:lnTo>
                    <a:pt x="566938" y="213796"/>
                  </a:lnTo>
                  <a:lnTo>
                    <a:pt x="568204" y="215378"/>
                  </a:lnTo>
                  <a:lnTo>
                    <a:pt x="569471" y="216959"/>
                  </a:lnTo>
                  <a:lnTo>
                    <a:pt x="570738" y="218407"/>
                  </a:lnTo>
                  <a:lnTo>
                    <a:pt x="571948" y="219931"/>
                  </a:lnTo>
                  <a:lnTo>
                    <a:pt x="573215" y="221379"/>
                  </a:lnTo>
                  <a:lnTo>
                    <a:pt x="574481" y="222769"/>
                  </a:lnTo>
                  <a:lnTo>
                    <a:pt x="575691" y="224103"/>
                  </a:lnTo>
                  <a:lnTo>
                    <a:pt x="576958" y="225427"/>
                  </a:lnTo>
                  <a:lnTo>
                    <a:pt x="578225" y="226760"/>
                  </a:lnTo>
                  <a:lnTo>
                    <a:pt x="579435" y="227960"/>
                  </a:lnTo>
                  <a:lnTo>
                    <a:pt x="580701" y="229161"/>
                  </a:lnTo>
                  <a:lnTo>
                    <a:pt x="581968" y="230294"/>
                  </a:lnTo>
                  <a:lnTo>
                    <a:pt x="583168" y="231437"/>
                  </a:lnTo>
                  <a:lnTo>
                    <a:pt x="584445" y="232447"/>
                  </a:lnTo>
                  <a:lnTo>
                    <a:pt x="585712" y="233456"/>
                  </a:lnTo>
                  <a:lnTo>
                    <a:pt x="586978" y="234466"/>
                  </a:lnTo>
                  <a:lnTo>
                    <a:pt x="588188" y="235352"/>
                  </a:lnTo>
                  <a:lnTo>
                    <a:pt x="589455" y="236238"/>
                  </a:lnTo>
                  <a:lnTo>
                    <a:pt x="590722" y="237067"/>
                  </a:lnTo>
                  <a:lnTo>
                    <a:pt x="591922" y="237819"/>
                  </a:lnTo>
                  <a:lnTo>
                    <a:pt x="593188" y="238581"/>
                  </a:lnTo>
                  <a:lnTo>
                    <a:pt x="594465" y="239276"/>
                  </a:lnTo>
                  <a:lnTo>
                    <a:pt x="595665" y="239905"/>
                  </a:lnTo>
                  <a:lnTo>
                    <a:pt x="596932" y="240543"/>
                  </a:lnTo>
                  <a:lnTo>
                    <a:pt x="598199" y="241105"/>
                  </a:lnTo>
                  <a:lnTo>
                    <a:pt x="599408" y="241676"/>
                  </a:lnTo>
                  <a:lnTo>
                    <a:pt x="600675" y="242181"/>
                  </a:lnTo>
                  <a:lnTo>
                    <a:pt x="601942" y="242629"/>
                  </a:lnTo>
                  <a:lnTo>
                    <a:pt x="603209" y="243067"/>
                  </a:lnTo>
                  <a:lnTo>
                    <a:pt x="604419" y="243514"/>
                  </a:lnTo>
                  <a:lnTo>
                    <a:pt x="605685" y="243829"/>
                  </a:lnTo>
                  <a:lnTo>
                    <a:pt x="606952" y="244210"/>
                  </a:lnTo>
                  <a:lnTo>
                    <a:pt x="608162" y="244524"/>
                  </a:lnTo>
                  <a:lnTo>
                    <a:pt x="609429" y="244839"/>
                  </a:lnTo>
                  <a:lnTo>
                    <a:pt x="610695" y="245096"/>
                  </a:lnTo>
                  <a:lnTo>
                    <a:pt x="611905" y="245343"/>
                  </a:lnTo>
                  <a:lnTo>
                    <a:pt x="613172" y="245534"/>
                  </a:lnTo>
                  <a:lnTo>
                    <a:pt x="614439" y="245791"/>
                  </a:lnTo>
                  <a:lnTo>
                    <a:pt x="615639" y="245972"/>
                  </a:lnTo>
                  <a:lnTo>
                    <a:pt x="616915" y="246163"/>
                  </a:lnTo>
                  <a:lnTo>
                    <a:pt x="618182" y="246296"/>
                  </a:lnTo>
                  <a:lnTo>
                    <a:pt x="619449" y="246420"/>
                  </a:lnTo>
                  <a:lnTo>
                    <a:pt x="620649" y="246544"/>
                  </a:lnTo>
                  <a:lnTo>
                    <a:pt x="621926" y="246668"/>
                  </a:lnTo>
                  <a:lnTo>
                    <a:pt x="623192" y="246801"/>
                  </a:lnTo>
                  <a:lnTo>
                    <a:pt x="624392" y="246858"/>
                  </a:lnTo>
                  <a:lnTo>
                    <a:pt x="625659" y="246992"/>
                  </a:lnTo>
                  <a:lnTo>
                    <a:pt x="626936" y="247049"/>
                  </a:lnTo>
                  <a:lnTo>
                    <a:pt x="628136" y="247115"/>
                  </a:lnTo>
                  <a:lnTo>
                    <a:pt x="629402" y="247182"/>
                  </a:lnTo>
                  <a:lnTo>
                    <a:pt x="630669" y="247239"/>
                  </a:lnTo>
                  <a:lnTo>
                    <a:pt x="631946" y="247239"/>
                  </a:lnTo>
                  <a:lnTo>
                    <a:pt x="633146" y="247305"/>
                  </a:lnTo>
                  <a:lnTo>
                    <a:pt x="634413" y="247363"/>
                  </a:lnTo>
                  <a:lnTo>
                    <a:pt x="635679" y="247363"/>
                  </a:lnTo>
                  <a:lnTo>
                    <a:pt x="636889" y="247429"/>
                  </a:lnTo>
                  <a:lnTo>
                    <a:pt x="638156" y="247429"/>
                  </a:lnTo>
                  <a:lnTo>
                    <a:pt x="638156" y="247620"/>
                  </a:lnTo>
                  <a:lnTo>
                    <a:pt x="636889" y="247620"/>
                  </a:lnTo>
                  <a:lnTo>
                    <a:pt x="635679" y="247620"/>
                  </a:lnTo>
                  <a:lnTo>
                    <a:pt x="634413" y="247620"/>
                  </a:lnTo>
                  <a:lnTo>
                    <a:pt x="633146" y="247620"/>
                  </a:lnTo>
                  <a:lnTo>
                    <a:pt x="631946" y="247620"/>
                  </a:lnTo>
                  <a:lnTo>
                    <a:pt x="630669" y="247620"/>
                  </a:lnTo>
                  <a:lnTo>
                    <a:pt x="629402" y="247620"/>
                  </a:lnTo>
                  <a:lnTo>
                    <a:pt x="628136" y="247620"/>
                  </a:lnTo>
                  <a:lnTo>
                    <a:pt x="626936" y="247620"/>
                  </a:lnTo>
                  <a:lnTo>
                    <a:pt x="625659" y="247620"/>
                  </a:lnTo>
                  <a:lnTo>
                    <a:pt x="624392" y="247620"/>
                  </a:lnTo>
                  <a:lnTo>
                    <a:pt x="623192" y="247620"/>
                  </a:lnTo>
                  <a:lnTo>
                    <a:pt x="621926" y="247620"/>
                  </a:lnTo>
                  <a:lnTo>
                    <a:pt x="620649" y="247620"/>
                  </a:lnTo>
                  <a:lnTo>
                    <a:pt x="619449" y="247620"/>
                  </a:lnTo>
                  <a:lnTo>
                    <a:pt x="618182" y="247620"/>
                  </a:lnTo>
                  <a:lnTo>
                    <a:pt x="616915" y="247620"/>
                  </a:lnTo>
                  <a:lnTo>
                    <a:pt x="615639" y="247620"/>
                  </a:lnTo>
                  <a:lnTo>
                    <a:pt x="614439" y="247620"/>
                  </a:lnTo>
                  <a:lnTo>
                    <a:pt x="613172" y="247620"/>
                  </a:lnTo>
                  <a:lnTo>
                    <a:pt x="611905" y="247620"/>
                  </a:lnTo>
                  <a:lnTo>
                    <a:pt x="610695" y="247620"/>
                  </a:lnTo>
                  <a:lnTo>
                    <a:pt x="609429" y="247620"/>
                  </a:lnTo>
                  <a:lnTo>
                    <a:pt x="608162" y="247620"/>
                  </a:lnTo>
                  <a:lnTo>
                    <a:pt x="606952" y="247620"/>
                  </a:lnTo>
                  <a:lnTo>
                    <a:pt x="605685" y="247620"/>
                  </a:lnTo>
                  <a:lnTo>
                    <a:pt x="604419" y="247620"/>
                  </a:lnTo>
                  <a:lnTo>
                    <a:pt x="603209" y="247620"/>
                  </a:lnTo>
                  <a:lnTo>
                    <a:pt x="601942" y="247620"/>
                  </a:lnTo>
                  <a:lnTo>
                    <a:pt x="600675" y="247620"/>
                  </a:lnTo>
                  <a:lnTo>
                    <a:pt x="599408" y="247620"/>
                  </a:lnTo>
                  <a:lnTo>
                    <a:pt x="598199" y="247620"/>
                  </a:lnTo>
                  <a:lnTo>
                    <a:pt x="596932" y="247620"/>
                  </a:lnTo>
                  <a:lnTo>
                    <a:pt x="595665" y="247620"/>
                  </a:lnTo>
                  <a:lnTo>
                    <a:pt x="594465" y="247620"/>
                  </a:lnTo>
                  <a:lnTo>
                    <a:pt x="593188" y="247620"/>
                  </a:lnTo>
                  <a:lnTo>
                    <a:pt x="591922" y="247620"/>
                  </a:lnTo>
                  <a:lnTo>
                    <a:pt x="590722" y="247620"/>
                  </a:lnTo>
                  <a:lnTo>
                    <a:pt x="589455" y="247620"/>
                  </a:lnTo>
                  <a:lnTo>
                    <a:pt x="588188" y="247620"/>
                  </a:lnTo>
                  <a:lnTo>
                    <a:pt x="586978" y="247620"/>
                  </a:lnTo>
                  <a:lnTo>
                    <a:pt x="585712" y="247620"/>
                  </a:lnTo>
                  <a:lnTo>
                    <a:pt x="584445" y="247620"/>
                  </a:lnTo>
                  <a:lnTo>
                    <a:pt x="583168" y="247620"/>
                  </a:lnTo>
                  <a:lnTo>
                    <a:pt x="581968" y="247620"/>
                  </a:lnTo>
                  <a:lnTo>
                    <a:pt x="580701" y="247620"/>
                  </a:lnTo>
                  <a:lnTo>
                    <a:pt x="579435" y="247620"/>
                  </a:lnTo>
                  <a:lnTo>
                    <a:pt x="578225" y="247620"/>
                  </a:lnTo>
                  <a:lnTo>
                    <a:pt x="576958" y="247620"/>
                  </a:lnTo>
                  <a:lnTo>
                    <a:pt x="575691" y="247620"/>
                  </a:lnTo>
                  <a:lnTo>
                    <a:pt x="574481" y="247620"/>
                  </a:lnTo>
                  <a:lnTo>
                    <a:pt x="573215" y="247620"/>
                  </a:lnTo>
                  <a:lnTo>
                    <a:pt x="571948" y="247620"/>
                  </a:lnTo>
                  <a:lnTo>
                    <a:pt x="570738" y="247620"/>
                  </a:lnTo>
                  <a:lnTo>
                    <a:pt x="569471" y="247620"/>
                  </a:lnTo>
                  <a:lnTo>
                    <a:pt x="568204" y="247620"/>
                  </a:lnTo>
                  <a:lnTo>
                    <a:pt x="566938" y="247620"/>
                  </a:lnTo>
                  <a:lnTo>
                    <a:pt x="565737" y="247620"/>
                  </a:lnTo>
                  <a:lnTo>
                    <a:pt x="564461" y="247620"/>
                  </a:lnTo>
                  <a:lnTo>
                    <a:pt x="563194" y="247620"/>
                  </a:lnTo>
                  <a:lnTo>
                    <a:pt x="561994" y="247620"/>
                  </a:lnTo>
                  <a:lnTo>
                    <a:pt x="560727" y="247620"/>
                  </a:lnTo>
                  <a:lnTo>
                    <a:pt x="559451" y="247620"/>
                  </a:lnTo>
                  <a:lnTo>
                    <a:pt x="558251" y="247620"/>
                  </a:lnTo>
                  <a:lnTo>
                    <a:pt x="556984" y="247620"/>
                  </a:lnTo>
                  <a:lnTo>
                    <a:pt x="555717" y="247620"/>
                  </a:lnTo>
                  <a:lnTo>
                    <a:pt x="554508" y="247620"/>
                  </a:lnTo>
                  <a:lnTo>
                    <a:pt x="553241" y="247620"/>
                  </a:lnTo>
                  <a:lnTo>
                    <a:pt x="551974" y="247620"/>
                  </a:lnTo>
                  <a:lnTo>
                    <a:pt x="550707" y="247620"/>
                  </a:lnTo>
                  <a:lnTo>
                    <a:pt x="549497" y="247620"/>
                  </a:lnTo>
                  <a:lnTo>
                    <a:pt x="548231" y="247620"/>
                  </a:lnTo>
                  <a:lnTo>
                    <a:pt x="546964" y="247620"/>
                  </a:lnTo>
                  <a:lnTo>
                    <a:pt x="545754" y="247620"/>
                  </a:lnTo>
                  <a:lnTo>
                    <a:pt x="544487" y="247620"/>
                  </a:lnTo>
                  <a:lnTo>
                    <a:pt x="543221" y="247620"/>
                  </a:lnTo>
                  <a:lnTo>
                    <a:pt x="542011" y="247620"/>
                  </a:lnTo>
                  <a:lnTo>
                    <a:pt x="540744" y="247620"/>
                  </a:lnTo>
                  <a:lnTo>
                    <a:pt x="539477" y="247620"/>
                  </a:lnTo>
                  <a:lnTo>
                    <a:pt x="538210" y="247620"/>
                  </a:lnTo>
                  <a:lnTo>
                    <a:pt x="537001" y="247620"/>
                  </a:lnTo>
                  <a:lnTo>
                    <a:pt x="535734" y="247620"/>
                  </a:lnTo>
                  <a:lnTo>
                    <a:pt x="534467" y="247620"/>
                  </a:lnTo>
                  <a:lnTo>
                    <a:pt x="533267" y="247620"/>
                  </a:lnTo>
                  <a:lnTo>
                    <a:pt x="531990" y="247620"/>
                  </a:lnTo>
                  <a:lnTo>
                    <a:pt x="530724" y="247620"/>
                  </a:lnTo>
                  <a:lnTo>
                    <a:pt x="529523" y="247620"/>
                  </a:lnTo>
                  <a:lnTo>
                    <a:pt x="528256" y="247620"/>
                  </a:lnTo>
                  <a:lnTo>
                    <a:pt x="526980" y="247620"/>
                  </a:lnTo>
                  <a:lnTo>
                    <a:pt x="525780" y="247620"/>
                  </a:lnTo>
                  <a:lnTo>
                    <a:pt x="524513" y="247620"/>
                  </a:lnTo>
                  <a:lnTo>
                    <a:pt x="523246" y="247620"/>
                  </a:lnTo>
                  <a:lnTo>
                    <a:pt x="521970" y="247620"/>
                  </a:lnTo>
                  <a:lnTo>
                    <a:pt x="520770" y="247620"/>
                  </a:lnTo>
                  <a:lnTo>
                    <a:pt x="519503" y="247620"/>
                  </a:lnTo>
                  <a:lnTo>
                    <a:pt x="518236" y="247620"/>
                  </a:lnTo>
                  <a:lnTo>
                    <a:pt x="517027" y="247620"/>
                  </a:lnTo>
                  <a:lnTo>
                    <a:pt x="515760" y="247620"/>
                  </a:lnTo>
                  <a:lnTo>
                    <a:pt x="514493" y="247620"/>
                  </a:lnTo>
                  <a:lnTo>
                    <a:pt x="513283" y="247620"/>
                  </a:lnTo>
                  <a:lnTo>
                    <a:pt x="512017" y="247620"/>
                  </a:lnTo>
                  <a:lnTo>
                    <a:pt x="510750" y="247620"/>
                  </a:lnTo>
                  <a:lnTo>
                    <a:pt x="509540" y="247620"/>
                  </a:lnTo>
                  <a:lnTo>
                    <a:pt x="508273" y="247620"/>
                  </a:lnTo>
                  <a:lnTo>
                    <a:pt x="507006" y="247620"/>
                  </a:lnTo>
                  <a:lnTo>
                    <a:pt x="505740" y="247620"/>
                  </a:lnTo>
                  <a:lnTo>
                    <a:pt x="504530" y="247620"/>
                  </a:lnTo>
                  <a:lnTo>
                    <a:pt x="503263" y="247620"/>
                  </a:lnTo>
                  <a:lnTo>
                    <a:pt x="501996" y="247620"/>
                  </a:lnTo>
                  <a:lnTo>
                    <a:pt x="500796" y="247620"/>
                  </a:lnTo>
                  <a:lnTo>
                    <a:pt x="499529" y="247620"/>
                  </a:lnTo>
                  <a:lnTo>
                    <a:pt x="498253" y="247620"/>
                  </a:lnTo>
                  <a:lnTo>
                    <a:pt x="497052" y="247620"/>
                  </a:lnTo>
                  <a:lnTo>
                    <a:pt x="495786" y="247620"/>
                  </a:lnTo>
                  <a:lnTo>
                    <a:pt x="494510" y="247620"/>
                  </a:lnTo>
                  <a:lnTo>
                    <a:pt x="493310" y="247620"/>
                  </a:lnTo>
                  <a:lnTo>
                    <a:pt x="492042" y="247620"/>
                  </a:lnTo>
                  <a:lnTo>
                    <a:pt x="490775" y="247620"/>
                  </a:lnTo>
                  <a:lnTo>
                    <a:pt x="489509" y="247620"/>
                  </a:lnTo>
                  <a:lnTo>
                    <a:pt x="488299" y="247620"/>
                  </a:lnTo>
                  <a:lnTo>
                    <a:pt x="487032" y="247620"/>
                  </a:lnTo>
                  <a:lnTo>
                    <a:pt x="485765" y="247620"/>
                  </a:lnTo>
                  <a:lnTo>
                    <a:pt x="484556" y="247620"/>
                  </a:lnTo>
                  <a:lnTo>
                    <a:pt x="483289" y="247620"/>
                  </a:lnTo>
                  <a:lnTo>
                    <a:pt x="482022" y="247620"/>
                  </a:lnTo>
                  <a:lnTo>
                    <a:pt x="480813" y="247620"/>
                  </a:lnTo>
                  <a:lnTo>
                    <a:pt x="479546" y="247620"/>
                  </a:lnTo>
                  <a:lnTo>
                    <a:pt x="478279" y="247620"/>
                  </a:lnTo>
                  <a:lnTo>
                    <a:pt x="477079" y="247620"/>
                  </a:lnTo>
                  <a:lnTo>
                    <a:pt x="475803" y="247620"/>
                  </a:lnTo>
                  <a:lnTo>
                    <a:pt x="474536" y="247620"/>
                  </a:lnTo>
                  <a:lnTo>
                    <a:pt x="473269" y="247620"/>
                  </a:lnTo>
                  <a:lnTo>
                    <a:pt x="472068" y="247620"/>
                  </a:lnTo>
                  <a:lnTo>
                    <a:pt x="470792" y="247620"/>
                  </a:lnTo>
                  <a:lnTo>
                    <a:pt x="469526" y="247620"/>
                  </a:lnTo>
                  <a:lnTo>
                    <a:pt x="468325" y="247620"/>
                  </a:lnTo>
                  <a:lnTo>
                    <a:pt x="467058" y="247620"/>
                  </a:lnTo>
                  <a:lnTo>
                    <a:pt x="465782" y="247620"/>
                  </a:lnTo>
                  <a:lnTo>
                    <a:pt x="464582" y="247620"/>
                  </a:lnTo>
                  <a:lnTo>
                    <a:pt x="463315" y="247620"/>
                  </a:lnTo>
                  <a:lnTo>
                    <a:pt x="462048" y="247620"/>
                  </a:lnTo>
                  <a:lnTo>
                    <a:pt x="460838" y="247620"/>
                  </a:lnTo>
                  <a:lnTo>
                    <a:pt x="459572" y="247620"/>
                  </a:lnTo>
                  <a:lnTo>
                    <a:pt x="458305" y="247620"/>
                  </a:lnTo>
                  <a:lnTo>
                    <a:pt x="457038" y="247620"/>
                  </a:lnTo>
                  <a:lnTo>
                    <a:pt x="455828" y="247620"/>
                  </a:lnTo>
                  <a:lnTo>
                    <a:pt x="454561" y="247620"/>
                  </a:lnTo>
                  <a:lnTo>
                    <a:pt x="453295" y="247620"/>
                  </a:lnTo>
                  <a:lnTo>
                    <a:pt x="452085" y="247620"/>
                  </a:lnTo>
                  <a:lnTo>
                    <a:pt x="450818" y="247620"/>
                  </a:lnTo>
                  <a:lnTo>
                    <a:pt x="449551" y="247620"/>
                  </a:lnTo>
                  <a:lnTo>
                    <a:pt x="448351" y="247620"/>
                  </a:lnTo>
                  <a:lnTo>
                    <a:pt x="447075" y="247620"/>
                  </a:lnTo>
                  <a:lnTo>
                    <a:pt x="445808" y="247620"/>
                  </a:lnTo>
                  <a:lnTo>
                    <a:pt x="444541" y="247620"/>
                  </a:lnTo>
                  <a:lnTo>
                    <a:pt x="443332" y="247620"/>
                  </a:lnTo>
                  <a:lnTo>
                    <a:pt x="442065" y="247620"/>
                  </a:lnTo>
                  <a:lnTo>
                    <a:pt x="440798" y="247620"/>
                  </a:lnTo>
                  <a:lnTo>
                    <a:pt x="439598" y="247620"/>
                  </a:lnTo>
                  <a:lnTo>
                    <a:pt x="438331" y="247620"/>
                  </a:lnTo>
                  <a:lnTo>
                    <a:pt x="437055" y="247620"/>
                  </a:lnTo>
                  <a:lnTo>
                    <a:pt x="435854" y="247620"/>
                  </a:lnTo>
                  <a:lnTo>
                    <a:pt x="434588" y="247620"/>
                  </a:lnTo>
                  <a:lnTo>
                    <a:pt x="433321" y="247620"/>
                  </a:lnTo>
                  <a:lnTo>
                    <a:pt x="432111" y="247620"/>
                  </a:lnTo>
                  <a:lnTo>
                    <a:pt x="430844" y="247620"/>
                  </a:lnTo>
                  <a:lnTo>
                    <a:pt x="429577" y="247620"/>
                  </a:lnTo>
                  <a:lnTo>
                    <a:pt x="428311" y="247620"/>
                  </a:lnTo>
                  <a:lnTo>
                    <a:pt x="427101" y="247620"/>
                  </a:lnTo>
                  <a:lnTo>
                    <a:pt x="425834" y="247620"/>
                  </a:lnTo>
                  <a:lnTo>
                    <a:pt x="424567" y="247620"/>
                  </a:lnTo>
                  <a:lnTo>
                    <a:pt x="423357" y="247620"/>
                  </a:lnTo>
                  <a:lnTo>
                    <a:pt x="422091" y="247620"/>
                  </a:lnTo>
                  <a:lnTo>
                    <a:pt x="420824" y="247620"/>
                  </a:lnTo>
                  <a:lnTo>
                    <a:pt x="419615" y="247620"/>
                  </a:lnTo>
                  <a:lnTo>
                    <a:pt x="418347" y="247620"/>
                  </a:lnTo>
                  <a:lnTo>
                    <a:pt x="417081" y="247620"/>
                  </a:lnTo>
                  <a:lnTo>
                    <a:pt x="415881" y="247620"/>
                  </a:lnTo>
                  <a:lnTo>
                    <a:pt x="414605" y="247620"/>
                  </a:lnTo>
                  <a:lnTo>
                    <a:pt x="413337" y="247620"/>
                  </a:lnTo>
                  <a:lnTo>
                    <a:pt x="412070" y="247620"/>
                  </a:lnTo>
                  <a:lnTo>
                    <a:pt x="410870" y="247620"/>
                  </a:lnTo>
                  <a:lnTo>
                    <a:pt x="409594" y="247620"/>
                  </a:lnTo>
                  <a:lnTo>
                    <a:pt x="408327" y="247620"/>
                  </a:lnTo>
                  <a:lnTo>
                    <a:pt x="407127" y="247620"/>
                  </a:lnTo>
                  <a:lnTo>
                    <a:pt x="405860" y="247620"/>
                  </a:lnTo>
                  <a:lnTo>
                    <a:pt x="404584" y="247620"/>
                  </a:lnTo>
                  <a:lnTo>
                    <a:pt x="403384" y="247620"/>
                  </a:lnTo>
                  <a:lnTo>
                    <a:pt x="402117" y="247620"/>
                  </a:lnTo>
                  <a:lnTo>
                    <a:pt x="400850" y="247620"/>
                  </a:lnTo>
                  <a:lnTo>
                    <a:pt x="399640" y="247620"/>
                  </a:lnTo>
                  <a:lnTo>
                    <a:pt x="398374" y="247620"/>
                  </a:lnTo>
                  <a:lnTo>
                    <a:pt x="397107" y="247620"/>
                  </a:lnTo>
                  <a:lnTo>
                    <a:pt x="395840" y="247620"/>
                  </a:lnTo>
                  <a:lnTo>
                    <a:pt x="394630" y="247620"/>
                  </a:lnTo>
                  <a:lnTo>
                    <a:pt x="393363" y="247620"/>
                  </a:lnTo>
                  <a:lnTo>
                    <a:pt x="392097" y="247620"/>
                  </a:lnTo>
                  <a:lnTo>
                    <a:pt x="390887" y="247620"/>
                  </a:lnTo>
                  <a:lnTo>
                    <a:pt x="389620" y="247620"/>
                  </a:lnTo>
                  <a:lnTo>
                    <a:pt x="388353" y="247620"/>
                  </a:lnTo>
                  <a:lnTo>
                    <a:pt x="387143" y="247620"/>
                  </a:lnTo>
                  <a:lnTo>
                    <a:pt x="385877" y="247620"/>
                  </a:lnTo>
                  <a:lnTo>
                    <a:pt x="384610" y="247620"/>
                  </a:lnTo>
                  <a:lnTo>
                    <a:pt x="383410" y="247620"/>
                  </a:lnTo>
                  <a:lnTo>
                    <a:pt x="382133" y="247620"/>
                  </a:lnTo>
                  <a:lnTo>
                    <a:pt x="380866" y="247620"/>
                  </a:lnTo>
                  <a:lnTo>
                    <a:pt x="379600" y="247620"/>
                  </a:lnTo>
                  <a:lnTo>
                    <a:pt x="378400" y="247620"/>
                  </a:lnTo>
                  <a:lnTo>
                    <a:pt x="377123" y="247620"/>
                  </a:lnTo>
                  <a:lnTo>
                    <a:pt x="375856" y="247620"/>
                  </a:lnTo>
                  <a:lnTo>
                    <a:pt x="374656" y="247620"/>
                  </a:lnTo>
                  <a:lnTo>
                    <a:pt x="373390" y="247620"/>
                  </a:lnTo>
                  <a:lnTo>
                    <a:pt x="372113" y="247620"/>
                  </a:lnTo>
                  <a:lnTo>
                    <a:pt x="370913" y="247620"/>
                  </a:lnTo>
                  <a:lnTo>
                    <a:pt x="369646" y="247620"/>
                  </a:lnTo>
                  <a:lnTo>
                    <a:pt x="368379" y="247620"/>
                  </a:lnTo>
                  <a:lnTo>
                    <a:pt x="367113" y="247620"/>
                  </a:lnTo>
                  <a:lnTo>
                    <a:pt x="365903" y="247620"/>
                  </a:lnTo>
                  <a:lnTo>
                    <a:pt x="364636" y="247620"/>
                  </a:lnTo>
                  <a:lnTo>
                    <a:pt x="363369" y="247620"/>
                  </a:lnTo>
                  <a:lnTo>
                    <a:pt x="362159" y="247620"/>
                  </a:lnTo>
                  <a:lnTo>
                    <a:pt x="360893" y="247620"/>
                  </a:lnTo>
                  <a:lnTo>
                    <a:pt x="359626" y="247620"/>
                  </a:lnTo>
                  <a:lnTo>
                    <a:pt x="358416" y="247620"/>
                  </a:lnTo>
                  <a:lnTo>
                    <a:pt x="357149" y="247620"/>
                  </a:lnTo>
                  <a:lnTo>
                    <a:pt x="355883" y="247620"/>
                  </a:lnTo>
                  <a:lnTo>
                    <a:pt x="354683" y="247620"/>
                  </a:lnTo>
                  <a:lnTo>
                    <a:pt x="353406" y="247620"/>
                  </a:lnTo>
                  <a:lnTo>
                    <a:pt x="352139" y="247620"/>
                  </a:lnTo>
                  <a:lnTo>
                    <a:pt x="350872" y="247620"/>
                  </a:lnTo>
                  <a:lnTo>
                    <a:pt x="349672" y="247620"/>
                  </a:lnTo>
                  <a:lnTo>
                    <a:pt x="348396" y="247620"/>
                  </a:lnTo>
                  <a:lnTo>
                    <a:pt x="347129" y="247620"/>
                  </a:lnTo>
                  <a:lnTo>
                    <a:pt x="345929" y="247620"/>
                  </a:lnTo>
                  <a:lnTo>
                    <a:pt x="344662" y="247620"/>
                  </a:lnTo>
                  <a:lnTo>
                    <a:pt x="343386" y="247620"/>
                  </a:lnTo>
                  <a:lnTo>
                    <a:pt x="342186" y="247620"/>
                  </a:lnTo>
                  <a:lnTo>
                    <a:pt x="340919" y="247620"/>
                  </a:lnTo>
                  <a:lnTo>
                    <a:pt x="339652" y="247620"/>
                  </a:lnTo>
                  <a:lnTo>
                    <a:pt x="338442" y="247620"/>
                  </a:lnTo>
                  <a:lnTo>
                    <a:pt x="337176" y="247620"/>
                  </a:lnTo>
                  <a:lnTo>
                    <a:pt x="335909" y="247620"/>
                  </a:lnTo>
                  <a:lnTo>
                    <a:pt x="334642" y="247620"/>
                  </a:lnTo>
                  <a:lnTo>
                    <a:pt x="333432" y="247620"/>
                  </a:lnTo>
                  <a:lnTo>
                    <a:pt x="332165" y="247620"/>
                  </a:lnTo>
                  <a:lnTo>
                    <a:pt x="330899" y="247620"/>
                  </a:lnTo>
                  <a:lnTo>
                    <a:pt x="329689" y="247620"/>
                  </a:lnTo>
                  <a:lnTo>
                    <a:pt x="328422" y="247620"/>
                  </a:lnTo>
                  <a:lnTo>
                    <a:pt x="327155" y="247620"/>
                  </a:lnTo>
                  <a:lnTo>
                    <a:pt x="325945" y="247620"/>
                  </a:lnTo>
                  <a:lnTo>
                    <a:pt x="324679" y="247620"/>
                  </a:lnTo>
                  <a:lnTo>
                    <a:pt x="323412" y="247620"/>
                  </a:lnTo>
                  <a:lnTo>
                    <a:pt x="322212" y="247620"/>
                  </a:lnTo>
                  <a:lnTo>
                    <a:pt x="320935" y="247620"/>
                  </a:lnTo>
                  <a:lnTo>
                    <a:pt x="319668" y="247620"/>
                  </a:lnTo>
                  <a:lnTo>
                    <a:pt x="318402" y="247620"/>
                  </a:lnTo>
                  <a:lnTo>
                    <a:pt x="317202" y="247620"/>
                  </a:lnTo>
                  <a:lnTo>
                    <a:pt x="315925" y="247620"/>
                  </a:lnTo>
                  <a:lnTo>
                    <a:pt x="314658" y="247620"/>
                  </a:lnTo>
                  <a:lnTo>
                    <a:pt x="313458" y="247620"/>
                  </a:lnTo>
                  <a:lnTo>
                    <a:pt x="312192" y="247620"/>
                  </a:lnTo>
                  <a:lnTo>
                    <a:pt x="310915" y="247620"/>
                  </a:lnTo>
                  <a:lnTo>
                    <a:pt x="309715" y="247620"/>
                  </a:lnTo>
                  <a:lnTo>
                    <a:pt x="308448" y="247620"/>
                  </a:lnTo>
                  <a:lnTo>
                    <a:pt x="307181" y="247620"/>
                  </a:lnTo>
                  <a:lnTo>
                    <a:pt x="305972" y="247620"/>
                  </a:lnTo>
                  <a:lnTo>
                    <a:pt x="304705" y="247620"/>
                  </a:lnTo>
                  <a:lnTo>
                    <a:pt x="303438" y="247620"/>
                  </a:lnTo>
                  <a:lnTo>
                    <a:pt x="302171" y="247620"/>
                  </a:lnTo>
                  <a:lnTo>
                    <a:pt x="300961" y="247620"/>
                  </a:lnTo>
                  <a:lnTo>
                    <a:pt x="299695" y="247620"/>
                  </a:lnTo>
                  <a:lnTo>
                    <a:pt x="298428" y="247620"/>
                  </a:lnTo>
                  <a:lnTo>
                    <a:pt x="297218" y="247620"/>
                  </a:lnTo>
                  <a:lnTo>
                    <a:pt x="295951" y="247620"/>
                  </a:lnTo>
                  <a:lnTo>
                    <a:pt x="294685" y="247620"/>
                  </a:lnTo>
                  <a:lnTo>
                    <a:pt x="293475" y="247620"/>
                  </a:lnTo>
                  <a:lnTo>
                    <a:pt x="292208" y="247620"/>
                  </a:lnTo>
                  <a:lnTo>
                    <a:pt x="290941" y="247620"/>
                  </a:lnTo>
                  <a:lnTo>
                    <a:pt x="289741" y="247620"/>
                  </a:lnTo>
                  <a:lnTo>
                    <a:pt x="288474" y="247620"/>
                  </a:lnTo>
                  <a:lnTo>
                    <a:pt x="287198" y="247620"/>
                  </a:lnTo>
                  <a:lnTo>
                    <a:pt x="285931" y="247620"/>
                  </a:lnTo>
                  <a:lnTo>
                    <a:pt x="284731" y="247620"/>
                  </a:lnTo>
                  <a:lnTo>
                    <a:pt x="283454" y="247620"/>
                  </a:lnTo>
                  <a:lnTo>
                    <a:pt x="282188" y="247620"/>
                  </a:lnTo>
                  <a:lnTo>
                    <a:pt x="280988" y="247620"/>
                  </a:lnTo>
                  <a:lnTo>
                    <a:pt x="279721" y="247620"/>
                  </a:lnTo>
                  <a:lnTo>
                    <a:pt x="278454" y="247620"/>
                  </a:lnTo>
                  <a:lnTo>
                    <a:pt x="277244" y="247620"/>
                  </a:lnTo>
                  <a:lnTo>
                    <a:pt x="275978" y="247620"/>
                  </a:lnTo>
                  <a:lnTo>
                    <a:pt x="274711" y="247620"/>
                  </a:lnTo>
                  <a:lnTo>
                    <a:pt x="273434" y="247620"/>
                  </a:lnTo>
                  <a:lnTo>
                    <a:pt x="272234" y="247620"/>
                  </a:lnTo>
                  <a:lnTo>
                    <a:pt x="270967" y="247620"/>
                  </a:lnTo>
                  <a:lnTo>
                    <a:pt x="269701" y="247620"/>
                  </a:lnTo>
                  <a:lnTo>
                    <a:pt x="268491" y="247620"/>
                  </a:lnTo>
                  <a:lnTo>
                    <a:pt x="267224" y="247620"/>
                  </a:lnTo>
                  <a:lnTo>
                    <a:pt x="265957" y="247620"/>
                  </a:lnTo>
                  <a:lnTo>
                    <a:pt x="264747" y="247620"/>
                  </a:lnTo>
                  <a:lnTo>
                    <a:pt x="263481" y="247620"/>
                  </a:lnTo>
                  <a:lnTo>
                    <a:pt x="262214" y="247620"/>
                  </a:lnTo>
                  <a:lnTo>
                    <a:pt x="261014" y="247620"/>
                  </a:lnTo>
                  <a:lnTo>
                    <a:pt x="259737" y="247620"/>
                  </a:lnTo>
                  <a:lnTo>
                    <a:pt x="258470" y="247620"/>
                  </a:lnTo>
                  <a:lnTo>
                    <a:pt x="257204" y="247620"/>
                  </a:lnTo>
                  <a:lnTo>
                    <a:pt x="256004" y="247620"/>
                  </a:lnTo>
                  <a:lnTo>
                    <a:pt x="254727" y="247620"/>
                  </a:lnTo>
                  <a:lnTo>
                    <a:pt x="253460" y="247620"/>
                  </a:lnTo>
                  <a:lnTo>
                    <a:pt x="252260" y="247620"/>
                  </a:lnTo>
                  <a:lnTo>
                    <a:pt x="250994" y="247620"/>
                  </a:lnTo>
                  <a:lnTo>
                    <a:pt x="249717" y="247620"/>
                  </a:lnTo>
                  <a:lnTo>
                    <a:pt x="248517" y="247620"/>
                  </a:lnTo>
                  <a:lnTo>
                    <a:pt x="247250" y="247620"/>
                  </a:lnTo>
                  <a:lnTo>
                    <a:pt x="245983" y="247620"/>
                  </a:lnTo>
                  <a:lnTo>
                    <a:pt x="244774" y="247620"/>
                  </a:lnTo>
                  <a:lnTo>
                    <a:pt x="243507" y="247620"/>
                  </a:lnTo>
                  <a:lnTo>
                    <a:pt x="242240" y="247620"/>
                  </a:lnTo>
                  <a:lnTo>
                    <a:pt x="240973" y="247620"/>
                  </a:lnTo>
                  <a:lnTo>
                    <a:pt x="239763" y="247620"/>
                  </a:lnTo>
                  <a:lnTo>
                    <a:pt x="238497" y="247620"/>
                  </a:lnTo>
                  <a:lnTo>
                    <a:pt x="237230" y="247620"/>
                  </a:lnTo>
                  <a:lnTo>
                    <a:pt x="236020" y="247620"/>
                  </a:lnTo>
                  <a:lnTo>
                    <a:pt x="234753" y="247620"/>
                  </a:lnTo>
                  <a:lnTo>
                    <a:pt x="233487" y="247620"/>
                  </a:lnTo>
                  <a:lnTo>
                    <a:pt x="232277" y="247620"/>
                  </a:lnTo>
                  <a:lnTo>
                    <a:pt x="231010" y="247620"/>
                  </a:lnTo>
                  <a:lnTo>
                    <a:pt x="229743" y="247620"/>
                  </a:lnTo>
                  <a:lnTo>
                    <a:pt x="228543" y="247620"/>
                  </a:lnTo>
                  <a:lnTo>
                    <a:pt x="227267" y="247620"/>
                  </a:lnTo>
                  <a:lnTo>
                    <a:pt x="226000" y="247620"/>
                  </a:lnTo>
                  <a:lnTo>
                    <a:pt x="224733" y="247620"/>
                  </a:lnTo>
                  <a:lnTo>
                    <a:pt x="223532" y="247620"/>
                  </a:lnTo>
                  <a:lnTo>
                    <a:pt x="222256" y="247620"/>
                  </a:lnTo>
                  <a:lnTo>
                    <a:pt x="220990" y="247620"/>
                  </a:lnTo>
                  <a:lnTo>
                    <a:pt x="219790" y="247620"/>
                  </a:lnTo>
                  <a:lnTo>
                    <a:pt x="218522" y="247620"/>
                  </a:lnTo>
                  <a:lnTo>
                    <a:pt x="217246" y="247620"/>
                  </a:lnTo>
                  <a:lnTo>
                    <a:pt x="216046" y="247620"/>
                  </a:lnTo>
                  <a:lnTo>
                    <a:pt x="214780" y="247620"/>
                  </a:lnTo>
                  <a:lnTo>
                    <a:pt x="213513" y="247620"/>
                  </a:lnTo>
                  <a:lnTo>
                    <a:pt x="212303" y="247620"/>
                  </a:lnTo>
                  <a:lnTo>
                    <a:pt x="211036" y="247620"/>
                  </a:lnTo>
                  <a:lnTo>
                    <a:pt x="209769" y="247620"/>
                  </a:lnTo>
                  <a:lnTo>
                    <a:pt x="208503" y="247620"/>
                  </a:lnTo>
                  <a:lnTo>
                    <a:pt x="207293" y="247620"/>
                  </a:lnTo>
                  <a:lnTo>
                    <a:pt x="206026" y="247620"/>
                  </a:lnTo>
                  <a:lnTo>
                    <a:pt x="204759" y="247620"/>
                  </a:lnTo>
                  <a:lnTo>
                    <a:pt x="203549" y="247620"/>
                  </a:lnTo>
                  <a:lnTo>
                    <a:pt x="202283" y="247620"/>
                  </a:lnTo>
                  <a:lnTo>
                    <a:pt x="201016" y="247620"/>
                  </a:lnTo>
                  <a:lnTo>
                    <a:pt x="199815" y="247620"/>
                  </a:lnTo>
                  <a:lnTo>
                    <a:pt x="198539" y="247620"/>
                  </a:lnTo>
                  <a:lnTo>
                    <a:pt x="197272" y="247620"/>
                  </a:lnTo>
                  <a:lnTo>
                    <a:pt x="196006" y="247620"/>
                  </a:lnTo>
                  <a:lnTo>
                    <a:pt x="194805" y="247620"/>
                  </a:lnTo>
                  <a:lnTo>
                    <a:pt x="193529" y="247620"/>
                  </a:lnTo>
                  <a:lnTo>
                    <a:pt x="192262" y="247620"/>
                  </a:lnTo>
                  <a:lnTo>
                    <a:pt x="191062" y="247620"/>
                  </a:lnTo>
                  <a:lnTo>
                    <a:pt x="189795" y="247620"/>
                  </a:lnTo>
                  <a:lnTo>
                    <a:pt x="188519" y="247620"/>
                  </a:lnTo>
                  <a:lnTo>
                    <a:pt x="187319" y="247620"/>
                  </a:lnTo>
                  <a:lnTo>
                    <a:pt x="186052" y="247620"/>
                  </a:lnTo>
                  <a:lnTo>
                    <a:pt x="184785" y="247620"/>
                  </a:lnTo>
                  <a:lnTo>
                    <a:pt x="183576" y="247620"/>
                  </a:lnTo>
                  <a:lnTo>
                    <a:pt x="182309" y="247620"/>
                  </a:lnTo>
                  <a:lnTo>
                    <a:pt x="181041" y="247620"/>
                  </a:lnTo>
                  <a:lnTo>
                    <a:pt x="179775" y="247620"/>
                  </a:lnTo>
                  <a:lnTo>
                    <a:pt x="178565" y="247620"/>
                  </a:lnTo>
                  <a:lnTo>
                    <a:pt x="177299" y="247620"/>
                  </a:lnTo>
                  <a:lnTo>
                    <a:pt x="176031" y="247620"/>
                  </a:lnTo>
                  <a:lnTo>
                    <a:pt x="174822" y="247620"/>
                  </a:lnTo>
                  <a:lnTo>
                    <a:pt x="173555" y="247620"/>
                  </a:lnTo>
                  <a:lnTo>
                    <a:pt x="172289" y="247620"/>
                  </a:lnTo>
                  <a:lnTo>
                    <a:pt x="171079" y="247620"/>
                  </a:lnTo>
                  <a:lnTo>
                    <a:pt x="169812" y="247620"/>
                  </a:lnTo>
                  <a:lnTo>
                    <a:pt x="168545" y="247620"/>
                  </a:lnTo>
                  <a:lnTo>
                    <a:pt x="167345" y="247620"/>
                  </a:lnTo>
                  <a:lnTo>
                    <a:pt x="166078" y="247620"/>
                  </a:lnTo>
                  <a:lnTo>
                    <a:pt x="164802" y="247620"/>
                  </a:lnTo>
                  <a:lnTo>
                    <a:pt x="163535" y="247620"/>
                  </a:lnTo>
                  <a:lnTo>
                    <a:pt x="162334" y="247620"/>
                  </a:lnTo>
                  <a:lnTo>
                    <a:pt x="161058" y="247620"/>
                  </a:lnTo>
                  <a:lnTo>
                    <a:pt x="159792" y="247620"/>
                  </a:lnTo>
                  <a:lnTo>
                    <a:pt x="158591" y="247620"/>
                  </a:lnTo>
                  <a:lnTo>
                    <a:pt x="157324" y="247620"/>
                  </a:lnTo>
                  <a:lnTo>
                    <a:pt x="156048" y="247620"/>
                  </a:lnTo>
                  <a:lnTo>
                    <a:pt x="154848" y="247620"/>
                  </a:lnTo>
                  <a:lnTo>
                    <a:pt x="153581" y="247620"/>
                  </a:lnTo>
                  <a:lnTo>
                    <a:pt x="152314" y="247620"/>
                  </a:lnTo>
                  <a:lnTo>
                    <a:pt x="151105" y="247620"/>
                  </a:lnTo>
                  <a:lnTo>
                    <a:pt x="149838" y="247620"/>
                  </a:lnTo>
                  <a:lnTo>
                    <a:pt x="148571" y="247620"/>
                  </a:lnTo>
                  <a:lnTo>
                    <a:pt x="147304" y="247620"/>
                  </a:lnTo>
                  <a:lnTo>
                    <a:pt x="146095" y="247620"/>
                  </a:lnTo>
                  <a:lnTo>
                    <a:pt x="144827" y="247620"/>
                  </a:lnTo>
                  <a:lnTo>
                    <a:pt x="143561" y="247620"/>
                  </a:lnTo>
                  <a:lnTo>
                    <a:pt x="142351" y="247620"/>
                  </a:lnTo>
                  <a:lnTo>
                    <a:pt x="141085" y="247620"/>
                  </a:lnTo>
                  <a:lnTo>
                    <a:pt x="139818" y="247620"/>
                  </a:lnTo>
                  <a:lnTo>
                    <a:pt x="138617" y="247620"/>
                  </a:lnTo>
                  <a:lnTo>
                    <a:pt x="137341" y="247620"/>
                  </a:lnTo>
                  <a:lnTo>
                    <a:pt x="136074" y="247620"/>
                  </a:lnTo>
                  <a:lnTo>
                    <a:pt x="134874" y="247620"/>
                  </a:lnTo>
                  <a:lnTo>
                    <a:pt x="133607" y="247620"/>
                  </a:lnTo>
                  <a:lnTo>
                    <a:pt x="132331" y="247620"/>
                  </a:lnTo>
                  <a:lnTo>
                    <a:pt x="131064" y="247620"/>
                  </a:lnTo>
                  <a:lnTo>
                    <a:pt x="129864" y="247620"/>
                  </a:lnTo>
                  <a:lnTo>
                    <a:pt x="128597" y="247620"/>
                  </a:lnTo>
                  <a:lnTo>
                    <a:pt x="127321" y="247620"/>
                  </a:lnTo>
                  <a:lnTo>
                    <a:pt x="126120" y="247620"/>
                  </a:lnTo>
                  <a:lnTo>
                    <a:pt x="124854" y="247620"/>
                  </a:lnTo>
                  <a:lnTo>
                    <a:pt x="123587" y="247620"/>
                  </a:lnTo>
                  <a:lnTo>
                    <a:pt x="122377" y="247620"/>
                  </a:lnTo>
                  <a:lnTo>
                    <a:pt x="121110" y="247620"/>
                  </a:lnTo>
                  <a:lnTo>
                    <a:pt x="119843" y="247620"/>
                  </a:lnTo>
                  <a:lnTo>
                    <a:pt x="118634" y="247620"/>
                  </a:lnTo>
                  <a:lnTo>
                    <a:pt x="117367" y="247620"/>
                  </a:lnTo>
                  <a:lnTo>
                    <a:pt x="116100" y="247620"/>
                  </a:lnTo>
                  <a:lnTo>
                    <a:pt x="114833" y="247620"/>
                  </a:lnTo>
                  <a:lnTo>
                    <a:pt x="113624" y="247620"/>
                  </a:lnTo>
                  <a:lnTo>
                    <a:pt x="112357" y="247620"/>
                  </a:lnTo>
                  <a:lnTo>
                    <a:pt x="111090" y="247620"/>
                  </a:lnTo>
                  <a:lnTo>
                    <a:pt x="109881" y="247620"/>
                  </a:lnTo>
                  <a:lnTo>
                    <a:pt x="108614" y="247620"/>
                  </a:lnTo>
                  <a:lnTo>
                    <a:pt x="107347" y="247620"/>
                  </a:lnTo>
                  <a:lnTo>
                    <a:pt x="106147" y="247620"/>
                  </a:lnTo>
                  <a:lnTo>
                    <a:pt x="104871" y="247620"/>
                  </a:lnTo>
                  <a:lnTo>
                    <a:pt x="103604" y="247620"/>
                  </a:lnTo>
                  <a:lnTo>
                    <a:pt x="102336" y="247620"/>
                  </a:lnTo>
                  <a:lnTo>
                    <a:pt x="101136" y="247620"/>
                  </a:lnTo>
                  <a:lnTo>
                    <a:pt x="99860" y="247620"/>
                  </a:lnTo>
                  <a:lnTo>
                    <a:pt x="98594" y="247620"/>
                  </a:lnTo>
                  <a:lnTo>
                    <a:pt x="97393" y="247620"/>
                  </a:lnTo>
                  <a:lnTo>
                    <a:pt x="96126" y="247620"/>
                  </a:lnTo>
                  <a:lnTo>
                    <a:pt x="94850" y="247620"/>
                  </a:lnTo>
                  <a:lnTo>
                    <a:pt x="93650" y="247620"/>
                  </a:lnTo>
                  <a:lnTo>
                    <a:pt x="92383" y="247620"/>
                  </a:lnTo>
                  <a:lnTo>
                    <a:pt x="91116" y="247620"/>
                  </a:lnTo>
                  <a:lnTo>
                    <a:pt x="89906" y="247620"/>
                  </a:lnTo>
                  <a:lnTo>
                    <a:pt x="88640" y="247620"/>
                  </a:lnTo>
                  <a:lnTo>
                    <a:pt x="87373" y="247620"/>
                  </a:lnTo>
                  <a:lnTo>
                    <a:pt x="86106" y="247620"/>
                  </a:lnTo>
                  <a:lnTo>
                    <a:pt x="84896" y="247620"/>
                  </a:lnTo>
                  <a:lnTo>
                    <a:pt x="83629" y="247620"/>
                  </a:lnTo>
                  <a:lnTo>
                    <a:pt x="82363" y="247620"/>
                  </a:lnTo>
                  <a:lnTo>
                    <a:pt x="81153" y="247620"/>
                  </a:lnTo>
                  <a:lnTo>
                    <a:pt x="79886" y="247620"/>
                  </a:lnTo>
                  <a:lnTo>
                    <a:pt x="78619" y="247620"/>
                  </a:lnTo>
                  <a:lnTo>
                    <a:pt x="77419" y="247620"/>
                  </a:lnTo>
                  <a:lnTo>
                    <a:pt x="76143" y="247620"/>
                  </a:lnTo>
                  <a:lnTo>
                    <a:pt x="74876" y="247620"/>
                  </a:lnTo>
                  <a:lnTo>
                    <a:pt x="73676" y="247620"/>
                  </a:lnTo>
                  <a:lnTo>
                    <a:pt x="72400" y="247620"/>
                  </a:lnTo>
                  <a:lnTo>
                    <a:pt x="71132" y="247620"/>
                  </a:lnTo>
                  <a:lnTo>
                    <a:pt x="69866" y="247620"/>
                  </a:lnTo>
                  <a:lnTo>
                    <a:pt x="68666" y="247620"/>
                  </a:lnTo>
                  <a:lnTo>
                    <a:pt x="67399" y="247620"/>
                  </a:lnTo>
                  <a:lnTo>
                    <a:pt x="66122" y="247620"/>
                  </a:lnTo>
                  <a:lnTo>
                    <a:pt x="64922" y="247620"/>
                  </a:lnTo>
                  <a:lnTo>
                    <a:pt x="63656" y="247620"/>
                  </a:lnTo>
                  <a:lnTo>
                    <a:pt x="62389" y="247620"/>
                  </a:lnTo>
                  <a:lnTo>
                    <a:pt x="61179" y="247620"/>
                  </a:lnTo>
                  <a:lnTo>
                    <a:pt x="59912" y="247620"/>
                  </a:lnTo>
                  <a:lnTo>
                    <a:pt x="58645" y="247620"/>
                  </a:lnTo>
                  <a:lnTo>
                    <a:pt x="57436" y="247620"/>
                  </a:lnTo>
                  <a:lnTo>
                    <a:pt x="56169" y="247620"/>
                  </a:lnTo>
                  <a:lnTo>
                    <a:pt x="54902" y="247620"/>
                  </a:lnTo>
                  <a:lnTo>
                    <a:pt x="53635" y="247620"/>
                  </a:lnTo>
                  <a:lnTo>
                    <a:pt x="52425" y="247620"/>
                  </a:lnTo>
                  <a:lnTo>
                    <a:pt x="51159" y="247620"/>
                  </a:lnTo>
                  <a:lnTo>
                    <a:pt x="49892" y="247620"/>
                  </a:lnTo>
                  <a:lnTo>
                    <a:pt x="48682" y="247620"/>
                  </a:lnTo>
                  <a:lnTo>
                    <a:pt x="47415" y="247620"/>
                  </a:lnTo>
                  <a:lnTo>
                    <a:pt x="46149" y="247620"/>
                  </a:lnTo>
                  <a:lnTo>
                    <a:pt x="44949" y="247620"/>
                  </a:lnTo>
                  <a:lnTo>
                    <a:pt x="43672" y="247620"/>
                  </a:lnTo>
                  <a:lnTo>
                    <a:pt x="42405" y="247620"/>
                  </a:lnTo>
                  <a:lnTo>
                    <a:pt x="41205" y="247620"/>
                  </a:lnTo>
                  <a:lnTo>
                    <a:pt x="39938" y="247620"/>
                  </a:lnTo>
                  <a:lnTo>
                    <a:pt x="38662" y="247620"/>
                  </a:lnTo>
                  <a:lnTo>
                    <a:pt x="37395" y="247620"/>
                  </a:lnTo>
                  <a:lnTo>
                    <a:pt x="36195" y="247620"/>
                  </a:lnTo>
                  <a:lnTo>
                    <a:pt x="34928" y="247620"/>
                  </a:lnTo>
                  <a:lnTo>
                    <a:pt x="33652" y="247620"/>
                  </a:lnTo>
                  <a:lnTo>
                    <a:pt x="32452" y="247620"/>
                  </a:lnTo>
                  <a:lnTo>
                    <a:pt x="31185" y="247620"/>
                  </a:lnTo>
                  <a:lnTo>
                    <a:pt x="29918" y="247620"/>
                  </a:lnTo>
                  <a:lnTo>
                    <a:pt x="28708" y="247620"/>
                  </a:lnTo>
                  <a:lnTo>
                    <a:pt x="27442" y="247620"/>
                  </a:lnTo>
                  <a:lnTo>
                    <a:pt x="26175" y="247620"/>
                  </a:lnTo>
                  <a:lnTo>
                    <a:pt x="24908" y="247620"/>
                  </a:lnTo>
                  <a:lnTo>
                    <a:pt x="23698" y="247620"/>
                  </a:lnTo>
                  <a:lnTo>
                    <a:pt x="22431" y="247620"/>
                  </a:lnTo>
                  <a:lnTo>
                    <a:pt x="21165" y="247620"/>
                  </a:lnTo>
                  <a:lnTo>
                    <a:pt x="19955" y="247620"/>
                  </a:lnTo>
                  <a:lnTo>
                    <a:pt x="18688" y="247620"/>
                  </a:lnTo>
                  <a:lnTo>
                    <a:pt x="17421" y="247620"/>
                  </a:lnTo>
                  <a:lnTo>
                    <a:pt x="16211" y="247620"/>
                  </a:lnTo>
                  <a:lnTo>
                    <a:pt x="14945" y="247620"/>
                  </a:lnTo>
                  <a:lnTo>
                    <a:pt x="13678" y="247620"/>
                  </a:lnTo>
                  <a:lnTo>
                    <a:pt x="12478" y="247620"/>
                  </a:lnTo>
                  <a:lnTo>
                    <a:pt x="11201" y="247620"/>
                  </a:lnTo>
                  <a:lnTo>
                    <a:pt x="9934" y="247620"/>
                  </a:lnTo>
                  <a:lnTo>
                    <a:pt x="8668" y="247620"/>
                  </a:lnTo>
                  <a:lnTo>
                    <a:pt x="7468" y="247620"/>
                  </a:lnTo>
                  <a:lnTo>
                    <a:pt x="6191" y="247620"/>
                  </a:lnTo>
                  <a:lnTo>
                    <a:pt x="4924" y="247620"/>
                  </a:lnTo>
                  <a:lnTo>
                    <a:pt x="3724" y="247620"/>
                  </a:lnTo>
                  <a:lnTo>
                    <a:pt x="2458" y="247620"/>
                  </a:lnTo>
                  <a:lnTo>
                    <a:pt x="1191" y="247620"/>
                  </a:lnTo>
                  <a:lnTo>
                    <a:pt x="-19" y="247620"/>
                  </a:lnTo>
                  <a:close/>
                </a:path>
              </a:pathLst>
            </a:custGeom>
            <a:solidFill>
              <a:srgbClr val="457B9D">
                <a:alpha val="50000"/>
              </a:srgbClr>
            </a:solidFill>
            <a:ln w="9525" cap="flat">
              <a:noFill/>
              <a:prstDash val="solid"/>
              <a:round/>
            </a:ln>
          </p:spPr>
          <p:txBody>
            <a:bodyPr/>
            <a:lstStyle/>
            <a:p>
              <a:endParaRPr lang="zh-CN" altLang="en-US" sz="2190"/>
            </a:p>
          </p:txBody>
        </p:sp>
        <p:sp>
          <p:nvSpPr>
            <p:cNvPr id="1014" name="任意多边形: 形状 1013"/>
            <p:cNvSpPr/>
            <p:nvPr/>
          </p:nvSpPr>
          <p:spPr>
            <a:xfrm>
              <a:off x="5463049" y="5478984"/>
              <a:ext cx="9525" cy="180975"/>
            </a:xfrm>
            <a:custGeom>
              <a:avLst/>
              <a:gdLst>
                <a:gd name="csX0" fmla="*/ -19 w 9525"/>
                <a:gd name="csY0" fmla="*/ 180945 h 180975"/>
                <a:gd name="csX1" fmla="*/ -19 w 9525"/>
                <a:gd name="csY1" fmla="*/ -30 h 180975"/>
              </a:gdLst>
              <a:ahLst/>
              <a:cxnLst>
                <a:cxn ang="0">
                  <a:pos x="csX0" y="csY0"/>
                </a:cxn>
                <a:cxn ang="0">
                  <a:pos x="csX1" y="csY1"/>
                </a:cxn>
              </a:cxnLst>
              <a:rect l="l" t="t" r="r" b="b"/>
              <a:pathLst>
                <a:path w="9525" h="180975">
                  <a:moveTo>
                    <a:pt x="-19" y="180945"/>
                  </a:moveTo>
                  <a:lnTo>
                    <a:pt x="-19" y="-30"/>
                  </a:lnTo>
                </a:path>
              </a:pathLst>
            </a:custGeom>
            <a:noFill/>
            <a:ln w="7242" cap="flat">
              <a:solidFill>
                <a:srgbClr val="000000"/>
              </a:solidFill>
              <a:prstDash val="solid"/>
              <a:round/>
            </a:ln>
          </p:spPr>
          <p:txBody>
            <a:bodyPr/>
            <a:lstStyle/>
            <a:p>
              <a:endParaRPr lang="zh-CN" altLang="en-US" sz="2190"/>
            </a:p>
          </p:txBody>
        </p:sp>
        <p:sp>
          <p:nvSpPr>
            <p:cNvPr id="1015" name="任意多边形: 形状 1014"/>
            <p:cNvSpPr/>
            <p:nvPr/>
          </p:nvSpPr>
          <p:spPr>
            <a:xfrm>
              <a:off x="5196349" y="5412309"/>
              <a:ext cx="638175" cy="247650"/>
            </a:xfrm>
            <a:custGeom>
              <a:avLst/>
              <a:gdLst>
                <a:gd name="csX0" fmla="*/ -19 w 638175"/>
                <a:gd name="csY0" fmla="*/ 247305 h 247650"/>
                <a:gd name="csX1" fmla="*/ 1191 w 638175"/>
                <a:gd name="csY1" fmla="*/ 247239 h 247650"/>
                <a:gd name="csX2" fmla="*/ 2458 w 638175"/>
                <a:gd name="csY2" fmla="*/ 247182 h 247650"/>
                <a:gd name="csX3" fmla="*/ 3724 w 638175"/>
                <a:gd name="csY3" fmla="*/ 247049 h 247650"/>
                <a:gd name="csX4" fmla="*/ 4924 w 638175"/>
                <a:gd name="csY4" fmla="*/ 246992 h 247650"/>
                <a:gd name="csX5" fmla="*/ 6201 w 638175"/>
                <a:gd name="csY5" fmla="*/ 246858 h 247650"/>
                <a:gd name="csX6" fmla="*/ 7468 w 638175"/>
                <a:gd name="csY6" fmla="*/ 246734 h 247650"/>
                <a:gd name="csX7" fmla="*/ 8668 w 638175"/>
                <a:gd name="csY7" fmla="*/ 246544 h 247650"/>
                <a:gd name="csX8" fmla="*/ 9934 w 638175"/>
                <a:gd name="csY8" fmla="*/ 246353 h 247650"/>
                <a:gd name="csX9" fmla="*/ 11211 w 638175"/>
                <a:gd name="csY9" fmla="*/ 246229 h 247650"/>
                <a:gd name="csX10" fmla="*/ 12478 w 638175"/>
                <a:gd name="csY10" fmla="*/ 245982 h 247650"/>
                <a:gd name="csX11" fmla="*/ 13678 w 638175"/>
                <a:gd name="csY11" fmla="*/ 245725 h 247650"/>
                <a:gd name="csX12" fmla="*/ 14945 w 638175"/>
                <a:gd name="csY12" fmla="*/ 245467 h 247650"/>
                <a:gd name="csX13" fmla="*/ 16221 w 638175"/>
                <a:gd name="csY13" fmla="*/ 245220 h 247650"/>
                <a:gd name="csX14" fmla="*/ 17421 w 638175"/>
                <a:gd name="csY14" fmla="*/ 244906 h 247650"/>
                <a:gd name="csX15" fmla="*/ 18688 w 638175"/>
                <a:gd name="csY15" fmla="*/ 244524 h 247650"/>
                <a:gd name="csX16" fmla="*/ 19955 w 638175"/>
                <a:gd name="csY16" fmla="*/ 244077 h 247650"/>
                <a:gd name="csX17" fmla="*/ 21165 w 638175"/>
                <a:gd name="csY17" fmla="*/ 243696 h 247650"/>
                <a:gd name="csX18" fmla="*/ 22431 w 638175"/>
                <a:gd name="csY18" fmla="*/ 243191 h 247650"/>
                <a:gd name="csX19" fmla="*/ 23698 w 638175"/>
                <a:gd name="csY19" fmla="*/ 242619 h 247650"/>
                <a:gd name="csX20" fmla="*/ 24908 w 638175"/>
                <a:gd name="csY20" fmla="*/ 242058 h 247650"/>
                <a:gd name="csX21" fmla="*/ 26175 w 638175"/>
                <a:gd name="csY21" fmla="*/ 241419 h 247650"/>
                <a:gd name="csX22" fmla="*/ 27442 w 638175"/>
                <a:gd name="csY22" fmla="*/ 240724 h 247650"/>
                <a:gd name="csX23" fmla="*/ 28708 w 638175"/>
                <a:gd name="csY23" fmla="*/ 239962 h 247650"/>
                <a:gd name="csX24" fmla="*/ 29918 w 638175"/>
                <a:gd name="csY24" fmla="*/ 239143 h 247650"/>
                <a:gd name="csX25" fmla="*/ 31185 w 638175"/>
                <a:gd name="csY25" fmla="*/ 238257 h 247650"/>
                <a:gd name="csX26" fmla="*/ 32452 w 638175"/>
                <a:gd name="csY26" fmla="*/ 237247 h 247650"/>
                <a:gd name="csX27" fmla="*/ 33652 w 638175"/>
                <a:gd name="csY27" fmla="*/ 236171 h 247650"/>
                <a:gd name="csX28" fmla="*/ 34928 w 638175"/>
                <a:gd name="csY28" fmla="*/ 235028 h 247650"/>
                <a:gd name="csX29" fmla="*/ 36195 w 638175"/>
                <a:gd name="csY29" fmla="*/ 233828 h 247650"/>
                <a:gd name="csX30" fmla="*/ 37395 w 638175"/>
                <a:gd name="csY30" fmla="*/ 232504 h 247650"/>
                <a:gd name="csX31" fmla="*/ 38672 w 638175"/>
                <a:gd name="csY31" fmla="*/ 231047 h 247650"/>
                <a:gd name="csX32" fmla="*/ 39938 w 638175"/>
                <a:gd name="csY32" fmla="*/ 229522 h 247650"/>
                <a:gd name="csX33" fmla="*/ 41205 w 638175"/>
                <a:gd name="csY33" fmla="*/ 227942 h 247650"/>
                <a:gd name="csX34" fmla="*/ 42405 w 638175"/>
                <a:gd name="csY34" fmla="*/ 226170 h 247650"/>
                <a:gd name="csX35" fmla="*/ 43672 w 638175"/>
                <a:gd name="csY35" fmla="*/ 224274 h 247650"/>
                <a:gd name="csX36" fmla="*/ 44949 w 638175"/>
                <a:gd name="csY36" fmla="*/ 222312 h 247650"/>
                <a:gd name="csX37" fmla="*/ 46149 w 638175"/>
                <a:gd name="csY37" fmla="*/ 220226 h 247650"/>
                <a:gd name="csX38" fmla="*/ 47415 w 638175"/>
                <a:gd name="csY38" fmla="*/ 218007 h 247650"/>
                <a:gd name="csX39" fmla="*/ 48682 w 638175"/>
                <a:gd name="csY39" fmla="*/ 215606 h 247650"/>
                <a:gd name="csX40" fmla="*/ 49892 w 638175"/>
                <a:gd name="csY40" fmla="*/ 213140 h 247650"/>
                <a:gd name="csX41" fmla="*/ 51159 w 638175"/>
                <a:gd name="csY41" fmla="*/ 210539 h 247650"/>
                <a:gd name="csX42" fmla="*/ 52425 w 638175"/>
                <a:gd name="csY42" fmla="*/ 207758 h 247650"/>
                <a:gd name="csX43" fmla="*/ 53635 w 638175"/>
                <a:gd name="csY43" fmla="*/ 204910 h 247650"/>
                <a:gd name="csX44" fmla="*/ 54902 w 638175"/>
                <a:gd name="csY44" fmla="*/ 201872 h 247650"/>
                <a:gd name="csX45" fmla="*/ 56169 w 638175"/>
                <a:gd name="csY45" fmla="*/ 198709 h 247650"/>
                <a:gd name="csX46" fmla="*/ 57436 w 638175"/>
                <a:gd name="csY46" fmla="*/ 195356 h 247650"/>
                <a:gd name="csX47" fmla="*/ 58645 w 638175"/>
                <a:gd name="csY47" fmla="*/ 191937 h 247650"/>
                <a:gd name="csX48" fmla="*/ 59912 w 638175"/>
                <a:gd name="csY48" fmla="*/ 188393 h 247650"/>
                <a:gd name="csX49" fmla="*/ 61179 w 638175"/>
                <a:gd name="csY49" fmla="*/ 184669 h 247650"/>
                <a:gd name="csX50" fmla="*/ 62389 w 638175"/>
                <a:gd name="csY50" fmla="*/ 180869 h 247650"/>
                <a:gd name="csX51" fmla="*/ 63656 w 638175"/>
                <a:gd name="csY51" fmla="*/ 176878 h 247650"/>
                <a:gd name="csX52" fmla="*/ 64922 w 638175"/>
                <a:gd name="csY52" fmla="*/ 172830 h 247650"/>
                <a:gd name="csX53" fmla="*/ 66122 w 638175"/>
                <a:gd name="csY53" fmla="*/ 168591 h 247650"/>
                <a:gd name="csX54" fmla="*/ 67399 w 638175"/>
                <a:gd name="csY54" fmla="*/ 164295 h 247650"/>
                <a:gd name="csX55" fmla="*/ 68666 w 638175"/>
                <a:gd name="csY55" fmla="*/ 159924 h 247650"/>
                <a:gd name="csX56" fmla="*/ 69866 w 638175"/>
                <a:gd name="csY56" fmla="*/ 155370 h 247650"/>
                <a:gd name="csX57" fmla="*/ 71132 w 638175"/>
                <a:gd name="csY57" fmla="*/ 150817 h 247650"/>
                <a:gd name="csX58" fmla="*/ 72409 w 638175"/>
                <a:gd name="csY58" fmla="*/ 146131 h 247650"/>
                <a:gd name="csX59" fmla="*/ 73676 w 638175"/>
                <a:gd name="csY59" fmla="*/ 141388 h 247650"/>
                <a:gd name="csX60" fmla="*/ 74876 w 638175"/>
                <a:gd name="csY60" fmla="*/ 136511 h 247650"/>
                <a:gd name="csX61" fmla="*/ 76143 w 638175"/>
                <a:gd name="csY61" fmla="*/ 131643 h 247650"/>
                <a:gd name="csX62" fmla="*/ 77419 w 638175"/>
                <a:gd name="csY62" fmla="*/ 126767 h 247650"/>
                <a:gd name="csX63" fmla="*/ 78619 w 638175"/>
                <a:gd name="csY63" fmla="*/ 121776 h 247650"/>
                <a:gd name="csX64" fmla="*/ 79886 w 638175"/>
                <a:gd name="csY64" fmla="*/ 116775 h 247650"/>
                <a:gd name="csX65" fmla="*/ 81153 w 638175"/>
                <a:gd name="csY65" fmla="*/ 111774 h 247650"/>
                <a:gd name="csX66" fmla="*/ 82363 w 638175"/>
                <a:gd name="csY66" fmla="*/ 106774 h 247650"/>
                <a:gd name="csX67" fmla="*/ 83629 w 638175"/>
                <a:gd name="csY67" fmla="*/ 101840 h 247650"/>
                <a:gd name="csX68" fmla="*/ 84896 w 638175"/>
                <a:gd name="csY68" fmla="*/ 96839 h 247650"/>
                <a:gd name="csX69" fmla="*/ 86106 w 638175"/>
                <a:gd name="csY69" fmla="*/ 91905 h 247650"/>
                <a:gd name="csX70" fmla="*/ 87373 w 638175"/>
                <a:gd name="csY70" fmla="*/ 87038 h 247650"/>
                <a:gd name="csX71" fmla="*/ 88640 w 638175"/>
                <a:gd name="csY71" fmla="*/ 82161 h 247650"/>
                <a:gd name="csX72" fmla="*/ 89906 w 638175"/>
                <a:gd name="csY72" fmla="*/ 77418 h 247650"/>
                <a:gd name="csX73" fmla="*/ 91116 w 638175"/>
                <a:gd name="csY73" fmla="*/ 72731 h 247650"/>
                <a:gd name="csX74" fmla="*/ 92383 w 638175"/>
                <a:gd name="csY74" fmla="*/ 68112 h 247650"/>
                <a:gd name="csX75" fmla="*/ 93650 w 638175"/>
                <a:gd name="csY75" fmla="*/ 63625 h 247650"/>
                <a:gd name="csX76" fmla="*/ 94860 w 638175"/>
                <a:gd name="csY76" fmla="*/ 59197 h 247650"/>
                <a:gd name="csX77" fmla="*/ 96126 w 638175"/>
                <a:gd name="csY77" fmla="*/ 54958 h 247650"/>
                <a:gd name="csX78" fmla="*/ 97393 w 638175"/>
                <a:gd name="csY78" fmla="*/ 50776 h 247650"/>
                <a:gd name="csX79" fmla="*/ 98594 w 638175"/>
                <a:gd name="csY79" fmla="*/ 46728 h 247650"/>
                <a:gd name="csX80" fmla="*/ 99860 w 638175"/>
                <a:gd name="csY80" fmla="*/ 42871 h 247650"/>
                <a:gd name="csX81" fmla="*/ 101136 w 638175"/>
                <a:gd name="csY81" fmla="*/ 39137 h 247650"/>
                <a:gd name="csX82" fmla="*/ 102336 w 638175"/>
                <a:gd name="csY82" fmla="*/ 35527 h 247650"/>
                <a:gd name="csX83" fmla="*/ 103604 w 638175"/>
                <a:gd name="csY83" fmla="*/ 32174 h 247650"/>
                <a:gd name="csX84" fmla="*/ 104880 w 638175"/>
                <a:gd name="csY84" fmla="*/ 28888 h 247650"/>
                <a:gd name="csX85" fmla="*/ 106147 w 638175"/>
                <a:gd name="csY85" fmla="*/ 25783 h 247650"/>
                <a:gd name="csX86" fmla="*/ 107347 w 638175"/>
                <a:gd name="csY86" fmla="*/ 22935 h 247650"/>
                <a:gd name="csX87" fmla="*/ 108614 w 638175"/>
                <a:gd name="csY87" fmla="*/ 20220 h 247650"/>
                <a:gd name="csX88" fmla="*/ 109881 w 638175"/>
                <a:gd name="csY88" fmla="*/ 17620 h 247650"/>
                <a:gd name="csX89" fmla="*/ 111090 w 638175"/>
                <a:gd name="csY89" fmla="*/ 15220 h 247650"/>
                <a:gd name="csX90" fmla="*/ 112357 w 638175"/>
                <a:gd name="csY90" fmla="*/ 13067 h 247650"/>
                <a:gd name="csX91" fmla="*/ 113624 w 638175"/>
                <a:gd name="csY91" fmla="*/ 11105 h 247650"/>
                <a:gd name="csX92" fmla="*/ 114833 w 638175"/>
                <a:gd name="csY92" fmla="*/ 9209 h 247650"/>
                <a:gd name="csX93" fmla="*/ 116100 w 638175"/>
                <a:gd name="csY93" fmla="*/ 7561 h 247650"/>
                <a:gd name="csX94" fmla="*/ 117367 w 638175"/>
                <a:gd name="csY94" fmla="*/ 6104 h 247650"/>
                <a:gd name="csX95" fmla="*/ 118634 w 638175"/>
                <a:gd name="csY95" fmla="*/ 4780 h 247650"/>
                <a:gd name="csX96" fmla="*/ 119843 w 638175"/>
                <a:gd name="csY96" fmla="*/ 3637 h 247650"/>
                <a:gd name="csX97" fmla="*/ 121110 w 638175"/>
                <a:gd name="csY97" fmla="*/ 2627 h 247650"/>
                <a:gd name="csX98" fmla="*/ 122377 w 638175"/>
                <a:gd name="csY98" fmla="*/ 1865 h 247650"/>
                <a:gd name="csX99" fmla="*/ 123587 w 638175"/>
                <a:gd name="csY99" fmla="*/ 1170 h 247650"/>
                <a:gd name="csX100" fmla="*/ 124854 w 638175"/>
                <a:gd name="csY100" fmla="*/ 665 h 247650"/>
                <a:gd name="csX101" fmla="*/ 126120 w 638175"/>
                <a:gd name="csY101" fmla="*/ 285 h 247650"/>
                <a:gd name="csX102" fmla="*/ 127330 w 638175"/>
                <a:gd name="csY102" fmla="*/ 94 h 247650"/>
                <a:gd name="csX103" fmla="*/ 128597 w 638175"/>
                <a:gd name="csY103" fmla="*/ -30 h 247650"/>
                <a:gd name="csX104" fmla="*/ 129864 w 638175"/>
                <a:gd name="csY104" fmla="*/ -30 h 247650"/>
                <a:gd name="csX105" fmla="*/ 131064 w 638175"/>
                <a:gd name="csY105" fmla="*/ 161 h 247650"/>
                <a:gd name="csX106" fmla="*/ 132331 w 638175"/>
                <a:gd name="csY106" fmla="*/ 418 h 247650"/>
                <a:gd name="csX107" fmla="*/ 133607 w 638175"/>
                <a:gd name="csY107" fmla="*/ 789 h 247650"/>
                <a:gd name="csX108" fmla="*/ 134874 w 638175"/>
                <a:gd name="csY108" fmla="*/ 1237 h 247650"/>
                <a:gd name="csX109" fmla="*/ 136074 w 638175"/>
                <a:gd name="csY109" fmla="*/ 1808 h 247650"/>
                <a:gd name="csX110" fmla="*/ 137341 w 638175"/>
                <a:gd name="csY110" fmla="*/ 2437 h 247650"/>
                <a:gd name="csX111" fmla="*/ 138617 w 638175"/>
                <a:gd name="csY111" fmla="*/ 3132 h 247650"/>
                <a:gd name="csX112" fmla="*/ 139818 w 638175"/>
                <a:gd name="csY112" fmla="*/ 3961 h 247650"/>
                <a:gd name="csX113" fmla="*/ 141085 w 638175"/>
                <a:gd name="csY113" fmla="*/ 4780 h 247650"/>
                <a:gd name="csX114" fmla="*/ 142351 w 638175"/>
                <a:gd name="csY114" fmla="*/ 5732 h 247650"/>
                <a:gd name="csX115" fmla="*/ 143561 w 638175"/>
                <a:gd name="csY115" fmla="*/ 6675 h 247650"/>
                <a:gd name="csX116" fmla="*/ 144827 w 638175"/>
                <a:gd name="csY116" fmla="*/ 7695 h 247650"/>
                <a:gd name="csX117" fmla="*/ 146095 w 638175"/>
                <a:gd name="csY117" fmla="*/ 8761 h 247650"/>
                <a:gd name="csX118" fmla="*/ 147304 w 638175"/>
                <a:gd name="csY118" fmla="*/ 9838 h 247650"/>
                <a:gd name="csX119" fmla="*/ 148571 w 638175"/>
                <a:gd name="csY119" fmla="*/ 10914 h 247650"/>
                <a:gd name="csX120" fmla="*/ 149838 w 638175"/>
                <a:gd name="csY120" fmla="*/ 12057 h 247650"/>
                <a:gd name="csX121" fmla="*/ 151105 w 638175"/>
                <a:gd name="csY121" fmla="*/ 13258 h 247650"/>
                <a:gd name="csX122" fmla="*/ 152314 w 638175"/>
                <a:gd name="csY122" fmla="*/ 14401 h 247650"/>
                <a:gd name="csX123" fmla="*/ 153581 w 638175"/>
                <a:gd name="csY123" fmla="*/ 15600 h 247650"/>
                <a:gd name="csX124" fmla="*/ 154848 w 638175"/>
                <a:gd name="csY124" fmla="*/ 16801 h 247650"/>
                <a:gd name="csX125" fmla="*/ 156058 w 638175"/>
                <a:gd name="csY125" fmla="*/ 18001 h 247650"/>
                <a:gd name="csX126" fmla="*/ 157324 w 638175"/>
                <a:gd name="csY126" fmla="*/ 19211 h 247650"/>
                <a:gd name="csX127" fmla="*/ 158591 w 638175"/>
                <a:gd name="csY127" fmla="*/ 20344 h 247650"/>
                <a:gd name="csX128" fmla="*/ 159792 w 638175"/>
                <a:gd name="csY128" fmla="*/ 21544 h 247650"/>
                <a:gd name="csX129" fmla="*/ 161058 w 638175"/>
                <a:gd name="csY129" fmla="*/ 22744 h 247650"/>
                <a:gd name="csX130" fmla="*/ 162334 w 638175"/>
                <a:gd name="csY130" fmla="*/ 23887 h 247650"/>
                <a:gd name="csX131" fmla="*/ 163535 w 638175"/>
                <a:gd name="csY131" fmla="*/ 25030 h 247650"/>
                <a:gd name="csX132" fmla="*/ 164802 w 638175"/>
                <a:gd name="csY132" fmla="*/ 26164 h 247650"/>
                <a:gd name="csX133" fmla="*/ 166078 w 638175"/>
                <a:gd name="csY133" fmla="*/ 27240 h 247650"/>
                <a:gd name="csX134" fmla="*/ 167345 w 638175"/>
                <a:gd name="csY134" fmla="*/ 28317 h 247650"/>
                <a:gd name="csX135" fmla="*/ 168545 w 638175"/>
                <a:gd name="csY135" fmla="*/ 29393 h 247650"/>
                <a:gd name="csX136" fmla="*/ 169812 w 638175"/>
                <a:gd name="csY136" fmla="*/ 30402 h 247650"/>
                <a:gd name="csX137" fmla="*/ 171088 w 638175"/>
                <a:gd name="csY137" fmla="*/ 31422 h 247650"/>
                <a:gd name="csX138" fmla="*/ 172289 w 638175"/>
                <a:gd name="csY138" fmla="*/ 32431 h 247650"/>
                <a:gd name="csX139" fmla="*/ 173555 w 638175"/>
                <a:gd name="csY139" fmla="*/ 33374 h 247650"/>
                <a:gd name="csX140" fmla="*/ 174822 w 638175"/>
                <a:gd name="csY140" fmla="*/ 34327 h 247650"/>
                <a:gd name="csX141" fmla="*/ 176031 w 638175"/>
                <a:gd name="csY141" fmla="*/ 35213 h 247650"/>
                <a:gd name="csX142" fmla="*/ 177299 w 638175"/>
                <a:gd name="csY142" fmla="*/ 36032 h 247650"/>
                <a:gd name="csX143" fmla="*/ 178565 w 638175"/>
                <a:gd name="csY143" fmla="*/ 36927 h 247650"/>
                <a:gd name="csX144" fmla="*/ 179775 w 638175"/>
                <a:gd name="csY144" fmla="*/ 37679 h 247650"/>
                <a:gd name="csX145" fmla="*/ 181041 w 638175"/>
                <a:gd name="csY145" fmla="*/ 38441 h 247650"/>
                <a:gd name="csX146" fmla="*/ 182309 w 638175"/>
                <a:gd name="csY146" fmla="*/ 39204 h 247650"/>
                <a:gd name="csX147" fmla="*/ 183576 w 638175"/>
                <a:gd name="csY147" fmla="*/ 39899 h 247650"/>
                <a:gd name="csX148" fmla="*/ 184785 w 638175"/>
                <a:gd name="csY148" fmla="*/ 40594 h 247650"/>
                <a:gd name="csX149" fmla="*/ 186052 w 638175"/>
                <a:gd name="csY149" fmla="*/ 41223 h 247650"/>
                <a:gd name="csX150" fmla="*/ 187319 w 638175"/>
                <a:gd name="csY150" fmla="*/ 41861 h 247650"/>
                <a:gd name="csX151" fmla="*/ 188519 w 638175"/>
                <a:gd name="csY151" fmla="*/ 42423 h 247650"/>
                <a:gd name="csX152" fmla="*/ 189795 w 638175"/>
                <a:gd name="csY152" fmla="*/ 42995 h 247650"/>
                <a:gd name="csX153" fmla="*/ 191062 w 638175"/>
                <a:gd name="csY153" fmla="*/ 43566 h 247650"/>
                <a:gd name="csX154" fmla="*/ 192262 w 638175"/>
                <a:gd name="csY154" fmla="*/ 44071 h 247650"/>
                <a:gd name="csX155" fmla="*/ 193529 w 638175"/>
                <a:gd name="csY155" fmla="*/ 44518 h 247650"/>
                <a:gd name="csX156" fmla="*/ 194805 w 638175"/>
                <a:gd name="csY156" fmla="*/ 44957 h 247650"/>
                <a:gd name="csX157" fmla="*/ 196006 w 638175"/>
                <a:gd name="csY157" fmla="*/ 45404 h 247650"/>
                <a:gd name="csX158" fmla="*/ 197272 w 638175"/>
                <a:gd name="csY158" fmla="*/ 45842 h 247650"/>
                <a:gd name="csX159" fmla="*/ 198539 w 638175"/>
                <a:gd name="csY159" fmla="*/ 46224 h 247650"/>
                <a:gd name="csX160" fmla="*/ 199815 w 638175"/>
                <a:gd name="csY160" fmla="*/ 46538 h 247650"/>
                <a:gd name="csX161" fmla="*/ 201016 w 638175"/>
                <a:gd name="csY161" fmla="*/ 46919 h 247650"/>
                <a:gd name="csX162" fmla="*/ 202283 w 638175"/>
                <a:gd name="csY162" fmla="*/ 47233 h 247650"/>
                <a:gd name="csX163" fmla="*/ 203549 w 638175"/>
                <a:gd name="csY163" fmla="*/ 47547 h 247650"/>
                <a:gd name="csX164" fmla="*/ 204759 w 638175"/>
                <a:gd name="csY164" fmla="*/ 47804 h 247650"/>
                <a:gd name="csX165" fmla="*/ 206026 w 638175"/>
                <a:gd name="csY165" fmla="*/ 48119 h 247650"/>
                <a:gd name="csX166" fmla="*/ 207293 w 638175"/>
                <a:gd name="csY166" fmla="*/ 48376 h 247650"/>
                <a:gd name="csX167" fmla="*/ 208503 w 638175"/>
                <a:gd name="csY167" fmla="*/ 48623 h 247650"/>
                <a:gd name="csX168" fmla="*/ 209769 w 638175"/>
                <a:gd name="csY168" fmla="*/ 48814 h 247650"/>
                <a:gd name="csX169" fmla="*/ 211036 w 638175"/>
                <a:gd name="csY169" fmla="*/ 49072 h 247650"/>
                <a:gd name="csX170" fmla="*/ 212303 w 638175"/>
                <a:gd name="csY170" fmla="*/ 49262 h 247650"/>
                <a:gd name="csX171" fmla="*/ 213513 w 638175"/>
                <a:gd name="csY171" fmla="*/ 49509 h 247650"/>
                <a:gd name="csX172" fmla="*/ 214780 w 638175"/>
                <a:gd name="csY172" fmla="*/ 49700 h 247650"/>
                <a:gd name="csX173" fmla="*/ 216046 w 638175"/>
                <a:gd name="csY173" fmla="*/ 49891 h 247650"/>
                <a:gd name="csX174" fmla="*/ 217256 w 638175"/>
                <a:gd name="csY174" fmla="*/ 50148 h 247650"/>
                <a:gd name="csX175" fmla="*/ 218522 w 638175"/>
                <a:gd name="csY175" fmla="*/ 50338 h 247650"/>
                <a:gd name="csX176" fmla="*/ 219790 w 638175"/>
                <a:gd name="csY176" fmla="*/ 50529 h 247650"/>
                <a:gd name="csX177" fmla="*/ 220990 w 638175"/>
                <a:gd name="csY177" fmla="*/ 50776 h 247650"/>
                <a:gd name="csX178" fmla="*/ 222266 w 638175"/>
                <a:gd name="csY178" fmla="*/ 50967 h 247650"/>
                <a:gd name="csX179" fmla="*/ 223532 w 638175"/>
                <a:gd name="csY179" fmla="*/ 51158 h 247650"/>
                <a:gd name="csX180" fmla="*/ 224733 w 638175"/>
                <a:gd name="csY180" fmla="*/ 51415 h 247650"/>
                <a:gd name="csX181" fmla="*/ 226000 w 638175"/>
                <a:gd name="csY181" fmla="*/ 51662 h 247650"/>
                <a:gd name="csX182" fmla="*/ 227276 w 638175"/>
                <a:gd name="csY182" fmla="*/ 51919 h 247650"/>
                <a:gd name="csX183" fmla="*/ 228543 w 638175"/>
                <a:gd name="csY183" fmla="*/ 52167 h 247650"/>
                <a:gd name="csX184" fmla="*/ 229743 w 638175"/>
                <a:gd name="csY184" fmla="*/ 52424 h 247650"/>
                <a:gd name="csX185" fmla="*/ 231010 w 638175"/>
                <a:gd name="csY185" fmla="*/ 52681 h 247650"/>
                <a:gd name="csX186" fmla="*/ 232277 w 638175"/>
                <a:gd name="csY186" fmla="*/ 52996 h 247650"/>
                <a:gd name="csX187" fmla="*/ 233487 w 638175"/>
                <a:gd name="csY187" fmla="*/ 53310 h 247650"/>
                <a:gd name="csX188" fmla="*/ 234753 w 638175"/>
                <a:gd name="csY188" fmla="*/ 53624 h 247650"/>
                <a:gd name="csX189" fmla="*/ 236020 w 638175"/>
                <a:gd name="csY189" fmla="*/ 53939 h 247650"/>
                <a:gd name="csX190" fmla="*/ 237230 w 638175"/>
                <a:gd name="csY190" fmla="*/ 54320 h 247650"/>
                <a:gd name="csX191" fmla="*/ 238497 w 638175"/>
                <a:gd name="csY191" fmla="*/ 54700 h 247650"/>
                <a:gd name="csX192" fmla="*/ 239763 w 638175"/>
                <a:gd name="csY192" fmla="*/ 55082 h 247650"/>
                <a:gd name="csX193" fmla="*/ 240973 w 638175"/>
                <a:gd name="csY193" fmla="*/ 55463 h 247650"/>
                <a:gd name="csX194" fmla="*/ 242240 w 638175"/>
                <a:gd name="csY194" fmla="*/ 55901 h 247650"/>
                <a:gd name="csX195" fmla="*/ 243507 w 638175"/>
                <a:gd name="csY195" fmla="*/ 56349 h 247650"/>
                <a:gd name="csX196" fmla="*/ 244774 w 638175"/>
                <a:gd name="csY196" fmla="*/ 56787 h 247650"/>
                <a:gd name="csX197" fmla="*/ 245983 w 638175"/>
                <a:gd name="csY197" fmla="*/ 57235 h 247650"/>
                <a:gd name="csX198" fmla="*/ 247250 w 638175"/>
                <a:gd name="csY198" fmla="*/ 57739 h 247650"/>
                <a:gd name="csX199" fmla="*/ 248517 w 638175"/>
                <a:gd name="csY199" fmla="*/ 58187 h 247650"/>
                <a:gd name="csX200" fmla="*/ 249717 w 638175"/>
                <a:gd name="csY200" fmla="*/ 58749 h 247650"/>
                <a:gd name="csX201" fmla="*/ 250994 w 638175"/>
                <a:gd name="csY201" fmla="*/ 59254 h 247650"/>
                <a:gd name="csX202" fmla="*/ 252260 w 638175"/>
                <a:gd name="csY202" fmla="*/ 59768 h 247650"/>
                <a:gd name="csX203" fmla="*/ 253460 w 638175"/>
                <a:gd name="csY203" fmla="*/ 60330 h 247650"/>
                <a:gd name="csX204" fmla="*/ 254727 w 638175"/>
                <a:gd name="csY204" fmla="*/ 60901 h 247650"/>
                <a:gd name="csX205" fmla="*/ 256004 w 638175"/>
                <a:gd name="csY205" fmla="*/ 61473 h 247650"/>
                <a:gd name="csX206" fmla="*/ 257204 w 638175"/>
                <a:gd name="csY206" fmla="*/ 62045 h 247650"/>
                <a:gd name="csX207" fmla="*/ 258470 w 638175"/>
                <a:gd name="csY207" fmla="*/ 62673 h 247650"/>
                <a:gd name="csX208" fmla="*/ 259737 w 638175"/>
                <a:gd name="csY208" fmla="*/ 63245 h 247650"/>
                <a:gd name="csX209" fmla="*/ 261014 w 638175"/>
                <a:gd name="csY209" fmla="*/ 63873 h 247650"/>
                <a:gd name="csX210" fmla="*/ 262214 w 638175"/>
                <a:gd name="csY210" fmla="*/ 64445 h 247650"/>
                <a:gd name="csX211" fmla="*/ 263481 w 638175"/>
                <a:gd name="csY211" fmla="*/ 65083 h 247650"/>
                <a:gd name="csX212" fmla="*/ 264747 w 638175"/>
                <a:gd name="csY212" fmla="*/ 65711 h 247650"/>
                <a:gd name="csX213" fmla="*/ 265957 w 638175"/>
                <a:gd name="csY213" fmla="*/ 66340 h 247650"/>
                <a:gd name="csX214" fmla="*/ 267224 w 638175"/>
                <a:gd name="csY214" fmla="*/ 66978 h 247650"/>
                <a:gd name="csX215" fmla="*/ 268491 w 638175"/>
                <a:gd name="csY215" fmla="*/ 67607 h 247650"/>
                <a:gd name="csX216" fmla="*/ 269701 w 638175"/>
                <a:gd name="csY216" fmla="*/ 68245 h 247650"/>
                <a:gd name="csX217" fmla="*/ 270967 w 638175"/>
                <a:gd name="csY217" fmla="*/ 68874 h 247650"/>
                <a:gd name="csX218" fmla="*/ 272234 w 638175"/>
                <a:gd name="csY218" fmla="*/ 69445 h 247650"/>
                <a:gd name="csX219" fmla="*/ 273444 w 638175"/>
                <a:gd name="csY219" fmla="*/ 70074 h 247650"/>
                <a:gd name="csX220" fmla="*/ 274711 w 638175"/>
                <a:gd name="csY220" fmla="*/ 70712 h 247650"/>
                <a:gd name="csX221" fmla="*/ 275978 w 638175"/>
                <a:gd name="csY221" fmla="*/ 71341 h 247650"/>
                <a:gd name="csX222" fmla="*/ 277244 w 638175"/>
                <a:gd name="csY222" fmla="*/ 71912 h 247650"/>
                <a:gd name="csX223" fmla="*/ 278454 w 638175"/>
                <a:gd name="csY223" fmla="*/ 72541 h 247650"/>
                <a:gd name="csX224" fmla="*/ 279721 w 638175"/>
                <a:gd name="csY224" fmla="*/ 73113 h 247650"/>
                <a:gd name="csX225" fmla="*/ 280988 w 638175"/>
                <a:gd name="csY225" fmla="*/ 73684 h 247650"/>
                <a:gd name="csX226" fmla="*/ 282188 w 638175"/>
                <a:gd name="csY226" fmla="*/ 74256 h 247650"/>
                <a:gd name="csX227" fmla="*/ 283464 w 638175"/>
                <a:gd name="csY227" fmla="*/ 74827 h 247650"/>
                <a:gd name="csX228" fmla="*/ 284731 w 638175"/>
                <a:gd name="csY228" fmla="*/ 75389 h 247650"/>
                <a:gd name="csX229" fmla="*/ 285931 w 638175"/>
                <a:gd name="csY229" fmla="*/ 75894 h 247650"/>
                <a:gd name="csX230" fmla="*/ 287198 w 638175"/>
                <a:gd name="csY230" fmla="*/ 76465 h 247650"/>
                <a:gd name="csX231" fmla="*/ 288474 w 638175"/>
                <a:gd name="csY231" fmla="*/ 76970 h 247650"/>
                <a:gd name="csX232" fmla="*/ 289741 w 638175"/>
                <a:gd name="csY232" fmla="*/ 77484 h 247650"/>
                <a:gd name="csX233" fmla="*/ 290941 w 638175"/>
                <a:gd name="csY233" fmla="*/ 77989 h 247650"/>
                <a:gd name="csX234" fmla="*/ 292208 w 638175"/>
                <a:gd name="csY234" fmla="*/ 78494 h 247650"/>
                <a:gd name="csX235" fmla="*/ 293485 w 638175"/>
                <a:gd name="csY235" fmla="*/ 78932 h 247650"/>
                <a:gd name="csX236" fmla="*/ 294685 w 638175"/>
                <a:gd name="csY236" fmla="*/ 79447 h 247650"/>
                <a:gd name="csX237" fmla="*/ 295951 w 638175"/>
                <a:gd name="csY237" fmla="*/ 79885 h 247650"/>
                <a:gd name="csX238" fmla="*/ 297218 w 638175"/>
                <a:gd name="csY238" fmla="*/ 80323 h 247650"/>
                <a:gd name="csX239" fmla="*/ 298428 w 638175"/>
                <a:gd name="csY239" fmla="*/ 80704 h 247650"/>
                <a:gd name="csX240" fmla="*/ 299695 w 638175"/>
                <a:gd name="csY240" fmla="*/ 81152 h 247650"/>
                <a:gd name="csX241" fmla="*/ 300961 w 638175"/>
                <a:gd name="csY241" fmla="*/ 81589 h 247650"/>
                <a:gd name="csX242" fmla="*/ 302171 w 638175"/>
                <a:gd name="csY242" fmla="*/ 81971 h 247650"/>
                <a:gd name="csX243" fmla="*/ 303438 w 638175"/>
                <a:gd name="csY243" fmla="*/ 82352 h 247650"/>
                <a:gd name="csX244" fmla="*/ 304705 w 638175"/>
                <a:gd name="csY244" fmla="*/ 82733 h 247650"/>
                <a:gd name="csX245" fmla="*/ 305972 w 638175"/>
                <a:gd name="csY245" fmla="*/ 83114 h 247650"/>
                <a:gd name="csX246" fmla="*/ 307181 w 638175"/>
                <a:gd name="csY246" fmla="*/ 83495 h 247650"/>
                <a:gd name="csX247" fmla="*/ 308448 w 638175"/>
                <a:gd name="csY247" fmla="*/ 83809 h 247650"/>
                <a:gd name="csX248" fmla="*/ 309715 w 638175"/>
                <a:gd name="csY248" fmla="*/ 84190 h 247650"/>
                <a:gd name="csX249" fmla="*/ 310915 w 638175"/>
                <a:gd name="csY249" fmla="*/ 84504 h 247650"/>
                <a:gd name="csX250" fmla="*/ 312192 w 638175"/>
                <a:gd name="csY250" fmla="*/ 84885 h 247650"/>
                <a:gd name="csX251" fmla="*/ 313458 w 638175"/>
                <a:gd name="csY251" fmla="*/ 85200 h 247650"/>
                <a:gd name="csX252" fmla="*/ 314658 w 638175"/>
                <a:gd name="csY252" fmla="*/ 85514 h 247650"/>
                <a:gd name="csX253" fmla="*/ 315935 w 638175"/>
                <a:gd name="csY253" fmla="*/ 85828 h 247650"/>
                <a:gd name="csX254" fmla="*/ 317202 w 638175"/>
                <a:gd name="csY254" fmla="*/ 86152 h 247650"/>
                <a:gd name="csX255" fmla="*/ 318402 w 638175"/>
                <a:gd name="csY255" fmla="*/ 86523 h 247650"/>
                <a:gd name="csX256" fmla="*/ 319668 w 638175"/>
                <a:gd name="csY256" fmla="*/ 86847 h 247650"/>
                <a:gd name="csX257" fmla="*/ 320935 w 638175"/>
                <a:gd name="csY257" fmla="*/ 87162 h 247650"/>
                <a:gd name="csX258" fmla="*/ 322212 w 638175"/>
                <a:gd name="csY258" fmla="*/ 87476 h 247650"/>
                <a:gd name="csX259" fmla="*/ 323412 w 638175"/>
                <a:gd name="csY259" fmla="*/ 87790 h 247650"/>
                <a:gd name="csX260" fmla="*/ 324679 w 638175"/>
                <a:gd name="csY260" fmla="*/ 88172 h 247650"/>
                <a:gd name="csX261" fmla="*/ 325955 w 638175"/>
                <a:gd name="csY261" fmla="*/ 88486 h 247650"/>
                <a:gd name="csX262" fmla="*/ 327155 w 638175"/>
                <a:gd name="csY262" fmla="*/ 88810 h 247650"/>
                <a:gd name="csX263" fmla="*/ 328422 w 638175"/>
                <a:gd name="csY263" fmla="*/ 89191 h 247650"/>
                <a:gd name="csX264" fmla="*/ 329689 w 638175"/>
                <a:gd name="csY264" fmla="*/ 89562 h 247650"/>
                <a:gd name="csX265" fmla="*/ 330899 w 638175"/>
                <a:gd name="csY265" fmla="*/ 89886 h 247650"/>
                <a:gd name="csX266" fmla="*/ 332165 w 638175"/>
                <a:gd name="csY266" fmla="*/ 90258 h 247650"/>
                <a:gd name="csX267" fmla="*/ 333432 w 638175"/>
                <a:gd name="csY267" fmla="*/ 90638 h 247650"/>
                <a:gd name="csX268" fmla="*/ 334642 w 638175"/>
                <a:gd name="csY268" fmla="*/ 91020 h 247650"/>
                <a:gd name="csX269" fmla="*/ 335909 w 638175"/>
                <a:gd name="csY269" fmla="*/ 91467 h 247650"/>
                <a:gd name="csX270" fmla="*/ 337176 w 638175"/>
                <a:gd name="csY270" fmla="*/ 91839 h 247650"/>
                <a:gd name="csX271" fmla="*/ 338442 w 638175"/>
                <a:gd name="csY271" fmla="*/ 92220 h 247650"/>
                <a:gd name="csX272" fmla="*/ 339652 w 638175"/>
                <a:gd name="csY272" fmla="*/ 92667 h 247650"/>
                <a:gd name="csX273" fmla="*/ 340919 w 638175"/>
                <a:gd name="csY273" fmla="*/ 93106 h 247650"/>
                <a:gd name="csX274" fmla="*/ 342186 w 638175"/>
                <a:gd name="csY274" fmla="*/ 93553 h 247650"/>
                <a:gd name="csX275" fmla="*/ 343386 w 638175"/>
                <a:gd name="csY275" fmla="*/ 94058 h 247650"/>
                <a:gd name="csX276" fmla="*/ 344662 w 638175"/>
                <a:gd name="csY276" fmla="*/ 94496 h 247650"/>
                <a:gd name="csX277" fmla="*/ 345929 w 638175"/>
                <a:gd name="csY277" fmla="*/ 95011 h 247650"/>
                <a:gd name="csX278" fmla="*/ 347129 w 638175"/>
                <a:gd name="csY278" fmla="*/ 95515 h 247650"/>
                <a:gd name="csX279" fmla="*/ 348396 w 638175"/>
                <a:gd name="csY279" fmla="*/ 96020 h 247650"/>
                <a:gd name="csX280" fmla="*/ 349672 w 638175"/>
                <a:gd name="csY280" fmla="*/ 96525 h 247650"/>
                <a:gd name="csX281" fmla="*/ 350872 w 638175"/>
                <a:gd name="csY281" fmla="*/ 97097 h 247650"/>
                <a:gd name="csX282" fmla="*/ 352139 w 638175"/>
                <a:gd name="csY282" fmla="*/ 97601 h 247650"/>
                <a:gd name="csX283" fmla="*/ 353406 w 638175"/>
                <a:gd name="csY283" fmla="*/ 98173 h 247650"/>
                <a:gd name="csX284" fmla="*/ 354683 w 638175"/>
                <a:gd name="csY284" fmla="*/ 98744 h 247650"/>
                <a:gd name="csX285" fmla="*/ 355883 w 638175"/>
                <a:gd name="csY285" fmla="*/ 99306 h 247650"/>
                <a:gd name="csX286" fmla="*/ 357149 w 638175"/>
                <a:gd name="csY286" fmla="*/ 99944 h 247650"/>
                <a:gd name="csX287" fmla="*/ 358416 w 638175"/>
                <a:gd name="csY287" fmla="*/ 100573 h 247650"/>
                <a:gd name="csX288" fmla="*/ 359626 w 638175"/>
                <a:gd name="csY288" fmla="*/ 101145 h 247650"/>
                <a:gd name="csX289" fmla="*/ 360893 w 638175"/>
                <a:gd name="csY289" fmla="*/ 101773 h 247650"/>
                <a:gd name="csX290" fmla="*/ 362159 w 638175"/>
                <a:gd name="csY290" fmla="*/ 102468 h 247650"/>
                <a:gd name="csX291" fmla="*/ 363369 w 638175"/>
                <a:gd name="csY291" fmla="*/ 103107 h 247650"/>
                <a:gd name="csX292" fmla="*/ 364636 w 638175"/>
                <a:gd name="csY292" fmla="*/ 103802 h 247650"/>
                <a:gd name="csX293" fmla="*/ 365903 w 638175"/>
                <a:gd name="csY293" fmla="*/ 104430 h 247650"/>
                <a:gd name="csX294" fmla="*/ 367113 w 638175"/>
                <a:gd name="csY294" fmla="*/ 105126 h 247650"/>
                <a:gd name="csX295" fmla="*/ 368379 w 638175"/>
                <a:gd name="csY295" fmla="*/ 105831 h 247650"/>
                <a:gd name="csX296" fmla="*/ 369646 w 638175"/>
                <a:gd name="csY296" fmla="*/ 106583 h 247650"/>
                <a:gd name="csX297" fmla="*/ 370913 w 638175"/>
                <a:gd name="csY297" fmla="*/ 107279 h 247650"/>
                <a:gd name="csX298" fmla="*/ 372123 w 638175"/>
                <a:gd name="csY298" fmla="*/ 107974 h 247650"/>
                <a:gd name="csX299" fmla="*/ 373390 w 638175"/>
                <a:gd name="csY299" fmla="*/ 108736 h 247650"/>
                <a:gd name="csX300" fmla="*/ 374656 w 638175"/>
                <a:gd name="csY300" fmla="*/ 109498 h 247650"/>
                <a:gd name="csX301" fmla="*/ 375856 w 638175"/>
                <a:gd name="csY301" fmla="*/ 110260 h 247650"/>
                <a:gd name="csX302" fmla="*/ 377133 w 638175"/>
                <a:gd name="csY302" fmla="*/ 111013 h 247650"/>
                <a:gd name="csX303" fmla="*/ 378400 w 638175"/>
                <a:gd name="csY303" fmla="*/ 111774 h 247650"/>
                <a:gd name="csX304" fmla="*/ 379600 w 638175"/>
                <a:gd name="csY304" fmla="*/ 112536 h 247650"/>
                <a:gd name="csX305" fmla="*/ 380866 w 638175"/>
                <a:gd name="csY305" fmla="*/ 113356 h 247650"/>
                <a:gd name="csX306" fmla="*/ 382143 w 638175"/>
                <a:gd name="csY306" fmla="*/ 114118 h 247650"/>
                <a:gd name="csX307" fmla="*/ 383410 w 638175"/>
                <a:gd name="csY307" fmla="*/ 114937 h 247650"/>
                <a:gd name="csX308" fmla="*/ 384610 w 638175"/>
                <a:gd name="csY308" fmla="*/ 115699 h 247650"/>
                <a:gd name="csX309" fmla="*/ 385877 w 638175"/>
                <a:gd name="csY309" fmla="*/ 116518 h 247650"/>
                <a:gd name="csX310" fmla="*/ 387153 w 638175"/>
                <a:gd name="csY310" fmla="*/ 117347 h 247650"/>
                <a:gd name="csX311" fmla="*/ 388353 w 638175"/>
                <a:gd name="csY311" fmla="*/ 118166 h 247650"/>
                <a:gd name="csX312" fmla="*/ 389620 w 638175"/>
                <a:gd name="csY312" fmla="*/ 118985 h 247650"/>
                <a:gd name="csX313" fmla="*/ 390887 w 638175"/>
                <a:gd name="csY313" fmla="*/ 119747 h 247650"/>
                <a:gd name="csX314" fmla="*/ 392097 w 638175"/>
                <a:gd name="csY314" fmla="*/ 120566 h 247650"/>
                <a:gd name="csX315" fmla="*/ 393363 w 638175"/>
                <a:gd name="csY315" fmla="*/ 121452 h 247650"/>
                <a:gd name="csX316" fmla="*/ 394630 w 638175"/>
                <a:gd name="csY316" fmla="*/ 122281 h 247650"/>
                <a:gd name="csX317" fmla="*/ 395840 w 638175"/>
                <a:gd name="csY317" fmla="*/ 123100 h 247650"/>
                <a:gd name="csX318" fmla="*/ 397107 w 638175"/>
                <a:gd name="csY318" fmla="*/ 123919 h 247650"/>
                <a:gd name="csX319" fmla="*/ 398374 w 638175"/>
                <a:gd name="csY319" fmla="*/ 124747 h 247650"/>
                <a:gd name="csX320" fmla="*/ 399640 w 638175"/>
                <a:gd name="csY320" fmla="*/ 125566 h 247650"/>
                <a:gd name="csX321" fmla="*/ 400850 w 638175"/>
                <a:gd name="csY321" fmla="*/ 126386 h 247650"/>
                <a:gd name="csX322" fmla="*/ 402117 w 638175"/>
                <a:gd name="csY322" fmla="*/ 127272 h 247650"/>
                <a:gd name="csX323" fmla="*/ 403384 w 638175"/>
                <a:gd name="csY323" fmla="*/ 128101 h 247650"/>
                <a:gd name="csX324" fmla="*/ 404584 w 638175"/>
                <a:gd name="csY324" fmla="*/ 128920 h 247650"/>
                <a:gd name="csX325" fmla="*/ 405860 w 638175"/>
                <a:gd name="csY325" fmla="*/ 129748 h 247650"/>
                <a:gd name="csX326" fmla="*/ 407127 w 638175"/>
                <a:gd name="csY326" fmla="*/ 130634 h 247650"/>
                <a:gd name="csX327" fmla="*/ 408327 w 638175"/>
                <a:gd name="csY327" fmla="*/ 131453 h 247650"/>
                <a:gd name="csX328" fmla="*/ 409594 w 638175"/>
                <a:gd name="csY328" fmla="*/ 132272 h 247650"/>
                <a:gd name="csX329" fmla="*/ 410870 w 638175"/>
                <a:gd name="csY329" fmla="*/ 133101 h 247650"/>
                <a:gd name="csX330" fmla="*/ 412070 w 638175"/>
                <a:gd name="csY330" fmla="*/ 133920 h 247650"/>
                <a:gd name="csX331" fmla="*/ 413337 w 638175"/>
                <a:gd name="csY331" fmla="*/ 134739 h 247650"/>
                <a:gd name="csX332" fmla="*/ 414605 w 638175"/>
                <a:gd name="csY332" fmla="*/ 135625 h 247650"/>
                <a:gd name="csX333" fmla="*/ 415881 w 638175"/>
                <a:gd name="csY333" fmla="*/ 136454 h 247650"/>
                <a:gd name="csX334" fmla="*/ 417081 w 638175"/>
                <a:gd name="csY334" fmla="*/ 137273 h 247650"/>
                <a:gd name="csX335" fmla="*/ 418347 w 638175"/>
                <a:gd name="csY335" fmla="*/ 138092 h 247650"/>
                <a:gd name="csX336" fmla="*/ 419615 w 638175"/>
                <a:gd name="csY336" fmla="*/ 138921 h 247650"/>
                <a:gd name="csX337" fmla="*/ 420824 w 638175"/>
                <a:gd name="csY337" fmla="*/ 139740 h 247650"/>
                <a:gd name="csX338" fmla="*/ 422091 w 638175"/>
                <a:gd name="csY338" fmla="*/ 140559 h 247650"/>
                <a:gd name="csX339" fmla="*/ 423357 w 638175"/>
                <a:gd name="csY339" fmla="*/ 141388 h 247650"/>
                <a:gd name="csX340" fmla="*/ 424567 w 638175"/>
                <a:gd name="csY340" fmla="*/ 142150 h 247650"/>
                <a:gd name="csX341" fmla="*/ 425834 w 638175"/>
                <a:gd name="csY341" fmla="*/ 142969 h 247650"/>
                <a:gd name="csX342" fmla="*/ 427101 w 638175"/>
                <a:gd name="csY342" fmla="*/ 143788 h 247650"/>
                <a:gd name="csX343" fmla="*/ 428311 w 638175"/>
                <a:gd name="csY343" fmla="*/ 144616 h 247650"/>
                <a:gd name="csX344" fmla="*/ 429577 w 638175"/>
                <a:gd name="csY344" fmla="*/ 145369 h 247650"/>
                <a:gd name="csX345" fmla="*/ 430844 w 638175"/>
                <a:gd name="csY345" fmla="*/ 146198 h 247650"/>
                <a:gd name="csX346" fmla="*/ 432111 w 638175"/>
                <a:gd name="csY346" fmla="*/ 146951 h 247650"/>
                <a:gd name="csX347" fmla="*/ 433321 w 638175"/>
                <a:gd name="csY347" fmla="*/ 147779 h 247650"/>
                <a:gd name="csX348" fmla="*/ 434588 w 638175"/>
                <a:gd name="csY348" fmla="*/ 148531 h 247650"/>
                <a:gd name="csX349" fmla="*/ 435854 w 638175"/>
                <a:gd name="csY349" fmla="*/ 149293 h 247650"/>
                <a:gd name="csX350" fmla="*/ 437055 w 638175"/>
                <a:gd name="csY350" fmla="*/ 150056 h 247650"/>
                <a:gd name="csX351" fmla="*/ 438331 w 638175"/>
                <a:gd name="csY351" fmla="*/ 150817 h 247650"/>
                <a:gd name="csX352" fmla="*/ 439598 w 638175"/>
                <a:gd name="csY352" fmla="*/ 151570 h 247650"/>
                <a:gd name="csX353" fmla="*/ 440798 w 638175"/>
                <a:gd name="csY353" fmla="*/ 152265 h 247650"/>
                <a:gd name="csX354" fmla="*/ 442065 w 638175"/>
                <a:gd name="csY354" fmla="*/ 153027 h 247650"/>
                <a:gd name="csX355" fmla="*/ 443341 w 638175"/>
                <a:gd name="csY355" fmla="*/ 153723 h 247650"/>
                <a:gd name="csX356" fmla="*/ 444541 w 638175"/>
                <a:gd name="csY356" fmla="*/ 154484 h 247650"/>
                <a:gd name="csX357" fmla="*/ 445808 w 638175"/>
                <a:gd name="csY357" fmla="*/ 155180 h 247650"/>
                <a:gd name="csX358" fmla="*/ 447075 w 638175"/>
                <a:gd name="csY358" fmla="*/ 155875 h 247650"/>
                <a:gd name="csX359" fmla="*/ 448351 w 638175"/>
                <a:gd name="csY359" fmla="*/ 156513 h 247650"/>
                <a:gd name="csX360" fmla="*/ 449551 w 638175"/>
                <a:gd name="csY360" fmla="*/ 157209 h 247650"/>
                <a:gd name="csX361" fmla="*/ 450818 w 638175"/>
                <a:gd name="csY361" fmla="*/ 157837 h 247650"/>
                <a:gd name="csX362" fmla="*/ 452085 w 638175"/>
                <a:gd name="csY362" fmla="*/ 158466 h 247650"/>
                <a:gd name="csX363" fmla="*/ 453295 w 638175"/>
                <a:gd name="csY363" fmla="*/ 159104 h 247650"/>
                <a:gd name="csX364" fmla="*/ 454561 w 638175"/>
                <a:gd name="csY364" fmla="*/ 159676 h 247650"/>
                <a:gd name="csX365" fmla="*/ 455828 w 638175"/>
                <a:gd name="csY365" fmla="*/ 160304 h 247650"/>
                <a:gd name="csX366" fmla="*/ 457038 w 638175"/>
                <a:gd name="csY366" fmla="*/ 160809 h 247650"/>
                <a:gd name="csX367" fmla="*/ 458305 w 638175"/>
                <a:gd name="csY367" fmla="*/ 161381 h 247650"/>
                <a:gd name="csX368" fmla="*/ 459572 w 638175"/>
                <a:gd name="csY368" fmla="*/ 161886 h 247650"/>
                <a:gd name="csX369" fmla="*/ 460838 w 638175"/>
                <a:gd name="csY369" fmla="*/ 162457 h 247650"/>
                <a:gd name="csX370" fmla="*/ 462048 w 638175"/>
                <a:gd name="csY370" fmla="*/ 162895 h 247650"/>
                <a:gd name="csX371" fmla="*/ 463315 w 638175"/>
                <a:gd name="csY371" fmla="*/ 163409 h 247650"/>
                <a:gd name="csX372" fmla="*/ 464582 w 638175"/>
                <a:gd name="csY372" fmla="*/ 163848 h 247650"/>
                <a:gd name="csX373" fmla="*/ 465792 w 638175"/>
                <a:gd name="csY373" fmla="*/ 164229 h 247650"/>
                <a:gd name="csX374" fmla="*/ 467058 w 638175"/>
                <a:gd name="csY374" fmla="*/ 164667 h 247650"/>
                <a:gd name="csX375" fmla="*/ 468325 w 638175"/>
                <a:gd name="csY375" fmla="*/ 165048 h 247650"/>
                <a:gd name="csX376" fmla="*/ 469526 w 638175"/>
                <a:gd name="csY376" fmla="*/ 165362 h 247650"/>
                <a:gd name="csX377" fmla="*/ 470792 w 638175"/>
                <a:gd name="csY377" fmla="*/ 165686 h 247650"/>
                <a:gd name="csX378" fmla="*/ 472068 w 638175"/>
                <a:gd name="csY378" fmla="*/ 166001 h 247650"/>
                <a:gd name="csX379" fmla="*/ 473269 w 638175"/>
                <a:gd name="csY379" fmla="*/ 166248 h 247650"/>
                <a:gd name="csX380" fmla="*/ 474536 w 638175"/>
                <a:gd name="csY380" fmla="*/ 166505 h 247650"/>
                <a:gd name="csX381" fmla="*/ 475812 w 638175"/>
                <a:gd name="csY381" fmla="*/ 166762 h 247650"/>
                <a:gd name="csX382" fmla="*/ 477079 w 638175"/>
                <a:gd name="csY382" fmla="*/ 166953 h 247650"/>
                <a:gd name="csX383" fmla="*/ 478279 w 638175"/>
                <a:gd name="csY383" fmla="*/ 167134 h 247650"/>
                <a:gd name="csX384" fmla="*/ 479546 w 638175"/>
                <a:gd name="csY384" fmla="*/ 167267 h 247650"/>
                <a:gd name="csX385" fmla="*/ 480813 w 638175"/>
                <a:gd name="csY385" fmla="*/ 167391 h 247650"/>
                <a:gd name="csX386" fmla="*/ 482022 w 638175"/>
                <a:gd name="csY386" fmla="*/ 167515 h 247650"/>
                <a:gd name="csX387" fmla="*/ 483289 w 638175"/>
                <a:gd name="csY387" fmla="*/ 167581 h 247650"/>
                <a:gd name="csX388" fmla="*/ 484556 w 638175"/>
                <a:gd name="csY388" fmla="*/ 167648 h 247650"/>
                <a:gd name="csX389" fmla="*/ 485765 w 638175"/>
                <a:gd name="csY389" fmla="*/ 167648 h 247650"/>
                <a:gd name="csX390" fmla="*/ 487032 w 638175"/>
                <a:gd name="csY390" fmla="*/ 167705 h 247650"/>
                <a:gd name="csX391" fmla="*/ 488299 w 638175"/>
                <a:gd name="csY391" fmla="*/ 167705 h 247650"/>
                <a:gd name="csX392" fmla="*/ 489509 w 638175"/>
                <a:gd name="csY392" fmla="*/ 167648 h 247650"/>
                <a:gd name="csX393" fmla="*/ 490775 w 638175"/>
                <a:gd name="csY393" fmla="*/ 167581 h 247650"/>
                <a:gd name="csX394" fmla="*/ 492042 w 638175"/>
                <a:gd name="csY394" fmla="*/ 167581 h 247650"/>
                <a:gd name="csX395" fmla="*/ 493310 w 638175"/>
                <a:gd name="csY395" fmla="*/ 167515 h 247650"/>
                <a:gd name="csX396" fmla="*/ 494519 w 638175"/>
                <a:gd name="csY396" fmla="*/ 167391 h 247650"/>
                <a:gd name="csX397" fmla="*/ 495786 w 638175"/>
                <a:gd name="csY397" fmla="*/ 167324 h 247650"/>
                <a:gd name="csX398" fmla="*/ 497052 w 638175"/>
                <a:gd name="csY398" fmla="*/ 167267 h 247650"/>
                <a:gd name="csX399" fmla="*/ 498253 w 638175"/>
                <a:gd name="csY399" fmla="*/ 167134 h 247650"/>
                <a:gd name="csX400" fmla="*/ 499529 w 638175"/>
                <a:gd name="csY400" fmla="*/ 167010 h 247650"/>
                <a:gd name="csX401" fmla="*/ 500796 w 638175"/>
                <a:gd name="csY401" fmla="*/ 166953 h 247650"/>
                <a:gd name="csX402" fmla="*/ 501996 w 638175"/>
                <a:gd name="csY402" fmla="*/ 166886 h 247650"/>
                <a:gd name="csX403" fmla="*/ 503263 w 638175"/>
                <a:gd name="csY403" fmla="*/ 166762 h 247650"/>
                <a:gd name="csX404" fmla="*/ 504539 w 638175"/>
                <a:gd name="csY404" fmla="*/ 166696 h 247650"/>
                <a:gd name="csX405" fmla="*/ 505740 w 638175"/>
                <a:gd name="csY405" fmla="*/ 166629 h 247650"/>
                <a:gd name="csX406" fmla="*/ 507006 w 638175"/>
                <a:gd name="csY406" fmla="*/ 166572 h 247650"/>
                <a:gd name="csX407" fmla="*/ 508273 w 638175"/>
                <a:gd name="csY407" fmla="*/ 166572 h 247650"/>
                <a:gd name="csX408" fmla="*/ 509540 w 638175"/>
                <a:gd name="csY408" fmla="*/ 166572 h 247650"/>
                <a:gd name="csX409" fmla="*/ 510750 w 638175"/>
                <a:gd name="csY409" fmla="*/ 166572 h 247650"/>
                <a:gd name="csX410" fmla="*/ 512017 w 638175"/>
                <a:gd name="csY410" fmla="*/ 166629 h 247650"/>
                <a:gd name="csX411" fmla="*/ 513283 w 638175"/>
                <a:gd name="csY411" fmla="*/ 166696 h 247650"/>
                <a:gd name="csX412" fmla="*/ 514493 w 638175"/>
                <a:gd name="csY412" fmla="*/ 166820 h 247650"/>
                <a:gd name="csX413" fmla="*/ 515760 w 638175"/>
                <a:gd name="csY413" fmla="*/ 167010 h 247650"/>
                <a:gd name="csX414" fmla="*/ 517027 w 638175"/>
                <a:gd name="csY414" fmla="*/ 167200 h 247650"/>
                <a:gd name="csX415" fmla="*/ 518236 w 638175"/>
                <a:gd name="csY415" fmla="*/ 167457 h 247650"/>
                <a:gd name="csX416" fmla="*/ 519503 w 638175"/>
                <a:gd name="csY416" fmla="*/ 167705 h 247650"/>
                <a:gd name="csX417" fmla="*/ 520770 w 638175"/>
                <a:gd name="csY417" fmla="*/ 168086 h 247650"/>
                <a:gd name="csX418" fmla="*/ 521970 w 638175"/>
                <a:gd name="csY418" fmla="*/ 168467 h 247650"/>
                <a:gd name="csX419" fmla="*/ 523246 w 638175"/>
                <a:gd name="csY419" fmla="*/ 168906 h 247650"/>
                <a:gd name="csX420" fmla="*/ 524513 w 638175"/>
                <a:gd name="csY420" fmla="*/ 169420 h 247650"/>
                <a:gd name="csX421" fmla="*/ 525780 w 638175"/>
                <a:gd name="csY421" fmla="*/ 169925 h 247650"/>
                <a:gd name="csX422" fmla="*/ 526990 w 638175"/>
                <a:gd name="csY422" fmla="*/ 170553 h 247650"/>
                <a:gd name="csX423" fmla="*/ 528256 w 638175"/>
                <a:gd name="csY423" fmla="*/ 171192 h 247650"/>
                <a:gd name="csX424" fmla="*/ 529523 w 638175"/>
                <a:gd name="csY424" fmla="*/ 171944 h 247650"/>
                <a:gd name="csX425" fmla="*/ 530724 w 638175"/>
                <a:gd name="csY425" fmla="*/ 172706 h 247650"/>
                <a:gd name="csX426" fmla="*/ 531990 w 638175"/>
                <a:gd name="csY426" fmla="*/ 173592 h 247650"/>
                <a:gd name="csX427" fmla="*/ 533267 w 638175"/>
                <a:gd name="csY427" fmla="*/ 174477 h 247650"/>
                <a:gd name="csX428" fmla="*/ 534467 w 638175"/>
                <a:gd name="csY428" fmla="*/ 175430 h 247650"/>
                <a:gd name="csX429" fmla="*/ 535734 w 638175"/>
                <a:gd name="csY429" fmla="*/ 176439 h 247650"/>
                <a:gd name="csX430" fmla="*/ 537001 w 638175"/>
                <a:gd name="csY430" fmla="*/ 177573 h 247650"/>
                <a:gd name="csX431" fmla="*/ 538210 w 638175"/>
                <a:gd name="csY431" fmla="*/ 178716 h 247650"/>
                <a:gd name="csX432" fmla="*/ 539477 w 638175"/>
                <a:gd name="csY432" fmla="*/ 179859 h 247650"/>
                <a:gd name="csX433" fmla="*/ 540744 w 638175"/>
                <a:gd name="csY433" fmla="*/ 181126 h 247650"/>
                <a:gd name="csX434" fmla="*/ 542011 w 638175"/>
                <a:gd name="csY434" fmla="*/ 182450 h 247650"/>
                <a:gd name="csX435" fmla="*/ 543221 w 638175"/>
                <a:gd name="csY435" fmla="*/ 183783 h 247650"/>
                <a:gd name="csX436" fmla="*/ 544487 w 638175"/>
                <a:gd name="csY436" fmla="*/ 185174 h 247650"/>
                <a:gd name="csX437" fmla="*/ 545754 w 638175"/>
                <a:gd name="csY437" fmla="*/ 186565 h 247650"/>
                <a:gd name="csX438" fmla="*/ 546964 w 638175"/>
                <a:gd name="csY438" fmla="*/ 188079 h 247650"/>
                <a:gd name="csX439" fmla="*/ 548231 w 638175"/>
                <a:gd name="csY439" fmla="*/ 189603 h 247650"/>
                <a:gd name="csX440" fmla="*/ 549497 w 638175"/>
                <a:gd name="csY440" fmla="*/ 191118 h 247650"/>
                <a:gd name="csX441" fmla="*/ 550707 w 638175"/>
                <a:gd name="csY441" fmla="*/ 192699 h 247650"/>
                <a:gd name="csX442" fmla="*/ 551974 w 638175"/>
                <a:gd name="csY442" fmla="*/ 194280 h 247650"/>
                <a:gd name="csX443" fmla="*/ 553241 w 638175"/>
                <a:gd name="csY443" fmla="*/ 195928 h 247650"/>
                <a:gd name="csX444" fmla="*/ 554508 w 638175"/>
                <a:gd name="csY444" fmla="*/ 197509 h 247650"/>
                <a:gd name="csX445" fmla="*/ 555717 w 638175"/>
                <a:gd name="csY445" fmla="*/ 199214 h 247650"/>
                <a:gd name="csX446" fmla="*/ 556984 w 638175"/>
                <a:gd name="csY446" fmla="*/ 200862 h 247650"/>
                <a:gd name="csX447" fmla="*/ 558251 w 638175"/>
                <a:gd name="csY447" fmla="*/ 202509 h 247650"/>
                <a:gd name="csX448" fmla="*/ 559451 w 638175"/>
                <a:gd name="csY448" fmla="*/ 204158 h 247650"/>
                <a:gd name="csX449" fmla="*/ 560727 w 638175"/>
                <a:gd name="csY449" fmla="*/ 205863 h 247650"/>
                <a:gd name="csX450" fmla="*/ 561994 w 638175"/>
                <a:gd name="csY450" fmla="*/ 207510 h 247650"/>
                <a:gd name="csX451" fmla="*/ 563194 w 638175"/>
                <a:gd name="csY451" fmla="*/ 209149 h 247650"/>
                <a:gd name="csX452" fmla="*/ 564461 w 638175"/>
                <a:gd name="csY452" fmla="*/ 210796 h 247650"/>
                <a:gd name="csX453" fmla="*/ 565737 w 638175"/>
                <a:gd name="csY453" fmla="*/ 212377 h 247650"/>
                <a:gd name="csX454" fmla="*/ 566938 w 638175"/>
                <a:gd name="csY454" fmla="*/ 213959 h 247650"/>
                <a:gd name="csX455" fmla="*/ 568204 w 638175"/>
                <a:gd name="csY455" fmla="*/ 215540 h 247650"/>
                <a:gd name="csX456" fmla="*/ 569471 w 638175"/>
                <a:gd name="csY456" fmla="*/ 217121 h 247650"/>
                <a:gd name="csX457" fmla="*/ 570747 w 638175"/>
                <a:gd name="csY457" fmla="*/ 218578 h 247650"/>
                <a:gd name="csX458" fmla="*/ 571948 w 638175"/>
                <a:gd name="csY458" fmla="*/ 220093 h 247650"/>
                <a:gd name="csX459" fmla="*/ 573215 w 638175"/>
                <a:gd name="csY459" fmla="*/ 221550 h 247650"/>
                <a:gd name="csX460" fmla="*/ 574481 w 638175"/>
                <a:gd name="csY460" fmla="*/ 222941 h 247650"/>
                <a:gd name="csX461" fmla="*/ 575691 w 638175"/>
                <a:gd name="csY461" fmla="*/ 224274 h 247650"/>
                <a:gd name="csX462" fmla="*/ 576958 w 638175"/>
                <a:gd name="csY462" fmla="*/ 225598 h 247650"/>
                <a:gd name="csX463" fmla="*/ 578225 w 638175"/>
                <a:gd name="csY463" fmla="*/ 226932 h 247650"/>
                <a:gd name="csX464" fmla="*/ 579435 w 638175"/>
                <a:gd name="csY464" fmla="*/ 228132 h 247650"/>
                <a:gd name="csX465" fmla="*/ 580701 w 638175"/>
                <a:gd name="csY465" fmla="*/ 229332 h 247650"/>
                <a:gd name="csX466" fmla="*/ 581968 w 638175"/>
                <a:gd name="csY466" fmla="*/ 230475 h 247650"/>
                <a:gd name="csX467" fmla="*/ 583178 w 638175"/>
                <a:gd name="csY467" fmla="*/ 231608 h 247650"/>
                <a:gd name="csX468" fmla="*/ 584445 w 638175"/>
                <a:gd name="csY468" fmla="*/ 232628 h 247650"/>
                <a:gd name="csX469" fmla="*/ 585712 w 638175"/>
                <a:gd name="csY469" fmla="*/ 233637 h 247650"/>
                <a:gd name="csX470" fmla="*/ 586978 w 638175"/>
                <a:gd name="csY470" fmla="*/ 234647 h 247650"/>
                <a:gd name="csX471" fmla="*/ 588188 w 638175"/>
                <a:gd name="csY471" fmla="*/ 235533 h 247650"/>
                <a:gd name="csX472" fmla="*/ 589455 w 638175"/>
                <a:gd name="csY472" fmla="*/ 236418 h 247650"/>
                <a:gd name="csX473" fmla="*/ 590722 w 638175"/>
                <a:gd name="csY473" fmla="*/ 237247 h 247650"/>
                <a:gd name="csX474" fmla="*/ 591922 w 638175"/>
                <a:gd name="csY474" fmla="*/ 238000 h 247650"/>
                <a:gd name="csX475" fmla="*/ 593198 w 638175"/>
                <a:gd name="csY475" fmla="*/ 238762 h 247650"/>
                <a:gd name="csX476" fmla="*/ 594465 w 638175"/>
                <a:gd name="csY476" fmla="*/ 239457 h 247650"/>
                <a:gd name="csX477" fmla="*/ 595665 w 638175"/>
                <a:gd name="csY477" fmla="*/ 240095 h 247650"/>
                <a:gd name="csX478" fmla="*/ 596932 w 638175"/>
                <a:gd name="csY478" fmla="*/ 240724 h 247650"/>
                <a:gd name="csX479" fmla="*/ 598208 w 638175"/>
                <a:gd name="csY479" fmla="*/ 241295 h 247650"/>
                <a:gd name="csX480" fmla="*/ 599408 w 638175"/>
                <a:gd name="csY480" fmla="*/ 241867 h 247650"/>
                <a:gd name="csX481" fmla="*/ 600675 w 638175"/>
                <a:gd name="csY481" fmla="*/ 242371 h 247650"/>
                <a:gd name="csX482" fmla="*/ 601942 w 638175"/>
                <a:gd name="csY482" fmla="*/ 242810 h 247650"/>
                <a:gd name="csX483" fmla="*/ 603209 w 638175"/>
                <a:gd name="csY483" fmla="*/ 243257 h 247650"/>
                <a:gd name="csX484" fmla="*/ 604419 w 638175"/>
                <a:gd name="csY484" fmla="*/ 243696 h 247650"/>
                <a:gd name="csX485" fmla="*/ 605685 w 638175"/>
                <a:gd name="csY485" fmla="*/ 244020 h 247650"/>
                <a:gd name="csX486" fmla="*/ 606952 w 638175"/>
                <a:gd name="csY486" fmla="*/ 244391 h 247650"/>
                <a:gd name="csX487" fmla="*/ 608162 w 638175"/>
                <a:gd name="csY487" fmla="*/ 244715 h 247650"/>
                <a:gd name="csX488" fmla="*/ 609429 w 638175"/>
                <a:gd name="csY488" fmla="*/ 245029 h 247650"/>
                <a:gd name="csX489" fmla="*/ 610695 w 638175"/>
                <a:gd name="csY489" fmla="*/ 245277 h 247650"/>
                <a:gd name="csX490" fmla="*/ 611905 w 638175"/>
                <a:gd name="csY490" fmla="*/ 245534 h 247650"/>
                <a:gd name="csX491" fmla="*/ 613172 w 638175"/>
                <a:gd name="csY491" fmla="*/ 245725 h 247650"/>
                <a:gd name="csX492" fmla="*/ 614439 w 638175"/>
                <a:gd name="csY492" fmla="*/ 245982 h 247650"/>
                <a:gd name="csX493" fmla="*/ 615639 w 638175"/>
                <a:gd name="csY493" fmla="*/ 246163 h 247650"/>
                <a:gd name="csX494" fmla="*/ 616915 w 638175"/>
                <a:gd name="csY494" fmla="*/ 246353 h 247650"/>
                <a:gd name="csX495" fmla="*/ 618182 w 638175"/>
                <a:gd name="csY495" fmla="*/ 246486 h 247650"/>
                <a:gd name="csX496" fmla="*/ 619449 w 638175"/>
                <a:gd name="csY496" fmla="*/ 246610 h 247650"/>
                <a:gd name="csX497" fmla="*/ 620649 w 638175"/>
                <a:gd name="csY497" fmla="*/ 246734 h 247650"/>
                <a:gd name="csX498" fmla="*/ 621926 w 638175"/>
                <a:gd name="csY498" fmla="*/ 246858 h 247650"/>
                <a:gd name="csX499" fmla="*/ 623192 w 638175"/>
                <a:gd name="csY499" fmla="*/ 246992 h 247650"/>
                <a:gd name="csX500" fmla="*/ 624392 w 638175"/>
                <a:gd name="csY500" fmla="*/ 247049 h 247650"/>
                <a:gd name="csX501" fmla="*/ 625659 w 638175"/>
                <a:gd name="csY501" fmla="*/ 247182 h 247650"/>
                <a:gd name="csX502" fmla="*/ 626936 w 638175"/>
                <a:gd name="csY502" fmla="*/ 247239 h 247650"/>
                <a:gd name="csX503" fmla="*/ 628136 w 638175"/>
                <a:gd name="csY503" fmla="*/ 247305 h 247650"/>
                <a:gd name="csX504" fmla="*/ 629402 w 638175"/>
                <a:gd name="csY504" fmla="*/ 247372 h 247650"/>
                <a:gd name="csX505" fmla="*/ 630669 w 638175"/>
                <a:gd name="csY505" fmla="*/ 247429 h 247650"/>
                <a:gd name="csX506" fmla="*/ 631946 w 638175"/>
                <a:gd name="csY506" fmla="*/ 247429 h 247650"/>
                <a:gd name="csX507" fmla="*/ 633146 w 638175"/>
                <a:gd name="csY507" fmla="*/ 247496 h 247650"/>
                <a:gd name="csX508" fmla="*/ 634413 w 638175"/>
                <a:gd name="csY508" fmla="*/ 247553 h 247650"/>
                <a:gd name="csX509" fmla="*/ 635679 w 638175"/>
                <a:gd name="csY509" fmla="*/ 247553 h 247650"/>
                <a:gd name="csX510" fmla="*/ 636889 w 638175"/>
                <a:gd name="csY510" fmla="*/ 247620 h 247650"/>
                <a:gd name="csX511" fmla="*/ 638156 w 638175"/>
                <a:gd name="csY511"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247650">
                  <a:moveTo>
                    <a:pt x="-19" y="247305"/>
                  </a:moveTo>
                  <a:lnTo>
                    <a:pt x="1191" y="247239"/>
                  </a:lnTo>
                  <a:lnTo>
                    <a:pt x="2458" y="247182"/>
                  </a:lnTo>
                  <a:lnTo>
                    <a:pt x="3724" y="247049"/>
                  </a:lnTo>
                  <a:lnTo>
                    <a:pt x="4924" y="246992"/>
                  </a:lnTo>
                  <a:lnTo>
                    <a:pt x="6201" y="246858"/>
                  </a:lnTo>
                  <a:lnTo>
                    <a:pt x="7468" y="246734"/>
                  </a:lnTo>
                  <a:lnTo>
                    <a:pt x="8668" y="246544"/>
                  </a:lnTo>
                  <a:lnTo>
                    <a:pt x="9934" y="246353"/>
                  </a:lnTo>
                  <a:lnTo>
                    <a:pt x="11211" y="246229"/>
                  </a:lnTo>
                  <a:lnTo>
                    <a:pt x="12478" y="245982"/>
                  </a:lnTo>
                  <a:lnTo>
                    <a:pt x="13678" y="245725"/>
                  </a:lnTo>
                  <a:lnTo>
                    <a:pt x="14945" y="245467"/>
                  </a:lnTo>
                  <a:lnTo>
                    <a:pt x="16221" y="245220"/>
                  </a:lnTo>
                  <a:lnTo>
                    <a:pt x="17421" y="244906"/>
                  </a:lnTo>
                  <a:lnTo>
                    <a:pt x="18688" y="244524"/>
                  </a:lnTo>
                  <a:lnTo>
                    <a:pt x="19955" y="244077"/>
                  </a:lnTo>
                  <a:lnTo>
                    <a:pt x="21165" y="243696"/>
                  </a:lnTo>
                  <a:lnTo>
                    <a:pt x="22431" y="243191"/>
                  </a:lnTo>
                  <a:lnTo>
                    <a:pt x="23698" y="242619"/>
                  </a:lnTo>
                  <a:lnTo>
                    <a:pt x="24908" y="242058"/>
                  </a:lnTo>
                  <a:lnTo>
                    <a:pt x="26175" y="241419"/>
                  </a:lnTo>
                  <a:lnTo>
                    <a:pt x="27442" y="240724"/>
                  </a:lnTo>
                  <a:lnTo>
                    <a:pt x="28708" y="239962"/>
                  </a:lnTo>
                  <a:lnTo>
                    <a:pt x="29918" y="239143"/>
                  </a:lnTo>
                  <a:lnTo>
                    <a:pt x="31185" y="238257"/>
                  </a:lnTo>
                  <a:lnTo>
                    <a:pt x="32452" y="237247"/>
                  </a:lnTo>
                  <a:lnTo>
                    <a:pt x="33652" y="236171"/>
                  </a:lnTo>
                  <a:lnTo>
                    <a:pt x="34928" y="235028"/>
                  </a:lnTo>
                  <a:lnTo>
                    <a:pt x="36195" y="233828"/>
                  </a:lnTo>
                  <a:lnTo>
                    <a:pt x="37395" y="232504"/>
                  </a:lnTo>
                  <a:lnTo>
                    <a:pt x="38672" y="231047"/>
                  </a:lnTo>
                  <a:lnTo>
                    <a:pt x="39938" y="229522"/>
                  </a:lnTo>
                  <a:lnTo>
                    <a:pt x="41205" y="227942"/>
                  </a:lnTo>
                  <a:lnTo>
                    <a:pt x="42405" y="226170"/>
                  </a:lnTo>
                  <a:lnTo>
                    <a:pt x="43672" y="224274"/>
                  </a:lnTo>
                  <a:lnTo>
                    <a:pt x="44949" y="222312"/>
                  </a:lnTo>
                  <a:lnTo>
                    <a:pt x="46149" y="220226"/>
                  </a:lnTo>
                  <a:lnTo>
                    <a:pt x="47415" y="218007"/>
                  </a:lnTo>
                  <a:lnTo>
                    <a:pt x="48682" y="215606"/>
                  </a:lnTo>
                  <a:lnTo>
                    <a:pt x="49892" y="213140"/>
                  </a:lnTo>
                  <a:lnTo>
                    <a:pt x="51159" y="210539"/>
                  </a:lnTo>
                  <a:lnTo>
                    <a:pt x="52425" y="207758"/>
                  </a:lnTo>
                  <a:lnTo>
                    <a:pt x="53635" y="204910"/>
                  </a:lnTo>
                  <a:lnTo>
                    <a:pt x="54902" y="201872"/>
                  </a:lnTo>
                  <a:lnTo>
                    <a:pt x="56169" y="198709"/>
                  </a:lnTo>
                  <a:lnTo>
                    <a:pt x="57436" y="195356"/>
                  </a:lnTo>
                  <a:lnTo>
                    <a:pt x="58645" y="191937"/>
                  </a:lnTo>
                  <a:lnTo>
                    <a:pt x="59912" y="188393"/>
                  </a:lnTo>
                  <a:lnTo>
                    <a:pt x="61179" y="184669"/>
                  </a:lnTo>
                  <a:lnTo>
                    <a:pt x="62389" y="180869"/>
                  </a:lnTo>
                  <a:lnTo>
                    <a:pt x="63656" y="176878"/>
                  </a:lnTo>
                  <a:lnTo>
                    <a:pt x="64922" y="172830"/>
                  </a:lnTo>
                  <a:lnTo>
                    <a:pt x="66122" y="168591"/>
                  </a:lnTo>
                  <a:lnTo>
                    <a:pt x="67399" y="164295"/>
                  </a:lnTo>
                  <a:lnTo>
                    <a:pt x="68666" y="159924"/>
                  </a:lnTo>
                  <a:lnTo>
                    <a:pt x="69866" y="155370"/>
                  </a:lnTo>
                  <a:lnTo>
                    <a:pt x="71132" y="150817"/>
                  </a:lnTo>
                  <a:lnTo>
                    <a:pt x="72409" y="146131"/>
                  </a:lnTo>
                  <a:lnTo>
                    <a:pt x="73676" y="141388"/>
                  </a:lnTo>
                  <a:lnTo>
                    <a:pt x="74876" y="136511"/>
                  </a:lnTo>
                  <a:lnTo>
                    <a:pt x="76143" y="131643"/>
                  </a:lnTo>
                  <a:lnTo>
                    <a:pt x="77419" y="126767"/>
                  </a:lnTo>
                  <a:lnTo>
                    <a:pt x="78619" y="121776"/>
                  </a:lnTo>
                  <a:lnTo>
                    <a:pt x="79886" y="116775"/>
                  </a:lnTo>
                  <a:lnTo>
                    <a:pt x="81153" y="111774"/>
                  </a:lnTo>
                  <a:lnTo>
                    <a:pt x="82363" y="106774"/>
                  </a:lnTo>
                  <a:lnTo>
                    <a:pt x="83629" y="101840"/>
                  </a:lnTo>
                  <a:lnTo>
                    <a:pt x="84896" y="96839"/>
                  </a:lnTo>
                  <a:lnTo>
                    <a:pt x="86106" y="91905"/>
                  </a:lnTo>
                  <a:lnTo>
                    <a:pt x="87373" y="87038"/>
                  </a:lnTo>
                  <a:lnTo>
                    <a:pt x="88640" y="82161"/>
                  </a:lnTo>
                  <a:lnTo>
                    <a:pt x="89906" y="77418"/>
                  </a:lnTo>
                  <a:lnTo>
                    <a:pt x="91116" y="72731"/>
                  </a:lnTo>
                  <a:lnTo>
                    <a:pt x="92383" y="68112"/>
                  </a:lnTo>
                  <a:lnTo>
                    <a:pt x="93650" y="63625"/>
                  </a:lnTo>
                  <a:lnTo>
                    <a:pt x="94860" y="59197"/>
                  </a:lnTo>
                  <a:lnTo>
                    <a:pt x="96126" y="54958"/>
                  </a:lnTo>
                  <a:lnTo>
                    <a:pt x="97393" y="50776"/>
                  </a:lnTo>
                  <a:lnTo>
                    <a:pt x="98594" y="46728"/>
                  </a:lnTo>
                  <a:lnTo>
                    <a:pt x="99860" y="42871"/>
                  </a:lnTo>
                  <a:lnTo>
                    <a:pt x="101136" y="39137"/>
                  </a:lnTo>
                  <a:lnTo>
                    <a:pt x="102336" y="35527"/>
                  </a:lnTo>
                  <a:lnTo>
                    <a:pt x="103604" y="32174"/>
                  </a:lnTo>
                  <a:lnTo>
                    <a:pt x="104880" y="28888"/>
                  </a:lnTo>
                  <a:lnTo>
                    <a:pt x="106147" y="25783"/>
                  </a:lnTo>
                  <a:lnTo>
                    <a:pt x="107347" y="22935"/>
                  </a:lnTo>
                  <a:lnTo>
                    <a:pt x="108614" y="20220"/>
                  </a:lnTo>
                  <a:lnTo>
                    <a:pt x="109881" y="17620"/>
                  </a:lnTo>
                  <a:lnTo>
                    <a:pt x="111090" y="15220"/>
                  </a:lnTo>
                  <a:lnTo>
                    <a:pt x="112357" y="13067"/>
                  </a:lnTo>
                  <a:lnTo>
                    <a:pt x="113624" y="11105"/>
                  </a:lnTo>
                  <a:lnTo>
                    <a:pt x="114833" y="9209"/>
                  </a:lnTo>
                  <a:lnTo>
                    <a:pt x="116100" y="7561"/>
                  </a:lnTo>
                  <a:lnTo>
                    <a:pt x="117367" y="6104"/>
                  </a:lnTo>
                  <a:lnTo>
                    <a:pt x="118634" y="4780"/>
                  </a:lnTo>
                  <a:lnTo>
                    <a:pt x="119843" y="3637"/>
                  </a:lnTo>
                  <a:lnTo>
                    <a:pt x="121110" y="2627"/>
                  </a:lnTo>
                  <a:lnTo>
                    <a:pt x="122377" y="1865"/>
                  </a:lnTo>
                  <a:lnTo>
                    <a:pt x="123587" y="1170"/>
                  </a:lnTo>
                  <a:lnTo>
                    <a:pt x="124854" y="665"/>
                  </a:lnTo>
                  <a:lnTo>
                    <a:pt x="126120" y="285"/>
                  </a:lnTo>
                  <a:lnTo>
                    <a:pt x="127330" y="94"/>
                  </a:lnTo>
                  <a:lnTo>
                    <a:pt x="128597" y="-30"/>
                  </a:lnTo>
                  <a:lnTo>
                    <a:pt x="129864" y="-30"/>
                  </a:lnTo>
                  <a:lnTo>
                    <a:pt x="131064" y="161"/>
                  </a:lnTo>
                  <a:lnTo>
                    <a:pt x="132331" y="418"/>
                  </a:lnTo>
                  <a:lnTo>
                    <a:pt x="133607" y="789"/>
                  </a:lnTo>
                  <a:lnTo>
                    <a:pt x="134874" y="1237"/>
                  </a:lnTo>
                  <a:lnTo>
                    <a:pt x="136074" y="1808"/>
                  </a:lnTo>
                  <a:lnTo>
                    <a:pt x="137341" y="2437"/>
                  </a:lnTo>
                  <a:lnTo>
                    <a:pt x="138617" y="3132"/>
                  </a:lnTo>
                  <a:lnTo>
                    <a:pt x="139818" y="3961"/>
                  </a:lnTo>
                  <a:lnTo>
                    <a:pt x="141085" y="4780"/>
                  </a:lnTo>
                  <a:lnTo>
                    <a:pt x="142351" y="5732"/>
                  </a:lnTo>
                  <a:lnTo>
                    <a:pt x="143561" y="6675"/>
                  </a:lnTo>
                  <a:lnTo>
                    <a:pt x="144827" y="7695"/>
                  </a:lnTo>
                  <a:lnTo>
                    <a:pt x="146095" y="8761"/>
                  </a:lnTo>
                  <a:lnTo>
                    <a:pt x="147304" y="9838"/>
                  </a:lnTo>
                  <a:lnTo>
                    <a:pt x="148571" y="10914"/>
                  </a:lnTo>
                  <a:lnTo>
                    <a:pt x="149838" y="12057"/>
                  </a:lnTo>
                  <a:lnTo>
                    <a:pt x="151105" y="13258"/>
                  </a:lnTo>
                  <a:lnTo>
                    <a:pt x="152314" y="14401"/>
                  </a:lnTo>
                  <a:lnTo>
                    <a:pt x="153581" y="15600"/>
                  </a:lnTo>
                  <a:lnTo>
                    <a:pt x="154848" y="16801"/>
                  </a:lnTo>
                  <a:lnTo>
                    <a:pt x="156058" y="18001"/>
                  </a:lnTo>
                  <a:lnTo>
                    <a:pt x="157324" y="19211"/>
                  </a:lnTo>
                  <a:lnTo>
                    <a:pt x="158591" y="20344"/>
                  </a:lnTo>
                  <a:lnTo>
                    <a:pt x="159792" y="21544"/>
                  </a:lnTo>
                  <a:lnTo>
                    <a:pt x="161058" y="22744"/>
                  </a:lnTo>
                  <a:lnTo>
                    <a:pt x="162334" y="23887"/>
                  </a:lnTo>
                  <a:lnTo>
                    <a:pt x="163535" y="25030"/>
                  </a:lnTo>
                  <a:lnTo>
                    <a:pt x="164802" y="26164"/>
                  </a:lnTo>
                  <a:lnTo>
                    <a:pt x="166078" y="27240"/>
                  </a:lnTo>
                  <a:lnTo>
                    <a:pt x="167345" y="28317"/>
                  </a:lnTo>
                  <a:lnTo>
                    <a:pt x="168545" y="29393"/>
                  </a:lnTo>
                  <a:lnTo>
                    <a:pt x="169812" y="30402"/>
                  </a:lnTo>
                  <a:lnTo>
                    <a:pt x="171088" y="31422"/>
                  </a:lnTo>
                  <a:lnTo>
                    <a:pt x="172289" y="32431"/>
                  </a:lnTo>
                  <a:lnTo>
                    <a:pt x="173555" y="33374"/>
                  </a:lnTo>
                  <a:lnTo>
                    <a:pt x="174822" y="34327"/>
                  </a:lnTo>
                  <a:lnTo>
                    <a:pt x="176031" y="35213"/>
                  </a:lnTo>
                  <a:lnTo>
                    <a:pt x="177299" y="36032"/>
                  </a:lnTo>
                  <a:lnTo>
                    <a:pt x="178565" y="36927"/>
                  </a:lnTo>
                  <a:lnTo>
                    <a:pt x="179775" y="37679"/>
                  </a:lnTo>
                  <a:lnTo>
                    <a:pt x="181041" y="38441"/>
                  </a:lnTo>
                  <a:lnTo>
                    <a:pt x="182309" y="39204"/>
                  </a:lnTo>
                  <a:lnTo>
                    <a:pt x="183576" y="39899"/>
                  </a:lnTo>
                  <a:lnTo>
                    <a:pt x="184785" y="40594"/>
                  </a:lnTo>
                  <a:lnTo>
                    <a:pt x="186052" y="41223"/>
                  </a:lnTo>
                  <a:lnTo>
                    <a:pt x="187319" y="41861"/>
                  </a:lnTo>
                  <a:lnTo>
                    <a:pt x="188519" y="42423"/>
                  </a:lnTo>
                  <a:lnTo>
                    <a:pt x="189795" y="42995"/>
                  </a:lnTo>
                  <a:lnTo>
                    <a:pt x="191062" y="43566"/>
                  </a:lnTo>
                  <a:lnTo>
                    <a:pt x="192262" y="44071"/>
                  </a:lnTo>
                  <a:lnTo>
                    <a:pt x="193529" y="44518"/>
                  </a:lnTo>
                  <a:lnTo>
                    <a:pt x="194805" y="44957"/>
                  </a:lnTo>
                  <a:lnTo>
                    <a:pt x="196006" y="45404"/>
                  </a:lnTo>
                  <a:lnTo>
                    <a:pt x="197272" y="45842"/>
                  </a:lnTo>
                  <a:lnTo>
                    <a:pt x="198539" y="46224"/>
                  </a:lnTo>
                  <a:lnTo>
                    <a:pt x="199815" y="46538"/>
                  </a:lnTo>
                  <a:lnTo>
                    <a:pt x="201016" y="46919"/>
                  </a:lnTo>
                  <a:lnTo>
                    <a:pt x="202283" y="47233"/>
                  </a:lnTo>
                  <a:lnTo>
                    <a:pt x="203549" y="47547"/>
                  </a:lnTo>
                  <a:lnTo>
                    <a:pt x="204759" y="47804"/>
                  </a:lnTo>
                  <a:lnTo>
                    <a:pt x="206026" y="48119"/>
                  </a:lnTo>
                  <a:lnTo>
                    <a:pt x="207293" y="48376"/>
                  </a:lnTo>
                  <a:lnTo>
                    <a:pt x="208503" y="48623"/>
                  </a:lnTo>
                  <a:lnTo>
                    <a:pt x="209769" y="48814"/>
                  </a:lnTo>
                  <a:lnTo>
                    <a:pt x="211036" y="49072"/>
                  </a:lnTo>
                  <a:lnTo>
                    <a:pt x="212303" y="49262"/>
                  </a:lnTo>
                  <a:lnTo>
                    <a:pt x="213513" y="49509"/>
                  </a:lnTo>
                  <a:lnTo>
                    <a:pt x="214780" y="49700"/>
                  </a:lnTo>
                  <a:lnTo>
                    <a:pt x="216046" y="49891"/>
                  </a:lnTo>
                  <a:lnTo>
                    <a:pt x="217256" y="50148"/>
                  </a:lnTo>
                  <a:lnTo>
                    <a:pt x="218522" y="50338"/>
                  </a:lnTo>
                  <a:lnTo>
                    <a:pt x="219790" y="50529"/>
                  </a:lnTo>
                  <a:lnTo>
                    <a:pt x="220990" y="50776"/>
                  </a:lnTo>
                  <a:lnTo>
                    <a:pt x="222266" y="50967"/>
                  </a:lnTo>
                  <a:lnTo>
                    <a:pt x="223532" y="51158"/>
                  </a:lnTo>
                  <a:lnTo>
                    <a:pt x="224733" y="51415"/>
                  </a:lnTo>
                  <a:lnTo>
                    <a:pt x="226000" y="51662"/>
                  </a:lnTo>
                  <a:lnTo>
                    <a:pt x="227276" y="51919"/>
                  </a:lnTo>
                  <a:lnTo>
                    <a:pt x="228543" y="52167"/>
                  </a:lnTo>
                  <a:lnTo>
                    <a:pt x="229743" y="52424"/>
                  </a:lnTo>
                  <a:lnTo>
                    <a:pt x="231010" y="52681"/>
                  </a:lnTo>
                  <a:lnTo>
                    <a:pt x="232277" y="52996"/>
                  </a:lnTo>
                  <a:lnTo>
                    <a:pt x="233487" y="53310"/>
                  </a:lnTo>
                  <a:lnTo>
                    <a:pt x="234753" y="53624"/>
                  </a:lnTo>
                  <a:lnTo>
                    <a:pt x="236020" y="53939"/>
                  </a:lnTo>
                  <a:lnTo>
                    <a:pt x="237230" y="54320"/>
                  </a:lnTo>
                  <a:lnTo>
                    <a:pt x="238497" y="54700"/>
                  </a:lnTo>
                  <a:lnTo>
                    <a:pt x="239763" y="55082"/>
                  </a:lnTo>
                  <a:lnTo>
                    <a:pt x="240973" y="55463"/>
                  </a:lnTo>
                  <a:lnTo>
                    <a:pt x="242240" y="55901"/>
                  </a:lnTo>
                  <a:lnTo>
                    <a:pt x="243507" y="56349"/>
                  </a:lnTo>
                  <a:lnTo>
                    <a:pt x="244774" y="56787"/>
                  </a:lnTo>
                  <a:lnTo>
                    <a:pt x="245983" y="57235"/>
                  </a:lnTo>
                  <a:lnTo>
                    <a:pt x="247250" y="57739"/>
                  </a:lnTo>
                  <a:lnTo>
                    <a:pt x="248517" y="58187"/>
                  </a:lnTo>
                  <a:lnTo>
                    <a:pt x="249717" y="58749"/>
                  </a:lnTo>
                  <a:lnTo>
                    <a:pt x="250994" y="59254"/>
                  </a:lnTo>
                  <a:lnTo>
                    <a:pt x="252260" y="59768"/>
                  </a:lnTo>
                  <a:lnTo>
                    <a:pt x="253460" y="60330"/>
                  </a:lnTo>
                  <a:lnTo>
                    <a:pt x="254727" y="60901"/>
                  </a:lnTo>
                  <a:lnTo>
                    <a:pt x="256004" y="61473"/>
                  </a:lnTo>
                  <a:lnTo>
                    <a:pt x="257204" y="62045"/>
                  </a:lnTo>
                  <a:lnTo>
                    <a:pt x="258470" y="62673"/>
                  </a:lnTo>
                  <a:lnTo>
                    <a:pt x="259737" y="63245"/>
                  </a:lnTo>
                  <a:lnTo>
                    <a:pt x="261014" y="63873"/>
                  </a:lnTo>
                  <a:lnTo>
                    <a:pt x="262214" y="64445"/>
                  </a:lnTo>
                  <a:lnTo>
                    <a:pt x="263481" y="65083"/>
                  </a:lnTo>
                  <a:lnTo>
                    <a:pt x="264747" y="65711"/>
                  </a:lnTo>
                  <a:lnTo>
                    <a:pt x="265957" y="66340"/>
                  </a:lnTo>
                  <a:lnTo>
                    <a:pt x="267224" y="66978"/>
                  </a:lnTo>
                  <a:lnTo>
                    <a:pt x="268491" y="67607"/>
                  </a:lnTo>
                  <a:lnTo>
                    <a:pt x="269701" y="68245"/>
                  </a:lnTo>
                  <a:lnTo>
                    <a:pt x="270967" y="68874"/>
                  </a:lnTo>
                  <a:lnTo>
                    <a:pt x="272234" y="69445"/>
                  </a:lnTo>
                  <a:lnTo>
                    <a:pt x="273444" y="70074"/>
                  </a:lnTo>
                  <a:lnTo>
                    <a:pt x="274711" y="70712"/>
                  </a:lnTo>
                  <a:lnTo>
                    <a:pt x="275978" y="71341"/>
                  </a:lnTo>
                  <a:lnTo>
                    <a:pt x="277244" y="71912"/>
                  </a:lnTo>
                  <a:lnTo>
                    <a:pt x="278454" y="72541"/>
                  </a:lnTo>
                  <a:lnTo>
                    <a:pt x="279721" y="73113"/>
                  </a:lnTo>
                  <a:lnTo>
                    <a:pt x="280988" y="73684"/>
                  </a:lnTo>
                  <a:lnTo>
                    <a:pt x="282188" y="74256"/>
                  </a:lnTo>
                  <a:lnTo>
                    <a:pt x="283464" y="74827"/>
                  </a:lnTo>
                  <a:lnTo>
                    <a:pt x="284731" y="75389"/>
                  </a:lnTo>
                  <a:lnTo>
                    <a:pt x="285931" y="75894"/>
                  </a:lnTo>
                  <a:lnTo>
                    <a:pt x="287198" y="76465"/>
                  </a:lnTo>
                  <a:lnTo>
                    <a:pt x="288474" y="76970"/>
                  </a:lnTo>
                  <a:lnTo>
                    <a:pt x="289741" y="77484"/>
                  </a:lnTo>
                  <a:lnTo>
                    <a:pt x="290941" y="77989"/>
                  </a:lnTo>
                  <a:lnTo>
                    <a:pt x="292208" y="78494"/>
                  </a:lnTo>
                  <a:lnTo>
                    <a:pt x="293485" y="78932"/>
                  </a:lnTo>
                  <a:lnTo>
                    <a:pt x="294685" y="79447"/>
                  </a:lnTo>
                  <a:lnTo>
                    <a:pt x="295951" y="79885"/>
                  </a:lnTo>
                  <a:lnTo>
                    <a:pt x="297218" y="80323"/>
                  </a:lnTo>
                  <a:lnTo>
                    <a:pt x="298428" y="80704"/>
                  </a:lnTo>
                  <a:lnTo>
                    <a:pt x="299695" y="81152"/>
                  </a:lnTo>
                  <a:lnTo>
                    <a:pt x="300961" y="81589"/>
                  </a:lnTo>
                  <a:lnTo>
                    <a:pt x="302171" y="81971"/>
                  </a:lnTo>
                  <a:lnTo>
                    <a:pt x="303438" y="82352"/>
                  </a:lnTo>
                  <a:lnTo>
                    <a:pt x="304705" y="82733"/>
                  </a:lnTo>
                  <a:lnTo>
                    <a:pt x="305972" y="83114"/>
                  </a:lnTo>
                  <a:lnTo>
                    <a:pt x="307181" y="83495"/>
                  </a:lnTo>
                  <a:lnTo>
                    <a:pt x="308448" y="83809"/>
                  </a:lnTo>
                  <a:lnTo>
                    <a:pt x="309715" y="84190"/>
                  </a:lnTo>
                  <a:lnTo>
                    <a:pt x="310915" y="84504"/>
                  </a:lnTo>
                  <a:lnTo>
                    <a:pt x="312192" y="84885"/>
                  </a:lnTo>
                  <a:lnTo>
                    <a:pt x="313458" y="85200"/>
                  </a:lnTo>
                  <a:lnTo>
                    <a:pt x="314658" y="85514"/>
                  </a:lnTo>
                  <a:lnTo>
                    <a:pt x="315935" y="85828"/>
                  </a:lnTo>
                  <a:lnTo>
                    <a:pt x="317202" y="86152"/>
                  </a:lnTo>
                  <a:lnTo>
                    <a:pt x="318402" y="86523"/>
                  </a:lnTo>
                  <a:lnTo>
                    <a:pt x="319668" y="86847"/>
                  </a:lnTo>
                  <a:lnTo>
                    <a:pt x="320935" y="87162"/>
                  </a:lnTo>
                  <a:lnTo>
                    <a:pt x="322212" y="87476"/>
                  </a:lnTo>
                  <a:lnTo>
                    <a:pt x="323412" y="87790"/>
                  </a:lnTo>
                  <a:lnTo>
                    <a:pt x="324679" y="88172"/>
                  </a:lnTo>
                  <a:lnTo>
                    <a:pt x="325955" y="88486"/>
                  </a:lnTo>
                  <a:lnTo>
                    <a:pt x="327155" y="88810"/>
                  </a:lnTo>
                  <a:lnTo>
                    <a:pt x="328422" y="89191"/>
                  </a:lnTo>
                  <a:lnTo>
                    <a:pt x="329689" y="89562"/>
                  </a:lnTo>
                  <a:lnTo>
                    <a:pt x="330899" y="89886"/>
                  </a:lnTo>
                  <a:lnTo>
                    <a:pt x="332165" y="90258"/>
                  </a:lnTo>
                  <a:lnTo>
                    <a:pt x="333432" y="90638"/>
                  </a:lnTo>
                  <a:lnTo>
                    <a:pt x="334642" y="91020"/>
                  </a:lnTo>
                  <a:lnTo>
                    <a:pt x="335909" y="91467"/>
                  </a:lnTo>
                  <a:lnTo>
                    <a:pt x="337176" y="91839"/>
                  </a:lnTo>
                  <a:lnTo>
                    <a:pt x="338442" y="92220"/>
                  </a:lnTo>
                  <a:lnTo>
                    <a:pt x="339652" y="92667"/>
                  </a:lnTo>
                  <a:lnTo>
                    <a:pt x="340919" y="93106"/>
                  </a:lnTo>
                  <a:lnTo>
                    <a:pt x="342186" y="93553"/>
                  </a:lnTo>
                  <a:lnTo>
                    <a:pt x="343386" y="94058"/>
                  </a:lnTo>
                  <a:lnTo>
                    <a:pt x="344662" y="94496"/>
                  </a:lnTo>
                  <a:lnTo>
                    <a:pt x="345929" y="95011"/>
                  </a:lnTo>
                  <a:lnTo>
                    <a:pt x="347129" y="95515"/>
                  </a:lnTo>
                  <a:lnTo>
                    <a:pt x="348396" y="96020"/>
                  </a:lnTo>
                  <a:lnTo>
                    <a:pt x="349672" y="96525"/>
                  </a:lnTo>
                  <a:lnTo>
                    <a:pt x="350872" y="97097"/>
                  </a:lnTo>
                  <a:lnTo>
                    <a:pt x="352139" y="97601"/>
                  </a:lnTo>
                  <a:lnTo>
                    <a:pt x="353406" y="98173"/>
                  </a:lnTo>
                  <a:lnTo>
                    <a:pt x="354683" y="98744"/>
                  </a:lnTo>
                  <a:lnTo>
                    <a:pt x="355883" y="99306"/>
                  </a:lnTo>
                  <a:lnTo>
                    <a:pt x="357149" y="99944"/>
                  </a:lnTo>
                  <a:lnTo>
                    <a:pt x="358416" y="100573"/>
                  </a:lnTo>
                  <a:lnTo>
                    <a:pt x="359626" y="101145"/>
                  </a:lnTo>
                  <a:lnTo>
                    <a:pt x="360893" y="101773"/>
                  </a:lnTo>
                  <a:lnTo>
                    <a:pt x="362159" y="102468"/>
                  </a:lnTo>
                  <a:lnTo>
                    <a:pt x="363369" y="103107"/>
                  </a:lnTo>
                  <a:lnTo>
                    <a:pt x="364636" y="103802"/>
                  </a:lnTo>
                  <a:lnTo>
                    <a:pt x="365903" y="104430"/>
                  </a:lnTo>
                  <a:lnTo>
                    <a:pt x="367113" y="105126"/>
                  </a:lnTo>
                  <a:lnTo>
                    <a:pt x="368379" y="105831"/>
                  </a:lnTo>
                  <a:lnTo>
                    <a:pt x="369646" y="106583"/>
                  </a:lnTo>
                  <a:lnTo>
                    <a:pt x="370913" y="107279"/>
                  </a:lnTo>
                  <a:lnTo>
                    <a:pt x="372123" y="107974"/>
                  </a:lnTo>
                  <a:lnTo>
                    <a:pt x="373390" y="108736"/>
                  </a:lnTo>
                  <a:lnTo>
                    <a:pt x="374656" y="109498"/>
                  </a:lnTo>
                  <a:lnTo>
                    <a:pt x="375856" y="110260"/>
                  </a:lnTo>
                  <a:lnTo>
                    <a:pt x="377133" y="111013"/>
                  </a:lnTo>
                  <a:lnTo>
                    <a:pt x="378400" y="111774"/>
                  </a:lnTo>
                  <a:lnTo>
                    <a:pt x="379600" y="112536"/>
                  </a:lnTo>
                  <a:lnTo>
                    <a:pt x="380866" y="113356"/>
                  </a:lnTo>
                  <a:lnTo>
                    <a:pt x="382143" y="114118"/>
                  </a:lnTo>
                  <a:lnTo>
                    <a:pt x="383410" y="114937"/>
                  </a:lnTo>
                  <a:lnTo>
                    <a:pt x="384610" y="115699"/>
                  </a:lnTo>
                  <a:lnTo>
                    <a:pt x="385877" y="116518"/>
                  </a:lnTo>
                  <a:lnTo>
                    <a:pt x="387153" y="117347"/>
                  </a:lnTo>
                  <a:lnTo>
                    <a:pt x="388353" y="118166"/>
                  </a:lnTo>
                  <a:lnTo>
                    <a:pt x="389620" y="118985"/>
                  </a:lnTo>
                  <a:lnTo>
                    <a:pt x="390887" y="119747"/>
                  </a:lnTo>
                  <a:lnTo>
                    <a:pt x="392097" y="120566"/>
                  </a:lnTo>
                  <a:lnTo>
                    <a:pt x="393363" y="121452"/>
                  </a:lnTo>
                  <a:lnTo>
                    <a:pt x="394630" y="122281"/>
                  </a:lnTo>
                  <a:lnTo>
                    <a:pt x="395840" y="123100"/>
                  </a:lnTo>
                  <a:lnTo>
                    <a:pt x="397107" y="123919"/>
                  </a:lnTo>
                  <a:lnTo>
                    <a:pt x="398374" y="124747"/>
                  </a:lnTo>
                  <a:lnTo>
                    <a:pt x="399640" y="125566"/>
                  </a:lnTo>
                  <a:lnTo>
                    <a:pt x="400850" y="126386"/>
                  </a:lnTo>
                  <a:lnTo>
                    <a:pt x="402117" y="127272"/>
                  </a:lnTo>
                  <a:lnTo>
                    <a:pt x="403384" y="128101"/>
                  </a:lnTo>
                  <a:lnTo>
                    <a:pt x="404584" y="128920"/>
                  </a:lnTo>
                  <a:lnTo>
                    <a:pt x="405860" y="129748"/>
                  </a:lnTo>
                  <a:lnTo>
                    <a:pt x="407127" y="130634"/>
                  </a:lnTo>
                  <a:lnTo>
                    <a:pt x="408327" y="131453"/>
                  </a:lnTo>
                  <a:lnTo>
                    <a:pt x="409594" y="132272"/>
                  </a:lnTo>
                  <a:lnTo>
                    <a:pt x="410870" y="133101"/>
                  </a:lnTo>
                  <a:lnTo>
                    <a:pt x="412070" y="133920"/>
                  </a:lnTo>
                  <a:lnTo>
                    <a:pt x="413337" y="134739"/>
                  </a:lnTo>
                  <a:lnTo>
                    <a:pt x="414605" y="135625"/>
                  </a:lnTo>
                  <a:lnTo>
                    <a:pt x="415881" y="136454"/>
                  </a:lnTo>
                  <a:lnTo>
                    <a:pt x="417081" y="137273"/>
                  </a:lnTo>
                  <a:lnTo>
                    <a:pt x="418347" y="138092"/>
                  </a:lnTo>
                  <a:lnTo>
                    <a:pt x="419615" y="138921"/>
                  </a:lnTo>
                  <a:lnTo>
                    <a:pt x="420824" y="139740"/>
                  </a:lnTo>
                  <a:lnTo>
                    <a:pt x="422091" y="140559"/>
                  </a:lnTo>
                  <a:lnTo>
                    <a:pt x="423357" y="141388"/>
                  </a:lnTo>
                  <a:lnTo>
                    <a:pt x="424567" y="142150"/>
                  </a:lnTo>
                  <a:lnTo>
                    <a:pt x="425834" y="142969"/>
                  </a:lnTo>
                  <a:lnTo>
                    <a:pt x="427101" y="143788"/>
                  </a:lnTo>
                  <a:lnTo>
                    <a:pt x="428311" y="144616"/>
                  </a:lnTo>
                  <a:lnTo>
                    <a:pt x="429577" y="145369"/>
                  </a:lnTo>
                  <a:lnTo>
                    <a:pt x="430844" y="146198"/>
                  </a:lnTo>
                  <a:lnTo>
                    <a:pt x="432111" y="146951"/>
                  </a:lnTo>
                  <a:lnTo>
                    <a:pt x="433321" y="147779"/>
                  </a:lnTo>
                  <a:lnTo>
                    <a:pt x="434588" y="148531"/>
                  </a:lnTo>
                  <a:lnTo>
                    <a:pt x="435854" y="149293"/>
                  </a:lnTo>
                  <a:lnTo>
                    <a:pt x="437055" y="150056"/>
                  </a:lnTo>
                  <a:lnTo>
                    <a:pt x="438331" y="150817"/>
                  </a:lnTo>
                  <a:lnTo>
                    <a:pt x="439598" y="151570"/>
                  </a:lnTo>
                  <a:lnTo>
                    <a:pt x="440798" y="152265"/>
                  </a:lnTo>
                  <a:lnTo>
                    <a:pt x="442065" y="153027"/>
                  </a:lnTo>
                  <a:lnTo>
                    <a:pt x="443341" y="153723"/>
                  </a:lnTo>
                  <a:lnTo>
                    <a:pt x="444541" y="154484"/>
                  </a:lnTo>
                  <a:lnTo>
                    <a:pt x="445808" y="155180"/>
                  </a:lnTo>
                  <a:lnTo>
                    <a:pt x="447075" y="155875"/>
                  </a:lnTo>
                  <a:lnTo>
                    <a:pt x="448351" y="156513"/>
                  </a:lnTo>
                  <a:lnTo>
                    <a:pt x="449551" y="157209"/>
                  </a:lnTo>
                  <a:lnTo>
                    <a:pt x="450818" y="157837"/>
                  </a:lnTo>
                  <a:lnTo>
                    <a:pt x="452085" y="158466"/>
                  </a:lnTo>
                  <a:lnTo>
                    <a:pt x="453295" y="159104"/>
                  </a:lnTo>
                  <a:lnTo>
                    <a:pt x="454561" y="159676"/>
                  </a:lnTo>
                  <a:lnTo>
                    <a:pt x="455828" y="160304"/>
                  </a:lnTo>
                  <a:lnTo>
                    <a:pt x="457038" y="160809"/>
                  </a:lnTo>
                  <a:lnTo>
                    <a:pt x="458305" y="161381"/>
                  </a:lnTo>
                  <a:lnTo>
                    <a:pt x="459572" y="161886"/>
                  </a:lnTo>
                  <a:lnTo>
                    <a:pt x="460838" y="162457"/>
                  </a:lnTo>
                  <a:lnTo>
                    <a:pt x="462048" y="162895"/>
                  </a:lnTo>
                  <a:lnTo>
                    <a:pt x="463315" y="163409"/>
                  </a:lnTo>
                  <a:lnTo>
                    <a:pt x="464582" y="163848"/>
                  </a:lnTo>
                  <a:lnTo>
                    <a:pt x="465792" y="164229"/>
                  </a:lnTo>
                  <a:lnTo>
                    <a:pt x="467058" y="164667"/>
                  </a:lnTo>
                  <a:lnTo>
                    <a:pt x="468325" y="165048"/>
                  </a:lnTo>
                  <a:lnTo>
                    <a:pt x="469526" y="165362"/>
                  </a:lnTo>
                  <a:lnTo>
                    <a:pt x="470792" y="165686"/>
                  </a:lnTo>
                  <a:lnTo>
                    <a:pt x="472068" y="166001"/>
                  </a:lnTo>
                  <a:lnTo>
                    <a:pt x="473269" y="166248"/>
                  </a:lnTo>
                  <a:lnTo>
                    <a:pt x="474536" y="166505"/>
                  </a:lnTo>
                  <a:lnTo>
                    <a:pt x="475812" y="166762"/>
                  </a:lnTo>
                  <a:lnTo>
                    <a:pt x="477079" y="166953"/>
                  </a:lnTo>
                  <a:lnTo>
                    <a:pt x="478279" y="167134"/>
                  </a:lnTo>
                  <a:lnTo>
                    <a:pt x="479546" y="167267"/>
                  </a:lnTo>
                  <a:lnTo>
                    <a:pt x="480813" y="167391"/>
                  </a:lnTo>
                  <a:lnTo>
                    <a:pt x="482022" y="167515"/>
                  </a:lnTo>
                  <a:lnTo>
                    <a:pt x="483289" y="167581"/>
                  </a:lnTo>
                  <a:lnTo>
                    <a:pt x="484556" y="167648"/>
                  </a:lnTo>
                  <a:lnTo>
                    <a:pt x="485765" y="167648"/>
                  </a:lnTo>
                  <a:lnTo>
                    <a:pt x="487032" y="167705"/>
                  </a:lnTo>
                  <a:lnTo>
                    <a:pt x="488299" y="167705"/>
                  </a:lnTo>
                  <a:lnTo>
                    <a:pt x="489509" y="167648"/>
                  </a:lnTo>
                  <a:lnTo>
                    <a:pt x="490775" y="167581"/>
                  </a:lnTo>
                  <a:lnTo>
                    <a:pt x="492042" y="167581"/>
                  </a:lnTo>
                  <a:lnTo>
                    <a:pt x="493310" y="167515"/>
                  </a:lnTo>
                  <a:lnTo>
                    <a:pt x="494519" y="167391"/>
                  </a:lnTo>
                  <a:lnTo>
                    <a:pt x="495786" y="167324"/>
                  </a:lnTo>
                  <a:lnTo>
                    <a:pt x="497052" y="167267"/>
                  </a:lnTo>
                  <a:lnTo>
                    <a:pt x="498253" y="167134"/>
                  </a:lnTo>
                  <a:lnTo>
                    <a:pt x="499529" y="167010"/>
                  </a:lnTo>
                  <a:lnTo>
                    <a:pt x="500796" y="166953"/>
                  </a:lnTo>
                  <a:lnTo>
                    <a:pt x="501996" y="166886"/>
                  </a:lnTo>
                  <a:lnTo>
                    <a:pt x="503263" y="166762"/>
                  </a:lnTo>
                  <a:lnTo>
                    <a:pt x="504539" y="166696"/>
                  </a:lnTo>
                  <a:lnTo>
                    <a:pt x="505740" y="166629"/>
                  </a:lnTo>
                  <a:lnTo>
                    <a:pt x="507006" y="166572"/>
                  </a:lnTo>
                  <a:lnTo>
                    <a:pt x="508273" y="166572"/>
                  </a:lnTo>
                  <a:lnTo>
                    <a:pt x="509540" y="166572"/>
                  </a:lnTo>
                  <a:lnTo>
                    <a:pt x="510750" y="166572"/>
                  </a:lnTo>
                  <a:lnTo>
                    <a:pt x="512017" y="166629"/>
                  </a:lnTo>
                  <a:lnTo>
                    <a:pt x="513283" y="166696"/>
                  </a:lnTo>
                  <a:lnTo>
                    <a:pt x="514493" y="166820"/>
                  </a:lnTo>
                  <a:lnTo>
                    <a:pt x="515760" y="167010"/>
                  </a:lnTo>
                  <a:lnTo>
                    <a:pt x="517027" y="167200"/>
                  </a:lnTo>
                  <a:lnTo>
                    <a:pt x="518236" y="167457"/>
                  </a:lnTo>
                  <a:lnTo>
                    <a:pt x="519503" y="167705"/>
                  </a:lnTo>
                  <a:lnTo>
                    <a:pt x="520770" y="168086"/>
                  </a:lnTo>
                  <a:lnTo>
                    <a:pt x="521970" y="168467"/>
                  </a:lnTo>
                  <a:lnTo>
                    <a:pt x="523246" y="168906"/>
                  </a:lnTo>
                  <a:lnTo>
                    <a:pt x="524513" y="169420"/>
                  </a:lnTo>
                  <a:lnTo>
                    <a:pt x="525780" y="169925"/>
                  </a:lnTo>
                  <a:lnTo>
                    <a:pt x="526990" y="170553"/>
                  </a:lnTo>
                  <a:lnTo>
                    <a:pt x="528256" y="171192"/>
                  </a:lnTo>
                  <a:lnTo>
                    <a:pt x="529523" y="171944"/>
                  </a:lnTo>
                  <a:lnTo>
                    <a:pt x="530724" y="172706"/>
                  </a:lnTo>
                  <a:lnTo>
                    <a:pt x="531990" y="173592"/>
                  </a:lnTo>
                  <a:lnTo>
                    <a:pt x="533267" y="174477"/>
                  </a:lnTo>
                  <a:lnTo>
                    <a:pt x="534467" y="175430"/>
                  </a:lnTo>
                  <a:lnTo>
                    <a:pt x="535734" y="176439"/>
                  </a:lnTo>
                  <a:lnTo>
                    <a:pt x="537001" y="177573"/>
                  </a:lnTo>
                  <a:lnTo>
                    <a:pt x="538210" y="178716"/>
                  </a:lnTo>
                  <a:lnTo>
                    <a:pt x="539477" y="179859"/>
                  </a:lnTo>
                  <a:lnTo>
                    <a:pt x="540744" y="181126"/>
                  </a:lnTo>
                  <a:lnTo>
                    <a:pt x="542011" y="182450"/>
                  </a:lnTo>
                  <a:lnTo>
                    <a:pt x="543221" y="183783"/>
                  </a:lnTo>
                  <a:lnTo>
                    <a:pt x="544487" y="185174"/>
                  </a:lnTo>
                  <a:lnTo>
                    <a:pt x="545754" y="186565"/>
                  </a:lnTo>
                  <a:lnTo>
                    <a:pt x="546964" y="188079"/>
                  </a:lnTo>
                  <a:lnTo>
                    <a:pt x="548231" y="189603"/>
                  </a:lnTo>
                  <a:lnTo>
                    <a:pt x="549497" y="191118"/>
                  </a:lnTo>
                  <a:lnTo>
                    <a:pt x="550707" y="192699"/>
                  </a:lnTo>
                  <a:lnTo>
                    <a:pt x="551974" y="194280"/>
                  </a:lnTo>
                  <a:lnTo>
                    <a:pt x="553241" y="195928"/>
                  </a:lnTo>
                  <a:lnTo>
                    <a:pt x="554508" y="197509"/>
                  </a:lnTo>
                  <a:lnTo>
                    <a:pt x="555717" y="199214"/>
                  </a:lnTo>
                  <a:lnTo>
                    <a:pt x="556984" y="200862"/>
                  </a:lnTo>
                  <a:lnTo>
                    <a:pt x="558251" y="202509"/>
                  </a:lnTo>
                  <a:lnTo>
                    <a:pt x="559451" y="204158"/>
                  </a:lnTo>
                  <a:lnTo>
                    <a:pt x="560727" y="205863"/>
                  </a:lnTo>
                  <a:lnTo>
                    <a:pt x="561994" y="207510"/>
                  </a:lnTo>
                  <a:lnTo>
                    <a:pt x="563194" y="209149"/>
                  </a:lnTo>
                  <a:lnTo>
                    <a:pt x="564461" y="210796"/>
                  </a:lnTo>
                  <a:lnTo>
                    <a:pt x="565737" y="212377"/>
                  </a:lnTo>
                  <a:lnTo>
                    <a:pt x="566938" y="213959"/>
                  </a:lnTo>
                  <a:lnTo>
                    <a:pt x="568204" y="215540"/>
                  </a:lnTo>
                  <a:lnTo>
                    <a:pt x="569471" y="217121"/>
                  </a:lnTo>
                  <a:lnTo>
                    <a:pt x="570747" y="218578"/>
                  </a:lnTo>
                  <a:lnTo>
                    <a:pt x="571948" y="220093"/>
                  </a:lnTo>
                  <a:lnTo>
                    <a:pt x="573215" y="221550"/>
                  </a:lnTo>
                  <a:lnTo>
                    <a:pt x="574481" y="222941"/>
                  </a:lnTo>
                  <a:lnTo>
                    <a:pt x="575691" y="224274"/>
                  </a:lnTo>
                  <a:lnTo>
                    <a:pt x="576958" y="225598"/>
                  </a:lnTo>
                  <a:lnTo>
                    <a:pt x="578225" y="226932"/>
                  </a:lnTo>
                  <a:lnTo>
                    <a:pt x="579435" y="228132"/>
                  </a:lnTo>
                  <a:lnTo>
                    <a:pt x="580701" y="229332"/>
                  </a:lnTo>
                  <a:lnTo>
                    <a:pt x="581968" y="230475"/>
                  </a:lnTo>
                  <a:lnTo>
                    <a:pt x="583178" y="231608"/>
                  </a:lnTo>
                  <a:lnTo>
                    <a:pt x="584445" y="232628"/>
                  </a:lnTo>
                  <a:lnTo>
                    <a:pt x="585712" y="233637"/>
                  </a:lnTo>
                  <a:lnTo>
                    <a:pt x="586978" y="234647"/>
                  </a:lnTo>
                  <a:lnTo>
                    <a:pt x="588188" y="235533"/>
                  </a:lnTo>
                  <a:lnTo>
                    <a:pt x="589455" y="236418"/>
                  </a:lnTo>
                  <a:lnTo>
                    <a:pt x="590722" y="237247"/>
                  </a:lnTo>
                  <a:lnTo>
                    <a:pt x="591922" y="238000"/>
                  </a:lnTo>
                  <a:lnTo>
                    <a:pt x="593198" y="238762"/>
                  </a:lnTo>
                  <a:lnTo>
                    <a:pt x="594465" y="239457"/>
                  </a:lnTo>
                  <a:lnTo>
                    <a:pt x="595665" y="240095"/>
                  </a:lnTo>
                  <a:lnTo>
                    <a:pt x="596932" y="240724"/>
                  </a:lnTo>
                  <a:lnTo>
                    <a:pt x="598208" y="241295"/>
                  </a:lnTo>
                  <a:lnTo>
                    <a:pt x="599408" y="241867"/>
                  </a:lnTo>
                  <a:lnTo>
                    <a:pt x="600675" y="242371"/>
                  </a:lnTo>
                  <a:lnTo>
                    <a:pt x="601942" y="242810"/>
                  </a:lnTo>
                  <a:lnTo>
                    <a:pt x="603209" y="243257"/>
                  </a:lnTo>
                  <a:lnTo>
                    <a:pt x="604419" y="243696"/>
                  </a:lnTo>
                  <a:lnTo>
                    <a:pt x="605685" y="244020"/>
                  </a:lnTo>
                  <a:lnTo>
                    <a:pt x="606952" y="244391"/>
                  </a:lnTo>
                  <a:lnTo>
                    <a:pt x="608162" y="244715"/>
                  </a:lnTo>
                  <a:lnTo>
                    <a:pt x="609429" y="245029"/>
                  </a:lnTo>
                  <a:lnTo>
                    <a:pt x="610695" y="245277"/>
                  </a:lnTo>
                  <a:lnTo>
                    <a:pt x="611905" y="245534"/>
                  </a:lnTo>
                  <a:lnTo>
                    <a:pt x="613172" y="245725"/>
                  </a:lnTo>
                  <a:lnTo>
                    <a:pt x="614439" y="245982"/>
                  </a:lnTo>
                  <a:lnTo>
                    <a:pt x="615639" y="246163"/>
                  </a:lnTo>
                  <a:lnTo>
                    <a:pt x="616915" y="246353"/>
                  </a:lnTo>
                  <a:lnTo>
                    <a:pt x="618182" y="246486"/>
                  </a:lnTo>
                  <a:lnTo>
                    <a:pt x="619449" y="246610"/>
                  </a:lnTo>
                  <a:lnTo>
                    <a:pt x="620649" y="246734"/>
                  </a:lnTo>
                  <a:lnTo>
                    <a:pt x="621926" y="246858"/>
                  </a:lnTo>
                  <a:lnTo>
                    <a:pt x="623192" y="246992"/>
                  </a:lnTo>
                  <a:lnTo>
                    <a:pt x="624392" y="247049"/>
                  </a:lnTo>
                  <a:lnTo>
                    <a:pt x="625659" y="247182"/>
                  </a:lnTo>
                  <a:lnTo>
                    <a:pt x="626936" y="247239"/>
                  </a:lnTo>
                  <a:lnTo>
                    <a:pt x="628136" y="247305"/>
                  </a:lnTo>
                  <a:lnTo>
                    <a:pt x="629402" y="247372"/>
                  </a:lnTo>
                  <a:lnTo>
                    <a:pt x="630669" y="247429"/>
                  </a:lnTo>
                  <a:lnTo>
                    <a:pt x="631946" y="247429"/>
                  </a:lnTo>
                  <a:lnTo>
                    <a:pt x="633146" y="247496"/>
                  </a:lnTo>
                  <a:lnTo>
                    <a:pt x="634413" y="247553"/>
                  </a:lnTo>
                  <a:lnTo>
                    <a:pt x="635679" y="247553"/>
                  </a:lnTo>
                  <a:lnTo>
                    <a:pt x="636889" y="247620"/>
                  </a:lnTo>
                  <a:lnTo>
                    <a:pt x="638156" y="247620"/>
                  </a:lnTo>
                </a:path>
              </a:pathLst>
            </a:custGeom>
            <a:noFill/>
            <a:ln w="7242" cap="flat">
              <a:solidFill>
                <a:srgbClr val="000000"/>
              </a:solidFill>
              <a:prstDash val="solid"/>
              <a:round/>
            </a:ln>
          </p:spPr>
          <p:txBody>
            <a:bodyPr/>
            <a:lstStyle/>
            <a:p>
              <a:endParaRPr lang="zh-CN" altLang="en-US" sz="2190"/>
            </a:p>
          </p:txBody>
        </p:sp>
        <p:sp>
          <p:nvSpPr>
            <p:cNvPr id="1016" name="任意多边形: 形状 1015"/>
            <p:cNvSpPr/>
            <p:nvPr/>
          </p:nvSpPr>
          <p:spPr>
            <a:xfrm>
              <a:off x="5191587" y="5512322"/>
              <a:ext cx="638175" cy="266700"/>
            </a:xfrm>
            <a:custGeom>
              <a:avLst/>
              <a:gdLst>
                <a:gd name="csX0" fmla="*/ -19 w 638175"/>
                <a:gd name="csY0" fmla="*/ 265679 h 266700"/>
                <a:gd name="csX1" fmla="*/ 1191 w 638175"/>
                <a:gd name="csY1" fmla="*/ 265499 h 266700"/>
                <a:gd name="csX2" fmla="*/ 2458 w 638175"/>
                <a:gd name="csY2" fmla="*/ 265375 h 266700"/>
                <a:gd name="csX3" fmla="*/ 3724 w 638175"/>
                <a:gd name="csY3" fmla="*/ 265184 h 266700"/>
                <a:gd name="csX4" fmla="*/ 4924 w 638175"/>
                <a:gd name="csY4" fmla="*/ 264936 h 266700"/>
                <a:gd name="csX5" fmla="*/ 6191 w 638175"/>
                <a:gd name="csY5" fmla="*/ 264689 h 266700"/>
                <a:gd name="csX6" fmla="*/ 7468 w 638175"/>
                <a:gd name="csY6" fmla="*/ 264441 h 266700"/>
                <a:gd name="csX7" fmla="*/ 8668 w 638175"/>
                <a:gd name="csY7" fmla="*/ 264136 h 266700"/>
                <a:gd name="csX8" fmla="*/ 9934 w 638175"/>
                <a:gd name="csY8" fmla="*/ 263832 h 266700"/>
                <a:gd name="csX9" fmla="*/ 11201 w 638175"/>
                <a:gd name="csY9" fmla="*/ 263460 h 266700"/>
                <a:gd name="csX10" fmla="*/ 12478 w 638175"/>
                <a:gd name="csY10" fmla="*/ 263089 h 266700"/>
                <a:gd name="csX11" fmla="*/ 13678 w 638175"/>
                <a:gd name="csY11" fmla="*/ 262594 h 266700"/>
                <a:gd name="csX12" fmla="*/ 14945 w 638175"/>
                <a:gd name="csY12" fmla="*/ 262098 h 266700"/>
                <a:gd name="csX13" fmla="*/ 16211 w 638175"/>
                <a:gd name="csY13" fmla="*/ 261536 h 266700"/>
                <a:gd name="csX14" fmla="*/ 17421 w 638175"/>
                <a:gd name="csY14" fmla="*/ 260984 h 266700"/>
                <a:gd name="csX15" fmla="*/ 18688 w 638175"/>
                <a:gd name="csY15" fmla="*/ 260307 h 266700"/>
                <a:gd name="csX16" fmla="*/ 19955 w 638175"/>
                <a:gd name="csY16" fmla="*/ 259565 h 266700"/>
                <a:gd name="csX17" fmla="*/ 21165 w 638175"/>
                <a:gd name="csY17" fmla="*/ 258755 h 266700"/>
                <a:gd name="csX18" fmla="*/ 22431 w 638175"/>
                <a:gd name="csY18" fmla="*/ 257888 h 266700"/>
                <a:gd name="csX19" fmla="*/ 23698 w 638175"/>
                <a:gd name="csY19" fmla="*/ 256907 h 266700"/>
                <a:gd name="csX20" fmla="*/ 24908 w 638175"/>
                <a:gd name="csY20" fmla="*/ 255850 h 266700"/>
                <a:gd name="csX21" fmla="*/ 26175 w 638175"/>
                <a:gd name="csY21" fmla="*/ 254735 h 266700"/>
                <a:gd name="csX22" fmla="*/ 27442 w 638175"/>
                <a:gd name="csY22" fmla="*/ 253440 h 266700"/>
                <a:gd name="csX23" fmla="*/ 28708 w 638175"/>
                <a:gd name="csY23" fmla="*/ 252144 h 266700"/>
                <a:gd name="csX24" fmla="*/ 29918 w 638175"/>
                <a:gd name="csY24" fmla="*/ 250658 h 266700"/>
                <a:gd name="csX25" fmla="*/ 31185 w 638175"/>
                <a:gd name="csY25" fmla="*/ 249115 h 266700"/>
                <a:gd name="csX26" fmla="*/ 32452 w 638175"/>
                <a:gd name="csY26" fmla="*/ 247449 h 266700"/>
                <a:gd name="csX27" fmla="*/ 33652 w 638175"/>
                <a:gd name="csY27" fmla="*/ 245591 h 266700"/>
                <a:gd name="csX28" fmla="*/ 34928 w 638175"/>
                <a:gd name="csY28" fmla="*/ 243677 h 266700"/>
                <a:gd name="csX29" fmla="*/ 36195 w 638175"/>
                <a:gd name="csY29" fmla="*/ 241629 h 266700"/>
                <a:gd name="csX30" fmla="*/ 37395 w 638175"/>
                <a:gd name="csY30" fmla="*/ 239343 h 266700"/>
                <a:gd name="csX31" fmla="*/ 38662 w 638175"/>
                <a:gd name="csY31" fmla="*/ 237000 h 266700"/>
                <a:gd name="csX32" fmla="*/ 39938 w 638175"/>
                <a:gd name="csY32" fmla="*/ 234523 h 266700"/>
                <a:gd name="csX33" fmla="*/ 41205 w 638175"/>
                <a:gd name="csY33" fmla="*/ 231799 h 266700"/>
                <a:gd name="csX34" fmla="*/ 42405 w 638175"/>
                <a:gd name="csY34" fmla="*/ 228961 h 266700"/>
                <a:gd name="csX35" fmla="*/ 43672 w 638175"/>
                <a:gd name="csY35" fmla="*/ 225989 h 266700"/>
                <a:gd name="csX36" fmla="*/ 44949 w 638175"/>
                <a:gd name="csY36" fmla="*/ 222903 h 266700"/>
                <a:gd name="csX37" fmla="*/ 46149 w 638175"/>
                <a:gd name="csY37" fmla="*/ 219560 h 266700"/>
                <a:gd name="csX38" fmla="*/ 47415 w 638175"/>
                <a:gd name="csY38" fmla="*/ 216035 h 266700"/>
                <a:gd name="csX39" fmla="*/ 48682 w 638175"/>
                <a:gd name="csY39" fmla="*/ 212454 h 266700"/>
                <a:gd name="csX40" fmla="*/ 49892 w 638175"/>
                <a:gd name="csY40" fmla="*/ 208625 h 266700"/>
                <a:gd name="csX41" fmla="*/ 51159 w 638175"/>
                <a:gd name="csY41" fmla="*/ 204662 h 266700"/>
                <a:gd name="csX42" fmla="*/ 52425 w 638175"/>
                <a:gd name="csY42" fmla="*/ 200462 h 266700"/>
                <a:gd name="csX43" fmla="*/ 53635 w 638175"/>
                <a:gd name="csY43" fmla="*/ 196195 h 266700"/>
                <a:gd name="csX44" fmla="*/ 54902 w 638175"/>
                <a:gd name="csY44" fmla="*/ 191746 h 266700"/>
                <a:gd name="csX45" fmla="*/ 56169 w 638175"/>
                <a:gd name="csY45" fmla="*/ 187107 h 266700"/>
                <a:gd name="csX46" fmla="*/ 57436 w 638175"/>
                <a:gd name="csY46" fmla="*/ 182345 h 266700"/>
                <a:gd name="csX47" fmla="*/ 58645 w 638175"/>
                <a:gd name="csY47" fmla="*/ 177459 h 266700"/>
                <a:gd name="csX48" fmla="*/ 59912 w 638175"/>
                <a:gd name="csY48" fmla="*/ 172458 h 266700"/>
                <a:gd name="csX49" fmla="*/ 61179 w 638175"/>
                <a:gd name="csY49" fmla="*/ 167257 h 266700"/>
                <a:gd name="csX50" fmla="*/ 62389 w 638175"/>
                <a:gd name="csY50" fmla="*/ 162010 h 266700"/>
                <a:gd name="csX51" fmla="*/ 63656 w 638175"/>
                <a:gd name="csY51" fmla="*/ 156628 h 266700"/>
                <a:gd name="csX52" fmla="*/ 64922 w 638175"/>
                <a:gd name="csY52" fmla="*/ 151122 h 266700"/>
                <a:gd name="csX53" fmla="*/ 66122 w 638175"/>
                <a:gd name="csY53" fmla="*/ 145559 h 266700"/>
                <a:gd name="csX54" fmla="*/ 67399 w 638175"/>
                <a:gd name="csY54" fmla="*/ 139940 h 266700"/>
                <a:gd name="csX55" fmla="*/ 68666 w 638175"/>
                <a:gd name="csY55" fmla="*/ 134244 h 266700"/>
                <a:gd name="csX56" fmla="*/ 69866 w 638175"/>
                <a:gd name="csY56" fmla="*/ 128501 h 266700"/>
                <a:gd name="csX57" fmla="*/ 71132 w 638175"/>
                <a:gd name="csY57" fmla="*/ 122747 h 266700"/>
                <a:gd name="csX58" fmla="*/ 72400 w 638175"/>
                <a:gd name="csY58" fmla="*/ 116937 h 266700"/>
                <a:gd name="csX59" fmla="*/ 73676 w 638175"/>
                <a:gd name="csY59" fmla="*/ 111184 h 266700"/>
                <a:gd name="csX60" fmla="*/ 74876 w 638175"/>
                <a:gd name="csY60" fmla="*/ 105373 h 266700"/>
                <a:gd name="csX61" fmla="*/ 76143 w 638175"/>
                <a:gd name="csY61" fmla="*/ 99630 h 266700"/>
                <a:gd name="csX62" fmla="*/ 77419 w 638175"/>
                <a:gd name="csY62" fmla="*/ 93944 h 266700"/>
                <a:gd name="csX63" fmla="*/ 78619 w 638175"/>
                <a:gd name="csY63" fmla="*/ 88248 h 266700"/>
                <a:gd name="csX64" fmla="*/ 79886 w 638175"/>
                <a:gd name="csY64" fmla="*/ 82685 h 266700"/>
                <a:gd name="csX65" fmla="*/ 81153 w 638175"/>
                <a:gd name="csY65" fmla="*/ 77246 h 266700"/>
                <a:gd name="csX66" fmla="*/ 82363 w 638175"/>
                <a:gd name="csY66" fmla="*/ 71864 h 266700"/>
                <a:gd name="csX67" fmla="*/ 83629 w 638175"/>
                <a:gd name="csY67" fmla="*/ 66550 h 266700"/>
                <a:gd name="csX68" fmla="*/ 84896 w 638175"/>
                <a:gd name="csY68" fmla="*/ 61483 h 266700"/>
                <a:gd name="csX69" fmla="*/ 86106 w 638175"/>
                <a:gd name="csY69" fmla="*/ 56472 h 266700"/>
                <a:gd name="csX70" fmla="*/ 87373 w 638175"/>
                <a:gd name="csY70" fmla="*/ 51653 h 266700"/>
                <a:gd name="csX71" fmla="*/ 88640 w 638175"/>
                <a:gd name="csY71" fmla="*/ 47014 h 266700"/>
                <a:gd name="csX72" fmla="*/ 89906 w 638175"/>
                <a:gd name="csY72" fmla="*/ 42566 h 266700"/>
                <a:gd name="csX73" fmla="*/ 91116 w 638175"/>
                <a:gd name="csY73" fmla="*/ 38298 h 266700"/>
                <a:gd name="csX74" fmla="*/ 92383 w 638175"/>
                <a:gd name="csY74" fmla="*/ 34155 h 266700"/>
                <a:gd name="csX75" fmla="*/ 93650 w 638175"/>
                <a:gd name="csY75" fmla="*/ 30326 h 266700"/>
                <a:gd name="csX76" fmla="*/ 94850 w 638175"/>
                <a:gd name="csY76" fmla="*/ 26735 h 266700"/>
                <a:gd name="csX77" fmla="*/ 96126 w 638175"/>
                <a:gd name="csY77" fmla="*/ 23278 h 266700"/>
                <a:gd name="csX78" fmla="*/ 97393 w 638175"/>
                <a:gd name="csY78" fmla="*/ 20058 h 266700"/>
                <a:gd name="csX79" fmla="*/ 98594 w 638175"/>
                <a:gd name="csY79" fmla="*/ 17153 h 266700"/>
                <a:gd name="csX80" fmla="*/ 99860 w 638175"/>
                <a:gd name="csY80" fmla="*/ 14438 h 266700"/>
                <a:gd name="csX81" fmla="*/ 101136 w 638175"/>
                <a:gd name="csY81" fmla="*/ 11962 h 266700"/>
                <a:gd name="csX82" fmla="*/ 102336 w 638175"/>
                <a:gd name="csY82" fmla="*/ 9676 h 266700"/>
                <a:gd name="csX83" fmla="*/ 103604 w 638175"/>
                <a:gd name="csY83" fmla="*/ 7761 h 266700"/>
                <a:gd name="csX84" fmla="*/ 104871 w 638175"/>
                <a:gd name="csY84" fmla="*/ 5971 h 266700"/>
                <a:gd name="csX85" fmla="*/ 106147 w 638175"/>
                <a:gd name="csY85" fmla="*/ 4418 h 266700"/>
                <a:gd name="csX86" fmla="*/ 107347 w 638175"/>
                <a:gd name="csY86" fmla="*/ 3123 h 266700"/>
                <a:gd name="csX87" fmla="*/ 108614 w 638175"/>
                <a:gd name="csY87" fmla="*/ 2075 h 266700"/>
                <a:gd name="csX88" fmla="*/ 109881 w 638175"/>
                <a:gd name="csY88" fmla="*/ 1265 h 266700"/>
                <a:gd name="csX89" fmla="*/ 111090 w 638175"/>
                <a:gd name="csY89" fmla="*/ 589 h 266700"/>
                <a:gd name="csX90" fmla="*/ 112357 w 638175"/>
                <a:gd name="csY90" fmla="*/ 218 h 266700"/>
                <a:gd name="csX91" fmla="*/ 113624 w 638175"/>
                <a:gd name="csY91" fmla="*/ 37 h 266700"/>
                <a:gd name="csX92" fmla="*/ 114833 w 638175"/>
                <a:gd name="csY92" fmla="*/ -30 h 266700"/>
                <a:gd name="csX93" fmla="*/ 116100 w 638175"/>
                <a:gd name="csY93" fmla="*/ 151 h 266700"/>
                <a:gd name="csX94" fmla="*/ 117367 w 638175"/>
                <a:gd name="csY94" fmla="*/ 522 h 266700"/>
                <a:gd name="csX95" fmla="*/ 118634 w 638175"/>
                <a:gd name="csY95" fmla="*/ 1084 h 266700"/>
                <a:gd name="csX96" fmla="*/ 119843 w 638175"/>
                <a:gd name="csY96" fmla="*/ 1761 h 266700"/>
                <a:gd name="csX97" fmla="*/ 121110 w 638175"/>
                <a:gd name="csY97" fmla="*/ 2570 h 266700"/>
                <a:gd name="csX98" fmla="*/ 122377 w 638175"/>
                <a:gd name="csY98" fmla="*/ 3551 h 266700"/>
                <a:gd name="csX99" fmla="*/ 123587 w 638175"/>
                <a:gd name="csY99" fmla="*/ 4666 h 266700"/>
                <a:gd name="csX100" fmla="*/ 124854 w 638175"/>
                <a:gd name="csY100" fmla="*/ 5904 h 266700"/>
                <a:gd name="csX101" fmla="*/ 126120 w 638175"/>
                <a:gd name="csY101" fmla="*/ 7266 h 266700"/>
                <a:gd name="csX102" fmla="*/ 127321 w 638175"/>
                <a:gd name="csY102" fmla="*/ 8685 h 266700"/>
                <a:gd name="csX103" fmla="*/ 128597 w 638175"/>
                <a:gd name="csY103" fmla="*/ 10229 h 266700"/>
                <a:gd name="csX104" fmla="*/ 129864 w 638175"/>
                <a:gd name="csY104" fmla="*/ 11838 h 266700"/>
                <a:gd name="csX105" fmla="*/ 131064 w 638175"/>
                <a:gd name="csY105" fmla="*/ 13505 h 266700"/>
                <a:gd name="csX106" fmla="*/ 132331 w 638175"/>
                <a:gd name="csY106" fmla="*/ 15305 h 266700"/>
                <a:gd name="csX107" fmla="*/ 133607 w 638175"/>
                <a:gd name="csY107" fmla="*/ 17096 h 266700"/>
                <a:gd name="csX108" fmla="*/ 134874 w 638175"/>
                <a:gd name="csY108" fmla="*/ 18953 h 266700"/>
                <a:gd name="csX109" fmla="*/ 136074 w 638175"/>
                <a:gd name="csY109" fmla="*/ 20868 h 266700"/>
                <a:gd name="csX110" fmla="*/ 137341 w 638175"/>
                <a:gd name="csY110" fmla="*/ 22783 h 266700"/>
                <a:gd name="csX111" fmla="*/ 138617 w 638175"/>
                <a:gd name="csY111" fmla="*/ 24764 h 266700"/>
                <a:gd name="csX112" fmla="*/ 139818 w 638175"/>
                <a:gd name="csY112" fmla="*/ 26735 h 266700"/>
                <a:gd name="csX113" fmla="*/ 141085 w 638175"/>
                <a:gd name="csY113" fmla="*/ 28717 h 266700"/>
                <a:gd name="csX114" fmla="*/ 142351 w 638175"/>
                <a:gd name="csY114" fmla="*/ 30698 h 266700"/>
                <a:gd name="csX115" fmla="*/ 143561 w 638175"/>
                <a:gd name="csY115" fmla="*/ 32736 h 266700"/>
                <a:gd name="csX116" fmla="*/ 144827 w 638175"/>
                <a:gd name="csY116" fmla="*/ 34717 h 266700"/>
                <a:gd name="csX117" fmla="*/ 146095 w 638175"/>
                <a:gd name="csY117" fmla="*/ 36689 h 266700"/>
                <a:gd name="csX118" fmla="*/ 147304 w 638175"/>
                <a:gd name="csY118" fmla="*/ 38613 h 266700"/>
                <a:gd name="csX119" fmla="*/ 148571 w 638175"/>
                <a:gd name="csY119" fmla="*/ 40527 h 266700"/>
                <a:gd name="csX120" fmla="*/ 149838 w 638175"/>
                <a:gd name="csY120" fmla="*/ 42442 h 266700"/>
                <a:gd name="csX121" fmla="*/ 151105 w 638175"/>
                <a:gd name="csY121" fmla="*/ 44356 h 266700"/>
                <a:gd name="csX122" fmla="*/ 152314 w 638175"/>
                <a:gd name="csY122" fmla="*/ 46214 h 266700"/>
                <a:gd name="csX123" fmla="*/ 153581 w 638175"/>
                <a:gd name="csY123" fmla="*/ 48005 h 266700"/>
                <a:gd name="csX124" fmla="*/ 154848 w 638175"/>
                <a:gd name="csY124" fmla="*/ 49795 h 266700"/>
                <a:gd name="csX125" fmla="*/ 156048 w 638175"/>
                <a:gd name="csY125" fmla="*/ 51529 h 266700"/>
                <a:gd name="csX126" fmla="*/ 157324 w 638175"/>
                <a:gd name="csY126" fmla="*/ 53262 h 266700"/>
                <a:gd name="csX127" fmla="*/ 158591 w 638175"/>
                <a:gd name="csY127" fmla="*/ 54872 h 266700"/>
                <a:gd name="csX128" fmla="*/ 159792 w 638175"/>
                <a:gd name="csY128" fmla="*/ 56472 h 266700"/>
                <a:gd name="csX129" fmla="*/ 161058 w 638175"/>
                <a:gd name="csY129" fmla="*/ 58025 h 266700"/>
                <a:gd name="csX130" fmla="*/ 162334 w 638175"/>
                <a:gd name="csY130" fmla="*/ 59568 h 266700"/>
                <a:gd name="csX131" fmla="*/ 163535 w 638175"/>
                <a:gd name="csY131" fmla="*/ 61054 h 266700"/>
                <a:gd name="csX132" fmla="*/ 164802 w 638175"/>
                <a:gd name="csY132" fmla="*/ 62406 h 266700"/>
                <a:gd name="csX133" fmla="*/ 166078 w 638175"/>
                <a:gd name="csY133" fmla="*/ 63768 h 266700"/>
                <a:gd name="csX134" fmla="*/ 167345 w 638175"/>
                <a:gd name="csY134" fmla="*/ 65131 h 266700"/>
                <a:gd name="csX135" fmla="*/ 168545 w 638175"/>
                <a:gd name="csY135" fmla="*/ 66369 h 266700"/>
                <a:gd name="csX136" fmla="*/ 169812 w 638175"/>
                <a:gd name="csY136" fmla="*/ 67540 h 266700"/>
                <a:gd name="csX137" fmla="*/ 171079 w 638175"/>
                <a:gd name="csY137" fmla="*/ 68712 h 266700"/>
                <a:gd name="csX138" fmla="*/ 172289 w 638175"/>
                <a:gd name="csY138" fmla="*/ 69826 h 266700"/>
                <a:gd name="csX139" fmla="*/ 173555 w 638175"/>
                <a:gd name="csY139" fmla="*/ 70884 h 266700"/>
                <a:gd name="csX140" fmla="*/ 174822 w 638175"/>
                <a:gd name="csY140" fmla="*/ 71864 h 266700"/>
                <a:gd name="csX141" fmla="*/ 176031 w 638175"/>
                <a:gd name="csY141" fmla="*/ 72798 h 266700"/>
                <a:gd name="csX142" fmla="*/ 177299 w 638175"/>
                <a:gd name="csY142" fmla="*/ 73722 h 266700"/>
                <a:gd name="csX143" fmla="*/ 178565 w 638175"/>
                <a:gd name="csY143" fmla="*/ 74589 h 266700"/>
                <a:gd name="csX144" fmla="*/ 179775 w 638175"/>
                <a:gd name="csY144" fmla="*/ 75332 h 266700"/>
                <a:gd name="csX145" fmla="*/ 181041 w 638175"/>
                <a:gd name="csY145" fmla="*/ 76132 h 266700"/>
                <a:gd name="csX146" fmla="*/ 182309 w 638175"/>
                <a:gd name="csY146" fmla="*/ 76818 h 266700"/>
                <a:gd name="csX147" fmla="*/ 183576 w 638175"/>
                <a:gd name="csY147" fmla="*/ 77494 h 266700"/>
                <a:gd name="csX148" fmla="*/ 184785 w 638175"/>
                <a:gd name="csY148" fmla="*/ 78113 h 266700"/>
                <a:gd name="csX149" fmla="*/ 186052 w 638175"/>
                <a:gd name="csY149" fmla="*/ 78666 h 266700"/>
                <a:gd name="csX150" fmla="*/ 187319 w 638175"/>
                <a:gd name="csY150" fmla="*/ 79227 h 266700"/>
                <a:gd name="csX151" fmla="*/ 188519 w 638175"/>
                <a:gd name="csY151" fmla="*/ 79723 h 266700"/>
                <a:gd name="csX152" fmla="*/ 189795 w 638175"/>
                <a:gd name="csY152" fmla="*/ 80152 h 266700"/>
                <a:gd name="csX153" fmla="*/ 191062 w 638175"/>
                <a:gd name="csY153" fmla="*/ 80590 h 266700"/>
                <a:gd name="csX154" fmla="*/ 192262 w 638175"/>
                <a:gd name="csY154" fmla="*/ 80961 h 266700"/>
                <a:gd name="csX155" fmla="*/ 193529 w 638175"/>
                <a:gd name="csY155" fmla="*/ 81332 h 266700"/>
                <a:gd name="csX156" fmla="*/ 194805 w 638175"/>
                <a:gd name="csY156" fmla="*/ 81637 h 266700"/>
                <a:gd name="csX157" fmla="*/ 196006 w 638175"/>
                <a:gd name="csY157" fmla="*/ 81942 h 266700"/>
                <a:gd name="csX158" fmla="*/ 197272 w 638175"/>
                <a:gd name="csY158" fmla="*/ 82190 h 266700"/>
                <a:gd name="csX159" fmla="*/ 198539 w 638175"/>
                <a:gd name="csY159" fmla="*/ 82438 h 266700"/>
                <a:gd name="csX160" fmla="*/ 199815 w 638175"/>
                <a:gd name="csY160" fmla="*/ 82685 h 266700"/>
                <a:gd name="csX161" fmla="*/ 201016 w 638175"/>
                <a:gd name="csY161" fmla="*/ 82875 h 266700"/>
                <a:gd name="csX162" fmla="*/ 202283 w 638175"/>
                <a:gd name="csY162" fmla="*/ 83057 h 266700"/>
                <a:gd name="csX163" fmla="*/ 203549 w 638175"/>
                <a:gd name="csY163" fmla="*/ 83181 h 266700"/>
                <a:gd name="csX164" fmla="*/ 204759 w 638175"/>
                <a:gd name="csY164" fmla="*/ 83371 h 266700"/>
                <a:gd name="csX165" fmla="*/ 206026 w 638175"/>
                <a:gd name="csY165" fmla="*/ 83495 h 266700"/>
                <a:gd name="csX166" fmla="*/ 207293 w 638175"/>
                <a:gd name="csY166" fmla="*/ 83618 h 266700"/>
                <a:gd name="csX167" fmla="*/ 208503 w 638175"/>
                <a:gd name="csY167" fmla="*/ 83742 h 266700"/>
                <a:gd name="csX168" fmla="*/ 209769 w 638175"/>
                <a:gd name="csY168" fmla="*/ 83866 h 266700"/>
                <a:gd name="csX169" fmla="*/ 211036 w 638175"/>
                <a:gd name="csY169" fmla="*/ 83990 h 266700"/>
                <a:gd name="csX170" fmla="*/ 212303 w 638175"/>
                <a:gd name="csY170" fmla="*/ 84114 h 266700"/>
                <a:gd name="csX171" fmla="*/ 213513 w 638175"/>
                <a:gd name="csY171" fmla="*/ 84171 h 266700"/>
                <a:gd name="csX172" fmla="*/ 214780 w 638175"/>
                <a:gd name="csY172" fmla="*/ 84295 h 266700"/>
                <a:gd name="csX173" fmla="*/ 216046 w 638175"/>
                <a:gd name="csY173" fmla="*/ 84419 h 266700"/>
                <a:gd name="csX174" fmla="*/ 217246 w 638175"/>
                <a:gd name="csY174" fmla="*/ 84543 h 266700"/>
                <a:gd name="csX175" fmla="*/ 218522 w 638175"/>
                <a:gd name="csY175" fmla="*/ 84667 h 266700"/>
                <a:gd name="csX176" fmla="*/ 219790 w 638175"/>
                <a:gd name="csY176" fmla="*/ 84790 h 266700"/>
                <a:gd name="csX177" fmla="*/ 220990 w 638175"/>
                <a:gd name="csY177" fmla="*/ 84914 h 266700"/>
                <a:gd name="csX178" fmla="*/ 222256 w 638175"/>
                <a:gd name="csY178" fmla="*/ 85095 h 266700"/>
                <a:gd name="csX179" fmla="*/ 223532 w 638175"/>
                <a:gd name="csY179" fmla="*/ 85219 h 266700"/>
                <a:gd name="csX180" fmla="*/ 224733 w 638175"/>
                <a:gd name="csY180" fmla="*/ 85409 h 266700"/>
                <a:gd name="csX181" fmla="*/ 226000 w 638175"/>
                <a:gd name="csY181" fmla="*/ 85590 h 266700"/>
                <a:gd name="csX182" fmla="*/ 227267 w 638175"/>
                <a:gd name="csY182" fmla="*/ 85838 h 266700"/>
                <a:gd name="csX183" fmla="*/ 228543 w 638175"/>
                <a:gd name="csY183" fmla="*/ 86028 h 266700"/>
                <a:gd name="csX184" fmla="*/ 229743 w 638175"/>
                <a:gd name="csY184" fmla="*/ 86276 h 266700"/>
                <a:gd name="csX185" fmla="*/ 231010 w 638175"/>
                <a:gd name="csY185" fmla="*/ 86523 h 266700"/>
                <a:gd name="csX186" fmla="*/ 232277 w 638175"/>
                <a:gd name="csY186" fmla="*/ 86771 h 266700"/>
                <a:gd name="csX187" fmla="*/ 233487 w 638175"/>
                <a:gd name="csY187" fmla="*/ 87076 h 266700"/>
                <a:gd name="csX188" fmla="*/ 234753 w 638175"/>
                <a:gd name="csY188" fmla="*/ 87390 h 266700"/>
                <a:gd name="csX189" fmla="*/ 236020 w 638175"/>
                <a:gd name="csY189" fmla="*/ 87695 h 266700"/>
                <a:gd name="csX190" fmla="*/ 237230 w 638175"/>
                <a:gd name="csY190" fmla="*/ 88067 h 266700"/>
                <a:gd name="csX191" fmla="*/ 238497 w 638175"/>
                <a:gd name="csY191" fmla="*/ 88438 h 266700"/>
                <a:gd name="csX192" fmla="*/ 239763 w 638175"/>
                <a:gd name="csY192" fmla="*/ 88810 h 266700"/>
                <a:gd name="csX193" fmla="*/ 240973 w 638175"/>
                <a:gd name="csY193" fmla="*/ 89181 h 266700"/>
                <a:gd name="csX194" fmla="*/ 242240 w 638175"/>
                <a:gd name="csY194" fmla="*/ 89610 h 266700"/>
                <a:gd name="csX195" fmla="*/ 243507 w 638175"/>
                <a:gd name="csY195" fmla="*/ 90048 h 266700"/>
                <a:gd name="csX196" fmla="*/ 244774 w 638175"/>
                <a:gd name="csY196" fmla="*/ 90543 h 266700"/>
                <a:gd name="csX197" fmla="*/ 245983 w 638175"/>
                <a:gd name="csY197" fmla="*/ 91038 h 266700"/>
                <a:gd name="csX198" fmla="*/ 247250 w 638175"/>
                <a:gd name="csY198" fmla="*/ 91524 h 266700"/>
                <a:gd name="csX199" fmla="*/ 248517 w 638175"/>
                <a:gd name="csY199" fmla="*/ 92086 h 266700"/>
                <a:gd name="csX200" fmla="*/ 249717 w 638175"/>
                <a:gd name="csY200" fmla="*/ 92639 h 266700"/>
                <a:gd name="csX201" fmla="*/ 250994 w 638175"/>
                <a:gd name="csY201" fmla="*/ 93201 h 266700"/>
                <a:gd name="csX202" fmla="*/ 252260 w 638175"/>
                <a:gd name="csY202" fmla="*/ 93753 h 266700"/>
                <a:gd name="csX203" fmla="*/ 253460 w 638175"/>
                <a:gd name="csY203" fmla="*/ 94372 h 266700"/>
                <a:gd name="csX204" fmla="*/ 254727 w 638175"/>
                <a:gd name="csY204" fmla="*/ 94992 h 266700"/>
                <a:gd name="csX205" fmla="*/ 256004 w 638175"/>
                <a:gd name="csY205" fmla="*/ 95668 h 266700"/>
                <a:gd name="csX206" fmla="*/ 257204 w 638175"/>
                <a:gd name="csY206" fmla="*/ 96287 h 266700"/>
                <a:gd name="csX207" fmla="*/ 258470 w 638175"/>
                <a:gd name="csY207" fmla="*/ 96973 h 266700"/>
                <a:gd name="csX208" fmla="*/ 259737 w 638175"/>
                <a:gd name="csY208" fmla="*/ 97649 h 266700"/>
                <a:gd name="csX209" fmla="*/ 261014 w 638175"/>
                <a:gd name="csY209" fmla="*/ 98392 h 266700"/>
                <a:gd name="csX210" fmla="*/ 262214 w 638175"/>
                <a:gd name="csY210" fmla="*/ 99135 h 266700"/>
                <a:gd name="csX211" fmla="*/ 263481 w 638175"/>
                <a:gd name="csY211" fmla="*/ 99878 h 266700"/>
                <a:gd name="csX212" fmla="*/ 264747 w 638175"/>
                <a:gd name="csY212" fmla="*/ 100621 h 266700"/>
                <a:gd name="csX213" fmla="*/ 265957 w 638175"/>
                <a:gd name="csY213" fmla="*/ 101354 h 266700"/>
                <a:gd name="csX214" fmla="*/ 267224 w 638175"/>
                <a:gd name="csY214" fmla="*/ 102164 h 266700"/>
                <a:gd name="csX215" fmla="*/ 268491 w 638175"/>
                <a:gd name="csY215" fmla="*/ 102964 h 266700"/>
                <a:gd name="csX216" fmla="*/ 269701 w 638175"/>
                <a:gd name="csY216" fmla="*/ 103774 h 266700"/>
                <a:gd name="csX217" fmla="*/ 270967 w 638175"/>
                <a:gd name="csY217" fmla="*/ 104574 h 266700"/>
                <a:gd name="csX218" fmla="*/ 272234 w 638175"/>
                <a:gd name="csY218" fmla="*/ 105440 h 266700"/>
                <a:gd name="csX219" fmla="*/ 273434 w 638175"/>
                <a:gd name="csY219" fmla="*/ 106240 h 266700"/>
                <a:gd name="csX220" fmla="*/ 274711 w 638175"/>
                <a:gd name="csY220" fmla="*/ 107107 h 266700"/>
                <a:gd name="csX221" fmla="*/ 275978 w 638175"/>
                <a:gd name="csY221" fmla="*/ 107974 h 266700"/>
                <a:gd name="csX222" fmla="*/ 277244 w 638175"/>
                <a:gd name="csY222" fmla="*/ 108774 h 266700"/>
                <a:gd name="csX223" fmla="*/ 278454 w 638175"/>
                <a:gd name="csY223" fmla="*/ 109641 h 266700"/>
                <a:gd name="csX224" fmla="*/ 279721 w 638175"/>
                <a:gd name="csY224" fmla="*/ 110507 h 266700"/>
                <a:gd name="csX225" fmla="*/ 280988 w 638175"/>
                <a:gd name="csY225" fmla="*/ 111374 h 266700"/>
                <a:gd name="csX226" fmla="*/ 282188 w 638175"/>
                <a:gd name="csY226" fmla="*/ 112241 h 266700"/>
                <a:gd name="csX227" fmla="*/ 283454 w 638175"/>
                <a:gd name="csY227" fmla="*/ 113108 h 266700"/>
                <a:gd name="csX228" fmla="*/ 284731 w 638175"/>
                <a:gd name="csY228" fmla="*/ 113965 h 266700"/>
                <a:gd name="csX229" fmla="*/ 285931 w 638175"/>
                <a:gd name="csY229" fmla="*/ 114832 h 266700"/>
                <a:gd name="csX230" fmla="*/ 287198 w 638175"/>
                <a:gd name="csY230" fmla="*/ 115641 h 266700"/>
                <a:gd name="csX231" fmla="*/ 288474 w 638175"/>
                <a:gd name="csY231" fmla="*/ 116508 h 266700"/>
                <a:gd name="csX232" fmla="*/ 289741 w 638175"/>
                <a:gd name="csY232" fmla="*/ 117308 h 266700"/>
                <a:gd name="csX233" fmla="*/ 290941 w 638175"/>
                <a:gd name="csY233" fmla="*/ 118175 h 266700"/>
                <a:gd name="csX234" fmla="*/ 292208 w 638175"/>
                <a:gd name="csY234" fmla="*/ 118976 h 266700"/>
                <a:gd name="csX235" fmla="*/ 293475 w 638175"/>
                <a:gd name="csY235" fmla="*/ 119785 h 266700"/>
                <a:gd name="csX236" fmla="*/ 294685 w 638175"/>
                <a:gd name="csY236" fmla="*/ 120585 h 266700"/>
                <a:gd name="csX237" fmla="*/ 295951 w 638175"/>
                <a:gd name="csY237" fmla="*/ 121328 h 266700"/>
                <a:gd name="csX238" fmla="*/ 297218 w 638175"/>
                <a:gd name="csY238" fmla="*/ 122128 h 266700"/>
                <a:gd name="csX239" fmla="*/ 298428 w 638175"/>
                <a:gd name="csY239" fmla="*/ 122871 h 266700"/>
                <a:gd name="csX240" fmla="*/ 299695 w 638175"/>
                <a:gd name="csY240" fmla="*/ 123557 h 266700"/>
                <a:gd name="csX241" fmla="*/ 300961 w 638175"/>
                <a:gd name="csY241" fmla="*/ 124290 h 266700"/>
                <a:gd name="csX242" fmla="*/ 302171 w 638175"/>
                <a:gd name="csY242" fmla="*/ 124976 h 266700"/>
                <a:gd name="csX243" fmla="*/ 303438 w 638175"/>
                <a:gd name="csY243" fmla="*/ 125652 h 266700"/>
                <a:gd name="csX244" fmla="*/ 304705 w 638175"/>
                <a:gd name="csY244" fmla="*/ 126338 h 266700"/>
                <a:gd name="csX245" fmla="*/ 305972 w 638175"/>
                <a:gd name="csY245" fmla="*/ 126957 h 266700"/>
                <a:gd name="csX246" fmla="*/ 307181 w 638175"/>
                <a:gd name="csY246" fmla="*/ 127567 h 266700"/>
                <a:gd name="csX247" fmla="*/ 308448 w 638175"/>
                <a:gd name="csY247" fmla="*/ 128129 h 266700"/>
                <a:gd name="csX248" fmla="*/ 309715 w 638175"/>
                <a:gd name="csY248" fmla="*/ 128748 h 266700"/>
                <a:gd name="csX249" fmla="*/ 310915 w 638175"/>
                <a:gd name="csY249" fmla="*/ 129300 h 266700"/>
                <a:gd name="csX250" fmla="*/ 312192 w 638175"/>
                <a:gd name="csY250" fmla="*/ 129796 h 266700"/>
                <a:gd name="csX251" fmla="*/ 313458 w 638175"/>
                <a:gd name="csY251" fmla="*/ 130291 h 266700"/>
                <a:gd name="csX252" fmla="*/ 314658 w 638175"/>
                <a:gd name="csY252" fmla="*/ 130786 h 266700"/>
                <a:gd name="csX253" fmla="*/ 315925 w 638175"/>
                <a:gd name="csY253" fmla="*/ 131282 h 266700"/>
                <a:gd name="csX254" fmla="*/ 317202 w 638175"/>
                <a:gd name="csY254" fmla="*/ 131710 h 266700"/>
                <a:gd name="csX255" fmla="*/ 318402 w 638175"/>
                <a:gd name="csY255" fmla="*/ 132149 h 266700"/>
                <a:gd name="csX256" fmla="*/ 319668 w 638175"/>
                <a:gd name="csY256" fmla="*/ 132577 h 266700"/>
                <a:gd name="csX257" fmla="*/ 320935 w 638175"/>
                <a:gd name="csY257" fmla="*/ 132949 h 266700"/>
                <a:gd name="csX258" fmla="*/ 322212 w 638175"/>
                <a:gd name="csY258" fmla="*/ 133387 h 266700"/>
                <a:gd name="csX259" fmla="*/ 323412 w 638175"/>
                <a:gd name="csY259" fmla="*/ 133748 h 266700"/>
                <a:gd name="csX260" fmla="*/ 324679 w 638175"/>
                <a:gd name="csY260" fmla="*/ 134063 h 266700"/>
                <a:gd name="csX261" fmla="*/ 325945 w 638175"/>
                <a:gd name="csY261" fmla="*/ 134434 h 266700"/>
                <a:gd name="csX262" fmla="*/ 327155 w 638175"/>
                <a:gd name="csY262" fmla="*/ 134739 h 266700"/>
                <a:gd name="csX263" fmla="*/ 328422 w 638175"/>
                <a:gd name="csY263" fmla="*/ 135054 h 266700"/>
                <a:gd name="csX264" fmla="*/ 329689 w 638175"/>
                <a:gd name="csY264" fmla="*/ 135358 h 266700"/>
                <a:gd name="csX265" fmla="*/ 330899 w 638175"/>
                <a:gd name="csY265" fmla="*/ 135673 h 266700"/>
                <a:gd name="csX266" fmla="*/ 332165 w 638175"/>
                <a:gd name="csY266" fmla="*/ 135920 h 266700"/>
                <a:gd name="csX267" fmla="*/ 333432 w 638175"/>
                <a:gd name="csY267" fmla="*/ 136225 h 266700"/>
                <a:gd name="csX268" fmla="*/ 334642 w 638175"/>
                <a:gd name="csY268" fmla="*/ 136540 h 266700"/>
                <a:gd name="csX269" fmla="*/ 335909 w 638175"/>
                <a:gd name="csY269" fmla="*/ 136787 h 266700"/>
                <a:gd name="csX270" fmla="*/ 337176 w 638175"/>
                <a:gd name="csY270" fmla="*/ 137025 h 266700"/>
                <a:gd name="csX271" fmla="*/ 338442 w 638175"/>
                <a:gd name="csY271" fmla="*/ 137340 h 266700"/>
                <a:gd name="csX272" fmla="*/ 339652 w 638175"/>
                <a:gd name="csY272" fmla="*/ 137587 h 266700"/>
                <a:gd name="csX273" fmla="*/ 340919 w 638175"/>
                <a:gd name="csY273" fmla="*/ 137892 h 266700"/>
                <a:gd name="csX274" fmla="*/ 342186 w 638175"/>
                <a:gd name="csY274" fmla="*/ 138139 h 266700"/>
                <a:gd name="csX275" fmla="*/ 343386 w 638175"/>
                <a:gd name="csY275" fmla="*/ 138454 h 266700"/>
                <a:gd name="csX276" fmla="*/ 344662 w 638175"/>
                <a:gd name="csY276" fmla="*/ 138702 h 266700"/>
                <a:gd name="csX277" fmla="*/ 345929 w 638175"/>
                <a:gd name="csY277" fmla="*/ 139006 h 266700"/>
                <a:gd name="csX278" fmla="*/ 347129 w 638175"/>
                <a:gd name="csY278" fmla="*/ 139321 h 266700"/>
                <a:gd name="csX279" fmla="*/ 348396 w 638175"/>
                <a:gd name="csY279" fmla="*/ 139625 h 266700"/>
                <a:gd name="csX280" fmla="*/ 349672 w 638175"/>
                <a:gd name="csY280" fmla="*/ 139940 h 266700"/>
                <a:gd name="csX281" fmla="*/ 350872 w 638175"/>
                <a:gd name="csY281" fmla="*/ 140311 h 266700"/>
                <a:gd name="csX282" fmla="*/ 352139 w 638175"/>
                <a:gd name="csY282" fmla="*/ 140616 h 266700"/>
                <a:gd name="csX283" fmla="*/ 353406 w 638175"/>
                <a:gd name="csY283" fmla="*/ 140988 h 266700"/>
                <a:gd name="csX284" fmla="*/ 354683 w 638175"/>
                <a:gd name="csY284" fmla="*/ 141359 h 266700"/>
                <a:gd name="csX285" fmla="*/ 355883 w 638175"/>
                <a:gd name="csY285" fmla="*/ 141731 h 266700"/>
                <a:gd name="csX286" fmla="*/ 357149 w 638175"/>
                <a:gd name="csY286" fmla="*/ 142159 h 266700"/>
                <a:gd name="csX287" fmla="*/ 358416 w 638175"/>
                <a:gd name="csY287" fmla="*/ 142597 h 266700"/>
                <a:gd name="csX288" fmla="*/ 359626 w 638175"/>
                <a:gd name="csY288" fmla="*/ 143026 h 266700"/>
                <a:gd name="csX289" fmla="*/ 360893 w 638175"/>
                <a:gd name="csY289" fmla="*/ 143464 h 266700"/>
                <a:gd name="csX290" fmla="*/ 362159 w 638175"/>
                <a:gd name="csY290" fmla="*/ 143950 h 266700"/>
                <a:gd name="csX291" fmla="*/ 363369 w 638175"/>
                <a:gd name="csY291" fmla="*/ 144445 h 266700"/>
                <a:gd name="csX292" fmla="*/ 364636 w 638175"/>
                <a:gd name="csY292" fmla="*/ 144940 h 266700"/>
                <a:gd name="csX293" fmla="*/ 365903 w 638175"/>
                <a:gd name="csY293" fmla="*/ 145502 h 266700"/>
                <a:gd name="csX294" fmla="*/ 367113 w 638175"/>
                <a:gd name="csY294" fmla="*/ 146055 h 266700"/>
                <a:gd name="csX295" fmla="*/ 368379 w 638175"/>
                <a:gd name="csY295" fmla="*/ 146617 h 266700"/>
                <a:gd name="csX296" fmla="*/ 369646 w 638175"/>
                <a:gd name="csY296" fmla="*/ 147169 h 266700"/>
                <a:gd name="csX297" fmla="*/ 370913 w 638175"/>
                <a:gd name="csY297" fmla="*/ 147788 h 266700"/>
                <a:gd name="csX298" fmla="*/ 372113 w 638175"/>
                <a:gd name="csY298" fmla="*/ 148465 h 266700"/>
                <a:gd name="csX299" fmla="*/ 373390 w 638175"/>
                <a:gd name="csY299" fmla="*/ 149084 h 266700"/>
                <a:gd name="csX300" fmla="*/ 374656 w 638175"/>
                <a:gd name="csY300" fmla="*/ 149770 h 266700"/>
                <a:gd name="csX301" fmla="*/ 375856 w 638175"/>
                <a:gd name="csY301" fmla="*/ 150446 h 266700"/>
                <a:gd name="csX302" fmla="*/ 377123 w 638175"/>
                <a:gd name="csY302" fmla="*/ 151189 h 266700"/>
                <a:gd name="csX303" fmla="*/ 378400 w 638175"/>
                <a:gd name="csY303" fmla="*/ 151932 h 266700"/>
                <a:gd name="csX304" fmla="*/ 379600 w 638175"/>
                <a:gd name="csY304" fmla="*/ 152675 h 266700"/>
                <a:gd name="csX305" fmla="*/ 380866 w 638175"/>
                <a:gd name="csY305" fmla="*/ 153475 h 266700"/>
                <a:gd name="csX306" fmla="*/ 382133 w 638175"/>
                <a:gd name="csY306" fmla="*/ 154275 h 266700"/>
                <a:gd name="csX307" fmla="*/ 383410 w 638175"/>
                <a:gd name="csY307" fmla="*/ 155084 h 266700"/>
                <a:gd name="csX308" fmla="*/ 384610 w 638175"/>
                <a:gd name="csY308" fmla="*/ 155885 h 266700"/>
                <a:gd name="csX309" fmla="*/ 385877 w 638175"/>
                <a:gd name="csY309" fmla="*/ 156752 h 266700"/>
                <a:gd name="csX310" fmla="*/ 387143 w 638175"/>
                <a:gd name="csY310" fmla="*/ 157619 h 266700"/>
                <a:gd name="csX311" fmla="*/ 388353 w 638175"/>
                <a:gd name="csY311" fmla="*/ 158542 h 266700"/>
                <a:gd name="csX312" fmla="*/ 389620 w 638175"/>
                <a:gd name="csY312" fmla="*/ 159409 h 266700"/>
                <a:gd name="csX313" fmla="*/ 390887 w 638175"/>
                <a:gd name="csY313" fmla="*/ 160333 h 266700"/>
                <a:gd name="csX314" fmla="*/ 392097 w 638175"/>
                <a:gd name="csY314" fmla="*/ 161267 h 266700"/>
                <a:gd name="csX315" fmla="*/ 393363 w 638175"/>
                <a:gd name="csY315" fmla="*/ 162190 h 266700"/>
                <a:gd name="csX316" fmla="*/ 394630 w 638175"/>
                <a:gd name="csY316" fmla="*/ 163114 h 266700"/>
                <a:gd name="csX317" fmla="*/ 395840 w 638175"/>
                <a:gd name="csY317" fmla="*/ 164105 h 266700"/>
                <a:gd name="csX318" fmla="*/ 397107 w 638175"/>
                <a:gd name="csY318" fmla="*/ 165095 h 266700"/>
                <a:gd name="csX319" fmla="*/ 398374 w 638175"/>
                <a:gd name="csY319" fmla="*/ 166086 h 266700"/>
                <a:gd name="csX320" fmla="*/ 399640 w 638175"/>
                <a:gd name="csY320" fmla="*/ 167010 h 266700"/>
                <a:gd name="csX321" fmla="*/ 400850 w 638175"/>
                <a:gd name="csY321" fmla="*/ 168000 h 266700"/>
                <a:gd name="csX322" fmla="*/ 402117 w 638175"/>
                <a:gd name="csY322" fmla="*/ 169058 h 266700"/>
                <a:gd name="csX323" fmla="*/ 403384 w 638175"/>
                <a:gd name="csY323" fmla="*/ 170039 h 266700"/>
                <a:gd name="csX324" fmla="*/ 404584 w 638175"/>
                <a:gd name="csY324" fmla="*/ 171029 h 266700"/>
                <a:gd name="csX325" fmla="*/ 405860 w 638175"/>
                <a:gd name="csY325" fmla="*/ 172020 h 266700"/>
                <a:gd name="csX326" fmla="*/ 407127 w 638175"/>
                <a:gd name="csY326" fmla="*/ 173011 h 266700"/>
                <a:gd name="csX327" fmla="*/ 408327 w 638175"/>
                <a:gd name="csY327" fmla="*/ 174001 h 266700"/>
                <a:gd name="csX328" fmla="*/ 409594 w 638175"/>
                <a:gd name="csY328" fmla="*/ 174992 h 266700"/>
                <a:gd name="csX329" fmla="*/ 410870 w 638175"/>
                <a:gd name="csY329" fmla="*/ 175973 h 266700"/>
                <a:gd name="csX330" fmla="*/ 412070 w 638175"/>
                <a:gd name="csY330" fmla="*/ 176906 h 266700"/>
                <a:gd name="csX331" fmla="*/ 413337 w 638175"/>
                <a:gd name="csY331" fmla="*/ 177897 h 266700"/>
                <a:gd name="csX332" fmla="*/ 414605 w 638175"/>
                <a:gd name="csY332" fmla="*/ 178821 h 266700"/>
                <a:gd name="csX333" fmla="*/ 415881 w 638175"/>
                <a:gd name="csY333" fmla="*/ 179745 h 266700"/>
                <a:gd name="csX334" fmla="*/ 417081 w 638175"/>
                <a:gd name="csY334" fmla="*/ 180678 h 266700"/>
                <a:gd name="csX335" fmla="*/ 418347 w 638175"/>
                <a:gd name="csY335" fmla="*/ 181602 h 266700"/>
                <a:gd name="csX336" fmla="*/ 419615 w 638175"/>
                <a:gd name="csY336" fmla="*/ 182469 h 266700"/>
                <a:gd name="csX337" fmla="*/ 420824 w 638175"/>
                <a:gd name="csY337" fmla="*/ 183336 h 266700"/>
                <a:gd name="csX338" fmla="*/ 422091 w 638175"/>
                <a:gd name="csY338" fmla="*/ 184202 h 266700"/>
                <a:gd name="csX339" fmla="*/ 423357 w 638175"/>
                <a:gd name="csY339" fmla="*/ 185069 h 266700"/>
                <a:gd name="csX340" fmla="*/ 424567 w 638175"/>
                <a:gd name="csY340" fmla="*/ 185870 h 266700"/>
                <a:gd name="csX341" fmla="*/ 425834 w 638175"/>
                <a:gd name="csY341" fmla="*/ 186670 h 266700"/>
                <a:gd name="csX342" fmla="*/ 427101 w 638175"/>
                <a:gd name="csY342" fmla="*/ 187413 h 266700"/>
                <a:gd name="csX343" fmla="*/ 428311 w 638175"/>
                <a:gd name="csY343" fmla="*/ 188156 h 266700"/>
                <a:gd name="csX344" fmla="*/ 429577 w 638175"/>
                <a:gd name="csY344" fmla="*/ 188899 h 266700"/>
                <a:gd name="csX345" fmla="*/ 430844 w 638175"/>
                <a:gd name="csY345" fmla="*/ 189575 h 266700"/>
                <a:gd name="csX346" fmla="*/ 432111 w 638175"/>
                <a:gd name="csY346" fmla="*/ 190261 h 266700"/>
                <a:gd name="csX347" fmla="*/ 433321 w 638175"/>
                <a:gd name="csY347" fmla="*/ 190880 h 266700"/>
                <a:gd name="csX348" fmla="*/ 434588 w 638175"/>
                <a:gd name="csY348" fmla="*/ 191498 h 266700"/>
                <a:gd name="csX349" fmla="*/ 435854 w 638175"/>
                <a:gd name="csY349" fmla="*/ 192108 h 266700"/>
                <a:gd name="csX350" fmla="*/ 437055 w 638175"/>
                <a:gd name="csY350" fmla="*/ 192670 h 266700"/>
                <a:gd name="csX351" fmla="*/ 438331 w 638175"/>
                <a:gd name="csY351" fmla="*/ 193223 h 266700"/>
                <a:gd name="csX352" fmla="*/ 439598 w 638175"/>
                <a:gd name="csY352" fmla="*/ 193718 h 266700"/>
                <a:gd name="csX353" fmla="*/ 440798 w 638175"/>
                <a:gd name="csY353" fmla="*/ 194156 h 266700"/>
                <a:gd name="csX354" fmla="*/ 442065 w 638175"/>
                <a:gd name="csY354" fmla="*/ 194585 h 266700"/>
                <a:gd name="csX355" fmla="*/ 443332 w 638175"/>
                <a:gd name="csY355" fmla="*/ 195023 h 266700"/>
                <a:gd name="csX356" fmla="*/ 444541 w 638175"/>
                <a:gd name="csY356" fmla="*/ 195385 h 266700"/>
                <a:gd name="csX357" fmla="*/ 445808 w 638175"/>
                <a:gd name="csY357" fmla="*/ 195756 h 266700"/>
                <a:gd name="csX358" fmla="*/ 447075 w 638175"/>
                <a:gd name="csY358" fmla="*/ 196071 h 266700"/>
                <a:gd name="csX359" fmla="*/ 448351 w 638175"/>
                <a:gd name="csY359" fmla="*/ 196318 h 266700"/>
                <a:gd name="csX360" fmla="*/ 449551 w 638175"/>
                <a:gd name="csY360" fmla="*/ 196566 h 266700"/>
                <a:gd name="csX361" fmla="*/ 450818 w 638175"/>
                <a:gd name="csY361" fmla="*/ 196814 h 266700"/>
                <a:gd name="csX362" fmla="*/ 452085 w 638175"/>
                <a:gd name="csY362" fmla="*/ 196995 h 266700"/>
                <a:gd name="csX363" fmla="*/ 453295 w 638175"/>
                <a:gd name="csY363" fmla="*/ 197118 h 266700"/>
                <a:gd name="csX364" fmla="*/ 454561 w 638175"/>
                <a:gd name="csY364" fmla="*/ 197242 h 266700"/>
                <a:gd name="csX365" fmla="*/ 455828 w 638175"/>
                <a:gd name="csY365" fmla="*/ 197366 h 266700"/>
                <a:gd name="csX366" fmla="*/ 457038 w 638175"/>
                <a:gd name="csY366" fmla="*/ 197433 h 266700"/>
                <a:gd name="csX367" fmla="*/ 458305 w 638175"/>
                <a:gd name="csY367" fmla="*/ 197433 h 266700"/>
                <a:gd name="csX368" fmla="*/ 459572 w 638175"/>
                <a:gd name="csY368" fmla="*/ 197433 h 266700"/>
                <a:gd name="csX369" fmla="*/ 460838 w 638175"/>
                <a:gd name="csY369" fmla="*/ 197433 h 266700"/>
                <a:gd name="csX370" fmla="*/ 462048 w 638175"/>
                <a:gd name="csY370" fmla="*/ 197309 h 266700"/>
                <a:gd name="csX371" fmla="*/ 463315 w 638175"/>
                <a:gd name="csY371" fmla="*/ 197242 h 266700"/>
                <a:gd name="csX372" fmla="*/ 464582 w 638175"/>
                <a:gd name="csY372" fmla="*/ 197061 h 266700"/>
                <a:gd name="csX373" fmla="*/ 465782 w 638175"/>
                <a:gd name="csY373" fmla="*/ 196938 h 266700"/>
                <a:gd name="csX374" fmla="*/ 467058 w 638175"/>
                <a:gd name="csY374" fmla="*/ 196690 h 266700"/>
                <a:gd name="csX375" fmla="*/ 468325 w 638175"/>
                <a:gd name="csY375" fmla="*/ 196499 h 266700"/>
                <a:gd name="csX376" fmla="*/ 469526 w 638175"/>
                <a:gd name="csY376" fmla="*/ 196252 h 266700"/>
                <a:gd name="csX377" fmla="*/ 470792 w 638175"/>
                <a:gd name="csY377" fmla="*/ 195947 h 266700"/>
                <a:gd name="csX378" fmla="*/ 472068 w 638175"/>
                <a:gd name="csY378" fmla="*/ 195632 h 266700"/>
                <a:gd name="csX379" fmla="*/ 473269 w 638175"/>
                <a:gd name="csY379" fmla="*/ 195261 h 266700"/>
                <a:gd name="csX380" fmla="*/ 474536 w 638175"/>
                <a:gd name="csY380" fmla="*/ 194899 h 266700"/>
                <a:gd name="csX381" fmla="*/ 475803 w 638175"/>
                <a:gd name="csY381" fmla="*/ 194461 h 266700"/>
                <a:gd name="csX382" fmla="*/ 477079 w 638175"/>
                <a:gd name="csY382" fmla="*/ 194033 h 266700"/>
                <a:gd name="csX383" fmla="*/ 478279 w 638175"/>
                <a:gd name="csY383" fmla="*/ 193537 h 266700"/>
                <a:gd name="csX384" fmla="*/ 479546 w 638175"/>
                <a:gd name="csY384" fmla="*/ 193042 h 266700"/>
                <a:gd name="csX385" fmla="*/ 480813 w 638175"/>
                <a:gd name="csY385" fmla="*/ 192547 h 266700"/>
                <a:gd name="csX386" fmla="*/ 482022 w 638175"/>
                <a:gd name="csY386" fmla="*/ 191994 h 266700"/>
                <a:gd name="csX387" fmla="*/ 483289 w 638175"/>
                <a:gd name="csY387" fmla="*/ 191432 h 266700"/>
                <a:gd name="csX388" fmla="*/ 484556 w 638175"/>
                <a:gd name="csY388" fmla="*/ 190813 h 266700"/>
                <a:gd name="csX389" fmla="*/ 485765 w 638175"/>
                <a:gd name="csY389" fmla="*/ 190194 h 266700"/>
                <a:gd name="csX390" fmla="*/ 487032 w 638175"/>
                <a:gd name="csY390" fmla="*/ 189575 h 266700"/>
                <a:gd name="csX391" fmla="*/ 488299 w 638175"/>
                <a:gd name="csY391" fmla="*/ 188899 h 266700"/>
                <a:gd name="csX392" fmla="*/ 489509 w 638175"/>
                <a:gd name="csY392" fmla="*/ 188222 h 266700"/>
                <a:gd name="csX393" fmla="*/ 490775 w 638175"/>
                <a:gd name="csY393" fmla="*/ 187536 h 266700"/>
                <a:gd name="csX394" fmla="*/ 492042 w 638175"/>
                <a:gd name="csY394" fmla="*/ 186860 h 266700"/>
                <a:gd name="csX395" fmla="*/ 493310 w 638175"/>
                <a:gd name="csY395" fmla="*/ 186117 h 266700"/>
                <a:gd name="csX396" fmla="*/ 494510 w 638175"/>
                <a:gd name="csY396" fmla="*/ 185374 h 266700"/>
                <a:gd name="csX397" fmla="*/ 495786 w 638175"/>
                <a:gd name="csY397" fmla="*/ 184631 h 266700"/>
                <a:gd name="csX398" fmla="*/ 497052 w 638175"/>
                <a:gd name="csY398" fmla="*/ 183888 h 266700"/>
                <a:gd name="csX399" fmla="*/ 498253 w 638175"/>
                <a:gd name="csY399" fmla="*/ 183145 h 266700"/>
                <a:gd name="csX400" fmla="*/ 499529 w 638175"/>
                <a:gd name="csY400" fmla="*/ 182345 h 266700"/>
                <a:gd name="csX401" fmla="*/ 500796 w 638175"/>
                <a:gd name="csY401" fmla="*/ 181602 h 266700"/>
                <a:gd name="csX402" fmla="*/ 501996 w 638175"/>
                <a:gd name="csY402" fmla="*/ 180860 h 266700"/>
                <a:gd name="csX403" fmla="*/ 503263 w 638175"/>
                <a:gd name="csY403" fmla="*/ 180117 h 266700"/>
                <a:gd name="csX404" fmla="*/ 504530 w 638175"/>
                <a:gd name="csY404" fmla="*/ 179383 h 266700"/>
                <a:gd name="csX405" fmla="*/ 505740 w 638175"/>
                <a:gd name="csY405" fmla="*/ 178697 h 266700"/>
                <a:gd name="csX406" fmla="*/ 507006 w 638175"/>
                <a:gd name="csY406" fmla="*/ 177954 h 266700"/>
                <a:gd name="csX407" fmla="*/ 508273 w 638175"/>
                <a:gd name="csY407" fmla="*/ 177278 h 266700"/>
                <a:gd name="csX408" fmla="*/ 509540 w 638175"/>
                <a:gd name="csY408" fmla="*/ 176659 h 266700"/>
                <a:gd name="csX409" fmla="*/ 510750 w 638175"/>
                <a:gd name="csY409" fmla="*/ 176039 h 266700"/>
                <a:gd name="csX410" fmla="*/ 512017 w 638175"/>
                <a:gd name="csY410" fmla="*/ 175420 h 266700"/>
                <a:gd name="csX411" fmla="*/ 513283 w 638175"/>
                <a:gd name="csY411" fmla="*/ 174868 h 266700"/>
                <a:gd name="csX412" fmla="*/ 514493 w 638175"/>
                <a:gd name="csY412" fmla="*/ 174373 h 266700"/>
                <a:gd name="csX413" fmla="*/ 515760 w 638175"/>
                <a:gd name="csY413" fmla="*/ 173934 h 266700"/>
                <a:gd name="csX414" fmla="*/ 517027 w 638175"/>
                <a:gd name="csY414" fmla="*/ 173506 h 266700"/>
                <a:gd name="csX415" fmla="*/ 518236 w 638175"/>
                <a:gd name="csY415" fmla="*/ 173134 h 266700"/>
                <a:gd name="csX416" fmla="*/ 519503 w 638175"/>
                <a:gd name="csY416" fmla="*/ 172820 h 266700"/>
                <a:gd name="csX417" fmla="*/ 520770 w 638175"/>
                <a:gd name="csY417" fmla="*/ 172582 h 266700"/>
                <a:gd name="csX418" fmla="*/ 521970 w 638175"/>
                <a:gd name="csY418" fmla="*/ 172391 h 266700"/>
                <a:gd name="csX419" fmla="*/ 523246 w 638175"/>
                <a:gd name="csY419" fmla="*/ 172268 h 266700"/>
                <a:gd name="csX420" fmla="*/ 524513 w 638175"/>
                <a:gd name="csY420" fmla="*/ 172211 h 266700"/>
                <a:gd name="csX421" fmla="*/ 525780 w 638175"/>
                <a:gd name="csY421" fmla="*/ 172268 h 266700"/>
                <a:gd name="csX422" fmla="*/ 526980 w 638175"/>
                <a:gd name="csY422" fmla="*/ 172334 h 266700"/>
                <a:gd name="csX423" fmla="*/ 528256 w 638175"/>
                <a:gd name="csY423" fmla="*/ 172515 h 266700"/>
                <a:gd name="csX424" fmla="*/ 529523 w 638175"/>
                <a:gd name="csY424" fmla="*/ 172820 h 266700"/>
                <a:gd name="csX425" fmla="*/ 530724 w 638175"/>
                <a:gd name="csY425" fmla="*/ 173134 h 266700"/>
                <a:gd name="csX426" fmla="*/ 531990 w 638175"/>
                <a:gd name="csY426" fmla="*/ 173563 h 266700"/>
                <a:gd name="csX427" fmla="*/ 533267 w 638175"/>
                <a:gd name="csY427" fmla="*/ 174125 h 266700"/>
                <a:gd name="csX428" fmla="*/ 534467 w 638175"/>
                <a:gd name="csY428" fmla="*/ 174744 h 266700"/>
                <a:gd name="csX429" fmla="*/ 535734 w 638175"/>
                <a:gd name="csY429" fmla="*/ 175420 h 266700"/>
                <a:gd name="csX430" fmla="*/ 537001 w 638175"/>
                <a:gd name="csY430" fmla="*/ 176230 h 266700"/>
                <a:gd name="csX431" fmla="*/ 538210 w 638175"/>
                <a:gd name="csY431" fmla="*/ 177154 h 266700"/>
                <a:gd name="csX432" fmla="*/ 539477 w 638175"/>
                <a:gd name="csY432" fmla="*/ 178145 h 266700"/>
                <a:gd name="csX433" fmla="*/ 540744 w 638175"/>
                <a:gd name="csY433" fmla="*/ 179192 h 266700"/>
                <a:gd name="csX434" fmla="*/ 542011 w 638175"/>
                <a:gd name="csY434" fmla="*/ 180307 h 266700"/>
                <a:gd name="csX435" fmla="*/ 543221 w 638175"/>
                <a:gd name="csY435" fmla="*/ 181602 h 266700"/>
                <a:gd name="csX436" fmla="*/ 544487 w 638175"/>
                <a:gd name="csY436" fmla="*/ 182898 h 266700"/>
                <a:gd name="csX437" fmla="*/ 545754 w 638175"/>
                <a:gd name="csY437" fmla="*/ 184260 h 266700"/>
                <a:gd name="csX438" fmla="*/ 546964 w 638175"/>
                <a:gd name="csY438" fmla="*/ 185746 h 266700"/>
                <a:gd name="csX439" fmla="*/ 548231 w 638175"/>
                <a:gd name="csY439" fmla="*/ 187355 h 266700"/>
                <a:gd name="csX440" fmla="*/ 549497 w 638175"/>
                <a:gd name="csY440" fmla="*/ 188956 h 266700"/>
                <a:gd name="csX441" fmla="*/ 550707 w 638175"/>
                <a:gd name="csY441" fmla="*/ 190632 h 266700"/>
                <a:gd name="csX442" fmla="*/ 551974 w 638175"/>
                <a:gd name="csY442" fmla="*/ 192423 h 266700"/>
                <a:gd name="csX443" fmla="*/ 553241 w 638175"/>
                <a:gd name="csY443" fmla="*/ 194213 h 266700"/>
                <a:gd name="csX444" fmla="*/ 554508 w 638175"/>
                <a:gd name="csY444" fmla="*/ 196071 h 266700"/>
                <a:gd name="csX445" fmla="*/ 555717 w 638175"/>
                <a:gd name="csY445" fmla="*/ 197985 h 266700"/>
                <a:gd name="csX446" fmla="*/ 556984 w 638175"/>
                <a:gd name="csY446" fmla="*/ 199900 h 266700"/>
                <a:gd name="csX447" fmla="*/ 558251 w 638175"/>
                <a:gd name="csY447" fmla="*/ 201881 h 266700"/>
                <a:gd name="csX448" fmla="*/ 559451 w 638175"/>
                <a:gd name="csY448" fmla="*/ 203919 h 266700"/>
                <a:gd name="csX449" fmla="*/ 560727 w 638175"/>
                <a:gd name="csY449" fmla="*/ 205957 h 266700"/>
                <a:gd name="csX450" fmla="*/ 561994 w 638175"/>
                <a:gd name="csY450" fmla="*/ 208006 h 266700"/>
                <a:gd name="csX451" fmla="*/ 563194 w 638175"/>
                <a:gd name="csY451" fmla="*/ 210101 h 266700"/>
                <a:gd name="csX452" fmla="*/ 564461 w 638175"/>
                <a:gd name="csY452" fmla="*/ 212206 h 266700"/>
                <a:gd name="csX453" fmla="*/ 565737 w 638175"/>
                <a:gd name="csY453" fmla="*/ 214244 h 266700"/>
                <a:gd name="csX454" fmla="*/ 566938 w 638175"/>
                <a:gd name="csY454" fmla="*/ 216349 h 266700"/>
                <a:gd name="csX455" fmla="*/ 568204 w 638175"/>
                <a:gd name="csY455" fmla="*/ 218388 h 266700"/>
                <a:gd name="csX456" fmla="*/ 569471 w 638175"/>
                <a:gd name="csY456" fmla="*/ 220493 h 266700"/>
                <a:gd name="csX457" fmla="*/ 570738 w 638175"/>
                <a:gd name="csY457" fmla="*/ 222465 h 266700"/>
                <a:gd name="csX458" fmla="*/ 571948 w 638175"/>
                <a:gd name="csY458" fmla="*/ 224512 h 266700"/>
                <a:gd name="csX459" fmla="*/ 573215 w 638175"/>
                <a:gd name="csY459" fmla="*/ 226484 h 266700"/>
                <a:gd name="csX460" fmla="*/ 574481 w 638175"/>
                <a:gd name="csY460" fmla="*/ 228465 h 266700"/>
                <a:gd name="csX461" fmla="*/ 575691 w 638175"/>
                <a:gd name="csY461" fmla="*/ 230380 h 266700"/>
                <a:gd name="csX462" fmla="*/ 576958 w 638175"/>
                <a:gd name="csY462" fmla="*/ 232237 h 266700"/>
                <a:gd name="csX463" fmla="*/ 578225 w 638175"/>
                <a:gd name="csY463" fmla="*/ 234028 h 266700"/>
                <a:gd name="csX464" fmla="*/ 579435 w 638175"/>
                <a:gd name="csY464" fmla="*/ 235818 h 266700"/>
                <a:gd name="csX465" fmla="*/ 580701 w 638175"/>
                <a:gd name="csY465" fmla="*/ 237552 h 266700"/>
                <a:gd name="csX466" fmla="*/ 581968 w 638175"/>
                <a:gd name="csY466" fmla="*/ 239219 h 266700"/>
                <a:gd name="csX467" fmla="*/ 583168 w 638175"/>
                <a:gd name="csY467" fmla="*/ 240895 h 266700"/>
                <a:gd name="csX468" fmla="*/ 584445 w 638175"/>
                <a:gd name="csY468" fmla="*/ 242438 h 266700"/>
                <a:gd name="csX469" fmla="*/ 585712 w 638175"/>
                <a:gd name="csY469" fmla="*/ 243924 h 266700"/>
                <a:gd name="csX470" fmla="*/ 586978 w 638175"/>
                <a:gd name="csY470" fmla="*/ 245401 h 266700"/>
                <a:gd name="csX471" fmla="*/ 588188 w 638175"/>
                <a:gd name="csY471" fmla="*/ 246763 h 266700"/>
                <a:gd name="csX472" fmla="*/ 589455 w 638175"/>
                <a:gd name="csY472" fmla="*/ 248125 h 266700"/>
                <a:gd name="csX473" fmla="*/ 590722 w 638175"/>
                <a:gd name="csY473" fmla="*/ 249363 h 266700"/>
                <a:gd name="csX474" fmla="*/ 591922 w 638175"/>
                <a:gd name="csY474" fmla="*/ 250592 h 266700"/>
                <a:gd name="csX475" fmla="*/ 593188 w 638175"/>
                <a:gd name="csY475" fmla="*/ 251773 h 266700"/>
                <a:gd name="csX476" fmla="*/ 594465 w 638175"/>
                <a:gd name="csY476" fmla="*/ 252821 h 266700"/>
                <a:gd name="csX477" fmla="*/ 595665 w 638175"/>
                <a:gd name="csY477" fmla="*/ 253878 h 266700"/>
                <a:gd name="csX478" fmla="*/ 596932 w 638175"/>
                <a:gd name="csY478" fmla="*/ 254859 h 266700"/>
                <a:gd name="csX479" fmla="*/ 598199 w 638175"/>
                <a:gd name="csY479" fmla="*/ 255726 h 266700"/>
                <a:gd name="csX480" fmla="*/ 599408 w 638175"/>
                <a:gd name="csY480" fmla="*/ 256593 h 266700"/>
                <a:gd name="csX481" fmla="*/ 600675 w 638175"/>
                <a:gd name="csY481" fmla="*/ 257460 h 266700"/>
                <a:gd name="csX482" fmla="*/ 601942 w 638175"/>
                <a:gd name="csY482" fmla="*/ 258203 h 266700"/>
                <a:gd name="csX483" fmla="*/ 603209 w 638175"/>
                <a:gd name="csY483" fmla="*/ 258879 h 266700"/>
                <a:gd name="csX484" fmla="*/ 604419 w 638175"/>
                <a:gd name="csY484" fmla="*/ 259565 h 266700"/>
                <a:gd name="csX485" fmla="*/ 605685 w 638175"/>
                <a:gd name="csY485" fmla="*/ 260183 h 266700"/>
                <a:gd name="csX486" fmla="*/ 606952 w 638175"/>
                <a:gd name="csY486" fmla="*/ 260793 h 266700"/>
                <a:gd name="csX487" fmla="*/ 608162 w 638175"/>
                <a:gd name="csY487" fmla="*/ 261288 h 266700"/>
                <a:gd name="csX488" fmla="*/ 609429 w 638175"/>
                <a:gd name="csY488" fmla="*/ 261784 h 266700"/>
                <a:gd name="csX489" fmla="*/ 610695 w 638175"/>
                <a:gd name="csY489" fmla="*/ 262222 h 266700"/>
                <a:gd name="csX490" fmla="*/ 611905 w 638175"/>
                <a:gd name="csY490" fmla="*/ 262650 h 266700"/>
                <a:gd name="csX491" fmla="*/ 613172 w 638175"/>
                <a:gd name="csY491" fmla="*/ 263022 h 266700"/>
                <a:gd name="csX492" fmla="*/ 614439 w 638175"/>
                <a:gd name="csY492" fmla="*/ 263393 h 266700"/>
                <a:gd name="csX493" fmla="*/ 615639 w 638175"/>
                <a:gd name="csY493" fmla="*/ 263708 h 266700"/>
                <a:gd name="csX494" fmla="*/ 616915 w 638175"/>
                <a:gd name="csY494" fmla="*/ 264013 h 266700"/>
                <a:gd name="csX495" fmla="*/ 618182 w 638175"/>
                <a:gd name="csY495" fmla="*/ 264317 h 266700"/>
                <a:gd name="csX496" fmla="*/ 619449 w 638175"/>
                <a:gd name="csY496" fmla="*/ 264565 h 266700"/>
                <a:gd name="csX497" fmla="*/ 620649 w 638175"/>
                <a:gd name="csY497" fmla="*/ 264756 h 266700"/>
                <a:gd name="csX498" fmla="*/ 621926 w 638175"/>
                <a:gd name="csY498" fmla="*/ 265003 h 266700"/>
                <a:gd name="csX499" fmla="*/ 623192 w 638175"/>
                <a:gd name="csY499" fmla="*/ 265127 h 266700"/>
                <a:gd name="csX500" fmla="*/ 624392 w 638175"/>
                <a:gd name="csY500" fmla="*/ 265308 h 266700"/>
                <a:gd name="csX501" fmla="*/ 625659 w 638175"/>
                <a:gd name="csY501" fmla="*/ 265499 h 266700"/>
                <a:gd name="csX502" fmla="*/ 626936 w 638175"/>
                <a:gd name="csY502" fmla="*/ 265622 h 266700"/>
                <a:gd name="csX503" fmla="*/ 628136 w 638175"/>
                <a:gd name="csY503" fmla="*/ 265746 h 266700"/>
                <a:gd name="csX504" fmla="*/ 629402 w 638175"/>
                <a:gd name="csY504" fmla="*/ 265803 h 266700"/>
                <a:gd name="csX505" fmla="*/ 630669 w 638175"/>
                <a:gd name="csY505" fmla="*/ 265927 h 266700"/>
                <a:gd name="csX506" fmla="*/ 631946 w 638175"/>
                <a:gd name="csY506" fmla="*/ 265994 h 266700"/>
                <a:gd name="csX507" fmla="*/ 633146 w 638175"/>
                <a:gd name="csY507" fmla="*/ 266118 h 266700"/>
                <a:gd name="csX508" fmla="*/ 634413 w 638175"/>
                <a:gd name="csY508" fmla="*/ 266175 h 266700"/>
                <a:gd name="csX509" fmla="*/ 635679 w 638175"/>
                <a:gd name="csY509" fmla="*/ 266242 h 266700"/>
                <a:gd name="csX510" fmla="*/ 636889 w 638175"/>
                <a:gd name="csY510" fmla="*/ 266299 h 266700"/>
                <a:gd name="csX511" fmla="*/ 638156 w 638175"/>
                <a:gd name="csY511" fmla="*/ 266299 h 266700"/>
                <a:gd name="csX512" fmla="*/ 638156 w 638175"/>
                <a:gd name="csY512" fmla="*/ 266670 h 266700"/>
                <a:gd name="csX513" fmla="*/ 636889 w 638175"/>
                <a:gd name="csY513" fmla="*/ 266670 h 266700"/>
                <a:gd name="csX514" fmla="*/ 635679 w 638175"/>
                <a:gd name="csY514" fmla="*/ 266670 h 266700"/>
                <a:gd name="csX515" fmla="*/ 634413 w 638175"/>
                <a:gd name="csY515" fmla="*/ 266670 h 266700"/>
                <a:gd name="csX516" fmla="*/ 633146 w 638175"/>
                <a:gd name="csY516" fmla="*/ 266670 h 266700"/>
                <a:gd name="csX517" fmla="*/ 631946 w 638175"/>
                <a:gd name="csY517" fmla="*/ 266670 h 266700"/>
                <a:gd name="csX518" fmla="*/ 630669 w 638175"/>
                <a:gd name="csY518" fmla="*/ 266670 h 266700"/>
                <a:gd name="csX519" fmla="*/ 629402 w 638175"/>
                <a:gd name="csY519" fmla="*/ 266670 h 266700"/>
                <a:gd name="csX520" fmla="*/ 628136 w 638175"/>
                <a:gd name="csY520" fmla="*/ 266670 h 266700"/>
                <a:gd name="csX521" fmla="*/ 626936 w 638175"/>
                <a:gd name="csY521" fmla="*/ 266670 h 266700"/>
                <a:gd name="csX522" fmla="*/ 625659 w 638175"/>
                <a:gd name="csY522" fmla="*/ 266670 h 266700"/>
                <a:gd name="csX523" fmla="*/ 624392 w 638175"/>
                <a:gd name="csY523" fmla="*/ 266670 h 266700"/>
                <a:gd name="csX524" fmla="*/ 623192 w 638175"/>
                <a:gd name="csY524" fmla="*/ 266670 h 266700"/>
                <a:gd name="csX525" fmla="*/ 621926 w 638175"/>
                <a:gd name="csY525" fmla="*/ 266670 h 266700"/>
                <a:gd name="csX526" fmla="*/ 620649 w 638175"/>
                <a:gd name="csY526" fmla="*/ 266670 h 266700"/>
                <a:gd name="csX527" fmla="*/ 619449 w 638175"/>
                <a:gd name="csY527" fmla="*/ 266670 h 266700"/>
                <a:gd name="csX528" fmla="*/ 618182 w 638175"/>
                <a:gd name="csY528" fmla="*/ 266670 h 266700"/>
                <a:gd name="csX529" fmla="*/ 616915 w 638175"/>
                <a:gd name="csY529" fmla="*/ 266670 h 266700"/>
                <a:gd name="csX530" fmla="*/ 615639 w 638175"/>
                <a:gd name="csY530" fmla="*/ 266670 h 266700"/>
                <a:gd name="csX531" fmla="*/ 614439 w 638175"/>
                <a:gd name="csY531" fmla="*/ 266670 h 266700"/>
                <a:gd name="csX532" fmla="*/ 613172 w 638175"/>
                <a:gd name="csY532" fmla="*/ 266670 h 266700"/>
                <a:gd name="csX533" fmla="*/ 611905 w 638175"/>
                <a:gd name="csY533" fmla="*/ 266670 h 266700"/>
                <a:gd name="csX534" fmla="*/ 610695 w 638175"/>
                <a:gd name="csY534" fmla="*/ 266670 h 266700"/>
                <a:gd name="csX535" fmla="*/ 609429 w 638175"/>
                <a:gd name="csY535" fmla="*/ 266670 h 266700"/>
                <a:gd name="csX536" fmla="*/ 608162 w 638175"/>
                <a:gd name="csY536" fmla="*/ 266670 h 266700"/>
                <a:gd name="csX537" fmla="*/ 606952 w 638175"/>
                <a:gd name="csY537" fmla="*/ 266670 h 266700"/>
                <a:gd name="csX538" fmla="*/ 605685 w 638175"/>
                <a:gd name="csY538" fmla="*/ 266670 h 266700"/>
                <a:gd name="csX539" fmla="*/ 604419 w 638175"/>
                <a:gd name="csY539" fmla="*/ 266670 h 266700"/>
                <a:gd name="csX540" fmla="*/ 603209 w 638175"/>
                <a:gd name="csY540" fmla="*/ 266670 h 266700"/>
                <a:gd name="csX541" fmla="*/ 601942 w 638175"/>
                <a:gd name="csY541" fmla="*/ 266670 h 266700"/>
                <a:gd name="csX542" fmla="*/ 600675 w 638175"/>
                <a:gd name="csY542" fmla="*/ 266670 h 266700"/>
                <a:gd name="csX543" fmla="*/ 599408 w 638175"/>
                <a:gd name="csY543" fmla="*/ 266670 h 266700"/>
                <a:gd name="csX544" fmla="*/ 598199 w 638175"/>
                <a:gd name="csY544" fmla="*/ 266670 h 266700"/>
                <a:gd name="csX545" fmla="*/ 596932 w 638175"/>
                <a:gd name="csY545" fmla="*/ 266670 h 266700"/>
                <a:gd name="csX546" fmla="*/ 595665 w 638175"/>
                <a:gd name="csY546" fmla="*/ 266670 h 266700"/>
                <a:gd name="csX547" fmla="*/ 594465 w 638175"/>
                <a:gd name="csY547" fmla="*/ 266670 h 266700"/>
                <a:gd name="csX548" fmla="*/ 593188 w 638175"/>
                <a:gd name="csY548" fmla="*/ 266670 h 266700"/>
                <a:gd name="csX549" fmla="*/ 591922 w 638175"/>
                <a:gd name="csY549" fmla="*/ 266670 h 266700"/>
                <a:gd name="csX550" fmla="*/ 590722 w 638175"/>
                <a:gd name="csY550" fmla="*/ 266670 h 266700"/>
                <a:gd name="csX551" fmla="*/ 589455 w 638175"/>
                <a:gd name="csY551" fmla="*/ 266670 h 266700"/>
                <a:gd name="csX552" fmla="*/ 588188 w 638175"/>
                <a:gd name="csY552" fmla="*/ 266670 h 266700"/>
                <a:gd name="csX553" fmla="*/ 586978 w 638175"/>
                <a:gd name="csY553" fmla="*/ 266670 h 266700"/>
                <a:gd name="csX554" fmla="*/ 585712 w 638175"/>
                <a:gd name="csY554" fmla="*/ 266670 h 266700"/>
                <a:gd name="csX555" fmla="*/ 584445 w 638175"/>
                <a:gd name="csY555" fmla="*/ 266670 h 266700"/>
                <a:gd name="csX556" fmla="*/ 583168 w 638175"/>
                <a:gd name="csY556" fmla="*/ 266670 h 266700"/>
                <a:gd name="csX557" fmla="*/ 581968 w 638175"/>
                <a:gd name="csY557" fmla="*/ 266670 h 266700"/>
                <a:gd name="csX558" fmla="*/ 580701 w 638175"/>
                <a:gd name="csY558" fmla="*/ 266670 h 266700"/>
                <a:gd name="csX559" fmla="*/ 579435 w 638175"/>
                <a:gd name="csY559" fmla="*/ 266670 h 266700"/>
                <a:gd name="csX560" fmla="*/ 578225 w 638175"/>
                <a:gd name="csY560" fmla="*/ 266670 h 266700"/>
                <a:gd name="csX561" fmla="*/ 576958 w 638175"/>
                <a:gd name="csY561" fmla="*/ 266670 h 266700"/>
                <a:gd name="csX562" fmla="*/ 575691 w 638175"/>
                <a:gd name="csY562" fmla="*/ 266670 h 266700"/>
                <a:gd name="csX563" fmla="*/ 574481 w 638175"/>
                <a:gd name="csY563" fmla="*/ 266670 h 266700"/>
                <a:gd name="csX564" fmla="*/ 573215 w 638175"/>
                <a:gd name="csY564" fmla="*/ 266670 h 266700"/>
                <a:gd name="csX565" fmla="*/ 571948 w 638175"/>
                <a:gd name="csY565" fmla="*/ 266670 h 266700"/>
                <a:gd name="csX566" fmla="*/ 570738 w 638175"/>
                <a:gd name="csY566" fmla="*/ 266670 h 266700"/>
                <a:gd name="csX567" fmla="*/ 569471 w 638175"/>
                <a:gd name="csY567" fmla="*/ 266670 h 266700"/>
                <a:gd name="csX568" fmla="*/ 568204 w 638175"/>
                <a:gd name="csY568" fmla="*/ 266670 h 266700"/>
                <a:gd name="csX569" fmla="*/ 566938 w 638175"/>
                <a:gd name="csY569" fmla="*/ 266670 h 266700"/>
                <a:gd name="csX570" fmla="*/ 565737 w 638175"/>
                <a:gd name="csY570" fmla="*/ 266670 h 266700"/>
                <a:gd name="csX571" fmla="*/ 564461 w 638175"/>
                <a:gd name="csY571" fmla="*/ 266670 h 266700"/>
                <a:gd name="csX572" fmla="*/ 563194 w 638175"/>
                <a:gd name="csY572" fmla="*/ 266670 h 266700"/>
                <a:gd name="csX573" fmla="*/ 561994 w 638175"/>
                <a:gd name="csY573" fmla="*/ 266670 h 266700"/>
                <a:gd name="csX574" fmla="*/ 560727 w 638175"/>
                <a:gd name="csY574" fmla="*/ 266670 h 266700"/>
                <a:gd name="csX575" fmla="*/ 559451 w 638175"/>
                <a:gd name="csY575" fmla="*/ 266670 h 266700"/>
                <a:gd name="csX576" fmla="*/ 558251 w 638175"/>
                <a:gd name="csY576" fmla="*/ 266670 h 266700"/>
                <a:gd name="csX577" fmla="*/ 556984 w 638175"/>
                <a:gd name="csY577" fmla="*/ 266670 h 266700"/>
                <a:gd name="csX578" fmla="*/ 555717 w 638175"/>
                <a:gd name="csY578" fmla="*/ 266670 h 266700"/>
                <a:gd name="csX579" fmla="*/ 554508 w 638175"/>
                <a:gd name="csY579" fmla="*/ 266670 h 266700"/>
                <a:gd name="csX580" fmla="*/ 553241 w 638175"/>
                <a:gd name="csY580" fmla="*/ 266670 h 266700"/>
                <a:gd name="csX581" fmla="*/ 551974 w 638175"/>
                <a:gd name="csY581" fmla="*/ 266670 h 266700"/>
                <a:gd name="csX582" fmla="*/ 550707 w 638175"/>
                <a:gd name="csY582" fmla="*/ 266670 h 266700"/>
                <a:gd name="csX583" fmla="*/ 549497 w 638175"/>
                <a:gd name="csY583" fmla="*/ 266670 h 266700"/>
                <a:gd name="csX584" fmla="*/ 548231 w 638175"/>
                <a:gd name="csY584" fmla="*/ 266670 h 266700"/>
                <a:gd name="csX585" fmla="*/ 546964 w 638175"/>
                <a:gd name="csY585" fmla="*/ 266670 h 266700"/>
                <a:gd name="csX586" fmla="*/ 545754 w 638175"/>
                <a:gd name="csY586" fmla="*/ 266670 h 266700"/>
                <a:gd name="csX587" fmla="*/ 544487 w 638175"/>
                <a:gd name="csY587" fmla="*/ 266670 h 266700"/>
                <a:gd name="csX588" fmla="*/ 543221 w 638175"/>
                <a:gd name="csY588" fmla="*/ 266670 h 266700"/>
                <a:gd name="csX589" fmla="*/ 542011 w 638175"/>
                <a:gd name="csY589" fmla="*/ 266670 h 266700"/>
                <a:gd name="csX590" fmla="*/ 540744 w 638175"/>
                <a:gd name="csY590" fmla="*/ 266670 h 266700"/>
                <a:gd name="csX591" fmla="*/ 539477 w 638175"/>
                <a:gd name="csY591" fmla="*/ 266670 h 266700"/>
                <a:gd name="csX592" fmla="*/ 538210 w 638175"/>
                <a:gd name="csY592" fmla="*/ 266670 h 266700"/>
                <a:gd name="csX593" fmla="*/ 537001 w 638175"/>
                <a:gd name="csY593" fmla="*/ 266670 h 266700"/>
                <a:gd name="csX594" fmla="*/ 535734 w 638175"/>
                <a:gd name="csY594" fmla="*/ 266670 h 266700"/>
                <a:gd name="csX595" fmla="*/ 534467 w 638175"/>
                <a:gd name="csY595" fmla="*/ 266670 h 266700"/>
                <a:gd name="csX596" fmla="*/ 533267 w 638175"/>
                <a:gd name="csY596" fmla="*/ 266670 h 266700"/>
                <a:gd name="csX597" fmla="*/ 531990 w 638175"/>
                <a:gd name="csY597" fmla="*/ 266670 h 266700"/>
                <a:gd name="csX598" fmla="*/ 530724 w 638175"/>
                <a:gd name="csY598" fmla="*/ 266670 h 266700"/>
                <a:gd name="csX599" fmla="*/ 529523 w 638175"/>
                <a:gd name="csY599" fmla="*/ 266670 h 266700"/>
                <a:gd name="csX600" fmla="*/ 528256 w 638175"/>
                <a:gd name="csY600" fmla="*/ 266670 h 266700"/>
                <a:gd name="csX601" fmla="*/ 526980 w 638175"/>
                <a:gd name="csY601" fmla="*/ 266670 h 266700"/>
                <a:gd name="csX602" fmla="*/ 525780 w 638175"/>
                <a:gd name="csY602" fmla="*/ 266670 h 266700"/>
                <a:gd name="csX603" fmla="*/ 524513 w 638175"/>
                <a:gd name="csY603" fmla="*/ 266670 h 266700"/>
                <a:gd name="csX604" fmla="*/ 523246 w 638175"/>
                <a:gd name="csY604" fmla="*/ 266670 h 266700"/>
                <a:gd name="csX605" fmla="*/ 521970 w 638175"/>
                <a:gd name="csY605" fmla="*/ 266670 h 266700"/>
                <a:gd name="csX606" fmla="*/ 520770 w 638175"/>
                <a:gd name="csY606" fmla="*/ 266670 h 266700"/>
                <a:gd name="csX607" fmla="*/ 519503 w 638175"/>
                <a:gd name="csY607" fmla="*/ 266670 h 266700"/>
                <a:gd name="csX608" fmla="*/ 518236 w 638175"/>
                <a:gd name="csY608" fmla="*/ 266670 h 266700"/>
                <a:gd name="csX609" fmla="*/ 517027 w 638175"/>
                <a:gd name="csY609" fmla="*/ 266670 h 266700"/>
                <a:gd name="csX610" fmla="*/ 515760 w 638175"/>
                <a:gd name="csY610" fmla="*/ 266670 h 266700"/>
                <a:gd name="csX611" fmla="*/ 514493 w 638175"/>
                <a:gd name="csY611" fmla="*/ 266670 h 266700"/>
                <a:gd name="csX612" fmla="*/ 513283 w 638175"/>
                <a:gd name="csY612" fmla="*/ 266670 h 266700"/>
                <a:gd name="csX613" fmla="*/ 512017 w 638175"/>
                <a:gd name="csY613" fmla="*/ 266670 h 266700"/>
                <a:gd name="csX614" fmla="*/ 510750 w 638175"/>
                <a:gd name="csY614" fmla="*/ 266670 h 266700"/>
                <a:gd name="csX615" fmla="*/ 509540 w 638175"/>
                <a:gd name="csY615" fmla="*/ 266670 h 266700"/>
                <a:gd name="csX616" fmla="*/ 508273 w 638175"/>
                <a:gd name="csY616" fmla="*/ 266670 h 266700"/>
                <a:gd name="csX617" fmla="*/ 507006 w 638175"/>
                <a:gd name="csY617" fmla="*/ 266670 h 266700"/>
                <a:gd name="csX618" fmla="*/ 505740 w 638175"/>
                <a:gd name="csY618" fmla="*/ 266670 h 266700"/>
                <a:gd name="csX619" fmla="*/ 504530 w 638175"/>
                <a:gd name="csY619" fmla="*/ 266670 h 266700"/>
                <a:gd name="csX620" fmla="*/ 503263 w 638175"/>
                <a:gd name="csY620" fmla="*/ 266670 h 266700"/>
                <a:gd name="csX621" fmla="*/ 501996 w 638175"/>
                <a:gd name="csY621" fmla="*/ 266670 h 266700"/>
                <a:gd name="csX622" fmla="*/ 500796 w 638175"/>
                <a:gd name="csY622" fmla="*/ 266670 h 266700"/>
                <a:gd name="csX623" fmla="*/ 499529 w 638175"/>
                <a:gd name="csY623" fmla="*/ 266670 h 266700"/>
                <a:gd name="csX624" fmla="*/ 498253 w 638175"/>
                <a:gd name="csY624" fmla="*/ 266670 h 266700"/>
                <a:gd name="csX625" fmla="*/ 497052 w 638175"/>
                <a:gd name="csY625" fmla="*/ 266670 h 266700"/>
                <a:gd name="csX626" fmla="*/ 495786 w 638175"/>
                <a:gd name="csY626" fmla="*/ 266670 h 266700"/>
                <a:gd name="csX627" fmla="*/ 494510 w 638175"/>
                <a:gd name="csY627" fmla="*/ 266670 h 266700"/>
                <a:gd name="csX628" fmla="*/ 493310 w 638175"/>
                <a:gd name="csY628" fmla="*/ 266670 h 266700"/>
                <a:gd name="csX629" fmla="*/ 492042 w 638175"/>
                <a:gd name="csY629" fmla="*/ 266670 h 266700"/>
                <a:gd name="csX630" fmla="*/ 490775 w 638175"/>
                <a:gd name="csY630" fmla="*/ 266670 h 266700"/>
                <a:gd name="csX631" fmla="*/ 489509 w 638175"/>
                <a:gd name="csY631" fmla="*/ 266670 h 266700"/>
                <a:gd name="csX632" fmla="*/ 488299 w 638175"/>
                <a:gd name="csY632" fmla="*/ 266670 h 266700"/>
                <a:gd name="csX633" fmla="*/ 487032 w 638175"/>
                <a:gd name="csY633" fmla="*/ 266670 h 266700"/>
                <a:gd name="csX634" fmla="*/ 485765 w 638175"/>
                <a:gd name="csY634" fmla="*/ 266670 h 266700"/>
                <a:gd name="csX635" fmla="*/ 484556 w 638175"/>
                <a:gd name="csY635" fmla="*/ 266670 h 266700"/>
                <a:gd name="csX636" fmla="*/ 483289 w 638175"/>
                <a:gd name="csY636" fmla="*/ 266670 h 266700"/>
                <a:gd name="csX637" fmla="*/ 482022 w 638175"/>
                <a:gd name="csY637" fmla="*/ 266670 h 266700"/>
                <a:gd name="csX638" fmla="*/ 480813 w 638175"/>
                <a:gd name="csY638" fmla="*/ 266670 h 266700"/>
                <a:gd name="csX639" fmla="*/ 479546 w 638175"/>
                <a:gd name="csY639" fmla="*/ 266670 h 266700"/>
                <a:gd name="csX640" fmla="*/ 478279 w 638175"/>
                <a:gd name="csY640" fmla="*/ 266670 h 266700"/>
                <a:gd name="csX641" fmla="*/ 477079 w 638175"/>
                <a:gd name="csY641" fmla="*/ 266670 h 266700"/>
                <a:gd name="csX642" fmla="*/ 475803 w 638175"/>
                <a:gd name="csY642" fmla="*/ 266670 h 266700"/>
                <a:gd name="csX643" fmla="*/ 474536 w 638175"/>
                <a:gd name="csY643" fmla="*/ 266670 h 266700"/>
                <a:gd name="csX644" fmla="*/ 473269 w 638175"/>
                <a:gd name="csY644" fmla="*/ 266670 h 266700"/>
                <a:gd name="csX645" fmla="*/ 472068 w 638175"/>
                <a:gd name="csY645" fmla="*/ 266670 h 266700"/>
                <a:gd name="csX646" fmla="*/ 470792 w 638175"/>
                <a:gd name="csY646" fmla="*/ 266670 h 266700"/>
                <a:gd name="csX647" fmla="*/ 469526 w 638175"/>
                <a:gd name="csY647" fmla="*/ 266670 h 266700"/>
                <a:gd name="csX648" fmla="*/ 468325 w 638175"/>
                <a:gd name="csY648" fmla="*/ 266670 h 266700"/>
                <a:gd name="csX649" fmla="*/ 467058 w 638175"/>
                <a:gd name="csY649" fmla="*/ 266670 h 266700"/>
                <a:gd name="csX650" fmla="*/ 465782 w 638175"/>
                <a:gd name="csY650" fmla="*/ 266670 h 266700"/>
                <a:gd name="csX651" fmla="*/ 464582 w 638175"/>
                <a:gd name="csY651" fmla="*/ 266670 h 266700"/>
                <a:gd name="csX652" fmla="*/ 463315 w 638175"/>
                <a:gd name="csY652" fmla="*/ 266670 h 266700"/>
                <a:gd name="csX653" fmla="*/ 462048 w 638175"/>
                <a:gd name="csY653" fmla="*/ 266670 h 266700"/>
                <a:gd name="csX654" fmla="*/ 460838 w 638175"/>
                <a:gd name="csY654" fmla="*/ 266670 h 266700"/>
                <a:gd name="csX655" fmla="*/ 459572 w 638175"/>
                <a:gd name="csY655" fmla="*/ 266670 h 266700"/>
                <a:gd name="csX656" fmla="*/ 458305 w 638175"/>
                <a:gd name="csY656" fmla="*/ 266670 h 266700"/>
                <a:gd name="csX657" fmla="*/ 457038 w 638175"/>
                <a:gd name="csY657" fmla="*/ 266670 h 266700"/>
                <a:gd name="csX658" fmla="*/ 455828 w 638175"/>
                <a:gd name="csY658" fmla="*/ 266670 h 266700"/>
                <a:gd name="csX659" fmla="*/ 454561 w 638175"/>
                <a:gd name="csY659" fmla="*/ 266670 h 266700"/>
                <a:gd name="csX660" fmla="*/ 453295 w 638175"/>
                <a:gd name="csY660" fmla="*/ 266670 h 266700"/>
                <a:gd name="csX661" fmla="*/ 452085 w 638175"/>
                <a:gd name="csY661" fmla="*/ 266670 h 266700"/>
                <a:gd name="csX662" fmla="*/ 450818 w 638175"/>
                <a:gd name="csY662" fmla="*/ 266670 h 266700"/>
                <a:gd name="csX663" fmla="*/ 449551 w 638175"/>
                <a:gd name="csY663" fmla="*/ 266670 h 266700"/>
                <a:gd name="csX664" fmla="*/ 448351 w 638175"/>
                <a:gd name="csY664" fmla="*/ 266670 h 266700"/>
                <a:gd name="csX665" fmla="*/ 447075 w 638175"/>
                <a:gd name="csY665" fmla="*/ 266670 h 266700"/>
                <a:gd name="csX666" fmla="*/ 445808 w 638175"/>
                <a:gd name="csY666" fmla="*/ 266670 h 266700"/>
                <a:gd name="csX667" fmla="*/ 444541 w 638175"/>
                <a:gd name="csY667" fmla="*/ 266670 h 266700"/>
                <a:gd name="csX668" fmla="*/ 443332 w 638175"/>
                <a:gd name="csY668" fmla="*/ 266670 h 266700"/>
                <a:gd name="csX669" fmla="*/ 442065 w 638175"/>
                <a:gd name="csY669" fmla="*/ 266670 h 266700"/>
                <a:gd name="csX670" fmla="*/ 440798 w 638175"/>
                <a:gd name="csY670" fmla="*/ 266670 h 266700"/>
                <a:gd name="csX671" fmla="*/ 439598 w 638175"/>
                <a:gd name="csY671" fmla="*/ 266670 h 266700"/>
                <a:gd name="csX672" fmla="*/ 438331 w 638175"/>
                <a:gd name="csY672" fmla="*/ 266670 h 266700"/>
                <a:gd name="csX673" fmla="*/ 437055 w 638175"/>
                <a:gd name="csY673" fmla="*/ 266670 h 266700"/>
                <a:gd name="csX674" fmla="*/ 435854 w 638175"/>
                <a:gd name="csY674" fmla="*/ 266670 h 266700"/>
                <a:gd name="csX675" fmla="*/ 434588 w 638175"/>
                <a:gd name="csY675" fmla="*/ 266670 h 266700"/>
                <a:gd name="csX676" fmla="*/ 433321 w 638175"/>
                <a:gd name="csY676" fmla="*/ 266670 h 266700"/>
                <a:gd name="csX677" fmla="*/ 432111 w 638175"/>
                <a:gd name="csY677" fmla="*/ 266670 h 266700"/>
                <a:gd name="csX678" fmla="*/ 430844 w 638175"/>
                <a:gd name="csY678" fmla="*/ 266670 h 266700"/>
                <a:gd name="csX679" fmla="*/ 429577 w 638175"/>
                <a:gd name="csY679" fmla="*/ 266670 h 266700"/>
                <a:gd name="csX680" fmla="*/ 428311 w 638175"/>
                <a:gd name="csY680" fmla="*/ 266670 h 266700"/>
                <a:gd name="csX681" fmla="*/ 427101 w 638175"/>
                <a:gd name="csY681" fmla="*/ 266670 h 266700"/>
                <a:gd name="csX682" fmla="*/ 425834 w 638175"/>
                <a:gd name="csY682" fmla="*/ 266670 h 266700"/>
                <a:gd name="csX683" fmla="*/ 424567 w 638175"/>
                <a:gd name="csY683" fmla="*/ 266670 h 266700"/>
                <a:gd name="csX684" fmla="*/ 423357 w 638175"/>
                <a:gd name="csY684" fmla="*/ 266670 h 266700"/>
                <a:gd name="csX685" fmla="*/ 422091 w 638175"/>
                <a:gd name="csY685" fmla="*/ 266670 h 266700"/>
                <a:gd name="csX686" fmla="*/ 420824 w 638175"/>
                <a:gd name="csY686" fmla="*/ 266670 h 266700"/>
                <a:gd name="csX687" fmla="*/ 419615 w 638175"/>
                <a:gd name="csY687" fmla="*/ 266670 h 266700"/>
                <a:gd name="csX688" fmla="*/ 418347 w 638175"/>
                <a:gd name="csY688" fmla="*/ 266670 h 266700"/>
                <a:gd name="csX689" fmla="*/ 417081 w 638175"/>
                <a:gd name="csY689" fmla="*/ 266670 h 266700"/>
                <a:gd name="csX690" fmla="*/ 415881 w 638175"/>
                <a:gd name="csY690" fmla="*/ 266670 h 266700"/>
                <a:gd name="csX691" fmla="*/ 414605 w 638175"/>
                <a:gd name="csY691" fmla="*/ 266670 h 266700"/>
                <a:gd name="csX692" fmla="*/ 413337 w 638175"/>
                <a:gd name="csY692" fmla="*/ 266670 h 266700"/>
                <a:gd name="csX693" fmla="*/ 412070 w 638175"/>
                <a:gd name="csY693" fmla="*/ 266670 h 266700"/>
                <a:gd name="csX694" fmla="*/ 410870 w 638175"/>
                <a:gd name="csY694" fmla="*/ 266670 h 266700"/>
                <a:gd name="csX695" fmla="*/ 409594 w 638175"/>
                <a:gd name="csY695" fmla="*/ 266670 h 266700"/>
                <a:gd name="csX696" fmla="*/ 408327 w 638175"/>
                <a:gd name="csY696" fmla="*/ 266670 h 266700"/>
                <a:gd name="csX697" fmla="*/ 407127 w 638175"/>
                <a:gd name="csY697" fmla="*/ 266670 h 266700"/>
                <a:gd name="csX698" fmla="*/ 405860 w 638175"/>
                <a:gd name="csY698" fmla="*/ 266670 h 266700"/>
                <a:gd name="csX699" fmla="*/ 404584 w 638175"/>
                <a:gd name="csY699" fmla="*/ 266670 h 266700"/>
                <a:gd name="csX700" fmla="*/ 403384 w 638175"/>
                <a:gd name="csY700" fmla="*/ 266670 h 266700"/>
                <a:gd name="csX701" fmla="*/ 402117 w 638175"/>
                <a:gd name="csY701" fmla="*/ 266670 h 266700"/>
                <a:gd name="csX702" fmla="*/ 400850 w 638175"/>
                <a:gd name="csY702" fmla="*/ 266670 h 266700"/>
                <a:gd name="csX703" fmla="*/ 399640 w 638175"/>
                <a:gd name="csY703" fmla="*/ 266670 h 266700"/>
                <a:gd name="csX704" fmla="*/ 398374 w 638175"/>
                <a:gd name="csY704" fmla="*/ 266670 h 266700"/>
                <a:gd name="csX705" fmla="*/ 397107 w 638175"/>
                <a:gd name="csY705" fmla="*/ 266670 h 266700"/>
                <a:gd name="csX706" fmla="*/ 395840 w 638175"/>
                <a:gd name="csY706" fmla="*/ 266670 h 266700"/>
                <a:gd name="csX707" fmla="*/ 394630 w 638175"/>
                <a:gd name="csY707" fmla="*/ 266670 h 266700"/>
                <a:gd name="csX708" fmla="*/ 393363 w 638175"/>
                <a:gd name="csY708" fmla="*/ 266670 h 266700"/>
                <a:gd name="csX709" fmla="*/ 392097 w 638175"/>
                <a:gd name="csY709" fmla="*/ 266670 h 266700"/>
                <a:gd name="csX710" fmla="*/ 390887 w 638175"/>
                <a:gd name="csY710" fmla="*/ 266670 h 266700"/>
                <a:gd name="csX711" fmla="*/ 389620 w 638175"/>
                <a:gd name="csY711" fmla="*/ 266670 h 266700"/>
                <a:gd name="csX712" fmla="*/ 388353 w 638175"/>
                <a:gd name="csY712" fmla="*/ 266670 h 266700"/>
                <a:gd name="csX713" fmla="*/ 387143 w 638175"/>
                <a:gd name="csY713" fmla="*/ 266670 h 266700"/>
                <a:gd name="csX714" fmla="*/ 385877 w 638175"/>
                <a:gd name="csY714" fmla="*/ 266670 h 266700"/>
                <a:gd name="csX715" fmla="*/ 384610 w 638175"/>
                <a:gd name="csY715" fmla="*/ 266670 h 266700"/>
                <a:gd name="csX716" fmla="*/ 383410 w 638175"/>
                <a:gd name="csY716" fmla="*/ 266670 h 266700"/>
                <a:gd name="csX717" fmla="*/ 382133 w 638175"/>
                <a:gd name="csY717" fmla="*/ 266670 h 266700"/>
                <a:gd name="csX718" fmla="*/ 380866 w 638175"/>
                <a:gd name="csY718" fmla="*/ 266670 h 266700"/>
                <a:gd name="csX719" fmla="*/ 379600 w 638175"/>
                <a:gd name="csY719" fmla="*/ 266670 h 266700"/>
                <a:gd name="csX720" fmla="*/ 378400 w 638175"/>
                <a:gd name="csY720" fmla="*/ 266670 h 266700"/>
                <a:gd name="csX721" fmla="*/ 377123 w 638175"/>
                <a:gd name="csY721" fmla="*/ 266670 h 266700"/>
                <a:gd name="csX722" fmla="*/ 375856 w 638175"/>
                <a:gd name="csY722" fmla="*/ 266670 h 266700"/>
                <a:gd name="csX723" fmla="*/ 374656 w 638175"/>
                <a:gd name="csY723" fmla="*/ 266670 h 266700"/>
                <a:gd name="csX724" fmla="*/ 373390 w 638175"/>
                <a:gd name="csY724" fmla="*/ 266670 h 266700"/>
                <a:gd name="csX725" fmla="*/ 372113 w 638175"/>
                <a:gd name="csY725" fmla="*/ 266670 h 266700"/>
                <a:gd name="csX726" fmla="*/ 370913 w 638175"/>
                <a:gd name="csY726" fmla="*/ 266670 h 266700"/>
                <a:gd name="csX727" fmla="*/ 369646 w 638175"/>
                <a:gd name="csY727" fmla="*/ 266670 h 266700"/>
                <a:gd name="csX728" fmla="*/ 368379 w 638175"/>
                <a:gd name="csY728" fmla="*/ 266670 h 266700"/>
                <a:gd name="csX729" fmla="*/ 367113 w 638175"/>
                <a:gd name="csY729" fmla="*/ 266670 h 266700"/>
                <a:gd name="csX730" fmla="*/ 365903 w 638175"/>
                <a:gd name="csY730" fmla="*/ 266670 h 266700"/>
                <a:gd name="csX731" fmla="*/ 364636 w 638175"/>
                <a:gd name="csY731" fmla="*/ 266670 h 266700"/>
                <a:gd name="csX732" fmla="*/ 363369 w 638175"/>
                <a:gd name="csY732" fmla="*/ 266670 h 266700"/>
                <a:gd name="csX733" fmla="*/ 362159 w 638175"/>
                <a:gd name="csY733" fmla="*/ 266670 h 266700"/>
                <a:gd name="csX734" fmla="*/ 360893 w 638175"/>
                <a:gd name="csY734" fmla="*/ 266670 h 266700"/>
                <a:gd name="csX735" fmla="*/ 359626 w 638175"/>
                <a:gd name="csY735" fmla="*/ 266670 h 266700"/>
                <a:gd name="csX736" fmla="*/ 358416 w 638175"/>
                <a:gd name="csY736" fmla="*/ 266670 h 266700"/>
                <a:gd name="csX737" fmla="*/ 357149 w 638175"/>
                <a:gd name="csY737" fmla="*/ 266670 h 266700"/>
                <a:gd name="csX738" fmla="*/ 355883 w 638175"/>
                <a:gd name="csY738" fmla="*/ 266670 h 266700"/>
                <a:gd name="csX739" fmla="*/ 354683 w 638175"/>
                <a:gd name="csY739" fmla="*/ 266670 h 266700"/>
                <a:gd name="csX740" fmla="*/ 353406 w 638175"/>
                <a:gd name="csY740" fmla="*/ 266670 h 266700"/>
                <a:gd name="csX741" fmla="*/ 352139 w 638175"/>
                <a:gd name="csY741" fmla="*/ 266670 h 266700"/>
                <a:gd name="csX742" fmla="*/ 350872 w 638175"/>
                <a:gd name="csY742" fmla="*/ 266670 h 266700"/>
                <a:gd name="csX743" fmla="*/ 349672 w 638175"/>
                <a:gd name="csY743" fmla="*/ 266670 h 266700"/>
                <a:gd name="csX744" fmla="*/ 348396 w 638175"/>
                <a:gd name="csY744" fmla="*/ 266670 h 266700"/>
                <a:gd name="csX745" fmla="*/ 347129 w 638175"/>
                <a:gd name="csY745" fmla="*/ 266670 h 266700"/>
                <a:gd name="csX746" fmla="*/ 345929 w 638175"/>
                <a:gd name="csY746" fmla="*/ 266670 h 266700"/>
                <a:gd name="csX747" fmla="*/ 344662 w 638175"/>
                <a:gd name="csY747" fmla="*/ 266670 h 266700"/>
                <a:gd name="csX748" fmla="*/ 343386 w 638175"/>
                <a:gd name="csY748" fmla="*/ 266670 h 266700"/>
                <a:gd name="csX749" fmla="*/ 342186 w 638175"/>
                <a:gd name="csY749" fmla="*/ 266670 h 266700"/>
                <a:gd name="csX750" fmla="*/ 340919 w 638175"/>
                <a:gd name="csY750" fmla="*/ 266670 h 266700"/>
                <a:gd name="csX751" fmla="*/ 339652 w 638175"/>
                <a:gd name="csY751" fmla="*/ 266670 h 266700"/>
                <a:gd name="csX752" fmla="*/ 338442 w 638175"/>
                <a:gd name="csY752" fmla="*/ 266670 h 266700"/>
                <a:gd name="csX753" fmla="*/ 337176 w 638175"/>
                <a:gd name="csY753" fmla="*/ 266670 h 266700"/>
                <a:gd name="csX754" fmla="*/ 335909 w 638175"/>
                <a:gd name="csY754" fmla="*/ 266670 h 266700"/>
                <a:gd name="csX755" fmla="*/ 334642 w 638175"/>
                <a:gd name="csY755" fmla="*/ 266670 h 266700"/>
                <a:gd name="csX756" fmla="*/ 333432 w 638175"/>
                <a:gd name="csY756" fmla="*/ 266670 h 266700"/>
                <a:gd name="csX757" fmla="*/ 332165 w 638175"/>
                <a:gd name="csY757" fmla="*/ 266670 h 266700"/>
                <a:gd name="csX758" fmla="*/ 330899 w 638175"/>
                <a:gd name="csY758" fmla="*/ 266670 h 266700"/>
                <a:gd name="csX759" fmla="*/ 329689 w 638175"/>
                <a:gd name="csY759" fmla="*/ 266670 h 266700"/>
                <a:gd name="csX760" fmla="*/ 328422 w 638175"/>
                <a:gd name="csY760" fmla="*/ 266670 h 266700"/>
                <a:gd name="csX761" fmla="*/ 327155 w 638175"/>
                <a:gd name="csY761" fmla="*/ 266670 h 266700"/>
                <a:gd name="csX762" fmla="*/ 325945 w 638175"/>
                <a:gd name="csY762" fmla="*/ 266670 h 266700"/>
                <a:gd name="csX763" fmla="*/ 324679 w 638175"/>
                <a:gd name="csY763" fmla="*/ 266670 h 266700"/>
                <a:gd name="csX764" fmla="*/ 323412 w 638175"/>
                <a:gd name="csY764" fmla="*/ 266670 h 266700"/>
                <a:gd name="csX765" fmla="*/ 322212 w 638175"/>
                <a:gd name="csY765" fmla="*/ 266670 h 266700"/>
                <a:gd name="csX766" fmla="*/ 320935 w 638175"/>
                <a:gd name="csY766" fmla="*/ 266670 h 266700"/>
                <a:gd name="csX767" fmla="*/ 319668 w 638175"/>
                <a:gd name="csY767" fmla="*/ 266670 h 266700"/>
                <a:gd name="csX768" fmla="*/ 318402 w 638175"/>
                <a:gd name="csY768" fmla="*/ 266670 h 266700"/>
                <a:gd name="csX769" fmla="*/ 317202 w 638175"/>
                <a:gd name="csY769" fmla="*/ 266670 h 266700"/>
                <a:gd name="csX770" fmla="*/ 315925 w 638175"/>
                <a:gd name="csY770" fmla="*/ 266670 h 266700"/>
                <a:gd name="csX771" fmla="*/ 314658 w 638175"/>
                <a:gd name="csY771" fmla="*/ 266670 h 266700"/>
                <a:gd name="csX772" fmla="*/ 313458 w 638175"/>
                <a:gd name="csY772" fmla="*/ 266670 h 266700"/>
                <a:gd name="csX773" fmla="*/ 312192 w 638175"/>
                <a:gd name="csY773" fmla="*/ 266670 h 266700"/>
                <a:gd name="csX774" fmla="*/ 310915 w 638175"/>
                <a:gd name="csY774" fmla="*/ 266670 h 266700"/>
                <a:gd name="csX775" fmla="*/ 309715 w 638175"/>
                <a:gd name="csY775" fmla="*/ 266670 h 266700"/>
                <a:gd name="csX776" fmla="*/ 308448 w 638175"/>
                <a:gd name="csY776" fmla="*/ 266670 h 266700"/>
                <a:gd name="csX777" fmla="*/ 307181 w 638175"/>
                <a:gd name="csY777" fmla="*/ 266670 h 266700"/>
                <a:gd name="csX778" fmla="*/ 305972 w 638175"/>
                <a:gd name="csY778" fmla="*/ 266670 h 266700"/>
                <a:gd name="csX779" fmla="*/ 304705 w 638175"/>
                <a:gd name="csY779" fmla="*/ 266670 h 266700"/>
                <a:gd name="csX780" fmla="*/ 303438 w 638175"/>
                <a:gd name="csY780" fmla="*/ 266670 h 266700"/>
                <a:gd name="csX781" fmla="*/ 302171 w 638175"/>
                <a:gd name="csY781" fmla="*/ 266670 h 266700"/>
                <a:gd name="csX782" fmla="*/ 300961 w 638175"/>
                <a:gd name="csY782" fmla="*/ 266670 h 266700"/>
                <a:gd name="csX783" fmla="*/ 299695 w 638175"/>
                <a:gd name="csY783" fmla="*/ 266670 h 266700"/>
                <a:gd name="csX784" fmla="*/ 298428 w 638175"/>
                <a:gd name="csY784" fmla="*/ 266670 h 266700"/>
                <a:gd name="csX785" fmla="*/ 297218 w 638175"/>
                <a:gd name="csY785" fmla="*/ 266670 h 266700"/>
                <a:gd name="csX786" fmla="*/ 295951 w 638175"/>
                <a:gd name="csY786" fmla="*/ 266670 h 266700"/>
                <a:gd name="csX787" fmla="*/ 294685 w 638175"/>
                <a:gd name="csY787" fmla="*/ 266670 h 266700"/>
                <a:gd name="csX788" fmla="*/ 293475 w 638175"/>
                <a:gd name="csY788" fmla="*/ 266670 h 266700"/>
                <a:gd name="csX789" fmla="*/ 292208 w 638175"/>
                <a:gd name="csY789" fmla="*/ 266670 h 266700"/>
                <a:gd name="csX790" fmla="*/ 290941 w 638175"/>
                <a:gd name="csY790" fmla="*/ 266670 h 266700"/>
                <a:gd name="csX791" fmla="*/ 289741 w 638175"/>
                <a:gd name="csY791" fmla="*/ 266670 h 266700"/>
                <a:gd name="csX792" fmla="*/ 288474 w 638175"/>
                <a:gd name="csY792" fmla="*/ 266670 h 266700"/>
                <a:gd name="csX793" fmla="*/ 287198 w 638175"/>
                <a:gd name="csY793" fmla="*/ 266670 h 266700"/>
                <a:gd name="csX794" fmla="*/ 285931 w 638175"/>
                <a:gd name="csY794" fmla="*/ 266670 h 266700"/>
                <a:gd name="csX795" fmla="*/ 284731 w 638175"/>
                <a:gd name="csY795" fmla="*/ 266670 h 266700"/>
                <a:gd name="csX796" fmla="*/ 283454 w 638175"/>
                <a:gd name="csY796" fmla="*/ 266670 h 266700"/>
                <a:gd name="csX797" fmla="*/ 282188 w 638175"/>
                <a:gd name="csY797" fmla="*/ 266670 h 266700"/>
                <a:gd name="csX798" fmla="*/ 280988 w 638175"/>
                <a:gd name="csY798" fmla="*/ 266670 h 266700"/>
                <a:gd name="csX799" fmla="*/ 279721 w 638175"/>
                <a:gd name="csY799" fmla="*/ 266670 h 266700"/>
                <a:gd name="csX800" fmla="*/ 278454 w 638175"/>
                <a:gd name="csY800" fmla="*/ 266670 h 266700"/>
                <a:gd name="csX801" fmla="*/ 277244 w 638175"/>
                <a:gd name="csY801" fmla="*/ 266670 h 266700"/>
                <a:gd name="csX802" fmla="*/ 275978 w 638175"/>
                <a:gd name="csY802" fmla="*/ 266670 h 266700"/>
                <a:gd name="csX803" fmla="*/ 274711 w 638175"/>
                <a:gd name="csY803" fmla="*/ 266670 h 266700"/>
                <a:gd name="csX804" fmla="*/ 273434 w 638175"/>
                <a:gd name="csY804" fmla="*/ 266670 h 266700"/>
                <a:gd name="csX805" fmla="*/ 272234 w 638175"/>
                <a:gd name="csY805" fmla="*/ 266670 h 266700"/>
                <a:gd name="csX806" fmla="*/ 270967 w 638175"/>
                <a:gd name="csY806" fmla="*/ 266670 h 266700"/>
                <a:gd name="csX807" fmla="*/ 269701 w 638175"/>
                <a:gd name="csY807" fmla="*/ 266670 h 266700"/>
                <a:gd name="csX808" fmla="*/ 268491 w 638175"/>
                <a:gd name="csY808" fmla="*/ 266670 h 266700"/>
                <a:gd name="csX809" fmla="*/ 267224 w 638175"/>
                <a:gd name="csY809" fmla="*/ 266670 h 266700"/>
                <a:gd name="csX810" fmla="*/ 265957 w 638175"/>
                <a:gd name="csY810" fmla="*/ 266670 h 266700"/>
                <a:gd name="csX811" fmla="*/ 264747 w 638175"/>
                <a:gd name="csY811" fmla="*/ 266670 h 266700"/>
                <a:gd name="csX812" fmla="*/ 263481 w 638175"/>
                <a:gd name="csY812" fmla="*/ 266670 h 266700"/>
                <a:gd name="csX813" fmla="*/ 262214 w 638175"/>
                <a:gd name="csY813" fmla="*/ 266670 h 266700"/>
                <a:gd name="csX814" fmla="*/ 261014 w 638175"/>
                <a:gd name="csY814" fmla="*/ 266670 h 266700"/>
                <a:gd name="csX815" fmla="*/ 259737 w 638175"/>
                <a:gd name="csY815" fmla="*/ 266670 h 266700"/>
                <a:gd name="csX816" fmla="*/ 258470 w 638175"/>
                <a:gd name="csY816" fmla="*/ 266670 h 266700"/>
                <a:gd name="csX817" fmla="*/ 257204 w 638175"/>
                <a:gd name="csY817" fmla="*/ 266670 h 266700"/>
                <a:gd name="csX818" fmla="*/ 256004 w 638175"/>
                <a:gd name="csY818" fmla="*/ 266670 h 266700"/>
                <a:gd name="csX819" fmla="*/ 254727 w 638175"/>
                <a:gd name="csY819" fmla="*/ 266670 h 266700"/>
                <a:gd name="csX820" fmla="*/ 253460 w 638175"/>
                <a:gd name="csY820" fmla="*/ 266670 h 266700"/>
                <a:gd name="csX821" fmla="*/ 252260 w 638175"/>
                <a:gd name="csY821" fmla="*/ 266670 h 266700"/>
                <a:gd name="csX822" fmla="*/ 250994 w 638175"/>
                <a:gd name="csY822" fmla="*/ 266670 h 266700"/>
                <a:gd name="csX823" fmla="*/ 249717 w 638175"/>
                <a:gd name="csY823" fmla="*/ 266670 h 266700"/>
                <a:gd name="csX824" fmla="*/ 248517 w 638175"/>
                <a:gd name="csY824" fmla="*/ 266670 h 266700"/>
                <a:gd name="csX825" fmla="*/ 247250 w 638175"/>
                <a:gd name="csY825" fmla="*/ 266670 h 266700"/>
                <a:gd name="csX826" fmla="*/ 245983 w 638175"/>
                <a:gd name="csY826" fmla="*/ 266670 h 266700"/>
                <a:gd name="csX827" fmla="*/ 244774 w 638175"/>
                <a:gd name="csY827" fmla="*/ 266670 h 266700"/>
                <a:gd name="csX828" fmla="*/ 243507 w 638175"/>
                <a:gd name="csY828" fmla="*/ 266670 h 266700"/>
                <a:gd name="csX829" fmla="*/ 242240 w 638175"/>
                <a:gd name="csY829" fmla="*/ 266670 h 266700"/>
                <a:gd name="csX830" fmla="*/ 240973 w 638175"/>
                <a:gd name="csY830" fmla="*/ 266670 h 266700"/>
                <a:gd name="csX831" fmla="*/ 239763 w 638175"/>
                <a:gd name="csY831" fmla="*/ 266670 h 266700"/>
                <a:gd name="csX832" fmla="*/ 238497 w 638175"/>
                <a:gd name="csY832" fmla="*/ 266670 h 266700"/>
                <a:gd name="csX833" fmla="*/ 237230 w 638175"/>
                <a:gd name="csY833" fmla="*/ 266670 h 266700"/>
                <a:gd name="csX834" fmla="*/ 236020 w 638175"/>
                <a:gd name="csY834" fmla="*/ 266670 h 266700"/>
                <a:gd name="csX835" fmla="*/ 234753 w 638175"/>
                <a:gd name="csY835" fmla="*/ 266670 h 266700"/>
                <a:gd name="csX836" fmla="*/ 233487 w 638175"/>
                <a:gd name="csY836" fmla="*/ 266670 h 266700"/>
                <a:gd name="csX837" fmla="*/ 232277 w 638175"/>
                <a:gd name="csY837" fmla="*/ 266670 h 266700"/>
                <a:gd name="csX838" fmla="*/ 231010 w 638175"/>
                <a:gd name="csY838" fmla="*/ 266670 h 266700"/>
                <a:gd name="csX839" fmla="*/ 229743 w 638175"/>
                <a:gd name="csY839" fmla="*/ 266670 h 266700"/>
                <a:gd name="csX840" fmla="*/ 228543 w 638175"/>
                <a:gd name="csY840" fmla="*/ 266670 h 266700"/>
                <a:gd name="csX841" fmla="*/ 227267 w 638175"/>
                <a:gd name="csY841" fmla="*/ 266670 h 266700"/>
                <a:gd name="csX842" fmla="*/ 226000 w 638175"/>
                <a:gd name="csY842" fmla="*/ 266670 h 266700"/>
                <a:gd name="csX843" fmla="*/ 224733 w 638175"/>
                <a:gd name="csY843" fmla="*/ 266670 h 266700"/>
                <a:gd name="csX844" fmla="*/ 223532 w 638175"/>
                <a:gd name="csY844" fmla="*/ 266670 h 266700"/>
                <a:gd name="csX845" fmla="*/ 222256 w 638175"/>
                <a:gd name="csY845" fmla="*/ 266670 h 266700"/>
                <a:gd name="csX846" fmla="*/ 220990 w 638175"/>
                <a:gd name="csY846" fmla="*/ 266670 h 266700"/>
                <a:gd name="csX847" fmla="*/ 219790 w 638175"/>
                <a:gd name="csY847" fmla="*/ 266670 h 266700"/>
                <a:gd name="csX848" fmla="*/ 218522 w 638175"/>
                <a:gd name="csY848" fmla="*/ 266670 h 266700"/>
                <a:gd name="csX849" fmla="*/ 217246 w 638175"/>
                <a:gd name="csY849" fmla="*/ 266670 h 266700"/>
                <a:gd name="csX850" fmla="*/ 216046 w 638175"/>
                <a:gd name="csY850" fmla="*/ 266670 h 266700"/>
                <a:gd name="csX851" fmla="*/ 214780 w 638175"/>
                <a:gd name="csY851" fmla="*/ 266670 h 266700"/>
                <a:gd name="csX852" fmla="*/ 213513 w 638175"/>
                <a:gd name="csY852" fmla="*/ 266670 h 266700"/>
                <a:gd name="csX853" fmla="*/ 212303 w 638175"/>
                <a:gd name="csY853" fmla="*/ 266670 h 266700"/>
                <a:gd name="csX854" fmla="*/ 211036 w 638175"/>
                <a:gd name="csY854" fmla="*/ 266670 h 266700"/>
                <a:gd name="csX855" fmla="*/ 209769 w 638175"/>
                <a:gd name="csY855" fmla="*/ 266670 h 266700"/>
                <a:gd name="csX856" fmla="*/ 208503 w 638175"/>
                <a:gd name="csY856" fmla="*/ 266670 h 266700"/>
                <a:gd name="csX857" fmla="*/ 207293 w 638175"/>
                <a:gd name="csY857" fmla="*/ 266670 h 266700"/>
                <a:gd name="csX858" fmla="*/ 206026 w 638175"/>
                <a:gd name="csY858" fmla="*/ 266670 h 266700"/>
                <a:gd name="csX859" fmla="*/ 204759 w 638175"/>
                <a:gd name="csY859" fmla="*/ 266670 h 266700"/>
                <a:gd name="csX860" fmla="*/ 203549 w 638175"/>
                <a:gd name="csY860" fmla="*/ 266670 h 266700"/>
                <a:gd name="csX861" fmla="*/ 202283 w 638175"/>
                <a:gd name="csY861" fmla="*/ 266670 h 266700"/>
                <a:gd name="csX862" fmla="*/ 201016 w 638175"/>
                <a:gd name="csY862" fmla="*/ 266670 h 266700"/>
                <a:gd name="csX863" fmla="*/ 199815 w 638175"/>
                <a:gd name="csY863" fmla="*/ 266670 h 266700"/>
                <a:gd name="csX864" fmla="*/ 198539 w 638175"/>
                <a:gd name="csY864" fmla="*/ 266670 h 266700"/>
                <a:gd name="csX865" fmla="*/ 197272 w 638175"/>
                <a:gd name="csY865" fmla="*/ 266670 h 266700"/>
                <a:gd name="csX866" fmla="*/ 196006 w 638175"/>
                <a:gd name="csY866" fmla="*/ 266670 h 266700"/>
                <a:gd name="csX867" fmla="*/ 194805 w 638175"/>
                <a:gd name="csY867" fmla="*/ 266670 h 266700"/>
                <a:gd name="csX868" fmla="*/ 193529 w 638175"/>
                <a:gd name="csY868" fmla="*/ 266670 h 266700"/>
                <a:gd name="csX869" fmla="*/ 192262 w 638175"/>
                <a:gd name="csY869" fmla="*/ 266670 h 266700"/>
                <a:gd name="csX870" fmla="*/ 191062 w 638175"/>
                <a:gd name="csY870" fmla="*/ 266670 h 266700"/>
                <a:gd name="csX871" fmla="*/ 189795 w 638175"/>
                <a:gd name="csY871" fmla="*/ 266670 h 266700"/>
                <a:gd name="csX872" fmla="*/ 188519 w 638175"/>
                <a:gd name="csY872" fmla="*/ 266670 h 266700"/>
                <a:gd name="csX873" fmla="*/ 187319 w 638175"/>
                <a:gd name="csY873" fmla="*/ 266670 h 266700"/>
                <a:gd name="csX874" fmla="*/ 186052 w 638175"/>
                <a:gd name="csY874" fmla="*/ 266670 h 266700"/>
                <a:gd name="csX875" fmla="*/ 184785 w 638175"/>
                <a:gd name="csY875" fmla="*/ 266670 h 266700"/>
                <a:gd name="csX876" fmla="*/ 183576 w 638175"/>
                <a:gd name="csY876" fmla="*/ 266670 h 266700"/>
                <a:gd name="csX877" fmla="*/ 182309 w 638175"/>
                <a:gd name="csY877" fmla="*/ 266670 h 266700"/>
                <a:gd name="csX878" fmla="*/ 181041 w 638175"/>
                <a:gd name="csY878" fmla="*/ 266670 h 266700"/>
                <a:gd name="csX879" fmla="*/ 179775 w 638175"/>
                <a:gd name="csY879" fmla="*/ 266670 h 266700"/>
                <a:gd name="csX880" fmla="*/ 178565 w 638175"/>
                <a:gd name="csY880" fmla="*/ 266670 h 266700"/>
                <a:gd name="csX881" fmla="*/ 177299 w 638175"/>
                <a:gd name="csY881" fmla="*/ 266670 h 266700"/>
                <a:gd name="csX882" fmla="*/ 176031 w 638175"/>
                <a:gd name="csY882" fmla="*/ 266670 h 266700"/>
                <a:gd name="csX883" fmla="*/ 174822 w 638175"/>
                <a:gd name="csY883" fmla="*/ 266670 h 266700"/>
                <a:gd name="csX884" fmla="*/ 173555 w 638175"/>
                <a:gd name="csY884" fmla="*/ 266670 h 266700"/>
                <a:gd name="csX885" fmla="*/ 172289 w 638175"/>
                <a:gd name="csY885" fmla="*/ 266670 h 266700"/>
                <a:gd name="csX886" fmla="*/ 171079 w 638175"/>
                <a:gd name="csY886" fmla="*/ 266670 h 266700"/>
                <a:gd name="csX887" fmla="*/ 169812 w 638175"/>
                <a:gd name="csY887" fmla="*/ 266670 h 266700"/>
                <a:gd name="csX888" fmla="*/ 168545 w 638175"/>
                <a:gd name="csY888" fmla="*/ 266670 h 266700"/>
                <a:gd name="csX889" fmla="*/ 167345 w 638175"/>
                <a:gd name="csY889" fmla="*/ 266670 h 266700"/>
                <a:gd name="csX890" fmla="*/ 166078 w 638175"/>
                <a:gd name="csY890" fmla="*/ 266670 h 266700"/>
                <a:gd name="csX891" fmla="*/ 164802 w 638175"/>
                <a:gd name="csY891" fmla="*/ 266670 h 266700"/>
                <a:gd name="csX892" fmla="*/ 163535 w 638175"/>
                <a:gd name="csY892" fmla="*/ 266670 h 266700"/>
                <a:gd name="csX893" fmla="*/ 162334 w 638175"/>
                <a:gd name="csY893" fmla="*/ 266670 h 266700"/>
                <a:gd name="csX894" fmla="*/ 161058 w 638175"/>
                <a:gd name="csY894" fmla="*/ 266670 h 266700"/>
                <a:gd name="csX895" fmla="*/ 159792 w 638175"/>
                <a:gd name="csY895" fmla="*/ 266670 h 266700"/>
                <a:gd name="csX896" fmla="*/ 158591 w 638175"/>
                <a:gd name="csY896" fmla="*/ 266670 h 266700"/>
                <a:gd name="csX897" fmla="*/ 157324 w 638175"/>
                <a:gd name="csY897" fmla="*/ 266670 h 266700"/>
                <a:gd name="csX898" fmla="*/ 156048 w 638175"/>
                <a:gd name="csY898" fmla="*/ 266670 h 266700"/>
                <a:gd name="csX899" fmla="*/ 154848 w 638175"/>
                <a:gd name="csY899" fmla="*/ 266670 h 266700"/>
                <a:gd name="csX900" fmla="*/ 153581 w 638175"/>
                <a:gd name="csY900" fmla="*/ 266670 h 266700"/>
                <a:gd name="csX901" fmla="*/ 152314 w 638175"/>
                <a:gd name="csY901" fmla="*/ 266670 h 266700"/>
                <a:gd name="csX902" fmla="*/ 151105 w 638175"/>
                <a:gd name="csY902" fmla="*/ 266670 h 266700"/>
                <a:gd name="csX903" fmla="*/ 149838 w 638175"/>
                <a:gd name="csY903" fmla="*/ 266670 h 266700"/>
                <a:gd name="csX904" fmla="*/ 148571 w 638175"/>
                <a:gd name="csY904" fmla="*/ 266670 h 266700"/>
                <a:gd name="csX905" fmla="*/ 147304 w 638175"/>
                <a:gd name="csY905" fmla="*/ 266670 h 266700"/>
                <a:gd name="csX906" fmla="*/ 146095 w 638175"/>
                <a:gd name="csY906" fmla="*/ 266670 h 266700"/>
                <a:gd name="csX907" fmla="*/ 144827 w 638175"/>
                <a:gd name="csY907" fmla="*/ 266670 h 266700"/>
                <a:gd name="csX908" fmla="*/ 143561 w 638175"/>
                <a:gd name="csY908" fmla="*/ 266670 h 266700"/>
                <a:gd name="csX909" fmla="*/ 142351 w 638175"/>
                <a:gd name="csY909" fmla="*/ 266670 h 266700"/>
                <a:gd name="csX910" fmla="*/ 141085 w 638175"/>
                <a:gd name="csY910" fmla="*/ 266670 h 266700"/>
                <a:gd name="csX911" fmla="*/ 139818 w 638175"/>
                <a:gd name="csY911" fmla="*/ 266670 h 266700"/>
                <a:gd name="csX912" fmla="*/ 138617 w 638175"/>
                <a:gd name="csY912" fmla="*/ 266670 h 266700"/>
                <a:gd name="csX913" fmla="*/ 137341 w 638175"/>
                <a:gd name="csY913" fmla="*/ 266670 h 266700"/>
                <a:gd name="csX914" fmla="*/ 136074 w 638175"/>
                <a:gd name="csY914" fmla="*/ 266670 h 266700"/>
                <a:gd name="csX915" fmla="*/ 134874 w 638175"/>
                <a:gd name="csY915" fmla="*/ 266670 h 266700"/>
                <a:gd name="csX916" fmla="*/ 133607 w 638175"/>
                <a:gd name="csY916" fmla="*/ 266670 h 266700"/>
                <a:gd name="csX917" fmla="*/ 132331 w 638175"/>
                <a:gd name="csY917" fmla="*/ 266670 h 266700"/>
                <a:gd name="csX918" fmla="*/ 131064 w 638175"/>
                <a:gd name="csY918" fmla="*/ 266670 h 266700"/>
                <a:gd name="csX919" fmla="*/ 129864 w 638175"/>
                <a:gd name="csY919" fmla="*/ 266670 h 266700"/>
                <a:gd name="csX920" fmla="*/ 128597 w 638175"/>
                <a:gd name="csY920" fmla="*/ 266670 h 266700"/>
                <a:gd name="csX921" fmla="*/ 127321 w 638175"/>
                <a:gd name="csY921" fmla="*/ 266670 h 266700"/>
                <a:gd name="csX922" fmla="*/ 126120 w 638175"/>
                <a:gd name="csY922" fmla="*/ 266670 h 266700"/>
                <a:gd name="csX923" fmla="*/ 124854 w 638175"/>
                <a:gd name="csY923" fmla="*/ 266670 h 266700"/>
                <a:gd name="csX924" fmla="*/ 123587 w 638175"/>
                <a:gd name="csY924" fmla="*/ 266670 h 266700"/>
                <a:gd name="csX925" fmla="*/ 122377 w 638175"/>
                <a:gd name="csY925" fmla="*/ 266670 h 266700"/>
                <a:gd name="csX926" fmla="*/ 121110 w 638175"/>
                <a:gd name="csY926" fmla="*/ 266670 h 266700"/>
                <a:gd name="csX927" fmla="*/ 119843 w 638175"/>
                <a:gd name="csY927" fmla="*/ 266670 h 266700"/>
                <a:gd name="csX928" fmla="*/ 118634 w 638175"/>
                <a:gd name="csY928" fmla="*/ 266670 h 266700"/>
                <a:gd name="csX929" fmla="*/ 117367 w 638175"/>
                <a:gd name="csY929" fmla="*/ 266670 h 266700"/>
                <a:gd name="csX930" fmla="*/ 116100 w 638175"/>
                <a:gd name="csY930" fmla="*/ 266670 h 266700"/>
                <a:gd name="csX931" fmla="*/ 114833 w 638175"/>
                <a:gd name="csY931" fmla="*/ 266670 h 266700"/>
                <a:gd name="csX932" fmla="*/ 113624 w 638175"/>
                <a:gd name="csY932" fmla="*/ 266670 h 266700"/>
                <a:gd name="csX933" fmla="*/ 112357 w 638175"/>
                <a:gd name="csY933" fmla="*/ 266670 h 266700"/>
                <a:gd name="csX934" fmla="*/ 111090 w 638175"/>
                <a:gd name="csY934" fmla="*/ 266670 h 266700"/>
                <a:gd name="csX935" fmla="*/ 109881 w 638175"/>
                <a:gd name="csY935" fmla="*/ 266670 h 266700"/>
                <a:gd name="csX936" fmla="*/ 108614 w 638175"/>
                <a:gd name="csY936" fmla="*/ 266670 h 266700"/>
                <a:gd name="csX937" fmla="*/ 107347 w 638175"/>
                <a:gd name="csY937" fmla="*/ 266670 h 266700"/>
                <a:gd name="csX938" fmla="*/ 106147 w 638175"/>
                <a:gd name="csY938" fmla="*/ 266670 h 266700"/>
                <a:gd name="csX939" fmla="*/ 104871 w 638175"/>
                <a:gd name="csY939" fmla="*/ 266670 h 266700"/>
                <a:gd name="csX940" fmla="*/ 103604 w 638175"/>
                <a:gd name="csY940" fmla="*/ 266670 h 266700"/>
                <a:gd name="csX941" fmla="*/ 102336 w 638175"/>
                <a:gd name="csY941" fmla="*/ 266670 h 266700"/>
                <a:gd name="csX942" fmla="*/ 101136 w 638175"/>
                <a:gd name="csY942" fmla="*/ 266670 h 266700"/>
                <a:gd name="csX943" fmla="*/ 99860 w 638175"/>
                <a:gd name="csY943" fmla="*/ 266670 h 266700"/>
                <a:gd name="csX944" fmla="*/ 98594 w 638175"/>
                <a:gd name="csY944" fmla="*/ 266670 h 266700"/>
                <a:gd name="csX945" fmla="*/ 97393 w 638175"/>
                <a:gd name="csY945" fmla="*/ 266670 h 266700"/>
                <a:gd name="csX946" fmla="*/ 96126 w 638175"/>
                <a:gd name="csY946" fmla="*/ 266670 h 266700"/>
                <a:gd name="csX947" fmla="*/ 94850 w 638175"/>
                <a:gd name="csY947" fmla="*/ 266670 h 266700"/>
                <a:gd name="csX948" fmla="*/ 93650 w 638175"/>
                <a:gd name="csY948" fmla="*/ 266670 h 266700"/>
                <a:gd name="csX949" fmla="*/ 92383 w 638175"/>
                <a:gd name="csY949" fmla="*/ 266670 h 266700"/>
                <a:gd name="csX950" fmla="*/ 91116 w 638175"/>
                <a:gd name="csY950" fmla="*/ 266670 h 266700"/>
                <a:gd name="csX951" fmla="*/ 89906 w 638175"/>
                <a:gd name="csY951" fmla="*/ 266670 h 266700"/>
                <a:gd name="csX952" fmla="*/ 88640 w 638175"/>
                <a:gd name="csY952" fmla="*/ 266670 h 266700"/>
                <a:gd name="csX953" fmla="*/ 87373 w 638175"/>
                <a:gd name="csY953" fmla="*/ 266670 h 266700"/>
                <a:gd name="csX954" fmla="*/ 86106 w 638175"/>
                <a:gd name="csY954" fmla="*/ 266670 h 266700"/>
                <a:gd name="csX955" fmla="*/ 84896 w 638175"/>
                <a:gd name="csY955" fmla="*/ 266670 h 266700"/>
                <a:gd name="csX956" fmla="*/ 83629 w 638175"/>
                <a:gd name="csY956" fmla="*/ 266670 h 266700"/>
                <a:gd name="csX957" fmla="*/ 82363 w 638175"/>
                <a:gd name="csY957" fmla="*/ 266670 h 266700"/>
                <a:gd name="csX958" fmla="*/ 81153 w 638175"/>
                <a:gd name="csY958" fmla="*/ 266670 h 266700"/>
                <a:gd name="csX959" fmla="*/ 79886 w 638175"/>
                <a:gd name="csY959" fmla="*/ 266670 h 266700"/>
                <a:gd name="csX960" fmla="*/ 78619 w 638175"/>
                <a:gd name="csY960" fmla="*/ 266670 h 266700"/>
                <a:gd name="csX961" fmla="*/ 77419 w 638175"/>
                <a:gd name="csY961" fmla="*/ 266670 h 266700"/>
                <a:gd name="csX962" fmla="*/ 76143 w 638175"/>
                <a:gd name="csY962" fmla="*/ 266670 h 266700"/>
                <a:gd name="csX963" fmla="*/ 74876 w 638175"/>
                <a:gd name="csY963" fmla="*/ 266670 h 266700"/>
                <a:gd name="csX964" fmla="*/ 73676 w 638175"/>
                <a:gd name="csY964" fmla="*/ 266670 h 266700"/>
                <a:gd name="csX965" fmla="*/ 72400 w 638175"/>
                <a:gd name="csY965" fmla="*/ 266670 h 266700"/>
                <a:gd name="csX966" fmla="*/ 71132 w 638175"/>
                <a:gd name="csY966" fmla="*/ 266670 h 266700"/>
                <a:gd name="csX967" fmla="*/ 69866 w 638175"/>
                <a:gd name="csY967" fmla="*/ 266670 h 266700"/>
                <a:gd name="csX968" fmla="*/ 68666 w 638175"/>
                <a:gd name="csY968" fmla="*/ 266670 h 266700"/>
                <a:gd name="csX969" fmla="*/ 67399 w 638175"/>
                <a:gd name="csY969" fmla="*/ 266670 h 266700"/>
                <a:gd name="csX970" fmla="*/ 66122 w 638175"/>
                <a:gd name="csY970" fmla="*/ 266670 h 266700"/>
                <a:gd name="csX971" fmla="*/ 64922 w 638175"/>
                <a:gd name="csY971" fmla="*/ 266670 h 266700"/>
                <a:gd name="csX972" fmla="*/ 63656 w 638175"/>
                <a:gd name="csY972" fmla="*/ 266670 h 266700"/>
                <a:gd name="csX973" fmla="*/ 62389 w 638175"/>
                <a:gd name="csY973" fmla="*/ 266670 h 266700"/>
                <a:gd name="csX974" fmla="*/ 61179 w 638175"/>
                <a:gd name="csY974" fmla="*/ 266670 h 266700"/>
                <a:gd name="csX975" fmla="*/ 59912 w 638175"/>
                <a:gd name="csY975" fmla="*/ 266670 h 266700"/>
                <a:gd name="csX976" fmla="*/ 58645 w 638175"/>
                <a:gd name="csY976" fmla="*/ 266670 h 266700"/>
                <a:gd name="csX977" fmla="*/ 57436 w 638175"/>
                <a:gd name="csY977" fmla="*/ 266670 h 266700"/>
                <a:gd name="csX978" fmla="*/ 56169 w 638175"/>
                <a:gd name="csY978" fmla="*/ 266670 h 266700"/>
                <a:gd name="csX979" fmla="*/ 54902 w 638175"/>
                <a:gd name="csY979" fmla="*/ 266670 h 266700"/>
                <a:gd name="csX980" fmla="*/ 53635 w 638175"/>
                <a:gd name="csY980" fmla="*/ 266670 h 266700"/>
                <a:gd name="csX981" fmla="*/ 52425 w 638175"/>
                <a:gd name="csY981" fmla="*/ 266670 h 266700"/>
                <a:gd name="csX982" fmla="*/ 51159 w 638175"/>
                <a:gd name="csY982" fmla="*/ 266670 h 266700"/>
                <a:gd name="csX983" fmla="*/ 49892 w 638175"/>
                <a:gd name="csY983" fmla="*/ 266670 h 266700"/>
                <a:gd name="csX984" fmla="*/ 48682 w 638175"/>
                <a:gd name="csY984" fmla="*/ 266670 h 266700"/>
                <a:gd name="csX985" fmla="*/ 47415 w 638175"/>
                <a:gd name="csY985" fmla="*/ 266670 h 266700"/>
                <a:gd name="csX986" fmla="*/ 46149 w 638175"/>
                <a:gd name="csY986" fmla="*/ 266670 h 266700"/>
                <a:gd name="csX987" fmla="*/ 44949 w 638175"/>
                <a:gd name="csY987" fmla="*/ 266670 h 266700"/>
                <a:gd name="csX988" fmla="*/ 43672 w 638175"/>
                <a:gd name="csY988" fmla="*/ 266670 h 266700"/>
                <a:gd name="csX989" fmla="*/ 42405 w 638175"/>
                <a:gd name="csY989" fmla="*/ 266670 h 266700"/>
                <a:gd name="csX990" fmla="*/ 41205 w 638175"/>
                <a:gd name="csY990" fmla="*/ 266670 h 266700"/>
                <a:gd name="csX991" fmla="*/ 39938 w 638175"/>
                <a:gd name="csY991" fmla="*/ 266670 h 266700"/>
                <a:gd name="csX992" fmla="*/ 38662 w 638175"/>
                <a:gd name="csY992" fmla="*/ 266670 h 266700"/>
                <a:gd name="csX993" fmla="*/ 37395 w 638175"/>
                <a:gd name="csY993" fmla="*/ 266670 h 266700"/>
                <a:gd name="csX994" fmla="*/ 36195 w 638175"/>
                <a:gd name="csY994" fmla="*/ 266670 h 266700"/>
                <a:gd name="csX995" fmla="*/ 34928 w 638175"/>
                <a:gd name="csY995" fmla="*/ 266670 h 266700"/>
                <a:gd name="csX996" fmla="*/ 33652 w 638175"/>
                <a:gd name="csY996" fmla="*/ 266670 h 266700"/>
                <a:gd name="csX997" fmla="*/ 32452 w 638175"/>
                <a:gd name="csY997" fmla="*/ 266670 h 266700"/>
                <a:gd name="csX998" fmla="*/ 31185 w 638175"/>
                <a:gd name="csY998" fmla="*/ 266670 h 266700"/>
                <a:gd name="csX999" fmla="*/ 29918 w 638175"/>
                <a:gd name="csY999" fmla="*/ 266670 h 266700"/>
                <a:gd name="csX1000" fmla="*/ 28708 w 638175"/>
                <a:gd name="csY1000" fmla="*/ 266670 h 266700"/>
                <a:gd name="csX1001" fmla="*/ 27442 w 638175"/>
                <a:gd name="csY1001" fmla="*/ 266670 h 266700"/>
                <a:gd name="csX1002" fmla="*/ 26175 w 638175"/>
                <a:gd name="csY1002" fmla="*/ 266670 h 266700"/>
                <a:gd name="csX1003" fmla="*/ 24908 w 638175"/>
                <a:gd name="csY1003" fmla="*/ 266670 h 266700"/>
                <a:gd name="csX1004" fmla="*/ 23698 w 638175"/>
                <a:gd name="csY1004" fmla="*/ 266670 h 266700"/>
                <a:gd name="csX1005" fmla="*/ 22431 w 638175"/>
                <a:gd name="csY1005" fmla="*/ 266670 h 266700"/>
                <a:gd name="csX1006" fmla="*/ 21165 w 638175"/>
                <a:gd name="csY1006" fmla="*/ 266670 h 266700"/>
                <a:gd name="csX1007" fmla="*/ 19955 w 638175"/>
                <a:gd name="csY1007" fmla="*/ 266670 h 266700"/>
                <a:gd name="csX1008" fmla="*/ 18688 w 638175"/>
                <a:gd name="csY1008" fmla="*/ 266670 h 266700"/>
                <a:gd name="csX1009" fmla="*/ 17421 w 638175"/>
                <a:gd name="csY1009" fmla="*/ 266670 h 266700"/>
                <a:gd name="csX1010" fmla="*/ 16211 w 638175"/>
                <a:gd name="csY1010" fmla="*/ 266670 h 266700"/>
                <a:gd name="csX1011" fmla="*/ 14945 w 638175"/>
                <a:gd name="csY1011" fmla="*/ 266670 h 266700"/>
                <a:gd name="csX1012" fmla="*/ 13678 w 638175"/>
                <a:gd name="csY1012" fmla="*/ 266670 h 266700"/>
                <a:gd name="csX1013" fmla="*/ 12478 w 638175"/>
                <a:gd name="csY1013" fmla="*/ 266670 h 266700"/>
                <a:gd name="csX1014" fmla="*/ 11201 w 638175"/>
                <a:gd name="csY1014" fmla="*/ 266670 h 266700"/>
                <a:gd name="csX1015" fmla="*/ 9934 w 638175"/>
                <a:gd name="csY1015" fmla="*/ 266670 h 266700"/>
                <a:gd name="csX1016" fmla="*/ 8668 w 638175"/>
                <a:gd name="csY1016" fmla="*/ 266670 h 266700"/>
                <a:gd name="csX1017" fmla="*/ 7468 w 638175"/>
                <a:gd name="csY1017" fmla="*/ 266670 h 266700"/>
                <a:gd name="csX1018" fmla="*/ 6191 w 638175"/>
                <a:gd name="csY1018" fmla="*/ 266670 h 266700"/>
                <a:gd name="csX1019" fmla="*/ 4924 w 638175"/>
                <a:gd name="csY1019" fmla="*/ 266670 h 266700"/>
                <a:gd name="csX1020" fmla="*/ 3724 w 638175"/>
                <a:gd name="csY1020" fmla="*/ 266670 h 266700"/>
                <a:gd name="csX1021" fmla="*/ 2458 w 638175"/>
                <a:gd name="csY1021" fmla="*/ 266670 h 266700"/>
                <a:gd name="csX1022" fmla="*/ 1191 w 638175"/>
                <a:gd name="csY1022" fmla="*/ 266670 h 266700"/>
                <a:gd name="csX1023" fmla="*/ -19 w 638175"/>
                <a:gd name="csY1023" fmla="*/ 266670 h 2667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266700">
                  <a:moveTo>
                    <a:pt x="-19" y="265679"/>
                  </a:moveTo>
                  <a:lnTo>
                    <a:pt x="1191" y="265499"/>
                  </a:lnTo>
                  <a:lnTo>
                    <a:pt x="2458" y="265375"/>
                  </a:lnTo>
                  <a:lnTo>
                    <a:pt x="3724" y="265184"/>
                  </a:lnTo>
                  <a:lnTo>
                    <a:pt x="4924" y="264936"/>
                  </a:lnTo>
                  <a:lnTo>
                    <a:pt x="6191" y="264689"/>
                  </a:lnTo>
                  <a:lnTo>
                    <a:pt x="7468" y="264441"/>
                  </a:lnTo>
                  <a:lnTo>
                    <a:pt x="8668" y="264136"/>
                  </a:lnTo>
                  <a:lnTo>
                    <a:pt x="9934" y="263832"/>
                  </a:lnTo>
                  <a:lnTo>
                    <a:pt x="11201" y="263460"/>
                  </a:lnTo>
                  <a:lnTo>
                    <a:pt x="12478" y="263089"/>
                  </a:lnTo>
                  <a:lnTo>
                    <a:pt x="13678" y="262594"/>
                  </a:lnTo>
                  <a:lnTo>
                    <a:pt x="14945" y="262098"/>
                  </a:lnTo>
                  <a:lnTo>
                    <a:pt x="16211" y="261536"/>
                  </a:lnTo>
                  <a:lnTo>
                    <a:pt x="17421" y="260984"/>
                  </a:lnTo>
                  <a:lnTo>
                    <a:pt x="18688" y="260307"/>
                  </a:lnTo>
                  <a:lnTo>
                    <a:pt x="19955" y="259565"/>
                  </a:lnTo>
                  <a:lnTo>
                    <a:pt x="21165" y="258755"/>
                  </a:lnTo>
                  <a:lnTo>
                    <a:pt x="22431" y="257888"/>
                  </a:lnTo>
                  <a:lnTo>
                    <a:pt x="23698" y="256907"/>
                  </a:lnTo>
                  <a:lnTo>
                    <a:pt x="24908" y="255850"/>
                  </a:lnTo>
                  <a:lnTo>
                    <a:pt x="26175" y="254735"/>
                  </a:lnTo>
                  <a:lnTo>
                    <a:pt x="27442" y="253440"/>
                  </a:lnTo>
                  <a:lnTo>
                    <a:pt x="28708" y="252144"/>
                  </a:lnTo>
                  <a:lnTo>
                    <a:pt x="29918" y="250658"/>
                  </a:lnTo>
                  <a:lnTo>
                    <a:pt x="31185" y="249115"/>
                  </a:lnTo>
                  <a:lnTo>
                    <a:pt x="32452" y="247449"/>
                  </a:lnTo>
                  <a:lnTo>
                    <a:pt x="33652" y="245591"/>
                  </a:lnTo>
                  <a:lnTo>
                    <a:pt x="34928" y="243677"/>
                  </a:lnTo>
                  <a:lnTo>
                    <a:pt x="36195" y="241629"/>
                  </a:lnTo>
                  <a:lnTo>
                    <a:pt x="37395" y="239343"/>
                  </a:lnTo>
                  <a:lnTo>
                    <a:pt x="38662" y="237000"/>
                  </a:lnTo>
                  <a:lnTo>
                    <a:pt x="39938" y="234523"/>
                  </a:lnTo>
                  <a:lnTo>
                    <a:pt x="41205" y="231799"/>
                  </a:lnTo>
                  <a:lnTo>
                    <a:pt x="42405" y="228961"/>
                  </a:lnTo>
                  <a:lnTo>
                    <a:pt x="43672" y="225989"/>
                  </a:lnTo>
                  <a:lnTo>
                    <a:pt x="44949" y="222903"/>
                  </a:lnTo>
                  <a:lnTo>
                    <a:pt x="46149" y="219560"/>
                  </a:lnTo>
                  <a:lnTo>
                    <a:pt x="47415" y="216035"/>
                  </a:lnTo>
                  <a:lnTo>
                    <a:pt x="48682" y="212454"/>
                  </a:lnTo>
                  <a:lnTo>
                    <a:pt x="49892" y="208625"/>
                  </a:lnTo>
                  <a:lnTo>
                    <a:pt x="51159" y="204662"/>
                  </a:lnTo>
                  <a:lnTo>
                    <a:pt x="52425" y="200462"/>
                  </a:lnTo>
                  <a:lnTo>
                    <a:pt x="53635" y="196195"/>
                  </a:lnTo>
                  <a:lnTo>
                    <a:pt x="54902" y="191746"/>
                  </a:lnTo>
                  <a:lnTo>
                    <a:pt x="56169" y="187107"/>
                  </a:lnTo>
                  <a:lnTo>
                    <a:pt x="57436" y="182345"/>
                  </a:lnTo>
                  <a:lnTo>
                    <a:pt x="58645" y="177459"/>
                  </a:lnTo>
                  <a:lnTo>
                    <a:pt x="59912" y="172458"/>
                  </a:lnTo>
                  <a:lnTo>
                    <a:pt x="61179" y="167257"/>
                  </a:lnTo>
                  <a:lnTo>
                    <a:pt x="62389" y="162010"/>
                  </a:lnTo>
                  <a:lnTo>
                    <a:pt x="63656" y="156628"/>
                  </a:lnTo>
                  <a:lnTo>
                    <a:pt x="64922" y="151122"/>
                  </a:lnTo>
                  <a:lnTo>
                    <a:pt x="66122" y="145559"/>
                  </a:lnTo>
                  <a:lnTo>
                    <a:pt x="67399" y="139940"/>
                  </a:lnTo>
                  <a:lnTo>
                    <a:pt x="68666" y="134244"/>
                  </a:lnTo>
                  <a:lnTo>
                    <a:pt x="69866" y="128501"/>
                  </a:lnTo>
                  <a:lnTo>
                    <a:pt x="71132" y="122747"/>
                  </a:lnTo>
                  <a:lnTo>
                    <a:pt x="72400" y="116937"/>
                  </a:lnTo>
                  <a:lnTo>
                    <a:pt x="73676" y="111184"/>
                  </a:lnTo>
                  <a:lnTo>
                    <a:pt x="74876" y="105373"/>
                  </a:lnTo>
                  <a:lnTo>
                    <a:pt x="76143" y="99630"/>
                  </a:lnTo>
                  <a:lnTo>
                    <a:pt x="77419" y="93944"/>
                  </a:lnTo>
                  <a:lnTo>
                    <a:pt x="78619" y="88248"/>
                  </a:lnTo>
                  <a:lnTo>
                    <a:pt x="79886" y="82685"/>
                  </a:lnTo>
                  <a:lnTo>
                    <a:pt x="81153" y="77246"/>
                  </a:lnTo>
                  <a:lnTo>
                    <a:pt x="82363" y="71864"/>
                  </a:lnTo>
                  <a:lnTo>
                    <a:pt x="83629" y="66550"/>
                  </a:lnTo>
                  <a:lnTo>
                    <a:pt x="84896" y="61483"/>
                  </a:lnTo>
                  <a:lnTo>
                    <a:pt x="86106" y="56472"/>
                  </a:lnTo>
                  <a:lnTo>
                    <a:pt x="87373" y="51653"/>
                  </a:lnTo>
                  <a:lnTo>
                    <a:pt x="88640" y="47014"/>
                  </a:lnTo>
                  <a:lnTo>
                    <a:pt x="89906" y="42566"/>
                  </a:lnTo>
                  <a:lnTo>
                    <a:pt x="91116" y="38298"/>
                  </a:lnTo>
                  <a:lnTo>
                    <a:pt x="92383" y="34155"/>
                  </a:lnTo>
                  <a:lnTo>
                    <a:pt x="93650" y="30326"/>
                  </a:lnTo>
                  <a:lnTo>
                    <a:pt x="94850" y="26735"/>
                  </a:lnTo>
                  <a:lnTo>
                    <a:pt x="96126" y="23278"/>
                  </a:lnTo>
                  <a:lnTo>
                    <a:pt x="97393" y="20058"/>
                  </a:lnTo>
                  <a:lnTo>
                    <a:pt x="98594" y="17153"/>
                  </a:lnTo>
                  <a:lnTo>
                    <a:pt x="99860" y="14438"/>
                  </a:lnTo>
                  <a:lnTo>
                    <a:pt x="101136" y="11962"/>
                  </a:lnTo>
                  <a:lnTo>
                    <a:pt x="102336" y="9676"/>
                  </a:lnTo>
                  <a:lnTo>
                    <a:pt x="103604" y="7761"/>
                  </a:lnTo>
                  <a:lnTo>
                    <a:pt x="104871" y="5971"/>
                  </a:lnTo>
                  <a:lnTo>
                    <a:pt x="106147" y="4418"/>
                  </a:lnTo>
                  <a:lnTo>
                    <a:pt x="107347" y="3123"/>
                  </a:lnTo>
                  <a:lnTo>
                    <a:pt x="108614" y="2075"/>
                  </a:lnTo>
                  <a:lnTo>
                    <a:pt x="109881" y="1265"/>
                  </a:lnTo>
                  <a:lnTo>
                    <a:pt x="111090" y="589"/>
                  </a:lnTo>
                  <a:lnTo>
                    <a:pt x="112357" y="218"/>
                  </a:lnTo>
                  <a:lnTo>
                    <a:pt x="113624" y="37"/>
                  </a:lnTo>
                  <a:lnTo>
                    <a:pt x="114833" y="-30"/>
                  </a:lnTo>
                  <a:lnTo>
                    <a:pt x="116100" y="151"/>
                  </a:lnTo>
                  <a:lnTo>
                    <a:pt x="117367" y="522"/>
                  </a:lnTo>
                  <a:lnTo>
                    <a:pt x="118634" y="1084"/>
                  </a:lnTo>
                  <a:lnTo>
                    <a:pt x="119843" y="1761"/>
                  </a:lnTo>
                  <a:lnTo>
                    <a:pt x="121110" y="2570"/>
                  </a:lnTo>
                  <a:lnTo>
                    <a:pt x="122377" y="3551"/>
                  </a:lnTo>
                  <a:lnTo>
                    <a:pt x="123587" y="4666"/>
                  </a:lnTo>
                  <a:lnTo>
                    <a:pt x="124854" y="5904"/>
                  </a:lnTo>
                  <a:lnTo>
                    <a:pt x="126120" y="7266"/>
                  </a:lnTo>
                  <a:lnTo>
                    <a:pt x="127321" y="8685"/>
                  </a:lnTo>
                  <a:lnTo>
                    <a:pt x="128597" y="10229"/>
                  </a:lnTo>
                  <a:lnTo>
                    <a:pt x="129864" y="11838"/>
                  </a:lnTo>
                  <a:lnTo>
                    <a:pt x="131064" y="13505"/>
                  </a:lnTo>
                  <a:lnTo>
                    <a:pt x="132331" y="15305"/>
                  </a:lnTo>
                  <a:lnTo>
                    <a:pt x="133607" y="17096"/>
                  </a:lnTo>
                  <a:lnTo>
                    <a:pt x="134874" y="18953"/>
                  </a:lnTo>
                  <a:lnTo>
                    <a:pt x="136074" y="20868"/>
                  </a:lnTo>
                  <a:lnTo>
                    <a:pt x="137341" y="22783"/>
                  </a:lnTo>
                  <a:lnTo>
                    <a:pt x="138617" y="24764"/>
                  </a:lnTo>
                  <a:lnTo>
                    <a:pt x="139818" y="26735"/>
                  </a:lnTo>
                  <a:lnTo>
                    <a:pt x="141085" y="28717"/>
                  </a:lnTo>
                  <a:lnTo>
                    <a:pt x="142351" y="30698"/>
                  </a:lnTo>
                  <a:lnTo>
                    <a:pt x="143561" y="32736"/>
                  </a:lnTo>
                  <a:lnTo>
                    <a:pt x="144827" y="34717"/>
                  </a:lnTo>
                  <a:lnTo>
                    <a:pt x="146095" y="36689"/>
                  </a:lnTo>
                  <a:lnTo>
                    <a:pt x="147304" y="38613"/>
                  </a:lnTo>
                  <a:lnTo>
                    <a:pt x="148571" y="40527"/>
                  </a:lnTo>
                  <a:lnTo>
                    <a:pt x="149838" y="42442"/>
                  </a:lnTo>
                  <a:lnTo>
                    <a:pt x="151105" y="44356"/>
                  </a:lnTo>
                  <a:lnTo>
                    <a:pt x="152314" y="46214"/>
                  </a:lnTo>
                  <a:lnTo>
                    <a:pt x="153581" y="48005"/>
                  </a:lnTo>
                  <a:lnTo>
                    <a:pt x="154848" y="49795"/>
                  </a:lnTo>
                  <a:lnTo>
                    <a:pt x="156048" y="51529"/>
                  </a:lnTo>
                  <a:lnTo>
                    <a:pt x="157324" y="53262"/>
                  </a:lnTo>
                  <a:lnTo>
                    <a:pt x="158591" y="54872"/>
                  </a:lnTo>
                  <a:lnTo>
                    <a:pt x="159792" y="56472"/>
                  </a:lnTo>
                  <a:lnTo>
                    <a:pt x="161058" y="58025"/>
                  </a:lnTo>
                  <a:lnTo>
                    <a:pt x="162334" y="59568"/>
                  </a:lnTo>
                  <a:lnTo>
                    <a:pt x="163535" y="61054"/>
                  </a:lnTo>
                  <a:lnTo>
                    <a:pt x="164802" y="62406"/>
                  </a:lnTo>
                  <a:lnTo>
                    <a:pt x="166078" y="63768"/>
                  </a:lnTo>
                  <a:lnTo>
                    <a:pt x="167345" y="65131"/>
                  </a:lnTo>
                  <a:lnTo>
                    <a:pt x="168545" y="66369"/>
                  </a:lnTo>
                  <a:lnTo>
                    <a:pt x="169812" y="67540"/>
                  </a:lnTo>
                  <a:lnTo>
                    <a:pt x="171079" y="68712"/>
                  </a:lnTo>
                  <a:lnTo>
                    <a:pt x="172289" y="69826"/>
                  </a:lnTo>
                  <a:lnTo>
                    <a:pt x="173555" y="70884"/>
                  </a:lnTo>
                  <a:lnTo>
                    <a:pt x="174822" y="71864"/>
                  </a:lnTo>
                  <a:lnTo>
                    <a:pt x="176031" y="72798"/>
                  </a:lnTo>
                  <a:lnTo>
                    <a:pt x="177299" y="73722"/>
                  </a:lnTo>
                  <a:lnTo>
                    <a:pt x="178565" y="74589"/>
                  </a:lnTo>
                  <a:lnTo>
                    <a:pt x="179775" y="75332"/>
                  </a:lnTo>
                  <a:lnTo>
                    <a:pt x="181041" y="76132"/>
                  </a:lnTo>
                  <a:lnTo>
                    <a:pt x="182309" y="76818"/>
                  </a:lnTo>
                  <a:lnTo>
                    <a:pt x="183576" y="77494"/>
                  </a:lnTo>
                  <a:lnTo>
                    <a:pt x="184785" y="78113"/>
                  </a:lnTo>
                  <a:lnTo>
                    <a:pt x="186052" y="78666"/>
                  </a:lnTo>
                  <a:lnTo>
                    <a:pt x="187319" y="79227"/>
                  </a:lnTo>
                  <a:lnTo>
                    <a:pt x="188519" y="79723"/>
                  </a:lnTo>
                  <a:lnTo>
                    <a:pt x="189795" y="80152"/>
                  </a:lnTo>
                  <a:lnTo>
                    <a:pt x="191062" y="80590"/>
                  </a:lnTo>
                  <a:lnTo>
                    <a:pt x="192262" y="80961"/>
                  </a:lnTo>
                  <a:lnTo>
                    <a:pt x="193529" y="81332"/>
                  </a:lnTo>
                  <a:lnTo>
                    <a:pt x="194805" y="81637"/>
                  </a:lnTo>
                  <a:lnTo>
                    <a:pt x="196006" y="81942"/>
                  </a:lnTo>
                  <a:lnTo>
                    <a:pt x="197272" y="82190"/>
                  </a:lnTo>
                  <a:lnTo>
                    <a:pt x="198539" y="82438"/>
                  </a:lnTo>
                  <a:lnTo>
                    <a:pt x="199815" y="82685"/>
                  </a:lnTo>
                  <a:lnTo>
                    <a:pt x="201016" y="82875"/>
                  </a:lnTo>
                  <a:lnTo>
                    <a:pt x="202283" y="83057"/>
                  </a:lnTo>
                  <a:lnTo>
                    <a:pt x="203549" y="83181"/>
                  </a:lnTo>
                  <a:lnTo>
                    <a:pt x="204759" y="83371"/>
                  </a:lnTo>
                  <a:lnTo>
                    <a:pt x="206026" y="83495"/>
                  </a:lnTo>
                  <a:lnTo>
                    <a:pt x="207293" y="83618"/>
                  </a:lnTo>
                  <a:lnTo>
                    <a:pt x="208503" y="83742"/>
                  </a:lnTo>
                  <a:lnTo>
                    <a:pt x="209769" y="83866"/>
                  </a:lnTo>
                  <a:lnTo>
                    <a:pt x="211036" y="83990"/>
                  </a:lnTo>
                  <a:lnTo>
                    <a:pt x="212303" y="84114"/>
                  </a:lnTo>
                  <a:lnTo>
                    <a:pt x="213513" y="84171"/>
                  </a:lnTo>
                  <a:lnTo>
                    <a:pt x="214780" y="84295"/>
                  </a:lnTo>
                  <a:lnTo>
                    <a:pt x="216046" y="84419"/>
                  </a:lnTo>
                  <a:lnTo>
                    <a:pt x="217246" y="84543"/>
                  </a:lnTo>
                  <a:lnTo>
                    <a:pt x="218522" y="84667"/>
                  </a:lnTo>
                  <a:lnTo>
                    <a:pt x="219790" y="84790"/>
                  </a:lnTo>
                  <a:lnTo>
                    <a:pt x="220990" y="84914"/>
                  </a:lnTo>
                  <a:lnTo>
                    <a:pt x="222256" y="85095"/>
                  </a:lnTo>
                  <a:lnTo>
                    <a:pt x="223532" y="85219"/>
                  </a:lnTo>
                  <a:lnTo>
                    <a:pt x="224733" y="85409"/>
                  </a:lnTo>
                  <a:lnTo>
                    <a:pt x="226000" y="85590"/>
                  </a:lnTo>
                  <a:lnTo>
                    <a:pt x="227267" y="85838"/>
                  </a:lnTo>
                  <a:lnTo>
                    <a:pt x="228543" y="86028"/>
                  </a:lnTo>
                  <a:lnTo>
                    <a:pt x="229743" y="86276"/>
                  </a:lnTo>
                  <a:lnTo>
                    <a:pt x="231010" y="86523"/>
                  </a:lnTo>
                  <a:lnTo>
                    <a:pt x="232277" y="86771"/>
                  </a:lnTo>
                  <a:lnTo>
                    <a:pt x="233487" y="87076"/>
                  </a:lnTo>
                  <a:lnTo>
                    <a:pt x="234753" y="87390"/>
                  </a:lnTo>
                  <a:lnTo>
                    <a:pt x="236020" y="87695"/>
                  </a:lnTo>
                  <a:lnTo>
                    <a:pt x="237230" y="88067"/>
                  </a:lnTo>
                  <a:lnTo>
                    <a:pt x="238497" y="88438"/>
                  </a:lnTo>
                  <a:lnTo>
                    <a:pt x="239763" y="88810"/>
                  </a:lnTo>
                  <a:lnTo>
                    <a:pt x="240973" y="89181"/>
                  </a:lnTo>
                  <a:lnTo>
                    <a:pt x="242240" y="89610"/>
                  </a:lnTo>
                  <a:lnTo>
                    <a:pt x="243507" y="90048"/>
                  </a:lnTo>
                  <a:lnTo>
                    <a:pt x="244774" y="90543"/>
                  </a:lnTo>
                  <a:lnTo>
                    <a:pt x="245983" y="91038"/>
                  </a:lnTo>
                  <a:lnTo>
                    <a:pt x="247250" y="91524"/>
                  </a:lnTo>
                  <a:lnTo>
                    <a:pt x="248517" y="92086"/>
                  </a:lnTo>
                  <a:lnTo>
                    <a:pt x="249717" y="92639"/>
                  </a:lnTo>
                  <a:lnTo>
                    <a:pt x="250994" y="93201"/>
                  </a:lnTo>
                  <a:lnTo>
                    <a:pt x="252260" y="93753"/>
                  </a:lnTo>
                  <a:lnTo>
                    <a:pt x="253460" y="94372"/>
                  </a:lnTo>
                  <a:lnTo>
                    <a:pt x="254727" y="94992"/>
                  </a:lnTo>
                  <a:lnTo>
                    <a:pt x="256004" y="95668"/>
                  </a:lnTo>
                  <a:lnTo>
                    <a:pt x="257204" y="96287"/>
                  </a:lnTo>
                  <a:lnTo>
                    <a:pt x="258470" y="96973"/>
                  </a:lnTo>
                  <a:lnTo>
                    <a:pt x="259737" y="97649"/>
                  </a:lnTo>
                  <a:lnTo>
                    <a:pt x="261014" y="98392"/>
                  </a:lnTo>
                  <a:lnTo>
                    <a:pt x="262214" y="99135"/>
                  </a:lnTo>
                  <a:lnTo>
                    <a:pt x="263481" y="99878"/>
                  </a:lnTo>
                  <a:lnTo>
                    <a:pt x="264747" y="100621"/>
                  </a:lnTo>
                  <a:lnTo>
                    <a:pt x="265957" y="101354"/>
                  </a:lnTo>
                  <a:lnTo>
                    <a:pt x="267224" y="102164"/>
                  </a:lnTo>
                  <a:lnTo>
                    <a:pt x="268491" y="102964"/>
                  </a:lnTo>
                  <a:lnTo>
                    <a:pt x="269701" y="103774"/>
                  </a:lnTo>
                  <a:lnTo>
                    <a:pt x="270967" y="104574"/>
                  </a:lnTo>
                  <a:lnTo>
                    <a:pt x="272234" y="105440"/>
                  </a:lnTo>
                  <a:lnTo>
                    <a:pt x="273434" y="106240"/>
                  </a:lnTo>
                  <a:lnTo>
                    <a:pt x="274711" y="107107"/>
                  </a:lnTo>
                  <a:lnTo>
                    <a:pt x="275978" y="107974"/>
                  </a:lnTo>
                  <a:lnTo>
                    <a:pt x="277244" y="108774"/>
                  </a:lnTo>
                  <a:lnTo>
                    <a:pt x="278454" y="109641"/>
                  </a:lnTo>
                  <a:lnTo>
                    <a:pt x="279721" y="110507"/>
                  </a:lnTo>
                  <a:lnTo>
                    <a:pt x="280988" y="111374"/>
                  </a:lnTo>
                  <a:lnTo>
                    <a:pt x="282188" y="112241"/>
                  </a:lnTo>
                  <a:lnTo>
                    <a:pt x="283454" y="113108"/>
                  </a:lnTo>
                  <a:lnTo>
                    <a:pt x="284731" y="113965"/>
                  </a:lnTo>
                  <a:lnTo>
                    <a:pt x="285931" y="114832"/>
                  </a:lnTo>
                  <a:lnTo>
                    <a:pt x="287198" y="115641"/>
                  </a:lnTo>
                  <a:lnTo>
                    <a:pt x="288474" y="116508"/>
                  </a:lnTo>
                  <a:lnTo>
                    <a:pt x="289741" y="117308"/>
                  </a:lnTo>
                  <a:lnTo>
                    <a:pt x="290941" y="118175"/>
                  </a:lnTo>
                  <a:lnTo>
                    <a:pt x="292208" y="118976"/>
                  </a:lnTo>
                  <a:lnTo>
                    <a:pt x="293475" y="119785"/>
                  </a:lnTo>
                  <a:lnTo>
                    <a:pt x="294685" y="120585"/>
                  </a:lnTo>
                  <a:lnTo>
                    <a:pt x="295951" y="121328"/>
                  </a:lnTo>
                  <a:lnTo>
                    <a:pt x="297218" y="122128"/>
                  </a:lnTo>
                  <a:lnTo>
                    <a:pt x="298428" y="122871"/>
                  </a:lnTo>
                  <a:lnTo>
                    <a:pt x="299695" y="123557"/>
                  </a:lnTo>
                  <a:lnTo>
                    <a:pt x="300961" y="124290"/>
                  </a:lnTo>
                  <a:lnTo>
                    <a:pt x="302171" y="124976"/>
                  </a:lnTo>
                  <a:lnTo>
                    <a:pt x="303438" y="125652"/>
                  </a:lnTo>
                  <a:lnTo>
                    <a:pt x="304705" y="126338"/>
                  </a:lnTo>
                  <a:lnTo>
                    <a:pt x="305972" y="126957"/>
                  </a:lnTo>
                  <a:lnTo>
                    <a:pt x="307181" y="127567"/>
                  </a:lnTo>
                  <a:lnTo>
                    <a:pt x="308448" y="128129"/>
                  </a:lnTo>
                  <a:lnTo>
                    <a:pt x="309715" y="128748"/>
                  </a:lnTo>
                  <a:lnTo>
                    <a:pt x="310915" y="129300"/>
                  </a:lnTo>
                  <a:lnTo>
                    <a:pt x="312192" y="129796"/>
                  </a:lnTo>
                  <a:lnTo>
                    <a:pt x="313458" y="130291"/>
                  </a:lnTo>
                  <a:lnTo>
                    <a:pt x="314658" y="130786"/>
                  </a:lnTo>
                  <a:lnTo>
                    <a:pt x="315925" y="131282"/>
                  </a:lnTo>
                  <a:lnTo>
                    <a:pt x="317202" y="131710"/>
                  </a:lnTo>
                  <a:lnTo>
                    <a:pt x="318402" y="132149"/>
                  </a:lnTo>
                  <a:lnTo>
                    <a:pt x="319668" y="132577"/>
                  </a:lnTo>
                  <a:lnTo>
                    <a:pt x="320935" y="132949"/>
                  </a:lnTo>
                  <a:lnTo>
                    <a:pt x="322212" y="133387"/>
                  </a:lnTo>
                  <a:lnTo>
                    <a:pt x="323412" y="133748"/>
                  </a:lnTo>
                  <a:lnTo>
                    <a:pt x="324679" y="134063"/>
                  </a:lnTo>
                  <a:lnTo>
                    <a:pt x="325945" y="134434"/>
                  </a:lnTo>
                  <a:lnTo>
                    <a:pt x="327155" y="134739"/>
                  </a:lnTo>
                  <a:lnTo>
                    <a:pt x="328422" y="135054"/>
                  </a:lnTo>
                  <a:lnTo>
                    <a:pt x="329689" y="135358"/>
                  </a:lnTo>
                  <a:lnTo>
                    <a:pt x="330899" y="135673"/>
                  </a:lnTo>
                  <a:lnTo>
                    <a:pt x="332165" y="135920"/>
                  </a:lnTo>
                  <a:lnTo>
                    <a:pt x="333432" y="136225"/>
                  </a:lnTo>
                  <a:lnTo>
                    <a:pt x="334642" y="136540"/>
                  </a:lnTo>
                  <a:lnTo>
                    <a:pt x="335909" y="136787"/>
                  </a:lnTo>
                  <a:lnTo>
                    <a:pt x="337176" y="137025"/>
                  </a:lnTo>
                  <a:lnTo>
                    <a:pt x="338442" y="137340"/>
                  </a:lnTo>
                  <a:lnTo>
                    <a:pt x="339652" y="137587"/>
                  </a:lnTo>
                  <a:lnTo>
                    <a:pt x="340919" y="137892"/>
                  </a:lnTo>
                  <a:lnTo>
                    <a:pt x="342186" y="138139"/>
                  </a:lnTo>
                  <a:lnTo>
                    <a:pt x="343386" y="138454"/>
                  </a:lnTo>
                  <a:lnTo>
                    <a:pt x="344662" y="138702"/>
                  </a:lnTo>
                  <a:lnTo>
                    <a:pt x="345929" y="139006"/>
                  </a:lnTo>
                  <a:lnTo>
                    <a:pt x="347129" y="139321"/>
                  </a:lnTo>
                  <a:lnTo>
                    <a:pt x="348396" y="139625"/>
                  </a:lnTo>
                  <a:lnTo>
                    <a:pt x="349672" y="139940"/>
                  </a:lnTo>
                  <a:lnTo>
                    <a:pt x="350872" y="140311"/>
                  </a:lnTo>
                  <a:lnTo>
                    <a:pt x="352139" y="140616"/>
                  </a:lnTo>
                  <a:lnTo>
                    <a:pt x="353406" y="140988"/>
                  </a:lnTo>
                  <a:lnTo>
                    <a:pt x="354683" y="141359"/>
                  </a:lnTo>
                  <a:lnTo>
                    <a:pt x="355883" y="141731"/>
                  </a:lnTo>
                  <a:lnTo>
                    <a:pt x="357149" y="142159"/>
                  </a:lnTo>
                  <a:lnTo>
                    <a:pt x="358416" y="142597"/>
                  </a:lnTo>
                  <a:lnTo>
                    <a:pt x="359626" y="143026"/>
                  </a:lnTo>
                  <a:lnTo>
                    <a:pt x="360893" y="143464"/>
                  </a:lnTo>
                  <a:lnTo>
                    <a:pt x="362159" y="143950"/>
                  </a:lnTo>
                  <a:lnTo>
                    <a:pt x="363369" y="144445"/>
                  </a:lnTo>
                  <a:lnTo>
                    <a:pt x="364636" y="144940"/>
                  </a:lnTo>
                  <a:lnTo>
                    <a:pt x="365903" y="145502"/>
                  </a:lnTo>
                  <a:lnTo>
                    <a:pt x="367113" y="146055"/>
                  </a:lnTo>
                  <a:lnTo>
                    <a:pt x="368379" y="146617"/>
                  </a:lnTo>
                  <a:lnTo>
                    <a:pt x="369646" y="147169"/>
                  </a:lnTo>
                  <a:lnTo>
                    <a:pt x="370913" y="147788"/>
                  </a:lnTo>
                  <a:lnTo>
                    <a:pt x="372113" y="148465"/>
                  </a:lnTo>
                  <a:lnTo>
                    <a:pt x="373390" y="149084"/>
                  </a:lnTo>
                  <a:lnTo>
                    <a:pt x="374656" y="149770"/>
                  </a:lnTo>
                  <a:lnTo>
                    <a:pt x="375856" y="150446"/>
                  </a:lnTo>
                  <a:lnTo>
                    <a:pt x="377123" y="151189"/>
                  </a:lnTo>
                  <a:lnTo>
                    <a:pt x="378400" y="151932"/>
                  </a:lnTo>
                  <a:lnTo>
                    <a:pt x="379600" y="152675"/>
                  </a:lnTo>
                  <a:lnTo>
                    <a:pt x="380866" y="153475"/>
                  </a:lnTo>
                  <a:lnTo>
                    <a:pt x="382133" y="154275"/>
                  </a:lnTo>
                  <a:lnTo>
                    <a:pt x="383410" y="155084"/>
                  </a:lnTo>
                  <a:lnTo>
                    <a:pt x="384610" y="155885"/>
                  </a:lnTo>
                  <a:lnTo>
                    <a:pt x="385877" y="156752"/>
                  </a:lnTo>
                  <a:lnTo>
                    <a:pt x="387143" y="157619"/>
                  </a:lnTo>
                  <a:lnTo>
                    <a:pt x="388353" y="158542"/>
                  </a:lnTo>
                  <a:lnTo>
                    <a:pt x="389620" y="159409"/>
                  </a:lnTo>
                  <a:lnTo>
                    <a:pt x="390887" y="160333"/>
                  </a:lnTo>
                  <a:lnTo>
                    <a:pt x="392097" y="161267"/>
                  </a:lnTo>
                  <a:lnTo>
                    <a:pt x="393363" y="162190"/>
                  </a:lnTo>
                  <a:lnTo>
                    <a:pt x="394630" y="163114"/>
                  </a:lnTo>
                  <a:lnTo>
                    <a:pt x="395840" y="164105"/>
                  </a:lnTo>
                  <a:lnTo>
                    <a:pt x="397107" y="165095"/>
                  </a:lnTo>
                  <a:lnTo>
                    <a:pt x="398374" y="166086"/>
                  </a:lnTo>
                  <a:lnTo>
                    <a:pt x="399640" y="167010"/>
                  </a:lnTo>
                  <a:lnTo>
                    <a:pt x="400850" y="168000"/>
                  </a:lnTo>
                  <a:lnTo>
                    <a:pt x="402117" y="169058"/>
                  </a:lnTo>
                  <a:lnTo>
                    <a:pt x="403384" y="170039"/>
                  </a:lnTo>
                  <a:lnTo>
                    <a:pt x="404584" y="171029"/>
                  </a:lnTo>
                  <a:lnTo>
                    <a:pt x="405860" y="172020"/>
                  </a:lnTo>
                  <a:lnTo>
                    <a:pt x="407127" y="173011"/>
                  </a:lnTo>
                  <a:lnTo>
                    <a:pt x="408327" y="174001"/>
                  </a:lnTo>
                  <a:lnTo>
                    <a:pt x="409594" y="174992"/>
                  </a:lnTo>
                  <a:lnTo>
                    <a:pt x="410870" y="175973"/>
                  </a:lnTo>
                  <a:lnTo>
                    <a:pt x="412070" y="176906"/>
                  </a:lnTo>
                  <a:lnTo>
                    <a:pt x="413337" y="177897"/>
                  </a:lnTo>
                  <a:lnTo>
                    <a:pt x="414605" y="178821"/>
                  </a:lnTo>
                  <a:lnTo>
                    <a:pt x="415881" y="179745"/>
                  </a:lnTo>
                  <a:lnTo>
                    <a:pt x="417081" y="180678"/>
                  </a:lnTo>
                  <a:lnTo>
                    <a:pt x="418347" y="181602"/>
                  </a:lnTo>
                  <a:lnTo>
                    <a:pt x="419615" y="182469"/>
                  </a:lnTo>
                  <a:lnTo>
                    <a:pt x="420824" y="183336"/>
                  </a:lnTo>
                  <a:lnTo>
                    <a:pt x="422091" y="184202"/>
                  </a:lnTo>
                  <a:lnTo>
                    <a:pt x="423357" y="185069"/>
                  </a:lnTo>
                  <a:lnTo>
                    <a:pt x="424567" y="185870"/>
                  </a:lnTo>
                  <a:lnTo>
                    <a:pt x="425834" y="186670"/>
                  </a:lnTo>
                  <a:lnTo>
                    <a:pt x="427101" y="187413"/>
                  </a:lnTo>
                  <a:lnTo>
                    <a:pt x="428311" y="188156"/>
                  </a:lnTo>
                  <a:lnTo>
                    <a:pt x="429577" y="188899"/>
                  </a:lnTo>
                  <a:lnTo>
                    <a:pt x="430844" y="189575"/>
                  </a:lnTo>
                  <a:lnTo>
                    <a:pt x="432111" y="190261"/>
                  </a:lnTo>
                  <a:lnTo>
                    <a:pt x="433321" y="190880"/>
                  </a:lnTo>
                  <a:lnTo>
                    <a:pt x="434588" y="191498"/>
                  </a:lnTo>
                  <a:lnTo>
                    <a:pt x="435854" y="192108"/>
                  </a:lnTo>
                  <a:lnTo>
                    <a:pt x="437055" y="192670"/>
                  </a:lnTo>
                  <a:lnTo>
                    <a:pt x="438331" y="193223"/>
                  </a:lnTo>
                  <a:lnTo>
                    <a:pt x="439598" y="193718"/>
                  </a:lnTo>
                  <a:lnTo>
                    <a:pt x="440798" y="194156"/>
                  </a:lnTo>
                  <a:lnTo>
                    <a:pt x="442065" y="194585"/>
                  </a:lnTo>
                  <a:lnTo>
                    <a:pt x="443332" y="195023"/>
                  </a:lnTo>
                  <a:lnTo>
                    <a:pt x="444541" y="195385"/>
                  </a:lnTo>
                  <a:lnTo>
                    <a:pt x="445808" y="195756"/>
                  </a:lnTo>
                  <a:lnTo>
                    <a:pt x="447075" y="196071"/>
                  </a:lnTo>
                  <a:lnTo>
                    <a:pt x="448351" y="196318"/>
                  </a:lnTo>
                  <a:lnTo>
                    <a:pt x="449551" y="196566"/>
                  </a:lnTo>
                  <a:lnTo>
                    <a:pt x="450818" y="196814"/>
                  </a:lnTo>
                  <a:lnTo>
                    <a:pt x="452085" y="196995"/>
                  </a:lnTo>
                  <a:lnTo>
                    <a:pt x="453295" y="197118"/>
                  </a:lnTo>
                  <a:lnTo>
                    <a:pt x="454561" y="197242"/>
                  </a:lnTo>
                  <a:lnTo>
                    <a:pt x="455828" y="197366"/>
                  </a:lnTo>
                  <a:lnTo>
                    <a:pt x="457038" y="197433"/>
                  </a:lnTo>
                  <a:lnTo>
                    <a:pt x="458305" y="197433"/>
                  </a:lnTo>
                  <a:lnTo>
                    <a:pt x="459572" y="197433"/>
                  </a:lnTo>
                  <a:lnTo>
                    <a:pt x="460838" y="197433"/>
                  </a:lnTo>
                  <a:lnTo>
                    <a:pt x="462048" y="197309"/>
                  </a:lnTo>
                  <a:lnTo>
                    <a:pt x="463315" y="197242"/>
                  </a:lnTo>
                  <a:lnTo>
                    <a:pt x="464582" y="197061"/>
                  </a:lnTo>
                  <a:lnTo>
                    <a:pt x="465782" y="196938"/>
                  </a:lnTo>
                  <a:lnTo>
                    <a:pt x="467058" y="196690"/>
                  </a:lnTo>
                  <a:lnTo>
                    <a:pt x="468325" y="196499"/>
                  </a:lnTo>
                  <a:lnTo>
                    <a:pt x="469526" y="196252"/>
                  </a:lnTo>
                  <a:lnTo>
                    <a:pt x="470792" y="195947"/>
                  </a:lnTo>
                  <a:lnTo>
                    <a:pt x="472068" y="195632"/>
                  </a:lnTo>
                  <a:lnTo>
                    <a:pt x="473269" y="195261"/>
                  </a:lnTo>
                  <a:lnTo>
                    <a:pt x="474536" y="194899"/>
                  </a:lnTo>
                  <a:lnTo>
                    <a:pt x="475803" y="194461"/>
                  </a:lnTo>
                  <a:lnTo>
                    <a:pt x="477079" y="194033"/>
                  </a:lnTo>
                  <a:lnTo>
                    <a:pt x="478279" y="193537"/>
                  </a:lnTo>
                  <a:lnTo>
                    <a:pt x="479546" y="193042"/>
                  </a:lnTo>
                  <a:lnTo>
                    <a:pt x="480813" y="192547"/>
                  </a:lnTo>
                  <a:lnTo>
                    <a:pt x="482022" y="191994"/>
                  </a:lnTo>
                  <a:lnTo>
                    <a:pt x="483289" y="191432"/>
                  </a:lnTo>
                  <a:lnTo>
                    <a:pt x="484556" y="190813"/>
                  </a:lnTo>
                  <a:lnTo>
                    <a:pt x="485765" y="190194"/>
                  </a:lnTo>
                  <a:lnTo>
                    <a:pt x="487032" y="189575"/>
                  </a:lnTo>
                  <a:lnTo>
                    <a:pt x="488299" y="188899"/>
                  </a:lnTo>
                  <a:lnTo>
                    <a:pt x="489509" y="188222"/>
                  </a:lnTo>
                  <a:lnTo>
                    <a:pt x="490775" y="187536"/>
                  </a:lnTo>
                  <a:lnTo>
                    <a:pt x="492042" y="186860"/>
                  </a:lnTo>
                  <a:lnTo>
                    <a:pt x="493310" y="186117"/>
                  </a:lnTo>
                  <a:lnTo>
                    <a:pt x="494510" y="185374"/>
                  </a:lnTo>
                  <a:lnTo>
                    <a:pt x="495786" y="184631"/>
                  </a:lnTo>
                  <a:lnTo>
                    <a:pt x="497052" y="183888"/>
                  </a:lnTo>
                  <a:lnTo>
                    <a:pt x="498253" y="183145"/>
                  </a:lnTo>
                  <a:lnTo>
                    <a:pt x="499529" y="182345"/>
                  </a:lnTo>
                  <a:lnTo>
                    <a:pt x="500796" y="181602"/>
                  </a:lnTo>
                  <a:lnTo>
                    <a:pt x="501996" y="180860"/>
                  </a:lnTo>
                  <a:lnTo>
                    <a:pt x="503263" y="180117"/>
                  </a:lnTo>
                  <a:lnTo>
                    <a:pt x="504530" y="179383"/>
                  </a:lnTo>
                  <a:lnTo>
                    <a:pt x="505740" y="178697"/>
                  </a:lnTo>
                  <a:lnTo>
                    <a:pt x="507006" y="177954"/>
                  </a:lnTo>
                  <a:lnTo>
                    <a:pt x="508273" y="177278"/>
                  </a:lnTo>
                  <a:lnTo>
                    <a:pt x="509540" y="176659"/>
                  </a:lnTo>
                  <a:lnTo>
                    <a:pt x="510750" y="176039"/>
                  </a:lnTo>
                  <a:lnTo>
                    <a:pt x="512017" y="175420"/>
                  </a:lnTo>
                  <a:lnTo>
                    <a:pt x="513283" y="174868"/>
                  </a:lnTo>
                  <a:lnTo>
                    <a:pt x="514493" y="174373"/>
                  </a:lnTo>
                  <a:lnTo>
                    <a:pt x="515760" y="173934"/>
                  </a:lnTo>
                  <a:lnTo>
                    <a:pt x="517027" y="173506"/>
                  </a:lnTo>
                  <a:lnTo>
                    <a:pt x="518236" y="173134"/>
                  </a:lnTo>
                  <a:lnTo>
                    <a:pt x="519503" y="172820"/>
                  </a:lnTo>
                  <a:lnTo>
                    <a:pt x="520770" y="172582"/>
                  </a:lnTo>
                  <a:lnTo>
                    <a:pt x="521970" y="172391"/>
                  </a:lnTo>
                  <a:lnTo>
                    <a:pt x="523246" y="172268"/>
                  </a:lnTo>
                  <a:lnTo>
                    <a:pt x="524513" y="172211"/>
                  </a:lnTo>
                  <a:lnTo>
                    <a:pt x="525780" y="172268"/>
                  </a:lnTo>
                  <a:lnTo>
                    <a:pt x="526980" y="172334"/>
                  </a:lnTo>
                  <a:lnTo>
                    <a:pt x="528256" y="172515"/>
                  </a:lnTo>
                  <a:lnTo>
                    <a:pt x="529523" y="172820"/>
                  </a:lnTo>
                  <a:lnTo>
                    <a:pt x="530724" y="173134"/>
                  </a:lnTo>
                  <a:lnTo>
                    <a:pt x="531990" y="173563"/>
                  </a:lnTo>
                  <a:lnTo>
                    <a:pt x="533267" y="174125"/>
                  </a:lnTo>
                  <a:lnTo>
                    <a:pt x="534467" y="174744"/>
                  </a:lnTo>
                  <a:lnTo>
                    <a:pt x="535734" y="175420"/>
                  </a:lnTo>
                  <a:lnTo>
                    <a:pt x="537001" y="176230"/>
                  </a:lnTo>
                  <a:lnTo>
                    <a:pt x="538210" y="177154"/>
                  </a:lnTo>
                  <a:lnTo>
                    <a:pt x="539477" y="178145"/>
                  </a:lnTo>
                  <a:lnTo>
                    <a:pt x="540744" y="179192"/>
                  </a:lnTo>
                  <a:lnTo>
                    <a:pt x="542011" y="180307"/>
                  </a:lnTo>
                  <a:lnTo>
                    <a:pt x="543221" y="181602"/>
                  </a:lnTo>
                  <a:lnTo>
                    <a:pt x="544487" y="182898"/>
                  </a:lnTo>
                  <a:lnTo>
                    <a:pt x="545754" y="184260"/>
                  </a:lnTo>
                  <a:lnTo>
                    <a:pt x="546964" y="185746"/>
                  </a:lnTo>
                  <a:lnTo>
                    <a:pt x="548231" y="187355"/>
                  </a:lnTo>
                  <a:lnTo>
                    <a:pt x="549497" y="188956"/>
                  </a:lnTo>
                  <a:lnTo>
                    <a:pt x="550707" y="190632"/>
                  </a:lnTo>
                  <a:lnTo>
                    <a:pt x="551974" y="192423"/>
                  </a:lnTo>
                  <a:lnTo>
                    <a:pt x="553241" y="194213"/>
                  </a:lnTo>
                  <a:lnTo>
                    <a:pt x="554508" y="196071"/>
                  </a:lnTo>
                  <a:lnTo>
                    <a:pt x="555717" y="197985"/>
                  </a:lnTo>
                  <a:lnTo>
                    <a:pt x="556984" y="199900"/>
                  </a:lnTo>
                  <a:lnTo>
                    <a:pt x="558251" y="201881"/>
                  </a:lnTo>
                  <a:lnTo>
                    <a:pt x="559451" y="203919"/>
                  </a:lnTo>
                  <a:lnTo>
                    <a:pt x="560727" y="205957"/>
                  </a:lnTo>
                  <a:lnTo>
                    <a:pt x="561994" y="208006"/>
                  </a:lnTo>
                  <a:lnTo>
                    <a:pt x="563194" y="210101"/>
                  </a:lnTo>
                  <a:lnTo>
                    <a:pt x="564461" y="212206"/>
                  </a:lnTo>
                  <a:lnTo>
                    <a:pt x="565737" y="214244"/>
                  </a:lnTo>
                  <a:lnTo>
                    <a:pt x="566938" y="216349"/>
                  </a:lnTo>
                  <a:lnTo>
                    <a:pt x="568204" y="218388"/>
                  </a:lnTo>
                  <a:lnTo>
                    <a:pt x="569471" y="220493"/>
                  </a:lnTo>
                  <a:lnTo>
                    <a:pt x="570738" y="222465"/>
                  </a:lnTo>
                  <a:lnTo>
                    <a:pt x="571948" y="224512"/>
                  </a:lnTo>
                  <a:lnTo>
                    <a:pt x="573215" y="226484"/>
                  </a:lnTo>
                  <a:lnTo>
                    <a:pt x="574481" y="228465"/>
                  </a:lnTo>
                  <a:lnTo>
                    <a:pt x="575691" y="230380"/>
                  </a:lnTo>
                  <a:lnTo>
                    <a:pt x="576958" y="232237"/>
                  </a:lnTo>
                  <a:lnTo>
                    <a:pt x="578225" y="234028"/>
                  </a:lnTo>
                  <a:lnTo>
                    <a:pt x="579435" y="235818"/>
                  </a:lnTo>
                  <a:lnTo>
                    <a:pt x="580701" y="237552"/>
                  </a:lnTo>
                  <a:lnTo>
                    <a:pt x="581968" y="239219"/>
                  </a:lnTo>
                  <a:lnTo>
                    <a:pt x="583168" y="240895"/>
                  </a:lnTo>
                  <a:lnTo>
                    <a:pt x="584445" y="242438"/>
                  </a:lnTo>
                  <a:lnTo>
                    <a:pt x="585712" y="243924"/>
                  </a:lnTo>
                  <a:lnTo>
                    <a:pt x="586978" y="245401"/>
                  </a:lnTo>
                  <a:lnTo>
                    <a:pt x="588188" y="246763"/>
                  </a:lnTo>
                  <a:lnTo>
                    <a:pt x="589455" y="248125"/>
                  </a:lnTo>
                  <a:lnTo>
                    <a:pt x="590722" y="249363"/>
                  </a:lnTo>
                  <a:lnTo>
                    <a:pt x="591922" y="250592"/>
                  </a:lnTo>
                  <a:lnTo>
                    <a:pt x="593188" y="251773"/>
                  </a:lnTo>
                  <a:lnTo>
                    <a:pt x="594465" y="252821"/>
                  </a:lnTo>
                  <a:lnTo>
                    <a:pt x="595665" y="253878"/>
                  </a:lnTo>
                  <a:lnTo>
                    <a:pt x="596932" y="254859"/>
                  </a:lnTo>
                  <a:lnTo>
                    <a:pt x="598199" y="255726"/>
                  </a:lnTo>
                  <a:lnTo>
                    <a:pt x="599408" y="256593"/>
                  </a:lnTo>
                  <a:lnTo>
                    <a:pt x="600675" y="257460"/>
                  </a:lnTo>
                  <a:lnTo>
                    <a:pt x="601942" y="258203"/>
                  </a:lnTo>
                  <a:lnTo>
                    <a:pt x="603209" y="258879"/>
                  </a:lnTo>
                  <a:lnTo>
                    <a:pt x="604419" y="259565"/>
                  </a:lnTo>
                  <a:lnTo>
                    <a:pt x="605685" y="260183"/>
                  </a:lnTo>
                  <a:lnTo>
                    <a:pt x="606952" y="260793"/>
                  </a:lnTo>
                  <a:lnTo>
                    <a:pt x="608162" y="261288"/>
                  </a:lnTo>
                  <a:lnTo>
                    <a:pt x="609429" y="261784"/>
                  </a:lnTo>
                  <a:lnTo>
                    <a:pt x="610695" y="262222"/>
                  </a:lnTo>
                  <a:lnTo>
                    <a:pt x="611905" y="262650"/>
                  </a:lnTo>
                  <a:lnTo>
                    <a:pt x="613172" y="263022"/>
                  </a:lnTo>
                  <a:lnTo>
                    <a:pt x="614439" y="263393"/>
                  </a:lnTo>
                  <a:lnTo>
                    <a:pt x="615639" y="263708"/>
                  </a:lnTo>
                  <a:lnTo>
                    <a:pt x="616915" y="264013"/>
                  </a:lnTo>
                  <a:lnTo>
                    <a:pt x="618182" y="264317"/>
                  </a:lnTo>
                  <a:lnTo>
                    <a:pt x="619449" y="264565"/>
                  </a:lnTo>
                  <a:lnTo>
                    <a:pt x="620649" y="264756"/>
                  </a:lnTo>
                  <a:lnTo>
                    <a:pt x="621926" y="265003"/>
                  </a:lnTo>
                  <a:lnTo>
                    <a:pt x="623192" y="265127"/>
                  </a:lnTo>
                  <a:lnTo>
                    <a:pt x="624392" y="265308"/>
                  </a:lnTo>
                  <a:lnTo>
                    <a:pt x="625659" y="265499"/>
                  </a:lnTo>
                  <a:lnTo>
                    <a:pt x="626936" y="265622"/>
                  </a:lnTo>
                  <a:lnTo>
                    <a:pt x="628136" y="265746"/>
                  </a:lnTo>
                  <a:lnTo>
                    <a:pt x="629402" y="265803"/>
                  </a:lnTo>
                  <a:lnTo>
                    <a:pt x="630669" y="265927"/>
                  </a:lnTo>
                  <a:lnTo>
                    <a:pt x="631946" y="265994"/>
                  </a:lnTo>
                  <a:lnTo>
                    <a:pt x="633146" y="266118"/>
                  </a:lnTo>
                  <a:lnTo>
                    <a:pt x="634413" y="266175"/>
                  </a:lnTo>
                  <a:lnTo>
                    <a:pt x="635679" y="266242"/>
                  </a:lnTo>
                  <a:lnTo>
                    <a:pt x="636889" y="266299"/>
                  </a:lnTo>
                  <a:lnTo>
                    <a:pt x="638156" y="266299"/>
                  </a:lnTo>
                  <a:lnTo>
                    <a:pt x="638156" y="266670"/>
                  </a:lnTo>
                  <a:lnTo>
                    <a:pt x="636889" y="266670"/>
                  </a:lnTo>
                  <a:lnTo>
                    <a:pt x="635679" y="266670"/>
                  </a:lnTo>
                  <a:lnTo>
                    <a:pt x="634413" y="266670"/>
                  </a:lnTo>
                  <a:lnTo>
                    <a:pt x="633146" y="266670"/>
                  </a:lnTo>
                  <a:lnTo>
                    <a:pt x="631946" y="266670"/>
                  </a:lnTo>
                  <a:lnTo>
                    <a:pt x="630669" y="266670"/>
                  </a:lnTo>
                  <a:lnTo>
                    <a:pt x="629402" y="266670"/>
                  </a:lnTo>
                  <a:lnTo>
                    <a:pt x="628136" y="266670"/>
                  </a:lnTo>
                  <a:lnTo>
                    <a:pt x="626936" y="266670"/>
                  </a:lnTo>
                  <a:lnTo>
                    <a:pt x="625659" y="266670"/>
                  </a:lnTo>
                  <a:lnTo>
                    <a:pt x="624392" y="266670"/>
                  </a:lnTo>
                  <a:lnTo>
                    <a:pt x="623192" y="266670"/>
                  </a:lnTo>
                  <a:lnTo>
                    <a:pt x="621926" y="266670"/>
                  </a:lnTo>
                  <a:lnTo>
                    <a:pt x="620649" y="266670"/>
                  </a:lnTo>
                  <a:lnTo>
                    <a:pt x="619449" y="266670"/>
                  </a:lnTo>
                  <a:lnTo>
                    <a:pt x="618182" y="266670"/>
                  </a:lnTo>
                  <a:lnTo>
                    <a:pt x="616915" y="266670"/>
                  </a:lnTo>
                  <a:lnTo>
                    <a:pt x="615639" y="266670"/>
                  </a:lnTo>
                  <a:lnTo>
                    <a:pt x="614439" y="266670"/>
                  </a:lnTo>
                  <a:lnTo>
                    <a:pt x="613172" y="266670"/>
                  </a:lnTo>
                  <a:lnTo>
                    <a:pt x="611905" y="266670"/>
                  </a:lnTo>
                  <a:lnTo>
                    <a:pt x="610695" y="266670"/>
                  </a:lnTo>
                  <a:lnTo>
                    <a:pt x="609429" y="266670"/>
                  </a:lnTo>
                  <a:lnTo>
                    <a:pt x="608162" y="266670"/>
                  </a:lnTo>
                  <a:lnTo>
                    <a:pt x="606952" y="266670"/>
                  </a:lnTo>
                  <a:lnTo>
                    <a:pt x="605685" y="266670"/>
                  </a:lnTo>
                  <a:lnTo>
                    <a:pt x="604419" y="266670"/>
                  </a:lnTo>
                  <a:lnTo>
                    <a:pt x="603209" y="266670"/>
                  </a:lnTo>
                  <a:lnTo>
                    <a:pt x="601942" y="266670"/>
                  </a:lnTo>
                  <a:lnTo>
                    <a:pt x="600675" y="266670"/>
                  </a:lnTo>
                  <a:lnTo>
                    <a:pt x="599408" y="266670"/>
                  </a:lnTo>
                  <a:lnTo>
                    <a:pt x="598199" y="266670"/>
                  </a:lnTo>
                  <a:lnTo>
                    <a:pt x="596932" y="266670"/>
                  </a:lnTo>
                  <a:lnTo>
                    <a:pt x="595665" y="266670"/>
                  </a:lnTo>
                  <a:lnTo>
                    <a:pt x="594465" y="266670"/>
                  </a:lnTo>
                  <a:lnTo>
                    <a:pt x="593188" y="266670"/>
                  </a:lnTo>
                  <a:lnTo>
                    <a:pt x="591922" y="266670"/>
                  </a:lnTo>
                  <a:lnTo>
                    <a:pt x="590722" y="266670"/>
                  </a:lnTo>
                  <a:lnTo>
                    <a:pt x="589455" y="266670"/>
                  </a:lnTo>
                  <a:lnTo>
                    <a:pt x="588188" y="266670"/>
                  </a:lnTo>
                  <a:lnTo>
                    <a:pt x="586978" y="266670"/>
                  </a:lnTo>
                  <a:lnTo>
                    <a:pt x="585712" y="266670"/>
                  </a:lnTo>
                  <a:lnTo>
                    <a:pt x="584445" y="266670"/>
                  </a:lnTo>
                  <a:lnTo>
                    <a:pt x="583168" y="266670"/>
                  </a:lnTo>
                  <a:lnTo>
                    <a:pt x="581968" y="266670"/>
                  </a:lnTo>
                  <a:lnTo>
                    <a:pt x="580701" y="266670"/>
                  </a:lnTo>
                  <a:lnTo>
                    <a:pt x="579435" y="266670"/>
                  </a:lnTo>
                  <a:lnTo>
                    <a:pt x="578225" y="266670"/>
                  </a:lnTo>
                  <a:lnTo>
                    <a:pt x="576958" y="266670"/>
                  </a:lnTo>
                  <a:lnTo>
                    <a:pt x="575691" y="266670"/>
                  </a:lnTo>
                  <a:lnTo>
                    <a:pt x="574481" y="266670"/>
                  </a:lnTo>
                  <a:lnTo>
                    <a:pt x="573215" y="266670"/>
                  </a:lnTo>
                  <a:lnTo>
                    <a:pt x="571948" y="266670"/>
                  </a:lnTo>
                  <a:lnTo>
                    <a:pt x="570738" y="266670"/>
                  </a:lnTo>
                  <a:lnTo>
                    <a:pt x="569471" y="266670"/>
                  </a:lnTo>
                  <a:lnTo>
                    <a:pt x="568204" y="266670"/>
                  </a:lnTo>
                  <a:lnTo>
                    <a:pt x="566938" y="266670"/>
                  </a:lnTo>
                  <a:lnTo>
                    <a:pt x="565737" y="266670"/>
                  </a:lnTo>
                  <a:lnTo>
                    <a:pt x="564461" y="266670"/>
                  </a:lnTo>
                  <a:lnTo>
                    <a:pt x="563194" y="266670"/>
                  </a:lnTo>
                  <a:lnTo>
                    <a:pt x="561994" y="266670"/>
                  </a:lnTo>
                  <a:lnTo>
                    <a:pt x="560727" y="266670"/>
                  </a:lnTo>
                  <a:lnTo>
                    <a:pt x="559451" y="266670"/>
                  </a:lnTo>
                  <a:lnTo>
                    <a:pt x="558251" y="266670"/>
                  </a:lnTo>
                  <a:lnTo>
                    <a:pt x="556984" y="266670"/>
                  </a:lnTo>
                  <a:lnTo>
                    <a:pt x="555717" y="266670"/>
                  </a:lnTo>
                  <a:lnTo>
                    <a:pt x="554508" y="266670"/>
                  </a:lnTo>
                  <a:lnTo>
                    <a:pt x="553241" y="266670"/>
                  </a:lnTo>
                  <a:lnTo>
                    <a:pt x="551974" y="266670"/>
                  </a:lnTo>
                  <a:lnTo>
                    <a:pt x="550707" y="266670"/>
                  </a:lnTo>
                  <a:lnTo>
                    <a:pt x="549497" y="266670"/>
                  </a:lnTo>
                  <a:lnTo>
                    <a:pt x="548231" y="266670"/>
                  </a:lnTo>
                  <a:lnTo>
                    <a:pt x="546964" y="266670"/>
                  </a:lnTo>
                  <a:lnTo>
                    <a:pt x="545754" y="266670"/>
                  </a:lnTo>
                  <a:lnTo>
                    <a:pt x="544487" y="266670"/>
                  </a:lnTo>
                  <a:lnTo>
                    <a:pt x="543221" y="266670"/>
                  </a:lnTo>
                  <a:lnTo>
                    <a:pt x="542011" y="266670"/>
                  </a:lnTo>
                  <a:lnTo>
                    <a:pt x="540744" y="266670"/>
                  </a:lnTo>
                  <a:lnTo>
                    <a:pt x="539477" y="266670"/>
                  </a:lnTo>
                  <a:lnTo>
                    <a:pt x="538210" y="266670"/>
                  </a:lnTo>
                  <a:lnTo>
                    <a:pt x="537001" y="266670"/>
                  </a:lnTo>
                  <a:lnTo>
                    <a:pt x="535734" y="266670"/>
                  </a:lnTo>
                  <a:lnTo>
                    <a:pt x="534467" y="266670"/>
                  </a:lnTo>
                  <a:lnTo>
                    <a:pt x="533267" y="266670"/>
                  </a:lnTo>
                  <a:lnTo>
                    <a:pt x="531990" y="266670"/>
                  </a:lnTo>
                  <a:lnTo>
                    <a:pt x="530724" y="266670"/>
                  </a:lnTo>
                  <a:lnTo>
                    <a:pt x="529523" y="266670"/>
                  </a:lnTo>
                  <a:lnTo>
                    <a:pt x="528256" y="266670"/>
                  </a:lnTo>
                  <a:lnTo>
                    <a:pt x="526980" y="266670"/>
                  </a:lnTo>
                  <a:lnTo>
                    <a:pt x="525780" y="266670"/>
                  </a:lnTo>
                  <a:lnTo>
                    <a:pt x="524513" y="266670"/>
                  </a:lnTo>
                  <a:lnTo>
                    <a:pt x="523246" y="266670"/>
                  </a:lnTo>
                  <a:lnTo>
                    <a:pt x="521970" y="266670"/>
                  </a:lnTo>
                  <a:lnTo>
                    <a:pt x="520770" y="266670"/>
                  </a:lnTo>
                  <a:lnTo>
                    <a:pt x="519503" y="266670"/>
                  </a:lnTo>
                  <a:lnTo>
                    <a:pt x="518236" y="266670"/>
                  </a:lnTo>
                  <a:lnTo>
                    <a:pt x="517027" y="266670"/>
                  </a:lnTo>
                  <a:lnTo>
                    <a:pt x="515760" y="266670"/>
                  </a:lnTo>
                  <a:lnTo>
                    <a:pt x="514493" y="266670"/>
                  </a:lnTo>
                  <a:lnTo>
                    <a:pt x="513283" y="266670"/>
                  </a:lnTo>
                  <a:lnTo>
                    <a:pt x="512017" y="266670"/>
                  </a:lnTo>
                  <a:lnTo>
                    <a:pt x="510750" y="266670"/>
                  </a:lnTo>
                  <a:lnTo>
                    <a:pt x="509540" y="266670"/>
                  </a:lnTo>
                  <a:lnTo>
                    <a:pt x="508273" y="266670"/>
                  </a:lnTo>
                  <a:lnTo>
                    <a:pt x="507006" y="266670"/>
                  </a:lnTo>
                  <a:lnTo>
                    <a:pt x="505740" y="266670"/>
                  </a:lnTo>
                  <a:lnTo>
                    <a:pt x="504530" y="266670"/>
                  </a:lnTo>
                  <a:lnTo>
                    <a:pt x="503263" y="266670"/>
                  </a:lnTo>
                  <a:lnTo>
                    <a:pt x="501996" y="266670"/>
                  </a:lnTo>
                  <a:lnTo>
                    <a:pt x="500796" y="266670"/>
                  </a:lnTo>
                  <a:lnTo>
                    <a:pt x="499529" y="266670"/>
                  </a:lnTo>
                  <a:lnTo>
                    <a:pt x="498253" y="266670"/>
                  </a:lnTo>
                  <a:lnTo>
                    <a:pt x="497052" y="266670"/>
                  </a:lnTo>
                  <a:lnTo>
                    <a:pt x="495786" y="266670"/>
                  </a:lnTo>
                  <a:lnTo>
                    <a:pt x="494510" y="266670"/>
                  </a:lnTo>
                  <a:lnTo>
                    <a:pt x="493310" y="266670"/>
                  </a:lnTo>
                  <a:lnTo>
                    <a:pt x="492042" y="266670"/>
                  </a:lnTo>
                  <a:lnTo>
                    <a:pt x="490775" y="266670"/>
                  </a:lnTo>
                  <a:lnTo>
                    <a:pt x="489509" y="266670"/>
                  </a:lnTo>
                  <a:lnTo>
                    <a:pt x="488299" y="266670"/>
                  </a:lnTo>
                  <a:lnTo>
                    <a:pt x="487032" y="266670"/>
                  </a:lnTo>
                  <a:lnTo>
                    <a:pt x="485765" y="266670"/>
                  </a:lnTo>
                  <a:lnTo>
                    <a:pt x="484556" y="266670"/>
                  </a:lnTo>
                  <a:lnTo>
                    <a:pt x="483289" y="266670"/>
                  </a:lnTo>
                  <a:lnTo>
                    <a:pt x="482022" y="266670"/>
                  </a:lnTo>
                  <a:lnTo>
                    <a:pt x="480813" y="266670"/>
                  </a:lnTo>
                  <a:lnTo>
                    <a:pt x="479546" y="266670"/>
                  </a:lnTo>
                  <a:lnTo>
                    <a:pt x="478279" y="266670"/>
                  </a:lnTo>
                  <a:lnTo>
                    <a:pt x="477079" y="266670"/>
                  </a:lnTo>
                  <a:lnTo>
                    <a:pt x="475803" y="266670"/>
                  </a:lnTo>
                  <a:lnTo>
                    <a:pt x="474536" y="266670"/>
                  </a:lnTo>
                  <a:lnTo>
                    <a:pt x="473269" y="266670"/>
                  </a:lnTo>
                  <a:lnTo>
                    <a:pt x="472068" y="266670"/>
                  </a:lnTo>
                  <a:lnTo>
                    <a:pt x="470792" y="266670"/>
                  </a:lnTo>
                  <a:lnTo>
                    <a:pt x="469526" y="266670"/>
                  </a:lnTo>
                  <a:lnTo>
                    <a:pt x="468325" y="266670"/>
                  </a:lnTo>
                  <a:lnTo>
                    <a:pt x="467058" y="266670"/>
                  </a:lnTo>
                  <a:lnTo>
                    <a:pt x="465782" y="266670"/>
                  </a:lnTo>
                  <a:lnTo>
                    <a:pt x="464582" y="266670"/>
                  </a:lnTo>
                  <a:lnTo>
                    <a:pt x="463315" y="266670"/>
                  </a:lnTo>
                  <a:lnTo>
                    <a:pt x="462048" y="266670"/>
                  </a:lnTo>
                  <a:lnTo>
                    <a:pt x="460838" y="266670"/>
                  </a:lnTo>
                  <a:lnTo>
                    <a:pt x="459572" y="266670"/>
                  </a:lnTo>
                  <a:lnTo>
                    <a:pt x="458305" y="266670"/>
                  </a:lnTo>
                  <a:lnTo>
                    <a:pt x="457038" y="266670"/>
                  </a:lnTo>
                  <a:lnTo>
                    <a:pt x="455828" y="266670"/>
                  </a:lnTo>
                  <a:lnTo>
                    <a:pt x="454561" y="266670"/>
                  </a:lnTo>
                  <a:lnTo>
                    <a:pt x="453295" y="266670"/>
                  </a:lnTo>
                  <a:lnTo>
                    <a:pt x="452085" y="266670"/>
                  </a:lnTo>
                  <a:lnTo>
                    <a:pt x="450818" y="266670"/>
                  </a:lnTo>
                  <a:lnTo>
                    <a:pt x="449551" y="266670"/>
                  </a:lnTo>
                  <a:lnTo>
                    <a:pt x="448351" y="266670"/>
                  </a:lnTo>
                  <a:lnTo>
                    <a:pt x="447075" y="266670"/>
                  </a:lnTo>
                  <a:lnTo>
                    <a:pt x="445808" y="266670"/>
                  </a:lnTo>
                  <a:lnTo>
                    <a:pt x="444541" y="266670"/>
                  </a:lnTo>
                  <a:lnTo>
                    <a:pt x="443332" y="266670"/>
                  </a:lnTo>
                  <a:lnTo>
                    <a:pt x="442065" y="266670"/>
                  </a:lnTo>
                  <a:lnTo>
                    <a:pt x="440798" y="266670"/>
                  </a:lnTo>
                  <a:lnTo>
                    <a:pt x="439598" y="266670"/>
                  </a:lnTo>
                  <a:lnTo>
                    <a:pt x="438331" y="266670"/>
                  </a:lnTo>
                  <a:lnTo>
                    <a:pt x="437055" y="266670"/>
                  </a:lnTo>
                  <a:lnTo>
                    <a:pt x="435854" y="266670"/>
                  </a:lnTo>
                  <a:lnTo>
                    <a:pt x="434588" y="266670"/>
                  </a:lnTo>
                  <a:lnTo>
                    <a:pt x="433321" y="266670"/>
                  </a:lnTo>
                  <a:lnTo>
                    <a:pt x="432111" y="266670"/>
                  </a:lnTo>
                  <a:lnTo>
                    <a:pt x="430844" y="266670"/>
                  </a:lnTo>
                  <a:lnTo>
                    <a:pt x="429577" y="266670"/>
                  </a:lnTo>
                  <a:lnTo>
                    <a:pt x="428311" y="266670"/>
                  </a:lnTo>
                  <a:lnTo>
                    <a:pt x="427101" y="266670"/>
                  </a:lnTo>
                  <a:lnTo>
                    <a:pt x="425834" y="266670"/>
                  </a:lnTo>
                  <a:lnTo>
                    <a:pt x="424567" y="266670"/>
                  </a:lnTo>
                  <a:lnTo>
                    <a:pt x="423357" y="266670"/>
                  </a:lnTo>
                  <a:lnTo>
                    <a:pt x="422091" y="266670"/>
                  </a:lnTo>
                  <a:lnTo>
                    <a:pt x="420824" y="266670"/>
                  </a:lnTo>
                  <a:lnTo>
                    <a:pt x="419615" y="266670"/>
                  </a:lnTo>
                  <a:lnTo>
                    <a:pt x="418347" y="266670"/>
                  </a:lnTo>
                  <a:lnTo>
                    <a:pt x="417081" y="266670"/>
                  </a:lnTo>
                  <a:lnTo>
                    <a:pt x="415881" y="266670"/>
                  </a:lnTo>
                  <a:lnTo>
                    <a:pt x="414605" y="266670"/>
                  </a:lnTo>
                  <a:lnTo>
                    <a:pt x="413337" y="266670"/>
                  </a:lnTo>
                  <a:lnTo>
                    <a:pt x="412070" y="266670"/>
                  </a:lnTo>
                  <a:lnTo>
                    <a:pt x="410870" y="266670"/>
                  </a:lnTo>
                  <a:lnTo>
                    <a:pt x="409594" y="266670"/>
                  </a:lnTo>
                  <a:lnTo>
                    <a:pt x="408327" y="266670"/>
                  </a:lnTo>
                  <a:lnTo>
                    <a:pt x="407127" y="266670"/>
                  </a:lnTo>
                  <a:lnTo>
                    <a:pt x="405860" y="266670"/>
                  </a:lnTo>
                  <a:lnTo>
                    <a:pt x="404584" y="266670"/>
                  </a:lnTo>
                  <a:lnTo>
                    <a:pt x="403384" y="266670"/>
                  </a:lnTo>
                  <a:lnTo>
                    <a:pt x="402117" y="266670"/>
                  </a:lnTo>
                  <a:lnTo>
                    <a:pt x="400850" y="266670"/>
                  </a:lnTo>
                  <a:lnTo>
                    <a:pt x="399640" y="266670"/>
                  </a:lnTo>
                  <a:lnTo>
                    <a:pt x="398374" y="266670"/>
                  </a:lnTo>
                  <a:lnTo>
                    <a:pt x="397107" y="266670"/>
                  </a:lnTo>
                  <a:lnTo>
                    <a:pt x="395840" y="266670"/>
                  </a:lnTo>
                  <a:lnTo>
                    <a:pt x="394630" y="266670"/>
                  </a:lnTo>
                  <a:lnTo>
                    <a:pt x="393363" y="266670"/>
                  </a:lnTo>
                  <a:lnTo>
                    <a:pt x="392097" y="266670"/>
                  </a:lnTo>
                  <a:lnTo>
                    <a:pt x="390887" y="266670"/>
                  </a:lnTo>
                  <a:lnTo>
                    <a:pt x="389620" y="266670"/>
                  </a:lnTo>
                  <a:lnTo>
                    <a:pt x="388353" y="266670"/>
                  </a:lnTo>
                  <a:lnTo>
                    <a:pt x="387143" y="266670"/>
                  </a:lnTo>
                  <a:lnTo>
                    <a:pt x="385877" y="266670"/>
                  </a:lnTo>
                  <a:lnTo>
                    <a:pt x="384610" y="266670"/>
                  </a:lnTo>
                  <a:lnTo>
                    <a:pt x="383410" y="266670"/>
                  </a:lnTo>
                  <a:lnTo>
                    <a:pt x="382133" y="266670"/>
                  </a:lnTo>
                  <a:lnTo>
                    <a:pt x="380866" y="266670"/>
                  </a:lnTo>
                  <a:lnTo>
                    <a:pt x="379600" y="266670"/>
                  </a:lnTo>
                  <a:lnTo>
                    <a:pt x="378400" y="266670"/>
                  </a:lnTo>
                  <a:lnTo>
                    <a:pt x="377123" y="266670"/>
                  </a:lnTo>
                  <a:lnTo>
                    <a:pt x="375856" y="266670"/>
                  </a:lnTo>
                  <a:lnTo>
                    <a:pt x="374656" y="266670"/>
                  </a:lnTo>
                  <a:lnTo>
                    <a:pt x="373390" y="266670"/>
                  </a:lnTo>
                  <a:lnTo>
                    <a:pt x="372113" y="266670"/>
                  </a:lnTo>
                  <a:lnTo>
                    <a:pt x="370913" y="266670"/>
                  </a:lnTo>
                  <a:lnTo>
                    <a:pt x="369646" y="266670"/>
                  </a:lnTo>
                  <a:lnTo>
                    <a:pt x="368379" y="266670"/>
                  </a:lnTo>
                  <a:lnTo>
                    <a:pt x="367113" y="266670"/>
                  </a:lnTo>
                  <a:lnTo>
                    <a:pt x="365903" y="266670"/>
                  </a:lnTo>
                  <a:lnTo>
                    <a:pt x="364636" y="266670"/>
                  </a:lnTo>
                  <a:lnTo>
                    <a:pt x="363369" y="266670"/>
                  </a:lnTo>
                  <a:lnTo>
                    <a:pt x="362159" y="266670"/>
                  </a:lnTo>
                  <a:lnTo>
                    <a:pt x="360893" y="266670"/>
                  </a:lnTo>
                  <a:lnTo>
                    <a:pt x="359626" y="266670"/>
                  </a:lnTo>
                  <a:lnTo>
                    <a:pt x="358416" y="266670"/>
                  </a:lnTo>
                  <a:lnTo>
                    <a:pt x="357149" y="266670"/>
                  </a:lnTo>
                  <a:lnTo>
                    <a:pt x="355883" y="266670"/>
                  </a:lnTo>
                  <a:lnTo>
                    <a:pt x="354683" y="266670"/>
                  </a:lnTo>
                  <a:lnTo>
                    <a:pt x="353406" y="266670"/>
                  </a:lnTo>
                  <a:lnTo>
                    <a:pt x="352139" y="266670"/>
                  </a:lnTo>
                  <a:lnTo>
                    <a:pt x="350872" y="266670"/>
                  </a:lnTo>
                  <a:lnTo>
                    <a:pt x="349672" y="266670"/>
                  </a:lnTo>
                  <a:lnTo>
                    <a:pt x="348396" y="266670"/>
                  </a:lnTo>
                  <a:lnTo>
                    <a:pt x="347129" y="266670"/>
                  </a:lnTo>
                  <a:lnTo>
                    <a:pt x="345929" y="266670"/>
                  </a:lnTo>
                  <a:lnTo>
                    <a:pt x="344662" y="266670"/>
                  </a:lnTo>
                  <a:lnTo>
                    <a:pt x="343386" y="266670"/>
                  </a:lnTo>
                  <a:lnTo>
                    <a:pt x="342186" y="266670"/>
                  </a:lnTo>
                  <a:lnTo>
                    <a:pt x="340919" y="266670"/>
                  </a:lnTo>
                  <a:lnTo>
                    <a:pt x="339652" y="266670"/>
                  </a:lnTo>
                  <a:lnTo>
                    <a:pt x="338442" y="266670"/>
                  </a:lnTo>
                  <a:lnTo>
                    <a:pt x="337176" y="266670"/>
                  </a:lnTo>
                  <a:lnTo>
                    <a:pt x="335909" y="266670"/>
                  </a:lnTo>
                  <a:lnTo>
                    <a:pt x="334642" y="266670"/>
                  </a:lnTo>
                  <a:lnTo>
                    <a:pt x="333432" y="266670"/>
                  </a:lnTo>
                  <a:lnTo>
                    <a:pt x="332165" y="266670"/>
                  </a:lnTo>
                  <a:lnTo>
                    <a:pt x="330899" y="266670"/>
                  </a:lnTo>
                  <a:lnTo>
                    <a:pt x="329689" y="266670"/>
                  </a:lnTo>
                  <a:lnTo>
                    <a:pt x="328422" y="266670"/>
                  </a:lnTo>
                  <a:lnTo>
                    <a:pt x="327155" y="266670"/>
                  </a:lnTo>
                  <a:lnTo>
                    <a:pt x="325945" y="266670"/>
                  </a:lnTo>
                  <a:lnTo>
                    <a:pt x="324679" y="266670"/>
                  </a:lnTo>
                  <a:lnTo>
                    <a:pt x="323412" y="266670"/>
                  </a:lnTo>
                  <a:lnTo>
                    <a:pt x="322212" y="266670"/>
                  </a:lnTo>
                  <a:lnTo>
                    <a:pt x="320935" y="266670"/>
                  </a:lnTo>
                  <a:lnTo>
                    <a:pt x="319668" y="266670"/>
                  </a:lnTo>
                  <a:lnTo>
                    <a:pt x="318402" y="266670"/>
                  </a:lnTo>
                  <a:lnTo>
                    <a:pt x="317202" y="266670"/>
                  </a:lnTo>
                  <a:lnTo>
                    <a:pt x="315925" y="266670"/>
                  </a:lnTo>
                  <a:lnTo>
                    <a:pt x="314658" y="266670"/>
                  </a:lnTo>
                  <a:lnTo>
                    <a:pt x="313458" y="266670"/>
                  </a:lnTo>
                  <a:lnTo>
                    <a:pt x="312192" y="266670"/>
                  </a:lnTo>
                  <a:lnTo>
                    <a:pt x="310915" y="266670"/>
                  </a:lnTo>
                  <a:lnTo>
                    <a:pt x="309715" y="266670"/>
                  </a:lnTo>
                  <a:lnTo>
                    <a:pt x="308448" y="266670"/>
                  </a:lnTo>
                  <a:lnTo>
                    <a:pt x="307181" y="266670"/>
                  </a:lnTo>
                  <a:lnTo>
                    <a:pt x="305972" y="266670"/>
                  </a:lnTo>
                  <a:lnTo>
                    <a:pt x="304705" y="266670"/>
                  </a:lnTo>
                  <a:lnTo>
                    <a:pt x="303438" y="266670"/>
                  </a:lnTo>
                  <a:lnTo>
                    <a:pt x="302171" y="266670"/>
                  </a:lnTo>
                  <a:lnTo>
                    <a:pt x="300961" y="266670"/>
                  </a:lnTo>
                  <a:lnTo>
                    <a:pt x="299695" y="266670"/>
                  </a:lnTo>
                  <a:lnTo>
                    <a:pt x="298428" y="266670"/>
                  </a:lnTo>
                  <a:lnTo>
                    <a:pt x="297218" y="266670"/>
                  </a:lnTo>
                  <a:lnTo>
                    <a:pt x="295951" y="266670"/>
                  </a:lnTo>
                  <a:lnTo>
                    <a:pt x="294685" y="266670"/>
                  </a:lnTo>
                  <a:lnTo>
                    <a:pt x="293475" y="266670"/>
                  </a:lnTo>
                  <a:lnTo>
                    <a:pt x="292208" y="266670"/>
                  </a:lnTo>
                  <a:lnTo>
                    <a:pt x="290941" y="266670"/>
                  </a:lnTo>
                  <a:lnTo>
                    <a:pt x="289741" y="266670"/>
                  </a:lnTo>
                  <a:lnTo>
                    <a:pt x="288474" y="266670"/>
                  </a:lnTo>
                  <a:lnTo>
                    <a:pt x="287198" y="266670"/>
                  </a:lnTo>
                  <a:lnTo>
                    <a:pt x="285931" y="266670"/>
                  </a:lnTo>
                  <a:lnTo>
                    <a:pt x="284731" y="266670"/>
                  </a:lnTo>
                  <a:lnTo>
                    <a:pt x="283454" y="266670"/>
                  </a:lnTo>
                  <a:lnTo>
                    <a:pt x="282188" y="266670"/>
                  </a:lnTo>
                  <a:lnTo>
                    <a:pt x="280988" y="266670"/>
                  </a:lnTo>
                  <a:lnTo>
                    <a:pt x="279721" y="266670"/>
                  </a:lnTo>
                  <a:lnTo>
                    <a:pt x="278454" y="266670"/>
                  </a:lnTo>
                  <a:lnTo>
                    <a:pt x="277244" y="266670"/>
                  </a:lnTo>
                  <a:lnTo>
                    <a:pt x="275978" y="266670"/>
                  </a:lnTo>
                  <a:lnTo>
                    <a:pt x="274711" y="266670"/>
                  </a:lnTo>
                  <a:lnTo>
                    <a:pt x="273434" y="266670"/>
                  </a:lnTo>
                  <a:lnTo>
                    <a:pt x="272234" y="266670"/>
                  </a:lnTo>
                  <a:lnTo>
                    <a:pt x="270967" y="266670"/>
                  </a:lnTo>
                  <a:lnTo>
                    <a:pt x="269701" y="266670"/>
                  </a:lnTo>
                  <a:lnTo>
                    <a:pt x="268491" y="266670"/>
                  </a:lnTo>
                  <a:lnTo>
                    <a:pt x="267224" y="266670"/>
                  </a:lnTo>
                  <a:lnTo>
                    <a:pt x="265957" y="266670"/>
                  </a:lnTo>
                  <a:lnTo>
                    <a:pt x="264747" y="266670"/>
                  </a:lnTo>
                  <a:lnTo>
                    <a:pt x="263481" y="266670"/>
                  </a:lnTo>
                  <a:lnTo>
                    <a:pt x="262214" y="266670"/>
                  </a:lnTo>
                  <a:lnTo>
                    <a:pt x="261014" y="266670"/>
                  </a:lnTo>
                  <a:lnTo>
                    <a:pt x="259737" y="266670"/>
                  </a:lnTo>
                  <a:lnTo>
                    <a:pt x="258470" y="266670"/>
                  </a:lnTo>
                  <a:lnTo>
                    <a:pt x="257204" y="266670"/>
                  </a:lnTo>
                  <a:lnTo>
                    <a:pt x="256004" y="266670"/>
                  </a:lnTo>
                  <a:lnTo>
                    <a:pt x="254727" y="266670"/>
                  </a:lnTo>
                  <a:lnTo>
                    <a:pt x="253460" y="266670"/>
                  </a:lnTo>
                  <a:lnTo>
                    <a:pt x="252260" y="266670"/>
                  </a:lnTo>
                  <a:lnTo>
                    <a:pt x="250994" y="266670"/>
                  </a:lnTo>
                  <a:lnTo>
                    <a:pt x="249717" y="266670"/>
                  </a:lnTo>
                  <a:lnTo>
                    <a:pt x="248517" y="266670"/>
                  </a:lnTo>
                  <a:lnTo>
                    <a:pt x="247250" y="266670"/>
                  </a:lnTo>
                  <a:lnTo>
                    <a:pt x="245983" y="266670"/>
                  </a:lnTo>
                  <a:lnTo>
                    <a:pt x="244774" y="266670"/>
                  </a:lnTo>
                  <a:lnTo>
                    <a:pt x="243507" y="266670"/>
                  </a:lnTo>
                  <a:lnTo>
                    <a:pt x="242240" y="266670"/>
                  </a:lnTo>
                  <a:lnTo>
                    <a:pt x="240973" y="266670"/>
                  </a:lnTo>
                  <a:lnTo>
                    <a:pt x="239763" y="266670"/>
                  </a:lnTo>
                  <a:lnTo>
                    <a:pt x="238497" y="266670"/>
                  </a:lnTo>
                  <a:lnTo>
                    <a:pt x="237230" y="266670"/>
                  </a:lnTo>
                  <a:lnTo>
                    <a:pt x="236020" y="266670"/>
                  </a:lnTo>
                  <a:lnTo>
                    <a:pt x="234753" y="266670"/>
                  </a:lnTo>
                  <a:lnTo>
                    <a:pt x="233487" y="266670"/>
                  </a:lnTo>
                  <a:lnTo>
                    <a:pt x="232277" y="266670"/>
                  </a:lnTo>
                  <a:lnTo>
                    <a:pt x="231010" y="266670"/>
                  </a:lnTo>
                  <a:lnTo>
                    <a:pt x="229743" y="266670"/>
                  </a:lnTo>
                  <a:lnTo>
                    <a:pt x="228543" y="266670"/>
                  </a:lnTo>
                  <a:lnTo>
                    <a:pt x="227267" y="266670"/>
                  </a:lnTo>
                  <a:lnTo>
                    <a:pt x="226000" y="266670"/>
                  </a:lnTo>
                  <a:lnTo>
                    <a:pt x="224733" y="266670"/>
                  </a:lnTo>
                  <a:lnTo>
                    <a:pt x="223532" y="266670"/>
                  </a:lnTo>
                  <a:lnTo>
                    <a:pt x="222256" y="266670"/>
                  </a:lnTo>
                  <a:lnTo>
                    <a:pt x="220990" y="266670"/>
                  </a:lnTo>
                  <a:lnTo>
                    <a:pt x="219790" y="266670"/>
                  </a:lnTo>
                  <a:lnTo>
                    <a:pt x="218522" y="266670"/>
                  </a:lnTo>
                  <a:lnTo>
                    <a:pt x="217246" y="266670"/>
                  </a:lnTo>
                  <a:lnTo>
                    <a:pt x="216046" y="266670"/>
                  </a:lnTo>
                  <a:lnTo>
                    <a:pt x="214780" y="266670"/>
                  </a:lnTo>
                  <a:lnTo>
                    <a:pt x="213513" y="266670"/>
                  </a:lnTo>
                  <a:lnTo>
                    <a:pt x="212303" y="266670"/>
                  </a:lnTo>
                  <a:lnTo>
                    <a:pt x="211036" y="266670"/>
                  </a:lnTo>
                  <a:lnTo>
                    <a:pt x="209769" y="266670"/>
                  </a:lnTo>
                  <a:lnTo>
                    <a:pt x="208503" y="266670"/>
                  </a:lnTo>
                  <a:lnTo>
                    <a:pt x="207293" y="266670"/>
                  </a:lnTo>
                  <a:lnTo>
                    <a:pt x="206026" y="266670"/>
                  </a:lnTo>
                  <a:lnTo>
                    <a:pt x="204759" y="266670"/>
                  </a:lnTo>
                  <a:lnTo>
                    <a:pt x="203549" y="266670"/>
                  </a:lnTo>
                  <a:lnTo>
                    <a:pt x="202283" y="266670"/>
                  </a:lnTo>
                  <a:lnTo>
                    <a:pt x="201016" y="266670"/>
                  </a:lnTo>
                  <a:lnTo>
                    <a:pt x="199815" y="266670"/>
                  </a:lnTo>
                  <a:lnTo>
                    <a:pt x="198539" y="266670"/>
                  </a:lnTo>
                  <a:lnTo>
                    <a:pt x="197272" y="266670"/>
                  </a:lnTo>
                  <a:lnTo>
                    <a:pt x="196006" y="266670"/>
                  </a:lnTo>
                  <a:lnTo>
                    <a:pt x="194805" y="266670"/>
                  </a:lnTo>
                  <a:lnTo>
                    <a:pt x="193529" y="266670"/>
                  </a:lnTo>
                  <a:lnTo>
                    <a:pt x="192262" y="266670"/>
                  </a:lnTo>
                  <a:lnTo>
                    <a:pt x="191062" y="266670"/>
                  </a:lnTo>
                  <a:lnTo>
                    <a:pt x="189795" y="266670"/>
                  </a:lnTo>
                  <a:lnTo>
                    <a:pt x="188519" y="266670"/>
                  </a:lnTo>
                  <a:lnTo>
                    <a:pt x="187319" y="266670"/>
                  </a:lnTo>
                  <a:lnTo>
                    <a:pt x="186052" y="266670"/>
                  </a:lnTo>
                  <a:lnTo>
                    <a:pt x="184785" y="266670"/>
                  </a:lnTo>
                  <a:lnTo>
                    <a:pt x="183576" y="266670"/>
                  </a:lnTo>
                  <a:lnTo>
                    <a:pt x="182309" y="266670"/>
                  </a:lnTo>
                  <a:lnTo>
                    <a:pt x="181041" y="266670"/>
                  </a:lnTo>
                  <a:lnTo>
                    <a:pt x="179775" y="266670"/>
                  </a:lnTo>
                  <a:lnTo>
                    <a:pt x="178565" y="266670"/>
                  </a:lnTo>
                  <a:lnTo>
                    <a:pt x="177299" y="266670"/>
                  </a:lnTo>
                  <a:lnTo>
                    <a:pt x="176031" y="266670"/>
                  </a:lnTo>
                  <a:lnTo>
                    <a:pt x="174822" y="266670"/>
                  </a:lnTo>
                  <a:lnTo>
                    <a:pt x="173555" y="266670"/>
                  </a:lnTo>
                  <a:lnTo>
                    <a:pt x="172289" y="266670"/>
                  </a:lnTo>
                  <a:lnTo>
                    <a:pt x="171079" y="266670"/>
                  </a:lnTo>
                  <a:lnTo>
                    <a:pt x="169812" y="266670"/>
                  </a:lnTo>
                  <a:lnTo>
                    <a:pt x="168545" y="266670"/>
                  </a:lnTo>
                  <a:lnTo>
                    <a:pt x="167345" y="266670"/>
                  </a:lnTo>
                  <a:lnTo>
                    <a:pt x="166078" y="266670"/>
                  </a:lnTo>
                  <a:lnTo>
                    <a:pt x="164802" y="266670"/>
                  </a:lnTo>
                  <a:lnTo>
                    <a:pt x="163535" y="266670"/>
                  </a:lnTo>
                  <a:lnTo>
                    <a:pt x="162334" y="266670"/>
                  </a:lnTo>
                  <a:lnTo>
                    <a:pt x="161058" y="266670"/>
                  </a:lnTo>
                  <a:lnTo>
                    <a:pt x="159792" y="266670"/>
                  </a:lnTo>
                  <a:lnTo>
                    <a:pt x="158591" y="266670"/>
                  </a:lnTo>
                  <a:lnTo>
                    <a:pt x="157324" y="266670"/>
                  </a:lnTo>
                  <a:lnTo>
                    <a:pt x="156048" y="266670"/>
                  </a:lnTo>
                  <a:lnTo>
                    <a:pt x="154848" y="266670"/>
                  </a:lnTo>
                  <a:lnTo>
                    <a:pt x="153581" y="266670"/>
                  </a:lnTo>
                  <a:lnTo>
                    <a:pt x="152314" y="266670"/>
                  </a:lnTo>
                  <a:lnTo>
                    <a:pt x="151105" y="266670"/>
                  </a:lnTo>
                  <a:lnTo>
                    <a:pt x="149838" y="266670"/>
                  </a:lnTo>
                  <a:lnTo>
                    <a:pt x="148571" y="266670"/>
                  </a:lnTo>
                  <a:lnTo>
                    <a:pt x="147304" y="266670"/>
                  </a:lnTo>
                  <a:lnTo>
                    <a:pt x="146095" y="266670"/>
                  </a:lnTo>
                  <a:lnTo>
                    <a:pt x="144827" y="266670"/>
                  </a:lnTo>
                  <a:lnTo>
                    <a:pt x="143561" y="266670"/>
                  </a:lnTo>
                  <a:lnTo>
                    <a:pt x="142351" y="266670"/>
                  </a:lnTo>
                  <a:lnTo>
                    <a:pt x="141085" y="266670"/>
                  </a:lnTo>
                  <a:lnTo>
                    <a:pt x="139818" y="266670"/>
                  </a:lnTo>
                  <a:lnTo>
                    <a:pt x="138617" y="266670"/>
                  </a:lnTo>
                  <a:lnTo>
                    <a:pt x="137341" y="266670"/>
                  </a:lnTo>
                  <a:lnTo>
                    <a:pt x="136074" y="266670"/>
                  </a:lnTo>
                  <a:lnTo>
                    <a:pt x="134874" y="266670"/>
                  </a:lnTo>
                  <a:lnTo>
                    <a:pt x="133607" y="266670"/>
                  </a:lnTo>
                  <a:lnTo>
                    <a:pt x="132331" y="266670"/>
                  </a:lnTo>
                  <a:lnTo>
                    <a:pt x="131064" y="266670"/>
                  </a:lnTo>
                  <a:lnTo>
                    <a:pt x="129864" y="266670"/>
                  </a:lnTo>
                  <a:lnTo>
                    <a:pt x="128597" y="266670"/>
                  </a:lnTo>
                  <a:lnTo>
                    <a:pt x="127321" y="266670"/>
                  </a:lnTo>
                  <a:lnTo>
                    <a:pt x="126120" y="266670"/>
                  </a:lnTo>
                  <a:lnTo>
                    <a:pt x="124854" y="266670"/>
                  </a:lnTo>
                  <a:lnTo>
                    <a:pt x="123587" y="266670"/>
                  </a:lnTo>
                  <a:lnTo>
                    <a:pt x="122377" y="266670"/>
                  </a:lnTo>
                  <a:lnTo>
                    <a:pt x="121110" y="266670"/>
                  </a:lnTo>
                  <a:lnTo>
                    <a:pt x="119843" y="266670"/>
                  </a:lnTo>
                  <a:lnTo>
                    <a:pt x="118634" y="266670"/>
                  </a:lnTo>
                  <a:lnTo>
                    <a:pt x="117367" y="266670"/>
                  </a:lnTo>
                  <a:lnTo>
                    <a:pt x="116100" y="266670"/>
                  </a:lnTo>
                  <a:lnTo>
                    <a:pt x="114833" y="266670"/>
                  </a:lnTo>
                  <a:lnTo>
                    <a:pt x="113624" y="266670"/>
                  </a:lnTo>
                  <a:lnTo>
                    <a:pt x="112357" y="266670"/>
                  </a:lnTo>
                  <a:lnTo>
                    <a:pt x="111090" y="266670"/>
                  </a:lnTo>
                  <a:lnTo>
                    <a:pt x="109881" y="266670"/>
                  </a:lnTo>
                  <a:lnTo>
                    <a:pt x="108614" y="266670"/>
                  </a:lnTo>
                  <a:lnTo>
                    <a:pt x="107347" y="266670"/>
                  </a:lnTo>
                  <a:lnTo>
                    <a:pt x="106147" y="266670"/>
                  </a:lnTo>
                  <a:lnTo>
                    <a:pt x="104871" y="266670"/>
                  </a:lnTo>
                  <a:lnTo>
                    <a:pt x="103604" y="266670"/>
                  </a:lnTo>
                  <a:lnTo>
                    <a:pt x="102336" y="266670"/>
                  </a:lnTo>
                  <a:lnTo>
                    <a:pt x="101136" y="266670"/>
                  </a:lnTo>
                  <a:lnTo>
                    <a:pt x="99860" y="266670"/>
                  </a:lnTo>
                  <a:lnTo>
                    <a:pt x="98594" y="266670"/>
                  </a:lnTo>
                  <a:lnTo>
                    <a:pt x="97393" y="266670"/>
                  </a:lnTo>
                  <a:lnTo>
                    <a:pt x="96126" y="266670"/>
                  </a:lnTo>
                  <a:lnTo>
                    <a:pt x="94850" y="266670"/>
                  </a:lnTo>
                  <a:lnTo>
                    <a:pt x="93650" y="266670"/>
                  </a:lnTo>
                  <a:lnTo>
                    <a:pt x="92383" y="266670"/>
                  </a:lnTo>
                  <a:lnTo>
                    <a:pt x="91116" y="266670"/>
                  </a:lnTo>
                  <a:lnTo>
                    <a:pt x="89906" y="266670"/>
                  </a:lnTo>
                  <a:lnTo>
                    <a:pt x="88640" y="266670"/>
                  </a:lnTo>
                  <a:lnTo>
                    <a:pt x="87373" y="266670"/>
                  </a:lnTo>
                  <a:lnTo>
                    <a:pt x="86106" y="266670"/>
                  </a:lnTo>
                  <a:lnTo>
                    <a:pt x="84896" y="266670"/>
                  </a:lnTo>
                  <a:lnTo>
                    <a:pt x="83629" y="266670"/>
                  </a:lnTo>
                  <a:lnTo>
                    <a:pt x="82363" y="266670"/>
                  </a:lnTo>
                  <a:lnTo>
                    <a:pt x="81153" y="266670"/>
                  </a:lnTo>
                  <a:lnTo>
                    <a:pt x="79886" y="266670"/>
                  </a:lnTo>
                  <a:lnTo>
                    <a:pt x="78619" y="266670"/>
                  </a:lnTo>
                  <a:lnTo>
                    <a:pt x="77419" y="266670"/>
                  </a:lnTo>
                  <a:lnTo>
                    <a:pt x="76143" y="266670"/>
                  </a:lnTo>
                  <a:lnTo>
                    <a:pt x="74876" y="266670"/>
                  </a:lnTo>
                  <a:lnTo>
                    <a:pt x="73676" y="266670"/>
                  </a:lnTo>
                  <a:lnTo>
                    <a:pt x="72400" y="266670"/>
                  </a:lnTo>
                  <a:lnTo>
                    <a:pt x="71132" y="266670"/>
                  </a:lnTo>
                  <a:lnTo>
                    <a:pt x="69866" y="266670"/>
                  </a:lnTo>
                  <a:lnTo>
                    <a:pt x="68666" y="266670"/>
                  </a:lnTo>
                  <a:lnTo>
                    <a:pt x="67399" y="266670"/>
                  </a:lnTo>
                  <a:lnTo>
                    <a:pt x="66122" y="266670"/>
                  </a:lnTo>
                  <a:lnTo>
                    <a:pt x="64922" y="266670"/>
                  </a:lnTo>
                  <a:lnTo>
                    <a:pt x="63656" y="266670"/>
                  </a:lnTo>
                  <a:lnTo>
                    <a:pt x="62389" y="266670"/>
                  </a:lnTo>
                  <a:lnTo>
                    <a:pt x="61179" y="266670"/>
                  </a:lnTo>
                  <a:lnTo>
                    <a:pt x="59912" y="266670"/>
                  </a:lnTo>
                  <a:lnTo>
                    <a:pt x="58645" y="266670"/>
                  </a:lnTo>
                  <a:lnTo>
                    <a:pt x="57436" y="266670"/>
                  </a:lnTo>
                  <a:lnTo>
                    <a:pt x="56169" y="266670"/>
                  </a:lnTo>
                  <a:lnTo>
                    <a:pt x="54902" y="266670"/>
                  </a:lnTo>
                  <a:lnTo>
                    <a:pt x="53635" y="266670"/>
                  </a:lnTo>
                  <a:lnTo>
                    <a:pt x="52425" y="266670"/>
                  </a:lnTo>
                  <a:lnTo>
                    <a:pt x="51159" y="266670"/>
                  </a:lnTo>
                  <a:lnTo>
                    <a:pt x="49892" y="266670"/>
                  </a:lnTo>
                  <a:lnTo>
                    <a:pt x="48682" y="266670"/>
                  </a:lnTo>
                  <a:lnTo>
                    <a:pt x="47415" y="266670"/>
                  </a:lnTo>
                  <a:lnTo>
                    <a:pt x="46149" y="266670"/>
                  </a:lnTo>
                  <a:lnTo>
                    <a:pt x="44949" y="266670"/>
                  </a:lnTo>
                  <a:lnTo>
                    <a:pt x="43672" y="266670"/>
                  </a:lnTo>
                  <a:lnTo>
                    <a:pt x="42405" y="266670"/>
                  </a:lnTo>
                  <a:lnTo>
                    <a:pt x="41205" y="266670"/>
                  </a:lnTo>
                  <a:lnTo>
                    <a:pt x="39938" y="266670"/>
                  </a:lnTo>
                  <a:lnTo>
                    <a:pt x="38662" y="266670"/>
                  </a:lnTo>
                  <a:lnTo>
                    <a:pt x="37395" y="266670"/>
                  </a:lnTo>
                  <a:lnTo>
                    <a:pt x="36195" y="266670"/>
                  </a:lnTo>
                  <a:lnTo>
                    <a:pt x="34928" y="266670"/>
                  </a:lnTo>
                  <a:lnTo>
                    <a:pt x="33652" y="266670"/>
                  </a:lnTo>
                  <a:lnTo>
                    <a:pt x="32452" y="266670"/>
                  </a:lnTo>
                  <a:lnTo>
                    <a:pt x="31185" y="266670"/>
                  </a:lnTo>
                  <a:lnTo>
                    <a:pt x="29918" y="266670"/>
                  </a:lnTo>
                  <a:lnTo>
                    <a:pt x="28708" y="266670"/>
                  </a:lnTo>
                  <a:lnTo>
                    <a:pt x="27442" y="266670"/>
                  </a:lnTo>
                  <a:lnTo>
                    <a:pt x="26175" y="266670"/>
                  </a:lnTo>
                  <a:lnTo>
                    <a:pt x="24908" y="266670"/>
                  </a:lnTo>
                  <a:lnTo>
                    <a:pt x="23698" y="266670"/>
                  </a:lnTo>
                  <a:lnTo>
                    <a:pt x="22431" y="266670"/>
                  </a:lnTo>
                  <a:lnTo>
                    <a:pt x="21165" y="266670"/>
                  </a:lnTo>
                  <a:lnTo>
                    <a:pt x="19955" y="266670"/>
                  </a:lnTo>
                  <a:lnTo>
                    <a:pt x="18688" y="266670"/>
                  </a:lnTo>
                  <a:lnTo>
                    <a:pt x="17421" y="266670"/>
                  </a:lnTo>
                  <a:lnTo>
                    <a:pt x="16211" y="266670"/>
                  </a:lnTo>
                  <a:lnTo>
                    <a:pt x="14945" y="266670"/>
                  </a:lnTo>
                  <a:lnTo>
                    <a:pt x="13678" y="266670"/>
                  </a:lnTo>
                  <a:lnTo>
                    <a:pt x="12478" y="266670"/>
                  </a:lnTo>
                  <a:lnTo>
                    <a:pt x="11201" y="266670"/>
                  </a:lnTo>
                  <a:lnTo>
                    <a:pt x="9934" y="266670"/>
                  </a:lnTo>
                  <a:lnTo>
                    <a:pt x="8668" y="266670"/>
                  </a:lnTo>
                  <a:lnTo>
                    <a:pt x="7468" y="266670"/>
                  </a:lnTo>
                  <a:lnTo>
                    <a:pt x="6191" y="266670"/>
                  </a:lnTo>
                  <a:lnTo>
                    <a:pt x="4924" y="266670"/>
                  </a:lnTo>
                  <a:lnTo>
                    <a:pt x="3724" y="266670"/>
                  </a:lnTo>
                  <a:lnTo>
                    <a:pt x="2458" y="266670"/>
                  </a:lnTo>
                  <a:lnTo>
                    <a:pt x="1191" y="266670"/>
                  </a:lnTo>
                  <a:lnTo>
                    <a:pt x="-19" y="266670"/>
                  </a:lnTo>
                  <a:close/>
                </a:path>
              </a:pathLst>
            </a:custGeom>
            <a:solidFill>
              <a:srgbClr val="A8DADC">
                <a:alpha val="50000"/>
              </a:srgbClr>
            </a:solidFill>
            <a:ln w="9525" cap="flat">
              <a:noFill/>
              <a:prstDash val="solid"/>
              <a:round/>
            </a:ln>
          </p:spPr>
          <p:txBody>
            <a:bodyPr/>
            <a:lstStyle/>
            <a:p>
              <a:endParaRPr lang="zh-CN" altLang="en-US" sz="2190"/>
            </a:p>
          </p:txBody>
        </p:sp>
        <p:sp>
          <p:nvSpPr>
            <p:cNvPr id="1017" name="任意多边形: 形状 1016"/>
            <p:cNvSpPr/>
            <p:nvPr/>
          </p:nvSpPr>
          <p:spPr>
            <a:xfrm>
              <a:off x="5453524" y="5612334"/>
              <a:ext cx="9525" cy="171450"/>
            </a:xfrm>
            <a:custGeom>
              <a:avLst/>
              <a:gdLst>
                <a:gd name="csX0" fmla="*/ -19 w 9525"/>
                <a:gd name="csY0" fmla="*/ 171420 h 171450"/>
                <a:gd name="csX1" fmla="*/ -19 w 9525"/>
                <a:gd name="csY1" fmla="*/ -30 h 171450"/>
              </a:gdLst>
              <a:ahLst/>
              <a:cxnLst>
                <a:cxn ang="0">
                  <a:pos x="csX0" y="csY0"/>
                </a:cxn>
                <a:cxn ang="0">
                  <a:pos x="csX1" y="csY1"/>
                </a:cxn>
              </a:cxnLst>
              <a:rect l="l" t="t" r="r" b="b"/>
              <a:pathLst>
                <a:path w="9525" h="171450">
                  <a:moveTo>
                    <a:pt x="-19" y="171420"/>
                  </a:moveTo>
                  <a:lnTo>
                    <a:pt x="-19" y="-30"/>
                  </a:lnTo>
                </a:path>
              </a:pathLst>
            </a:custGeom>
            <a:noFill/>
            <a:ln w="7242" cap="flat">
              <a:solidFill>
                <a:srgbClr val="000000"/>
              </a:solidFill>
              <a:prstDash val="solid"/>
              <a:round/>
            </a:ln>
          </p:spPr>
          <p:txBody>
            <a:bodyPr/>
            <a:lstStyle/>
            <a:p>
              <a:endParaRPr lang="zh-CN" altLang="en-US" sz="2190"/>
            </a:p>
          </p:txBody>
        </p:sp>
        <p:sp>
          <p:nvSpPr>
            <p:cNvPr id="1018" name="任意多边形: 形状 1017"/>
            <p:cNvSpPr/>
            <p:nvPr/>
          </p:nvSpPr>
          <p:spPr>
            <a:xfrm>
              <a:off x="5196349" y="5517084"/>
              <a:ext cx="638175" cy="266700"/>
            </a:xfrm>
            <a:custGeom>
              <a:avLst/>
              <a:gdLst>
                <a:gd name="csX0" fmla="*/ -19 w 638175"/>
                <a:gd name="csY0" fmla="*/ 266051 h 266700"/>
                <a:gd name="csX1" fmla="*/ 1191 w 638175"/>
                <a:gd name="csY1" fmla="*/ 265870 h 266700"/>
                <a:gd name="csX2" fmla="*/ 2458 w 638175"/>
                <a:gd name="csY2" fmla="*/ 265746 h 266700"/>
                <a:gd name="csX3" fmla="*/ 3724 w 638175"/>
                <a:gd name="csY3" fmla="*/ 265556 h 266700"/>
                <a:gd name="csX4" fmla="*/ 4924 w 638175"/>
                <a:gd name="csY4" fmla="*/ 265308 h 266700"/>
                <a:gd name="csX5" fmla="*/ 6201 w 638175"/>
                <a:gd name="csY5" fmla="*/ 265060 h 266700"/>
                <a:gd name="csX6" fmla="*/ 7468 w 638175"/>
                <a:gd name="csY6" fmla="*/ 264813 h 266700"/>
                <a:gd name="csX7" fmla="*/ 8668 w 638175"/>
                <a:gd name="csY7" fmla="*/ 264508 h 266700"/>
                <a:gd name="csX8" fmla="*/ 9934 w 638175"/>
                <a:gd name="csY8" fmla="*/ 264193 h 266700"/>
                <a:gd name="csX9" fmla="*/ 11211 w 638175"/>
                <a:gd name="csY9" fmla="*/ 263822 h 266700"/>
                <a:gd name="csX10" fmla="*/ 12478 w 638175"/>
                <a:gd name="csY10" fmla="*/ 263450 h 266700"/>
                <a:gd name="csX11" fmla="*/ 13678 w 638175"/>
                <a:gd name="csY11" fmla="*/ 262955 h 266700"/>
                <a:gd name="csX12" fmla="*/ 14945 w 638175"/>
                <a:gd name="csY12" fmla="*/ 262460 h 266700"/>
                <a:gd name="csX13" fmla="*/ 16221 w 638175"/>
                <a:gd name="csY13" fmla="*/ 261908 h 266700"/>
                <a:gd name="csX14" fmla="*/ 17421 w 638175"/>
                <a:gd name="csY14" fmla="*/ 261345 h 266700"/>
                <a:gd name="csX15" fmla="*/ 18688 w 638175"/>
                <a:gd name="csY15" fmla="*/ 260669 h 266700"/>
                <a:gd name="csX16" fmla="*/ 19955 w 638175"/>
                <a:gd name="csY16" fmla="*/ 259926 h 266700"/>
                <a:gd name="csX17" fmla="*/ 21165 w 638175"/>
                <a:gd name="csY17" fmla="*/ 259116 h 266700"/>
                <a:gd name="csX18" fmla="*/ 22431 w 638175"/>
                <a:gd name="csY18" fmla="*/ 258250 h 266700"/>
                <a:gd name="csX19" fmla="*/ 23698 w 638175"/>
                <a:gd name="csY19" fmla="*/ 257260 h 266700"/>
                <a:gd name="csX20" fmla="*/ 24908 w 638175"/>
                <a:gd name="csY20" fmla="*/ 256211 h 266700"/>
                <a:gd name="csX21" fmla="*/ 26175 w 638175"/>
                <a:gd name="csY21" fmla="*/ 255097 h 266700"/>
                <a:gd name="csX22" fmla="*/ 27442 w 638175"/>
                <a:gd name="csY22" fmla="*/ 253792 h 266700"/>
                <a:gd name="csX23" fmla="*/ 28708 w 638175"/>
                <a:gd name="csY23" fmla="*/ 252497 h 266700"/>
                <a:gd name="csX24" fmla="*/ 29918 w 638175"/>
                <a:gd name="csY24" fmla="*/ 251011 h 266700"/>
                <a:gd name="csX25" fmla="*/ 31185 w 638175"/>
                <a:gd name="csY25" fmla="*/ 249458 h 266700"/>
                <a:gd name="csX26" fmla="*/ 32452 w 638175"/>
                <a:gd name="csY26" fmla="*/ 247792 h 266700"/>
                <a:gd name="csX27" fmla="*/ 33652 w 638175"/>
                <a:gd name="csY27" fmla="*/ 245934 h 266700"/>
                <a:gd name="csX28" fmla="*/ 34928 w 638175"/>
                <a:gd name="csY28" fmla="*/ 244010 h 266700"/>
                <a:gd name="csX29" fmla="*/ 36195 w 638175"/>
                <a:gd name="csY29" fmla="*/ 241972 h 266700"/>
                <a:gd name="csX30" fmla="*/ 37395 w 638175"/>
                <a:gd name="csY30" fmla="*/ 239676 h 266700"/>
                <a:gd name="csX31" fmla="*/ 38672 w 638175"/>
                <a:gd name="csY31" fmla="*/ 237324 h 266700"/>
                <a:gd name="csX32" fmla="*/ 39938 w 638175"/>
                <a:gd name="csY32" fmla="*/ 234847 h 266700"/>
                <a:gd name="csX33" fmla="*/ 41205 w 638175"/>
                <a:gd name="csY33" fmla="*/ 232123 h 266700"/>
                <a:gd name="csX34" fmla="*/ 42405 w 638175"/>
                <a:gd name="csY34" fmla="*/ 229275 h 266700"/>
                <a:gd name="csX35" fmla="*/ 43672 w 638175"/>
                <a:gd name="csY35" fmla="*/ 226303 h 266700"/>
                <a:gd name="csX36" fmla="*/ 44949 w 638175"/>
                <a:gd name="csY36" fmla="*/ 223208 h 266700"/>
                <a:gd name="csX37" fmla="*/ 46149 w 638175"/>
                <a:gd name="csY37" fmla="*/ 219864 h 266700"/>
                <a:gd name="csX38" fmla="*/ 47415 w 638175"/>
                <a:gd name="csY38" fmla="*/ 216340 h 266700"/>
                <a:gd name="csX39" fmla="*/ 48682 w 638175"/>
                <a:gd name="csY39" fmla="*/ 212749 h 266700"/>
                <a:gd name="csX40" fmla="*/ 49892 w 638175"/>
                <a:gd name="csY40" fmla="*/ 208910 h 266700"/>
                <a:gd name="csX41" fmla="*/ 51159 w 638175"/>
                <a:gd name="csY41" fmla="*/ 204948 h 266700"/>
                <a:gd name="csX42" fmla="*/ 52425 w 638175"/>
                <a:gd name="csY42" fmla="*/ 200738 h 266700"/>
                <a:gd name="csX43" fmla="*/ 53635 w 638175"/>
                <a:gd name="csY43" fmla="*/ 196471 h 266700"/>
                <a:gd name="csX44" fmla="*/ 54902 w 638175"/>
                <a:gd name="csY44" fmla="*/ 192013 h 266700"/>
                <a:gd name="csX45" fmla="*/ 56169 w 638175"/>
                <a:gd name="csY45" fmla="*/ 187365 h 266700"/>
                <a:gd name="csX46" fmla="*/ 57436 w 638175"/>
                <a:gd name="csY46" fmla="*/ 182602 h 266700"/>
                <a:gd name="csX47" fmla="*/ 58645 w 638175"/>
                <a:gd name="csY47" fmla="*/ 177706 h 266700"/>
                <a:gd name="csX48" fmla="*/ 59912 w 638175"/>
                <a:gd name="csY48" fmla="*/ 172696 h 266700"/>
                <a:gd name="csX49" fmla="*/ 61179 w 638175"/>
                <a:gd name="csY49" fmla="*/ 167496 h 266700"/>
                <a:gd name="csX50" fmla="*/ 62389 w 638175"/>
                <a:gd name="csY50" fmla="*/ 162228 h 266700"/>
                <a:gd name="csX51" fmla="*/ 63656 w 638175"/>
                <a:gd name="csY51" fmla="*/ 156846 h 266700"/>
                <a:gd name="csX52" fmla="*/ 64922 w 638175"/>
                <a:gd name="csY52" fmla="*/ 151332 h 266700"/>
                <a:gd name="csX53" fmla="*/ 66122 w 638175"/>
                <a:gd name="csY53" fmla="*/ 145769 h 266700"/>
                <a:gd name="csX54" fmla="*/ 67399 w 638175"/>
                <a:gd name="csY54" fmla="*/ 140131 h 266700"/>
                <a:gd name="csX55" fmla="*/ 68666 w 638175"/>
                <a:gd name="csY55" fmla="*/ 134434 h 266700"/>
                <a:gd name="csX56" fmla="*/ 69866 w 638175"/>
                <a:gd name="csY56" fmla="*/ 128681 h 266700"/>
                <a:gd name="csX57" fmla="*/ 71132 w 638175"/>
                <a:gd name="csY57" fmla="*/ 122919 h 266700"/>
                <a:gd name="csX58" fmla="*/ 72409 w 638175"/>
                <a:gd name="csY58" fmla="*/ 117099 h 266700"/>
                <a:gd name="csX59" fmla="*/ 73676 w 638175"/>
                <a:gd name="csY59" fmla="*/ 111346 h 266700"/>
                <a:gd name="csX60" fmla="*/ 74876 w 638175"/>
                <a:gd name="csY60" fmla="*/ 105526 h 266700"/>
                <a:gd name="csX61" fmla="*/ 76143 w 638175"/>
                <a:gd name="csY61" fmla="*/ 99763 h 266700"/>
                <a:gd name="csX62" fmla="*/ 77419 w 638175"/>
                <a:gd name="csY62" fmla="*/ 94068 h 266700"/>
                <a:gd name="csX63" fmla="*/ 78619 w 638175"/>
                <a:gd name="csY63" fmla="*/ 88372 h 266700"/>
                <a:gd name="csX64" fmla="*/ 79886 w 638175"/>
                <a:gd name="csY64" fmla="*/ 82799 h 266700"/>
                <a:gd name="csX65" fmla="*/ 81153 w 638175"/>
                <a:gd name="csY65" fmla="*/ 77361 h 266700"/>
                <a:gd name="csX66" fmla="*/ 82363 w 638175"/>
                <a:gd name="csY66" fmla="*/ 71970 h 266700"/>
                <a:gd name="csX67" fmla="*/ 83629 w 638175"/>
                <a:gd name="csY67" fmla="*/ 66645 h 266700"/>
                <a:gd name="csX68" fmla="*/ 84896 w 638175"/>
                <a:gd name="csY68" fmla="*/ 61568 h 266700"/>
                <a:gd name="csX69" fmla="*/ 86106 w 638175"/>
                <a:gd name="csY69" fmla="*/ 56558 h 266700"/>
                <a:gd name="csX70" fmla="*/ 87373 w 638175"/>
                <a:gd name="csY70" fmla="*/ 51729 h 266700"/>
                <a:gd name="csX71" fmla="*/ 88640 w 638175"/>
                <a:gd name="csY71" fmla="*/ 47080 h 266700"/>
                <a:gd name="csX72" fmla="*/ 89906 w 638175"/>
                <a:gd name="csY72" fmla="*/ 42623 h 266700"/>
                <a:gd name="csX73" fmla="*/ 91116 w 638175"/>
                <a:gd name="csY73" fmla="*/ 38356 h 266700"/>
                <a:gd name="csX74" fmla="*/ 92383 w 638175"/>
                <a:gd name="csY74" fmla="*/ 34203 h 266700"/>
                <a:gd name="csX75" fmla="*/ 93650 w 638175"/>
                <a:gd name="csY75" fmla="*/ 30364 h 266700"/>
                <a:gd name="csX76" fmla="*/ 94860 w 638175"/>
                <a:gd name="csY76" fmla="*/ 26774 h 266700"/>
                <a:gd name="csX77" fmla="*/ 96126 w 638175"/>
                <a:gd name="csY77" fmla="*/ 23306 h 266700"/>
                <a:gd name="csX78" fmla="*/ 97393 w 638175"/>
                <a:gd name="csY78" fmla="*/ 20087 h 266700"/>
                <a:gd name="csX79" fmla="*/ 98594 w 638175"/>
                <a:gd name="csY79" fmla="*/ 17182 h 266700"/>
                <a:gd name="csX80" fmla="*/ 99860 w 638175"/>
                <a:gd name="csY80" fmla="*/ 14457 h 266700"/>
                <a:gd name="csX81" fmla="*/ 101136 w 638175"/>
                <a:gd name="csY81" fmla="*/ 11981 h 266700"/>
                <a:gd name="csX82" fmla="*/ 102336 w 638175"/>
                <a:gd name="csY82" fmla="*/ 9686 h 266700"/>
                <a:gd name="csX83" fmla="*/ 103604 w 638175"/>
                <a:gd name="csY83" fmla="*/ 7771 h 266700"/>
                <a:gd name="csX84" fmla="*/ 104880 w 638175"/>
                <a:gd name="csY84" fmla="*/ 5971 h 266700"/>
                <a:gd name="csX85" fmla="*/ 106147 w 638175"/>
                <a:gd name="csY85" fmla="*/ 4428 h 266700"/>
                <a:gd name="csX86" fmla="*/ 107347 w 638175"/>
                <a:gd name="csY86" fmla="*/ 3132 h 266700"/>
                <a:gd name="csX87" fmla="*/ 108614 w 638175"/>
                <a:gd name="csY87" fmla="*/ 2075 h 266700"/>
                <a:gd name="csX88" fmla="*/ 109881 w 638175"/>
                <a:gd name="csY88" fmla="*/ 1275 h 266700"/>
                <a:gd name="csX89" fmla="*/ 111090 w 638175"/>
                <a:gd name="csY89" fmla="*/ 589 h 266700"/>
                <a:gd name="csX90" fmla="*/ 112357 w 638175"/>
                <a:gd name="csY90" fmla="*/ 218 h 266700"/>
                <a:gd name="csX91" fmla="*/ 113624 w 638175"/>
                <a:gd name="csY91" fmla="*/ 37 h 266700"/>
                <a:gd name="csX92" fmla="*/ 114833 w 638175"/>
                <a:gd name="csY92" fmla="*/ -30 h 266700"/>
                <a:gd name="csX93" fmla="*/ 116100 w 638175"/>
                <a:gd name="csY93" fmla="*/ 161 h 266700"/>
                <a:gd name="csX94" fmla="*/ 117367 w 638175"/>
                <a:gd name="csY94" fmla="*/ 532 h 266700"/>
                <a:gd name="csX95" fmla="*/ 118634 w 638175"/>
                <a:gd name="csY95" fmla="*/ 1084 h 266700"/>
                <a:gd name="csX96" fmla="*/ 119843 w 638175"/>
                <a:gd name="csY96" fmla="*/ 1770 h 266700"/>
                <a:gd name="csX97" fmla="*/ 121110 w 638175"/>
                <a:gd name="csY97" fmla="*/ 2570 h 266700"/>
                <a:gd name="csX98" fmla="*/ 122377 w 638175"/>
                <a:gd name="csY98" fmla="*/ 3561 h 266700"/>
                <a:gd name="csX99" fmla="*/ 123587 w 638175"/>
                <a:gd name="csY99" fmla="*/ 4676 h 266700"/>
                <a:gd name="csX100" fmla="*/ 124854 w 638175"/>
                <a:gd name="csY100" fmla="*/ 5914 h 266700"/>
                <a:gd name="csX101" fmla="*/ 126120 w 638175"/>
                <a:gd name="csY101" fmla="*/ 7276 h 266700"/>
                <a:gd name="csX102" fmla="*/ 127330 w 638175"/>
                <a:gd name="csY102" fmla="*/ 8704 h 266700"/>
                <a:gd name="csX103" fmla="*/ 128597 w 638175"/>
                <a:gd name="csY103" fmla="*/ 10247 h 266700"/>
                <a:gd name="csX104" fmla="*/ 129864 w 638175"/>
                <a:gd name="csY104" fmla="*/ 11857 h 266700"/>
                <a:gd name="csX105" fmla="*/ 131064 w 638175"/>
                <a:gd name="csY105" fmla="*/ 13534 h 266700"/>
                <a:gd name="csX106" fmla="*/ 132331 w 638175"/>
                <a:gd name="csY106" fmla="*/ 15324 h 266700"/>
                <a:gd name="csX107" fmla="*/ 133607 w 638175"/>
                <a:gd name="csY107" fmla="*/ 17115 h 266700"/>
                <a:gd name="csX108" fmla="*/ 134874 w 638175"/>
                <a:gd name="csY108" fmla="*/ 18972 h 266700"/>
                <a:gd name="csX109" fmla="*/ 136074 w 638175"/>
                <a:gd name="csY109" fmla="*/ 20897 h 266700"/>
                <a:gd name="csX110" fmla="*/ 137341 w 638175"/>
                <a:gd name="csY110" fmla="*/ 22811 h 266700"/>
                <a:gd name="csX111" fmla="*/ 138617 w 638175"/>
                <a:gd name="csY111" fmla="*/ 24792 h 266700"/>
                <a:gd name="csX112" fmla="*/ 139818 w 638175"/>
                <a:gd name="csY112" fmla="*/ 26774 h 266700"/>
                <a:gd name="csX113" fmla="*/ 141085 w 638175"/>
                <a:gd name="csY113" fmla="*/ 28754 h 266700"/>
                <a:gd name="csX114" fmla="*/ 142351 w 638175"/>
                <a:gd name="csY114" fmla="*/ 30736 h 266700"/>
                <a:gd name="csX115" fmla="*/ 143561 w 638175"/>
                <a:gd name="csY115" fmla="*/ 32784 h 266700"/>
                <a:gd name="csX116" fmla="*/ 144827 w 638175"/>
                <a:gd name="csY116" fmla="*/ 34765 h 266700"/>
                <a:gd name="csX117" fmla="*/ 146095 w 638175"/>
                <a:gd name="csY117" fmla="*/ 36746 h 266700"/>
                <a:gd name="csX118" fmla="*/ 147304 w 638175"/>
                <a:gd name="csY118" fmla="*/ 38661 h 266700"/>
                <a:gd name="csX119" fmla="*/ 148571 w 638175"/>
                <a:gd name="csY119" fmla="*/ 40584 h 266700"/>
                <a:gd name="csX120" fmla="*/ 149838 w 638175"/>
                <a:gd name="csY120" fmla="*/ 42499 h 266700"/>
                <a:gd name="csX121" fmla="*/ 151105 w 638175"/>
                <a:gd name="csY121" fmla="*/ 44423 h 266700"/>
                <a:gd name="csX122" fmla="*/ 152314 w 638175"/>
                <a:gd name="csY122" fmla="*/ 46281 h 266700"/>
                <a:gd name="csX123" fmla="*/ 153581 w 638175"/>
                <a:gd name="csY123" fmla="*/ 48071 h 266700"/>
                <a:gd name="csX124" fmla="*/ 154848 w 638175"/>
                <a:gd name="csY124" fmla="*/ 49872 h 266700"/>
                <a:gd name="csX125" fmla="*/ 156058 w 638175"/>
                <a:gd name="csY125" fmla="*/ 51605 h 266700"/>
                <a:gd name="csX126" fmla="*/ 157324 w 638175"/>
                <a:gd name="csY126" fmla="*/ 53339 h 266700"/>
                <a:gd name="csX127" fmla="*/ 158591 w 638175"/>
                <a:gd name="csY127" fmla="*/ 54948 h 266700"/>
                <a:gd name="csX128" fmla="*/ 159792 w 638175"/>
                <a:gd name="csY128" fmla="*/ 56558 h 266700"/>
                <a:gd name="csX129" fmla="*/ 161058 w 638175"/>
                <a:gd name="csY129" fmla="*/ 58101 h 266700"/>
                <a:gd name="csX130" fmla="*/ 162334 w 638175"/>
                <a:gd name="csY130" fmla="*/ 59654 h 266700"/>
                <a:gd name="csX131" fmla="*/ 163535 w 638175"/>
                <a:gd name="csY131" fmla="*/ 61140 h 266700"/>
                <a:gd name="csX132" fmla="*/ 164802 w 638175"/>
                <a:gd name="csY132" fmla="*/ 62502 h 266700"/>
                <a:gd name="csX133" fmla="*/ 166078 w 638175"/>
                <a:gd name="csY133" fmla="*/ 63864 h 266700"/>
                <a:gd name="csX134" fmla="*/ 167345 w 638175"/>
                <a:gd name="csY134" fmla="*/ 65226 h 266700"/>
                <a:gd name="csX135" fmla="*/ 168545 w 638175"/>
                <a:gd name="csY135" fmla="*/ 66464 h 266700"/>
                <a:gd name="csX136" fmla="*/ 169812 w 638175"/>
                <a:gd name="csY136" fmla="*/ 67636 h 266700"/>
                <a:gd name="csX137" fmla="*/ 171088 w 638175"/>
                <a:gd name="csY137" fmla="*/ 68817 h 266700"/>
                <a:gd name="csX138" fmla="*/ 172289 w 638175"/>
                <a:gd name="csY138" fmla="*/ 69931 h 266700"/>
                <a:gd name="csX139" fmla="*/ 173555 w 638175"/>
                <a:gd name="csY139" fmla="*/ 70979 h 266700"/>
                <a:gd name="csX140" fmla="*/ 174822 w 638175"/>
                <a:gd name="csY140" fmla="*/ 71970 h 266700"/>
                <a:gd name="csX141" fmla="*/ 176031 w 638175"/>
                <a:gd name="csY141" fmla="*/ 72893 h 266700"/>
                <a:gd name="csX142" fmla="*/ 177299 w 638175"/>
                <a:gd name="csY142" fmla="*/ 73827 h 266700"/>
                <a:gd name="csX143" fmla="*/ 178565 w 638175"/>
                <a:gd name="csY143" fmla="*/ 74693 h 266700"/>
                <a:gd name="csX144" fmla="*/ 179775 w 638175"/>
                <a:gd name="csY144" fmla="*/ 75436 h 266700"/>
                <a:gd name="csX145" fmla="*/ 181041 w 638175"/>
                <a:gd name="csY145" fmla="*/ 76246 h 266700"/>
                <a:gd name="csX146" fmla="*/ 182309 w 638175"/>
                <a:gd name="csY146" fmla="*/ 76922 h 266700"/>
                <a:gd name="csX147" fmla="*/ 183576 w 638175"/>
                <a:gd name="csY147" fmla="*/ 77608 h 266700"/>
                <a:gd name="csX148" fmla="*/ 184785 w 638175"/>
                <a:gd name="csY148" fmla="*/ 78218 h 266700"/>
                <a:gd name="csX149" fmla="*/ 186052 w 638175"/>
                <a:gd name="csY149" fmla="*/ 78780 h 266700"/>
                <a:gd name="csX150" fmla="*/ 187319 w 638175"/>
                <a:gd name="csY150" fmla="*/ 79342 h 266700"/>
                <a:gd name="csX151" fmla="*/ 188519 w 638175"/>
                <a:gd name="csY151" fmla="*/ 79837 h 266700"/>
                <a:gd name="csX152" fmla="*/ 189795 w 638175"/>
                <a:gd name="csY152" fmla="*/ 80266 h 266700"/>
                <a:gd name="csX153" fmla="*/ 191062 w 638175"/>
                <a:gd name="csY153" fmla="*/ 80694 h 266700"/>
                <a:gd name="csX154" fmla="*/ 192262 w 638175"/>
                <a:gd name="csY154" fmla="*/ 81066 h 266700"/>
                <a:gd name="csX155" fmla="*/ 193529 w 638175"/>
                <a:gd name="csY155" fmla="*/ 81437 h 266700"/>
                <a:gd name="csX156" fmla="*/ 194805 w 638175"/>
                <a:gd name="csY156" fmla="*/ 81752 h 266700"/>
                <a:gd name="csX157" fmla="*/ 196006 w 638175"/>
                <a:gd name="csY157" fmla="*/ 82056 h 266700"/>
                <a:gd name="csX158" fmla="*/ 197272 w 638175"/>
                <a:gd name="csY158" fmla="*/ 82304 h 266700"/>
                <a:gd name="csX159" fmla="*/ 198539 w 638175"/>
                <a:gd name="csY159" fmla="*/ 82552 h 266700"/>
                <a:gd name="csX160" fmla="*/ 199815 w 638175"/>
                <a:gd name="csY160" fmla="*/ 82799 h 266700"/>
                <a:gd name="csX161" fmla="*/ 201016 w 638175"/>
                <a:gd name="csY161" fmla="*/ 82990 h 266700"/>
                <a:gd name="csX162" fmla="*/ 202283 w 638175"/>
                <a:gd name="csY162" fmla="*/ 83171 h 266700"/>
                <a:gd name="csX163" fmla="*/ 203549 w 638175"/>
                <a:gd name="csY163" fmla="*/ 83295 h 266700"/>
                <a:gd name="csX164" fmla="*/ 204759 w 638175"/>
                <a:gd name="csY164" fmla="*/ 83485 h 266700"/>
                <a:gd name="csX165" fmla="*/ 206026 w 638175"/>
                <a:gd name="csY165" fmla="*/ 83609 h 266700"/>
                <a:gd name="csX166" fmla="*/ 207293 w 638175"/>
                <a:gd name="csY166" fmla="*/ 83733 h 266700"/>
                <a:gd name="csX167" fmla="*/ 208503 w 638175"/>
                <a:gd name="csY167" fmla="*/ 83857 h 266700"/>
                <a:gd name="csX168" fmla="*/ 209769 w 638175"/>
                <a:gd name="csY168" fmla="*/ 83981 h 266700"/>
                <a:gd name="csX169" fmla="*/ 211036 w 638175"/>
                <a:gd name="csY169" fmla="*/ 84104 h 266700"/>
                <a:gd name="csX170" fmla="*/ 212303 w 638175"/>
                <a:gd name="csY170" fmla="*/ 84228 h 266700"/>
                <a:gd name="csX171" fmla="*/ 213513 w 638175"/>
                <a:gd name="csY171" fmla="*/ 84285 h 266700"/>
                <a:gd name="csX172" fmla="*/ 214780 w 638175"/>
                <a:gd name="csY172" fmla="*/ 84409 h 266700"/>
                <a:gd name="csX173" fmla="*/ 216046 w 638175"/>
                <a:gd name="csY173" fmla="*/ 84533 h 266700"/>
                <a:gd name="csX174" fmla="*/ 217256 w 638175"/>
                <a:gd name="csY174" fmla="*/ 84657 h 266700"/>
                <a:gd name="csX175" fmla="*/ 218522 w 638175"/>
                <a:gd name="csY175" fmla="*/ 84781 h 266700"/>
                <a:gd name="csX176" fmla="*/ 219790 w 638175"/>
                <a:gd name="csY176" fmla="*/ 84904 h 266700"/>
                <a:gd name="csX177" fmla="*/ 220990 w 638175"/>
                <a:gd name="csY177" fmla="*/ 85028 h 266700"/>
                <a:gd name="csX178" fmla="*/ 222266 w 638175"/>
                <a:gd name="csY178" fmla="*/ 85219 h 266700"/>
                <a:gd name="csX179" fmla="*/ 223532 w 638175"/>
                <a:gd name="csY179" fmla="*/ 85343 h 266700"/>
                <a:gd name="csX180" fmla="*/ 224733 w 638175"/>
                <a:gd name="csY180" fmla="*/ 85524 h 266700"/>
                <a:gd name="csX181" fmla="*/ 226000 w 638175"/>
                <a:gd name="csY181" fmla="*/ 85714 h 266700"/>
                <a:gd name="csX182" fmla="*/ 227276 w 638175"/>
                <a:gd name="csY182" fmla="*/ 85962 h 266700"/>
                <a:gd name="csX183" fmla="*/ 228543 w 638175"/>
                <a:gd name="csY183" fmla="*/ 86143 h 266700"/>
                <a:gd name="csX184" fmla="*/ 229743 w 638175"/>
                <a:gd name="csY184" fmla="*/ 86390 h 266700"/>
                <a:gd name="csX185" fmla="*/ 231010 w 638175"/>
                <a:gd name="csY185" fmla="*/ 86638 h 266700"/>
                <a:gd name="csX186" fmla="*/ 232277 w 638175"/>
                <a:gd name="csY186" fmla="*/ 86886 h 266700"/>
                <a:gd name="csX187" fmla="*/ 233487 w 638175"/>
                <a:gd name="csY187" fmla="*/ 87200 h 266700"/>
                <a:gd name="csX188" fmla="*/ 234753 w 638175"/>
                <a:gd name="csY188" fmla="*/ 87505 h 266700"/>
                <a:gd name="csX189" fmla="*/ 236020 w 638175"/>
                <a:gd name="csY189" fmla="*/ 87819 h 266700"/>
                <a:gd name="csX190" fmla="*/ 237230 w 638175"/>
                <a:gd name="csY190" fmla="*/ 88191 h 266700"/>
                <a:gd name="csX191" fmla="*/ 238497 w 638175"/>
                <a:gd name="csY191" fmla="*/ 88562 h 266700"/>
                <a:gd name="csX192" fmla="*/ 239763 w 638175"/>
                <a:gd name="csY192" fmla="*/ 88934 h 266700"/>
                <a:gd name="csX193" fmla="*/ 240973 w 638175"/>
                <a:gd name="csY193" fmla="*/ 89305 h 266700"/>
                <a:gd name="csX194" fmla="*/ 242240 w 638175"/>
                <a:gd name="csY194" fmla="*/ 89734 h 266700"/>
                <a:gd name="csX195" fmla="*/ 243507 w 638175"/>
                <a:gd name="csY195" fmla="*/ 90171 h 266700"/>
                <a:gd name="csX196" fmla="*/ 244774 w 638175"/>
                <a:gd name="csY196" fmla="*/ 90667 h 266700"/>
                <a:gd name="csX197" fmla="*/ 245983 w 638175"/>
                <a:gd name="csY197" fmla="*/ 91162 h 266700"/>
                <a:gd name="csX198" fmla="*/ 247250 w 638175"/>
                <a:gd name="csY198" fmla="*/ 91657 h 266700"/>
                <a:gd name="csX199" fmla="*/ 248517 w 638175"/>
                <a:gd name="csY199" fmla="*/ 92210 h 266700"/>
                <a:gd name="csX200" fmla="*/ 249717 w 638175"/>
                <a:gd name="csY200" fmla="*/ 92772 h 266700"/>
                <a:gd name="csX201" fmla="*/ 250994 w 638175"/>
                <a:gd name="csY201" fmla="*/ 93325 h 266700"/>
                <a:gd name="csX202" fmla="*/ 252260 w 638175"/>
                <a:gd name="csY202" fmla="*/ 93886 h 266700"/>
                <a:gd name="csX203" fmla="*/ 253460 w 638175"/>
                <a:gd name="csY203" fmla="*/ 94506 h 266700"/>
                <a:gd name="csX204" fmla="*/ 254727 w 638175"/>
                <a:gd name="csY204" fmla="*/ 95125 h 266700"/>
                <a:gd name="csX205" fmla="*/ 256004 w 638175"/>
                <a:gd name="csY205" fmla="*/ 95801 h 266700"/>
                <a:gd name="csX206" fmla="*/ 257204 w 638175"/>
                <a:gd name="csY206" fmla="*/ 96420 h 266700"/>
                <a:gd name="csX207" fmla="*/ 258470 w 638175"/>
                <a:gd name="csY207" fmla="*/ 97106 h 266700"/>
                <a:gd name="csX208" fmla="*/ 259737 w 638175"/>
                <a:gd name="csY208" fmla="*/ 97782 h 266700"/>
                <a:gd name="csX209" fmla="*/ 261014 w 638175"/>
                <a:gd name="csY209" fmla="*/ 98525 h 266700"/>
                <a:gd name="csX210" fmla="*/ 262214 w 638175"/>
                <a:gd name="csY210" fmla="*/ 99268 h 266700"/>
                <a:gd name="csX211" fmla="*/ 263481 w 638175"/>
                <a:gd name="csY211" fmla="*/ 100011 h 266700"/>
                <a:gd name="csX212" fmla="*/ 264747 w 638175"/>
                <a:gd name="csY212" fmla="*/ 100754 h 266700"/>
                <a:gd name="csX213" fmla="*/ 265957 w 638175"/>
                <a:gd name="csY213" fmla="*/ 101497 h 266700"/>
                <a:gd name="csX214" fmla="*/ 267224 w 638175"/>
                <a:gd name="csY214" fmla="*/ 102307 h 266700"/>
                <a:gd name="csX215" fmla="*/ 268491 w 638175"/>
                <a:gd name="csY215" fmla="*/ 103107 h 266700"/>
                <a:gd name="csX216" fmla="*/ 269701 w 638175"/>
                <a:gd name="csY216" fmla="*/ 103917 h 266700"/>
                <a:gd name="csX217" fmla="*/ 270967 w 638175"/>
                <a:gd name="csY217" fmla="*/ 104717 h 266700"/>
                <a:gd name="csX218" fmla="*/ 272234 w 638175"/>
                <a:gd name="csY218" fmla="*/ 105583 h 266700"/>
                <a:gd name="csX219" fmla="*/ 273444 w 638175"/>
                <a:gd name="csY219" fmla="*/ 106393 h 266700"/>
                <a:gd name="csX220" fmla="*/ 274711 w 638175"/>
                <a:gd name="csY220" fmla="*/ 107259 h 266700"/>
                <a:gd name="csX221" fmla="*/ 275978 w 638175"/>
                <a:gd name="csY221" fmla="*/ 108126 h 266700"/>
                <a:gd name="csX222" fmla="*/ 277244 w 638175"/>
                <a:gd name="csY222" fmla="*/ 108927 h 266700"/>
                <a:gd name="csX223" fmla="*/ 278454 w 638175"/>
                <a:gd name="csY223" fmla="*/ 109794 h 266700"/>
                <a:gd name="csX224" fmla="*/ 279721 w 638175"/>
                <a:gd name="csY224" fmla="*/ 110660 h 266700"/>
                <a:gd name="csX225" fmla="*/ 280988 w 638175"/>
                <a:gd name="csY225" fmla="*/ 111527 h 266700"/>
                <a:gd name="csX226" fmla="*/ 282188 w 638175"/>
                <a:gd name="csY226" fmla="*/ 112393 h 266700"/>
                <a:gd name="csX227" fmla="*/ 283464 w 638175"/>
                <a:gd name="csY227" fmla="*/ 113260 h 266700"/>
                <a:gd name="csX228" fmla="*/ 284731 w 638175"/>
                <a:gd name="csY228" fmla="*/ 114127 h 266700"/>
                <a:gd name="csX229" fmla="*/ 285931 w 638175"/>
                <a:gd name="csY229" fmla="*/ 114994 h 266700"/>
                <a:gd name="csX230" fmla="*/ 287198 w 638175"/>
                <a:gd name="csY230" fmla="*/ 115804 h 266700"/>
                <a:gd name="csX231" fmla="*/ 288474 w 638175"/>
                <a:gd name="csY231" fmla="*/ 116670 h 266700"/>
                <a:gd name="csX232" fmla="*/ 289741 w 638175"/>
                <a:gd name="csY232" fmla="*/ 117470 h 266700"/>
                <a:gd name="csX233" fmla="*/ 290941 w 638175"/>
                <a:gd name="csY233" fmla="*/ 118337 h 266700"/>
                <a:gd name="csX234" fmla="*/ 292208 w 638175"/>
                <a:gd name="csY234" fmla="*/ 119147 h 266700"/>
                <a:gd name="csX235" fmla="*/ 293485 w 638175"/>
                <a:gd name="csY235" fmla="*/ 119947 h 266700"/>
                <a:gd name="csX236" fmla="*/ 294685 w 638175"/>
                <a:gd name="csY236" fmla="*/ 120757 h 266700"/>
                <a:gd name="csX237" fmla="*/ 295951 w 638175"/>
                <a:gd name="csY237" fmla="*/ 121499 h 266700"/>
                <a:gd name="csX238" fmla="*/ 297218 w 638175"/>
                <a:gd name="csY238" fmla="*/ 122300 h 266700"/>
                <a:gd name="csX239" fmla="*/ 298428 w 638175"/>
                <a:gd name="csY239" fmla="*/ 123043 h 266700"/>
                <a:gd name="csX240" fmla="*/ 299695 w 638175"/>
                <a:gd name="csY240" fmla="*/ 123728 h 266700"/>
                <a:gd name="csX241" fmla="*/ 300961 w 638175"/>
                <a:gd name="csY241" fmla="*/ 124471 h 266700"/>
                <a:gd name="csX242" fmla="*/ 302171 w 638175"/>
                <a:gd name="csY242" fmla="*/ 125148 h 266700"/>
                <a:gd name="csX243" fmla="*/ 303438 w 638175"/>
                <a:gd name="csY243" fmla="*/ 125833 h 266700"/>
                <a:gd name="csX244" fmla="*/ 304705 w 638175"/>
                <a:gd name="csY244" fmla="*/ 126509 h 266700"/>
                <a:gd name="csX245" fmla="*/ 305972 w 638175"/>
                <a:gd name="csY245" fmla="*/ 127129 h 266700"/>
                <a:gd name="csX246" fmla="*/ 307181 w 638175"/>
                <a:gd name="csY246" fmla="*/ 127748 h 266700"/>
                <a:gd name="csX247" fmla="*/ 308448 w 638175"/>
                <a:gd name="csY247" fmla="*/ 128310 h 266700"/>
                <a:gd name="csX248" fmla="*/ 309715 w 638175"/>
                <a:gd name="csY248" fmla="*/ 128929 h 266700"/>
                <a:gd name="csX249" fmla="*/ 310915 w 638175"/>
                <a:gd name="csY249" fmla="*/ 129481 h 266700"/>
                <a:gd name="csX250" fmla="*/ 312192 w 638175"/>
                <a:gd name="csY250" fmla="*/ 129977 h 266700"/>
                <a:gd name="csX251" fmla="*/ 313458 w 638175"/>
                <a:gd name="csY251" fmla="*/ 130472 h 266700"/>
                <a:gd name="csX252" fmla="*/ 314658 w 638175"/>
                <a:gd name="csY252" fmla="*/ 130967 h 266700"/>
                <a:gd name="csX253" fmla="*/ 315935 w 638175"/>
                <a:gd name="csY253" fmla="*/ 131463 h 266700"/>
                <a:gd name="csX254" fmla="*/ 317202 w 638175"/>
                <a:gd name="csY254" fmla="*/ 131901 h 266700"/>
                <a:gd name="csX255" fmla="*/ 318402 w 638175"/>
                <a:gd name="csY255" fmla="*/ 132329 h 266700"/>
                <a:gd name="csX256" fmla="*/ 319668 w 638175"/>
                <a:gd name="csY256" fmla="*/ 132768 h 266700"/>
                <a:gd name="csX257" fmla="*/ 320935 w 638175"/>
                <a:gd name="csY257" fmla="*/ 133139 h 266700"/>
                <a:gd name="csX258" fmla="*/ 322212 w 638175"/>
                <a:gd name="csY258" fmla="*/ 133568 h 266700"/>
                <a:gd name="csX259" fmla="*/ 323412 w 638175"/>
                <a:gd name="csY259" fmla="*/ 133939 h 266700"/>
                <a:gd name="csX260" fmla="*/ 324679 w 638175"/>
                <a:gd name="csY260" fmla="*/ 134254 h 266700"/>
                <a:gd name="csX261" fmla="*/ 325955 w 638175"/>
                <a:gd name="csY261" fmla="*/ 134625 h 266700"/>
                <a:gd name="csX262" fmla="*/ 327155 w 638175"/>
                <a:gd name="csY262" fmla="*/ 134930 h 266700"/>
                <a:gd name="csX263" fmla="*/ 328422 w 638175"/>
                <a:gd name="csY263" fmla="*/ 135244 h 266700"/>
                <a:gd name="csX264" fmla="*/ 329689 w 638175"/>
                <a:gd name="csY264" fmla="*/ 135549 h 266700"/>
                <a:gd name="csX265" fmla="*/ 330899 w 638175"/>
                <a:gd name="csY265" fmla="*/ 135863 h 266700"/>
                <a:gd name="csX266" fmla="*/ 332165 w 638175"/>
                <a:gd name="csY266" fmla="*/ 136111 h 266700"/>
                <a:gd name="csX267" fmla="*/ 333432 w 638175"/>
                <a:gd name="csY267" fmla="*/ 136416 h 266700"/>
                <a:gd name="csX268" fmla="*/ 334642 w 638175"/>
                <a:gd name="csY268" fmla="*/ 136730 h 266700"/>
                <a:gd name="csX269" fmla="*/ 335909 w 638175"/>
                <a:gd name="csY269" fmla="*/ 136977 h 266700"/>
                <a:gd name="csX270" fmla="*/ 337176 w 638175"/>
                <a:gd name="csY270" fmla="*/ 137225 h 266700"/>
                <a:gd name="csX271" fmla="*/ 338442 w 638175"/>
                <a:gd name="csY271" fmla="*/ 137530 h 266700"/>
                <a:gd name="csX272" fmla="*/ 339652 w 638175"/>
                <a:gd name="csY272" fmla="*/ 137778 h 266700"/>
                <a:gd name="csX273" fmla="*/ 340919 w 638175"/>
                <a:gd name="csY273" fmla="*/ 138092 h 266700"/>
                <a:gd name="csX274" fmla="*/ 342186 w 638175"/>
                <a:gd name="csY274" fmla="*/ 138339 h 266700"/>
                <a:gd name="csX275" fmla="*/ 343386 w 638175"/>
                <a:gd name="csY275" fmla="*/ 138645 h 266700"/>
                <a:gd name="csX276" fmla="*/ 344662 w 638175"/>
                <a:gd name="csY276" fmla="*/ 138892 h 266700"/>
                <a:gd name="csX277" fmla="*/ 345929 w 638175"/>
                <a:gd name="csY277" fmla="*/ 139206 h 266700"/>
                <a:gd name="csX278" fmla="*/ 347129 w 638175"/>
                <a:gd name="csY278" fmla="*/ 139511 h 266700"/>
                <a:gd name="csX279" fmla="*/ 348396 w 638175"/>
                <a:gd name="csY279" fmla="*/ 139816 h 266700"/>
                <a:gd name="csX280" fmla="*/ 349672 w 638175"/>
                <a:gd name="csY280" fmla="*/ 140131 h 266700"/>
                <a:gd name="csX281" fmla="*/ 350872 w 638175"/>
                <a:gd name="csY281" fmla="*/ 140502 h 266700"/>
                <a:gd name="csX282" fmla="*/ 352139 w 638175"/>
                <a:gd name="csY282" fmla="*/ 140816 h 266700"/>
                <a:gd name="csX283" fmla="*/ 353406 w 638175"/>
                <a:gd name="csY283" fmla="*/ 141188 h 266700"/>
                <a:gd name="csX284" fmla="*/ 354683 w 638175"/>
                <a:gd name="csY284" fmla="*/ 141559 h 266700"/>
                <a:gd name="csX285" fmla="*/ 355883 w 638175"/>
                <a:gd name="csY285" fmla="*/ 141931 h 266700"/>
                <a:gd name="csX286" fmla="*/ 357149 w 638175"/>
                <a:gd name="csY286" fmla="*/ 142359 h 266700"/>
                <a:gd name="csX287" fmla="*/ 358416 w 638175"/>
                <a:gd name="csY287" fmla="*/ 142797 h 266700"/>
                <a:gd name="csX288" fmla="*/ 359626 w 638175"/>
                <a:gd name="csY288" fmla="*/ 143226 h 266700"/>
                <a:gd name="csX289" fmla="*/ 360893 w 638175"/>
                <a:gd name="csY289" fmla="*/ 143664 h 266700"/>
                <a:gd name="csX290" fmla="*/ 362159 w 638175"/>
                <a:gd name="csY290" fmla="*/ 144159 h 266700"/>
                <a:gd name="csX291" fmla="*/ 363369 w 638175"/>
                <a:gd name="csY291" fmla="*/ 144655 h 266700"/>
                <a:gd name="csX292" fmla="*/ 364636 w 638175"/>
                <a:gd name="csY292" fmla="*/ 145141 h 266700"/>
                <a:gd name="csX293" fmla="*/ 365903 w 638175"/>
                <a:gd name="csY293" fmla="*/ 145702 h 266700"/>
                <a:gd name="csX294" fmla="*/ 367113 w 638175"/>
                <a:gd name="csY294" fmla="*/ 146255 h 266700"/>
                <a:gd name="csX295" fmla="*/ 368379 w 638175"/>
                <a:gd name="csY295" fmla="*/ 146817 h 266700"/>
                <a:gd name="csX296" fmla="*/ 369646 w 638175"/>
                <a:gd name="csY296" fmla="*/ 147369 h 266700"/>
                <a:gd name="csX297" fmla="*/ 370913 w 638175"/>
                <a:gd name="csY297" fmla="*/ 147988 h 266700"/>
                <a:gd name="csX298" fmla="*/ 372123 w 638175"/>
                <a:gd name="csY298" fmla="*/ 148674 h 266700"/>
                <a:gd name="csX299" fmla="*/ 373390 w 638175"/>
                <a:gd name="csY299" fmla="*/ 149293 h 266700"/>
                <a:gd name="csX300" fmla="*/ 374656 w 638175"/>
                <a:gd name="csY300" fmla="*/ 149979 h 266700"/>
                <a:gd name="csX301" fmla="*/ 375856 w 638175"/>
                <a:gd name="csY301" fmla="*/ 150656 h 266700"/>
                <a:gd name="csX302" fmla="*/ 377133 w 638175"/>
                <a:gd name="csY302" fmla="*/ 151399 h 266700"/>
                <a:gd name="csX303" fmla="*/ 378400 w 638175"/>
                <a:gd name="csY303" fmla="*/ 152142 h 266700"/>
                <a:gd name="csX304" fmla="*/ 379600 w 638175"/>
                <a:gd name="csY304" fmla="*/ 152885 h 266700"/>
                <a:gd name="csX305" fmla="*/ 380866 w 638175"/>
                <a:gd name="csY305" fmla="*/ 153684 h 266700"/>
                <a:gd name="csX306" fmla="*/ 382143 w 638175"/>
                <a:gd name="csY306" fmla="*/ 154494 h 266700"/>
                <a:gd name="csX307" fmla="*/ 383410 w 638175"/>
                <a:gd name="csY307" fmla="*/ 155294 h 266700"/>
                <a:gd name="csX308" fmla="*/ 384610 w 638175"/>
                <a:gd name="csY308" fmla="*/ 156104 h 266700"/>
                <a:gd name="csX309" fmla="*/ 385877 w 638175"/>
                <a:gd name="csY309" fmla="*/ 156970 h 266700"/>
                <a:gd name="csX310" fmla="*/ 387153 w 638175"/>
                <a:gd name="csY310" fmla="*/ 157837 h 266700"/>
                <a:gd name="csX311" fmla="*/ 388353 w 638175"/>
                <a:gd name="csY311" fmla="*/ 158761 h 266700"/>
                <a:gd name="csX312" fmla="*/ 389620 w 638175"/>
                <a:gd name="csY312" fmla="*/ 159628 h 266700"/>
                <a:gd name="csX313" fmla="*/ 390887 w 638175"/>
                <a:gd name="csY313" fmla="*/ 160561 h 266700"/>
                <a:gd name="csX314" fmla="*/ 392097 w 638175"/>
                <a:gd name="csY314" fmla="*/ 161485 h 266700"/>
                <a:gd name="csX315" fmla="*/ 393363 w 638175"/>
                <a:gd name="csY315" fmla="*/ 162419 h 266700"/>
                <a:gd name="csX316" fmla="*/ 394630 w 638175"/>
                <a:gd name="csY316" fmla="*/ 163343 h 266700"/>
                <a:gd name="csX317" fmla="*/ 395840 w 638175"/>
                <a:gd name="csY317" fmla="*/ 164333 h 266700"/>
                <a:gd name="csX318" fmla="*/ 397107 w 638175"/>
                <a:gd name="csY318" fmla="*/ 165324 h 266700"/>
                <a:gd name="csX319" fmla="*/ 398374 w 638175"/>
                <a:gd name="csY319" fmla="*/ 166315 h 266700"/>
                <a:gd name="csX320" fmla="*/ 399640 w 638175"/>
                <a:gd name="csY320" fmla="*/ 167248 h 266700"/>
                <a:gd name="csX321" fmla="*/ 400850 w 638175"/>
                <a:gd name="csY321" fmla="*/ 168239 h 266700"/>
                <a:gd name="csX322" fmla="*/ 402117 w 638175"/>
                <a:gd name="csY322" fmla="*/ 169286 h 266700"/>
                <a:gd name="csX323" fmla="*/ 403384 w 638175"/>
                <a:gd name="csY323" fmla="*/ 170277 h 266700"/>
                <a:gd name="csX324" fmla="*/ 404584 w 638175"/>
                <a:gd name="csY324" fmla="*/ 171268 h 266700"/>
                <a:gd name="csX325" fmla="*/ 405860 w 638175"/>
                <a:gd name="csY325" fmla="*/ 172258 h 266700"/>
                <a:gd name="csX326" fmla="*/ 407127 w 638175"/>
                <a:gd name="csY326" fmla="*/ 173249 h 266700"/>
                <a:gd name="csX327" fmla="*/ 408327 w 638175"/>
                <a:gd name="csY327" fmla="*/ 174240 h 266700"/>
                <a:gd name="csX328" fmla="*/ 409594 w 638175"/>
                <a:gd name="csY328" fmla="*/ 175230 h 266700"/>
                <a:gd name="csX329" fmla="*/ 410870 w 638175"/>
                <a:gd name="csY329" fmla="*/ 176221 h 266700"/>
                <a:gd name="csX330" fmla="*/ 412070 w 638175"/>
                <a:gd name="csY330" fmla="*/ 177154 h 266700"/>
                <a:gd name="csX331" fmla="*/ 413337 w 638175"/>
                <a:gd name="csY331" fmla="*/ 178145 h 266700"/>
                <a:gd name="csX332" fmla="*/ 414605 w 638175"/>
                <a:gd name="csY332" fmla="*/ 179068 h 266700"/>
                <a:gd name="csX333" fmla="*/ 415881 w 638175"/>
                <a:gd name="csY333" fmla="*/ 180002 h 266700"/>
                <a:gd name="csX334" fmla="*/ 417081 w 638175"/>
                <a:gd name="csY334" fmla="*/ 180926 h 266700"/>
                <a:gd name="csX335" fmla="*/ 418347 w 638175"/>
                <a:gd name="csY335" fmla="*/ 181859 h 266700"/>
                <a:gd name="csX336" fmla="*/ 419615 w 638175"/>
                <a:gd name="csY336" fmla="*/ 182726 h 266700"/>
                <a:gd name="csX337" fmla="*/ 420824 w 638175"/>
                <a:gd name="csY337" fmla="*/ 183593 h 266700"/>
                <a:gd name="csX338" fmla="*/ 422091 w 638175"/>
                <a:gd name="csY338" fmla="*/ 184460 h 266700"/>
                <a:gd name="csX339" fmla="*/ 423357 w 638175"/>
                <a:gd name="csY339" fmla="*/ 185327 h 266700"/>
                <a:gd name="csX340" fmla="*/ 424567 w 638175"/>
                <a:gd name="csY340" fmla="*/ 186127 h 266700"/>
                <a:gd name="csX341" fmla="*/ 425834 w 638175"/>
                <a:gd name="csY341" fmla="*/ 186937 h 266700"/>
                <a:gd name="csX342" fmla="*/ 427101 w 638175"/>
                <a:gd name="csY342" fmla="*/ 187679 h 266700"/>
                <a:gd name="csX343" fmla="*/ 428311 w 638175"/>
                <a:gd name="csY343" fmla="*/ 188422 h 266700"/>
                <a:gd name="csX344" fmla="*/ 429577 w 638175"/>
                <a:gd name="csY344" fmla="*/ 189165 h 266700"/>
                <a:gd name="csX345" fmla="*/ 430844 w 638175"/>
                <a:gd name="csY345" fmla="*/ 189842 h 266700"/>
                <a:gd name="csX346" fmla="*/ 432111 w 638175"/>
                <a:gd name="csY346" fmla="*/ 190527 h 266700"/>
                <a:gd name="csX347" fmla="*/ 433321 w 638175"/>
                <a:gd name="csY347" fmla="*/ 191146 h 266700"/>
                <a:gd name="csX348" fmla="*/ 434588 w 638175"/>
                <a:gd name="csY348" fmla="*/ 191765 h 266700"/>
                <a:gd name="csX349" fmla="*/ 435854 w 638175"/>
                <a:gd name="csY349" fmla="*/ 192384 h 266700"/>
                <a:gd name="csX350" fmla="*/ 437055 w 638175"/>
                <a:gd name="csY350" fmla="*/ 192937 h 266700"/>
                <a:gd name="csX351" fmla="*/ 438331 w 638175"/>
                <a:gd name="csY351" fmla="*/ 193499 h 266700"/>
                <a:gd name="csX352" fmla="*/ 439598 w 638175"/>
                <a:gd name="csY352" fmla="*/ 193994 h 266700"/>
                <a:gd name="csX353" fmla="*/ 440798 w 638175"/>
                <a:gd name="csY353" fmla="*/ 194423 h 266700"/>
                <a:gd name="csX354" fmla="*/ 442065 w 638175"/>
                <a:gd name="csY354" fmla="*/ 194861 h 266700"/>
                <a:gd name="csX355" fmla="*/ 443341 w 638175"/>
                <a:gd name="csY355" fmla="*/ 195289 h 266700"/>
                <a:gd name="csX356" fmla="*/ 444541 w 638175"/>
                <a:gd name="csY356" fmla="*/ 195661 h 266700"/>
                <a:gd name="csX357" fmla="*/ 445808 w 638175"/>
                <a:gd name="csY357" fmla="*/ 196032 h 266700"/>
                <a:gd name="csX358" fmla="*/ 447075 w 638175"/>
                <a:gd name="csY358" fmla="*/ 196347 h 266700"/>
                <a:gd name="csX359" fmla="*/ 448351 w 638175"/>
                <a:gd name="csY359" fmla="*/ 196595 h 266700"/>
                <a:gd name="csX360" fmla="*/ 449551 w 638175"/>
                <a:gd name="csY360" fmla="*/ 196842 h 266700"/>
                <a:gd name="csX361" fmla="*/ 450818 w 638175"/>
                <a:gd name="csY361" fmla="*/ 197090 h 266700"/>
                <a:gd name="csX362" fmla="*/ 452085 w 638175"/>
                <a:gd name="csY362" fmla="*/ 197271 h 266700"/>
                <a:gd name="csX363" fmla="*/ 453295 w 638175"/>
                <a:gd name="csY363" fmla="*/ 197395 h 266700"/>
                <a:gd name="csX364" fmla="*/ 454561 w 638175"/>
                <a:gd name="csY364" fmla="*/ 197518 h 266700"/>
                <a:gd name="csX365" fmla="*/ 455828 w 638175"/>
                <a:gd name="csY365" fmla="*/ 197642 h 266700"/>
                <a:gd name="csX366" fmla="*/ 457038 w 638175"/>
                <a:gd name="csY366" fmla="*/ 197709 h 266700"/>
                <a:gd name="csX367" fmla="*/ 458305 w 638175"/>
                <a:gd name="csY367" fmla="*/ 197709 h 266700"/>
                <a:gd name="csX368" fmla="*/ 459572 w 638175"/>
                <a:gd name="csY368" fmla="*/ 197709 h 266700"/>
                <a:gd name="csX369" fmla="*/ 460838 w 638175"/>
                <a:gd name="csY369" fmla="*/ 197709 h 266700"/>
                <a:gd name="csX370" fmla="*/ 462048 w 638175"/>
                <a:gd name="csY370" fmla="*/ 197585 h 266700"/>
                <a:gd name="csX371" fmla="*/ 463315 w 638175"/>
                <a:gd name="csY371" fmla="*/ 197518 h 266700"/>
                <a:gd name="csX372" fmla="*/ 464582 w 638175"/>
                <a:gd name="csY372" fmla="*/ 197338 h 266700"/>
                <a:gd name="csX373" fmla="*/ 465792 w 638175"/>
                <a:gd name="csY373" fmla="*/ 197214 h 266700"/>
                <a:gd name="csX374" fmla="*/ 467058 w 638175"/>
                <a:gd name="csY374" fmla="*/ 196966 h 266700"/>
                <a:gd name="csX375" fmla="*/ 468325 w 638175"/>
                <a:gd name="csY375" fmla="*/ 196775 h 266700"/>
                <a:gd name="csX376" fmla="*/ 469526 w 638175"/>
                <a:gd name="csY376" fmla="*/ 196528 h 266700"/>
                <a:gd name="csX377" fmla="*/ 470792 w 638175"/>
                <a:gd name="csY377" fmla="*/ 196223 h 266700"/>
                <a:gd name="csX378" fmla="*/ 472068 w 638175"/>
                <a:gd name="csY378" fmla="*/ 195909 h 266700"/>
                <a:gd name="csX379" fmla="*/ 473269 w 638175"/>
                <a:gd name="csY379" fmla="*/ 195537 h 266700"/>
                <a:gd name="csX380" fmla="*/ 474536 w 638175"/>
                <a:gd name="csY380" fmla="*/ 195166 h 266700"/>
                <a:gd name="csX381" fmla="*/ 475812 w 638175"/>
                <a:gd name="csY381" fmla="*/ 194737 h 266700"/>
                <a:gd name="csX382" fmla="*/ 477079 w 638175"/>
                <a:gd name="csY382" fmla="*/ 194299 h 266700"/>
                <a:gd name="csX383" fmla="*/ 478279 w 638175"/>
                <a:gd name="csY383" fmla="*/ 193804 h 266700"/>
                <a:gd name="csX384" fmla="*/ 479546 w 638175"/>
                <a:gd name="csY384" fmla="*/ 193308 h 266700"/>
                <a:gd name="csX385" fmla="*/ 480813 w 638175"/>
                <a:gd name="csY385" fmla="*/ 192813 h 266700"/>
                <a:gd name="csX386" fmla="*/ 482022 w 638175"/>
                <a:gd name="csY386" fmla="*/ 192261 h 266700"/>
                <a:gd name="csX387" fmla="*/ 483289 w 638175"/>
                <a:gd name="csY387" fmla="*/ 191699 h 266700"/>
                <a:gd name="csX388" fmla="*/ 484556 w 638175"/>
                <a:gd name="csY388" fmla="*/ 191080 h 266700"/>
                <a:gd name="csX389" fmla="*/ 485765 w 638175"/>
                <a:gd name="csY389" fmla="*/ 190461 h 266700"/>
                <a:gd name="csX390" fmla="*/ 487032 w 638175"/>
                <a:gd name="csY390" fmla="*/ 189842 h 266700"/>
                <a:gd name="csX391" fmla="*/ 488299 w 638175"/>
                <a:gd name="csY391" fmla="*/ 189165 h 266700"/>
                <a:gd name="csX392" fmla="*/ 489509 w 638175"/>
                <a:gd name="csY392" fmla="*/ 188479 h 266700"/>
                <a:gd name="csX393" fmla="*/ 490775 w 638175"/>
                <a:gd name="csY393" fmla="*/ 187803 h 266700"/>
                <a:gd name="csX394" fmla="*/ 492042 w 638175"/>
                <a:gd name="csY394" fmla="*/ 187117 h 266700"/>
                <a:gd name="csX395" fmla="*/ 493310 w 638175"/>
                <a:gd name="csY395" fmla="*/ 186374 h 266700"/>
                <a:gd name="csX396" fmla="*/ 494519 w 638175"/>
                <a:gd name="csY396" fmla="*/ 185631 h 266700"/>
                <a:gd name="csX397" fmla="*/ 495786 w 638175"/>
                <a:gd name="csY397" fmla="*/ 184888 h 266700"/>
                <a:gd name="csX398" fmla="*/ 497052 w 638175"/>
                <a:gd name="csY398" fmla="*/ 184145 h 266700"/>
                <a:gd name="csX399" fmla="*/ 498253 w 638175"/>
                <a:gd name="csY399" fmla="*/ 183402 h 266700"/>
                <a:gd name="csX400" fmla="*/ 499529 w 638175"/>
                <a:gd name="csY400" fmla="*/ 182602 h 266700"/>
                <a:gd name="csX401" fmla="*/ 500796 w 638175"/>
                <a:gd name="csY401" fmla="*/ 181859 h 266700"/>
                <a:gd name="csX402" fmla="*/ 501996 w 638175"/>
                <a:gd name="csY402" fmla="*/ 181117 h 266700"/>
                <a:gd name="csX403" fmla="*/ 503263 w 638175"/>
                <a:gd name="csY403" fmla="*/ 180374 h 266700"/>
                <a:gd name="csX404" fmla="*/ 504539 w 638175"/>
                <a:gd name="csY404" fmla="*/ 179631 h 266700"/>
                <a:gd name="csX405" fmla="*/ 505740 w 638175"/>
                <a:gd name="csY405" fmla="*/ 178945 h 266700"/>
                <a:gd name="csX406" fmla="*/ 507006 w 638175"/>
                <a:gd name="csY406" fmla="*/ 178202 h 266700"/>
                <a:gd name="csX407" fmla="*/ 508273 w 638175"/>
                <a:gd name="csY407" fmla="*/ 177525 h 266700"/>
                <a:gd name="csX408" fmla="*/ 509540 w 638175"/>
                <a:gd name="csY408" fmla="*/ 176906 h 266700"/>
                <a:gd name="csX409" fmla="*/ 510750 w 638175"/>
                <a:gd name="csY409" fmla="*/ 176287 h 266700"/>
                <a:gd name="csX410" fmla="*/ 512017 w 638175"/>
                <a:gd name="csY410" fmla="*/ 175668 h 266700"/>
                <a:gd name="csX411" fmla="*/ 513283 w 638175"/>
                <a:gd name="csY411" fmla="*/ 175106 h 266700"/>
                <a:gd name="csX412" fmla="*/ 514493 w 638175"/>
                <a:gd name="csY412" fmla="*/ 174611 h 266700"/>
                <a:gd name="csX413" fmla="*/ 515760 w 638175"/>
                <a:gd name="csY413" fmla="*/ 174182 h 266700"/>
                <a:gd name="csX414" fmla="*/ 517027 w 638175"/>
                <a:gd name="csY414" fmla="*/ 173744 h 266700"/>
                <a:gd name="csX415" fmla="*/ 518236 w 638175"/>
                <a:gd name="csY415" fmla="*/ 173373 h 266700"/>
                <a:gd name="csX416" fmla="*/ 519503 w 638175"/>
                <a:gd name="csY416" fmla="*/ 173068 h 266700"/>
                <a:gd name="csX417" fmla="*/ 520770 w 638175"/>
                <a:gd name="csY417" fmla="*/ 172820 h 266700"/>
                <a:gd name="csX418" fmla="*/ 521970 w 638175"/>
                <a:gd name="csY418" fmla="*/ 172630 h 266700"/>
                <a:gd name="csX419" fmla="*/ 523246 w 638175"/>
                <a:gd name="csY419" fmla="*/ 172506 h 266700"/>
                <a:gd name="csX420" fmla="*/ 524513 w 638175"/>
                <a:gd name="csY420" fmla="*/ 172448 h 266700"/>
                <a:gd name="csX421" fmla="*/ 525780 w 638175"/>
                <a:gd name="csY421" fmla="*/ 172506 h 266700"/>
                <a:gd name="csX422" fmla="*/ 526990 w 638175"/>
                <a:gd name="csY422" fmla="*/ 172572 h 266700"/>
                <a:gd name="csX423" fmla="*/ 528256 w 638175"/>
                <a:gd name="csY423" fmla="*/ 172754 h 266700"/>
                <a:gd name="csX424" fmla="*/ 529523 w 638175"/>
                <a:gd name="csY424" fmla="*/ 173068 h 266700"/>
                <a:gd name="csX425" fmla="*/ 530724 w 638175"/>
                <a:gd name="csY425" fmla="*/ 173373 h 266700"/>
                <a:gd name="csX426" fmla="*/ 531990 w 638175"/>
                <a:gd name="csY426" fmla="*/ 173811 h 266700"/>
                <a:gd name="csX427" fmla="*/ 533267 w 638175"/>
                <a:gd name="csY427" fmla="*/ 174363 h 266700"/>
                <a:gd name="csX428" fmla="*/ 534467 w 638175"/>
                <a:gd name="csY428" fmla="*/ 174983 h 266700"/>
                <a:gd name="csX429" fmla="*/ 535734 w 638175"/>
                <a:gd name="csY429" fmla="*/ 175668 h 266700"/>
                <a:gd name="csX430" fmla="*/ 537001 w 638175"/>
                <a:gd name="csY430" fmla="*/ 176469 h 266700"/>
                <a:gd name="csX431" fmla="*/ 538210 w 638175"/>
                <a:gd name="csY431" fmla="*/ 177402 h 266700"/>
                <a:gd name="csX432" fmla="*/ 539477 w 638175"/>
                <a:gd name="csY432" fmla="*/ 178392 h 266700"/>
                <a:gd name="csX433" fmla="*/ 540744 w 638175"/>
                <a:gd name="csY433" fmla="*/ 179440 h 266700"/>
                <a:gd name="csX434" fmla="*/ 542011 w 638175"/>
                <a:gd name="csY434" fmla="*/ 180554 h 266700"/>
                <a:gd name="csX435" fmla="*/ 543221 w 638175"/>
                <a:gd name="csY435" fmla="*/ 181859 h 266700"/>
                <a:gd name="csX436" fmla="*/ 544487 w 638175"/>
                <a:gd name="csY436" fmla="*/ 183155 h 266700"/>
                <a:gd name="csX437" fmla="*/ 545754 w 638175"/>
                <a:gd name="csY437" fmla="*/ 184517 h 266700"/>
                <a:gd name="csX438" fmla="*/ 546964 w 638175"/>
                <a:gd name="csY438" fmla="*/ 186003 h 266700"/>
                <a:gd name="csX439" fmla="*/ 548231 w 638175"/>
                <a:gd name="csY439" fmla="*/ 187613 h 266700"/>
                <a:gd name="csX440" fmla="*/ 549497 w 638175"/>
                <a:gd name="csY440" fmla="*/ 189222 h 266700"/>
                <a:gd name="csX441" fmla="*/ 550707 w 638175"/>
                <a:gd name="csY441" fmla="*/ 190898 h 266700"/>
                <a:gd name="csX442" fmla="*/ 551974 w 638175"/>
                <a:gd name="csY442" fmla="*/ 192689 h 266700"/>
                <a:gd name="csX443" fmla="*/ 553241 w 638175"/>
                <a:gd name="csY443" fmla="*/ 194490 h 266700"/>
                <a:gd name="csX444" fmla="*/ 554508 w 638175"/>
                <a:gd name="csY444" fmla="*/ 196347 h 266700"/>
                <a:gd name="csX445" fmla="*/ 555717 w 638175"/>
                <a:gd name="csY445" fmla="*/ 198261 h 266700"/>
                <a:gd name="csX446" fmla="*/ 556984 w 638175"/>
                <a:gd name="csY446" fmla="*/ 200186 h 266700"/>
                <a:gd name="csX447" fmla="*/ 558251 w 638175"/>
                <a:gd name="csY447" fmla="*/ 202167 h 266700"/>
                <a:gd name="csX448" fmla="*/ 559451 w 638175"/>
                <a:gd name="csY448" fmla="*/ 204205 h 266700"/>
                <a:gd name="csX449" fmla="*/ 560727 w 638175"/>
                <a:gd name="csY449" fmla="*/ 206253 h 266700"/>
                <a:gd name="csX450" fmla="*/ 561994 w 638175"/>
                <a:gd name="csY450" fmla="*/ 208291 h 266700"/>
                <a:gd name="csX451" fmla="*/ 563194 w 638175"/>
                <a:gd name="csY451" fmla="*/ 210396 h 266700"/>
                <a:gd name="csX452" fmla="*/ 564461 w 638175"/>
                <a:gd name="csY452" fmla="*/ 212501 h 266700"/>
                <a:gd name="csX453" fmla="*/ 565737 w 638175"/>
                <a:gd name="csY453" fmla="*/ 214549 h 266700"/>
                <a:gd name="csX454" fmla="*/ 566938 w 638175"/>
                <a:gd name="csY454" fmla="*/ 216654 h 266700"/>
                <a:gd name="csX455" fmla="*/ 568204 w 638175"/>
                <a:gd name="csY455" fmla="*/ 218693 h 266700"/>
                <a:gd name="csX456" fmla="*/ 569471 w 638175"/>
                <a:gd name="csY456" fmla="*/ 220798 h 266700"/>
                <a:gd name="csX457" fmla="*/ 570747 w 638175"/>
                <a:gd name="csY457" fmla="*/ 222779 h 266700"/>
                <a:gd name="csX458" fmla="*/ 571948 w 638175"/>
                <a:gd name="csY458" fmla="*/ 224827 h 266700"/>
                <a:gd name="csX459" fmla="*/ 573215 w 638175"/>
                <a:gd name="csY459" fmla="*/ 226799 h 266700"/>
                <a:gd name="csX460" fmla="*/ 574481 w 638175"/>
                <a:gd name="csY460" fmla="*/ 228779 h 266700"/>
                <a:gd name="csX461" fmla="*/ 575691 w 638175"/>
                <a:gd name="csY461" fmla="*/ 230704 h 266700"/>
                <a:gd name="csX462" fmla="*/ 576958 w 638175"/>
                <a:gd name="csY462" fmla="*/ 232561 h 266700"/>
                <a:gd name="csX463" fmla="*/ 578225 w 638175"/>
                <a:gd name="csY463" fmla="*/ 234352 h 266700"/>
                <a:gd name="csX464" fmla="*/ 579435 w 638175"/>
                <a:gd name="csY464" fmla="*/ 236152 h 266700"/>
                <a:gd name="csX465" fmla="*/ 580701 w 638175"/>
                <a:gd name="csY465" fmla="*/ 237886 h 266700"/>
                <a:gd name="csX466" fmla="*/ 581968 w 638175"/>
                <a:gd name="csY466" fmla="*/ 239552 h 266700"/>
                <a:gd name="csX467" fmla="*/ 583178 w 638175"/>
                <a:gd name="csY467" fmla="*/ 241229 h 266700"/>
                <a:gd name="csX468" fmla="*/ 584445 w 638175"/>
                <a:gd name="csY468" fmla="*/ 242772 h 266700"/>
                <a:gd name="csX469" fmla="*/ 585712 w 638175"/>
                <a:gd name="csY469" fmla="*/ 244257 h 266700"/>
                <a:gd name="csX470" fmla="*/ 586978 w 638175"/>
                <a:gd name="csY470" fmla="*/ 245743 h 266700"/>
                <a:gd name="csX471" fmla="*/ 588188 w 638175"/>
                <a:gd name="csY471" fmla="*/ 247106 h 266700"/>
                <a:gd name="csX472" fmla="*/ 589455 w 638175"/>
                <a:gd name="csY472" fmla="*/ 248468 h 266700"/>
                <a:gd name="csX473" fmla="*/ 590722 w 638175"/>
                <a:gd name="csY473" fmla="*/ 249706 h 266700"/>
                <a:gd name="csX474" fmla="*/ 591922 w 638175"/>
                <a:gd name="csY474" fmla="*/ 250944 h 266700"/>
                <a:gd name="csX475" fmla="*/ 593198 w 638175"/>
                <a:gd name="csY475" fmla="*/ 252126 h 266700"/>
                <a:gd name="csX476" fmla="*/ 594465 w 638175"/>
                <a:gd name="csY476" fmla="*/ 253173 h 266700"/>
                <a:gd name="csX477" fmla="*/ 595665 w 638175"/>
                <a:gd name="csY477" fmla="*/ 254230 h 266700"/>
                <a:gd name="csX478" fmla="*/ 596932 w 638175"/>
                <a:gd name="csY478" fmla="*/ 255221 h 266700"/>
                <a:gd name="csX479" fmla="*/ 598208 w 638175"/>
                <a:gd name="csY479" fmla="*/ 256088 h 266700"/>
                <a:gd name="csX480" fmla="*/ 599408 w 638175"/>
                <a:gd name="csY480" fmla="*/ 256954 h 266700"/>
                <a:gd name="csX481" fmla="*/ 600675 w 638175"/>
                <a:gd name="csY481" fmla="*/ 257821 h 266700"/>
                <a:gd name="csX482" fmla="*/ 601942 w 638175"/>
                <a:gd name="csY482" fmla="*/ 258564 h 266700"/>
                <a:gd name="csX483" fmla="*/ 603209 w 638175"/>
                <a:gd name="csY483" fmla="*/ 259240 h 266700"/>
                <a:gd name="csX484" fmla="*/ 604419 w 638175"/>
                <a:gd name="csY484" fmla="*/ 259926 h 266700"/>
                <a:gd name="csX485" fmla="*/ 605685 w 638175"/>
                <a:gd name="csY485" fmla="*/ 260545 h 266700"/>
                <a:gd name="csX486" fmla="*/ 606952 w 638175"/>
                <a:gd name="csY486" fmla="*/ 261165 h 266700"/>
                <a:gd name="csX487" fmla="*/ 608162 w 638175"/>
                <a:gd name="csY487" fmla="*/ 261660 h 266700"/>
                <a:gd name="csX488" fmla="*/ 609429 w 638175"/>
                <a:gd name="csY488" fmla="*/ 262155 h 266700"/>
                <a:gd name="csX489" fmla="*/ 610695 w 638175"/>
                <a:gd name="csY489" fmla="*/ 262584 h 266700"/>
                <a:gd name="csX490" fmla="*/ 611905 w 638175"/>
                <a:gd name="csY490" fmla="*/ 263022 h 266700"/>
                <a:gd name="csX491" fmla="*/ 613172 w 638175"/>
                <a:gd name="csY491" fmla="*/ 263393 h 266700"/>
                <a:gd name="csX492" fmla="*/ 614439 w 638175"/>
                <a:gd name="csY492" fmla="*/ 263765 h 266700"/>
                <a:gd name="csX493" fmla="*/ 615639 w 638175"/>
                <a:gd name="csY493" fmla="*/ 264070 h 266700"/>
                <a:gd name="csX494" fmla="*/ 616915 w 638175"/>
                <a:gd name="csY494" fmla="*/ 264384 h 266700"/>
                <a:gd name="csX495" fmla="*/ 618182 w 638175"/>
                <a:gd name="csY495" fmla="*/ 264689 h 266700"/>
                <a:gd name="csX496" fmla="*/ 619449 w 638175"/>
                <a:gd name="csY496" fmla="*/ 264936 h 266700"/>
                <a:gd name="csX497" fmla="*/ 620649 w 638175"/>
                <a:gd name="csY497" fmla="*/ 265127 h 266700"/>
                <a:gd name="csX498" fmla="*/ 621926 w 638175"/>
                <a:gd name="csY498" fmla="*/ 265375 h 266700"/>
                <a:gd name="csX499" fmla="*/ 623192 w 638175"/>
                <a:gd name="csY499" fmla="*/ 265499 h 266700"/>
                <a:gd name="csX500" fmla="*/ 624392 w 638175"/>
                <a:gd name="csY500" fmla="*/ 265679 h 266700"/>
                <a:gd name="csX501" fmla="*/ 625659 w 638175"/>
                <a:gd name="csY501" fmla="*/ 265870 h 266700"/>
                <a:gd name="csX502" fmla="*/ 626936 w 638175"/>
                <a:gd name="csY502" fmla="*/ 265994 h 266700"/>
                <a:gd name="csX503" fmla="*/ 628136 w 638175"/>
                <a:gd name="csY503" fmla="*/ 266118 h 266700"/>
                <a:gd name="csX504" fmla="*/ 629402 w 638175"/>
                <a:gd name="csY504" fmla="*/ 266175 h 266700"/>
                <a:gd name="csX505" fmla="*/ 630669 w 638175"/>
                <a:gd name="csY505" fmla="*/ 266299 h 266700"/>
                <a:gd name="csX506" fmla="*/ 631946 w 638175"/>
                <a:gd name="csY506" fmla="*/ 266365 h 266700"/>
                <a:gd name="csX507" fmla="*/ 633146 w 638175"/>
                <a:gd name="csY507" fmla="*/ 266489 h 266700"/>
                <a:gd name="csX508" fmla="*/ 634413 w 638175"/>
                <a:gd name="csY508" fmla="*/ 266546 h 266700"/>
                <a:gd name="csX509" fmla="*/ 635679 w 638175"/>
                <a:gd name="csY509" fmla="*/ 266613 h 266700"/>
                <a:gd name="csX510" fmla="*/ 636889 w 638175"/>
                <a:gd name="csY510" fmla="*/ 266670 h 266700"/>
                <a:gd name="csX511" fmla="*/ 638156 w 638175"/>
                <a:gd name="csY511" fmla="*/ 266670 h 2667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266700">
                  <a:moveTo>
                    <a:pt x="-19" y="266051"/>
                  </a:moveTo>
                  <a:lnTo>
                    <a:pt x="1191" y="265870"/>
                  </a:lnTo>
                  <a:lnTo>
                    <a:pt x="2458" y="265746"/>
                  </a:lnTo>
                  <a:lnTo>
                    <a:pt x="3724" y="265556"/>
                  </a:lnTo>
                  <a:lnTo>
                    <a:pt x="4924" y="265308"/>
                  </a:lnTo>
                  <a:lnTo>
                    <a:pt x="6201" y="265060"/>
                  </a:lnTo>
                  <a:lnTo>
                    <a:pt x="7468" y="264813"/>
                  </a:lnTo>
                  <a:lnTo>
                    <a:pt x="8668" y="264508"/>
                  </a:lnTo>
                  <a:lnTo>
                    <a:pt x="9934" y="264193"/>
                  </a:lnTo>
                  <a:lnTo>
                    <a:pt x="11211" y="263822"/>
                  </a:lnTo>
                  <a:lnTo>
                    <a:pt x="12478" y="263450"/>
                  </a:lnTo>
                  <a:lnTo>
                    <a:pt x="13678" y="262955"/>
                  </a:lnTo>
                  <a:lnTo>
                    <a:pt x="14945" y="262460"/>
                  </a:lnTo>
                  <a:lnTo>
                    <a:pt x="16221" y="261908"/>
                  </a:lnTo>
                  <a:lnTo>
                    <a:pt x="17421" y="261345"/>
                  </a:lnTo>
                  <a:lnTo>
                    <a:pt x="18688" y="260669"/>
                  </a:lnTo>
                  <a:lnTo>
                    <a:pt x="19955" y="259926"/>
                  </a:lnTo>
                  <a:lnTo>
                    <a:pt x="21165" y="259116"/>
                  </a:lnTo>
                  <a:lnTo>
                    <a:pt x="22431" y="258250"/>
                  </a:lnTo>
                  <a:lnTo>
                    <a:pt x="23698" y="257260"/>
                  </a:lnTo>
                  <a:lnTo>
                    <a:pt x="24908" y="256211"/>
                  </a:lnTo>
                  <a:lnTo>
                    <a:pt x="26175" y="255097"/>
                  </a:lnTo>
                  <a:lnTo>
                    <a:pt x="27442" y="253792"/>
                  </a:lnTo>
                  <a:lnTo>
                    <a:pt x="28708" y="252497"/>
                  </a:lnTo>
                  <a:lnTo>
                    <a:pt x="29918" y="251011"/>
                  </a:lnTo>
                  <a:lnTo>
                    <a:pt x="31185" y="249458"/>
                  </a:lnTo>
                  <a:lnTo>
                    <a:pt x="32452" y="247792"/>
                  </a:lnTo>
                  <a:lnTo>
                    <a:pt x="33652" y="245934"/>
                  </a:lnTo>
                  <a:lnTo>
                    <a:pt x="34928" y="244010"/>
                  </a:lnTo>
                  <a:lnTo>
                    <a:pt x="36195" y="241972"/>
                  </a:lnTo>
                  <a:lnTo>
                    <a:pt x="37395" y="239676"/>
                  </a:lnTo>
                  <a:lnTo>
                    <a:pt x="38672" y="237324"/>
                  </a:lnTo>
                  <a:lnTo>
                    <a:pt x="39938" y="234847"/>
                  </a:lnTo>
                  <a:lnTo>
                    <a:pt x="41205" y="232123"/>
                  </a:lnTo>
                  <a:lnTo>
                    <a:pt x="42405" y="229275"/>
                  </a:lnTo>
                  <a:lnTo>
                    <a:pt x="43672" y="226303"/>
                  </a:lnTo>
                  <a:lnTo>
                    <a:pt x="44949" y="223208"/>
                  </a:lnTo>
                  <a:lnTo>
                    <a:pt x="46149" y="219864"/>
                  </a:lnTo>
                  <a:lnTo>
                    <a:pt x="47415" y="216340"/>
                  </a:lnTo>
                  <a:lnTo>
                    <a:pt x="48682" y="212749"/>
                  </a:lnTo>
                  <a:lnTo>
                    <a:pt x="49892" y="208910"/>
                  </a:lnTo>
                  <a:lnTo>
                    <a:pt x="51159" y="204948"/>
                  </a:lnTo>
                  <a:lnTo>
                    <a:pt x="52425" y="200738"/>
                  </a:lnTo>
                  <a:lnTo>
                    <a:pt x="53635" y="196471"/>
                  </a:lnTo>
                  <a:lnTo>
                    <a:pt x="54902" y="192013"/>
                  </a:lnTo>
                  <a:lnTo>
                    <a:pt x="56169" y="187365"/>
                  </a:lnTo>
                  <a:lnTo>
                    <a:pt x="57436" y="182602"/>
                  </a:lnTo>
                  <a:lnTo>
                    <a:pt x="58645" y="177706"/>
                  </a:lnTo>
                  <a:lnTo>
                    <a:pt x="59912" y="172696"/>
                  </a:lnTo>
                  <a:lnTo>
                    <a:pt x="61179" y="167496"/>
                  </a:lnTo>
                  <a:lnTo>
                    <a:pt x="62389" y="162228"/>
                  </a:lnTo>
                  <a:lnTo>
                    <a:pt x="63656" y="156846"/>
                  </a:lnTo>
                  <a:lnTo>
                    <a:pt x="64922" y="151332"/>
                  </a:lnTo>
                  <a:lnTo>
                    <a:pt x="66122" y="145769"/>
                  </a:lnTo>
                  <a:lnTo>
                    <a:pt x="67399" y="140131"/>
                  </a:lnTo>
                  <a:lnTo>
                    <a:pt x="68666" y="134434"/>
                  </a:lnTo>
                  <a:lnTo>
                    <a:pt x="69866" y="128681"/>
                  </a:lnTo>
                  <a:lnTo>
                    <a:pt x="71132" y="122919"/>
                  </a:lnTo>
                  <a:lnTo>
                    <a:pt x="72409" y="117099"/>
                  </a:lnTo>
                  <a:lnTo>
                    <a:pt x="73676" y="111346"/>
                  </a:lnTo>
                  <a:lnTo>
                    <a:pt x="74876" y="105526"/>
                  </a:lnTo>
                  <a:lnTo>
                    <a:pt x="76143" y="99763"/>
                  </a:lnTo>
                  <a:lnTo>
                    <a:pt x="77419" y="94068"/>
                  </a:lnTo>
                  <a:lnTo>
                    <a:pt x="78619" y="88372"/>
                  </a:lnTo>
                  <a:lnTo>
                    <a:pt x="79886" y="82799"/>
                  </a:lnTo>
                  <a:lnTo>
                    <a:pt x="81153" y="77361"/>
                  </a:lnTo>
                  <a:lnTo>
                    <a:pt x="82363" y="71970"/>
                  </a:lnTo>
                  <a:lnTo>
                    <a:pt x="83629" y="66645"/>
                  </a:lnTo>
                  <a:lnTo>
                    <a:pt x="84896" y="61568"/>
                  </a:lnTo>
                  <a:lnTo>
                    <a:pt x="86106" y="56558"/>
                  </a:lnTo>
                  <a:lnTo>
                    <a:pt x="87373" y="51729"/>
                  </a:lnTo>
                  <a:lnTo>
                    <a:pt x="88640" y="47080"/>
                  </a:lnTo>
                  <a:lnTo>
                    <a:pt x="89906" y="42623"/>
                  </a:lnTo>
                  <a:lnTo>
                    <a:pt x="91116" y="38356"/>
                  </a:lnTo>
                  <a:lnTo>
                    <a:pt x="92383" y="34203"/>
                  </a:lnTo>
                  <a:lnTo>
                    <a:pt x="93650" y="30364"/>
                  </a:lnTo>
                  <a:lnTo>
                    <a:pt x="94860" y="26774"/>
                  </a:lnTo>
                  <a:lnTo>
                    <a:pt x="96126" y="23306"/>
                  </a:lnTo>
                  <a:lnTo>
                    <a:pt x="97393" y="20087"/>
                  </a:lnTo>
                  <a:lnTo>
                    <a:pt x="98594" y="17182"/>
                  </a:lnTo>
                  <a:lnTo>
                    <a:pt x="99860" y="14457"/>
                  </a:lnTo>
                  <a:lnTo>
                    <a:pt x="101136" y="11981"/>
                  </a:lnTo>
                  <a:lnTo>
                    <a:pt x="102336" y="9686"/>
                  </a:lnTo>
                  <a:lnTo>
                    <a:pt x="103604" y="7771"/>
                  </a:lnTo>
                  <a:lnTo>
                    <a:pt x="104880" y="5971"/>
                  </a:lnTo>
                  <a:lnTo>
                    <a:pt x="106147" y="4428"/>
                  </a:lnTo>
                  <a:lnTo>
                    <a:pt x="107347" y="3132"/>
                  </a:lnTo>
                  <a:lnTo>
                    <a:pt x="108614" y="2075"/>
                  </a:lnTo>
                  <a:lnTo>
                    <a:pt x="109881" y="1275"/>
                  </a:lnTo>
                  <a:lnTo>
                    <a:pt x="111090" y="589"/>
                  </a:lnTo>
                  <a:lnTo>
                    <a:pt x="112357" y="218"/>
                  </a:lnTo>
                  <a:lnTo>
                    <a:pt x="113624" y="37"/>
                  </a:lnTo>
                  <a:lnTo>
                    <a:pt x="114833" y="-30"/>
                  </a:lnTo>
                  <a:lnTo>
                    <a:pt x="116100" y="161"/>
                  </a:lnTo>
                  <a:lnTo>
                    <a:pt x="117367" y="532"/>
                  </a:lnTo>
                  <a:lnTo>
                    <a:pt x="118634" y="1084"/>
                  </a:lnTo>
                  <a:lnTo>
                    <a:pt x="119843" y="1770"/>
                  </a:lnTo>
                  <a:lnTo>
                    <a:pt x="121110" y="2570"/>
                  </a:lnTo>
                  <a:lnTo>
                    <a:pt x="122377" y="3561"/>
                  </a:lnTo>
                  <a:lnTo>
                    <a:pt x="123587" y="4676"/>
                  </a:lnTo>
                  <a:lnTo>
                    <a:pt x="124854" y="5914"/>
                  </a:lnTo>
                  <a:lnTo>
                    <a:pt x="126120" y="7276"/>
                  </a:lnTo>
                  <a:lnTo>
                    <a:pt x="127330" y="8704"/>
                  </a:lnTo>
                  <a:lnTo>
                    <a:pt x="128597" y="10247"/>
                  </a:lnTo>
                  <a:lnTo>
                    <a:pt x="129864" y="11857"/>
                  </a:lnTo>
                  <a:lnTo>
                    <a:pt x="131064" y="13534"/>
                  </a:lnTo>
                  <a:lnTo>
                    <a:pt x="132331" y="15324"/>
                  </a:lnTo>
                  <a:lnTo>
                    <a:pt x="133607" y="17115"/>
                  </a:lnTo>
                  <a:lnTo>
                    <a:pt x="134874" y="18972"/>
                  </a:lnTo>
                  <a:lnTo>
                    <a:pt x="136074" y="20897"/>
                  </a:lnTo>
                  <a:lnTo>
                    <a:pt x="137341" y="22811"/>
                  </a:lnTo>
                  <a:lnTo>
                    <a:pt x="138617" y="24792"/>
                  </a:lnTo>
                  <a:lnTo>
                    <a:pt x="139818" y="26774"/>
                  </a:lnTo>
                  <a:lnTo>
                    <a:pt x="141085" y="28754"/>
                  </a:lnTo>
                  <a:lnTo>
                    <a:pt x="142351" y="30736"/>
                  </a:lnTo>
                  <a:lnTo>
                    <a:pt x="143561" y="32784"/>
                  </a:lnTo>
                  <a:lnTo>
                    <a:pt x="144827" y="34765"/>
                  </a:lnTo>
                  <a:lnTo>
                    <a:pt x="146095" y="36746"/>
                  </a:lnTo>
                  <a:lnTo>
                    <a:pt x="147304" y="38661"/>
                  </a:lnTo>
                  <a:lnTo>
                    <a:pt x="148571" y="40584"/>
                  </a:lnTo>
                  <a:lnTo>
                    <a:pt x="149838" y="42499"/>
                  </a:lnTo>
                  <a:lnTo>
                    <a:pt x="151105" y="44423"/>
                  </a:lnTo>
                  <a:lnTo>
                    <a:pt x="152314" y="46281"/>
                  </a:lnTo>
                  <a:lnTo>
                    <a:pt x="153581" y="48071"/>
                  </a:lnTo>
                  <a:lnTo>
                    <a:pt x="154848" y="49872"/>
                  </a:lnTo>
                  <a:lnTo>
                    <a:pt x="156058" y="51605"/>
                  </a:lnTo>
                  <a:lnTo>
                    <a:pt x="157324" y="53339"/>
                  </a:lnTo>
                  <a:lnTo>
                    <a:pt x="158591" y="54948"/>
                  </a:lnTo>
                  <a:lnTo>
                    <a:pt x="159792" y="56558"/>
                  </a:lnTo>
                  <a:lnTo>
                    <a:pt x="161058" y="58101"/>
                  </a:lnTo>
                  <a:lnTo>
                    <a:pt x="162334" y="59654"/>
                  </a:lnTo>
                  <a:lnTo>
                    <a:pt x="163535" y="61140"/>
                  </a:lnTo>
                  <a:lnTo>
                    <a:pt x="164802" y="62502"/>
                  </a:lnTo>
                  <a:lnTo>
                    <a:pt x="166078" y="63864"/>
                  </a:lnTo>
                  <a:lnTo>
                    <a:pt x="167345" y="65226"/>
                  </a:lnTo>
                  <a:lnTo>
                    <a:pt x="168545" y="66464"/>
                  </a:lnTo>
                  <a:lnTo>
                    <a:pt x="169812" y="67636"/>
                  </a:lnTo>
                  <a:lnTo>
                    <a:pt x="171088" y="68817"/>
                  </a:lnTo>
                  <a:lnTo>
                    <a:pt x="172289" y="69931"/>
                  </a:lnTo>
                  <a:lnTo>
                    <a:pt x="173555" y="70979"/>
                  </a:lnTo>
                  <a:lnTo>
                    <a:pt x="174822" y="71970"/>
                  </a:lnTo>
                  <a:lnTo>
                    <a:pt x="176031" y="72893"/>
                  </a:lnTo>
                  <a:lnTo>
                    <a:pt x="177299" y="73827"/>
                  </a:lnTo>
                  <a:lnTo>
                    <a:pt x="178565" y="74693"/>
                  </a:lnTo>
                  <a:lnTo>
                    <a:pt x="179775" y="75436"/>
                  </a:lnTo>
                  <a:lnTo>
                    <a:pt x="181041" y="76246"/>
                  </a:lnTo>
                  <a:lnTo>
                    <a:pt x="182309" y="76922"/>
                  </a:lnTo>
                  <a:lnTo>
                    <a:pt x="183576" y="77608"/>
                  </a:lnTo>
                  <a:lnTo>
                    <a:pt x="184785" y="78218"/>
                  </a:lnTo>
                  <a:lnTo>
                    <a:pt x="186052" y="78780"/>
                  </a:lnTo>
                  <a:lnTo>
                    <a:pt x="187319" y="79342"/>
                  </a:lnTo>
                  <a:lnTo>
                    <a:pt x="188519" y="79837"/>
                  </a:lnTo>
                  <a:lnTo>
                    <a:pt x="189795" y="80266"/>
                  </a:lnTo>
                  <a:lnTo>
                    <a:pt x="191062" y="80694"/>
                  </a:lnTo>
                  <a:lnTo>
                    <a:pt x="192262" y="81066"/>
                  </a:lnTo>
                  <a:lnTo>
                    <a:pt x="193529" y="81437"/>
                  </a:lnTo>
                  <a:lnTo>
                    <a:pt x="194805" y="81752"/>
                  </a:lnTo>
                  <a:lnTo>
                    <a:pt x="196006" y="82056"/>
                  </a:lnTo>
                  <a:lnTo>
                    <a:pt x="197272" y="82304"/>
                  </a:lnTo>
                  <a:lnTo>
                    <a:pt x="198539" y="82552"/>
                  </a:lnTo>
                  <a:lnTo>
                    <a:pt x="199815" y="82799"/>
                  </a:lnTo>
                  <a:lnTo>
                    <a:pt x="201016" y="82990"/>
                  </a:lnTo>
                  <a:lnTo>
                    <a:pt x="202283" y="83171"/>
                  </a:lnTo>
                  <a:lnTo>
                    <a:pt x="203549" y="83295"/>
                  </a:lnTo>
                  <a:lnTo>
                    <a:pt x="204759" y="83485"/>
                  </a:lnTo>
                  <a:lnTo>
                    <a:pt x="206026" y="83609"/>
                  </a:lnTo>
                  <a:lnTo>
                    <a:pt x="207293" y="83733"/>
                  </a:lnTo>
                  <a:lnTo>
                    <a:pt x="208503" y="83857"/>
                  </a:lnTo>
                  <a:lnTo>
                    <a:pt x="209769" y="83981"/>
                  </a:lnTo>
                  <a:lnTo>
                    <a:pt x="211036" y="84104"/>
                  </a:lnTo>
                  <a:lnTo>
                    <a:pt x="212303" y="84228"/>
                  </a:lnTo>
                  <a:lnTo>
                    <a:pt x="213513" y="84285"/>
                  </a:lnTo>
                  <a:lnTo>
                    <a:pt x="214780" y="84409"/>
                  </a:lnTo>
                  <a:lnTo>
                    <a:pt x="216046" y="84533"/>
                  </a:lnTo>
                  <a:lnTo>
                    <a:pt x="217256" y="84657"/>
                  </a:lnTo>
                  <a:lnTo>
                    <a:pt x="218522" y="84781"/>
                  </a:lnTo>
                  <a:lnTo>
                    <a:pt x="219790" y="84904"/>
                  </a:lnTo>
                  <a:lnTo>
                    <a:pt x="220990" y="85028"/>
                  </a:lnTo>
                  <a:lnTo>
                    <a:pt x="222266" y="85219"/>
                  </a:lnTo>
                  <a:lnTo>
                    <a:pt x="223532" y="85343"/>
                  </a:lnTo>
                  <a:lnTo>
                    <a:pt x="224733" y="85524"/>
                  </a:lnTo>
                  <a:lnTo>
                    <a:pt x="226000" y="85714"/>
                  </a:lnTo>
                  <a:lnTo>
                    <a:pt x="227276" y="85962"/>
                  </a:lnTo>
                  <a:lnTo>
                    <a:pt x="228543" y="86143"/>
                  </a:lnTo>
                  <a:lnTo>
                    <a:pt x="229743" y="86390"/>
                  </a:lnTo>
                  <a:lnTo>
                    <a:pt x="231010" y="86638"/>
                  </a:lnTo>
                  <a:lnTo>
                    <a:pt x="232277" y="86886"/>
                  </a:lnTo>
                  <a:lnTo>
                    <a:pt x="233487" y="87200"/>
                  </a:lnTo>
                  <a:lnTo>
                    <a:pt x="234753" y="87505"/>
                  </a:lnTo>
                  <a:lnTo>
                    <a:pt x="236020" y="87819"/>
                  </a:lnTo>
                  <a:lnTo>
                    <a:pt x="237230" y="88191"/>
                  </a:lnTo>
                  <a:lnTo>
                    <a:pt x="238497" y="88562"/>
                  </a:lnTo>
                  <a:lnTo>
                    <a:pt x="239763" y="88934"/>
                  </a:lnTo>
                  <a:lnTo>
                    <a:pt x="240973" y="89305"/>
                  </a:lnTo>
                  <a:lnTo>
                    <a:pt x="242240" y="89734"/>
                  </a:lnTo>
                  <a:lnTo>
                    <a:pt x="243507" y="90171"/>
                  </a:lnTo>
                  <a:lnTo>
                    <a:pt x="244774" y="90667"/>
                  </a:lnTo>
                  <a:lnTo>
                    <a:pt x="245983" y="91162"/>
                  </a:lnTo>
                  <a:lnTo>
                    <a:pt x="247250" y="91657"/>
                  </a:lnTo>
                  <a:lnTo>
                    <a:pt x="248517" y="92210"/>
                  </a:lnTo>
                  <a:lnTo>
                    <a:pt x="249717" y="92772"/>
                  </a:lnTo>
                  <a:lnTo>
                    <a:pt x="250994" y="93325"/>
                  </a:lnTo>
                  <a:lnTo>
                    <a:pt x="252260" y="93886"/>
                  </a:lnTo>
                  <a:lnTo>
                    <a:pt x="253460" y="94506"/>
                  </a:lnTo>
                  <a:lnTo>
                    <a:pt x="254727" y="95125"/>
                  </a:lnTo>
                  <a:lnTo>
                    <a:pt x="256004" y="95801"/>
                  </a:lnTo>
                  <a:lnTo>
                    <a:pt x="257204" y="96420"/>
                  </a:lnTo>
                  <a:lnTo>
                    <a:pt x="258470" y="97106"/>
                  </a:lnTo>
                  <a:lnTo>
                    <a:pt x="259737" y="97782"/>
                  </a:lnTo>
                  <a:lnTo>
                    <a:pt x="261014" y="98525"/>
                  </a:lnTo>
                  <a:lnTo>
                    <a:pt x="262214" y="99268"/>
                  </a:lnTo>
                  <a:lnTo>
                    <a:pt x="263481" y="100011"/>
                  </a:lnTo>
                  <a:lnTo>
                    <a:pt x="264747" y="100754"/>
                  </a:lnTo>
                  <a:lnTo>
                    <a:pt x="265957" y="101497"/>
                  </a:lnTo>
                  <a:lnTo>
                    <a:pt x="267224" y="102307"/>
                  </a:lnTo>
                  <a:lnTo>
                    <a:pt x="268491" y="103107"/>
                  </a:lnTo>
                  <a:lnTo>
                    <a:pt x="269701" y="103917"/>
                  </a:lnTo>
                  <a:lnTo>
                    <a:pt x="270967" y="104717"/>
                  </a:lnTo>
                  <a:lnTo>
                    <a:pt x="272234" y="105583"/>
                  </a:lnTo>
                  <a:lnTo>
                    <a:pt x="273444" y="106393"/>
                  </a:lnTo>
                  <a:lnTo>
                    <a:pt x="274711" y="107259"/>
                  </a:lnTo>
                  <a:lnTo>
                    <a:pt x="275978" y="108126"/>
                  </a:lnTo>
                  <a:lnTo>
                    <a:pt x="277244" y="108927"/>
                  </a:lnTo>
                  <a:lnTo>
                    <a:pt x="278454" y="109794"/>
                  </a:lnTo>
                  <a:lnTo>
                    <a:pt x="279721" y="110660"/>
                  </a:lnTo>
                  <a:lnTo>
                    <a:pt x="280988" y="111527"/>
                  </a:lnTo>
                  <a:lnTo>
                    <a:pt x="282188" y="112393"/>
                  </a:lnTo>
                  <a:lnTo>
                    <a:pt x="283464" y="113260"/>
                  </a:lnTo>
                  <a:lnTo>
                    <a:pt x="284731" y="114127"/>
                  </a:lnTo>
                  <a:lnTo>
                    <a:pt x="285931" y="114994"/>
                  </a:lnTo>
                  <a:lnTo>
                    <a:pt x="287198" y="115804"/>
                  </a:lnTo>
                  <a:lnTo>
                    <a:pt x="288474" y="116670"/>
                  </a:lnTo>
                  <a:lnTo>
                    <a:pt x="289741" y="117470"/>
                  </a:lnTo>
                  <a:lnTo>
                    <a:pt x="290941" y="118337"/>
                  </a:lnTo>
                  <a:lnTo>
                    <a:pt x="292208" y="119147"/>
                  </a:lnTo>
                  <a:lnTo>
                    <a:pt x="293485" y="119947"/>
                  </a:lnTo>
                  <a:lnTo>
                    <a:pt x="294685" y="120757"/>
                  </a:lnTo>
                  <a:lnTo>
                    <a:pt x="295951" y="121499"/>
                  </a:lnTo>
                  <a:lnTo>
                    <a:pt x="297218" y="122300"/>
                  </a:lnTo>
                  <a:lnTo>
                    <a:pt x="298428" y="123043"/>
                  </a:lnTo>
                  <a:lnTo>
                    <a:pt x="299695" y="123728"/>
                  </a:lnTo>
                  <a:lnTo>
                    <a:pt x="300961" y="124471"/>
                  </a:lnTo>
                  <a:lnTo>
                    <a:pt x="302171" y="125148"/>
                  </a:lnTo>
                  <a:lnTo>
                    <a:pt x="303438" y="125833"/>
                  </a:lnTo>
                  <a:lnTo>
                    <a:pt x="304705" y="126509"/>
                  </a:lnTo>
                  <a:lnTo>
                    <a:pt x="305972" y="127129"/>
                  </a:lnTo>
                  <a:lnTo>
                    <a:pt x="307181" y="127748"/>
                  </a:lnTo>
                  <a:lnTo>
                    <a:pt x="308448" y="128310"/>
                  </a:lnTo>
                  <a:lnTo>
                    <a:pt x="309715" y="128929"/>
                  </a:lnTo>
                  <a:lnTo>
                    <a:pt x="310915" y="129481"/>
                  </a:lnTo>
                  <a:lnTo>
                    <a:pt x="312192" y="129977"/>
                  </a:lnTo>
                  <a:lnTo>
                    <a:pt x="313458" y="130472"/>
                  </a:lnTo>
                  <a:lnTo>
                    <a:pt x="314658" y="130967"/>
                  </a:lnTo>
                  <a:lnTo>
                    <a:pt x="315935" y="131463"/>
                  </a:lnTo>
                  <a:lnTo>
                    <a:pt x="317202" y="131901"/>
                  </a:lnTo>
                  <a:lnTo>
                    <a:pt x="318402" y="132329"/>
                  </a:lnTo>
                  <a:lnTo>
                    <a:pt x="319668" y="132768"/>
                  </a:lnTo>
                  <a:lnTo>
                    <a:pt x="320935" y="133139"/>
                  </a:lnTo>
                  <a:lnTo>
                    <a:pt x="322212" y="133568"/>
                  </a:lnTo>
                  <a:lnTo>
                    <a:pt x="323412" y="133939"/>
                  </a:lnTo>
                  <a:lnTo>
                    <a:pt x="324679" y="134254"/>
                  </a:lnTo>
                  <a:lnTo>
                    <a:pt x="325955" y="134625"/>
                  </a:lnTo>
                  <a:lnTo>
                    <a:pt x="327155" y="134930"/>
                  </a:lnTo>
                  <a:lnTo>
                    <a:pt x="328422" y="135244"/>
                  </a:lnTo>
                  <a:lnTo>
                    <a:pt x="329689" y="135549"/>
                  </a:lnTo>
                  <a:lnTo>
                    <a:pt x="330899" y="135863"/>
                  </a:lnTo>
                  <a:lnTo>
                    <a:pt x="332165" y="136111"/>
                  </a:lnTo>
                  <a:lnTo>
                    <a:pt x="333432" y="136416"/>
                  </a:lnTo>
                  <a:lnTo>
                    <a:pt x="334642" y="136730"/>
                  </a:lnTo>
                  <a:lnTo>
                    <a:pt x="335909" y="136977"/>
                  </a:lnTo>
                  <a:lnTo>
                    <a:pt x="337176" y="137225"/>
                  </a:lnTo>
                  <a:lnTo>
                    <a:pt x="338442" y="137530"/>
                  </a:lnTo>
                  <a:lnTo>
                    <a:pt x="339652" y="137778"/>
                  </a:lnTo>
                  <a:lnTo>
                    <a:pt x="340919" y="138092"/>
                  </a:lnTo>
                  <a:lnTo>
                    <a:pt x="342186" y="138339"/>
                  </a:lnTo>
                  <a:lnTo>
                    <a:pt x="343386" y="138645"/>
                  </a:lnTo>
                  <a:lnTo>
                    <a:pt x="344662" y="138892"/>
                  </a:lnTo>
                  <a:lnTo>
                    <a:pt x="345929" y="139206"/>
                  </a:lnTo>
                  <a:lnTo>
                    <a:pt x="347129" y="139511"/>
                  </a:lnTo>
                  <a:lnTo>
                    <a:pt x="348396" y="139816"/>
                  </a:lnTo>
                  <a:lnTo>
                    <a:pt x="349672" y="140131"/>
                  </a:lnTo>
                  <a:lnTo>
                    <a:pt x="350872" y="140502"/>
                  </a:lnTo>
                  <a:lnTo>
                    <a:pt x="352139" y="140816"/>
                  </a:lnTo>
                  <a:lnTo>
                    <a:pt x="353406" y="141188"/>
                  </a:lnTo>
                  <a:lnTo>
                    <a:pt x="354683" y="141559"/>
                  </a:lnTo>
                  <a:lnTo>
                    <a:pt x="355883" y="141931"/>
                  </a:lnTo>
                  <a:lnTo>
                    <a:pt x="357149" y="142359"/>
                  </a:lnTo>
                  <a:lnTo>
                    <a:pt x="358416" y="142797"/>
                  </a:lnTo>
                  <a:lnTo>
                    <a:pt x="359626" y="143226"/>
                  </a:lnTo>
                  <a:lnTo>
                    <a:pt x="360893" y="143664"/>
                  </a:lnTo>
                  <a:lnTo>
                    <a:pt x="362159" y="144159"/>
                  </a:lnTo>
                  <a:lnTo>
                    <a:pt x="363369" y="144655"/>
                  </a:lnTo>
                  <a:lnTo>
                    <a:pt x="364636" y="145141"/>
                  </a:lnTo>
                  <a:lnTo>
                    <a:pt x="365903" y="145702"/>
                  </a:lnTo>
                  <a:lnTo>
                    <a:pt x="367113" y="146255"/>
                  </a:lnTo>
                  <a:lnTo>
                    <a:pt x="368379" y="146817"/>
                  </a:lnTo>
                  <a:lnTo>
                    <a:pt x="369646" y="147369"/>
                  </a:lnTo>
                  <a:lnTo>
                    <a:pt x="370913" y="147988"/>
                  </a:lnTo>
                  <a:lnTo>
                    <a:pt x="372123" y="148674"/>
                  </a:lnTo>
                  <a:lnTo>
                    <a:pt x="373390" y="149293"/>
                  </a:lnTo>
                  <a:lnTo>
                    <a:pt x="374656" y="149979"/>
                  </a:lnTo>
                  <a:lnTo>
                    <a:pt x="375856" y="150656"/>
                  </a:lnTo>
                  <a:lnTo>
                    <a:pt x="377133" y="151399"/>
                  </a:lnTo>
                  <a:lnTo>
                    <a:pt x="378400" y="152142"/>
                  </a:lnTo>
                  <a:lnTo>
                    <a:pt x="379600" y="152885"/>
                  </a:lnTo>
                  <a:lnTo>
                    <a:pt x="380866" y="153684"/>
                  </a:lnTo>
                  <a:lnTo>
                    <a:pt x="382143" y="154494"/>
                  </a:lnTo>
                  <a:lnTo>
                    <a:pt x="383410" y="155294"/>
                  </a:lnTo>
                  <a:lnTo>
                    <a:pt x="384610" y="156104"/>
                  </a:lnTo>
                  <a:lnTo>
                    <a:pt x="385877" y="156970"/>
                  </a:lnTo>
                  <a:lnTo>
                    <a:pt x="387153" y="157837"/>
                  </a:lnTo>
                  <a:lnTo>
                    <a:pt x="388353" y="158761"/>
                  </a:lnTo>
                  <a:lnTo>
                    <a:pt x="389620" y="159628"/>
                  </a:lnTo>
                  <a:lnTo>
                    <a:pt x="390887" y="160561"/>
                  </a:lnTo>
                  <a:lnTo>
                    <a:pt x="392097" y="161485"/>
                  </a:lnTo>
                  <a:lnTo>
                    <a:pt x="393363" y="162419"/>
                  </a:lnTo>
                  <a:lnTo>
                    <a:pt x="394630" y="163343"/>
                  </a:lnTo>
                  <a:lnTo>
                    <a:pt x="395840" y="164333"/>
                  </a:lnTo>
                  <a:lnTo>
                    <a:pt x="397107" y="165324"/>
                  </a:lnTo>
                  <a:lnTo>
                    <a:pt x="398374" y="166315"/>
                  </a:lnTo>
                  <a:lnTo>
                    <a:pt x="399640" y="167248"/>
                  </a:lnTo>
                  <a:lnTo>
                    <a:pt x="400850" y="168239"/>
                  </a:lnTo>
                  <a:lnTo>
                    <a:pt x="402117" y="169286"/>
                  </a:lnTo>
                  <a:lnTo>
                    <a:pt x="403384" y="170277"/>
                  </a:lnTo>
                  <a:lnTo>
                    <a:pt x="404584" y="171268"/>
                  </a:lnTo>
                  <a:lnTo>
                    <a:pt x="405860" y="172258"/>
                  </a:lnTo>
                  <a:lnTo>
                    <a:pt x="407127" y="173249"/>
                  </a:lnTo>
                  <a:lnTo>
                    <a:pt x="408327" y="174240"/>
                  </a:lnTo>
                  <a:lnTo>
                    <a:pt x="409594" y="175230"/>
                  </a:lnTo>
                  <a:lnTo>
                    <a:pt x="410870" y="176221"/>
                  </a:lnTo>
                  <a:lnTo>
                    <a:pt x="412070" y="177154"/>
                  </a:lnTo>
                  <a:lnTo>
                    <a:pt x="413337" y="178145"/>
                  </a:lnTo>
                  <a:lnTo>
                    <a:pt x="414605" y="179068"/>
                  </a:lnTo>
                  <a:lnTo>
                    <a:pt x="415881" y="180002"/>
                  </a:lnTo>
                  <a:lnTo>
                    <a:pt x="417081" y="180926"/>
                  </a:lnTo>
                  <a:lnTo>
                    <a:pt x="418347" y="181859"/>
                  </a:lnTo>
                  <a:lnTo>
                    <a:pt x="419615" y="182726"/>
                  </a:lnTo>
                  <a:lnTo>
                    <a:pt x="420824" y="183593"/>
                  </a:lnTo>
                  <a:lnTo>
                    <a:pt x="422091" y="184460"/>
                  </a:lnTo>
                  <a:lnTo>
                    <a:pt x="423357" y="185327"/>
                  </a:lnTo>
                  <a:lnTo>
                    <a:pt x="424567" y="186127"/>
                  </a:lnTo>
                  <a:lnTo>
                    <a:pt x="425834" y="186937"/>
                  </a:lnTo>
                  <a:lnTo>
                    <a:pt x="427101" y="187679"/>
                  </a:lnTo>
                  <a:lnTo>
                    <a:pt x="428311" y="188422"/>
                  </a:lnTo>
                  <a:lnTo>
                    <a:pt x="429577" y="189165"/>
                  </a:lnTo>
                  <a:lnTo>
                    <a:pt x="430844" y="189842"/>
                  </a:lnTo>
                  <a:lnTo>
                    <a:pt x="432111" y="190527"/>
                  </a:lnTo>
                  <a:lnTo>
                    <a:pt x="433321" y="191146"/>
                  </a:lnTo>
                  <a:lnTo>
                    <a:pt x="434588" y="191765"/>
                  </a:lnTo>
                  <a:lnTo>
                    <a:pt x="435854" y="192384"/>
                  </a:lnTo>
                  <a:lnTo>
                    <a:pt x="437055" y="192937"/>
                  </a:lnTo>
                  <a:lnTo>
                    <a:pt x="438331" y="193499"/>
                  </a:lnTo>
                  <a:lnTo>
                    <a:pt x="439598" y="193994"/>
                  </a:lnTo>
                  <a:lnTo>
                    <a:pt x="440798" y="194423"/>
                  </a:lnTo>
                  <a:lnTo>
                    <a:pt x="442065" y="194861"/>
                  </a:lnTo>
                  <a:lnTo>
                    <a:pt x="443341" y="195289"/>
                  </a:lnTo>
                  <a:lnTo>
                    <a:pt x="444541" y="195661"/>
                  </a:lnTo>
                  <a:lnTo>
                    <a:pt x="445808" y="196032"/>
                  </a:lnTo>
                  <a:lnTo>
                    <a:pt x="447075" y="196347"/>
                  </a:lnTo>
                  <a:lnTo>
                    <a:pt x="448351" y="196595"/>
                  </a:lnTo>
                  <a:lnTo>
                    <a:pt x="449551" y="196842"/>
                  </a:lnTo>
                  <a:lnTo>
                    <a:pt x="450818" y="197090"/>
                  </a:lnTo>
                  <a:lnTo>
                    <a:pt x="452085" y="197271"/>
                  </a:lnTo>
                  <a:lnTo>
                    <a:pt x="453295" y="197395"/>
                  </a:lnTo>
                  <a:lnTo>
                    <a:pt x="454561" y="197518"/>
                  </a:lnTo>
                  <a:lnTo>
                    <a:pt x="455828" y="197642"/>
                  </a:lnTo>
                  <a:lnTo>
                    <a:pt x="457038" y="197709"/>
                  </a:lnTo>
                  <a:lnTo>
                    <a:pt x="458305" y="197709"/>
                  </a:lnTo>
                  <a:lnTo>
                    <a:pt x="459572" y="197709"/>
                  </a:lnTo>
                  <a:lnTo>
                    <a:pt x="460838" y="197709"/>
                  </a:lnTo>
                  <a:lnTo>
                    <a:pt x="462048" y="197585"/>
                  </a:lnTo>
                  <a:lnTo>
                    <a:pt x="463315" y="197518"/>
                  </a:lnTo>
                  <a:lnTo>
                    <a:pt x="464582" y="197338"/>
                  </a:lnTo>
                  <a:lnTo>
                    <a:pt x="465792" y="197214"/>
                  </a:lnTo>
                  <a:lnTo>
                    <a:pt x="467058" y="196966"/>
                  </a:lnTo>
                  <a:lnTo>
                    <a:pt x="468325" y="196775"/>
                  </a:lnTo>
                  <a:lnTo>
                    <a:pt x="469526" y="196528"/>
                  </a:lnTo>
                  <a:lnTo>
                    <a:pt x="470792" y="196223"/>
                  </a:lnTo>
                  <a:lnTo>
                    <a:pt x="472068" y="195909"/>
                  </a:lnTo>
                  <a:lnTo>
                    <a:pt x="473269" y="195537"/>
                  </a:lnTo>
                  <a:lnTo>
                    <a:pt x="474536" y="195166"/>
                  </a:lnTo>
                  <a:lnTo>
                    <a:pt x="475812" y="194737"/>
                  </a:lnTo>
                  <a:lnTo>
                    <a:pt x="477079" y="194299"/>
                  </a:lnTo>
                  <a:lnTo>
                    <a:pt x="478279" y="193804"/>
                  </a:lnTo>
                  <a:lnTo>
                    <a:pt x="479546" y="193308"/>
                  </a:lnTo>
                  <a:lnTo>
                    <a:pt x="480813" y="192813"/>
                  </a:lnTo>
                  <a:lnTo>
                    <a:pt x="482022" y="192261"/>
                  </a:lnTo>
                  <a:lnTo>
                    <a:pt x="483289" y="191699"/>
                  </a:lnTo>
                  <a:lnTo>
                    <a:pt x="484556" y="191080"/>
                  </a:lnTo>
                  <a:lnTo>
                    <a:pt x="485765" y="190461"/>
                  </a:lnTo>
                  <a:lnTo>
                    <a:pt x="487032" y="189842"/>
                  </a:lnTo>
                  <a:lnTo>
                    <a:pt x="488299" y="189165"/>
                  </a:lnTo>
                  <a:lnTo>
                    <a:pt x="489509" y="188479"/>
                  </a:lnTo>
                  <a:lnTo>
                    <a:pt x="490775" y="187803"/>
                  </a:lnTo>
                  <a:lnTo>
                    <a:pt x="492042" y="187117"/>
                  </a:lnTo>
                  <a:lnTo>
                    <a:pt x="493310" y="186374"/>
                  </a:lnTo>
                  <a:lnTo>
                    <a:pt x="494519" y="185631"/>
                  </a:lnTo>
                  <a:lnTo>
                    <a:pt x="495786" y="184888"/>
                  </a:lnTo>
                  <a:lnTo>
                    <a:pt x="497052" y="184145"/>
                  </a:lnTo>
                  <a:lnTo>
                    <a:pt x="498253" y="183402"/>
                  </a:lnTo>
                  <a:lnTo>
                    <a:pt x="499529" y="182602"/>
                  </a:lnTo>
                  <a:lnTo>
                    <a:pt x="500796" y="181859"/>
                  </a:lnTo>
                  <a:lnTo>
                    <a:pt x="501996" y="181117"/>
                  </a:lnTo>
                  <a:lnTo>
                    <a:pt x="503263" y="180374"/>
                  </a:lnTo>
                  <a:lnTo>
                    <a:pt x="504539" y="179631"/>
                  </a:lnTo>
                  <a:lnTo>
                    <a:pt x="505740" y="178945"/>
                  </a:lnTo>
                  <a:lnTo>
                    <a:pt x="507006" y="178202"/>
                  </a:lnTo>
                  <a:lnTo>
                    <a:pt x="508273" y="177525"/>
                  </a:lnTo>
                  <a:lnTo>
                    <a:pt x="509540" y="176906"/>
                  </a:lnTo>
                  <a:lnTo>
                    <a:pt x="510750" y="176287"/>
                  </a:lnTo>
                  <a:lnTo>
                    <a:pt x="512017" y="175668"/>
                  </a:lnTo>
                  <a:lnTo>
                    <a:pt x="513283" y="175106"/>
                  </a:lnTo>
                  <a:lnTo>
                    <a:pt x="514493" y="174611"/>
                  </a:lnTo>
                  <a:lnTo>
                    <a:pt x="515760" y="174182"/>
                  </a:lnTo>
                  <a:lnTo>
                    <a:pt x="517027" y="173744"/>
                  </a:lnTo>
                  <a:lnTo>
                    <a:pt x="518236" y="173373"/>
                  </a:lnTo>
                  <a:lnTo>
                    <a:pt x="519503" y="173068"/>
                  </a:lnTo>
                  <a:lnTo>
                    <a:pt x="520770" y="172820"/>
                  </a:lnTo>
                  <a:lnTo>
                    <a:pt x="521970" y="172630"/>
                  </a:lnTo>
                  <a:lnTo>
                    <a:pt x="523246" y="172506"/>
                  </a:lnTo>
                  <a:lnTo>
                    <a:pt x="524513" y="172448"/>
                  </a:lnTo>
                  <a:lnTo>
                    <a:pt x="525780" y="172506"/>
                  </a:lnTo>
                  <a:lnTo>
                    <a:pt x="526990" y="172572"/>
                  </a:lnTo>
                  <a:lnTo>
                    <a:pt x="528256" y="172754"/>
                  </a:lnTo>
                  <a:lnTo>
                    <a:pt x="529523" y="173068"/>
                  </a:lnTo>
                  <a:lnTo>
                    <a:pt x="530724" y="173373"/>
                  </a:lnTo>
                  <a:lnTo>
                    <a:pt x="531990" y="173811"/>
                  </a:lnTo>
                  <a:lnTo>
                    <a:pt x="533267" y="174363"/>
                  </a:lnTo>
                  <a:lnTo>
                    <a:pt x="534467" y="174983"/>
                  </a:lnTo>
                  <a:lnTo>
                    <a:pt x="535734" y="175668"/>
                  </a:lnTo>
                  <a:lnTo>
                    <a:pt x="537001" y="176469"/>
                  </a:lnTo>
                  <a:lnTo>
                    <a:pt x="538210" y="177402"/>
                  </a:lnTo>
                  <a:lnTo>
                    <a:pt x="539477" y="178392"/>
                  </a:lnTo>
                  <a:lnTo>
                    <a:pt x="540744" y="179440"/>
                  </a:lnTo>
                  <a:lnTo>
                    <a:pt x="542011" y="180554"/>
                  </a:lnTo>
                  <a:lnTo>
                    <a:pt x="543221" y="181859"/>
                  </a:lnTo>
                  <a:lnTo>
                    <a:pt x="544487" y="183155"/>
                  </a:lnTo>
                  <a:lnTo>
                    <a:pt x="545754" y="184517"/>
                  </a:lnTo>
                  <a:lnTo>
                    <a:pt x="546964" y="186003"/>
                  </a:lnTo>
                  <a:lnTo>
                    <a:pt x="548231" y="187613"/>
                  </a:lnTo>
                  <a:lnTo>
                    <a:pt x="549497" y="189222"/>
                  </a:lnTo>
                  <a:lnTo>
                    <a:pt x="550707" y="190898"/>
                  </a:lnTo>
                  <a:lnTo>
                    <a:pt x="551974" y="192689"/>
                  </a:lnTo>
                  <a:lnTo>
                    <a:pt x="553241" y="194490"/>
                  </a:lnTo>
                  <a:lnTo>
                    <a:pt x="554508" y="196347"/>
                  </a:lnTo>
                  <a:lnTo>
                    <a:pt x="555717" y="198261"/>
                  </a:lnTo>
                  <a:lnTo>
                    <a:pt x="556984" y="200186"/>
                  </a:lnTo>
                  <a:lnTo>
                    <a:pt x="558251" y="202167"/>
                  </a:lnTo>
                  <a:lnTo>
                    <a:pt x="559451" y="204205"/>
                  </a:lnTo>
                  <a:lnTo>
                    <a:pt x="560727" y="206253"/>
                  </a:lnTo>
                  <a:lnTo>
                    <a:pt x="561994" y="208291"/>
                  </a:lnTo>
                  <a:lnTo>
                    <a:pt x="563194" y="210396"/>
                  </a:lnTo>
                  <a:lnTo>
                    <a:pt x="564461" y="212501"/>
                  </a:lnTo>
                  <a:lnTo>
                    <a:pt x="565737" y="214549"/>
                  </a:lnTo>
                  <a:lnTo>
                    <a:pt x="566938" y="216654"/>
                  </a:lnTo>
                  <a:lnTo>
                    <a:pt x="568204" y="218693"/>
                  </a:lnTo>
                  <a:lnTo>
                    <a:pt x="569471" y="220798"/>
                  </a:lnTo>
                  <a:lnTo>
                    <a:pt x="570747" y="222779"/>
                  </a:lnTo>
                  <a:lnTo>
                    <a:pt x="571948" y="224827"/>
                  </a:lnTo>
                  <a:lnTo>
                    <a:pt x="573215" y="226799"/>
                  </a:lnTo>
                  <a:lnTo>
                    <a:pt x="574481" y="228779"/>
                  </a:lnTo>
                  <a:lnTo>
                    <a:pt x="575691" y="230704"/>
                  </a:lnTo>
                  <a:lnTo>
                    <a:pt x="576958" y="232561"/>
                  </a:lnTo>
                  <a:lnTo>
                    <a:pt x="578225" y="234352"/>
                  </a:lnTo>
                  <a:lnTo>
                    <a:pt x="579435" y="236152"/>
                  </a:lnTo>
                  <a:lnTo>
                    <a:pt x="580701" y="237886"/>
                  </a:lnTo>
                  <a:lnTo>
                    <a:pt x="581968" y="239552"/>
                  </a:lnTo>
                  <a:lnTo>
                    <a:pt x="583178" y="241229"/>
                  </a:lnTo>
                  <a:lnTo>
                    <a:pt x="584445" y="242772"/>
                  </a:lnTo>
                  <a:lnTo>
                    <a:pt x="585712" y="244257"/>
                  </a:lnTo>
                  <a:lnTo>
                    <a:pt x="586978" y="245743"/>
                  </a:lnTo>
                  <a:lnTo>
                    <a:pt x="588188" y="247106"/>
                  </a:lnTo>
                  <a:lnTo>
                    <a:pt x="589455" y="248468"/>
                  </a:lnTo>
                  <a:lnTo>
                    <a:pt x="590722" y="249706"/>
                  </a:lnTo>
                  <a:lnTo>
                    <a:pt x="591922" y="250944"/>
                  </a:lnTo>
                  <a:lnTo>
                    <a:pt x="593198" y="252126"/>
                  </a:lnTo>
                  <a:lnTo>
                    <a:pt x="594465" y="253173"/>
                  </a:lnTo>
                  <a:lnTo>
                    <a:pt x="595665" y="254230"/>
                  </a:lnTo>
                  <a:lnTo>
                    <a:pt x="596932" y="255221"/>
                  </a:lnTo>
                  <a:lnTo>
                    <a:pt x="598208" y="256088"/>
                  </a:lnTo>
                  <a:lnTo>
                    <a:pt x="599408" y="256954"/>
                  </a:lnTo>
                  <a:lnTo>
                    <a:pt x="600675" y="257821"/>
                  </a:lnTo>
                  <a:lnTo>
                    <a:pt x="601942" y="258564"/>
                  </a:lnTo>
                  <a:lnTo>
                    <a:pt x="603209" y="259240"/>
                  </a:lnTo>
                  <a:lnTo>
                    <a:pt x="604419" y="259926"/>
                  </a:lnTo>
                  <a:lnTo>
                    <a:pt x="605685" y="260545"/>
                  </a:lnTo>
                  <a:lnTo>
                    <a:pt x="606952" y="261165"/>
                  </a:lnTo>
                  <a:lnTo>
                    <a:pt x="608162" y="261660"/>
                  </a:lnTo>
                  <a:lnTo>
                    <a:pt x="609429" y="262155"/>
                  </a:lnTo>
                  <a:lnTo>
                    <a:pt x="610695" y="262584"/>
                  </a:lnTo>
                  <a:lnTo>
                    <a:pt x="611905" y="263022"/>
                  </a:lnTo>
                  <a:lnTo>
                    <a:pt x="613172" y="263393"/>
                  </a:lnTo>
                  <a:lnTo>
                    <a:pt x="614439" y="263765"/>
                  </a:lnTo>
                  <a:lnTo>
                    <a:pt x="615639" y="264070"/>
                  </a:lnTo>
                  <a:lnTo>
                    <a:pt x="616915" y="264384"/>
                  </a:lnTo>
                  <a:lnTo>
                    <a:pt x="618182" y="264689"/>
                  </a:lnTo>
                  <a:lnTo>
                    <a:pt x="619449" y="264936"/>
                  </a:lnTo>
                  <a:lnTo>
                    <a:pt x="620649" y="265127"/>
                  </a:lnTo>
                  <a:lnTo>
                    <a:pt x="621926" y="265375"/>
                  </a:lnTo>
                  <a:lnTo>
                    <a:pt x="623192" y="265499"/>
                  </a:lnTo>
                  <a:lnTo>
                    <a:pt x="624392" y="265679"/>
                  </a:lnTo>
                  <a:lnTo>
                    <a:pt x="625659" y="265870"/>
                  </a:lnTo>
                  <a:lnTo>
                    <a:pt x="626936" y="265994"/>
                  </a:lnTo>
                  <a:lnTo>
                    <a:pt x="628136" y="266118"/>
                  </a:lnTo>
                  <a:lnTo>
                    <a:pt x="629402" y="266175"/>
                  </a:lnTo>
                  <a:lnTo>
                    <a:pt x="630669" y="266299"/>
                  </a:lnTo>
                  <a:lnTo>
                    <a:pt x="631946" y="266365"/>
                  </a:lnTo>
                  <a:lnTo>
                    <a:pt x="633146" y="266489"/>
                  </a:lnTo>
                  <a:lnTo>
                    <a:pt x="634413" y="266546"/>
                  </a:lnTo>
                  <a:lnTo>
                    <a:pt x="635679" y="266613"/>
                  </a:lnTo>
                  <a:lnTo>
                    <a:pt x="636889" y="266670"/>
                  </a:lnTo>
                  <a:lnTo>
                    <a:pt x="638156" y="266670"/>
                  </a:lnTo>
                </a:path>
              </a:pathLst>
            </a:custGeom>
            <a:noFill/>
            <a:ln w="7242" cap="flat">
              <a:solidFill>
                <a:srgbClr val="000000"/>
              </a:solidFill>
              <a:prstDash val="solid"/>
              <a:round/>
            </a:ln>
          </p:spPr>
          <p:txBody>
            <a:bodyPr/>
            <a:lstStyle/>
            <a:p>
              <a:endParaRPr lang="zh-CN" altLang="en-US" sz="2190"/>
            </a:p>
          </p:txBody>
        </p:sp>
        <p:sp>
          <p:nvSpPr>
            <p:cNvPr id="1019" name="任意多边形: 形状 1018"/>
            <p:cNvSpPr/>
            <p:nvPr/>
          </p:nvSpPr>
          <p:spPr>
            <a:xfrm>
              <a:off x="5110624"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1020" name="任意多边形: 形状 1019"/>
            <p:cNvSpPr/>
            <p:nvPr/>
          </p:nvSpPr>
          <p:spPr>
            <a:xfrm>
              <a:off x="5934537"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1021" name="任意多边形: 形状 1020"/>
            <p:cNvSpPr/>
            <p:nvPr/>
          </p:nvSpPr>
          <p:spPr>
            <a:xfrm>
              <a:off x="60154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2" name="任意多边形: 形状 1021"/>
            <p:cNvSpPr/>
            <p:nvPr/>
          </p:nvSpPr>
          <p:spPr>
            <a:xfrm>
              <a:off x="61964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3" name="任意多边形: 形状 1022"/>
            <p:cNvSpPr/>
            <p:nvPr/>
          </p:nvSpPr>
          <p:spPr>
            <a:xfrm>
              <a:off x="63869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4" name="任意多边形: 形状 1023"/>
            <p:cNvSpPr/>
            <p:nvPr/>
          </p:nvSpPr>
          <p:spPr>
            <a:xfrm>
              <a:off x="65774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5" name="任意多边形: 形状 1024"/>
            <p:cNvSpPr/>
            <p:nvPr/>
          </p:nvSpPr>
          <p:spPr>
            <a:xfrm>
              <a:off x="66631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6" name="任意多边形: 形状 1025"/>
            <p:cNvSpPr/>
            <p:nvPr/>
          </p:nvSpPr>
          <p:spPr>
            <a:xfrm>
              <a:off x="5939299"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7" name="任意多边形: 形状 1026"/>
            <p:cNvSpPr/>
            <p:nvPr/>
          </p:nvSpPr>
          <p:spPr>
            <a:xfrm>
              <a:off x="5939299"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8" name="任意多边形: 形状 1027"/>
            <p:cNvSpPr/>
            <p:nvPr/>
          </p:nvSpPr>
          <p:spPr>
            <a:xfrm>
              <a:off x="5939299"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9" name="任意多边形: 形状 1028"/>
            <p:cNvSpPr/>
            <p:nvPr/>
          </p:nvSpPr>
          <p:spPr>
            <a:xfrm>
              <a:off x="5939299"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30" name="任意多边形: 形状 1029"/>
            <p:cNvSpPr/>
            <p:nvPr/>
          </p:nvSpPr>
          <p:spPr>
            <a:xfrm>
              <a:off x="61107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1" name="任意多边形: 形状 1030"/>
            <p:cNvSpPr/>
            <p:nvPr/>
          </p:nvSpPr>
          <p:spPr>
            <a:xfrm>
              <a:off x="62917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2" name="任意多边形: 形状 1031"/>
            <p:cNvSpPr/>
            <p:nvPr/>
          </p:nvSpPr>
          <p:spPr>
            <a:xfrm>
              <a:off x="64822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3" name="任意多边形: 形状 1032"/>
            <p:cNvSpPr/>
            <p:nvPr/>
          </p:nvSpPr>
          <p:spPr>
            <a:xfrm>
              <a:off x="5982162" y="4093097"/>
              <a:ext cx="714375" cy="333375"/>
            </a:xfrm>
            <a:custGeom>
              <a:avLst/>
              <a:gdLst>
                <a:gd name="csX0" fmla="*/ -19 w 714375"/>
                <a:gd name="csY0" fmla="*/ 332069 h 333375"/>
                <a:gd name="csX1" fmla="*/ 1372 w 714375"/>
                <a:gd name="csY1" fmla="*/ 331945 h 333375"/>
                <a:gd name="csX2" fmla="*/ 2762 w 714375"/>
                <a:gd name="csY2" fmla="*/ 331754 h 333375"/>
                <a:gd name="csX3" fmla="*/ 4163 w 714375"/>
                <a:gd name="csY3" fmla="*/ 331564 h 333375"/>
                <a:gd name="csX4" fmla="*/ 5553 w 714375"/>
                <a:gd name="csY4" fmla="*/ 331431 h 333375"/>
                <a:gd name="csX5" fmla="*/ 7010 w 714375"/>
                <a:gd name="csY5" fmla="*/ 331173 h 333375"/>
                <a:gd name="csX6" fmla="*/ 8401 w 714375"/>
                <a:gd name="csY6" fmla="*/ 330983 h 333375"/>
                <a:gd name="csX7" fmla="*/ 9792 w 714375"/>
                <a:gd name="csY7" fmla="*/ 330735 h 333375"/>
                <a:gd name="csX8" fmla="*/ 11183 w 714375"/>
                <a:gd name="csY8" fmla="*/ 330478 h 333375"/>
                <a:gd name="csX9" fmla="*/ 12573 w 714375"/>
                <a:gd name="csY9" fmla="*/ 330154 h 333375"/>
                <a:gd name="csX10" fmla="*/ 13973 w 714375"/>
                <a:gd name="csY10" fmla="*/ 329907 h 333375"/>
                <a:gd name="csX11" fmla="*/ 15364 w 714375"/>
                <a:gd name="csY11" fmla="*/ 329516 h 333375"/>
                <a:gd name="csX12" fmla="*/ 16754 w 714375"/>
                <a:gd name="csY12" fmla="*/ 329135 h 333375"/>
                <a:gd name="csX13" fmla="*/ 18145 w 714375"/>
                <a:gd name="csY13" fmla="*/ 328754 h 333375"/>
                <a:gd name="csX14" fmla="*/ 19536 w 714375"/>
                <a:gd name="csY14" fmla="*/ 328306 h 333375"/>
                <a:gd name="csX15" fmla="*/ 20926 w 714375"/>
                <a:gd name="csY15" fmla="*/ 327859 h 333375"/>
                <a:gd name="csX16" fmla="*/ 22327 w 714375"/>
                <a:gd name="csY16" fmla="*/ 327354 h 333375"/>
                <a:gd name="csX17" fmla="*/ 23774 w 714375"/>
                <a:gd name="csY17" fmla="*/ 326773 h 333375"/>
                <a:gd name="csX18" fmla="*/ 25175 w 714375"/>
                <a:gd name="csY18" fmla="*/ 326201 h 333375"/>
                <a:gd name="csX19" fmla="*/ 26565 w 714375"/>
                <a:gd name="csY19" fmla="*/ 325563 h 333375"/>
                <a:gd name="csX20" fmla="*/ 27956 w 714375"/>
                <a:gd name="csY20" fmla="*/ 324925 h 333375"/>
                <a:gd name="csX21" fmla="*/ 29347 w 714375"/>
                <a:gd name="csY21" fmla="*/ 324163 h 333375"/>
                <a:gd name="csX22" fmla="*/ 30737 w 714375"/>
                <a:gd name="csY22" fmla="*/ 323401 h 333375"/>
                <a:gd name="csX23" fmla="*/ 32137 w 714375"/>
                <a:gd name="csY23" fmla="*/ 322572 h 333375"/>
                <a:gd name="csX24" fmla="*/ 33528 w 714375"/>
                <a:gd name="csY24" fmla="*/ 321610 h 333375"/>
                <a:gd name="csX25" fmla="*/ 34919 w 714375"/>
                <a:gd name="csY25" fmla="*/ 320658 h 333375"/>
                <a:gd name="csX26" fmla="*/ 36310 w 714375"/>
                <a:gd name="csY26" fmla="*/ 319639 h 333375"/>
                <a:gd name="csX27" fmla="*/ 37700 w 714375"/>
                <a:gd name="csY27" fmla="*/ 318553 h 333375"/>
                <a:gd name="csX28" fmla="*/ 39157 w 714375"/>
                <a:gd name="csY28" fmla="*/ 317400 h 333375"/>
                <a:gd name="csX29" fmla="*/ 40548 w 714375"/>
                <a:gd name="csY29" fmla="*/ 316124 h 333375"/>
                <a:gd name="csX30" fmla="*/ 41948 w 714375"/>
                <a:gd name="csY30" fmla="*/ 314790 h 333375"/>
                <a:gd name="csX31" fmla="*/ 43339 w 714375"/>
                <a:gd name="csY31" fmla="*/ 313390 h 333375"/>
                <a:gd name="csX32" fmla="*/ 44729 w 714375"/>
                <a:gd name="csY32" fmla="*/ 311923 h 333375"/>
                <a:gd name="csX33" fmla="*/ 46120 w 714375"/>
                <a:gd name="csY33" fmla="*/ 310323 h 333375"/>
                <a:gd name="csX34" fmla="*/ 47511 w 714375"/>
                <a:gd name="csY34" fmla="*/ 308666 h 333375"/>
                <a:gd name="csX35" fmla="*/ 48901 w 714375"/>
                <a:gd name="csY35" fmla="*/ 306884 h 333375"/>
                <a:gd name="csX36" fmla="*/ 50302 w 714375"/>
                <a:gd name="csY36" fmla="*/ 305037 h 333375"/>
                <a:gd name="csX37" fmla="*/ 51692 w 714375"/>
                <a:gd name="csY37" fmla="*/ 303056 h 333375"/>
                <a:gd name="csX38" fmla="*/ 53083 w 714375"/>
                <a:gd name="csY38" fmla="*/ 301017 h 333375"/>
                <a:gd name="csX39" fmla="*/ 54474 w 714375"/>
                <a:gd name="csY39" fmla="*/ 298845 h 333375"/>
                <a:gd name="csX40" fmla="*/ 55931 w 714375"/>
                <a:gd name="csY40" fmla="*/ 296550 h 333375"/>
                <a:gd name="csX41" fmla="*/ 57322 w 714375"/>
                <a:gd name="csY41" fmla="*/ 294131 h 333375"/>
                <a:gd name="csX42" fmla="*/ 58712 w 714375"/>
                <a:gd name="csY42" fmla="*/ 291645 h 333375"/>
                <a:gd name="csX43" fmla="*/ 60103 w 714375"/>
                <a:gd name="csY43" fmla="*/ 289025 h 333375"/>
                <a:gd name="csX44" fmla="*/ 61503 w 714375"/>
                <a:gd name="csY44" fmla="*/ 286282 h 333375"/>
                <a:gd name="csX45" fmla="*/ 62893 w 714375"/>
                <a:gd name="csY45" fmla="*/ 283415 h 333375"/>
                <a:gd name="csX46" fmla="*/ 64284 w 714375"/>
                <a:gd name="csY46" fmla="*/ 280415 h 333375"/>
                <a:gd name="csX47" fmla="*/ 65675 w 714375"/>
                <a:gd name="csY47" fmla="*/ 277290 h 333375"/>
                <a:gd name="csX48" fmla="*/ 67075 w 714375"/>
                <a:gd name="csY48" fmla="*/ 274042 h 333375"/>
                <a:gd name="csX49" fmla="*/ 68466 w 714375"/>
                <a:gd name="csY49" fmla="*/ 270661 h 333375"/>
                <a:gd name="csX50" fmla="*/ 69856 w 714375"/>
                <a:gd name="csY50" fmla="*/ 267223 h 333375"/>
                <a:gd name="csX51" fmla="*/ 71314 w 714375"/>
                <a:gd name="csY51" fmla="*/ 263584 h 333375"/>
                <a:gd name="csX52" fmla="*/ 72704 w 714375"/>
                <a:gd name="csY52" fmla="*/ 259822 h 333375"/>
                <a:gd name="csX53" fmla="*/ 74095 w 714375"/>
                <a:gd name="csY53" fmla="*/ 255935 h 333375"/>
                <a:gd name="csX54" fmla="*/ 75486 w 714375"/>
                <a:gd name="csY54" fmla="*/ 251983 h 333375"/>
                <a:gd name="csX55" fmla="*/ 76876 w 714375"/>
                <a:gd name="csY55" fmla="*/ 247830 h 333375"/>
                <a:gd name="csX56" fmla="*/ 78276 w 714375"/>
                <a:gd name="csY56" fmla="*/ 243562 h 333375"/>
                <a:gd name="csX57" fmla="*/ 79667 w 714375"/>
                <a:gd name="csY57" fmla="*/ 239228 h 333375"/>
                <a:gd name="csX58" fmla="*/ 81058 w 714375"/>
                <a:gd name="csY58" fmla="*/ 234761 h 333375"/>
                <a:gd name="csX59" fmla="*/ 82449 w 714375"/>
                <a:gd name="csY59" fmla="*/ 230104 h 333375"/>
                <a:gd name="csX60" fmla="*/ 83839 w 714375"/>
                <a:gd name="csY60" fmla="*/ 225455 h 333375"/>
                <a:gd name="csX61" fmla="*/ 85239 w 714375"/>
                <a:gd name="csY61" fmla="*/ 220607 h 333375"/>
                <a:gd name="csX62" fmla="*/ 86687 w 714375"/>
                <a:gd name="csY62" fmla="*/ 215635 h 333375"/>
                <a:gd name="csX63" fmla="*/ 88087 w 714375"/>
                <a:gd name="csY63" fmla="*/ 210653 h 333375"/>
                <a:gd name="csX64" fmla="*/ 89478 w 714375"/>
                <a:gd name="csY64" fmla="*/ 205491 h 333375"/>
                <a:gd name="csX65" fmla="*/ 90868 w 714375"/>
                <a:gd name="csY65" fmla="*/ 200262 h 333375"/>
                <a:gd name="csX66" fmla="*/ 92259 w 714375"/>
                <a:gd name="csY66" fmla="*/ 194966 h 333375"/>
                <a:gd name="csX67" fmla="*/ 93650 w 714375"/>
                <a:gd name="csY67" fmla="*/ 189613 h 333375"/>
                <a:gd name="csX68" fmla="*/ 95050 w 714375"/>
                <a:gd name="csY68" fmla="*/ 184126 h 333375"/>
                <a:gd name="csX69" fmla="*/ 96441 w 714375"/>
                <a:gd name="csY69" fmla="*/ 178650 h 333375"/>
                <a:gd name="csX70" fmla="*/ 97831 w 714375"/>
                <a:gd name="csY70" fmla="*/ 173039 h 333375"/>
                <a:gd name="csX71" fmla="*/ 99222 w 714375"/>
                <a:gd name="csY71" fmla="*/ 167419 h 333375"/>
                <a:gd name="csX72" fmla="*/ 100613 w 714375"/>
                <a:gd name="csY72" fmla="*/ 161752 h 333375"/>
                <a:gd name="csX73" fmla="*/ 102003 w 714375"/>
                <a:gd name="csY73" fmla="*/ 156075 h 333375"/>
                <a:gd name="csX74" fmla="*/ 103461 w 714375"/>
                <a:gd name="csY74" fmla="*/ 150332 h 333375"/>
                <a:gd name="csX75" fmla="*/ 104851 w 714375"/>
                <a:gd name="csY75" fmla="*/ 144531 h 333375"/>
                <a:gd name="csX76" fmla="*/ 106251 w 714375"/>
                <a:gd name="csY76" fmla="*/ 138787 h 333375"/>
                <a:gd name="csX77" fmla="*/ 107642 w 714375"/>
                <a:gd name="csY77" fmla="*/ 133053 h 333375"/>
                <a:gd name="csX78" fmla="*/ 109032 w 714375"/>
                <a:gd name="csY78" fmla="*/ 127253 h 333375"/>
                <a:gd name="csX79" fmla="*/ 110423 w 714375"/>
                <a:gd name="csY79" fmla="*/ 121509 h 333375"/>
                <a:gd name="csX80" fmla="*/ 111814 w 714375"/>
                <a:gd name="csY80" fmla="*/ 115832 h 333375"/>
                <a:gd name="csX81" fmla="*/ 113214 w 714375"/>
                <a:gd name="csY81" fmla="*/ 110165 h 333375"/>
                <a:gd name="csX82" fmla="*/ 114605 w 714375"/>
                <a:gd name="csY82" fmla="*/ 104545 h 333375"/>
                <a:gd name="csX83" fmla="*/ 115995 w 714375"/>
                <a:gd name="csY83" fmla="*/ 99001 h 333375"/>
                <a:gd name="csX84" fmla="*/ 117386 w 714375"/>
                <a:gd name="csY84" fmla="*/ 93515 h 333375"/>
                <a:gd name="csX85" fmla="*/ 118844 w 714375"/>
                <a:gd name="csY85" fmla="*/ 88029 h 333375"/>
                <a:gd name="csX86" fmla="*/ 120234 w 714375"/>
                <a:gd name="csY86" fmla="*/ 82742 h 333375"/>
                <a:gd name="csX87" fmla="*/ 121625 w 714375"/>
                <a:gd name="csY87" fmla="*/ 77513 h 333375"/>
                <a:gd name="csX88" fmla="*/ 123025 w 714375"/>
                <a:gd name="csY88" fmla="*/ 72350 h 333375"/>
                <a:gd name="csX89" fmla="*/ 124416 w 714375"/>
                <a:gd name="csY89" fmla="*/ 67369 h 333375"/>
                <a:gd name="csX90" fmla="*/ 125806 w 714375"/>
                <a:gd name="csY90" fmla="*/ 62464 h 333375"/>
                <a:gd name="csX91" fmla="*/ 127197 w 714375"/>
                <a:gd name="csY91" fmla="*/ 57739 h 333375"/>
                <a:gd name="csX92" fmla="*/ 128588 w 714375"/>
                <a:gd name="csY92" fmla="*/ 53091 h 333375"/>
                <a:gd name="csX93" fmla="*/ 129978 w 714375"/>
                <a:gd name="csY93" fmla="*/ 48690 h 333375"/>
                <a:gd name="csX94" fmla="*/ 131378 w 714375"/>
                <a:gd name="csY94" fmla="*/ 44357 h 333375"/>
                <a:gd name="csX95" fmla="*/ 132769 w 714375"/>
                <a:gd name="csY95" fmla="*/ 40204 h 333375"/>
                <a:gd name="csX96" fmla="*/ 134226 w 714375"/>
                <a:gd name="csY96" fmla="*/ 36251 h 333375"/>
                <a:gd name="csX97" fmla="*/ 135617 w 714375"/>
                <a:gd name="csY97" fmla="*/ 32488 h 333375"/>
                <a:gd name="csX98" fmla="*/ 137008 w 714375"/>
                <a:gd name="csY98" fmla="*/ 28859 h 333375"/>
                <a:gd name="csX99" fmla="*/ 138398 w 714375"/>
                <a:gd name="csY99" fmla="*/ 25478 h 333375"/>
                <a:gd name="csX100" fmla="*/ 139789 w 714375"/>
                <a:gd name="csY100" fmla="*/ 22287 h 333375"/>
                <a:gd name="csX101" fmla="*/ 141189 w 714375"/>
                <a:gd name="csY101" fmla="*/ 19230 h 333375"/>
                <a:gd name="csX102" fmla="*/ 142580 w 714375"/>
                <a:gd name="csY102" fmla="*/ 16486 h 333375"/>
                <a:gd name="csX103" fmla="*/ 143970 w 714375"/>
                <a:gd name="csY103" fmla="*/ 13934 h 333375"/>
                <a:gd name="csX104" fmla="*/ 145361 w 714375"/>
                <a:gd name="csY104" fmla="*/ 11514 h 333375"/>
                <a:gd name="csX105" fmla="*/ 146752 w 714375"/>
                <a:gd name="csY105" fmla="*/ 9343 h 333375"/>
                <a:gd name="csX106" fmla="*/ 148142 w 714375"/>
                <a:gd name="csY106" fmla="*/ 7428 h 333375"/>
                <a:gd name="csX107" fmla="*/ 149543 w 714375"/>
                <a:gd name="csY107" fmla="*/ 5714 h 333375"/>
                <a:gd name="csX108" fmla="*/ 151000 w 714375"/>
                <a:gd name="csY108" fmla="*/ 4247 h 333375"/>
                <a:gd name="csX109" fmla="*/ 152390 w 714375"/>
                <a:gd name="csY109" fmla="*/ 2970 h 333375"/>
                <a:gd name="csX110" fmla="*/ 153781 w 714375"/>
                <a:gd name="csY110" fmla="*/ 1951 h 333375"/>
                <a:gd name="csX111" fmla="*/ 155172 w 714375"/>
                <a:gd name="csY111" fmla="*/ 1123 h 333375"/>
                <a:gd name="csX112" fmla="*/ 156563 w 714375"/>
                <a:gd name="csY112" fmla="*/ 541 h 333375"/>
                <a:gd name="csX113" fmla="*/ 157963 w 714375"/>
                <a:gd name="csY113" fmla="*/ 160 h 333375"/>
                <a:gd name="csX114" fmla="*/ 159353 w 714375"/>
                <a:gd name="csY114" fmla="*/ -30 h 333375"/>
                <a:gd name="csX115" fmla="*/ 160744 w 714375"/>
                <a:gd name="csY115" fmla="*/ 94 h 333375"/>
                <a:gd name="csX116" fmla="*/ 162134 w 714375"/>
                <a:gd name="csY116" fmla="*/ 351 h 333375"/>
                <a:gd name="csX117" fmla="*/ 163525 w 714375"/>
                <a:gd name="csY117" fmla="*/ 799 h 333375"/>
                <a:gd name="csX118" fmla="*/ 164916 w 714375"/>
                <a:gd name="csY118" fmla="*/ 1561 h 333375"/>
                <a:gd name="csX119" fmla="*/ 166373 w 714375"/>
                <a:gd name="csY119" fmla="*/ 2456 h 333375"/>
                <a:gd name="csX120" fmla="*/ 167764 w 714375"/>
                <a:gd name="csY120" fmla="*/ 3542 h 333375"/>
                <a:gd name="csX121" fmla="*/ 169164 w 714375"/>
                <a:gd name="csY121" fmla="*/ 4876 h 333375"/>
                <a:gd name="csX122" fmla="*/ 170555 w 714375"/>
                <a:gd name="csY122" fmla="*/ 6342 h 333375"/>
                <a:gd name="csX123" fmla="*/ 171946 w 714375"/>
                <a:gd name="csY123" fmla="*/ 8009 h 333375"/>
                <a:gd name="csX124" fmla="*/ 173336 w 714375"/>
                <a:gd name="csY124" fmla="*/ 9857 h 333375"/>
                <a:gd name="csX125" fmla="*/ 174727 w 714375"/>
                <a:gd name="csY125" fmla="*/ 11895 h 333375"/>
                <a:gd name="csX126" fmla="*/ 176117 w 714375"/>
                <a:gd name="csY126" fmla="*/ 14067 h 333375"/>
                <a:gd name="csX127" fmla="*/ 177517 w 714375"/>
                <a:gd name="csY127" fmla="*/ 16420 h 333375"/>
                <a:gd name="csX128" fmla="*/ 178908 w 714375"/>
                <a:gd name="csY128" fmla="*/ 18906 h 333375"/>
                <a:gd name="csX129" fmla="*/ 180299 w 714375"/>
                <a:gd name="csY129" fmla="*/ 21582 h 333375"/>
                <a:gd name="csX130" fmla="*/ 181756 w 714375"/>
                <a:gd name="csY130" fmla="*/ 24325 h 333375"/>
                <a:gd name="csX131" fmla="*/ 183147 w 714375"/>
                <a:gd name="csY131" fmla="*/ 27259 h 333375"/>
                <a:gd name="csX132" fmla="*/ 184537 w 714375"/>
                <a:gd name="csY132" fmla="*/ 30259 h 333375"/>
                <a:gd name="csX133" fmla="*/ 185938 w 714375"/>
                <a:gd name="csY133" fmla="*/ 33451 h 333375"/>
                <a:gd name="csX134" fmla="*/ 187328 w 714375"/>
                <a:gd name="csY134" fmla="*/ 36698 h 333375"/>
                <a:gd name="csX135" fmla="*/ 188719 w 714375"/>
                <a:gd name="csY135" fmla="*/ 40013 h 333375"/>
                <a:gd name="csX136" fmla="*/ 190110 w 714375"/>
                <a:gd name="csY136" fmla="*/ 43461 h 333375"/>
                <a:gd name="csX137" fmla="*/ 191500 w 714375"/>
                <a:gd name="csY137" fmla="*/ 46966 h 333375"/>
                <a:gd name="csX138" fmla="*/ 192891 w 714375"/>
                <a:gd name="csY138" fmla="*/ 50605 h 333375"/>
                <a:gd name="csX139" fmla="*/ 194291 w 714375"/>
                <a:gd name="csY139" fmla="*/ 54234 h 333375"/>
                <a:gd name="csX140" fmla="*/ 195682 w 714375"/>
                <a:gd name="csY140" fmla="*/ 57930 h 333375"/>
                <a:gd name="csX141" fmla="*/ 197072 w 714375"/>
                <a:gd name="csY141" fmla="*/ 61692 h 333375"/>
                <a:gd name="csX142" fmla="*/ 198529 w 714375"/>
                <a:gd name="csY142" fmla="*/ 65521 h 333375"/>
                <a:gd name="csX143" fmla="*/ 199921 w 714375"/>
                <a:gd name="csY143" fmla="*/ 69417 h 333375"/>
                <a:gd name="csX144" fmla="*/ 201311 w 714375"/>
                <a:gd name="csY144" fmla="*/ 73236 h 333375"/>
                <a:gd name="csX145" fmla="*/ 202702 w 714375"/>
                <a:gd name="csY145" fmla="*/ 77132 h 333375"/>
                <a:gd name="csX146" fmla="*/ 204102 w 714375"/>
                <a:gd name="csY146" fmla="*/ 81018 h 333375"/>
                <a:gd name="csX147" fmla="*/ 205492 w 714375"/>
                <a:gd name="csY147" fmla="*/ 84971 h 333375"/>
                <a:gd name="csX148" fmla="*/ 206883 w 714375"/>
                <a:gd name="csY148" fmla="*/ 88857 h 333375"/>
                <a:gd name="csX149" fmla="*/ 208274 w 714375"/>
                <a:gd name="csY149" fmla="*/ 92753 h 333375"/>
                <a:gd name="csX150" fmla="*/ 209664 w 714375"/>
                <a:gd name="csY150" fmla="*/ 96639 h 333375"/>
                <a:gd name="csX151" fmla="*/ 211055 w 714375"/>
                <a:gd name="csY151" fmla="*/ 100468 h 333375"/>
                <a:gd name="csX152" fmla="*/ 212455 w 714375"/>
                <a:gd name="csY152" fmla="*/ 104297 h 333375"/>
                <a:gd name="csX153" fmla="*/ 213903 w 714375"/>
                <a:gd name="csY153" fmla="*/ 108117 h 333375"/>
                <a:gd name="csX154" fmla="*/ 215303 w 714375"/>
                <a:gd name="csY154" fmla="*/ 111822 h 333375"/>
                <a:gd name="csX155" fmla="*/ 216694 w 714375"/>
                <a:gd name="csY155" fmla="*/ 115518 h 333375"/>
                <a:gd name="csX156" fmla="*/ 218085 w 714375"/>
                <a:gd name="csY156" fmla="*/ 119214 h 333375"/>
                <a:gd name="csX157" fmla="*/ 219475 w 714375"/>
                <a:gd name="csY157" fmla="*/ 122785 h 333375"/>
                <a:gd name="csX158" fmla="*/ 220866 w 714375"/>
                <a:gd name="csY158" fmla="*/ 126290 h 333375"/>
                <a:gd name="csX159" fmla="*/ 222266 w 714375"/>
                <a:gd name="csY159" fmla="*/ 129739 h 333375"/>
                <a:gd name="csX160" fmla="*/ 223656 w 714375"/>
                <a:gd name="csY160" fmla="*/ 133177 h 333375"/>
                <a:gd name="csX161" fmla="*/ 225048 w 714375"/>
                <a:gd name="csY161" fmla="*/ 136492 h 333375"/>
                <a:gd name="csX162" fmla="*/ 226438 w 714375"/>
                <a:gd name="csY162" fmla="*/ 139683 h 333375"/>
                <a:gd name="csX163" fmla="*/ 227829 w 714375"/>
                <a:gd name="csY163" fmla="*/ 142873 h 333375"/>
                <a:gd name="csX164" fmla="*/ 229286 w 714375"/>
                <a:gd name="csY164" fmla="*/ 145931 h 333375"/>
                <a:gd name="csX165" fmla="*/ 230676 w 714375"/>
                <a:gd name="csY165" fmla="*/ 148932 h 333375"/>
                <a:gd name="csX166" fmla="*/ 232077 w 714375"/>
                <a:gd name="csY166" fmla="*/ 151799 h 333375"/>
                <a:gd name="csX167" fmla="*/ 233467 w 714375"/>
                <a:gd name="csY167" fmla="*/ 154608 h 333375"/>
                <a:gd name="csX168" fmla="*/ 234858 w 714375"/>
                <a:gd name="csY168" fmla="*/ 157285 h 333375"/>
                <a:gd name="csX169" fmla="*/ 236249 w 714375"/>
                <a:gd name="csY169" fmla="*/ 159895 h 333375"/>
                <a:gd name="csX170" fmla="*/ 237639 w 714375"/>
                <a:gd name="csY170" fmla="*/ 162448 h 333375"/>
                <a:gd name="csX171" fmla="*/ 239030 w 714375"/>
                <a:gd name="csY171" fmla="*/ 164876 h 333375"/>
                <a:gd name="csX172" fmla="*/ 240430 w 714375"/>
                <a:gd name="csY172" fmla="*/ 167172 h 333375"/>
                <a:gd name="csX173" fmla="*/ 241821 w 714375"/>
                <a:gd name="csY173" fmla="*/ 169401 h 333375"/>
                <a:gd name="csX174" fmla="*/ 243212 w 714375"/>
                <a:gd name="csY174" fmla="*/ 171506 h 333375"/>
                <a:gd name="csX175" fmla="*/ 244602 w 714375"/>
                <a:gd name="csY175" fmla="*/ 173544 h 333375"/>
                <a:gd name="csX176" fmla="*/ 246060 w 714375"/>
                <a:gd name="csY176" fmla="*/ 175459 h 333375"/>
                <a:gd name="csX177" fmla="*/ 247450 w 714375"/>
                <a:gd name="csY177" fmla="*/ 177307 h 333375"/>
                <a:gd name="csX178" fmla="*/ 248841 w 714375"/>
                <a:gd name="csY178" fmla="*/ 179031 h 333375"/>
                <a:gd name="csX179" fmla="*/ 250241 w 714375"/>
                <a:gd name="csY179" fmla="*/ 180688 h 333375"/>
                <a:gd name="csX180" fmla="*/ 251631 w 714375"/>
                <a:gd name="csY180" fmla="*/ 182279 h 333375"/>
                <a:gd name="csX181" fmla="*/ 253022 w 714375"/>
                <a:gd name="csY181" fmla="*/ 183745 h 333375"/>
                <a:gd name="csX182" fmla="*/ 254413 w 714375"/>
                <a:gd name="csY182" fmla="*/ 185146 h 333375"/>
                <a:gd name="csX183" fmla="*/ 255803 w 714375"/>
                <a:gd name="csY183" fmla="*/ 186489 h 333375"/>
                <a:gd name="csX184" fmla="*/ 257204 w 714375"/>
                <a:gd name="csY184" fmla="*/ 187698 h 333375"/>
                <a:gd name="csX185" fmla="*/ 258594 w 714375"/>
                <a:gd name="csY185" fmla="*/ 188851 h 333375"/>
                <a:gd name="csX186" fmla="*/ 259985 w 714375"/>
                <a:gd name="csY186" fmla="*/ 189994 h 333375"/>
                <a:gd name="csX187" fmla="*/ 261442 w 714375"/>
                <a:gd name="csY187" fmla="*/ 191013 h 333375"/>
                <a:gd name="csX188" fmla="*/ 262833 w 714375"/>
                <a:gd name="csY188" fmla="*/ 191975 h 333375"/>
                <a:gd name="csX189" fmla="*/ 264224 w 714375"/>
                <a:gd name="csY189" fmla="*/ 192870 h 333375"/>
                <a:gd name="csX190" fmla="*/ 265614 w 714375"/>
                <a:gd name="csY190" fmla="*/ 193699 h 333375"/>
                <a:gd name="csX191" fmla="*/ 267005 w 714375"/>
                <a:gd name="csY191" fmla="*/ 194528 h 333375"/>
                <a:gd name="csX192" fmla="*/ 268405 w 714375"/>
                <a:gd name="csY192" fmla="*/ 195290 h 333375"/>
                <a:gd name="csX193" fmla="*/ 269796 w 714375"/>
                <a:gd name="csY193" fmla="*/ 195994 h 333375"/>
                <a:gd name="csX194" fmla="*/ 271187 w 714375"/>
                <a:gd name="csY194" fmla="*/ 196633 h 333375"/>
                <a:gd name="csX195" fmla="*/ 272577 w 714375"/>
                <a:gd name="csY195" fmla="*/ 197271 h 333375"/>
                <a:gd name="csX196" fmla="*/ 273968 w 714375"/>
                <a:gd name="csY196" fmla="*/ 197899 h 333375"/>
                <a:gd name="csX197" fmla="*/ 275368 w 714375"/>
                <a:gd name="csY197" fmla="*/ 198481 h 333375"/>
                <a:gd name="csX198" fmla="*/ 276816 w 714375"/>
                <a:gd name="csY198" fmla="*/ 199052 h 333375"/>
                <a:gd name="csX199" fmla="*/ 278216 w 714375"/>
                <a:gd name="csY199" fmla="*/ 199566 h 333375"/>
                <a:gd name="csX200" fmla="*/ 279606 w 714375"/>
                <a:gd name="csY200" fmla="*/ 200071 h 333375"/>
                <a:gd name="csX201" fmla="*/ 280997 w 714375"/>
                <a:gd name="csY201" fmla="*/ 200643 h 333375"/>
                <a:gd name="csX202" fmla="*/ 282388 w 714375"/>
                <a:gd name="csY202" fmla="*/ 201157 h 333375"/>
                <a:gd name="csX203" fmla="*/ 283778 w 714375"/>
                <a:gd name="csY203" fmla="*/ 201662 h 333375"/>
                <a:gd name="csX204" fmla="*/ 285179 w 714375"/>
                <a:gd name="csY204" fmla="*/ 202176 h 333375"/>
                <a:gd name="csX205" fmla="*/ 286569 w 714375"/>
                <a:gd name="csY205" fmla="*/ 202690 h 333375"/>
                <a:gd name="csX206" fmla="*/ 287960 w 714375"/>
                <a:gd name="csY206" fmla="*/ 203262 h 333375"/>
                <a:gd name="csX207" fmla="*/ 289351 w 714375"/>
                <a:gd name="csY207" fmla="*/ 203834 h 333375"/>
                <a:gd name="csX208" fmla="*/ 290741 w 714375"/>
                <a:gd name="csY208" fmla="*/ 204348 h 333375"/>
                <a:gd name="csX209" fmla="*/ 292132 w 714375"/>
                <a:gd name="csY209" fmla="*/ 204986 h 333375"/>
                <a:gd name="csX210" fmla="*/ 293589 w 714375"/>
                <a:gd name="csY210" fmla="*/ 205558 h 333375"/>
                <a:gd name="csX211" fmla="*/ 294980 w 714375"/>
                <a:gd name="csY211" fmla="*/ 206196 h 333375"/>
                <a:gd name="csX212" fmla="*/ 296380 w 714375"/>
                <a:gd name="csY212" fmla="*/ 206834 h 333375"/>
                <a:gd name="csX213" fmla="*/ 297770 w 714375"/>
                <a:gd name="csY213" fmla="*/ 207529 h 333375"/>
                <a:gd name="csX214" fmla="*/ 299161 w 714375"/>
                <a:gd name="csY214" fmla="*/ 208234 h 333375"/>
                <a:gd name="csX215" fmla="*/ 300552 w 714375"/>
                <a:gd name="csY215" fmla="*/ 208939 h 333375"/>
                <a:gd name="csX216" fmla="*/ 301943 w 714375"/>
                <a:gd name="csY216" fmla="*/ 209701 h 333375"/>
                <a:gd name="csX217" fmla="*/ 303343 w 714375"/>
                <a:gd name="csY217" fmla="*/ 210530 h 333375"/>
                <a:gd name="csX218" fmla="*/ 304733 w 714375"/>
                <a:gd name="csY218" fmla="*/ 211358 h 333375"/>
                <a:gd name="csX219" fmla="*/ 306124 w 714375"/>
                <a:gd name="csY219" fmla="*/ 212187 h 333375"/>
                <a:gd name="csX220" fmla="*/ 307515 w 714375"/>
                <a:gd name="csY220" fmla="*/ 213082 h 333375"/>
                <a:gd name="csX221" fmla="*/ 308972 w 714375"/>
                <a:gd name="csY221" fmla="*/ 213968 h 333375"/>
                <a:gd name="csX222" fmla="*/ 310363 w 714375"/>
                <a:gd name="csY222" fmla="*/ 214930 h 333375"/>
                <a:gd name="csX223" fmla="*/ 311753 w 714375"/>
                <a:gd name="csY223" fmla="*/ 215883 h 333375"/>
                <a:gd name="csX224" fmla="*/ 313154 w 714375"/>
                <a:gd name="csY224" fmla="*/ 216845 h 333375"/>
                <a:gd name="csX225" fmla="*/ 314544 w 714375"/>
                <a:gd name="csY225" fmla="*/ 217864 h 333375"/>
                <a:gd name="csX226" fmla="*/ 315935 w 714375"/>
                <a:gd name="csY226" fmla="*/ 218950 h 333375"/>
                <a:gd name="csX227" fmla="*/ 317326 w 714375"/>
                <a:gd name="csY227" fmla="*/ 219969 h 333375"/>
                <a:gd name="csX228" fmla="*/ 318716 w 714375"/>
                <a:gd name="csY228" fmla="*/ 221055 h 333375"/>
                <a:gd name="csX229" fmla="*/ 320107 w 714375"/>
                <a:gd name="csY229" fmla="*/ 222131 h 333375"/>
                <a:gd name="csX230" fmla="*/ 321507 w 714375"/>
                <a:gd name="csY230" fmla="*/ 223217 h 333375"/>
                <a:gd name="csX231" fmla="*/ 322897 w 714375"/>
                <a:gd name="csY231" fmla="*/ 224369 h 333375"/>
                <a:gd name="csX232" fmla="*/ 324355 w 714375"/>
                <a:gd name="csY232" fmla="*/ 225512 h 333375"/>
                <a:gd name="csX233" fmla="*/ 325745 w 714375"/>
                <a:gd name="csY233" fmla="*/ 226598 h 333375"/>
                <a:gd name="csX234" fmla="*/ 327136 w 714375"/>
                <a:gd name="csY234" fmla="*/ 227751 h 333375"/>
                <a:gd name="csX235" fmla="*/ 328527 w 714375"/>
                <a:gd name="csY235" fmla="*/ 228894 h 333375"/>
                <a:gd name="csX236" fmla="*/ 329917 w 714375"/>
                <a:gd name="csY236" fmla="*/ 230046 h 333375"/>
                <a:gd name="csX237" fmla="*/ 331318 w 714375"/>
                <a:gd name="csY237" fmla="*/ 231189 h 333375"/>
                <a:gd name="csX238" fmla="*/ 332708 w 714375"/>
                <a:gd name="csY238" fmla="*/ 232275 h 333375"/>
                <a:gd name="csX239" fmla="*/ 334099 w 714375"/>
                <a:gd name="csY239" fmla="*/ 233418 h 333375"/>
                <a:gd name="csX240" fmla="*/ 335490 w 714375"/>
                <a:gd name="csY240" fmla="*/ 234504 h 333375"/>
                <a:gd name="csX241" fmla="*/ 336880 w 714375"/>
                <a:gd name="csY241" fmla="*/ 235590 h 333375"/>
                <a:gd name="csX242" fmla="*/ 338271 w 714375"/>
                <a:gd name="csY242" fmla="*/ 236676 h 333375"/>
                <a:gd name="csX243" fmla="*/ 339671 w 714375"/>
                <a:gd name="csY243" fmla="*/ 237695 h 333375"/>
                <a:gd name="csX244" fmla="*/ 341128 w 714375"/>
                <a:gd name="csY244" fmla="*/ 238714 h 333375"/>
                <a:gd name="csX245" fmla="*/ 342519 w 714375"/>
                <a:gd name="csY245" fmla="*/ 239733 h 333375"/>
                <a:gd name="csX246" fmla="*/ 343909 w 714375"/>
                <a:gd name="csY246" fmla="*/ 240695 h 333375"/>
                <a:gd name="csX247" fmla="*/ 345301 w 714375"/>
                <a:gd name="csY247" fmla="*/ 241648 h 333375"/>
                <a:gd name="csX248" fmla="*/ 346691 w 714375"/>
                <a:gd name="csY248" fmla="*/ 242543 h 333375"/>
                <a:gd name="csX249" fmla="*/ 348091 w 714375"/>
                <a:gd name="csY249" fmla="*/ 243429 h 333375"/>
                <a:gd name="csX250" fmla="*/ 349482 w 714375"/>
                <a:gd name="csY250" fmla="*/ 244200 h 333375"/>
                <a:gd name="csX251" fmla="*/ 350872 w 714375"/>
                <a:gd name="csY251" fmla="*/ 245029 h 333375"/>
                <a:gd name="csX252" fmla="*/ 352263 w 714375"/>
                <a:gd name="csY252" fmla="*/ 245791 h 333375"/>
                <a:gd name="csX253" fmla="*/ 353654 w 714375"/>
                <a:gd name="csY253" fmla="*/ 246496 h 333375"/>
                <a:gd name="csX254" fmla="*/ 355044 w 714375"/>
                <a:gd name="csY254" fmla="*/ 247134 h 333375"/>
                <a:gd name="csX255" fmla="*/ 356502 w 714375"/>
                <a:gd name="csY255" fmla="*/ 247772 h 333375"/>
                <a:gd name="csX256" fmla="*/ 357892 w 714375"/>
                <a:gd name="csY256" fmla="*/ 248344 h 333375"/>
                <a:gd name="csX257" fmla="*/ 359293 w 714375"/>
                <a:gd name="csY257" fmla="*/ 248858 h 333375"/>
                <a:gd name="csX258" fmla="*/ 360683 w 714375"/>
                <a:gd name="csY258" fmla="*/ 249363 h 333375"/>
                <a:gd name="csX259" fmla="*/ 362074 w 714375"/>
                <a:gd name="csY259" fmla="*/ 249744 h 333375"/>
                <a:gd name="csX260" fmla="*/ 363465 w 714375"/>
                <a:gd name="csY260" fmla="*/ 250125 h 333375"/>
                <a:gd name="csX261" fmla="*/ 364855 w 714375"/>
                <a:gd name="csY261" fmla="*/ 250449 h 333375"/>
                <a:gd name="csX262" fmla="*/ 366246 w 714375"/>
                <a:gd name="csY262" fmla="*/ 250763 h 333375"/>
                <a:gd name="csX263" fmla="*/ 367646 w 714375"/>
                <a:gd name="csY263" fmla="*/ 250954 h 333375"/>
                <a:gd name="csX264" fmla="*/ 369036 w 714375"/>
                <a:gd name="csY264" fmla="*/ 251154 h 333375"/>
                <a:gd name="csX265" fmla="*/ 370428 w 714375"/>
                <a:gd name="csY265" fmla="*/ 251278 h 333375"/>
                <a:gd name="csX266" fmla="*/ 371818 w 714375"/>
                <a:gd name="csY266" fmla="*/ 251278 h 333375"/>
                <a:gd name="csX267" fmla="*/ 373275 w 714375"/>
                <a:gd name="csY267" fmla="*/ 251278 h 333375"/>
                <a:gd name="csX268" fmla="*/ 374666 w 714375"/>
                <a:gd name="csY268" fmla="*/ 251278 h 333375"/>
                <a:gd name="csX269" fmla="*/ 376066 w 714375"/>
                <a:gd name="csY269" fmla="*/ 251154 h 333375"/>
                <a:gd name="csX270" fmla="*/ 377457 w 714375"/>
                <a:gd name="csY270" fmla="*/ 251020 h 333375"/>
                <a:gd name="csX271" fmla="*/ 378847 w 714375"/>
                <a:gd name="csY271" fmla="*/ 250830 h 333375"/>
                <a:gd name="csX272" fmla="*/ 380238 w 714375"/>
                <a:gd name="csY272" fmla="*/ 250573 h 333375"/>
                <a:gd name="csX273" fmla="*/ 381629 w 714375"/>
                <a:gd name="csY273" fmla="*/ 250259 h 333375"/>
                <a:gd name="csX274" fmla="*/ 383019 w 714375"/>
                <a:gd name="csY274" fmla="*/ 249935 h 333375"/>
                <a:gd name="csX275" fmla="*/ 384420 w 714375"/>
                <a:gd name="csY275" fmla="*/ 249487 h 333375"/>
                <a:gd name="csX276" fmla="*/ 385810 w 714375"/>
                <a:gd name="csY276" fmla="*/ 249049 h 333375"/>
                <a:gd name="csX277" fmla="*/ 387201 w 714375"/>
                <a:gd name="csY277" fmla="*/ 248534 h 333375"/>
                <a:gd name="csX278" fmla="*/ 388658 w 714375"/>
                <a:gd name="csY278" fmla="*/ 248020 h 333375"/>
                <a:gd name="csX279" fmla="*/ 390049 w 714375"/>
                <a:gd name="csY279" fmla="*/ 247392 h 333375"/>
                <a:gd name="csX280" fmla="*/ 391440 w 714375"/>
                <a:gd name="csY280" fmla="*/ 246753 h 333375"/>
                <a:gd name="csX281" fmla="*/ 392830 w 714375"/>
                <a:gd name="csY281" fmla="*/ 246048 h 333375"/>
                <a:gd name="csX282" fmla="*/ 394230 w 714375"/>
                <a:gd name="csY282" fmla="*/ 245343 h 333375"/>
                <a:gd name="csX283" fmla="*/ 395621 w 714375"/>
                <a:gd name="csY283" fmla="*/ 244515 h 333375"/>
                <a:gd name="csX284" fmla="*/ 397011 w 714375"/>
                <a:gd name="csY284" fmla="*/ 243753 h 333375"/>
                <a:gd name="csX285" fmla="*/ 398402 w 714375"/>
                <a:gd name="csY285" fmla="*/ 242858 h 333375"/>
                <a:gd name="csX286" fmla="*/ 399793 w 714375"/>
                <a:gd name="csY286" fmla="*/ 241962 h 333375"/>
                <a:gd name="csX287" fmla="*/ 401193 w 714375"/>
                <a:gd name="csY287" fmla="*/ 241010 h 333375"/>
                <a:gd name="csX288" fmla="*/ 402584 w 714375"/>
                <a:gd name="csY288" fmla="*/ 239991 h 333375"/>
                <a:gd name="csX289" fmla="*/ 404041 w 714375"/>
                <a:gd name="csY289" fmla="*/ 238971 h 333375"/>
                <a:gd name="csX290" fmla="*/ 405432 w 714375"/>
                <a:gd name="csY290" fmla="*/ 237952 h 333375"/>
                <a:gd name="csX291" fmla="*/ 406822 w 714375"/>
                <a:gd name="csY291" fmla="*/ 236800 h 333375"/>
                <a:gd name="csX292" fmla="*/ 408213 w 714375"/>
                <a:gd name="csY292" fmla="*/ 235714 h 333375"/>
                <a:gd name="csX293" fmla="*/ 409604 w 714375"/>
                <a:gd name="csY293" fmla="*/ 234504 h 333375"/>
                <a:gd name="csX294" fmla="*/ 410994 w 714375"/>
                <a:gd name="csY294" fmla="*/ 233361 h 333375"/>
                <a:gd name="csX295" fmla="*/ 412394 w 714375"/>
                <a:gd name="csY295" fmla="*/ 232151 h 333375"/>
                <a:gd name="csX296" fmla="*/ 413785 w 714375"/>
                <a:gd name="csY296" fmla="*/ 230875 h 333375"/>
                <a:gd name="csX297" fmla="*/ 415176 w 714375"/>
                <a:gd name="csY297" fmla="*/ 229599 h 333375"/>
                <a:gd name="csX298" fmla="*/ 416567 w 714375"/>
                <a:gd name="csY298" fmla="*/ 228322 h 333375"/>
                <a:gd name="csX299" fmla="*/ 417957 w 714375"/>
                <a:gd name="csY299" fmla="*/ 226979 h 333375"/>
                <a:gd name="csX300" fmla="*/ 419357 w 714375"/>
                <a:gd name="csY300" fmla="*/ 225646 h 333375"/>
                <a:gd name="csX301" fmla="*/ 420805 w 714375"/>
                <a:gd name="csY301" fmla="*/ 224303 h 333375"/>
                <a:gd name="csX302" fmla="*/ 422205 w 714375"/>
                <a:gd name="csY302" fmla="*/ 222903 h 333375"/>
                <a:gd name="csX303" fmla="*/ 423596 w 714375"/>
                <a:gd name="csY303" fmla="*/ 221493 h 333375"/>
                <a:gd name="csX304" fmla="*/ 424986 w 714375"/>
                <a:gd name="csY304" fmla="*/ 220159 h 333375"/>
                <a:gd name="csX305" fmla="*/ 426377 w 714375"/>
                <a:gd name="csY305" fmla="*/ 218759 h 333375"/>
                <a:gd name="csX306" fmla="*/ 427768 w 714375"/>
                <a:gd name="csY306" fmla="*/ 217292 h 333375"/>
                <a:gd name="csX307" fmla="*/ 429158 w 714375"/>
                <a:gd name="csY307" fmla="*/ 215883 h 333375"/>
                <a:gd name="csX308" fmla="*/ 430559 w 714375"/>
                <a:gd name="csY308" fmla="*/ 214482 h 333375"/>
                <a:gd name="csX309" fmla="*/ 431949 w 714375"/>
                <a:gd name="csY309" fmla="*/ 213082 h 333375"/>
                <a:gd name="csX310" fmla="*/ 433340 w 714375"/>
                <a:gd name="csY310" fmla="*/ 211673 h 333375"/>
                <a:gd name="csX311" fmla="*/ 434731 w 714375"/>
                <a:gd name="csY311" fmla="*/ 210273 h 333375"/>
                <a:gd name="csX312" fmla="*/ 436188 w 714375"/>
                <a:gd name="csY312" fmla="*/ 208872 h 333375"/>
                <a:gd name="csX313" fmla="*/ 437579 w 714375"/>
                <a:gd name="csY313" fmla="*/ 207472 h 333375"/>
                <a:gd name="csX314" fmla="*/ 438969 w 714375"/>
                <a:gd name="csY314" fmla="*/ 206062 h 333375"/>
                <a:gd name="csX315" fmla="*/ 440369 w 714375"/>
                <a:gd name="csY315" fmla="*/ 204729 h 333375"/>
                <a:gd name="csX316" fmla="*/ 441760 w 714375"/>
                <a:gd name="csY316" fmla="*/ 203386 h 333375"/>
                <a:gd name="csX317" fmla="*/ 443150 w 714375"/>
                <a:gd name="csY317" fmla="*/ 202109 h 333375"/>
                <a:gd name="csX318" fmla="*/ 444541 w 714375"/>
                <a:gd name="csY318" fmla="*/ 200776 h 333375"/>
                <a:gd name="csX319" fmla="*/ 445932 w 714375"/>
                <a:gd name="csY319" fmla="*/ 199500 h 333375"/>
                <a:gd name="csX320" fmla="*/ 447332 w 714375"/>
                <a:gd name="csY320" fmla="*/ 198290 h 333375"/>
                <a:gd name="csX321" fmla="*/ 448723 w 714375"/>
                <a:gd name="csY321" fmla="*/ 197071 h 333375"/>
                <a:gd name="csX322" fmla="*/ 450113 w 714375"/>
                <a:gd name="csY322" fmla="*/ 195928 h 333375"/>
                <a:gd name="csX323" fmla="*/ 451571 w 714375"/>
                <a:gd name="csY323" fmla="*/ 194775 h 333375"/>
                <a:gd name="csX324" fmla="*/ 452962 w 714375"/>
                <a:gd name="csY324" fmla="*/ 193699 h 333375"/>
                <a:gd name="csX325" fmla="*/ 454352 w 714375"/>
                <a:gd name="csY325" fmla="*/ 192613 h 333375"/>
                <a:gd name="csX326" fmla="*/ 455743 w 714375"/>
                <a:gd name="csY326" fmla="*/ 191594 h 333375"/>
                <a:gd name="csX327" fmla="*/ 457143 w 714375"/>
                <a:gd name="csY327" fmla="*/ 190565 h 333375"/>
                <a:gd name="csX328" fmla="*/ 458534 w 714375"/>
                <a:gd name="csY328" fmla="*/ 189679 h 333375"/>
                <a:gd name="csX329" fmla="*/ 459924 w 714375"/>
                <a:gd name="csY329" fmla="*/ 188784 h 333375"/>
                <a:gd name="csX330" fmla="*/ 461315 w 714375"/>
                <a:gd name="csY330" fmla="*/ 187889 h 333375"/>
                <a:gd name="csX331" fmla="*/ 462706 w 714375"/>
                <a:gd name="csY331" fmla="*/ 187127 h 333375"/>
                <a:gd name="csX332" fmla="*/ 464096 w 714375"/>
                <a:gd name="csY332" fmla="*/ 186365 h 333375"/>
                <a:gd name="csX333" fmla="*/ 465496 w 714375"/>
                <a:gd name="csY333" fmla="*/ 185660 h 333375"/>
                <a:gd name="csX334" fmla="*/ 466887 w 714375"/>
                <a:gd name="csY334" fmla="*/ 184955 h 333375"/>
                <a:gd name="csX335" fmla="*/ 468344 w 714375"/>
                <a:gd name="csY335" fmla="*/ 184383 h 333375"/>
                <a:gd name="csX336" fmla="*/ 469735 w 714375"/>
                <a:gd name="csY336" fmla="*/ 183812 h 333375"/>
                <a:gd name="csX337" fmla="*/ 471126 w 714375"/>
                <a:gd name="csY337" fmla="*/ 183241 h 333375"/>
                <a:gd name="csX338" fmla="*/ 472516 w 714375"/>
                <a:gd name="csY338" fmla="*/ 182793 h 333375"/>
                <a:gd name="csX339" fmla="*/ 473907 w 714375"/>
                <a:gd name="csY339" fmla="*/ 182345 h 333375"/>
                <a:gd name="csX340" fmla="*/ 475307 w 714375"/>
                <a:gd name="csY340" fmla="*/ 181964 h 333375"/>
                <a:gd name="csX341" fmla="*/ 476698 w 714375"/>
                <a:gd name="csY341" fmla="*/ 181583 h 333375"/>
                <a:gd name="csX342" fmla="*/ 478088 w 714375"/>
                <a:gd name="csY342" fmla="*/ 181326 h 333375"/>
                <a:gd name="csX343" fmla="*/ 479479 w 714375"/>
                <a:gd name="csY343" fmla="*/ 181002 h 333375"/>
                <a:gd name="csX344" fmla="*/ 480870 w 714375"/>
                <a:gd name="csY344" fmla="*/ 180812 h 333375"/>
                <a:gd name="csX345" fmla="*/ 482260 w 714375"/>
                <a:gd name="csY345" fmla="*/ 180555 h 333375"/>
                <a:gd name="csX346" fmla="*/ 483718 w 714375"/>
                <a:gd name="csY346" fmla="*/ 180431 h 333375"/>
                <a:gd name="csX347" fmla="*/ 485108 w 714375"/>
                <a:gd name="csY347" fmla="*/ 180240 h 333375"/>
                <a:gd name="csX348" fmla="*/ 486508 w 714375"/>
                <a:gd name="csY348" fmla="*/ 180116 h 333375"/>
                <a:gd name="csX349" fmla="*/ 487899 w 714375"/>
                <a:gd name="csY349" fmla="*/ 180050 h 333375"/>
                <a:gd name="csX350" fmla="*/ 489290 w 714375"/>
                <a:gd name="csY350" fmla="*/ 179926 h 333375"/>
                <a:gd name="csX351" fmla="*/ 490681 w 714375"/>
                <a:gd name="csY351" fmla="*/ 179859 h 333375"/>
                <a:gd name="csX352" fmla="*/ 492071 w 714375"/>
                <a:gd name="csY352" fmla="*/ 179792 h 333375"/>
                <a:gd name="csX353" fmla="*/ 493471 w 714375"/>
                <a:gd name="csY353" fmla="*/ 179726 h 333375"/>
                <a:gd name="csX354" fmla="*/ 494862 w 714375"/>
                <a:gd name="csY354" fmla="*/ 179669 h 333375"/>
                <a:gd name="csX355" fmla="*/ 496252 w 714375"/>
                <a:gd name="csY355" fmla="*/ 179669 h 333375"/>
                <a:gd name="csX356" fmla="*/ 497643 w 714375"/>
                <a:gd name="csY356" fmla="*/ 179602 h 333375"/>
                <a:gd name="csX357" fmla="*/ 499101 w 714375"/>
                <a:gd name="csY357" fmla="*/ 179535 h 333375"/>
                <a:gd name="csX358" fmla="*/ 500491 w 714375"/>
                <a:gd name="csY358" fmla="*/ 179411 h 333375"/>
                <a:gd name="csX359" fmla="*/ 501882 w 714375"/>
                <a:gd name="csY359" fmla="*/ 179345 h 333375"/>
                <a:gd name="csX360" fmla="*/ 503282 w 714375"/>
                <a:gd name="csY360" fmla="*/ 179221 h 333375"/>
                <a:gd name="csX361" fmla="*/ 504673 w 714375"/>
                <a:gd name="csY361" fmla="*/ 179031 h 333375"/>
                <a:gd name="csX362" fmla="*/ 506063 w 714375"/>
                <a:gd name="csY362" fmla="*/ 178897 h 333375"/>
                <a:gd name="csX363" fmla="*/ 507454 w 714375"/>
                <a:gd name="csY363" fmla="*/ 178650 h 333375"/>
                <a:gd name="csX364" fmla="*/ 508845 w 714375"/>
                <a:gd name="csY364" fmla="*/ 178459 h 333375"/>
                <a:gd name="csX365" fmla="*/ 510235 w 714375"/>
                <a:gd name="csY365" fmla="*/ 178135 h 333375"/>
                <a:gd name="csX366" fmla="*/ 511635 w 714375"/>
                <a:gd name="csY366" fmla="*/ 177821 h 333375"/>
                <a:gd name="csX367" fmla="*/ 513026 w 714375"/>
                <a:gd name="csY367" fmla="*/ 177430 h 333375"/>
                <a:gd name="csX368" fmla="*/ 514416 w 714375"/>
                <a:gd name="csY368" fmla="*/ 176992 h 333375"/>
                <a:gd name="csX369" fmla="*/ 515874 w 714375"/>
                <a:gd name="csY369" fmla="*/ 176544 h 333375"/>
                <a:gd name="csX370" fmla="*/ 517265 w 714375"/>
                <a:gd name="csY370" fmla="*/ 176030 h 333375"/>
                <a:gd name="csX371" fmla="*/ 518655 w 714375"/>
                <a:gd name="csY371" fmla="*/ 175392 h 333375"/>
                <a:gd name="csX372" fmla="*/ 520046 w 714375"/>
                <a:gd name="csY372" fmla="*/ 174820 h 333375"/>
                <a:gd name="csX373" fmla="*/ 521446 w 714375"/>
                <a:gd name="csY373" fmla="*/ 174059 h 333375"/>
                <a:gd name="csX374" fmla="*/ 522837 w 714375"/>
                <a:gd name="csY374" fmla="*/ 173287 h 333375"/>
                <a:gd name="csX375" fmla="*/ 524228 w 714375"/>
                <a:gd name="csY375" fmla="*/ 172525 h 333375"/>
                <a:gd name="csX376" fmla="*/ 525618 w 714375"/>
                <a:gd name="csY376" fmla="*/ 171630 h 333375"/>
                <a:gd name="csX377" fmla="*/ 527009 w 714375"/>
                <a:gd name="csY377" fmla="*/ 170677 h 333375"/>
                <a:gd name="csX378" fmla="*/ 528399 w 714375"/>
                <a:gd name="csY378" fmla="*/ 169715 h 333375"/>
                <a:gd name="csX379" fmla="*/ 529800 w 714375"/>
                <a:gd name="csY379" fmla="*/ 168639 h 333375"/>
                <a:gd name="csX380" fmla="*/ 531257 w 714375"/>
                <a:gd name="csY380" fmla="*/ 167553 h 333375"/>
                <a:gd name="csX381" fmla="*/ 532647 w 714375"/>
                <a:gd name="csY381" fmla="*/ 166400 h 333375"/>
                <a:gd name="csX382" fmla="*/ 534038 w 714375"/>
                <a:gd name="csY382" fmla="*/ 165191 h 333375"/>
                <a:gd name="csX383" fmla="*/ 535429 w 714375"/>
                <a:gd name="csY383" fmla="*/ 163914 h 333375"/>
                <a:gd name="csX384" fmla="*/ 536820 w 714375"/>
                <a:gd name="csY384" fmla="*/ 162581 h 333375"/>
                <a:gd name="csX385" fmla="*/ 538220 w 714375"/>
                <a:gd name="csY385" fmla="*/ 161238 h 333375"/>
                <a:gd name="csX386" fmla="*/ 539610 w 714375"/>
                <a:gd name="csY386" fmla="*/ 159895 h 333375"/>
                <a:gd name="csX387" fmla="*/ 541001 w 714375"/>
                <a:gd name="csY387" fmla="*/ 158495 h 333375"/>
                <a:gd name="csX388" fmla="*/ 542392 w 714375"/>
                <a:gd name="csY388" fmla="*/ 157028 h 333375"/>
                <a:gd name="csX389" fmla="*/ 543782 w 714375"/>
                <a:gd name="csY389" fmla="*/ 155561 h 333375"/>
                <a:gd name="csX390" fmla="*/ 545173 w 714375"/>
                <a:gd name="csY390" fmla="*/ 154094 h 333375"/>
                <a:gd name="csX391" fmla="*/ 546630 w 714375"/>
                <a:gd name="csY391" fmla="*/ 152627 h 333375"/>
                <a:gd name="csX392" fmla="*/ 548021 w 714375"/>
                <a:gd name="csY392" fmla="*/ 151160 h 333375"/>
                <a:gd name="csX393" fmla="*/ 549421 w 714375"/>
                <a:gd name="csY393" fmla="*/ 149636 h 333375"/>
                <a:gd name="csX394" fmla="*/ 550812 w 714375"/>
                <a:gd name="csY394" fmla="*/ 148169 h 333375"/>
                <a:gd name="csX395" fmla="*/ 552203 w 714375"/>
                <a:gd name="csY395" fmla="*/ 146760 h 333375"/>
                <a:gd name="csX396" fmla="*/ 553593 w 714375"/>
                <a:gd name="csY396" fmla="*/ 145293 h 333375"/>
                <a:gd name="csX397" fmla="*/ 554984 w 714375"/>
                <a:gd name="csY397" fmla="*/ 143959 h 333375"/>
                <a:gd name="csX398" fmla="*/ 556384 w 714375"/>
                <a:gd name="csY398" fmla="*/ 142617 h 333375"/>
                <a:gd name="csX399" fmla="*/ 557774 w 714375"/>
                <a:gd name="csY399" fmla="*/ 141283 h 333375"/>
                <a:gd name="csX400" fmla="*/ 559165 w 714375"/>
                <a:gd name="csY400" fmla="*/ 140064 h 333375"/>
                <a:gd name="csX401" fmla="*/ 560556 w 714375"/>
                <a:gd name="csY401" fmla="*/ 138854 h 333375"/>
                <a:gd name="csX402" fmla="*/ 561947 w 714375"/>
                <a:gd name="csY402" fmla="*/ 137768 h 333375"/>
                <a:gd name="csX403" fmla="*/ 563404 w 714375"/>
                <a:gd name="csY403" fmla="*/ 136749 h 333375"/>
                <a:gd name="csX404" fmla="*/ 564794 w 714375"/>
                <a:gd name="csY404" fmla="*/ 135797 h 333375"/>
                <a:gd name="csX405" fmla="*/ 566195 w 714375"/>
                <a:gd name="csY405" fmla="*/ 134968 h 333375"/>
                <a:gd name="csX406" fmla="*/ 567585 w 714375"/>
                <a:gd name="csY406" fmla="*/ 134196 h 333375"/>
                <a:gd name="csX407" fmla="*/ 568976 w 714375"/>
                <a:gd name="csY407" fmla="*/ 133558 h 333375"/>
                <a:gd name="csX408" fmla="*/ 570367 w 714375"/>
                <a:gd name="csY408" fmla="*/ 133053 h 333375"/>
                <a:gd name="csX409" fmla="*/ 571757 w 714375"/>
                <a:gd name="csY409" fmla="*/ 132606 h 333375"/>
                <a:gd name="csX410" fmla="*/ 573148 w 714375"/>
                <a:gd name="csY410" fmla="*/ 132349 h 333375"/>
                <a:gd name="csX411" fmla="*/ 574548 w 714375"/>
                <a:gd name="csY411" fmla="*/ 132225 h 333375"/>
                <a:gd name="csX412" fmla="*/ 575939 w 714375"/>
                <a:gd name="csY412" fmla="*/ 132225 h 333375"/>
                <a:gd name="csX413" fmla="*/ 577330 w 714375"/>
                <a:gd name="csY413" fmla="*/ 132291 h 333375"/>
                <a:gd name="csX414" fmla="*/ 578787 w 714375"/>
                <a:gd name="csY414" fmla="*/ 132606 h 333375"/>
                <a:gd name="csX415" fmla="*/ 580178 w 714375"/>
                <a:gd name="csY415" fmla="*/ 132987 h 333375"/>
                <a:gd name="csX416" fmla="*/ 581568 w 714375"/>
                <a:gd name="csY416" fmla="*/ 133558 h 333375"/>
                <a:gd name="csX417" fmla="*/ 582959 w 714375"/>
                <a:gd name="csY417" fmla="*/ 134330 h 333375"/>
                <a:gd name="csX418" fmla="*/ 584359 w 714375"/>
                <a:gd name="csY418" fmla="*/ 135158 h 333375"/>
                <a:gd name="csX419" fmla="*/ 585749 w 714375"/>
                <a:gd name="csY419" fmla="*/ 136177 h 333375"/>
                <a:gd name="csX420" fmla="*/ 587140 w 714375"/>
                <a:gd name="csY420" fmla="*/ 137387 h 333375"/>
                <a:gd name="csX421" fmla="*/ 588531 w 714375"/>
                <a:gd name="csY421" fmla="*/ 138730 h 333375"/>
                <a:gd name="csX422" fmla="*/ 589921 w 714375"/>
                <a:gd name="csY422" fmla="*/ 140197 h 333375"/>
                <a:gd name="csX423" fmla="*/ 591322 w 714375"/>
                <a:gd name="csY423" fmla="*/ 141854 h 333375"/>
                <a:gd name="csX424" fmla="*/ 592712 w 714375"/>
                <a:gd name="csY424" fmla="*/ 143702 h 333375"/>
                <a:gd name="csX425" fmla="*/ 594170 w 714375"/>
                <a:gd name="csY425" fmla="*/ 145617 h 333375"/>
                <a:gd name="csX426" fmla="*/ 595560 w 714375"/>
                <a:gd name="csY426" fmla="*/ 147722 h 333375"/>
                <a:gd name="csX427" fmla="*/ 596951 w 714375"/>
                <a:gd name="csY427" fmla="*/ 149951 h 333375"/>
                <a:gd name="csX428" fmla="*/ 598342 w 714375"/>
                <a:gd name="csY428" fmla="*/ 152370 h 333375"/>
                <a:gd name="csX429" fmla="*/ 599732 w 714375"/>
                <a:gd name="csY429" fmla="*/ 154865 h 333375"/>
                <a:gd name="csX430" fmla="*/ 601123 w 714375"/>
                <a:gd name="csY430" fmla="*/ 157542 h 333375"/>
                <a:gd name="csX431" fmla="*/ 602523 w 714375"/>
                <a:gd name="csY431" fmla="*/ 160285 h 333375"/>
                <a:gd name="csX432" fmla="*/ 603914 w 714375"/>
                <a:gd name="csY432" fmla="*/ 163152 h 333375"/>
                <a:gd name="csX433" fmla="*/ 605305 w 714375"/>
                <a:gd name="csY433" fmla="*/ 166210 h 333375"/>
                <a:gd name="csX434" fmla="*/ 606695 w 714375"/>
                <a:gd name="csY434" fmla="*/ 169277 h 333375"/>
                <a:gd name="csX435" fmla="*/ 608086 w 714375"/>
                <a:gd name="csY435" fmla="*/ 172458 h 333375"/>
                <a:gd name="csX436" fmla="*/ 609486 w 714375"/>
                <a:gd name="csY436" fmla="*/ 175773 h 333375"/>
                <a:gd name="csX437" fmla="*/ 610934 w 714375"/>
                <a:gd name="csY437" fmla="*/ 179154 h 333375"/>
                <a:gd name="csX438" fmla="*/ 612334 w 714375"/>
                <a:gd name="csY438" fmla="*/ 182659 h 333375"/>
                <a:gd name="csX439" fmla="*/ 613724 w 714375"/>
                <a:gd name="csY439" fmla="*/ 186174 h 333375"/>
                <a:gd name="csX440" fmla="*/ 615115 w 714375"/>
                <a:gd name="csY440" fmla="*/ 189746 h 333375"/>
                <a:gd name="csX441" fmla="*/ 616506 w 714375"/>
                <a:gd name="csY441" fmla="*/ 193442 h 333375"/>
                <a:gd name="csX442" fmla="*/ 617896 w 714375"/>
                <a:gd name="csY442" fmla="*/ 197138 h 333375"/>
                <a:gd name="csX443" fmla="*/ 619297 w 714375"/>
                <a:gd name="csY443" fmla="*/ 200833 h 333375"/>
                <a:gd name="csX444" fmla="*/ 620687 w 714375"/>
                <a:gd name="csY444" fmla="*/ 204596 h 333375"/>
                <a:gd name="csX445" fmla="*/ 622078 w 714375"/>
                <a:gd name="csY445" fmla="*/ 208358 h 333375"/>
                <a:gd name="csX446" fmla="*/ 623469 w 714375"/>
                <a:gd name="csY446" fmla="*/ 212187 h 333375"/>
                <a:gd name="csX447" fmla="*/ 624859 w 714375"/>
                <a:gd name="csY447" fmla="*/ 216016 h 333375"/>
                <a:gd name="csX448" fmla="*/ 626317 w 714375"/>
                <a:gd name="csY448" fmla="*/ 219778 h 333375"/>
                <a:gd name="csX449" fmla="*/ 627707 w 714375"/>
                <a:gd name="csY449" fmla="*/ 223598 h 333375"/>
                <a:gd name="csX450" fmla="*/ 629098 w 714375"/>
                <a:gd name="csY450" fmla="*/ 227360 h 333375"/>
                <a:gd name="csX451" fmla="*/ 630498 w 714375"/>
                <a:gd name="csY451" fmla="*/ 231123 h 333375"/>
                <a:gd name="csX452" fmla="*/ 631888 w 714375"/>
                <a:gd name="csY452" fmla="*/ 234828 h 333375"/>
                <a:gd name="csX453" fmla="*/ 633279 w 714375"/>
                <a:gd name="csY453" fmla="*/ 238524 h 333375"/>
                <a:gd name="csX454" fmla="*/ 634670 w 714375"/>
                <a:gd name="csY454" fmla="*/ 242219 h 333375"/>
                <a:gd name="csX455" fmla="*/ 636061 w 714375"/>
                <a:gd name="csY455" fmla="*/ 245791 h 333375"/>
                <a:gd name="csX456" fmla="*/ 637461 w 714375"/>
                <a:gd name="csY456" fmla="*/ 249296 h 333375"/>
                <a:gd name="csX457" fmla="*/ 638851 w 714375"/>
                <a:gd name="csY457" fmla="*/ 252811 h 333375"/>
                <a:gd name="csX458" fmla="*/ 640242 w 714375"/>
                <a:gd name="csY458" fmla="*/ 256250 h 333375"/>
                <a:gd name="csX459" fmla="*/ 641699 w 714375"/>
                <a:gd name="csY459" fmla="*/ 259631 h 333375"/>
                <a:gd name="csX460" fmla="*/ 643090 w 714375"/>
                <a:gd name="csY460" fmla="*/ 262879 h 333375"/>
                <a:gd name="csX461" fmla="*/ 644481 w 714375"/>
                <a:gd name="csY461" fmla="*/ 266137 h 333375"/>
                <a:gd name="csX462" fmla="*/ 645871 w 714375"/>
                <a:gd name="csY462" fmla="*/ 269261 h 333375"/>
                <a:gd name="csX463" fmla="*/ 647271 w 714375"/>
                <a:gd name="csY463" fmla="*/ 272318 h 333375"/>
                <a:gd name="csX464" fmla="*/ 648662 w 714375"/>
                <a:gd name="csY464" fmla="*/ 275252 h 333375"/>
                <a:gd name="csX465" fmla="*/ 650053 w 714375"/>
                <a:gd name="csY465" fmla="*/ 278186 h 333375"/>
                <a:gd name="csX466" fmla="*/ 651444 w 714375"/>
                <a:gd name="csY466" fmla="*/ 280996 h 333375"/>
                <a:gd name="csX467" fmla="*/ 652834 w 714375"/>
                <a:gd name="csY467" fmla="*/ 283672 h 333375"/>
                <a:gd name="csX468" fmla="*/ 654234 w 714375"/>
                <a:gd name="csY468" fmla="*/ 286282 h 333375"/>
                <a:gd name="csX469" fmla="*/ 655625 w 714375"/>
                <a:gd name="csY469" fmla="*/ 288835 h 333375"/>
                <a:gd name="csX470" fmla="*/ 657015 w 714375"/>
                <a:gd name="csY470" fmla="*/ 291254 h 333375"/>
                <a:gd name="csX471" fmla="*/ 658473 w 714375"/>
                <a:gd name="csY471" fmla="*/ 293616 h 333375"/>
                <a:gd name="csX472" fmla="*/ 659863 w 714375"/>
                <a:gd name="csY472" fmla="*/ 295912 h 333375"/>
                <a:gd name="csX473" fmla="*/ 661254 w 714375"/>
                <a:gd name="csY473" fmla="*/ 298084 h 333375"/>
                <a:gd name="csX474" fmla="*/ 662645 w 714375"/>
                <a:gd name="csY474" fmla="*/ 300122 h 333375"/>
                <a:gd name="csX475" fmla="*/ 664035 w 714375"/>
                <a:gd name="csY475" fmla="*/ 302160 h 333375"/>
                <a:gd name="csX476" fmla="*/ 665436 w 714375"/>
                <a:gd name="csY476" fmla="*/ 304075 h 333375"/>
                <a:gd name="csX477" fmla="*/ 666826 w 714375"/>
                <a:gd name="csY477" fmla="*/ 305865 h 333375"/>
                <a:gd name="csX478" fmla="*/ 668217 w 714375"/>
                <a:gd name="csY478" fmla="*/ 307580 h 333375"/>
                <a:gd name="csX479" fmla="*/ 669608 w 714375"/>
                <a:gd name="csY479" fmla="*/ 309237 h 333375"/>
                <a:gd name="csX480" fmla="*/ 670998 w 714375"/>
                <a:gd name="csY480" fmla="*/ 310837 h 333375"/>
                <a:gd name="csX481" fmla="*/ 672389 w 714375"/>
                <a:gd name="csY481" fmla="*/ 312304 h 333375"/>
                <a:gd name="csX482" fmla="*/ 673846 w 714375"/>
                <a:gd name="csY482" fmla="*/ 313704 h 333375"/>
                <a:gd name="csX483" fmla="*/ 675246 w 714375"/>
                <a:gd name="csY483" fmla="*/ 315048 h 333375"/>
                <a:gd name="csX484" fmla="*/ 676637 w 714375"/>
                <a:gd name="csY484" fmla="*/ 316324 h 333375"/>
                <a:gd name="csX485" fmla="*/ 678027 w 714375"/>
                <a:gd name="csY485" fmla="*/ 317533 h 333375"/>
                <a:gd name="csX486" fmla="*/ 679418 w 714375"/>
                <a:gd name="csY486" fmla="*/ 318619 h 333375"/>
                <a:gd name="csX487" fmla="*/ 680809 w 714375"/>
                <a:gd name="csY487" fmla="*/ 319696 h 333375"/>
                <a:gd name="csX488" fmla="*/ 682209 w 714375"/>
                <a:gd name="csY488" fmla="*/ 320715 h 333375"/>
                <a:gd name="csX489" fmla="*/ 683600 w 714375"/>
                <a:gd name="csY489" fmla="*/ 321677 h 333375"/>
                <a:gd name="csX490" fmla="*/ 684990 w 714375"/>
                <a:gd name="csY490" fmla="*/ 322506 h 333375"/>
                <a:gd name="csX491" fmla="*/ 686381 w 714375"/>
                <a:gd name="csY491" fmla="*/ 323334 h 333375"/>
                <a:gd name="csX492" fmla="*/ 687772 w 714375"/>
                <a:gd name="csY492" fmla="*/ 324096 h 333375"/>
                <a:gd name="csX493" fmla="*/ 689229 w 714375"/>
                <a:gd name="csY493" fmla="*/ 324868 h 333375"/>
                <a:gd name="csX494" fmla="*/ 690620 w 714375"/>
                <a:gd name="csY494" fmla="*/ 325506 h 333375"/>
                <a:gd name="csX495" fmla="*/ 692010 w 714375"/>
                <a:gd name="csY495" fmla="*/ 326135 h 333375"/>
                <a:gd name="csX496" fmla="*/ 693411 w 714375"/>
                <a:gd name="csY496" fmla="*/ 326715 h 333375"/>
                <a:gd name="csX497" fmla="*/ 694801 w 714375"/>
                <a:gd name="csY497" fmla="*/ 327287 h 333375"/>
                <a:gd name="csX498" fmla="*/ 696192 w 714375"/>
                <a:gd name="csY498" fmla="*/ 327801 h 333375"/>
                <a:gd name="csX499" fmla="*/ 697583 w 714375"/>
                <a:gd name="csY499" fmla="*/ 328240 h 333375"/>
                <a:gd name="csX500" fmla="*/ 698973 w 714375"/>
                <a:gd name="csY500" fmla="*/ 328687 h 333375"/>
                <a:gd name="csX501" fmla="*/ 700364 w 714375"/>
                <a:gd name="csY501" fmla="*/ 329068 h 333375"/>
                <a:gd name="csX502" fmla="*/ 701764 w 714375"/>
                <a:gd name="csY502" fmla="*/ 329459 h 333375"/>
                <a:gd name="csX503" fmla="*/ 703154 w 714375"/>
                <a:gd name="csY503" fmla="*/ 329773 h 333375"/>
                <a:gd name="csX504" fmla="*/ 704545 w 714375"/>
                <a:gd name="csY504" fmla="*/ 330097 h 333375"/>
                <a:gd name="csX505" fmla="*/ 706002 w 714375"/>
                <a:gd name="csY505" fmla="*/ 330411 h 333375"/>
                <a:gd name="csX506" fmla="*/ 707393 w 714375"/>
                <a:gd name="csY506" fmla="*/ 330668 h 333375"/>
                <a:gd name="csX507" fmla="*/ 708784 w 714375"/>
                <a:gd name="csY507" fmla="*/ 330926 h 333375"/>
                <a:gd name="csX508" fmla="*/ 710174 w 714375"/>
                <a:gd name="csY508" fmla="*/ 331173 h 333375"/>
                <a:gd name="csX509" fmla="*/ 711575 w 714375"/>
                <a:gd name="csY509" fmla="*/ 331373 h 333375"/>
                <a:gd name="csX510" fmla="*/ 712965 w 714375"/>
                <a:gd name="csY510" fmla="*/ 331564 h 333375"/>
                <a:gd name="csX511" fmla="*/ 714356 w 714375"/>
                <a:gd name="csY511" fmla="*/ 331688 h 333375"/>
                <a:gd name="csX512" fmla="*/ 714356 w 714375"/>
                <a:gd name="csY512" fmla="*/ 333345 h 333375"/>
                <a:gd name="csX513" fmla="*/ 712965 w 714375"/>
                <a:gd name="csY513" fmla="*/ 333345 h 333375"/>
                <a:gd name="csX514" fmla="*/ 711575 w 714375"/>
                <a:gd name="csY514" fmla="*/ 333345 h 333375"/>
                <a:gd name="csX515" fmla="*/ 710174 w 714375"/>
                <a:gd name="csY515" fmla="*/ 333345 h 333375"/>
                <a:gd name="csX516" fmla="*/ 708784 w 714375"/>
                <a:gd name="csY516" fmla="*/ 333345 h 333375"/>
                <a:gd name="csX517" fmla="*/ 707393 w 714375"/>
                <a:gd name="csY517" fmla="*/ 333345 h 333375"/>
                <a:gd name="csX518" fmla="*/ 706002 w 714375"/>
                <a:gd name="csY518" fmla="*/ 333345 h 333375"/>
                <a:gd name="csX519" fmla="*/ 704545 w 714375"/>
                <a:gd name="csY519" fmla="*/ 333345 h 333375"/>
                <a:gd name="csX520" fmla="*/ 703154 w 714375"/>
                <a:gd name="csY520" fmla="*/ 333345 h 333375"/>
                <a:gd name="csX521" fmla="*/ 701764 w 714375"/>
                <a:gd name="csY521" fmla="*/ 333345 h 333375"/>
                <a:gd name="csX522" fmla="*/ 700364 w 714375"/>
                <a:gd name="csY522" fmla="*/ 333345 h 333375"/>
                <a:gd name="csX523" fmla="*/ 698973 w 714375"/>
                <a:gd name="csY523" fmla="*/ 333345 h 333375"/>
                <a:gd name="csX524" fmla="*/ 697583 w 714375"/>
                <a:gd name="csY524" fmla="*/ 333345 h 333375"/>
                <a:gd name="csX525" fmla="*/ 696192 w 714375"/>
                <a:gd name="csY525" fmla="*/ 333345 h 333375"/>
                <a:gd name="csX526" fmla="*/ 694801 w 714375"/>
                <a:gd name="csY526" fmla="*/ 333345 h 333375"/>
                <a:gd name="csX527" fmla="*/ 693411 w 714375"/>
                <a:gd name="csY527" fmla="*/ 333345 h 333375"/>
                <a:gd name="csX528" fmla="*/ 692010 w 714375"/>
                <a:gd name="csY528" fmla="*/ 333345 h 333375"/>
                <a:gd name="csX529" fmla="*/ 690620 w 714375"/>
                <a:gd name="csY529" fmla="*/ 333345 h 333375"/>
                <a:gd name="csX530" fmla="*/ 689229 w 714375"/>
                <a:gd name="csY530" fmla="*/ 333345 h 333375"/>
                <a:gd name="csX531" fmla="*/ 687772 w 714375"/>
                <a:gd name="csY531" fmla="*/ 333345 h 333375"/>
                <a:gd name="csX532" fmla="*/ 686381 w 714375"/>
                <a:gd name="csY532" fmla="*/ 333345 h 333375"/>
                <a:gd name="csX533" fmla="*/ 684990 w 714375"/>
                <a:gd name="csY533" fmla="*/ 333345 h 333375"/>
                <a:gd name="csX534" fmla="*/ 683600 w 714375"/>
                <a:gd name="csY534" fmla="*/ 333345 h 333375"/>
                <a:gd name="csX535" fmla="*/ 682209 w 714375"/>
                <a:gd name="csY535" fmla="*/ 333345 h 333375"/>
                <a:gd name="csX536" fmla="*/ 680809 w 714375"/>
                <a:gd name="csY536" fmla="*/ 333345 h 333375"/>
                <a:gd name="csX537" fmla="*/ 679418 w 714375"/>
                <a:gd name="csY537" fmla="*/ 333345 h 333375"/>
                <a:gd name="csX538" fmla="*/ 678027 w 714375"/>
                <a:gd name="csY538" fmla="*/ 333345 h 333375"/>
                <a:gd name="csX539" fmla="*/ 676637 w 714375"/>
                <a:gd name="csY539" fmla="*/ 333345 h 333375"/>
                <a:gd name="csX540" fmla="*/ 675246 w 714375"/>
                <a:gd name="csY540" fmla="*/ 333345 h 333375"/>
                <a:gd name="csX541" fmla="*/ 673846 w 714375"/>
                <a:gd name="csY541" fmla="*/ 333345 h 333375"/>
                <a:gd name="csX542" fmla="*/ 672389 w 714375"/>
                <a:gd name="csY542" fmla="*/ 333345 h 333375"/>
                <a:gd name="csX543" fmla="*/ 670998 w 714375"/>
                <a:gd name="csY543" fmla="*/ 333345 h 333375"/>
                <a:gd name="csX544" fmla="*/ 669608 w 714375"/>
                <a:gd name="csY544" fmla="*/ 333345 h 333375"/>
                <a:gd name="csX545" fmla="*/ 668217 w 714375"/>
                <a:gd name="csY545" fmla="*/ 333345 h 333375"/>
                <a:gd name="csX546" fmla="*/ 666826 w 714375"/>
                <a:gd name="csY546" fmla="*/ 333345 h 333375"/>
                <a:gd name="csX547" fmla="*/ 665436 w 714375"/>
                <a:gd name="csY547" fmla="*/ 333345 h 333375"/>
                <a:gd name="csX548" fmla="*/ 664035 w 714375"/>
                <a:gd name="csY548" fmla="*/ 333345 h 333375"/>
                <a:gd name="csX549" fmla="*/ 662645 w 714375"/>
                <a:gd name="csY549" fmla="*/ 333345 h 333375"/>
                <a:gd name="csX550" fmla="*/ 661254 w 714375"/>
                <a:gd name="csY550" fmla="*/ 333345 h 333375"/>
                <a:gd name="csX551" fmla="*/ 659863 w 714375"/>
                <a:gd name="csY551" fmla="*/ 333345 h 333375"/>
                <a:gd name="csX552" fmla="*/ 658473 w 714375"/>
                <a:gd name="csY552" fmla="*/ 333345 h 333375"/>
                <a:gd name="csX553" fmla="*/ 657015 w 714375"/>
                <a:gd name="csY553" fmla="*/ 333345 h 333375"/>
                <a:gd name="csX554" fmla="*/ 655625 w 714375"/>
                <a:gd name="csY554" fmla="*/ 333345 h 333375"/>
                <a:gd name="csX555" fmla="*/ 654234 w 714375"/>
                <a:gd name="csY555" fmla="*/ 333345 h 333375"/>
                <a:gd name="csX556" fmla="*/ 652834 w 714375"/>
                <a:gd name="csY556" fmla="*/ 333345 h 333375"/>
                <a:gd name="csX557" fmla="*/ 651444 w 714375"/>
                <a:gd name="csY557" fmla="*/ 333345 h 333375"/>
                <a:gd name="csX558" fmla="*/ 650053 w 714375"/>
                <a:gd name="csY558" fmla="*/ 333345 h 333375"/>
                <a:gd name="csX559" fmla="*/ 648662 w 714375"/>
                <a:gd name="csY559" fmla="*/ 333345 h 333375"/>
                <a:gd name="csX560" fmla="*/ 647271 w 714375"/>
                <a:gd name="csY560" fmla="*/ 333345 h 333375"/>
                <a:gd name="csX561" fmla="*/ 645871 w 714375"/>
                <a:gd name="csY561" fmla="*/ 333345 h 333375"/>
                <a:gd name="csX562" fmla="*/ 644481 w 714375"/>
                <a:gd name="csY562" fmla="*/ 333345 h 333375"/>
                <a:gd name="csX563" fmla="*/ 643090 w 714375"/>
                <a:gd name="csY563" fmla="*/ 333345 h 333375"/>
                <a:gd name="csX564" fmla="*/ 641699 w 714375"/>
                <a:gd name="csY564" fmla="*/ 333345 h 333375"/>
                <a:gd name="csX565" fmla="*/ 640242 w 714375"/>
                <a:gd name="csY565" fmla="*/ 333345 h 333375"/>
                <a:gd name="csX566" fmla="*/ 638851 w 714375"/>
                <a:gd name="csY566" fmla="*/ 333345 h 333375"/>
                <a:gd name="csX567" fmla="*/ 637461 w 714375"/>
                <a:gd name="csY567" fmla="*/ 333345 h 333375"/>
                <a:gd name="csX568" fmla="*/ 636061 w 714375"/>
                <a:gd name="csY568" fmla="*/ 333345 h 333375"/>
                <a:gd name="csX569" fmla="*/ 634670 w 714375"/>
                <a:gd name="csY569" fmla="*/ 333345 h 333375"/>
                <a:gd name="csX570" fmla="*/ 633279 w 714375"/>
                <a:gd name="csY570" fmla="*/ 333345 h 333375"/>
                <a:gd name="csX571" fmla="*/ 631888 w 714375"/>
                <a:gd name="csY571" fmla="*/ 333345 h 333375"/>
                <a:gd name="csX572" fmla="*/ 630498 w 714375"/>
                <a:gd name="csY572" fmla="*/ 333345 h 333375"/>
                <a:gd name="csX573" fmla="*/ 629098 w 714375"/>
                <a:gd name="csY573" fmla="*/ 333345 h 333375"/>
                <a:gd name="csX574" fmla="*/ 627707 w 714375"/>
                <a:gd name="csY574" fmla="*/ 333345 h 333375"/>
                <a:gd name="csX575" fmla="*/ 626317 w 714375"/>
                <a:gd name="csY575" fmla="*/ 333345 h 333375"/>
                <a:gd name="csX576" fmla="*/ 624859 w 714375"/>
                <a:gd name="csY576" fmla="*/ 333345 h 333375"/>
                <a:gd name="csX577" fmla="*/ 623469 w 714375"/>
                <a:gd name="csY577" fmla="*/ 333345 h 333375"/>
                <a:gd name="csX578" fmla="*/ 622078 w 714375"/>
                <a:gd name="csY578" fmla="*/ 333345 h 333375"/>
                <a:gd name="csX579" fmla="*/ 620687 w 714375"/>
                <a:gd name="csY579" fmla="*/ 333345 h 333375"/>
                <a:gd name="csX580" fmla="*/ 619297 w 714375"/>
                <a:gd name="csY580" fmla="*/ 333345 h 333375"/>
                <a:gd name="csX581" fmla="*/ 617896 w 714375"/>
                <a:gd name="csY581" fmla="*/ 333345 h 333375"/>
                <a:gd name="csX582" fmla="*/ 616506 w 714375"/>
                <a:gd name="csY582" fmla="*/ 333345 h 333375"/>
                <a:gd name="csX583" fmla="*/ 615115 w 714375"/>
                <a:gd name="csY583" fmla="*/ 333345 h 333375"/>
                <a:gd name="csX584" fmla="*/ 613724 w 714375"/>
                <a:gd name="csY584" fmla="*/ 333345 h 333375"/>
                <a:gd name="csX585" fmla="*/ 612334 w 714375"/>
                <a:gd name="csY585" fmla="*/ 333345 h 333375"/>
                <a:gd name="csX586" fmla="*/ 610934 w 714375"/>
                <a:gd name="csY586" fmla="*/ 333345 h 333375"/>
                <a:gd name="csX587" fmla="*/ 609486 w 714375"/>
                <a:gd name="csY587" fmla="*/ 333345 h 333375"/>
                <a:gd name="csX588" fmla="*/ 608086 w 714375"/>
                <a:gd name="csY588" fmla="*/ 333345 h 333375"/>
                <a:gd name="csX589" fmla="*/ 606695 w 714375"/>
                <a:gd name="csY589" fmla="*/ 333345 h 333375"/>
                <a:gd name="csX590" fmla="*/ 605305 w 714375"/>
                <a:gd name="csY590" fmla="*/ 333345 h 333375"/>
                <a:gd name="csX591" fmla="*/ 603914 w 714375"/>
                <a:gd name="csY591" fmla="*/ 333345 h 333375"/>
                <a:gd name="csX592" fmla="*/ 602523 w 714375"/>
                <a:gd name="csY592" fmla="*/ 333345 h 333375"/>
                <a:gd name="csX593" fmla="*/ 601123 w 714375"/>
                <a:gd name="csY593" fmla="*/ 333345 h 333375"/>
                <a:gd name="csX594" fmla="*/ 599732 w 714375"/>
                <a:gd name="csY594" fmla="*/ 333345 h 333375"/>
                <a:gd name="csX595" fmla="*/ 598342 w 714375"/>
                <a:gd name="csY595" fmla="*/ 333345 h 333375"/>
                <a:gd name="csX596" fmla="*/ 596951 w 714375"/>
                <a:gd name="csY596" fmla="*/ 333345 h 333375"/>
                <a:gd name="csX597" fmla="*/ 595560 w 714375"/>
                <a:gd name="csY597" fmla="*/ 333345 h 333375"/>
                <a:gd name="csX598" fmla="*/ 594170 w 714375"/>
                <a:gd name="csY598" fmla="*/ 333345 h 333375"/>
                <a:gd name="csX599" fmla="*/ 592712 w 714375"/>
                <a:gd name="csY599" fmla="*/ 333345 h 333375"/>
                <a:gd name="csX600" fmla="*/ 591322 w 714375"/>
                <a:gd name="csY600" fmla="*/ 333345 h 333375"/>
                <a:gd name="csX601" fmla="*/ 589921 w 714375"/>
                <a:gd name="csY601" fmla="*/ 333345 h 333375"/>
                <a:gd name="csX602" fmla="*/ 588531 w 714375"/>
                <a:gd name="csY602" fmla="*/ 333345 h 333375"/>
                <a:gd name="csX603" fmla="*/ 587140 w 714375"/>
                <a:gd name="csY603" fmla="*/ 333345 h 333375"/>
                <a:gd name="csX604" fmla="*/ 585749 w 714375"/>
                <a:gd name="csY604" fmla="*/ 333345 h 333375"/>
                <a:gd name="csX605" fmla="*/ 584359 w 714375"/>
                <a:gd name="csY605" fmla="*/ 333345 h 333375"/>
                <a:gd name="csX606" fmla="*/ 582959 w 714375"/>
                <a:gd name="csY606" fmla="*/ 333345 h 333375"/>
                <a:gd name="csX607" fmla="*/ 581568 w 714375"/>
                <a:gd name="csY607" fmla="*/ 333345 h 333375"/>
                <a:gd name="csX608" fmla="*/ 580178 w 714375"/>
                <a:gd name="csY608" fmla="*/ 333345 h 333375"/>
                <a:gd name="csX609" fmla="*/ 578787 w 714375"/>
                <a:gd name="csY609" fmla="*/ 333345 h 333375"/>
                <a:gd name="csX610" fmla="*/ 577330 w 714375"/>
                <a:gd name="csY610" fmla="*/ 333345 h 333375"/>
                <a:gd name="csX611" fmla="*/ 575939 w 714375"/>
                <a:gd name="csY611" fmla="*/ 333345 h 333375"/>
                <a:gd name="csX612" fmla="*/ 574548 w 714375"/>
                <a:gd name="csY612" fmla="*/ 333345 h 333375"/>
                <a:gd name="csX613" fmla="*/ 573148 w 714375"/>
                <a:gd name="csY613" fmla="*/ 333345 h 333375"/>
                <a:gd name="csX614" fmla="*/ 571757 w 714375"/>
                <a:gd name="csY614" fmla="*/ 333345 h 333375"/>
                <a:gd name="csX615" fmla="*/ 570367 w 714375"/>
                <a:gd name="csY615" fmla="*/ 333345 h 333375"/>
                <a:gd name="csX616" fmla="*/ 568976 w 714375"/>
                <a:gd name="csY616" fmla="*/ 333345 h 333375"/>
                <a:gd name="csX617" fmla="*/ 567585 w 714375"/>
                <a:gd name="csY617" fmla="*/ 333345 h 333375"/>
                <a:gd name="csX618" fmla="*/ 566195 w 714375"/>
                <a:gd name="csY618" fmla="*/ 333345 h 333375"/>
                <a:gd name="csX619" fmla="*/ 564794 w 714375"/>
                <a:gd name="csY619" fmla="*/ 333345 h 333375"/>
                <a:gd name="csX620" fmla="*/ 563404 w 714375"/>
                <a:gd name="csY620" fmla="*/ 333345 h 333375"/>
                <a:gd name="csX621" fmla="*/ 561947 w 714375"/>
                <a:gd name="csY621" fmla="*/ 333345 h 333375"/>
                <a:gd name="csX622" fmla="*/ 560556 w 714375"/>
                <a:gd name="csY622" fmla="*/ 333345 h 333375"/>
                <a:gd name="csX623" fmla="*/ 559165 w 714375"/>
                <a:gd name="csY623" fmla="*/ 333345 h 333375"/>
                <a:gd name="csX624" fmla="*/ 557774 w 714375"/>
                <a:gd name="csY624" fmla="*/ 333345 h 333375"/>
                <a:gd name="csX625" fmla="*/ 556384 w 714375"/>
                <a:gd name="csY625" fmla="*/ 333345 h 333375"/>
                <a:gd name="csX626" fmla="*/ 554984 w 714375"/>
                <a:gd name="csY626" fmla="*/ 333345 h 333375"/>
                <a:gd name="csX627" fmla="*/ 553593 w 714375"/>
                <a:gd name="csY627" fmla="*/ 333345 h 333375"/>
                <a:gd name="csX628" fmla="*/ 552203 w 714375"/>
                <a:gd name="csY628" fmla="*/ 333345 h 333375"/>
                <a:gd name="csX629" fmla="*/ 550812 w 714375"/>
                <a:gd name="csY629" fmla="*/ 333345 h 333375"/>
                <a:gd name="csX630" fmla="*/ 549421 w 714375"/>
                <a:gd name="csY630" fmla="*/ 333345 h 333375"/>
                <a:gd name="csX631" fmla="*/ 548021 w 714375"/>
                <a:gd name="csY631" fmla="*/ 333345 h 333375"/>
                <a:gd name="csX632" fmla="*/ 546630 w 714375"/>
                <a:gd name="csY632" fmla="*/ 333345 h 333375"/>
                <a:gd name="csX633" fmla="*/ 545173 w 714375"/>
                <a:gd name="csY633" fmla="*/ 333345 h 333375"/>
                <a:gd name="csX634" fmla="*/ 543782 w 714375"/>
                <a:gd name="csY634" fmla="*/ 333345 h 333375"/>
                <a:gd name="csX635" fmla="*/ 542392 w 714375"/>
                <a:gd name="csY635" fmla="*/ 333345 h 333375"/>
                <a:gd name="csX636" fmla="*/ 541001 w 714375"/>
                <a:gd name="csY636" fmla="*/ 333345 h 333375"/>
                <a:gd name="csX637" fmla="*/ 539610 w 714375"/>
                <a:gd name="csY637" fmla="*/ 333345 h 333375"/>
                <a:gd name="csX638" fmla="*/ 538220 w 714375"/>
                <a:gd name="csY638" fmla="*/ 333345 h 333375"/>
                <a:gd name="csX639" fmla="*/ 536820 w 714375"/>
                <a:gd name="csY639" fmla="*/ 333345 h 333375"/>
                <a:gd name="csX640" fmla="*/ 535429 w 714375"/>
                <a:gd name="csY640" fmla="*/ 333345 h 333375"/>
                <a:gd name="csX641" fmla="*/ 534038 w 714375"/>
                <a:gd name="csY641" fmla="*/ 333345 h 333375"/>
                <a:gd name="csX642" fmla="*/ 532647 w 714375"/>
                <a:gd name="csY642" fmla="*/ 333345 h 333375"/>
                <a:gd name="csX643" fmla="*/ 531257 w 714375"/>
                <a:gd name="csY643" fmla="*/ 333345 h 333375"/>
                <a:gd name="csX644" fmla="*/ 529800 w 714375"/>
                <a:gd name="csY644" fmla="*/ 333345 h 333375"/>
                <a:gd name="csX645" fmla="*/ 528399 w 714375"/>
                <a:gd name="csY645" fmla="*/ 333345 h 333375"/>
                <a:gd name="csX646" fmla="*/ 527009 w 714375"/>
                <a:gd name="csY646" fmla="*/ 333345 h 333375"/>
                <a:gd name="csX647" fmla="*/ 525618 w 714375"/>
                <a:gd name="csY647" fmla="*/ 333345 h 333375"/>
                <a:gd name="csX648" fmla="*/ 524228 w 714375"/>
                <a:gd name="csY648" fmla="*/ 333345 h 333375"/>
                <a:gd name="csX649" fmla="*/ 522837 w 714375"/>
                <a:gd name="csY649" fmla="*/ 333345 h 333375"/>
                <a:gd name="csX650" fmla="*/ 521446 w 714375"/>
                <a:gd name="csY650" fmla="*/ 333345 h 333375"/>
                <a:gd name="csX651" fmla="*/ 520046 w 714375"/>
                <a:gd name="csY651" fmla="*/ 333345 h 333375"/>
                <a:gd name="csX652" fmla="*/ 518655 w 714375"/>
                <a:gd name="csY652" fmla="*/ 333345 h 333375"/>
                <a:gd name="csX653" fmla="*/ 517265 w 714375"/>
                <a:gd name="csY653" fmla="*/ 333345 h 333375"/>
                <a:gd name="csX654" fmla="*/ 515874 w 714375"/>
                <a:gd name="csY654" fmla="*/ 333345 h 333375"/>
                <a:gd name="csX655" fmla="*/ 514416 w 714375"/>
                <a:gd name="csY655" fmla="*/ 333345 h 333375"/>
                <a:gd name="csX656" fmla="*/ 513026 w 714375"/>
                <a:gd name="csY656" fmla="*/ 333345 h 333375"/>
                <a:gd name="csX657" fmla="*/ 511635 w 714375"/>
                <a:gd name="csY657" fmla="*/ 333345 h 333375"/>
                <a:gd name="csX658" fmla="*/ 510235 w 714375"/>
                <a:gd name="csY658" fmla="*/ 333345 h 333375"/>
                <a:gd name="csX659" fmla="*/ 508845 w 714375"/>
                <a:gd name="csY659" fmla="*/ 333345 h 333375"/>
                <a:gd name="csX660" fmla="*/ 507454 w 714375"/>
                <a:gd name="csY660" fmla="*/ 333345 h 333375"/>
                <a:gd name="csX661" fmla="*/ 506063 w 714375"/>
                <a:gd name="csY661" fmla="*/ 333345 h 333375"/>
                <a:gd name="csX662" fmla="*/ 504673 w 714375"/>
                <a:gd name="csY662" fmla="*/ 333345 h 333375"/>
                <a:gd name="csX663" fmla="*/ 503282 w 714375"/>
                <a:gd name="csY663" fmla="*/ 333345 h 333375"/>
                <a:gd name="csX664" fmla="*/ 501882 w 714375"/>
                <a:gd name="csY664" fmla="*/ 333345 h 333375"/>
                <a:gd name="csX665" fmla="*/ 500491 w 714375"/>
                <a:gd name="csY665" fmla="*/ 333345 h 333375"/>
                <a:gd name="csX666" fmla="*/ 499101 w 714375"/>
                <a:gd name="csY666" fmla="*/ 333345 h 333375"/>
                <a:gd name="csX667" fmla="*/ 497643 w 714375"/>
                <a:gd name="csY667" fmla="*/ 333345 h 333375"/>
                <a:gd name="csX668" fmla="*/ 496252 w 714375"/>
                <a:gd name="csY668" fmla="*/ 333345 h 333375"/>
                <a:gd name="csX669" fmla="*/ 494862 w 714375"/>
                <a:gd name="csY669" fmla="*/ 333345 h 333375"/>
                <a:gd name="csX670" fmla="*/ 493471 w 714375"/>
                <a:gd name="csY670" fmla="*/ 333345 h 333375"/>
                <a:gd name="csX671" fmla="*/ 492071 w 714375"/>
                <a:gd name="csY671" fmla="*/ 333345 h 333375"/>
                <a:gd name="csX672" fmla="*/ 490681 w 714375"/>
                <a:gd name="csY672" fmla="*/ 333345 h 333375"/>
                <a:gd name="csX673" fmla="*/ 489290 w 714375"/>
                <a:gd name="csY673" fmla="*/ 333345 h 333375"/>
                <a:gd name="csX674" fmla="*/ 487899 w 714375"/>
                <a:gd name="csY674" fmla="*/ 333345 h 333375"/>
                <a:gd name="csX675" fmla="*/ 486508 w 714375"/>
                <a:gd name="csY675" fmla="*/ 333345 h 333375"/>
                <a:gd name="csX676" fmla="*/ 485108 w 714375"/>
                <a:gd name="csY676" fmla="*/ 333345 h 333375"/>
                <a:gd name="csX677" fmla="*/ 483718 w 714375"/>
                <a:gd name="csY677" fmla="*/ 333345 h 333375"/>
                <a:gd name="csX678" fmla="*/ 482260 w 714375"/>
                <a:gd name="csY678" fmla="*/ 333345 h 333375"/>
                <a:gd name="csX679" fmla="*/ 480870 w 714375"/>
                <a:gd name="csY679" fmla="*/ 333345 h 333375"/>
                <a:gd name="csX680" fmla="*/ 479479 w 714375"/>
                <a:gd name="csY680" fmla="*/ 333345 h 333375"/>
                <a:gd name="csX681" fmla="*/ 478088 w 714375"/>
                <a:gd name="csY681" fmla="*/ 333345 h 333375"/>
                <a:gd name="csX682" fmla="*/ 476698 w 714375"/>
                <a:gd name="csY682" fmla="*/ 333345 h 333375"/>
                <a:gd name="csX683" fmla="*/ 475307 w 714375"/>
                <a:gd name="csY683" fmla="*/ 333345 h 333375"/>
                <a:gd name="csX684" fmla="*/ 473907 w 714375"/>
                <a:gd name="csY684" fmla="*/ 333345 h 333375"/>
                <a:gd name="csX685" fmla="*/ 472516 w 714375"/>
                <a:gd name="csY685" fmla="*/ 333345 h 333375"/>
                <a:gd name="csX686" fmla="*/ 471126 w 714375"/>
                <a:gd name="csY686" fmla="*/ 333345 h 333375"/>
                <a:gd name="csX687" fmla="*/ 469735 w 714375"/>
                <a:gd name="csY687" fmla="*/ 333345 h 333375"/>
                <a:gd name="csX688" fmla="*/ 468344 w 714375"/>
                <a:gd name="csY688" fmla="*/ 333345 h 333375"/>
                <a:gd name="csX689" fmla="*/ 466887 w 714375"/>
                <a:gd name="csY689" fmla="*/ 333345 h 333375"/>
                <a:gd name="csX690" fmla="*/ 465496 w 714375"/>
                <a:gd name="csY690" fmla="*/ 333345 h 333375"/>
                <a:gd name="csX691" fmla="*/ 464096 w 714375"/>
                <a:gd name="csY691" fmla="*/ 333345 h 333375"/>
                <a:gd name="csX692" fmla="*/ 462706 w 714375"/>
                <a:gd name="csY692" fmla="*/ 333345 h 333375"/>
                <a:gd name="csX693" fmla="*/ 461315 w 714375"/>
                <a:gd name="csY693" fmla="*/ 333345 h 333375"/>
                <a:gd name="csX694" fmla="*/ 459924 w 714375"/>
                <a:gd name="csY694" fmla="*/ 333345 h 333375"/>
                <a:gd name="csX695" fmla="*/ 458534 w 714375"/>
                <a:gd name="csY695" fmla="*/ 333345 h 333375"/>
                <a:gd name="csX696" fmla="*/ 457143 w 714375"/>
                <a:gd name="csY696" fmla="*/ 333345 h 333375"/>
                <a:gd name="csX697" fmla="*/ 455743 w 714375"/>
                <a:gd name="csY697" fmla="*/ 333345 h 333375"/>
                <a:gd name="csX698" fmla="*/ 454352 w 714375"/>
                <a:gd name="csY698" fmla="*/ 333345 h 333375"/>
                <a:gd name="csX699" fmla="*/ 452962 w 714375"/>
                <a:gd name="csY699" fmla="*/ 333345 h 333375"/>
                <a:gd name="csX700" fmla="*/ 451571 w 714375"/>
                <a:gd name="csY700" fmla="*/ 333345 h 333375"/>
                <a:gd name="csX701" fmla="*/ 450113 w 714375"/>
                <a:gd name="csY701" fmla="*/ 333345 h 333375"/>
                <a:gd name="csX702" fmla="*/ 448723 w 714375"/>
                <a:gd name="csY702" fmla="*/ 333345 h 333375"/>
                <a:gd name="csX703" fmla="*/ 447332 w 714375"/>
                <a:gd name="csY703" fmla="*/ 333345 h 333375"/>
                <a:gd name="csX704" fmla="*/ 445932 w 714375"/>
                <a:gd name="csY704" fmla="*/ 333345 h 333375"/>
                <a:gd name="csX705" fmla="*/ 444541 w 714375"/>
                <a:gd name="csY705" fmla="*/ 333345 h 333375"/>
                <a:gd name="csX706" fmla="*/ 443150 w 714375"/>
                <a:gd name="csY706" fmla="*/ 333345 h 333375"/>
                <a:gd name="csX707" fmla="*/ 441760 w 714375"/>
                <a:gd name="csY707" fmla="*/ 333345 h 333375"/>
                <a:gd name="csX708" fmla="*/ 440369 w 714375"/>
                <a:gd name="csY708" fmla="*/ 333345 h 333375"/>
                <a:gd name="csX709" fmla="*/ 438969 w 714375"/>
                <a:gd name="csY709" fmla="*/ 333345 h 333375"/>
                <a:gd name="csX710" fmla="*/ 437579 w 714375"/>
                <a:gd name="csY710" fmla="*/ 333345 h 333375"/>
                <a:gd name="csX711" fmla="*/ 436188 w 714375"/>
                <a:gd name="csY711" fmla="*/ 333345 h 333375"/>
                <a:gd name="csX712" fmla="*/ 434731 w 714375"/>
                <a:gd name="csY712" fmla="*/ 333345 h 333375"/>
                <a:gd name="csX713" fmla="*/ 433340 w 714375"/>
                <a:gd name="csY713" fmla="*/ 333345 h 333375"/>
                <a:gd name="csX714" fmla="*/ 431949 w 714375"/>
                <a:gd name="csY714" fmla="*/ 333345 h 333375"/>
                <a:gd name="csX715" fmla="*/ 430559 w 714375"/>
                <a:gd name="csY715" fmla="*/ 333345 h 333375"/>
                <a:gd name="csX716" fmla="*/ 429158 w 714375"/>
                <a:gd name="csY716" fmla="*/ 333345 h 333375"/>
                <a:gd name="csX717" fmla="*/ 427768 w 714375"/>
                <a:gd name="csY717" fmla="*/ 333345 h 333375"/>
                <a:gd name="csX718" fmla="*/ 426377 w 714375"/>
                <a:gd name="csY718" fmla="*/ 333345 h 333375"/>
                <a:gd name="csX719" fmla="*/ 424986 w 714375"/>
                <a:gd name="csY719" fmla="*/ 333345 h 333375"/>
                <a:gd name="csX720" fmla="*/ 423596 w 714375"/>
                <a:gd name="csY720" fmla="*/ 333345 h 333375"/>
                <a:gd name="csX721" fmla="*/ 422205 w 714375"/>
                <a:gd name="csY721" fmla="*/ 333345 h 333375"/>
                <a:gd name="csX722" fmla="*/ 420805 w 714375"/>
                <a:gd name="csY722" fmla="*/ 333345 h 333375"/>
                <a:gd name="csX723" fmla="*/ 419357 w 714375"/>
                <a:gd name="csY723" fmla="*/ 333345 h 333375"/>
                <a:gd name="csX724" fmla="*/ 417957 w 714375"/>
                <a:gd name="csY724" fmla="*/ 333345 h 333375"/>
                <a:gd name="csX725" fmla="*/ 416567 w 714375"/>
                <a:gd name="csY725" fmla="*/ 333345 h 333375"/>
                <a:gd name="csX726" fmla="*/ 415176 w 714375"/>
                <a:gd name="csY726" fmla="*/ 333345 h 333375"/>
                <a:gd name="csX727" fmla="*/ 413785 w 714375"/>
                <a:gd name="csY727" fmla="*/ 333345 h 333375"/>
                <a:gd name="csX728" fmla="*/ 412394 w 714375"/>
                <a:gd name="csY728" fmla="*/ 333345 h 333375"/>
                <a:gd name="csX729" fmla="*/ 410994 w 714375"/>
                <a:gd name="csY729" fmla="*/ 333345 h 333375"/>
                <a:gd name="csX730" fmla="*/ 409604 w 714375"/>
                <a:gd name="csY730" fmla="*/ 333345 h 333375"/>
                <a:gd name="csX731" fmla="*/ 408213 w 714375"/>
                <a:gd name="csY731" fmla="*/ 333345 h 333375"/>
                <a:gd name="csX732" fmla="*/ 406822 w 714375"/>
                <a:gd name="csY732" fmla="*/ 333345 h 333375"/>
                <a:gd name="csX733" fmla="*/ 405432 w 714375"/>
                <a:gd name="csY733" fmla="*/ 333345 h 333375"/>
                <a:gd name="csX734" fmla="*/ 404041 w 714375"/>
                <a:gd name="csY734" fmla="*/ 333345 h 333375"/>
                <a:gd name="csX735" fmla="*/ 402584 w 714375"/>
                <a:gd name="csY735" fmla="*/ 333345 h 333375"/>
                <a:gd name="csX736" fmla="*/ 401193 w 714375"/>
                <a:gd name="csY736" fmla="*/ 333345 h 333375"/>
                <a:gd name="csX737" fmla="*/ 399793 w 714375"/>
                <a:gd name="csY737" fmla="*/ 333345 h 333375"/>
                <a:gd name="csX738" fmla="*/ 398402 w 714375"/>
                <a:gd name="csY738" fmla="*/ 333345 h 333375"/>
                <a:gd name="csX739" fmla="*/ 397011 w 714375"/>
                <a:gd name="csY739" fmla="*/ 333345 h 333375"/>
                <a:gd name="csX740" fmla="*/ 395621 w 714375"/>
                <a:gd name="csY740" fmla="*/ 333345 h 333375"/>
                <a:gd name="csX741" fmla="*/ 394230 w 714375"/>
                <a:gd name="csY741" fmla="*/ 333345 h 333375"/>
                <a:gd name="csX742" fmla="*/ 392830 w 714375"/>
                <a:gd name="csY742" fmla="*/ 333345 h 333375"/>
                <a:gd name="csX743" fmla="*/ 391440 w 714375"/>
                <a:gd name="csY743" fmla="*/ 333345 h 333375"/>
                <a:gd name="csX744" fmla="*/ 390049 w 714375"/>
                <a:gd name="csY744" fmla="*/ 333345 h 333375"/>
                <a:gd name="csX745" fmla="*/ 388658 w 714375"/>
                <a:gd name="csY745" fmla="*/ 333345 h 333375"/>
                <a:gd name="csX746" fmla="*/ 387201 w 714375"/>
                <a:gd name="csY746" fmla="*/ 333345 h 333375"/>
                <a:gd name="csX747" fmla="*/ 385810 w 714375"/>
                <a:gd name="csY747" fmla="*/ 333345 h 333375"/>
                <a:gd name="csX748" fmla="*/ 384420 w 714375"/>
                <a:gd name="csY748" fmla="*/ 333345 h 333375"/>
                <a:gd name="csX749" fmla="*/ 383019 w 714375"/>
                <a:gd name="csY749" fmla="*/ 333345 h 333375"/>
                <a:gd name="csX750" fmla="*/ 381629 w 714375"/>
                <a:gd name="csY750" fmla="*/ 333345 h 333375"/>
                <a:gd name="csX751" fmla="*/ 380238 w 714375"/>
                <a:gd name="csY751" fmla="*/ 333345 h 333375"/>
                <a:gd name="csX752" fmla="*/ 378847 w 714375"/>
                <a:gd name="csY752" fmla="*/ 333345 h 333375"/>
                <a:gd name="csX753" fmla="*/ 377457 w 714375"/>
                <a:gd name="csY753" fmla="*/ 333345 h 333375"/>
                <a:gd name="csX754" fmla="*/ 376066 w 714375"/>
                <a:gd name="csY754" fmla="*/ 333345 h 333375"/>
                <a:gd name="csX755" fmla="*/ 374666 w 714375"/>
                <a:gd name="csY755" fmla="*/ 333345 h 333375"/>
                <a:gd name="csX756" fmla="*/ 373275 w 714375"/>
                <a:gd name="csY756" fmla="*/ 333345 h 333375"/>
                <a:gd name="csX757" fmla="*/ 371818 w 714375"/>
                <a:gd name="csY757" fmla="*/ 333345 h 333375"/>
                <a:gd name="csX758" fmla="*/ 370428 w 714375"/>
                <a:gd name="csY758" fmla="*/ 333345 h 333375"/>
                <a:gd name="csX759" fmla="*/ 369036 w 714375"/>
                <a:gd name="csY759" fmla="*/ 333345 h 333375"/>
                <a:gd name="csX760" fmla="*/ 367646 w 714375"/>
                <a:gd name="csY760" fmla="*/ 333345 h 333375"/>
                <a:gd name="csX761" fmla="*/ 366246 w 714375"/>
                <a:gd name="csY761" fmla="*/ 333345 h 333375"/>
                <a:gd name="csX762" fmla="*/ 364855 w 714375"/>
                <a:gd name="csY762" fmla="*/ 333345 h 333375"/>
                <a:gd name="csX763" fmla="*/ 363465 w 714375"/>
                <a:gd name="csY763" fmla="*/ 333345 h 333375"/>
                <a:gd name="csX764" fmla="*/ 362074 w 714375"/>
                <a:gd name="csY764" fmla="*/ 333345 h 333375"/>
                <a:gd name="csX765" fmla="*/ 360683 w 714375"/>
                <a:gd name="csY765" fmla="*/ 333345 h 333375"/>
                <a:gd name="csX766" fmla="*/ 359293 w 714375"/>
                <a:gd name="csY766" fmla="*/ 333345 h 333375"/>
                <a:gd name="csX767" fmla="*/ 357892 w 714375"/>
                <a:gd name="csY767" fmla="*/ 333345 h 333375"/>
                <a:gd name="csX768" fmla="*/ 356502 w 714375"/>
                <a:gd name="csY768" fmla="*/ 333345 h 333375"/>
                <a:gd name="csX769" fmla="*/ 355044 w 714375"/>
                <a:gd name="csY769" fmla="*/ 333345 h 333375"/>
                <a:gd name="csX770" fmla="*/ 353654 w 714375"/>
                <a:gd name="csY770" fmla="*/ 333345 h 333375"/>
                <a:gd name="csX771" fmla="*/ 352263 w 714375"/>
                <a:gd name="csY771" fmla="*/ 333345 h 333375"/>
                <a:gd name="csX772" fmla="*/ 350872 w 714375"/>
                <a:gd name="csY772" fmla="*/ 333345 h 333375"/>
                <a:gd name="csX773" fmla="*/ 349482 w 714375"/>
                <a:gd name="csY773" fmla="*/ 333345 h 333375"/>
                <a:gd name="csX774" fmla="*/ 348091 w 714375"/>
                <a:gd name="csY774" fmla="*/ 333345 h 333375"/>
                <a:gd name="csX775" fmla="*/ 346691 w 714375"/>
                <a:gd name="csY775" fmla="*/ 333345 h 333375"/>
                <a:gd name="csX776" fmla="*/ 345301 w 714375"/>
                <a:gd name="csY776" fmla="*/ 333345 h 333375"/>
                <a:gd name="csX777" fmla="*/ 343909 w 714375"/>
                <a:gd name="csY777" fmla="*/ 333345 h 333375"/>
                <a:gd name="csX778" fmla="*/ 342519 w 714375"/>
                <a:gd name="csY778" fmla="*/ 333345 h 333375"/>
                <a:gd name="csX779" fmla="*/ 341128 w 714375"/>
                <a:gd name="csY779" fmla="*/ 333345 h 333375"/>
                <a:gd name="csX780" fmla="*/ 339671 w 714375"/>
                <a:gd name="csY780" fmla="*/ 333345 h 333375"/>
                <a:gd name="csX781" fmla="*/ 338271 w 714375"/>
                <a:gd name="csY781" fmla="*/ 333345 h 333375"/>
                <a:gd name="csX782" fmla="*/ 336880 w 714375"/>
                <a:gd name="csY782" fmla="*/ 333345 h 333375"/>
                <a:gd name="csX783" fmla="*/ 335490 w 714375"/>
                <a:gd name="csY783" fmla="*/ 333345 h 333375"/>
                <a:gd name="csX784" fmla="*/ 334099 w 714375"/>
                <a:gd name="csY784" fmla="*/ 333345 h 333375"/>
                <a:gd name="csX785" fmla="*/ 332708 w 714375"/>
                <a:gd name="csY785" fmla="*/ 333345 h 333375"/>
                <a:gd name="csX786" fmla="*/ 331318 w 714375"/>
                <a:gd name="csY786" fmla="*/ 333345 h 333375"/>
                <a:gd name="csX787" fmla="*/ 329917 w 714375"/>
                <a:gd name="csY787" fmla="*/ 333345 h 333375"/>
                <a:gd name="csX788" fmla="*/ 328527 w 714375"/>
                <a:gd name="csY788" fmla="*/ 333345 h 333375"/>
                <a:gd name="csX789" fmla="*/ 327136 w 714375"/>
                <a:gd name="csY789" fmla="*/ 333345 h 333375"/>
                <a:gd name="csX790" fmla="*/ 325745 w 714375"/>
                <a:gd name="csY790" fmla="*/ 333345 h 333375"/>
                <a:gd name="csX791" fmla="*/ 324355 w 714375"/>
                <a:gd name="csY791" fmla="*/ 333345 h 333375"/>
                <a:gd name="csX792" fmla="*/ 322897 w 714375"/>
                <a:gd name="csY792" fmla="*/ 333345 h 333375"/>
                <a:gd name="csX793" fmla="*/ 321507 w 714375"/>
                <a:gd name="csY793" fmla="*/ 333345 h 333375"/>
                <a:gd name="csX794" fmla="*/ 320107 w 714375"/>
                <a:gd name="csY794" fmla="*/ 333345 h 333375"/>
                <a:gd name="csX795" fmla="*/ 318716 w 714375"/>
                <a:gd name="csY795" fmla="*/ 333345 h 333375"/>
                <a:gd name="csX796" fmla="*/ 317326 w 714375"/>
                <a:gd name="csY796" fmla="*/ 333345 h 333375"/>
                <a:gd name="csX797" fmla="*/ 315935 w 714375"/>
                <a:gd name="csY797" fmla="*/ 333345 h 333375"/>
                <a:gd name="csX798" fmla="*/ 314544 w 714375"/>
                <a:gd name="csY798" fmla="*/ 333345 h 333375"/>
                <a:gd name="csX799" fmla="*/ 313154 w 714375"/>
                <a:gd name="csY799" fmla="*/ 333345 h 333375"/>
                <a:gd name="csX800" fmla="*/ 311753 w 714375"/>
                <a:gd name="csY800" fmla="*/ 333345 h 333375"/>
                <a:gd name="csX801" fmla="*/ 310363 w 714375"/>
                <a:gd name="csY801" fmla="*/ 333345 h 333375"/>
                <a:gd name="csX802" fmla="*/ 308972 w 714375"/>
                <a:gd name="csY802" fmla="*/ 333345 h 333375"/>
                <a:gd name="csX803" fmla="*/ 307515 w 714375"/>
                <a:gd name="csY803" fmla="*/ 333345 h 333375"/>
                <a:gd name="csX804" fmla="*/ 306124 w 714375"/>
                <a:gd name="csY804" fmla="*/ 333345 h 333375"/>
                <a:gd name="csX805" fmla="*/ 304733 w 714375"/>
                <a:gd name="csY805" fmla="*/ 333345 h 333375"/>
                <a:gd name="csX806" fmla="*/ 303343 w 714375"/>
                <a:gd name="csY806" fmla="*/ 333345 h 333375"/>
                <a:gd name="csX807" fmla="*/ 301943 w 714375"/>
                <a:gd name="csY807" fmla="*/ 333345 h 333375"/>
                <a:gd name="csX808" fmla="*/ 300552 w 714375"/>
                <a:gd name="csY808" fmla="*/ 333345 h 333375"/>
                <a:gd name="csX809" fmla="*/ 299161 w 714375"/>
                <a:gd name="csY809" fmla="*/ 333345 h 333375"/>
                <a:gd name="csX810" fmla="*/ 297770 w 714375"/>
                <a:gd name="csY810" fmla="*/ 333345 h 333375"/>
                <a:gd name="csX811" fmla="*/ 296380 w 714375"/>
                <a:gd name="csY811" fmla="*/ 333345 h 333375"/>
                <a:gd name="csX812" fmla="*/ 294980 w 714375"/>
                <a:gd name="csY812" fmla="*/ 333345 h 333375"/>
                <a:gd name="csX813" fmla="*/ 293589 w 714375"/>
                <a:gd name="csY813" fmla="*/ 333345 h 333375"/>
                <a:gd name="csX814" fmla="*/ 292132 w 714375"/>
                <a:gd name="csY814" fmla="*/ 333345 h 333375"/>
                <a:gd name="csX815" fmla="*/ 290741 w 714375"/>
                <a:gd name="csY815" fmla="*/ 333345 h 333375"/>
                <a:gd name="csX816" fmla="*/ 289351 w 714375"/>
                <a:gd name="csY816" fmla="*/ 333345 h 333375"/>
                <a:gd name="csX817" fmla="*/ 287960 w 714375"/>
                <a:gd name="csY817" fmla="*/ 333345 h 333375"/>
                <a:gd name="csX818" fmla="*/ 286569 w 714375"/>
                <a:gd name="csY818" fmla="*/ 333345 h 333375"/>
                <a:gd name="csX819" fmla="*/ 285179 w 714375"/>
                <a:gd name="csY819" fmla="*/ 333345 h 333375"/>
                <a:gd name="csX820" fmla="*/ 283778 w 714375"/>
                <a:gd name="csY820" fmla="*/ 333345 h 333375"/>
                <a:gd name="csX821" fmla="*/ 282388 w 714375"/>
                <a:gd name="csY821" fmla="*/ 333345 h 333375"/>
                <a:gd name="csX822" fmla="*/ 280997 w 714375"/>
                <a:gd name="csY822" fmla="*/ 333345 h 333375"/>
                <a:gd name="csX823" fmla="*/ 279606 w 714375"/>
                <a:gd name="csY823" fmla="*/ 333345 h 333375"/>
                <a:gd name="csX824" fmla="*/ 278216 w 714375"/>
                <a:gd name="csY824" fmla="*/ 333345 h 333375"/>
                <a:gd name="csX825" fmla="*/ 276816 w 714375"/>
                <a:gd name="csY825" fmla="*/ 333345 h 333375"/>
                <a:gd name="csX826" fmla="*/ 275368 w 714375"/>
                <a:gd name="csY826" fmla="*/ 333345 h 333375"/>
                <a:gd name="csX827" fmla="*/ 273968 w 714375"/>
                <a:gd name="csY827" fmla="*/ 333345 h 333375"/>
                <a:gd name="csX828" fmla="*/ 272577 w 714375"/>
                <a:gd name="csY828" fmla="*/ 333345 h 333375"/>
                <a:gd name="csX829" fmla="*/ 271187 w 714375"/>
                <a:gd name="csY829" fmla="*/ 333345 h 333375"/>
                <a:gd name="csX830" fmla="*/ 269796 w 714375"/>
                <a:gd name="csY830" fmla="*/ 333345 h 333375"/>
                <a:gd name="csX831" fmla="*/ 268405 w 714375"/>
                <a:gd name="csY831" fmla="*/ 333345 h 333375"/>
                <a:gd name="csX832" fmla="*/ 267005 w 714375"/>
                <a:gd name="csY832" fmla="*/ 333345 h 333375"/>
                <a:gd name="csX833" fmla="*/ 265614 w 714375"/>
                <a:gd name="csY833" fmla="*/ 333345 h 333375"/>
                <a:gd name="csX834" fmla="*/ 264224 w 714375"/>
                <a:gd name="csY834" fmla="*/ 333345 h 333375"/>
                <a:gd name="csX835" fmla="*/ 262833 w 714375"/>
                <a:gd name="csY835" fmla="*/ 333345 h 333375"/>
                <a:gd name="csX836" fmla="*/ 261442 w 714375"/>
                <a:gd name="csY836" fmla="*/ 333345 h 333375"/>
                <a:gd name="csX837" fmla="*/ 259985 w 714375"/>
                <a:gd name="csY837" fmla="*/ 333345 h 333375"/>
                <a:gd name="csX838" fmla="*/ 258594 w 714375"/>
                <a:gd name="csY838" fmla="*/ 333345 h 333375"/>
                <a:gd name="csX839" fmla="*/ 257204 w 714375"/>
                <a:gd name="csY839" fmla="*/ 333345 h 333375"/>
                <a:gd name="csX840" fmla="*/ 255803 w 714375"/>
                <a:gd name="csY840" fmla="*/ 333345 h 333375"/>
                <a:gd name="csX841" fmla="*/ 254413 w 714375"/>
                <a:gd name="csY841" fmla="*/ 333345 h 333375"/>
                <a:gd name="csX842" fmla="*/ 253022 w 714375"/>
                <a:gd name="csY842" fmla="*/ 333345 h 333375"/>
                <a:gd name="csX843" fmla="*/ 251631 w 714375"/>
                <a:gd name="csY843" fmla="*/ 333345 h 333375"/>
                <a:gd name="csX844" fmla="*/ 250241 w 714375"/>
                <a:gd name="csY844" fmla="*/ 333345 h 333375"/>
                <a:gd name="csX845" fmla="*/ 248841 w 714375"/>
                <a:gd name="csY845" fmla="*/ 333345 h 333375"/>
                <a:gd name="csX846" fmla="*/ 247450 w 714375"/>
                <a:gd name="csY846" fmla="*/ 333345 h 333375"/>
                <a:gd name="csX847" fmla="*/ 246060 w 714375"/>
                <a:gd name="csY847" fmla="*/ 333345 h 333375"/>
                <a:gd name="csX848" fmla="*/ 244602 w 714375"/>
                <a:gd name="csY848" fmla="*/ 333345 h 333375"/>
                <a:gd name="csX849" fmla="*/ 243212 w 714375"/>
                <a:gd name="csY849" fmla="*/ 333345 h 333375"/>
                <a:gd name="csX850" fmla="*/ 241821 w 714375"/>
                <a:gd name="csY850" fmla="*/ 333345 h 333375"/>
                <a:gd name="csX851" fmla="*/ 240430 w 714375"/>
                <a:gd name="csY851" fmla="*/ 333345 h 333375"/>
                <a:gd name="csX852" fmla="*/ 239030 w 714375"/>
                <a:gd name="csY852" fmla="*/ 333345 h 333375"/>
                <a:gd name="csX853" fmla="*/ 237639 w 714375"/>
                <a:gd name="csY853" fmla="*/ 333345 h 333375"/>
                <a:gd name="csX854" fmla="*/ 236249 w 714375"/>
                <a:gd name="csY854" fmla="*/ 333345 h 333375"/>
                <a:gd name="csX855" fmla="*/ 234858 w 714375"/>
                <a:gd name="csY855" fmla="*/ 333345 h 333375"/>
                <a:gd name="csX856" fmla="*/ 233467 w 714375"/>
                <a:gd name="csY856" fmla="*/ 333345 h 333375"/>
                <a:gd name="csX857" fmla="*/ 232077 w 714375"/>
                <a:gd name="csY857" fmla="*/ 333345 h 333375"/>
                <a:gd name="csX858" fmla="*/ 230676 w 714375"/>
                <a:gd name="csY858" fmla="*/ 333345 h 333375"/>
                <a:gd name="csX859" fmla="*/ 229286 w 714375"/>
                <a:gd name="csY859" fmla="*/ 333345 h 333375"/>
                <a:gd name="csX860" fmla="*/ 227829 w 714375"/>
                <a:gd name="csY860" fmla="*/ 333345 h 333375"/>
                <a:gd name="csX861" fmla="*/ 226438 w 714375"/>
                <a:gd name="csY861" fmla="*/ 333345 h 333375"/>
                <a:gd name="csX862" fmla="*/ 225048 w 714375"/>
                <a:gd name="csY862" fmla="*/ 333345 h 333375"/>
                <a:gd name="csX863" fmla="*/ 223656 w 714375"/>
                <a:gd name="csY863" fmla="*/ 333345 h 333375"/>
                <a:gd name="csX864" fmla="*/ 222266 w 714375"/>
                <a:gd name="csY864" fmla="*/ 333345 h 333375"/>
                <a:gd name="csX865" fmla="*/ 220866 w 714375"/>
                <a:gd name="csY865" fmla="*/ 333345 h 333375"/>
                <a:gd name="csX866" fmla="*/ 219475 w 714375"/>
                <a:gd name="csY866" fmla="*/ 333345 h 333375"/>
                <a:gd name="csX867" fmla="*/ 218085 w 714375"/>
                <a:gd name="csY867" fmla="*/ 333345 h 333375"/>
                <a:gd name="csX868" fmla="*/ 216694 w 714375"/>
                <a:gd name="csY868" fmla="*/ 333345 h 333375"/>
                <a:gd name="csX869" fmla="*/ 215303 w 714375"/>
                <a:gd name="csY869" fmla="*/ 333345 h 333375"/>
                <a:gd name="csX870" fmla="*/ 213903 w 714375"/>
                <a:gd name="csY870" fmla="*/ 333345 h 333375"/>
                <a:gd name="csX871" fmla="*/ 212455 w 714375"/>
                <a:gd name="csY871" fmla="*/ 333345 h 333375"/>
                <a:gd name="csX872" fmla="*/ 211055 w 714375"/>
                <a:gd name="csY872" fmla="*/ 333345 h 333375"/>
                <a:gd name="csX873" fmla="*/ 209664 w 714375"/>
                <a:gd name="csY873" fmla="*/ 333345 h 333375"/>
                <a:gd name="csX874" fmla="*/ 208274 w 714375"/>
                <a:gd name="csY874" fmla="*/ 333345 h 333375"/>
                <a:gd name="csX875" fmla="*/ 206883 w 714375"/>
                <a:gd name="csY875" fmla="*/ 333345 h 333375"/>
                <a:gd name="csX876" fmla="*/ 205492 w 714375"/>
                <a:gd name="csY876" fmla="*/ 333345 h 333375"/>
                <a:gd name="csX877" fmla="*/ 204102 w 714375"/>
                <a:gd name="csY877" fmla="*/ 333345 h 333375"/>
                <a:gd name="csX878" fmla="*/ 202702 w 714375"/>
                <a:gd name="csY878" fmla="*/ 333345 h 333375"/>
                <a:gd name="csX879" fmla="*/ 201311 w 714375"/>
                <a:gd name="csY879" fmla="*/ 333345 h 333375"/>
                <a:gd name="csX880" fmla="*/ 199921 w 714375"/>
                <a:gd name="csY880" fmla="*/ 333345 h 333375"/>
                <a:gd name="csX881" fmla="*/ 198529 w 714375"/>
                <a:gd name="csY881" fmla="*/ 333345 h 333375"/>
                <a:gd name="csX882" fmla="*/ 197072 w 714375"/>
                <a:gd name="csY882" fmla="*/ 333345 h 333375"/>
                <a:gd name="csX883" fmla="*/ 195682 w 714375"/>
                <a:gd name="csY883" fmla="*/ 333345 h 333375"/>
                <a:gd name="csX884" fmla="*/ 194291 w 714375"/>
                <a:gd name="csY884" fmla="*/ 333345 h 333375"/>
                <a:gd name="csX885" fmla="*/ 192891 w 714375"/>
                <a:gd name="csY885" fmla="*/ 333345 h 333375"/>
                <a:gd name="csX886" fmla="*/ 191500 w 714375"/>
                <a:gd name="csY886" fmla="*/ 333345 h 333375"/>
                <a:gd name="csX887" fmla="*/ 190110 w 714375"/>
                <a:gd name="csY887" fmla="*/ 333345 h 333375"/>
                <a:gd name="csX888" fmla="*/ 188719 w 714375"/>
                <a:gd name="csY888" fmla="*/ 333345 h 333375"/>
                <a:gd name="csX889" fmla="*/ 187328 w 714375"/>
                <a:gd name="csY889" fmla="*/ 333345 h 333375"/>
                <a:gd name="csX890" fmla="*/ 185938 w 714375"/>
                <a:gd name="csY890" fmla="*/ 333345 h 333375"/>
                <a:gd name="csX891" fmla="*/ 184537 w 714375"/>
                <a:gd name="csY891" fmla="*/ 333345 h 333375"/>
                <a:gd name="csX892" fmla="*/ 183147 w 714375"/>
                <a:gd name="csY892" fmla="*/ 333345 h 333375"/>
                <a:gd name="csX893" fmla="*/ 181756 w 714375"/>
                <a:gd name="csY893" fmla="*/ 333345 h 333375"/>
                <a:gd name="csX894" fmla="*/ 180299 w 714375"/>
                <a:gd name="csY894" fmla="*/ 333345 h 333375"/>
                <a:gd name="csX895" fmla="*/ 178908 w 714375"/>
                <a:gd name="csY895" fmla="*/ 333345 h 333375"/>
                <a:gd name="csX896" fmla="*/ 177517 w 714375"/>
                <a:gd name="csY896" fmla="*/ 333345 h 333375"/>
                <a:gd name="csX897" fmla="*/ 176117 w 714375"/>
                <a:gd name="csY897" fmla="*/ 333345 h 333375"/>
                <a:gd name="csX898" fmla="*/ 174727 w 714375"/>
                <a:gd name="csY898" fmla="*/ 333345 h 333375"/>
                <a:gd name="csX899" fmla="*/ 173336 w 714375"/>
                <a:gd name="csY899" fmla="*/ 333345 h 333375"/>
                <a:gd name="csX900" fmla="*/ 171946 w 714375"/>
                <a:gd name="csY900" fmla="*/ 333345 h 333375"/>
                <a:gd name="csX901" fmla="*/ 170555 w 714375"/>
                <a:gd name="csY901" fmla="*/ 333345 h 333375"/>
                <a:gd name="csX902" fmla="*/ 169164 w 714375"/>
                <a:gd name="csY902" fmla="*/ 333345 h 333375"/>
                <a:gd name="csX903" fmla="*/ 167764 w 714375"/>
                <a:gd name="csY903" fmla="*/ 333345 h 333375"/>
                <a:gd name="csX904" fmla="*/ 166373 w 714375"/>
                <a:gd name="csY904" fmla="*/ 333345 h 333375"/>
                <a:gd name="csX905" fmla="*/ 164916 w 714375"/>
                <a:gd name="csY905" fmla="*/ 333345 h 333375"/>
                <a:gd name="csX906" fmla="*/ 163525 w 714375"/>
                <a:gd name="csY906" fmla="*/ 333345 h 333375"/>
                <a:gd name="csX907" fmla="*/ 162134 w 714375"/>
                <a:gd name="csY907" fmla="*/ 333345 h 333375"/>
                <a:gd name="csX908" fmla="*/ 160744 w 714375"/>
                <a:gd name="csY908" fmla="*/ 333345 h 333375"/>
                <a:gd name="csX909" fmla="*/ 159353 w 714375"/>
                <a:gd name="csY909" fmla="*/ 333345 h 333375"/>
                <a:gd name="csX910" fmla="*/ 157963 w 714375"/>
                <a:gd name="csY910" fmla="*/ 333345 h 333375"/>
                <a:gd name="csX911" fmla="*/ 156563 w 714375"/>
                <a:gd name="csY911" fmla="*/ 333345 h 333375"/>
                <a:gd name="csX912" fmla="*/ 155172 w 714375"/>
                <a:gd name="csY912" fmla="*/ 333345 h 333375"/>
                <a:gd name="csX913" fmla="*/ 153781 w 714375"/>
                <a:gd name="csY913" fmla="*/ 333345 h 333375"/>
                <a:gd name="csX914" fmla="*/ 152390 w 714375"/>
                <a:gd name="csY914" fmla="*/ 333345 h 333375"/>
                <a:gd name="csX915" fmla="*/ 151000 w 714375"/>
                <a:gd name="csY915" fmla="*/ 333345 h 333375"/>
                <a:gd name="csX916" fmla="*/ 149543 w 714375"/>
                <a:gd name="csY916" fmla="*/ 333345 h 333375"/>
                <a:gd name="csX917" fmla="*/ 148142 w 714375"/>
                <a:gd name="csY917" fmla="*/ 333345 h 333375"/>
                <a:gd name="csX918" fmla="*/ 146752 w 714375"/>
                <a:gd name="csY918" fmla="*/ 333345 h 333375"/>
                <a:gd name="csX919" fmla="*/ 145361 w 714375"/>
                <a:gd name="csY919" fmla="*/ 333345 h 333375"/>
                <a:gd name="csX920" fmla="*/ 143970 w 714375"/>
                <a:gd name="csY920" fmla="*/ 333345 h 333375"/>
                <a:gd name="csX921" fmla="*/ 142580 w 714375"/>
                <a:gd name="csY921" fmla="*/ 333345 h 333375"/>
                <a:gd name="csX922" fmla="*/ 141189 w 714375"/>
                <a:gd name="csY922" fmla="*/ 333345 h 333375"/>
                <a:gd name="csX923" fmla="*/ 139789 w 714375"/>
                <a:gd name="csY923" fmla="*/ 333345 h 333375"/>
                <a:gd name="csX924" fmla="*/ 138398 w 714375"/>
                <a:gd name="csY924" fmla="*/ 333345 h 333375"/>
                <a:gd name="csX925" fmla="*/ 137008 w 714375"/>
                <a:gd name="csY925" fmla="*/ 333345 h 333375"/>
                <a:gd name="csX926" fmla="*/ 135617 w 714375"/>
                <a:gd name="csY926" fmla="*/ 333345 h 333375"/>
                <a:gd name="csX927" fmla="*/ 134226 w 714375"/>
                <a:gd name="csY927" fmla="*/ 333345 h 333375"/>
                <a:gd name="csX928" fmla="*/ 132769 w 714375"/>
                <a:gd name="csY928" fmla="*/ 333345 h 333375"/>
                <a:gd name="csX929" fmla="*/ 131378 w 714375"/>
                <a:gd name="csY929" fmla="*/ 333345 h 333375"/>
                <a:gd name="csX930" fmla="*/ 129978 w 714375"/>
                <a:gd name="csY930" fmla="*/ 333345 h 333375"/>
                <a:gd name="csX931" fmla="*/ 128588 w 714375"/>
                <a:gd name="csY931" fmla="*/ 333345 h 333375"/>
                <a:gd name="csX932" fmla="*/ 127197 w 714375"/>
                <a:gd name="csY932" fmla="*/ 333345 h 333375"/>
                <a:gd name="csX933" fmla="*/ 125806 w 714375"/>
                <a:gd name="csY933" fmla="*/ 333345 h 333375"/>
                <a:gd name="csX934" fmla="*/ 124416 w 714375"/>
                <a:gd name="csY934" fmla="*/ 333345 h 333375"/>
                <a:gd name="csX935" fmla="*/ 123025 w 714375"/>
                <a:gd name="csY935" fmla="*/ 333345 h 333375"/>
                <a:gd name="csX936" fmla="*/ 121625 w 714375"/>
                <a:gd name="csY936" fmla="*/ 333345 h 333375"/>
                <a:gd name="csX937" fmla="*/ 120234 w 714375"/>
                <a:gd name="csY937" fmla="*/ 333345 h 333375"/>
                <a:gd name="csX938" fmla="*/ 118844 w 714375"/>
                <a:gd name="csY938" fmla="*/ 333345 h 333375"/>
                <a:gd name="csX939" fmla="*/ 117386 w 714375"/>
                <a:gd name="csY939" fmla="*/ 333345 h 333375"/>
                <a:gd name="csX940" fmla="*/ 115995 w 714375"/>
                <a:gd name="csY940" fmla="*/ 333345 h 333375"/>
                <a:gd name="csX941" fmla="*/ 114605 w 714375"/>
                <a:gd name="csY941" fmla="*/ 333345 h 333375"/>
                <a:gd name="csX942" fmla="*/ 113214 w 714375"/>
                <a:gd name="csY942" fmla="*/ 333345 h 333375"/>
                <a:gd name="csX943" fmla="*/ 111814 w 714375"/>
                <a:gd name="csY943" fmla="*/ 333345 h 333375"/>
                <a:gd name="csX944" fmla="*/ 110423 w 714375"/>
                <a:gd name="csY944" fmla="*/ 333345 h 333375"/>
                <a:gd name="csX945" fmla="*/ 109032 w 714375"/>
                <a:gd name="csY945" fmla="*/ 333345 h 333375"/>
                <a:gd name="csX946" fmla="*/ 107642 w 714375"/>
                <a:gd name="csY946" fmla="*/ 333345 h 333375"/>
                <a:gd name="csX947" fmla="*/ 106251 w 714375"/>
                <a:gd name="csY947" fmla="*/ 333345 h 333375"/>
                <a:gd name="csX948" fmla="*/ 104851 w 714375"/>
                <a:gd name="csY948" fmla="*/ 333345 h 333375"/>
                <a:gd name="csX949" fmla="*/ 103461 w 714375"/>
                <a:gd name="csY949" fmla="*/ 333345 h 333375"/>
                <a:gd name="csX950" fmla="*/ 102003 w 714375"/>
                <a:gd name="csY950" fmla="*/ 333345 h 333375"/>
                <a:gd name="csX951" fmla="*/ 100613 w 714375"/>
                <a:gd name="csY951" fmla="*/ 333345 h 333375"/>
                <a:gd name="csX952" fmla="*/ 99222 w 714375"/>
                <a:gd name="csY952" fmla="*/ 333345 h 333375"/>
                <a:gd name="csX953" fmla="*/ 97831 w 714375"/>
                <a:gd name="csY953" fmla="*/ 333345 h 333375"/>
                <a:gd name="csX954" fmla="*/ 96441 w 714375"/>
                <a:gd name="csY954" fmla="*/ 333345 h 333375"/>
                <a:gd name="csX955" fmla="*/ 95050 w 714375"/>
                <a:gd name="csY955" fmla="*/ 333345 h 333375"/>
                <a:gd name="csX956" fmla="*/ 93650 w 714375"/>
                <a:gd name="csY956" fmla="*/ 333345 h 333375"/>
                <a:gd name="csX957" fmla="*/ 92259 w 714375"/>
                <a:gd name="csY957" fmla="*/ 333345 h 333375"/>
                <a:gd name="csX958" fmla="*/ 90868 w 714375"/>
                <a:gd name="csY958" fmla="*/ 333345 h 333375"/>
                <a:gd name="csX959" fmla="*/ 89478 w 714375"/>
                <a:gd name="csY959" fmla="*/ 333345 h 333375"/>
                <a:gd name="csX960" fmla="*/ 88087 w 714375"/>
                <a:gd name="csY960" fmla="*/ 333345 h 333375"/>
                <a:gd name="csX961" fmla="*/ 86687 w 714375"/>
                <a:gd name="csY961" fmla="*/ 333345 h 333375"/>
                <a:gd name="csX962" fmla="*/ 85239 w 714375"/>
                <a:gd name="csY962" fmla="*/ 333345 h 333375"/>
                <a:gd name="csX963" fmla="*/ 83839 w 714375"/>
                <a:gd name="csY963" fmla="*/ 333345 h 333375"/>
                <a:gd name="csX964" fmla="*/ 82449 w 714375"/>
                <a:gd name="csY964" fmla="*/ 333345 h 333375"/>
                <a:gd name="csX965" fmla="*/ 81058 w 714375"/>
                <a:gd name="csY965" fmla="*/ 333345 h 333375"/>
                <a:gd name="csX966" fmla="*/ 79667 w 714375"/>
                <a:gd name="csY966" fmla="*/ 333345 h 333375"/>
                <a:gd name="csX967" fmla="*/ 78276 w 714375"/>
                <a:gd name="csY967" fmla="*/ 333345 h 333375"/>
                <a:gd name="csX968" fmla="*/ 76876 w 714375"/>
                <a:gd name="csY968" fmla="*/ 333345 h 333375"/>
                <a:gd name="csX969" fmla="*/ 75486 w 714375"/>
                <a:gd name="csY969" fmla="*/ 333345 h 333375"/>
                <a:gd name="csX970" fmla="*/ 74095 w 714375"/>
                <a:gd name="csY970" fmla="*/ 333345 h 333375"/>
                <a:gd name="csX971" fmla="*/ 72704 w 714375"/>
                <a:gd name="csY971" fmla="*/ 333345 h 333375"/>
                <a:gd name="csX972" fmla="*/ 71314 w 714375"/>
                <a:gd name="csY972" fmla="*/ 333345 h 333375"/>
                <a:gd name="csX973" fmla="*/ 69856 w 714375"/>
                <a:gd name="csY973" fmla="*/ 333345 h 333375"/>
                <a:gd name="csX974" fmla="*/ 68466 w 714375"/>
                <a:gd name="csY974" fmla="*/ 333345 h 333375"/>
                <a:gd name="csX975" fmla="*/ 67075 w 714375"/>
                <a:gd name="csY975" fmla="*/ 333345 h 333375"/>
                <a:gd name="csX976" fmla="*/ 65675 w 714375"/>
                <a:gd name="csY976" fmla="*/ 333345 h 333375"/>
                <a:gd name="csX977" fmla="*/ 64284 w 714375"/>
                <a:gd name="csY977" fmla="*/ 333345 h 333375"/>
                <a:gd name="csX978" fmla="*/ 62893 w 714375"/>
                <a:gd name="csY978" fmla="*/ 333345 h 333375"/>
                <a:gd name="csX979" fmla="*/ 61503 w 714375"/>
                <a:gd name="csY979" fmla="*/ 333345 h 333375"/>
                <a:gd name="csX980" fmla="*/ 60103 w 714375"/>
                <a:gd name="csY980" fmla="*/ 333345 h 333375"/>
                <a:gd name="csX981" fmla="*/ 58712 w 714375"/>
                <a:gd name="csY981" fmla="*/ 333345 h 333375"/>
                <a:gd name="csX982" fmla="*/ 57322 w 714375"/>
                <a:gd name="csY982" fmla="*/ 333345 h 333375"/>
                <a:gd name="csX983" fmla="*/ 55931 w 714375"/>
                <a:gd name="csY983" fmla="*/ 333345 h 333375"/>
                <a:gd name="csX984" fmla="*/ 54474 w 714375"/>
                <a:gd name="csY984" fmla="*/ 333345 h 333375"/>
                <a:gd name="csX985" fmla="*/ 53083 w 714375"/>
                <a:gd name="csY985" fmla="*/ 333345 h 333375"/>
                <a:gd name="csX986" fmla="*/ 51692 w 714375"/>
                <a:gd name="csY986" fmla="*/ 333345 h 333375"/>
                <a:gd name="csX987" fmla="*/ 50302 w 714375"/>
                <a:gd name="csY987" fmla="*/ 333345 h 333375"/>
                <a:gd name="csX988" fmla="*/ 48901 w 714375"/>
                <a:gd name="csY988" fmla="*/ 333345 h 333375"/>
                <a:gd name="csX989" fmla="*/ 47511 w 714375"/>
                <a:gd name="csY989" fmla="*/ 333345 h 333375"/>
                <a:gd name="csX990" fmla="*/ 46120 w 714375"/>
                <a:gd name="csY990" fmla="*/ 333345 h 333375"/>
                <a:gd name="csX991" fmla="*/ 44729 w 714375"/>
                <a:gd name="csY991" fmla="*/ 333345 h 333375"/>
                <a:gd name="csX992" fmla="*/ 43339 w 714375"/>
                <a:gd name="csY992" fmla="*/ 333345 h 333375"/>
                <a:gd name="csX993" fmla="*/ 41948 w 714375"/>
                <a:gd name="csY993" fmla="*/ 333345 h 333375"/>
                <a:gd name="csX994" fmla="*/ 40548 w 714375"/>
                <a:gd name="csY994" fmla="*/ 333345 h 333375"/>
                <a:gd name="csX995" fmla="*/ 39157 w 714375"/>
                <a:gd name="csY995" fmla="*/ 333345 h 333375"/>
                <a:gd name="csX996" fmla="*/ 37700 w 714375"/>
                <a:gd name="csY996" fmla="*/ 333345 h 333375"/>
                <a:gd name="csX997" fmla="*/ 36310 w 714375"/>
                <a:gd name="csY997" fmla="*/ 333345 h 333375"/>
                <a:gd name="csX998" fmla="*/ 34919 w 714375"/>
                <a:gd name="csY998" fmla="*/ 333345 h 333375"/>
                <a:gd name="csX999" fmla="*/ 33528 w 714375"/>
                <a:gd name="csY999" fmla="*/ 333345 h 333375"/>
                <a:gd name="csX1000" fmla="*/ 32137 w 714375"/>
                <a:gd name="csY1000" fmla="*/ 333345 h 333375"/>
                <a:gd name="csX1001" fmla="*/ 30737 w 714375"/>
                <a:gd name="csY1001" fmla="*/ 333345 h 333375"/>
                <a:gd name="csX1002" fmla="*/ 29347 w 714375"/>
                <a:gd name="csY1002" fmla="*/ 333345 h 333375"/>
                <a:gd name="csX1003" fmla="*/ 27956 w 714375"/>
                <a:gd name="csY1003" fmla="*/ 333345 h 333375"/>
                <a:gd name="csX1004" fmla="*/ 26565 w 714375"/>
                <a:gd name="csY1004" fmla="*/ 333345 h 333375"/>
                <a:gd name="csX1005" fmla="*/ 25175 w 714375"/>
                <a:gd name="csY1005" fmla="*/ 333345 h 333375"/>
                <a:gd name="csX1006" fmla="*/ 23774 w 714375"/>
                <a:gd name="csY1006" fmla="*/ 333345 h 333375"/>
                <a:gd name="csX1007" fmla="*/ 22327 w 714375"/>
                <a:gd name="csY1007" fmla="*/ 333345 h 333375"/>
                <a:gd name="csX1008" fmla="*/ 20926 w 714375"/>
                <a:gd name="csY1008" fmla="*/ 333345 h 333375"/>
                <a:gd name="csX1009" fmla="*/ 19536 w 714375"/>
                <a:gd name="csY1009" fmla="*/ 333345 h 333375"/>
                <a:gd name="csX1010" fmla="*/ 18145 w 714375"/>
                <a:gd name="csY1010" fmla="*/ 333345 h 333375"/>
                <a:gd name="csX1011" fmla="*/ 16754 w 714375"/>
                <a:gd name="csY1011" fmla="*/ 333345 h 333375"/>
                <a:gd name="csX1012" fmla="*/ 15364 w 714375"/>
                <a:gd name="csY1012" fmla="*/ 333345 h 333375"/>
                <a:gd name="csX1013" fmla="*/ 13973 w 714375"/>
                <a:gd name="csY1013" fmla="*/ 333345 h 333375"/>
                <a:gd name="csX1014" fmla="*/ 12573 w 714375"/>
                <a:gd name="csY1014" fmla="*/ 333345 h 333375"/>
                <a:gd name="csX1015" fmla="*/ 11183 w 714375"/>
                <a:gd name="csY1015" fmla="*/ 333345 h 333375"/>
                <a:gd name="csX1016" fmla="*/ 9792 w 714375"/>
                <a:gd name="csY1016" fmla="*/ 333345 h 333375"/>
                <a:gd name="csX1017" fmla="*/ 8401 w 714375"/>
                <a:gd name="csY1017" fmla="*/ 333345 h 333375"/>
                <a:gd name="csX1018" fmla="*/ 7010 w 714375"/>
                <a:gd name="csY1018" fmla="*/ 333345 h 333375"/>
                <a:gd name="csX1019" fmla="*/ 5553 w 714375"/>
                <a:gd name="csY1019" fmla="*/ 333345 h 333375"/>
                <a:gd name="csX1020" fmla="*/ 4163 w 714375"/>
                <a:gd name="csY1020" fmla="*/ 333345 h 333375"/>
                <a:gd name="csX1021" fmla="*/ 2762 w 714375"/>
                <a:gd name="csY1021" fmla="*/ 333345 h 333375"/>
                <a:gd name="csX1022" fmla="*/ 1372 w 714375"/>
                <a:gd name="csY1022" fmla="*/ 333345 h 333375"/>
                <a:gd name="csX1023" fmla="*/ -19 w 714375"/>
                <a:gd name="csY1023" fmla="*/ 333345 h 333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33375">
                  <a:moveTo>
                    <a:pt x="-19" y="332069"/>
                  </a:moveTo>
                  <a:lnTo>
                    <a:pt x="1372" y="331945"/>
                  </a:lnTo>
                  <a:lnTo>
                    <a:pt x="2762" y="331754"/>
                  </a:lnTo>
                  <a:lnTo>
                    <a:pt x="4163" y="331564"/>
                  </a:lnTo>
                  <a:lnTo>
                    <a:pt x="5553" y="331431"/>
                  </a:lnTo>
                  <a:lnTo>
                    <a:pt x="7010" y="331173"/>
                  </a:lnTo>
                  <a:lnTo>
                    <a:pt x="8401" y="330983"/>
                  </a:lnTo>
                  <a:lnTo>
                    <a:pt x="9792" y="330735"/>
                  </a:lnTo>
                  <a:lnTo>
                    <a:pt x="11183" y="330478"/>
                  </a:lnTo>
                  <a:lnTo>
                    <a:pt x="12573" y="330154"/>
                  </a:lnTo>
                  <a:lnTo>
                    <a:pt x="13973" y="329907"/>
                  </a:lnTo>
                  <a:lnTo>
                    <a:pt x="15364" y="329516"/>
                  </a:lnTo>
                  <a:lnTo>
                    <a:pt x="16754" y="329135"/>
                  </a:lnTo>
                  <a:lnTo>
                    <a:pt x="18145" y="328754"/>
                  </a:lnTo>
                  <a:lnTo>
                    <a:pt x="19536" y="328306"/>
                  </a:lnTo>
                  <a:lnTo>
                    <a:pt x="20926" y="327859"/>
                  </a:lnTo>
                  <a:lnTo>
                    <a:pt x="22327" y="327354"/>
                  </a:lnTo>
                  <a:lnTo>
                    <a:pt x="23774" y="326773"/>
                  </a:lnTo>
                  <a:lnTo>
                    <a:pt x="25175" y="326201"/>
                  </a:lnTo>
                  <a:lnTo>
                    <a:pt x="26565" y="325563"/>
                  </a:lnTo>
                  <a:lnTo>
                    <a:pt x="27956" y="324925"/>
                  </a:lnTo>
                  <a:lnTo>
                    <a:pt x="29347" y="324163"/>
                  </a:lnTo>
                  <a:lnTo>
                    <a:pt x="30737" y="323401"/>
                  </a:lnTo>
                  <a:lnTo>
                    <a:pt x="32137" y="322572"/>
                  </a:lnTo>
                  <a:lnTo>
                    <a:pt x="33528" y="321610"/>
                  </a:lnTo>
                  <a:lnTo>
                    <a:pt x="34919" y="320658"/>
                  </a:lnTo>
                  <a:lnTo>
                    <a:pt x="36310" y="319639"/>
                  </a:lnTo>
                  <a:lnTo>
                    <a:pt x="37700" y="318553"/>
                  </a:lnTo>
                  <a:lnTo>
                    <a:pt x="39157" y="317400"/>
                  </a:lnTo>
                  <a:lnTo>
                    <a:pt x="40548" y="316124"/>
                  </a:lnTo>
                  <a:lnTo>
                    <a:pt x="41948" y="314790"/>
                  </a:lnTo>
                  <a:lnTo>
                    <a:pt x="43339" y="313390"/>
                  </a:lnTo>
                  <a:lnTo>
                    <a:pt x="44729" y="311923"/>
                  </a:lnTo>
                  <a:lnTo>
                    <a:pt x="46120" y="310323"/>
                  </a:lnTo>
                  <a:lnTo>
                    <a:pt x="47511" y="308666"/>
                  </a:lnTo>
                  <a:lnTo>
                    <a:pt x="48901" y="306884"/>
                  </a:lnTo>
                  <a:lnTo>
                    <a:pt x="50302" y="305037"/>
                  </a:lnTo>
                  <a:lnTo>
                    <a:pt x="51692" y="303056"/>
                  </a:lnTo>
                  <a:lnTo>
                    <a:pt x="53083" y="301017"/>
                  </a:lnTo>
                  <a:lnTo>
                    <a:pt x="54474" y="298845"/>
                  </a:lnTo>
                  <a:lnTo>
                    <a:pt x="55931" y="296550"/>
                  </a:lnTo>
                  <a:lnTo>
                    <a:pt x="57322" y="294131"/>
                  </a:lnTo>
                  <a:lnTo>
                    <a:pt x="58712" y="291645"/>
                  </a:lnTo>
                  <a:lnTo>
                    <a:pt x="60103" y="289025"/>
                  </a:lnTo>
                  <a:lnTo>
                    <a:pt x="61503" y="286282"/>
                  </a:lnTo>
                  <a:lnTo>
                    <a:pt x="62893" y="283415"/>
                  </a:lnTo>
                  <a:lnTo>
                    <a:pt x="64284" y="280415"/>
                  </a:lnTo>
                  <a:lnTo>
                    <a:pt x="65675" y="277290"/>
                  </a:lnTo>
                  <a:lnTo>
                    <a:pt x="67075" y="274042"/>
                  </a:lnTo>
                  <a:lnTo>
                    <a:pt x="68466" y="270661"/>
                  </a:lnTo>
                  <a:lnTo>
                    <a:pt x="69856" y="267223"/>
                  </a:lnTo>
                  <a:lnTo>
                    <a:pt x="71314" y="263584"/>
                  </a:lnTo>
                  <a:lnTo>
                    <a:pt x="72704" y="259822"/>
                  </a:lnTo>
                  <a:lnTo>
                    <a:pt x="74095" y="255935"/>
                  </a:lnTo>
                  <a:lnTo>
                    <a:pt x="75486" y="251983"/>
                  </a:lnTo>
                  <a:lnTo>
                    <a:pt x="76876" y="247830"/>
                  </a:lnTo>
                  <a:lnTo>
                    <a:pt x="78276" y="243562"/>
                  </a:lnTo>
                  <a:lnTo>
                    <a:pt x="79667" y="239228"/>
                  </a:lnTo>
                  <a:lnTo>
                    <a:pt x="81058" y="234761"/>
                  </a:lnTo>
                  <a:lnTo>
                    <a:pt x="82449" y="230104"/>
                  </a:lnTo>
                  <a:lnTo>
                    <a:pt x="83839" y="225455"/>
                  </a:lnTo>
                  <a:lnTo>
                    <a:pt x="85239" y="220607"/>
                  </a:lnTo>
                  <a:lnTo>
                    <a:pt x="86687" y="215635"/>
                  </a:lnTo>
                  <a:lnTo>
                    <a:pt x="88087" y="210653"/>
                  </a:lnTo>
                  <a:lnTo>
                    <a:pt x="89478" y="205491"/>
                  </a:lnTo>
                  <a:lnTo>
                    <a:pt x="90868" y="200262"/>
                  </a:lnTo>
                  <a:lnTo>
                    <a:pt x="92259" y="194966"/>
                  </a:lnTo>
                  <a:lnTo>
                    <a:pt x="93650" y="189613"/>
                  </a:lnTo>
                  <a:lnTo>
                    <a:pt x="95050" y="184126"/>
                  </a:lnTo>
                  <a:lnTo>
                    <a:pt x="96441" y="178650"/>
                  </a:lnTo>
                  <a:lnTo>
                    <a:pt x="97831" y="173039"/>
                  </a:lnTo>
                  <a:lnTo>
                    <a:pt x="99222" y="167419"/>
                  </a:lnTo>
                  <a:lnTo>
                    <a:pt x="100613" y="161752"/>
                  </a:lnTo>
                  <a:lnTo>
                    <a:pt x="102003" y="156075"/>
                  </a:lnTo>
                  <a:lnTo>
                    <a:pt x="103461" y="150332"/>
                  </a:lnTo>
                  <a:lnTo>
                    <a:pt x="104851" y="144531"/>
                  </a:lnTo>
                  <a:lnTo>
                    <a:pt x="106251" y="138787"/>
                  </a:lnTo>
                  <a:lnTo>
                    <a:pt x="107642" y="133053"/>
                  </a:lnTo>
                  <a:lnTo>
                    <a:pt x="109032" y="127253"/>
                  </a:lnTo>
                  <a:lnTo>
                    <a:pt x="110423" y="121509"/>
                  </a:lnTo>
                  <a:lnTo>
                    <a:pt x="111814" y="115832"/>
                  </a:lnTo>
                  <a:lnTo>
                    <a:pt x="113214" y="110165"/>
                  </a:lnTo>
                  <a:lnTo>
                    <a:pt x="114605" y="104545"/>
                  </a:lnTo>
                  <a:lnTo>
                    <a:pt x="115995" y="99001"/>
                  </a:lnTo>
                  <a:lnTo>
                    <a:pt x="117386" y="93515"/>
                  </a:lnTo>
                  <a:lnTo>
                    <a:pt x="118844" y="88029"/>
                  </a:lnTo>
                  <a:lnTo>
                    <a:pt x="120234" y="82742"/>
                  </a:lnTo>
                  <a:lnTo>
                    <a:pt x="121625" y="77513"/>
                  </a:lnTo>
                  <a:lnTo>
                    <a:pt x="123025" y="72350"/>
                  </a:lnTo>
                  <a:lnTo>
                    <a:pt x="124416" y="67369"/>
                  </a:lnTo>
                  <a:lnTo>
                    <a:pt x="125806" y="62464"/>
                  </a:lnTo>
                  <a:lnTo>
                    <a:pt x="127197" y="57739"/>
                  </a:lnTo>
                  <a:lnTo>
                    <a:pt x="128588" y="53091"/>
                  </a:lnTo>
                  <a:lnTo>
                    <a:pt x="129978" y="48690"/>
                  </a:lnTo>
                  <a:lnTo>
                    <a:pt x="131378" y="44357"/>
                  </a:lnTo>
                  <a:lnTo>
                    <a:pt x="132769" y="40204"/>
                  </a:lnTo>
                  <a:lnTo>
                    <a:pt x="134226" y="36251"/>
                  </a:lnTo>
                  <a:lnTo>
                    <a:pt x="135617" y="32488"/>
                  </a:lnTo>
                  <a:lnTo>
                    <a:pt x="137008" y="28859"/>
                  </a:lnTo>
                  <a:lnTo>
                    <a:pt x="138398" y="25478"/>
                  </a:lnTo>
                  <a:lnTo>
                    <a:pt x="139789" y="22287"/>
                  </a:lnTo>
                  <a:lnTo>
                    <a:pt x="141189" y="19230"/>
                  </a:lnTo>
                  <a:lnTo>
                    <a:pt x="142580" y="16486"/>
                  </a:lnTo>
                  <a:lnTo>
                    <a:pt x="143970" y="13934"/>
                  </a:lnTo>
                  <a:lnTo>
                    <a:pt x="145361" y="11514"/>
                  </a:lnTo>
                  <a:lnTo>
                    <a:pt x="146752" y="9343"/>
                  </a:lnTo>
                  <a:lnTo>
                    <a:pt x="148142" y="7428"/>
                  </a:lnTo>
                  <a:lnTo>
                    <a:pt x="149543" y="5714"/>
                  </a:lnTo>
                  <a:lnTo>
                    <a:pt x="151000" y="4247"/>
                  </a:lnTo>
                  <a:lnTo>
                    <a:pt x="152390" y="2970"/>
                  </a:lnTo>
                  <a:lnTo>
                    <a:pt x="153781" y="1951"/>
                  </a:lnTo>
                  <a:lnTo>
                    <a:pt x="155172" y="1123"/>
                  </a:lnTo>
                  <a:lnTo>
                    <a:pt x="156563" y="541"/>
                  </a:lnTo>
                  <a:lnTo>
                    <a:pt x="157963" y="160"/>
                  </a:lnTo>
                  <a:lnTo>
                    <a:pt x="159353" y="-30"/>
                  </a:lnTo>
                  <a:lnTo>
                    <a:pt x="160744" y="94"/>
                  </a:lnTo>
                  <a:lnTo>
                    <a:pt x="162134" y="351"/>
                  </a:lnTo>
                  <a:lnTo>
                    <a:pt x="163525" y="799"/>
                  </a:lnTo>
                  <a:lnTo>
                    <a:pt x="164916" y="1561"/>
                  </a:lnTo>
                  <a:lnTo>
                    <a:pt x="166373" y="2456"/>
                  </a:lnTo>
                  <a:lnTo>
                    <a:pt x="167764" y="3542"/>
                  </a:lnTo>
                  <a:lnTo>
                    <a:pt x="169164" y="4876"/>
                  </a:lnTo>
                  <a:lnTo>
                    <a:pt x="170555" y="6342"/>
                  </a:lnTo>
                  <a:lnTo>
                    <a:pt x="171946" y="8009"/>
                  </a:lnTo>
                  <a:lnTo>
                    <a:pt x="173336" y="9857"/>
                  </a:lnTo>
                  <a:lnTo>
                    <a:pt x="174727" y="11895"/>
                  </a:lnTo>
                  <a:lnTo>
                    <a:pt x="176117" y="14067"/>
                  </a:lnTo>
                  <a:lnTo>
                    <a:pt x="177517" y="16420"/>
                  </a:lnTo>
                  <a:lnTo>
                    <a:pt x="178908" y="18906"/>
                  </a:lnTo>
                  <a:lnTo>
                    <a:pt x="180299" y="21582"/>
                  </a:lnTo>
                  <a:lnTo>
                    <a:pt x="181756" y="24325"/>
                  </a:lnTo>
                  <a:lnTo>
                    <a:pt x="183147" y="27259"/>
                  </a:lnTo>
                  <a:lnTo>
                    <a:pt x="184537" y="30259"/>
                  </a:lnTo>
                  <a:lnTo>
                    <a:pt x="185938" y="33451"/>
                  </a:lnTo>
                  <a:lnTo>
                    <a:pt x="187328" y="36698"/>
                  </a:lnTo>
                  <a:lnTo>
                    <a:pt x="188719" y="40013"/>
                  </a:lnTo>
                  <a:lnTo>
                    <a:pt x="190110" y="43461"/>
                  </a:lnTo>
                  <a:lnTo>
                    <a:pt x="191500" y="46966"/>
                  </a:lnTo>
                  <a:lnTo>
                    <a:pt x="192891" y="50605"/>
                  </a:lnTo>
                  <a:lnTo>
                    <a:pt x="194291" y="54234"/>
                  </a:lnTo>
                  <a:lnTo>
                    <a:pt x="195682" y="57930"/>
                  </a:lnTo>
                  <a:lnTo>
                    <a:pt x="197072" y="61692"/>
                  </a:lnTo>
                  <a:lnTo>
                    <a:pt x="198529" y="65521"/>
                  </a:lnTo>
                  <a:lnTo>
                    <a:pt x="199921" y="69417"/>
                  </a:lnTo>
                  <a:lnTo>
                    <a:pt x="201311" y="73236"/>
                  </a:lnTo>
                  <a:lnTo>
                    <a:pt x="202702" y="77132"/>
                  </a:lnTo>
                  <a:lnTo>
                    <a:pt x="204102" y="81018"/>
                  </a:lnTo>
                  <a:lnTo>
                    <a:pt x="205492" y="84971"/>
                  </a:lnTo>
                  <a:lnTo>
                    <a:pt x="206883" y="88857"/>
                  </a:lnTo>
                  <a:lnTo>
                    <a:pt x="208274" y="92753"/>
                  </a:lnTo>
                  <a:lnTo>
                    <a:pt x="209664" y="96639"/>
                  </a:lnTo>
                  <a:lnTo>
                    <a:pt x="211055" y="100468"/>
                  </a:lnTo>
                  <a:lnTo>
                    <a:pt x="212455" y="104297"/>
                  </a:lnTo>
                  <a:lnTo>
                    <a:pt x="213903" y="108117"/>
                  </a:lnTo>
                  <a:lnTo>
                    <a:pt x="215303" y="111822"/>
                  </a:lnTo>
                  <a:lnTo>
                    <a:pt x="216694" y="115518"/>
                  </a:lnTo>
                  <a:lnTo>
                    <a:pt x="218085" y="119214"/>
                  </a:lnTo>
                  <a:lnTo>
                    <a:pt x="219475" y="122785"/>
                  </a:lnTo>
                  <a:lnTo>
                    <a:pt x="220866" y="126290"/>
                  </a:lnTo>
                  <a:lnTo>
                    <a:pt x="222266" y="129739"/>
                  </a:lnTo>
                  <a:lnTo>
                    <a:pt x="223656" y="133177"/>
                  </a:lnTo>
                  <a:lnTo>
                    <a:pt x="225048" y="136492"/>
                  </a:lnTo>
                  <a:lnTo>
                    <a:pt x="226438" y="139683"/>
                  </a:lnTo>
                  <a:lnTo>
                    <a:pt x="227829" y="142873"/>
                  </a:lnTo>
                  <a:lnTo>
                    <a:pt x="229286" y="145931"/>
                  </a:lnTo>
                  <a:lnTo>
                    <a:pt x="230676" y="148932"/>
                  </a:lnTo>
                  <a:lnTo>
                    <a:pt x="232077" y="151799"/>
                  </a:lnTo>
                  <a:lnTo>
                    <a:pt x="233467" y="154608"/>
                  </a:lnTo>
                  <a:lnTo>
                    <a:pt x="234858" y="157285"/>
                  </a:lnTo>
                  <a:lnTo>
                    <a:pt x="236249" y="159895"/>
                  </a:lnTo>
                  <a:lnTo>
                    <a:pt x="237639" y="162448"/>
                  </a:lnTo>
                  <a:lnTo>
                    <a:pt x="239030" y="164876"/>
                  </a:lnTo>
                  <a:lnTo>
                    <a:pt x="240430" y="167172"/>
                  </a:lnTo>
                  <a:lnTo>
                    <a:pt x="241821" y="169401"/>
                  </a:lnTo>
                  <a:lnTo>
                    <a:pt x="243212" y="171506"/>
                  </a:lnTo>
                  <a:lnTo>
                    <a:pt x="244602" y="173544"/>
                  </a:lnTo>
                  <a:lnTo>
                    <a:pt x="246060" y="175459"/>
                  </a:lnTo>
                  <a:lnTo>
                    <a:pt x="247450" y="177307"/>
                  </a:lnTo>
                  <a:lnTo>
                    <a:pt x="248841" y="179031"/>
                  </a:lnTo>
                  <a:lnTo>
                    <a:pt x="250241" y="180688"/>
                  </a:lnTo>
                  <a:lnTo>
                    <a:pt x="251631" y="182279"/>
                  </a:lnTo>
                  <a:lnTo>
                    <a:pt x="253022" y="183745"/>
                  </a:lnTo>
                  <a:lnTo>
                    <a:pt x="254413" y="185146"/>
                  </a:lnTo>
                  <a:lnTo>
                    <a:pt x="255803" y="186489"/>
                  </a:lnTo>
                  <a:lnTo>
                    <a:pt x="257204" y="187698"/>
                  </a:lnTo>
                  <a:lnTo>
                    <a:pt x="258594" y="188851"/>
                  </a:lnTo>
                  <a:lnTo>
                    <a:pt x="259985" y="189994"/>
                  </a:lnTo>
                  <a:lnTo>
                    <a:pt x="261442" y="191013"/>
                  </a:lnTo>
                  <a:lnTo>
                    <a:pt x="262833" y="191975"/>
                  </a:lnTo>
                  <a:lnTo>
                    <a:pt x="264224" y="192870"/>
                  </a:lnTo>
                  <a:lnTo>
                    <a:pt x="265614" y="193699"/>
                  </a:lnTo>
                  <a:lnTo>
                    <a:pt x="267005" y="194528"/>
                  </a:lnTo>
                  <a:lnTo>
                    <a:pt x="268405" y="195290"/>
                  </a:lnTo>
                  <a:lnTo>
                    <a:pt x="269796" y="195994"/>
                  </a:lnTo>
                  <a:lnTo>
                    <a:pt x="271187" y="196633"/>
                  </a:lnTo>
                  <a:lnTo>
                    <a:pt x="272577" y="197271"/>
                  </a:lnTo>
                  <a:lnTo>
                    <a:pt x="273968" y="197899"/>
                  </a:lnTo>
                  <a:lnTo>
                    <a:pt x="275368" y="198481"/>
                  </a:lnTo>
                  <a:lnTo>
                    <a:pt x="276816" y="199052"/>
                  </a:lnTo>
                  <a:lnTo>
                    <a:pt x="278216" y="199566"/>
                  </a:lnTo>
                  <a:lnTo>
                    <a:pt x="279606" y="200071"/>
                  </a:lnTo>
                  <a:lnTo>
                    <a:pt x="280997" y="200643"/>
                  </a:lnTo>
                  <a:lnTo>
                    <a:pt x="282388" y="201157"/>
                  </a:lnTo>
                  <a:lnTo>
                    <a:pt x="283778" y="201662"/>
                  </a:lnTo>
                  <a:lnTo>
                    <a:pt x="285179" y="202176"/>
                  </a:lnTo>
                  <a:lnTo>
                    <a:pt x="286569" y="202690"/>
                  </a:lnTo>
                  <a:lnTo>
                    <a:pt x="287960" y="203262"/>
                  </a:lnTo>
                  <a:lnTo>
                    <a:pt x="289351" y="203834"/>
                  </a:lnTo>
                  <a:lnTo>
                    <a:pt x="290741" y="204348"/>
                  </a:lnTo>
                  <a:lnTo>
                    <a:pt x="292132" y="204986"/>
                  </a:lnTo>
                  <a:lnTo>
                    <a:pt x="293589" y="205558"/>
                  </a:lnTo>
                  <a:lnTo>
                    <a:pt x="294980" y="206196"/>
                  </a:lnTo>
                  <a:lnTo>
                    <a:pt x="296380" y="206834"/>
                  </a:lnTo>
                  <a:lnTo>
                    <a:pt x="297770" y="207529"/>
                  </a:lnTo>
                  <a:lnTo>
                    <a:pt x="299161" y="208234"/>
                  </a:lnTo>
                  <a:lnTo>
                    <a:pt x="300552" y="208939"/>
                  </a:lnTo>
                  <a:lnTo>
                    <a:pt x="301943" y="209701"/>
                  </a:lnTo>
                  <a:lnTo>
                    <a:pt x="303343" y="210530"/>
                  </a:lnTo>
                  <a:lnTo>
                    <a:pt x="304733" y="211358"/>
                  </a:lnTo>
                  <a:lnTo>
                    <a:pt x="306124" y="212187"/>
                  </a:lnTo>
                  <a:lnTo>
                    <a:pt x="307515" y="213082"/>
                  </a:lnTo>
                  <a:lnTo>
                    <a:pt x="308972" y="213968"/>
                  </a:lnTo>
                  <a:lnTo>
                    <a:pt x="310363" y="214930"/>
                  </a:lnTo>
                  <a:lnTo>
                    <a:pt x="311753" y="215883"/>
                  </a:lnTo>
                  <a:lnTo>
                    <a:pt x="313154" y="216845"/>
                  </a:lnTo>
                  <a:lnTo>
                    <a:pt x="314544" y="217864"/>
                  </a:lnTo>
                  <a:lnTo>
                    <a:pt x="315935" y="218950"/>
                  </a:lnTo>
                  <a:lnTo>
                    <a:pt x="317326" y="219969"/>
                  </a:lnTo>
                  <a:lnTo>
                    <a:pt x="318716" y="221055"/>
                  </a:lnTo>
                  <a:lnTo>
                    <a:pt x="320107" y="222131"/>
                  </a:lnTo>
                  <a:lnTo>
                    <a:pt x="321507" y="223217"/>
                  </a:lnTo>
                  <a:lnTo>
                    <a:pt x="322897" y="224369"/>
                  </a:lnTo>
                  <a:lnTo>
                    <a:pt x="324355" y="225512"/>
                  </a:lnTo>
                  <a:lnTo>
                    <a:pt x="325745" y="226598"/>
                  </a:lnTo>
                  <a:lnTo>
                    <a:pt x="327136" y="227751"/>
                  </a:lnTo>
                  <a:lnTo>
                    <a:pt x="328527" y="228894"/>
                  </a:lnTo>
                  <a:lnTo>
                    <a:pt x="329917" y="230046"/>
                  </a:lnTo>
                  <a:lnTo>
                    <a:pt x="331318" y="231189"/>
                  </a:lnTo>
                  <a:lnTo>
                    <a:pt x="332708" y="232275"/>
                  </a:lnTo>
                  <a:lnTo>
                    <a:pt x="334099" y="233418"/>
                  </a:lnTo>
                  <a:lnTo>
                    <a:pt x="335490" y="234504"/>
                  </a:lnTo>
                  <a:lnTo>
                    <a:pt x="336880" y="235590"/>
                  </a:lnTo>
                  <a:lnTo>
                    <a:pt x="338271" y="236676"/>
                  </a:lnTo>
                  <a:lnTo>
                    <a:pt x="339671" y="237695"/>
                  </a:lnTo>
                  <a:lnTo>
                    <a:pt x="341128" y="238714"/>
                  </a:lnTo>
                  <a:lnTo>
                    <a:pt x="342519" y="239733"/>
                  </a:lnTo>
                  <a:lnTo>
                    <a:pt x="343909" y="240695"/>
                  </a:lnTo>
                  <a:lnTo>
                    <a:pt x="345301" y="241648"/>
                  </a:lnTo>
                  <a:lnTo>
                    <a:pt x="346691" y="242543"/>
                  </a:lnTo>
                  <a:lnTo>
                    <a:pt x="348091" y="243429"/>
                  </a:lnTo>
                  <a:lnTo>
                    <a:pt x="349482" y="244200"/>
                  </a:lnTo>
                  <a:lnTo>
                    <a:pt x="350872" y="245029"/>
                  </a:lnTo>
                  <a:lnTo>
                    <a:pt x="352263" y="245791"/>
                  </a:lnTo>
                  <a:lnTo>
                    <a:pt x="353654" y="246496"/>
                  </a:lnTo>
                  <a:lnTo>
                    <a:pt x="355044" y="247134"/>
                  </a:lnTo>
                  <a:lnTo>
                    <a:pt x="356502" y="247772"/>
                  </a:lnTo>
                  <a:lnTo>
                    <a:pt x="357892" y="248344"/>
                  </a:lnTo>
                  <a:lnTo>
                    <a:pt x="359293" y="248858"/>
                  </a:lnTo>
                  <a:lnTo>
                    <a:pt x="360683" y="249363"/>
                  </a:lnTo>
                  <a:lnTo>
                    <a:pt x="362074" y="249744"/>
                  </a:lnTo>
                  <a:lnTo>
                    <a:pt x="363465" y="250125"/>
                  </a:lnTo>
                  <a:lnTo>
                    <a:pt x="364855" y="250449"/>
                  </a:lnTo>
                  <a:lnTo>
                    <a:pt x="366246" y="250763"/>
                  </a:lnTo>
                  <a:lnTo>
                    <a:pt x="367646" y="250954"/>
                  </a:lnTo>
                  <a:lnTo>
                    <a:pt x="369036" y="251154"/>
                  </a:lnTo>
                  <a:lnTo>
                    <a:pt x="370428" y="251278"/>
                  </a:lnTo>
                  <a:lnTo>
                    <a:pt x="371818" y="251278"/>
                  </a:lnTo>
                  <a:lnTo>
                    <a:pt x="373275" y="251278"/>
                  </a:lnTo>
                  <a:lnTo>
                    <a:pt x="374666" y="251278"/>
                  </a:lnTo>
                  <a:lnTo>
                    <a:pt x="376066" y="251154"/>
                  </a:lnTo>
                  <a:lnTo>
                    <a:pt x="377457" y="251020"/>
                  </a:lnTo>
                  <a:lnTo>
                    <a:pt x="378847" y="250830"/>
                  </a:lnTo>
                  <a:lnTo>
                    <a:pt x="380238" y="250573"/>
                  </a:lnTo>
                  <a:lnTo>
                    <a:pt x="381629" y="250259"/>
                  </a:lnTo>
                  <a:lnTo>
                    <a:pt x="383019" y="249935"/>
                  </a:lnTo>
                  <a:lnTo>
                    <a:pt x="384420" y="249487"/>
                  </a:lnTo>
                  <a:lnTo>
                    <a:pt x="385810" y="249049"/>
                  </a:lnTo>
                  <a:lnTo>
                    <a:pt x="387201" y="248534"/>
                  </a:lnTo>
                  <a:lnTo>
                    <a:pt x="388658" y="248020"/>
                  </a:lnTo>
                  <a:lnTo>
                    <a:pt x="390049" y="247392"/>
                  </a:lnTo>
                  <a:lnTo>
                    <a:pt x="391440" y="246753"/>
                  </a:lnTo>
                  <a:lnTo>
                    <a:pt x="392830" y="246048"/>
                  </a:lnTo>
                  <a:lnTo>
                    <a:pt x="394230" y="245343"/>
                  </a:lnTo>
                  <a:lnTo>
                    <a:pt x="395621" y="244515"/>
                  </a:lnTo>
                  <a:lnTo>
                    <a:pt x="397011" y="243753"/>
                  </a:lnTo>
                  <a:lnTo>
                    <a:pt x="398402" y="242858"/>
                  </a:lnTo>
                  <a:lnTo>
                    <a:pt x="399793" y="241962"/>
                  </a:lnTo>
                  <a:lnTo>
                    <a:pt x="401193" y="241010"/>
                  </a:lnTo>
                  <a:lnTo>
                    <a:pt x="402584" y="239991"/>
                  </a:lnTo>
                  <a:lnTo>
                    <a:pt x="404041" y="238971"/>
                  </a:lnTo>
                  <a:lnTo>
                    <a:pt x="405432" y="237952"/>
                  </a:lnTo>
                  <a:lnTo>
                    <a:pt x="406822" y="236800"/>
                  </a:lnTo>
                  <a:lnTo>
                    <a:pt x="408213" y="235714"/>
                  </a:lnTo>
                  <a:lnTo>
                    <a:pt x="409604" y="234504"/>
                  </a:lnTo>
                  <a:lnTo>
                    <a:pt x="410994" y="233361"/>
                  </a:lnTo>
                  <a:lnTo>
                    <a:pt x="412394" y="232151"/>
                  </a:lnTo>
                  <a:lnTo>
                    <a:pt x="413785" y="230875"/>
                  </a:lnTo>
                  <a:lnTo>
                    <a:pt x="415176" y="229599"/>
                  </a:lnTo>
                  <a:lnTo>
                    <a:pt x="416567" y="228322"/>
                  </a:lnTo>
                  <a:lnTo>
                    <a:pt x="417957" y="226979"/>
                  </a:lnTo>
                  <a:lnTo>
                    <a:pt x="419357" y="225646"/>
                  </a:lnTo>
                  <a:lnTo>
                    <a:pt x="420805" y="224303"/>
                  </a:lnTo>
                  <a:lnTo>
                    <a:pt x="422205" y="222903"/>
                  </a:lnTo>
                  <a:lnTo>
                    <a:pt x="423596" y="221493"/>
                  </a:lnTo>
                  <a:lnTo>
                    <a:pt x="424986" y="220159"/>
                  </a:lnTo>
                  <a:lnTo>
                    <a:pt x="426377" y="218759"/>
                  </a:lnTo>
                  <a:lnTo>
                    <a:pt x="427768" y="217292"/>
                  </a:lnTo>
                  <a:lnTo>
                    <a:pt x="429158" y="215883"/>
                  </a:lnTo>
                  <a:lnTo>
                    <a:pt x="430559" y="214482"/>
                  </a:lnTo>
                  <a:lnTo>
                    <a:pt x="431949" y="213082"/>
                  </a:lnTo>
                  <a:lnTo>
                    <a:pt x="433340" y="211673"/>
                  </a:lnTo>
                  <a:lnTo>
                    <a:pt x="434731" y="210273"/>
                  </a:lnTo>
                  <a:lnTo>
                    <a:pt x="436188" y="208872"/>
                  </a:lnTo>
                  <a:lnTo>
                    <a:pt x="437579" y="207472"/>
                  </a:lnTo>
                  <a:lnTo>
                    <a:pt x="438969" y="206062"/>
                  </a:lnTo>
                  <a:lnTo>
                    <a:pt x="440369" y="204729"/>
                  </a:lnTo>
                  <a:lnTo>
                    <a:pt x="441760" y="203386"/>
                  </a:lnTo>
                  <a:lnTo>
                    <a:pt x="443150" y="202109"/>
                  </a:lnTo>
                  <a:lnTo>
                    <a:pt x="444541" y="200776"/>
                  </a:lnTo>
                  <a:lnTo>
                    <a:pt x="445932" y="199500"/>
                  </a:lnTo>
                  <a:lnTo>
                    <a:pt x="447332" y="198290"/>
                  </a:lnTo>
                  <a:lnTo>
                    <a:pt x="448723" y="197071"/>
                  </a:lnTo>
                  <a:lnTo>
                    <a:pt x="450113" y="195928"/>
                  </a:lnTo>
                  <a:lnTo>
                    <a:pt x="451571" y="194775"/>
                  </a:lnTo>
                  <a:lnTo>
                    <a:pt x="452962" y="193699"/>
                  </a:lnTo>
                  <a:lnTo>
                    <a:pt x="454352" y="192613"/>
                  </a:lnTo>
                  <a:lnTo>
                    <a:pt x="455743" y="191594"/>
                  </a:lnTo>
                  <a:lnTo>
                    <a:pt x="457143" y="190565"/>
                  </a:lnTo>
                  <a:lnTo>
                    <a:pt x="458534" y="189679"/>
                  </a:lnTo>
                  <a:lnTo>
                    <a:pt x="459924" y="188784"/>
                  </a:lnTo>
                  <a:lnTo>
                    <a:pt x="461315" y="187889"/>
                  </a:lnTo>
                  <a:lnTo>
                    <a:pt x="462706" y="187127"/>
                  </a:lnTo>
                  <a:lnTo>
                    <a:pt x="464096" y="186365"/>
                  </a:lnTo>
                  <a:lnTo>
                    <a:pt x="465496" y="185660"/>
                  </a:lnTo>
                  <a:lnTo>
                    <a:pt x="466887" y="184955"/>
                  </a:lnTo>
                  <a:lnTo>
                    <a:pt x="468344" y="184383"/>
                  </a:lnTo>
                  <a:lnTo>
                    <a:pt x="469735" y="183812"/>
                  </a:lnTo>
                  <a:lnTo>
                    <a:pt x="471126" y="183241"/>
                  </a:lnTo>
                  <a:lnTo>
                    <a:pt x="472516" y="182793"/>
                  </a:lnTo>
                  <a:lnTo>
                    <a:pt x="473907" y="182345"/>
                  </a:lnTo>
                  <a:lnTo>
                    <a:pt x="475307" y="181964"/>
                  </a:lnTo>
                  <a:lnTo>
                    <a:pt x="476698" y="181583"/>
                  </a:lnTo>
                  <a:lnTo>
                    <a:pt x="478088" y="181326"/>
                  </a:lnTo>
                  <a:lnTo>
                    <a:pt x="479479" y="181002"/>
                  </a:lnTo>
                  <a:lnTo>
                    <a:pt x="480870" y="180812"/>
                  </a:lnTo>
                  <a:lnTo>
                    <a:pt x="482260" y="180555"/>
                  </a:lnTo>
                  <a:lnTo>
                    <a:pt x="483718" y="180431"/>
                  </a:lnTo>
                  <a:lnTo>
                    <a:pt x="485108" y="180240"/>
                  </a:lnTo>
                  <a:lnTo>
                    <a:pt x="486508" y="180116"/>
                  </a:lnTo>
                  <a:lnTo>
                    <a:pt x="487899" y="180050"/>
                  </a:lnTo>
                  <a:lnTo>
                    <a:pt x="489290" y="179926"/>
                  </a:lnTo>
                  <a:lnTo>
                    <a:pt x="490681" y="179859"/>
                  </a:lnTo>
                  <a:lnTo>
                    <a:pt x="492071" y="179792"/>
                  </a:lnTo>
                  <a:lnTo>
                    <a:pt x="493471" y="179726"/>
                  </a:lnTo>
                  <a:lnTo>
                    <a:pt x="494862" y="179669"/>
                  </a:lnTo>
                  <a:lnTo>
                    <a:pt x="496252" y="179669"/>
                  </a:lnTo>
                  <a:lnTo>
                    <a:pt x="497643" y="179602"/>
                  </a:lnTo>
                  <a:lnTo>
                    <a:pt x="499101" y="179535"/>
                  </a:lnTo>
                  <a:lnTo>
                    <a:pt x="500491" y="179411"/>
                  </a:lnTo>
                  <a:lnTo>
                    <a:pt x="501882" y="179345"/>
                  </a:lnTo>
                  <a:lnTo>
                    <a:pt x="503282" y="179221"/>
                  </a:lnTo>
                  <a:lnTo>
                    <a:pt x="504673" y="179031"/>
                  </a:lnTo>
                  <a:lnTo>
                    <a:pt x="506063" y="178897"/>
                  </a:lnTo>
                  <a:lnTo>
                    <a:pt x="507454" y="178650"/>
                  </a:lnTo>
                  <a:lnTo>
                    <a:pt x="508845" y="178459"/>
                  </a:lnTo>
                  <a:lnTo>
                    <a:pt x="510235" y="178135"/>
                  </a:lnTo>
                  <a:lnTo>
                    <a:pt x="511635" y="177821"/>
                  </a:lnTo>
                  <a:lnTo>
                    <a:pt x="513026" y="177430"/>
                  </a:lnTo>
                  <a:lnTo>
                    <a:pt x="514416" y="176992"/>
                  </a:lnTo>
                  <a:lnTo>
                    <a:pt x="515874" y="176544"/>
                  </a:lnTo>
                  <a:lnTo>
                    <a:pt x="517265" y="176030"/>
                  </a:lnTo>
                  <a:lnTo>
                    <a:pt x="518655" y="175392"/>
                  </a:lnTo>
                  <a:lnTo>
                    <a:pt x="520046" y="174820"/>
                  </a:lnTo>
                  <a:lnTo>
                    <a:pt x="521446" y="174059"/>
                  </a:lnTo>
                  <a:lnTo>
                    <a:pt x="522837" y="173287"/>
                  </a:lnTo>
                  <a:lnTo>
                    <a:pt x="524228" y="172525"/>
                  </a:lnTo>
                  <a:lnTo>
                    <a:pt x="525618" y="171630"/>
                  </a:lnTo>
                  <a:lnTo>
                    <a:pt x="527009" y="170677"/>
                  </a:lnTo>
                  <a:lnTo>
                    <a:pt x="528399" y="169715"/>
                  </a:lnTo>
                  <a:lnTo>
                    <a:pt x="529800" y="168639"/>
                  </a:lnTo>
                  <a:lnTo>
                    <a:pt x="531257" y="167553"/>
                  </a:lnTo>
                  <a:lnTo>
                    <a:pt x="532647" y="166400"/>
                  </a:lnTo>
                  <a:lnTo>
                    <a:pt x="534038" y="165191"/>
                  </a:lnTo>
                  <a:lnTo>
                    <a:pt x="535429" y="163914"/>
                  </a:lnTo>
                  <a:lnTo>
                    <a:pt x="536820" y="162581"/>
                  </a:lnTo>
                  <a:lnTo>
                    <a:pt x="538220" y="161238"/>
                  </a:lnTo>
                  <a:lnTo>
                    <a:pt x="539610" y="159895"/>
                  </a:lnTo>
                  <a:lnTo>
                    <a:pt x="541001" y="158495"/>
                  </a:lnTo>
                  <a:lnTo>
                    <a:pt x="542392" y="157028"/>
                  </a:lnTo>
                  <a:lnTo>
                    <a:pt x="543782" y="155561"/>
                  </a:lnTo>
                  <a:lnTo>
                    <a:pt x="545173" y="154094"/>
                  </a:lnTo>
                  <a:lnTo>
                    <a:pt x="546630" y="152627"/>
                  </a:lnTo>
                  <a:lnTo>
                    <a:pt x="548021" y="151160"/>
                  </a:lnTo>
                  <a:lnTo>
                    <a:pt x="549421" y="149636"/>
                  </a:lnTo>
                  <a:lnTo>
                    <a:pt x="550812" y="148169"/>
                  </a:lnTo>
                  <a:lnTo>
                    <a:pt x="552203" y="146760"/>
                  </a:lnTo>
                  <a:lnTo>
                    <a:pt x="553593" y="145293"/>
                  </a:lnTo>
                  <a:lnTo>
                    <a:pt x="554984" y="143959"/>
                  </a:lnTo>
                  <a:lnTo>
                    <a:pt x="556384" y="142617"/>
                  </a:lnTo>
                  <a:lnTo>
                    <a:pt x="557774" y="141283"/>
                  </a:lnTo>
                  <a:lnTo>
                    <a:pt x="559165" y="140064"/>
                  </a:lnTo>
                  <a:lnTo>
                    <a:pt x="560556" y="138854"/>
                  </a:lnTo>
                  <a:lnTo>
                    <a:pt x="561947" y="137768"/>
                  </a:lnTo>
                  <a:lnTo>
                    <a:pt x="563404" y="136749"/>
                  </a:lnTo>
                  <a:lnTo>
                    <a:pt x="564794" y="135797"/>
                  </a:lnTo>
                  <a:lnTo>
                    <a:pt x="566195" y="134968"/>
                  </a:lnTo>
                  <a:lnTo>
                    <a:pt x="567585" y="134196"/>
                  </a:lnTo>
                  <a:lnTo>
                    <a:pt x="568976" y="133558"/>
                  </a:lnTo>
                  <a:lnTo>
                    <a:pt x="570367" y="133053"/>
                  </a:lnTo>
                  <a:lnTo>
                    <a:pt x="571757" y="132606"/>
                  </a:lnTo>
                  <a:lnTo>
                    <a:pt x="573148" y="132349"/>
                  </a:lnTo>
                  <a:lnTo>
                    <a:pt x="574548" y="132225"/>
                  </a:lnTo>
                  <a:lnTo>
                    <a:pt x="575939" y="132225"/>
                  </a:lnTo>
                  <a:lnTo>
                    <a:pt x="577330" y="132291"/>
                  </a:lnTo>
                  <a:lnTo>
                    <a:pt x="578787" y="132606"/>
                  </a:lnTo>
                  <a:lnTo>
                    <a:pt x="580178" y="132987"/>
                  </a:lnTo>
                  <a:lnTo>
                    <a:pt x="581568" y="133558"/>
                  </a:lnTo>
                  <a:lnTo>
                    <a:pt x="582959" y="134330"/>
                  </a:lnTo>
                  <a:lnTo>
                    <a:pt x="584359" y="135158"/>
                  </a:lnTo>
                  <a:lnTo>
                    <a:pt x="585749" y="136177"/>
                  </a:lnTo>
                  <a:lnTo>
                    <a:pt x="587140" y="137387"/>
                  </a:lnTo>
                  <a:lnTo>
                    <a:pt x="588531" y="138730"/>
                  </a:lnTo>
                  <a:lnTo>
                    <a:pt x="589921" y="140197"/>
                  </a:lnTo>
                  <a:lnTo>
                    <a:pt x="591322" y="141854"/>
                  </a:lnTo>
                  <a:lnTo>
                    <a:pt x="592712" y="143702"/>
                  </a:lnTo>
                  <a:lnTo>
                    <a:pt x="594170" y="145617"/>
                  </a:lnTo>
                  <a:lnTo>
                    <a:pt x="595560" y="147722"/>
                  </a:lnTo>
                  <a:lnTo>
                    <a:pt x="596951" y="149951"/>
                  </a:lnTo>
                  <a:lnTo>
                    <a:pt x="598342" y="152370"/>
                  </a:lnTo>
                  <a:lnTo>
                    <a:pt x="599732" y="154865"/>
                  </a:lnTo>
                  <a:lnTo>
                    <a:pt x="601123" y="157542"/>
                  </a:lnTo>
                  <a:lnTo>
                    <a:pt x="602523" y="160285"/>
                  </a:lnTo>
                  <a:lnTo>
                    <a:pt x="603914" y="163152"/>
                  </a:lnTo>
                  <a:lnTo>
                    <a:pt x="605305" y="166210"/>
                  </a:lnTo>
                  <a:lnTo>
                    <a:pt x="606695" y="169277"/>
                  </a:lnTo>
                  <a:lnTo>
                    <a:pt x="608086" y="172458"/>
                  </a:lnTo>
                  <a:lnTo>
                    <a:pt x="609486" y="175773"/>
                  </a:lnTo>
                  <a:lnTo>
                    <a:pt x="610934" y="179154"/>
                  </a:lnTo>
                  <a:lnTo>
                    <a:pt x="612334" y="182659"/>
                  </a:lnTo>
                  <a:lnTo>
                    <a:pt x="613724" y="186174"/>
                  </a:lnTo>
                  <a:lnTo>
                    <a:pt x="615115" y="189746"/>
                  </a:lnTo>
                  <a:lnTo>
                    <a:pt x="616506" y="193442"/>
                  </a:lnTo>
                  <a:lnTo>
                    <a:pt x="617896" y="197138"/>
                  </a:lnTo>
                  <a:lnTo>
                    <a:pt x="619297" y="200833"/>
                  </a:lnTo>
                  <a:lnTo>
                    <a:pt x="620687" y="204596"/>
                  </a:lnTo>
                  <a:lnTo>
                    <a:pt x="622078" y="208358"/>
                  </a:lnTo>
                  <a:lnTo>
                    <a:pt x="623469" y="212187"/>
                  </a:lnTo>
                  <a:lnTo>
                    <a:pt x="624859" y="216016"/>
                  </a:lnTo>
                  <a:lnTo>
                    <a:pt x="626317" y="219778"/>
                  </a:lnTo>
                  <a:lnTo>
                    <a:pt x="627707" y="223598"/>
                  </a:lnTo>
                  <a:lnTo>
                    <a:pt x="629098" y="227360"/>
                  </a:lnTo>
                  <a:lnTo>
                    <a:pt x="630498" y="231123"/>
                  </a:lnTo>
                  <a:lnTo>
                    <a:pt x="631888" y="234828"/>
                  </a:lnTo>
                  <a:lnTo>
                    <a:pt x="633279" y="238524"/>
                  </a:lnTo>
                  <a:lnTo>
                    <a:pt x="634670" y="242219"/>
                  </a:lnTo>
                  <a:lnTo>
                    <a:pt x="636061" y="245791"/>
                  </a:lnTo>
                  <a:lnTo>
                    <a:pt x="637461" y="249296"/>
                  </a:lnTo>
                  <a:lnTo>
                    <a:pt x="638851" y="252811"/>
                  </a:lnTo>
                  <a:lnTo>
                    <a:pt x="640242" y="256250"/>
                  </a:lnTo>
                  <a:lnTo>
                    <a:pt x="641699" y="259631"/>
                  </a:lnTo>
                  <a:lnTo>
                    <a:pt x="643090" y="262879"/>
                  </a:lnTo>
                  <a:lnTo>
                    <a:pt x="644481" y="266137"/>
                  </a:lnTo>
                  <a:lnTo>
                    <a:pt x="645871" y="269261"/>
                  </a:lnTo>
                  <a:lnTo>
                    <a:pt x="647271" y="272318"/>
                  </a:lnTo>
                  <a:lnTo>
                    <a:pt x="648662" y="275252"/>
                  </a:lnTo>
                  <a:lnTo>
                    <a:pt x="650053" y="278186"/>
                  </a:lnTo>
                  <a:lnTo>
                    <a:pt x="651444" y="280996"/>
                  </a:lnTo>
                  <a:lnTo>
                    <a:pt x="652834" y="283672"/>
                  </a:lnTo>
                  <a:lnTo>
                    <a:pt x="654234" y="286282"/>
                  </a:lnTo>
                  <a:lnTo>
                    <a:pt x="655625" y="288835"/>
                  </a:lnTo>
                  <a:lnTo>
                    <a:pt x="657015" y="291254"/>
                  </a:lnTo>
                  <a:lnTo>
                    <a:pt x="658473" y="293616"/>
                  </a:lnTo>
                  <a:lnTo>
                    <a:pt x="659863" y="295912"/>
                  </a:lnTo>
                  <a:lnTo>
                    <a:pt x="661254" y="298084"/>
                  </a:lnTo>
                  <a:lnTo>
                    <a:pt x="662645" y="300122"/>
                  </a:lnTo>
                  <a:lnTo>
                    <a:pt x="664035" y="302160"/>
                  </a:lnTo>
                  <a:lnTo>
                    <a:pt x="665436" y="304075"/>
                  </a:lnTo>
                  <a:lnTo>
                    <a:pt x="666826" y="305865"/>
                  </a:lnTo>
                  <a:lnTo>
                    <a:pt x="668217" y="307580"/>
                  </a:lnTo>
                  <a:lnTo>
                    <a:pt x="669608" y="309237"/>
                  </a:lnTo>
                  <a:lnTo>
                    <a:pt x="670998" y="310837"/>
                  </a:lnTo>
                  <a:lnTo>
                    <a:pt x="672389" y="312304"/>
                  </a:lnTo>
                  <a:lnTo>
                    <a:pt x="673846" y="313704"/>
                  </a:lnTo>
                  <a:lnTo>
                    <a:pt x="675246" y="315048"/>
                  </a:lnTo>
                  <a:lnTo>
                    <a:pt x="676637" y="316324"/>
                  </a:lnTo>
                  <a:lnTo>
                    <a:pt x="678027" y="317533"/>
                  </a:lnTo>
                  <a:lnTo>
                    <a:pt x="679418" y="318619"/>
                  </a:lnTo>
                  <a:lnTo>
                    <a:pt x="680809" y="319696"/>
                  </a:lnTo>
                  <a:lnTo>
                    <a:pt x="682209" y="320715"/>
                  </a:lnTo>
                  <a:lnTo>
                    <a:pt x="683600" y="321677"/>
                  </a:lnTo>
                  <a:lnTo>
                    <a:pt x="684990" y="322506"/>
                  </a:lnTo>
                  <a:lnTo>
                    <a:pt x="686381" y="323334"/>
                  </a:lnTo>
                  <a:lnTo>
                    <a:pt x="687772" y="324096"/>
                  </a:lnTo>
                  <a:lnTo>
                    <a:pt x="689229" y="324868"/>
                  </a:lnTo>
                  <a:lnTo>
                    <a:pt x="690620" y="325506"/>
                  </a:lnTo>
                  <a:lnTo>
                    <a:pt x="692010" y="326135"/>
                  </a:lnTo>
                  <a:lnTo>
                    <a:pt x="693411" y="326715"/>
                  </a:lnTo>
                  <a:lnTo>
                    <a:pt x="694801" y="327287"/>
                  </a:lnTo>
                  <a:lnTo>
                    <a:pt x="696192" y="327801"/>
                  </a:lnTo>
                  <a:lnTo>
                    <a:pt x="697583" y="328240"/>
                  </a:lnTo>
                  <a:lnTo>
                    <a:pt x="698973" y="328687"/>
                  </a:lnTo>
                  <a:lnTo>
                    <a:pt x="700364" y="329068"/>
                  </a:lnTo>
                  <a:lnTo>
                    <a:pt x="701764" y="329459"/>
                  </a:lnTo>
                  <a:lnTo>
                    <a:pt x="703154" y="329773"/>
                  </a:lnTo>
                  <a:lnTo>
                    <a:pt x="704545" y="330097"/>
                  </a:lnTo>
                  <a:lnTo>
                    <a:pt x="706002" y="330411"/>
                  </a:lnTo>
                  <a:lnTo>
                    <a:pt x="707393" y="330668"/>
                  </a:lnTo>
                  <a:lnTo>
                    <a:pt x="708784" y="330926"/>
                  </a:lnTo>
                  <a:lnTo>
                    <a:pt x="710174" y="331173"/>
                  </a:lnTo>
                  <a:lnTo>
                    <a:pt x="711575" y="331373"/>
                  </a:lnTo>
                  <a:lnTo>
                    <a:pt x="712965" y="331564"/>
                  </a:lnTo>
                  <a:lnTo>
                    <a:pt x="714356" y="331688"/>
                  </a:lnTo>
                  <a:lnTo>
                    <a:pt x="714356" y="333345"/>
                  </a:lnTo>
                  <a:lnTo>
                    <a:pt x="712965" y="333345"/>
                  </a:lnTo>
                  <a:lnTo>
                    <a:pt x="711575" y="333345"/>
                  </a:lnTo>
                  <a:lnTo>
                    <a:pt x="710174" y="333345"/>
                  </a:lnTo>
                  <a:lnTo>
                    <a:pt x="708784" y="333345"/>
                  </a:lnTo>
                  <a:lnTo>
                    <a:pt x="707393" y="333345"/>
                  </a:lnTo>
                  <a:lnTo>
                    <a:pt x="706002" y="333345"/>
                  </a:lnTo>
                  <a:lnTo>
                    <a:pt x="704545" y="333345"/>
                  </a:lnTo>
                  <a:lnTo>
                    <a:pt x="703154" y="333345"/>
                  </a:lnTo>
                  <a:lnTo>
                    <a:pt x="701764" y="333345"/>
                  </a:lnTo>
                  <a:lnTo>
                    <a:pt x="700364" y="333345"/>
                  </a:lnTo>
                  <a:lnTo>
                    <a:pt x="698973" y="333345"/>
                  </a:lnTo>
                  <a:lnTo>
                    <a:pt x="697583" y="333345"/>
                  </a:lnTo>
                  <a:lnTo>
                    <a:pt x="696192" y="333345"/>
                  </a:lnTo>
                  <a:lnTo>
                    <a:pt x="694801" y="333345"/>
                  </a:lnTo>
                  <a:lnTo>
                    <a:pt x="693411" y="333345"/>
                  </a:lnTo>
                  <a:lnTo>
                    <a:pt x="692010" y="333345"/>
                  </a:lnTo>
                  <a:lnTo>
                    <a:pt x="690620" y="333345"/>
                  </a:lnTo>
                  <a:lnTo>
                    <a:pt x="689229" y="333345"/>
                  </a:lnTo>
                  <a:lnTo>
                    <a:pt x="687772" y="333345"/>
                  </a:lnTo>
                  <a:lnTo>
                    <a:pt x="686381" y="333345"/>
                  </a:lnTo>
                  <a:lnTo>
                    <a:pt x="684990" y="333345"/>
                  </a:lnTo>
                  <a:lnTo>
                    <a:pt x="683600" y="333345"/>
                  </a:lnTo>
                  <a:lnTo>
                    <a:pt x="682209" y="333345"/>
                  </a:lnTo>
                  <a:lnTo>
                    <a:pt x="680809" y="333345"/>
                  </a:lnTo>
                  <a:lnTo>
                    <a:pt x="679418" y="333345"/>
                  </a:lnTo>
                  <a:lnTo>
                    <a:pt x="678027" y="333345"/>
                  </a:lnTo>
                  <a:lnTo>
                    <a:pt x="676637" y="333345"/>
                  </a:lnTo>
                  <a:lnTo>
                    <a:pt x="675246" y="333345"/>
                  </a:lnTo>
                  <a:lnTo>
                    <a:pt x="673846" y="333345"/>
                  </a:lnTo>
                  <a:lnTo>
                    <a:pt x="672389" y="333345"/>
                  </a:lnTo>
                  <a:lnTo>
                    <a:pt x="670998" y="333345"/>
                  </a:lnTo>
                  <a:lnTo>
                    <a:pt x="669608" y="333345"/>
                  </a:lnTo>
                  <a:lnTo>
                    <a:pt x="668217" y="333345"/>
                  </a:lnTo>
                  <a:lnTo>
                    <a:pt x="666826" y="333345"/>
                  </a:lnTo>
                  <a:lnTo>
                    <a:pt x="665436" y="333345"/>
                  </a:lnTo>
                  <a:lnTo>
                    <a:pt x="664035" y="333345"/>
                  </a:lnTo>
                  <a:lnTo>
                    <a:pt x="662645" y="333345"/>
                  </a:lnTo>
                  <a:lnTo>
                    <a:pt x="661254" y="333345"/>
                  </a:lnTo>
                  <a:lnTo>
                    <a:pt x="659863" y="333345"/>
                  </a:lnTo>
                  <a:lnTo>
                    <a:pt x="658473" y="333345"/>
                  </a:lnTo>
                  <a:lnTo>
                    <a:pt x="657015" y="333345"/>
                  </a:lnTo>
                  <a:lnTo>
                    <a:pt x="655625" y="333345"/>
                  </a:lnTo>
                  <a:lnTo>
                    <a:pt x="654234" y="333345"/>
                  </a:lnTo>
                  <a:lnTo>
                    <a:pt x="652834" y="333345"/>
                  </a:lnTo>
                  <a:lnTo>
                    <a:pt x="651444" y="333345"/>
                  </a:lnTo>
                  <a:lnTo>
                    <a:pt x="650053" y="333345"/>
                  </a:lnTo>
                  <a:lnTo>
                    <a:pt x="648662" y="333345"/>
                  </a:lnTo>
                  <a:lnTo>
                    <a:pt x="647271" y="333345"/>
                  </a:lnTo>
                  <a:lnTo>
                    <a:pt x="645871" y="333345"/>
                  </a:lnTo>
                  <a:lnTo>
                    <a:pt x="644481" y="333345"/>
                  </a:lnTo>
                  <a:lnTo>
                    <a:pt x="643090" y="333345"/>
                  </a:lnTo>
                  <a:lnTo>
                    <a:pt x="641699" y="333345"/>
                  </a:lnTo>
                  <a:lnTo>
                    <a:pt x="640242" y="333345"/>
                  </a:lnTo>
                  <a:lnTo>
                    <a:pt x="638851" y="333345"/>
                  </a:lnTo>
                  <a:lnTo>
                    <a:pt x="637461" y="333345"/>
                  </a:lnTo>
                  <a:lnTo>
                    <a:pt x="636061" y="333345"/>
                  </a:lnTo>
                  <a:lnTo>
                    <a:pt x="634670" y="333345"/>
                  </a:lnTo>
                  <a:lnTo>
                    <a:pt x="633279" y="333345"/>
                  </a:lnTo>
                  <a:lnTo>
                    <a:pt x="631888" y="333345"/>
                  </a:lnTo>
                  <a:lnTo>
                    <a:pt x="630498" y="333345"/>
                  </a:lnTo>
                  <a:lnTo>
                    <a:pt x="629098" y="333345"/>
                  </a:lnTo>
                  <a:lnTo>
                    <a:pt x="627707" y="333345"/>
                  </a:lnTo>
                  <a:lnTo>
                    <a:pt x="626317" y="333345"/>
                  </a:lnTo>
                  <a:lnTo>
                    <a:pt x="624859" y="333345"/>
                  </a:lnTo>
                  <a:lnTo>
                    <a:pt x="623469" y="333345"/>
                  </a:lnTo>
                  <a:lnTo>
                    <a:pt x="622078" y="333345"/>
                  </a:lnTo>
                  <a:lnTo>
                    <a:pt x="620687" y="333345"/>
                  </a:lnTo>
                  <a:lnTo>
                    <a:pt x="619297" y="333345"/>
                  </a:lnTo>
                  <a:lnTo>
                    <a:pt x="617896" y="333345"/>
                  </a:lnTo>
                  <a:lnTo>
                    <a:pt x="616506" y="333345"/>
                  </a:lnTo>
                  <a:lnTo>
                    <a:pt x="615115" y="333345"/>
                  </a:lnTo>
                  <a:lnTo>
                    <a:pt x="613724" y="333345"/>
                  </a:lnTo>
                  <a:lnTo>
                    <a:pt x="612334" y="333345"/>
                  </a:lnTo>
                  <a:lnTo>
                    <a:pt x="610934" y="333345"/>
                  </a:lnTo>
                  <a:lnTo>
                    <a:pt x="609486" y="333345"/>
                  </a:lnTo>
                  <a:lnTo>
                    <a:pt x="608086" y="333345"/>
                  </a:lnTo>
                  <a:lnTo>
                    <a:pt x="606695" y="333345"/>
                  </a:lnTo>
                  <a:lnTo>
                    <a:pt x="605305" y="333345"/>
                  </a:lnTo>
                  <a:lnTo>
                    <a:pt x="603914" y="333345"/>
                  </a:lnTo>
                  <a:lnTo>
                    <a:pt x="602523" y="333345"/>
                  </a:lnTo>
                  <a:lnTo>
                    <a:pt x="601123" y="333345"/>
                  </a:lnTo>
                  <a:lnTo>
                    <a:pt x="599732" y="333345"/>
                  </a:lnTo>
                  <a:lnTo>
                    <a:pt x="598342" y="333345"/>
                  </a:lnTo>
                  <a:lnTo>
                    <a:pt x="596951" y="333345"/>
                  </a:lnTo>
                  <a:lnTo>
                    <a:pt x="595560" y="333345"/>
                  </a:lnTo>
                  <a:lnTo>
                    <a:pt x="594170" y="333345"/>
                  </a:lnTo>
                  <a:lnTo>
                    <a:pt x="592712" y="333345"/>
                  </a:lnTo>
                  <a:lnTo>
                    <a:pt x="591322" y="333345"/>
                  </a:lnTo>
                  <a:lnTo>
                    <a:pt x="589921" y="333345"/>
                  </a:lnTo>
                  <a:lnTo>
                    <a:pt x="588531" y="333345"/>
                  </a:lnTo>
                  <a:lnTo>
                    <a:pt x="587140" y="333345"/>
                  </a:lnTo>
                  <a:lnTo>
                    <a:pt x="585749" y="333345"/>
                  </a:lnTo>
                  <a:lnTo>
                    <a:pt x="584359" y="333345"/>
                  </a:lnTo>
                  <a:lnTo>
                    <a:pt x="582959" y="333345"/>
                  </a:lnTo>
                  <a:lnTo>
                    <a:pt x="581568" y="333345"/>
                  </a:lnTo>
                  <a:lnTo>
                    <a:pt x="580178" y="333345"/>
                  </a:lnTo>
                  <a:lnTo>
                    <a:pt x="578787" y="333345"/>
                  </a:lnTo>
                  <a:lnTo>
                    <a:pt x="577330" y="333345"/>
                  </a:lnTo>
                  <a:lnTo>
                    <a:pt x="575939" y="333345"/>
                  </a:lnTo>
                  <a:lnTo>
                    <a:pt x="574548" y="333345"/>
                  </a:lnTo>
                  <a:lnTo>
                    <a:pt x="573148" y="333345"/>
                  </a:lnTo>
                  <a:lnTo>
                    <a:pt x="571757" y="333345"/>
                  </a:lnTo>
                  <a:lnTo>
                    <a:pt x="570367" y="333345"/>
                  </a:lnTo>
                  <a:lnTo>
                    <a:pt x="568976" y="333345"/>
                  </a:lnTo>
                  <a:lnTo>
                    <a:pt x="567585" y="333345"/>
                  </a:lnTo>
                  <a:lnTo>
                    <a:pt x="566195" y="333345"/>
                  </a:lnTo>
                  <a:lnTo>
                    <a:pt x="564794" y="333345"/>
                  </a:lnTo>
                  <a:lnTo>
                    <a:pt x="563404" y="333345"/>
                  </a:lnTo>
                  <a:lnTo>
                    <a:pt x="561947" y="333345"/>
                  </a:lnTo>
                  <a:lnTo>
                    <a:pt x="560556" y="333345"/>
                  </a:lnTo>
                  <a:lnTo>
                    <a:pt x="559165" y="333345"/>
                  </a:lnTo>
                  <a:lnTo>
                    <a:pt x="557774" y="333345"/>
                  </a:lnTo>
                  <a:lnTo>
                    <a:pt x="556384" y="333345"/>
                  </a:lnTo>
                  <a:lnTo>
                    <a:pt x="554984" y="333345"/>
                  </a:lnTo>
                  <a:lnTo>
                    <a:pt x="553593" y="333345"/>
                  </a:lnTo>
                  <a:lnTo>
                    <a:pt x="552203" y="333345"/>
                  </a:lnTo>
                  <a:lnTo>
                    <a:pt x="550812" y="333345"/>
                  </a:lnTo>
                  <a:lnTo>
                    <a:pt x="549421" y="333345"/>
                  </a:lnTo>
                  <a:lnTo>
                    <a:pt x="548021" y="333345"/>
                  </a:lnTo>
                  <a:lnTo>
                    <a:pt x="546630" y="333345"/>
                  </a:lnTo>
                  <a:lnTo>
                    <a:pt x="545173" y="333345"/>
                  </a:lnTo>
                  <a:lnTo>
                    <a:pt x="543782" y="333345"/>
                  </a:lnTo>
                  <a:lnTo>
                    <a:pt x="542392" y="333345"/>
                  </a:lnTo>
                  <a:lnTo>
                    <a:pt x="541001" y="333345"/>
                  </a:lnTo>
                  <a:lnTo>
                    <a:pt x="539610" y="333345"/>
                  </a:lnTo>
                  <a:lnTo>
                    <a:pt x="538220" y="333345"/>
                  </a:lnTo>
                  <a:lnTo>
                    <a:pt x="536820" y="333345"/>
                  </a:lnTo>
                  <a:lnTo>
                    <a:pt x="535429" y="333345"/>
                  </a:lnTo>
                  <a:lnTo>
                    <a:pt x="534038" y="333345"/>
                  </a:lnTo>
                  <a:lnTo>
                    <a:pt x="532647" y="333345"/>
                  </a:lnTo>
                  <a:lnTo>
                    <a:pt x="531257" y="333345"/>
                  </a:lnTo>
                  <a:lnTo>
                    <a:pt x="529800" y="333345"/>
                  </a:lnTo>
                  <a:lnTo>
                    <a:pt x="528399" y="333345"/>
                  </a:lnTo>
                  <a:lnTo>
                    <a:pt x="527009" y="333345"/>
                  </a:lnTo>
                  <a:lnTo>
                    <a:pt x="525618" y="333345"/>
                  </a:lnTo>
                  <a:lnTo>
                    <a:pt x="524228" y="333345"/>
                  </a:lnTo>
                  <a:lnTo>
                    <a:pt x="522837" y="333345"/>
                  </a:lnTo>
                  <a:lnTo>
                    <a:pt x="521446" y="333345"/>
                  </a:lnTo>
                  <a:lnTo>
                    <a:pt x="520046" y="333345"/>
                  </a:lnTo>
                  <a:lnTo>
                    <a:pt x="518655" y="333345"/>
                  </a:lnTo>
                  <a:lnTo>
                    <a:pt x="517265" y="333345"/>
                  </a:lnTo>
                  <a:lnTo>
                    <a:pt x="515874" y="333345"/>
                  </a:lnTo>
                  <a:lnTo>
                    <a:pt x="514416" y="333345"/>
                  </a:lnTo>
                  <a:lnTo>
                    <a:pt x="513026" y="333345"/>
                  </a:lnTo>
                  <a:lnTo>
                    <a:pt x="511635" y="333345"/>
                  </a:lnTo>
                  <a:lnTo>
                    <a:pt x="510235" y="333345"/>
                  </a:lnTo>
                  <a:lnTo>
                    <a:pt x="508845" y="333345"/>
                  </a:lnTo>
                  <a:lnTo>
                    <a:pt x="507454" y="333345"/>
                  </a:lnTo>
                  <a:lnTo>
                    <a:pt x="506063" y="333345"/>
                  </a:lnTo>
                  <a:lnTo>
                    <a:pt x="504673" y="333345"/>
                  </a:lnTo>
                  <a:lnTo>
                    <a:pt x="503282" y="333345"/>
                  </a:lnTo>
                  <a:lnTo>
                    <a:pt x="501882" y="333345"/>
                  </a:lnTo>
                  <a:lnTo>
                    <a:pt x="500491" y="333345"/>
                  </a:lnTo>
                  <a:lnTo>
                    <a:pt x="499101" y="333345"/>
                  </a:lnTo>
                  <a:lnTo>
                    <a:pt x="497643" y="333345"/>
                  </a:lnTo>
                  <a:lnTo>
                    <a:pt x="496252" y="333345"/>
                  </a:lnTo>
                  <a:lnTo>
                    <a:pt x="494862" y="333345"/>
                  </a:lnTo>
                  <a:lnTo>
                    <a:pt x="493471" y="333345"/>
                  </a:lnTo>
                  <a:lnTo>
                    <a:pt x="492071" y="333345"/>
                  </a:lnTo>
                  <a:lnTo>
                    <a:pt x="490681" y="333345"/>
                  </a:lnTo>
                  <a:lnTo>
                    <a:pt x="489290" y="333345"/>
                  </a:lnTo>
                  <a:lnTo>
                    <a:pt x="487899" y="333345"/>
                  </a:lnTo>
                  <a:lnTo>
                    <a:pt x="486508" y="333345"/>
                  </a:lnTo>
                  <a:lnTo>
                    <a:pt x="485108" y="333345"/>
                  </a:lnTo>
                  <a:lnTo>
                    <a:pt x="483718" y="333345"/>
                  </a:lnTo>
                  <a:lnTo>
                    <a:pt x="482260" y="333345"/>
                  </a:lnTo>
                  <a:lnTo>
                    <a:pt x="480870" y="333345"/>
                  </a:lnTo>
                  <a:lnTo>
                    <a:pt x="479479" y="333345"/>
                  </a:lnTo>
                  <a:lnTo>
                    <a:pt x="478088" y="333345"/>
                  </a:lnTo>
                  <a:lnTo>
                    <a:pt x="476698" y="333345"/>
                  </a:lnTo>
                  <a:lnTo>
                    <a:pt x="475307" y="333345"/>
                  </a:lnTo>
                  <a:lnTo>
                    <a:pt x="473907" y="333345"/>
                  </a:lnTo>
                  <a:lnTo>
                    <a:pt x="472516" y="333345"/>
                  </a:lnTo>
                  <a:lnTo>
                    <a:pt x="471126" y="333345"/>
                  </a:lnTo>
                  <a:lnTo>
                    <a:pt x="469735" y="333345"/>
                  </a:lnTo>
                  <a:lnTo>
                    <a:pt x="468344" y="333345"/>
                  </a:lnTo>
                  <a:lnTo>
                    <a:pt x="466887" y="333345"/>
                  </a:lnTo>
                  <a:lnTo>
                    <a:pt x="465496" y="333345"/>
                  </a:lnTo>
                  <a:lnTo>
                    <a:pt x="464096" y="333345"/>
                  </a:lnTo>
                  <a:lnTo>
                    <a:pt x="462706" y="333345"/>
                  </a:lnTo>
                  <a:lnTo>
                    <a:pt x="461315" y="333345"/>
                  </a:lnTo>
                  <a:lnTo>
                    <a:pt x="459924" y="333345"/>
                  </a:lnTo>
                  <a:lnTo>
                    <a:pt x="458534" y="333345"/>
                  </a:lnTo>
                  <a:lnTo>
                    <a:pt x="457143" y="333345"/>
                  </a:lnTo>
                  <a:lnTo>
                    <a:pt x="455743" y="333345"/>
                  </a:lnTo>
                  <a:lnTo>
                    <a:pt x="454352" y="333345"/>
                  </a:lnTo>
                  <a:lnTo>
                    <a:pt x="452962" y="333345"/>
                  </a:lnTo>
                  <a:lnTo>
                    <a:pt x="451571" y="333345"/>
                  </a:lnTo>
                  <a:lnTo>
                    <a:pt x="450113" y="333345"/>
                  </a:lnTo>
                  <a:lnTo>
                    <a:pt x="448723" y="333345"/>
                  </a:lnTo>
                  <a:lnTo>
                    <a:pt x="447332" y="333345"/>
                  </a:lnTo>
                  <a:lnTo>
                    <a:pt x="445932" y="333345"/>
                  </a:lnTo>
                  <a:lnTo>
                    <a:pt x="444541" y="333345"/>
                  </a:lnTo>
                  <a:lnTo>
                    <a:pt x="443150" y="333345"/>
                  </a:lnTo>
                  <a:lnTo>
                    <a:pt x="441760" y="333345"/>
                  </a:lnTo>
                  <a:lnTo>
                    <a:pt x="440369" y="333345"/>
                  </a:lnTo>
                  <a:lnTo>
                    <a:pt x="438969" y="333345"/>
                  </a:lnTo>
                  <a:lnTo>
                    <a:pt x="437579" y="333345"/>
                  </a:lnTo>
                  <a:lnTo>
                    <a:pt x="436188" y="333345"/>
                  </a:lnTo>
                  <a:lnTo>
                    <a:pt x="434731" y="333345"/>
                  </a:lnTo>
                  <a:lnTo>
                    <a:pt x="433340" y="333345"/>
                  </a:lnTo>
                  <a:lnTo>
                    <a:pt x="431949" y="333345"/>
                  </a:lnTo>
                  <a:lnTo>
                    <a:pt x="430559" y="333345"/>
                  </a:lnTo>
                  <a:lnTo>
                    <a:pt x="429158" y="333345"/>
                  </a:lnTo>
                  <a:lnTo>
                    <a:pt x="427768" y="333345"/>
                  </a:lnTo>
                  <a:lnTo>
                    <a:pt x="426377" y="333345"/>
                  </a:lnTo>
                  <a:lnTo>
                    <a:pt x="424986" y="333345"/>
                  </a:lnTo>
                  <a:lnTo>
                    <a:pt x="423596" y="333345"/>
                  </a:lnTo>
                  <a:lnTo>
                    <a:pt x="422205" y="333345"/>
                  </a:lnTo>
                  <a:lnTo>
                    <a:pt x="420805" y="333345"/>
                  </a:lnTo>
                  <a:lnTo>
                    <a:pt x="419357" y="333345"/>
                  </a:lnTo>
                  <a:lnTo>
                    <a:pt x="417957" y="333345"/>
                  </a:lnTo>
                  <a:lnTo>
                    <a:pt x="416567" y="333345"/>
                  </a:lnTo>
                  <a:lnTo>
                    <a:pt x="415176" y="333345"/>
                  </a:lnTo>
                  <a:lnTo>
                    <a:pt x="413785" y="333345"/>
                  </a:lnTo>
                  <a:lnTo>
                    <a:pt x="412394" y="333345"/>
                  </a:lnTo>
                  <a:lnTo>
                    <a:pt x="410994" y="333345"/>
                  </a:lnTo>
                  <a:lnTo>
                    <a:pt x="409604" y="333345"/>
                  </a:lnTo>
                  <a:lnTo>
                    <a:pt x="408213" y="333345"/>
                  </a:lnTo>
                  <a:lnTo>
                    <a:pt x="406822" y="333345"/>
                  </a:lnTo>
                  <a:lnTo>
                    <a:pt x="405432" y="333345"/>
                  </a:lnTo>
                  <a:lnTo>
                    <a:pt x="404041" y="333345"/>
                  </a:lnTo>
                  <a:lnTo>
                    <a:pt x="402584" y="333345"/>
                  </a:lnTo>
                  <a:lnTo>
                    <a:pt x="401193" y="333345"/>
                  </a:lnTo>
                  <a:lnTo>
                    <a:pt x="399793" y="333345"/>
                  </a:lnTo>
                  <a:lnTo>
                    <a:pt x="398402" y="333345"/>
                  </a:lnTo>
                  <a:lnTo>
                    <a:pt x="397011" y="333345"/>
                  </a:lnTo>
                  <a:lnTo>
                    <a:pt x="395621" y="333345"/>
                  </a:lnTo>
                  <a:lnTo>
                    <a:pt x="394230" y="333345"/>
                  </a:lnTo>
                  <a:lnTo>
                    <a:pt x="392830" y="333345"/>
                  </a:lnTo>
                  <a:lnTo>
                    <a:pt x="391440" y="333345"/>
                  </a:lnTo>
                  <a:lnTo>
                    <a:pt x="390049" y="333345"/>
                  </a:lnTo>
                  <a:lnTo>
                    <a:pt x="388658" y="333345"/>
                  </a:lnTo>
                  <a:lnTo>
                    <a:pt x="387201" y="333345"/>
                  </a:lnTo>
                  <a:lnTo>
                    <a:pt x="385810" y="333345"/>
                  </a:lnTo>
                  <a:lnTo>
                    <a:pt x="384420" y="333345"/>
                  </a:lnTo>
                  <a:lnTo>
                    <a:pt x="383019" y="333345"/>
                  </a:lnTo>
                  <a:lnTo>
                    <a:pt x="381629" y="333345"/>
                  </a:lnTo>
                  <a:lnTo>
                    <a:pt x="380238" y="333345"/>
                  </a:lnTo>
                  <a:lnTo>
                    <a:pt x="378847" y="333345"/>
                  </a:lnTo>
                  <a:lnTo>
                    <a:pt x="377457" y="333345"/>
                  </a:lnTo>
                  <a:lnTo>
                    <a:pt x="376066" y="333345"/>
                  </a:lnTo>
                  <a:lnTo>
                    <a:pt x="374666" y="333345"/>
                  </a:lnTo>
                  <a:lnTo>
                    <a:pt x="373275" y="333345"/>
                  </a:lnTo>
                  <a:lnTo>
                    <a:pt x="371818" y="333345"/>
                  </a:lnTo>
                  <a:lnTo>
                    <a:pt x="370428" y="333345"/>
                  </a:lnTo>
                  <a:lnTo>
                    <a:pt x="369036" y="333345"/>
                  </a:lnTo>
                  <a:lnTo>
                    <a:pt x="367646" y="333345"/>
                  </a:lnTo>
                  <a:lnTo>
                    <a:pt x="366246" y="333345"/>
                  </a:lnTo>
                  <a:lnTo>
                    <a:pt x="364855" y="333345"/>
                  </a:lnTo>
                  <a:lnTo>
                    <a:pt x="363465" y="333345"/>
                  </a:lnTo>
                  <a:lnTo>
                    <a:pt x="362074" y="333345"/>
                  </a:lnTo>
                  <a:lnTo>
                    <a:pt x="360683" y="333345"/>
                  </a:lnTo>
                  <a:lnTo>
                    <a:pt x="359293" y="333345"/>
                  </a:lnTo>
                  <a:lnTo>
                    <a:pt x="357892" y="333345"/>
                  </a:lnTo>
                  <a:lnTo>
                    <a:pt x="356502" y="333345"/>
                  </a:lnTo>
                  <a:lnTo>
                    <a:pt x="355044" y="333345"/>
                  </a:lnTo>
                  <a:lnTo>
                    <a:pt x="353654" y="333345"/>
                  </a:lnTo>
                  <a:lnTo>
                    <a:pt x="352263" y="333345"/>
                  </a:lnTo>
                  <a:lnTo>
                    <a:pt x="350872" y="333345"/>
                  </a:lnTo>
                  <a:lnTo>
                    <a:pt x="349482" y="333345"/>
                  </a:lnTo>
                  <a:lnTo>
                    <a:pt x="348091" y="333345"/>
                  </a:lnTo>
                  <a:lnTo>
                    <a:pt x="346691" y="333345"/>
                  </a:lnTo>
                  <a:lnTo>
                    <a:pt x="345301" y="333345"/>
                  </a:lnTo>
                  <a:lnTo>
                    <a:pt x="343909" y="333345"/>
                  </a:lnTo>
                  <a:lnTo>
                    <a:pt x="342519" y="333345"/>
                  </a:lnTo>
                  <a:lnTo>
                    <a:pt x="341128" y="333345"/>
                  </a:lnTo>
                  <a:lnTo>
                    <a:pt x="339671" y="333345"/>
                  </a:lnTo>
                  <a:lnTo>
                    <a:pt x="338271" y="333345"/>
                  </a:lnTo>
                  <a:lnTo>
                    <a:pt x="336880" y="333345"/>
                  </a:lnTo>
                  <a:lnTo>
                    <a:pt x="335490" y="333345"/>
                  </a:lnTo>
                  <a:lnTo>
                    <a:pt x="334099" y="333345"/>
                  </a:lnTo>
                  <a:lnTo>
                    <a:pt x="332708" y="333345"/>
                  </a:lnTo>
                  <a:lnTo>
                    <a:pt x="331318" y="333345"/>
                  </a:lnTo>
                  <a:lnTo>
                    <a:pt x="329917" y="333345"/>
                  </a:lnTo>
                  <a:lnTo>
                    <a:pt x="328527" y="333345"/>
                  </a:lnTo>
                  <a:lnTo>
                    <a:pt x="327136" y="333345"/>
                  </a:lnTo>
                  <a:lnTo>
                    <a:pt x="325745" y="333345"/>
                  </a:lnTo>
                  <a:lnTo>
                    <a:pt x="324355" y="333345"/>
                  </a:lnTo>
                  <a:lnTo>
                    <a:pt x="322897" y="333345"/>
                  </a:lnTo>
                  <a:lnTo>
                    <a:pt x="321507" y="333345"/>
                  </a:lnTo>
                  <a:lnTo>
                    <a:pt x="320107" y="333345"/>
                  </a:lnTo>
                  <a:lnTo>
                    <a:pt x="318716" y="333345"/>
                  </a:lnTo>
                  <a:lnTo>
                    <a:pt x="317326" y="333345"/>
                  </a:lnTo>
                  <a:lnTo>
                    <a:pt x="315935" y="333345"/>
                  </a:lnTo>
                  <a:lnTo>
                    <a:pt x="314544" y="333345"/>
                  </a:lnTo>
                  <a:lnTo>
                    <a:pt x="313154" y="333345"/>
                  </a:lnTo>
                  <a:lnTo>
                    <a:pt x="311753" y="333345"/>
                  </a:lnTo>
                  <a:lnTo>
                    <a:pt x="310363" y="333345"/>
                  </a:lnTo>
                  <a:lnTo>
                    <a:pt x="308972" y="333345"/>
                  </a:lnTo>
                  <a:lnTo>
                    <a:pt x="307515" y="333345"/>
                  </a:lnTo>
                  <a:lnTo>
                    <a:pt x="306124" y="333345"/>
                  </a:lnTo>
                  <a:lnTo>
                    <a:pt x="304733" y="333345"/>
                  </a:lnTo>
                  <a:lnTo>
                    <a:pt x="303343" y="333345"/>
                  </a:lnTo>
                  <a:lnTo>
                    <a:pt x="301943" y="333345"/>
                  </a:lnTo>
                  <a:lnTo>
                    <a:pt x="300552" y="333345"/>
                  </a:lnTo>
                  <a:lnTo>
                    <a:pt x="299161" y="333345"/>
                  </a:lnTo>
                  <a:lnTo>
                    <a:pt x="297770" y="333345"/>
                  </a:lnTo>
                  <a:lnTo>
                    <a:pt x="296380" y="333345"/>
                  </a:lnTo>
                  <a:lnTo>
                    <a:pt x="294980" y="333345"/>
                  </a:lnTo>
                  <a:lnTo>
                    <a:pt x="293589" y="333345"/>
                  </a:lnTo>
                  <a:lnTo>
                    <a:pt x="292132" y="333345"/>
                  </a:lnTo>
                  <a:lnTo>
                    <a:pt x="290741" y="333345"/>
                  </a:lnTo>
                  <a:lnTo>
                    <a:pt x="289351" y="333345"/>
                  </a:lnTo>
                  <a:lnTo>
                    <a:pt x="287960" y="333345"/>
                  </a:lnTo>
                  <a:lnTo>
                    <a:pt x="286569" y="333345"/>
                  </a:lnTo>
                  <a:lnTo>
                    <a:pt x="285179" y="333345"/>
                  </a:lnTo>
                  <a:lnTo>
                    <a:pt x="283778" y="333345"/>
                  </a:lnTo>
                  <a:lnTo>
                    <a:pt x="282388" y="333345"/>
                  </a:lnTo>
                  <a:lnTo>
                    <a:pt x="280997" y="333345"/>
                  </a:lnTo>
                  <a:lnTo>
                    <a:pt x="279606" y="333345"/>
                  </a:lnTo>
                  <a:lnTo>
                    <a:pt x="278216" y="333345"/>
                  </a:lnTo>
                  <a:lnTo>
                    <a:pt x="276816" y="333345"/>
                  </a:lnTo>
                  <a:lnTo>
                    <a:pt x="275368" y="333345"/>
                  </a:lnTo>
                  <a:lnTo>
                    <a:pt x="273968" y="333345"/>
                  </a:lnTo>
                  <a:lnTo>
                    <a:pt x="272577" y="333345"/>
                  </a:lnTo>
                  <a:lnTo>
                    <a:pt x="271187" y="333345"/>
                  </a:lnTo>
                  <a:lnTo>
                    <a:pt x="269796" y="333345"/>
                  </a:lnTo>
                  <a:lnTo>
                    <a:pt x="268405" y="333345"/>
                  </a:lnTo>
                  <a:lnTo>
                    <a:pt x="267005" y="333345"/>
                  </a:lnTo>
                  <a:lnTo>
                    <a:pt x="265614" y="333345"/>
                  </a:lnTo>
                  <a:lnTo>
                    <a:pt x="264224" y="333345"/>
                  </a:lnTo>
                  <a:lnTo>
                    <a:pt x="262833" y="333345"/>
                  </a:lnTo>
                  <a:lnTo>
                    <a:pt x="261442" y="333345"/>
                  </a:lnTo>
                  <a:lnTo>
                    <a:pt x="259985" y="333345"/>
                  </a:lnTo>
                  <a:lnTo>
                    <a:pt x="258594" y="333345"/>
                  </a:lnTo>
                  <a:lnTo>
                    <a:pt x="257204" y="333345"/>
                  </a:lnTo>
                  <a:lnTo>
                    <a:pt x="255803" y="333345"/>
                  </a:lnTo>
                  <a:lnTo>
                    <a:pt x="254413" y="333345"/>
                  </a:lnTo>
                  <a:lnTo>
                    <a:pt x="253022" y="333345"/>
                  </a:lnTo>
                  <a:lnTo>
                    <a:pt x="251631" y="333345"/>
                  </a:lnTo>
                  <a:lnTo>
                    <a:pt x="250241" y="333345"/>
                  </a:lnTo>
                  <a:lnTo>
                    <a:pt x="248841" y="333345"/>
                  </a:lnTo>
                  <a:lnTo>
                    <a:pt x="247450" y="333345"/>
                  </a:lnTo>
                  <a:lnTo>
                    <a:pt x="246060" y="333345"/>
                  </a:lnTo>
                  <a:lnTo>
                    <a:pt x="244602" y="333345"/>
                  </a:lnTo>
                  <a:lnTo>
                    <a:pt x="243212" y="333345"/>
                  </a:lnTo>
                  <a:lnTo>
                    <a:pt x="241821" y="333345"/>
                  </a:lnTo>
                  <a:lnTo>
                    <a:pt x="240430" y="333345"/>
                  </a:lnTo>
                  <a:lnTo>
                    <a:pt x="239030" y="333345"/>
                  </a:lnTo>
                  <a:lnTo>
                    <a:pt x="237639" y="333345"/>
                  </a:lnTo>
                  <a:lnTo>
                    <a:pt x="236249" y="333345"/>
                  </a:lnTo>
                  <a:lnTo>
                    <a:pt x="234858" y="333345"/>
                  </a:lnTo>
                  <a:lnTo>
                    <a:pt x="233467" y="333345"/>
                  </a:lnTo>
                  <a:lnTo>
                    <a:pt x="232077" y="333345"/>
                  </a:lnTo>
                  <a:lnTo>
                    <a:pt x="230676" y="333345"/>
                  </a:lnTo>
                  <a:lnTo>
                    <a:pt x="229286" y="333345"/>
                  </a:lnTo>
                  <a:lnTo>
                    <a:pt x="227829" y="333345"/>
                  </a:lnTo>
                  <a:lnTo>
                    <a:pt x="226438" y="333345"/>
                  </a:lnTo>
                  <a:lnTo>
                    <a:pt x="225048" y="333345"/>
                  </a:lnTo>
                  <a:lnTo>
                    <a:pt x="223656" y="333345"/>
                  </a:lnTo>
                  <a:lnTo>
                    <a:pt x="222266" y="333345"/>
                  </a:lnTo>
                  <a:lnTo>
                    <a:pt x="220866" y="333345"/>
                  </a:lnTo>
                  <a:lnTo>
                    <a:pt x="219475" y="333345"/>
                  </a:lnTo>
                  <a:lnTo>
                    <a:pt x="218085" y="333345"/>
                  </a:lnTo>
                  <a:lnTo>
                    <a:pt x="216694" y="333345"/>
                  </a:lnTo>
                  <a:lnTo>
                    <a:pt x="215303" y="333345"/>
                  </a:lnTo>
                  <a:lnTo>
                    <a:pt x="213903" y="333345"/>
                  </a:lnTo>
                  <a:lnTo>
                    <a:pt x="212455" y="333345"/>
                  </a:lnTo>
                  <a:lnTo>
                    <a:pt x="211055" y="333345"/>
                  </a:lnTo>
                  <a:lnTo>
                    <a:pt x="209664" y="333345"/>
                  </a:lnTo>
                  <a:lnTo>
                    <a:pt x="208274" y="333345"/>
                  </a:lnTo>
                  <a:lnTo>
                    <a:pt x="206883" y="333345"/>
                  </a:lnTo>
                  <a:lnTo>
                    <a:pt x="205492" y="333345"/>
                  </a:lnTo>
                  <a:lnTo>
                    <a:pt x="204102" y="333345"/>
                  </a:lnTo>
                  <a:lnTo>
                    <a:pt x="202702" y="333345"/>
                  </a:lnTo>
                  <a:lnTo>
                    <a:pt x="201311" y="333345"/>
                  </a:lnTo>
                  <a:lnTo>
                    <a:pt x="199921" y="333345"/>
                  </a:lnTo>
                  <a:lnTo>
                    <a:pt x="198529" y="333345"/>
                  </a:lnTo>
                  <a:lnTo>
                    <a:pt x="197072" y="333345"/>
                  </a:lnTo>
                  <a:lnTo>
                    <a:pt x="195682" y="333345"/>
                  </a:lnTo>
                  <a:lnTo>
                    <a:pt x="194291" y="333345"/>
                  </a:lnTo>
                  <a:lnTo>
                    <a:pt x="192891" y="333345"/>
                  </a:lnTo>
                  <a:lnTo>
                    <a:pt x="191500" y="333345"/>
                  </a:lnTo>
                  <a:lnTo>
                    <a:pt x="190110" y="333345"/>
                  </a:lnTo>
                  <a:lnTo>
                    <a:pt x="188719" y="333345"/>
                  </a:lnTo>
                  <a:lnTo>
                    <a:pt x="187328" y="333345"/>
                  </a:lnTo>
                  <a:lnTo>
                    <a:pt x="185938" y="333345"/>
                  </a:lnTo>
                  <a:lnTo>
                    <a:pt x="184537" y="333345"/>
                  </a:lnTo>
                  <a:lnTo>
                    <a:pt x="183147" y="333345"/>
                  </a:lnTo>
                  <a:lnTo>
                    <a:pt x="181756" y="333345"/>
                  </a:lnTo>
                  <a:lnTo>
                    <a:pt x="180299" y="333345"/>
                  </a:lnTo>
                  <a:lnTo>
                    <a:pt x="178908" y="333345"/>
                  </a:lnTo>
                  <a:lnTo>
                    <a:pt x="177517" y="333345"/>
                  </a:lnTo>
                  <a:lnTo>
                    <a:pt x="176117" y="333345"/>
                  </a:lnTo>
                  <a:lnTo>
                    <a:pt x="174727" y="333345"/>
                  </a:lnTo>
                  <a:lnTo>
                    <a:pt x="173336" y="333345"/>
                  </a:lnTo>
                  <a:lnTo>
                    <a:pt x="171946" y="333345"/>
                  </a:lnTo>
                  <a:lnTo>
                    <a:pt x="170555" y="333345"/>
                  </a:lnTo>
                  <a:lnTo>
                    <a:pt x="169164" y="333345"/>
                  </a:lnTo>
                  <a:lnTo>
                    <a:pt x="167764" y="333345"/>
                  </a:lnTo>
                  <a:lnTo>
                    <a:pt x="166373" y="333345"/>
                  </a:lnTo>
                  <a:lnTo>
                    <a:pt x="164916" y="333345"/>
                  </a:lnTo>
                  <a:lnTo>
                    <a:pt x="163525" y="333345"/>
                  </a:lnTo>
                  <a:lnTo>
                    <a:pt x="162134" y="333345"/>
                  </a:lnTo>
                  <a:lnTo>
                    <a:pt x="160744" y="333345"/>
                  </a:lnTo>
                  <a:lnTo>
                    <a:pt x="159353" y="333345"/>
                  </a:lnTo>
                  <a:lnTo>
                    <a:pt x="157963" y="333345"/>
                  </a:lnTo>
                  <a:lnTo>
                    <a:pt x="156563" y="333345"/>
                  </a:lnTo>
                  <a:lnTo>
                    <a:pt x="155172" y="333345"/>
                  </a:lnTo>
                  <a:lnTo>
                    <a:pt x="153781" y="333345"/>
                  </a:lnTo>
                  <a:lnTo>
                    <a:pt x="152390" y="333345"/>
                  </a:lnTo>
                  <a:lnTo>
                    <a:pt x="151000" y="333345"/>
                  </a:lnTo>
                  <a:lnTo>
                    <a:pt x="149543" y="333345"/>
                  </a:lnTo>
                  <a:lnTo>
                    <a:pt x="148142" y="333345"/>
                  </a:lnTo>
                  <a:lnTo>
                    <a:pt x="146752" y="333345"/>
                  </a:lnTo>
                  <a:lnTo>
                    <a:pt x="145361" y="333345"/>
                  </a:lnTo>
                  <a:lnTo>
                    <a:pt x="143970" y="333345"/>
                  </a:lnTo>
                  <a:lnTo>
                    <a:pt x="142580" y="333345"/>
                  </a:lnTo>
                  <a:lnTo>
                    <a:pt x="141189" y="333345"/>
                  </a:lnTo>
                  <a:lnTo>
                    <a:pt x="139789" y="333345"/>
                  </a:lnTo>
                  <a:lnTo>
                    <a:pt x="138398" y="333345"/>
                  </a:lnTo>
                  <a:lnTo>
                    <a:pt x="137008" y="333345"/>
                  </a:lnTo>
                  <a:lnTo>
                    <a:pt x="135617" y="333345"/>
                  </a:lnTo>
                  <a:lnTo>
                    <a:pt x="134226" y="333345"/>
                  </a:lnTo>
                  <a:lnTo>
                    <a:pt x="132769" y="333345"/>
                  </a:lnTo>
                  <a:lnTo>
                    <a:pt x="131378" y="333345"/>
                  </a:lnTo>
                  <a:lnTo>
                    <a:pt x="129978" y="333345"/>
                  </a:lnTo>
                  <a:lnTo>
                    <a:pt x="128588" y="333345"/>
                  </a:lnTo>
                  <a:lnTo>
                    <a:pt x="127197" y="333345"/>
                  </a:lnTo>
                  <a:lnTo>
                    <a:pt x="125806" y="333345"/>
                  </a:lnTo>
                  <a:lnTo>
                    <a:pt x="124416" y="333345"/>
                  </a:lnTo>
                  <a:lnTo>
                    <a:pt x="123025" y="333345"/>
                  </a:lnTo>
                  <a:lnTo>
                    <a:pt x="121625" y="333345"/>
                  </a:lnTo>
                  <a:lnTo>
                    <a:pt x="120234" y="333345"/>
                  </a:lnTo>
                  <a:lnTo>
                    <a:pt x="118844" y="333345"/>
                  </a:lnTo>
                  <a:lnTo>
                    <a:pt x="117386" y="333345"/>
                  </a:lnTo>
                  <a:lnTo>
                    <a:pt x="115995" y="333345"/>
                  </a:lnTo>
                  <a:lnTo>
                    <a:pt x="114605" y="333345"/>
                  </a:lnTo>
                  <a:lnTo>
                    <a:pt x="113214" y="333345"/>
                  </a:lnTo>
                  <a:lnTo>
                    <a:pt x="111814" y="333345"/>
                  </a:lnTo>
                  <a:lnTo>
                    <a:pt x="110423" y="333345"/>
                  </a:lnTo>
                  <a:lnTo>
                    <a:pt x="109032" y="333345"/>
                  </a:lnTo>
                  <a:lnTo>
                    <a:pt x="107642" y="333345"/>
                  </a:lnTo>
                  <a:lnTo>
                    <a:pt x="106251" y="333345"/>
                  </a:lnTo>
                  <a:lnTo>
                    <a:pt x="104851" y="333345"/>
                  </a:lnTo>
                  <a:lnTo>
                    <a:pt x="103461" y="333345"/>
                  </a:lnTo>
                  <a:lnTo>
                    <a:pt x="102003" y="333345"/>
                  </a:lnTo>
                  <a:lnTo>
                    <a:pt x="100613" y="333345"/>
                  </a:lnTo>
                  <a:lnTo>
                    <a:pt x="99222" y="333345"/>
                  </a:lnTo>
                  <a:lnTo>
                    <a:pt x="97831" y="333345"/>
                  </a:lnTo>
                  <a:lnTo>
                    <a:pt x="96441" y="333345"/>
                  </a:lnTo>
                  <a:lnTo>
                    <a:pt x="95050" y="333345"/>
                  </a:lnTo>
                  <a:lnTo>
                    <a:pt x="93650" y="333345"/>
                  </a:lnTo>
                  <a:lnTo>
                    <a:pt x="92259" y="333345"/>
                  </a:lnTo>
                  <a:lnTo>
                    <a:pt x="90868" y="333345"/>
                  </a:lnTo>
                  <a:lnTo>
                    <a:pt x="89478" y="333345"/>
                  </a:lnTo>
                  <a:lnTo>
                    <a:pt x="88087" y="333345"/>
                  </a:lnTo>
                  <a:lnTo>
                    <a:pt x="86687" y="333345"/>
                  </a:lnTo>
                  <a:lnTo>
                    <a:pt x="85239" y="333345"/>
                  </a:lnTo>
                  <a:lnTo>
                    <a:pt x="83839" y="333345"/>
                  </a:lnTo>
                  <a:lnTo>
                    <a:pt x="82449" y="333345"/>
                  </a:lnTo>
                  <a:lnTo>
                    <a:pt x="81058" y="333345"/>
                  </a:lnTo>
                  <a:lnTo>
                    <a:pt x="79667" y="333345"/>
                  </a:lnTo>
                  <a:lnTo>
                    <a:pt x="78276" y="333345"/>
                  </a:lnTo>
                  <a:lnTo>
                    <a:pt x="76876" y="333345"/>
                  </a:lnTo>
                  <a:lnTo>
                    <a:pt x="75486" y="333345"/>
                  </a:lnTo>
                  <a:lnTo>
                    <a:pt x="74095" y="333345"/>
                  </a:lnTo>
                  <a:lnTo>
                    <a:pt x="72704" y="333345"/>
                  </a:lnTo>
                  <a:lnTo>
                    <a:pt x="71314" y="333345"/>
                  </a:lnTo>
                  <a:lnTo>
                    <a:pt x="69856" y="333345"/>
                  </a:lnTo>
                  <a:lnTo>
                    <a:pt x="68466" y="333345"/>
                  </a:lnTo>
                  <a:lnTo>
                    <a:pt x="67075" y="333345"/>
                  </a:lnTo>
                  <a:lnTo>
                    <a:pt x="65675" y="333345"/>
                  </a:lnTo>
                  <a:lnTo>
                    <a:pt x="64284" y="333345"/>
                  </a:lnTo>
                  <a:lnTo>
                    <a:pt x="62893" y="333345"/>
                  </a:lnTo>
                  <a:lnTo>
                    <a:pt x="61503" y="333345"/>
                  </a:lnTo>
                  <a:lnTo>
                    <a:pt x="60103" y="333345"/>
                  </a:lnTo>
                  <a:lnTo>
                    <a:pt x="58712" y="333345"/>
                  </a:lnTo>
                  <a:lnTo>
                    <a:pt x="57322" y="333345"/>
                  </a:lnTo>
                  <a:lnTo>
                    <a:pt x="55931" y="333345"/>
                  </a:lnTo>
                  <a:lnTo>
                    <a:pt x="54474" y="333345"/>
                  </a:lnTo>
                  <a:lnTo>
                    <a:pt x="53083" y="333345"/>
                  </a:lnTo>
                  <a:lnTo>
                    <a:pt x="51692" y="333345"/>
                  </a:lnTo>
                  <a:lnTo>
                    <a:pt x="50302" y="333345"/>
                  </a:lnTo>
                  <a:lnTo>
                    <a:pt x="48901" y="333345"/>
                  </a:lnTo>
                  <a:lnTo>
                    <a:pt x="47511" y="333345"/>
                  </a:lnTo>
                  <a:lnTo>
                    <a:pt x="46120" y="333345"/>
                  </a:lnTo>
                  <a:lnTo>
                    <a:pt x="44729" y="333345"/>
                  </a:lnTo>
                  <a:lnTo>
                    <a:pt x="43339" y="333345"/>
                  </a:lnTo>
                  <a:lnTo>
                    <a:pt x="41948" y="333345"/>
                  </a:lnTo>
                  <a:lnTo>
                    <a:pt x="40548" y="333345"/>
                  </a:lnTo>
                  <a:lnTo>
                    <a:pt x="39157" y="333345"/>
                  </a:lnTo>
                  <a:lnTo>
                    <a:pt x="37700" y="333345"/>
                  </a:lnTo>
                  <a:lnTo>
                    <a:pt x="36310" y="333345"/>
                  </a:lnTo>
                  <a:lnTo>
                    <a:pt x="34919" y="333345"/>
                  </a:lnTo>
                  <a:lnTo>
                    <a:pt x="33528" y="333345"/>
                  </a:lnTo>
                  <a:lnTo>
                    <a:pt x="32137" y="333345"/>
                  </a:lnTo>
                  <a:lnTo>
                    <a:pt x="30737" y="333345"/>
                  </a:lnTo>
                  <a:lnTo>
                    <a:pt x="29347" y="333345"/>
                  </a:lnTo>
                  <a:lnTo>
                    <a:pt x="27956" y="333345"/>
                  </a:lnTo>
                  <a:lnTo>
                    <a:pt x="26565" y="333345"/>
                  </a:lnTo>
                  <a:lnTo>
                    <a:pt x="25175" y="333345"/>
                  </a:lnTo>
                  <a:lnTo>
                    <a:pt x="23774" y="333345"/>
                  </a:lnTo>
                  <a:lnTo>
                    <a:pt x="22327" y="333345"/>
                  </a:lnTo>
                  <a:lnTo>
                    <a:pt x="20926" y="333345"/>
                  </a:lnTo>
                  <a:lnTo>
                    <a:pt x="19536" y="333345"/>
                  </a:lnTo>
                  <a:lnTo>
                    <a:pt x="18145" y="333345"/>
                  </a:lnTo>
                  <a:lnTo>
                    <a:pt x="16754" y="333345"/>
                  </a:lnTo>
                  <a:lnTo>
                    <a:pt x="15364" y="333345"/>
                  </a:lnTo>
                  <a:lnTo>
                    <a:pt x="13973" y="333345"/>
                  </a:lnTo>
                  <a:lnTo>
                    <a:pt x="12573" y="333345"/>
                  </a:lnTo>
                  <a:lnTo>
                    <a:pt x="11183" y="333345"/>
                  </a:lnTo>
                  <a:lnTo>
                    <a:pt x="9792" y="333345"/>
                  </a:lnTo>
                  <a:lnTo>
                    <a:pt x="8401" y="333345"/>
                  </a:lnTo>
                  <a:lnTo>
                    <a:pt x="7010" y="333345"/>
                  </a:lnTo>
                  <a:lnTo>
                    <a:pt x="5553" y="333345"/>
                  </a:lnTo>
                  <a:lnTo>
                    <a:pt x="4163" y="333345"/>
                  </a:lnTo>
                  <a:lnTo>
                    <a:pt x="2762" y="333345"/>
                  </a:lnTo>
                  <a:lnTo>
                    <a:pt x="1372" y="333345"/>
                  </a:lnTo>
                  <a:lnTo>
                    <a:pt x="-19" y="333345"/>
                  </a:lnTo>
                  <a:close/>
                </a:path>
              </a:pathLst>
            </a:custGeom>
            <a:solidFill>
              <a:srgbClr val="BCBDB8">
                <a:alpha val="50000"/>
              </a:srgbClr>
            </a:solidFill>
            <a:ln w="9525" cap="flat">
              <a:noFill/>
              <a:prstDash val="solid"/>
              <a:round/>
            </a:ln>
          </p:spPr>
          <p:txBody>
            <a:bodyPr/>
            <a:lstStyle/>
            <a:p>
              <a:endParaRPr lang="zh-CN" altLang="en-US" sz="2190"/>
            </a:p>
          </p:txBody>
        </p:sp>
        <p:sp>
          <p:nvSpPr>
            <p:cNvPr id="1034" name="任意多边形: 形状 1033"/>
            <p:cNvSpPr/>
            <p:nvPr/>
          </p:nvSpPr>
          <p:spPr>
            <a:xfrm>
              <a:off x="6310774" y="4326459"/>
              <a:ext cx="9525" cy="104775"/>
            </a:xfrm>
            <a:custGeom>
              <a:avLst/>
              <a:gdLst>
                <a:gd name="csX0" fmla="*/ -19 w 9525"/>
                <a:gd name="csY0" fmla="*/ 104745 h 104775"/>
                <a:gd name="csX1" fmla="*/ -19 w 9525"/>
                <a:gd name="csY1" fmla="*/ -30 h 104775"/>
              </a:gdLst>
              <a:ahLst/>
              <a:cxnLst>
                <a:cxn ang="0">
                  <a:pos x="csX0" y="csY0"/>
                </a:cxn>
                <a:cxn ang="0">
                  <a:pos x="csX1" y="csY1"/>
                </a:cxn>
              </a:cxnLst>
              <a:rect l="l" t="t" r="r" b="b"/>
              <a:pathLst>
                <a:path w="9525" h="104775">
                  <a:moveTo>
                    <a:pt x="-19" y="104745"/>
                  </a:moveTo>
                  <a:lnTo>
                    <a:pt x="-19" y="-30"/>
                  </a:lnTo>
                </a:path>
              </a:pathLst>
            </a:custGeom>
            <a:noFill/>
            <a:ln w="7242" cap="flat">
              <a:solidFill>
                <a:srgbClr val="000000"/>
              </a:solidFill>
              <a:prstDash val="solid"/>
              <a:round/>
            </a:ln>
          </p:spPr>
          <p:txBody>
            <a:bodyPr/>
            <a:lstStyle/>
            <a:p>
              <a:endParaRPr lang="zh-CN" altLang="en-US" sz="2190"/>
            </a:p>
          </p:txBody>
        </p:sp>
        <p:sp>
          <p:nvSpPr>
            <p:cNvPr id="1035" name="任意多边形: 形状 1034"/>
            <p:cNvSpPr/>
            <p:nvPr/>
          </p:nvSpPr>
          <p:spPr>
            <a:xfrm>
              <a:off x="5986924" y="4097859"/>
              <a:ext cx="714375" cy="333375"/>
            </a:xfrm>
            <a:custGeom>
              <a:avLst/>
              <a:gdLst>
                <a:gd name="csX0" fmla="*/ -19 w 714375"/>
                <a:gd name="csY0" fmla="*/ 333345 h 333375"/>
                <a:gd name="csX1" fmla="*/ 1372 w 714375"/>
                <a:gd name="csY1" fmla="*/ 333221 h 333375"/>
                <a:gd name="csX2" fmla="*/ 2762 w 714375"/>
                <a:gd name="csY2" fmla="*/ 333031 h 333375"/>
                <a:gd name="csX3" fmla="*/ 4163 w 714375"/>
                <a:gd name="csY3" fmla="*/ 332831 h 333375"/>
                <a:gd name="csX4" fmla="*/ 5553 w 714375"/>
                <a:gd name="csY4" fmla="*/ 332707 h 333375"/>
                <a:gd name="csX5" fmla="*/ 7010 w 714375"/>
                <a:gd name="csY5" fmla="*/ 332450 h 333375"/>
                <a:gd name="csX6" fmla="*/ 8401 w 714375"/>
                <a:gd name="csY6" fmla="*/ 332259 h 333375"/>
                <a:gd name="csX7" fmla="*/ 9792 w 714375"/>
                <a:gd name="csY7" fmla="*/ 332002 h 333375"/>
                <a:gd name="csX8" fmla="*/ 11183 w 714375"/>
                <a:gd name="csY8" fmla="*/ 331745 h 333375"/>
                <a:gd name="csX9" fmla="*/ 12573 w 714375"/>
                <a:gd name="csY9" fmla="*/ 331431 h 333375"/>
                <a:gd name="csX10" fmla="*/ 13973 w 714375"/>
                <a:gd name="csY10" fmla="*/ 331173 h 333375"/>
                <a:gd name="csX11" fmla="*/ 15364 w 714375"/>
                <a:gd name="csY11" fmla="*/ 330783 h 333375"/>
                <a:gd name="csX12" fmla="*/ 16754 w 714375"/>
                <a:gd name="csY12" fmla="*/ 330402 h 333375"/>
                <a:gd name="csX13" fmla="*/ 18145 w 714375"/>
                <a:gd name="csY13" fmla="*/ 330021 h 333375"/>
                <a:gd name="csX14" fmla="*/ 19536 w 714375"/>
                <a:gd name="csY14" fmla="*/ 329573 h 333375"/>
                <a:gd name="csX15" fmla="*/ 20926 w 714375"/>
                <a:gd name="csY15" fmla="*/ 329126 h 333375"/>
                <a:gd name="csX16" fmla="*/ 22327 w 714375"/>
                <a:gd name="csY16" fmla="*/ 328611 h 333375"/>
                <a:gd name="csX17" fmla="*/ 23784 w 714375"/>
                <a:gd name="csY17" fmla="*/ 328030 h 333375"/>
                <a:gd name="csX18" fmla="*/ 25175 w 714375"/>
                <a:gd name="csY18" fmla="*/ 327458 h 333375"/>
                <a:gd name="csX19" fmla="*/ 26565 w 714375"/>
                <a:gd name="csY19" fmla="*/ 326820 h 333375"/>
                <a:gd name="csX20" fmla="*/ 27956 w 714375"/>
                <a:gd name="csY20" fmla="*/ 326173 h 333375"/>
                <a:gd name="csX21" fmla="*/ 29347 w 714375"/>
                <a:gd name="csY21" fmla="*/ 325411 h 333375"/>
                <a:gd name="csX22" fmla="*/ 30737 w 714375"/>
                <a:gd name="csY22" fmla="*/ 324639 h 333375"/>
                <a:gd name="csX23" fmla="*/ 32137 w 714375"/>
                <a:gd name="csY23" fmla="*/ 323810 h 333375"/>
                <a:gd name="csX24" fmla="*/ 33528 w 714375"/>
                <a:gd name="csY24" fmla="*/ 322849 h 333375"/>
                <a:gd name="csX25" fmla="*/ 34919 w 714375"/>
                <a:gd name="csY25" fmla="*/ 321886 h 333375"/>
                <a:gd name="csX26" fmla="*/ 36310 w 714375"/>
                <a:gd name="csY26" fmla="*/ 320867 h 333375"/>
                <a:gd name="csX27" fmla="*/ 37700 w 714375"/>
                <a:gd name="csY27" fmla="*/ 319772 h 333375"/>
                <a:gd name="csX28" fmla="*/ 39157 w 714375"/>
                <a:gd name="csY28" fmla="*/ 318619 h 333375"/>
                <a:gd name="csX29" fmla="*/ 40548 w 714375"/>
                <a:gd name="csY29" fmla="*/ 317343 h 333375"/>
                <a:gd name="csX30" fmla="*/ 41948 w 714375"/>
                <a:gd name="csY30" fmla="*/ 316000 h 333375"/>
                <a:gd name="csX31" fmla="*/ 43339 w 714375"/>
                <a:gd name="csY31" fmla="*/ 314590 h 333375"/>
                <a:gd name="csX32" fmla="*/ 44729 w 714375"/>
                <a:gd name="csY32" fmla="*/ 313114 h 333375"/>
                <a:gd name="csX33" fmla="*/ 46120 w 714375"/>
                <a:gd name="csY33" fmla="*/ 311514 h 333375"/>
                <a:gd name="csX34" fmla="*/ 47511 w 714375"/>
                <a:gd name="csY34" fmla="*/ 309856 h 333375"/>
                <a:gd name="csX35" fmla="*/ 48901 w 714375"/>
                <a:gd name="csY35" fmla="*/ 308066 h 333375"/>
                <a:gd name="csX36" fmla="*/ 50302 w 714375"/>
                <a:gd name="csY36" fmla="*/ 306208 h 333375"/>
                <a:gd name="csX37" fmla="*/ 51692 w 714375"/>
                <a:gd name="csY37" fmla="*/ 304217 h 333375"/>
                <a:gd name="csX38" fmla="*/ 53083 w 714375"/>
                <a:gd name="csY38" fmla="*/ 302170 h 333375"/>
                <a:gd name="csX39" fmla="*/ 54474 w 714375"/>
                <a:gd name="csY39" fmla="*/ 299998 h 333375"/>
                <a:gd name="csX40" fmla="*/ 55931 w 714375"/>
                <a:gd name="csY40" fmla="*/ 297693 h 333375"/>
                <a:gd name="csX41" fmla="*/ 57322 w 714375"/>
                <a:gd name="csY41" fmla="*/ 295255 h 333375"/>
                <a:gd name="csX42" fmla="*/ 58722 w 714375"/>
                <a:gd name="csY42" fmla="*/ 292759 h 333375"/>
                <a:gd name="csX43" fmla="*/ 60112 w 714375"/>
                <a:gd name="csY43" fmla="*/ 290140 h 333375"/>
                <a:gd name="csX44" fmla="*/ 61503 w 714375"/>
                <a:gd name="csY44" fmla="*/ 287387 h 333375"/>
                <a:gd name="csX45" fmla="*/ 62893 w 714375"/>
                <a:gd name="csY45" fmla="*/ 284501 h 333375"/>
                <a:gd name="csX46" fmla="*/ 64284 w 714375"/>
                <a:gd name="csY46" fmla="*/ 281501 h 333375"/>
                <a:gd name="csX47" fmla="*/ 65675 w 714375"/>
                <a:gd name="csY47" fmla="*/ 278357 h 333375"/>
                <a:gd name="csX48" fmla="*/ 67075 w 714375"/>
                <a:gd name="csY48" fmla="*/ 275100 h 333375"/>
                <a:gd name="csX49" fmla="*/ 68466 w 714375"/>
                <a:gd name="csY49" fmla="*/ 271699 h 333375"/>
                <a:gd name="csX50" fmla="*/ 69856 w 714375"/>
                <a:gd name="csY50" fmla="*/ 268242 h 333375"/>
                <a:gd name="csX51" fmla="*/ 71314 w 714375"/>
                <a:gd name="csY51" fmla="*/ 264594 h 333375"/>
                <a:gd name="csX52" fmla="*/ 72704 w 714375"/>
                <a:gd name="csY52" fmla="*/ 260822 h 333375"/>
                <a:gd name="csX53" fmla="*/ 74095 w 714375"/>
                <a:gd name="csY53" fmla="*/ 256917 h 333375"/>
                <a:gd name="csX54" fmla="*/ 75486 w 714375"/>
                <a:gd name="csY54" fmla="*/ 252944 h 333375"/>
                <a:gd name="csX55" fmla="*/ 76876 w 714375"/>
                <a:gd name="csY55" fmla="*/ 248782 h 333375"/>
                <a:gd name="csX56" fmla="*/ 78276 w 714375"/>
                <a:gd name="csY56" fmla="*/ 244496 h 333375"/>
                <a:gd name="csX57" fmla="*/ 79667 w 714375"/>
                <a:gd name="csY57" fmla="*/ 240143 h 333375"/>
                <a:gd name="csX58" fmla="*/ 81058 w 714375"/>
                <a:gd name="csY58" fmla="*/ 235666 h 333375"/>
                <a:gd name="csX59" fmla="*/ 82449 w 714375"/>
                <a:gd name="csY59" fmla="*/ 230989 h 333375"/>
                <a:gd name="csX60" fmla="*/ 83839 w 714375"/>
                <a:gd name="csY60" fmla="*/ 226322 h 333375"/>
                <a:gd name="csX61" fmla="*/ 85239 w 714375"/>
                <a:gd name="csY61" fmla="*/ 221455 h 333375"/>
                <a:gd name="csX62" fmla="*/ 86697 w 714375"/>
                <a:gd name="csY62" fmla="*/ 216464 h 333375"/>
                <a:gd name="csX63" fmla="*/ 88087 w 714375"/>
                <a:gd name="csY63" fmla="*/ 211463 h 333375"/>
                <a:gd name="csX64" fmla="*/ 89478 w 714375"/>
                <a:gd name="csY64" fmla="*/ 206282 h 333375"/>
                <a:gd name="csX65" fmla="*/ 90868 w 714375"/>
                <a:gd name="csY65" fmla="*/ 201033 h 333375"/>
                <a:gd name="csX66" fmla="*/ 92259 w 714375"/>
                <a:gd name="csY66" fmla="*/ 195718 h 333375"/>
                <a:gd name="csX67" fmla="*/ 93650 w 714375"/>
                <a:gd name="csY67" fmla="*/ 190346 h 333375"/>
                <a:gd name="csX68" fmla="*/ 95050 w 714375"/>
                <a:gd name="csY68" fmla="*/ 184841 h 333375"/>
                <a:gd name="csX69" fmla="*/ 96441 w 714375"/>
                <a:gd name="csY69" fmla="*/ 179335 h 333375"/>
                <a:gd name="csX70" fmla="*/ 97831 w 714375"/>
                <a:gd name="csY70" fmla="*/ 173697 h 333375"/>
                <a:gd name="csX71" fmla="*/ 99222 w 714375"/>
                <a:gd name="csY71" fmla="*/ 168067 h 333375"/>
                <a:gd name="csX72" fmla="*/ 100613 w 714375"/>
                <a:gd name="csY72" fmla="*/ 162371 h 333375"/>
                <a:gd name="csX73" fmla="*/ 102013 w 714375"/>
                <a:gd name="csY73" fmla="*/ 156675 h 333375"/>
                <a:gd name="csX74" fmla="*/ 103461 w 714375"/>
                <a:gd name="csY74" fmla="*/ 150913 h 333375"/>
                <a:gd name="csX75" fmla="*/ 104851 w 714375"/>
                <a:gd name="csY75" fmla="*/ 145083 h 333375"/>
                <a:gd name="csX76" fmla="*/ 106251 w 714375"/>
                <a:gd name="csY76" fmla="*/ 139321 h 333375"/>
                <a:gd name="csX77" fmla="*/ 107642 w 714375"/>
                <a:gd name="csY77" fmla="*/ 133568 h 333375"/>
                <a:gd name="csX78" fmla="*/ 109032 w 714375"/>
                <a:gd name="csY78" fmla="*/ 127738 h 333375"/>
                <a:gd name="csX79" fmla="*/ 110423 w 714375"/>
                <a:gd name="csY79" fmla="*/ 121976 h 333375"/>
                <a:gd name="csX80" fmla="*/ 111814 w 714375"/>
                <a:gd name="csY80" fmla="*/ 116280 h 333375"/>
                <a:gd name="csX81" fmla="*/ 113214 w 714375"/>
                <a:gd name="csY81" fmla="*/ 110584 h 333375"/>
                <a:gd name="csX82" fmla="*/ 114605 w 714375"/>
                <a:gd name="csY82" fmla="*/ 104955 h 333375"/>
                <a:gd name="csX83" fmla="*/ 115995 w 714375"/>
                <a:gd name="csY83" fmla="*/ 99383 h 333375"/>
                <a:gd name="csX84" fmla="*/ 117386 w 714375"/>
                <a:gd name="csY84" fmla="*/ 93877 h 333375"/>
                <a:gd name="csX85" fmla="*/ 118844 w 714375"/>
                <a:gd name="csY85" fmla="*/ 88372 h 333375"/>
                <a:gd name="csX86" fmla="*/ 120234 w 714375"/>
                <a:gd name="csY86" fmla="*/ 83057 h 333375"/>
                <a:gd name="csX87" fmla="*/ 121625 w 714375"/>
                <a:gd name="csY87" fmla="*/ 77808 h 333375"/>
                <a:gd name="csX88" fmla="*/ 123025 w 714375"/>
                <a:gd name="csY88" fmla="*/ 72627 h 333375"/>
                <a:gd name="csX89" fmla="*/ 124416 w 714375"/>
                <a:gd name="csY89" fmla="*/ 67636 h 333375"/>
                <a:gd name="csX90" fmla="*/ 125806 w 714375"/>
                <a:gd name="csY90" fmla="*/ 62702 h 333375"/>
                <a:gd name="csX91" fmla="*/ 127197 w 714375"/>
                <a:gd name="csY91" fmla="*/ 57968 h 333375"/>
                <a:gd name="csX92" fmla="*/ 128588 w 714375"/>
                <a:gd name="csY92" fmla="*/ 53291 h 333375"/>
                <a:gd name="csX93" fmla="*/ 129988 w 714375"/>
                <a:gd name="csY93" fmla="*/ 48871 h 333375"/>
                <a:gd name="csX94" fmla="*/ 131378 w 714375"/>
                <a:gd name="csY94" fmla="*/ 44528 h 333375"/>
                <a:gd name="csX95" fmla="*/ 132769 w 714375"/>
                <a:gd name="csY95" fmla="*/ 40366 h 333375"/>
                <a:gd name="csX96" fmla="*/ 134226 w 714375"/>
                <a:gd name="csY96" fmla="*/ 36394 h 333375"/>
                <a:gd name="csX97" fmla="*/ 135617 w 714375"/>
                <a:gd name="csY97" fmla="*/ 32612 h 333375"/>
                <a:gd name="csX98" fmla="*/ 137008 w 714375"/>
                <a:gd name="csY98" fmla="*/ 28964 h 333375"/>
                <a:gd name="csX99" fmla="*/ 138398 w 714375"/>
                <a:gd name="csY99" fmla="*/ 25573 h 333375"/>
                <a:gd name="csX100" fmla="*/ 139789 w 714375"/>
                <a:gd name="csY100" fmla="*/ 22373 h 333375"/>
                <a:gd name="csX101" fmla="*/ 141189 w 714375"/>
                <a:gd name="csY101" fmla="*/ 19306 h 333375"/>
                <a:gd name="csX102" fmla="*/ 142580 w 714375"/>
                <a:gd name="csY102" fmla="*/ 16553 h 333375"/>
                <a:gd name="csX103" fmla="*/ 143970 w 714375"/>
                <a:gd name="csY103" fmla="*/ 13991 h 333375"/>
                <a:gd name="csX104" fmla="*/ 145361 w 714375"/>
                <a:gd name="csY104" fmla="*/ 11552 h 333375"/>
                <a:gd name="csX105" fmla="*/ 146752 w 714375"/>
                <a:gd name="csY105" fmla="*/ 9381 h 333375"/>
                <a:gd name="csX106" fmla="*/ 148152 w 714375"/>
                <a:gd name="csY106" fmla="*/ 7457 h 333375"/>
                <a:gd name="csX107" fmla="*/ 149543 w 714375"/>
                <a:gd name="csY107" fmla="*/ 5733 h 333375"/>
                <a:gd name="csX108" fmla="*/ 151000 w 714375"/>
                <a:gd name="csY108" fmla="*/ 4256 h 333375"/>
                <a:gd name="csX109" fmla="*/ 152390 w 714375"/>
                <a:gd name="csY109" fmla="*/ 2980 h 333375"/>
                <a:gd name="csX110" fmla="*/ 153781 w 714375"/>
                <a:gd name="csY110" fmla="*/ 1951 h 333375"/>
                <a:gd name="csX111" fmla="*/ 155172 w 714375"/>
                <a:gd name="csY111" fmla="*/ 1123 h 333375"/>
                <a:gd name="csX112" fmla="*/ 156563 w 714375"/>
                <a:gd name="csY112" fmla="*/ 551 h 333375"/>
                <a:gd name="csX113" fmla="*/ 157963 w 714375"/>
                <a:gd name="csY113" fmla="*/ 160 h 333375"/>
                <a:gd name="csX114" fmla="*/ 159353 w 714375"/>
                <a:gd name="csY114" fmla="*/ -30 h 333375"/>
                <a:gd name="csX115" fmla="*/ 160744 w 714375"/>
                <a:gd name="csY115" fmla="*/ 103 h 333375"/>
                <a:gd name="csX116" fmla="*/ 162134 w 714375"/>
                <a:gd name="csY116" fmla="*/ 351 h 333375"/>
                <a:gd name="csX117" fmla="*/ 163525 w 714375"/>
                <a:gd name="csY117" fmla="*/ 799 h 333375"/>
                <a:gd name="csX118" fmla="*/ 164916 w 714375"/>
                <a:gd name="csY118" fmla="*/ 1570 h 333375"/>
                <a:gd name="csX119" fmla="*/ 166373 w 714375"/>
                <a:gd name="csY119" fmla="*/ 2465 h 333375"/>
                <a:gd name="csX120" fmla="*/ 167764 w 714375"/>
                <a:gd name="csY120" fmla="*/ 3551 h 333375"/>
                <a:gd name="csX121" fmla="*/ 169164 w 714375"/>
                <a:gd name="csY121" fmla="*/ 4894 h 333375"/>
                <a:gd name="csX122" fmla="*/ 170555 w 714375"/>
                <a:gd name="csY122" fmla="*/ 6371 h 333375"/>
                <a:gd name="csX123" fmla="*/ 171946 w 714375"/>
                <a:gd name="csY123" fmla="*/ 8038 h 333375"/>
                <a:gd name="csX124" fmla="*/ 173336 w 714375"/>
                <a:gd name="csY124" fmla="*/ 9895 h 333375"/>
                <a:gd name="csX125" fmla="*/ 174727 w 714375"/>
                <a:gd name="csY125" fmla="*/ 11943 h 333375"/>
                <a:gd name="csX126" fmla="*/ 176127 w 714375"/>
                <a:gd name="csY126" fmla="*/ 14114 h 333375"/>
                <a:gd name="csX127" fmla="*/ 177517 w 714375"/>
                <a:gd name="csY127" fmla="*/ 16486 h 333375"/>
                <a:gd name="csX128" fmla="*/ 178908 w 714375"/>
                <a:gd name="csY128" fmla="*/ 18982 h 333375"/>
                <a:gd name="csX129" fmla="*/ 180299 w 714375"/>
                <a:gd name="csY129" fmla="*/ 21668 h 333375"/>
                <a:gd name="csX130" fmla="*/ 181756 w 714375"/>
                <a:gd name="csY130" fmla="*/ 24421 h 333375"/>
                <a:gd name="csX131" fmla="*/ 183147 w 714375"/>
                <a:gd name="csY131" fmla="*/ 27364 h 333375"/>
                <a:gd name="csX132" fmla="*/ 184537 w 714375"/>
                <a:gd name="csY132" fmla="*/ 30374 h 333375"/>
                <a:gd name="csX133" fmla="*/ 185938 w 714375"/>
                <a:gd name="csY133" fmla="*/ 33574 h 333375"/>
                <a:gd name="csX134" fmla="*/ 187328 w 714375"/>
                <a:gd name="csY134" fmla="*/ 36841 h 333375"/>
                <a:gd name="csX135" fmla="*/ 188719 w 714375"/>
                <a:gd name="csY135" fmla="*/ 40175 h 333375"/>
                <a:gd name="csX136" fmla="*/ 190110 w 714375"/>
                <a:gd name="csY136" fmla="*/ 43623 h 333375"/>
                <a:gd name="csX137" fmla="*/ 191500 w 714375"/>
                <a:gd name="csY137" fmla="*/ 47147 h 333375"/>
                <a:gd name="csX138" fmla="*/ 192891 w 714375"/>
                <a:gd name="csY138" fmla="*/ 50795 h 333375"/>
                <a:gd name="csX139" fmla="*/ 194291 w 714375"/>
                <a:gd name="csY139" fmla="*/ 54443 h 333375"/>
                <a:gd name="csX140" fmla="*/ 195682 w 714375"/>
                <a:gd name="csY140" fmla="*/ 58158 h 333375"/>
                <a:gd name="csX141" fmla="*/ 197072 w 714375"/>
                <a:gd name="csY141" fmla="*/ 61930 h 333375"/>
                <a:gd name="csX142" fmla="*/ 198529 w 714375"/>
                <a:gd name="csY142" fmla="*/ 65778 h 333375"/>
                <a:gd name="csX143" fmla="*/ 199921 w 714375"/>
                <a:gd name="csY143" fmla="*/ 69683 h 333375"/>
                <a:gd name="csX144" fmla="*/ 201311 w 714375"/>
                <a:gd name="csY144" fmla="*/ 73522 h 333375"/>
                <a:gd name="csX145" fmla="*/ 202702 w 714375"/>
                <a:gd name="csY145" fmla="*/ 77427 h 333375"/>
                <a:gd name="csX146" fmla="*/ 204102 w 714375"/>
                <a:gd name="csY146" fmla="*/ 81332 h 333375"/>
                <a:gd name="csX147" fmla="*/ 205492 w 714375"/>
                <a:gd name="csY147" fmla="*/ 85295 h 333375"/>
                <a:gd name="csX148" fmla="*/ 206883 w 714375"/>
                <a:gd name="csY148" fmla="*/ 89200 h 333375"/>
                <a:gd name="csX149" fmla="*/ 208274 w 714375"/>
                <a:gd name="csY149" fmla="*/ 93106 h 333375"/>
                <a:gd name="csX150" fmla="*/ 209664 w 714375"/>
                <a:gd name="csY150" fmla="*/ 97011 h 333375"/>
                <a:gd name="csX151" fmla="*/ 211055 w 714375"/>
                <a:gd name="csY151" fmla="*/ 100849 h 333375"/>
                <a:gd name="csX152" fmla="*/ 212455 w 714375"/>
                <a:gd name="csY152" fmla="*/ 104697 h 333375"/>
                <a:gd name="csX153" fmla="*/ 213913 w 714375"/>
                <a:gd name="csY153" fmla="*/ 108536 h 333375"/>
                <a:gd name="csX154" fmla="*/ 215303 w 714375"/>
                <a:gd name="csY154" fmla="*/ 112251 h 333375"/>
                <a:gd name="csX155" fmla="*/ 216694 w 714375"/>
                <a:gd name="csY155" fmla="*/ 115966 h 333375"/>
                <a:gd name="csX156" fmla="*/ 218085 w 714375"/>
                <a:gd name="csY156" fmla="*/ 119671 h 333375"/>
                <a:gd name="csX157" fmla="*/ 219475 w 714375"/>
                <a:gd name="csY157" fmla="*/ 123262 h 333375"/>
                <a:gd name="csX158" fmla="*/ 220866 w 714375"/>
                <a:gd name="csY158" fmla="*/ 126776 h 333375"/>
                <a:gd name="csX159" fmla="*/ 222266 w 714375"/>
                <a:gd name="csY159" fmla="*/ 130234 h 333375"/>
                <a:gd name="csX160" fmla="*/ 223656 w 714375"/>
                <a:gd name="csY160" fmla="*/ 133691 h 333375"/>
                <a:gd name="csX161" fmla="*/ 225048 w 714375"/>
                <a:gd name="csY161" fmla="*/ 137025 h 333375"/>
                <a:gd name="csX162" fmla="*/ 226438 w 714375"/>
                <a:gd name="csY162" fmla="*/ 140226 h 333375"/>
                <a:gd name="csX163" fmla="*/ 227829 w 714375"/>
                <a:gd name="csY163" fmla="*/ 143426 h 333375"/>
                <a:gd name="csX164" fmla="*/ 229286 w 714375"/>
                <a:gd name="csY164" fmla="*/ 146493 h 333375"/>
                <a:gd name="csX165" fmla="*/ 230676 w 714375"/>
                <a:gd name="csY165" fmla="*/ 149503 h 333375"/>
                <a:gd name="csX166" fmla="*/ 232077 w 714375"/>
                <a:gd name="csY166" fmla="*/ 152380 h 333375"/>
                <a:gd name="csX167" fmla="*/ 233467 w 714375"/>
                <a:gd name="csY167" fmla="*/ 155199 h 333375"/>
                <a:gd name="csX168" fmla="*/ 234858 w 714375"/>
                <a:gd name="csY168" fmla="*/ 157885 h 333375"/>
                <a:gd name="csX169" fmla="*/ 236249 w 714375"/>
                <a:gd name="csY169" fmla="*/ 160514 h 333375"/>
                <a:gd name="csX170" fmla="*/ 237639 w 714375"/>
                <a:gd name="csY170" fmla="*/ 163076 h 333375"/>
                <a:gd name="csX171" fmla="*/ 239030 w 714375"/>
                <a:gd name="csY171" fmla="*/ 165505 h 333375"/>
                <a:gd name="csX172" fmla="*/ 240430 w 714375"/>
                <a:gd name="csY172" fmla="*/ 167810 h 333375"/>
                <a:gd name="csX173" fmla="*/ 241821 w 714375"/>
                <a:gd name="csY173" fmla="*/ 170048 h 333375"/>
                <a:gd name="csX174" fmla="*/ 243212 w 714375"/>
                <a:gd name="csY174" fmla="*/ 172163 h 333375"/>
                <a:gd name="csX175" fmla="*/ 244602 w 714375"/>
                <a:gd name="csY175" fmla="*/ 174211 h 333375"/>
                <a:gd name="csX176" fmla="*/ 246060 w 714375"/>
                <a:gd name="csY176" fmla="*/ 176135 h 333375"/>
                <a:gd name="csX177" fmla="*/ 247450 w 714375"/>
                <a:gd name="csY177" fmla="*/ 177992 h 333375"/>
                <a:gd name="csX178" fmla="*/ 248850 w 714375"/>
                <a:gd name="csY178" fmla="*/ 179716 h 333375"/>
                <a:gd name="csX179" fmla="*/ 250241 w 714375"/>
                <a:gd name="csY179" fmla="*/ 181383 h 333375"/>
                <a:gd name="csX180" fmla="*/ 251631 w 714375"/>
                <a:gd name="csY180" fmla="*/ 182983 h 333375"/>
                <a:gd name="csX181" fmla="*/ 253022 w 714375"/>
                <a:gd name="csY181" fmla="*/ 184450 h 333375"/>
                <a:gd name="csX182" fmla="*/ 254413 w 714375"/>
                <a:gd name="csY182" fmla="*/ 185860 h 333375"/>
                <a:gd name="csX183" fmla="*/ 255803 w 714375"/>
                <a:gd name="csY183" fmla="*/ 187203 h 333375"/>
                <a:gd name="csX184" fmla="*/ 257204 w 714375"/>
                <a:gd name="csY184" fmla="*/ 188422 h 333375"/>
                <a:gd name="csX185" fmla="*/ 258594 w 714375"/>
                <a:gd name="csY185" fmla="*/ 189575 h 333375"/>
                <a:gd name="csX186" fmla="*/ 259985 w 714375"/>
                <a:gd name="csY186" fmla="*/ 190727 h 333375"/>
                <a:gd name="csX187" fmla="*/ 261442 w 714375"/>
                <a:gd name="csY187" fmla="*/ 191756 h 333375"/>
                <a:gd name="csX188" fmla="*/ 262833 w 714375"/>
                <a:gd name="csY188" fmla="*/ 192708 h 333375"/>
                <a:gd name="csX189" fmla="*/ 264224 w 714375"/>
                <a:gd name="csY189" fmla="*/ 193604 h 333375"/>
                <a:gd name="csX190" fmla="*/ 265614 w 714375"/>
                <a:gd name="csY190" fmla="*/ 194442 h 333375"/>
                <a:gd name="csX191" fmla="*/ 267005 w 714375"/>
                <a:gd name="csY191" fmla="*/ 195271 h 333375"/>
                <a:gd name="csX192" fmla="*/ 268405 w 714375"/>
                <a:gd name="csY192" fmla="*/ 196042 h 333375"/>
                <a:gd name="csX193" fmla="*/ 269796 w 714375"/>
                <a:gd name="csY193" fmla="*/ 196747 h 333375"/>
                <a:gd name="csX194" fmla="*/ 271187 w 714375"/>
                <a:gd name="csY194" fmla="*/ 197385 h 333375"/>
                <a:gd name="csX195" fmla="*/ 272577 w 714375"/>
                <a:gd name="csY195" fmla="*/ 198023 h 333375"/>
                <a:gd name="csX196" fmla="*/ 273968 w 714375"/>
                <a:gd name="csY196" fmla="*/ 198661 h 333375"/>
                <a:gd name="csX197" fmla="*/ 275368 w 714375"/>
                <a:gd name="csY197" fmla="*/ 199242 h 333375"/>
                <a:gd name="csX198" fmla="*/ 276825 w 714375"/>
                <a:gd name="csY198" fmla="*/ 199814 h 333375"/>
                <a:gd name="csX199" fmla="*/ 278216 w 714375"/>
                <a:gd name="csY199" fmla="*/ 200328 h 333375"/>
                <a:gd name="csX200" fmla="*/ 279606 w 714375"/>
                <a:gd name="csY200" fmla="*/ 200843 h 333375"/>
                <a:gd name="csX201" fmla="*/ 280997 w 714375"/>
                <a:gd name="csY201" fmla="*/ 201414 h 333375"/>
                <a:gd name="csX202" fmla="*/ 282388 w 714375"/>
                <a:gd name="csY202" fmla="*/ 201929 h 333375"/>
                <a:gd name="csX203" fmla="*/ 283778 w 714375"/>
                <a:gd name="csY203" fmla="*/ 202443 h 333375"/>
                <a:gd name="csX204" fmla="*/ 285179 w 714375"/>
                <a:gd name="csY204" fmla="*/ 202957 h 333375"/>
                <a:gd name="csX205" fmla="*/ 286569 w 714375"/>
                <a:gd name="csY205" fmla="*/ 203462 h 333375"/>
                <a:gd name="csX206" fmla="*/ 287960 w 714375"/>
                <a:gd name="csY206" fmla="*/ 204043 h 333375"/>
                <a:gd name="csX207" fmla="*/ 289351 w 714375"/>
                <a:gd name="csY207" fmla="*/ 204614 h 333375"/>
                <a:gd name="csX208" fmla="*/ 290741 w 714375"/>
                <a:gd name="csY208" fmla="*/ 205129 h 333375"/>
                <a:gd name="csX209" fmla="*/ 292141 w 714375"/>
                <a:gd name="csY209" fmla="*/ 205767 h 333375"/>
                <a:gd name="csX210" fmla="*/ 293589 w 714375"/>
                <a:gd name="csY210" fmla="*/ 206348 h 333375"/>
                <a:gd name="csX211" fmla="*/ 294980 w 714375"/>
                <a:gd name="csY211" fmla="*/ 206986 h 333375"/>
                <a:gd name="csX212" fmla="*/ 296380 w 714375"/>
                <a:gd name="csY212" fmla="*/ 207624 h 333375"/>
                <a:gd name="csX213" fmla="*/ 297770 w 714375"/>
                <a:gd name="csY213" fmla="*/ 208329 h 333375"/>
                <a:gd name="csX214" fmla="*/ 299161 w 714375"/>
                <a:gd name="csY214" fmla="*/ 209034 h 333375"/>
                <a:gd name="csX215" fmla="*/ 300552 w 714375"/>
                <a:gd name="csY215" fmla="*/ 209739 h 333375"/>
                <a:gd name="csX216" fmla="*/ 301943 w 714375"/>
                <a:gd name="csY216" fmla="*/ 210511 h 333375"/>
                <a:gd name="csX217" fmla="*/ 303343 w 714375"/>
                <a:gd name="csY217" fmla="*/ 211339 h 333375"/>
                <a:gd name="csX218" fmla="*/ 304733 w 714375"/>
                <a:gd name="csY218" fmla="*/ 212168 h 333375"/>
                <a:gd name="csX219" fmla="*/ 306124 w 714375"/>
                <a:gd name="csY219" fmla="*/ 213006 h 333375"/>
                <a:gd name="csX220" fmla="*/ 307515 w 714375"/>
                <a:gd name="csY220" fmla="*/ 213901 h 333375"/>
                <a:gd name="csX221" fmla="*/ 308972 w 714375"/>
                <a:gd name="csY221" fmla="*/ 214797 h 333375"/>
                <a:gd name="csX222" fmla="*/ 310363 w 714375"/>
                <a:gd name="csY222" fmla="*/ 215759 h 333375"/>
                <a:gd name="csX223" fmla="*/ 311753 w 714375"/>
                <a:gd name="csY223" fmla="*/ 216721 h 333375"/>
                <a:gd name="csX224" fmla="*/ 313154 w 714375"/>
                <a:gd name="csY224" fmla="*/ 217673 h 333375"/>
                <a:gd name="csX225" fmla="*/ 314544 w 714375"/>
                <a:gd name="csY225" fmla="*/ 218702 h 333375"/>
                <a:gd name="csX226" fmla="*/ 315935 w 714375"/>
                <a:gd name="csY226" fmla="*/ 219788 h 333375"/>
                <a:gd name="csX227" fmla="*/ 317326 w 714375"/>
                <a:gd name="csY227" fmla="*/ 220817 h 333375"/>
                <a:gd name="csX228" fmla="*/ 318716 w 714375"/>
                <a:gd name="csY228" fmla="*/ 221902 h 333375"/>
                <a:gd name="csX229" fmla="*/ 320116 w 714375"/>
                <a:gd name="csY229" fmla="*/ 222988 h 333375"/>
                <a:gd name="csX230" fmla="*/ 321507 w 714375"/>
                <a:gd name="csY230" fmla="*/ 224074 h 333375"/>
                <a:gd name="csX231" fmla="*/ 322897 w 714375"/>
                <a:gd name="csY231" fmla="*/ 225227 h 333375"/>
                <a:gd name="csX232" fmla="*/ 324355 w 714375"/>
                <a:gd name="csY232" fmla="*/ 226379 h 333375"/>
                <a:gd name="csX233" fmla="*/ 325745 w 714375"/>
                <a:gd name="csY233" fmla="*/ 227475 h 333375"/>
                <a:gd name="csX234" fmla="*/ 327136 w 714375"/>
                <a:gd name="csY234" fmla="*/ 228618 h 333375"/>
                <a:gd name="csX235" fmla="*/ 328527 w 714375"/>
                <a:gd name="csY235" fmla="*/ 229770 h 333375"/>
                <a:gd name="csX236" fmla="*/ 329917 w 714375"/>
                <a:gd name="csY236" fmla="*/ 230923 h 333375"/>
                <a:gd name="csX237" fmla="*/ 331318 w 714375"/>
                <a:gd name="csY237" fmla="*/ 232075 h 333375"/>
                <a:gd name="csX238" fmla="*/ 332708 w 714375"/>
                <a:gd name="csY238" fmla="*/ 233171 h 333375"/>
                <a:gd name="csX239" fmla="*/ 334099 w 714375"/>
                <a:gd name="csY239" fmla="*/ 234323 h 333375"/>
                <a:gd name="csX240" fmla="*/ 335490 w 714375"/>
                <a:gd name="csY240" fmla="*/ 235409 h 333375"/>
                <a:gd name="csX241" fmla="*/ 336880 w 714375"/>
                <a:gd name="csY241" fmla="*/ 236495 h 333375"/>
                <a:gd name="csX242" fmla="*/ 338281 w 714375"/>
                <a:gd name="csY242" fmla="*/ 237581 h 333375"/>
                <a:gd name="csX243" fmla="*/ 339671 w 714375"/>
                <a:gd name="csY243" fmla="*/ 238609 h 333375"/>
                <a:gd name="csX244" fmla="*/ 341128 w 714375"/>
                <a:gd name="csY244" fmla="*/ 239629 h 333375"/>
                <a:gd name="csX245" fmla="*/ 342519 w 714375"/>
                <a:gd name="csY245" fmla="*/ 240657 h 333375"/>
                <a:gd name="csX246" fmla="*/ 343909 w 714375"/>
                <a:gd name="csY246" fmla="*/ 241619 h 333375"/>
                <a:gd name="csX247" fmla="*/ 345301 w 714375"/>
                <a:gd name="csY247" fmla="*/ 242581 h 333375"/>
                <a:gd name="csX248" fmla="*/ 346691 w 714375"/>
                <a:gd name="csY248" fmla="*/ 243477 h 333375"/>
                <a:gd name="csX249" fmla="*/ 348091 w 714375"/>
                <a:gd name="csY249" fmla="*/ 244372 h 333375"/>
                <a:gd name="csX250" fmla="*/ 349482 w 714375"/>
                <a:gd name="csY250" fmla="*/ 245134 h 333375"/>
                <a:gd name="csX251" fmla="*/ 350872 w 714375"/>
                <a:gd name="csY251" fmla="*/ 245972 h 333375"/>
                <a:gd name="csX252" fmla="*/ 352263 w 714375"/>
                <a:gd name="csY252" fmla="*/ 246734 h 333375"/>
                <a:gd name="csX253" fmla="*/ 353654 w 714375"/>
                <a:gd name="csY253" fmla="*/ 247439 h 333375"/>
                <a:gd name="csX254" fmla="*/ 355044 w 714375"/>
                <a:gd name="csY254" fmla="*/ 248087 h 333375"/>
                <a:gd name="csX255" fmla="*/ 356502 w 714375"/>
                <a:gd name="csY255" fmla="*/ 248725 h 333375"/>
                <a:gd name="csX256" fmla="*/ 357892 w 714375"/>
                <a:gd name="csY256" fmla="*/ 249296 h 333375"/>
                <a:gd name="csX257" fmla="*/ 359293 w 714375"/>
                <a:gd name="csY257" fmla="*/ 249811 h 333375"/>
                <a:gd name="csX258" fmla="*/ 360683 w 714375"/>
                <a:gd name="csY258" fmla="*/ 250325 h 333375"/>
                <a:gd name="csX259" fmla="*/ 362074 w 714375"/>
                <a:gd name="csY259" fmla="*/ 250706 h 333375"/>
                <a:gd name="csX260" fmla="*/ 363465 w 714375"/>
                <a:gd name="csY260" fmla="*/ 251087 h 333375"/>
                <a:gd name="csX261" fmla="*/ 364855 w 714375"/>
                <a:gd name="csY261" fmla="*/ 251411 h 333375"/>
                <a:gd name="csX262" fmla="*/ 366255 w 714375"/>
                <a:gd name="csY262" fmla="*/ 251735 h 333375"/>
                <a:gd name="csX263" fmla="*/ 367646 w 714375"/>
                <a:gd name="csY263" fmla="*/ 251925 h 333375"/>
                <a:gd name="csX264" fmla="*/ 369036 w 714375"/>
                <a:gd name="csY264" fmla="*/ 252116 h 333375"/>
                <a:gd name="csX265" fmla="*/ 370428 w 714375"/>
                <a:gd name="csY265" fmla="*/ 252239 h 333375"/>
                <a:gd name="csX266" fmla="*/ 371818 w 714375"/>
                <a:gd name="csY266" fmla="*/ 252239 h 333375"/>
                <a:gd name="csX267" fmla="*/ 373275 w 714375"/>
                <a:gd name="csY267" fmla="*/ 252239 h 333375"/>
                <a:gd name="csX268" fmla="*/ 374666 w 714375"/>
                <a:gd name="csY268" fmla="*/ 252239 h 333375"/>
                <a:gd name="csX269" fmla="*/ 376066 w 714375"/>
                <a:gd name="csY269" fmla="*/ 252116 h 333375"/>
                <a:gd name="csX270" fmla="*/ 377457 w 714375"/>
                <a:gd name="csY270" fmla="*/ 251983 h 333375"/>
                <a:gd name="csX271" fmla="*/ 378847 w 714375"/>
                <a:gd name="csY271" fmla="*/ 251792 h 333375"/>
                <a:gd name="csX272" fmla="*/ 380238 w 714375"/>
                <a:gd name="csY272" fmla="*/ 251535 h 333375"/>
                <a:gd name="csX273" fmla="*/ 381629 w 714375"/>
                <a:gd name="csY273" fmla="*/ 251220 h 333375"/>
                <a:gd name="csX274" fmla="*/ 383019 w 714375"/>
                <a:gd name="csY274" fmla="*/ 250897 h 333375"/>
                <a:gd name="csX275" fmla="*/ 384420 w 714375"/>
                <a:gd name="csY275" fmla="*/ 250449 h 333375"/>
                <a:gd name="csX276" fmla="*/ 385810 w 714375"/>
                <a:gd name="csY276" fmla="*/ 250001 h 333375"/>
                <a:gd name="csX277" fmla="*/ 387201 w 714375"/>
                <a:gd name="csY277" fmla="*/ 249487 h 333375"/>
                <a:gd name="csX278" fmla="*/ 388658 w 714375"/>
                <a:gd name="csY278" fmla="*/ 248982 h 333375"/>
                <a:gd name="csX279" fmla="*/ 390049 w 714375"/>
                <a:gd name="csY279" fmla="*/ 248334 h 333375"/>
                <a:gd name="csX280" fmla="*/ 391440 w 714375"/>
                <a:gd name="csY280" fmla="*/ 247696 h 333375"/>
                <a:gd name="csX281" fmla="*/ 392830 w 714375"/>
                <a:gd name="csY281" fmla="*/ 246991 h 333375"/>
                <a:gd name="csX282" fmla="*/ 394230 w 714375"/>
                <a:gd name="csY282" fmla="*/ 246286 h 333375"/>
                <a:gd name="csX283" fmla="*/ 395621 w 714375"/>
                <a:gd name="csY283" fmla="*/ 245458 h 333375"/>
                <a:gd name="csX284" fmla="*/ 397011 w 714375"/>
                <a:gd name="csY284" fmla="*/ 244686 h 333375"/>
                <a:gd name="csX285" fmla="*/ 398402 w 714375"/>
                <a:gd name="csY285" fmla="*/ 243791 h 333375"/>
                <a:gd name="csX286" fmla="*/ 399793 w 714375"/>
                <a:gd name="csY286" fmla="*/ 242896 h 333375"/>
                <a:gd name="csX287" fmla="*/ 401193 w 714375"/>
                <a:gd name="csY287" fmla="*/ 241934 h 333375"/>
                <a:gd name="csX288" fmla="*/ 402584 w 714375"/>
                <a:gd name="csY288" fmla="*/ 240914 h 333375"/>
                <a:gd name="csX289" fmla="*/ 404041 w 714375"/>
                <a:gd name="csY289" fmla="*/ 239886 h 333375"/>
                <a:gd name="csX290" fmla="*/ 405432 w 714375"/>
                <a:gd name="csY290" fmla="*/ 238866 h 333375"/>
                <a:gd name="csX291" fmla="*/ 406822 w 714375"/>
                <a:gd name="csY291" fmla="*/ 237714 h 333375"/>
                <a:gd name="csX292" fmla="*/ 408213 w 714375"/>
                <a:gd name="csY292" fmla="*/ 236628 h 333375"/>
                <a:gd name="csX293" fmla="*/ 409604 w 714375"/>
                <a:gd name="csY293" fmla="*/ 235409 h 333375"/>
                <a:gd name="csX294" fmla="*/ 410994 w 714375"/>
                <a:gd name="csY294" fmla="*/ 234256 h 333375"/>
                <a:gd name="csX295" fmla="*/ 412394 w 714375"/>
                <a:gd name="csY295" fmla="*/ 233037 h 333375"/>
                <a:gd name="csX296" fmla="*/ 413785 w 714375"/>
                <a:gd name="csY296" fmla="*/ 231761 h 333375"/>
                <a:gd name="csX297" fmla="*/ 415176 w 714375"/>
                <a:gd name="csY297" fmla="*/ 230475 h 333375"/>
                <a:gd name="csX298" fmla="*/ 416567 w 714375"/>
                <a:gd name="csY298" fmla="*/ 229199 h 333375"/>
                <a:gd name="csX299" fmla="*/ 417957 w 714375"/>
                <a:gd name="csY299" fmla="*/ 227856 h 333375"/>
                <a:gd name="csX300" fmla="*/ 419357 w 714375"/>
                <a:gd name="csY300" fmla="*/ 226513 h 333375"/>
                <a:gd name="csX301" fmla="*/ 420805 w 714375"/>
                <a:gd name="csY301" fmla="*/ 225170 h 333375"/>
                <a:gd name="csX302" fmla="*/ 422205 w 714375"/>
                <a:gd name="csY302" fmla="*/ 223760 h 333375"/>
                <a:gd name="csX303" fmla="*/ 423596 w 714375"/>
                <a:gd name="csY303" fmla="*/ 222350 h 333375"/>
                <a:gd name="csX304" fmla="*/ 424986 w 714375"/>
                <a:gd name="csY304" fmla="*/ 221007 h 333375"/>
                <a:gd name="csX305" fmla="*/ 426377 w 714375"/>
                <a:gd name="csY305" fmla="*/ 219598 h 333375"/>
                <a:gd name="csX306" fmla="*/ 427768 w 714375"/>
                <a:gd name="csY306" fmla="*/ 218121 h 333375"/>
                <a:gd name="csX307" fmla="*/ 429158 w 714375"/>
                <a:gd name="csY307" fmla="*/ 216721 h 333375"/>
                <a:gd name="csX308" fmla="*/ 430559 w 714375"/>
                <a:gd name="csY308" fmla="*/ 215311 h 333375"/>
                <a:gd name="csX309" fmla="*/ 431949 w 714375"/>
                <a:gd name="csY309" fmla="*/ 213901 h 333375"/>
                <a:gd name="csX310" fmla="*/ 433340 w 714375"/>
                <a:gd name="csY310" fmla="*/ 212492 h 333375"/>
                <a:gd name="csX311" fmla="*/ 434731 w 714375"/>
                <a:gd name="csY311" fmla="*/ 211082 h 333375"/>
                <a:gd name="csX312" fmla="*/ 436188 w 714375"/>
                <a:gd name="csY312" fmla="*/ 209672 h 333375"/>
                <a:gd name="csX313" fmla="*/ 437579 w 714375"/>
                <a:gd name="csY313" fmla="*/ 208263 h 333375"/>
                <a:gd name="csX314" fmla="*/ 438979 w 714375"/>
                <a:gd name="csY314" fmla="*/ 206863 h 333375"/>
                <a:gd name="csX315" fmla="*/ 440369 w 714375"/>
                <a:gd name="csY315" fmla="*/ 205510 h 333375"/>
                <a:gd name="csX316" fmla="*/ 441760 w 714375"/>
                <a:gd name="csY316" fmla="*/ 204167 h 333375"/>
                <a:gd name="csX317" fmla="*/ 443150 w 714375"/>
                <a:gd name="csY317" fmla="*/ 202890 h 333375"/>
                <a:gd name="csX318" fmla="*/ 444541 w 714375"/>
                <a:gd name="csY318" fmla="*/ 201548 h 333375"/>
                <a:gd name="csX319" fmla="*/ 445932 w 714375"/>
                <a:gd name="csY319" fmla="*/ 200262 h 333375"/>
                <a:gd name="csX320" fmla="*/ 447332 w 714375"/>
                <a:gd name="csY320" fmla="*/ 199052 h 333375"/>
                <a:gd name="csX321" fmla="*/ 448723 w 714375"/>
                <a:gd name="csY321" fmla="*/ 197833 h 333375"/>
                <a:gd name="csX322" fmla="*/ 450113 w 714375"/>
                <a:gd name="csY322" fmla="*/ 196680 h 333375"/>
                <a:gd name="csX323" fmla="*/ 451571 w 714375"/>
                <a:gd name="csY323" fmla="*/ 195528 h 333375"/>
                <a:gd name="csX324" fmla="*/ 452962 w 714375"/>
                <a:gd name="csY324" fmla="*/ 194442 h 333375"/>
                <a:gd name="csX325" fmla="*/ 454352 w 714375"/>
                <a:gd name="csY325" fmla="*/ 193356 h 333375"/>
                <a:gd name="csX326" fmla="*/ 455743 w 714375"/>
                <a:gd name="csY326" fmla="*/ 192327 h 333375"/>
                <a:gd name="csX327" fmla="*/ 457143 w 714375"/>
                <a:gd name="csY327" fmla="*/ 191299 h 333375"/>
                <a:gd name="csX328" fmla="*/ 458534 w 714375"/>
                <a:gd name="csY328" fmla="*/ 190403 h 333375"/>
                <a:gd name="csX329" fmla="*/ 459924 w 714375"/>
                <a:gd name="csY329" fmla="*/ 189508 h 333375"/>
                <a:gd name="csX330" fmla="*/ 461315 w 714375"/>
                <a:gd name="csY330" fmla="*/ 188613 h 333375"/>
                <a:gd name="csX331" fmla="*/ 462706 w 714375"/>
                <a:gd name="csY331" fmla="*/ 187851 h 333375"/>
                <a:gd name="csX332" fmla="*/ 464106 w 714375"/>
                <a:gd name="csY332" fmla="*/ 187079 h 333375"/>
                <a:gd name="csX333" fmla="*/ 465496 w 714375"/>
                <a:gd name="csY333" fmla="*/ 186374 h 333375"/>
                <a:gd name="csX334" fmla="*/ 466887 w 714375"/>
                <a:gd name="csY334" fmla="*/ 185669 h 333375"/>
                <a:gd name="csX335" fmla="*/ 468344 w 714375"/>
                <a:gd name="csY335" fmla="*/ 185098 h 333375"/>
                <a:gd name="csX336" fmla="*/ 469735 w 714375"/>
                <a:gd name="csY336" fmla="*/ 184517 h 333375"/>
                <a:gd name="csX337" fmla="*/ 471126 w 714375"/>
                <a:gd name="csY337" fmla="*/ 183945 h 333375"/>
                <a:gd name="csX338" fmla="*/ 472516 w 714375"/>
                <a:gd name="csY338" fmla="*/ 183498 h 333375"/>
                <a:gd name="csX339" fmla="*/ 473907 w 714375"/>
                <a:gd name="csY339" fmla="*/ 183050 h 333375"/>
                <a:gd name="csX340" fmla="*/ 475307 w 714375"/>
                <a:gd name="csY340" fmla="*/ 182659 h 333375"/>
                <a:gd name="csX341" fmla="*/ 476698 w 714375"/>
                <a:gd name="csY341" fmla="*/ 182279 h 333375"/>
                <a:gd name="csX342" fmla="*/ 478088 w 714375"/>
                <a:gd name="csY342" fmla="*/ 182021 h 333375"/>
                <a:gd name="csX343" fmla="*/ 479479 w 714375"/>
                <a:gd name="csY343" fmla="*/ 181698 h 333375"/>
                <a:gd name="csX344" fmla="*/ 480870 w 714375"/>
                <a:gd name="csY344" fmla="*/ 181507 h 333375"/>
                <a:gd name="csX345" fmla="*/ 482270 w 714375"/>
                <a:gd name="csY345" fmla="*/ 181250 h 333375"/>
                <a:gd name="csX346" fmla="*/ 483718 w 714375"/>
                <a:gd name="csY346" fmla="*/ 181126 h 333375"/>
                <a:gd name="csX347" fmla="*/ 485108 w 714375"/>
                <a:gd name="csY347" fmla="*/ 180935 h 333375"/>
                <a:gd name="csX348" fmla="*/ 486508 w 714375"/>
                <a:gd name="csY348" fmla="*/ 180802 h 333375"/>
                <a:gd name="csX349" fmla="*/ 487899 w 714375"/>
                <a:gd name="csY349" fmla="*/ 180745 h 333375"/>
                <a:gd name="csX350" fmla="*/ 489290 w 714375"/>
                <a:gd name="csY350" fmla="*/ 180612 h 333375"/>
                <a:gd name="csX351" fmla="*/ 490681 w 714375"/>
                <a:gd name="csY351" fmla="*/ 180545 h 333375"/>
                <a:gd name="csX352" fmla="*/ 492081 w 714375"/>
                <a:gd name="csY352" fmla="*/ 180488 h 333375"/>
                <a:gd name="csX353" fmla="*/ 493471 w 714375"/>
                <a:gd name="csY353" fmla="*/ 180421 h 333375"/>
                <a:gd name="csX354" fmla="*/ 494862 w 714375"/>
                <a:gd name="csY354" fmla="*/ 180354 h 333375"/>
                <a:gd name="csX355" fmla="*/ 496252 w 714375"/>
                <a:gd name="csY355" fmla="*/ 180354 h 333375"/>
                <a:gd name="csX356" fmla="*/ 497643 w 714375"/>
                <a:gd name="csY356" fmla="*/ 180297 h 333375"/>
                <a:gd name="csX357" fmla="*/ 499101 w 714375"/>
                <a:gd name="csY357" fmla="*/ 180231 h 333375"/>
                <a:gd name="csX358" fmla="*/ 500491 w 714375"/>
                <a:gd name="csY358" fmla="*/ 180097 h 333375"/>
                <a:gd name="csX359" fmla="*/ 501882 w 714375"/>
                <a:gd name="csY359" fmla="*/ 180040 h 333375"/>
                <a:gd name="csX360" fmla="*/ 503282 w 714375"/>
                <a:gd name="csY360" fmla="*/ 179907 h 333375"/>
                <a:gd name="csX361" fmla="*/ 504673 w 714375"/>
                <a:gd name="csY361" fmla="*/ 179716 h 333375"/>
                <a:gd name="csX362" fmla="*/ 506063 w 714375"/>
                <a:gd name="csY362" fmla="*/ 179592 h 333375"/>
                <a:gd name="csX363" fmla="*/ 507454 w 714375"/>
                <a:gd name="csY363" fmla="*/ 179335 h 333375"/>
                <a:gd name="csX364" fmla="*/ 508845 w 714375"/>
                <a:gd name="csY364" fmla="*/ 179145 h 333375"/>
                <a:gd name="csX365" fmla="*/ 510245 w 714375"/>
                <a:gd name="csY365" fmla="*/ 178821 h 333375"/>
                <a:gd name="csX366" fmla="*/ 511635 w 714375"/>
                <a:gd name="csY366" fmla="*/ 178497 h 333375"/>
                <a:gd name="csX367" fmla="*/ 513026 w 714375"/>
                <a:gd name="csY367" fmla="*/ 178116 h 333375"/>
                <a:gd name="csX368" fmla="*/ 514416 w 714375"/>
                <a:gd name="csY368" fmla="*/ 177668 h 333375"/>
                <a:gd name="csX369" fmla="*/ 515874 w 714375"/>
                <a:gd name="csY369" fmla="*/ 177221 h 333375"/>
                <a:gd name="csX370" fmla="*/ 517265 w 714375"/>
                <a:gd name="csY370" fmla="*/ 176706 h 333375"/>
                <a:gd name="csX371" fmla="*/ 518655 w 714375"/>
                <a:gd name="csY371" fmla="*/ 176068 h 333375"/>
                <a:gd name="csX372" fmla="*/ 520056 w 714375"/>
                <a:gd name="csY372" fmla="*/ 175497 h 333375"/>
                <a:gd name="csX373" fmla="*/ 521446 w 714375"/>
                <a:gd name="csY373" fmla="*/ 174725 h 333375"/>
                <a:gd name="csX374" fmla="*/ 522837 w 714375"/>
                <a:gd name="csY374" fmla="*/ 173954 h 333375"/>
                <a:gd name="csX375" fmla="*/ 524228 w 714375"/>
                <a:gd name="csY375" fmla="*/ 173192 h 333375"/>
                <a:gd name="csX376" fmla="*/ 525618 w 714375"/>
                <a:gd name="csY376" fmla="*/ 172287 h 333375"/>
                <a:gd name="csX377" fmla="*/ 527009 w 714375"/>
                <a:gd name="csY377" fmla="*/ 171334 h 333375"/>
                <a:gd name="csX378" fmla="*/ 528409 w 714375"/>
                <a:gd name="csY378" fmla="*/ 170372 h 333375"/>
                <a:gd name="csX379" fmla="*/ 529800 w 714375"/>
                <a:gd name="csY379" fmla="*/ 169286 h 333375"/>
                <a:gd name="csX380" fmla="*/ 531257 w 714375"/>
                <a:gd name="csY380" fmla="*/ 168191 h 333375"/>
                <a:gd name="csX381" fmla="*/ 532647 w 714375"/>
                <a:gd name="csY381" fmla="*/ 167039 h 333375"/>
                <a:gd name="csX382" fmla="*/ 534038 w 714375"/>
                <a:gd name="csY382" fmla="*/ 165829 h 333375"/>
                <a:gd name="csX383" fmla="*/ 535429 w 714375"/>
                <a:gd name="csY383" fmla="*/ 164543 h 333375"/>
                <a:gd name="csX384" fmla="*/ 536820 w 714375"/>
                <a:gd name="csY384" fmla="*/ 163200 h 333375"/>
                <a:gd name="csX385" fmla="*/ 538220 w 714375"/>
                <a:gd name="csY385" fmla="*/ 161857 h 333375"/>
                <a:gd name="csX386" fmla="*/ 539610 w 714375"/>
                <a:gd name="csY386" fmla="*/ 160514 h 333375"/>
                <a:gd name="csX387" fmla="*/ 541001 w 714375"/>
                <a:gd name="csY387" fmla="*/ 159104 h 333375"/>
                <a:gd name="csX388" fmla="*/ 542392 w 714375"/>
                <a:gd name="csY388" fmla="*/ 157637 h 333375"/>
                <a:gd name="csX389" fmla="*/ 543782 w 714375"/>
                <a:gd name="csY389" fmla="*/ 156161 h 333375"/>
                <a:gd name="csX390" fmla="*/ 545173 w 714375"/>
                <a:gd name="csY390" fmla="*/ 154685 h 333375"/>
                <a:gd name="csX391" fmla="*/ 546630 w 714375"/>
                <a:gd name="csY391" fmla="*/ 153218 h 333375"/>
                <a:gd name="csX392" fmla="*/ 548031 w 714375"/>
                <a:gd name="csY392" fmla="*/ 151741 h 333375"/>
                <a:gd name="csX393" fmla="*/ 549421 w 714375"/>
                <a:gd name="csY393" fmla="*/ 150208 h 333375"/>
                <a:gd name="csX394" fmla="*/ 550812 w 714375"/>
                <a:gd name="csY394" fmla="*/ 148732 h 333375"/>
                <a:gd name="csX395" fmla="*/ 552203 w 714375"/>
                <a:gd name="csY395" fmla="*/ 147331 h 333375"/>
                <a:gd name="csX396" fmla="*/ 553593 w 714375"/>
                <a:gd name="csY396" fmla="*/ 145855 h 333375"/>
                <a:gd name="csX397" fmla="*/ 554984 w 714375"/>
                <a:gd name="csY397" fmla="*/ 144512 h 333375"/>
                <a:gd name="csX398" fmla="*/ 556384 w 714375"/>
                <a:gd name="csY398" fmla="*/ 143169 h 333375"/>
                <a:gd name="csX399" fmla="*/ 557774 w 714375"/>
                <a:gd name="csY399" fmla="*/ 141826 h 333375"/>
                <a:gd name="csX400" fmla="*/ 559165 w 714375"/>
                <a:gd name="csY400" fmla="*/ 140607 h 333375"/>
                <a:gd name="csX401" fmla="*/ 560556 w 714375"/>
                <a:gd name="csY401" fmla="*/ 139387 h 333375"/>
                <a:gd name="csX402" fmla="*/ 561947 w 714375"/>
                <a:gd name="csY402" fmla="*/ 138302 h 333375"/>
                <a:gd name="csX403" fmla="*/ 563404 w 714375"/>
                <a:gd name="csY403" fmla="*/ 137273 h 333375"/>
                <a:gd name="csX404" fmla="*/ 564794 w 714375"/>
                <a:gd name="csY404" fmla="*/ 136320 h 333375"/>
                <a:gd name="csX405" fmla="*/ 566195 w 714375"/>
                <a:gd name="csY405" fmla="*/ 135482 h 333375"/>
                <a:gd name="csX406" fmla="*/ 567585 w 714375"/>
                <a:gd name="csY406" fmla="*/ 134720 h 333375"/>
                <a:gd name="csX407" fmla="*/ 568976 w 714375"/>
                <a:gd name="csY407" fmla="*/ 134073 h 333375"/>
                <a:gd name="csX408" fmla="*/ 570367 w 714375"/>
                <a:gd name="csY408" fmla="*/ 133568 h 333375"/>
                <a:gd name="csX409" fmla="*/ 571757 w 714375"/>
                <a:gd name="csY409" fmla="*/ 133120 h 333375"/>
                <a:gd name="csX410" fmla="*/ 573148 w 714375"/>
                <a:gd name="csY410" fmla="*/ 132863 h 333375"/>
                <a:gd name="csX411" fmla="*/ 574548 w 714375"/>
                <a:gd name="csY411" fmla="*/ 132729 h 333375"/>
                <a:gd name="csX412" fmla="*/ 575939 w 714375"/>
                <a:gd name="csY412" fmla="*/ 132729 h 333375"/>
                <a:gd name="csX413" fmla="*/ 577330 w 714375"/>
                <a:gd name="csY413" fmla="*/ 132796 h 333375"/>
                <a:gd name="csX414" fmla="*/ 578787 w 714375"/>
                <a:gd name="csY414" fmla="*/ 133120 h 333375"/>
                <a:gd name="csX415" fmla="*/ 580178 w 714375"/>
                <a:gd name="csY415" fmla="*/ 133501 h 333375"/>
                <a:gd name="csX416" fmla="*/ 581568 w 714375"/>
                <a:gd name="csY416" fmla="*/ 134073 h 333375"/>
                <a:gd name="csX417" fmla="*/ 582968 w 714375"/>
                <a:gd name="csY417" fmla="*/ 134844 h 333375"/>
                <a:gd name="csX418" fmla="*/ 584359 w 714375"/>
                <a:gd name="csY418" fmla="*/ 135673 h 333375"/>
                <a:gd name="csX419" fmla="*/ 585749 w 714375"/>
                <a:gd name="csY419" fmla="*/ 136701 h 333375"/>
                <a:gd name="csX420" fmla="*/ 587140 w 714375"/>
                <a:gd name="csY420" fmla="*/ 137921 h 333375"/>
                <a:gd name="csX421" fmla="*/ 588531 w 714375"/>
                <a:gd name="csY421" fmla="*/ 139264 h 333375"/>
                <a:gd name="csX422" fmla="*/ 589921 w 714375"/>
                <a:gd name="csY422" fmla="*/ 140731 h 333375"/>
                <a:gd name="csX423" fmla="*/ 591322 w 714375"/>
                <a:gd name="csY423" fmla="*/ 142397 h 333375"/>
                <a:gd name="csX424" fmla="*/ 592712 w 714375"/>
                <a:gd name="csY424" fmla="*/ 144255 h 333375"/>
                <a:gd name="csX425" fmla="*/ 594170 w 714375"/>
                <a:gd name="csY425" fmla="*/ 146179 h 333375"/>
                <a:gd name="csX426" fmla="*/ 595560 w 714375"/>
                <a:gd name="csY426" fmla="*/ 148284 h 333375"/>
                <a:gd name="csX427" fmla="*/ 596951 w 714375"/>
                <a:gd name="csY427" fmla="*/ 150532 h 333375"/>
                <a:gd name="csX428" fmla="*/ 598342 w 714375"/>
                <a:gd name="csY428" fmla="*/ 152961 h 333375"/>
                <a:gd name="csX429" fmla="*/ 599732 w 714375"/>
                <a:gd name="csY429" fmla="*/ 155456 h 333375"/>
                <a:gd name="csX430" fmla="*/ 601123 w 714375"/>
                <a:gd name="csY430" fmla="*/ 158142 h 333375"/>
                <a:gd name="csX431" fmla="*/ 602523 w 714375"/>
                <a:gd name="csY431" fmla="*/ 160895 h 333375"/>
                <a:gd name="csX432" fmla="*/ 603914 w 714375"/>
                <a:gd name="csY432" fmla="*/ 163781 h 333375"/>
                <a:gd name="csX433" fmla="*/ 605305 w 714375"/>
                <a:gd name="csY433" fmla="*/ 166848 h 333375"/>
                <a:gd name="csX434" fmla="*/ 606695 w 714375"/>
                <a:gd name="csY434" fmla="*/ 169924 h 333375"/>
                <a:gd name="csX435" fmla="*/ 608086 w 714375"/>
                <a:gd name="csY435" fmla="*/ 173125 h 333375"/>
                <a:gd name="csX436" fmla="*/ 609486 w 714375"/>
                <a:gd name="csY436" fmla="*/ 176449 h 333375"/>
                <a:gd name="csX437" fmla="*/ 610934 w 714375"/>
                <a:gd name="csY437" fmla="*/ 179850 h 333375"/>
                <a:gd name="csX438" fmla="*/ 612334 w 714375"/>
                <a:gd name="csY438" fmla="*/ 183364 h 333375"/>
                <a:gd name="csX439" fmla="*/ 613724 w 714375"/>
                <a:gd name="csY439" fmla="*/ 186889 h 333375"/>
                <a:gd name="csX440" fmla="*/ 615115 w 714375"/>
                <a:gd name="csY440" fmla="*/ 190470 h 333375"/>
                <a:gd name="csX441" fmla="*/ 616506 w 714375"/>
                <a:gd name="csY441" fmla="*/ 194185 h 333375"/>
                <a:gd name="csX442" fmla="*/ 617896 w 714375"/>
                <a:gd name="csY442" fmla="*/ 197899 h 333375"/>
                <a:gd name="csX443" fmla="*/ 619297 w 714375"/>
                <a:gd name="csY443" fmla="*/ 201605 h 333375"/>
                <a:gd name="csX444" fmla="*/ 620687 w 714375"/>
                <a:gd name="csY444" fmla="*/ 205386 h 333375"/>
                <a:gd name="csX445" fmla="*/ 622078 w 714375"/>
                <a:gd name="csY445" fmla="*/ 209158 h 333375"/>
                <a:gd name="csX446" fmla="*/ 623469 w 714375"/>
                <a:gd name="csY446" fmla="*/ 213006 h 333375"/>
                <a:gd name="csX447" fmla="*/ 624859 w 714375"/>
                <a:gd name="csY447" fmla="*/ 216845 h 333375"/>
                <a:gd name="csX448" fmla="*/ 626317 w 714375"/>
                <a:gd name="csY448" fmla="*/ 220617 h 333375"/>
                <a:gd name="csX449" fmla="*/ 627707 w 714375"/>
                <a:gd name="csY449" fmla="*/ 224465 h 333375"/>
                <a:gd name="csX450" fmla="*/ 629098 w 714375"/>
                <a:gd name="csY450" fmla="*/ 228237 h 333375"/>
                <a:gd name="csX451" fmla="*/ 630498 w 714375"/>
                <a:gd name="csY451" fmla="*/ 232018 h 333375"/>
                <a:gd name="csX452" fmla="*/ 631888 w 714375"/>
                <a:gd name="csY452" fmla="*/ 235733 h 333375"/>
                <a:gd name="csX453" fmla="*/ 633279 w 714375"/>
                <a:gd name="csY453" fmla="*/ 239438 h 333375"/>
                <a:gd name="csX454" fmla="*/ 634670 w 714375"/>
                <a:gd name="csY454" fmla="*/ 243153 h 333375"/>
                <a:gd name="csX455" fmla="*/ 636061 w 714375"/>
                <a:gd name="csY455" fmla="*/ 246734 h 333375"/>
                <a:gd name="csX456" fmla="*/ 637461 w 714375"/>
                <a:gd name="csY456" fmla="*/ 250259 h 333375"/>
                <a:gd name="csX457" fmla="*/ 638851 w 714375"/>
                <a:gd name="csY457" fmla="*/ 253783 h 333375"/>
                <a:gd name="csX458" fmla="*/ 640242 w 714375"/>
                <a:gd name="csY458" fmla="*/ 257240 h 333375"/>
                <a:gd name="csX459" fmla="*/ 641699 w 714375"/>
                <a:gd name="csY459" fmla="*/ 260631 h 333375"/>
                <a:gd name="csX460" fmla="*/ 643090 w 714375"/>
                <a:gd name="csY460" fmla="*/ 263889 h 333375"/>
                <a:gd name="csX461" fmla="*/ 644481 w 714375"/>
                <a:gd name="csY461" fmla="*/ 267156 h 333375"/>
                <a:gd name="csX462" fmla="*/ 645871 w 714375"/>
                <a:gd name="csY462" fmla="*/ 270299 h 333375"/>
                <a:gd name="csX463" fmla="*/ 647271 w 714375"/>
                <a:gd name="csY463" fmla="*/ 273366 h 333375"/>
                <a:gd name="csX464" fmla="*/ 648662 w 714375"/>
                <a:gd name="csY464" fmla="*/ 276309 h 333375"/>
                <a:gd name="csX465" fmla="*/ 650053 w 714375"/>
                <a:gd name="csY465" fmla="*/ 279253 h 333375"/>
                <a:gd name="csX466" fmla="*/ 651444 w 714375"/>
                <a:gd name="csY466" fmla="*/ 282072 h 333375"/>
                <a:gd name="csX467" fmla="*/ 652834 w 714375"/>
                <a:gd name="csY467" fmla="*/ 284758 h 333375"/>
                <a:gd name="csX468" fmla="*/ 654234 w 714375"/>
                <a:gd name="csY468" fmla="*/ 287387 h 333375"/>
                <a:gd name="csX469" fmla="*/ 655625 w 714375"/>
                <a:gd name="csY469" fmla="*/ 289949 h 333375"/>
                <a:gd name="csX470" fmla="*/ 657015 w 714375"/>
                <a:gd name="csY470" fmla="*/ 292378 h 333375"/>
                <a:gd name="csX471" fmla="*/ 658473 w 714375"/>
                <a:gd name="csY471" fmla="*/ 294750 h 333375"/>
                <a:gd name="csX472" fmla="*/ 659863 w 714375"/>
                <a:gd name="csY472" fmla="*/ 297055 h 333375"/>
                <a:gd name="csX473" fmla="*/ 661254 w 714375"/>
                <a:gd name="csY473" fmla="*/ 299226 h 333375"/>
                <a:gd name="csX474" fmla="*/ 662645 w 714375"/>
                <a:gd name="csY474" fmla="*/ 301274 h 333375"/>
                <a:gd name="csX475" fmla="*/ 664035 w 714375"/>
                <a:gd name="csY475" fmla="*/ 303322 h 333375"/>
                <a:gd name="csX476" fmla="*/ 665436 w 714375"/>
                <a:gd name="csY476" fmla="*/ 305246 h 333375"/>
                <a:gd name="csX477" fmla="*/ 666826 w 714375"/>
                <a:gd name="csY477" fmla="*/ 307037 h 333375"/>
                <a:gd name="csX478" fmla="*/ 668217 w 714375"/>
                <a:gd name="csY478" fmla="*/ 308761 h 333375"/>
                <a:gd name="csX479" fmla="*/ 669608 w 714375"/>
                <a:gd name="csY479" fmla="*/ 310428 h 333375"/>
                <a:gd name="csX480" fmla="*/ 670998 w 714375"/>
                <a:gd name="csY480" fmla="*/ 312028 h 333375"/>
                <a:gd name="csX481" fmla="*/ 672398 w 714375"/>
                <a:gd name="csY481" fmla="*/ 313504 h 333375"/>
                <a:gd name="csX482" fmla="*/ 673846 w 714375"/>
                <a:gd name="csY482" fmla="*/ 314914 h 333375"/>
                <a:gd name="csX483" fmla="*/ 675246 w 714375"/>
                <a:gd name="csY483" fmla="*/ 316257 h 333375"/>
                <a:gd name="csX484" fmla="*/ 676637 w 714375"/>
                <a:gd name="csY484" fmla="*/ 317533 h 333375"/>
                <a:gd name="csX485" fmla="*/ 678027 w 714375"/>
                <a:gd name="csY485" fmla="*/ 318753 h 333375"/>
                <a:gd name="csX486" fmla="*/ 679418 w 714375"/>
                <a:gd name="csY486" fmla="*/ 319839 h 333375"/>
                <a:gd name="csX487" fmla="*/ 680809 w 714375"/>
                <a:gd name="csY487" fmla="*/ 320925 h 333375"/>
                <a:gd name="csX488" fmla="*/ 682209 w 714375"/>
                <a:gd name="csY488" fmla="*/ 321953 h 333375"/>
                <a:gd name="csX489" fmla="*/ 683600 w 714375"/>
                <a:gd name="csY489" fmla="*/ 322915 h 333375"/>
                <a:gd name="csX490" fmla="*/ 684990 w 714375"/>
                <a:gd name="csY490" fmla="*/ 323744 h 333375"/>
                <a:gd name="csX491" fmla="*/ 686381 w 714375"/>
                <a:gd name="csY491" fmla="*/ 324573 h 333375"/>
                <a:gd name="csX492" fmla="*/ 687772 w 714375"/>
                <a:gd name="csY492" fmla="*/ 325344 h 333375"/>
                <a:gd name="csX493" fmla="*/ 689229 w 714375"/>
                <a:gd name="csY493" fmla="*/ 326116 h 333375"/>
                <a:gd name="csX494" fmla="*/ 690620 w 714375"/>
                <a:gd name="csY494" fmla="*/ 326754 h 333375"/>
                <a:gd name="csX495" fmla="*/ 692010 w 714375"/>
                <a:gd name="csY495" fmla="*/ 327392 h 333375"/>
                <a:gd name="csX496" fmla="*/ 693411 w 714375"/>
                <a:gd name="csY496" fmla="*/ 327973 h 333375"/>
                <a:gd name="csX497" fmla="*/ 694801 w 714375"/>
                <a:gd name="csY497" fmla="*/ 328544 h 333375"/>
                <a:gd name="csX498" fmla="*/ 696192 w 714375"/>
                <a:gd name="csY498" fmla="*/ 329059 h 333375"/>
                <a:gd name="csX499" fmla="*/ 697583 w 714375"/>
                <a:gd name="csY499" fmla="*/ 329506 h 333375"/>
                <a:gd name="csX500" fmla="*/ 698973 w 714375"/>
                <a:gd name="csY500" fmla="*/ 329954 h 333375"/>
                <a:gd name="csX501" fmla="*/ 700373 w 714375"/>
                <a:gd name="csY501" fmla="*/ 330335 h 333375"/>
                <a:gd name="csX502" fmla="*/ 701764 w 714375"/>
                <a:gd name="csY502" fmla="*/ 330726 h 333375"/>
                <a:gd name="csX503" fmla="*/ 703154 w 714375"/>
                <a:gd name="csY503" fmla="*/ 331040 h 333375"/>
                <a:gd name="csX504" fmla="*/ 704545 w 714375"/>
                <a:gd name="csY504" fmla="*/ 331364 h 333375"/>
                <a:gd name="csX505" fmla="*/ 706002 w 714375"/>
                <a:gd name="csY505" fmla="*/ 331678 h 333375"/>
                <a:gd name="csX506" fmla="*/ 707393 w 714375"/>
                <a:gd name="csY506" fmla="*/ 331935 h 333375"/>
                <a:gd name="csX507" fmla="*/ 708784 w 714375"/>
                <a:gd name="csY507" fmla="*/ 332192 h 333375"/>
                <a:gd name="csX508" fmla="*/ 710184 w 714375"/>
                <a:gd name="csY508" fmla="*/ 332450 h 333375"/>
                <a:gd name="csX509" fmla="*/ 711575 w 714375"/>
                <a:gd name="csY509" fmla="*/ 332640 h 333375"/>
                <a:gd name="csX510" fmla="*/ 712965 w 714375"/>
                <a:gd name="csY510" fmla="*/ 332831 h 333375"/>
                <a:gd name="csX511" fmla="*/ 714356 w 714375"/>
                <a:gd name="csY511" fmla="*/ 332964 h 333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33375">
                  <a:moveTo>
                    <a:pt x="-19" y="333345"/>
                  </a:moveTo>
                  <a:lnTo>
                    <a:pt x="1372" y="333221"/>
                  </a:lnTo>
                  <a:lnTo>
                    <a:pt x="2762" y="333031"/>
                  </a:lnTo>
                  <a:lnTo>
                    <a:pt x="4163" y="332831"/>
                  </a:lnTo>
                  <a:lnTo>
                    <a:pt x="5553" y="332707"/>
                  </a:lnTo>
                  <a:lnTo>
                    <a:pt x="7010" y="332450"/>
                  </a:lnTo>
                  <a:lnTo>
                    <a:pt x="8401" y="332259"/>
                  </a:lnTo>
                  <a:lnTo>
                    <a:pt x="9792" y="332002"/>
                  </a:lnTo>
                  <a:lnTo>
                    <a:pt x="11183" y="331745"/>
                  </a:lnTo>
                  <a:lnTo>
                    <a:pt x="12573" y="331431"/>
                  </a:lnTo>
                  <a:lnTo>
                    <a:pt x="13973" y="331173"/>
                  </a:lnTo>
                  <a:lnTo>
                    <a:pt x="15364" y="330783"/>
                  </a:lnTo>
                  <a:lnTo>
                    <a:pt x="16754" y="330402"/>
                  </a:lnTo>
                  <a:lnTo>
                    <a:pt x="18145" y="330021"/>
                  </a:lnTo>
                  <a:lnTo>
                    <a:pt x="19536" y="329573"/>
                  </a:lnTo>
                  <a:lnTo>
                    <a:pt x="20926" y="329126"/>
                  </a:lnTo>
                  <a:lnTo>
                    <a:pt x="22327" y="328611"/>
                  </a:lnTo>
                  <a:lnTo>
                    <a:pt x="23784" y="328030"/>
                  </a:lnTo>
                  <a:lnTo>
                    <a:pt x="25175" y="327458"/>
                  </a:lnTo>
                  <a:lnTo>
                    <a:pt x="26565" y="326820"/>
                  </a:lnTo>
                  <a:lnTo>
                    <a:pt x="27956" y="326173"/>
                  </a:lnTo>
                  <a:lnTo>
                    <a:pt x="29347" y="325411"/>
                  </a:lnTo>
                  <a:lnTo>
                    <a:pt x="30737" y="324639"/>
                  </a:lnTo>
                  <a:lnTo>
                    <a:pt x="32137" y="323810"/>
                  </a:lnTo>
                  <a:lnTo>
                    <a:pt x="33528" y="322849"/>
                  </a:lnTo>
                  <a:lnTo>
                    <a:pt x="34919" y="321886"/>
                  </a:lnTo>
                  <a:lnTo>
                    <a:pt x="36310" y="320867"/>
                  </a:lnTo>
                  <a:lnTo>
                    <a:pt x="37700" y="319772"/>
                  </a:lnTo>
                  <a:lnTo>
                    <a:pt x="39157" y="318619"/>
                  </a:lnTo>
                  <a:lnTo>
                    <a:pt x="40548" y="317343"/>
                  </a:lnTo>
                  <a:lnTo>
                    <a:pt x="41948" y="316000"/>
                  </a:lnTo>
                  <a:lnTo>
                    <a:pt x="43339" y="314590"/>
                  </a:lnTo>
                  <a:lnTo>
                    <a:pt x="44729" y="313114"/>
                  </a:lnTo>
                  <a:lnTo>
                    <a:pt x="46120" y="311514"/>
                  </a:lnTo>
                  <a:lnTo>
                    <a:pt x="47511" y="309856"/>
                  </a:lnTo>
                  <a:lnTo>
                    <a:pt x="48901" y="308066"/>
                  </a:lnTo>
                  <a:lnTo>
                    <a:pt x="50302" y="306208"/>
                  </a:lnTo>
                  <a:lnTo>
                    <a:pt x="51692" y="304217"/>
                  </a:lnTo>
                  <a:lnTo>
                    <a:pt x="53083" y="302170"/>
                  </a:lnTo>
                  <a:lnTo>
                    <a:pt x="54474" y="299998"/>
                  </a:lnTo>
                  <a:lnTo>
                    <a:pt x="55931" y="297693"/>
                  </a:lnTo>
                  <a:lnTo>
                    <a:pt x="57322" y="295255"/>
                  </a:lnTo>
                  <a:lnTo>
                    <a:pt x="58722" y="292759"/>
                  </a:lnTo>
                  <a:lnTo>
                    <a:pt x="60112" y="290140"/>
                  </a:lnTo>
                  <a:lnTo>
                    <a:pt x="61503" y="287387"/>
                  </a:lnTo>
                  <a:lnTo>
                    <a:pt x="62893" y="284501"/>
                  </a:lnTo>
                  <a:lnTo>
                    <a:pt x="64284" y="281501"/>
                  </a:lnTo>
                  <a:lnTo>
                    <a:pt x="65675" y="278357"/>
                  </a:lnTo>
                  <a:lnTo>
                    <a:pt x="67075" y="275100"/>
                  </a:lnTo>
                  <a:lnTo>
                    <a:pt x="68466" y="271699"/>
                  </a:lnTo>
                  <a:lnTo>
                    <a:pt x="69856" y="268242"/>
                  </a:lnTo>
                  <a:lnTo>
                    <a:pt x="71314" y="264594"/>
                  </a:lnTo>
                  <a:lnTo>
                    <a:pt x="72704" y="260822"/>
                  </a:lnTo>
                  <a:lnTo>
                    <a:pt x="74095" y="256917"/>
                  </a:lnTo>
                  <a:lnTo>
                    <a:pt x="75486" y="252944"/>
                  </a:lnTo>
                  <a:lnTo>
                    <a:pt x="76876" y="248782"/>
                  </a:lnTo>
                  <a:lnTo>
                    <a:pt x="78276" y="244496"/>
                  </a:lnTo>
                  <a:lnTo>
                    <a:pt x="79667" y="240143"/>
                  </a:lnTo>
                  <a:lnTo>
                    <a:pt x="81058" y="235666"/>
                  </a:lnTo>
                  <a:lnTo>
                    <a:pt x="82449" y="230989"/>
                  </a:lnTo>
                  <a:lnTo>
                    <a:pt x="83839" y="226322"/>
                  </a:lnTo>
                  <a:lnTo>
                    <a:pt x="85239" y="221455"/>
                  </a:lnTo>
                  <a:lnTo>
                    <a:pt x="86697" y="216464"/>
                  </a:lnTo>
                  <a:lnTo>
                    <a:pt x="88087" y="211463"/>
                  </a:lnTo>
                  <a:lnTo>
                    <a:pt x="89478" y="206282"/>
                  </a:lnTo>
                  <a:lnTo>
                    <a:pt x="90868" y="201033"/>
                  </a:lnTo>
                  <a:lnTo>
                    <a:pt x="92259" y="195718"/>
                  </a:lnTo>
                  <a:lnTo>
                    <a:pt x="93650" y="190346"/>
                  </a:lnTo>
                  <a:lnTo>
                    <a:pt x="95050" y="184841"/>
                  </a:lnTo>
                  <a:lnTo>
                    <a:pt x="96441" y="179335"/>
                  </a:lnTo>
                  <a:lnTo>
                    <a:pt x="97831" y="173697"/>
                  </a:lnTo>
                  <a:lnTo>
                    <a:pt x="99222" y="168067"/>
                  </a:lnTo>
                  <a:lnTo>
                    <a:pt x="100613" y="162371"/>
                  </a:lnTo>
                  <a:lnTo>
                    <a:pt x="102013" y="156675"/>
                  </a:lnTo>
                  <a:lnTo>
                    <a:pt x="103461" y="150913"/>
                  </a:lnTo>
                  <a:lnTo>
                    <a:pt x="104851" y="145083"/>
                  </a:lnTo>
                  <a:lnTo>
                    <a:pt x="106251" y="139321"/>
                  </a:lnTo>
                  <a:lnTo>
                    <a:pt x="107642" y="133568"/>
                  </a:lnTo>
                  <a:lnTo>
                    <a:pt x="109032" y="127738"/>
                  </a:lnTo>
                  <a:lnTo>
                    <a:pt x="110423" y="121976"/>
                  </a:lnTo>
                  <a:lnTo>
                    <a:pt x="111814" y="116280"/>
                  </a:lnTo>
                  <a:lnTo>
                    <a:pt x="113214" y="110584"/>
                  </a:lnTo>
                  <a:lnTo>
                    <a:pt x="114605" y="104955"/>
                  </a:lnTo>
                  <a:lnTo>
                    <a:pt x="115995" y="99383"/>
                  </a:lnTo>
                  <a:lnTo>
                    <a:pt x="117386" y="93877"/>
                  </a:lnTo>
                  <a:lnTo>
                    <a:pt x="118844" y="88372"/>
                  </a:lnTo>
                  <a:lnTo>
                    <a:pt x="120234" y="83057"/>
                  </a:lnTo>
                  <a:lnTo>
                    <a:pt x="121625" y="77808"/>
                  </a:lnTo>
                  <a:lnTo>
                    <a:pt x="123025" y="72627"/>
                  </a:lnTo>
                  <a:lnTo>
                    <a:pt x="124416" y="67636"/>
                  </a:lnTo>
                  <a:lnTo>
                    <a:pt x="125806" y="62702"/>
                  </a:lnTo>
                  <a:lnTo>
                    <a:pt x="127197" y="57968"/>
                  </a:lnTo>
                  <a:lnTo>
                    <a:pt x="128588" y="53291"/>
                  </a:lnTo>
                  <a:lnTo>
                    <a:pt x="129988" y="48871"/>
                  </a:lnTo>
                  <a:lnTo>
                    <a:pt x="131378" y="44528"/>
                  </a:lnTo>
                  <a:lnTo>
                    <a:pt x="132769" y="40366"/>
                  </a:lnTo>
                  <a:lnTo>
                    <a:pt x="134226" y="36394"/>
                  </a:lnTo>
                  <a:lnTo>
                    <a:pt x="135617" y="32612"/>
                  </a:lnTo>
                  <a:lnTo>
                    <a:pt x="137008" y="28964"/>
                  </a:lnTo>
                  <a:lnTo>
                    <a:pt x="138398" y="25573"/>
                  </a:lnTo>
                  <a:lnTo>
                    <a:pt x="139789" y="22373"/>
                  </a:lnTo>
                  <a:lnTo>
                    <a:pt x="141189" y="19306"/>
                  </a:lnTo>
                  <a:lnTo>
                    <a:pt x="142580" y="16553"/>
                  </a:lnTo>
                  <a:lnTo>
                    <a:pt x="143970" y="13991"/>
                  </a:lnTo>
                  <a:lnTo>
                    <a:pt x="145361" y="11552"/>
                  </a:lnTo>
                  <a:lnTo>
                    <a:pt x="146752" y="9381"/>
                  </a:lnTo>
                  <a:lnTo>
                    <a:pt x="148152" y="7457"/>
                  </a:lnTo>
                  <a:lnTo>
                    <a:pt x="149543" y="5733"/>
                  </a:lnTo>
                  <a:lnTo>
                    <a:pt x="151000" y="4256"/>
                  </a:lnTo>
                  <a:lnTo>
                    <a:pt x="152390" y="2980"/>
                  </a:lnTo>
                  <a:lnTo>
                    <a:pt x="153781" y="1951"/>
                  </a:lnTo>
                  <a:lnTo>
                    <a:pt x="155172" y="1123"/>
                  </a:lnTo>
                  <a:lnTo>
                    <a:pt x="156563" y="551"/>
                  </a:lnTo>
                  <a:lnTo>
                    <a:pt x="157963" y="160"/>
                  </a:lnTo>
                  <a:lnTo>
                    <a:pt x="159353" y="-30"/>
                  </a:lnTo>
                  <a:lnTo>
                    <a:pt x="160744" y="103"/>
                  </a:lnTo>
                  <a:lnTo>
                    <a:pt x="162134" y="351"/>
                  </a:lnTo>
                  <a:lnTo>
                    <a:pt x="163525" y="799"/>
                  </a:lnTo>
                  <a:lnTo>
                    <a:pt x="164916" y="1570"/>
                  </a:lnTo>
                  <a:lnTo>
                    <a:pt x="166373" y="2465"/>
                  </a:lnTo>
                  <a:lnTo>
                    <a:pt x="167764" y="3551"/>
                  </a:lnTo>
                  <a:lnTo>
                    <a:pt x="169164" y="4894"/>
                  </a:lnTo>
                  <a:lnTo>
                    <a:pt x="170555" y="6371"/>
                  </a:lnTo>
                  <a:lnTo>
                    <a:pt x="171946" y="8038"/>
                  </a:lnTo>
                  <a:lnTo>
                    <a:pt x="173336" y="9895"/>
                  </a:lnTo>
                  <a:lnTo>
                    <a:pt x="174727" y="11943"/>
                  </a:lnTo>
                  <a:lnTo>
                    <a:pt x="176127" y="14114"/>
                  </a:lnTo>
                  <a:lnTo>
                    <a:pt x="177517" y="16486"/>
                  </a:lnTo>
                  <a:lnTo>
                    <a:pt x="178908" y="18982"/>
                  </a:lnTo>
                  <a:lnTo>
                    <a:pt x="180299" y="21668"/>
                  </a:lnTo>
                  <a:lnTo>
                    <a:pt x="181756" y="24421"/>
                  </a:lnTo>
                  <a:lnTo>
                    <a:pt x="183147" y="27364"/>
                  </a:lnTo>
                  <a:lnTo>
                    <a:pt x="184537" y="30374"/>
                  </a:lnTo>
                  <a:lnTo>
                    <a:pt x="185938" y="33574"/>
                  </a:lnTo>
                  <a:lnTo>
                    <a:pt x="187328" y="36841"/>
                  </a:lnTo>
                  <a:lnTo>
                    <a:pt x="188719" y="40175"/>
                  </a:lnTo>
                  <a:lnTo>
                    <a:pt x="190110" y="43623"/>
                  </a:lnTo>
                  <a:lnTo>
                    <a:pt x="191500" y="47147"/>
                  </a:lnTo>
                  <a:lnTo>
                    <a:pt x="192891" y="50795"/>
                  </a:lnTo>
                  <a:lnTo>
                    <a:pt x="194291" y="54443"/>
                  </a:lnTo>
                  <a:lnTo>
                    <a:pt x="195682" y="58158"/>
                  </a:lnTo>
                  <a:lnTo>
                    <a:pt x="197072" y="61930"/>
                  </a:lnTo>
                  <a:lnTo>
                    <a:pt x="198529" y="65778"/>
                  </a:lnTo>
                  <a:lnTo>
                    <a:pt x="199921" y="69683"/>
                  </a:lnTo>
                  <a:lnTo>
                    <a:pt x="201311" y="73522"/>
                  </a:lnTo>
                  <a:lnTo>
                    <a:pt x="202702" y="77427"/>
                  </a:lnTo>
                  <a:lnTo>
                    <a:pt x="204102" y="81332"/>
                  </a:lnTo>
                  <a:lnTo>
                    <a:pt x="205492" y="85295"/>
                  </a:lnTo>
                  <a:lnTo>
                    <a:pt x="206883" y="89200"/>
                  </a:lnTo>
                  <a:lnTo>
                    <a:pt x="208274" y="93106"/>
                  </a:lnTo>
                  <a:lnTo>
                    <a:pt x="209664" y="97011"/>
                  </a:lnTo>
                  <a:lnTo>
                    <a:pt x="211055" y="100849"/>
                  </a:lnTo>
                  <a:lnTo>
                    <a:pt x="212455" y="104697"/>
                  </a:lnTo>
                  <a:lnTo>
                    <a:pt x="213913" y="108536"/>
                  </a:lnTo>
                  <a:lnTo>
                    <a:pt x="215303" y="112251"/>
                  </a:lnTo>
                  <a:lnTo>
                    <a:pt x="216694" y="115966"/>
                  </a:lnTo>
                  <a:lnTo>
                    <a:pt x="218085" y="119671"/>
                  </a:lnTo>
                  <a:lnTo>
                    <a:pt x="219475" y="123262"/>
                  </a:lnTo>
                  <a:lnTo>
                    <a:pt x="220866" y="126776"/>
                  </a:lnTo>
                  <a:lnTo>
                    <a:pt x="222266" y="130234"/>
                  </a:lnTo>
                  <a:lnTo>
                    <a:pt x="223656" y="133691"/>
                  </a:lnTo>
                  <a:lnTo>
                    <a:pt x="225048" y="137025"/>
                  </a:lnTo>
                  <a:lnTo>
                    <a:pt x="226438" y="140226"/>
                  </a:lnTo>
                  <a:lnTo>
                    <a:pt x="227829" y="143426"/>
                  </a:lnTo>
                  <a:lnTo>
                    <a:pt x="229286" y="146493"/>
                  </a:lnTo>
                  <a:lnTo>
                    <a:pt x="230676" y="149503"/>
                  </a:lnTo>
                  <a:lnTo>
                    <a:pt x="232077" y="152380"/>
                  </a:lnTo>
                  <a:lnTo>
                    <a:pt x="233467" y="155199"/>
                  </a:lnTo>
                  <a:lnTo>
                    <a:pt x="234858" y="157885"/>
                  </a:lnTo>
                  <a:lnTo>
                    <a:pt x="236249" y="160514"/>
                  </a:lnTo>
                  <a:lnTo>
                    <a:pt x="237639" y="163076"/>
                  </a:lnTo>
                  <a:lnTo>
                    <a:pt x="239030" y="165505"/>
                  </a:lnTo>
                  <a:lnTo>
                    <a:pt x="240430" y="167810"/>
                  </a:lnTo>
                  <a:lnTo>
                    <a:pt x="241821" y="170048"/>
                  </a:lnTo>
                  <a:lnTo>
                    <a:pt x="243212" y="172163"/>
                  </a:lnTo>
                  <a:lnTo>
                    <a:pt x="244602" y="174211"/>
                  </a:lnTo>
                  <a:lnTo>
                    <a:pt x="246060" y="176135"/>
                  </a:lnTo>
                  <a:lnTo>
                    <a:pt x="247450" y="177992"/>
                  </a:lnTo>
                  <a:lnTo>
                    <a:pt x="248850" y="179716"/>
                  </a:lnTo>
                  <a:lnTo>
                    <a:pt x="250241" y="181383"/>
                  </a:lnTo>
                  <a:lnTo>
                    <a:pt x="251631" y="182983"/>
                  </a:lnTo>
                  <a:lnTo>
                    <a:pt x="253022" y="184450"/>
                  </a:lnTo>
                  <a:lnTo>
                    <a:pt x="254413" y="185860"/>
                  </a:lnTo>
                  <a:lnTo>
                    <a:pt x="255803" y="187203"/>
                  </a:lnTo>
                  <a:lnTo>
                    <a:pt x="257204" y="188422"/>
                  </a:lnTo>
                  <a:lnTo>
                    <a:pt x="258594" y="189575"/>
                  </a:lnTo>
                  <a:lnTo>
                    <a:pt x="259985" y="190727"/>
                  </a:lnTo>
                  <a:lnTo>
                    <a:pt x="261442" y="191756"/>
                  </a:lnTo>
                  <a:lnTo>
                    <a:pt x="262833" y="192708"/>
                  </a:lnTo>
                  <a:lnTo>
                    <a:pt x="264224" y="193604"/>
                  </a:lnTo>
                  <a:lnTo>
                    <a:pt x="265614" y="194442"/>
                  </a:lnTo>
                  <a:lnTo>
                    <a:pt x="267005" y="195271"/>
                  </a:lnTo>
                  <a:lnTo>
                    <a:pt x="268405" y="196042"/>
                  </a:lnTo>
                  <a:lnTo>
                    <a:pt x="269796" y="196747"/>
                  </a:lnTo>
                  <a:lnTo>
                    <a:pt x="271187" y="197385"/>
                  </a:lnTo>
                  <a:lnTo>
                    <a:pt x="272577" y="198023"/>
                  </a:lnTo>
                  <a:lnTo>
                    <a:pt x="273968" y="198661"/>
                  </a:lnTo>
                  <a:lnTo>
                    <a:pt x="275368" y="199242"/>
                  </a:lnTo>
                  <a:lnTo>
                    <a:pt x="276825" y="199814"/>
                  </a:lnTo>
                  <a:lnTo>
                    <a:pt x="278216" y="200328"/>
                  </a:lnTo>
                  <a:lnTo>
                    <a:pt x="279606" y="200843"/>
                  </a:lnTo>
                  <a:lnTo>
                    <a:pt x="280997" y="201414"/>
                  </a:lnTo>
                  <a:lnTo>
                    <a:pt x="282388" y="201929"/>
                  </a:lnTo>
                  <a:lnTo>
                    <a:pt x="283778" y="202443"/>
                  </a:lnTo>
                  <a:lnTo>
                    <a:pt x="285179" y="202957"/>
                  </a:lnTo>
                  <a:lnTo>
                    <a:pt x="286569" y="203462"/>
                  </a:lnTo>
                  <a:lnTo>
                    <a:pt x="287960" y="204043"/>
                  </a:lnTo>
                  <a:lnTo>
                    <a:pt x="289351" y="204614"/>
                  </a:lnTo>
                  <a:lnTo>
                    <a:pt x="290741" y="205129"/>
                  </a:lnTo>
                  <a:lnTo>
                    <a:pt x="292141" y="205767"/>
                  </a:lnTo>
                  <a:lnTo>
                    <a:pt x="293589" y="206348"/>
                  </a:lnTo>
                  <a:lnTo>
                    <a:pt x="294980" y="206986"/>
                  </a:lnTo>
                  <a:lnTo>
                    <a:pt x="296380" y="207624"/>
                  </a:lnTo>
                  <a:lnTo>
                    <a:pt x="297770" y="208329"/>
                  </a:lnTo>
                  <a:lnTo>
                    <a:pt x="299161" y="209034"/>
                  </a:lnTo>
                  <a:lnTo>
                    <a:pt x="300552" y="209739"/>
                  </a:lnTo>
                  <a:lnTo>
                    <a:pt x="301943" y="210511"/>
                  </a:lnTo>
                  <a:lnTo>
                    <a:pt x="303343" y="211339"/>
                  </a:lnTo>
                  <a:lnTo>
                    <a:pt x="304733" y="212168"/>
                  </a:lnTo>
                  <a:lnTo>
                    <a:pt x="306124" y="213006"/>
                  </a:lnTo>
                  <a:lnTo>
                    <a:pt x="307515" y="213901"/>
                  </a:lnTo>
                  <a:lnTo>
                    <a:pt x="308972" y="214797"/>
                  </a:lnTo>
                  <a:lnTo>
                    <a:pt x="310363" y="215759"/>
                  </a:lnTo>
                  <a:lnTo>
                    <a:pt x="311753" y="216721"/>
                  </a:lnTo>
                  <a:lnTo>
                    <a:pt x="313154" y="217673"/>
                  </a:lnTo>
                  <a:lnTo>
                    <a:pt x="314544" y="218702"/>
                  </a:lnTo>
                  <a:lnTo>
                    <a:pt x="315935" y="219788"/>
                  </a:lnTo>
                  <a:lnTo>
                    <a:pt x="317326" y="220817"/>
                  </a:lnTo>
                  <a:lnTo>
                    <a:pt x="318716" y="221902"/>
                  </a:lnTo>
                  <a:lnTo>
                    <a:pt x="320116" y="222988"/>
                  </a:lnTo>
                  <a:lnTo>
                    <a:pt x="321507" y="224074"/>
                  </a:lnTo>
                  <a:lnTo>
                    <a:pt x="322897" y="225227"/>
                  </a:lnTo>
                  <a:lnTo>
                    <a:pt x="324355" y="226379"/>
                  </a:lnTo>
                  <a:lnTo>
                    <a:pt x="325745" y="227475"/>
                  </a:lnTo>
                  <a:lnTo>
                    <a:pt x="327136" y="228618"/>
                  </a:lnTo>
                  <a:lnTo>
                    <a:pt x="328527" y="229770"/>
                  </a:lnTo>
                  <a:lnTo>
                    <a:pt x="329917" y="230923"/>
                  </a:lnTo>
                  <a:lnTo>
                    <a:pt x="331318" y="232075"/>
                  </a:lnTo>
                  <a:lnTo>
                    <a:pt x="332708" y="233171"/>
                  </a:lnTo>
                  <a:lnTo>
                    <a:pt x="334099" y="234323"/>
                  </a:lnTo>
                  <a:lnTo>
                    <a:pt x="335490" y="235409"/>
                  </a:lnTo>
                  <a:lnTo>
                    <a:pt x="336880" y="236495"/>
                  </a:lnTo>
                  <a:lnTo>
                    <a:pt x="338281" y="237581"/>
                  </a:lnTo>
                  <a:lnTo>
                    <a:pt x="339671" y="238609"/>
                  </a:lnTo>
                  <a:lnTo>
                    <a:pt x="341128" y="239629"/>
                  </a:lnTo>
                  <a:lnTo>
                    <a:pt x="342519" y="240657"/>
                  </a:lnTo>
                  <a:lnTo>
                    <a:pt x="343909" y="241619"/>
                  </a:lnTo>
                  <a:lnTo>
                    <a:pt x="345301" y="242581"/>
                  </a:lnTo>
                  <a:lnTo>
                    <a:pt x="346691" y="243477"/>
                  </a:lnTo>
                  <a:lnTo>
                    <a:pt x="348091" y="244372"/>
                  </a:lnTo>
                  <a:lnTo>
                    <a:pt x="349482" y="245134"/>
                  </a:lnTo>
                  <a:lnTo>
                    <a:pt x="350872" y="245972"/>
                  </a:lnTo>
                  <a:lnTo>
                    <a:pt x="352263" y="246734"/>
                  </a:lnTo>
                  <a:lnTo>
                    <a:pt x="353654" y="247439"/>
                  </a:lnTo>
                  <a:lnTo>
                    <a:pt x="355044" y="248087"/>
                  </a:lnTo>
                  <a:lnTo>
                    <a:pt x="356502" y="248725"/>
                  </a:lnTo>
                  <a:lnTo>
                    <a:pt x="357892" y="249296"/>
                  </a:lnTo>
                  <a:lnTo>
                    <a:pt x="359293" y="249811"/>
                  </a:lnTo>
                  <a:lnTo>
                    <a:pt x="360683" y="250325"/>
                  </a:lnTo>
                  <a:lnTo>
                    <a:pt x="362074" y="250706"/>
                  </a:lnTo>
                  <a:lnTo>
                    <a:pt x="363465" y="251087"/>
                  </a:lnTo>
                  <a:lnTo>
                    <a:pt x="364855" y="251411"/>
                  </a:lnTo>
                  <a:lnTo>
                    <a:pt x="366255" y="251735"/>
                  </a:lnTo>
                  <a:lnTo>
                    <a:pt x="367646" y="251925"/>
                  </a:lnTo>
                  <a:lnTo>
                    <a:pt x="369036" y="252116"/>
                  </a:lnTo>
                  <a:lnTo>
                    <a:pt x="370428" y="252239"/>
                  </a:lnTo>
                  <a:lnTo>
                    <a:pt x="371818" y="252239"/>
                  </a:lnTo>
                  <a:lnTo>
                    <a:pt x="373275" y="252239"/>
                  </a:lnTo>
                  <a:lnTo>
                    <a:pt x="374666" y="252239"/>
                  </a:lnTo>
                  <a:lnTo>
                    <a:pt x="376066" y="252116"/>
                  </a:lnTo>
                  <a:lnTo>
                    <a:pt x="377457" y="251983"/>
                  </a:lnTo>
                  <a:lnTo>
                    <a:pt x="378847" y="251792"/>
                  </a:lnTo>
                  <a:lnTo>
                    <a:pt x="380238" y="251535"/>
                  </a:lnTo>
                  <a:lnTo>
                    <a:pt x="381629" y="251220"/>
                  </a:lnTo>
                  <a:lnTo>
                    <a:pt x="383019" y="250897"/>
                  </a:lnTo>
                  <a:lnTo>
                    <a:pt x="384420" y="250449"/>
                  </a:lnTo>
                  <a:lnTo>
                    <a:pt x="385810" y="250001"/>
                  </a:lnTo>
                  <a:lnTo>
                    <a:pt x="387201" y="249487"/>
                  </a:lnTo>
                  <a:lnTo>
                    <a:pt x="388658" y="248982"/>
                  </a:lnTo>
                  <a:lnTo>
                    <a:pt x="390049" y="248334"/>
                  </a:lnTo>
                  <a:lnTo>
                    <a:pt x="391440" y="247696"/>
                  </a:lnTo>
                  <a:lnTo>
                    <a:pt x="392830" y="246991"/>
                  </a:lnTo>
                  <a:lnTo>
                    <a:pt x="394230" y="246286"/>
                  </a:lnTo>
                  <a:lnTo>
                    <a:pt x="395621" y="245458"/>
                  </a:lnTo>
                  <a:lnTo>
                    <a:pt x="397011" y="244686"/>
                  </a:lnTo>
                  <a:lnTo>
                    <a:pt x="398402" y="243791"/>
                  </a:lnTo>
                  <a:lnTo>
                    <a:pt x="399793" y="242896"/>
                  </a:lnTo>
                  <a:lnTo>
                    <a:pt x="401193" y="241934"/>
                  </a:lnTo>
                  <a:lnTo>
                    <a:pt x="402584" y="240914"/>
                  </a:lnTo>
                  <a:lnTo>
                    <a:pt x="404041" y="239886"/>
                  </a:lnTo>
                  <a:lnTo>
                    <a:pt x="405432" y="238866"/>
                  </a:lnTo>
                  <a:lnTo>
                    <a:pt x="406822" y="237714"/>
                  </a:lnTo>
                  <a:lnTo>
                    <a:pt x="408213" y="236628"/>
                  </a:lnTo>
                  <a:lnTo>
                    <a:pt x="409604" y="235409"/>
                  </a:lnTo>
                  <a:lnTo>
                    <a:pt x="410994" y="234256"/>
                  </a:lnTo>
                  <a:lnTo>
                    <a:pt x="412394" y="233037"/>
                  </a:lnTo>
                  <a:lnTo>
                    <a:pt x="413785" y="231761"/>
                  </a:lnTo>
                  <a:lnTo>
                    <a:pt x="415176" y="230475"/>
                  </a:lnTo>
                  <a:lnTo>
                    <a:pt x="416567" y="229199"/>
                  </a:lnTo>
                  <a:lnTo>
                    <a:pt x="417957" y="227856"/>
                  </a:lnTo>
                  <a:lnTo>
                    <a:pt x="419357" y="226513"/>
                  </a:lnTo>
                  <a:lnTo>
                    <a:pt x="420805" y="225170"/>
                  </a:lnTo>
                  <a:lnTo>
                    <a:pt x="422205" y="223760"/>
                  </a:lnTo>
                  <a:lnTo>
                    <a:pt x="423596" y="222350"/>
                  </a:lnTo>
                  <a:lnTo>
                    <a:pt x="424986" y="221007"/>
                  </a:lnTo>
                  <a:lnTo>
                    <a:pt x="426377" y="219598"/>
                  </a:lnTo>
                  <a:lnTo>
                    <a:pt x="427768" y="218121"/>
                  </a:lnTo>
                  <a:lnTo>
                    <a:pt x="429158" y="216721"/>
                  </a:lnTo>
                  <a:lnTo>
                    <a:pt x="430559" y="215311"/>
                  </a:lnTo>
                  <a:lnTo>
                    <a:pt x="431949" y="213901"/>
                  </a:lnTo>
                  <a:lnTo>
                    <a:pt x="433340" y="212492"/>
                  </a:lnTo>
                  <a:lnTo>
                    <a:pt x="434731" y="211082"/>
                  </a:lnTo>
                  <a:lnTo>
                    <a:pt x="436188" y="209672"/>
                  </a:lnTo>
                  <a:lnTo>
                    <a:pt x="437579" y="208263"/>
                  </a:lnTo>
                  <a:lnTo>
                    <a:pt x="438979" y="206863"/>
                  </a:lnTo>
                  <a:lnTo>
                    <a:pt x="440369" y="205510"/>
                  </a:lnTo>
                  <a:lnTo>
                    <a:pt x="441760" y="204167"/>
                  </a:lnTo>
                  <a:lnTo>
                    <a:pt x="443150" y="202890"/>
                  </a:lnTo>
                  <a:lnTo>
                    <a:pt x="444541" y="201548"/>
                  </a:lnTo>
                  <a:lnTo>
                    <a:pt x="445932" y="200262"/>
                  </a:lnTo>
                  <a:lnTo>
                    <a:pt x="447332" y="199052"/>
                  </a:lnTo>
                  <a:lnTo>
                    <a:pt x="448723" y="197833"/>
                  </a:lnTo>
                  <a:lnTo>
                    <a:pt x="450113" y="196680"/>
                  </a:lnTo>
                  <a:lnTo>
                    <a:pt x="451571" y="195528"/>
                  </a:lnTo>
                  <a:lnTo>
                    <a:pt x="452962" y="194442"/>
                  </a:lnTo>
                  <a:lnTo>
                    <a:pt x="454352" y="193356"/>
                  </a:lnTo>
                  <a:lnTo>
                    <a:pt x="455743" y="192327"/>
                  </a:lnTo>
                  <a:lnTo>
                    <a:pt x="457143" y="191299"/>
                  </a:lnTo>
                  <a:lnTo>
                    <a:pt x="458534" y="190403"/>
                  </a:lnTo>
                  <a:lnTo>
                    <a:pt x="459924" y="189508"/>
                  </a:lnTo>
                  <a:lnTo>
                    <a:pt x="461315" y="188613"/>
                  </a:lnTo>
                  <a:lnTo>
                    <a:pt x="462706" y="187851"/>
                  </a:lnTo>
                  <a:lnTo>
                    <a:pt x="464106" y="187079"/>
                  </a:lnTo>
                  <a:lnTo>
                    <a:pt x="465496" y="186374"/>
                  </a:lnTo>
                  <a:lnTo>
                    <a:pt x="466887" y="185669"/>
                  </a:lnTo>
                  <a:lnTo>
                    <a:pt x="468344" y="185098"/>
                  </a:lnTo>
                  <a:lnTo>
                    <a:pt x="469735" y="184517"/>
                  </a:lnTo>
                  <a:lnTo>
                    <a:pt x="471126" y="183945"/>
                  </a:lnTo>
                  <a:lnTo>
                    <a:pt x="472516" y="183498"/>
                  </a:lnTo>
                  <a:lnTo>
                    <a:pt x="473907" y="183050"/>
                  </a:lnTo>
                  <a:lnTo>
                    <a:pt x="475307" y="182659"/>
                  </a:lnTo>
                  <a:lnTo>
                    <a:pt x="476698" y="182279"/>
                  </a:lnTo>
                  <a:lnTo>
                    <a:pt x="478088" y="182021"/>
                  </a:lnTo>
                  <a:lnTo>
                    <a:pt x="479479" y="181698"/>
                  </a:lnTo>
                  <a:lnTo>
                    <a:pt x="480870" y="181507"/>
                  </a:lnTo>
                  <a:lnTo>
                    <a:pt x="482270" y="181250"/>
                  </a:lnTo>
                  <a:lnTo>
                    <a:pt x="483718" y="181126"/>
                  </a:lnTo>
                  <a:lnTo>
                    <a:pt x="485108" y="180935"/>
                  </a:lnTo>
                  <a:lnTo>
                    <a:pt x="486508" y="180802"/>
                  </a:lnTo>
                  <a:lnTo>
                    <a:pt x="487899" y="180745"/>
                  </a:lnTo>
                  <a:lnTo>
                    <a:pt x="489290" y="180612"/>
                  </a:lnTo>
                  <a:lnTo>
                    <a:pt x="490681" y="180545"/>
                  </a:lnTo>
                  <a:lnTo>
                    <a:pt x="492081" y="180488"/>
                  </a:lnTo>
                  <a:lnTo>
                    <a:pt x="493471" y="180421"/>
                  </a:lnTo>
                  <a:lnTo>
                    <a:pt x="494862" y="180354"/>
                  </a:lnTo>
                  <a:lnTo>
                    <a:pt x="496252" y="180354"/>
                  </a:lnTo>
                  <a:lnTo>
                    <a:pt x="497643" y="180297"/>
                  </a:lnTo>
                  <a:lnTo>
                    <a:pt x="499101" y="180231"/>
                  </a:lnTo>
                  <a:lnTo>
                    <a:pt x="500491" y="180097"/>
                  </a:lnTo>
                  <a:lnTo>
                    <a:pt x="501882" y="180040"/>
                  </a:lnTo>
                  <a:lnTo>
                    <a:pt x="503282" y="179907"/>
                  </a:lnTo>
                  <a:lnTo>
                    <a:pt x="504673" y="179716"/>
                  </a:lnTo>
                  <a:lnTo>
                    <a:pt x="506063" y="179592"/>
                  </a:lnTo>
                  <a:lnTo>
                    <a:pt x="507454" y="179335"/>
                  </a:lnTo>
                  <a:lnTo>
                    <a:pt x="508845" y="179145"/>
                  </a:lnTo>
                  <a:lnTo>
                    <a:pt x="510245" y="178821"/>
                  </a:lnTo>
                  <a:lnTo>
                    <a:pt x="511635" y="178497"/>
                  </a:lnTo>
                  <a:lnTo>
                    <a:pt x="513026" y="178116"/>
                  </a:lnTo>
                  <a:lnTo>
                    <a:pt x="514416" y="177668"/>
                  </a:lnTo>
                  <a:lnTo>
                    <a:pt x="515874" y="177221"/>
                  </a:lnTo>
                  <a:lnTo>
                    <a:pt x="517265" y="176706"/>
                  </a:lnTo>
                  <a:lnTo>
                    <a:pt x="518655" y="176068"/>
                  </a:lnTo>
                  <a:lnTo>
                    <a:pt x="520056" y="175497"/>
                  </a:lnTo>
                  <a:lnTo>
                    <a:pt x="521446" y="174725"/>
                  </a:lnTo>
                  <a:lnTo>
                    <a:pt x="522837" y="173954"/>
                  </a:lnTo>
                  <a:lnTo>
                    <a:pt x="524228" y="173192"/>
                  </a:lnTo>
                  <a:lnTo>
                    <a:pt x="525618" y="172287"/>
                  </a:lnTo>
                  <a:lnTo>
                    <a:pt x="527009" y="171334"/>
                  </a:lnTo>
                  <a:lnTo>
                    <a:pt x="528409" y="170372"/>
                  </a:lnTo>
                  <a:lnTo>
                    <a:pt x="529800" y="169286"/>
                  </a:lnTo>
                  <a:lnTo>
                    <a:pt x="531257" y="168191"/>
                  </a:lnTo>
                  <a:lnTo>
                    <a:pt x="532647" y="167039"/>
                  </a:lnTo>
                  <a:lnTo>
                    <a:pt x="534038" y="165829"/>
                  </a:lnTo>
                  <a:lnTo>
                    <a:pt x="535429" y="164543"/>
                  </a:lnTo>
                  <a:lnTo>
                    <a:pt x="536820" y="163200"/>
                  </a:lnTo>
                  <a:lnTo>
                    <a:pt x="538220" y="161857"/>
                  </a:lnTo>
                  <a:lnTo>
                    <a:pt x="539610" y="160514"/>
                  </a:lnTo>
                  <a:lnTo>
                    <a:pt x="541001" y="159104"/>
                  </a:lnTo>
                  <a:lnTo>
                    <a:pt x="542392" y="157637"/>
                  </a:lnTo>
                  <a:lnTo>
                    <a:pt x="543782" y="156161"/>
                  </a:lnTo>
                  <a:lnTo>
                    <a:pt x="545173" y="154685"/>
                  </a:lnTo>
                  <a:lnTo>
                    <a:pt x="546630" y="153218"/>
                  </a:lnTo>
                  <a:lnTo>
                    <a:pt x="548031" y="151741"/>
                  </a:lnTo>
                  <a:lnTo>
                    <a:pt x="549421" y="150208"/>
                  </a:lnTo>
                  <a:lnTo>
                    <a:pt x="550812" y="148732"/>
                  </a:lnTo>
                  <a:lnTo>
                    <a:pt x="552203" y="147331"/>
                  </a:lnTo>
                  <a:lnTo>
                    <a:pt x="553593" y="145855"/>
                  </a:lnTo>
                  <a:lnTo>
                    <a:pt x="554984" y="144512"/>
                  </a:lnTo>
                  <a:lnTo>
                    <a:pt x="556384" y="143169"/>
                  </a:lnTo>
                  <a:lnTo>
                    <a:pt x="557774" y="141826"/>
                  </a:lnTo>
                  <a:lnTo>
                    <a:pt x="559165" y="140607"/>
                  </a:lnTo>
                  <a:lnTo>
                    <a:pt x="560556" y="139387"/>
                  </a:lnTo>
                  <a:lnTo>
                    <a:pt x="561947" y="138302"/>
                  </a:lnTo>
                  <a:lnTo>
                    <a:pt x="563404" y="137273"/>
                  </a:lnTo>
                  <a:lnTo>
                    <a:pt x="564794" y="136320"/>
                  </a:lnTo>
                  <a:lnTo>
                    <a:pt x="566195" y="135482"/>
                  </a:lnTo>
                  <a:lnTo>
                    <a:pt x="567585" y="134720"/>
                  </a:lnTo>
                  <a:lnTo>
                    <a:pt x="568976" y="134073"/>
                  </a:lnTo>
                  <a:lnTo>
                    <a:pt x="570367" y="133568"/>
                  </a:lnTo>
                  <a:lnTo>
                    <a:pt x="571757" y="133120"/>
                  </a:lnTo>
                  <a:lnTo>
                    <a:pt x="573148" y="132863"/>
                  </a:lnTo>
                  <a:lnTo>
                    <a:pt x="574548" y="132729"/>
                  </a:lnTo>
                  <a:lnTo>
                    <a:pt x="575939" y="132729"/>
                  </a:lnTo>
                  <a:lnTo>
                    <a:pt x="577330" y="132796"/>
                  </a:lnTo>
                  <a:lnTo>
                    <a:pt x="578787" y="133120"/>
                  </a:lnTo>
                  <a:lnTo>
                    <a:pt x="580178" y="133501"/>
                  </a:lnTo>
                  <a:lnTo>
                    <a:pt x="581568" y="134073"/>
                  </a:lnTo>
                  <a:lnTo>
                    <a:pt x="582968" y="134844"/>
                  </a:lnTo>
                  <a:lnTo>
                    <a:pt x="584359" y="135673"/>
                  </a:lnTo>
                  <a:lnTo>
                    <a:pt x="585749" y="136701"/>
                  </a:lnTo>
                  <a:lnTo>
                    <a:pt x="587140" y="137921"/>
                  </a:lnTo>
                  <a:lnTo>
                    <a:pt x="588531" y="139264"/>
                  </a:lnTo>
                  <a:lnTo>
                    <a:pt x="589921" y="140731"/>
                  </a:lnTo>
                  <a:lnTo>
                    <a:pt x="591322" y="142397"/>
                  </a:lnTo>
                  <a:lnTo>
                    <a:pt x="592712" y="144255"/>
                  </a:lnTo>
                  <a:lnTo>
                    <a:pt x="594170" y="146179"/>
                  </a:lnTo>
                  <a:lnTo>
                    <a:pt x="595560" y="148284"/>
                  </a:lnTo>
                  <a:lnTo>
                    <a:pt x="596951" y="150532"/>
                  </a:lnTo>
                  <a:lnTo>
                    <a:pt x="598342" y="152961"/>
                  </a:lnTo>
                  <a:lnTo>
                    <a:pt x="599732" y="155456"/>
                  </a:lnTo>
                  <a:lnTo>
                    <a:pt x="601123" y="158142"/>
                  </a:lnTo>
                  <a:lnTo>
                    <a:pt x="602523" y="160895"/>
                  </a:lnTo>
                  <a:lnTo>
                    <a:pt x="603914" y="163781"/>
                  </a:lnTo>
                  <a:lnTo>
                    <a:pt x="605305" y="166848"/>
                  </a:lnTo>
                  <a:lnTo>
                    <a:pt x="606695" y="169924"/>
                  </a:lnTo>
                  <a:lnTo>
                    <a:pt x="608086" y="173125"/>
                  </a:lnTo>
                  <a:lnTo>
                    <a:pt x="609486" y="176449"/>
                  </a:lnTo>
                  <a:lnTo>
                    <a:pt x="610934" y="179850"/>
                  </a:lnTo>
                  <a:lnTo>
                    <a:pt x="612334" y="183364"/>
                  </a:lnTo>
                  <a:lnTo>
                    <a:pt x="613724" y="186889"/>
                  </a:lnTo>
                  <a:lnTo>
                    <a:pt x="615115" y="190470"/>
                  </a:lnTo>
                  <a:lnTo>
                    <a:pt x="616506" y="194185"/>
                  </a:lnTo>
                  <a:lnTo>
                    <a:pt x="617896" y="197899"/>
                  </a:lnTo>
                  <a:lnTo>
                    <a:pt x="619297" y="201605"/>
                  </a:lnTo>
                  <a:lnTo>
                    <a:pt x="620687" y="205386"/>
                  </a:lnTo>
                  <a:lnTo>
                    <a:pt x="622078" y="209158"/>
                  </a:lnTo>
                  <a:lnTo>
                    <a:pt x="623469" y="213006"/>
                  </a:lnTo>
                  <a:lnTo>
                    <a:pt x="624859" y="216845"/>
                  </a:lnTo>
                  <a:lnTo>
                    <a:pt x="626317" y="220617"/>
                  </a:lnTo>
                  <a:lnTo>
                    <a:pt x="627707" y="224465"/>
                  </a:lnTo>
                  <a:lnTo>
                    <a:pt x="629098" y="228237"/>
                  </a:lnTo>
                  <a:lnTo>
                    <a:pt x="630498" y="232018"/>
                  </a:lnTo>
                  <a:lnTo>
                    <a:pt x="631888" y="235733"/>
                  </a:lnTo>
                  <a:lnTo>
                    <a:pt x="633279" y="239438"/>
                  </a:lnTo>
                  <a:lnTo>
                    <a:pt x="634670" y="243153"/>
                  </a:lnTo>
                  <a:lnTo>
                    <a:pt x="636061" y="246734"/>
                  </a:lnTo>
                  <a:lnTo>
                    <a:pt x="637461" y="250259"/>
                  </a:lnTo>
                  <a:lnTo>
                    <a:pt x="638851" y="253783"/>
                  </a:lnTo>
                  <a:lnTo>
                    <a:pt x="640242" y="257240"/>
                  </a:lnTo>
                  <a:lnTo>
                    <a:pt x="641699" y="260631"/>
                  </a:lnTo>
                  <a:lnTo>
                    <a:pt x="643090" y="263889"/>
                  </a:lnTo>
                  <a:lnTo>
                    <a:pt x="644481" y="267156"/>
                  </a:lnTo>
                  <a:lnTo>
                    <a:pt x="645871" y="270299"/>
                  </a:lnTo>
                  <a:lnTo>
                    <a:pt x="647271" y="273366"/>
                  </a:lnTo>
                  <a:lnTo>
                    <a:pt x="648662" y="276309"/>
                  </a:lnTo>
                  <a:lnTo>
                    <a:pt x="650053" y="279253"/>
                  </a:lnTo>
                  <a:lnTo>
                    <a:pt x="651444" y="282072"/>
                  </a:lnTo>
                  <a:lnTo>
                    <a:pt x="652834" y="284758"/>
                  </a:lnTo>
                  <a:lnTo>
                    <a:pt x="654234" y="287387"/>
                  </a:lnTo>
                  <a:lnTo>
                    <a:pt x="655625" y="289949"/>
                  </a:lnTo>
                  <a:lnTo>
                    <a:pt x="657015" y="292378"/>
                  </a:lnTo>
                  <a:lnTo>
                    <a:pt x="658473" y="294750"/>
                  </a:lnTo>
                  <a:lnTo>
                    <a:pt x="659863" y="297055"/>
                  </a:lnTo>
                  <a:lnTo>
                    <a:pt x="661254" y="299226"/>
                  </a:lnTo>
                  <a:lnTo>
                    <a:pt x="662645" y="301274"/>
                  </a:lnTo>
                  <a:lnTo>
                    <a:pt x="664035" y="303322"/>
                  </a:lnTo>
                  <a:lnTo>
                    <a:pt x="665436" y="305246"/>
                  </a:lnTo>
                  <a:lnTo>
                    <a:pt x="666826" y="307037"/>
                  </a:lnTo>
                  <a:lnTo>
                    <a:pt x="668217" y="308761"/>
                  </a:lnTo>
                  <a:lnTo>
                    <a:pt x="669608" y="310428"/>
                  </a:lnTo>
                  <a:lnTo>
                    <a:pt x="670998" y="312028"/>
                  </a:lnTo>
                  <a:lnTo>
                    <a:pt x="672398" y="313504"/>
                  </a:lnTo>
                  <a:lnTo>
                    <a:pt x="673846" y="314914"/>
                  </a:lnTo>
                  <a:lnTo>
                    <a:pt x="675246" y="316257"/>
                  </a:lnTo>
                  <a:lnTo>
                    <a:pt x="676637" y="317533"/>
                  </a:lnTo>
                  <a:lnTo>
                    <a:pt x="678027" y="318753"/>
                  </a:lnTo>
                  <a:lnTo>
                    <a:pt x="679418" y="319839"/>
                  </a:lnTo>
                  <a:lnTo>
                    <a:pt x="680809" y="320925"/>
                  </a:lnTo>
                  <a:lnTo>
                    <a:pt x="682209" y="321953"/>
                  </a:lnTo>
                  <a:lnTo>
                    <a:pt x="683600" y="322915"/>
                  </a:lnTo>
                  <a:lnTo>
                    <a:pt x="684990" y="323744"/>
                  </a:lnTo>
                  <a:lnTo>
                    <a:pt x="686381" y="324573"/>
                  </a:lnTo>
                  <a:lnTo>
                    <a:pt x="687772" y="325344"/>
                  </a:lnTo>
                  <a:lnTo>
                    <a:pt x="689229" y="326116"/>
                  </a:lnTo>
                  <a:lnTo>
                    <a:pt x="690620" y="326754"/>
                  </a:lnTo>
                  <a:lnTo>
                    <a:pt x="692010" y="327392"/>
                  </a:lnTo>
                  <a:lnTo>
                    <a:pt x="693411" y="327973"/>
                  </a:lnTo>
                  <a:lnTo>
                    <a:pt x="694801" y="328544"/>
                  </a:lnTo>
                  <a:lnTo>
                    <a:pt x="696192" y="329059"/>
                  </a:lnTo>
                  <a:lnTo>
                    <a:pt x="697583" y="329506"/>
                  </a:lnTo>
                  <a:lnTo>
                    <a:pt x="698973" y="329954"/>
                  </a:lnTo>
                  <a:lnTo>
                    <a:pt x="700373" y="330335"/>
                  </a:lnTo>
                  <a:lnTo>
                    <a:pt x="701764" y="330726"/>
                  </a:lnTo>
                  <a:lnTo>
                    <a:pt x="703154" y="331040"/>
                  </a:lnTo>
                  <a:lnTo>
                    <a:pt x="704545" y="331364"/>
                  </a:lnTo>
                  <a:lnTo>
                    <a:pt x="706002" y="331678"/>
                  </a:lnTo>
                  <a:lnTo>
                    <a:pt x="707393" y="331935"/>
                  </a:lnTo>
                  <a:lnTo>
                    <a:pt x="708784" y="332192"/>
                  </a:lnTo>
                  <a:lnTo>
                    <a:pt x="710184" y="332450"/>
                  </a:lnTo>
                  <a:lnTo>
                    <a:pt x="711575" y="332640"/>
                  </a:lnTo>
                  <a:lnTo>
                    <a:pt x="712965" y="332831"/>
                  </a:lnTo>
                  <a:lnTo>
                    <a:pt x="714356" y="332964"/>
                  </a:lnTo>
                </a:path>
              </a:pathLst>
            </a:custGeom>
            <a:noFill/>
            <a:ln w="7242" cap="flat">
              <a:solidFill>
                <a:srgbClr val="000000"/>
              </a:solidFill>
              <a:prstDash val="solid"/>
              <a:round/>
            </a:ln>
          </p:spPr>
          <p:txBody>
            <a:bodyPr/>
            <a:lstStyle/>
            <a:p>
              <a:endParaRPr lang="zh-CN" altLang="en-US" sz="2190"/>
            </a:p>
          </p:txBody>
        </p:sp>
        <p:sp>
          <p:nvSpPr>
            <p:cNvPr id="1036" name="任意多边形: 形状 1035"/>
            <p:cNvSpPr/>
            <p:nvPr/>
          </p:nvSpPr>
          <p:spPr>
            <a:xfrm>
              <a:off x="5982162" y="4245497"/>
              <a:ext cx="714375" cy="304800"/>
            </a:xfrm>
            <a:custGeom>
              <a:avLst/>
              <a:gdLst>
                <a:gd name="csX0" fmla="*/ -19 w 714375"/>
                <a:gd name="csY0" fmla="*/ 303332 h 304800"/>
                <a:gd name="csX1" fmla="*/ 1372 w 714375"/>
                <a:gd name="csY1" fmla="*/ 303151 h 304800"/>
                <a:gd name="csX2" fmla="*/ 2762 w 714375"/>
                <a:gd name="csY2" fmla="*/ 303027 h 304800"/>
                <a:gd name="csX3" fmla="*/ 4163 w 714375"/>
                <a:gd name="csY3" fmla="*/ 302836 h 304800"/>
                <a:gd name="csX4" fmla="*/ 5553 w 714375"/>
                <a:gd name="csY4" fmla="*/ 302589 h 304800"/>
                <a:gd name="csX5" fmla="*/ 7010 w 714375"/>
                <a:gd name="csY5" fmla="*/ 302398 h 304800"/>
                <a:gd name="csX6" fmla="*/ 8401 w 714375"/>
                <a:gd name="csY6" fmla="*/ 302151 h 304800"/>
                <a:gd name="csX7" fmla="*/ 9792 w 714375"/>
                <a:gd name="csY7" fmla="*/ 301903 h 304800"/>
                <a:gd name="csX8" fmla="*/ 11183 w 714375"/>
                <a:gd name="csY8" fmla="*/ 301589 h 304800"/>
                <a:gd name="csX9" fmla="*/ 12573 w 714375"/>
                <a:gd name="csY9" fmla="*/ 301274 h 304800"/>
                <a:gd name="csX10" fmla="*/ 13973 w 714375"/>
                <a:gd name="csY10" fmla="*/ 300903 h 304800"/>
                <a:gd name="csX11" fmla="*/ 15364 w 714375"/>
                <a:gd name="csY11" fmla="*/ 300531 h 304800"/>
                <a:gd name="csX12" fmla="*/ 16754 w 714375"/>
                <a:gd name="csY12" fmla="*/ 300151 h 304800"/>
                <a:gd name="csX13" fmla="*/ 18145 w 714375"/>
                <a:gd name="csY13" fmla="*/ 299722 h 304800"/>
                <a:gd name="csX14" fmla="*/ 19536 w 714375"/>
                <a:gd name="csY14" fmla="*/ 299217 h 304800"/>
                <a:gd name="csX15" fmla="*/ 20926 w 714375"/>
                <a:gd name="csY15" fmla="*/ 298722 h 304800"/>
                <a:gd name="csX16" fmla="*/ 22327 w 714375"/>
                <a:gd name="csY16" fmla="*/ 298160 h 304800"/>
                <a:gd name="csX17" fmla="*/ 23774 w 714375"/>
                <a:gd name="csY17" fmla="*/ 297531 h 304800"/>
                <a:gd name="csX18" fmla="*/ 25175 w 714375"/>
                <a:gd name="csY18" fmla="*/ 296912 h 304800"/>
                <a:gd name="csX19" fmla="*/ 26565 w 714375"/>
                <a:gd name="csY19" fmla="*/ 296226 h 304800"/>
                <a:gd name="csX20" fmla="*/ 27956 w 714375"/>
                <a:gd name="csY20" fmla="*/ 295473 h 304800"/>
                <a:gd name="csX21" fmla="*/ 29347 w 714375"/>
                <a:gd name="csY21" fmla="*/ 294664 h 304800"/>
                <a:gd name="csX22" fmla="*/ 30737 w 714375"/>
                <a:gd name="csY22" fmla="*/ 293788 h 304800"/>
                <a:gd name="csX23" fmla="*/ 32137 w 714375"/>
                <a:gd name="csY23" fmla="*/ 292854 h 304800"/>
                <a:gd name="csX24" fmla="*/ 33528 w 714375"/>
                <a:gd name="csY24" fmla="*/ 291854 h 304800"/>
                <a:gd name="csX25" fmla="*/ 34919 w 714375"/>
                <a:gd name="csY25" fmla="*/ 290864 h 304800"/>
                <a:gd name="csX26" fmla="*/ 36310 w 714375"/>
                <a:gd name="csY26" fmla="*/ 289740 h 304800"/>
                <a:gd name="csX27" fmla="*/ 37700 w 714375"/>
                <a:gd name="csY27" fmla="*/ 288492 h 304800"/>
                <a:gd name="csX28" fmla="*/ 39157 w 714375"/>
                <a:gd name="csY28" fmla="*/ 287244 h 304800"/>
                <a:gd name="csX29" fmla="*/ 40548 w 714375"/>
                <a:gd name="csY29" fmla="*/ 285930 h 304800"/>
                <a:gd name="csX30" fmla="*/ 41948 w 714375"/>
                <a:gd name="csY30" fmla="*/ 284434 h 304800"/>
                <a:gd name="csX31" fmla="*/ 43339 w 714375"/>
                <a:gd name="csY31" fmla="*/ 282939 h 304800"/>
                <a:gd name="csX32" fmla="*/ 44729 w 714375"/>
                <a:gd name="csY32" fmla="*/ 281377 h 304800"/>
                <a:gd name="csX33" fmla="*/ 46120 w 714375"/>
                <a:gd name="csY33" fmla="*/ 279633 h 304800"/>
                <a:gd name="csX34" fmla="*/ 47511 w 714375"/>
                <a:gd name="csY34" fmla="*/ 277824 h 304800"/>
                <a:gd name="csX35" fmla="*/ 48901 w 714375"/>
                <a:gd name="csY35" fmla="*/ 275947 h 304800"/>
                <a:gd name="csX36" fmla="*/ 50302 w 714375"/>
                <a:gd name="csY36" fmla="*/ 273957 h 304800"/>
                <a:gd name="csX37" fmla="*/ 51692 w 714375"/>
                <a:gd name="csY37" fmla="*/ 271832 h 304800"/>
                <a:gd name="csX38" fmla="*/ 53083 w 714375"/>
                <a:gd name="csY38" fmla="*/ 269651 h 304800"/>
                <a:gd name="csX39" fmla="*/ 54474 w 714375"/>
                <a:gd name="csY39" fmla="*/ 267337 h 304800"/>
                <a:gd name="csX40" fmla="*/ 55931 w 714375"/>
                <a:gd name="csY40" fmla="*/ 264908 h 304800"/>
                <a:gd name="csX41" fmla="*/ 57322 w 714375"/>
                <a:gd name="csY41" fmla="*/ 262355 h 304800"/>
                <a:gd name="csX42" fmla="*/ 58712 w 714375"/>
                <a:gd name="csY42" fmla="*/ 259669 h 304800"/>
                <a:gd name="csX43" fmla="*/ 60103 w 714375"/>
                <a:gd name="csY43" fmla="*/ 256926 h 304800"/>
                <a:gd name="csX44" fmla="*/ 61503 w 714375"/>
                <a:gd name="csY44" fmla="*/ 254049 h 304800"/>
                <a:gd name="csX45" fmla="*/ 62893 w 714375"/>
                <a:gd name="csY45" fmla="*/ 251001 h 304800"/>
                <a:gd name="csX46" fmla="*/ 64284 w 714375"/>
                <a:gd name="csY46" fmla="*/ 247877 h 304800"/>
                <a:gd name="csX47" fmla="*/ 65675 w 714375"/>
                <a:gd name="csY47" fmla="*/ 244639 h 304800"/>
                <a:gd name="csX48" fmla="*/ 67075 w 714375"/>
                <a:gd name="csY48" fmla="*/ 241267 h 304800"/>
                <a:gd name="csX49" fmla="*/ 68466 w 714375"/>
                <a:gd name="csY49" fmla="*/ 237714 h 304800"/>
                <a:gd name="csX50" fmla="*/ 69856 w 714375"/>
                <a:gd name="csY50" fmla="*/ 234094 h 304800"/>
                <a:gd name="csX51" fmla="*/ 71314 w 714375"/>
                <a:gd name="csY51" fmla="*/ 230351 h 304800"/>
                <a:gd name="csX52" fmla="*/ 72704 w 714375"/>
                <a:gd name="csY52" fmla="*/ 226484 h 304800"/>
                <a:gd name="csX53" fmla="*/ 74095 w 714375"/>
                <a:gd name="csY53" fmla="*/ 222483 h 304800"/>
                <a:gd name="csX54" fmla="*/ 75486 w 714375"/>
                <a:gd name="csY54" fmla="*/ 218435 h 304800"/>
                <a:gd name="csX55" fmla="*/ 76876 w 714375"/>
                <a:gd name="csY55" fmla="*/ 214187 h 304800"/>
                <a:gd name="csX56" fmla="*/ 78276 w 714375"/>
                <a:gd name="csY56" fmla="*/ 209882 h 304800"/>
                <a:gd name="csX57" fmla="*/ 79667 w 714375"/>
                <a:gd name="csY57" fmla="*/ 205462 h 304800"/>
                <a:gd name="csX58" fmla="*/ 81058 w 714375"/>
                <a:gd name="csY58" fmla="*/ 200900 h 304800"/>
                <a:gd name="csX59" fmla="*/ 82449 w 714375"/>
                <a:gd name="csY59" fmla="*/ 196223 h 304800"/>
                <a:gd name="csX60" fmla="*/ 83839 w 714375"/>
                <a:gd name="csY60" fmla="*/ 191546 h 304800"/>
                <a:gd name="csX61" fmla="*/ 85239 w 714375"/>
                <a:gd name="csY61" fmla="*/ 186679 h 304800"/>
                <a:gd name="csX62" fmla="*/ 86687 w 714375"/>
                <a:gd name="csY62" fmla="*/ 181755 h 304800"/>
                <a:gd name="csX63" fmla="*/ 88087 w 714375"/>
                <a:gd name="csY63" fmla="*/ 176821 h 304800"/>
                <a:gd name="csX64" fmla="*/ 89478 w 714375"/>
                <a:gd name="csY64" fmla="*/ 171706 h 304800"/>
                <a:gd name="csX65" fmla="*/ 90868 w 714375"/>
                <a:gd name="csY65" fmla="*/ 166591 h 304800"/>
                <a:gd name="csX66" fmla="*/ 92259 w 714375"/>
                <a:gd name="csY66" fmla="*/ 161419 h 304800"/>
                <a:gd name="csX67" fmla="*/ 93650 w 714375"/>
                <a:gd name="csY67" fmla="*/ 156170 h 304800"/>
                <a:gd name="csX68" fmla="*/ 95050 w 714375"/>
                <a:gd name="csY68" fmla="*/ 150874 h 304800"/>
                <a:gd name="csX69" fmla="*/ 96441 w 714375"/>
                <a:gd name="csY69" fmla="*/ 145569 h 304800"/>
                <a:gd name="csX70" fmla="*/ 97831 w 714375"/>
                <a:gd name="csY70" fmla="*/ 140207 h 304800"/>
                <a:gd name="csX71" fmla="*/ 99222 w 714375"/>
                <a:gd name="csY71" fmla="*/ 134844 h 304800"/>
                <a:gd name="csX72" fmla="*/ 100613 w 714375"/>
                <a:gd name="csY72" fmla="*/ 129472 h 304800"/>
                <a:gd name="csX73" fmla="*/ 102003 w 714375"/>
                <a:gd name="csY73" fmla="*/ 124052 h 304800"/>
                <a:gd name="csX74" fmla="*/ 103461 w 714375"/>
                <a:gd name="csY74" fmla="*/ 118680 h 304800"/>
                <a:gd name="csX75" fmla="*/ 104851 w 714375"/>
                <a:gd name="csY75" fmla="*/ 113317 h 304800"/>
                <a:gd name="csX76" fmla="*/ 106251 w 714375"/>
                <a:gd name="csY76" fmla="*/ 107955 h 304800"/>
                <a:gd name="csX77" fmla="*/ 107642 w 714375"/>
                <a:gd name="csY77" fmla="*/ 102649 h 304800"/>
                <a:gd name="csX78" fmla="*/ 109032 w 714375"/>
                <a:gd name="csY78" fmla="*/ 97411 h 304800"/>
                <a:gd name="csX79" fmla="*/ 110423 w 714375"/>
                <a:gd name="csY79" fmla="*/ 92229 h 304800"/>
                <a:gd name="csX80" fmla="*/ 111814 w 714375"/>
                <a:gd name="csY80" fmla="*/ 87057 h 304800"/>
                <a:gd name="csX81" fmla="*/ 113214 w 714375"/>
                <a:gd name="csY81" fmla="*/ 81999 h 304800"/>
                <a:gd name="csX82" fmla="*/ 114605 w 714375"/>
                <a:gd name="csY82" fmla="*/ 77008 h 304800"/>
                <a:gd name="csX83" fmla="*/ 115995 w 714375"/>
                <a:gd name="csY83" fmla="*/ 72150 h 304800"/>
                <a:gd name="csX84" fmla="*/ 117386 w 714375"/>
                <a:gd name="csY84" fmla="*/ 67340 h 304800"/>
                <a:gd name="csX85" fmla="*/ 118844 w 714375"/>
                <a:gd name="csY85" fmla="*/ 62664 h 304800"/>
                <a:gd name="csX86" fmla="*/ 120234 w 714375"/>
                <a:gd name="csY86" fmla="*/ 58111 h 304800"/>
                <a:gd name="csX87" fmla="*/ 121625 w 714375"/>
                <a:gd name="csY87" fmla="*/ 53682 h 304800"/>
                <a:gd name="csX88" fmla="*/ 123025 w 714375"/>
                <a:gd name="csY88" fmla="*/ 49376 h 304800"/>
                <a:gd name="csX89" fmla="*/ 124416 w 714375"/>
                <a:gd name="csY89" fmla="*/ 45261 h 304800"/>
                <a:gd name="csX90" fmla="*/ 125806 w 714375"/>
                <a:gd name="csY90" fmla="*/ 41270 h 304800"/>
                <a:gd name="csX91" fmla="*/ 127197 w 714375"/>
                <a:gd name="csY91" fmla="*/ 37403 h 304800"/>
                <a:gd name="csX92" fmla="*/ 128588 w 714375"/>
                <a:gd name="csY92" fmla="*/ 33717 h 304800"/>
                <a:gd name="csX93" fmla="*/ 129978 w 714375"/>
                <a:gd name="csY93" fmla="*/ 30221 h 304800"/>
                <a:gd name="csX94" fmla="*/ 131378 w 714375"/>
                <a:gd name="csY94" fmla="*/ 26916 h 304800"/>
                <a:gd name="csX95" fmla="*/ 132769 w 714375"/>
                <a:gd name="csY95" fmla="*/ 23735 h 304800"/>
                <a:gd name="csX96" fmla="*/ 134226 w 714375"/>
                <a:gd name="csY96" fmla="*/ 20801 h 304800"/>
                <a:gd name="csX97" fmla="*/ 135617 w 714375"/>
                <a:gd name="csY97" fmla="*/ 18001 h 304800"/>
                <a:gd name="csX98" fmla="*/ 137008 w 714375"/>
                <a:gd name="csY98" fmla="*/ 15382 h 304800"/>
                <a:gd name="csX99" fmla="*/ 138398 w 714375"/>
                <a:gd name="csY99" fmla="*/ 13067 h 304800"/>
                <a:gd name="csX100" fmla="*/ 139789 w 714375"/>
                <a:gd name="csY100" fmla="*/ 10886 h 304800"/>
                <a:gd name="csX101" fmla="*/ 141189 w 714375"/>
                <a:gd name="csY101" fmla="*/ 8828 h 304800"/>
                <a:gd name="csX102" fmla="*/ 142580 w 714375"/>
                <a:gd name="csY102" fmla="*/ 7085 h 304800"/>
                <a:gd name="csX103" fmla="*/ 143970 w 714375"/>
                <a:gd name="csY103" fmla="*/ 5523 h 304800"/>
                <a:gd name="csX104" fmla="*/ 145361 w 714375"/>
                <a:gd name="csY104" fmla="*/ 4085 h 304800"/>
                <a:gd name="csX105" fmla="*/ 146752 w 714375"/>
                <a:gd name="csY105" fmla="*/ 2961 h 304800"/>
                <a:gd name="csX106" fmla="*/ 148142 w 714375"/>
                <a:gd name="csY106" fmla="*/ 1970 h 304800"/>
                <a:gd name="csX107" fmla="*/ 149543 w 714375"/>
                <a:gd name="csY107" fmla="*/ 1151 h 304800"/>
                <a:gd name="csX108" fmla="*/ 151000 w 714375"/>
                <a:gd name="csY108" fmla="*/ 589 h 304800"/>
                <a:gd name="csX109" fmla="*/ 152390 w 714375"/>
                <a:gd name="csY109" fmla="*/ 218 h 304800"/>
                <a:gd name="csX110" fmla="*/ 153781 w 714375"/>
                <a:gd name="csY110" fmla="*/ -30 h 304800"/>
                <a:gd name="csX111" fmla="*/ 155172 w 714375"/>
                <a:gd name="csY111" fmla="*/ -30 h 304800"/>
                <a:gd name="csX112" fmla="*/ 156563 w 714375"/>
                <a:gd name="csY112" fmla="*/ 160 h 304800"/>
                <a:gd name="csX113" fmla="*/ 157963 w 714375"/>
                <a:gd name="csY113" fmla="*/ 532 h 304800"/>
                <a:gd name="csX114" fmla="*/ 159353 w 714375"/>
                <a:gd name="csY114" fmla="*/ 1027 h 304800"/>
                <a:gd name="csX115" fmla="*/ 160744 w 714375"/>
                <a:gd name="csY115" fmla="*/ 1713 h 304800"/>
                <a:gd name="csX116" fmla="*/ 162134 w 714375"/>
                <a:gd name="csY116" fmla="*/ 2589 h 304800"/>
                <a:gd name="csX117" fmla="*/ 163525 w 714375"/>
                <a:gd name="csY117" fmla="*/ 3590 h 304800"/>
                <a:gd name="csX118" fmla="*/ 164916 w 714375"/>
                <a:gd name="csY118" fmla="*/ 4771 h 304800"/>
                <a:gd name="csX119" fmla="*/ 166373 w 714375"/>
                <a:gd name="csY119" fmla="*/ 6085 h 304800"/>
                <a:gd name="csX120" fmla="*/ 167764 w 714375"/>
                <a:gd name="csY120" fmla="*/ 7457 h 304800"/>
                <a:gd name="csX121" fmla="*/ 169164 w 714375"/>
                <a:gd name="csY121" fmla="*/ 9076 h 304800"/>
                <a:gd name="csX122" fmla="*/ 170555 w 714375"/>
                <a:gd name="csY122" fmla="*/ 10762 h 304800"/>
                <a:gd name="csX123" fmla="*/ 171946 w 714375"/>
                <a:gd name="csY123" fmla="*/ 12572 h 304800"/>
                <a:gd name="csX124" fmla="*/ 173336 w 714375"/>
                <a:gd name="csY124" fmla="*/ 14505 h 304800"/>
                <a:gd name="csX125" fmla="*/ 174727 w 714375"/>
                <a:gd name="csY125" fmla="*/ 16563 h 304800"/>
                <a:gd name="csX126" fmla="*/ 176117 w 714375"/>
                <a:gd name="csY126" fmla="*/ 18687 h 304800"/>
                <a:gd name="csX127" fmla="*/ 177517 w 714375"/>
                <a:gd name="csY127" fmla="*/ 20868 h 304800"/>
                <a:gd name="csX128" fmla="*/ 178908 w 714375"/>
                <a:gd name="csY128" fmla="*/ 23173 h 304800"/>
                <a:gd name="csX129" fmla="*/ 180299 w 714375"/>
                <a:gd name="csY129" fmla="*/ 25545 h 304800"/>
                <a:gd name="csX130" fmla="*/ 181756 w 714375"/>
                <a:gd name="csY130" fmla="*/ 27983 h 304800"/>
                <a:gd name="csX131" fmla="*/ 183147 w 714375"/>
                <a:gd name="csY131" fmla="*/ 30536 h 304800"/>
                <a:gd name="csX132" fmla="*/ 184537 w 714375"/>
                <a:gd name="csY132" fmla="*/ 33031 h 304800"/>
                <a:gd name="csX133" fmla="*/ 185938 w 714375"/>
                <a:gd name="csY133" fmla="*/ 35651 h 304800"/>
                <a:gd name="csX134" fmla="*/ 187328 w 714375"/>
                <a:gd name="csY134" fmla="*/ 38270 h 304800"/>
                <a:gd name="csX135" fmla="*/ 188719 w 714375"/>
                <a:gd name="csY135" fmla="*/ 40956 h 304800"/>
                <a:gd name="csX136" fmla="*/ 190110 w 714375"/>
                <a:gd name="csY136" fmla="*/ 43642 h 304800"/>
                <a:gd name="csX137" fmla="*/ 191500 w 714375"/>
                <a:gd name="csY137" fmla="*/ 46385 h 304800"/>
                <a:gd name="csX138" fmla="*/ 192891 w 714375"/>
                <a:gd name="csY138" fmla="*/ 49129 h 304800"/>
                <a:gd name="csX139" fmla="*/ 194291 w 714375"/>
                <a:gd name="csY139" fmla="*/ 51872 h 304800"/>
                <a:gd name="csX140" fmla="*/ 195682 w 714375"/>
                <a:gd name="csY140" fmla="*/ 54615 h 304800"/>
                <a:gd name="csX141" fmla="*/ 197072 w 714375"/>
                <a:gd name="csY141" fmla="*/ 57358 h 304800"/>
                <a:gd name="csX142" fmla="*/ 198529 w 714375"/>
                <a:gd name="csY142" fmla="*/ 60111 h 304800"/>
                <a:gd name="csX143" fmla="*/ 199921 w 714375"/>
                <a:gd name="csY143" fmla="*/ 62854 h 304800"/>
                <a:gd name="csX144" fmla="*/ 201311 w 714375"/>
                <a:gd name="csY144" fmla="*/ 65597 h 304800"/>
                <a:gd name="csX145" fmla="*/ 202702 w 714375"/>
                <a:gd name="csY145" fmla="*/ 68341 h 304800"/>
                <a:gd name="csX146" fmla="*/ 204102 w 714375"/>
                <a:gd name="csY146" fmla="*/ 71026 h 304800"/>
                <a:gd name="csX147" fmla="*/ 205492 w 714375"/>
                <a:gd name="csY147" fmla="*/ 73646 h 304800"/>
                <a:gd name="csX148" fmla="*/ 206883 w 714375"/>
                <a:gd name="csY148" fmla="*/ 76322 h 304800"/>
                <a:gd name="csX149" fmla="*/ 208274 w 714375"/>
                <a:gd name="csY149" fmla="*/ 78942 h 304800"/>
                <a:gd name="csX150" fmla="*/ 209664 w 714375"/>
                <a:gd name="csY150" fmla="*/ 81504 h 304800"/>
                <a:gd name="csX151" fmla="*/ 211055 w 714375"/>
                <a:gd name="csY151" fmla="*/ 84057 h 304800"/>
                <a:gd name="csX152" fmla="*/ 212455 w 714375"/>
                <a:gd name="csY152" fmla="*/ 86552 h 304800"/>
                <a:gd name="csX153" fmla="*/ 213903 w 714375"/>
                <a:gd name="csY153" fmla="*/ 88991 h 304800"/>
                <a:gd name="csX154" fmla="*/ 215303 w 714375"/>
                <a:gd name="csY154" fmla="*/ 91420 h 304800"/>
                <a:gd name="csX155" fmla="*/ 216694 w 714375"/>
                <a:gd name="csY155" fmla="*/ 93858 h 304800"/>
                <a:gd name="csX156" fmla="*/ 218085 w 714375"/>
                <a:gd name="csY156" fmla="*/ 96163 h 304800"/>
                <a:gd name="csX157" fmla="*/ 219475 w 714375"/>
                <a:gd name="csY157" fmla="*/ 98468 h 304800"/>
                <a:gd name="csX158" fmla="*/ 220866 w 714375"/>
                <a:gd name="csY158" fmla="*/ 100716 h 304800"/>
                <a:gd name="csX159" fmla="*/ 222266 w 714375"/>
                <a:gd name="csY159" fmla="*/ 102897 h 304800"/>
                <a:gd name="csX160" fmla="*/ 223656 w 714375"/>
                <a:gd name="csY160" fmla="*/ 105088 h 304800"/>
                <a:gd name="csX161" fmla="*/ 225048 w 714375"/>
                <a:gd name="csY161" fmla="*/ 107202 h 304800"/>
                <a:gd name="csX162" fmla="*/ 226438 w 714375"/>
                <a:gd name="csY162" fmla="*/ 109260 h 304800"/>
                <a:gd name="csX163" fmla="*/ 227829 w 714375"/>
                <a:gd name="csY163" fmla="*/ 111327 h 304800"/>
                <a:gd name="csX164" fmla="*/ 229286 w 714375"/>
                <a:gd name="csY164" fmla="*/ 113317 h 304800"/>
                <a:gd name="csX165" fmla="*/ 230676 w 714375"/>
                <a:gd name="csY165" fmla="*/ 115251 h 304800"/>
                <a:gd name="csX166" fmla="*/ 232077 w 714375"/>
                <a:gd name="csY166" fmla="*/ 117127 h 304800"/>
                <a:gd name="csX167" fmla="*/ 233467 w 714375"/>
                <a:gd name="csY167" fmla="*/ 118994 h 304800"/>
                <a:gd name="csX168" fmla="*/ 234858 w 714375"/>
                <a:gd name="csY168" fmla="*/ 120747 h 304800"/>
                <a:gd name="csX169" fmla="*/ 236249 w 714375"/>
                <a:gd name="csY169" fmla="*/ 122547 h 304800"/>
                <a:gd name="csX170" fmla="*/ 237639 w 714375"/>
                <a:gd name="csY170" fmla="*/ 124233 h 304800"/>
                <a:gd name="csX171" fmla="*/ 239030 w 714375"/>
                <a:gd name="csY171" fmla="*/ 125919 h 304800"/>
                <a:gd name="csX172" fmla="*/ 240430 w 714375"/>
                <a:gd name="csY172" fmla="*/ 127538 h 304800"/>
                <a:gd name="csX173" fmla="*/ 241821 w 714375"/>
                <a:gd name="csY173" fmla="*/ 129167 h 304800"/>
                <a:gd name="csX174" fmla="*/ 243212 w 714375"/>
                <a:gd name="csY174" fmla="*/ 130720 h 304800"/>
                <a:gd name="csX175" fmla="*/ 244602 w 714375"/>
                <a:gd name="csY175" fmla="*/ 132225 h 304800"/>
                <a:gd name="csX176" fmla="*/ 246060 w 714375"/>
                <a:gd name="csY176" fmla="*/ 133720 h 304800"/>
                <a:gd name="csX177" fmla="*/ 247450 w 714375"/>
                <a:gd name="csY177" fmla="*/ 135216 h 304800"/>
                <a:gd name="csX178" fmla="*/ 248841 w 714375"/>
                <a:gd name="csY178" fmla="*/ 136587 h 304800"/>
                <a:gd name="csX179" fmla="*/ 250241 w 714375"/>
                <a:gd name="csY179" fmla="*/ 138025 h 304800"/>
                <a:gd name="csX180" fmla="*/ 251631 w 714375"/>
                <a:gd name="csY180" fmla="*/ 139330 h 304800"/>
                <a:gd name="csX181" fmla="*/ 253022 w 714375"/>
                <a:gd name="csY181" fmla="*/ 140702 h 304800"/>
                <a:gd name="csX182" fmla="*/ 254413 w 714375"/>
                <a:gd name="csY182" fmla="*/ 141950 h 304800"/>
                <a:gd name="csX183" fmla="*/ 255803 w 714375"/>
                <a:gd name="csY183" fmla="*/ 143264 h 304800"/>
                <a:gd name="csX184" fmla="*/ 257204 w 714375"/>
                <a:gd name="csY184" fmla="*/ 144512 h 304800"/>
                <a:gd name="csX185" fmla="*/ 258594 w 714375"/>
                <a:gd name="csY185" fmla="*/ 145693 h 304800"/>
                <a:gd name="csX186" fmla="*/ 259985 w 714375"/>
                <a:gd name="csY186" fmla="*/ 146884 h 304800"/>
                <a:gd name="csX187" fmla="*/ 261442 w 714375"/>
                <a:gd name="csY187" fmla="*/ 148065 h 304800"/>
                <a:gd name="csX188" fmla="*/ 262833 w 714375"/>
                <a:gd name="csY188" fmla="*/ 149189 h 304800"/>
                <a:gd name="csX189" fmla="*/ 264224 w 714375"/>
                <a:gd name="csY189" fmla="*/ 150313 h 304800"/>
                <a:gd name="csX190" fmla="*/ 265614 w 714375"/>
                <a:gd name="csY190" fmla="*/ 151437 h 304800"/>
                <a:gd name="csX191" fmla="*/ 267005 w 714375"/>
                <a:gd name="csY191" fmla="*/ 152494 h 304800"/>
                <a:gd name="csX192" fmla="*/ 268405 w 714375"/>
                <a:gd name="csY192" fmla="*/ 153551 h 304800"/>
                <a:gd name="csX193" fmla="*/ 269796 w 714375"/>
                <a:gd name="csY193" fmla="*/ 154551 h 304800"/>
                <a:gd name="csX194" fmla="*/ 271187 w 714375"/>
                <a:gd name="csY194" fmla="*/ 155551 h 304800"/>
                <a:gd name="csX195" fmla="*/ 272577 w 714375"/>
                <a:gd name="csY195" fmla="*/ 156551 h 304800"/>
                <a:gd name="csX196" fmla="*/ 273968 w 714375"/>
                <a:gd name="csY196" fmla="*/ 157552 h 304800"/>
                <a:gd name="csX197" fmla="*/ 275368 w 714375"/>
                <a:gd name="csY197" fmla="*/ 158542 h 304800"/>
                <a:gd name="csX198" fmla="*/ 276816 w 714375"/>
                <a:gd name="csY198" fmla="*/ 159485 h 304800"/>
                <a:gd name="csX199" fmla="*/ 278216 w 714375"/>
                <a:gd name="csY199" fmla="*/ 160419 h 304800"/>
                <a:gd name="csX200" fmla="*/ 279606 w 714375"/>
                <a:gd name="csY200" fmla="*/ 161295 h 304800"/>
                <a:gd name="csX201" fmla="*/ 280997 w 714375"/>
                <a:gd name="csY201" fmla="*/ 162228 h 304800"/>
                <a:gd name="csX202" fmla="*/ 282388 w 714375"/>
                <a:gd name="csY202" fmla="*/ 163095 h 304800"/>
                <a:gd name="csX203" fmla="*/ 283778 w 714375"/>
                <a:gd name="csY203" fmla="*/ 163971 h 304800"/>
                <a:gd name="csX204" fmla="*/ 285179 w 714375"/>
                <a:gd name="csY204" fmla="*/ 164781 h 304800"/>
                <a:gd name="csX205" fmla="*/ 286569 w 714375"/>
                <a:gd name="csY205" fmla="*/ 165657 h 304800"/>
                <a:gd name="csX206" fmla="*/ 287960 w 714375"/>
                <a:gd name="csY206" fmla="*/ 166467 h 304800"/>
                <a:gd name="csX207" fmla="*/ 289351 w 714375"/>
                <a:gd name="csY207" fmla="*/ 167277 h 304800"/>
                <a:gd name="csX208" fmla="*/ 290741 w 714375"/>
                <a:gd name="csY208" fmla="*/ 168029 h 304800"/>
                <a:gd name="csX209" fmla="*/ 292132 w 714375"/>
                <a:gd name="csY209" fmla="*/ 168839 h 304800"/>
                <a:gd name="csX210" fmla="*/ 293589 w 714375"/>
                <a:gd name="csY210" fmla="*/ 169591 h 304800"/>
                <a:gd name="csX211" fmla="*/ 294980 w 714375"/>
                <a:gd name="csY211" fmla="*/ 170334 h 304800"/>
                <a:gd name="csX212" fmla="*/ 296380 w 714375"/>
                <a:gd name="csY212" fmla="*/ 171087 h 304800"/>
                <a:gd name="csX213" fmla="*/ 297770 w 714375"/>
                <a:gd name="csY213" fmla="*/ 171830 h 304800"/>
                <a:gd name="csX214" fmla="*/ 299161 w 714375"/>
                <a:gd name="csY214" fmla="*/ 172525 h 304800"/>
                <a:gd name="csX215" fmla="*/ 300552 w 714375"/>
                <a:gd name="csY215" fmla="*/ 173268 h 304800"/>
                <a:gd name="csX216" fmla="*/ 301943 w 714375"/>
                <a:gd name="csY216" fmla="*/ 173954 h 304800"/>
                <a:gd name="csX217" fmla="*/ 303343 w 714375"/>
                <a:gd name="csY217" fmla="*/ 174582 h 304800"/>
                <a:gd name="csX218" fmla="*/ 304733 w 714375"/>
                <a:gd name="csY218" fmla="*/ 175268 h 304800"/>
                <a:gd name="csX219" fmla="*/ 306124 w 714375"/>
                <a:gd name="csY219" fmla="*/ 175887 h 304800"/>
                <a:gd name="csX220" fmla="*/ 307515 w 714375"/>
                <a:gd name="csY220" fmla="*/ 176573 h 304800"/>
                <a:gd name="csX221" fmla="*/ 308972 w 714375"/>
                <a:gd name="csY221" fmla="*/ 177202 h 304800"/>
                <a:gd name="csX222" fmla="*/ 310363 w 714375"/>
                <a:gd name="csY222" fmla="*/ 177821 h 304800"/>
                <a:gd name="csX223" fmla="*/ 311753 w 714375"/>
                <a:gd name="csY223" fmla="*/ 178383 h 304800"/>
                <a:gd name="csX224" fmla="*/ 313154 w 714375"/>
                <a:gd name="csY224" fmla="*/ 179011 h 304800"/>
                <a:gd name="csX225" fmla="*/ 314544 w 714375"/>
                <a:gd name="csY225" fmla="*/ 179573 h 304800"/>
                <a:gd name="csX226" fmla="*/ 315935 w 714375"/>
                <a:gd name="csY226" fmla="*/ 180126 h 304800"/>
                <a:gd name="csX227" fmla="*/ 317326 w 714375"/>
                <a:gd name="csY227" fmla="*/ 180688 h 304800"/>
                <a:gd name="csX228" fmla="*/ 318716 w 714375"/>
                <a:gd name="csY228" fmla="*/ 181250 h 304800"/>
                <a:gd name="csX229" fmla="*/ 320107 w 714375"/>
                <a:gd name="csY229" fmla="*/ 181755 h 304800"/>
                <a:gd name="csX230" fmla="*/ 321507 w 714375"/>
                <a:gd name="csY230" fmla="*/ 182317 h 304800"/>
                <a:gd name="csX231" fmla="*/ 322897 w 714375"/>
                <a:gd name="csY231" fmla="*/ 182812 h 304800"/>
                <a:gd name="csX232" fmla="*/ 324355 w 714375"/>
                <a:gd name="csY232" fmla="*/ 183307 h 304800"/>
                <a:gd name="csX233" fmla="*/ 325745 w 714375"/>
                <a:gd name="csY233" fmla="*/ 183812 h 304800"/>
                <a:gd name="csX234" fmla="*/ 327136 w 714375"/>
                <a:gd name="csY234" fmla="*/ 184307 h 304800"/>
                <a:gd name="csX235" fmla="*/ 328527 w 714375"/>
                <a:gd name="csY235" fmla="*/ 184745 h 304800"/>
                <a:gd name="csX236" fmla="*/ 329917 w 714375"/>
                <a:gd name="csY236" fmla="*/ 185250 h 304800"/>
                <a:gd name="csX237" fmla="*/ 331318 w 714375"/>
                <a:gd name="csY237" fmla="*/ 185679 h 304800"/>
                <a:gd name="csX238" fmla="*/ 332708 w 714375"/>
                <a:gd name="csY238" fmla="*/ 186117 h 304800"/>
                <a:gd name="csX239" fmla="*/ 334099 w 714375"/>
                <a:gd name="csY239" fmla="*/ 186622 h 304800"/>
                <a:gd name="csX240" fmla="*/ 335490 w 714375"/>
                <a:gd name="csY240" fmla="*/ 187050 h 304800"/>
                <a:gd name="csX241" fmla="*/ 336880 w 714375"/>
                <a:gd name="csY241" fmla="*/ 187432 h 304800"/>
                <a:gd name="csX242" fmla="*/ 338271 w 714375"/>
                <a:gd name="csY242" fmla="*/ 187870 h 304800"/>
                <a:gd name="csX243" fmla="*/ 339671 w 714375"/>
                <a:gd name="csY243" fmla="*/ 188298 h 304800"/>
                <a:gd name="csX244" fmla="*/ 341128 w 714375"/>
                <a:gd name="csY244" fmla="*/ 188679 h 304800"/>
                <a:gd name="csX245" fmla="*/ 342519 w 714375"/>
                <a:gd name="csY245" fmla="*/ 189051 h 304800"/>
                <a:gd name="csX246" fmla="*/ 343909 w 714375"/>
                <a:gd name="csY246" fmla="*/ 189489 h 304800"/>
                <a:gd name="csX247" fmla="*/ 345301 w 714375"/>
                <a:gd name="csY247" fmla="*/ 189860 h 304800"/>
                <a:gd name="csX248" fmla="*/ 346691 w 714375"/>
                <a:gd name="csY248" fmla="*/ 190232 h 304800"/>
                <a:gd name="csX249" fmla="*/ 348091 w 714375"/>
                <a:gd name="csY249" fmla="*/ 190613 h 304800"/>
                <a:gd name="csX250" fmla="*/ 349482 w 714375"/>
                <a:gd name="csY250" fmla="*/ 190984 h 304800"/>
                <a:gd name="csX251" fmla="*/ 350872 w 714375"/>
                <a:gd name="csY251" fmla="*/ 191356 h 304800"/>
                <a:gd name="csX252" fmla="*/ 352263 w 714375"/>
                <a:gd name="csY252" fmla="*/ 191737 h 304800"/>
                <a:gd name="csX253" fmla="*/ 353654 w 714375"/>
                <a:gd name="csY253" fmla="*/ 192042 h 304800"/>
                <a:gd name="csX254" fmla="*/ 355044 w 714375"/>
                <a:gd name="csY254" fmla="*/ 192423 h 304800"/>
                <a:gd name="csX255" fmla="*/ 356502 w 714375"/>
                <a:gd name="csY255" fmla="*/ 192794 h 304800"/>
                <a:gd name="csX256" fmla="*/ 357892 w 714375"/>
                <a:gd name="csY256" fmla="*/ 193109 h 304800"/>
                <a:gd name="csX257" fmla="*/ 359293 w 714375"/>
                <a:gd name="csY257" fmla="*/ 193480 h 304800"/>
                <a:gd name="csX258" fmla="*/ 360683 w 714375"/>
                <a:gd name="csY258" fmla="*/ 193794 h 304800"/>
                <a:gd name="csX259" fmla="*/ 362074 w 714375"/>
                <a:gd name="csY259" fmla="*/ 194166 h 304800"/>
                <a:gd name="csX260" fmla="*/ 363465 w 714375"/>
                <a:gd name="csY260" fmla="*/ 194480 h 304800"/>
                <a:gd name="csX261" fmla="*/ 364855 w 714375"/>
                <a:gd name="csY261" fmla="*/ 194794 h 304800"/>
                <a:gd name="csX262" fmla="*/ 366246 w 714375"/>
                <a:gd name="csY262" fmla="*/ 195166 h 304800"/>
                <a:gd name="csX263" fmla="*/ 367646 w 714375"/>
                <a:gd name="csY263" fmla="*/ 195480 h 304800"/>
                <a:gd name="csX264" fmla="*/ 369036 w 714375"/>
                <a:gd name="csY264" fmla="*/ 195785 h 304800"/>
                <a:gd name="csX265" fmla="*/ 370428 w 714375"/>
                <a:gd name="csY265" fmla="*/ 196166 h 304800"/>
                <a:gd name="csX266" fmla="*/ 371818 w 714375"/>
                <a:gd name="csY266" fmla="*/ 196471 h 304800"/>
                <a:gd name="csX267" fmla="*/ 373275 w 714375"/>
                <a:gd name="csY267" fmla="*/ 196785 h 304800"/>
                <a:gd name="csX268" fmla="*/ 374666 w 714375"/>
                <a:gd name="csY268" fmla="*/ 197100 h 304800"/>
                <a:gd name="csX269" fmla="*/ 376066 w 714375"/>
                <a:gd name="csY269" fmla="*/ 197414 h 304800"/>
                <a:gd name="csX270" fmla="*/ 377457 w 714375"/>
                <a:gd name="csY270" fmla="*/ 197718 h 304800"/>
                <a:gd name="csX271" fmla="*/ 378847 w 714375"/>
                <a:gd name="csY271" fmla="*/ 198033 h 304800"/>
                <a:gd name="csX272" fmla="*/ 380238 w 714375"/>
                <a:gd name="csY272" fmla="*/ 198347 h 304800"/>
                <a:gd name="csX273" fmla="*/ 381629 w 714375"/>
                <a:gd name="csY273" fmla="*/ 198661 h 304800"/>
                <a:gd name="csX274" fmla="*/ 383019 w 714375"/>
                <a:gd name="csY274" fmla="*/ 198966 h 304800"/>
                <a:gd name="csX275" fmla="*/ 384420 w 714375"/>
                <a:gd name="csY275" fmla="*/ 199281 h 304800"/>
                <a:gd name="csX276" fmla="*/ 385810 w 714375"/>
                <a:gd name="csY276" fmla="*/ 199595 h 304800"/>
                <a:gd name="csX277" fmla="*/ 387201 w 714375"/>
                <a:gd name="csY277" fmla="*/ 199909 h 304800"/>
                <a:gd name="csX278" fmla="*/ 388658 w 714375"/>
                <a:gd name="csY278" fmla="*/ 200157 h 304800"/>
                <a:gd name="csX279" fmla="*/ 390049 w 714375"/>
                <a:gd name="csY279" fmla="*/ 200471 h 304800"/>
                <a:gd name="csX280" fmla="*/ 391440 w 714375"/>
                <a:gd name="csY280" fmla="*/ 200776 h 304800"/>
                <a:gd name="csX281" fmla="*/ 392830 w 714375"/>
                <a:gd name="csY281" fmla="*/ 201024 h 304800"/>
                <a:gd name="csX282" fmla="*/ 394230 w 714375"/>
                <a:gd name="csY282" fmla="*/ 201338 h 304800"/>
                <a:gd name="csX283" fmla="*/ 395621 w 714375"/>
                <a:gd name="csY283" fmla="*/ 201586 h 304800"/>
                <a:gd name="csX284" fmla="*/ 397011 w 714375"/>
                <a:gd name="csY284" fmla="*/ 201900 h 304800"/>
                <a:gd name="csX285" fmla="*/ 398402 w 714375"/>
                <a:gd name="csY285" fmla="*/ 202148 h 304800"/>
                <a:gd name="csX286" fmla="*/ 399793 w 714375"/>
                <a:gd name="csY286" fmla="*/ 202405 h 304800"/>
                <a:gd name="csX287" fmla="*/ 401193 w 714375"/>
                <a:gd name="csY287" fmla="*/ 202652 h 304800"/>
                <a:gd name="csX288" fmla="*/ 402584 w 714375"/>
                <a:gd name="csY288" fmla="*/ 202900 h 304800"/>
                <a:gd name="csX289" fmla="*/ 404041 w 714375"/>
                <a:gd name="csY289" fmla="*/ 203148 h 304800"/>
                <a:gd name="csX290" fmla="*/ 405432 w 714375"/>
                <a:gd name="csY290" fmla="*/ 203395 h 304800"/>
                <a:gd name="csX291" fmla="*/ 406822 w 714375"/>
                <a:gd name="csY291" fmla="*/ 203653 h 304800"/>
                <a:gd name="csX292" fmla="*/ 408213 w 714375"/>
                <a:gd name="csY292" fmla="*/ 203834 h 304800"/>
                <a:gd name="csX293" fmla="*/ 409604 w 714375"/>
                <a:gd name="csY293" fmla="*/ 204081 h 304800"/>
                <a:gd name="csX294" fmla="*/ 410994 w 714375"/>
                <a:gd name="csY294" fmla="*/ 204272 h 304800"/>
                <a:gd name="csX295" fmla="*/ 412394 w 714375"/>
                <a:gd name="csY295" fmla="*/ 204462 h 304800"/>
                <a:gd name="csX296" fmla="*/ 413785 w 714375"/>
                <a:gd name="csY296" fmla="*/ 204710 h 304800"/>
                <a:gd name="csX297" fmla="*/ 415176 w 714375"/>
                <a:gd name="csY297" fmla="*/ 204834 h 304800"/>
                <a:gd name="csX298" fmla="*/ 416567 w 714375"/>
                <a:gd name="csY298" fmla="*/ 205024 h 304800"/>
                <a:gd name="csX299" fmla="*/ 417957 w 714375"/>
                <a:gd name="csY299" fmla="*/ 205205 h 304800"/>
                <a:gd name="csX300" fmla="*/ 419357 w 714375"/>
                <a:gd name="csY300" fmla="*/ 205329 h 304800"/>
                <a:gd name="csX301" fmla="*/ 420805 w 714375"/>
                <a:gd name="csY301" fmla="*/ 205462 h 304800"/>
                <a:gd name="csX302" fmla="*/ 422205 w 714375"/>
                <a:gd name="csY302" fmla="*/ 205643 h 304800"/>
                <a:gd name="csX303" fmla="*/ 423596 w 714375"/>
                <a:gd name="csY303" fmla="*/ 205710 h 304800"/>
                <a:gd name="csX304" fmla="*/ 424986 w 714375"/>
                <a:gd name="csY304" fmla="*/ 205834 h 304800"/>
                <a:gd name="csX305" fmla="*/ 426377 w 714375"/>
                <a:gd name="csY305" fmla="*/ 205958 h 304800"/>
                <a:gd name="csX306" fmla="*/ 427768 w 714375"/>
                <a:gd name="csY306" fmla="*/ 206015 h 304800"/>
                <a:gd name="csX307" fmla="*/ 429158 w 714375"/>
                <a:gd name="csY307" fmla="*/ 206082 h 304800"/>
                <a:gd name="csX308" fmla="*/ 430559 w 714375"/>
                <a:gd name="csY308" fmla="*/ 206148 h 304800"/>
                <a:gd name="csX309" fmla="*/ 431949 w 714375"/>
                <a:gd name="csY309" fmla="*/ 206148 h 304800"/>
                <a:gd name="csX310" fmla="*/ 433340 w 714375"/>
                <a:gd name="csY310" fmla="*/ 206205 h 304800"/>
                <a:gd name="csX311" fmla="*/ 434731 w 714375"/>
                <a:gd name="csY311" fmla="*/ 206205 h 304800"/>
                <a:gd name="csX312" fmla="*/ 436188 w 714375"/>
                <a:gd name="csY312" fmla="*/ 206205 h 304800"/>
                <a:gd name="csX313" fmla="*/ 437579 w 714375"/>
                <a:gd name="csY313" fmla="*/ 206148 h 304800"/>
                <a:gd name="csX314" fmla="*/ 438969 w 714375"/>
                <a:gd name="csY314" fmla="*/ 206148 h 304800"/>
                <a:gd name="csX315" fmla="*/ 440369 w 714375"/>
                <a:gd name="csY315" fmla="*/ 206082 h 304800"/>
                <a:gd name="csX316" fmla="*/ 441760 w 714375"/>
                <a:gd name="csY316" fmla="*/ 206015 h 304800"/>
                <a:gd name="csX317" fmla="*/ 443150 w 714375"/>
                <a:gd name="csY317" fmla="*/ 205891 h 304800"/>
                <a:gd name="csX318" fmla="*/ 444541 w 714375"/>
                <a:gd name="csY318" fmla="*/ 205767 h 304800"/>
                <a:gd name="csX319" fmla="*/ 445932 w 714375"/>
                <a:gd name="csY319" fmla="*/ 205643 h 304800"/>
                <a:gd name="csX320" fmla="*/ 447332 w 714375"/>
                <a:gd name="csY320" fmla="*/ 205519 h 304800"/>
                <a:gd name="csX321" fmla="*/ 448723 w 714375"/>
                <a:gd name="csY321" fmla="*/ 205329 h 304800"/>
                <a:gd name="csX322" fmla="*/ 450113 w 714375"/>
                <a:gd name="csY322" fmla="*/ 205148 h 304800"/>
                <a:gd name="csX323" fmla="*/ 451571 w 714375"/>
                <a:gd name="csY323" fmla="*/ 204957 h 304800"/>
                <a:gd name="csX324" fmla="*/ 452962 w 714375"/>
                <a:gd name="csY324" fmla="*/ 204710 h 304800"/>
                <a:gd name="csX325" fmla="*/ 454352 w 714375"/>
                <a:gd name="csY325" fmla="*/ 204519 h 304800"/>
                <a:gd name="csX326" fmla="*/ 455743 w 714375"/>
                <a:gd name="csY326" fmla="*/ 204205 h 304800"/>
                <a:gd name="csX327" fmla="*/ 457143 w 714375"/>
                <a:gd name="csY327" fmla="*/ 203957 h 304800"/>
                <a:gd name="csX328" fmla="*/ 458534 w 714375"/>
                <a:gd name="csY328" fmla="*/ 203653 h 304800"/>
                <a:gd name="csX329" fmla="*/ 459924 w 714375"/>
                <a:gd name="csY329" fmla="*/ 203272 h 304800"/>
                <a:gd name="csX330" fmla="*/ 461315 w 714375"/>
                <a:gd name="csY330" fmla="*/ 202900 h 304800"/>
                <a:gd name="csX331" fmla="*/ 462706 w 714375"/>
                <a:gd name="csY331" fmla="*/ 202529 h 304800"/>
                <a:gd name="csX332" fmla="*/ 464096 w 714375"/>
                <a:gd name="csY332" fmla="*/ 202148 h 304800"/>
                <a:gd name="csX333" fmla="*/ 465496 w 714375"/>
                <a:gd name="csY333" fmla="*/ 201719 h 304800"/>
                <a:gd name="csX334" fmla="*/ 466887 w 714375"/>
                <a:gd name="csY334" fmla="*/ 201214 h 304800"/>
                <a:gd name="csX335" fmla="*/ 468344 w 714375"/>
                <a:gd name="csY335" fmla="*/ 200719 h 304800"/>
                <a:gd name="csX336" fmla="*/ 469735 w 714375"/>
                <a:gd name="csY336" fmla="*/ 200214 h 304800"/>
                <a:gd name="csX337" fmla="*/ 471126 w 714375"/>
                <a:gd name="csY337" fmla="*/ 199652 h 304800"/>
                <a:gd name="csX338" fmla="*/ 472516 w 714375"/>
                <a:gd name="csY338" fmla="*/ 199090 h 304800"/>
                <a:gd name="csX339" fmla="*/ 473907 w 714375"/>
                <a:gd name="csY339" fmla="*/ 198528 h 304800"/>
                <a:gd name="csX340" fmla="*/ 475307 w 714375"/>
                <a:gd name="csY340" fmla="*/ 197842 h 304800"/>
                <a:gd name="csX341" fmla="*/ 476698 w 714375"/>
                <a:gd name="csY341" fmla="*/ 197223 h 304800"/>
                <a:gd name="csX342" fmla="*/ 478088 w 714375"/>
                <a:gd name="csY342" fmla="*/ 196537 h 304800"/>
                <a:gd name="csX343" fmla="*/ 479479 w 714375"/>
                <a:gd name="csY343" fmla="*/ 195785 h 304800"/>
                <a:gd name="csX344" fmla="*/ 480870 w 714375"/>
                <a:gd name="csY344" fmla="*/ 195042 h 304800"/>
                <a:gd name="csX345" fmla="*/ 482260 w 714375"/>
                <a:gd name="csY345" fmla="*/ 194232 h 304800"/>
                <a:gd name="csX346" fmla="*/ 483718 w 714375"/>
                <a:gd name="csY346" fmla="*/ 193356 h 304800"/>
                <a:gd name="csX347" fmla="*/ 485108 w 714375"/>
                <a:gd name="csY347" fmla="*/ 192480 h 304800"/>
                <a:gd name="csX348" fmla="*/ 486508 w 714375"/>
                <a:gd name="csY348" fmla="*/ 191613 h 304800"/>
                <a:gd name="csX349" fmla="*/ 487899 w 714375"/>
                <a:gd name="csY349" fmla="*/ 190613 h 304800"/>
                <a:gd name="csX350" fmla="*/ 489290 w 714375"/>
                <a:gd name="csY350" fmla="*/ 189679 h 304800"/>
                <a:gd name="csX351" fmla="*/ 490681 w 714375"/>
                <a:gd name="csY351" fmla="*/ 188613 h 304800"/>
                <a:gd name="csX352" fmla="*/ 492071 w 714375"/>
                <a:gd name="csY352" fmla="*/ 187555 h 304800"/>
                <a:gd name="csX353" fmla="*/ 493471 w 714375"/>
                <a:gd name="csY353" fmla="*/ 186431 h 304800"/>
                <a:gd name="csX354" fmla="*/ 494862 w 714375"/>
                <a:gd name="csY354" fmla="*/ 185308 h 304800"/>
                <a:gd name="csX355" fmla="*/ 496252 w 714375"/>
                <a:gd name="csY355" fmla="*/ 184060 h 304800"/>
                <a:gd name="csX356" fmla="*/ 497643 w 714375"/>
                <a:gd name="csY356" fmla="*/ 182812 h 304800"/>
                <a:gd name="csX357" fmla="*/ 499101 w 714375"/>
                <a:gd name="csY357" fmla="*/ 181564 h 304800"/>
                <a:gd name="csX358" fmla="*/ 500491 w 714375"/>
                <a:gd name="csY358" fmla="*/ 180192 h 304800"/>
                <a:gd name="csX359" fmla="*/ 501882 w 714375"/>
                <a:gd name="csY359" fmla="*/ 178821 h 304800"/>
                <a:gd name="csX360" fmla="*/ 503282 w 714375"/>
                <a:gd name="csY360" fmla="*/ 177383 h 304800"/>
                <a:gd name="csX361" fmla="*/ 504673 w 714375"/>
                <a:gd name="csY361" fmla="*/ 175887 h 304800"/>
                <a:gd name="csX362" fmla="*/ 506063 w 714375"/>
                <a:gd name="csY362" fmla="*/ 174392 h 304800"/>
                <a:gd name="csX363" fmla="*/ 507454 w 714375"/>
                <a:gd name="csY363" fmla="*/ 172830 h 304800"/>
                <a:gd name="csX364" fmla="*/ 508845 w 714375"/>
                <a:gd name="csY364" fmla="*/ 171210 h 304800"/>
                <a:gd name="csX365" fmla="*/ 510235 w 714375"/>
                <a:gd name="csY365" fmla="*/ 169591 h 304800"/>
                <a:gd name="csX366" fmla="*/ 511635 w 714375"/>
                <a:gd name="csY366" fmla="*/ 167839 h 304800"/>
                <a:gd name="csX367" fmla="*/ 513026 w 714375"/>
                <a:gd name="csY367" fmla="*/ 166096 h 304800"/>
                <a:gd name="csX368" fmla="*/ 514416 w 714375"/>
                <a:gd name="csY368" fmla="*/ 164286 h 304800"/>
                <a:gd name="csX369" fmla="*/ 515874 w 714375"/>
                <a:gd name="csY369" fmla="*/ 162476 h 304800"/>
                <a:gd name="csX370" fmla="*/ 517265 w 714375"/>
                <a:gd name="csY370" fmla="*/ 160609 h 304800"/>
                <a:gd name="csX371" fmla="*/ 518655 w 714375"/>
                <a:gd name="csY371" fmla="*/ 158666 h 304800"/>
                <a:gd name="csX372" fmla="*/ 520046 w 714375"/>
                <a:gd name="csY372" fmla="*/ 156733 h 304800"/>
                <a:gd name="csX373" fmla="*/ 521446 w 714375"/>
                <a:gd name="csY373" fmla="*/ 154742 h 304800"/>
                <a:gd name="csX374" fmla="*/ 522837 w 714375"/>
                <a:gd name="csY374" fmla="*/ 152684 h 304800"/>
                <a:gd name="csX375" fmla="*/ 524228 w 714375"/>
                <a:gd name="csY375" fmla="*/ 150627 h 304800"/>
                <a:gd name="csX376" fmla="*/ 525618 w 714375"/>
                <a:gd name="csY376" fmla="*/ 148570 h 304800"/>
                <a:gd name="csX377" fmla="*/ 527009 w 714375"/>
                <a:gd name="csY377" fmla="*/ 146445 h 304800"/>
                <a:gd name="csX378" fmla="*/ 528399 w 714375"/>
                <a:gd name="csY378" fmla="*/ 144321 h 304800"/>
                <a:gd name="csX379" fmla="*/ 529800 w 714375"/>
                <a:gd name="csY379" fmla="*/ 142140 h 304800"/>
                <a:gd name="csX380" fmla="*/ 531257 w 714375"/>
                <a:gd name="csY380" fmla="*/ 139959 h 304800"/>
                <a:gd name="csX381" fmla="*/ 532647 w 714375"/>
                <a:gd name="csY381" fmla="*/ 137768 h 304800"/>
                <a:gd name="csX382" fmla="*/ 534038 w 714375"/>
                <a:gd name="csY382" fmla="*/ 135587 h 304800"/>
                <a:gd name="csX383" fmla="*/ 535429 w 714375"/>
                <a:gd name="csY383" fmla="*/ 133406 h 304800"/>
                <a:gd name="csX384" fmla="*/ 536820 w 714375"/>
                <a:gd name="csY384" fmla="*/ 131224 h 304800"/>
                <a:gd name="csX385" fmla="*/ 538220 w 714375"/>
                <a:gd name="csY385" fmla="*/ 129043 h 304800"/>
                <a:gd name="csX386" fmla="*/ 539610 w 714375"/>
                <a:gd name="csY386" fmla="*/ 126919 h 304800"/>
                <a:gd name="csX387" fmla="*/ 541001 w 714375"/>
                <a:gd name="csY387" fmla="*/ 124738 h 304800"/>
                <a:gd name="csX388" fmla="*/ 542392 w 714375"/>
                <a:gd name="csY388" fmla="*/ 122614 h 304800"/>
                <a:gd name="csX389" fmla="*/ 543782 w 714375"/>
                <a:gd name="csY389" fmla="*/ 120557 h 304800"/>
                <a:gd name="csX390" fmla="*/ 545173 w 714375"/>
                <a:gd name="csY390" fmla="*/ 118499 h 304800"/>
                <a:gd name="csX391" fmla="*/ 546630 w 714375"/>
                <a:gd name="csY391" fmla="*/ 116499 h 304800"/>
                <a:gd name="csX392" fmla="*/ 548021 w 714375"/>
                <a:gd name="csY392" fmla="*/ 114565 h 304800"/>
                <a:gd name="csX393" fmla="*/ 549421 w 714375"/>
                <a:gd name="csY393" fmla="*/ 112632 h 304800"/>
                <a:gd name="csX394" fmla="*/ 550812 w 714375"/>
                <a:gd name="csY394" fmla="*/ 110765 h 304800"/>
                <a:gd name="csX395" fmla="*/ 552203 w 714375"/>
                <a:gd name="csY395" fmla="*/ 109012 h 304800"/>
                <a:gd name="csX396" fmla="*/ 553593 w 714375"/>
                <a:gd name="csY396" fmla="*/ 107326 h 304800"/>
                <a:gd name="csX397" fmla="*/ 554984 w 714375"/>
                <a:gd name="csY397" fmla="*/ 105707 h 304800"/>
                <a:gd name="csX398" fmla="*/ 556384 w 714375"/>
                <a:gd name="csY398" fmla="*/ 104212 h 304800"/>
                <a:gd name="csX399" fmla="*/ 557774 w 714375"/>
                <a:gd name="csY399" fmla="*/ 102773 h 304800"/>
                <a:gd name="csX400" fmla="*/ 559165 w 714375"/>
                <a:gd name="csY400" fmla="*/ 101402 h 304800"/>
                <a:gd name="csX401" fmla="*/ 560556 w 714375"/>
                <a:gd name="csY401" fmla="*/ 100221 h 304800"/>
                <a:gd name="csX402" fmla="*/ 561947 w 714375"/>
                <a:gd name="csY402" fmla="*/ 99097 h 304800"/>
                <a:gd name="csX403" fmla="*/ 563404 w 714375"/>
                <a:gd name="csY403" fmla="*/ 98097 h 304800"/>
                <a:gd name="csX404" fmla="*/ 564794 w 714375"/>
                <a:gd name="csY404" fmla="*/ 97220 h 304800"/>
                <a:gd name="csX405" fmla="*/ 566195 w 714375"/>
                <a:gd name="csY405" fmla="*/ 96477 h 304800"/>
                <a:gd name="csX406" fmla="*/ 567585 w 714375"/>
                <a:gd name="csY406" fmla="*/ 95915 h 304800"/>
                <a:gd name="csX407" fmla="*/ 568976 w 714375"/>
                <a:gd name="csY407" fmla="*/ 95410 h 304800"/>
                <a:gd name="csX408" fmla="*/ 570367 w 714375"/>
                <a:gd name="csY408" fmla="*/ 95106 h 304800"/>
                <a:gd name="csX409" fmla="*/ 571757 w 714375"/>
                <a:gd name="csY409" fmla="*/ 94915 h 304800"/>
                <a:gd name="csX410" fmla="*/ 573148 w 714375"/>
                <a:gd name="csY410" fmla="*/ 94858 h 304800"/>
                <a:gd name="csX411" fmla="*/ 574548 w 714375"/>
                <a:gd name="csY411" fmla="*/ 95039 h 304800"/>
                <a:gd name="csX412" fmla="*/ 575939 w 714375"/>
                <a:gd name="csY412" fmla="*/ 95353 h 304800"/>
                <a:gd name="csX413" fmla="*/ 577330 w 714375"/>
                <a:gd name="csY413" fmla="*/ 95725 h 304800"/>
                <a:gd name="csX414" fmla="*/ 578787 w 714375"/>
                <a:gd name="csY414" fmla="*/ 96353 h 304800"/>
                <a:gd name="csX415" fmla="*/ 580178 w 714375"/>
                <a:gd name="csY415" fmla="*/ 97163 h 304800"/>
                <a:gd name="csX416" fmla="*/ 581568 w 714375"/>
                <a:gd name="csY416" fmla="*/ 98039 h 304800"/>
                <a:gd name="csX417" fmla="*/ 582959 w 714375"/>
                <a:gd name="csY417" fmla="*/ 99154 h 304800"/>
                <a:gd name="csX418" fmla="*/ 584359 w 714375"/>
                <a:gd name="csY418" fmla="*/ 100402 h 304800"/>
                <a:gd name="csX419" fmla="*/ 585749 w 714375"/>
                <a:gd name="csY419" fmla="*/ 101840 h 304800"/>
                <a:gd name="csX420" fmla="*/ 587140 w 714375"/>
                <a:gd name="csY420" fmla="*/ 103402 h 304800"/>
                <a:gd name="csX421" fmla="*/ 588531 w 714375"/>
                <a:gd name="csY421" fmla="*/ 105145 h 304800"/>
                <a:gd name="csX422" fmla="*/ 589921 w 714375"/>
                <a:gd name="csY422" fmla="*/ 107022 h 304800"/>
                <a:gd name="csX423" fmla="*/ 591322 w 714375"/>
                <a:gd name="csY423" fmla="*/ 109079 h 304800"/>
                <a:gd name="csX424" fmla="*/ 592712 w 714375"/>
                <a:gd name="csY424" fmla="*/ 111260 h 304800"/>
                <a:gd name="csX425" fmla="*/ 594170 w 714375"/>
                <a:gd name="csY425" fmla="*/ 113632 h 304800"/>
                <a:gd name="csX426" fmla="*/ 595560 w 714375"/>
                <a:gd name="csY426" fmla="*/ 116061 h 304800"/>
                <a:gd name="csX427" fmla="*/ 596951 w 714375"/>
                <a:gd name="csY427" fmla="*/ 118747 h 304800"/>
                <a:gd name="csX428" fmla="*/ 598342 w 714375"/>
                <a:gd name="csY428" fmla="*/ 121433 h 304800"/>
                <a:gd name="csX429" fmla="*/ 599732 w 714375"/>
                <a:gd name="csY429" fmla="*/ 124300 h 304800"/>
                <a:gd name="csX430" fmla="*/ 601123 w 714375"/>
                <a:gd name="csY430" fmla="*/ 127357 h 304800"/>
                <a:gd name="csX431" fmla="*/ 602523 w 714375"/>
                <a:gd name="csY431" fmla="*/ 130415 h 304800"/>
                <a:gd name="csX432" fmla="*/ 603914 w 714375"/>
                <a:gd name="csY432" fmla="*/ 133653 h 304800"/>
                <a:gd name="csX433" fmla="*/ 605305 w 714375"/>
                <a:gd name="csY433" fmla="*/ 136958 h 304800"/>
                <a:gd name="csX434" fmla="*/ 606695 w 714375"/>
                <a:gd name="csY434" fmla="*/ 140397 h 304800"/>
                <a:gd name="csX435" fmla="*/ 608086 w 714375"/>
                <a:gd name="csY435" fmla="*/ 143826 h 304800"/>
                <a:gd name="csX436" fmla="*/ 609486 w 714375"/>
                <a:gd name="csY436" fmla="*/ 147446 h 304800"/>
                <a:gd name="csX437" fmla="*/ 610934 w 714375"/>
                <a:gd name="csY437" fmla="*/ 151056 h 304800"/>
                <a:gd name="csX438" fmla="*/ 612334 w 714375"/>
                <a:gd name="csY438" fmla="*/ 154799 h 304800"/>
                <a:gd name="csX439" fmla="*/ 613724 w 714375"/>
                <a:gd name="csY439" fmla="*/ 158542 h 304800"/>
                <a:gd name="csX440" fmla="*/ 615115 w 714375"/>
                <a:gd name="csY440" fmla="*/ 162352 h 304800"/>
                <a:gd name="csX441" fmla="*/ 616506 w 714375"/>
                <a:gd name="csY441" fmla="*/ 166153 h 304800"/>
                <a:gd name="csX442" fmla="*/ 617896 w 714375"/>
                <a:gd name="csY442" fmla="*/ 170086 h 304800"/>
                <a:gd name="csX443" fmla="*/ 619297 w 714375"/>
                <a:gd name="csY443" fmla="*/ 173954 h 304800"/>
                <a:gd name="csX444" fmla="*/ 620687 w 714375"/>
                <a:gd name="csY444" fmla="*/ 177887 h 304800"/>
                <a:gd name="csX445" fmla="*/ 622078 w 714375"/>
                <a:gd name="csY445" fmla="*/ 181812 h 304800"/>
                <a:gd name="csX446" fmla="*/ 623469 w 714375"/>
                <a:gd name="csY446" fmla="*/ 185679 h 304800"/>
                <a:gd name="csX447" fmla="*/ 624859 w 714375"/>
                <a:gd name="csY447" fmla="*/ 189613 h 304800"/>
                <a:gd name="csX448" fmla="*/ 626317 w 714375"/>
                <a:gd name="csY448" fmla="*/ 193547 h 304800"/>
                <a:gd name="csX449" fmla="*/ 627707 w 714375"/>
                <a:gd name="csY449" fmla="*/ 197414 h 304800"/>
                <a:gd name="csX450" fmla="*/ 629098 w 714375"/>
                <a:gd name="csY450" fmla="*/ 201214 h 304800"/>
                <a:gd name="csX451" fmla="*/ 630498 w 714375"/>
                <a:gd name="csY451" fmla="*/ 205024 h 304800"/>
                <a:gd name="csX452" fmla="*/ 631888 w 714375"/>
                <a:gd name="csY452" fmla="*/ 208825 h 304800"/>
                <a:gd name="csX453" fmla="*/ 633279 w 714375"/>
                <a:gd name="csY453" fmla="*/ 212511 h 304800"/>
                <a:gd name="csX454" fmla="*/ 634670 w 714375"/>
                <a:gd name="csY454" fmla="*/ 216188 h 304800"/>
                <a:gd name="csX455" fmla="*/ 636061 w 714375"/>
                <a:gd name="csY455" fmla="*/ 219807 h 304800"/>
                <a:gd name="csX456" fmla="*/ 637461 w 714375"/>
                <a:gd name="csY456" fmla="*/ 223360 h 304800"/>
                <a:gd name="csX457" fmla="*/ 638851 w 714375"/>
                <a:gd name="csY457" fmla="*/ 226856 h 304800"/>
                <a:gd name="csX458" fmla="*/ 640242 w 714375"/>
                <a:gd name="csY458" fmla="*/ 230227 h 304800"/>
                <a:gd name="csX459" fmla="*/ 641699 w 714375"/>
                <a:gd name="csY459" fmla="*/ 233590 h 304800"/>
                <a:gd name="csX460" fmla="*/ 643090 w 714375"/>
                <a:gd name="csY460" fmla="*/ 236838 h 304800"/>
                <a:gd name="csX461" fmla="*/ 644481 w 714375"/>
                <a:gd name="csY461" fmla="*/ 240019 h 304800"/>
                <a:gd name="csX462" fmla="*/ 645871 w 714375"/>
                <a:gd name="csY462" fmla="*/ 243134 h 304800"/>
                <a:gd name="csX463" fmla="*/ 647271 w 714375"/>
                <a:gd name="csY463" fmla="*/ 246134 h 304800"/>
                <a:gd name="csX464" fmla="*/ 648662 w 714375"/>
                <a:gd name="csY464" fmla="*/ 249058 h 304800"/>
                <a:gd name="csX465" fmla="*/ 650053 w 714375"/>
                <a:gd name="csY465" fmla="*/ 251868 h 304800"/>
                <a:gd name="csX466" fmla="*/ 651444 w 714375"/>
                <a:gd name="csY466" fmla="*/ 254611 h 304800"/>
                <a:gd name="csX467" fmla="*/ 652834 w 714375"/>
                <a:gd name="csY467" fmla="*/ 257297 h 304800"/>
                <a:gd name="csX468" fmla="*/ 654234 w 714375"/>
                <a:gd name="csY468" fmla="*/ 259860 h 304800"/>
                <a:gd name="csX469" fmla="*/ 655625 w 714375"/>
                <a:gd name="csY469" fmla="*/ 262289 h 304800"/>
                <a:gd name="csX470" fmla="*/ 657015 w 714375"/>
                <a:gd name="csY470" fmla="*/ 264660 h 304800"/>
                <a:gd name="csX471" fmla="*/ 658473 w 714375"/>
                <a:gd name="csY471" fmla="*/ 266965 h 304800"/>
                <a:gd name="csX472" fmla="*/ 659863 w 714375"/>
                <a:gd name="csY472" fmla="*/ 269147 h 304800"/>
                <a:gd name="csX473" fmla="*/ 661254 w 714375"/>
                <a:gd name="csY473" fmla="*/ 271271 h 304800"/>
                <a:gd name="csX474" fmla="*/ 662645 w 714375"/>
                <a:gd name="csY474" fmla="*/ 273271 h 304800"/>
                <a:gd name="csX475" fmla="*/ 664035 w 714375"/>
                <a:gd name="csY475" fmla="*/ 275138 h 304800"/>
                <a:gd name="csX476" fmla="*/ 665436 w 714375"/>
                <a:gd name="csY476" fmla="*/ 277014 h 304800"/>
                <a:gd name="csX477" fmla="*/ 666826 w 714375"/>
                <a:gd name="csY477" fmla="*/ 278757 h 304800"/>
                <a:gd name="csX478" fmla="*/ 668217 w 714375"/>
                <a:gd name="csY478" fmla="*/ 280443 h 304800"/>
                <a:gd name="csX479" fmla="*/ 669608 w 714375"/>
                <a:gd name="csY479" fmla="*/ 281996 h 304800"/>
                <a:gd name="csX480" fmla="*/ 670998 w 714375"/>
                <a:gd name="csY480" fmla="*/ 283501 h 304800"/>
                <a:gd name="csX481" fmla="*/ 672389 w 714375"/>
                <a:gd name="csY481" fmla="*/ 284929 h 304800"/>
                <a:gd name="csX482" fmla="*/ 673846 w 714375"/>
                <a:gd name="csY482" fmla="*/ 286301 h 304800"/>
                <a:gd name="csX483" fmla="*/ 675246 w 714375"/>
                <a:gd name="csY483" fmla="*/ 287549 h 304800"/>
                <a:gd name="csX484" fmla="*/ 676637 w 714375"/>
                <a:gd name="csY484" fmla="*/ 288739 h 304800"/>
                <a:gd name="csX485" fmla="*/ 678027 w 714375"/>
                <a:gd name="csY485" fmla="*/ 289921 h 304800"/>
                <a:gd name="csX486" fmla="*/ 679418 w 714375"/>
                <a:gd name="csY486" fmla="*/ 290987 h 304800"/>
                <a:gd name="csX487" fmla="*/ 680809 w 714375"/>
                <a:gd name="csY487" fmla="*/ 291978 h 304800"/>
                <a:gd name="csX488" fmla="*/ 682209 w 714375"/>
                <a:gd name="csY488" fmla="*/ 292921 h 304800"/>
                <a:gd name="csX489" fmla="*/ 683600 w 714375"/>
                <a:gd name="csY489" fmla="*/ 293788 h 304800"/>
                <a:gd name="csX490" fmla="*/ 684990 w 714375"/>
                <a:gd name="csY490" fmla="*/ 294664 h 304800"/>
                <a:gd name="csX491" fmla="*/ 686381 w 714375"/>
                <a:gd name="csY491" fmla="*/ 295417 h 304800"/>
                <a:gd name="csX492" fmla="*/ 687772 w 714375"/>
                <a:gd name="csY492" fmla="*/ 296159 h 304800"/>
                <a:gd name="csX493" fmla="*/ 689229 w 714375"/>
                <a:gd name="csY493" fmla="*/ 296845 h 304800"/>
                <a:gd name="csX494" fmla="*/ 690620 w 714375"/>
                <a:gd name="csY494" fmla="*/ 297474 h 304800"/>
                <a:gd name="csX495" fmla="*/ 692010 w 714375"/>
                <a:gd name="csY495" fmla="*/ 298093 h 304800"/>
                <a:gd name="csX496" fmla="*/ 693411 w 714375"/>
                <a:gd name="csY496" fmla="*/ 298598 h 304800"/>
                <a:gd name="csX497" fmla="*/ 694801 w 714375"/>
                <a:gd name="csY497" fmla="*/ 299093 h 304800"/>
                <a:gd name="csX498" fmla="*/ 696192 w 714375"/>
                <a:gd name="csY498" fmla="*/ 299588 h 304800"/>
                <a:gd name="csX499" fmla="*/ 697583 w 714375"/>
                <a:gd name="csY499" fmla="*/ 300027 h 304800"/>
                <a:gd name="csX500" fmla="*/ 698973 w 714375"/>
                <a:gd name="csY500" fmla="*/ 300465 h 304800"/>
                <a:gd name="csX501" fmla="*/ 700364 w 714375"/>
                <a:gd name="csY501" fmla="*/ 300836 h 304800"/>
                <a:gd name="csX502" fmla="*/ 701764 w 714375"/>
                <a:gd name="csY502" fmla="*/ 301150 h 304800"/>
                <a:gd name="csX503" fmla="*/ 703154 w 714375"/>
                <a:gd name="csY503" fmla="*/ 301465 h 304800"/>
                <a:gd name="csX504" fmla="*/ 704545 w 714375"/>
                <a:gd name="csY504" fmla="*/ 301779 h 304800"/>
                <a:gd name="csX505" fmla="*/ 706002 w 714375"/>
                <a:gd name="csY505" fmla="*/ 302027 h 304800"/>
                <a:gd name="csX506" fmla="*/ 707393 w 714375"/>
                <a:gd name="csY506" fmla="*/ 302275 h 304800"/>
                <a:gd name="csX507" fmla="*/ 708784 w 714375"/>
                <a:gd name="csY507" fmla="*/ 302522 h 304800"/>
                <a:gd name="csX508" fmla="*/ 710174 w 714375"/>
                <a:gd name="csY508" fmla="*/ 302713 h 304800"/>
                <a:gd name="csX509" fmla="*/ 711575 w 714375"/>
                <a:gd name="csY509" fmla="*/ 302903 h 304800"/>
                <a:gd name="csX510" fmla="*/ 712965 w 714375"/>
                <a:gd name="csY510" fmla="*/ 303084 h 304800"/>
                <a:gd name="csX511" fmla="*/ 714356 w 714375"/>
                <a:gd name="csY511" fmla="*/ 303274 h 304800"/>
                <a:gd name="csX512" fmla="*/ 714356 w 714375"/>
                <a:gd name="csY512" fmla="*/ 304770 h 304800"/>
                <a:gd name="csX513" fmla="*/ 712965 w 714375"/>
                <a:gd name="csY513" fmla="*/ 304770 h 304800"/>
                <a:gd name="csX514" fmla="*/ 711575 w 714375"/>
                <a:gd name="csY514" fmla="*/ 304770 h 304800"/>
                <a:gd name="csX515" fmla="*/ 710174 w 714375"/>
                <a:gd name="csY515" fmla="*/ 304770 h 304800"/>
                <a:gd name="csX516" fmla="*/ 708784 w 714375"/>
                <a:gd name="csY516" fmla="*/ 304770 h 304800"/>
                <a:gd name="csX517" fmla="*/ 707393 w 714375"/>
                <a:gd name="csY517" fmla="*/ 304770 h 304800"/>
                <a:gd name="csX518" fmla="*/ 706002 w 714375"/>
                <a:gd name="csY518" fmla="*/ 304770 h 304800"/>
                <a:gd name="csX519" fmla="*/ 704545 w 714375"/>
                <a:gd name="csY519" fmla="*/ 304770 h 304800"/>
                <a:gd name="csX520" fmla="*/ 703154 w 714375"/>
                <a:gd name="csY520" fmla="*/ 304770 h 304800"/>
                <a:gd name="csX521" fmla="*/ 701764 w 714375"/>
                <a:gd name="csY521" fmla="*/ 304770 h 304800"/>
                <a:gd name="csX522" fmla="*/ 700364 w 714375"/>
                <a:gd name="csY522" fmla="*/ 304770 h 304800"/>
                <a:gd name="csX523" fmla="*/ 698973 w 714375"/>
                <a:gd name="csY523" fmla="*/ 304770 h 304800"/>
                <a:gd name="csX524" fmla="*/ 697583 w 714375"/>
                <a:gd name="csY524" fmla="*/ 304770 h 304800"/>
                <a:gd name="csX525" fmla="*/ 696192 w 714375"/>
                <a:gd name="csY525" fmla="*/ 304770 h 304800"/>
                <a:gd name="csX526" fmla="*/ 694801 w 714375"/>
                <a:gd name="csY526" fmla="*/ 304770 h 304800"/>
                <a:gd name="csX527" fmla="*/ 693411 w 714375"/>
                <a:gd name="csY527" fmla="*/ 304770 h 304800"/>
                <a:gd name="csX528" fmla="*/ 692010 w 714375"/>
                <a:gd name="csY528" fmla="*/ 304770 h 304800"/>
                <a:gd name="csX529" fmla="*/ 690620 w 714375"/>
                <a:gd name="csY529" fmla="*/ 304770 h 304800"/>
                <a:gd name="csX530" fmla="*/ 689229 w 714375"/>
                <a:gd name="csY530" fmla="*/ 304770 h 304800"/>
                <a:gd name="csX531" fmla="*/ 687772 w 714375"/>
                <a:gd name="csY531" fmla="*/ 304770 h 304800"/>
                <a:gd name="csX532" fmla="*/ 686381 w 714375"/>
                <a:gd name="csY532" fmla="*/ 304770 h 304800"/>
                <a:gd name="csX533" fmla="*/ 684990 w 714375"/>
                <a:gd name="csY533" fmla="*/ 304770 h 304800"/>
                <a:gd name="csX534" fmla="*/ 683600 w 714375"/>
                <a:gd name="csY534" fmla="*/ 304770 h 304800"/>
                <a:gd name="csX535" fmla="*/ 682209 w 714375"/>
                <a:gd name="csY535" fmla="*/ 304770 h 304800"/>
                <a:gd name="csX536" fmla="*/ 680809 w 714375"/>
                <a:gd name="csY536" fmla="*/ 304770 h 304800"/>
                <a:gd name="csX537" fmla="*/ 679418 w 714375"/>
                <a:gd name="csY537" fmla="*/ 304770 h 304800"/>
                <a:gd name="csX538" fmla="*/ 678027 w 714375"/>
                <a:gd name="csY538" fmla="*/ 304770 h 304800"/>
                <a:gd name="csX539" fmla="*/ 676637 w 714375"/>
                <a:gd name="csY539" fmla="*/ 304770 h 304800"/>
                <a:gd name="csX540" fmla="*/ 675246 w 714375"/>
                <a:gd name="csY540" fmla="*/ 304770 h 304800"/>
                <a:gd name="csX541" fmla="*/ 673846 w 714375"/>
                <a:gd name="csY541" fmla="*/ 304770 h 304800"/>
                <a:gd name="csX542" fmla="*/ 672389 w 714375"/>
                <a:gd name="csY542" fmla="*/ 304770 h 304800"/>
                <a:gd name="csX543" fmla="*/ 670998 w 714375"/>
                <a:gd name="csY543" fmla="*/ 304770 h 304800"/>
                <a:gd name="csX544" fmla="*/ 669608 w 714375"/>
                <a:gd name="csY544" fmla="*/ 304770 h 304800"/>
                <a:gd name="csX545" fmla="*/ 668217 w 714375"/>
                <a:gd name="csY545" fmla="*/ 304770 h 304800"/>
                <a:gd name="csX546" fmla="*/ 666826 w 714375"/>
                <a:gd name="csY546" fmla="*/ 304770 h 304800"/>
                <a:gd name="csX547" fmla="*/ 665436 w 714375"/>
                <a:gd name="csY547" fmla="*/ 304770 h 304800"/>
                <a:gd name="csX548" fmla="*/ 664035 w 714375"/>
                <a:gd name="csY548" fmla="*/ 304770 h 304800"/>
                <a:gd name="csX549" fmla="*/ 662645 w 714375"/>
                <a:gd name="csY549" fmla="*/ 304770 h 304800"/>
                <a:gd name="csX550" fmla="*/ 661254 w 714375"/>
                <a:gd name="csY550" fmla="*/ 304770 h 304800"/>
                <a:gd name="csX551" fmla="*/ 659863 w 714375"/>
                <a:gd name="csY551" fmla="*/ 304770 h 304800"/>
                <a:gd name="csX552" fmla="*/ 658473 w 714375"/>
                <a:gd name="csY552" fmla="*/ 304770 h 304800"/>
                <a:gd name="csX553" fmla="*/ 657015 w 714375"/>
                <a:gd name="csY553" fmla="*/ 304770 h 304800"/>
                <a:gd name="csX554" fmla="*/ 655625 w 714375"/>
                <a:gd name="csY554" fmla="*/ 304770 h 304800"/>
                <a:gd name="csX555" fmla="*/ 654234 w 714375"/>
                <a:gd name="csY555" fmla="*/ 304770 h 304800"/>
                <a:gd name="csX556" fmla="*/ 652834 w 714375"/>
                <a:gd name="csY556" fmla="*/ 304770 h 304800"/>
                <a:gd name="csX557" fmla="*/ 651444 w 714375"/>
                <a:gd name="csY557" fmla="*/ 304770 h 304800"/>
                <a:gd name="csX558" fmla="*/ 650053 w 714375"/>
                <a:gd name="csY558" fmla="*/ 304770 h 304800"/>
                <a:gd name="csX559" fmla="*/ 648662 w 714375"/>
                <a:gd name="csY559" fmla="*/ 304770 h 304800"/>
                <a:gd name="csX560" fmla="*/ 647271 w 714375"/>
                <a:gd name="csY560" fmla="*/ 304770 h 304800"/>
                <a:gd name="csX561" fmla="*/ 645871 w 714375"/>
                <a:gd name="csY561" fmla="*/ 304770 h 304800"/>
                <a:gd name="csX562" fmla="*/ 644481 w 714375"/>
                <a:gd name="csY562" fmla="*/ 304770 h 304800"/>
                <a:gd name="csX563" fmla="*/ 643090 w 714375"/>
                <a:gd name="csY563" fmla="*/ 304770 h 304800"/>
                <a:gd name="csX564" fmla="*/ 641699 w 714375"/>
                <a:gd name="csY564" fmla="*/ 304770 h 304800"/>
                <a:gd name="csX565" fmla="*/ 640242 w 714375"/>
                <a:gd name="csY565" fmla="*/ 304770 h 304800"/>
                <a:gd name="csX566" fmla="*/ 638851 w 714375"/>
                <a:gd name="csY566" fmla="*/ 304770 h 304800"/>
                <a:gd name="csX567" fmla="*/ 637461 w 714375"/>
                <a:gd name="csY567" fmla="*/ 304770 h 304800"/>
                <a:gd name="csX568" fmla="*/ 636061 w 714375"/>
                <a:gd name="csY568" fmla="*/ 304770 h 304800"/>
                <a:gd name="csX569" fmla="*/ 634670 w 714375"/>
                <a:gd name="csY569" fmla="*/ 304770 h 304800"/>
                <a:gd name="csX570" fmla="*/ 633279 w 714375"/>
                <a:gd name="csY570" fmla="*/ 304770 h 304800"/>
                <a:gd name="csX571" fmla="*/ 631888 w 714375"/>
                <a:gd name="csY571" fmla="*/ 304770 h 304800"/>
                <a:gd name="csX572" fmla="*/ 630498 w 714375"/>
                <a:gd name="csY572" fmla="*/ 304770 h 304800"/>
                <a:gd name="csX573" fmla="*/ 629098 w 714375"/>
                <a:gd name="csY573" fmla="*/ 304770 h 304800"/>
                <a:gd name="csX574" fmla="*/ 627707 w 714375"/>
                <a:gd name="csY574" fmla="*/ 304770 h 304800"/>
                <a:gd name="csX575" fmla="*/ 626317 w 714375"/>
                <a:gd name="csY575" fmla="*/ 304770 h 304800"/>
                <a:gd name="csX576" fmla="*/ 624859 w 714375"/>
                <a:gd name="csY576" fmla="*/ 304770 h 304800"/>
                <a:gd name="csX577" fmla="*/ 623469 w 714375"/>
                <a:gd name="csY577" fmla="*/ 304770 h 304800"/>
                <a:gd name="csX578" fmla="*/ 622078 w 714375"/>
                <a:gd name="csY578" fmla="*/ 304770 h 304800"/>
                <a:gd name="csX579" fmla="*/ 620687 w 714375"/>
                <a:gd name="csY579" fmla="*/ 304770 h 304800"/>
                <a:gd name="csX580" fmla="*/ 619297 w 714375"/>
                <a:gd name="csY580" fmla="*/ 304770 h 304800"/>
                <a:gd name="csX581" fmla="*/ 617896 w 714375"/>
                <a:gd name="csY581" fmla="*/ 304770 h 304800"/>
                <a:gd name="csX582" fmla="*/ 616506 w 714375"/>
                <a:gd name="csY582" fmla="*/ 304770 h 304800"/>
                <a:gd name="csX583" fmla="*/ 615115 w 714375"/>
                <a:gd name="csY583" fmla="*/ 304770 h 304800"/>
                <a:gd name="csX584" fmla="*/ 613724 w 714375"/>
                <a:gd name="csY584" fmla="*/ 304770 h 304800"/>
                <a:gd name="csX585" fmla="*/ 612334 w 714375"/>
                <a:gd name="csY585" fmla="*/ 304770 h 304800"/>
                <a:gd name="csX586" fmla="*/ 610934 w 714375"/>
                <a:gd name="csY586" fmla="*/ 304770 h 304800"/>
                <a:gd name="csX587" fmla="*/ 609486 w 714375"/>
                <a:gd name="csY587" fmla="*/ 304770 h 304800"/>
                <a:gd name="csX588" fmla="*/ 608086 w 714375"/>
                <a:gd name="csY588" fmla="*/ 304770 h 304800"/>
                <a:gd name="csX589" fmla="*/ 606695 w 714375"/>
                <a:gd name="csY589" fmla="*/ 304770 h 304800"/>
                <a:gd name="csX590" fmla="*/ 605305 w 714375"/>
                <a:gd name="csY590" fmla="*/ 304770 h 304800"/>
                <a:gd name="csX591" fmla="*/ 603914 w 714375"/>
                <a:gd name="csY591" fmla="*/ 304770 h 304800"/>
                <a:gd name="csX592" fmla="*/ 602523 w 714375"/>
                <a:gd name="csY592" fmla="*/ 304770 h 304800"/>
                <a:gd name="csX593" fmla="*/ 601123 w 714375"/>
                <a:gd name="csY593" fmla="*/ 304770 h 304800"/>
                <a:gd name="csX594" fmla="*/ 599732 w 714375"/>
                <a:gd name="csY594" fmla="*/ 304770 h 304800"/>
                <a:gd name="csX595" fmla="*/ 598342 w 714375"/>
                <a:gd name="csY595" fmla="*/ 304770 h 304800"/>
                <a:gd name="csX596" fmla="*/ 596951 w 714375"/>
                <a:gd name="csY596" fmla="*/ 304770 h 304800"/>
                <a:gd name="csX597" fmla="*/ 595560 w 714375"/>
                <a:gd name="csY597" fmla="*/ 304770 h 304800"/>
                <a:gd name="csX598" fmla="*/ 594170 w 714375"/>
                <a:gd name="csY598" fmla="*/ 304770 h 304800"/>
                <a:gd name="csX599" fmla="*/ 592712 w 714375"/>
                <a:gd name="csY599" fmla="*/ 304770 h 304800"/>
                <a:gd name="csX600" fmla="*/ 591322 w 714375"/>
                <a:gd name="csY600" fmla="*/ 304770 h 304800"/>
                <a:gd name="csX601" fmla="*/ 589921 w 714375"/>
                <a:gd name="csY601" fmla="*/ 304770 h 304800"/>
                <a:gd name="csX602" fmla="*/ 588531 w 714375"/>
                <a:gd name="csY602" fmla="*/ 304770 h 304800"/>
                <a:gd name="csX603" fmla="*/ 587140 w 714375"/>
                <a:gd name="csY603" fmla="*/ 304770 h 304800"/>
                <a:gd name="csX604" fmla="*/ 585749 w 714375"/>
                <a:gd name="csY604" fmla="*/ 304770 h 304800"/>
                <a:gd name="csX605" fmla="*/ 584359 w 714375"/>
                <a:gd name="csY605" fmla="*/ 304770 h 304800"/>
                <a:gd name="csX606" fmla="*/ 582959 w 714375"/>
                <a:gd name="csY606" fmla="*/ 304770 h 304800"/>
                <a:gd name="csX607" fmla="*/ 581568 w 714375"/>
                <a:gd name="csY607" fmla="*/ 304770 h 304800"/>
                <a:gd name="csX608" fmla="*/ 580178 w 714375"/>
                <a:gd name="csY608" fmla="*/ 304770 h 304800"/>
                <a:gd name="csX609" fmla="*/ 578787 w 714375"/>
                <a:gd name="csY609" fmla="*/ 304770 h 304800"/>
                <a:gd name="csX610" fmla="*/ 577330 w 714375"/>
                <a:gd name="csY610" fmla="*/ 304770 h 304800"/>
                <a:gd name="csX611" fmla="*/ 575939 w 714375"/>
                <a:gd name="csY611" fmla="*/ 304770 h 304800"/>
                <a:gd name="csX612" fmla="*/ 574548 w 714375"/>
                <a:gd name="csY612" fmla="*/ 304770 h 304800"/>
                <a:gd name="csX613" fmla="*/ 573148 w 714375"/>
                <a:gd name="csY613" fmla="*/ 304770 h 304800"/>
                <a:gd name="csX614" fmla="*/ 571757 w 714375"/>
                <a:gd name="csY614" fmla="*/ 304770 h 304800"/>
                <a:gd name="csX615" fmla="*/ 570367 w 714375"/>
                <a:gd name="csY615" fmla="*/ 304770 h 304800"/>
                <a:gd name="csX616" fmla="*/ 568976 w 714375"/>
                <a:gd name="csY616" fmla="*/ 304770 h 304800"/>
                <a:gd name="csX617" fmla="*/ 567585 w 714375"/>
                <a:gd name="csY617" fmla="*/ 304770 h 304800"/>
                <a:gd name="csX618" fmla="*/ 566195 w 714375"/>
                <a:gd name="csY618" fmla="*/ 304770 h 304800"/>
                <a:gd name="csX619" fmla="*/ 564794 w 714375"/>
                <a:gd name="csY619" fmla="*/ 304770 h 304800"/>
                <a:gd name="csX620" fmla="*/ 563404 w 714375"/>
                <a:gd name="csY620" fmla="*/ 304770 h 304800"/>
                <a:gd name="csX621" fmla="*/ 561947 w 714375"/>
                <a:gd name="csY621" fmla="*/ 304770 h 304800"/>
                <a:gd name="csX622" fmla="*/ 560556 w 714375"/>
                <a:gd name="csY622" fmla="*/ 304770 h 304800"/>
                <a:gd name="csX623" fmla="*/ 559165 w 714375"/>
                <a:gd name="csY623" fmla="*/ 304770 h 304800"/>
                <a:gd name="csX624" fmla="*/ 557774 w 714375"/>
                <a:gd name="csY624" fmla="*/ 304770 h 304800"/>
                <a:gd name="csX625" fmla="*/ 556384 w 714375"/>
                <a:gd name="csY625" fmla="*/ 304770 h 304800"/>
                <a:gd name="csX626" fmla="*/ 554984 w 714375"/>
                <a:gd name="csY626" fmla="*/ 304770 h 304800"/>
                <a:gd name="csX627" fmla="*/ 553593 w 714375"/>
                <a:gd name="csY627" fmla="*/ 304770 h 304800"/>
                <a:gd name="csX628" fmla="*/ 552203 w 714375"/>
                <a:gd name="csY628" fmla="*/ 304770 h 304800"/>
                <a:gd name="csX629" fmla="*/ 550812 w 714375"/>
                <a:gd name="csY629" fmla="*/ 304770 h 304800"/>
                <a:gd name="csX630" fmla="*/ 549421 w 714375"/>
                <a:gd name="csY630" fmla="*/ 304770 h 304800"/>
                <a:gd name="csX631" fmla="*/ 548021 w 714375"/>
                <a:gd name="csY631" fmla="*/ 304770 h 304800"/>
                <a:gd name="csX632" fmla="*/ 546630 w 714375"/>
                <a:gd name="csY632" fmla="*/ 304770 h 304800"/>
                <a:gd name="csX633" fmla="*/ 545173 w 714375"/>
                <a:gd name="csY633" fmla="*/ 304770 h 304800"/>
                <a:gd name="csX634" fmla="*/ 543782 w 714375"/>
                <a:gd name="csY634" fmla="*/ 304770 h 304800"/>
                <a:gd name="csX635" fmla="*/ 542392 w 714375"/>
                <a:gd name="csY635" fmla="*/ 304770 h 304800"/>
                <a:gd name="csX636" fmla="*/ 541001 w 714375"/>
                <a:gd name="csY636" fmla="*/ 304770 h 304800"/>
                <a:gd name="csX637" fmla="*/ 539610 w 714375"/>
                <a:gd name="csY637" fmla="*/ 304770 h 304800"/>
                <a:gd name="csX638" fmla="*/ 538220 w 714375"/>
                <a:gd name="csY638" fmla="*/ 304770 h 304800"/>
                <a:gd name="csX639" fmla="*/ 536820 w 714375"/>
                <a:gd name="csY639" fmla="*/ 304770 h 304800"/>
                <a:gd name="csX640" fmla="*/ 535429 w 714375"/>
                <a:gd name="csY640" fmla="*/ 304770 h 304800"/>
                <a:gd name="csX641" fmla="*/ 534038 w 714375"/>
                <a:gd name="csY641" fmla="*/ 304770 h 304800"/>
                <a:gd name="csX642" fmla="*/ 532647 w 714375"/>
                <a:gd name="csY642" fmla="*/ 304770 h 304800"/>
                <a:gd name="csX643" fmla="*/ 531257 w 714375"/>
                <a:gd name="csY643" fmla="*/ 304770 h 304800"/>
                <a:gd name="csX644" fmla="*/ 529800 w 714375"/>
                <a:gd name="csY644" fmla="*/ 304770 h 304800"/>
                <a:gd name="csX645" fmla="*/ 528399 w 714375"/>
                <a:gd name="csY645" fmla="*/ 304770 h 304800"/>
                <a:gd name="csX646" fmla="*/ 527009 w 714375"/>
                <a:gd name="csY646" fmla="*/ 304770 h 304800"/>
                <a:gd name="csX647" fmla="*/ 525618 w 714375"/>
                <a:gd name="csY647" fmla="*/ 304770 h 304800"/>
                <a:gd name="csX648" fmla="*/ 524228 w 714375"/>
                <a:gd name="csY648" fmla="*/ 304770 h 304800"/>
                <a:gd name="csX649" fmla="*/ 522837 w 714375"/>
                <a:gd name="csY649" fmla="*/ 304770 h 304800"/>
                <a:gd name="csX650" fmla="*/ 521446 w 714375"/>
                <a:gd name="csY650" fmla="*/ 304770 h 304800"/>
                <a:gd name="csX651" fmla="*/ 520046 w 714375"/>
                <a:gd name="csY651" fmla="*/ 304770 h 304800"/>
                <a:gd name="csX652" fmla="*/ 518655 w 714375"/>
                <a:gd name="csY652" fmla="*/ 304770 h 304800"/>
                <a:gd name="csX653" fmla="*/ 517265 w 714375"/>
                <a:gd name="csY653" fmla="*/ 304770 h 304800"/>
                <a:gd name="csX654" fmla="*/ 515874 w 714375"/>
                <a:gd name="csY654" fmla="*/ 304770 h 304800"/>
                <a:gd name="csX655" fmla="*/ 514416 w 714375"/>
                <a:gd name="csY655" fmla="*/ 304770 h 304800"/>
                <a:gd name="csX656" fmla="*/ 513026 w 714375"/>
                <a:gd name="csY656" fmla="*/ 304770 h 304800"/>
                <a:gd name="csX657" fmla="*/ 511635 w 714375"/>
                <a:gd name="csY657" fmla="*/ 304770 h 304800"/>
                <a:gd name="csX658" fmla="*/ 510235 w 714375"/>
                <a:gd name="csY658" fmla="*/ 304770 h 304800"/>
                <a:gd name="csX659" fmla="*/ 508845 w 714375"/>
                <a:gd name="csY659" fmla="*/ 304770 h 304800"/>
                <a:gd name="csX660" fmla="*/ 507454 w 714375"/>
                <a:gd name="csY660" fmla="*/ 304770 h 304800"/>
                <a:gd name="csX661" fmla="*/ 506063 w 714375"/>
                <a:gd name="csY661" fmla="*/ 304770 h 304800"/>
                <a:gd name="csX662" fmla="*/ 504673 w 714375"/>
                <a:gd name="csY662" fmla="*/ 304770 h 304800"/>
                <a:gd name="csX663" fmla="*/ 503282 w 714375"/>
                <a:gd name="csY663" fmla="*/ 304770 h 304800"/>
                <a:gd name="csX664" fmla="*/ 501882 w 714375"/>
                <a:gd name="csY664" fmla="*/ 304770 h 304800"/>
                <a:gd name="csX665" fmla="*/ 500491 w 714375"/>
                <a:gd name="csY665" fmla="*/ 304770 h 304800"/>
                <a:gd name="csX666" fmla="*/ 499101 w 714375"/>
                <a:gd name="csY666" fmla="*/ 304770 h 304800"/>
                <a:gd name="csX667" fmla="*/ 497643 w 714375"/>
                <a:gd name="csY667" fmla="*/ 304770 h 304800"/>
                <a:gd name="csX668" fmla="*/ 496252 w 714375"/>
                <a:gd name="csY668" fmla="*/ 304770 h 304800"/>
                <a:gd name="csX669" fmla="*/ 494862 w 714375"/>
                <a:gd name="csY669" fmla="*/ 304770 h 304800"/>
                <a:gd name="csX670" fmla="*/ 493471 w 714375"/>
                <a:gd name="csY670" fmla="*/ 304770 h 304800"/>
                <a:gd name="csX671" fmla="*/ 492071 w 714375"/>
                <a:gd name="csY671" fmla="*/ 304770 h 304800"/>
                <a:gd name="csX672" fmla="*/ 490681 w 714375"/>
                <a:gd name="csY672" fmla="*/ 304770 h 304800"/>
                <a:gd name="csX673" fmla="*/ 489290 w 714375"/>
                <a:gd name="csY673" fmla="*/ 304770 h 304800"/>
                <a:gd name="csX674" fmla="*/ 487899 w 714375"/>
                <a:gd name="csY674" fmla="*/ 304770 h 304800"/>
                <a:gd name="csX675" fmla="*/ 486508 w 714375"/>
                <a:gd name="csY675" fmla="*/ 304770 h 304800"/>
                <a:gd name="csX676" fmla="*/ 485108 w 714375"/>
                <a:gd name="csY676" fmla="*/ 304770 h 304800"/>
                <a:gd name="csX677" fmla="*/ 483718 w 714375"/>
                <a:gd name="csY677" fmla="*/ 304770 h 304800"/>
                <a:gd name="csX678" fmla="*/ 482260 w 714375"/>
                <a:gd name="csY678" fmla="*/ 304770 h 304800"/>
                <a:gd name="csX679" fmla="*/ 480870 w 714375"/>
                <a:gd name="csY679" fmla="*/ 304770 h 304800"/>
                <a:gd name="csX680" fmla="*/ 479479 w 714375"/>
                <a:gd name="csY680" fmla="*/ 304770 h 304800"/>
                <a:gd name="csX681" fmla="*/ 478088 w 714375"/>
                <a:gd name="csY681" fmla="*/ 304770 h 304800"/>
                <a:gd name="csX682" fmla="*/ 476698 w 714375"/>
                <a:gd name="csY682" fmla="*/ 304770 h 304800"/>
                <a:gd name="csX683" fmla="*/ 475307 w 714375"/>
                <a:gd name="csY683" fmla="*/ 304770 h 304800"/>
                <a:gd name="csX684" fmla="*/ 473907 w 714375"/>
                <a:gd name="csY684" fmla="*/ 304770 h 304800"/>
                <a:gd name="csX685" fmla="*/ 472516 w 714375"/>
                <a:gd name="csY685" fmla="*/ 304770 h 304800"/>
                <a:gd name="csX686" fmla="*/ 471126 w 714375"/>
                <a:gd name="csY686" fmla="*/ 304770 h 304800"/>
                <a:gd name="csX687" fmla="*/ 469735 w 714375"/>
                <a:gd name="csY687" fmla="*/ 304770 h 304800"/>
                <a:gd name="csX688" fmla="*/ 468344 w 714375"/>
                <a:gd name="csY688" fmla="*/ 304770 h 304800"/>
                <a:gd name="csX689" fmla="*/ 466887 w 714375"/>
                <a:gd name="csY689" fmla="*/ 304770 h 304800"/>
                <a:gd name="csX690" fmla="*/ 465496 w 714375"/>
                <a:gd name="csY690" fmla="*/ 304770 h 304800"/>
                <a:gd name="csX691" fmla="*/ 464096 w 714375"/>
                <a:gd name="csY691" fmla="*/ 304770 h 304800"/>
                <a:gd name="csX692" fmla="*/ 462706 w 714375"/>
                <a:gd name="csY692" fmla="*/ 304770 h 304800"/>
                <a:gd name="csX693" fmla="*/ 461315 w 714375"/>
                <a:gd name="csY693" fmla="*/ 304770 h 304800"/>
                <a:gd name="csX694" fmla="*/ 459924 w 714375"/>
                <a:gd name="csY694" fmla="*/ 304770 h 304800"/>
                <a:gd name="csX695" fmla="*/ 458534 w 714375"/>
                <a:gd name="csY695" fmla="*/ 304770 h 304800"/>
                <a:gd name="csX696" fmla="*/ 457143 w 714375"/>
                <a:gd name="csY696" fmla="*/ 304770 h 304800"/>
                <a:gd name="csX697" fmla="*/ 455743 w 714375"/>
                <a:gd name="csY697" fmla="*/ 304770 h 304800"/>
                <a:gd name="csX698" fmla="*/ 454352 w 714375"/>
                <a:gd name="csY698" fmla="*/ 304770 h 304800"/>
                <a:gd name="csX699" fmla="*/ 452962 w 714375"/>
                <a:gd name="csY699" fmla="*/ 304770 h 304800"/>
                <a:gd name="csX700" fmla="*/ 451571 w 714375"/>
                <a:gd name="csY700" fmla="*/ 304770 h 304800"/>
                <a:gd name="csX701" fmla="*/ 450113 w 714375"/>
                <a:gd name="csY701" fmla="*/ 304770 h 304800"/>
                <a:gd name="csX702" fmla="*/ 448723 w 714375"/>
                <a:gd name="csY702" fmla="*/ 304770 h 304800"/>
                <a:gd name="csX703" fmla="*/ 447332 w 714375"/>
                <a:gd name="csY703" fmla="*/ 304770 h 304800"/>
                <a:gd name="csX704" fmla="*/ 445932 w 714375"/>
                <a:gd name="csY704" fmla="*/ 304770 h 304800"/>
                <a:gd name="csX705" fmla="*/ 444541 w 714375"/>
                <a:gd name="csY705" fmla="*/ 304770 h 304800"/>
                <a:gd name="csX706" fmla="*/ 443150 w 714375"/>
                <a:gd name="csY706" fmla="*/ 304770 h 304800"/>
                <a:gd name="csX707" fmla="*/ 441760 w 714375"/>
                <a:gd name="csY707" fmla="*/ 304770 h 304800"/>
                <a:gd name="csX708" fmla="*/ 440369 w 714375"/>
                <a:gd name="csY708" fmla="*/ 304770 h 304800"/>
                <a:gd name="csX709" fmla="*/ 438969 w 714375"/>
                <a:gd name="csY709" fmla="*/ 304770 h 304800"/>
                <a:gd name="csX710" fmla="*/ 437579 w 714375"/>
                <a:gd name="csY710" fmla="*/ 304770 h 304800"/>
                <a:gd name="csX711" fmla="*/ 436188 w 714375"/>
                <a:gd name="csY711" fmla="*/ 304770 h 304800"/>
                <a:gd name="csX712" fmla="*/ 434731 w 714375"/>
                <a:gd name="csY712" fmla="*/ 304770 h 304800"/>
                <a:gd name="csX713" fmla="*/ 433340 w 714375"/>
                <a:gd name="csY713" fmla="*/ 304770 h 304800"/>
                <a:gd name="csX714" fmla="*/ 431949 w 714375"/>
                <a:gd name="csY714" fmla="*/ 304770 h 304800"/>
                <a:gd name="csX715" fmla="*/ 430559 w 714375"/>
                <a:gd name="csY715" fmla="*/ 304770 h 304800"/>
                <a:gd name="csX716" fmla="*/ 429158 w 714375"/>
                <a:gd name="csY716" fmla="*/ 304770 h 304800"/>
                <a:gd name="csX717" fmla="*/ 427768 w 714375"/>
                <a:gd name="csY717" fmla="*/ 304770 h 304800"/>
                <a:gd name="csX718" fmla="*/ 426377 w 714375"/>
                <a:gd name="csY718" fmla="*/ 304770 h 304800"/>
                <a:gd name="csX719" fmla="*/ 424986 w 714375"/>
                <a:gd name="csY719" fmla="*/ 304770 h 304800"/>
                <a:gd name="csX720" fmla="*/ 423596 w 714375"/>
                <a:gd name="csY720" fmla="*/ 304770 h 304800"/>
                <a:gd name="csX721" fmla="*/ 422205 w 714375"/>
                <a:gd name="csY721" fmla="*/ 304770 h 304800"/>
                <a:gd name="csX722" fmla="*/ 420805 w 714375"/>
                <a:gd name="csY722" fmla="*/ 304770 h 304800"/>
                <a:gd name="csX723" fmla="*/ 419357 w 714375"/>
                <a:gd name="csY723" fmla="*/ 304770 h 304800"/>
                <a:gd name="csX724" fmla="*/ 417957 w 714375"/>
                <a:gd name="csY724" fmla="*/ 304770 h 304800"/>
                <a:gd name="csX725" fmla="*/ 416567 w 714375"/>
                <a:gd name="csY725" fmla="*/ 304770 h 304800"/>
                <a:gd name="csX726" fmla="*/ 415176 w 714375"/>
                <a:gd name="csY726" fmla="*/ 304770 h 304800"/>
                <a:gd name="csX727" fmla="*/ 413785 w 714375"/>
                <a:gd name="csY727" fmla="*/ 304770 h 304800"/>
                <a:gd name="csX728" fmla="*/ 412394 w 714375"/>
                <a:gd name="csY728" fmla="*/ 304770 h 304800"/>
                <a:gd name="csX729" fmla="*/ 410994 w 714375"/>
                <a:gd name="csY729" fmla="*/ 304770 h 304800"/>
                <a:gd name="csX730" fmla="*/ 409604 w 714375"/>
                <a:gd name="csY730" fmla="*/ 304770 h 304800"/>
                <a:gd name="csX731" fmla="*/ 408213 w 714375"/>
                <a:gd name="csY731" fmla="*/ 304770 h 304800"/>
                <a:gd name="csX732" fmla="*/ 406822 w 714375"/>
                <a:gd name="csY732" fmla="*/ 304770 h 304800"/>
                <a:gd name="csX733" fmla="*/ 405432 w 714375"/>
                <a:gd name="csY733" fmla="*/ 304770 h 304800"/>
                <a:gd name="csX734" fmla="*/ 404041 w 714375"/>
                <a:gd name="csY734" fmla="*/ 304770 h 304800"/>
                <a:gd name="csX735" fmla="*/ 402584 w 714375"/>
                <a:gd name="csY735" fmla="*/ 304770 h 304800"/>
                <a:gd name="csX736" fmla="*/ 401193 w 714375"/>
                <a:gd name="csY736" fmla="*/ 304770 h 304800"/>
                <a:gd name="csX737" fmla="*/ 399793 w 714375"/>
                <a:gd name="csY737" fmla="*/ 304770 h 304800"/>
                <a:gd name="csX738" fmla="*/ 398402 w 714375"/>
                <a:gd name="csY738" fmla="*/ 304770 h 304800"/>
                <a:gd name="csX739" fmla="*/ 397011 w 714375"/>
                <a:gd name="csY739" fmla="*/ 304770 h 304800"/>
                <a:gd name="csX740" fmla="*/ 395621 w 714375"/>
                <a:gd name="csY740" fmla="*/ 304770 h 304800"/>
                <a:gd name="csX741" fmla="*/ 394230 w 714375"/>
                <a:gd name="csY741" fmla="*/ 304770 h 304800"/>
                <a:gd name="csX742" fmla="*/ 392830 w 714375"/>
                <a:gd name="csY742" fmla="*/ 304770 h 304800"/>
                <a:gd name="csX743" fmla="*/ 391440 w 714375"/>
                <a:gd name="csY743" fmla="*/ 304770 h 304800"/>
                <a:gd name="csX744" fmla="*/ 390049 w 714375"/>
                <a:gd name="csY744" fmla="*/ 304770 h 304800"/>
                <a:gd name="csX745" fmla="*/ 388658 w 714375"/>
                <a:gd name="csY745" fmla="*/ 304770 h 304800"/>
                <a:gd name="csX746" fmla="*/ 387201 w 714375"/>
                <a:gd name="csY746" fmla="*/ 304770 h 304800"/>
                <a:gd name="csX747" fmla="*/ 385810 w 714375"/>
                <a:gd name="csY747" fmla="*/ 304770 h 304800"/>
                <a:gd name="csX748" fmla="*/ 384420 w 714375"/>
                <a:gd name="csY748" fmla="*/ 304770 h 304800"/>
                <a:gd name="csX749" fmla="*/ 383019 w 714375"/>
                <a:gd name="csY749" fmla="*/ 304770 h 304800"/>
                <a:gd name="csX750" fmla="*/ 381629 w 714375"/>
                <a:gd name="csY750" fmla="*/ 304770 h 304800"/>
                <a:gd name="csX751" fmla="*/ 380238 w 714375"/>
                <a:gd name="csY751" fmla="*/ 304770 h 304800"/>
                <a:gd name="csX752" fmla="*/ 378847 w 714375"/>
                <a:gd name="csY752" fmla="*/ 304770 h 304800"/>
                <a:gd name="csX753" fmla="*/ 377457 w 714375"/>
                <a:gd name="csY753" fmla="*/ 304770 h 304800"/>
                <a:gd name="csX754" fmla="*/ 376066 w 714375"/>
                <a:gd name="csY754" fmla="*/ 304770 h 304800"/>
                <a:gd name="csX755" fmla="*/ 374666 w 714375"/>
                <a:gd name="csY755" fmla="*/ 304770 h 304800"/>
                <a:gd name="csX756" fmla="*/ 373275 w 714375"/>
                <a:gd name="csY756" fmla="*/ 304770 h 304800"/>
                <a:gd name="csX757" fmla="*/ 371818 w 714375"/>
                <a:gd name="csY757" fmla="*/ 304770 h 304800"/>
                <a:gd name="csX758" fmla="*/ 370428 w 714375"/>
                <a:gd name="csY758" fmla="*/ 304770 h 304800"/>
                <a:gd name="csX759" fmla="*/ 369036 w 714375"/>
                <a:gd name="csY759" fmla="*/ 304770 h 304800"/>
                <a:gd name="csX760" fmla="*/ 367646 w 714375"/>
                <a:gd name="csY760" fmla="*/ 304770 h 304800"/>
                <a:gd name="csX761" fmla="*/ 366246 w 714375"/>
                <a:gd name="csY761" fmla="*/ 304770 h 304800"/>
                <a:gd name="csX762" fmla="*/ 364855 w 714375"/>
                <a:gd name="csY762" fmla="*/ 304770 h 304800"/>
                <a:gd name="csX763" fmla="*/ 363465 w 714375"/>
                <a:gd name="csY763" fmla="*/ 304770 h 304800"/>
                <a:gd name="csX764" fmla="*/ 362074 w 714375"/>
                <a:gd name="csY764" fmla="*/ 304770 h 304800"/>
                <a:gd name="csX765" fmla="*/ 360683 w 714375"/>
                <a:gd name="csY765" fmla="*/ 304770 h 304800"/>
                <a:gd name="csX766" fmla="*/ 359293 w 714375"/>
                <a:gd name="csY766" fmla="*/ 304770 h 304800"/>
                <a:gd name="csX767" fmla="*/ 357892 w 714375"/>
                <a:gd name="csY767" fmla="*/ 304770 h 304800"/>
                <a:gd name="csX768" fmla="*/ 356502 w 714375"/>
                <a:gd name="csY768" fmla="*/ 304770 h 304800"/>
                <a:gd name="csX769" fmla="*/ 355044 w 714375"/>
                <a:gd name="csY769" fmla="*/ 304770 h 304800"/>
                <a:gd name="csX770" fmla="*/ 353654 w 714375"/>
                <a:gd name="csY770" fmla="*/ 304770 h 304800"/>
                <a:gd name="csX771" fmla="*/ 352263 w 714375"/>
                <a:gd name="csY771" fmla="*/ 304770 h 304800"/>
                <a:gd name="csX772" fmla="*/ 350872 w 714375"/>
                <a:gd name="csY772" fmla="*/ 304770 h 304800"/>
                <a:gd name="csX773" fmla="*/ 349482 w 714375"/>
                <a:gd name="csY773" fmla="*/ 304770 h 304800"/>
                <a:gd name="csX774" fmla="*/ 348091 w 714375"/>
                <a:gd name="csY774" fmla="*/ 304770 h 304800"/>
                <a:gd name="csX775" fmla="*/ 346691 w 714375"/>
                <a:gd name="csY775" fmla="*/ 304770 h 304800"/>
                <a:gd name="csX776" fmla="*/ 345301 w 714375"/>
                <a:gd name="csY776" fmla="*/ 304770 h 304800"/>
                <a:gd name="csX777" fmla="*/ 343909 w 714375"/>
                <a:gd name="csY777" fmla="*/ 304770 h 304800"/>
                <a:gd name="csX778" fmla="*/ 342519 w 714375"/>
                <a:gd name="csY778" fmla="*/ 304770 h 304800"/>
                <a:gd name="csX779" fmla="*/ 341128 w 714375"/>
                <a:gd name="csY779" fmla="*/ 304770 h 304800"/>
                <a:gd name="csX780" fmla="*/ 339671 w 714375"/>
                <a:gd name="csY780" fmla="*/ 304770 h 304800"/>
                <a:gd name="csX781" fmla="*/ 338271 w 714375"/>
                <a:gd name="csY781" fmla="*/ 304770 h 304800"/>
                <a:gd name="csX782" fmla="*/ 336880 w 714375"/>
                <a:gd name="csY782" fmla="*/ 304770 h 304800"/>
                <a:gd name="csX783" fmla="*/ 335490 w 714375"/>
                <a:gd name="csY783" fmla="*/ 304770 h 304800"/>
                <a:gd name="csX784" fmla="*/ 334099 w 714375"/>
                <a:gd name="csY784" fmla="*/ 304770 h 304800"/>
                <a:gd name="csX785" fmla="*/ 332708 w 714375"/>
                <a:gd name="csY785" fmla="*/ 304770 h 304800"/>
                <a:gd name="csX786" fmla="*/ 331318 w 714375"/>
                <a:gd name="csY786" fmla="*/ 304770 h 304800"/>
                <a:gd name="csX787" fmla="*/ 329917 w 714375"/>
                <a:gd name="csY787" fmla="*/ 304770 h 304800"/>
                <a:gd name="csX788" fmla="*/ 328527 w 714375"/>
                <a:gd name="csY788" fmla="*/ 304770 h 304800"/>
                <a:gd name="csX789" fmla="*/ 327136 w 714375"/>
                <a:gd name="csY789" fmla="*/ 304770 h 304800"/>
                <a:gd name="csX790" fmla="*/ 325745 w 714375"/>
                <a:gd name="csY790" fmla="*/ 304770 h 304800"/>
                <a:gd name="csX791" fmla="*/ 324355 w 714375"/>
                <a:gd name="csY791" fmla="*/ 304770 h 304800"/>
                <a:gd name="csX792" fmla="*/ 322897 w 714375"/>
                <a:gd name="csY792" fmla="*/ 304770 h 304800"/>
                <a:gd name="csX793" fmla="*/ 321507 w 714375"/>
                <a:gd name="csY793" fmla="*/ 304770 h 304800"/>
                <a:gd name="csX794" fmla="*/ 320107 w 714375"/>
                <a:gd name="csY794" fmla="*/ 304770 h 304800"/>
                <a:gd name="csX795" fmla="*/ 318716 w 714375"/>
                <a:gd name="csY795" fmla="*/ 304770 h 304800"/>
                <a:gd name="csX796" fmla="*/ 317326 w 714375"/>
                <a:gd name="csY796" fmla="*/ 304770 h 304800"/>
                <a:gd name="csX797" fmla="*/ 315935 w 714375"/>
                <a:gd name="csY797" fmla="*/ 304770 h 304800"/>
                <a:gd name="csX798" fmla="*/ 314544 w 714375"/>
                <a:gd name="csY798" fmla="*/ 304770 h 304800"/>
                <a:gd name="csX799" fmla="*/ 313154 w 714375"/>
                <a:gd name="csY799" fmla="*/ 304770 h 304800"/>
                <a:gd name="csX800" fmla="*/ 311753 w 714375"/>
                <a:gd name="csY800" fmla="*/ 304770 h 304800"/>
                <a:gd name="csX801" fmla="*/ 310363 w 714375"/>
                <a:gd name="csY801" fmla="*/ 304770 h 304800"/>
                <a:gd name="csX802" fmla="*/ 308972 w 714375"/>
                <a:gd name="csY802" fmla="*/ 304770 h 304800"/>
                <a:gd name="csX803" fmla="*/ 307515 w 714375"/>
                <a:gd name="csY803" fmla="*/ 304770 h 304800"/>
                <a:gd name="csX804" fmla="*/ 306124 w 714375"/>
                <a:gd name="csY804" fmla="*/ 304770 h 304800"/>
                <a:gd name="csX805" fmla="*/ 304733 w 714375"/>
                <a:gd name="csY805" fmla="*/ 304770 h 304800"/>
                <a:gd name="csX806" fmla="*/ 303343 w 714375"/>
                <a:gd name="csY806" fmla="*/ 304770 h 304800"/>
                <a:gd name="csX807" fmla="*/ 301943 w 714375"/>
                <a:gd name="csY807" fmla="*/ 304770 h 304800"/>
                <a:gd name="csX808" fmla="*/ 300552 w 714375"/>
                <a:gd name="csY808" fmla="*/ 304770 h 304800"/>
                <a:gd name="csX809" fmla="*/ 299161 w 714375"/>
                <a:gd name="csY809" fmla="*/ 304770 h 304800"/>
                <a:gd name="csX810" fmla="*/ 297770 w 714375"/>
                <a:gd name="csY810" fmla="*/ 304770 h 304800"/>
                <a:gd name="csX811" fmla="*/ 296380 w 714375"/>
                <a:gd name="csY811" fmla="*/ 304770 h 304800"/>
                <a:gd name="csX812" fmla="*/ 294980 w 714375"/>
                <a:gd name="csY812" fmla="*/ 304770 h 304800"/>
                <a:gd name="csX813" fmla="*/ 293589 w 714375"/>
                <a:gd name="csY813" fmla="*/ 304770 h 304800"/>
                <a:gd name="csX814" fmla="*/ 292132 w 714375"/>
                <a:gd name="csY814" fmla="*/ 304770 h 304800"/>
                <a:gd name="csX815" fmla="*/ 290741 w 714375"/>
                <a:gd name="csY815" fmla="*/ 304770 h 304800"/>
                <a:gd name="csX816" fmla="*/ 289351 w 714375"/>
                <a:gd name="csY816" fmla="*/ 304770 h 304800"/>
                <a:gd name="csX817" fmla="*/ 287960 w 714375"/>
                <a:gd name="csY817" fmla="*/ 304770 h 304800"/>
                <a:gd name="csX818" fmla="*/ 286569 w 714375"/>
                <a:gd name="csY818" fmla="*/ 304770 h 304800"/>
                <a:gd name="csX819" fmla="*/ 285179 w 714375"/>
                <a:gd name="csY819" fmla="*/ 304770 h 304800"/>
                <a:gd name="csX820" fmla="*/ 283778 w 714375"/>
                <a:gd name="csY820" fmla="*/ 304770 h 304800"/>
                <a:gd name="csX821" fmla="*/ 282388 w 714375"/>
                <a:gd name="csY821" fmla="*/ 304770 h 304800"/>
                <a:gd name="csX822" fmla="*/ 280997 w 714375"/>
                <a:gd name="csY822" fmla="*/ 304770 h 304800"/>
                <a:gd name="csX823" fmla="*/ 279606 w 714375"/>
                <a:gd name="csY823" fmla="*/ 304770 h 304800"/>
                <a:gd name="csX824" fmla="*/ 278216 w 714375"/>
                <a:gd name="csY824" fmla="*/ 304770 h 304800"/>
                <a:gd name="csX825" fmla="*/ 276816 w 714375"/>
                <a:gd name="csY825" fmla="*/ 304770 h 304800"/>
                <a:gd name="csX826" fmla="*/ 275368 w 714375"/>
                <a:gd name="csY826" fmla="*/ 304770 h 304800"/>
                <a:gd name="csX827" fmla="*/ 273968 w 714375"/>
                <a:gd name="csY827" fmla="*/ 304770 h 304800"/>
                <a:gd name="csX828" fmla="*/ 272577 w 714375"/>
                <a:gd name="csY828" fmla="*/ 304770 h 304800"/>
                <a:gd name="csX829" fmla="*/ 271187 w 714375"/>
                <a:gd name="csY829" fmla="*/ 304770 h 304800"/>
                <a:gd name="csX830" fmla="*/ 269796 w 714375"/>
                <a:gd name="csY830" fmla="*/ 304770 h 304800"/>
                <a:gd name="csX831" fmla="*/ 268405 w 714375"/>
                <a:gd name="csY831" fmla="*/ 304770 h 304800"/>
                <a:gd name="csX832" fmla="*/ 267005 w 714375"/>
                <a:gd name="csY832" fmla="*/ 304770 h 304800"/>
                <a:gd name="csX833" fmla="*/ 265614 w 714375"/>
                <a:gd name="csY833" fmla="*/ 304770 h 304800"/>
                <a:gd name="csX834" fmla="*/ 264224 w 714375"/>
                <a:gd name="csY834" fmla="*/ 304770 h 304800"/>
                <a:gd name="csX835" fmla="*/ 262833 w 714375"/>
                <a:gd name="csY835" fmla="*/ 304770 h 304800"/>
                <a:gd name="csX836" fmla="*/ 261442 w 714375"/>
                <a:gd name="csY836" fmla="*/ 304770 h 304800"/>
                <a:gd name="csX837" fmla="*/ 259985 w 714375"/>
                <a:gd name="csY837" fmla="*/ 304770 h 304800"/>
                <a:gd name="csX838" fmla="*/ 258594 w 714375"/>
                <a:gd name="csY838" fmla="*/ 304770 h 304800"/>
                <a:gd name="csX839" fmla="*/ 257204 w 714375"/>
                <a:gd name="csY839" fmla="*/ 304770 h 304800"/>
                <a:gd name="csX840" fmla="*/ 255803 w 714375"/>
                <a:gd name="csY840" fmla="*/ 304770 h 304800"/>
                <a:gd name="csX841" fmla="*/ 254413 w 714375"/>
                <a:gd name="csY841" fmla="*/ 304770 h 304800"/>
                <a:gd name="csX842" fmla="*/ 253022 w 714375"/>
                <a:gd name="csY842" fmla="*/ 304770 h 304800"/>
                <a:gd name="csX843" fmla="*/ 251631 w 714375"/>
                <a:gd name="csY843" fmla="*/ 304770 h 304800"/>
                <a:gd name="csX844" fmla="*/ 250241 w 714375"/>
                <a:gd name="csY844" fmla="*/ 304770 h 304800"/>
                <a:gd name="csX845" fmla="*/ 248841 w 714375"/>
                <a:gd name="csY845" fmla="*/ 304770 h 304800"/>
                <a:gd name="csX846" fmla="*/ 247450 w 714375"/>
                <a:gd name="csY846" fmla="*/ 304770 h 304800"/>
                <a:gd name="csX847" fmla="*/ 246060 w 714375"/>
                <a:gd name="csY847" fmla="*/ 304770 h 304800"/>
                <a:gd name="csX848" fmla="*/ 244602 w 714375"/>
                <a:gd name="csY848" fmla="*/ 304770 h 304800"/>
                <a:gd name="csX849" fmla="*/ 243212 w 714375"/>
                <a:gd name="csY849" fmla="*/ 304770 h 304800"/>
                <a:gd name="csX850" fmla="*/ 241821 w 714375"/>
                <a:gd name="csY850" fmla="*/ 304770 h 304800"/>
                <a:gd name="csX851" fmla="*/ 240430 w 714375"/>
                <a:gd name="csY851" fmla="*/ 304770 h 304800"/>
                <a:gd name="csX852" fmla="*/ 239030 w 714375"/>
                <a:gd name="csY852" fmla="*/ 304770 h 304800"/>
                <a:gd name="csX853" fmla="*/ 237639 w 714375"/>
                <a:gd name="csY853" fmla="*/ 304770 h 304800"/>
                <a:gd name="csX854" fmla="*/ 236249 w 714375"/>
                <a:gd name="csY854" fmla="*/ 304770 h 304800"/>
                <a:gd name="csX855" fmla="*/ 234858 w 714375"/>
                <a:gd name="csY855" fmla="*/ 304770 h 304800"/>
                <a:gd name="csX856" fmla="*/ 233467 w 714375"/>
                <a:gd name="csY856" fmla="*/ 304770 h 304800"/>
                <a:gd name="csX857" fmla="*/ 232077 w 714375"/>
                <a:gd name="csY857" fmla="*/ 304770 h 304800"/>
                <a:gd name="csX858" fmla="*/ 230676 w 714375"/>
                <a:gd name="csY858" fmla="*/ 304770 h 304800"/>
                <a:gd name="csX859" fmla="*/ 229286 w 714375"/>
                <a:gd name="csY859" fmla="*/ 304770 h 304800"/>
                <a:gd name="csX860" fmla="*/ 227829 w 714375"/>
                <a:gd name="csY860" fmla="*/ 304770 h 304800"/>
                <a:gd name="csX861" fmla="*/ 226438 w 714375"/>
                <a:gd name="csY861" fmla="*/ 304770 h 304800"/>
                <a:gd name="csX862" fmla="*/ 225048 w 714375"/>
                <a:gd name="csY862" fmla="*/ 304770 h 304800"/>
                <a:gd name="csX863" fmla="*/ 223656 w 714375"/>
                <a:gd name="csY863" fmla="*/ 304770 h 304800"/>
                <a:gd name="csX864" fmla="*/ 222266 w 714375"/>
                <a:gd name="csY864" fmla="*/ 304770 h 304800"/>
                <a:gd name="csX865" fmla="*/ 220866 w 714375"/>
                <a:gd name="csY865" fmla="*/ 304770 h 304800"/>
                <a:gd name="csX866" fmla="*/ 219475 w 714375"/>
                <a:gd name="csY866" fmla="*/ 304770 h 304800"/>
                <a:gd name="csX867" fmla="*/ 218085 w 714375"/>
                <a:gd name="csY867" fmla="*/ 304770 h 304800"/>
                <a:gd name="csX868" fmla="*/ 216694 w 714375"/>
                <a:gd name="csY868" fmla="*/ 304770 h 304800"/>
                <a:gd name="csX869" fmla="*/ 215303 w 714375"/>
                <a:gd name="csY869" fmla="*/ 304770 h 304800"/>
                <a:gd name="csX870" fmla="*/ 213903 w 714375"/>
                <a:gd name="csY870" fmla="*/ 304770 h 304800"/>
                <a:gd name="csX871" fmla="*/ 212455 w 714375"/>
                <a:gd name="csY871" fmla="*/ 304770 h 304800"/>
                <a:gd name="csX872" fmla="*/ 211055 w 714375"/>
                <a:gd name="csY872" fmla="*/ 304770 h 304800"/>
                <a:gd name="csX873" fmla="*/ 209664 w 714375"/>
                <a:gd name="csY873" fmla="*/ 304770 h 304800"/>
                <a:gd name="csX874" fmla="*/ 208274 w 714375"/>
                <a:gd name="csY874" fmla="*/ 304770 h 304800"/>
                <a:gd name="csX875" fmla="*/ 206883 w 714375"/>
                <a:gd name="csY875" fmla="*/ 304770 h 304800"/>
                <a:gd name="csX876" fmla="*/ 205492 w 714375"/>
                <a:gd name="csY876" fmla="*/ 304770 h 304800"/>
                <a:gd name="csX877" fmla="*/ 204102 w 714375"/>
                <a:gd name="csY877" fmla="*/ 304770 h 304800"/>
                <a:gd name="csX878" fmla="*/ 202702 w 714375"/>
                <a:gd name="csY878" fmla="*/ 304770 h 304800"/>
                <a:gd name="csX879" fmla="*/ 201311 w 714375"/>
                <a:gd name="csY879" fmla="*/ 304770 h 304800"/>
                <a:gd name="csX880" fmla="*/ 199921 w 714375"/>
                <a:gd name="csY880" fmla="*/ 304770 h 304800"/>
                <a:gd name="csX881" fmla="*/ 198529 w 714375"/>
                <a:gd name="csY881" fmla="*/ 304770 h 304800"/>
                <a:gd name="csX882" fmla="*/ 197072 w 714375"/>
                <a:gd name="csY882" fmla="*/ 304770 h 304800"/>
                <a:gd name="csX883" fmla="*/ 195682 w 714375"/>
                <a:gd name="csY883" fmla="*/ 304770 h 304800"/>
                <a:gd name="csX884" fmla="*/ 194291 w 714375"/>
                <a:gd name="csY884" fmla="*/ 304770 h 304800"/>
                <a:gd name="csX885" fmla="*/ 192891 w 714375"/>
                <a:gd name="csY885" fmla="*/ 304770 h 304800"/>
                <a:gd name="csX886" fmla="*/ 191500 w 714375"/>
                <a:gd name="csY886" fmla="*/ 304770 h 304800"/>
                <a:gd name="csX887" fmla="*/ 190110 w 714375"/>
                <a:gd name="csY887" fmla="*/ 304770 h 304800"/>
                <a:gd name="csX888" fmla="*/ 188719 w 714375"/>
                <a:gd name="csY888" fmla="*/ 304770 h 304800"/>
                <a:gd name="csX889" fmla="*/ 187328 w 714375"/>
                <a:gd name="csY889" fmla="*/ 304770 h 304800"/>
                <a:gd name="csX890" fmla="*/ 185938 w 714375"/>
                <a:gd name="csY890" fmla="*/ 304770 h 304800"/>
                <a:gd name="csX891" fmla="*/ 184537 w 714375"/>
                <a:gd name="csY891" fmla="*/ 304770 h 304800"/>
                <a:gd name="csX892" fmla="*/ 183147 w 714375"/>
                <a:gd name="csY892" fmla="*/ 304770 h 304800"/>
                <a:gd name="csX893" fmla="*/ 181756 w 714375"/>
                <a:gd name="csY893" fmla="*/ 304770 h 304800"/>
                <a:gd name="csX894" fmla="*/ 180299 w 714375"/>
                <a:gd name="csY894" fmla="*/ 304770 h 304800"/>
                <a:gd name="csX895" fmla="*/ 178908 w 714375"/>
                <a:gd name="csY895" fmla="*/ 304770 h 304800"/>
                <a:gd name="csX896" fmla="*/ 177517 w 714375"/>
                <a:gd name="csY896" fmla="*/ 304770 h 304800"/>
                <a:gd name="csX897" fmla="*/ 176117 w 714375"/>
                <a:gd name="csY897" fmla="*/ 304770 h 304800"/>
                <a:gd name="csX898" fmla="*/ 174727 w 714375"/>
                <a:gd name="csY898" fmla="*/ 304770 h 304800"/>
                <a:gd name="csX899" fmla="*/ 173336 w 714375"/>
                <a:gd name="csY899" fmla="*/ 304770 h 304800"/>
                <a:gd name="csX900" fmla="*/ 171946 w 714375"/>
                <a:gd name="csY900" fmla="*/ 304770 h 304800"/>
                <a:gd name="csX901" fmla="*/ 170555 w 714375"/>
                <a:gd name="csY901" fmla="*/ 304770 h 304800"/>
                <a:gd name="csX902" fmla="*/ 169164 w 714375"/>
                <a:gd name="csY902" fmla="*/ 304770 h 304800"/>
                <a:gd name="csX903" fmla="*/ 167764 w 714375"/>
                <a:gd name="csY903" fmla="*/ 304770 h 304800"/>
                <a:gd name="csX904" fmla="*/ 166373 w 714375"/>
                <a:gd name="csY904" fmla="*/ 304770 h 304800"/>
                <a:gd name="csX905" fmla="*/ 164916 w 714375"/>
                <a:gd name="csY905" fmla="*/ 304770 h 304800"/>
                <a:gd name="csX906" fmla="*/ 163525 w 714375"/>
                <a:gd name="csY906" fmla="*/ 304770 h 304800"/>
                <a:gd name="csX907" fmla="*/ 162134 w 714375"/>
                <a:gd name="csY907" fmla="*/ 304770 h 304800"/>
                <a:gd name="csX908" fmla="*/ 160744 w 714375"/>
                <a:gd name="csY908" fmla="*/ 304770 h 304800"/>
                <a:gd name="csX909" fmla="*/ 159353 w 714375"/>
                <a:gd name="csY909" fmla="*/ 304770 h 304800"/>
                <a:gd name="csX910" fmla="*/ 157963 w 714375"/>
                <a:gd name="csY910" fmla="*/ 304770 h 304800"/>
                <a:gd name="csX911" fmla="*/ 156563 w 714375"/>
                <a:gd name="csY911" fmla="*/ 304770 h 304800"/>
                <a:gd name="csX912" fmla="*/ 155172 w 714375"/>
                <a:gd name="csY912" fmla="*/ 304770 h 304800"/>
                <a:gd name="csX913" fmla="*/ 153781 w 714375"/>
                <a:gd name="csY913" fmla="*/ 304770 h 304800"/>
                <a:gd name="csX914" fmla="*/ 152390 w 714375"/>
                <a:gd name="csY914" fmla="*/ 304770 h 304800"/>
                <a:gd name="csX915" fmla="*/ 151000 w 714375"/>
                <a:gd name="csY915" fmla="*/ 304770 h 304800"/>
                <a:gd name="csX916" fmla="*/ 149543 w 714375"/>
                <a:gd name="csY916" fmla="*/ 304770 h 304800"/>
                <a:gd name="csX917" fmla="*/ 148142 w 714375"/>
                <a:gd name="csY917" fmla="*/ 304770 h 304800"/>
                <a:gd name="csX918" fmla="*/ 146752 w 714375"/>
                <a:gd name="csY918" fmla="*/ 304770 h 304800"/>
                <a:gd name="csX919" fmla="*/ 145361 w 714375"/>
                <a:gd name="csY919" fmla="*/ 304770 h 304800"/>
                <a:gd name="csX920" fmla="*/ 143970 w 714375"/>
                <a:gd name="csY920" fmla="*/ 304770 h 304800"/>
                <a:gd name="csX921" fmla="*/ 142580 w 714375"/>
                <a:gd name="csY921" fmla="*/ 304770 h 304800"/>
                <a:gd name="csX922" fmla="*/ 141189 w 714375"/>
                <a:gd name="csY922" fmla="*/ 304770 h 304800"/>
                <a:gd name="csX923" fmla="*/ 139789 w 714375"/>
                <a:gd name="csY923" fmla="*/ 304770 h 304800"/>
                <a:gd name="csX924" fmla="*/ 138398 w 714375"/>
                <a:gd name="csY924" fmla="*/ 304770 h 304800"/>
                <a:gd name="csX925" fmla="*/ 137008 w 714375"/>
                <a:gd name="csY925" fmla="*/ 304770 h 304800"/>
                <a:gd name="csX926" fmla="*/ 135617 w 714375"/>
                <a:gd name="csY926" fmla="*/ 304770 h 304800"/>
                <a:gd name="csX927" fmla="*/ 134226 w 714375"/>
                <a:gd name="csY927" fmla="*/ 304770 h 304800"/>
                <a:gd name="csX928" fmla="*/ 132769 w 714375"/>
                <a:gd name="csY928" fmla="*/ 304770 h 304800"/>
                <a:gd name="csX929" fmla="*/ 131378 w 714375"/>
                <a:gd name="csY929" fmla="*/ 304770 h 304800"/>
                <a:gd name="csX930" fmla="*/ 129978 w 714375"/>
                <a:gd name="csY930" fmla="*/ 304770 h 304800"/>
                <a:gd name="csX931" fmla="*/ 128588 w 714375"/>
                <a:gd name="csY931" fmla="*/ 304770 h 304800"/>
                <a:gd name="csX932" fmla="*/ 127197 w 714375"/>
                <a:gd name="csY932" fmla="*/ 304770 h 304800"/>
                <a:gd name="csX933" fmla="*/ 125806 w 714375"/>
                <a:gd name="csY933" fmla="*/ 304770 h 304800"/>
                <a:gd name="csX934" fmla="*/ 124416 w 714375"/>
                <a:gd name="csY934" fmla="*/ 304770 h 304800"/>
                <a:gd name="csX935" fmla="*/ 123025 w 714375"/>
                <a:gd name="csY935" fmla="*/ 304770 h 304800"/>
                <a:gd name="csX936" fmla="*/ 121625 w 714375"/>
                <a:gd name="csY936" fmla="*/ 304770 h 304800"/>
                <a:gd name="csX937" fmla="*/ 120234 w 714375"/>
                <a:gd name="csY937" fmla="*/ 304770 h 304800"/>
                <a:gd name="csX938" fmla="*/ 118844 w 714375"/>
                <a:gd name="csY938" fmla="*/ 304770 h 304800"/>
                <a:gd name="csX939" fmla="*/ 117386 w 714375"/>
                <a:gd name="csY939" fmla="*/ 304770 h 304800"/>
                <a:gd name="csX940" fmla="*/ 115995 w 714375"/>
                <a:gd name="csY940" fmla="*/ 304770 h 304800"/>
                <a:gd name="csX941" fmla="*/ 114605 w 714375"/>
                <a:gd name="csY941" fmla="*/ 304770 h 304800"/>
                <a:gd name="csX942" fmla="*/ 113214 w 714375"/>
                <a:gd name="csY942" fmla="*/ 304770 h 304800"/>
                <a:gd name="csX943" fmla="*/ 111814 w 714375"/>
                <a:gd name="csY943" fmla="*/ 304770 h 304800"/>
                <a:gd name="csX944" fmla="*/ 110423 w 714375"/>
                <a:gd name="csY944" fmla="*/ 304770 h 304800"/>
                <a:gd name="csX945" fmla="*/ 109032 w 714375"/>
                <a:gd name="csY945" fmla="*/ 304770 h 304800"/>
                <a:gd name="csX946" fmla="*/ 107642 w 714375"/>
                <a:gd name="csY946" fmla="*/ 304770 h 304800"/>
                <a:gd name="csX947" fmla="*/ 106251 w 714375"/>
                <a:gd name="csY947" fmla="*/ 304770 h 304800"/>
                <a:gd name="csX948" fmla="*/ 104851 w 714375"/>
                <a:gd name="csY948" fmla="*/ 304770 h 304800"/>
                <a:gd name="csX949" fmla="*/ 103461 w 714375"/>
                <a:gd name="csY949" fmla="*/ 304770 h 304800"/>
                <a:gd name="csX950" fmla="*/ 102003 w 714375"/>
                <a:gd name="csY950" fmla="*/ 304770 h 304800"/>
                <a:gd name="csX951" fmla="*/ 100613 w 714375"/>
                <a:gd name="csY951" fmla="*/ 304770 h 304800"/>
                <a:gd name="csX952" fmla="*/ 99222 w 714375"/>
                <a:gd name="csY952" fmla="*/ 304770 h 304800"/>
                <a:gd name="csX953" fmla="*/ 97831 w 714375"/>
                <a:gd name="csY953" fmla="*/ 304770 h 304800"/>
                <a:gd name="csX954" fmla="*/ 96441 w 714375"/>
                <a:gd name="csY954" fmla="*/ 304770 h 304800"/>
                <a:gd name="csX955" fmla="*/ 95050 w 714375"/>
                <a:gd name="csY955" fmla="*/ 304770 h 304800"/>
                <a:gd name="csX956" fmla="*/ 93650 w 714375"/>
                <a:gd name="csY956" fmla="*/ 304770 h 304800"/>
                <a:gd name="csX957" fmla="*/ 92259 w 714375"/>
                <a:gd name="csY957" fmla="*/ 304770 h 304800"/>
                <a:gd name="csX958" fmla="*/ 90868 w 714375"/>
                <a:gd name="csY958" fmla="*/ 304770 h 304800"/>
                <a:gd name="csX959" fmla="*/ 89478 w 714375"/>
                <a:gd name="csY959" fmla="*/ 304770 h 304800"/>
                <a:gd name="csX960" fmla="*/ 88087 w 714375"/>
                <a:gd name="csY960" fmla="*/ 304770 h 304800"/>
                <a:gd name="csX961" fmla="*/ 86687 w 714375"/>
                <a:gd name="csY961" fmla="*/ 304770 h 304800"/>
                <a:gd name="csX962" fmla="*/ 85239 w 714375"/>
                <a:gd name="csY962" fmla="*/ 304770 h 304800"/>
                <a:gd name="csX963" fmla="*/ 83839 w 714375"/>
                <a:gd name="csY963" fmla="*/ 304770 h 304800"/>
                <a:gd name="csX964" fmla="*/ 82449 w 714375"/>
                <a:gd name="csY964" fmla="*/ 304770 h 304800"/>
                <a:gd name="csX965" fmla="*/ 81058 w 714375"/>
                <a:gd name="csY965" fmla="*/ 304770 h 304800"/>
                <a:gd name="csX966" fmla="*/ 79667 w 714375"/>
                <a:gd name="csY966" fmla="*/ 304770 h 304800"/>
                <a:gd name="csX967" fmla="*/ 78276 w 714375"/>
                <a:gd name="csY967" fmla="*/ 304770 h 304800"/>
                <a:gd name="csX968" fmla="*/ 76876 w 714375"/>
                <a:gd name="csY968" fmla="*/ 304770 h 304800"/>
                <a:gd name="csX969" fmla="*/ 75486 w 714375"/>
                <a:gd name="csY969" fmla="*/ 304770 h 304800"/>
                <a:gd name="csX970" fmla="*/ 74095 w 714375"/>
                <a:gd name="csY970" fmla="*/ 304770 h 304800"/>
                <a:gd name="csX971" fmla="*/ 72704 w 714375"/>
                <a:gd name="csY971" fmla="*/ 304770 h 304800"/>
                <a:gd name="csX972" fmla="*/ 71314 w 714375"/>
                <a:gd name="csY972" fmla="*/ 304770 h 304800"/>
                <a:gd name="csX973" fmla="*/ 69856 w 714375"/>
                <a:gd name="csY973" fmla="*/ 304770 h 304800"/>
                <a:gd name="csX974" fmla="*/ 68466 w 714375"/>
                <a:gd name="csY974" fmla="*/ 304770 h 304800"/>
                <a:gd name="csX975" fmla="*/ 67075 w 714375"/>
                <a:gd name="csY975" fmla="*/ 304770 h 304800"/>
                <a:gd name="csX976" fmla="*/ 65675 w 714375"/>
                <a:gd name="csY976" fmla="*/ 304770 h 304800"/>
                <a:gd name="csX977" fmla="*/ 64284 w 714375"/>
                <a:gd name="csY977" fmla="*/ 304770 h 304800"/>
                <a:gd name="csX978" fmla="*/ 62893 w 714375"/>
                <a:gd name="csY978" fmla="*/ 304770 h 304800"/>
                <a:gd name="csX979" fmla="*/ 61503 w 714375"/>
                <a:gd name="csY979" fmla="*/ 304770 h 304800"/>
                <a:gd name="csX980" fmla="*/ 60103 w 714375"/>
                <a:gd name="csY980" fmla="*/ 304770 h 304800"/>
                <a:gd name="csX981" fmla="*/ 58712 w 714375"/>
                <a:gd name="csY981" fmla="*/ 304770 h 304800"/>
                <a:gd name="csX982" fmla="*/ 57322 w 714375"/>
                <a:gd name="csY982" fmla="*/ 304770 h 304800"/>
                <a:gd name="csX983" fmla="*/ 55931 w 714375"/>
                <a:gd name="csY983" fmla="*/ 304770 h 304800"/>
                <a:gd name="csX984" fmla="*/ 54474 w 714375"/>
                <a:gd name="csY984" fmla="*/ 304770 h 304800"/>
                <a:gd name="csX985" fmla="*/ 53083 w 714375"/>
                <a:gd name="csY985" fmla="*/ 304770 h 304800"/>
                <a:gd name="csX986" fmla="*/ 51692 w 714375"/>
                <a:gd name="csY986" fmla="*/ 304770 h 304800"/>
                <a:gd name="csX987" fmla="*/ 50302 w 714375"/>
                <a:gd name="csY987" fmla="*/ 304770 h 304800"/>
                <a:gd name="csX988" fmla="*/ 48901 w 714375"/>
                <a:gd name="csY988" fmla="*/ 304770 h 304800"/>
                <a:gd name="csX989" fmla="*/ 47511 w 714375"/>
                <a:gd name="csY989" fmla="*/ 304770 h 304800"/>
                <a:gd name="csX990" fmla="*/ 46120 w 714375"/>
                <a:gd name="csY990" fmla="*/ 304770 h 304800"/>
                <a:gd name="csX991" fmla="*/ 44729 w 714375"/>
                <a:gd name="csY991" fmla="*/ 304770 h 304800"/>
                <a:gd name="csX992" fmla="*/ 43339 w 714375"/>
                <a:gd name="csY992" fmla="*/ 304770 h 304800"/>
                <a:gd name="csX993" fmla="*/ 41948 w 714375"/>
                <a:gd name="csY993" fmla="*/ 304770 h 304800"/>
                <a:gd name="csX994" fmla="*/ 40548 w 714375"/>
                <a:gd name="csY994" fmla="*/ 304770 h 304800"/>
                <a:gd name="csX995" fmla="*/ 39157 w 714375"/>
                <a:gd name="csY995" fmla="*/ 304770 h 304800"/>
                <a:gd name="csX996" fmla="*/ 37700 w 714375"/>
                <a:gd name="csY996" fmla="*/ 304770 h 304800"/>
                <a:gd name="csX997" fmla="*/ 36310 w 714375"/>
                <a:gd name="csY997" fmla="*/ 304770 h 304800"/>
                <a:gd name="csX998" fmla="*/ 34919 w 714375"/>
                <a:gd name="csY998" fmla="*/ 304770 h 304800"/>
                <a:gd name="csX999" fmla="*/ 33528 w 714375"/>
                <a:gd name="csY999" fmla="*/ 304770 h 304800"/>
                <a:gd name="csX1000" fmla="*/ 32137 w 714375"/>
                <a:gd name="csY1000" fmla="*/ 304770 h 304800"/>
                <a:gd name="csX1001" fmla="*/ 30737 w 714375"/>
                <a:gd name="csY1001" fmla="*/ 304770 h 304800"/>
                <a:gd name="csX1002" fmla="*/ 29347 w 714375"/>
                <a:gd name="csY1002" fmla="*/ 304770 h 304800"/>
                <a:gd name="csX1003" fmla="*/ 27956 w 714375"/>
                <a:gd name="csY1003" fmla="*/ 304770 h 304800"/>
                <a:gd name="csX1004" fmla="*/ 26565 w 714375"/>
                <a:gd name="csY1004" fmla="*/ 304770 h 304800"/>
                <a:gd name="csX1005" fmla="*/ 25175 w 714375"/>
                <a:gd name="csY1005" fmla="*/ 304770 h 304800"/>
                <a:gd name="csX1006" fmla="*/ 23774 w 714375"/>
                <a:gd name="csY1006" fmla="*/ 304770 h 304800"/>
                <a:gd name="csX1007" fmla="*/ 22327 w 714375"/>
                <a:gd name="csY1007" fmla="*/ 304770 h 304800"/>
                <a:gd name="csX1008" fmla="*/ 20926 w 714375"/>
                <a:gd name="csY1008" fmla="*/ 304770 h 304800"/>
                <a:gd name="csX1009" fmla="*/ 19536 w 714375"/>
                <a:gd name="csY1009" fmla="*/ 304770 h 304800"/>
                <a:gd name="csX1010" fmla="*/ 18145 w 714375"/>
                <a:gd name="csY1010" fmla="*/ 304770 h 304800"/>
                <a:gd name="csX1011" fmla="*/ 16754 w 714375"/>
                <a:gd name="csY1011" fmla="*/ 304770 h 304800"/>
                <a:gd name="csX1012" fmla="*/ 15364 w 714375"/>
                <a:gd name="csY1012" fmla="*/ 304770 h 304800"/>
                <a:gd name="csX1013" fmla="*/ 13973 w 714375"/>
                <a:gd name="csY1013" fmla="*/ 304770 h 304800"/>
                <a:gd name="csX1014" fmla="*/ 12573 w 714375"/>
                <a:gd name="csY1014" fmla="*/ 304770 h 304800"/>
                <a:gd name="csX1015" fmla="*/ 11183 w 714375"/>
                <a:gd name="csY1015" fmla="*/ 304770 h 304800"/>
                <a:gd name="csX1016" fmla="*/ 9792 w 714375"/>
                <a:gd name="csY1016" fmla="*/ 304770 h 304800"/>
                <a:gd name="csX1017" fmla="*/ 8401 w 714375"/>
                <a:gd name="csY1017" fmla="*/ 304770 h 304800"/>
                <a:gd name="csX1018" fmla="*/ 7010 w 714375"/>
                <a:gd name="csY1018" fmla="*/ 304770 h 304800"/>
                <a:gd name="csX1019" fmla="*/ 5553 w 714375"/>
                <a:gd name="csY1019" fmla="*/ 304770 h 304800"/>
                <a:gd name="csX1020" fmla="*/ 4163 w 714375"/>
                <a:gd name="csY1020" fmla="*/ 304770 h 304800"/>
                <a:gd name="csX1021" fmla="*/ 2762 w 714375"/>
                <a:gd name="csY1021" fmla="*/ 304770 h 304800"/>
                <a:gd name="csX1022" fmla="*/ 1372 w 714375"/>
                <a:gd name="csY1022" fmla="*/ 304770 h 304800"/>
                <a:gd name="csX1023" fmla="*/ -19 w 714375"/>
                <a:gd name="csY1023" fmla="*/ 304770 h 304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04800">
                  <a:moveTo>
                    <a:pt x="-19" y="303332"/>
                  </a:moveTo>
                  <a:lnTo>
                    <a:pt x="1372" y="303151"/>
                  </a:lnTo>
                  <a:lnTo>
                    <a:pt x="2762" y="303027"/>
                  </a:lnTo>
                  <a:lnTo>
                    <a:pt x="4163" y="302836"/>
                  </a:lnTo>
                  <a:lnTo>
                    <a:pt x="5553" y="302589"/>
                  </a:lnTo>
                  <a:lnTo>
                    <a:pt x="7010" y="302398"/>
                  </a:lnTo>
                  <a:lnTo>
                    <a:pt x="8401" y="302151"/>
                  </a:lnTo>
                  <a:lnTo>
                    <a:pt x="9792" y="301903"/>
                  </a:lnTo>
                  <a:lnTo>
                    <a:pt x="11183" y="301589"/>
                  </a:lnTo>
                  <a:lnTo>
                    <a:pt x="12573" y="301274"/>
                  </a:lnTo>
                  <a:lnTo>
                    <a:pt x="13973" y="300903"/>
                  </a:lnTo>
                  <a:lnTo>
                    <a:pt x="15364" y="300531"/>
                  </a:lnTo>
                  <a:lnTo>
                    <a:pt x="16754" y="300151"/>
                  </a:lnTo>
                  <a:lnTo>
                    <a:pt x="18145" y="299722"/>
                  </a:lnTo>
                  <a:lnTo>
                    <a:pt x="19536" y="299217"/>
                  </a:lnTo>
                  <a:lnTo>
                    <a:pt x="20926" y="298722"/>
                  </a:lnTo>
                  <a:lnTo>
                    <a:pt x="22327" y="298160"/>
                  </a:lnTo>
                  <a:lnTo>
                    <a:pt x="23774" y="297531"/>
                  </a:lnTo>
                  <a:lnTo>
                    <a:pt x="25175" y="296912"/>
                  </a:lnTo>
                  <a:lnTo>
                    <a:pt x="26565" y="296226"/>
                  </a:lnTo>
                  <a:lnTo>
                    <a:pt x="27956" y="295473"/>
                  </a:lnTo>
                  <a:lnTo>
                    <a:pt x="29347" y="294664"/>
                  </a:lnTo>
                  <a:lnTo>
                    <a:pt x="30737" y="293788"/>
                  </a:lnTo>
                  <a:lnTo>
                    <a:pt x="32137" y="292854"/>
                  </a:lnTo>
                  <a:lnTo>
                    <a:pt x="33528" y="291854"/>
                  </a:lnTo>
                  <a:lnTo>
                    <a:pt x="34919" y="290864"/>
                  </a:lnTo>
                  <a:lnTo>
                    <a:pt x="36310" y="289740"/>
                  </a:lnTo>
                  <a:lnTo>
                    <a:pt x="37700" y="288492"/>
                  </a:lnTo>
                  <a:lnTo>
                    <a:pt x="39157" y="287244"/>
                  </a:lnTo>
                  <a:lnTo>
                    <a:pt x="40548" y="285930"/>
                  </a:lnTo>
                  <a:lnTo>
                    <a:pt x="41948" y="284434"/>
                  </a:lnTo>
                  <a:lnTo>
                    <a:pt x="43339" y="282939"/>
                  </a:lnTo>
                  <a:lnTo>
                    <a:pt x="44729" y="281377"/>
                  </a:lnTo>
                  <a:lnTo>
                    <a:pt x="46120" y="279633"/>
                  </a:lnTo>
                  <a:lnTo>
                    <a:pt x="47511" y="277824"/>
                  </a:lnTo>
                  <a:lnTo>
                    <a:pt x="48901" y="275947"/>
                  </a:lnTo>
                  <a:lnTo>
                    <a:pt x="50302" y="273957"/>
                  </a:lnTo>
                  <a:lnTo>
                    <a:pt x="51692" y="271832"/>
                  </a:lnTo>
                  <a:lnTo>
                    <a:pt x="53083" y="269651"/>
                  </a:lnTo>
                  <a:lnTo>
                    <a:pt x="54474" y="267337"/>
                  </a:lnTo>
                  <a:lnTo>
                    <a:pt x="55931" y="264908"/>
                  </a:lnTo>
                  <a:lnTo>
                    <a:pt x="57322" y="262355"/>
                  </a:lnTo>
                  <a:lnTo>
                    <a:pt x="58712" y="259669"/>
                  </a:lnTo>
                  <a:lnTo>
                    <a:pt x="60103" y="256926"/>
                  </a:lnTo>
                  <a:lnTo>
                    <a:pt x="61503" y="254049"/>
                  </a:lnTo>
                  <a:lnTo>
                    <a:pt x="62893" y="251001"/>
                  </a:lnTo>
                  <a:lnTo>
                    <a:pt x="64284" y="247877"/>
                  </a:lnTo>
                  <a:lnTo>
                    <a:pt x="65675" y="244639"/>
                  </a:lnTo>
                  <a:lnTo>
                    <a:pt x="67075" y="241267"/>
                  </a:lnTo>
                  <a:lnTo>
                    <a:pt x="68466" y="237714"/>
                  </a:lnTo>
                  <a:lnTo>
                    <a:pt x="69856" y="234094"/>
                  </a:lnTo>
                  <a:lnTo>
                    <a:pt x="71314" y="230351"/>
                  </a:lnTo>
                  <a:lnTo>
                    <a:pt x="72704" y="226484"/>
                  </a:lnTo>
                  <a:lnTo>
                    <a:pt x="74095" y="222483"/>
                  </a:lnTo>
                  <a:lnTo>
                    <a:pt x="75486" y="218435"/>
                  </a:lnTo>
                  <a:lnTo>
                    <a:pt x="76876" y="214187"/>
                  </a:lnTo>
                  <a:lnTo>
                    <a:pt x="78276" y="209882"/>
                  </a:lnTo>
                  <a:lnTo>
                    <a:pt x="79667" y="205462"/>
                  </a:lnTo>
                  <a:lnTo>
                    <a:pt x="81058" y="200900"/>
                  </a:lnTo>
                  <a:lnTo>
                    <a:pt x="82449" y="196223"/>
                  </a:lnTo>
                  <a:lnTo>
                    <a:pt x="83839" y="191546"/>
                  </a:lnTo>
                  <a:lnTo>
                    <a:pt x="85239" y="186679"/>
                  </a:lnTo>
                  <a:lnTo>
                    <a:pt x="86687" y="181755"/>
                  </a:lnTo>
                  <a:lnTo>
                    <a:pt x="88087" y="176821"/>
                  </a:lnTo>
                  <a:lnTo>
                    <a:pt x="89478" y="171706"/>
                  </a:lnTo>
                  <a:lnTo>
                    <a:pt x="90868" y="166591"/>
                  </a:lnTo>
                  <a:lnTo>
                    <a:pt x="92259" y="161419"/>
                  </a:lnTo>
                  <a:lnTo>
                    <a:pt x="93650" y="156170"/>
                  </a:lnTo>
                  <a:lnTo>
                    <a:pt x="95050" y="150874"/>
                  </a:lnTo>
                  <a:lnTo>
                    <a:pt x="96441" y="145569"/>
                  </a:lnTo>
                  <a:lnTo>
                    <a:pt x="97831" y="140207"/>
                  </a:lnTo>
                  <a:lnTo>
                    <a:pt x="99222" y="134844"/>
                  </a:lnTo>
                  <a:lnTo>
                    <a:pt x="100613" y="129472"/>
                  </a:lnTo>
                  <a:lnTo>
                    <a:pt x="102003" y="124052"/>
                  </a:lnTo>
                  <a:lnTo>
                    <a:pt x="103461" y="118680"/>
                  </a:lnTo>
                  <a:lnTo>
                    <a:pt x="104851" y="113317"/>
                  </a:lnTo>
                  <a:lnTo>
                    <a:pt x="106251" y="107955"/>
                  </a:lnTo>
                  <a:lnTo>
                    <a:pt x="107642" y="102649"/>
                  </a:lnTo>
                  <a:lnTo>
                    <a:pt x="109032" y="97411"/>
                  </a:lnTo>
                  <a:lnTo>
                    <a:pt x="110423" y="92229"/>
                  </a:lnTo>
                  <a:lnTo>
                    <a:pt x="111814" y="87057"/>
                  </a:lnTo>
                  <a:lnTo>
                    <a:pt x="113214" y="81999"/>
                  </a:lnTo>
                  <a:lnTo>
                    <a:pt x="114605" y="77008"/>
                  </a:lnTo>
                  <a:lnTo>
                    <a:pt x="115995" y="72150"/>
                  </a:lnTo>
                  <a:lnTo>
                    <a:pt x="117386" y="67340"/>
                  </a:lnTo>
                  <a:lnTo>
                    <a:pt x="118844" y="62664"/>
                  </a:lnTo>
                  <a:lnTo>
                    <a:pt x="120234" y="58111"/>
                  </a:lnTo>
                  <a:lnTo>
                    <a:pt x="121625" y="53682"/>
                  </a:lnTo>
                  <a:lnTo>
                    <a:pt x="123025" y="49376"/>
                  </a:lnTo>
                  <a:lnTo>
                    <a:pt x="124416" y="45261"/>
                  </a:lnTo>
                  <a:lnTo>
                    <a:pt x="125806" y="41270"/>
                  </a:lnTo>
                  <a:lnTo>
                    <a:pt x="127197" y="37403"/>
                  </a:lnTo>
                  <a:lnTo>
                    <a:pt x="128588" y="33717"/>
                  </a:lnTo>
                  <a:lnTo>
                    <a:pt x="129978" y="30221"/>
                  </a:lnTo>
                  <a:lnTo>
                    <a:pt x="131378" y="26916"/>
                  </a:lnTo>
                  <a:lnTo>
                    <a:pt x="132769" y="23735"/>
                  </a:lnTo>
                  <a:lnTo>
                    <a:pt x="134226" y="20801"/>
                  </a:lnTo>
                  <a:lnTo>
                    <a:pt x="135617" y="18001"/>
                  </a:lnTo>
                  <a:lnTo>
                    <a:pt x="137008" y="15382"/>
                  </a:lnTo>
                  <a:lnTo>
                    <a:pt x="138398" y="13067"/>
                  </a:lnTo>
                  <a:lnTo>
                    <a:pt x="139789" y="10886"/>
                  </a:lnTo>
                  <a:lnTo>
                    <a:pt x="141189" y="8828"/>
                  </a:lnTo>
                  <a:lnTo>
                    <a:pt x="142580" y="7085"/>
                  </a:lnTo>
                  <a:lnTo>
                    <a:pt x="143970" y="5523"/>
                  </a:lnTo>
                  <a:lnTo>
                    <a:pt x="145361" y="4085"/>
                  </a:lnTo>
                  <a:lnTo>
                    <a:pt x="146752" y="2961"/>
                  </a:lnTo>
                  <a:lnTo>
                    <a:pt x="148142" y="1970"/>
                  </a:lnTo>
                  <a:lnTo>
                    <a:pt x="149543" y="1151"/>
                  </a:lnTo>
                  <a:lnTo>
                    <a:pt x="151000" y="589"/>
                  </a:lnTo>
                  <a:lnTo>
                    <a:pt x="152390" y="218"/>
                  </a:lnTo>
                  <a:lnTo>
                    <a:pt x="153781" y="-30"/>
                  </a:lnTo>
                  <a:lnTo>
                    <a:pt x="155172" y="-30"/>
                  </a:lnTo>
                  <a:lnTo>
                    <a:pt x="156563" y="160"/>
                  </a:lnTo>
                  <a:lnTo>
                    <a:pt x="157963" y="532"/>
                  </a:lnTo>
                  <a:lnTo>
                    <a:pt x="159353" y="1027"/>
                  </a:lnTo>
                  <a:lnTo>
                    <a:pt x="160744" y="1713"/>
                  </a:lnTo>
                  <a:lnTo>
                    <a:pt x="162134" y="2589"/>
                  </a:lnTo>
                  <a:lnTo>
                    <a:pt x="163525" y="3590"/>
                  </a:lnTo>
                  <a:lnTo>
                    <a:pt x="164916" y="4771"/>
                  </a:lnTo>
                  <a:lnTo>
                    <a:pt x="166373" y="6085"/>
                  </a:lnTo>
                  <a:lnTo>
                    <a:pt x="167764" y="7457"/>
                  </a:lnTo>
                  <a:lnTo>
                    <a:pt x="169164" y="9076"/>
                  </a:lnTo>
                  <a:lnTo>
                    <a:pt x="170555" y="10762"/>
                  </a:lnTo>
                  <a:lnTo>
                    <a:pt x="171946" y="12572"/>
                  </a:lnTo>
                  <a:lnTo>
                    <a:pt x="173336" y="14505"/>
                  </a:lnTo>
                  <a:lnTo>
                    <a:pt x="174727" y="16563"/>
                  </a:lnTo>
                  <a:lnTo>
                    <a:pt x="176117" y="18687"/>
                  </a:lnTo>
                  <a:lnTo>
                    <a:pt x="177517" y="20868"/>
                  </a:lnTo>
                  <a:lnTo>
                    <a:pt x="178908" y="23173"/>
                  </a:lnTo>
                  <a:lnTo>
                    <a:pt x="180299" y="25545"/>
                  </a:lnTo>
                  <a:lnTo>
                    <a:pt x="181756" y="27983"/>
                  </a:lnTo>
                  <a:lnTo>
                    <a:pt x="183147" y="30536"/>
                  </a:lnTo>
                  <a:lnTo>
                    <a:pt x="184537" y="33031"/>
                  </a:lnTo>
                  <a:lnTo>
                    <a:pt x="185938" y="35651"/>
                  </a:lnTo>
                  <a:lnTo>
                    <a:pt x="187328" y="38270"/>
                  </a:lnTo>
                  <a:lnTo>
                    <a:pt x="188719" y="40956"/>
                  </a:lnTo>
                  <a:lnTo>
                    <a:pt x="190110" y="43642"/>
                  </a:lnTo>
                  <a:lnTo>
                    <a:pt x="191500" y="46385"/>
                  </a:lnTo>
                  <a:lnTo>
                    <a:pt x="192891" y="49129"/>
                  </a:lnTo>
                  <a:lnTo>
                    <a:pt x="194291" y="51872"/>
                  </a:lnTo>
                  <a:lnTo>
                    <a:pt x="195682" y="54615"/>
                  </a:lnTo>
                  <a:lnTo>
                    <a:pt x="197072" y="57358"/>
                  </a:lnTo>
                  <a:lnTo>
                    <a:pt x="198529" y="60111"/>
                  </a:lnTo>
                  <a:lnTo>
                    <a:pt x="199921" y="62854"/>
                  </a:lnTo>
                  <a:lnTo>
                    <a:pt x="201311" y="65597"/>
                  </a:lnTo>
                  <a:lnTo>
                    <a:pt x="202702" y="68341"/>
                  </a:lnTo>
                  <a:lnTo>
                    <a:pt x="204102" y="71026"/>
                  </a:lnTo>
                  <a:lnTo>
                    <a:pt x="205492" y="73646"/>
                  </a:lnTo>
                  <a:lnTo>
                    <a:pt x="206883" y="76322"/>
                  </a:lnTo>
                  <a:lnTo>
                    <a:pt x="208274" y="78942"/>
                  </a:lnTo>
                  <a:lnTo>
                    <a:pt x="209664" y="81504"/>
                  </a:lnTo>
                  <a:lnTo>
                    <a:pt x="211055" y="84057"/>
                  </a:lnTo>
                  <a:lnTo>
                    <a:pt x="212455" y="86552"/>
                  </a:lnTo>
                  <a:lnTo>
                    <a:pt x="213903" y="88991"/>
                  </a:lnTo>
                  <a:lnTo>
                    <a:pt x="215303" y="91420"/>
                  </a:lnTo>
                  <a:lnTo>
                    <a:pt x="216694" y="93858"/>
                  </a:lnTo>
                  <a:lnTo>
                    <a:pt x="218085" y="96163"/>
                  </a:lnTo>
                  <a:lnTo>
                    <a:pt x="219475" y="98468"/>
                  </a:lnTo>
                  <a:lnTo>
                    <a:pt x="220866" y="100716"/>
                  </a:lnTo>
                  <a:lnTo>
                    <a:pt x="222266" y="102897"/>
                  </a:lnTo>
                  <a:lnTo>
                    <a:pt x="223656" y="105088"/>
                  </a:lnTo>
                  <a:lnTo>
                    <a:pt x="225048" y="107202"/>
                  </a:lnTo>
                  <a:lnTo>
                    <a:pt x="226438" y="109260"/>
                  </a:lnTo>
                  <a:lnTo>
                    <a:pt x="227829" y="111327"/>
                  </a:lnTo>
                  <a:lnTo>
                    <a:pt x="229286" y="113317"/>
                  </a:lnTo>
                  <a:lnTo>
                    <a:pt x="230676" y="115251"/>
                  </a:lnTo>
                  <a:lnTo>
                    <a:pt x="232077" y="117127"/>
                  </a:lnTo>
                  <a:lnTo>
                    <a:pt x="233467" y="118994"/>
                  </a:lnTo>
                  <a:lnTo>
                    <a:pt x="234858" y="120747"/>
                  </a:lnTo>
                  <a:lnTo>
                    <a:pt x="236249" y="122547"/>
                  </a:lnTo>
                  <a:lnTo>
                    <a:pt x="237639" y="124233"/>
                  </a:lnTo>
                  <a:lnTo>
                    <a:pt x="239030" y="125919"/>
                  </a:lnTo>
                  <a:lnTo>
                    <a:pt x="240430" y="127538"/>
                  </a:lnTo>
                  <a:lnTo>
                    <a:pt x="241821" y="129167"/>
                  </a:lnTo>
                  <a:lnTo>
                    <a:pt x="243212" y="130720"/>
                  </a:lnTo>
                  <a:lnTo>
                    <a:pt x="244602" y="132225"/>
                  </a:lnTo>
                  <a:lnTo>
                    <a:pt x="246060" y="133720"/>
                  </a:lnTo>
                  <a:lnTo>
                    <a:pt x="247450" y="135216"/>
                  </a:lnTo>
                  <a:lnTo>
                    <a:pt x="248841" y="136587"/>
                  </a:lnTo>
                  <a:lnTo>
                    <a:pt x="250241" y="138025"/>
                  </a:lnTo>
                  <a:lnTo>
                    <a:pt x="251631" y="139330"/>
                  </a:lnTo>
                  <a:lnTo>
                    <a:pt x="253022" y="140702"/>
                  </a:lnTo>
                  <a:lnTo>
                    <a:pt x="254413" y="141950"/>
                  </a:lnTo>
                  <a:lnTo>
                    <a:pt x="255803" y="143264"/>
                  </a:lnTo>
                  <a:lnTo>
                    <a:pt x="257204" y="144512"/>
                  </a:lnTo>
                  <a:lnTo>
                    <a:pt x="258594" y="145693"/>
                  </a:lnTo>
                  <a:lnTo>
                    <a:pt x="259985" y="146884"/>
                  </a:lnTo>
                  <a:lnTo>
                    <a:pt x="261442" y="148065"/>
                  </a:lnTo>
                  <a:lnTo>
                    <a:pt x="262833" y="149189"/>
                  </a:lnTo>
                  <a:lnTo>
                    <a:pt x="264224" y="150313"/>
                  </a:lnTo>
                  <a:lnTo>
                    <a:pt x="265614" y="151437"/>
                  </a:lnTo>
                  <a:lnTo>
                    <a:pt x="267005" y="152494"/>
                  </a:lnTo>
                  <a:lnTo>
                    <a:pt x="268405" y="153551"/>
                  </a:lnTo>
                  <a:lnTo>
                    <a:pt x="269796" y="154551"/>
                  </a:lnTo>
                  <a:lnTo>
                    <a:pt x="271187" y="155551"/>
                  </a:lnTo>
                  <a:lnTo>
                    <a:pt x="272577" y="156551"/>
                  </a:lnTo>
                  <a:lnTo>
                    <a:pt x="273968" y="157552"/>
                  </a:lnTo>
                  <a:lnTo>
                    <a:pt x="275368" y="158542"/>
                  </a:lnTo>
                  <a:lnTo>
                    <a:pt x="276816" y="159485"/>
                  </a:lnTo>
                  <a:lnTo>
                    <a:pt x="278216" y="160419"/>
                  </a:lnTo>
                  <a:lnTo>
                    <a:pt x="279606" y="161295"/>
                  </a:lnTo>
                  <a:lnTo>
                    <a:pt x="280997" y="162228"/>
                  </a:lnTo>
                  <a:lnTo>
                    <a:pt x="282388" y="163095"/>
                  </a:lnTo>
                  <a:lnTo>
                    <a:pt x="283778" y="163971"/>
                  </a:lnTo>
                  <a:lnTo>
                    <a:pt x="285179" y="164781"/>
                  </a:lnTo>
                  <a:lnTo>
                    <a:pt x="286569" y="165657"/>
                  </a:lnTo>
                  <a:lnTo>
                    <a:pt x="287960" y="166467"/>
                  </a:lnTo>
                  <a:lnTo>
                    <a:pt x="289351" y="167277"/>
                  </a:lnTo>
                  <a:lnTo>
                    <a:pt x="290741" y="168029"/>
                  </a:lnTo>
                  <a:lnTo>
                    <a:pt x="292132" y="168839"/>
                  </a:lnTo>
                  <a:lnTo>
                    <a:pt x="293589" y="169591"/>
                  </a:lnTo>
                  <a:lnTo>
                    <a:pt x="294980" y="170334"/>
                  </a:lnTo>
                  <a:lnTo>
                    <a:pt x="296380" y="171087"/>
                  </a:lnTo>
                  <a:lnTo>
                    <a:pt x="297770" y="171830"/>
                  </a:lnTo>
                  <a:lnTo>
                    <a:pt x="299161" y="172525"/>
                  </a:lnTo>
                  <a:lnTo>
                    <a:pt x="300552" y="173268"/>
                  </a:lnTo>
                  <a:lnTo>
                    <a:pt x="301943" y="173954"/>
                  </a:lnTo>
                  <a:lnTo>
                    <a:pt x="303343" y="174582"/>
                  </a:lnTo>
                  <a:lnTo>
                    <a:pt x="304733" y="175268"/>
                  </a:lnTo>
                  <a:lnTo>
                    <a:pt x="306124" y="175887"/>
                  </a:lnTo>
                  <a:lnTo>
                    <a:pt x="307515" y="176573"/>
                  </a:lnTo>
                  <a:lnTo>
                    <a:pt x="308972" y="177202"/>
                  </a:lnTo>
                  <a:lnTo>
                    <a:pt x="310363" y="177821"/>
                  </a:lnTo>
                  <a:lnTo>
                    <a:pt x="311753" y="178383"/>
                  </a:lnTo>
                  <a:lnTo>
                    <a:pt x="313154" y="179011"/>
                  </a:lnTo>
                  <a:lnTo>
                    <a:pt x="314544" y="179573"/>
                  </a:lnTo>
                  <a:lnTo>
                    <a:pt x="315935" y="180126"/>
                  </a:lnTo>
                  <a:lnTo>
                    <a:pt x="317326" y="180688"/>
                  </a:lnTo>
                  <a:lnTo>
                    <a:pt x="318716" y="181250"/>
                  </a:lnTo>
                  <a:lnTo>
                    <a:pt x="320107" y="181755"/>
                  </a:lnTo>
                  <a:lnTo>
                    <a:pt x="321507" y="182317"/>
                  </a:lnTo>
                  <a:lnTo>
                    <a:pt x="322897" y="182812"/>
                  </a:lnTo>
                  <a:lnTo>
                    <a:pt x="324355" y="183307"/>
                  </a:lnTo>
                  <a:lnTo>
                    <a:pt x="325745" y="183812"/>
                  </a:lnTo>
                  <a:lnTo>
                    <a:pt x="327136" y="184307"/>
                  </a:lnTo>
                  <a:lnTo>
                    <a:pt x="328527" y="184745"/>
                  </a:lnTo>
                  <a:lnTo>
                    <a:pt x="329917" y="185250"/>
                  </a:lnTo>
                  <a:lnTo>
                    <a:pt x="331318" y="185679"/>
                  </a:lnTo>
                  <a:lnTo>
                    <a:pt x="332708" y="186117"/>
                  </a:lnTo>
                  <a:lnTo>
                    <a:pt x="334099" y="186622"/>
                  </a:lnTo>
                  <a:lnTo>
                    <a:pt x="335490" y="187050"/>
                  </a:lnTo>
                  <a:lnTo>
                    <a:pt x="336880" y="187432"/>
                  </a:lnTo>
                  <a:lnTo>
                    <a:pt x="338271" y="187870"/>
                  </a:lnTo>
                  <a:lnTo>
                    <a:pt x="339671" y="188298"/>
                  </a:lnTo>
                  <a:lnTo>
                    <a:pt x="341128" y="188679"/>
                  </a:lnTo>
                  <a:lnTo>
                    <a:pt x="342519" y="189051"/>
                  </a:lnTo>
                  <a:lnTo>
                    <a:pt x="343909" y="189489"/>
                  </a:lnTo>
                  <a:lnTo>
                    <a:pt x="345301" y="189860"/>
                  </a:lnTo>
                  <a:lnTo>
                    <a:pt x="346691" y="190232"/>
                  </a:lnTo>
                  <a:lnTo>
                    <a:pt x="348091" y="190613"/>
                  </a:lnTo>
                  <a:lnTo>
                    <a:pt x="349482" y="190984"/>
                  </a:lnTo>
                  <a:lnTo>
                    <a:pt x="350872" y="191356"/>
                  </a:lnTo>
                  <a:lnTo>
                    <a:pt x="352263" y="191737"/>
                  </a:lnTo>
                  <a:lnTo>
                    <a:pt x="353654" y="192042"/>
                  </a:lnTo>
                  <a:lnTo>
                    <a:pt x="355044" y="192423"/>
                  </a:lnTo>
                  <a:lnTo>
                    <a:pt x="356502" y="192794"/>
                  </a:lnTo>
                  <a:lnTo>
                    <a:pt x="357892" y="193109"/>
                  </a:lnTo>
                  <a:lnTo>
                    <a:pt x="359293" y="193480"/>
                  </a:lnTo>
                  <a:lnTo>
                    <a:pt x="360683" y="193794"/>
                  </a:lnTo>
                  <a:lnTo>
                    <a:pt x="362074" y="194166"/>
                  </a:lnTo>
                  <a:lnTo>
                    <a:pt x="363465" y="194480"/>
                  </a:lnTo>
                  <a:lnTo>
                    <a:pt x="364855" y="194794"/>
                  </a:lnTo>
                  <a:lnTo>
                    <a:pt x="366246" y="195166"/>
                  </a:lnTo>
                  <a:lnTo>
                    <a:pt x="367646" y="195480"/>
                  </a:lnTo>
                  <a:lnTo>
                    <a:pt x="369036" y="195785"/>
                  </a:lnTo>
                  <a:lnTo>
                    <a:pt x="370428" y="196166"/>
                  </a:lnTo>
                  <a:lnTo>
                    <a:pt x="371818" y="196471"/>
                  </a:lnTo>
                  <a:lnTo>
                    <a:pt x="373275" y="196785"/>
                  </a:lnTo>
                  <a:lnTo>
                    <a:pt x="374666" y="197100"/>
                  </a:lnTo>
                  <a:lnTo>
                    <a:pt x="376066" y="197414"/>
                  </a:lnTo>
                  <a:lnTo>
                    <a:pt x="377457" y="197718"/>
                  </a:lnTo>
                  <a:lnTo>
                    <a:pt x="378847" y="198033"/>
                  </a:lnTo>
                  <a:lnTo>
                    <a:pt x="380238" y="198347"/>
                  </a:lnTo>
                  <a:lnTo>
                    <a:pt x="381629" y="198661"/>
                  </a:lnTo>
                  <a:lnTo>
                    <a:pt x="383019" y="198966"/>
                  </a:lnTo>
                  <a:lnTo>
                    <a:pt x="384420" y="199281"/>
                  </a:lnTo>
                  <a:lnTo>
                    <a:pt x="385810" y="199595"/>
                  </a:lnTo>
                  <a:lnTo>
                    <a:pt x="387201" y="199909"/>
                  </a:lnTo>
                  <a:lnTo>
                    <a:pt x="388658" y="200157"/>
                  </a:lnTo>
                  <a:lnTo>
                    <a:pt x="390049" y="200471"/>
                  </a:lnTo>
                  <a:lnTo>
                    <a:pt x="391440" y="200776"/>
                  </a:lnTo>
                  <a:lnTo>
                    <a:pt x="392830" y="201024"/>
                  </a:lnTo>
                  <a:lnTo>
                    <a:pt x="394230" y="201338"/>
                  </a:lnTo>
                  <a:lnTo>
                    <a:pt x="395621" y="201586"/>
                  </a:lnTo>
                  <a:lnTo>
                    <a:pt x="397011" y="201900"/>
                  </a:lnTo>
                  <a:lnTo>
                    <a:pt x="398402" y="202148"/>
                  </a:lnTo>
                  <a:lnTo>
                    <a:pt x="399793" y="202405"/>
                  </a:lnTo>
                  <a:lnTo>
                    <a:pt x="401193" y="202652"/>
                  </a:lnTo>
                  <a:lnTo>
                    <a:pt x="402584" y="202900"/>
                  </a:lnTo>
                  <a:lnTo>
                    <a:pt x="404041" y="203148"/>
                  </a:lnTo>
                  <a:lnTo>
                    <a:pt x="405432" y="203395"/>
                  </a:lnTo>
                  <a:lnTo>
                    <a:pt x="406822" y="203653"/>
                  </a:lnTo>
                  <a:lnTo>
                    <a:pt x="408213" y="203834"/>
                  </a:lnTo>
                  <a:lnTo>
                    <a:pt x="409604" y="204081"/>
                  </a:lnTo>
                  <a:lnTo>
                    <a:pt x="410994" y="204272"/>
                  </a:lnTo>
                  <a:lnTo>
                    <a:pt x="412394" y="204462"/>
                  </a:lnTo>
                  <a:lnTo>
                    <a:pt x="413785" y="204710"/>
                  </a:lnTo>
                  <a:lnTo>
                    <a:pt x="415176" y="204834"/>
                  </a:lnTo>
                  <a:lnTo>
                    <a:pt x="416567" y="205024"/>
                  </a:lnTo>
                  <a:lnTo>
                    <a:pt x="417957" y="205205"/>
                  </a:lnTo>
                  <a:lnTo>
                    <a:pt x="419357" y="205329"/>
                  </a:lnTo>
                  <a:lnTo>
                    <a:pt x="420805" y="205462"/>
                  </a:lnTo>
                  <a:lnTo>
                    <a:pt x="422205" y="205643"/>
                  </a:lnTo>
                  <a:lnTo>
                    <a:pt x="423596" y="205710"/>
                  </a:lnTo>
                  <a:lnTo>
                    <a:pt x="424986" y="205834"/>
                  </a:lnTo>
                  <a:lnTo>
                    <a:pt x="426377" y="205958"/>
                  </a:lnTo>
                  <a:lnTo>
                    <a:pt x="427768" y="206015"/>
                  </a:lnTo>
                  <a:lnTo>
                    <a:pt x="429158" y="206082"/>
                  </a:lnTo>
                  <a:lnTo>
                    <a:pt x="430559" y="206148"/>
                  </a:lnTo>
                  <a:lnTo>
                    <a:pt x="431949" y="206148"/>
                  </a:lnTo>
                  <a:lnTo>
                    <a:pt x="433340" y="206205"/>
                  </a:lnTo>
                  <a:lnTo>
                    <a:pt x="434731" y="206205"/>
                  </a:lnTo>
                  <a:lnTo>
                    <a:pt x="436188" y="206205"/>
                  </a:lnTo>
                  <a:lnTo>
                    <a:pt x="437579" y="206148"/>
                  </a:lnTo>
                  <a:lnTo>
                    <a:pt x="438969" y="206148"/>
                  </a:lnTo>
                  <a:lnTo>
                    <a:pt x="440369" y="206082"/>
                  </a:lnTo>
                  <a:lnTo>
                    <a:pt x="441760" y="206015"/>
                  </a:lnTo>
                  <a:lnTo>
                    <a:pt x="443150" y="205891"/>
                  </a:lnTo>
                  <a:lnTo>
                    <a:pt x="444541" y="205767"/>
                  </a:lnTo>
                  <a:lnTo>
                    <a:pt x="445932" y="205643"/>
                  </a:lnTo>
                  <a:lnTo>
                    <a:pt x="447332" y="205519"/>
                  </a:lnTo>
                  <a:lnTo>
                    <a:pt x="448723" y="205329"/>
                  </a:lnTo>
                  <a:lnTo>
                    <a:pt x="450113" y="205148"/>
                  </a:lnTo>
                  <a:lnTo>
                    <a:pt x="451571" y="204957"/>
                  </a:lnTo>
                  <a:lnTo>
                    <a:pt x="452962" y="204710"/>
                  </a:lnTo>
                  <a:lnTo>
                    <a:pt x="454352" y="204519"/>
                  </a:lnTo>
                  <a:lnTo>
                    <a:pt x="455743" y="204205"/>
                  </a:lnTo>
                  <a:lnTo>
                    <a:pt x="457143" y="203957"/>
                  </a:lnTo>
                  <a:lnTo>
                    <a:pt x="458534" y="203653"/>
                  </a:lnTo>
                  <a:lnTo>
                    <a:pt x="459924" y="203272"/>
                  </a:lnTo>
                  <a:lnTo>
                    <a:pt x="461315" y="202900"/>
                  </a:lnTo>
                  <a:lnTo>
                    <a:pt x="462706" y="202529"/>
                  </a:lnTo>
                  <a:lnTo>
                    <a:pt x="464096" y="202148"/>
                  </a:lnTo>
                  <a:lnTo>
                    <a:pt x="465496" y="201719"/>
                  </a:lnTo>
                  <a:lnTo>
                    <a:pt x="466887" y="201214"/>
                  </a:lnTo>
                  <a:lnTo>
                    <a:pt x="468344" y="200719"/>
                  </a:lnTo>
                  <a:lnTo>
                    <a:pt x="469735" y="200214"/>
                  </a:lnTo>
                  <a:lnTo>
                    <a:pt x="471126" y="199652"/>
                  </a:lnTo>
                  <a:lnTo>
                    <a:pt x="472516" y="199090"/>
                  </a:lnTo>
                  <a:lnTo>
                    <a:pt x="473907" y="198528"/>
                  </a:lnTo>
                  <a:lnTo>
                    <a:pt x="475307" y="197842"/>
                  </a:lnTo>
                  <a:lnTo>
                    <a:pt x="476698" y="197223"/>
                  </a:lnTo>
                  <a:lnTo>
                    <a:pt x="478088" y="196537"/>
                  </a:lnTo>
                  <a:lnTo>
                    <a:pt x="479479" y="195785"/>
                  </a:lnTo>
                  <a:lnTo>
                    <a:pt x="480870" y="195042"/>
                  </a:lnTo>
                  <a:lnTo>
                    <a:pt x="482260" y="194232"/>
                  </a:lnTo>
                  <a:lnTo>
                    <a:pt x="483718" y="193356"/>
                  </a:lnTo>
                  <a:lnTo>
                    <a:pt x="485108" y="192480"/>
                  </a:lnTo>
                  <a:lnTo>
                    <a:pt x="486508" y="191613"/>
                  </a:lnTo>
                  <a:lnTo>
                    <a:pt x="487899" y="190613"/>
                  </a:lnTo>
                  <a:lnTo>
                    <a:pt x="489290" y="189679"/>
                  </a:lnTo>
                  <a:lnTo>
                    <a:pt x="490681" y="188613"/>
                  </a:lnTo>
                  <a:lnTo>
                    <a:pt x="492071" y="187555"/>
                  </a:lnTo>
                  <a:lnTo>
                    <a:pt x="493471" y="186431"/>
                  </a:lnTo>
                  <a:lnTo>
                    <a:pt x="494862" y="185308"/>
                  </a:lnTo>
                  <a:lnTo>
                    <a:pt x="496252" y="184060"/>
                  </a:lnTo>
                  <a:lnTo>
                    <a:pt x="497643" y="182812"/>
                  </a:lnTo>
                  <a:lnTo>
                    <a:pt x="499101" y="181564"/>
                  </a:lnTo>
                  <a:lnTo>
                    <a:pt x="500491" y="180192"/>
                  </a:lnTo>
                  <a:lnTo>
                    <a:pt x="501882" y="178821"/>
                  </a:lnTo>
                  <a:lnTo>
                    <a:pt x="503282" y="177383"/>
                  </a:lnTo>
                  <a:lnTo>
                    <a:pt x="504673" y="175887"/>
                  </a:lnTo>
                  <a:lnTo>
                    <a:pt x="506063" y="174392"/>
                  </a:lnTo>
                  <a:lnTo>
                    <a:pt x="507454" y="172830"/>
                  </a:lnTo>
                  <a:lnTo>
                    <a:pt x="508845" y="171210"/>
                  </a:lnTo>
                  <a:lnTo>
                    <a:pt x="510235" y="169591"/>
                  </a:lnTo>
                  <a:lnTo>
                    <a:pt x="511635" y="167839"/>
                  </a:lnTo>
                  <a:lnTo>
                    <a:pt x="513026" y="166096"/>
                  </a:lnTo>
                  <a:lnTo>
                    <a:pt x="514416" y="164286"/>
                  </a:lnTo>
                  <a:lnTo>
                    <a:pt x="515874" y="162476"/>
                  </a:lnTo>
                  <a:lnTo>
                    <a:pt x="517265" y="160609"/>
                  </a:lnTo>
                  <a:lnTo>
                    <a:pt x="518655" y="158666"/>
                  </a:lnTo>
                  <a:lnTo>
                    <a:pt x="520046" y="156733"/>
                  </a:lnTo>
                  <a:lnTo>
                    <a:pt x="521446" y="154742"/>
                  </a:lnTo>
                  <a:lnTo>
                    <a:pt x="522837" y="152684"/>
                  </a:lnTo>
                  <a:lnTo>
                    <a:pt x="524228" y="150627"/>
                  </a:lnTo>
                  <a:lnTo>
                    <a:pt x="525618" y="148570"/>
                  </a:lnTo>
                  <a:lnTo>
                    <a:pt x="527009" y="146445"/>
                  </a:lnTo>
                  <a:lnTo>
                    <a:pt x="528399" y="144321"/>
                  </a:lnTo>
                  <a:lnTo>
                    <a:pt x="529800" y="142140"/>
                  </a:lnTo>
                  <a:lnTo>
                    <a:pt x="531257" y="139959"/>
                  </a:lnTo>
                  <a:lnTo>
                    <a:pt x="532647" y="137768"/>
                  </a:lnTo>
                  <a:lnTo>
                    <a:pt x="534038" y="135587"/>
                  </a:lnTo>
                  <a:lnTo>
                    <a:pt x="535429" y="133406"/>
                  </a:lnTo>
                  <a:lnTo>
                    <a:pt x="536820" y="131224"/>
                  </a:lnTo>
                  <a:lnTo>
                    <a:pt x="538220" y="129043"/>
                  </a:lnTo>
                  <a:lnTo>
                    <a:pt x="539610" y="126919"/>
                  </a:lnTo>
                  <a:lnTo>
                    <a:pt x="541001" y="124738"/>
                  </a:lnTo>
                  <a:lnTo>
                    <a:pt x="542392" y="122614"/>
                  </a:lnTo>
                  <a:lnTo>
                    <a:pt x="543782" y="120557"/>
                  </a:lnTo>
                  <a:lnTo>
                    <a:pt x="545173" y="118499"/>
                  </a:lnTo>
                  <a:lnTo>
                    <a:pt x="546630" y="116499"/>
                  </a:lnTo>
                  <a:lnTo>
                    <a:pt x="548021" y="114565"/>
                  </a:lnTo>
                  <a:lnTo>
                    <a:pt x="549421" y="112632"/>
                  </a:lnTo>
                  <a:lnTo>
                    <a:pt x="550812" y="110765"/>
                  </a:lnTo>
                  <a:lnTo>
                    <a:pt x="552203" y="109012"/>
                  </a:lnTo>
                  <a:lnTo>
                    <a:pt x="553593" y="107326"/>
                  </a:lnTo>
                  <a:lnTo>
                    <a:pt x="554984" y="105707"/>
                  </a:lnTo>
                  <a:lnTo>
                    <a:pt x="556384" y="104212"/>
                  </a:lnTo>
                  <a:lnTo>
                    <a:pt x="557774" y="102773"/>
                  </a:lnTo>
                  <a:lnTo>
                    <a:pt x="559165" y="101402"/>
                  </a:lnTo>
                  <a:lnTo>
                    <a:pt x="560556" y="100221"/>
                  </a:lnTo>
                  <a:lnTo>
                    <a:pt x="561947" y="99097"/>
                  </a:lnTo>
                  <a:lnTo>
                    <a:pt x="563404" y="98097"/>
                  </a:lnTo>
                  <a:lnTo>
                    <a:pt x="564794" y="97220"/>
                  </a:lnTo>
                  <a:lnTo>
                    <a:pt x="566195" y="96477"/>
                  </a:lnTo>
                  <a:lnTo>
                    <a:pt x="567585" y="95915"/>
                  </a:lnTo>
                  <a:lnTo>
                    <a:pt x="568976" y="95410"/>
                  </a:lnTo>
                  <a:lnTo>
                    <a:pt x="570367" y="95106"/>
                  </a:lnTo>
                  <a:lnTo>
                    <a:pt x="571757" y="94915"/>
                  </a:lnTo>
                  <a:lnTo>
                    <a:pt x="573148" y="94858"/>
                  </a:lnTo>
                  <a:lnTo>
                    <a:pt x="574548" y="95039"/>
                  </a:lnTo>
                  <a:lnTo>
                    <a:pt x="575939" y="95353"/>
                  </a:lnTo>
                  <a:lnTo>
                    <a:pt x="577330" y="95725"/>
                  </a:lnTo>
                  <a:lnTo>
                    <a:pt x="578787" y="96353"/>
                  </a:lnTo>
                  <a:lnTo>
                    <a:pt x="580178" y="97163"/>
                  </a:lnTo>
                  <a:lnTo>
                    <a:pt x="581568" y="98039"/>
                  </a:lnTo>
                  <a:lnTo>
                    <a:pt x="582959" y="99154"/>
                  </a:lnTo>
                  <a:lnTo>
                    <a:pt x="584359" y="100402"/>
                  </a:lnTo>
                  <a:lnTo>
                    <a:pt x="585749" y="101840"/>
                  </a:lnTo>
                  <a:lnTo>
                    <a:pt x="587140" y="103402"/>
                  </a:lnTo>
                  <a:lnTo>
                    <a:pt x="588531" y="105145"/>
                  </a:lnTo>
                  <a:lnTo>
                    <a:pt x="589921" y="107022"/>
                  </a:lnTo>
                  <a:lnTo>
                    <a:pt x="591322" y="109079"/>
                  </a:lnTo>
                  <a:lnTo>
                    <a:pt x="592712" y="111260"/>
                  </a:lnTo>
                  <a:lnTo>
                    <a:pt x="594170" y="113632"/>
                  </a:lnTo>
                  <a:lnTo>
                    <a:pt x="595560" y="116061"/>
                  </a:lnTo>
                  <a:lnTo>
                    <a:pt x="596951" y="118747"/>
                  </a:lnTo>
                  <a:lnTo>
                    <a:pt x="598342" y="121433"/>
                  </a:lnTo>
                  <a:lnTo>
                    <a:pt x="599732" y="124300"/>
                  </a:lnTo>
                  <a:lnTo>
                    <a:pt x="601123" y="127357"/>
                  </a:lnTo>
                  <a:lnTo>
                    <a:pt x="602523" y="130415"/>
                  </a:lnTo>
                  <a:lnTo>
                    <a:pt x="603914" y="133653"/>
                  </a:lnTo>
                  <a:lnTo>
                    <a:pt x="605305" y="136958"/>
                  </a:lnTo>
                  <a:lnTo>
                    <a:pt x="606695" y="140397"/>
                  </a:lnTo>
                  <a:lnTo>
                    <a:pt x="608086" y="143826"/>
                  </a:lnTo>
                  <a:lnTo>
                    <a:pt x="609486" y="147446"/>
                  </a:lnTo>
                  <a:lnTo>
                    <a:pt x="610934" y="151056"/>
                  </a:lnTo>
                  <a:lnTo>
                    <a:pt x="612334" y="154799"/>
                  </a:lnTo>
                  <a:lnTo>
                    <a:pt x="613724" y="158542"/>
                  </a:lnTo>
                  <a:lnTo>
                    <a:pt x="615115" y="162352"/>
                  </a:lnTo>
                  <a:lnTo>
                    <a:pt x="616506" y="166153"/>
                  </a:lnTo>
                  <a:lnTo>
                    <a:pt x="617896" y="170086"/>
                  </a:lnTo>
                  <a:lnTo>
                    <a:pt x="619297" y="173954"/>
                  </a:lnTo>
                  <a:lnTo>
                    <a:pt x="620687" y="177887"/>
                  </a:lnTo>
                  <a:lnTo>
                    <a:pt x="622078" y="181812"/>
                  </a:lnTo>
                  <a:lnTo>
                    <a:pt x="623469" y="185679"/>
                  </a:lnTo>
                  <a:lnTo>
                    <a:pt x="624859" y="189613"/>
                  </a:lnTo>
                  <a:lnTo>
                    <a:pt x="626317" y="193547"/>
                  </a:lnTo>
                  <a:lnTo>
                    <a:pt x="627707" y="197414"/>
                  </a:lnTo>
                  <a:lnTo>
                    <a:pt x="629098" y="201214"/>
                  </a:lnTo>
                  <a:lnTo>
                    <a:pt x="630498" y="205024"/>
                  </a:lnTo>
                  <a:lnTo>
                    <a:pt x="631888" y="208825"/>
                  </a:lnTo>
                  <a:lnTo>
                    <a:pt x="633279" y="212511"/>
                  </a:lnTo>
                  <a:lnTo>
                    <a:pt x="634670" y="216188"/>
                  </a:lnTo>
                  <a:lnTo>
                    <a:pt x="636061" y="219807"/>
                  </a:lnTo>
                  <a:lnTo>
                    <a:pt x="637461" y="223360"/>
                  </a:lnTo>
                  <a:lnTo>
                    <a:pt x="638851" y="226856"/>
                  </a:lnTo>
                  <a:lnTo>
                    <a:pt x="640242" y="230227"/>
                  </a:lnTo>
                  <a:lnTo>
                    <a:pt x="641699" y="233590"/>
                  </a:lnTo>
                  <a:lnTo>
                    <a:pt x="643090" y="236838"/>
                  </a:lnTo>
                  <a:lnTo>
                    <a:pt x="644481" y="240019"/>
                  </a:lnTo>
                  <a:lnTo>
                    <a:pt x="645871" y="243134"/>
                  </a:lnTo>
                  <a:lnTo>
                    <a:pt x="647271" y="246134"/>
                  </a:lnTo>
                  <a:lnTo>
                    <a:pt x="648662" y="249058"/>
                  </a:lnTo>
                  <a:lnTo>
                    <a:pt x="650053" y="251868"/>
                  </a:lnTo>
                  <a:lnTo>
                    <a:pt x="651444" y="254611"/>
                  </a:lnTo>
                  <a:lnTo>
                    <a:pt x="652834" y="257297"/>
                  </a:lnTo>
                  <a:lnTo>
                    <a:pt x="654234" y="259860"/>
                  </a:lnTo>
                  <a:lnTo>
                    <a:pt x="655625" y="262289"/>
                  </a:lnTo>
                  <a:lnTo>
                    <a:pt x="657015" y="264660"/>
                  </a:lnTo>
                  <a:lnTo>
                    <a:pt x="658473" y="266965"/>
                  </a:lnTo>
                  <a:lnTo>
                    <a:pt x="659863" y="269147"/>
                  </a:lnTo>
                  <a:lnTo>
                    <a:pt x="661254" y="271271"/>
                  </a:lnTo>
                  <a:lnTo>
                    <a:pt x="662645" y="273271"/>
                  </a:lnTo>
                  <a:lnTo>
                    <a:pt x="664035" y="275138"/>
                  </a:lnTo>
                  <a:lnTo>
                    <a:pt x="665436" y="277014"/>
                  </a:lnTo>
                  <a:lnTo>
                    <a:pt x="666826" y="278757"/>
                  </a:lnTo>
                  <a:lnTo>
                    <a:pt x="668217" y="280443"/>
                  </a:lnTo>
                  <a:lnTo>
                    <a:pt x="669608" y="281996"/>
                  </a:lnTo>
                  <a:lnTo>
                    <a:pt x="670998" y="283501"/>
                  </a:lnTo>
                  <a:lnTo>
                    <a:pt x="672389" y="284929"/>
                  </a:lnTo>
                  <a:lnTo>
                    <a:pt x="673846" y="286301"/>
                  </a:lnTo>
                  <a:lnTo>
                    <a:pt x="675246" y="287549"/>
                  </a:lnTo>
                  <a:lnTo>
                    <a:pt x="676637" y="288739"/>
                  </a:lnTo>
                  <a:lnTo>
                    <a:pt x="678027" y="289921"/>
                  </a:lnTo>
                  <a:lnTo>
                    <a:pt x="679418" y="290987"/>
                  </a:lnTo>
                  <a:lnTo>
                    <a:pt x="680809" y="291978"/>
                  </a:lnTo>
                  <a:lnTo>
                    <a:pt x="682209" y="292921"/>
                  </a:lnTo>
                  <a:lnTo>
                    <a:pt x="683600" y="293788"/>
                  </a:lnTo>
                  <a:lnTo>
                    <a:pt x="684990" y="294664"/>
                  </a:lnTo>
                  <a:lnTo>
                    <a:pt x="686381" y="295417"/>
                  </a:lnTo>
                  <a:lnTo>
                    <a:pt x="687772" y="296159"/>
                  </a:lnTo>
                  <a:lnTo>
                    <a:pt x="689229" y="296845"/>
                  </a:lnTo>
                  <a:lnTo>
                    <a:pt x="690620" y="297474"/>
                  </a:lnTo>
                  <a:lnTo>
                    <a:pt x="692010" y="298093"/>
                  </a:lnTo>
                  <a:lnTo>
                    <a:pt x="693411" y="298598"/>
                  </a:lnTo>
                  <a:lnTo>
                    <a:pt x="694801" y="299093"/>
                  </a:lnTo>
                  <a:lnTo>
                    <a:pt x="696192" y="299588"/>
                  </a:lnTo>
                  <a:lnTo>
                    <a:pt x="697583" y="300027"/>
                  </a:lnTo>
                  <a:lnTo>
                    <a:pt x="698973" y="300465"/>
                  </a:lnTo>
                  <a:lnTo>
                    <a:pt x="700364" y="300836"/>
                  </a:lnTo>
                  <a:lnTo>
                    <a:pt x="701764" y="301150"/>
                  </a:lnTo>
                  <a:lnTo>
                    <a:pt x="703154" y="301465"/>
                  </a:lnTo>
                  <a:lnTo>
                    <a:pt x="704545" y="301779"/>
                  </a:lnTo>
                  <a:lnTo>
                    <a:pt x="706002" y="302027"/>
                  </a:lnTo>
                  <a:lnTo>
                    <a:pt x="707393" y="302275"/>
                  </a:lnTo>
                  <a:lnTo>
                    <a:pt x="708784" y="302522"/>
                  </a:lnTo>
                  <a:lnTo>
                    <a:pt x="710174" y="302713"/>
                  </a:lnTo>
                  <a:lnTo>
                    <a:pt x="711575" y="302903"/>
                  </a:lnTo>
                  <a:lnTo>
                    <a:pt x="712965" y="303084"/>
                  </a:lnTo>
                  <a:lnTo>
                    <a:pt x="714356" y="303274"/>
                  </a:lnTo>
                  <a:lnTo>
                    <a:pt x="714356" y="304770"/>
                  </a:lnTo>
                  <a:lnTo>
                    <a:pt x="712965" y="304770"/>
                  </a:lnTo>
                  <a:lnTo>
                    <a:pt x="711575" y="304770"/>
                  </a:lnTo>
                  <a:lnTo>
                    <a:pt x="710174" y="304770"/>
                  </a:lnTo>
                  <a:lnTo>
                    <a:pt x="708784" y="304770"/>
                  </a:lnTo>
                  <a:lnTo>
                    <a:pt x="707393" y="304770"/>
                  </a:lnTo>
                  <a:lnTo>
                    <a:pt x="706002" y="304770"/>
                  </a:lnTo>
                  <a:lnTo>
                    <a:pt x="704545" y="304770"/>
                  </a:lnTo>
                  <a:lnTo>
                    <a:pt x="703154" y="304770"/>
                  </a:lnTo>
                  <a:lnTo>
                    <a:pt x="701764" y="304770"/>
                  </a:lnTo>
                  <a:lnTo>
                    <a:pt x="700364" y="304770"/>
                  </a:lnTo>
                  <a:lnTo>
                    <a:pt x="698973" y="304770"/>
                  </a:lnTo>
                  <a:lnTo>
                    <a:pt x="697583" y="304770"/>
                  </a:lnTo>
                  <a:lnTo>
                    <a:pt x="696192" y="304770"/>
                  </a:lnTo>
                  <a:lnTo>
                    <a:pt x="694801" y="304770"/>
                  </a:lnTo>
                  <a:lnTo>
                    <a:pt x="693411" y="304770"/>
                  </a:lnTo>
                  <a:lnTo>
                    <a:pt x="692010" y="304770"/>
                  </a:lnTo>
                  <a:lnTo>
                    <a:pt x="690620" y="304770"/>
                  </a:lnTo>
                  <a:lnTo>
                    <a:pt x="689229" y="304770"/>
                  </a:lnTo>
                  <a:lnTo>
                    <a:pt x="687772" y="304770"/>
                  </a:lnTo>
                  <a:lnTo>
                    <a:pt x="686381" y="304770"/>
                  </a:lnTo>
                  <a:lnTo>
                    <a:pt x="684990" y="304770"/>
                  </a:lnTo>
                  <a:lnTo>
                    <a:pt x="683600" y="304770"/>
                  </a:lnTo>
                  <a:lnTo>
                    <a:pt x="682209" y="304770"/>
                  </a:lnTo>
                  <a:lnTo>
                    <a:pt x="680809" y="304770"/>
                  </a:lnTo>
                  <a:lnTo>
                    <a:pt x="679418" y="304770"/>
                  </a:lnTo>
                  <a:lnTo>
                    <a:pt x="678027" y="304770"/>
                  </a:lnTo>
                  <a:lnTo>
                    <a:pt x="676637" y="304770"/>
                  </a:lnTo>
                  <a:lnTo>
                    <a:pt x="675246" y="304770"/>
                  </a:lnTo>
                  <a:lnTo>
                    <a:pt x="673846" y="304770"/>
                  </a:lnTo>
                  <a:lnTo>
                    <a:pt x="672389" y="304770"/>
                  </a:lnTo>
                  <a:lnTo>
                    <a:pt x="670998" y="304770"/>
                  </a:lnTo>
                  <a:lnTo>
                    <a:pt x="669608" y="304770"/>
                  </a:lnTo>
                  <a:lnTo>
                    <a:pt x="668217" y="304770"/>
                  </a:lnTo>
                  <a:lnTo>
                    <a:pt x="666826" y="304770"/>
                  </a:lnTo>
                  <a:lnTo>
                    <a:pt x="665436" y="304770"/>
                  </a:lnTo>
                  <a:lnTo>
                    <a:pt x="664035" y="304770"/>
                  </a:lnTo>
                  <a:lnTo>
                    <a:pt x="662645" y="304770"/>
                  </a:lnTo>
                  <a:lnTo>
                    <a:pt x="661254" y="304770"/>
                  </a:lnTo>
                  <a:lnTo>
                    <a:pt x="659863" y="304770"/>
                  </a:lnTo>
                  <a:lnTo>
                    <a:pt x="658473" y="304770"/>
                  </a:lnTo>
                  <a:lnTo>
                    <a:pt x="657015" y="304770"/>
                  </a:lnTo>
                  <a:lnTo>
                    <a:pt x="655625" y="304770"/>
                  </a:lnTo>
                  <a:lnTo>
                    <a:pt x="654234" y="304770"/>
                  </a:lnTo>
                  <a:lnTo>
                    <a:pt x="652834" y="304770"/>
                  </a:lnTo>
                  <a:lnTo>
                    <a:pt x="651444" y="304770"/>
                  </a:lnTo>
                  <a:lnTo>
                    <a:pt x="650053" y="304770"/>
                  </a:lnTo>
                  <a:lnTo>
                    <a:pt x="648662" y="304770"/>
                  </a:lnTo>
                  <a:lnTo>
                    <a:pt x="647271" y="304770"/>
                  </a:lnTo>
                  <a:lnTo>
                    <a:pt x="645871" y="304770"/>
                  </a:lnTo>
                  <a:lnTo>
                    <a:pt x="644481" y="304770"/>
                  </a:lnTo>
                  <a:lnTo>
                    <a:pt x="643090" y="304770"/>
                  </a:lnTo>
                  <a:lnTo>
                    <a:pt x="641699" y="304770"/>
                  </a:lnTo>
                  <a:lnTo>
                    <a:pt x="640242" y="304770"/>
                  </a:lnTo>
                  <a:lnTo>
                    <a:pt x="638851" y="304770"/>
                  </a:lnTo>
                  <a:lnTo>
                    <a:pt x="637461" y="304770"/>
                  </a:lnTo>
                  <a:lnTo>
                    <a:pt x="636061" y="304770"/>
                  </a:lnTo>
                  <a:lnTo>
                    <a:pt x="634670" y="304770"/>
                  </a:lnTo>
                  <a:lnTo>
                    <a:pt x="633279" y="304770"/>
                  </a:lnTo>
                  <a:lnTo>
                    <a:pt x="631888" y="304770"/>
                  </a:lnTo>
                  <a:lnTo>
                    <a:pt x="630498" y="304770"/>
                  </a:lnTo>
                  <a:lnTo>
                    <a:pt x="629098" y="304770"/>
                  </a:lnTo>
                  <a:lnTo>
                    <a:pt x="627707" y="304770"/>
                  </a:lnTo>
                  <a:lnTo>
                    <a:pt x="626317" y="304770"/>
                  </a:lnTo>
                  <a:lnTo>
                    <a:pt x="624859" y="304770"/>
                  </a:lnTo>
                  <a:lnTo>
                    <a:pt x="623469" y="304770"/>
                  </a:lnTo>
                  <a:lnTo>
                    <a:pt x="622078" y="304770"/>
                  </a:lnTo>
                  <a:lnTo>
                    <a:pt x="620687" y="304770"/>
                  </a:lnTo>
                  <a:lnTo>
                    <a:pt x="619297" y="304770"/>
                  </a:lnTo>
                  <a:lnTo>
                    <a:pt x="617896" y="304770"/>
                  </a:lnTo>
                  <a:lnTo>
                    <a:pt x="616506" y="304770"/>
                  </a:lnTo>
                  <a:lnTo>
                    <a:pt x="615115" y="304770"/>
                  </a:lnTo>
                  <a:lnTo>
                    <a:pt x="613724" y="304770"/>
                  </a:lnTo>
                  <a:lnTo>
                    <a:pt x="612334" y="304770"/>
                  </a:lnTo>
                  <a:lnTo>
                    <a:pt x="610934" y="304770"/>
                  </a:lnTo>
                  <a:lnTo>
                    <a:pt x="609486" y="304770"/>
                  </a:lnTo>
                  <a:lnTo>
                    <a:pt x="608086" y="304770"/>
                  </a:lnTo>
                  <a:lnTo>
                    <a:pt x="606695" y="304770"/>
                  </a:lnTo>
                  <a:lnTo>
                    <a:pt x="605305" y="304770"/>
                  </a:lnTo>
                  <a:lnTo>
                    <a:pt x="603914" y="304770"/>
                  </a:lnTo>
                  <a:lnTo>
                    <a:pt x="602523" y="304770"/>
                  </a:lnTo>
                  <a:lnTo>
                    <a:pt x="601123" y="304770"/>
                  </a:lnTo>
                  <a:lnTo>
                    <a:pt x="599732" y="304770"/>
                  </a:lnTo>
                  <a:lnTo>
                    <a:pt x="598342" y="304770"/>
                  </a:lnTo>
                  <a:lnTo>
                    <a:pt x="596951" y="304770"/>
                  </a:lnTo>
                  <a:lnTo>
                    <a:pt x="595560" y="304770"/>
                  </a:lnTo>
                  <a:lnTo>
                    <a:pt x="594170" y="304770"/>
                  </a:lnTo>
                  <a:lnTo>
                    <a:pt x="592712" y="304770"/>
                  </a:lnTo>
                  <a:lnTo>
                    <a:pt x="591322" y="304770"/>
                  </a:lnTo>
                  <a:lnTo>
                    <a:pt x="589921" y="304770"/>
                  </a:lnTo>
                  <a:lnTo>
                    <a:pt x="588531" y="304770"/>
                  </a:lnTo>
                  <a:lnTo>
                    <a:pt x="587140" y="304770"/>
                  </a:lnTo>
                  <a:lnTo>
                    <a:pt x="585749" y="304770"/>
                  </a:lnTo>
                  <a:lnTo>
                    <a:pt x="584359" y="304770"/>
                  </a:lnTo>
                  <a:lnTo>
                    <a:pt x="582959" y="304770"/>
                  </a:lnTo>
                  <a:lnTo>
                    <a:pt x="581568" y="304770"/>
                  </a:lnTo>
                  <a:lnTo>
                    <a:pt x="580178" y="304770"/>
                  </a:lnTo>
                  <a:lnTo>
                    <a:pt x="578787" y="304770"/>
                  </a:lnTo>
                  <a:lnTo>
                    <a:pt x="577330" y="304770"/>
                  </a:lnTo>
                  <a:lnTo>
                    <a:pt x="575939" y="304770"/>
                  </a:lnTo>
                  <a:lnTo>
                    <a:pt x="574548" y="304770"/>
                  </a:lnTo>
                  <a:lnTo>
                    <a:pt x="573148" y="304770"/>
                  </a:lnTo>
                  <a:lnTo>
                    <a:pt x="571757" y="304770"/>
                  </a:lnTo>
                  <a:lnTo>
                    <a:pt x="570367" y="304770"/>
                  </a:lnTo>
                  <a:lnTo>
                    <a:pt x="568976" y="304770"/>
                  </a:lnTo>
                  <a:lnTo>
                    <a:pt x="567585" y="304770"/>
                  </a:lnTo>
                  <a:lnTo>
                    <a:pt x="566195" y="304770"/>
                  </a:lnTo>
                  <a:lnTo>
                    <a:pt x="564794" y="304770"/>
                  </a:lnTo>
                  <a:lnTo>
                    <a:pt x="563404" y="304770"/>
                  </a:lnTo>
                  <a:lnTo>
                    <a:pt x="561947" y="304770"/>
                  </a:lnTo>
                  <a:lnTo>
                    <a:pt x="560556" y="304770"/>
                  </a:lnTo>
                  <a:lnTo>
                    <a:pt x="559165" y="304770"/>
                  </a:lnTo>
                  <a:lnTo>
                    <a:pt x="557774" y="304770"/>
                  </a:lnTo>
                  <a:lnTo>
                    <a:pt x="556384" y="304770"/>
                  </a:lnTo>
                  <a:lnTo>
                    <a:pt x="554984" y="304770"/>
                  </a:lnTo>
                  <a:lnTo>
                    <a:pt x="553593" y="304770"/>
                  </a:lnTo>
                  <a:lnTo>
                    <a:pt x="552203" y="304770"/>
                  </a:lnTo>
                  <a:lnTo>
                    <a:pt x="550812" y="304770"/>
                  </a:lnTo>
                  <a:lnTo>
                    <a:pt x="549421" y="304770"/>
                  </a:lnTo>
                  <a:lnTo>
                    <a:pt x="548021" y="304770"/>
                  </a:lnTo>
                  <a:lnTo>
                    <a:pt x="546630" y="304770"/>
                  </a:lnTo>
                  <a:lnTo>
                    <a:pt x="545173" y="304770"/>
                  </a:lnTo>
                  <a:lnTo>
                    <a:pt x="543782" y="304770"/>
                  </a:lnTo>
                  <a:lnTo>
                    <a:pt x="542392" y="304770"/>
                  </a:lnTo>
                  <a:lnTo>
                    <a:pt x="541001" y="304770"/>
                  </a:lnTo>
                  <a:lnTo>
                    <a:pt x="539610" y="304770"/>
                  </a:lnTo>
                  <a:lnTo>
                    <a:pt x="538220" y="304770"/>
                  </a:lnTo>
                  <a:lnTo>
                    <a:pt x="536820" y="304770"/>
                  </a:lnTo>
                  <a:lnTo>
                    <a:pt x="535429" y="304770"/>
                  </a:lnTo>
                  <a:lnTo>
                    <a:pt x="534038" y="304770"/>
                  </a:lnTo>
                  <a:lnTo>
                    <a:pt x="532647" y="304770"/>
                  </a:lnTo>
                  <a:lnTo>
                    <a:pt x="531257" y="304770"/>
                  </a:lnTo>
                  <a:lnTo>
                    <a:pt x="529800" y="304770"/>
                  </a:lnTo>
                  <a:lnTo>
                    <a:pt x="528399" y="304770"/>
                  </a:lnTo>
                  <a:lnTo>
                    <a:pt x="527009" y="304770"/>
                  </a:lnTo>
                  <a:lnTo>
                    <a:pt x="525618" y="304770"/>
                  </a:lnTo>
                  <a:lnTo>
                    <a:pt x="524228" y="304770"/>
                  </a:lnTo>
                  <a:lnTo>
                    <a:pt x="522837" y="304770"/>
                  </a:lnTo>
                  <a:lnTo>
                    <a:pt x="521446" y="304770"/>
                  </a:lnTo>
                  <a:lnTo>
                    <a:pt x="520046" y="304770"/>
                  </a:lnTo>
                  <a:lnTo>
                    <a:pt x="518655" y="304770"/>
                  </a:lnTo>
                  <a:lnTo>
                    <a:pt x="517265" y="304770"/>
                  </a:lnTo>
                  <a:lnTo>
                    <a:pt x="515874" y="304770"/>
                  </a:lnTo>
                  <a:lnTo>
                    <a:pt x="514416" y="304770"/>
                  </a:lnTo>
                  <a:lnTo>
                    <a:pt x="513026" y="304770"/>
                  </a:lnTo>
                  <a:lnTo>
                    <a:pt x="511635" y="304770"/>
                  </a:lnTo>
                  <a:lnTo>
                    <a:pt x="510235" y="304770"/>
                  </a:lnTo>
                  <a:lnTo>
                    <a:pt x="508845" y="304770"/>
                  </a:lnTo>
                  <a:lnTo>
                    <a:pt x="507454" y="304770"/>
                  </a:lnTo>
                  <a:lnTo>
                    <a:pt x="506063" y="304770"/>
                  </a:lnTo>
                  <a:lnTo>
                    <a:pt x="504673" y="304770"/>
                  </a:lnTo>
                  <a:lnTo>
                    <a:pt x="503282" y="304770"/>
                  </a:lnTo>
                  <a:lnTo>
                    <a:pt x="501882" y="304770"/>
                  </a:lnTo>
                  <a:lnTo>
                    <a:pt x="500491" y="304770"/>
                  </a:lnTo>
                  <a:lnTo>
                    <a:pt x="499101" y="304770"/>
                  </a:lnTo>
                  <a:lnTo>
                    <a:pt x="497643" y="304770"/>
                  </a:lnTo>
                  <a:lnTo>
                    <a:pt x="496252" y="304770"/>
                  </a:lnTo>
                  <a:lnTo>
                    <a:pt x="494862" y="304770"/>
                  </a:lnTo>
                  <a:lnTo>
                    <a:pt x="493471" y="304770"/>
                  </a:lnTo>
                  <a:lnTo>
                    <a:pt x="492071" y="304770"/>
                  </a:lnTo>
                  <a:lnTo>
                    <a:pt x="490681" y="304770"/>
                  </a:lnTo>
                  <a:lnTo>
                    <a:pt x="489290" y="304770"/>
                  </a:lnTo>
                  <a:lnTo>
                    <a:pt x="487899" y="304770"/>
                  </a:lnTo>
                  <a:lnTo>
                    <a:pt x="486508" y="304770"/>
                  </a:lnTo>
                  <a:lnTo>
                    <a:pt x="485108" y="304770"/>
                  </a:lnTo>
                  <a:lnTo>
                    <a:pt x="483718" y="304770"/>
                  </a:lnTo>
                  <a:lnTo>
                    <a:pt x="482260" y="304770"/>
                  </a:lnTo>
                  <a:lnTo>
                    <a:pt x="480870" y="304770"/>
                  </a:lnTo>
                  <a:lnTo>
                    <a:pt x="479479" y="304770"/>
                  </a:lnTo>
                  <a:lnTo>
                    <a:pt x="478088" y="304770"/>
                  </a:lnTo>
                  <a:lnTo>
                    <a:pt x="476698" y="304770"/>
                  </a:lnTo>
                  <a:lnTo>
                    <a:pt x="475307" y="304770"/>
                  </a:lnTo>
                  <a:lnTo>
                    <a:pt x="473907" y="304770"/>
                  </a:lnTo>
                  <a:lnTo>
                    <a:pt x="472516" y="304770"/>
                  </a:lnTo>
                  <a:lnTo>
                    <a:pt x="471126" y="304770"/>
                  </a:lnTo>
                  <a:lnTo>
                    <a:pt x="469735" y="304770"/>
                  </a:lnTo>
                  <a:lnTo>
                    <a:pt x="468344" y="304770"/>
                  </a:lnTo>
                  <a:lnTo>
                    <a:pt x="466887" y="304770"/>
                  </a:lnTo>
                  <a:lnTo>
                    <a:pt x="465496" y="304770"/>
                  </a:lnTo>
                  <a:lnTo>
                    <a:pt x="464096" y="304770"/>
                  </a:lnTo>
                  <a:lnTo>
                    <a:pt x="462706" y="304770"/>
                  </a:lnTo>
                  <a:lnTo>
                    <a:pt x="461315" y="304770"/>
                  </a:lnTo>
                  <a:lnTo>
                    <a:pt x="459924" y="304770"/>
                  </a:lnTo>
                  <a:lnTo>
                    <a:pt x="458534" y="304770"/>
                  </a:lnTo>
                  <a:lnTo>
                    <a:pt x="457143" y="304770"/>
                  </a:lnTo>
                  <a:lnTo>
                    <a:pt x="455743" y="304770"/>
                  </a:lnTo>
                  <a:lnTo>
                    <a:pt x="454352" y="304770"/>
                  </a:lnTo>
                  <a:lnTo>
                    <a:pt x="452962" y="304770"/>
                  </a:lnTo>
                  <a:lnTo>
                    <a:pt x="451571" y="304770"/>
                  </a:lnTo>
                  <a:lnTo>
                    <a:pt x="450113" y="304770"/>
                  </a:lnTo>
                  <a:lnTo>
                    <a:pt x="448723" y="304770"/>
                  </a:lnTo>
                  <a:lnTo>
                    <a:pt x="447332" y="304770"/>
                  </a:lnTo>
                  <a:lnTo>
                    <a:pt x="445932" y="304770"/>
                  </a:lnTo>
                  <a:lnTo>
                    <a:pt x="444541" y="304770"/>
                  </a:lnTo>
                  <a:lnTo>
                    <a:pt x="443150" y="304770"/>
                  </a:lnTo>
                  <a:lnTo>
                    <a:pt x="441760" y="304770"/>
                  </a:lnTo>
                  <a:lnTo>
                    <a:pt x="440369" y="304770"/>
                  </a:lnTo>
                  <a:lnTo>
                    <a:pt x="438969" y="304770"/>
                  </a:lnTo>
                  <a:lnTo>
                    <a:pt x="437579" y="304770"/>
                  </a:lnTo>
                  <a:lnTo>
                    <a:pt x="436188" y="304770"/>
                  </a:lnTo>
                  <a:lnTo>
                    <a:pt x="434731" y="304770"/>
                  </a:lnTo>
                  <a:lnTo>
                    <a:pt x="433340" y="304770"/>
                  </a:lnTo>
                  <a:lnTo>
                    <a:pt x="431949" y="304770"/>
                  </a:lnTo>
                  <a:lnTo>
                    <a:pt x="430559" y="304770"/>
                  </a:lnTo>
                  <a:lnTo>
                    <a:pt x="429158" y="304770"/>
                  </a:lnTo>
                  <a:lnTo>
                    <a:pt x="427768" y="304770"/>
                  </a:lnTo>
                  <a:lnTo>
                    <a:pt x="426377" y="304770"/>
                  </a:lnTo>
                  <a:lnTo>
                    <a:pt x="424986" y="304770"/>
                  </a:lnTo>
                  <a:lnTo>
                    <a:pt x="423596" y="304770"/>
                  </a:lnTo>
                  <a:lnTo>
                    <a:pt x="422205" y="304770"/>
                  </a:lnTo>
                  <a:lnTo>
                    <a:pt x="420805" y="304770"/>
                  </a:lnTo>
                  <a:lnTo>
                    <a:pt x="419357" y="304770"/>
                  </a:lnTo>
                  <a:lnTo>
                    <a:pt x="417957" y="304770"/>
                  </a:lnTo>
                  <a:lnTo>
                    <a:pt x="416567" y="304770"/>
                  </a:lnTo>
                  <a:lnTo>
                    <a:pt x="415176" y="304770"/>
                  </a:lnTo>
                  <a:lnTo>
                    <a:pt x="413785" y="304770"/>
                  </a:lnTo>
                  <a:lnTo>
                    <a:pt x="412394" y="304770"/>
                  </a:lnTo>
                  <a:lnTo>
                    <a:pt x="410994" y="304770"/>
                  </a:lnTo>
                  <a:lnTo>
                    <a:pt x="409604" y="304770"/>
                  </a:lnTo>
                  <a:lnTo>
                    <a:pt x="408213" y="304770"/>
                  </a:lnTo>
                  <a:lnTo>
                    <a:pt x="406822" y="304770"/>
                  </a:lnTo>
                  <a:lnTo>
                    <a:pt x="405432" y="304770"/>
                  </a:lnTo>
                  <a:lnTo>
                    <a:pt x="404041" y="304770"/>
                  </a:lnTo>
                  <a:lnTo>
                    <a:pt x="402584" y="304770"/>
                  </a:lnTo>
                  <a:lnTo>
                    <a:pt x="401193" y="304770"/>
                  </a:lnTo>
                  <a:lnTo>
                    <a:pt x="399793" y="304770"/>
                  </a:lnTo>
                  <a:lnTo>
                    <a:pt x="398402" y="304770"/>
                  </a:lnTo>
                  <a:lnTo>
                    <a:pt x="397011" y="304770"/>
                  </a:lnTo>
                  <a:lnTo>
                    <a:pt x="395621" y="304770"/>
                  </a:lnTo>
                  <a:lnTo>
                    <a:pt x="394230" y="304770"/>
                  </a:lnTo>
                  <a:lnTo>
                    <a:pt x="392830" y="304770"/>
                  </a:lnTo>
                  <a:lnTo>
                    <a:pt x="391440" y="304770"/>
                  </a:lnTo>
                  <a:lnTo>
                    <a:pt x="390049" y="304770"/>
                  </a:lnTo>
                  <a:lnTo>
                    <a:pt x="388658" y="304770"/>
                  </a:lnTo>
                  <a:lnTo>
                    <a:pt x="387201" y="304770"/>
                  </a:lnTo>
                  <a:lnTo>
                    <a:pt x="385810" y="304770"/>
                  </a:lnTo>
                  <a:lnTo>
                    <a:pt x="384420" y="304770"/>
                  </a:lnTo>
                  <a:lnTo>
                    <a:pt x="383019" y="304770"/>
                  </a:lnTo>
                  <a:lnTo>
                    <a:pt x="381629" y="304770"/>
                  </a:lnTo>
                  <a:lnTo>
                    <a:pt x="380238" y="304770"/>
                  </a:lnTo>
                  <a:lnTo>
                    <a:pt x="378847" y="304770"/>
                  </a:lnTo>
                  <a:lnTo>
                    <a:pt x="377457" y="304770"/>
                  </a:lnTo>
                  <a:lnTo>
                    <a:pt x="376066" y="304770"/>
                  </a:lnTo>
                  <a:lnTo>
                    <a:pt x="374666" y="304770"/>
                  </a:lnTo>
                  <a:lnTo>
                    <a:pt x="373275" y="304770"/>
                  </a:lnTo>
                  <a:lnTo>
                    <a:pt x="371818" y="304770"/>
                  </a:lnTo>
                  <a:lnTo>
                    <a:pt x="370428" y="304770"/>
                  </a:lnTo>
                  <a:lnTo>
                    <a:pt x="369036" y="304770"/>
                  </a:lnTo>
                  <a:lnTo>
                    <a:pt x="367646" y="304770"/>
                  </a:lnTo>
                  <a:lnTo>
                    <a:pt x="366246" y="304770"/>
                  </a:lnTo>
                  <a:lnTo>
                    <a:pt x="364855" y="304770"/>
                  </a:lnTo>
                  <a:lnTo>
                    <a:pt x="363465" y="304770"/>
                  </a:lnTo>
                  <a:lnTo>
                    <a:pt x="362074" y="304770"/>
                  </a:lnTo>
                  <a:lnTo>
                    <a:pt x="360683" y="304770"/>
                  </a:lnTo>
                  <a:lnTo>
                    <a:pt x="359293" y="304770"/>
                  </a:lnTo>
                  <a:lnTo>
                    <a:pt x="357892" y="304770"/>
                  </a:lnTo>
                  <a:lnTo>
                    <a:pt x="356502" y="304770"/>
                  </a:lnTo>
                  <a:lnTo>
                    <a:pt x="355044" y="304770"/>
                  </a:lnTo>
                  <a:lnTo>
                    <a:pt x="353654" y="304770"/>
                  </a:lnTo>
                  <a:lnTo>
                    <a:pt x="352263" y="304770"/>
                  </a:lnTo>
                  <a:lnTo>
                    <a:pt x="350872" y="304770"/>
                  </a:lnTo>
                  <a:lnTo>
                    <a:pt x="349482" y="304770"/>
                  </a:lnTo>
                  <a:lnTo>
                    <a:pt x="348091" y="304770"/>
                  </a:lnTo>
                  <a:lnTo>
                    <a:pt x="346691" y="304770"/>
                  </a:lnTo>
                  <a:lnTo>
                    <a:pt x="345301" y="304770"/>
                  </a:lnTo>
                  <a:lnTo>
                    <a:pt x="343909" y="304770"/>
                  </a:lnTo>
                  <a:lnTo>
                    <a:pt x="342519" y="304770"/>
                  </a:lnTo>
                  <a:lnTo>
                    <a:pt x="341128" y="304770"/>
                  </a:lnTo>
                  <a:lnTo>
                    <a:pt x="339671" y="304770"/>
                  </a:lnTo>
                  <a:lnTo>
                    <a:pt x="338271" y="304770"/>
                  </a:lnTo>
                  <a:lnTo>
                    <a:pt x="336880" y="304770"/>
                  </a:lnTo>
                  <a:lnTo>
                    <a:pt x="335490" y="304770"/>
                  </a:lnTo>
                  <a:lnTo>
                    <a:pt x="334099" y="304770"/>
                  </a:lnTo>
                  <a:lnTo>
                    <a:pt x="332708" y="304770"/>
                  </a:lnTo>
                  <a:lnTo>
                    <a:pt x="331318" y="304770"/>
                  </a:lnTo>
                  <a:lnTo>
                    <a:pt x="329917" y="304770"/>
                  </a:lnTo>
                  <a:lnTo>
                    <a:pt x="328527" y="304770"/>
                  </a:lnTo>
                  <a:lnTo>
                    <a:pt x="327136" y="304770"/>
                  </a:lnTo>
                  <a:lnTo>
                    <a:pt x="325745" y="304770"/>
                  </a:lnTo>
                  <a:lnTo>
                    <a:pt x="324355" y="304770"/>
                  </a:lnTo>
                  <a:lnTo>
                    <a:pt x="322897" y="304770"/>
                  </a:lnTo>
                  <a:lnTo>
                    <a:pt x="321507" y="304770"/>
                  </a:lnTo>
                  <a:lnTo>
                    <a:pt x="320107" y="304770"/>
                  </a:lnTo>
                  <a:lnTo>
                    <a:pt x="318716" y="304770"/>
                  </a:lnTo>
                  <a:lnTo>
                    <a:pt x="317326" y="304770"/>
                  </a:lnTo>
                  <a:lnTo>
                    <a:pt x="315935" y="304770"/>
                  </a:lnTo>
                  <a:lnTo>
                    <a:pt x="314544" y="304770"/>
                  </a:lnTo>
                  <a:lnTo>
                    <a:pt x="313154" y="304770"/>
                  </a:lnTo>
                  <a:lnTo>
                    <a:pt x="311753" y="304770"/>
                  </a:lnTo>
                  <a:lnTo>
                    <a:pt x="310363" y="304770"/>
                  </a:lnTo>
                  <a:lnTo>
                    <a:pt x="308972" y="304770"/>
                  </a:lnTo>
                  <a:lnTo>
                    <a:pt x="307515" y="304770"/>
                  </a:lnTo>
                  <a:lnTo>
                    <a:pt x="306124" y="304770"/>
                  </a:lnTo>
                  <a:lnTo>
                    <a:pt x="304733" y="304770"/>
                  </a:lnTo>
                  <a:lnTo>
                    <a:pt x="303343" y="304770"/>
                  </a:lnTo>
                  <a:lnTo>
                    <a:pt x="301943" y="304770"/>
                  </a:lnTo>
                  <a:lnTo>
                    <a:pt x="300552" y="304770"/>
                  </a:lnTo>
                  <a:lnTo>
                    <a:pt x="299161" y="304770"/>
                  </a:lnTo>
                  <a:lnTo>
                    <a:pt x="297770" y="304770"/>
                  </a:lnTo>
                  <a:lnTo>
                    <a:pt x="296380" y="304770"/>
                  </a:lnTo>
                  <a:lnTo>
                    <a:pt x="294980" y="304770"/>
                  </a:lnTo>
                  <a:lnTo>
                    <a:pt x="293589" y="304770"/>
                  </a:lnTo>
                  <a:lnTo>
                    <a:pt x="292132" y="304770"/>
                  </a:lnTo>
                  <a:lnTo>
                    <a:pt x="290741" y="304770"/>
                  </a:lnTo>
                  <a:lnTo>
                    <a:pt x="289351" y="304770"/>
                  </a:lnTo>
                  <a:lnTo>
                    <a:pt x="287960" y="304770"/>
                  </a:lnTo>
                  <a:lnTo>
                    <a:pt x="286569" y="304770"/>
                  </a:lnTo>
                  <a:lnTo>
                    <a:pt x="285179" y="304770"/>
                  </a:lnTo>
                  <a:lnTo>
                    <a:pt x="283778" y="304770"/>
                  </a:lnTo>
                  <a:lnTo>
                    <a:pt x="282388" y="304770"/>
                  </a:lnTo>
                  <a:lnTo>
                    <a:pt x="280997" y="304770"/>
                  </a:lnTo>
                  <a:lnTo>
                    <a:pt x="279606" y="304770"/>
                  </a:lnTo>
                  <a:lnTo>
                    <a:pt x="278216" y="304770"/>
                  </a:lnTo>
                  <a:lnTo>
                    <a:pt x="276816" y="304770"/>
                  </a:lnTo>
                  <a:lnTo>
                    <a:pt x="275368" y="304770"/>
                  </a:lnTo>
                  <a:lnTo>
                    <a:pt x="273968" y="304770"/>
                  </a:lnTo>
                  <a:lnTo>
                    <a:pt x="272577" y="304770"/>
                  </a:lnTo>
                  <a:lnTo>
                    <a:pt x="271187" y="304770"/>
                  </a:lnTo>
                  <a:lnTo>
                    <a:pt x="269796" y="304770"/>
                  </a:lnTo>
                  <a:lnTo>
                    <a:pt x="268405" y="304770"/>
                  </a:lnTo>
                  <a:lnTo>
                    <a:pt x="267005" y="304770"/>
                  </a:lnTo>
                  <a:lnTo>
                    <a:pt x="265614" y="304770"/>
                  </a:lnTo>
                  <a:lnTo>
                    <a:pt x="264224" y="304770"/>
                  </a:lnTo>
                  <a:lnTo>
                    <a:pt x="262833" y="304770"/>
                  </a:lnTo>
                  <a:lnTo>
                    <a:pt x="261442" y="304770"/>
                  </a:lnTo>
                  <a:lnTo>
                    <a:pt x="259985" y="304770"/>
                  </a:lnTo>
                  <a:lnTo>
                    <a:pt x="258594" y="304770"/>
                  </a:lnTo>
                  <a:lnTo>
                    <a:pt x="257204" y="304770"/>
                  </a:lnTo>
                  <a:lnTo>
                    <a:pt x="255803" y="304770"/>
                  </a:lnTo>
                  <a:lnTo>
                    <a:pt x="254413" y="304770"/>
                  </a:lnTo>
                  <a:lnTo>
                    <a:pt x="253022" y="304770"/>
                  </a:lnTo>
                  <a:lnTo>
                    <a:pt x="251631" y="304770"/>
                  </a:lnTo>
                  <a:lnTo>
                    <a:pt x="250241" y="304770"/>
                  </a:lnTo>
                  <a:lnTo>
                    <a:pt x="248841" y="304770"/>
                  </a:lnTo>
                  <a:lnTo>
                    <a:pt x="247450" y="304770"/>
                  </a:lnTo>
                  <a:lnTo>
                    <a:pt x="246060" y="304770"/>
                  </a:lnTo>
                  <a:lnTo>
                    <a:pt x="244602" y="304770"/>
                  </a:lnTo>
                  <a:lnTo>
                    <a:pt x="243212" y="304770"/>
                  </a:lnTo>
                  <a:lnTo>
                    <a:pt x="241821" y="304770"/>
                  </a:lnTo>
                  <a:lnTo>
                    <a:pt x="240430" y="304770"/>
                  </a:lnTo>
                  <a:lnTo>
                    <a:pt x="239030" y="304770"/>
                  </a:lnTo>
                  <a:lnTo>
                    <a:pt x="237639" y="304770"/>
                  </a:lnTo>
                  <a:lnTo>
                    <a:pt x="236249" y="304770"/>
                  </a:lnTo>
                  <a:lnTo>
                    <a:pt x="234858" y="304770"/>
                  </a:lnTo>
                  <a:lnTo>
                    <a:pt x="233467" y="304770"/>
                  </a:lnTo>
                  <a:lnTo>
                    <a:pt x="232077" y="304770"/>
                  </a:lnTo>
                  <a:lnTo>
                    <a:pt x="230676" y="304770"/>
                  </a:lnTo>
                  <a:lnTo>
                    <a:pt x="229286" y="304770"/>
                  </a:lnTo>
                  <a:lnTo>
                    <a:pt x="227829" y="304770"/>
                  </a:lnTo>
                  <a:lnTo>
                    <a:pt x="226438" y="304770"/>
                  </a:lnTo>
                  <a:lnTo>
                    <a:pt x="225048" y="304770"/>
                  </a:lnTo>
                  <a:lnTo>
                    <a:pt x="223656" y="304770"/>
                  </a:lnTo>
                  <a:lnTo>
                    <a:pt x="222266" y="304770"/>
                  </a:lnTo>
                  <a:lnTo>
                    <a:pt x="220866" y="304770"/>
                  </a:lnTo>
                  <a:lnTo>
                    <a:pt x="219475" y="304770"/>
                  </a:lnTo>
                  <a:lnTo>
                    <a:pt x="218085" y="304770"/>
                  </a:lnTo>
                  <a:lnTo>
                    <a:pt x="216694" y="304770"/>
                  </a:lnTo>
                  <a:lnTo>
                    <a:pt x="215303" y="304770"/>
                  </a:lnTo>
                  <a:lnTo>
                    <a:pt x="213903" y="304770"/>
                  </a:lnTo>
                  <a:lnTo>
                    <a:pt x="212455" y="304770"/>
                  </a:lnTo>
                  <a:lnTo>
                    <a:pt x="211055" y="304770"/>
                  </a:lnTo>
                  <a:lnTo>
                    <a:pt x="209664" y="304770"/>
                  </a:lnTo>
                  <a:lnTo>
                    <a:pt x="208274" y="304770"/>
                  </a:lnTo>
                  <a:lnTo>
                    <a:pt x="206883" y="304770"/>
                  </a:lnTo>
                  <a:lnTo>
                    <a:pt x="205492" y="304770"/>
                  </a:lnTo>
                  <a:lnTo>
                    <a:pt x="204102" y="304770"/>
                  </a:lnTo>
                  <a:lnTo>
                    <a:pt x="202702" y="304770"/>
                  </a:lnTo>
                  <a:lnTo>
                    <a:pt x="201311" y="304770"/>
                  </a:lnTo>
                  <a:lnTo>
                    <a:pt x="199921" y="304770"/>
                  </a:lnTo>
                  <a:lnTo>
                    <a:pt x="198529" y="304770"/>
                  </a:lnTo>
                  <a:lnTo>
                    <a:pt x="197072" y="304770"/>
                  </a:lnTo>
                  <a:lnTo>
                    <a:pt x="195682" y="304770"/>
                  </a:lnTo>
                  <a:lnTo>
                    <a:pt x="194291" y="304770"/>
                  </a:lnTo>
                  <a:lnTo>
                    <a:pt x="192891" y="304770"/>
                  </a:lnTo>
                  <a:lnTo>
                    <a:pt x="191500" y="304770"/>
                  </a:lnTo>
                  <a:lnTo>
                    <a:pt x="190110" y="304770"/>
                  </a:lnTo>
                  <a:lnTo>
                    <a:pt x="188719" y="304770"/>
                  </a:lnTo>
                  <a:lnTo>
                    <a:pt x="187328" y="304770"/>
                  </a:lnTo>
                  <a:lnTo>
                    <a:pt x="185938" y="304770"/>
                  </a:lnTo>
                  <a:lnTo>
                    <a:pt x="184537" y="304770"/>
                  </a:lnTo>
                  <a:lnTo>
                    <a:pt x="183147" y="304770"/>
                  </a:lnTo>
                  <a:lnTo>
                    <a:pt x="181756" y="304770"/>
                  </a:lnTo>
                  <a:lnTo>
                    <a:pt x="180299" y="304770"/>
                  </a:lnTo>
                  <a:lnTo>
                    <a:pt x="178908" y="304770"/>
                  </a:lnTo>
                  <a:lnTo>
                    <a:pt x="177517" y="304770"/>
                  </a:lnTo>
                  <a:lnTo>
                    <a:pt x="176117" y="304770"/>
                  </a:lnTo>
                  <a:lnTo>
                    <a:pt x="174727" y="304770"/>
                  </a:lnTo>
                  <a:lnTo>
                    <a:pt x="173336" y="304770"/>
                  </a:lnTo>
                  <a:lnTo>
                    <a:pt x="171946" y="304770"/>
                  </a:lnTo>
                  <a:lnTo>
                    <a:pt x="170555" y="304770"/>
                  </a:lnTo>
                  <a:lnTo>
                    <a:pt x="169164" y="304770"/>
                  </a:lnTo>
                  <a:lnTo>
                    <a:pt x="167764" y="304770"/>
                  </a:lnTo>
                  <a:lnTo>
                    <a:pt x="166373" y="304770"/>
                  </a:lnTo>
                  <a:lnTo>
                    <a:pt x="164916" y="304770"/>
                  </a:lnTo>
                  <a:lnTo>
                    <a:pt x="163525" y="304770"/>
                  </a:lnTo>
                  <a:lnTo>
                    <a:pt x="162134" y="304770"/>
                  </a:lnTo>
                  <a:lnTo>
                    <a:pt x="160744" y="304770"/>
                  </a:lnTo>
                  <a:lnTo>
                    <a:pt x="159353" y="304770"/>
                  </a:lnTo>
                  <a:lnTo>
                    <a:pt x="157963" y="304770"/>
                  </a:lnTo>
                  <a:lnTo>
                    <a:pt x="156563" y="304770"/>
                  </a:lnTo>
                  <a:lnTo>
                    <a:pt x="155172" y="304770"/>
                  </a:lnTo>
                  <a:lnTo>
                    <a:pt x="153781" y="304770"/>
                  </a:lnTo>
                  <a:lnTo>
                    <a:pt x="152390" y="304770"/>
                  </a:lnTo>
                  <a:lnTo>
                    <a:pt x="151000" y="304770"/>
                  </a:lnTo>
                  <a:lnTo>
                    <a:pt x="149543" y="304770"/>
                  </a:lnTo>
                  <a:lnTo>
                    <a:pt x="148142" y="304770"/>
                  </a:lnTo>
                  <a:lnTo>
                    <a:pt x="146752" y="304770"/>
                  </a:lnTo>
                  <a:lnTo>
                    <a:pt x="145361" y="304770"/>
                  </a:lnTo>
                  <a:lnTo>
                    <a:pt x="143970" y="304770"/>
                  </a:lnTo>
                  <a:lnTo>
                    <a:pt x="142580" y="304770"/>
                  </a:lnTo>
                  <a:lnTo>
                    <a:pt x="141189" y="304770"/>
                  </a:lnTo>
                  <a:lnTo>
                    <a:pt x="139789" y="304770"/>
                  </a:lnTo>
                  <a:lnTo>
                    <a:pt x="138398" y="304770"/>
                  </a:lnTo>
                  <a:lnTo>
                    <a:pt x="137008" y="304770"/>
                  </a:lnTo>
                  <a:lnTo>
                    <a:pt x="135617" y="304770"/>
                  </a:lnTo>
                  <a:lnTo>
                    <a:pt x="134226" y="304770"/>
                  </a:lnTo>
                  <a:lnTo>
                    <a:pt x="132769" y="304770"/>
                  </a:lnTo>
                  <a:lnTo>
                    <a:pt x="131378" y="304770"/>
                  </a:lnTo>
                  <a:lnTo>
                    <a:pt x="129978" y="304770"/>
                  </a:lnTo>
                  <a:lnTo>
                    <a:pt x="128588" y="304770"/>
                  </a:lnTo>
                  <a:lnTo>
                    <a:pt x="127197" y="304770"/>
                  </a:lnTo>
                  <a:lnTo>
                    <a:pt x="125806" y="304770"/>
                  </a:lnTo>
                  <a:lnTo>
                    <a:pt x="124416" y="304770"/>
                  </a:lnTo>
                  <a:lnTo>
                    <a:pt x="123025" y="304770"/>
                  </a:lnTo>
                  <a:lnTo>
                    <a:pt x="121625" y="304770"/>
                  </a:lnTo>
                  <a:lnTo>
                    <a:pt x="120234" y="304770"/>
                  </a:lnTo>
                  <a:lnTo>
                    <a:pt x="118844" y="304770"/>
                  </a:lnTo>
                  <a:lnTo>
                    <a:pt x="117386" y="304770"/>
                  </a:lnTo>
                  <a:lnTo>
                    <a:pt x="115995" y="304770"/>
                  </a:lnTo>
                  <a:lnTo>
                    <a:pt x="114605" y="304770"/>
                  </a:lnTo>
                  <a:lnTo>
                    <a:pt x="113214" y="304770"/>
                  </a:lnTo>
                  <a:lnTo>
                    <a:pt x="111814" y="304770"/>
                  </a:lnTo>
                  <a:lnTo>
                    <a:pt x="110423" y="304770"/>
                  </a:lnTo>
                  <a:lnTo>
                    <a:pt x="109032" y="304770"/>
                  </a:lnTo>
                  <a:lnTo>
                    <a:pt x="107642" y="304770"/>
                  </a:lnTo>
                  <a:lnTo>
                    <a:pt x="106251" y="304770"/>
                  </a:lnTo>
                  <a:lnTo>
                    <a:pt x="104851" y="304770"/>
                  </a:lnTo>
                  <a:lnTo>
                    <a:pt x="103461" y="304770"/>
                  </a:lnTo>
                  <a:lnTo>
                    <a:pt x="102003" y="304770"/>
                  </a:lnTo>
                  <a:lnTo>
                    <a:pt x="100613" y="304770"/>
                  </a:lnTo>
                  <a:lnTo>
                    <a:pt x="99222" y="304770"/>
                  </a:lnTo>
                  <a:lnTo>
                    <a:pt x="97831" y="304770"/>
                  </a:lnTo>
                  <a:lnTo>
                    <a:pt x="96441" y="304770"/>
                  </a:lnTo>
                  <a:lnTo>
                    <a:pt x="95050" y="304770"/>
                  </a:lnTo>
                  <a:lnTo>
                    <a:pt x="93650" y="304770"/>
                  </a:lnTo>
                  <a:lnTo>
                    <a:pt x="92259" y="304770"/>
                  </a:lnTo>
                  <a:lnTo>
                    <a:pt x="90868" y="304770"/>
                  </a:lnTo>
                  <a:lnTo>
                    <a:pt x="89478" y="304770"/>
                  </a:lnTo>
                  <a:lnTo>
                    <a:pt x="88087" y="304770"/>
                  </a:lnTo>
                  <a:lnTo>
                    <a:pt x="86687" y="304770"/>
                  </a:lnTo>
                  <a:lnTo>
                    <a:pt x="85239" y="304770"/>
                  </a:lnTo>
                  <a:lnTo>
                    <a:pt x="83839" y="304770"/>
                  </a:lnTo>
                  <a:lnTo>
                    <a:pt x="82449" y="304770"/>
                  </a:lnTo>
                  <a:lnTo>
                    <a:pt x="81058" y="304770"/>
                  </a:lnTo>
                  <a:lnTo>
                    <a:pt x="79667" y="304770"/>
                  </a:lnTo>
                  <a:lnTo>
                    <a:pt x="78276" y="304770"/>
                  </a:lnTo>
                  <a:lnTo>
                    <a:pt x="76876" y="304770"/>
                  </a:lnTo>
                  <a:lnTo>
                    <a:pt x="75486" y="304770"/>
                  </a:lnTo>
                  <a:lnTo>
                    <a:pt x="74095" y="304770"/>
                  </a:lnTo>
                  <a:lnTo>
                    <a:pt x="72704" y="304770"/>
                  </a:lnTo>
                  <a:lnTo>
                    <a:pt x="71314" y="304770"/>
                  </a:lnTo>
                  <a:lnTo>
                    <a:pt x="69856" y="304770"/>
                  </a:lnTo>
                  <a:lnTo>
                    <a:pt x="68466" y="304770"/>
                  </a:lnTo>
                  <a:lnTo>
                    <a:pt x="67075" y="304770"/>
                  </a:lnTo>
                  <a:lnTo>
                    <a:pt x="65675" y="304770"/>
                  </a:lnTo>
                  <a:lnTo>
                    <a:pt x="64284" y="304770"/>
                  </a:lnTo>
                  <a:lnTo>
                    <a:pt x="62893" y="304770"/>
                  </a:lnTo>
                  <a:lnTo>
                    <a:pt x="61503" y="304770"/>
                  </a:lnTo>
                  <a:lnTo>
                    <a:pt x="60103" y="304770"/>
                  </a:lnTo>
                  <a:lnTo>
                    <a:pt x="58712" y="304770"/>
                  </a:lnTo>
                  <a:lnTo>
                    <a:pt x="57322" y="304770"/>
                  </a:lnTo>
                  <a:lnTo>
                    <a:pt x="55931" y="304770"/>
                  </a:lnTo>
                  <a:lnTo>
                    <a:pt x="54474" y="304770"/>
                  </a:lnTo>
                  <a:lnTo>
                    <a:pt x="53083" y="304770"/>
                  </a:lnTo>
                  <a:lnTo>
                    <a:pt x="51692" y="304770"/>
                  </a:lnTo>
                  <a:lnTo>
                    <a:pt x="50302" y="304770"/>
                  </a:lnTo>
                  <a:lnTo>
                    <a:pt x="48901" y="304770"/>
                  </a:lnTo>
                  <a:lnTo>
                    <a:pt x="47511" y="304770"/>
                  </a:lnTo>
                  <a:lnTo>
                    <a:pt x="46120" y="304770"/>
                  </a:lnTo>
                  <a:lnTo>
                    <a:pt x="44729" y="304770"/>
                  </a:lnTo>
                  <a:lnTo>
                    <a:pt x="43339" y="304770"/>
                  </a:lnTo>
                  <a:lnTo>
                    <a:pt x="41948" y="304770"/>
                  </a:lnTo>
                  <a:lnTo>
                    <a:pt x="40548" y="304770"/>
                  </a:lnTo>
                  <a:lnTo>
                    <a:pt x="39157" y="304770"/>
                  </a:lnTo>
                  <a:lnTo>
                    <a:pt x="37700" y="304770"/>
                  </a:lnTo>
                  <a:lnTo>
                    <a:pt x="36310" y="304770"/>
                  </a:lnTo>
                  <a:lnTo>
                    <a:pt x="34919" y="304770"/>
                  </a:lnTo>
                  <a:lnTo>
                    <a:pt x="33528" y="304770"/>
                  </a:lnTo>
                  <a:lnTo>
                    <a:pt x="32137" y="304770"/>
                  </a:lnTo>
                  <a:lnTo>
                    <a:pt x="30737" y="304770"/>
                  </a:lnTo>
                  <a:lnTo>
                    <a:pt x="29347" y="304770"/>
                  </a:lnTo>
                  <a:lnTo>
                    <a:pt x="27956" y="304770"/>
                  </a:lnTo>
                  <a:lnTo>
                    <a:pt x="26565" y="304770"/>
                  </a:lnTo>
                  <a:lnTo>
                    <a:pt x="25175" y="304770"/>
                  </a:lnTo>
                  <a:lnTo>
                    <a:pt x="23774" y="304770"/>
                  </a:lnTo>
                  <a:lnTo>
                    <a:pt x="22327" y="304770"/>
                  </a:lnTo>
                  <a:lnTo>
                    <a:pt x="20926" y="304770"/>
                  </a:lnTo>
                  <a:lnTo>
                    <a:pt x="19536" y="304770"/>
                  </a:lnTo>
                  <a:lnTo>
                    <a:pt x="18145" y="304770"/>
                  </a:lnTo>
                  <a:lnTo>
                    <a:pt x="16754" y="304770"/>
                  </a:lnTo>
                  <a:lnTo>
                    <a:pt x="15364" y="304770"/>
                  </a:lnTo>
                  <a:lnTo>
                    <a:pt x="13973" y="304770"/>
                  </a:lnTo>
                  <a:lnTo>
                    <a:pt x="12573" y="304770"/>
                  </a:lnTo>
                  <a:lnTo>
                    <a:pt x="11183" y="304770"/>
                  </a:lnTo>
                  <a:lnTo>
                    <a:pt x="9792" y="304770"/>
                  </a:lnTo>
                  <a:lnTo>
                    <a:pt x="8401" y="304770"/>
                  </a:lnTo>
                  <a:lnTo>
                    <a:pt x="7010" y="304770"/>
                  </a:lnTo>
                  <a:lnTo>
                    <a:pt x="5553" y="304770"/>
                  </a:lnTo>
                  <a:lnTo>
                    <a:pt x="4163" y="304770"/>
                  </a:lnTo>
                  <a:lnTo>
                    <a:pt x="2762" y="304770"/>
                  </a:lnTo>
                  <a:lnTo>
                    <a:pt x="1372" y="304770"/>
                  </a:lnTo>
                  <a:lnTo>
                    <a:pt x="-19" y="304770"/>
                  </a:lnTo>
                  <a:close/>
                </a:path>
              </a:pathLst>
            </a:custGeom>
            <a:solidFill>
              <a:srgbClr val="E63946">
                <a:alpha val="50000"/>
              </a:srgbClr>
            </a:solidFill>
            <a:ln w="9525" cap="flat">
              <a:noFill/>
              <a:prstDash val="solid"/>
              <a:round/>
            </a:ln>
          </p:spPr>
          <p:txBody>
            <a:bodyPr/>
            <a:lstStyle/>
            <a:p>
              <a:endParaRPr lang="zh-CN" altLang="en-US" sz="2190"/>
            </a:p>
          </p:txBody>
        </p:sp>
        <p:sp>
          <p:nvSpPr>
            <p:cNvPr id="1037" name="任意多边形: 形状 1036"/>
            <p:cNvSpPr/>
            <p:nvPr/>
          </p:nvSpPr>
          <p:spPr>
            <a:xfrm>
              <a:off x="6310774" y="4431234"/>
              <a:ext cx="9525" cy="123825"/>
            </a:xfrm>
            <a:custGeom>
              <a:avLst/>
              <a:gdLst>
                <a:gd name="csX0" fmla="*/ -19 w 9525"/>
                <a:gd name="csY0" fmla="*/ 123795 h 123825"/>
                <a:gd name="csX1" fmla="*/ -19 w 9525"/>
                <a:gd name="csY1" fmla="*/ -30 h 123825"/>
              </a:gdLst>
              <a:ahLst/>
              <a:cxnLst>
                <a:cxn ang="0">
                  <a:pos x="csX0" y="csY0"/>
                </a:cxn>
                <a:cxn ang="0">
                  <a:pos x="csX1" y="csY1"/>
                </a:cxn>
              </a:cxnLst>
              <a:rect l="l" t="t" r="r" b="b"/>
              <a:pathLst>
                <a:path w="9525" h="123825">
                  <a:moveTo>
                    <a:pt x="-19" y="123795"/>
                  </a:moveTo>
                  <a:lnTo>
                    <a:pt x="-19" y="-30"/>
                  </a:lnTo>
                </a:path>
              </a:pathLst>
            </a:custGeom>
            <a:noFill/>
            <a:ln w="7242" cap="flat">
              <a:solidFill>
                <a:srgbClr val="000000"/>
              </a:solidFill>
              <a:prstDash val="solid"/>
              <a:round/>
            </a:ln>
          </p:spPr>
          <p:txBody>
            <a:bodyPr/>
            <a:lstStyle/>
            <a:p>
              <a:endParaRPr lang="zh-CN" altLang="en-US" sz="2190"/>
            </a:p>
          </p:txBody>
        </p:sp>
        <p:sp>
          <p:nvSpPr>
            <p:cNvPr id="1038" name="任意多边形: 形状 1037"/>
            <p:cNvSpPr/>
            <p:nvPr/>
          </p:nvSpPr>
          <p:spPr>
            <a:xfrm>
              <a:off x="5986924" y="4250259"/>
              <a:ext cx="714375" cy="304800"/>
            </a:xfrm>
            <a:custGeom>
              <a:avLst/>
              <a:gdLst>
                <a:gd name="csX0" fmla="*/ -19 w 714375"/>
                <a:gd name="csY0" fmla="*/ 304770 h 304800"/>
                <a:gd name="csX1" fmla="*/ 1372 w 714375"/>
                <a:gd name="csY1" fmla="*/ 304580 h 304800"/>
                <a:gd name="csX2" fmla="*/ 2762 w 714375"/>
                <a:gd name="csY2" fmla="*/ 304456 h 304800"/>
                <a:gd name="csX3" fmla="*/ 4163 w 714375"/>
                <a:gd name="csY3" fmla="*/ 304265 h 304800"/>
                <a:gd name="csX4" fmla="*/ 5553 w 714375"/>
                <a:gd name="csY4" fmla="*/ 304017 h 304800"/>
                <a:gd name="csX5" fmla="*/ 7010 w 714375"/>
                <a:gd name="csY5" fmla="*/ 303827 h 304800"/>
                <a:gd name="csX6" fmla="*/ 8401 w 714375"/>
                <a:gd name="csY6" fmla="*/ 303579 h 304800"/>
                <a:gd name="csX7" fmla="*/ 9792 w 714375"/>
                <a:gd name="csY7" fmla="*/ 303332 h 304800"/>
                <a:gd name="csX8" fmla="*/ 11183 w 714375"/>
                <a:gd name="csY8" fmla="*/ 303018 h 304800"/>
                <a:gd name="csX9" fmla="*/ 12573 w 714375"/>
                <a:gd name="csY9" fmla="*/ 302703 h 304800"/>
                <a:gd name="csX10" fmla="*/ 13973 w 714375"/>
                <a:gd name="csY10" fmla="*/ 302322 h 304800"/>
                <a:gd name="csX11" fmla="*/ 15364 w 714375"/>
                <a:gd name="csY11" fmla="*/ 301951 h 304800"/>
                <a:gd name="csX12" fmla="*/ 16754 w 714375"/>
                <a:gd name="csY12" fmla="*/ 301570 h 304800"/>
                <a:gd name="csX13" fmla="*/ 18145 w 714375"/>
                <a:gd name="csY13" fmla="*/ 301132 h 304800"/>
                <a:gd name="csX14" fmla="*/ 19536 w 714375"/>
                <a:gd name="csY14" fmla="*/ 300636 h 304800"/>
                <a:gd name="csX15" fmla="*/ 20926 w 714375"/>
                <a:gd name="csY15" fmla="*/ 300131 h 304800"/>
                <a:gd name="csX16" fmla="*/ 22327 w 714375"/>
                <a:gd name="csY16" fmla="*/ 299569 h 304800"/>
                <a:gd name="csX17" fmla="*/ 23784 w 714375"/>
                <a:gd name="csY17" fmla="*/ 298941 h 304800"/>
                <a:gd name="csX18" fmla="*/ 25175 w 714375"/>
                <a:gd name="csY18" fmla="*/ 298312 h 304800"/>
                <a:gd name="csX19" fmla="*/ 26565 w 714375"/>
                <a:gd name="csY19" fmla="*/ 297626 h 304800"/>
                <a:gd name="csX20" fmla="*/ 27956 w 714375"/>
                <a:gd name="csY20" fmla="*/ 296874 h 304800"/>
                <a:gd name="csX21" fmla="*/ 29347 w 714375"/>
                <a:gd name="csY21" fmla="*/ 296055 h 304800"/>
                <a:gd name="csX22" fmla="*/ 30737 w 714375"/>
                <a:gd name="csY22" fmla="*/ 295178 h 304800"/>
                <a:gd name="csX23" fmla="*/ 32137 w 714375"/>
                <a:gd name="csY23" fmla="*/ 294245 h 304800"/>
                <a:gd name="csX24" fmla="*/ 33528 w 714375"/>
                <a:gd name="csY24" fmla="*/ 293235 h 304800"/>
                <a:gd name="csX25" fmla="*/ 34919 w 714375"/>
                <a:gd name="csY25" fmla="*/ 292235 h 304800"/>
                <a:gd name="csX26" fmla="*/ 36310 w 714375"/>
                <a:gd name="csY26" fmla="*/ 291111 h 304800"/>
                <a:gd name="csX27" fmla="*/ 37700 w 714375"/>
                <a:gd name="csY27" fmla="*/ 289854 h 304800"/>
                <a:gd name="csX28" fmla="*/ 39157 w 714375"/>
                <a:gd name="csY28" fmla="*/ 288597 h 304800"/>
                <a:gd name="csX29" fmla="*/ 40548 w 714375"/>
                <a:gd name="csY29" fmla="*/ 287282 h 304800"/>
                <a:gd name="csX30" fmla="*/ 41948 w 714375"/>
                <a:gd name="csY30" fmla="*/ 285777 h 304800"/>
                <a:gd name="csX31" fmla="*/ 43339 w 714375"/>
                <a:gd name="csY31" fmla="*/ 284272 h 304800"/>
                <a:gd name="csX32" fmla="*/ 44729 w 714375"/>
                <a:gd name="csY32" fmla="*/ 282710 h 304800"/>
                <a:gd name="csX33" fmla="*/ 46120 w 714375"/>
                <a:gd name="csY33" fmla="*/ 280958 h 304800"/>
                <a:gd name="csX34" fmla="*/ 47511 w 714375"/>
                <a:gd name="csY34" fmla="*/ 279138 h 304800"/>
                <a:gd name="csX35" fmla="*/ 48901 w 714375"/>
                <a:gd name="csY35" fmla="*/ 277252 h 304800"/>
                <a:gd name="csX36" fmla="*/ 50302 w 714375"/>
                <a:gd name="csY36" fmla="*/ 275252 h 304800"/>
                <a:gd name="csX37" fmla="*/ 51692 w 714375"/>
                <a:gd name="csY37" fmla="*/ 273118 h 304800"/>
                <a:gd name="csX38" fmla="*/ 53083 w 714375"/>
                <a:gd name="csY38" fmla="*/ 270928 h 304800"/>
                <a:gd name="csX39" fmla="*/ 54474 w 714375"/>
                <a:gd name="csY39" fmla="*/ 268604 h 304800"/>
                <a:gd name="csX40" fmla="*/ 55931 w 714375"/>
                <a:gd name="csY40" fmla="*/ 266165 h 304800"/>
                <a:gd name="csX41" fmla="*/ 57322 w 714375"/>
                <a:gd name="csY41" fmla="*/ 263593 h 304800"/>
                <a:gd name="csX42" fmla="*/ 58722 w 714375"/>
                <a:gd name="csY42" fmla="*/ 260898 h 304800"/>
                <a:gd name="csX43" fmla="*/ 60112 w 714375"/>
                <a:gd name="csY43" fmla="*/ 258136 h 304800"/>
                <a:gd name="csX44" fmla="*/ 61503 w 714375"/>
                <a:gd name="csY44" fmla="*/ 255259 h 304800"/>
                <a:gd name="csX45" fmla="*/ 62893 w 714375"/>
                <a:gd name="csY45" fmla="*/ 252183 h 304800"/>
                <a:gd name="csX46" fmla="*/ 64284 w 714375"/>
                <a:gd name="csY46" fmla="*/ 249049 h 304800"/>
                <a:gd name="csX47" fmla="*/ 65675 w 714375"/>
                <a:gd name="csY47" fmla="*/ 245791 h 304800"/>
                <a:gd name="csX48" fmla="*/ 67075 w 714375"/>
                <a:gd name="csY48" fmla="*/ 242410 h 304800"/>
                <a:gd name="csX49" fmla="*/ 68466 w 714375"/>
                <a:gd name="csY49" fmla="*/ 238838 h 304800"/>
                <a:gd name="csX50" fmla="*/ 69856 w 714375"/>
                <a:gd name="csY50" fmla="*/ 235200 h 304800"/>
                <a:gd name="csX51" fmla="*/ 71314 w 714375"/>
                <a:gd name="csY51" fmla="*/ 231437 h 304800"/>
                <a:gd name="csX52" fmla="*/ 72704 w 714375"/>
                <a:gd name="csY52" fmla="*/ 227551 h 304800"/>
                <a:gd name="csX53" fmla="*/ 74095 w 714375"/>
                <a:gd name="csY53" fmla="*/ 223541 h 304800"/>
                <a:gd name="csX54" fmla="*/ 75486 w 714375"/>
                <a:gd name="csY54" fmla="*/ 219464 h 304800"/>
                <a:gd name="csX55" fmla="*/ 76876 w 714375"/>
                <a:gd name="csY55" fmla="*/ 215206 h 304800"/>
                <a:gd name="csX56" fmla="*/ 78276 w 714375"/>
                <a:gd name="csY56" fmla="*/ 210882 h 304800"/>
                <a:gd name="csX57" fmla="*/ 79667 w 714375"/>
                <a:gd name="csY57" fmla="*/ 206434 h 304800"/>
                <a:gd name="csX58" fmla="*/ 81058 w 714375"/>
                <a:gd name="csY58" fmla="*/ 201852 h 304800"/>
                <a:gd name="csX59" fmla="*/ 82449 w 714375"/>
                <a:gd name="csY59" fmla="*/ 197157 h 304800"/>
                <a:gd name="csX60" fmla="*/ 83839 w 714375"/>
                <a:gd name="csY60" fmla="*/ 192451 h 304800"/>
                <a:gd name="csX61" fmla="*/ 85239 w 714375"/>
                <a:gd name="csY61" fmla="*/ 187565 h 304800"/>
                <a:gd name="csX62" fmla="*/ 86697 w 714375"/>
                <a:gd name="csY62" fmla="*/ 182612 h 304800"/>
                <a:gd name="csX63" fmla="*/ 88087 w 714375"/>
                <a:gd name="csY63" fmla="*/ 177659 h 304800"/>
                <a:gd name="csX64" fmla="*/ 89478 w 714375"/>
                <a:gd name="csY64" fmla="*/ 172525 h 304800"/>
                <a:gd name="csX65" fmla="*/ 90868 w 714375"/>
                <a:gd name="csY65" fmla="*/ 167381 h 304800"/>
                <a:gd name="csX66" fmla="*/ 92259 w 714375"/>
                <a:gd name="csY66" fmla="*/ 162181 h 304800"/>
                <a:gd name="csX67" fmla="*/ 93650 w 714375"/>
                <a:gd name="csY67" fmla="*/ 156913 h 304800"/>
                <a:gd name="csX68" fmla="*/ 95050 w 714375"/>
                <a:gd name="csY68" fmla="*/ 151589 h 304800"/>
                <a:gd name="csX69" fmla="*/ 96441 w 714375"/>
                <a:gd name="csY69" fmla="*/ 146255 h 304800"/>
                <a:gd name="csX70" fmla="*/ 97831 w 714375"/>
                <a:gd name="csY70" fmla="*/ 140873 h 304800"/>
                <a:gd name="csX71" fmla="*/ 99222 w 714375"/>
                <a:gd name="csY71" fmla="*/ 135482 h 304800"/>
                <a:gd name="csX72" fmla="*/ 100613 w 714375"/>
                <a:gd name="csY72" fmla="*/ 130091 h 304800"/>
                <a:gd name="csX73" fmla="*/ 102013 w 714375"/>
                <a:gd name="csY73" fmla="*/ 124633 h 304800"/>
                <a:gd name="csX74" fmla="*/ 103461 w 714375"/>
                <a:gd name="csY74" fmla="*/ 119242 h 304800"/>
                <a:gd name="csX75" fmla="*/ 104851 w 714375"/>
                <a:gd name="csY75" fmla="*/ 113851 h 304800"/>
                <a:gd name="csX76" fmla="*/ 106251 w 714375"/>
                <a:gd name="csY76" fmla="*/ 108469 h 304800"/>
                <a:gd name="csX77" fmla="*/ 107642 w 714375"/>
                <a:gd name="csY77" fmla="*/ 103135 h 304800"/>
                <a:gd name="csX78" fmla="*/ 109032 w 714375"/>
                <a:gd name="csY78" fmla="*/ 97877 h 304800"/>
                <a:gd name="csX79" fmla="*/ 110423 w 714375"/>
                <a:gd name="csY79" fmla="*/ 92667 h 304800"/>
                <a:gd name="csX80" fmla="*/ 111814 w 714375"/>
                <a:gd name="csY80" fmla="*/ 87467 h 304800"/>
                <a:gd name="csX81" fmla="*/ 113214 w 714375"/>
                <a:gd name="csY81" fmla="*/ 82390 h 304800"/>
                <a:gd name="csX82" fmla="*/ 114605 w 714375"/>
                <a:gd name="csY82" fmla="*/ 77380 h 304800"/>
                <a:gd name="csX83" fmla="*/ 115995 w 714375"/>
                <a:gd name="csY83" fmla="*/ 72484 h 304800"/>
                <a:gd name="csX84" fmla="*/ 117386 w 714375"/>
                <a:gd name="csY84" fmla="*/ 67664 h 304800"/>
                <a:gd name="csX85" fmla="*/ 118844 w 714375"/>
                <a:gd name="csY85" fmla="*/ 62959 h 304800"/>
                <a:gd name="csX86" fmla="*/ 120234 w 714375"/>
                <a:gd name="csY86" fmla="*/ 58387 h 304800"/>
                <a:gd name="csX87" fmla="*/ 121625 w 714375"/>
                <a:gd name="csY87" fmla="*/ 53939 h 304800"/>
                <a:gd name="csX88" fmla="*/ 123025 w 714375"/>
                <a:gd name="csY88" fmla="*/ 49614 h 304800"/>
                <a:gd name="csX89" fmla="*/ 124416 w 714375"/>
                <a:gd name="csY89" fmla="*/ 45471 h 304800"/>
                <a:gd name="csX90" fmla="*/ 125806 w 714375"/>
                <a:gd name="csY90" fmla="*/ 41461 h 304800"/>
                <a:gd name="csX91" fmla="*/ 127197 w 714375"/>
                <a:gd name="csY91" fmla="*/ 37575 h 304800"/>
                <a:gd name="csX92" fmla="*/ 128588 w 714375"/>
                <a:gd name="csY92" fmla="*/ 33879 h 304800"/>
                <a:gd name="csX93" fmla="*/ 129988 w 714375"/>
                <a:gd name="csY93" fmla="*/ 30374 h 304800"/>
                <a:gd name="csX94" fmla="*/ 131378 w 714375"/>
                <a:gd name="csY94" fmla="*/ 27049 h 304800"/>
                <a:gd name="csX95" fmla="*/ 132769 w 714375"/>
                <a:gd name="csY95" fmla="*/ 23849 h 304800"/>
                <a:gd name="csX96" fmla="*/ 134226 w 714375"/>
                <a:gd name="csY96" fmla="*/ 20906 h 304800"/>
                <a:gd name="csX97" fmla="*/ 135617 w 714375"/>
                <a:gd name="csY97" fmla="*/ 18087 h 304800"/>
                <a:gd name="csX98" fmla="*/ 137008 w 714375"/>
                <a:gd name="csY98" fmla="*/ 15448 h 304800"/>
                <a:gd name="csX99" fmla="*/ 138398 w 714375"/>
                <a:gd name="csY99" fmla="*/ 13133 h 304800"/>
                <a:gd name="csX100" fmla="*/ 139789 w 714375"/>
                <a:gd name="csY100" fmla="*/ 10943 h 304800"/>
                <a:gd name="csX101" fmla="*/ 141189 w 714375"/>
                <a:gd name="csY101" fmla="*/ 8866 h 304800"/>
                <a:gd name="csX102" fmla="*/ 142580 w 714375"/>
                <a:gd name="csY102" fmla="*/ 7114 h 304800"/>
                <a:gd name="csX103" fmla="*/ 143970 w 714375"/>
                <a:gd name="csY103" fmla="*/ 5552 h 304800"/>
                <a:gd name="csX104" fmla="*/ 145361 w 714375"/>
                <a:gd name="csY104" fmla="*/ 4104 h 304800"/>
                <a:gd name="csX105" fmla="*/ 146752 w 714375"/>
                <a:gd name="csY105" fmla="*/ 2980 h 304800"/>
                <a:gd name="csX106" fmla="*/ 148152 w 714375"/>
                <a:gd name="csY106" fmla="*/ 1980 h 304800"/>
                <a:gd name="csX107" fmla="*/ 149543 w 714375"/>
                <a:gd name="csY107" fmla="*/ 1161 h 304800"/>
                <a:gd name="csX108" fmla="*/ 151000 w 714375"/>
                <a:gd name="csY108" fmla="*/ 599 h 304800"/>
                <a:gd name="csX109" fmla="*/ 152390 w 714375"/>
                <a:gd name="csY109" fmla="*/ 218 h 304800"/>
                <a:gd name="csX110" fmla="*/ 153781 w 714375"/>
                <a:gd name="csY110" fmla="*/ -30 h 304800"/>
                <a:gd name="csX111" fmla="*/ 155172 w 714375"/>
                <a:gd name="csY111" fmla="*/ -30 h 304800"/>
                <a:gd name="csX112" fmla="*/ 156563 w 714375"/>
                <a:gd name="csY112" fmla="*/ 160 h 304800"/>
                <a:gd name="csX113" fmla="*/ 157963 w 714375"/>
                <a:gd name="csY113" fmla="*/ 532 h 304800"/>
                <a:gd name="csX114" fmla="*/ 159353 w 714375"/>
                <a:gd name="csY114" fmla="*/ 1037 h 304800"/>
                <a:gd name="csX115" fmla="*/ 160744 w 714375"/>
                <a:gd name="csY115" fmla="*/ 1723 h 304800"/>
                <a:gd name="csX116" fmla="*/ 162134 w 714375"/>
                <a:gd name="csY116" fmla="*/ 2599 h 304800"/>
                <a:gd name="csX117" fmla="*/ 163525 w 714375"/>
                <a:gd name="csY117" fmla="*/ 3608 h 304800"/>
                <a:gd name="csX118" fmla="*/ 164916 w 714375"/>
                <a:gd name="csY118" fmla="*/ 4799 h 304800"/>
                <a:gd name="csX119" fmla="*/ 166373 w 714375"/>
                <a:gd name="csY119" fmla="*/ 6114 h 304800"/>
                <a:gd name="csX120" fmla="*/ 167764 w 714375"/>
                <a:gd name="csY120" fmla="*/ 7495 h 304800"/>
                <a:gd name="csX121" fmla="*/ 169164 w 714375"/>
                <a:gd name="csY121" fmla="*/ 9124 h 304800"/>
                <a:gd name="csX122" fmla="*/ 170555 w 714375"/>
                <a:gd name="csY122" fmla="*/ 10809 h 304800"/>
                <a:gd name="csX123" fmla="*/ 171946 w 714375"/>
                <a:gd name="csY123" fmla="*/ 12629 h 304800"/>
                <a:gd name="csX124" fmla="*/ 173336 w 714375"/>
                <a:gd name="csY124" fmla="*/ 14572 h 304800"/>
                <a:gd name="csX125" fmla="*/ 174727 w 714375"/>
                <a:gd name="csY125" fmla="*/ 16639 h 304800"/>
                <a:gd name="csX126" fmla="*/ 176127 w 714375"/>
                <a:gd name="csY126" fmla="*/ 18772 h 304800"/>
                <a:gd name="csX127" fmla="*/ 177517 w 714375"/>
                <a:gd name="csY127" fmla="*/ 20963 h 304800"/>
                <a:gd name="csX128" fmla="*/ 178908 w 714375"/>
                <a:gd name="csY128" fmla="*/ 23287 h 304800"/>
                <a:gd name="csX129" fmla="*/ 180299 w 714375"/>
                <a:gd name="csY129" fmla="*/ 25668 h 304800"/>
                <a:gd name="csX130" fmla="*/ 181756 w 714375"/>
                <a:gd name="csY130" fmla="*/ 28116 h 304800"/>
                <a:gd name="csX131" fmla="*/ 183147 w 714375"/>
                <a:gd name="csY131" fmla="*/ 30679 h 304800"/>
                <a:gd name="csX132" fmla="*/ 184537 w 714375"/>
                <a:gd name="csY132" fmla="*/ 33193 h 304800"/>
                <a:gd name="csX133" fmla="*/ 185938 w 714375"/>
                <a:gd name="csY133" fmla="*/ 35822 h 304800"/>
                <a:gd name="csX134" fmla="*/ 187328 w 714375"/>
                <a:gd name="csY134" fmla="*/ 38451 h 304800"/>
                <a:gd name="csX135" fmla="*/ 188719 w 714375"/>
                <a:gd name="csY135" fmla="*/ 41147 h 304800"/>
                <a:gd name="csX136" fmla="*/ 190110 w 714375"/>
                <a:gd name="csY136" fmla="*/ 43842 h 304800"/>
                <a:gd name="csX137" fmla="*/ 191500 w 714375"/>
                <a:gd name="csY137" fmla="*/ 46604 h 304800"/>
                <a:gd name="csX138" fmla="*/ 192891 w 714375"/>
                <a:gd name="csY138" fmla="*/ 49357 h 304800"/>
                <a:gd name="csX139" fmla="*/ 194291 w 714375"/>
                <a:gd name="csY139" fmla="*/ 52119 h 304800"/>
                <a:gd name="csX140" fmla="*/ 195682 w 714375"/>
                <a:gd name="csY140" fmla="*/ 54872 h 304800"/>
                <a:gd name="csX141" fmla="*/ 197072 w 714375"/>
                <a:gd name="csY141" fmla="*/ 57634 h 304800"/>
                <a:gd name="csX142" fmla="*/ 198529 w 714375"/>
                <a:gd name="csY142" fmla="*/ 60397 h 304800"/>
                <a:gd name="csX143" fmla="*/ 199921 w 714375"/>
                <a:gd name="csY143" fmla="*/ 63149 h 304800"/>
                <a:gd name="csX144" fmla="*/ 201311 w 714375"/>
                <a:gd name="csY144" fmla="*/ 65912 h 304800"/>
                <a:gd name="csX145" fmla="*/ 202702 w 714375"/>
                <a:gd name="csY145" fmla="*/ 68664 h 304800"/>
                <a:gd name="csX146" fmla="*/ 204102 w 714375"/>
                <a:gd name="csY146" fmla="*/ 71360 h 304800"/>
                <a:gd name="csX147" fmla="*/ 205492 w 714375"/>
                <a:gd name="csY147" fmla="*/ 73989 h 304800"/>
                <a:gd name="csX148" fmla="*/ 206883 w 714375"/>
                <a:gd name="csY148" fmla="*/ 76684 h 304800"/>
                <a:gd name="csX149" fmla="*/ 208274 w 714375"/>
                <a:gd name="csY149" fmla="*/ 79323 h 304800"/>
                <a:gd name="csX150" fmla="*/ 209664 w 714375"/>
                <a:gd name="csY150" fmla="*/ 81895 h 304800"/>
                <a:gd name="csX151" fmla="*/ 211055 w 714375"/>
                <a:gd name="csY151" fmla="*/ 84457 h 304800"/>
                <a:gd name="csX152" fmla="*/ 212455 w 714375"/>
                <a:gd name="csY152" fmla="*/ 86962 h 304800"/>
                <a:gd name="csX153" fmla="*/ 213913 w 714375"/>
                <a:gd name="csY153" fmla="*/ 89410 h 304800"/>
                <a:gd name="csX154" fmla="*/ 215303 w 714375"/>
                <a:gd name="csY154" fmla="*/ 91858 h 304800"/>
                <a:gd name="csX155" fmla="*/ 216694 w 714375"/>
                <a:gd name="csY155" fmla="*/ 94296 h 304800"/>
                <a:gd name="csX156" fmla="*/ 218085 w 714375"/>
                <a:gd name="csY156" fmla="*/ 96620 h 304800"/>
                <a:gd name="csX157" fmla="*/ 219475 w 714375"/>
                <a:gd name="csY157" fmla="*/ 98935 h 304800"/>
                <a:gd name="csX158" fmla="*/ 220866 w 714375"/>
                <a:gd name="csY158" fmla="*/ 101192 h 304800"/>
                <a:gd name="csX159" fmla="*/ 222266 w 714375"/>
                <a:gd name="csY159" fmla="*/ 103392 h 304800"/>
                <a:gd name="csX160" fmla="*/ 223656 w 714375"/>
                <a:gd name="csY160" fmla="*/ 105583 h 304800"/>
                <a:gd name="csX161" fmla="*/ 225048 w 714375"/>
                <a:gd name="csY161" fmla="*/ 107717 h 304800"/>
                <a:gd name="csX162" fmla="*/ 226438 w 714375"/>
                <a:gd name="csY162" fmla="*/ 109784 h 304800"/>
                <a:gd name="csX163" fmla="*/ 227829 w 714375"/>
                <a:gd name="csY163" fmla="*/ 111851 h 304800"/>
                <a:gd name="csX164" fmla="*/ 229286 w 714375"/>
                <a:gd name="csY164" fmla="*/ 113851 h 304800"/>
                <a:gd name="csX165" fmla="*/ 230676 w 714375"/>
                <a:gd name="csY165" fmla="*/ 115804 h 304800"/>
                <a:gd name="csX166" fmla="*/ 232077 w 714375"/>
                <a:gd name="csY166" fmla="*/ 117680 h 304800"/>
                <a:gd name="csX167" fmla="*/ 233467 w 714375"/>
                <a:gd name="csY167" fmla="*/ 119556 h 304800"/>
                <a:gd name="csX168" fmla="*/ 234858 w 714375"/>
                <a:gd name="csY168" fmla="*/ 121318 h 304800"/>
                <a:gd name="csX169" fmla="*/ 236249 w 714375"/>
                <a:gd name="csY169" fmla="*/ 123128 h 304800"/>
                <a:gd name="csX170" fmla="*/ 237639 w 714375"/>
                <a:gd name="csY170" fmla="*/ 124824 h 304800"/>
                <a:gd name="csX171" fmla="*/ 239030 w 714375"/>
                <a:gd name="csY171" fmla="*/ 126519 h 304800"/>
                <a:gd name="csX172" fmla="*/ 240430 w 714375"/>
                <a:gd name="csY172" fmla="*/ 128148 h 304800"/>
                <a:gd name="csX173" fmla="*/ 241821 w 714375"/>
                <a:gd name="csY173" fmla="*/ 129777 h 304800"/>
                <a:gd name="csX174" fmla="*/ 243212 w 714375"/>
                <a:gd name="csY174" fmla="*/ 131339 h 304800"/>
                <a:gd name="csX175" fmla="*/ 244602 w 714375"/>
                <a:gd name="csY175" fmla="*/ 132844 h 304800"/>
                <a:gd name="csX176" fmla="*/ 246060 w 714375"/>
                <a:gd name="csY176" fmla="*/ 134349 h 304800"/>
                <a:gd name="csX177" fmla="*/ 247450 w 714375"/>
                <a:gd name="csY177" fmla="*/ 135854 h 304800"/>
                <a:gd name="csX178" fmla="*/ 248850 w 714375"/>
                <a:gd name="csY178" fmla="*/ 137235 h 304800"/>
                <a:gd name="csX179" fmla="*/ 250241 w 714375"/>
                <a:gd name="csY179" fmla="*/ 138673 h 304800"/>
                <a:gd name="csX180" fmla="*/ 251631 w 714375"/>
                <a:gd name="csY180" fmla="*/ 139988 h 304800"/>
                <a:gd name="csX181" fmla="*/ 253022 w 714375"/>
                <a:gd name="csY181" fmla="*/ 141369 h 304800"/>
                <a:gd name="csX182" fmla="*/ 254413 w 714375"/>
                <a:gd name="csY182" fmla="*/ 142626 h 304800"/>
                <a:gd name="csX183" fmla="*/ 255803 w 714375"/>
                <a:gd name="csY183" fmla="*/ 143940 h 304800"/>
                <a:gd name="csX184" fmla="*/ 257204 w 714375"/>
                <a:gd name="csY184" fmla="*/ 145198 h 304800"/>
                <a:gd name="csX185" fmla="*/ 258594 w 714375"/>
                <a:gd name="csY185" fmla="*/ 146388 h 304800"/>
                <a:gd name="csX186" fmla="*/ 259985 w 714375"/>
                <a:gd name="csY186" fmla="*/ 147579 h 304800"/>
                <a:gd name="csX187" fmla="*/ 261442 w 714375"/>
                <a:gd name="csY187" fmla="*/ 148770 h 304800"/>
                <a:gd name="csX188" fmla="*/ 262833 w 714375"/>
                <a:gd name="csY188" fmla="*/ 149893 h 304800"/>
                <a:gd name="csX189" fmla="*/ 264224 w 714375"/>
                <a:gd name="csY189" fmla="*/ 151027 h 304800"/>
                <a:gd name="csX190" fmla="*/ 265614 w 714375"/>
                <a:gd name="csY190" fmla="*/ 152151 h 304800"/>
                <a:gd name="csX191" fmla="*/ 267005 w 714375"/>
                <a:gd name="csY191" fmla="*/ 153218 h 304800"/>
                <a:gd name="csX192" fmla="*/ 268405 w 714375"/>
                <a:gd name="csY192" fmla="*/ 154284 h 304800"/>
                <a:gd name="csX193" fmla="*/ 269796 w 714375"/>
                <a:gd name="csY193" fmla="*/ 155285 h 304800"/>
                <a:gd name="csX194" fmla="*/ 271187 w 714375"/>
                <a:gd name="csY194" fmla="*/ 156285 h 304800"/>
                <a:gd name="csX195" fmla="*/ 272577 w 714375"/>
                <a:gd name="csY195" fmla="*/ 157294 h 304800"/>
                <a:gd name="csX196" fmla="*/ 273968 w 714375"/>
                <a:gd name="csY196" fmla="*/ 158295 h 304800"/>
                <a:gd name="csX197" fmla="*/ 275368 w 714375"/>
                <a:gd name="csY197" fmla="*/ 159295 h 304800"/>
                <a:gd name="csX198" fmla="*/ 276825 w 714375"/>
                <a:gd name="csY198" fmla="*/ 160238 h 304800"/>
                <a:gd name="csX199" fmla="*/ 278216 w 714375"/>
                <a:gd name="csY199" fmla="*/ 161181 h 304800"/>
                <a:gd name="csX200" fmla="*/ 279606 w 714375"/>
                <a:gd name="csY200" fmla="*/ 162057 h 304800"/>
                <a:gd name="csX201" fmla="*/ 280997 w 714375"/>
                <a:gd name="csY201" fmla="*/ 162990 h 304800"/>
                <a:gd name="csX202" fmla="*/ 282388 w 714375"/>
                <a:gd name="csY202" fmla="*/ 163876 h 304800"/>
                <a:gd name="csX203" fmla="*/ 283778 w 714375"/>
                <a:gd name="csY203" fmla="*/ 164752 h 304800"/>
                <a:gd name="csX204" fmla="*/ 285179 w 714375"/>
                <a:gd name="csY204" fmla="*/ 165562 h 304800"/>
                <a:gd name="csX205" fmla="*/ 286569 w 714375"/>
                <a:gd name="csY205" fmla="*/ 166438 h 304800"/>
                <a:gd name="csX206" fmla="*/ 287960 w 714375"/>
                <a:gd name="csY206" fmla="*/ 167257 h 304800"/>
                <a:gd name="csX207" fmla="*/ 289351 w 714375"/>
                <a:gd name="csY207" fmla="*/ 168067 h 304800"/>
                <a:gd name="csX208" fmla="*/ 290741 w 714375"/>
                <a:gd name="csY208" fmla="*/ 168820 h 304800"/>
                <a:gd name="csX209" fmla="*/ 292141 w 714375"/>
                <a:gd name="csY209" fmla="*/ 169639 h 304800"/>
                <a:gd name="csX210" fmla="*/ 293589 w 714375"/>
                <a:gd name="csY210" fmla="*/ 170391 h 304800"/>
                <a:gd name="csX211" fmla="*/ 294980 w 714375"/>
                <a:gd name="csY211" fmla="*/ 171144 h 304800"/>
                <a:gd name="csX212" fmla="*/ 296380 w 714375"/>
                <a:gd name="csY212" fmla="*/ 171896 h 304800"/>
                <a:gd name="csX213" fmla="*/ 297770 w 714375"/>
                <a:gd name="csY213" fmla="*/ 172649 h 304800"/>
                <a:gd name="csX214" fmla="*/ 299161 w 714375"/>
                <a:gd name="csY214" fmla="*/ 173334 h 304800"/>
                <a:gd name="csX215" fmla="*/ 300552 w 714375"/>
                <a:gd name="csY215" fmla="*/ 174087 h 304800"/>
                <a:gd name="csX216" fmla="*/ 301943 w 714375"/>
                <a:gd name="csY216" fmla="*/ 174782 h 304800"/>
                <a:gd name="csX217" fmla="*/ 303343 w 714375"/>
                <a:gd name="csY217" fmla="*/ 175401 h 304800"/>
                <a:gd name="csX218" fmla="*/ 304733 w 714375"/>
                <a:gd name="csY218" fmla="*/ 176097 h 304800"/>
                <a:gd name="csX219" fmla="*/ 306124 w 714375"/>
                <a:gd name="csY219" fmla="*/ 176725 h 304800"/>
                <a:gd name="csX220" fmla="*/ 307515 w 714375"/>
                <a:gd name="csY220" fmla="*/ 177411 h 304800"/>
                <a:gd name="csX221" fmla="*/ 308972 w 714375"/>
                <a:gd name="csY221" fmla="*/ 178040 h 304800"/>
                <a:gd name="csX222" fmla="*/ 310363 w 714375"/>
                <a:gd name="csY222" fmla="*/ 178668 h 304800"/>
                <a:gd name="csX223" fmla="*/ 311753 w 714375"/>
                <a:gd name="csY223" fmla="*/ 179231 h 304800"/>
                <a:gd name="csX224" fmla="*/ 313154 w 714375"/>
                <a:gd name="csY224" fmla="*/ 179859 h 304800"/>
                <a:gd name="csX225" fmla="*/ 314544 w 714375"/>
                <a:gd name="csY225" fmla="*/ 180421 h 304800"/>
                <a:gd name="csX226" fmla="*/ 315935 w 714375"/>
                <a:gd name="csY226" fmla="*/ 180983 h 304800"/>
                <a:gd name="csX227" fmla="*/ 317326 w 714375"/>
                <a:gd name="csY227" fmla="*/ 181545 h 304800"/>
                <a:gd name="csX228" fmla="*/ 318716 w 714375"/>
                <a:gd name="csY228" fmla="*/ 182107 h 304800"/>
                <a:gd name="csX229" fmla="*/ 320116 w 714375"/>
                <a:gd name="csY229" fmla="*/ 182612 h 304800"/>
                <a:gd name="csX230" fmla="*/ 321507 w 714375"/>
                <a:gd name="csY230" fmla="*/ 183174 h 304800"/>
                <a:gd name="csX231" fmla="*/ 322897 w 714375"/>
                <a:gd name="csY231" fmla="*/ 183679 h 304800"/>
                <a:gd name="csX232" fmla="*/ 324355 w 714375"/>
                <a:gd name="csY232" fmla="*/ 184183 h 304800"/>
                <a:gd name="csX233" fmla="*/ 325745 w 714375"/>
                <a:gd name="csY233" fmla="*/ 184679 h 304800"/>
                <a:gd name="csX234" fmla="*/ 327136 w 714375"/>
                <a:gd name="csY234" fmla="*/ 185184 h 304800"/>
                <a:gd name="csX235" fmla="*/ 328527 w 714375"/>
                <a:gd name="csY235" fmla="*/ 185622 h 304800"/>
                <a:gd name="csX236" fmla="*/ 329917 w 714375"/>
                <a:gd name="csY236" fmla="*/ 186127 h 304800"/>
                <a:gd name="csX237" fmla="*/ 331318 w 714375"/>
                <a:gd name="csY237" fmla="*/ 186565 h 304800"/>
                <a:gd name="csX238" fmla="*/ 332708 w 714375"/>
                <a:gd name="csY238" fmla="*/ 187003 h 304800"/>
                <a:gd name="csX239" fmla="*/ 334099 w 714375"/>
                <a:gd name="csY239" fmla="*/ 187498 h 304800"/>
                <a:gd name="csX240" fmla="*/ 335490 w 714375"/>
                <a:gd name="csY240" fmla="*/ 187936 h 304800"/>
                <a:gd name="csX241" fmla="*/ 336880 w 714375"/>
                <a:gd name="csY241" fmla="*/ 188317 h 304800"/>
                <a:gd name="csX242" fmla="*/ 338281 w 714375"/>
                <a:gd name="csY242" fmla="*/ 188756 h 304800"/>
                <a:gd name="csX243" fmla="*/ 339671 w 714375"/>
                <a:gd name="csY243" fmla="*/ 189194 h 304800"/>
                <a:gd name="csX244" fmla="*/ 341128 w 714375"/>
                <a:gd name="csY244" fmla="*/ 189565 h 304800"/>
                <a:gd name="csX245" fmla="*/ 342519 w 714375"/>
                <a:gd name="csY245" fmla="*/ 189946 h 304800"/>
                <a:gd name="csX246" fmla="*/ 343909 w 714375"/>
                <a:gd name="csY246" fmla="*/ 190384 h 304800"/>
                <a:gd name="csX247" fmla="*/ 345301 w 714375"/>
                <a:gd name="csY247" fmla="*/ 190765 h 304800"/>
                <a:gd name="csX248" fmla="*/ 346691 w 714375"/>
                <a:gd name="csY248" fmla="*/ 191137 h 304800"/>
                <a:gd name="csX249" fmla="*/ 348091 w 714375"/>
                <a:gd name="csY249" fmla="*/ 191518 h 304800"/>
                <a:gd name="csX250" fmla="*/ 349482 w 714375"/>
                <a:gd name="csY250" fmla="*/ 191889 h 304800"/>
                <a:gd name="csX251" fmla="*/ 350872 w 714375"/>
                <a:gd name="csY251" fmla="*/ 192261 h 304800"/>
                <a:gd name="csX252" fmla="*/ 352263 w 714375"/>
                <a:gd name="csY252" fmla="*/ 192642 h 304800"/>
                <a:gd name="csX253" fmla="*/ 353654 w 714375"/>
                <a:gd name="csY253" fmla="*/ 192956 h 304800"/>
                <a:gd name="csX254" fmla="*/ 355044 w 714375"/>
                <a:gd name="csY254" fmla="*/ 193327 h 304800"/>
                <a:gd name="csX255" fmla="*/ 356502 w 714375"/>
                <a:gd name="csY255" fmla="*/ 193708 h 304800"/>
                <a:gd name="csX256" fmla="*/ 357892 w 714375"/>
                <a:gd name="csY256" fmla="*/ 194023 h 304800"/>
                <a:gd name="csX257" fmla="*/ 359293 w 714375"/>
                <a:gd name="csY257" fmla="*/ 194394 h 304800"/>
                <a:gd name="csX258" fmla="*/ 360683 w 714375"/>
                <a:gd name="csY258" fmla="*/ 194709 h 304800"/>
                <a:gd name="csX259" fmla="*/ 362074 w 714375"/>
                <a:gd name="csY259" fmla="*/ 195089 h 304800"/>
                <a:gd name="csX260" fmla="*/ 363465 w 714375"/>
                <a:gd name="csY260" fmla="*/ 195394 h 304800"/>
                <a:gd name="csX261" fmla="*/ 364855 w 714375"/>
                <a:gd name="csY261" fmla="*/ 195709 h 304800"/>
                <a:gd name="csX262" fmla="*/ 366255 w 714375"/>
                <a:gd name="csY262" fmla="*/ 196090 h 304800"/>
                <a:gd name="csX263" fmla="*/ 367646 w 714375"/>
                <a:gd name="csY263" fmla="*/ 196404 h 304800"/>
                <a:gd name="csX264" fmla="*/ 369036 w 714375"/>
                <a:gd name="csY264" fmla="*/ 196718 h 304800"/>
                <a:gd name="csX265" fmla="*/ 370428 w 714375"/>
                <a:gd name="csY265" fmla="*/ 197090 h 304800"/>
                <a:gd name="csX266" fmla="*/ 371818 w 714375"/>
                <a:gd name="csY266" fmla="*/ 197404 h 304800"/>
                <a:gd name="csX267" fmla="*/ 373275 w 714375"/>
                <a:gd name="csY267" fmla="*/ 197718 h 304800"/>
                <a:gd name="csX268" fmla="*/ 374666 w 714375"/>
                <a:gd name="csY268" fmla="*/ 198033 h 304800"/>
                <a:gd name="csX269" fmla="*/ 376066 w 714375"/>
                <a:gd name="csY269" fmla="*/ 198347 h 304800"/>
                <a:gd name="csX270" fmla="*/ 377457 w 714375"/>
                <a:gd name="csY270" fmla="*/ 198661 h 304800"/>
                <a:gd name="csX271" fmla="*/ 378847 w 714375"/>
                <a:gd name="csY271" fmla="*/ 198976 h 304800"/>
                <a:gd name="csX272" fmla="*/ 380238 w 714375"/>
                <a:gd name="csY272" fmla="*/ 199281 h 304800"/>
                <a:gd name="csX273" fmla="*/ 381629 w 714375"/>
                <a:gd name="csY273" fmla="*/ 199595 h 304800"/>
                <a:gd name="csX274" fmla="*/ 383019 w 714375"/>
                <a:gd name="csY274" fmla="*/ 199909 h 304800"/>
                <a:gd name="csX275" fmla="*/ 384420 w 714375"/>
                <a:gd name="csY275" fmla="*/ 200223 h 304800"/>
                <a:gd name="csX276" fmla="*/ 385810 w 714375"/>
                <a:gd name="csY276" fmla="*/ 200538 h 304800"/>
                <a:gd name="csX277" fmla="*/ 387201 w 714375"/>
                <a:gd name="csY277" fmla="*/ 200852 h 304800"/>
                <a:gd name="csX278" fmla="*/ 388658 w 714375"/>
                <a:gd name="csY278" fmla="*/ 201100 h 304800"/>
                <a:gd name="csX279" fmla="*/ 390049 w 714375"/>
                <a:gd name="csY279" fmla="*/ 201414 h 304800"/>
                <a:gd name="csX280" fmla="*/ 391440 w 714375"/>
                <a:gd name="csY280" fmla="*/ 201729 h 304800"/>
                <a:gd name="csX281" fmla="*/ 392830 w 714375"/>
                <a:gd name="csY281" fmla="*/ 201976 h 304800"/>
                <a:gd name="csX282" fmla="*/ 394230 w 714375"/>
                <a:gd name="csY282" fmla="*/ 202291 h 304800"/>
                <a:gd name="csX283" fmla="*/ 395621 w 714375"/>
                <a:gd name="csY283" fmla="*/ 202548 h 304800"/>
                <a:gd name="csX284" fmla="*/ 397011 w 714375"/>
                <a:gd name="csY284" fmla="*/ 202862 h 304800"/>
                <a:gd name="csX285" fmla="*/ 398402 w 714375"/>
                <a:gd name="csY285" fmla="*/ 203110 h 304800"/>
                <a:gd name="csX286" fmla="*/ 399793 w 714375"/>
                <a:gd name="csY286" fmla="*/ 203357 h 304800"/>
                <a:gd name="csX287" fmla="*/ 401193 w 714375"/>
                <a:gd name="csY287" fmla="*/ 203615 h 304800"/>
                <a:gd name="csX288" fmla="*/ 402584 w 714375"/>
                <a:gd name="csY288" fmla="*/ 203862 h 304800"/>
                <a:gd name="csX289" fmla="*/ 404041 w 714375"/>
                <a:gd name="csY289" fmla="*/ 204110 h 304800"/>
                <a:gd name="csX290" fmla="*/ 405432 w 714375"/>
                <a:gd name="csY290" fmla="*/ 204358 h 304800"/>
                <a:gd name="csX291" fmla="*/ 406822 w 714375"/>
                <a:gd name="csY291" fmla="*/ 204614 h 304800"/>
                <a:gd name="csX292" fmla="*/ 408213 w 714375"/>
                <a:gd name="csY292" fmla="*/ 204796 h 304800"/>
                <a:gd name="csX293" fmla="*/ 409604 w 714375"/>
                <a:gd name="csY293" fmla="*/ 205053 h 304800"/>
                <a:gd name="csX294" fmla="*/ 410994 w 714375"/>
                <a:gd name="csY294" fmla="*/ 205243 h 304800"/>
                <a:gd name="csX295" fmla="*/ 412394 w 714375"/>
                <a:gd name="csY295" fmla="*/ 205424 h 304800"/>
                <a:gd name="csX296" fmla="*/ 413785 w 714375"/>
                <a:gd name="csY296" fmla="*/ 205681 h 304800"/>
                <a:gd name="csX297" fmla="*/ 415176 w 714375"/>
                <a:gd name="csY297" fmla="*/ 205805 h 304800"/>
                <a:gd name="csX298" fmla="*/ 416567 w 714375"/>
                <a:gd name="csY298" fmla="*/ 205996 h 304800"/>
                <a:gd name="csX299" fmla="*/ 417957 w 714375"/>
                <a:gd name="csY299" fmla="*/ 206177 h 304800"/>
                <a:gd name="csX300" fmla="*/ 419357 w 714375"/>
                <a:gd name="csY300" fmla="*/ 206300 h 304800"/>
                <a:gd name="csX301" fmla="*/ 420805 w 714375"/>
                <a:gd name="csY301" fmla="*/ 206434 h 304800"/>
                <a:gd name="csX302" fmla="*/ 422205 w 714375"/>
                <a:gd name="csY302" fmla="*/ 206615 h 304800"/>
                <a:gd name="csX303" fmla="*/ 423596 w 714375"/>
                <a:gd name="csY303" fmla="*/ 206682 h 304800"/>
                <a:gd name="csX304" fmla="*/ 424986 w 714375"/>
                <a:gd name="csY304" fmla="*/ 206805 h 304800"/>
                <a:gd name="csX305" fmla="*/ 426377 w 714375"/>
                <a:gd name="csY305" fmla="*/ 206929 h 304800"/>
                <a:gd name="csX306" fmla="*/ 427768 w 714375"/>
                <a:gd name="csY306" fmla="*/ 206996 h 304800"/>
                <a:gd name="csX307" fmla="*/ 429158 w 714375"/>
                <a:gd name="csY307" fmla="*/ 207053 h 304800"/>
                <a:gd name="csX308" fmla="*/ 430559 w 714375"/>
                <a:gd name="csY308" fmla="*/ 207120 h 304800"/>
                <a:gd name="csX309" fmla="*/ 431949 w 714375"/>
                <a:gd name="csY309" fmla="*/ 207120 h 304800"/>
                <a:gd name="csX310" fmla="*/ 433340 w 714375"/>
                <a:gd name="csY310" fmla="*/ 207186 h 304800"/>
                <a:gd name="csX311" fmla="*/ 434731 w 714375"/>
                <a:gd name="csY311" fmla="*/ 207186 h 304800"/>
                <a:gd name="csX312" fmla="*/ 436188 w 714375"/>
                <a:gd name="csY312" fmla="*/ 207186 h 304800"/>
                <a:gd name="csX313" fmla="*/ 437579 w 714375"/>
                <a:gd name="csY313" fmla="*/ 207120 h 304800"/>
                <a:gd name="csX314" fmla="*/ 438979 w 714375"/>
                <a:gd name="csY314" fmla="*/ 207120 h 304800"/>
                <a:gd name="csX315" fmla="*/ 440369 w 714375"/>
                <a:gd name="csY315" fmla="*/ 207053 h 304800"/>
                <a:gd name="csX316" fmla="*/ 441760 w 714375"/>
                <a:gd name="csY316" fmla="*/ 206996 h 304800"/>
                <a:gd name="csX317" fmla="*/ 443150 w 714375"/>
                <a:gd name="csY317" fmla="*/ 206872 h 304800"/>
                <a:gd name="csX318" fmla="*/ 444541 w 714375"/>
                <a:gd name="csY318" fmla="*/ 206739 h 304800"/>
                <a:gd name="csX319" fmla="*/ 445932 w 714375"/>
                <a:gd name="csY319" fmla="*/ 206615 h 304800"/>
                <a:gd name="csX320" fmla="*/ 447332 w 714375"/>
                <a:gd name="csY320" fmla="*/ 206491 h 304800"/>
                <a:gd name="csX321" fmla="*/ 448723 w 714375"/>
                <a:gd name="csY321" fmla="*/ 206300 h 304800"/>
                <a:gd name="csX322" fmla="*/ 450113 w 714375"/>
                <a:gd name="csY322" fmla="*/ 206120 h 304800"/>
                <a:gd name="csX323" fmla="*/ 451571 w 714375"/>
                <a:gd name="csY323" fmla="*/ 205929 h 304800"/>
                <a:gd name="csX324" fmla="*/ 452962 w 714375"/>
                <a:gd name="csY324" fmla="*/ 205681 h 304800"/>
                <a:gd name="csX325" fmla="*/ 454352 w 714375"/>
                <a:gd name="csY325" fmla="*/ 205491 h 304800"/>
                <a:gd name="csX326" fmla="*/ 455743 w 714375"/>
                <a:gd name="csY326" fmla="*/ 205177 h 304800"/>
                <a:gd name="csX327" fmla="*/ 457143 w 714375"/>
                <a:gd name="csY327" fmla="*/ 204929 h 304800"/>
                <a:gd name="csX328" fmla="*/ 458534 w 714375"/>
                <a:gd name="csY328" fmla="*/ 204614 h 304800"/>
                <a:gd name="csX329" fmla="*/ 459924 w 714375"/>
                <a:gd name="csY329" fmla="*/ 204234 h 304800"/>
                <a:gd name="csX330" fmla="*/ 461315 w 714375"/>
                <a:gd name="csY330" fmla="*/ 203862 h 304800"/>
                <a:gd name="csX331" fmla="*/ 462706 w 714375"/>
                <a:gd name="csY331" fmla="*/ 203481 h 304800"/>
                <a:gd name="csX332" fmla="*/ 464106 w 714375"/>
                <a:gd name="csY332" fmla="*/ 203110 h 304800"/>
                <a:gd name="csX333" fmla="*/ 465496 w 714375"/>
                <a:gd name="csY333" fmla="*/ 202672 h 304800"/>
                <a:gd name="csX334" fmla="*/ 466887 w 714375"/>
                <a:gd name="csY334" fmla="*/ 202167 h 304800"/>
                <a:gd name="csX335" fmla="*/ 468344 w 714375"/>
                <a:gd name="csY335" fmla="*/ 201662 h 304800"/>
                <a:gd name="csX336" fmla="*/ 469735 w 714375"/>
                <a:gd name="csY336" fmla="*/ 201166 h 304800"/>
                <a:gd name="csX337" fmla="*/ 471126 w 714375"/>
                <a:gd name="csY337" fmla="*/ 200605 h 304800"/>
                <a:gd name="csX338" fmla="*/ 472516 w 714375"/>
                <a:gd name="csY338" fmla="*/ 200033 h 304800"/>
                <a:gd name="csX339" fmla="*/ 473907 w 714375"/>
                <a:gd name="csY339" fmla="*/ 199471 h 304800"/>
                <a:gd name="csX340" fmla="*/ 475307 w 714375"/>
                <a:gd name="csY340" fmla="*/ 198785 h 304800"/>
                <a:gd name="csX341" fmla="*/ 476698 w 714375"/>
                <a:gd name="csY341" fmla="*/ 198157 h 304800"/>
                <a:gd name="csX342" fmla="*/ 478088 w 714375"/>
                <a:gd name="csY342" fmla="*/ 197471 h 304800"/>
                <a:gd name="csX343" fmla="*/ 479479 w 714375"/>
                <a:gd name="csY343" fmla="*/ 196718 h 304800"/>
                <a:gd name="csX344" fmla="*/ 480870 w 714375"/>
                <a:gd name="csY344" fmla="*/ 195966 h 304800"/>
                <a:gd name="csX345" fmla="*/ 482270 w 714375"/>
                <a:gd name="csY345" fmla="*/ 195147 h 304800"/>
                <a:gd name="csX346" fmla="*/ 483718 w 714375"/>
                <a:gd name="csY346" fmla="*/ 194270 h 304800"/>
                <a:gd name="csX347" fmla="*/ 485108 w 714375"/>
                <a:gd name="csY347" fmla="*/ 193394 h 304800"/>
                <a:gd name="csX348" fmla="*/ 486508 w 714375"/>
                <a:gd name="csY348" fmla="*/ 192518 h 304800"/>
                <a:gd name="csX349" fmla="*/ 487899 w 714375"/>
                <a:gd name="csY349" fmla="*/ 191518 h 304800"/>
                <a:gd name="csX350" fmla="*/ 489290 w 714375"/>
                <a:gd name="csY350" fmla="*/ 190575 h 304800"/>
                <a:gd name="csX351" fmla="*/ 490681 w 714375"/>
                <a:gd name="csY351" fmla="*/ 189508 h 304800"/>
                <a:gd name="csX352" fmla="*/ 492081 w 714375"/>
                <a:gd name="csY352" fmla="*/ 188441 h 304800"/>
                <a:gd name="csX353" fmla="*/ 493471 w 714375"/>
                <a:gd name="csY353" fmla="*/ 187317 h 304800"/>
                <a:gd name="csX354" fmla="*/ 494862 w 714375"/>
                <a:gd name="csY354" fmla="*/ 186184 h 304800"/>
                <a:gd name="csX355" fmla="*/ 496252 w 714375"/>
                <a:gd name="csY355" fmla="*/ 184936 h 304800"/>
                <a:gd name="csX356" fmla="*/ 497643 w 714375"/>
                <a:gd name="csY356" fmla="*/ 183679 h 304800"/>
                <a:gd name="csX357" fmla="*/ 499101 w 714375"/>
                <a:gd name="csY357" fmla="*/ 182421 h 304800"/>
                <a:gd name="csX358" fmla="*/ 500491 w 714375"/>
                <a:gd name="csY358" fmla="*/ 181050 h 304800"/>
                <a:gd name="csX359" fmla="*/ 501882 w 714375"/>
                <a:gd name="csY359" fmla="*/ 179669 h 304800"/>
                <a:gd name="csX360" fmla="*/ 503282 w 714375"/>
                <a:gd name="csY360" fmla="*/ 178221 h 304800"/>
                <a:gd name="csX361" fmla="*/ 504673 w 714375"/>
                <a:gd name="csY361" fmla="*/ 176725 h 304800"/>
                <a:gd name="csX362" fmla="*/ 506063 w 714375"/>
                <a:gd name="csY362" fmla="*/ 175220 h 304800"/>
                <a:gd name="csX363" fmla="*/ 507454 w 714375"/>
                <a:gd name="csY363" fmla="*/ 173649 h 304800"/>
                <a:gd name="csX364" fmla="*/ 508845 w 714375"/>
                <a:gd name="csY364" fmla="*/ 172020 h 304800"/>
                <a:gd name="csX365" fmla="*/ 510245 w 714375"/>
                <a:gd name="csY365" fmla="*/ 170391 h 304800"/>
                <a:gd name="csX366" fmla="*/ 511635 w 714375"/>
                <a:gd name="csY366" fmla="*/ 168639 h 304800"/>
                <a:gd name="csX367" fmla="*/ 513026 w 714375"/>
                <a:gd name="csY367" fmla="*/ 166877 h 304800"/>
                <a:gd name="csX368" fmla="*/ 514416 w 714375"/>
                <a:gd name="csY368" fmla="*/ 165067 h 304800"/>
                <a:gd name="csX369" fmla="*/ 515874 w 714375"/>
                <a:gd name="csY369" fmla="*/ 163248 h 304800"/>
                <a:gd name="csX370" fmla="*/ 517265 w 714375"/>
                <a:gd name="csY370" fmla="*/ 161362 h 304800"/>
                <a:gd name="csX371" fmla="*/ 518655 w 714375"/>
                <a:gd name="csY371" fmla="*/ 159418 h 304800"/>
                <a:gd name="csX372" fmla="*/ 520056 w 714375"/>
                <a:gd name="csY372" fmla="*/ 157476 h 304800"/>
                <a:gd name="csX373" fmla="*/ 521446 w 714375"/>
                <a:gd name="csY373" fmla="*/ 155475 h 304800"/>
                <a:gd name="csX374" fmla="*/ 522837 w 714375"/>
                <a:gd name="csY374" fmla="*/ 153408 h 304800"/>
                <a:gd name="csX375" fmla="*/ 524228 w 714375"/>
                <a:gd name="csY375" fmla="*/ 151341 h 304800"/>
                <a:gd name="csX376" fmla="*/ 525618 w 714375"/>
                <a:gd name="csY376" fmla="*/ 149265 h 304800"/>
                <a:gd name="csX377" fmla="*/ 527009 w 714375"/>
                <a:gd name="csY377" fmla="*/ 147141 h 304800"/>
                <a:gd name="csX378" fmla="*/ 528409 w 714375"/>
                <a:gd name="csY378" fmla="*/ 145007 h 304800"/>
                <a:gd name="csX379" fmla="*/ 529800 w 714375"/>
                <a:gd name="csY379" fmla="*/ 142817 h 304800"/>
                <a:gd name="csX380" fmla="*/ 531257 w 714375"/>
                <a:gd name="csY380" fmla="*/ 140616 h 304800"/>
                <a:gd name="csX381" fmla="*/ 532647 w 714375"/>
                <a:gd name="csY381" fmla="*/ 138426 h 304800"/>
                <a:gd name="csX382" fmla="*/ 534038 w 714375"/>
                <a:gd name="csY382" fmla="*/ 136235 h 304800"/>
                <a:gd name="csX383" fmla="*/ 535429 w 714375"/>
                <a:gd name="csY383" fmla="*/ 134034 h 304800"/>
                <a:gd name="csX384" fmla="*/ 536820 w 714375"/>
                <a:gd name="csY384" fmla="*/ 131844 h 304800"/>
                <a:gd name="csX385" fmla="*/ 538220 w 714375"/>
                <a:gd name="csY385" fmla="*/ 129653 h 304800"/>
                <a:gd name="csX386" fmla="*/ 539610 w 714375"/>
                <a:gd name="csY386" fmla="*/ 127519 h 304800"/>
                <a:gd name="csX387" fmla="*/ 541001 w 714375"/>
                <a:gd name="csY387" fmla="*/ 125329 h 304800"/>
                <a:gd name="csX388" fmla="*/ 542392 w 714375"/>
                <a:gd name="csY388" fmla="*/ 123195 h 304800"/>
                <a:gd name="csX389" fmla="*/ 543782 w 714375"/>
                <a:gd name="csY389" fmla="*/ 121128 h 304800"/>
                <a:gd name="csX390" fmla="*/ 545173 w 714375"/>
                <a:gd name="csY390" fmla="*/ 119061 h 304800"/>
                <a:gd name="csX391" fmla="*/ 546630 w 714375"/>
                <a:gd name="csY391" fmla="*/ 117051 h 304800"/>
                <a:gd name="csX392" fmla="*/ 548031 w 714375"/>
                <a:gd name="csY392" fmla="*/ 115108 h 304800"/>
                <a:gd name="csX393" fmla="*/ 549421 w 714375"/>
                <a:gd name="csY393" fmla="*/ 113165 h 304800"/>
                <a:gd name="csX394" fmla="*/ 550812 w 714375"/>
                <a:gd name="csY394" fmla="*/ 111289 h 304800"/>
                <a:gd name="csX395" fmla="*/ 552203 w 714375"/>
                <a:gd name="csY395" fmla="*/ 109527 h 304800"/>
                <a:gd name="csX396" fmla="*/ 553593 w 714375"/>
                <a:gd name="csY396" fmla="*/ 107841 h 304800"/>
                <a:gd name="csX397" fmla="*/ 554984 w 714375"/>
                <a:gd name="csY397" fmla="*/ 106212 h 304800"/>
                <a:gd name="csX398" fmla="*/ 556384 w 714375"/>
                <a:gd name="csY398" fmla="*/ 104707 h 304800"/>
                <a:gd name="csX399" fmla="*/ 557774 w 714375"/>
                <a:gd name="csY399" fmla="*/ 103259 h 304800"/>
                <a:gd name="csX400" fmla="*/ 559165 w 714375"/>
                <a:gd name="csY400" fmla="*/ 101888 h 304800"/>
                <a:gd name="csX401" fmla="*/ 560556 w 714375"/>
                <a:gd name="csY401" fmla="*/ 100697 h 304800"/>
                <a:gd name="csX402" fmla="*/ 561947 w 714375"/>
                <a:gd name="csY402" fmla="*/ 99563 h 304800"/>
                <a:gd name="csX403" fmla="*/ 563404 w 714375"/>
                <a:gd name="csY403" fmla="*/ 98563 h 304800"/>
                <a:gd name="csX404" fmla="*/ 564794 w 714375"/>
                <a:gd name="csY404" fmla="*/ 97687 h 304800"/>
                <a:gd name="csX405" fmla="*/ 566195 w 714375"/>
                <a:gd name="csY405" fmla="*/ 96934 h 304800"/>
                <a:gd name="csX406" fmla="*/ 567585 w 714375"/>
                <a:gd name="csY406" fmla="*/ 96373 h 304800"/>
                <a:gd name="csX407" fmla="*/ 568976 w 714375"/>
                <a:gd name="csY407" fmla="*/ 95868 h 304800"/>
                <a:gd name="csX408" fmla="*/ 570367 w 714375"/>
                <a:gd name="csY408" fmla="*/ 95553 h 304800"/>
                <a:gd name="csX409" fmla="*/ 571757 w 714375"/>
                <a:gd name="csY409" fmla="*/ 95363 h 304800"/>
                <a:gd name="csX410" fmla="*/ 573148 w 714375"/>
                <a:gd name="csY410" fmla="*/ 95306 h 304800"/>
                <a:gd name="csX411" fmla="*/ 574548 w 714375"/>
                <a:gd name="csY411" fmla="*/ 95487 h 304800"/>
                <a:gd name="csX412" fmla="*/ 575939 w 714375"/>
                <a:gd name="csY412" fmla="*/ 95801 h 304800"/>
                <a:gd name="csX413" fmla="*/ 577330 w 714375"/>
                <a:gd name="csY413" fmla="*/ 96182 h 304800"/>
                <a:gd name="csX414" fmla="*/ 578787 w 714375"/>
                <a:gd name="csY414" fmla="*/ 96811 h 304800"/>
                <a:gd name="csX415" fmla="*/ 580178 w 714375"/>
                <a:gd name="csY415" fmla="*/ 97620 h 304800"/>
                <a:gd name="csX416" fmla="*/ 581568 w 714375"/>
                <a:gd name="csY416" fmla="*/ 98497 h 304800"/>
                <a:gd name="csX417" fmla="*/ 582968 w 714375"/>
                <a:gd name="csY417" fmla="*/ 99630 h 304800"/>
                <a:gd name="csX418" fmla="*/ 584359 w 714375"/>
                <a:gd name="csY418" fmla="*/ 100878 h 304800"/>
                <a:gd name="csX419" fmla="*/ 585749 w 714375"/>
                <a:gd name="csY419" fmla="*/ 102326 h 304800"/>
                <a:gd name="csX420" fmla="*/ 587140 w 714375"/>
                <a:gd name="csY420" fmla="*/ 103888 h 304800"/>
                <a:gd name="csX421" fmla="*/ 588531 w 714375"/>
                <a:gd name="csY421" fmla="*/ 105640 h 304800"/>
                <a:gd name="csX422" fmla="*/ 589921 w 714375"/>
                <a:gd name="csY422" fmla="*/ 107526 h 304800"/>
                <a:gd name="csX423" fmla="*/ 591322 w 714375"/>
                <a:gd name="csY423" fmla="*/ 109593 h 304800"/>
                <a:gd name="csX424" fmla="*/ 592712 w 714375"/>
                <a:gd name="csY424" fmla="*/ 111784 h 304800"/>
                <a:gd name="csX425" fmla="*/ 594170 w 714375"/>
                <a:gd name="csY425" fmla="*/ 114165 h 304800"/>
                <a:gd name="csX426" fmla="*/ 595560 w 714375"/>
                <a:gd name="csY426" fmla="*/ 116613 h 304800"/>
                <a:gd name="csX427" fmla="*/ 596951 w 714375"/>
                <a:gd name="csY427" fmla="*/ 119309 h 304800"/>
                <a:gd name="csX428" fmla="*/ 598342 w 714375"/>
                <a:gd name="csY428" fmla="*/ 122004 h 304800"/>
                <a:gd name="csX429" fmla="*/ 599732 w 714375"/>
                <a:gd name="csY429" fmla="*/ 124890 h 304800"/>
                <a:gd name="csX430" fmla="*/ 601123 w 714375"/>
                <a:gd name="csY430" fmla="*/ 127958 h 304800"/>
                <a:gd name="csX431" fmla="*/ 602523 w 714375"/>
                <a:gd name="csY431" fmla="*/ 131025 h 304800"/>
                <a:gd name="csX432" fmla="*/ 603914 w 714375"/>
                <a:gd name="csY432" fmla="*/ 134291 h 304800"/>
                <a:gd name="csX433" fmla="*/ 605305 w 714375"/>
                <a:gd name="csY433" fmla="*/ 137606 h 304800"/>
                <a:gd name="csX434" fmla="*/ 606695 w 714375"/>
                <a:gd name="csY434" fmla="*/ 141054 h 304800"/>
                <a:gd name="csX435" fmla="*/ 608086 w 714375"/>
                <a:gd name="csY435" fmla="*/ 144502 h 304800"/>
                <a:gd name="csX436" fmla="*/ 609486 w 714375"/>
                <a:gd name="csY436" fmla="*/ 148141 h 304800"/>
                <a:gd name="csX437" fmla="*/ 610934 w 714375"/>
                <a:gd name="csY437" fmla="*/ 151779 h 304800"/>
                <a:gd name="csX438" fmla="*/ 612334 w 714375"/>
                <a:gd name="csY438" fmla="*/ 155532 h 304800"/>
                <a:gd name="csX439" fmla="*/ 613724 w 714375"/>
                <a:gd name="csY439" fmla="*/ 159295 h 304800"/>
                <a:gd name="csX440" fmla="*/ 615115 w 714375"/>
                <a:gd name="csY440" fmla="*/ 163124 h 304800"/>
                <a:gd name="csX441" fmla="*/ 616506 w 714375"/>
                <a:gd name="csY441" fmla="*/ 166943 h 304800"/>
                <a:gd name="csX442" fmla="*/ 617896 w 714375"/>
                <a:gd name="csY442" fmla="*/ 170896 h 304800"/>
                <a:gd name="csX443" fmla="*/ 619297 w 714375"/>
                <a:gd name="csY443" fmla="*/ 174782 h 304800"/>
                <a:gd name="csX444" fmla="*/ 620687 w 714375"/>
                <a:gd name="csY444" fmla="*/ 178726 h 304800"/>
                <a:gd name="csX445" fmla="*/ 622078 w 714375"/>
                <a:gd name="csY445" fmla="*/ 182679 h 304800"/>
                <a:gd name="csX446" fmla="*/ 623469 w 714375"/>
                <a:gd name="csY446" fmla="*/ 186565 h 304800"/>
                <a:gd name="csX447" fmla="*/ 624859 w 714375"/>
                <a:gd name="csY447" fmla="*/ 190508 h 304800"/>
                <a:gd name="csX448" fmla="*/ 626317 w 714375"/>
                <a:gd name="csY448" fmla="*/ 194461 h 304800"/>
                <a:gd name="csX449" fmla="*/ 627707 w 714375"/>
                <a:gd name="csY449" fmla="*/ 198347 h 304800"/>
                <a:gd name="csX450" fmla="*/ 629098 w 714375"/>
                <a:gd name="csY450" fmla="*/ 202167 h 304800"/>
                <a:gd name="csX451" fmla="*/ 630498 w 714375"/>
                <a:gd name="csY451" fmla="*/ 205996 h 304800"/>
                <a:gd name="csX452" fmla="*/ 631888 w 714375"/>
                <a:gd name="csY452" fmla="*/ 209815 h 304800"/>
                <a:gd name="csX453" fmla="*/ 633279 w 714375"/>
                <a:gd name="csY453" fmla="*/ 213511 h 304800"/>
                <a:gd name="csX454" fmla="*/ 634670 w 714375"/>
                <a:gd name="csY454" fmla="*/ 217207 h 304800"/>
                <a:gd name="csX455" fmla="*/ 636061 w 714375"/>
                <a:gd name="csY455" fmla="*/ 220845 h 304800"/>
                <a:gd name="csX456" fmla="*/ 637461 w 714375"/>
                <a:gd name="csY456" fmla="*/ 224417 h 304800"/>
                <a:gd name="csX457" fmla="*/ 638851 w 714375"/>
                <a:gd name="csY457" fmla="*/ 227932 h 304800"/>
                <a:gd name="csX458" fmla="*/ 640242 w 714375"/>
                <a:gd name="csY458" fmla="*/ 231313 h 304800"/>
                <a:gd name="csX459" fmla="*/ 641699 w 714375"/>
                <a:gd name="csY459" fmla="*/ 234695 h 304800"/>
                <a:gd name="csX460" fmla="*/ 643090 w 714375"/>
                <a:gd name="csY460" fmla="*/ 237962 h 304800"/>
                <a:gd name="csX461" fmla="*/ 644481 w 714375"/>
                <a:gd name="csY461" fmla="*/ 241153 h 304800"/>
                <a:gd name="csX462" fmla="*/ 645871 w 714375"/>
                <a:gd name="csY462" fmla="*/ 244286 h 304800"/>
                <a:gd name="csX463" fmla="*/ 647271 w 714375"/>
                <a:gd name="csY463" fmla="*/ 247296 h 304800"/>
                <a:gd name="csX464" fmla="*/ 648662 w 714375"/>
                <a:gd name="csY464" fmla="*/ 250239 h 304800"/>
                <a:gd name="csX465" fmla="*/ 650053 w 714375"/>
                <a:gd name="csY465" fmla="*/ 253059 h 304800"/>
                <a:gd name="csX466" fmla="*/ 651444 w 714375"/>
                <a:gd name="csY466" fmla="*/ 255821 h 304800"/>
                <a:gd name="csX467" fmla="*/ 652834 w 714375"/>
                <a:gd name="csY467" fmla="*/ 258517 h 304800"/>
                <a:gd name="csX468" fmla="*/ 654234 w 714375"/>
                <a:gd name="csY468" fmla="*/ 261088 h 304800"/>
                <a:gd name="csX469" fmla="*/ 655625 w 714375"/>
                <a:gd name="csY469" fmla="*/ 263527 h 304800"/>
                <a:gd name="csX470" fmla="*/ 657015 w 714375"/>
                <a:gd name="csY470" fmla="*/ 265908 h 304800"/>
                <a:gd name="csX471" fmla="*/ 658473 w 714375"/>
                <a:gd name="csY471" fmla="*/ 268232 h 304800"/>
                <a:gd name="csX472" fmla="*/ 659863 w 714375"/>
                <a:gd name="csY472" fmla="*/ 270423 h 304800"/>
                <a:gd name="csX473" fmla="*/ 661254 w 714375"/>
                <a:gd name="csY473" fmla="*/ 272557 h 304800"/>
                <a:gd name="csX474" fmla="*/ 662645 w 714375"/>
                <a:gd name="csY474" fmla="*/ 274557 h 304800"/>
                <a:gd name="csX475" fmla="*/ 664035 w 714375"/>
                <a:gd name="csY475" fmla="*/ 276443 h 304800"/>
                <a:gd name="csX476" fmla="*/ 665436 w 714375"/>
                <a:gd name="csY476" fmla="*/ 278319 h 304800"/>
                <a:gd name="csX477" fmla="*/ 666826 w 714375"/>
                <a:gd name="csY477" fmla="*/ 280081 h 304800"/>
                <a:gd name="csX478" fmla="*/ 668217 w 714375"/>
                <a:gd name="csY478" fmla="*/ 281767 h 304800"/>
                <a:gd name="csX479" fmla="*/ 669608 w 714375"/>
                <a:gd name="csY479" fmla="*/ 283339 h 304800"/>
                <a:gd name="csX480" fmla="*/ 670998 w 714375"/>
                <a:gd name="csY480" fmla="*/ 284844 h 304800"/>
                <a:gd name="csX481" fmla="*/ 672398 w 714375"/>
                <a:gd name="csY481" fmla="*/ 286282 h 304800"/>
                <a:gd name="csX482" fmla="*/ 673846 w 714375"/>
                <a:gd name="csY482" fmla="*/ 287663 h 304800"/>
                <a:gd name="csX483" fmla="*/ 675246 w 714375"/>
                <a:gd name="csY483" fmla="*/ 288911 h 304800"/>
                <a:gd name="csX484" fmla="*/ 676637 w 714375"/>
                <a:gd name="csY484" fmla="*/ 290101 h 304800"/>
                <a:gd name="csX485" fmla="*/ 678027 w 714375"/>
                <a:gd name="csY485" fmla="*/ 291292 h 304800"/>
                <a:gd name="csX486" fmla="*/ 679418 w 714375"/>
                <a:gd name="csY486" fmla="*/ 292359 h 304800"/>
                <a:gd name="csX487" fmla="*/ 680809 w 714375"/>
                <a:gd name="csY487" fmla="*/ 293359 h 304800"/>
                <a:gd name="csX488" fmla="*/ 682209 w 714375"/>
                <a:gd name="csY488" fmla="*/ 294302 h 304800"/>
                <a:gd name="csX489" fmla="*/ 683600 w 714375"/>
                <a:gd name="csY489" fmla="*/ 295178 h 304800"/>
                <a:gd name="csX490" fmla="*/ 684990 w 714375"/>
                <a:gd name="csY490" fmla="*/ 296055 h 304800"/>
                <a:gd name="csX491" fmla="*/ 686381 w 714375"/>
                <a:gd name="csY491" fmla="*/ 296807 h 304800"/>
                <a:gd name="csX492" fmla="*/ 687772 w 714375"/>
                <a:gd name="csY492" fmla="*/ 297560 h 304800"/>
                <a:gd name="csX493" fmla="*/ 689229 w 714375"/>
                <a:gd name="csY493" fmla="*/ 298255 h 304800"/>
                <a:gd name="csX494" fmla="*/ 690620 w 714375"/>
                <a:gd name="csY494" fmla="*/ 298883 h 304800"/>
                <a:gd name="csX495" fmla="*/ 692010 w 714375"/>
                <a:gd name="csY495" fmla="*/ 299503 h 304800"/>
                <a:gd name="csX496" fmla="*/ 693411 w 714375"/>
                <a:gd name="csY496" fmla="*/ 300008 h 304800"/>
                <a:gd name="csX497" fmla="*/ 694801 w 714375"/>
                <a:gd name="csY497" fmla="*/ 300512 h 304800"/>
                <a:gd name="csX498" fmla="*/ 696192 w 714375"/>
                <a:gd name="csY498" fmla="*/ 301008 h 304800"/>
                <a:gd name="csX499" fmla="*/ 697583 w 714375"/>
                <a:gd name="csY499" fmla="*/ 301446 h 304800"/>
                <a:gd name="csX500" fmla="*/ 698973 w 714375"/>
                <a:gd name="csY500" fmla="*/ 301884 h 304800"/>
                <a:gd name="csX501" fmla="*/ 700373 w 714375"/>
                <a:gd name="csY501" fmla="*/ 302265 h 304800"/>
                <a:gd name="csX502" fmla="*/ 701764 w 714375"/>
                <a:gd name="csY502" fmla="*/ 302579 h 304800"/>
                <a:gd name="csX503" fmla="*/ 703154 w 714375"/>
                <a:gd name="csY503" fmla="*/ 302894 h 304800"/>
                <a:gd name="csX504" fmla="*/ 704545 w 714375"/>
                <a:gd name="csY504" fmla="*/ 303208 h 304800"/>
                <a:gd name="csX505" fmla="*/ 706002 w 714375"/>
                <a:gd name="csY505" fmla="*/ 303456 h 304800"/>
                <a:gd name="csX506" fmla="*/ 707393 w 714375"/>
                <a:gd name="csY506" fmla="*/ 303703 h 304800"/>
                <a:gd name="csX507" fmla="*/ 708784 w 714375"/>
                <a:gd name="csY507" fmla="*/ 303960 h 304800"/>
                <a:gd name="csX508" fmla="*/ 710184 w 714375"/>
                <a:gd name="csY508" fmla="*/ 304141 h 304800"/>
                <a:gd name="csX509" fmla="*/ 711575 w 714375"/>
                <a:gd name="csY509" fmla="*/ 304332 h 304800"/>
                <a:gd name="csX510" fmla="*/ 712965 w 714375"/>
                <a:gd name="csY510" fmla="*/ 304522 h 304800"/>
                <a:gd name="csX511" fmla="*/ 714356 w 714375"/>
                <a:gd name="csY511" fmla="*/ 304713 h 304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04800">
                  <a:moveTo>
                    <a:pt x="-19" y="304770"/>
                  </a:moveTo>
                  <a:lnTo>
                    <a:pt x="1372" y="304580"/>
                  </a:lnTo>
                  <a:lnTo>
                    <a:pt x="2762" y="304456"/>
                  </a:lnTo>
                  <a:lnTo>
                    <a:pt x="4163" y="304265"/>
                  </a:lnTo>
                  <a:lnTo>
                    <a:pt x="5553" y="304017"/>
                  </a:lnTo>
                  <a:lnTo>
                    <a:pt x="7010" y="303827"/>
                  </a:lnTo>
                  <a:lnTo>
                    <a:pt x="8401" y="303579"/>
                  </a:lnTo>
                  <a:lnTo>
                    <a:pt x="9792" y="303332"/>
                  </a:lnTo>
                  <a:lnTo>
                    <a:pt x="11183" y="303018"/>
                  </a:lnTo>
                  <a:lnTo>
                    <a:pt x="12573" y="302703"/>
                  </a:lnTo>
                  <a:lnTo>
                    <a:pt x="13973" y="302322"/>
                  </a:lnTo>
                  <a:lnTo>
                    <a:pt x="15364" y="301951"/>
                  </a:lnTo>
                  <a:lnTo>
                    <a:pt x="16754" y="301570"/>
                  </a:lnTo>
                  <a:lnTo>
                    <a:pt x="18145" y="301132"/>
                  </a:lnTo>
                  <a:lnTo>
                    <a:pt x="19536" y="300636"/>
                  </a:lnTo>
                  <a:lnTo>
                    <a:pt x="20926" y="300131"/>
                  </a:lnTo>
                  <a:lnTo>
                    <a:pt x="22327" y="299569"/>
                  </a:lnTo>
                  <a:lnTo>
                    <a:pt x="23784" y="298941"/>
                  </a:lnTo>
                  <a:lnTo>
                    <a:pt x="25175" y="298312"/>
                  </a:lnTo>
                  <a:lnTo>
                    <a:pt x="26565" y="297626"/>
                  </a:lnTo>
                  <a:lnTo>
                    <a:pt x="27956" y="296874"/>
                  </a:lnTo>
                  <a:lnTo>
                    <a:pt x="29347" y="296055"/>
                  </a:lnTo>
                  <a:lnTo>
                    <a:pt x="30737" y="295178"/>
                  </a:lnTo>
                  <a:lnTo>
                    <a:pt x="32137" y="294245"/>
                  </a:lnTo>
                  <a:lnTo>
                    <a:pt x="33528" y="293235"/>
                  </a:lnTo>
                  <a:lnTo>
                    <a:pt x="34919" y="292235"/>
                  </a:lnTo>
                  <a:lnTo>
                    <a:pt x="36310" y="291111"/>
                  </a:lnTo>
                  <a:lnTo>
                    <a:pt x="37700" y="289854"/>
                  </a:lnTo>
                  <a:lnTo>
                    <a:pt x="39157" y="288597"/>
                  </a:lnTo>
                  <a:lnTo>
                    <a:pt x="40548" y="287282"/>
                  </a:lnTo>
                  <a:lnTo>
                    <a:pt x="41948" y="285777"/>
                  </a:lnTo>
                  <a:lnTo>
                    <a:pt x="43339" y="284272"/>
                  </a:lnTo>
                  <a:lnTo>
                    <a:pt x="44729" y="282710"/>
                  </a:lnTo>
                  <a:lnTo>
                    <a:pt x="46120" y="280958"/>
                  </a:lnTo>
                  <a:lnTo>
                    <a:pt x="47511" y="279138"/>
                  </a:lnTo>
                  <a:lnTo>
                    <a:pt x="48901" y="277252"/>
                  </a:lnTo>
                  <a:lnTo>
                    <a:pt x="50302" y="275252"/>
                  </a:lnTo>
                  <a:lnTo>
                    <a:pt x="51692" y="273118"/>
                  </a:lnTo>
                  <a:lnTo>
                    <a:pt x="53083" y="270928"/>
                  </a:lnTo>
                  <a:lnTo>
                    <a:pt x="54474" y="268604"/>
                  </a:lnTo>
                  <a:lnTo>
                    <a:pt x="55931" y="266165"/>
                  </a:lnTo>
                  <a:lnTo>
                    <a:pt x="57322" y="263593"/>
                  </a:lnTo>
                  <a:lnTo>
                    <a:pt x="58722" y="260898"/>
                  </a:lnTo>
                  <a:lnTo>
                    <a:pt x="60112" y="258136"/>
                  </a:lnTo>
                  <a:lnTo>
                    <a:pt x="61503" y="255259"/>
                  </a:lnTo>
                  <a:lnTo>
                    <a:pt x="62893" y="252183"/>
                  </a:lnTo>
                  <a:lnTo>
                    <a:pt x="64284" y="249049"/>
                  </a:lnTo>
                  <a:lnTo>
                    <a:pt x="65675" y="245791"/>
                  </a:lnTo>
                  <a:lnTo>
                    <a:pt x="67075" y="242410"/>
                  </a:lnTo>
                  <a:lnTo>
                    <a:pt x="68466" y="238838"/>
                  </a:lnTo>
                  <a:lnTo>
                    <a:pt x="69856" y="235200"/>
                  </a:lnTo>
                  <a:lnTo>
                    <a:pt x="71314" y="231437"/>
                  </a:lnTo>
                  <a:lnTo>
                    <a:pt x="72704" y="227551"/>
                  </a:lnTo>
                  <a:lnTo>
                    <a:pt x="74095" y="223541"/>
                  </a:lnTo>
                  <a:lnTo>
                    <a:pt x="75486" y="219464"/>
                  </a:lnTo>
                  <a:lnTo>
                    <a:pt x="76876" y="215206"/>
                  </a:lnTo>
                  <a:lnTo>
                    <a:pt x="78276" y="210882"/>
                  </a:lnTo>
                  <a:lnTo>
                    <a:pt x="79667" y="206434"/>
                  </a:lnTo>
                  <a:lnTo>
                    <a:pt x="81058" y="201852"/>
                  </a:lnTo>
                  <a:lnTo>
                    <a:pt x="82449" y="197157"/>
                  </a:lnTo>
                  <a:lnTo>
                    <a:pt x="83839" y="192451"/>
                  </a:lnTo>
                  <a:lnTo>
                    <a:pt x="85239" y="187565"/>
                  </a:lnTo>
                  <a:lnTo>
                    <a:pt x="86697" y="182612"/>
                  </a:lnTo>
                  <a:lnTo>
                    <a:pt x="88087" y="177659"/>
                  </a:lnTo>
                  <a:lnTo>
                    <a:pt x="89478" y="172525"/>
                  </a:lnTo>
                  <a:lnTo>
                    <a:pt x="90868" y="167381"/>
                  </a:lnTo>
                  <a:lnTo>
                    <a:pt x="92259" y="162181"/>
                  </a:lnTo>
                  <a:lnTo>
                    <a:pt x="93650" y="156913"/>
                  </a:lnTo>
                  <a:lnTo>
                    <a:pt x="95050" y="151589"/>
                  </a:lnTo>
                  <a:lnTo>
                    <a:pt x="96441" y="146255"/>
                  </a:lnTo>
                  <a:lnTo>
                    <a:pt x="97831" y="140873"/>
                  </a:lnTo>
                  <a:lnTo>
                    <a:pt x="99222" y="135482"/>
                  </a:lnTo>
                  <a:lnTo>
                    <a:pt x="100613" y="130091"/>
                  </a:lnTo>
                  <a:lnTo>
                    <a:pt x="102013" y="124633"/>
                  </a:lnTo>
                  <a:lnTo>
                    <a:pt x="103461" y="119242"/>
                  </a:lnTo>
                  <a:lnTo>
                    <a:pt x="104851" y="113851"/>
                  </a:lnTo>
                  <a:lnTo>
                    <a:pt x="106251" y="108469"/>
                  </a:lnTo>
                  <a:lnTo>
                    <a:pt x="107642" y="103135"/>
                  </a:lnTo>
                  <a:lnTo>
                    <a:pt x="109032" y="97877"/>
                  </a:lnTo>
                  <a:lnTo>
                    <a:pt x="110423" y="92667"/>
                  </a:lnTo>
                  <a:lnTo>
                    <a:pt x="111814" y="87467"/>
                  </a:lnTo>
                  <a:lnTo>
                    <a:pt x="113214" y="82390"/>
                  </a:lnTo>
                  <a:lnTo>
                    <a:pt x="114605" y="77380"/>
                  </a:lnTo>
                  <a:lnTo>
                    <a:pt x="115995" y="72484"/>
                  </a:lnTo>
                  <a:lnTo>
                    <a:pt x="117386" y="67664"/>
                  </a:lnTo>
                  <a:lnTo>
                    <a:pt x="118844" y="62959"/>
                  </a:lnTo>
                  <a:lnTo>
                    <a:pt x="120234" y="58387"/>
                  </a:lnTo>
                  <a:lnTo>
                    <a:pt x="121625" y="53939"/>
                  </a:lnTo>
                  <a:lnTo>
                    <a:pt x="123025" y="49614"/>
                  </a:lnTo>
                  <a:lnTo>
                    <a:pt x="124416" y="45471"/>
                  </a:lnTo>
                  <a:lnTo>
                    <a:pt x="125806" y="41461"/>
                  </a:lnTo>
                  <a:lnTo>
                    <a:pt x="127197" y="37575"/>
                  </a:lnTo>
                  <a:lnTo>
                    <a:pt x="128588" y="33879"/>
                  </a:lnTo>
                  <a:lnTo>
                    <a:pt x="129988" y="30374"/>
                  </a:lnTo>
                  <a:lnTo>
                    <a:pt x="131378" y="27049"/>
                  </a:lnTo>
                  <a:lnTo>
                    <a:pt x="132769" y="23849"/>
                  </a:lnTo>
                  <a:lnTo>
                    <a:pt x="134226" y="20906"/>
                  </a:lnTo>
                  <a:lnTo>
                    <a:pt x="135617" y="18087"/>
                  </a:lnTo>
                  <a:lnTo>
                    <a:pt x="137008" y="15448"/>
                  </a:lnTo>
                  <a:lnTo>
                    <a:pt x="138398" y="13133"/>
                  </a:lnTo>
                  <a:lnTo>
                    <a:pt x="139789" y="10943"/>
                  </a:lnTo>
                  <a:lnTo>
                    <a:pt x="141189" y="8866"/>
                  </a:lnTo>
                  <a:lnTo>
                    <a:pt x="142580" y="7114"/>
                  </a:lnTo>
                  <a:lnTo>
                    <a:pt x="143970" y="5552"/>
                  </a:lnTo>
                  <a:lnTo>
                    <a:pt x="145361" y="4104"/>
                  </a:lnTo>
                  <a:lnTo>
                    <a:pt x="146752" y="2980"/>
                  </a:lnTo>
                  <a:lnTo>
                    <a:pt x="148152" y="1980"/>
                  </a:lnTo>
                  <a:lnTo>
                    <a:pt x="149543" y="1161"/>
                  </a:lnTo>
                  <a:lnTo>
                    <a:pt x="151000" y="599"/>
                  </a:lnTo>
                  <a:lnTo>
                    <a:pt x="152390" y="218"/>
                  </a:lnTo>
                  <a:lnTo>
                    <a:pt x="153781" y="-30"/>
                  </a:lnTo>
                  <a:lnTo>
                    <a:pt x="155172" y="-30"/>
                  </a:lnTo>
                  <a:lnTo>
                    <a:pt x="156563" y="160"/>
                  </a:lnTo>
                  <a:lnTo>
                    <a:pt x="157963" y="532"/>
                  </a:lnTo>
                  <a:lnTo>
                    <a:pt x="159353" y="1037"/>
                  </a:lnTo>
                  <a:lnTo>
                    <a:pt x="160744" y="1723"/>
                  </a:lnTo>
                  <a:lnTo>
                    <a:pt x="162134" y="2599"/>
                  </a:lnTo>
                  <a:lnTo>
                    <a:pt x="163525" y="3608"/>
                  </a:lnTo>
                  <a:lnTo>
                    <a:pt x="164916" y="4799"/>
                  </a:lnTo>
                  <a:lnTo>
                    <a:pt x="166373" y="6114"/>
                  </a:lnTo>
                  <a:lnTo>
                    <a:pt x="167764" y="7495"/>
                  </a:lnTo>
                  <a:lnTo>
                    <a:pt x="169164" y="9124"/>
                  </a:lnTo>
                  <a:lnTo>
                    <a:pt x="170555" y="10809"/>
                  </a:lnTo>
                  <a:lnTo>
                    <a:pt x="171946" y="12629"/>
                  </a:lnTo>
                  <a:lnTo>
                    <a:pt x="173336" y="14572"/>
                  </a:lnTo>
                  <a:lnTo>
                    <a:pt x="174727" y="16639"/>
                  </a:lnTo>
                  <a:lnTo>
                    <a:pt x="176127" y="18772"/>
                  </a:lnTo>
                  <a:lnTo>
                    <a:pt x="177517" y="20963"/>
                  </a:lnTo>
                  <a:lnTo>
                    <a:pt x="178908" y="23287"/>
                  </a:lnTo>
                  <a:lnTo>
                    <a:pt x="180299" y="25668"/>
                  </a:lnTo>
                  <a:lnTo>
                    <a:pt x="181756" y="28116"/>
                  </a:lnTo>
                  <a:lnTo>
                    <a:pt x="183147" y="30679"/>
                  </a:lnTo>
                  <a:lnTo>
                    <a:pt x="184537" y="33193"/>
                  </a:lnTo>
                  <a:lnTo>
                    <a:pt x="185938" y="35822"/>
                  </a:lnTo>
                  <a:lnTo>
                    <a:pt x="187328" y="38451"/>
                  </a:lnTo>
                  <a:lnTo>
                    <a:pt x="188719" y="41147"/>
                  </a:lnTo>
                  <a:lnTo>
                    <a:pt x="190110" y="43842"/>
                  </a:lnTo>
                  <a:lnTo>
                    <a:pt x="191500" y="46604"/>
                  </a:lnTo>
                  <a:lnTo>
                    <a:pt x="192891" y="49357"/>
                  </a:lnTo>
                  <a:lnTo>
                    <a:pt x="194291" y="52119"/>
                  </a:lnTo>
                  <a:lnTo>
                    <a:pt x="195682" y="54872"/>
                  </a:lnTo>
                  <a:lnTo>
                    <a:pt x="197072" y="57634"/>
                  </a:lnTo>
                  <a:lnTo>
                    <a:pt x="198529" y="60397"/>
                  </a:lnTo>
                  <a:lnTo>
                    <a:pt x="199921" y="63149"/>
                  </a:lnTo>
                  <a:lnTo>
                    <a:pt x="201311" y="65912"/>
                  </a:lnTo>
                  <a:lnTo>
                    <a:pt x="202702" y="68664"/>
                  </a:lnTo>
                  <a:lnTo>
                    <a:pt x="204102" y="71360"/>
                  </a:lnTo>
                  <a:lnTo>
                    <a:pt x="205492" y="73989"/>
                  </a:lnTo>
                  <a:lnTo>
                    <a:pt x="206883" y="76684"/>
                  </a:lnTo>
                  <a:lnTo>
                    <a:pt x="208274" y="79323"/>
                  </a:lnTo>
                  <a:lnTo>
                    <a:pt x="209664" y="81895"/>
                  </a:lnTo>
                  <a:lnTo>
                    <a:pt x="211055" y="84457"/>
                  </a:lnTo>
                  <a:lnTo>
                    <a:pt x="212455" y="86962"/>
                  </a:lnTo>
                  <a:lnTo>
                    <a:pt x="213913" y="89410"/>
                  </a:lnTo>
                  <a:lnTo>
                    <a:pt x="215303" y="91858"/>
                  </a:lnTo>
                  <a:lnTo>
                    <a:pt x="216694" y="94296"/>
                  </a:lnTo>
                  <a:lnTo>
                    <a:pt x="218085" y="96620"/>
                  </a:lnTo>
                  <a:lnTo>
                    <a:pt x="219475" y="98935"/>
                  </a:lnTo>
                  <a:lnTo>
                    <a:pt x="220866" y="101192"/>
                  </a:lnTo>
                  <a:lnTo>
                    <a:pt x="222266" y="103392"/>
                  </a:lnTo>
                  <a:lnTo>
                    <a:pt x="223656" y="105583"/>
                  </a:lnTo>
                  <a:lnTo>
                    <a:pt x="225048" y="107717"/>
                  </a:lnTo>
                  <a:lnTo>
                    <a:pt x="226438" y="109784"/>
                  </a:lnTo>
                  <a:lnTo>
                    <a:pt x="227829" y="111851"/>
                  </a:lnTo>
                  <a:lnTo>
                    <a:pt x="229286" y="113851"/>
                  </a:lnTo>
                  <a:lnTo>
                    <a:pt x="230676" y="115804"/>
                  </a:lnTo>
                  <a:lnTo>
                    <a:pt x="232077" y="117680"/>
                  </a:lnTo>
                  <a:lnTo>
                    <a:pt x="233467" y="119556"/>
                  </a:lnTo>
                  <a:lnTo>
                    <a:pt x="234858" y="121318"/>
                  </a:lnTo>
                  <a:lnTo>
                    <a:pt x="236249" y="123128"/>
                  </a:lnTo>
                  <a:lnTo>
                    <a:pt x="237639" y="124824"/>
                  </a:lnTo>
                  <a:lnTo>
                    <a:pt x="239030" y="126519"/>
                  </a:lnTo>
                  <a:lnTo>
                    <a:pt x="240430" y="128148"/>
                  </a:lnTo>
                  <a:lnTo>
                    <a:pt x="241821" y="129777"/>
                  </a:lnTo>
                  <a:lnTo>
                    <a:pt x="243212" y="131339"/>
                  </a:lnTo>
                  <a:lnTo>
                    <a:pt x="244602" y="132844"/>
                  </a:lnTo>
                  <a:lnTo>
                    <a:pt x="246060" y="134349"/>
                  </a:lnTo>
                  <a:lnTo>
                    <a:pt x="247450" y="135854"/>
                  </a:lnTo>
                  <a:lnTo>
                    <a:pt x="248850" y="137235"/>
                  </a:lnTo>
                  <a:lnTo>
                    <a:pt x="250241" y="138673"/>
                  </a:lnTo>
                  <a:lnTo>
                    <a:pt x="251631" y="139988"/>
                  </a:lnTo>
                  <a:lnTo>
                    <a:pt x="253022" y="141369"/>
                  </a:lnTo>
                  <a:lnTo>
                    <a:pt x="254413" y="142626"/>
                  </a:lnTo>
                  <a:lnTo>
                    <a:pt x="255803" y="143940"/>
                  </a:lnTo>
                  <a:lnTo>
                    <a:pt x="257204" y="145198"/>
                  </a:lnTo>
                  <a:lnTo>
                    <a:pt x="258594" y="146388"/>
                  </a:lnTo>
                  <a:lnTo>
                    <a:pt x="259985" y="147579"/>
                  </a:lnTo>
                  <a:lnTo>
                    <a:pt x="261442" y="148770"/>
                  </a:lnTo>
                  <a:lnTo>
                    <a:pt x="262833" y="149893"/>
                  </a:lnTo>
                  <a:lnTo>
                    <a:pt x="264224" y="151027"/>
                  </a:lnTo>
                  <a:lnTo>
                    <a:pt x="265614" y="152151"/>
                  </a:lnTo>
                  <a:lnTo>
                    <a:pt x="267005" y="153218"/>
                  </a:lnTo>
                  <a:lnTo>
                    <a:pt x="268405" y="154284"/>
                  </a:lnTo>
                  <a:lnTo>
                    <a:pt x="269796" y="155285"/>
                  </a:lnTo>
                  <a:lnTo>
                    <a:pt x="271187" y="156285"/>
                  </a:lnTo>
                  <a:lnTo>
                    <a:pt x="272577" y="157294"/>
                  </a:lnTo>
                  <a:lnTo>
                    <a:pt x="273968" y="158295"/>
                  </a:lnTo>
                  <a:lnTo>
                    <a:pt x="275368" y="159295"/>
                  </a:lnTo>
                  <a:lnTo>
                    <a:pt x="276825" y="160238"/>
                  </a:lnTo>
                  <a:lnTo>
                    <a:pt x="278216" y="161181"/>
                  </a:lnTo>
                  <a:lnTo>
                    <a:pt x="279606" y="162057"/>
                  </a:lnTo>
                  <a:lnTo>
                    <a:pt x="280997" y="162990"/>
                  </a:lnTo>
                  <a:lnTo>
                    <a:pt x="282388" y="163876"/>
                  </a:lnTo>
                  <a:lnTo>
                    <a:pt x="283778" y="164752"/>
                  </a:lnTo>
                  <a:lnTo>
                    <a:pt x="285179" y="165562"/>
                  </a:lnTo>
                  <a:lnTo>
                    <a:pt x="286569" y="166438"/>
                  </a:lnTo>
                  <a:lnTo>
                    <a:pt x="287960" y="167257"/>
                  </a:lnTo>
                  <a:lnTo>
                    <a:pt x="289351" y="168067"/>
                  </a:lnTo>
                  <a:lnTo>
                    <a:pt x="290741" y="168820"/>
                  </a:lnTo>
                  <a:lnTo>
                    <a:pt x="292141" y="169639"/>
                  </a:lnTo>
                  <a:lnTo>
                    <a:pt x="293589" y="170391"/>
                  </a:lnTo>
                  <a:lnTo>
                    <a:pt x="294980" y="171144"/>
                  </a:lnTo>
                  <a:lnTo>
                    <a:pt x="296380" y="171896"/>
                  </a:lnTo>
                  <a:lnTo>
                    <a:pt x="297770" y="172649"/>
                  </a:lnTo>
                  <a:lnTo>
                    <a:pt x="299161" y="173334"/>
                  </a:lnTo>
                  <a:lnTo>
                    <a:pt x="300552" y="174087"/>
                  </a:lnTo>
                  <a:lnTo>
                    <a:pt x="301943" y="174782"/>
                  </a:lnTo>
                  <a:lnTo>
                    <a:pt x="303343" y="175401"/>
                  </a:lnTo>
                  <a:lnTo>
                    <a:pt x="304733" y="176097"/>
                  </a:lnTo>
                  <a:lnTo>
                    <a:pt x="306124" y="176725"/>
                  </a:lnTo>
                  <a:lnTo>
                    <a:pt x="307515" y="177411"/>
                  </a:lnTo>
                  <a:lnTo>
                    <a:pt x="308972" y="178040"/>
                  </a:lnTo>
                  <a:lnTo>
                    <a:pt x="310363" y="178668"/>
                  </a:lnTo>
                  <a:lnTo>
                    <a:pt x="311753" y="179231"/>
                  </a:lnTo>
                  <a:lnTo>
                    <a:pt x="313154" y="179859"/>
                  </a:lnTo>
                  <a:lnTo>
                    <a:pt x="314544" y="180421"/>
                  </a:lnTo>
                  <a:lnTo>
                    <a:pt x="315935" y="180983"/>
                  </a:lnTo>
                  <a:lnTo>
                    <a:pt x="317326" y="181545"/>
                  </a:lnTo>
                  <a:lnTo>
                    <a:pt x="318716" y="182107"/>
                  </a:lnTo>
                  <a:lnTo>
                    <a:pt x="320116" y="182612"/>
                  </a:lnTo>
                  <a:lnTo>
                    <a:pt x="321507" y="183174"/>
                  </a:lnTo>
                  <a:lnTo>
                    <a:pt x="322897" y="183679"/>
                  </a:lnTo>
                  <a:lnTo>
                    <a:pt x="324355" y="184183"/>
                  </a:lnTo>
                  <a:lnTo>
                    <a:pt x="325745" y="184679"/>
                  </a:lnTo>
                  <a:lnTo>
                    <a:pt x="327136" y="185184"/>
                  </a:lnTo>
                  <a:lnTo>
                    <a:pt x="328527" y="185622"/>
                  </a:lnTo>
                  <a:lnTo>
                    <a:pt x="329917" y="186127"/>
                  </a:lnTo>
                  <a:lnTo>
                    <a:pt x="331318" y="186565"/>
                  </a:lnTo>
                  <a:lnTo>
                    <a:pt x="332708" y="187003"/>
                  </a:lnTo>
                  <a:lnTo>
                    <a:pt x="334099" y="187498"/>
                  </a:lnTo>
                  <a:lnTo>
                    <a:pt x="335490" y="187936"/>
                  </a:lnTo>
                  <a:lnTo>
                    <a:pt x="336880" y="188317"/>
                  </a:lnTo>
                  <a:lnTo>
                    <a:pt x="338281" y="188756"/>
                  </a:lnTo>
                  <a:lnTo>
                    <a:pt x="339671" y="189194"/>
                  </a:lnTo>
                  <a:lnTo>
                    <a:pt x="341128" y="189565"/>
                  </a:lnTo>
                  <a:lnTo>
                    <a:pt x="342519" y="189946"/>
                  </a:lnTo>
                  <a:lnTo>
                    <a:pt x="343909" y="190384"/>
                  </a:lnTo>
                  <a:lnTo>
                    <a:pt x="345301" y="190765"/>
                  </a:lnTo>
                  <a:lnTo>
                    <a:pt x="346691" y="191137"/>
                  </a:lnTo>
                  <a:lnTo>
                    <a:pt x="348091" y="191518"/>
                  </a:lnTo>
                  <a:lnTo>
                    <a:pt x="349482" y="191889"/>
                  </a:lnTo>
                  <a:lnTo>
                    <a:pt x="350872" y="192261"/>
                  </a:lnTo>
                  <a:lnTo>
                    <a:pt x="352263" y="192642"/>
                  </a:lnTo>
                  <a:lnTo>
                    <a:pt x="353654" y="192956"/>
                  </a:lnTo>
                  <a:lnTo>
                    <a:pt x="355044" y="193327"/>
                  </a:lnTo>
                  <a:lnTo>
                    <a:pt x="356502" y="193708"/>
                  </a:lnTo>
                  <a:lnTo>
                    <a:pt x="357892" y="194023"/>
                  </a:lnTo>
                  <a:lnTo>
                    <a:pt x="359293" y="194394"/>
                  </a:lnTo>
                  <a:lnTo>
                    <a:pt x="360683" y="194709"/>
                  </a:lnTo>
                  <a:lnTo>
                    <a:pt x="362074" y="195089"/>
                  </a:lnTo>
                  <a:lnTo>
                    <a:pt x="363465" y="195394"/>
                  </a:lnTo>
                  <a:lnTo>
                    <a:pt x="364855" y="195709"/>
                  </a:lnTo>
                  <a:lnTo>
                    <a:pt x="366255" y="196090"/>
                  </a:lnTo>
                  <a:lnTo>
                    <a:pt x="367646" y="196404"/>
                  </a:lnTo>
                  <a:lnTo>
                    <a:pt x="369036" y="196718"/>
                  </a:lnTo>
                  <a:lnTo>
                    <a:pt x="370428" y="197090"/>
                  </a:lnTo>
                  <a:lnTo>
                    <a:pt x="371818" y="197404"/>
                  </a:lnTo>
                  <a:lnTo>
                    <a:pt x="373275" y="197718"/>
                  </a:lnTo>
                  <a:lnTo>
                    <a:pt x="374666" y="198033"/>
                  </a:lnTo>
                  <a:lnTo>
                    <a:pt x="376066" y="198347"/>
                  </a:lnTo>
                  <a:lnTo>
                    <a:pt x="377457" y="198661"/>
                  </a:lnTo>
                  <a:lnTo>
                    <a:pt x="378847" y="198976"/>
                  </a:lnTo>
                  <a:lnTo>
                    <a:pt x="380238" y="199281"/>
                  </a:lnTo>
                  <a:lnTo>
                    <a:pt x="381629" y="199595"/>
                  </a:lnTo>
                  <a:lnTo>
                    <a:pt x="383019" y="199909"/>
                  </a:lnTo>
                  <a:lnTo>
                    <a:pt x="384420" y="200223"/>
                  </a:lnTo>
                  <a:lnTo>
                    <a:pt x="385810" y="200538"/>
                  </a:lnTo>
                  <a:lnTo>
                    <a:pt x="387201" y="200852"/>
                  </a:lnTo>
                  <a:lnTo>
                    <a:pt x="388658" y="201100"/>
                  </a:lnTo>
                  <a:lnTo>
                    <a:pt x="390049" y="201414"/>
                  </a:lnTo>
                  <a:lnTo>
                    <a:pt x="391440" y="201729"/>
                  </a:lnTo>
                  <a:lnTo>
                    <a:pt x="392830" y="201976"/>
                  </a:lnTo>
                  <a:lnTo>
                    <a:pt x="394230" y="202291"/>
                  </a:lnTo>
                  <a:lnTo>
                    <a:pt x="395621" y="202548"/>
                  </a:lnTo>
                  <a:lnTo>
                    <a:pt x="397011" y="202862"/>
                  </a:lnTo>
                  <a:lnTo>
                    <a:pt x="398402" y="203110"/>
                  </a:lnTo>
                  <a:lnTo>
                    <a:pt x="399793" y="203357"/>
                  </a:lnTo>
                  <a:lnTo>
                    <a:pt x="401193" y="203615"/>
                  </a:lnTo>
                  <a:lnTo>
                    <a:pt x="402584" y="203862"/>
                  </a:lnTo>
                  <a:lnTo>
                    <a:pt x="404041" y="204110"/>
                  </a:lnTo>
                  <a:lnTo>
                    <a:pt x="405432" y="204358"/>
                  </a:lnTo>
                  <a:lnTo>
                    <a:pt x="406822" y="204614"/>
                  </a:lnTo>
                  <a:lnTo>
                    <a:pt x="408213" y="204796"/>
                  </a:lnTo>
                  <a:lnTo>
                    <a:pt x="409604" y="205053"/>
                  </a:lnTo>
                  <a:lnTo>
                    <a:pt x="410994" y="205243"/>
                  </a:lnTo>
                  <a:lnTo>
                    <a:pt x="412394" y="205424"/>
                  </a:lnTo>
                  <a:lnTo>
                    <a:pt x="413785" y="205681"/>
                  </a:lnTo>
                  <a:lnTo>
                    <a:pt x="415176" y="205805"/>
                  </a:lnTo>
                  <a:lnTo>
                    <a:pt x="416567" y="205996"/>
                  </a:lnTo>
                  <a:lnTo>
                    <a:pt x="417957" y="206177"/>
                  </a:lnTo>
                  <a:lnTo>
                    <a:pt x="419357" y="206300"/>
                  </a:lnTo>
                  <a:lnTo>
                    <a:pt x="420805" y="206434"/>
                  </a:lnTo>
                  <a:lnTo>
                    <a:pt x="422205" y="206615"/>
                  </a:lnTo>
                  <a:lnTo>
                    <a:pt x="423596" y="206682"/>
                  </a:lnTo>
                  <a:lnTo>
                    <a:pt x="424986" y="206805"/>
                  </a:lnTo>
                  <a:lnTo>
                    <a:pt x="426377" y="206929"/>
                  </a:lnTo>
                  <a:lnTo>
                    <a:pt x="427768" y="206996"/>
                  </a:lnTo>
                  <a:lnTo>
                    <a:pt x="429158" y="207053"/>
                  </a:lnTo>
                  <a:lnTo>
                    <a:pt x="430559" y="207120"/>
                  </a:lnTo>
                  <a:lnTo>
                    <a:pt x="431949" y="207120"/>
                  </a:lnTo>
                  <a:lnTo>
                    <a:pt x="433340" y="207186"/>
                  </a:lnTo>
                  <a:lnTo>
                    <a:pt x="434731" y="207186"/>
                  </a:lnTo>
                  <a:lnTo>
                    <a:pt x="436188" y="207186"/>
                  </a:lnTo>
                  <a:lnTo>
                    <a:pt x="437579" y="207120"/>
                  </a:lnTo>
                  <a:lnTo>
                    <a:pt x="438979" y="207120"/>
                  </a:lnTo>
                  <a:lnTo>
                    <a:pt x="440369" y="207053"/>
                  </a:lnTo>
                  <a:lnTo>
                    <a:pt x="441760" y="206996"/>
                  </a:lnTo>
                  <a:lnTo>
                    <a:pt x="443150" y="206872"/>
                  </a:lnTo>
                  <a:lnTo>
                    <a:pt x="444541" y="206739"/>
                  </a:lnTo>
                  <a:lnTo>
                    <a:pt x="445932" y="206615"/>
                  </a:lnTo>
                  <a:lnTo>
                    <a:pt x="447332" y="206491"/>
                  </a:lnTo>
                  <a:lnTo>
                    <a:pt x="448723" y="206300"/>
                  </a:lnTo>
                  <a:lnTo>
                    <a:pt x="450113" y="206120"/>
                  </a:lnTo>
                  <a:lnTo>
                    <a:pt x="451571" y="205929"/>
                  </a:lnTo>
                  <a:lnTo>
                    <a:pt x="452962" y="205681"/>
                  </a:lnTo>
                  <a:lnTo>
                    <a:pt x="454352" y="205491"/>
                  </a:lnTo>
                  <a:lnTo>
                    <a:pt x="455743" y="205177"/>
                  </a:lnTo>
                  <a:lnTo>
                    <a:pt x="457143" y="204929"/>
                  </a:lnTo>
                  <a:lnTo>
                    <a:pt x="458534" y="204614"/>
                  </a:lnTo>
                  <a:lnTo>
                    <a:pt x="459924" y="204234"/>
                  </a:lnTo>
                  <a:lnTo>
                    <a:pt x="461315" y="203862"/>
                  </a:lnTo>
                  <a:lnTo>
                    <a:pt x="462706" y="203481"/>
                  </a:lnTo>
                  <a:lnTo>
                    <a:pt x="464106" y="203110"/>
                  </a:lnTo>
                  <a:lnTo>
                    <a:pt x="465496" y="202672"/>
                  </a:lnTo>
                  <a:lnTo>
                    <a:pt x="466887" y="202167"/>
                  </a:lnTo>
                  <a:lnTo>
                    <a:pt x="468344" y="201662"/>
                  </a:lnTo>
                  <a:lnTo>
                    <a:pt x="469735" y="201166"/>
                  </a:lnTo>
                  <a:lnTo>
                    <a:pt x="471126" y="200605"/>
                  </a:lnTo>
                  <a:lnTo>
                    <a:pt x="472516" y="200033"/>
                  </a:lnTo>
                  <a:lnTo>
                    <a:pt x="473907" y="199471"/>
                  </a:lnTo>
                  <a:lnTo>
                    <a:pt x="475307" y="198785"/>
                  </a:lnTo>
                  <a:lnTo>
                    <a:pt x="476698" y="198157"/>
                  </a:lnTo>
                  <a:lnTo>
                    <a:pt x="478088" y="197471"/>
                  </a:lnTo>
                  <a:lnTo>
                    <a:pt x="479479" y="196718"/>
                  </a:lnTo>
                  <a:lnTo>
                    <a:pt x="480870" y="195966"/>
                  </a:lnTo>
                  <a:lnTo>
                    <a:pt x="482270" y="195147"/>
                  </a:lnTo>
                  <a:lnTo>
                    <a:pt x="483718" y="194270"/>
                  </a:lnTo>
                  <a:lnTo>
                    <a:pt x="485108" y="193394"/>
                  </a:lnTo>
                  <a:lnTo>
                    <a:pt x="486508" y="192518"/>
                  </a:lnTo>
                  <a:lnTo>
                    <a:pt x="487899" y="191518"/>
                  </a:lnTo>
                  <a:lnTo>
                    <a:pt x="489290" y="190575"/>
                  </a:lnTo>
                  <a:lnTo>
                    <a:pt x="490681" y="189508"/>
                  </a:lnTo>
                  <a:lnTo>
                    <a:pt x="492081" y="188441"/>
                  </a:lnTo>
                  <a:lnTo>
                    <a:pt x="493471" y="187317"/>
                  </a:lnTo>
                  <a:lnTo>
                    <a:pt x="494862" y="186184"/>
                  </a:lnTo>
                  <a:lnTo>
                    <a:pt x="496252" y="184936"/>
                  </a:lnTo>
                  <a:lnTo>
                    <a:pt x="497643" y="183679"/>
                  </a:lnTo>
                  <a:lnTo>
                    <a:pt x="499101" y="182421"/>
                  </a:lnTo>
                  <a:lnTo>
                    <a:pt x="500491" y="181050"/>
                  </a:lnTo>
                  <a:lnTo>
                    <a:pt x="501882" y="179669"/>
                  </a:lnTo>
                  <a:lnTo>
                    <a:pt x="503282" y="178221"/>
                  </a:lnTo>
                  <a:lnTo>
                    <a:pt x="504673" y="176725"/>
                  </a:lnTo>
                  <a:lnTo>
                    <a:pt x="506063" y="175220"/>
                  </a:lnTo>
                  <a:lnTo>
                    <a:pt x="507454" y="173649"/>
                  </a:lnTo>
                  <a:lnTo>
                    <a:pt x="508845" y="172020"/>
                  </a:lnTo>
                  <a:lnTo>
                    <a:pt x="510245" y="170391"/>
                  </a:lnTo>
                  <a:lnTo>
                    <a:pt x="511635" y="168639"/>
                  </a:lnTo>
                  <a:lnTo>
                    <a:pt x="513026" y="166877"/>
                  </a:lnTo>
                  <a:lnTo>
                    <a:pt x="514416" y="165067"/>
                  </a:lnTo>
                  <a:lnTo>
                    <a:pt x="515874" y="163248"/>
                  </a:lnTo>
                  <a:lnTo>
                    <a:pt x="517265" y="161362"/>
                  </a:lnTo>
                  <a:lnTo>
                    <a:pt x="518655" y="159418"/>
                  </a:lnTo>
                  <a:lnTo>
                    <a:pt x="520056" y="157476"/>
                  </a:lnTo>
                  <a:lnTo>
                    <a:pt x="521446" y="155475"/>
                  </a:lnTo>
                  <a:lnTo>
                    <a:pt x="522837" y="153408"/>
                  </a:lnTo>
                  <a:lnTo>
                    <a:pt x="524228" y="151341"/>
                  </a:lnTo>
                  <a:lnTo>
                    <a:pt x="525618" y="149265"/>
                  </a:lnTo>
                  <a:lnTo>
                    <a:pt x="527009" y="147141"/>
                  </a:lnTo>
                  <a:lnTo>
                    <a:pt x="528409" y="145007"/>
                  </a:lnTo>
                  <a:lnTo>
                    <a:pt x="529800" y="142817"/>
                  </a:lnTo>
                  <a:lnTo>
                    <a:pt x="531257" y="140616"/>
                  </a:lnTo>
                  <a:lnTo>
                    <a:pt x="532647" y="138426"/>
                  </a:lnTo>
                  <a:lnTo>
                    <a:pt x="534038" y="136235"/>
                  </a:lnTo>
                  <a:lnTo>
                    <a:pt x="535429" y="134034"/>
                  </a:lnTo>
                  <a:lnTo>
                    <a:pt x="536820" y="131844"/>
                  </a:lnTo>
                  <a:lnTo>
                    <a:pt x="538220" y="129653"/>
                  </a:lnTo>
                  <a:lnTo>
                    <a:pt x="539610" y="127519"/>
                  </a:lnTo>
                  <a:lnTo>
                    <a:pt x="541001" y="125329"/>
                  </a:lnTo>
                  <a:lnTo>
                    <a:pt x="542392" y="123195"/>
                  </a:lnTo>
                  <a:lnTo>
                    <a:pt x="543782" y="121128"/>
                  </a:lnTo>
                  <a:lnTo>
                    <a:pt x="545173" y="119061"/>
                  </a:lnTo>
                  <a:lnTo>
                    <a:pt x="546630" y="117051"/>
                  </a:lnTo>
                  <a:lnTo>
                    <a:pt x="548031" y="115108"/>
                  </a:lnTo>
                  <a:lnTo>
                    <a:pt x="549421" y="113165"/>
                  </a:lnTo>
                  <a:lnTo>
                    <a:pt x="550812" y="111289"/>
                  </a:lnTo>
                  <a:lnTo>
                    <a:pt x="552203" y="109527"/>
                  </a:lnTo>
                  <a:lnTo>
                    <a:pt x="553593" y="107841"/>
                  </a:lnTo>
                  <a:lnTo>
                    <a:pt x="554984" y="106212"/>
                  </a:lnTo>
                  <a:lnTo>
                    <a:pt x="556384" y="104707"/>
                  </a:lnTo>
                  <a:lnTo>
                    <a:pt x="557774" y="103259"/>
                  </a:lnTo>
                  <a:lnTo>
                    <a:pt x="559165" y="101888"/>
                  </a:lnTo>
                  <a:lnTo>
                    <a:pt x="560556" y="100697"/>
                  </a:lnTo>
                  <a:lnTo>
                    <a:pt x="561947" y="99563"/>
                  </a:lnTo>
                  <a:lnTo>
                    <a:pt x="563404" y="98563"/>
                  </a:lnTo>
                  <a:lnTo>
                    <a:pt x="564794" y="97687"/>
                  </a:lnTo>
                  <a:lnTo>
                    <a:pt x="566195" y="96934"/>
                  </a:lnTo>
                  <a:lnTo>
                    <a:pt x="567585" y="96373"/>
                  </a:lnTo>
                  <a:lnTo>
                    <a:pt x="568976" y="95868"/>
                  </a:lnTo>
                  <a:lnTo>
                    <a:pt x="570367" y="95553"/>
                  </a:lnTo>
                  <a:lnTo>
                    <a:pt x="571757" y="95363"/>
                  </a:lnTo>
                  <a:lnTo>
                    <a:pt x="573148" y="95306"/>
                  </a:lnTo>
                  <a:lnTo>
                    <a:pt x="574548" y="95487"/>
                  </a:lnTo>
                  <a:lnTo>
                    <a:pt x="575939" y="95801"/>
                  </a:lnTo>
                  <a:lnTo>
                    <a:pt x="577330" y="96182"/>
                  </a:lnTo>
                  <a:lnTo>
                    <a:pt x="578787" y="96811"/>
                  </a:lnTo>
                  <a:lnTo>
                    <a:pt x="580178" y="97620"/>
                  </a:lnTo>
                  <a:lnTo>
                    <a:pt x="581568" y="98497"/>
                  </a:lnTo>
                  <a:lnTo>
                    <a:pt x="582968" y="99630"/>
                  </a:lnTo>
                  <a:lnTo>
                    <a:pt x="584359" y="100878"/>
                  </a:lnTo>
                  <a:lnTo>
                    <a:pt x="585749" y="102326"/>
                  </a:lnTo>
                  <a:lnTo>
                    <a:pt x="587140" y="103888"/>
                  </a:lnTo>
                  <a:lnTo>
                    <a:pt x="588531" y="105640"/>
                  </a:lnTo>
                  <a:lnTo>
                    <a:pt x="589921" y="107526"/>
                  </a:lnTo>
                  <a:lnTo>
                    <a:pt x="591322" y="109593"/>
                  </a:lnTo>
                  <a:lnTo>
                    <a:pt x="592712" y="111784"/>
                  </a:lnTo>
                  <a:lnTo>
                    <a:pt x="594170" y="114165"/>
                  </a:lnTo>
                  <a:lnTo>
                    <a:pt x="595560" y="116613"/>
                  </a:lnTo>
                  <a:lnTo>
                    <a:pt x="596951" y="119309"/>
                  </a:lnTo>
                  <a:lnTo>
                    <a:pt x="598342" y="122004"/>
                  </a:lnTo>
                  <a:lnTo>
                    <a:pt x="599732" y="124890"/>
                  </a:lnTo>
                  <a:lnTo>
                    <a:pt x="601123" y="127958"/>
                  </a:lnTo>
                  <a:lnTo>
                    <a:pt x="602523" y="131025"/>
                  </a:lnTo>
                  <a:lnTo>
                    <a:pt x="603914" y="134291"/>
                  </a:lnTo>
                  <a:lnTo>
                    <a:pt x="605305" y="137606"/>
                  </a:lnTo>
                  <a:lnTo>
                    <a:pt x="606695" y="141054"/>
                  </a:lnTo>
                  <a:lnTo>
                    <a:pt x="608086" y="144502"/>
                  </a:lnTo>
                  <a:lnTo>
                    <a:pt x="609486" y="148141"/>
                  </a:lnTo>
                  <a:lnTo>
                    <a:pt x="610934" y="151779"/>
                  </a:lnTo>
                  <a:lnTo>
                    <a:pt x="612334" y="155532"/>
                  </a:lnTo>
                  <a:lnTo>
                    <a:pt x="613724" y="159295"/>
                  </a:lnTo>
                  <a:lnTo>
                    <a:pt x="615115" y="163124"/>
                  </a:lnTo>
                  <a:lnTo>
                    <a:pt x="616506" y="166943"/>
                  </a:lnTo>
                  <a:lnTo>
                    <a:pt x="617896" y="170896"/>
                  </a:lnTo>
                  <a:lnTo>
                    <a:pt x="619297" y="174782"/>
                  </a:lnTo>
                  <a:lnTo>
                    <a:pt x="620687" y="178726"/>
                  </a:lnTo>
                  <a:lnTo>
                    <a:pt x="622078" y="182679"/>
                  </a:lnTo>
                  <a:lnTo>
                    <a:pt x="623469" y="186565"/>
                  </a:lnTo>
                  <a:lnTo>
                    <a:pt x="624859" y="190508"/>
                  </a:lnTo>
                  <a:lnTo>
                    <a:pt x="626317" y="194461"/>
                  </a:lnTo>
                  <a:lnTo>
                    <a:pt x="627707" y="198347"/>
                  </a:lnTo>
                  <a:lnTo>
                    <a:pt x="629098" y="202167"/>
                  </a:lnTo>
                  <a:lnTo>
                    <a:pt x="630498" y="205996"/>
                  </a:lnTo>
                  <a:lnTo>
                    <a:pt x="631888" y="209815"/>
                  </a:lnTo>
                  <a:lnTo>
                    <a:pt x="633279" y="213511"/>
                  </a:lnTo>
                  <a:lnTo>
                    <a:pt x="634670" y="217207"/>
                  </a:lnTo>
                  <a:lnTo>
                    <a:pt x="636061" y="220845"/>
                  </a:lnTo>
                  <a:lnTo>
                    <a:pt x="637461" y="224417"/>
                  </a:lnTo>
                  <a:lnTo>
                    <a:pt x="638851" y="227932"/>
                  </a:lnTo>
                  <a:lnTo>
                    <a:pt x="640242" y="231313"/>
                  </a:lnTo>
                  <a:lnTo>
                    <a:pt x="641699" y="234695"/>
                  </a:lnTo>
                  <a:lnTo>
                    <a:pt x="643090" y="237962"/>
                  </a:lnTo>
                  <a:lnTo>
                    <a:pt x="644481" y="241153"/>
                  </a:lnTo>
                  <a:lnTo>
                    <a:pt x="645871" y="244286"/>
                  </a:lnTo>
                  <a:lnTo>
                    <a:pt x="647271" y="247296"/>
                  </a:lnTo>
                  <a:lnTo>
                    <a:pt x="648662" y="250239"/>
                  </a:lnTo>
                  <a:lnTo>
                    <a:pt x="650053" y="253059"/>
                  </a:lnTo>
                  <a:lnTo>
                    <a:pt x="651444" y="255821"/>
                  </a:lnTo>
                  <a:lnTo>
                    <a:pt x="652834" y="258517"/>
                  </a:lnTo>
                  <a:lnTo>
                    <a:pt x="654234" y="261088"/>
                  </a:lnTo>
                  <a:lnTo>
                    <a:pt x="655625" y="263527"/>
                  </a:lnTo>
                  <a:lnTo>
                    <a:pt x="657015" y="265908"/>
                  </a:lnTo>
                  <a:lnTo>
                    <a:pt x="658473" y="268232"/>
                  </a:lnTo>
                  <a:lnTo>
                    <a:pt x="659863" y="270423"/>
                  </a:lnTo>
                  <a:lnTo>
                    <a:pt x="661254" y="272557"/>
                  </a:lnTo>
                  <a:lnTo>
                    <a:pt x="662645" y="274557"/>
                  </a:lnTo>
                  <a:lnTo>
                    <a:pt x="664035" y="276443"/>
                  </a:lnTo>
                  <a:lnTo>
                    <a:pt x="665436" y="278319"/>
                  </a:lnTo>
                  <a:lnTo>
                    <a:pt x="666826" y="280081"/>
                  </a:lnTo>
                  <a:lnTo>
                    <a:pt x="668217" y="281767"/>
                  </a:lnTo>
                  <a:lnTo>
                    <a:pt x="669608" y="283339"/>
                  </a:lnTo>
                  <a:lnTo>
                    <a:pt x="670998" y="284844"/>
                  </a:lnTo>
                  <a:lnTo>
                    <a:pt x="672398" y="286282"/>
                  </a:lnTo>
                  <a:lnTo>
                    <a:pt x="673846" y="287663"/>
                  </a:lnTo>
                  <a:lnTo>
                    <a:pt x="675246" y="288911"/>
                  </a:lnTo>
                  <a:lnTo>
                    <a:pt x="676637" y="290101"/>
                  </a:lnTo>
                  <a:lnTo>
                    <a:pt x="678027" y="291292"/>
                  </a:lnTo>
                  <a:lnTo>
                    <a:pt x="679418" y="292359"/>
                  </a:lnTo>
                  <a:lnTo>
                    <a:pt x="680809" y="293359"/>
                  </a:lnTo>
                  <a:lnTo>
                    <a:pt x="682209" y="294302"/>
                  </a:lnTo>
                  <a:lnTo>
                    <a:pt x="683600" y="295178"/>
                  </a:lnTo>
                  <a:lnTo>
                    <a:pt x="684990" y="296055"/>
                  </a:lnTo>
                  <a:lnTo>
                    <a:pt x="686381" y="296807"/>
                  </a:lnTo>
                  <a:lnTo>
                    <a:pt x="687772" y="297560"/>
                  </a:lnTo>
                  <a:lnTo>
                    <a:pt x="689229" y="298255"/>
                  </a:lnTo>
                  <a:lnTo>
                    <a:pt x="690620" y="298883"/>
                  </a:lnTo>
                  <a:lnTo>
                    <a:pt x="692010" y="299503"/>
                  </a:lnTo>
                  <a:lnTo>
                    <a:pt x="693411" y="300008"/>
                  </a:lnTo>
                  <a:lnTo>
                    <a:pt x="694801" y="300512"/>
                  </a:lnTo>
                  <a:lnTo>
                    <a:pt x="696192" y="301008"/>
                  </a:lnTo>
                  <a:lnTo>
                    <a:pt x="697583" y="301446"/>
                  </a:lnTo>
                  <a:lnTo>
                    <a:pt x="698973" y="301884"/>
                  </a:lnTo>
                  <a:lnTo>
                    <a:pt x="700373" y="302265"/>
                  </a:lnTo>
                  <a:lnTo>
                    <a:pt x="701764" y="302579"/>
                  </a:lnTo>
                  <a:lnTo>
                    <a:pt x="703154" y="302894"/>
                  </a:lnTo>
                  <a:lnTo>
                    <a:pt x="704545" y="303208"/>
                  </a:lnTo>
                  <a:lnTo>
                    <a:pt x="706002" y="303456"/>
                  </a:lnTo>
                  <a:lnTo>
                    <a:pt x="707393" y="303703"/>
                  </a:lnTo>
                  <a:lnTo>
                    <a:pt x="708784" y="303960"/>
                  </a:lnTo>
                  <a:lnTo>
                    <a:pt x="710184" y="304141"/>
                  </a:lnTo>
                  <a:lnTo>
                    <a:pt x="711575" y="304332"/>
                  </a:lnTo>
                  <a:lnTo>
                    <a:pt x="712965" y="304522"/>
                  </a:lnTo>
                  <a:lnTo>
                    <a:pt x="714356" y="304713"/>
                  </a:lnTo>
                </a:path>
              </a:pathLst>
            </a:custGeom>
            <a:noFill/>
            <a:ln w="7242" cap="flat">
              <a:solidFill>
                <a:srgbClr val="000000"/>
              </a:solidFill>
              <a:prstDash val="solid"/>
              <a:round/>
            </a:ln>
          </p:spPr>
          <p:txBody>
            <a:bodyPr/>
            <a:lstStyle/>
            <a:p>
              <a:endParaRPr lang="zh-CN" altLang="en-US" sz="2190"/>
            </a:p>
          </p:txBody>
        </p:sp>
        <p:sp>
          <p:nvSpPr>
            <p:cNvPr id="1039" name="任意多边形: 形状 1038"/>
            <p:cNvSpPr/>
            <p:nvPr/>
          </p:nvSpPr>
          <p:spPr>
            <a:xfrm>
              <a:off x="5982162" y="4359797"/>
              <a:ext cx="714375" cy="314325"/>
            </a:xfrm>
            <a:custGeom>
              <a:avLst/>
              <a:gdLst>
                <a:gd name="csX0" fmla="*/ -19 w 714375"/>
                <a:gd name="csY0" fmla="*/ 313342 h 314325"/>
                <a:gd name="csX1" fmla="*/ 1372 w 714375"/>
                <a:gd name="csY1" fmla="*/ 313219 h 314325"/>
                <a:gd name="csX2" fmla="*/ 2762 w 714375"/>
                <a:gd name="csY2" fmla="*/ 313095 h 314325"/>
                <a:gd name="csX3" fmla="*/ 4163 w 714375"/>
                <a:gd name="csY3" fmla="*/ 312961 h 314325"/>
                <a:gd name="csX4" fmla="*/ 5553 w 714375"/>
                <a:gd name="csY4" fmla="*/ 312838 h 314325"/>
                <a:gd name="csX5" fmla="*/ 7010 w 714375"/>
                <a:gd name="csY5" fmla="*/ 312647 h 314325"/>
                <a:gd name="csX6" fmla="*/ 8401 w 714375"/>
                <a:gd name="csY6" fmla="*/ 312523 h 314325"/>
                <a:gd name="csX7" fmla="*/ 9792 w 714375"/>
                <a:gd name="csY7" fmla="*/ 312333 h 314325"/>
                <a:gd name="csX8" fmla="*/ 11183 w 714375"/>
                <a:gd name="csY8" fmla="*/ 312142 h 314325"/>
                <a:gd name="csX9" fmla="*/ 12573 w 714375"/>
                <a:gd name="csY9" fmla="*/ 311885 h 314325"/>
                <a:gd name="csX10" fmla="*/ 13973 w 714375"/>
                <a:gd name="csY10" fmla="*/ 311695 h 314325"/>
                <a:gd name="csX11" fmla="*/ 15364 w 714375"/>
                <a:gd name="csY11" fmla="*/ 311438 h 314325"/>
                <a:gd name="csX12" fmla="*/ 16754 w 714375"/>
                <a:gd name="csY12" fmla="*/ 311123 h 314325"/>
                <a:gd name="csX13" fmla="*/ 18145 w 714375"/>
                <a:gd name="csY13" fmla="*/ 310866 h 314325"/>
                <a:gd name="csX14" fmla="*/ 19536 w 714375"/>
                <a:gd name="csY14" fmla="*/ 310485 h 314325"/>
                <a:gd name="csX15" fmla="*/ 20926 w 714375"/>
                <a:gd name="csY15" fmla="*/ 310171 h 314325"/>
                <a:gd name="csX16" fmla="*/ 22327 w 714375"/>
                <a:gd name="csY16" fmla="*/ 309790 h 314325"/>
                <a:gd name="csX17" fmla="*/ 23774 w 714375"/>
                <a:gd name="csY17" fmla="*/ 309351 h 314325"/>
                <a:gd name="csX18" fmla="*/ 25175 w 714375"/>
                <a:gd name="csY18" fmla="*/ 308904 h 314325"/>
                <a:gd name="csX19" fmla="*/ 26565 w 714375"/>
                <a:gd name="csY19" fmla="*/ 308456 h 314325"/>
                <a:gd name="csX20" fmla="*/ 27956 w 714375"/>
                <a:gd name="csY20" fmla="*/ 307952 h 314325"/>
                <a:gd name="csX21" fmla="*/ 29347 w 714375"/>
                <a:gd name="csY21" fmla="*/ 307380 h 314325"/>
                <a:gd name="csX22" fmla="*/ 30737 w 714375"/>
                <a:gd name="csY22" fmla="*/ 306808 h 314325"/>
                <a:gd name="csX23" fmla="*/ 32137 w 714375"/>
                <a:gd name="csY23" fmla="*/ 306180 h 314325"/>
                <a:gd name="csX24" fmla="*/ 33528 w 714375"/>
                <a:gd name="csY24" fmla="*/ 305475 h 314325"/>
                <a:gd name="csX25" fmla="*/ 34919 w 714375"/>
                <a:gd name="csY25" fmla="*/ 304780 h 314325"/>
                <a:gd name="csX26" fmla="*/ 36310 w 714375"/>
                <a:gd name="csY26" fmla="*/ 303951 h 314325"/>
                <a:gd name="csX27" fmla="*/ 37700 w 714375"/>
                <a:gd name="csY27" fmla="*/ 303132 h 314325"/>
                <a:gd name="csX28" fmla="*/ 39157 w 714375"/>
                <a:gd name="csY28" fmla="*/ 302303 h 314325"/>
                <a:gd name="csX29" fmla="*/ 40548 w 714375"/>
                <a:gd name="csY29" fmla="*/ 301350 h 314325"/>
                <a:gd name="csX30" fmla="*/ 41948 w 714375"/>
                <a:gd name="csY30" fmla="*/ 300341 h 314325"/>
                <a:gd name="csX31" fmla="*/ 43339 w 714375"/>
                <a:gd name="csY31" fmla="*/ 299322 h 314325"/>
                <a:gd name="csX32" fmla="*/ 44729 w 714375"/>
                <a:gd name="csY32" fmla="*/ 298179 h 314325"/>
                <a:gd name="csX33" fmla="*/ 46120 w 714375"/>
                <a:gd name="csY33" fmla="*/ 296979 h 314325"/>
                <a:gd name="csX34" fmla="*/ 47511 w 714375"/>
                <a:gd name="csY34" fmla="*/ 295769 h 314325"/>
                <a:gd name="csX35" fmla="*/ 48901 w 714375"/>
                <a:gd name="csY35" fmla="*/ 294435 h 314325"/>
                <a:gd name="csX36" fmla="*/ 50302 w 714375"/>
                <a:gd name="csY36" fmla="*/ 293045 h 314325"/>
                <a:gd name="csX37" fmla="*/ 51692 w 714375"/>
                <a:gd name="csY37" fmla="*/ 291587 h 314325"/>
                <a:gd name="csX38" fmla="*/ 53083 w 714375"/>
                <a:gd name="csY38" fmla="*/ 290063 h 314325"/>
                <a:gd name="csX39" fmla="*/ 54474 w 714375"/>
                <a:gd name="csY39" fmla="*/ 288473 h 314325"/>
                <a:gd name="csX40" fmla="*/ 55931 w 714375"/>
                <a:gd name="csY40" fmla="*/ 286768 h 314325"/>
                <a:gd name="csX41" fmla="*/ 57322 w 714375"/>
                <a:gd name="csY41" fmla="*/ 284987 h 314325"/>
                <a:gd name="csX42" fmla="*/ 58712 w 714375"/>
                <a:gd name="csY42" fmla="*/ 283148 h 314325"/>
                <a:gd name="csX43" fmla="*/ 60103 w 714375"/>
                <a:gd name="csY43" fmla="*/ 281243 h 314325"/>
                <a:gd name="csX44" fmla="*/ 61503 w 714375"/>
                <a:gd name="csY44" fmla="*/ 279214 h 314325"/>
                <a:gd name="csX45" fmla="*/ 62893 w 714375"/>
                <a:gd name="csY45" fmla="*/ 277119 h 314325"/>
                <a:gd name="csX46" fmla="*/ 64284 w 714375"/>
                <a:gd name="csY46" fmla="*/ 274900 h 314325"/>
                <a:gd name="csX47" fmla="*/ 65675 w 714375"/>
                <a:gd name="csY47" fmla="*/ 272614 h 314325"/>
                <a:gd name="csX48" fmla="*/ 67075 w 714375"/>
                <a:gd name="csY48" fmla="*/ 270270 h 314325"/>
                <a:gd name="csX49" fmla="*/ 68466 w 714375"/>
                <a:gd name="csY49" fmla="*/ 267794 h 314325"/>
                <a:gd name="csX50" fmla="*/ 69856 w 714375"/>
                <a:gd name="csY50" fmla="*/ 265260 h 314325"/>
                <a:gd name="csX51" fmla="*/ 71314 w 714375"/>
                <a:gd name="csY51" fmla="*/ 262660 h 314325"/>
                <a:gd name="csX52" fmla="*/ 72704 w 714375"/>
                <a:gd name="csY52" fmla="*/ 259926 h 314325"/>
                <a:gd name="csX53" fmla="*/ 74095 w 714375"/>
                <a:gd name="csY53" fmla="*/ 257135 h 314325"/>
                <a:gd name="csX54" fmla="*/ 75486 w 714375"/>
                <a:gd name="csY54" fmla="*/ 254288 h 314325"/>
                <a:gd name="csX55" fmla="*/ 76876 w 714375"/>
                <a:gd name="csY55" fmla="*/ 251306 h 314325"/>
                <a:gd name="csX56" fmla="*/ 78276 w 714375"/>
                <a:gd name="csY56" fmla="*/ 248258 h 314325"/>
                <a:gd name="csX57" fmla="*/ 79667 w 714375"/>
                <a:gd name="csY57" fmla="*/ 245153 h 314325"/>
                <a:gd name="csX58" fmla="*/ 81058 w 714375"/>
                <a:gd name="csY58" fmla="*/ 241915 h 314325"/>
                <a:gd name="csX59" fmla="*/ 82449 w 714375"/>
                <a:gd name="csY59" fmla="*/ 238619 h 314325"/>
                <a:gd name="csX60" fmla="*/ 83839 w 714375"/>
                <a:gd name="csY60" fmla="*/ 235314 h 314325"/>
                <a:gd name="csX61" fmla="*/ 85239 w 714375"/>
                <a:gd name="csY61" fmla="*/ 231894 h 314325"/>
                <a:gd name="csX62" fmla="*/ 86687 w 714375"/>
                <a:gd name="csY62" fmla="*/ 228399 h 314325"/>
                <a:gd name="csX63" fmla="*/ 88087 w 714375"/>
                <a:gd name="csY63" fmla="*/ 224855 h 314325"/>
                <a:gd name="csX64" fmla="*/ 89478 w 714375"/>
                <a:gd name="csY64" fmla="*/ 221236 h 314325"/>
                <a:gd name="csX65" fmla="*/ 90868 w 714375"/>
                <a:gd name="csY65" fmla="*/ 217616 h 314325"/>
                <a:gd name="csX66" fmla="*/ 92259 w 714375"/>
                <a:gd name="csY66" fmla="*/ 213940 h 314325"/>
                <a:gd name="csX67" fmla="*/ 93650 w 714375"/>
                <a:gd name="csY67" fmla="*/ 210196 h 314325"/>
                <a:gd name="csX68" fmla="*/ 95050 w 714375"/>
                <a:gd name="csY68" fmla="*/ 206386 h 314325"/>
                <a:gd name="csX69" fmla="*/ 96441 w 714375"/>
                <a:gd name="csY69" fmla="*/ 202586 h 314325"/>
                <a:gd name="csX70" fmla="*/ 97831 w 714375"/>
                <a:gd name="csY70" fmla="*/ 198776 h 314325"/>
                <a:gd name="csX71" fmla="*/ 99222 w 714375"/>
                <a:gd name="csY71" fmla="*/ 194909 h 314325"/>
                <a:gd name="csX72" fmla="*/ 100613 w 714375"/>
                <a:gd name="csY72" fmla="*/ 191041 h 314325"/>
                <a:gd name="csX73" fmla="*/ 102003 w 714375"/>
                <a:gd name="csY73" fmla="*/ 187174 h 314325"/>
                <a:gd name="csX74" fmla="*/ 103461 w 714375"/>
                <a:gd name="csY74" fmla="*/ 183298 h 314325"/>
                <a:gd name="csX75" fmla="*/ 104851 w 714375"/>
                <a:gd name="csY75" fmla="*/ 179431 h 314325"/>
                <a:gd name="csX76" fmla="*/ 106251 w 714375"/>
                <a:gd name="csY76" fmla="*/ 175563 h 314325"/>
                <a:gd name="csX77" fmla="*/ 107642 w 714375"/>
                <a:gd name="csY77" fmla="*/ 171753 h 314325"/>
                <a:gd name="csX78" fmla="*/ 109032 w 714375"/>
                <a:gd name="csY78" fmla="*/ 167886 h 314325"/>
                <a:gd name="csX79" fmla="*/ 110423 w 714375"/>
                <a:gd name="csY79" fmla="*/ 164143 h 314325"/>
                <a:gd name="csX80" fmla="*/ 111814 w 714375"/>
                <a:gd name="csY80" fmla="*/ 160399 h 314325"/>
                <a:gd name="csX81" fmla="*/ 113214 w 714375"/>
                <a:gd name="csY81" fmla="*/ 156656 h 314325"/>
                <a:gd name="csX82" fmla="*/ 114605 w 714375"/>
                <a:gd name="csY82" fmla="*/ 153037 h 314325"/>
                <a:gd name="csX83" fmla="*/ 115995 w 714375"/>
                <a:gd name="csY83" fmla="*/ 149427 h 314325"/>
                <a:gd name="csX84" fmla="*/ 117386 w 714375"/>
                <a:gd name="csY84" fmla="*/ 145941 h 314325"/>
                <a:gd name="csX85" fmla="*/ 118844 w 714375"/>
                <a:gd name="csY85" fmla="*/ 142445 h 314325"/>
                <a:gd name="csX86" fmla="*/ 120234 w 714375"/>
                <a:gd name="csY86" fmla="*/ 139083 h 314325"/>
                <a:gd name="csX87" fmla="*/ 121625 w 714375"/>
                <a:gd name="csY87" fmla="*/ 135787 h 314325"/>
                <a:gd name="csX88" fmla="*/ 123025 w 714375"/>
                <a:gd name="csY88" fmla="*/ 132549 h 314325"/>
                <a:gd name="csX89" fmla="*/ 124416 w 714375"/>
                <a:gd name="csY89" fmla="*/ 129443 h 314325"/>
                <a:gd name="csX90" fmla="*/ 125806 w 714375"/>
                <a:gd name="csY90" fmla="*/ 126462 h 314325"/>
                <a:gd name="csX91" fmla="*/ 127197 w 714375"/>
                <a:gd name="csY91" fmla="*/ 123547 h 314325"/>
                <a:gd name="csX92" fmla="*/ 128588 w 714375"/>
                <a:gd name="csY92" fmla="*/ 120690 h 314325"/>
                <a:gd name="csX93" fmla="*/ 129978 w 714375"/>
                <a:gd name="csY93" fmla="*/ 118023 h 314325"/>
                <a:gd name="csX94" fmla="*/ 131378 w 714375"/>
                <a:gd name="csY94" fmla="*/ 115489 h 314325"/>
                <a:gd name="csX95" fmla="*/ 132769 w 714375"/>
                <a:gd name="csY95" fmla="*/ 113013 h 314325"/>
                <a:gd name="csX96" fmla="*/ 134226 w 714375"/>
                <a:gd name="csY96" fmla="*/ 110727 h 314325"/>
                <a:gd name="csX97" fmla="*/ 135617 w 714375"/>
                <a:gd name="csY97" fmla="*/ 108507 h 314325"/>
                <a:gd name="csX98" fmla="*/ 137008 w 714375"/>
                <a:gd name="csY98" fmla="*/ 106412 h 314325"/>
                <a:gd name="csX99" fmla="*/ 138398 w 714375"/>
                <a:gd name="csY99" fmla="*/ 104517 h 314325"/>
                <a:gd name="csX100" fmla="*/ 139789 w 714375"/>
                <a:gd name="csY100" fmla="*/ 102735 h 314325"/>
                <a:gd name="csX101" fmla="*/ 141189 w 714375"/>
                <a:gd name="csY101" fmla="*/ 101021 h 314325"/>
                <a:gd name="csX102" fmla="*/ 142580 w 714375"/>
                <a:gd name="csY102" fmla="*/ 99563 h 314325"/>
                <a:gd name="csX103" fmla="*/ 143970 w 714375"/>
                <a:gd name="csY103" fmla="*/ 98173 h 314325"/>
                <a:gd name="csX104" fmla="*/ 145361 w 714375"/>
                <a:gd name="csY104" fmla="*/ 96896 h 314325"/>
                <a:gd name="csX105" fmla="*/ 146752 w 714375"/>
                <a:gd name="csY105" fmla="*/ 95820 h 314325"/>
                <a:gd name="csX106" fmla="*/ 148142 w 714375"/>
                <a:gd name="csY106" fmla="*/ 94868 h 314325"/>
                <a:gd name="csX107" fmla="*/ 149543 w 714375"/>
                <a:gd name="csY107" fmla="*/ 94049 h 314325"/>
                <a:gd name="csX108" fmla="*/ 151000 w 714375"/>
                <a:gd name="csY108" fmla="*/ 93344 h 314325"/>
                <a:gd name="csX109" fmla="*/ 152390 w 714375"/>
                <a:gd name="csY109" fmla="*/ 92772 h 314325"/>
                <a:gd name="csX110" fmla="*/ 153781 w 714375"/>
                <a:gd name="csY110" fmla="*/ 92401 h 314325"/>
                <a:gd name="csX111" fmla="*/ 155172 w 714375"/>
                <a:gd name="csY111" fmla="*/ 92077 h 314325"/>
                <a:gd name="csX112" fmla="*/ 156563 w 714375"/>
                <a:gd name="csY112" fmla="*/ 91953 h 314325"/>
                <a:gd name="csX113" fmla="*/ 157963 w 714375"/>
                <a:gd name="csY113" fmla="*/ 91886 h 314325"/>
                <a:gd name="csX114" fmla="*/ 159353 w 714375"/>
                <a:gd name="csY114" fmla="*/ 91953 h 314325"/>
                <a:gd name="csX115" fmla="*/ 160744 w 714375"/>
                <a:gd name="csY115" fmla="*/ 92210 h 314325"/>
                <a:gd name="csX116" fmla="*/ 162134 w 714375"/>
                <a:gd name="csY116" fmla="*/ 92525 h 314325"/>
                <a:gd name="csX117" fmla="*/ 163525 w 714375"/>
                <a:gd name="csY117" fmla="*/ 92905 h 314325"/>
                <a:gd name="csX118" fmla="*/ 164916 w 714375"/>
                <a:gd name="csY118" fmla="*/ 93477 h 314325"/>
                <a:gd name="csX119" fmla="*/ 166373 w 714375"/>
                <a:gd name="csY119" fmla="*/ 94172 h 314325"/>
                <a:gd name="csX120" fmla="*/ 167764 w 714375"/>
                <a:gd name="csY120" fmla="*/ 94868 h 314325"/>
                <a:gd name="csX121" fmla="*/ 169164 w 714375"/>
                <a:gd name="csY121" fmla="*/ 95763 h 314325"/>
                <a:gd name="csX122" fmla="*/ 170555 w 714375"/>
                <a:gd name="csY122" fmla="*/ 96706 h 314325"/>
                <a:gd name="csX123" fmla="*/ 171946 w 714375"/>
                <a:gd name="csY123" fmla="*/ 97725 h 314325"/>
                <a:gd name="csX124" fmla="*/ 173336 w 714375"/>
                <a:gd name="csY124" fmla="*/ 98801 h 314325"/>
                <a:gd name="csX125" fmla="*/ 174727 w 714375"/>
                <a:gd name="csY125" fmla="*/ 100011 h 314325"/>
                <a:gd name="csX126" fmla="*/ 176117 w 714375"/>
                <a:gd name="csY126" fmla="*/ 101278 h 314325"/>
                <a:gd name="csX127" fmla="*/ 177517 w 714375"/>
                <a:gd name="csY127" fmla="*/ 102611 h 314325"/>
                <a:gd name="csX128" fmla="*/ 178908 w 714375"/>
                <a:gd name="csY128" fmla="*/ 104002 h 314325"/>
                <a:gd name="csX129" fmla="*/ 180299 w 714375"/>
                <a:gd name="csY129" fmla="*/ 105459 h 314325"/>
                <a:gd name="csX130" fmla="*/ 181756 w 714375"/>
                <a:gd name="csY130" fmla="*/ 106926 h 314325"/>
                <a:gd name="csX131" fmla="*/ 183147 w 714375"/>
                <a:gd name="csY131" fmla="*/ 108507 h 314325"/>
                <a:gd name="csX132" fmla="*/ 184537 w 714375"/>
                <a:gd name="csY132" fmla="*/ 110098 h 314325"/>
                <a:gd name="csX133" fmla="*/ 185938 w 714375"/>
                <a:gd name="csY133" fmla="*/ 111746 h 314325"/>
                <a:gd name="csX134" fmla="*/ 187328 w 714375"/>
                <a:gd name="csY134" fmla="*/ 113394 h 314325"/>
                <a:gd name="csX135" fmla="*/ 188719 w 714375"/>
                <a:gd name="csY135" fmla="*/ 115108 h 314325"/>
                <a:gd name="csX136" fmla="*/ 190110 w 714375"/>
                <a:gd name="csY136" fmla="*/ 116823 h 314325"/>
                <a:gd name="csX137" fmla="*/ 191500 w 714375"/>
                <a:gd name="csY137" fmla="*/ 118594 h 314325"/>
                <a:gd name="csX138" fmla="*/ 192891 w 714375"/>
                <a:gd name="csY138" fmla="*/ 120375 h 314325"/>
                <a:gd name="csX139" fmla="*/ 194291 w 714375"/>
                <a:gd name="csY139" fmla="*/ 122147 h 314325"/>
                <a:gd name="csX140" fmla="*/ 195682 w 714375"/>
                <a:gd name="csY140" fmla="*/ 123985 h 314325"/>
                <a:gd name="csX141" fmla="*/ 197072 w 714375"/>
                <a:gd name="csY141" fmla="*/ 125767 h 314325"/>
                <a:gd name="csX142" fmla="*/ 198529 w 714375"/>
                <a:gd name="csY142" fmla="*/ 127605 h 314325"/>
                <a:gd name="csX143" fmla="*/ 199921 w 714375"/>
                <a:gd name="csY143" fmla="*/ 129377 h 314325"/>
                <a:gd name="csX144" fmla="*/ 201311 w 714375"/>
                <a:gd name="csY144" fmla="*/ 131215 h 314325"/>
                <a:gd name="csX145" fmla="*/ 202702 w 714375"/>
                <a:gd name="csY145" fmla="*/ 132996 h 314325"/>
                <a:gd name="csX146" fmla="*/ 204102 w 714375"/>
                <a:gd name="csY146" fmla="*/ 134768 h 314325"/>
                <a:gd name="csX147" fmla="*/ 205492 w 714375"/>
                <a:gd name="csY147" fmla="*/ 136616 h 314325"/>
                <a:gd name="csX148" fmla="*/ 206883 w 714375"/>
                <a:gd name="csY148" fmla="*/ 138387 h 314325"/>
                <a:gd name="csX149" fmla="*/ 208274 w 714375"/>
                <a:gd name="csY149" fmla="*/ 140102 h 314325"/>
                <a:gd name="csX150" fmla="*/ 209664 w 714375"/>
                <a:gd name="csY150" fmla="*/ 141874 h 314325"/>
                <a:gd name="csX151" fmla="*/ 211055 w 714375"/>
                <a:gd name="csY151" fmla="*/ 143588 h 314325"/>
                <a:gd name="csX152" fmla="*/ 212455 w 714375"/>
                <a:gd name="csY152" fmla="*/ 145302 h 314325"/>
                <a:gd name="csX153" fmla="*/ 213903 w 714375"/>
                <a:gd name="csY153" fmla="*/ 146950 h 314325"/>
                <a:gd name="csX154" fmla="*/ 215303 w 714375"/>
                <a:gd name="csY154" fmla="*/ 148665 h 314325"/>
                <a:gd name="csX155" fmla="*/ 216694 w 714375"/>
                <a:gd name="csY155" fmla="*/ 150246 h 314325"/>
                <a:gd name="csX156" fmla="*/ 218085 w 714375"/>
                <a:gd name="csY156" fmla="*/ 151903 h 314325"/>
                <a:gd name="csX157" fmla="*/ 219475 w 714375"/>
                <a:gd name="csY157" fmla="*/ 153484 h 314325"/>
                <a:gd name="csX158" fmla="*/ 220866 w 714375"/>
                <a:gd name="csY158" fmla="*/ 155009 h 314325"/>
                <a:gd name="csX159" fmla="*/ 222266 w 714375"/>
                <a:gd name="csY159" fmla="*/ 156533 h 314325"/>
                <a:gd name="csX160" fmla="*/ 223656 w 714375"/>
                <a:gd name="csY160" fmla="*/ 158056 h 314325"/>
                <a:gd name="csX161" fmla="*/ 225048 w 714375"/>
                <a:gd name="csY161" fmla="*/ 159514 h 314325"/>
                <a:gd name="csX162" fmla="*/ 226438 w 714375"/>
                <a:gd name="csY162" fmla="*/ 160904 h 314325"/>
                <a:gd name="csX163" fmla="*/ 227829 w 714375"/>
                <a:gd name="csY163" fmla="*/ 162305 h 314325"/>
                <a:gd name="csX164" fmla="*/ 229286 w 714375"/>
                <a:gd name="csY164" fmla="*/ 163695 h 314325"/>
                <a:gd name="csX165" fmla="*/ 230676 w 714375"/>
                <a:gd name="csY165" fmla="*/ 165029 h 314325"/>
                <a:gd name="csX166" fmla="*/ 232077 w 714375"/>
                <a:gd name="csY166" fmla="*/ 166362 h 314325"/>
                <a:gd name="csX167" fmla="*/ 233467 w 714375"/>
                <a:gd name="csY167" fmla="*/ 167629 h 314325"/>
                <a:gd name="csX168" fmla="*/ 234858 w 714375"/>
                <a:gd name="csY168" fmla="*/ 168839 h 314325"/>
                <a:gd name="csX169" fmla="*/ 236249 w 714375"/>
                <a:gd name="csY169" fmla="*/ 170039 h 314325"/>
                <a:gd name="csX170" fmla="*/ 237639 w 714375"/>
                <a:gd name="csY170" fmla="*/ 171249 h 314325"/>
                <a:gd name="csX171" fmla="*/ 239030 w 714375"/>
                <a:gd name="csY171" fmla="*/ 172391 h 314325"/>
                <a:gd name="csX172" fmla="*/ 240430 w 714375"/>
                <a:gd name="csY172" fmla="*/ 173468 h 314325"/>
                <a:gd name="csX173" fmla="*/ 241821 w 714375"/>
                <a:gd name="csY173" fmla="*/ 174544 h 314325"/>
                <a:gd name="csX174" fmla="*/ 243212 w 714375"/>
                <a:gd name="csY174" fmla="*/ 175621 h 314325"/>
                <a:gd name="csX175" fmla="*/ 244602 w 714375"/>
                <a:gd name="csY175" fmla="*/ 176640 h 314325"/>
                <a:gd name="csX176" fmla="*/ 246060 w 714375"/>
                <a:gd name="csY176" fmla="*/ 177592 h 314325"/>
                <a:gd name="csX177" fmla="*/ 247450 w 714375"/>
                <a:gd name="csY177" fmla="*/ 178545 h 314325"/>
                <a:gd name="csX178" fmla="*/ 248841 w 714375"/>
                <a:gd name="csY178" fmla="*/ 179497 h 314325"/>
                <a:gd name="csX179" fmla="*/ 250241 w 714375"/>
                <a:gd name="csY179" fmla="*/ 180383 h 314325"/>
                <a:gd name="csX180" fmla="*/ 251631 w 714375"/>
                <a:gd name="csY180" fmla="*/ 181269 h 314325"/>
                <a:gd name="csX181" fmla="*/ 253022 w 714375"/>
                <a:gd name="csY181" fmla="*/ 182098 h 314325"/>
                <a:gd name="csX182" fmla="*/ 254413 w 714375"/>
                <a:gd name="csY182" fmla="*/ 182859 h 314325"/>
                <a:gd name="csX183" fmla="*/ 255803 w 714375"/>
                <a:gd name="csY183" fmla="*/ 183679 h 314325"/>
                <a:gd name="csX184" fmla="*/ 257204 w 714375"/>
                <a:gd name="csY184" fmla="*/ 184374 h 314325"/>
                <a:gd name="csX185" fmla="*/ 258594 w 714375"/>
                <a:gd name="csY185" fmla="*/ 185136 h 314325"/>
                <a:gd name="csX186" fmla="*/ 259985 w 714375"/>
                <a:gd name="csY186" fmla="*/ 185841 h 314325"/>
                <a:gd name="csX187" fmla="*/ 261442 w 714375"/>
                <a:gd name="csY187" fmla="*/ 186469 h 314325"/>
                <a:gd name="csX188" fmla="*/ 262833 w 714375"/>
                <a:gd name="csY188" fmla="*/ 187108 h 314325"/>
                <a:gd name="csX189" fmla="*/ 264224 w 714375"/>
                <a:gd name="csY189" fmla="*/ 187736 h 314325"/>
                <a:gd name="csX190" fmla="*/ 265614 w 714375"/>
                <a:gd name="csY190" fmla="*/ 188308 h 314325"/>
                <a:gd name="csX191" fmla="*/ 267005 w 714375"/>
                <a:gd name="csY191" fmla="*/ 188879 h 314325"/>
                <a:gd name="csX192" fmla="*/ 268405 w 714375"/>
                <a:gd name="csY192" fmla="*/ 189394 h 314325"/>
                <a:gd name="csX193" fmla="*/ 269796 w 714375"/>
                <a:gd name="csY193" fmla="*/ 189965 h 314325"/>
                <a:gd name="csX194" fmla="*/ 271187 w 714375"/>
                <a:gd name="csY194" fmla="*/ 190403 h 314325"/>
                <a:gd name="csX195" fmla="*/ 272577 w 714375"/>
                <a:gd name="csY195" fmla="*/ 190908 h 314325"/>
                <a:gd name="csX196" fmla="*/ 273968 w 714375"/>
                <a:gd name="csY196" fmla="*/ 191356 h 314325"/>
                <a:gd name="csX197" fmla="*/ 275368 w 714375"/>
                <a:gd name="csY197" fmla="*/ 191737 h 314325"/>
                <a:gd name="csX198" fmla="*/ 276816 w 714375"/>
                <a:gd name="csY198" fmla="*/ 192184 h 314325"/>
                <a:gd name="csX199" fmla="*/ 278216 w 714375"/>
                <a:gd name="csY199" fmla="*/ 192566 h 314325"/>
                <a:gd name="csX200" fmla="*/ 279606 w 714375"/>
                <a:gd name="csY200" fmla="*/ 192880 h 314325"/>
                <a:gd name="csX201" fmla="*/ 280997 w 714375"/>
                <a:gd name="csY201" fmla="*/ 193261 h 314325"/>
                <a:gd name="csX202" fmla="*/ 282388 w 714375"/>
                <a:gd name="csY202" fmla="*/ 193575 h 314325"/>
                <a:gd name="csX203" fmla="*/ 283778 w 714375"/>
                <a:gd name="csY203" fmla="*/ 193890 h 314325"/>
                <a:gd name="csX204" fmla="*/ 285179 w 714375"/>
                <a:gd name="csY204" fmla="*/ 194147 h 314325"/>
                <a:gd name="csX205" fmla="*/ 286569 w 714375"/>
                <a:gd name="csY205" fmla="*/ 194461 h 314325"/>
                <a:gd name="csX206" fmla="*/ 287960 w 714375"/>
                <a:gd name="csY206" fmla="*/ 194718 h 314325"/>
                <a:gd name="csX207" fmla="*/ 289351 w 714375"/>
                <a:gd name="csY207" fmla="*/ 194909 h 314325"/>
                <a:gd name="csX208" fmla="*/ 290741 w 714375"/>
                <a:gd name="csY208" fmla="*/ 195166 h 314325"/>
                <a:gd name="csX209" fmla="*/ 292132 w 714375"/>
                <a:gd name="csY209" fmla="*/ 195356 h 314325"/>
                <a:gd name="csX210" fmla="*/ 293589 w 714375"/>
                <a:gd name="csY210" fmla="*/ 195547 h 314325"/>
                <a:gd name="csX211" fmla="*/ 294980 w 714375"/>
                <a:gd name="csY211" fmla="*/ 195737 h 314325"/>
                <a:gd name="csX212" fmla="*/ 296380 w 714375"/>
                <a:gd name="csY212" fmla="*/ 195928 h 314325"/>
                <a:gd name="csX213" fmla="*/ 297770 w 714375"/>
                <a:gd name="csY213" fmla="*/ 196052 h 314325"/>
                <a:gd name="csX214" fmla="*/ 299161 w 714375"/>
                <a:gd name="csY214" fmla="*/ 196175 h 314325"/>
                <a:gd name="csX215" fmla="*/ 300552 w 714375"/>
                <a:gd name="csY215" fmla="*/ 196309 h 314325"/>
                <a:gd name="csX216" fmla="*/ 301943 w 714375"/>
                <a:gd name="csY216" fmla="*/ 196433 h 314325"/>
                <a:gd name="csX217" fmla="*/ 303343 w 714375"/>
                <a:gd name="csY217" fmla="*/ 196557 h 314325"/>
                <a:gd name="csX218" fmla="*/ 304733 w 714375"/>
                <a:gd name="csY218" fmla="*/ 196690 h 314325"/>
                <a:gd name="csX219" fmla="*/ 306124 w 714375"/>
                <a:gd name="csY219" fmla="*/ 196747 h 314325"/>
                <a:gd name="csX220" fmla="*/ 307515 w 714375"/>
                <a:gd name="csY220" fmla="*/ 196814 h 314325"/>
                <a:gd name="csX221" fmla="*/ 308972 w 714375"/>
                <a:gd name="csY221" fmla="*/ 196937 h 314325"/>
                <a:gd name="csX222" fmla="*/ 310363 w 714375"/>
                <a:gd name="csY222" fmla="*/ 197004 h 314325"/>
                <a:gd name="csX223" fmla="*/ 311753 w 714375"/>
                <a:gd name="csY223" fmla="*/ 197004 h 314325"/>
                <a:gd name="csX224" fmla="*/ 313154 w 714375"/>
                <a:gd name="csY224" fmla="*/ 197061 h 314325"/>
                <a:gd name="csX225" fmla="*/ 314544 w 714375"/>
                <a:gd name="csY225" fmla="*/ 197128 h 314325"/>
                <a:gd name="csX226" fmla="*/ 315935 w 714375"/>
                <a:gd name="csY226" fmla="*/ 197195 h 314325"/>
                <a:gd name="csX227" fmla="*/ 317326 w 714375"/>
                <a:gd name="csY227" fmla="*/ 197195 h 314325"/>
                <a:gd name="csX228" fmla="*/ 318716 w 714375"/>
                <a:gd name="csY228" fmla="*/ 197252 h 314325"/>
                <a:gd name="csX229" fmla="*/ 320107 w 714375"/>
                <a:gd name="csY229" fmla="*/ 197252 h 314325"/>
                <a:gd name="csX230" fmla="*/ 321507 w 714375"/>
                <a:gd name="csY230" fmla="*/ 197252 h 314325"/>
                <a:gd name="csX231" fmla="*/ 322897 w 714375"/>
                <a:gd name="csY231" fmla="*/ 197252 h 314325"/>
                <a:gd name="csX232" fmla="*/ 324355 w 714375"/>
                <a:gd name="csY232" fmla="*/ 197318 h 314325"/>
                <a:gd name="csX233" fmla="*/ 325745 w 714375"/>
                <a:gd name="csY233" fmla="*/ 197318 h 314325"/>
                <a:gd name="csX234" fmla="*/ 327136 w 714375"/>
                <a:gd name="csY234" fmla="*/ 197318 h 314325"/>
                <a:gd name="csX235" fmla="*/ 328527 w 714375"/>
                <a:gd name="csY235" fmla="*/ 197318 h 314325"/>
                <a:gd name="csX236" fmla="*/ 329917 w 714375"/>
                <a:gd name="csY236" fmla="*/ 197318 h 314325"/>
                <a:gd name="csX237" fmla="*/ 331318 w 714375"/>
                <a:gd name="csY237" fmla="*/ 197318 h 314325"/>
                <a:gd name="csX238" fmla="*/ 332708 w 714375"/>
                <a:gd name="csY238" fmla="*/ 197318 h 314325"/>
                <a:gd name="csX239" fmla="*/ 334099 w 714375"/>
                <a:gd name="csY239" fmla="*/ 197318 h 314325"/>
                <a:gd name="csX240" fmla="*/ 335490 w 714375"/>
                <a:gd name="csY240" fmla="*/ 197252 h 314325"/>
                <a:gd name="csX241" fmla="*/ 336880 w 714375"/>
                <a:gd name="csY241" fmla="*/ 197252 h 314325"/>
                <a:gd name="csX242" fmla="*/ 338271 w 714375"/>
                <a:gd name="csY242" fmla="*/ 197252 h 314325"/>
                <a:gd name="csX243" fmla="*/ 339671 w 714375"/>
                <a:gd name="csY243" fmla="*/ 197252 h 314325"/>
                <a:gd name="csX244" fmla="*/ 341128 w 714375"/>
                <a:gd name="csY244" fmla="*/ 197252 h 314325"/>
                <a:gd name="csX245" fmla="*/ 342519 w 714375"/>
                <a:gd name="csY245" fmla="*/ 197195 h 314325"/>
                <a:gd name="csX246" fmla="*/ 343909 w 714375"/>
                <a:gd name="csY246" fmla="*/ 197195 h 314325"/>
                <a:gd name="csX247" fmla="*/ 345301 w 714375"/>
                <a:gd name="csY247" fmla="*/ 197195 h 314325"/>
                <a:gd name="csX248" fmla="*/ 346691 w 714375"/>
                <a:gd name="csY248" fmla="*/ 197195 h 314325"/>
                <a:gd name="csX249" fmla="*/ 348091 w 714375"/>
                <a:gd name="csY249" fmla="*/ 197128 h 314325"/>
                <a:gd name="csX250" fmla="*/ 349482 w 714375"/>
                <a:gd name="csY250" fmla="*/ 197128 h 314325"/>
                <a:gd name="csX251" fmla="*/ 350872 w 714375"/>
                <a:gd name="csY251" fmla="*/ 197128 h 314325"/>
                <a:gd name="csX252" fmla="*/ 352263 w 714375"/>
                <a:gd name="csY252" fmla="*/ 197061 h 314325"/>
                <a:gd name="csX253" fmla="*/ 353654 w 714375"/>
                <a:gd name="csY253" fmla="*/ 197061 h 314325"/>
                <a:gd name="csX254" fmla="*/ 355044 w 714375"/>
                <a:gd name="csY254" fmla="*/ 197061 h 314325"/>
                <a:gd name="csX255" fmla="*/ 356502 w 714375"/>
                <a:gd name="csY255" fmla="*/ 197004 h 314325"/>
                <a:gd name="csX256" fmla="*/ 357892 w 714375"/>
                <a:gd name="csY256" fmla="*/ 197004 h 314325"/>
                <a:gd name="csX257" fmla="*/ 359293 w 714375"/>
                <a:gd name="csY257" fmla="*/ 197004 h 314325"/>
                <a:gd name="csX258" fmla="*/ 360683 w 714375"/>
                <a:gd name="csY258" fmla="*/ 197004 h 314325"/>
                <a:gd name="csX259" fmla="*/ 362074 w 714375"/>
                <a:gd name="csY259" fmla="*/ 196937 h 314325"/>
                <a:gd name="csX260" fmla="*/ 363465 w 714375"/>
                <a:gd name="csY260" fmla="*/ 196937 h 314325"/>
                <a:gd name="csX261" fmla="*/ 364855 w 714375"/>
                <a:gd name="csY261" fmla="*/ 196937 h 314325"/>
                <a:gd name="csX262" fmla="*/ 366246 w 714375"/>
                <a:gd name="csY262" fmla="*/ 196871 h 314325"/>
                <a:gd name="csX263" fmla="*/ 367646 w 714375"/>
                <a:gd name="csY263" fmla="*/ 196871 h 314325"/>
                <a:gd name="csX264" fmla="*/ 369036 w 714375"/>
                <a:gd name="csY264" fmla="*/ 196871 h 314325"/>
                <a:gd name="csX265" fmla="*/ 370428 w 714375"/>
                <a:gd name="csY265" fmla="*/ 196871 h 314325"/>
                <a:gd name="csX266" fmla="*/ 371818 w 714375"/>
                <a:gd name="csY266" fmla="*/ 196814 h 314325"/>
                <a:gd name="csX267" fmla="*/ 373275 w 714375"/>
                <a:gd name="csY267" fmla="*/ 196814 h 314325"/>
                <a:gd name="csX268" fmla="*/ 374666 w 714375"/>
                <a:gd name="csY268" fmla="*/ 196814 h 314325"/>
                <a:gd name="csX269" fmla="*/ 376066 w 714375"/>
                <a:gd name="csY269" fmla="*/ 196814 h 314325"/>
                <a:gd name="csX270" fmla="*/ 377457 w 714375"/>
                <a:gd name="csY270" fmla="*/ 196814 h 314325"/>
                <a:gd name="csX271" fmla="*/ 378847 w 714375"/>
                <a:gd name="csY271" fmla="*/ 196747 h 314325"/>
                <a:gd name="csX272" fmla="*/ 380238 w 714375"/>
                <a:gd name="csY272" fmla="*/ 196747 h 314325"/>
                <a:gd name="csX273" fmla="*/ 381629 w 714375"/>
                <a:gd name="csY273" fmla="*/ 196747 h 314325"/>
                <a:gd name="csX274" fmla="*/ 383019 w 714375"/>
                <a:gd name="csY274" fmla="*/ 196747 h 314325"/>
                <a:gd name="csX275" fmla="*/ 384420 w 714375"/>
                <a:gd name="csY275" fmla="*/ 196747 h 314325"/>
                <a:gd name="csX276" fmla="*/ 385810 w 714375"/>
                <a:gd name="csY276" fmla="*/ 196747 h 314325"/>
                <a:gd name="csX277" fmla="*/ 387201 w 714375"/>
                <a:gd name="csY277" fmla="*/ 196747 h 314325"/>
                <a:gd name="csX278" fmla="*/ 388658 w 714375"/>
                <a:gd name="csY278" fmla="*/ 196747 h 314325"/>
                <a:gd name="csX279" fmla="*/ 390049 w 714375"/>
                <a:gd name="csY279" fmla="*/ 196814 h 314325"/>
                <a:gd name="csX280" fmla="*/ 391440 w 714375"/>
                <a:gd name="csY280" fmla="*/ 196814 h 314325"/>
                <a:gd name="csX281" fmla="*/ 392830 w 714375"/>
                <a:gd name="csY281" fmla="*/ 196814 h 314325"/>
                <a:gd name="csX282" fmla="*/ 394230 w 714375"/>
                <a:gd name="csY282" fmla="*/ 196814 h 314325"/>
                <a:gd name="csX283" fmla="*/ 395621 w 714375"/>
                <a:gd name="csY283" fmla="*/ 196871 h 314325"/>
                <a:gd name="csX284" fmla="*/ 397011 w 714375"/>
                <a:gd name="csY284" fmla="*/ 196871 h 314325"/>
                <a:gd name="csX285" fmla="*/ 398402 w 714375"/>
                <a:gd name="csY285" fmla="*/ 196937 h 314325"/>
                <a:gd name="csX286" fmla="*/ 399793 w 714375"/>
                <a:gd name="csY286" fmla="*/ 196937 h 314325"/>
                <a:gd name="csX287" fmla="*/ 401193 w 714375"/>
                <a:gd name="csY287" fmla="*/ 197004 h 314325"/>
                <a:gd name="csX288" fmla="*/ 402584 w 714375"/>
                <a:gd name="csY288" fmla="*/ 197004 h 314325"/>
                <a:gd name="csX289" fmla="*/ 404041 w 714375"/>
                <a:gd name="csY289" fmla="*/ 197061 h 314325"/>
                <a:gd name="csX290" fmla="*/ 405432 w 714375"/>
                <a:gd name="csY290" fmla="*/ 197061 h 314325"/>
                <a:gd name="csX291" fmla="*/ 406822 w 714375"/>
                <a:gd name="csY291" fmla="*/ 197128 h 314325"/>
                <a:gd name="csX292" fmla="*/ 408213 w 714375"/>
                <a:gd name="csY292" fmla="*/ 197195 h 314325"/>
                <a:gd name="csX293" fmla="*/ 409604 w 714375"/>
                <a:gd name="csY293" fmla="*/ 197195 h 314325"/>
                <a:gd name="csX294" fmla="*/ 410994 w 714375"/>
                <a:gd name="csY294" fmla="*/ 197252 h 314325"/>
                <a:gd name="csX295" fmla="*/ 412394 w 714375"/>
                <a:gd name="csY295" fmla="*/ 197318 h 314325"/>
                <a:gd name="csX296" fmla="*/ 413785 w 714375"/>
                <a:gd name="csY296" fmla="*/ 197385 h 314325"/>
                <a:gd name="csX297" fmla="*/ 415176 w 714375"/>
                <a:gd name="csY297" fmla="*/ 197442 h 314325"/>
                <a:gd name="csX298" fmla="*/ 416567 w 714375"/>
                <a:gd name="csY298" fmla="*/ 197442 h 314325"/>
                <a:gd name="csX299" fmla="*/ 417957 w 714375"/>
                <a:gd name="csY299" fmla="*/ 197509 h 314325"/>
                <a:gd name="csX300" fmla="*/ 419357 w 714375"/>
                <a:gd name="csY300" fmla="*/ 197576 h 314325"/>
                <a:gd name="csX301" fmla="*/ 420805 w 714375"/>
                <a:gd name="csY301" fmla="*/ 197633 h 314325"/>
                <a:gd name="csX302" fmla="*/ 422205 w 714375"/>
                <a:gd name="csY302" fmla="*/ 197633 h 314325"/>
                <a:gd name="csX303" fmla="*/ 423596 w 714375"/>
                <a:gd name="csY303" fmla="*/ 197700 h 314325"/>
                <a:gd name="csX304" fmla="*/ 424986 w 714375"/>
                <a:gd name="csY304" fmla="*/ 197766 h 314325"/>
                <a:gd name="csX305" fmla="*/ 426377 w 714375"/>
                <a:gd name="csY305" fmla="*/ 197766 h 314325"/>
                <a:gd name="csX306" fmla="*/ 427768 w 714375"/>
                <a:gd name="csY306" fmla="*/ 197823 h 314325"/>
                <a:gd name="csX307" fmla="*/ 429158 w 714375"/>
                <a:gd name="csY307" fmla="*/ 197823 h 314325"/>
                <a:gd name="csX308" fmla="*/ 430559 w 714375"/>
                <a:gd name="csY308" fmla="*/ 197823 h 314325"/>
                <a:gd name="csX309" fmla="*/ 431949 w 714375"/>
                <a:gd name="csY309" fmla="*/ 197823 h 314325"/>
                <a:gd name="csX310" fmla="*/ 433340 w 714375"/>
                <a:gd name="csY310" fmla="*/ 197823 h 314325"/>
                <a:gd name="csX311" fmla="*/ 434731 w 714375"/>
                <a:gd name="csY311" fmla="*/ 197823 h 314325"/>
                <a:gd name="csX312" fmla="*/ 436188 w 714375"/>
                <a:gd name="csY312" fmla="*/ 197823 h 314325"/>
                <a:gd name="csX313" fmla="*/ 437579 w 714375"/>
                <a:gd name="csY313" fmla="*/ 197766 h 314325"/>
                <a:gd name="csX314" fmla="*/ 438969 w 714375"/>
                <a:gd name="csY314" fmla="*/ 197700 h 314325"/>
                <a:gd name="csX315" fmla="*/ 440369 w 714375"/>
                <a:gd name="csY315" fmla="*/ 197700 h 314325"/>
                <a:gd name="csX316" fmla="*/ 441760 w 714375"/>
                <a:gd name="csY316" fmla="*/ 197576 h 314325"/>
                <a:gd name="csX317" fmla="*/ 443150 w 714375"/>
                <a:gd name="csY317" fmla="*/ 197509 h 314325"/>
                <a:gd name="csX318" fmla="*/ 444541 w 714375"/>
                <a:gd name="csY318" fmla="*/ 197385 h 314325"/>
                <a:gd name="csX319" fmla="*/ 445932 w 714375"/>
                <a:gd name="csY319" fmla="*/ 197252 h 314325"/>
                <a:gd name="csX320" fmla="*/ 447332 w 714375"/>
                <a:gd name="csY320" fmla="*/ 197061 h 314325"/>
                <a:gd name="csX321" fmla="*/ 448723 w 714375"/>
                <a:gd name="csY321" fmla="*/ 196937 h 314325"/>
                <a:gd name="csX322" fmla="*/ 450113 w 714375"/>
                <a:gd name="csY322" fmla="*/ 196747 h 314325"/>
                <a:gd name="csX323" fmla="*/ 451571 w 714375"/>
                <a:gd name="csY323" fmla="*/ 196490 h 314325"/>
                <a:gd name="csX324" fmla="*/ 452962 w 714375"/>
                <a:gd name="csY324" fmla="*/ 196242 h 314325"/>
                <a:gd name="csX325" fmla="*/ 454352 w 714375"/>
                <a:gd name="csY325" fmla="*/ 195985 h 314325"/>
                <a:gd name="csX326" fmla="*/ 455743 w 714375"/>
                <a:gd name="csY326" fmla="*/ 195671 h 314325"/>
                <a:gd name="csX327" fmla="*/ 457143 w 714375"/>
                <a:gd name="csY327" fmla="*/ 195290 h 314325"/>
                <a:gd name="csX328" fmla="*/ 458534 w 714375"/>
                <a:gd name="csY328" fmla="*/ 194975 h 314325"/>
                <a:gd name="csX329" fmla="*/ 459924 w 714375"/>
                <a:gd name="csY329" fmla="*/ 194528 h 314325"/>
                <a:gd name="csX330" fmla="*/ 461315 w 714375"/>
                <a:gd name="csY330" fmla="*/ 194080 h 314325"/>
                <a:gd name="csX331" fmla="*/ 462706 w 714375"/>
                <a:gd name="csY331" fmla="*/ 193575 h 314325"/>
                <a:gd name="csX332" fmla="*/ 464096 w 714375"/>
                <a:gd name="csY332" fmla="*/ 193070 h 314325"/>
                <a:gd name="csX333" fmla="*/ 465496 w 714375"/>
                <a:gd name="csY333" fmla="*/ 192499 h 314325"/>
                <a:gd name="csX334" fmla="*/ 466887 w 714375"/>
                <a:gd name="csY334" fmla="*/ 191861 h 314325"/>
                <a:gd name="csX335" fmla="*/ 468344 w 714375"/>
                <a:gd name="csY335" fmla="*/ 191232 h 314325"/>
                <a:gd name="csX336" fmla="*/ 469735 w 714375"/>
                <a:gd name="csY336" fmla="*/ 190537 h 314325"/>
                <a:gd name="csX337" fmla="*/ 471126 w 714375"/>
                <a:gd name="csY337" fmla="*/ 189775 h 314325"/>
                <a:gd name="csX338" fmla="*/ 472516 w 714375"/>
                <a:gd name="csY338" fmla="*/ 188946 h 314325"/>
                <a:gd name="csX339" fmla="*/ 473907 w 714375"/>
                <a:gd name="csY339" fmla="*/ 188060 h 314325"/>
                <a:gd name="csX340" fmla="*/ 475307 w 714375"/>
                <a:gd name="csY340" fmla="*/ 187174 h 314325"/>
                <a:gd name="csX341" fmla="*/ 476698 w 714375"/>
                <a:gd name="csY341" fmla="*/ 186155 h 314325"/>
                <a:gd name="csX342" fmla="*/ 478088 w 714375"/>
                <a:gd name="csY342" fmla="*/ 185079 h 314325"/>
                <a:gd name="csX343" fmla="*/ 479479 w 714375"/>
                <a:gd name="csY343" fmla="*/ 184003 h 314325"/>
                <a:gd name="csX344" fmla="*/ 480870 w 714375"/>
                <a:gd name="csY344" fmla="*/ 182859 h 314325"/>
                <a:gd name="csX345" fmla="*/ 482260 w 714375"/>
                <a:gd name="csY345" fmla="*/ 181583 h 314325"/>
                <a:gd name="csX346" fmla="*/ 483718 w 714375"/>
                <a:gd name="csY346" fmla="*/ 180259 h 314325"/>
                <a:gd name="csX347" fmla="*/ 485108 w 714375"/>
                <a:gd name="csY347" fmla="*/ 178926 h 314325"/>
                <a:gd name="csX348" fmla="*/ 486508 w 714375"/>
                <a:gd name="csY348" fmla="*/ 177468 h 314325"/>
                <a:gd name="csX349" fmla="*/ 487899 w 714375"/>
                <a:gd name="csY349" fmla="*/ 175944 h 314325"/>
                <a:gd name="csX350" fmla="*/ 489290 w 714375"/>
                <a:gd name="csY350" fmla="*/ 174354 h 314325"/>
                <a:gd name="csX351" fmla="*/ 490681 w 714375"/>
                <a:gd name="csY351" fmla="*/ 172639 h 314325"/>
                <a:gd name="csX352" fmla="*/ 492071 w 714375"/>
                <a:gd name="csY352" fmla="*/ 170867 h 314325"/>
                <a:gd name="csX353" fmla="*/ 493471 w 714375"/>
                <a:gd name="csY353" fmla="*/ 169029 h 314325"/>
                <a:gd name="csX354" fmla="*/ 494862 w 714375"/>
                <a:gd name="csY354" fmla="*/ 167124 h 314325"/>
                <a:gd name="csX355" fmla="*/ 496252 w 714375"/>
                <a:gd name="csY355" fmla="*/ 165095 h 314325"/>
                <a:gd name="csX356" fmla="*/ 497643 w 714375"/>
                <a:gd name="csY356" fmla="*/ 163000 h 314325"/>
                <a:gd name="csX357" fmla="*/ 499101 w 714375"/>
                <a:gd name="csY357" fmla="*/ 160781 h 314325"/>
                <a:gd name="csX358" fmla="*/ 500491 w 714375"/>
                <a:gd name="csY358" fmla="*/ 158495 h 314325"/>
                <a:gd name="csX359" fmla="*/ 501882 w 714375"/>
                <a:gd name="csY359" fmla="*/ 156151 h 314325"/>
                <a:gd name="csX360" fmla="*/ 503282 w 714375"/>
                <a:gd name="csY360" fmla="*/ 153742 h 314325"/>
                <a:gd name="csX361" fmla="*/ 504673 w 714375"/>
                <a:gd name="csY361" fmla="*/ 151141 h 314325"/>
                <a:gd name="csX362" fmla="*/ 506063 w 714375"/>
                <a:gd name="csY362" fmla="*/ 148541 h 314325"/>
                <a:gd name="csX363" fmla="*/ 507454 w 714375"/>
                <a:gd name="csY363" fmla="*/ 145807 h 314325"/>
                <a:gd name="csX364" fmla="*/ 508845 w 714375"/>
                <a:gd name="csY364" fmla="*/ 143017 h 314325"/>
                <a:gd name="csX365" fmla="*/ 510235 w 714375"/>
                <a:gd name="csY365" fmla="*/ 140102 h 314325"/>
                <a:gd name="csX366" fmla="*/ 511635 w 714375"/>
                <a:gd name="csY366" fmla="*/ 137120 h 314325"/>
                <a:gd name="csX367" fmla="*/ 513026 w 714375"/>
                <a:gd name="csY367" fmla="*/ 134073 h 314325"/>
                <a:gd name="csX368" fmla="*/ 514416 w 714375"/>
                <a:gd name="csY368" fmla="*/ 130901 h 314325"/>
                <a:gd name="csX369" fmla="*/ 515874 w 714375"/>
                <a:gd name="csY369" fmla="*/ 127662 h 314325"/>
                <a:gd name="csX370" fmla="*/ 517265 w 714375"/>
                <a:gd name="csY370" fmla="*/ 124366 h 314325"/>
                <a:gd name="csX371" fmla="*/ 518655 w 714375"/>
                <a:gd name="csY371" fmla="*/ 120947 h 314325"/>
                <a:gd name="csX372" fmla="*/ 520046 w 714375"/>
                <a:gd name="csY372" fmla="*/ 117518 h 314325"/>
                <a:gd name="csX373" fmla="*/ 521446 w 714375"/>
                <a:gd name="csY373" fmla="*/ 113965 h 314325"/>
                <a:gd name="csX374" fmla="*/ 522837 w 714375"/>
                <a:gd name="csY374" fmla="*/ 110346 h 314325"/>
                <a:gd name="csX375" fmla="*/ 524228 w 714375"/>
                <a:gd name="csY375" fmla="*/ 106669 h 314325"/>
                <a:gd name="csX376" fmla="*/ 525618 w 714375"/>
                <a:gd name="csY376" fmla="*/ 102926 h 314325"/>
                <a:gd name="csX377" fmla="*/ 527009 w 714375"/>
                <a:gd name="csY377" fmla="*/ 99182 h 314325"/>
                <a:gd name="csX378" fmla="*/ 528399 w 714375"/>
                <a:gd name="csY378" fmla="*/ 95382 h 314325"/>
                <a:gd name="csX379" fmla="*/ 529800 w 714375"/>
                <a:gd name="csY379" fmla="*/ 91505 h 314325"/>
                <a:gd name="csX380" fmla="*/ 531257 w 714375"/>
                <a:gd name="csY380" fmla="*/ 87638 h 314325"/>
                <a:gd name="csX381" fmla="*/ 532647 w 714375"/>
                <a:gd name="csY381" fmla="*/ 83704 h 314325"/>
                <a:gd name="csX382" fmla="*/ 534038 w 714375"/>
                <a:gd name="csY382" fmla="*/ 79770 h 314325"/>
                <a:gd name="csX383" fmla="*/ 535429 w 714375"/>
                <a:gd name="csY383" fmla="*/ 75837 h 314325"/>
                <a:gd name="csX384" fmla="*/ 536820 w 714375"/>
                <a:gd name="csY384" fmla="*/ 71846 h 314325"/>
                <a:gd name="csX385" fmla="*/ 538220 w 714375"/>
                <a:gd name="csY385" fmla="*/ 67912 h 314325"/>
                <a:gd name="csX386" fmla="*/ 539610 w 714375"/>
                <a:gd name="csY386" fmla="*/ 63978 h 314325"/>
                <a:gd name="csX387" fmla="*/ 541001 w 714375"/>
                <a:gd name="csY387" fmla="*/ 60111 h 314325"/>
                <a:gd name="csX388" fmla="*/ 542392 w 714375"/>
                <a:gd name="csY388" fmla="*/ 56234 h 314325"/>
                <a:gd name="csX389" fmla="*/ 543782 w 714375"/>
                <a:gd name="csY389" fmla="*/ 52367 h 314325"/>
                <a:gd name="csX390" fmla="*/ 545173 w 714375"/>
                <a:gd name="csY390" fmla="*/ 48624 h 314325"/>
                <a:gd name="csX391" fmla="*/ 546630 w 714375"/>
                <a:gd name="csY391" fmla="*/ 44880 h 314325"/>
                <a:gd name="csX392" fmla="*/ 548021 w 714375"/>
                <a:gd name="csY392" fmla="*/ 41270 h 314325"/>
                <a:gd name="csX393" fmla="*/ 549421 w 714375"/>
                <a:gd name="csY393" fmla="*/ 37718 h 314325"/>
                <a:gd name="csX394" fmla="*/ 550812 w 714375"/>
                <a:gd name="csY394" fmla="*/ 34222 h 314325"/>
                <a:gd name="csX395" fmla="*/ 552203 w 714375"/>
                <a:gd name="csY395" fmla="*/ 30926 h 314325"/>
                <a:gd name="csX396" fmla="*/ 553593 w 714375"/>
                <a:gd name="csY396" fmla="*/ 27688 h 314325"/>
                <a:gd name="csX397" fmla="*/ 554984 w 714375"/>
                <a:gd name="csY397" fmla="*/ 24583 h 314325"/>
                <a:gd name="csX398" fmla="*/ 556384 w 714375"/>
                <a:gd name="csY398" fmla="*/ 21601 h 314325"/>
                <a:gd name="csX399" fmla="*/ 557774 w 714375"/>
                <a:gd name="csY399" fmla="*/ 18810 h 314325"/>
                <a:gd name="csX400" fmla="*/ 559165 w 714375"/>
                <a:gd name="csY400" fmla="*/ 16143 h 314325"/>
                <a:gd name="csX401" fmla="*/ 560556 w 714375"/>
                <a:gd name="csY401" fmla="*/ 13676 h 314325"/>
                <a:gd name="csX402" fmla="*/ 561947 w 714375"/>
                <a:gd name="csY402" fmla="*/ 11391 h 314325"/>
                <a:gd name="csX403" fmla="*/ 563404 w 714375"/>
                <a:gd name="csY403" fmla="*/ 9228 h 314325"/>
                <a:gd name="csX404" fmla="*/ 564794 w 714375"/>
                <a:gd name="csY404" fmla="*/ 7266 h 314325"/>
                <a:gd name="csX405" fmla="*/ 566195 w 714375"/>
                <a:gd name="csY405" fmla="*/ 5618 h 314325"/>
                <a:gd name="csX406" fmla="*/ 567585 w 714375"/>
                <a:gd name="csY406" fmla="*/ 4094 h 314325"/>
                <a:gd name="csX407" fmla="*/ 568976 w 714375"/>
                <a:gd name="csY407" fmla="*/ 2761 h 314325"/>
                <a:gd name="csX408" fmla="*/ 570367 w 714375"/>
                <a:gd name="csY408" fmla="*/ 1742 h 314325"/>
                <a:gd name="csX409" fmla="*/ 571757 w 714375"/>
                <a:gd name="csY409" fmla="*/ 989 h 314325"/>
                <a:gd name="csX410" fmla="*/ 573148 w 714375"/>
                <a:gd name="csY410" fmla="*/ 351 h 314325"/>
                <a:gd name="csX411" fmla="*/ 574548 w 714375"/>
                <a:gd name="csY411" fmla="*/ 94 h 314325"/>
                <a:gd name="csX412" fmla="*/ 575939 w 714375"/>
                <a:gd name="csY412" fmla="*/ -30 h 314325"/>
                <a:gd name="csX413" fmla="*/ 577330 w 714375"/>
                <a:gd name="csY413" fmla="*/ 94 h 314325"/>
                <a:gd name="csX414" fmla="*/ 578787 w 714375"/>
                <a:gd name="csY414" fmla="*/ 608 h 314325"/>
                <a:gd name="csX415" fmla="*/ 580178 w 714375"/>
                <a:gd name="csY415" fmla="*/ 1304 h 314325"/>
                <a:gd name="csX416" fmla="*/ 581568 w 714375"/>
                <a:gd name="csY416" fmla="*/ 2256 h 314325"/>
                <a:gd name="csX417" fmla="*/ 582959 w 714375"/>
                <a:gd name="csY417" fmla="*/ 3523 h 314325"/>
                <a:gd name="csX418" fmla="*/ 584359 w 714375"/>
                <a:gd name="csY418" fmla="*/ 5047 h 314325"/>
                <a:gd name="csX419" fmla="*/ 585749 w 714375"/>
                <a:gd name="csY419" fmla="*/ 6761 h 314325"/>
                <a:gd name="csX420" fmla="*/ 587140 w 714375"/>
                <a:gd name="csY420" fmla="*/ 8790 h 314325"/>
                <a:gd name="csX421" fmla="*/ 588531 w 714375"/>
                <a:gd name="csY421" fmla="*/ 11067 h 314325"/>
                <a:gd name="csX422" fmla="*/ 589921 w 714375"/>
                <a:gd name="csY422" fmla="*/ 13543 h 314325"/>
                <a:gd name="csX423" fmla="*/ 591322 w 714375"/>
                <a:gd name="csY423" fmla="*/ 16334 h 314325"/>
                <a:gd name="csX424" fmla="*/ 592712 w 714375"/>
                <a:gd name="csY424" fmla="*/ 19382 h 314325"/>
                <a:gd name="csX425" fmla="*/ 594170 w 714375"/>
                <a:gd name="csY425" fmla="*/ 22620 h 314325"/>
                <a:gd name="csX426" fmla="*/ 595560 w 714375"/>
                <a:gd name="csY426" fmla="*/ 26106 h 314325"/>
                <a:gd name="csX427" fmla="*/ 596951 w 714375"/>
                <a:gd name="csY427" fmla="*/ 29850 h 314325"/>
                <a:gd name="csX428" fmla="*/ 598342 w 714375"/>
                <a:gd name="csY428" fmla="*/ 33784 h 314325"/>
                <a:gd name="csX429" fmla="*/ 599732 w 714375"/>
                <a:gd name="csY429" fmla="*/ 37908 h 314325"/>
                <a:gd name="csX430" fmla="*/ 601123 w 714375"/>
                <a:gd name="csY430" fmla="*/ 42280 h 314325"/>
                <a:gd name="csX431" fmla="*/ 602523 w 714375"/>
                <a:gd name="csY431" fmla="*/ 46785 h 314325"/>
                <a:gd name="csX432" fmla="*/ 603914 w 714375"/>
                <a:gd name="csY432" fmla="*/ 51481 h 314325"/>
                <a:gd name="csX433" fmla="*/ 605305 w 714375"/>
                <a:gd name="csY433" fmla="*/ 56367 h 314325"/>
                <a:gd name="csX434" fmla="*/ 606695 w 714375"/>
                <a:gd name="csY434" fmla="*/ 61378 h 314325"/>
                <a:gd name="csX435" fmla="*/ 608086 w 714375"/>
                <a:gd name="csY435" fmla="*/ 66578 h 314325"/>
                <a:gd name="csX436" fmla="*/ 609486 w 714375"/>
                <a:gd name="csY436" fmla="*/ 71903 h 314325"/>
                <a:gd name="csX437" fmla="*/ 610934 w 714375"/>
                <a:gd name="csY437" fmla="*/ 77294 h 314325"/>
                <a:gd name="csX438" fmla="*/ 612334 w 714375"/>
                <a:gd name="csY438" fmla="*/ 82818 h 314325"/>
                <a:gd name="csX439" fmla="*/ 613724 w 714375"/>
                <a:gd name="csY439" fmla="*/ 88524 h 314325"/>
                <a:gd name="csX440" fmla="*/ 615115 w 714375"/>
                <a:gd name="csY440" fmla="*/ 94239 h 314325"/>
                <a:gd name="csX441" fmla="*/ 616506 w 714375"/>
                <a:gd name="csY441" fmla="*/ 100011 h 314325"/>
                <a:gd name="csX442" fmla="*/ 617896 w 714375"/>
                <a:gd name="csY442" fmla="*/ 105840 h 314325"/>
                <a:gd name="csX443" fmla="*/ 619297 w 714375"/>
                <a:gd name="csY443" fmla="*/ 111746 h 314325"/>
                <a:gd name="csX444" fmla="*/ 620687 w 714375"/>
                <a:gd name="csY444" fmla="*/ 117708 h 314325"/>
                <a:gd name="csX445" fmla="*/ 622078 w 714375"/>
                <a:gd name="csY445" fmla="*/ 123671 h 314325"/>
                <a:gd name="csX446" fmla="*/ 623469 w 714375"/>
                <a:gd name="csY446" fmla="*/ 129567 h 314325"/>
                <a:gd name="csX447" fmla="*/ 624859 w 714375"/>
                <a:gd name="csY447" fmla="*/ 135530 h 314325"/>
                <a:gd name="csX448" fmla="*/ 626317 w 714375"/>
                <a:gd name="csY448" fmla="*/ 141492 h 314325"/>
                <a:gd name="csX449" fmla="*/ 627707 w 714375"/>
                <a:gd name="csY449" fmla="*/ 147398 h 314325"/>
                <a:gd name="csX450" fmla="*/ 629098 w 714375"/>
                <a:gd name="csY450" fmla="*/ 153294 h 314325"/>
                <a:gd name="csX451" fmla="*/ 630498 w 714375"/>
                <a:gd name="csY451" fmla="*/ 159133 h 314325"/>
                <a:gd name="csX452" fmla="*/ 631888 w 714375"/>
                <a:gd name="csY452" fmla="*/ 164905 h 314325"/>
                <a:gd name="csX453" fmla="*/ 633279 w 714375"/>
                <a:gd name="csY453" fmla="*/ 170610 h 314325"/>
                <a:gd name="csX454" fmla="*/ 634670 w 714375"/>
                <a:gd name="csY454" fmla="*/ 176326 h 314325"/>
                <a:gd name="csX455" fmla="*/ 636061 w 714375"/>
                <a:gd name="csY455" fmla="*/ 181840 h 314325"/>
                <a:gd name="csX456" fmla="*/ 637461 w 714375"/>
                <a:gd name="csY456" fmla="*/ 187298 h 314325"/>
                <a:gd name="csX457" fmla="*/ 638851 w 714375"/>
                <a:gd name="csY457" fmla="*/ 192689 h 314325"/>
                <a:gd name="csX458" fmla="*/ 640242 w 714375"/>
                <a:gd name="csY458" fmla="*/ 197957 h 314325"/>
                <a:gd name="csX459" fmla="*/ 641699 w 714375"/>
                <a:gd name="csY459" fmla="*/ 203091 h 314325"/>
                <a:gd name="csX460" fmla="*/ 643090 w 714375"/>
                <a:gd name="csY460" fmla="*/ 208167 h 314325"/>
                <a:gd name="csX461" fmla="*/ 644481 w 714375"/>
                <a:gd name="csY461" fmla="*/ 213054 h 314325"/>
                <a:gd name="csX462" fmla="*/ 645871 w 714375"/>
                <a:gd name="csY462" fmla="*/ 217874 h 314325"/>
                <a:gd name="csX463" fmla="*/ 647271 w 714375"/>
                <a:gd name="csY463" fmla="*/ 222569 h 314325"/>
                <a:gd name="csX464" fmla="*/ 648662 w 714375"/>
                <a:gd name="csY464" fmla="*/ 227074 h 314325"/>
                <a:gd name="csX465" fmla="*/ 650053 w 714375"/>
                <a:gd name="csY465" fmla="*/ 231447 h 314325"/>
                <a:gd name="csX466" fmla="*/ 651444 w 714375"/>
                <a:gd name="csY466" fmla="*/ 235695 h 314325"/>
                <a:gd name="csX467" fmla="*/ 652834 w 714375"/>
                <a:gd name="csY467" fmla="*/ 239819 h 314325"/>
                <a:gd name="csX468" fmla="*/ 654234 w 714375"/>
                <a:gd name="csY468" fmla="*/ 243820 h 314325"/>
                <a:gd name="csX469" fmla="*/ 655625 w 714375"/>
                <a:gd name="csY469" fmla="*/ 247687 h 314325"/>
                <a:gd name="csX470" fmla="*/ 657015 w 714375"/>
                <a:gd name="csY470" fmla="*/ 251363 h 314325"/>
                <a:gd name="csX471" fmla="*/ 658473 w 714375"/>
                <a:gd name="csY471" fmla="*/ 254916 h 314325"/>
                <a:gd name="csX472" fmla="*/ 659863 w 714375"/>
                <a:gd name="csY472" fmla="*/ 258345 h 314325"/>
                <a:gd name="csX473" fmla="*/ 661254 w 714375"/>
                <a:gd name="csY473" fmla="*/ 261641 h 314325"/>
                <a:gd name="csX474" fmla="*/ 662645 w 714375"/>
                <a:gd name="csY474" fmla="*/ 264756 h 314325"/>
                <a:gd name="csX475" fmla="*/ 664035 w 714375"/>
                <a:gd name="csY475" fmla="*/ 267737 h 314325"/>
                <a:gd name="csX476" fmla="*/ 665436 w 714375"/>
                <a:gd name="csY476" fmla="*/ 270651 h 314325"/>
                <a:gd name="csX477" fmla="*/ 666826 w 714375"/>
                <a:gd name="csY477" fmla="*/ 273318 h 314325"/>
                <a:gd name="csX478" fmla="*/ 668217 w 714375"/>
                <a:gd name="csY478" fmla="*/ 275919 h 314325"/>
                <a:gd name="csX479" fmla="*/ 669608 w 714375"/>
                <a:gd name="csY479" fmla="*/ 278452 h 314325"/>
                <a:gd name="csX480" fmla="*/ 670998 w 714375"/>
                <a:gd name="csY480" fmla="*/ 280805 h 314325"/>
                <a:gd name="csX481" fmla="*/ 672389 w 714375"/>
                <a:gd name="csY481" fmla="*/ 283025 h 314325"/>
                <a:gd name="csX482" fmla="*/ 673846 w 714375"/>
                <a:gd name="csY482" fmla="*/ 285177 h 314325"/>
                <a:gd name="csX483" fmla="*/ 675246 w 714375"/>
                <a:gd name="csY483" fmla="*/ 287149 h 314325"/>
                <a:gd name="csX484" fmla="*/ 676637 w 714375"/>
                <a:gd name="csY484" fmla="*/ 289044 h 314325"/>
                <a:gd name="csX485" fmla="*/ 678027 w 714375"/>
                <a:gd name="csY485" fmla="*/ 290826 h 314325"/>
                <a:gd name="csX486" fmla="*/ 679418 w 714375"/>
                <a:gd name="csY486" fmla="*/ 292473 h 314325"/>
                <a:gd name="csX487" fmla="*/ 680809 w 714375"/>
                <a:gd name="csY487" fmla="*/ 294054 h 314325"/>
                <a:gd name="csX488" fmla="*/ 682209 w 714375"/>
                <a:gd name="csY488" fmla="*/ 295578 h 314325"/>
                <a:gd name="csX489" fmla="*/ 683600 w 714375"/>
                <a:gd name="csY489" fmla="*/ 296979 h 314325"/>
                <a:gd name="csX490" fmla="*/ 684990 w 714375"/>
                <a:gd name="csY490" fmla="*/ 298312 h 314325"/>
                <a:gd name="csX491" fmla="*/ 686381 w 714375"/>
                <a:gd name="csY491" fmla="*/ 299512 h 314325"/>
                <a:gd name="csX492" fmla="*/ 687772 w 714375"/>
                <a:gd name="csY492" fmla="*/ 300655 h 314325"/>
                <a:gd name="csX493" fmla="*/ 689229 w 714375"/>
                <a:gd name="csY493" fmla="*/ 301732 h 314325"/>
                <a:gd name="csX494" fmla="*/ 690620 w 714375"/>
                <a:gd name="csY494" fmla="*/ 302751 h 314325"/>
                <a:gd name="csX495" fmla="*/ 692010 w 714375"/>
                <a:gd name="csY495" fmla="*/ 303703 h 314325"/>
                <a:gd name="csX496" fmla="*/ 693411 w 714375"/>
                <a:gd name="csY496" fmla="*/ 304522 h 314325"/>
                <a:gd name="csX497" fmla="*/ 694801 w 714375"/>
                <a:gd name="csY497" fmla="*/ 305351 h 314325"/>
                <a:gd name="csX498" fmla="*/ 696192 w 714375"/>
                <a:gd name="csY498" fmla="*/ 306113 h 314325"/>
                <a:gd name="csX499" fmla="*/ 697583 w 714375"/>
                <a:gd name="csY499" fmla="*/ 306808 h 314325"/>
                <a:gd name="csX500" fmla="*/ 698973 w 714375"/>
                <a:gd name="csY500" fmla="*/ 307447 h 314325"/>
                <a:gd name="csX501" fmla="*/ 700364 w 714375"/>
                <a:gd name="csY501" fmla="*/ 308018 h 314325"/>
                <a:gd name="csX502" fmla="*/ 701764 w 714375"/>
                <a:gd name="csY502" fmla="*/ 308590 h 314325"/>
                <a:gd name="csX503" fmla="*/ 703154 w 714375"/>
                <a:gd name="csY503" fmla="*/ 309094 h 314325"/>
                <a:gd name="csX504" fmla="*/ 704545 w 714375"/>
                <a:gd name="csY504" fmla="*/ 309533 h 314325"/>
                <a:gd name="csX505" fmla="*/ 706002 w 714375"/>
                <a:gd name="csY505" fmla="*/ 309980 h 314325"/>
                <a:gd name="csX506" fmla="*/ 707393 w 714375"/>
                <a:gd name="csY506" fmla="*/ 310361 h 314325"/>
                <a:gd name="csX507" fmla="*/ 708784 w 714375"/>
                <a:gd name="csY507" fmla="*/ 310742 h 314325"/>
                <a:gd name="csX508" fmla="*/ 710174 w 714375"/>
                <a:gd name="csY508" fmla="*/ 311057 h 314325"/>
                <a:gd name="csX509" fmla="*/ 711575 w 714375"/>
                <a:gd name="csY509" fmla="*/ 311380 h 314325"/>
                <a:gd name="csX510" fmla="*/ 712965 w 714375"/>
                <a:gd name="csY510" fmla="*/ 311628 h 314325"/>
                <a:gd name="csX511" fmla="*/ 714356 w 714375"/>
                <a:gd name="csY511" fmla="*/ 311885 h 314325"/>
                <a:gd name="csX512" fmla="*/ 714356 w 714375"/>
                <a:gd name="csY512" fmla="*/ 314295 h 314325"/>
                <a:gd name="csX513" fmla="*/ 712965 w 714375"/>
                <a:gd name="csY513" fmla="*/ 314295 h 314325"/>
                <a:gd name="csX514" fmla="*/ 711575 w 714375"/>
                <a:gd name="csY514" fmla="*/ 314295 h 314325"/>
                <a:gd name="csX515" fmla="*/ 710174 w 714375"/>
                <a:gd name="csY515" fmla="*/ 314295 h 314325"/>
                <a:gd name="csX516" fmla="*/ 708784 w 714375"/>
                <a:gd name="csY516" fmla="*/ 314295 h 314325"/>
                <a:gd name="csX517" fmla="*/ 707393 w 714375"/>
                <a:gd name="csY517" fmla="*/ 314295 h 314325"/>
                <a:gd name="csX518" fmla="*/ 706002 w 714375"/>
                <a:gd name="csY518" fmla="*/ 314295 h 314325"/>
                <a:gd name="csX519" fmla="*/ 704545 w 714375"/>
                <a:gd name="csY519" fmla="*/ 314295 h 314325"/>
                <a:gd name="csX520" fmla="*/ 703154 w 714375"/>
                <a:gd name="csY520" fmla="*/ 314295 h 314325"/>
                <a:gd name="csX521" fmla="*/ 701764 w 714375"/>
                <a:gd name="csY521" fmla="*/ 314295 h 314325"/>
                <a:gd name="csX522" fmla="*/ 700364 w 714375"/>
                <a:gd name="csY522" fmla="*/ 314295 h 314325"/>
                <a:gd name="csX523" fmla="*/ 698973 w 714375"/>
                <a:gd name="csY523" fmla="*/ 314295 h 314325"/>
                <a:gd name="csX524" fmla="*/ 697583 w 714375"/>
                <a:gd name="csY524" fmla="*/ 314295 h 314325"/>
                <a:gd name="csX525" fmla="*/ 696192 w 714375"/>
                <a:gd name="csY525" fmla="*/ 314295 h 314325"/>
                <a:gd name="csX526" fmla="*/ 694801 w 714375"/>
                <a:gd name="csY526" fmla="*/ 314295 h 314325"/>
                <a:gd name="csX527" fmla="*/ 693411 w 714375"/>
                <a:gd name="csY527" fmla="*/ 314295 h 314325"/>
                <a:gd name="csX528" fmla="*/ 692010 w 714375"/>
                <a:gd name="csY528" fmla="*/ 314295 h 314325"/>
                <a:gd name="csX529" fmla="*/ 690620 w 714375"/>
                <a:gd name="csY529" fmla="*/ 314295 h 314325"/>
                <a:gd name="csX530" fmla="*/ 689229 w 714375"/>
                <a:gd name="csY530" fmla="*/ 314295 h 314325"/>
                <a:gd name="csX531" fmla="*/ 687772 w 714375"/>
                <a:gd name="csY531" fmla="*/ 314295 h 314325"/>
                <a:gd name="csX532" fmla="*/ 686381 w 714375"/>
                <a:gd name="csY532" fmla="*/ 314295 h 314325"/>
                <a:gd name="csX533" fmla="*/ 684990 w 714375"/>
                <a:gd name="csY533" fmla="*/ 314295 h 314325"/>
                <a:gd name="csX534" fmla="*/ 683600 w 714375"/>
                <a:gd name="csY534" fmla="*/ 314295 h 314325"/>
                <a:gd name="csX535" fmla="*/ 682209 w 714375"/>
                <a:gd name="csY535" fmla="*/ 314295 h 314325"/>
                <a:gd name="csX536" fmla="*/ 680809 w 714375"/>
                <a:gd name="csY536" fmla="*/ 314295 h 314325"/>
                <a:gd name="csX537" fmla="*/ 679418 w 714375"/>
                <a:gd name="csY537" fmla="*/ 314295 h 314325"/>
                <a:gd name="csX538" fmla="*/ 678027 w 714375"/>
                <a:gd name="csY538" fmla="*/ 314295 h 314325"/>
                <a:gd name="csX539" fmla="*/ 676637 w 714375"/>
                <a:gd name="csY539" fmla="*/ 314295 h 314325"/>
                <a:gd name="csX540" fmla="*/ 675246 w 714375"/>
                <a:gd name="csY540" fmla="*/ 314295 h 314325"/>
                <a:gd name="csX541" fmla="*/ 673846 w 714375"/>
                <a:gd name="csY541" fmla="*/ 314295 h 314325"/>
                <a:gd name="csX542" fmla="*/ 672389 w 714375"/>
                <a:gd name="csY542" fmla="*/ 314295 h 314325"/>
                <a:gd name="csX543" fmla="*/ 670998 w 714375"/>
                <a:gd name="csY543" fmla="*/ 314295 h 314325"/>
                <a:gd name="csX544" fmla="*/ 669608 w 714375"/>
                <a:gd name="csY544" fmla="*/ 314295 h 314325"/>
                <a:gd name="csX545" fmla="*/ 668217 w 714375"/>
                <a:gd name="csY545" fmla="*/ 314295 h 314325"/>
                <a:gd name="csX546" fmla="*/ 666826 w 714375"/>
                <a:gd name="csY546" fmla="*/ 314295 h 314325"/>
                <a:gd name="csX547" fmla="*/ 665436 w 714375"/>
                <a:gd name="csY547" fmla="*/ 314295 h 314325"/>
                <a:gd name="csX548" fmla="*/ 664035 w 714375"/>
                <a:gd name="csY548" fmla="*/ 314295 h 314325"/>
                <a:gd name="csX549" fmla="*/ 662645 w 714375"/>
                <a:gd name="csY549" fmla="*/ 314295 h 314325"/>
                <a:gd name="csX550" fmla="*/ 661254 w 714375"/>
                <a:gd name="csY550" fmla="*/ 314295 h 314325"/>
                <a:gd name="csX551" fmla="*/ 659863 w 714375"/>
                <a:gd name="csY551" fmla="*/ 314295 h 314325"/>
                <a:gd name="csX552" fmla="*/ 658473 w 714375"/>
                <a:gd name="csY552" fmla="*/ 314295 h 314325"/>
                <a:gd name="csX553" fmla="*/ 657015 w 714375"/>
                <a:gd name="csY553" fmla="*/ 314295 h 314325"/>
                <a:gd name="csX554" fmla="*/ 655625 w 714375"/>
                <a:gd name="csY554" fmla="*/ 314295 h 314325"/>
                <a:gd name="csX555" fmla="*/ 654234 w 714375"/>
                <a:gd name="csY555" fmla="*/ 314295 h 314325"/>
                <a:gd name="csX556" fmla="*/ 652834 w 714375"/>
                <a:gd name="csY556" fmla="*/ 314295 h 314325"/>
                <a:gd name="csX557" fmla="*/ 651444 w 714375"/>
                <a:gd name="csY557" fmla="*/ 314295 h 314325"/>
                <a:gd name="csX558" fmla="*/ 650053 w 714375"/>
                <a:gd name="csY558" fmla="*/ 314295 h 314325"/>
                <a:gd name="csX559" fmla="*/ 648662 w 714375"/>
                <a:gd name="csY559" fmla="*/ 314295 h 314325"/>
                <a:gd name="csX560" fmla="*/ 647271 w 714375"/>
                <a:gd name="csY560" fmla="*/ 314295 h 314325"/>
                <a:gd name="csX561" fmla="*/ 645871 w 714375"/>
                <a:gd name="csY561" fmla="*/ 314295 h 314325"/>
                <a:gd name="csX562" fmla="*/ 644481 w 714375"/>
                <a:gd name="csY562" fmla="*/ 314295 h 314325"/>
                <a:gd name="csX563" fmla="*/ 643090 w 714375"/>
                <a:gd name="csY563" fmla="*/ 314295 h 314325"/>
                <a:gd name="csX564" fmla="*/ 641699 w 714375"/>
                <a:gd name="csY564" fmla="*/ 314295 h 314325"/>
                <a:gd name="csX565" fmla="*/ 640242 w 714375"/>
                <a:gd name="csY565" fmla="*/ 314295 h 314325"/>
                <a:gd name="csX566" fmla="*/ 638851 w 714375"/>
                <a:gd name="csY566" fmla="*/ 314295 h 314325"/>
                <a:gd name="csX567" fmla="*/ 637461 w 714375"/>
                <a:gd name="csY567" fmla="*/ 314295 h 314325"/>
                <a:gd name="csX568" fmla="*/ 636061 w 714375"/>
                <a:gd name="csY568" fmla="*/ 314295 h 314325"/>
                <a:gd name="csX569" fmla="*/ 634670 w 714375"/>
                <a:gd name="csY569" fmla="*/ 314295 h 314325"/>
                <a:gd name="csX570" fmla="*/ 633279 w 714375"/>
                <a:gd name="csY570" fmla="*/ 314295 h 314325"/>
                <a:gd name="csX571" fmla="*/ 631888 w 714375"/>
                <a:gd name="csY571" fmla="*/ 314295 h 314325"/>
                <a:gd name="csX572" fmla="*/ 630498 w 714375"/>
                <a:gd name="csY572" fmla="*/ 314295 h 314325"/>
                <a:gd name="csX573" fmla="*/ 629098 w 714375"/>
                <a:gd name="csY573" fmla="*/ 314295 h 314325"/>
                <a:gd name="csX574" fmla="*/ 627707 w 714375"/>
                <a:gd name="csY574" fmla="*/ 314295 h 314325"/>
                <a:gd name="csX575" fmla="*/ 626317 w 714375"/>
                <a:gd name="csY575" fmla="*/ 314295 h 314325"/>
                <a:gd name="csX576" fmla="*/ 624859 w 714375"/>
                <a:gd name="csY576" fmla="*/ 314295 h 314325"/>
                <a:gd name="csX577" fmla="*/ 623469 w 714375"/>
                <a:gd name="csY577" fmla="*/ 314295 h 314325"/>
                <a:gd name="csX578" fmla="*/ 622078 w 714375"/>
                <a:gd name="csY578" fmla="*/ 314295 h 314325"/>
                <a:gd name="csX579" fmla="*/ 620687 w 714375"/>
                <a:gd name="csY579" fmla="*/ 314295 h 314325"/>
                <a:gd name="csX580" fmla="*/ 619297 w 714375"/>
                <a:gd name="csY580" fmla="*/ 314295 h 314325"/>
                <a:gd name="csX581" fmla="*/ 617896 w 714375"/>
                <a:gd name="csY581" fmla="*/ 314295 h 314325"/>
                <a:gd name="csX582" fmla="*/ 616506 w 714375"/>
                <a:gd name="csY582" fmla="*/ 314295 h 314325"/>
                <a:gd name="csX583" fmla="*/ 615115 w 714375"/>
                <a:gd name="csY583" fmla="*/ 314295 h 314325"/>
                <a:gd name="csX584" fmla="*/ 613724 w 714375"/>
                <a:gd name="csY584" fmla="*/ 314295 h 314325"/>
                <a:gd name="csX585" fmla="*/ 612334 w 714375"/>
                <a:gd name="csY585" fmla="*/ 314295 h 314325"/>
                <a:gd name="csX586" fmla="*/ 610934 w 714375"/>
                <a:gd name="csY586" fmla="*/ 314295 h 314325"/>
                <a:gd name="csX587" fmla="*/ 609486 w 714375"/>
                <a:gd name="csY587" fmla="*/ 314295 h 314325"/>
                <a:gd name="csX588" fmla="*/ 608086 w 714375"/>
                <a:gd name="csY588" fmla="*/ 314295 h 314325"/>
                <a:gd name="csX589" fmla="*/ 606695 w 714375"/>
                <a:gd name="csY589" fmla="*/ 314295 h 314325"/>
                <a:gd name="csX590" fmla="*/ 605305 w 714375"/>
                <a:gd name="csY590" fmla="*/ 314295 h 314325"/>
                <a:gd name="csX591" fmla="*/ 603914 w 714375"/>
                <a:gd name="csY591" fmla="*/ 314295 h 314325"/>
                <a:gd name="csX592" fmla="*/ 602523 w 714375"/>
                <a:gd name="csY592" fmla="*/ 314295 h 314325"/>
                <a:gd name="csX593" fmla="*/ 601123 w 714375"/>
                <a:gd name="csY593" fmla="*/ 314295 h 314325"/>
                <a:gd name="csX594" fmla="*/ 599732 w 714375"/>
                <a:gd name="csY594" fmla="*/ 314295 h 314325"/>
                <a:gd name="csX595" fmla="*/ 598342 w 714375"/>
                <a:gd name="csY595" fmla="*/ 314295 h 314325"/>
                <a:gd name="csX596" fmla="*/ 596951 w 714375"/>
                <a:gd name="csY596" fmla="*/ 314295 h 314325"/>
                <a:gd name="csX597" fmla="*/ 595560 w 714375"/>
                <a:gd name="csY597" fmla="*/ 314295 h 314325"/>
                <a:gd name="csX598" fmla="*/ 594170 w 714375"/>
                <a:gd name="csY598" fmla="*/ 314295 h 314325"/>
                <a:gd name="csX599" fmla="*/ 592712 w 714375"/>
                <a:gd name="csY599" fmla="*/ 314295 h 314325"/>
                <a:gd name="csX600" fmla="*/ 591322 w 714375"/>
                <a:gd name="csY600" fmla="*/ 314295 h 314325"/>
                <a:gd name="csX601" fmla="*/ 589921 w 714375"/>
                <a:gd name="csY601" fmla="*/ 314295 h 314325"/>
                <a:gd name="csX602" fmla="*/ 588531 w 714375"/>
                <a:gd name="csY602" fmla="*/ 314295 h 314325"/>
                <a:gd name="csX603" fmla="*/ 587140 w 714375"/>
                <a:gd name="csY603" fmla="*/ 314295 h 314325"/>
                <a:gd name="csX604" fmla="*/ 585749 w 714375"/>
                <a:gd name="csY604" fmla="*/ 314295 h 314325"/>
                <a:gd name="csX605" fmla="*/ 584359 w 714375"/>
                <a:gd name="csY605" fmla="*/ 314295 h 314325"/>
                <a:gd name="csX606" fmla="*/ 582959 w 714375"/>
                <a:gd name="csY606" fmla="*/ 314295 h 314325"/>
                <a:gd name="csX607" fmla="*/ 581568 w 714375"/>
                <a:gd name="csY607" fmla="*/ 314295 h 314325"/>
                <a:gd name="csX608" fmla="*/ 580178 w 714375"/>
                <a:gd name="csY608" fmla="*/ 314295 h 314325"/>
                <a:gd name="csX609" fmla="*/ 578787 w 714375"/>
                <a:gd name="csY609" fmla="*/ 314295 h 314325"/>
                <a:gd name="csX610" fmla="*/ 577330 w 714375"/>
                <a:gd name="csY610" fmla="*/ 314295 h 314325"/>
                <a:gd name="csX611" fmla="*/ 575939 w 714375"/>
                <a:gd name="csY611" fmla="*/ 314295 h 314325"/>
                <a:gd name="csX612" fmla="*/ 574548 w 714375"/>
                <a:gd name="csY612" fmla="*/ 314295 h 314325"/>
                <a:gd name="csX613" fmla="*/ 573148 w 714375"/>
                <a:gd name="csY613" fmla="*/ 314295 h 314325"/>
                <a:gd name="csX614" fmla="*/ 571757 w 714375"/>
                <a:gd name="csY614" fmla="*/ 314295 h 314325"/>
                <a:gd name="csX615" fmla="*/ 570367 w 714375"/>
                <a:gd name="csY615" fmla="*/ 314295 h 314325"/>
                <a:gd name="csX616" fmla="*/ 568976 w 714375"/>
                <a:gd name="csY616" fmla="*/ 314295 h 314325"/>
                <a:gd name="csX617" fmla="*/ 567585 w 714375"/>
                <a:gd name="csY617" fmla="*/ 314295 h 314325"/>
                <a:gd name="csX618" fmla="*/ 566195 w 714375"/>
                <a:gd name="csY618" fmla="*/ 314295 h 314325"/>
                <a:gd name="csX619" fmla="*/ 564794 w 714375"/>
                <a:gd name="csY619" fmla="*/ 314295 h 314325"/>
                <a:gd name="csX620" fmla="*/ 563404 w 714375"/>
                <a:gd name="csY620" fmla="*/ 314295 h 314325"/>
                <a:gd name="csX621" fmla="*/ 561947 w 714375"/>
                <a:gd name="csY621" fmla="*/ 314295 h 314325"/>
                <a:gd name="csX622" fmla="*/ 560556 w 714375"/>
                <a:gd name="csY622" fmla="*/ 314295 h 314325"/>
                <a:gd name="csX623" fmla="*/ 559165 w 714375"/>
                <a:gd name="csY623" fmla="*/ 314295 h 314325"/>
                <a:gd name="csX624" fmla="*/ 557774 w 714375"/>
                <a:gd name="csY624" fmla="*/ 314295 h 314325"/>
                <a:gd name="csX625" fmla="*/ 556384 w 714375"/>
                <a:gd name="csY625" fmla="*/ 314295 h 314325"/>
                <a:gd name="csX626" fmla="*/ 554984 w 714375"/>
                <a:gd name="csY626" fmla="*/ 314295 h 314325"/>
                <a:gd name="csX627" fmla="*/ 553593 w 714375"/>
                <a:gd name="csY627" fmla="*/ 314295 h 314325"/>
                <a:gd name="csX628" fmla="*/ 552203 w 714375"/>
                <a:gd name="csY628" fmla="*/ 314295 h 314325"/>
                <a:gd name="csX629" fmla="*/ 550812 w 714375"/>
                <a:gd name="csY629" fmla="*/ 314295 h 314325"/>
                <a:gd name="csX630" fmla="*/ 549421 w 714375"/>
                <a:gd name="csY630" fmla="*/ 314295 h 314325"/>
                <a:gd name="csX631" fmla="*/ 548021 w 714375"/>
                <a:gd name="csY631" fmla="*/ 314295 h 314325"/>
                <a:gd name="csX632" fmla="*/ 546630 w 714375"/>
                <a:gd name="csY632" fmla="*/ 314295 h 314325"/>
                <a:gd name="csX633" fmla="*/ 545173 w 714375"/>
                <a:gd name="csY633" fmla="*/ 314295 h 314325"/>
                <a:gd name="csX634" fmla="*/ 543782 w 714375"/>
                <a:gd name="csY634" fmla="*/ 314295 h 314325"/>
                <a:gd name="csX635" fmla="*/ 542392 w 714375"/>
                <a:gd name="csY635" fmla="*/ 314295 h 314325"/>
                <a:gd name="csX636" fmla="*/ 541001 w 714375"/>
                <a:gd name="csY636" fmla="*/ 314295 h 314325"/>
                <a:gd name="csX637" fmla="*/ 539610 w 714375"/>
                <a:gd name="csY637" fmla="*/ 314295 h 314325"/>
                <a:gd name="csX638" fmla="*/ 538220 w 714375"/>
                <a:gd name="csY638" fmla="*/ 314295 h 314325"/>
                <a:gd name="csX639" fmla="*/ 536820 w 714375"/>
                <a:gd name="csY639" fmla="*/ 314295 h 314325"/>
                <a:gd name="csX640" fmla="*/ 535429 w 714375"/>
                <a:gd name="csY640" fmla="*/ 314295 h 314325"/>
                <a:gd name="csX641" fmla="*/ 534038 w 714375"/>
                <a:gd name="csY641" fmla="*/ 314295 h 314325"/>
                <a:gd name="csX642" fmla="*/ 532647 w 714375"/>
                <a:gd name="csY642" fmla="*/ 314295 h 314325"/>
                <a:gd name="csX643" fmla="*/ 531257 w 714375"/>
                <a:gd name="csY643" fmla="*/ 314295 h 314325"/>
                <a:gd name="csX644" fmla="*/ 529800 w 714375"/>
                <a:gd name="csY644" fmla="*/ 314295 h 314325"/>
                <a:gd name="csX645" fmla="*/ 528399 w 714375"/>
                <a:gd name="csY645" fmla="*/ 314295 h 314325"/>
                <a:gd name="csX646" fmla="*/ 527009 w 714375"/>
                <a:gd name="csY646" fmla="*/ 314295 h 314325"/>
                <a:gd name="csX647" fmla="*/ 525618 w 714375"/>
                <a:gd name="csY647" fmla="*/ 314295 h 314325"/>
                <a:gd name="csX648" fmla="*/ 524228 w 714375"/>
                <a:gd name="csY648" fmla="*/ 314295 h 314325"/>
                <a:gd name="csX649" fmla="*/ 522837 w 714375"/>
                <a:gd name="csY649" fmla="*/ 314295 h 314325"/>
                <a:gd name="csX650" fmla="*/ 521446 w 714375"/>
                <a:gd name="csY650" fmla="*/ 314295 h 314325"/>
                <a:gd name="csX651" fmla="*/ 520046 w 714375"/>
                <a:gd name="csY651" fmla="*/ 314295 h 314325"/>
                <a:gd name="csX652" fmla="*/ 518655 w 714375"/>
                <a:gd name="csY652" fmla="*/ 314295 h 314325"/>
                <a:gd name="csX653" fmla="*/ 517265 w 714375"/>
                <a:gd name="csY653" fmla="*/ 314295 h 314325"/>
                <a:gd name="csX654" fmla="*/ 515874 w 714375"/>
                <a:gd name="csY654" fmla="*/ 314295 h 314325"/>
                <a:gd name="csX655" fmla="*/ 514416 w 714375"/>
                <a:gd name="csY655" fmla="*/ 314295 h 314325"/>
                <a:gd name="csX656" fmla="*/ 513026 w 714375"/>
                <a:gd name="csY656" fmla="*/ 314295 h 314325"/>
                <a:gd name="csX657" fmla="*/ 511635 w 714375"/>
                <a:gd name="csY657" fmla="*/ 314295 h 314325"/>
                <a:gd name="csX658" fmla="*/ 510235 w 714375"/>
                <a:gd name="csY658" fmla="*/ 314295 h 314325"/>
                <a:gd name="csX659" fmla="*/ 508845 w 714375"/>
                <a:gd name="csY659" fmla="*/ 314295 h 314325"/>
                <a:gd name="csX660" fmla="*/ 507454 w 714375"/>
                <a:gd name="csY660" fmla="*/ 314295 h 314325"/>
                <a:gd name="csX661" fmla="*/ 506063 w 714375"/>
                <a:gd name="csY661" fmla="*/ 314295 h 314325"/>
                <a:gd name="csX662" fmla="*/ 504673 w 714375"/>
                <a:gd name="csY662" fmla="*/ 314295 h 314325"/>
                <a:gd name="csX663" fmla="*/ 503282 w 714375"/>
                <a:gd name="csY663" fmla="*/ 314295 h 314325"/>
                <a:gd name="csX664" fmla="*/ 501882 w 714375"/>
                <a:gd name="csY664" fmla="*/ 314295 h 314325"/>
                <a:gd name="csX665" fmla="*/ 500491 w 714375"/>
                <a:gd name="csY665" fmla="*/ 314295 h 314325"/>
                <a:gd name="csX666" fmla="*/ 499101 w 714375"/>
                <a:gd name="csY666" fmla="*/ 314295 h 314325"/>
                <a:gd name="csX667" fmla="*/ 497643 w 714375"/>
                <a:gd name="csY667" fmla="*/ 314295 h 314325"/>
                <a:gd name="csX668" fmla="*/ 496252 w 714375"/>
                <a:gd name="csY668" fmla="*/ 314295 h 314325"/>
                <a:gd name="csX669" fmla="*/ 494862 w 714375"/>
                <a:gd name="csY669" fmla="*/ 314295 h 314325"/>
                <a:gd name="csX670" fmla="*/ 493471 w 714375"/>
                <a:gd name="csY670" fmla="*/ 314295 h 314325"/>
                <a:gd name="csX671" fmla="*/ 492071 w 714375"/>
                <a:gd name="csY671" fmla="*/ 314295 h 314325"/>
                <a:gd name="csX672" fmla="*/ 490681 w 714375"/>
                <a:gd name="csY672" fmla="*/ 314295 h 314325"/>
                <a:gd name="csX673" fmla="*/ 489290 w 714375"/>
                <a:gd name="csY673" fmla="*/ 314295 h 314325"/>
                <a:gd name="csX674" fmla="*/ 487899 w 714375"/>
                <a:gd name="csY674" fmla="*/ 314295 h 314325"/>
                <a:gd name="csX675" fmla="*/ 486508 w 714375"/>
                <a:gd name="csY675" fmla="*/ 314295 h 314325"/>
                <a:gd name="csX676" fmla="*/ 485108 w 714375"/>
                <a:gd name="csY676" fmla="*/ 314295 h 314325"/>
                <a:gd name="csX677" fmla="*/ 483718 w 714375"/>
                <a:gd name="csY677" fmla="*/ 314295 h 314325"/>
                <a:gd name="csX678" fmla="*/ 482260 w 714375"/>
                <a:gd name="csY678" fmla="*/ 314295 h 314325"/>
                <a:gd name="csX679" fmla="*/ 480870 w 714375"/>
                <a:gd name="csY679" fmla="*/ 314295 h 314325"/>
                <a:gd name="csX680" fmla="*/ 479479 w 714375"/>
                <a:gd name="csY680" fmla="*/ 314295 h 314325"/>
                <a:gd name="csX681" fmla="*/ 478088 w 714375"/>
                <a:gd name="csY681" fmla="*/ 314295 h 314325"/>
                <a:gd name="csX682" fmla="*/ 476698 w 714375"/>
                <a:gd name="csY682" fmla="*/ 314295 h 314325"/>
                <a:gd name="csX683" fmla="*/ 475307 w 714375"/>
                <a:gd name="csY683" fmla="*/ 314295 h 314325"/>
                <a:gd name="csX684" fmla="*/ 473907 w 714375"/>
                <a:gd name="csY684" fmla="*/ 314295 h 314325"/>
                <a:gd name="csX685" fmla="*/ 472516 w 714375"/>
                <a:gd name="csY685" fmla="*/ 314295 h 314325"/>
                <a:gd name="csX686" fmla="*/ 471126 w 714375"/>
                <a:gd name="csY686" fmla="*/ 314295 h 314325"/>
                <a:gd name="csX687" fmla="*/ 469735 w 714375"/>
                <a:gd name="csY687" fmla="*/ 314295 h 314325"/>
                <a:gd name="csX688" fmla="*/ 468344 w 714375"/>
                <a:gd name="csY688" fmla="*/ 314295 h 314325"/>
                <a:gd name="csX689" fmla="*/ 466887 w 714375"/>
                <a:gd name="csY689" fmla="*/ 314295 h 314325"/>
                <a:gd name="csX690" fmla="*/ 465496 w 714375"/>
                <a:gd name="csY690" fmla="*/ 314295 h 314325"/>
                <a:gd name="csX691" fmla="*/ 464096 w 714375"/>
                <a:gd name="csY691" fmla="*/ 314295 h 314325"/>
                <a:gd name="csX692" fmla="*/ 462706 w 714375"/>
                <a:gd name="csY692" fmla="*/ 314295 h 314325"/>
                <a:gd name="csX693" fmla="*/ 461315 w 714375"/>
                <a:gd name="csY693" fmla="*/ 314295 h 314325"/>
                <a:gd name="csX694" fmla="*/ 459924 w 714375"/>
                <a:gd name="csY694" fmla="*/ 314295 h 314325"/>
                <a:gd name="csX695" fmla="*/ 458534 w 714375"/>
                <a:gd name="csY695" fmla="*/ 314295 h 314325"/>
                <a:gd name="csX696" fmla="*/ 457143 w 714375"/>
                <a:gd name="csY696" fmla="*/ 314295 h 314325"/>
                <a:gd name="csX697" fmla="*/ 455743 w 714375"/>
                <a:gd name="csY697" fmla="*/ 314295 h 314325"/>
                <a:gd name="csX698" fmla="*/ 454352 w 714375"/>
                <a:gd name="csY698" fmla="*/ 314295 h 314325"/>
                <a:gd name="csX699" fmla="*/ 452962 w 714375"/>
                <a:gd name="csY699" fmla="*/ 314295 h 314325"/>
                <a:gd name="csX700" fmla="*/ 451571 w 714375"/>
                <a:gd name="csY700" fmla="*/ 314295 h 314325"/>
                <a:gd name="csX701" fmla="*/ 450113 w 714375"/>
                <a:gd name="csY701" fmla="*/ 314295 h 314325"/>
                <a:gd name="csX702" fmla="*/ 448723 w 714375"/>
                <a:gd name="csY702" fmla="*/ 314295 h 314325"/>
                <a:gd name="csX703" fmla="*/ 447332 w 714375"/>
                <a:gd name="csY703" fmla="*/ 314295 h 314325"/>
                <a:gd name="csX704" fmla="*/ 445932 w 714375"/>
                <a:gd name="csY704" fmla="*/ 314295 h 314325"/>
                <a:gd name="csX705" fmla="*/ 444541 w 714375"/>
                <a:gd name="csY705" fmla="*/ 314295 h 314325"/>
                <a:gd name="csX706" fmla="*/ 443150 w 714375"/>
                <a:gd name="csY706" fmla="*/ 314295 h 314325"/>
                <a:gd name="csX707" fmla="*/ 441760 w 714375"/>
                <a:gd name="csY707" fmla="*/ 314295 h 314325"/>
                <a:gd name="csX708" fmla="*/ 440369 w 714375"/>
                <a:gd name="csY708" fmla="*/ 314295 h 314325"/>
                <a:gd name="csX709" fmla="*/ 438969 w 714375"/>
                <a:gd name="csY709" fmla="*/ 314295 h 314325"/>
                <a:gd name="csX710" fmla="*/ 437579 w 714375"/>
                <a:gd name="csY710" fmla="*/ 314295 h 314325"/>
                <a:gd name="csX711" fmla="*/ 436188 w 714375"/>
                <a:gd name="csY711" fmla="*/ 314295 h 314325"/>
                <a:gd name="csX712" fmla="*/ 434731 w 714375"/>
                <a:gd name="csY712" fmla="*/ 314295 h 314325"/>
                <a:gd name="csX713" fmla="*/ 433340 w 714375"/>
                <a:gd name="csY713" fmla="*/ 314295 h 314325"/>
                <a:gd name="csX714" fmla="*/ 431949 w 714375"/>
                <a:gd name="csY714" fmla="*/ 314295 h 314325"/>
                <a:gd name="csX715" fmla="*/ 430559 w 714375"/>
                <a:gd name="csY715" fmla="*/ 314295 h 314325"/>
                <a:gd name="csX716" fmla="*/ 429158 w 714375"/>
                <a:gd name="csY716" fmla="*/ 314295 h 314325"/>
                <a:gd name="csX717" fmla="*/ 427768 w 714375"/>
                <a:gd name="csY717" fmla="*/ 314295 h 314325"/>
                <a:gd name="csX718" fmla="*/ 426377 w 714375"/>
                <a:gd name="csY718" fmla="*/ 314295 h 314325"/>
                <a:gd name="csX719" fmla="*/ 424986 w 714375"/>
                <a:gd name="csY719" fmla="*/ 314295 h 314325"/>
                <a:gd name="csX720" fmla="*/ 423596 w 714375"/>
                <a:gd name="csY720" fmla="*/ 314295 h 314325"/>
                <a:gd name="csX721" fmla="*/ 422205 w 714375"/>
                <a:gd name="csY721" fmla="*/ 314295 h 314325"/>
                <a:gd name="csX722" fmla="*/ 420805 w 714375"/>
                <a:gd name="csY722" fmla="*/ 314295 h 314325"/>
                <a:gd name="csX723" fmla="*/ 419357 w 714375"/>
                <a:gd name="csY723" fmla="*/ 314295 h 314325"/>
                <a:gd name="csX724" fmla="*/ 417957 w 714375"/>
                <a:gd name="csY724" fmla="*/ 314295 h 314325"/>
                <a:gd name="csX725" fmla="*/ 416567 w 714375"/>
                <a:gd name="csY725" fmla="*/ 314295 h 314325"/>
                <a:gd name="csX726" fmla="*/ 415176 w 714375"/>
                <a:gd name="csY726" fmla="*/ 314295 h 314325"/>
                <a:gd name="csX727" fmla="*/ 413785 w 714375"/>
                <a:gd name="csY727" fmla="*/ 314295 h 314325"/>
                <a:gd name="csX728" fmla="*/ 412394 w 714375"/>
                <a:gd name="csY728" fmla="*/ 314295 h 314325"/>
                <a:gd name="csX729" fmla="*/ 410994 w 714375"/>
                <a:gd name="csY729" fmla="*/ 314295 h 314325"/>
                <a:gd name="csX730" fmla="*/ 409604 w 714375"/>
                <a:gd name="csY730" fmla="*/ 314295 h 314325"/>
                <a:gd name="csX731" fmla="*/ 408213 w 714375"/>
                <a:gd name="csY731" fmla="*/ 314295 h 314325"/>
                <a:gd name="csX732" fmla="*/ 406822 w 714375"/>
                <a:gd name="csY732" fmla="*/ 314295 h 314325"/>
                <a:gd name="csX733" fmla="*/ 405432 w 714375"/>
                <a:gd name="csY733" fmla="*/ 314295 h 314325"/>
                <a:gd name="csX734" fmla="*/ 404041 w 714375"/>
                <a:gd name="csY734" fmla="*/ 314295 h 314325"/>
                <a:gd name="csX735" fmla="*/ 402584 w 714375"/>
                <a:gd name="csY735" fmla="*/ 314295 h 314325"/>
                <a:gd name="csX736" fmla="*/ 401193 w 714375"/>
                <a:gd name="csY736" fmla="*/ 314295 h 314325"/>
                <a:gd name="csX737" fmla="*/ 399793 w 714375"/>
                <a:gd name="csY737" fmla="*/ 314295 h 314325"/>
                <a:gd name="csX738" fmla="*/ 398402 w 714375"/>
                <a:gd name="csY738" fmla="*/ 314295 h 314325"/>
                <a:gd name="csX739" fmla="*/ 397011 w 714375"/>
                <a:gd name="csY739" fmla="*/ 314295 h 314325"/>
                <a:gd name="csX740" fmla="*/ 395621 w 714375"/>
                <a:gd name="csY740" fmla="*/ 314295 h 314325"/>
                <a:gd name="csX741" fmla="*/ 394230 w 714375"/>
                <a:gd name="csY741" fmla="*/ 314295 h 314325"/>
                <a:gd name="csX742" fmla="*/ 392830 w 714375"/>
                <a:gd name="csY742" fmla="*/ 314295 h 314325"/>
                <a:gd name="csX743" fmla="*/ 391440 w 714375"/>
                <a:gd name="csY743" fmla="*/ 314295 h 314325"/>
                <a:gd name="csX744" fmla="*/ 390049 w 714375"/>
                <a:gd name="csY744" fmla="*/ 314295 h 314325"/>
                <a:gd name="csX745" fmla="*/ 388658 w 714375"/>
                <a:gd name="csY745" fmla="*/ 314295 h 314325"/>
                <a:gd name="csX746" fmla="*/ 387201 w 714375"/>
                <a:gd name="csY746" fmla="*/ 314295 h 314325"/>
                <a:gd name="csX747" fmla="*/ 385810 w 714375"/>
                <a:gd name="csY747" fmla="*/ 314295 h 314325"/>
                <a:gd name="csX748" fmla="*/ 384420 w 714375"/>
                <a:gd name="csY748" fmla="*/ 314295 h 314325"/>
                <a:gd name="csX749" fmla="*/ 383019 w 714375"/>
                <a:gd name="csY749" fmla="*/ 314295 h 314325"/>
                <a:gd name="csX750" fmla="*/ 381629 w 714375"/>
                <a:gd name="csY750" fmla="*/ 314295 h 314325"/>
                <a:gd name="csX751" fmla="*/ 380238 w 714375"/>
                <a:gd name="csY751" fmla="*/ 314295 h 314325"/>
                <a:gd name="csX752" fmla="*/ 378847 w 714375"/>
                <a:gd name="csY752" fmla="*/ 314295 h 314325"/>
                <a:gd name="csX753" fmla="*/ 377457 w 714375"/>
                <a:gd name="csY753" fmla="*/ 314295 h 314325"/>
                <a:gd name="csX754" fmla="*/ 376066 w 714375"/>
                <a:gd name="csY754" fmla="*/ 314295 h 314325"/>
                <a:gd name="csX755" fmla="*/ 374666 w 714375"/>
                <a:gd name="csY755" fmla="*/ 314295 h 314325"/>
                <a:gd name="csX756" fmla="*/ 373275 w 714375"/>
                <a:gd name="csY756" fmla="*/ 314295 h 314325"/>
                <a:gd name="csX757" fmla="*/ 371818 w 714375"/>
                <a:gd name="csY757" fmla="*/ 314295 h 314325"/>
                <a:gd name="csX758" fmla="*/ 370428 w 714375"/>
                <a:gd name="csY758" fmla="*/ 314295 h 314325"/>
                <a:gd name="csX759" fmla="*/ 369036 w 714375"/>
                <a:gd name="csY759" fmla="*/ 314295 h 314325"/>
                <a:gd name="csX760" fmla="*/ 367646 w 714375"/>
                <a:gd name="csY760" fmla="*/ 314295 h 314325"/>
                <a:gd name="csX761" fmla="*/ 366246 w 714375"/>
                <a:gd name="csY761" fmla="*/ 314295 h 314325"/>
                <a:gd name="csX762" fmla="*/ 364855 w 714375"/>
                <a:gd name="csY762" fmla="*/ 314295 h 314325"/>
                <a:gd name="csX763" fmla="*/ 363465 w 714375"/>
                <a:gd name="csY763" fmla="*/ 314295 h 314325"/>
                <a:gd name="csX764" fmla="*/ 362074 w 714375"/>
                <a:gd name="csY764" fmla="*/ 314295 h 314325"/>
                <a:gd name="csX765" fmla="*/ 360683 w 714375"/>
                <a:gd name="csY765" fmla="*/ 314295 h 314325"/>
                <a:gd name="csX766" fmla="*/ 359293 w 714375"/>
                <a:gd name="csY766" fmla="*/ 314295 h 314325"/>
                <a:gd name="csX767" fmla="*/ 357892 w 714375"/>
                <a:gd name="csY767" fmla="*/ 314295 h 314325"/>
                <a:gd name="csX768" fmla="*/ 356502 w 714375"/>
                <a:gd name="csY768" fmla="*/ 314295 h 314325"/>
                <a:gd name="csX769" fmla="*/ 355044 w 714375"/>
                <a:gd name="csY769" fmla="*/ 314295 h 314325"/>
                <a:gd name="csX770" fmla="*/ 353654 w 714375"/>
                <a:gd name="csY770" fmla="*/ 314295 h 314325"/>
                <a:gd name="csX771" fmla="*/ 352263 w 714375"/>
                <a:gd name="csY771" fmla="*/ 314295 h 314325"/>
                <a:gd name="csX772" fmla="*/ 350872 w 714375"/>
                <a:gd name="csY772" fmla="*/ 314295 h 314325"/>
                <a:gd name="csX773" fmla="*/ 349482 w 714375"/>
                <a:gd name="csY773" fmla="*/ 314295 h 314325"/>
                <a:gd name="csX774" fmla="*/ 348091 w 714375"/>
                <a:gd name="csY774" fmla="*/ 314295 h 314325"/>
                <a:gd name="csX775" fmla="*/ 346691 w 714375"/>
                <a:gd name="csY775" fmla="*/ 314295 h 314325"/>
                <a:gd name="csX776" fmla="*/ 345301 w 714375"/>
                <a:gd name="csY776" fmla="*/ 314295 h 314325"/>
                <a:gd name="csX777" fmla="*/ 343909 w 714375"/>
                <a:gd name="csY777" fmla="*/ 314295 h 314325"/>
                <a:gd name="csX778" fmla="*/ 342519 w 714375"/>
                <a:gd name="csY778" fmla="*/ 314295 h 314325"/>
                <a:gd name="csX779" fmla="*/ 341128 w 714375"/>
                <a:gd name="csY779" fmla="*/ 314295 h 314325"/>
                <a:gd name="csX780" fmla="*/ 339671 w 714375"/>
                <a:gd name="csY780" fmla="*/ 314295 h 314325"/>
                <a:gd name="csX781" fmla="*/ 338271 w 714375"/>
                <a:gd name="csY781" fmla="*/ 314295 h 314325"/>
                <a:gd name="csX782" fmla="*/ 336880 w 714375"/>
                <a:gd name="csY782" fmla="*/ 314295 h 314325"/>
                <a:gd name="csX783" fmla="*/ 335490 w 714375"/>
                <a:gd name="csY783" fmla="*/ 314295 h 314325"/>
                <a:gd name="csX784" fmla="*/ 334099 w 714375"/>
                <a:gd name="csY784" fmla="*/ 314295 h 314325"/>
                <a:gd name="csX785" fmla="*/ 332708 w 714375"/>
                <a:gd name="csY785" fmla="*/ 314295 h 314325"/>
                <a:gd name="csX786" fmla="*/ 331318 w 714375"/>
                <a:gd name="csY786" fmla="*/ 314295 h 314325"/>
                <a:gd name="csX787" fmla="*/ 329917 w 714375"/>
                <a:gd name="csY787" fmla="*/ 314295 h 314325"/>
                <a:gd name="csX788" fmla="*/ 328527 w 714375"/>
                <a:gd name="csY788" fmla="*/ 314295 h 314325"/>
                <a:gd name="csX789" fmla="*/ 327136 w 714375"/>
                <a:gd name="csY789" fmla="*/ 314295 h 314325"/>
                <a:gd name="csX790" fmla="*/ 325745 w 714375"/>
                <a:gd name="csY790" fmla="*/ 314295 h 314325"/>
                <a:gd name="csX791" fmla="*/ 324355 w 714375"/>
                <a:gd name="csY791" fmla="*/ 314295 h 314325"/>
                <a:gd name="csX792" fmla="*/ 322897 w 714375"/>
                <a:gd name="csY792" fmla="*/ 314295 h 314325"/>
                <a:gd name="csX793" fmla="*/ 321507 w 714375"/>
                <a:gd name="csY793" fmla="*/ 314295 h 314325"/>
                <a:gd name="csX794" fmla="*/ 320107 w 714375"/>
                <a:gd name="csY794" fmla="*/ 314295 h 314325"/>
                <a:gd name="csX795" fmla="*/ 318716 w 714375"/>
                <a:gd name="csY795" fmla="*/ 314295 h 314325"/>
                <a:gd name="csX796" fmla="*/ 317326 w 714375"/>
                <a:gd name="csY796" fmla="*/ 314295 h 314325"/>
                <a:gd name="csX797" fmla="*/ 315935 w 714375"/>
                <a:gd name="csY797" fmla="*/ 314295 h 314325"/>
                <a:gd name="csX798" fmla="*/ 314544 w 714375"/>
                <a:gd name="csY798" fmla="*/ 314295 h 314325"/>
                <a:gd name="csX799" fmla="*/ 313154 w 714375"/>
                <a:gd name="csY799" fmla="*/ 314295 h 314325"/>
                <a:gd name="csX800" fmla="*/ 311753 w 714375"/>
                <a:gd name="csY800" fmla="*/ 314295 h 314325"/>
                <a:gd name="csX801" fmla="*/ 310363 w 714375"/>
                <a:gd name="csY801" fmla="*/ 314295 h 314325"/>
                <a:gd name="csX802" fmla="*/ 308972 w 714375"/>
                <a:gd name="csY802" fmla="*/ 314295 h 314325"/>
                <a:gd name="csX803" fmla="*/ 307515 w 714375"/>
                <a:gd name="csY803" fmla="*/ 314295 h 314325"/>
                <a:gd name="csX804" fmla="*/ 306124 w 714375"/>
                <a:gd name="csY804" fmla="*/ 314295 h 314325"/>
                <a:gd name="csX805" fmla="*/ 304733 w 714375"/>
                <a:gd name="csY805" fmla="*/ 314295 h 314325"/>
                <a:gd name="csX806" fmla="*/ 303343 w 714375"/>
                <a:gd name="csY806" fmla="*/ 314295 h 314325"/>
                <a:gd name="csX807" fmla="*/ 301943 w 714375"/>
                <a:gd name="csY807" fmla="*/ 314295 h 314325"/>
                <a:gd name="csX808" fmla="*/ 300552 w 714375"/>
                <a:gd name="csY808" fmla="*/ 314295 h 314325"/>
                <a:gd name="csX809" fmla="*/ 299161 w 714375"/>
                <a:gd name="csY809" fmla="*/ 314295 h 314325"/>
                <a:gd name="csX810" fmla="*/ 297770 w 714375"/>
                <a:gd name="csY810" fmla="*/ 314295 h 314325"/>
                <a:gd name="csX811" fmla="*/ 296380 w 714375"/>
                <a:gd name="csY811" fmla="*/ 314295 h 314325"/>
                <a:gd name="csX812" fmla="*/ 294980 w 714375"/>
                <a:gd name="csY812" fmla="*/ 314295 h 314325"/>
                <a:gd name="csX813" fmla="*/ 293589 w 714375"/>
                <a:gd name="csY813" fmla="*/ 314295 h 314325"/>
                <a:gd name="csX814" fmla="*/ 292132 w 714375"/>
                <a:gd name="csY814" fmla="*/ 314295 h 314325"/>
                <a:gd name="csX815" fmla="*/ 290741 w 714375"/>
                <a:gd name="csY815" fmla="*/ 314295 h 314325"/>
                <a:gd name="csX816" fmla="*/ 289351 w 714375"/>
                <a:gd name="csY816" fmla="*/ 314295 h 314325"/>
                <a:gd name="csX817" fmla="*/ 287960 w 714375"/>
                <a:gd name="csY817" fmla="*/ 314295 h 314325"/>
                <a:gd name="csX818" fmla="*/ 286569 w 714375"/>
                <a:gd name="csY818" fmla="*/ 314295 h 314325"/>
                <a:gd name="csX819" fmla="*/ 285179 w 714375"/>
                <a:gd name="csY819" fmla="*/ 314295 h 314325"/>
                <a:gd name="csX820" fmla="*/ 283778 w 714375"/>
                <a:gd name="csY820" fmla="*/ 314295 h 314325"/>
                <a:gd name="csX821" fmla="*/ 282388 w 714375"/>
                <a:gd name="csY821" fmla="*/ 314295 h 314325"/>
                <a:gd name="csX822" fmla="*/ 280997 w 714375"/>
                <a:gd name="csY822" fmla="*/ 314295 h 314325"/>
                <a:gd name="csX823" fmla="*/ 279606 w 714375"/>
                <a:gd name="csY823" fmla="*/ 314295 h 314325"/>
                <a:gd name="csX824" fmla="*/ 278216 w 714375"/>
                <a:gd name="csY824" fmla="*/ 314295 h 314325"/>
                <a:gd name="csX825" fmla="*/ 276816 w 714375"/>
                <a:gd name="csY825" fmla="*/ 314295 h 314325"/>
                <a:gd name="csX826" fmla="*/ 275368 w 714375"/>
                <a:gd name="csY826" fmla="*/ 314295 h 314325"/>
                <a:gd name="csX827" fmla="*/ 273968 w 714375"/>
                <a:gd name="csY827" fmla="*/ 314295 h 314325"/>
                <a:gd name="csX828" fmla="*/ 272577 w 714375"/>
                <a:gd name="csY828" fmla="*/ 314295 h 314325"/>
                <a:gd name="csX829" fmla="*/ 271187 w 714375"/>
                <a:gd name="csY829" fmla="*/ 314295 h 314325"/>
                <a:gd name="csX830" fmla="*/ 269796 w 714375"/>
                <a:gd name="csY830" fmla="*/ 314295 h 314325"/>
                <a:gd name="csX831" fmla="*/ 268405 w 714375"/>
                <a:gd name="csY831" fmla="*/ 314295 h 314325"/>
                <a:gd name="csX832" fmla="*/ 267005 w 714375"/>
                <a:gd name="csY832" fmla="*/ 314295 h 314325"/>
                <a:gd name="csX833" fmla="*/ 265614 w 714375"/>
                <a:gd name="csY833" fmla="*/ 314295 h 314325"/>
                <a:gd name="csX834" fmla="*/ 264224 w 714375"/>
                <a:gd name="csY834" fmla="*/ 314295 h 314325"/>
                <a:gd name="csX835" fmla="*/ 262833 w 714375"/>
                <a:gd name="csY835" fmla="*/ 314295 h 314325"/>
                <a:gd name="csX836" fmla="*/ 261442 w 714375"/>
                <a:gd name="csY836" fmla="*/ 314295 h 314325"/>
                <a:gd name="csX837" fmla="*/ 259985 w 714375"/>
                <a:gd name="csY837" fmla="*/ 314295 h 314325"/>
                <a:gd name="csX838" fmla="*/ 258594 w 714375"/>
                <a:gd name="csY838" fmla="*/ 314295 h 314325"/>
                <a:gd name="csX839" fmla="*/ 257204 w 714375"/>
                <a:gd name="csY839" fmla="*/ 314295 h 314325"/>
                <a:gd name="csX840" fmla="*/ 255803 w 714375"/>
                <a:gd name="csY840" fmla="*/ 314295 h 314325"/>
                <a:gd name="csX841" fmla="*/ 254413 w 714375"/>
                <a:gd name="csY841" fmla="*/ 314295 h 314325"/>
                <a:gd name="csX842" fmla="*/ 253022 w 714375"/>
                <a:gd name="csY842" fmla="*/ 314295 h 314325"/>
                <a:gd name="csX843" fmla="*/ 251631 w 714375"/>
                <a:gd name="csY843" fmla="*/ 314295 h 314325"/>
                <a:gd name="csX844" fmla="*/ 250241 w 714375"/>
                <a:gd name="csY844" fmla="*/ 314295 h 314325"/>
                <a:gd name="csX845" fmla="*/ 248841 w 714375"/>
                <a:gd name="csY845" fmla="*/ 314295 h 314325"/>
                <a:gd name="csX846" fmla="*/ 247450 w 714375"/>
                <a:gd name="csY846" fmla="*/ 314295 h 314325"/>
                <a:gd name="csX847" fmla="*/ 246060 w 714375"/>
                <a:gd name="csY847" fmla="*/ 314295 h 314325"/>
                <a:gd name="csX848" fmla="*/ 244602 w 714375"/>
                <a:gd name="csY848" fmla="*/ 314295 h 314325"/>
                <a:gd name="csX849" fmla="*/ 243212 w 714375"/>
                <a:gd name="csY849" fmla="*/ 314295 h 314325"/>
                <a:gd name="csX850" fmla="*/ 241821 w 714375"/>
                <a:gd name="csY850" fmla="*/ 314295 h 314325"/>
                <a:gd name="csX851" fmla="*/ 240430 w 714375"/>
                <a:gd name="csY851" fmla="*/ 314295 h 314325"/>
                <a:gd name="csX852" fmla="*/ 239030 w 714375"/>
                <a:gd name="csY852" fmla="*/ 314295 h 314325"/>
                <a:gd name="csX853" fmla="*/ 237639 w 714375"/>
                <a:gd name="csY853" fmla="*/ 314295 h 314325"/>
                <a:gd name="csX854" fmla="*/ 236249 w 714375"/>
                <a:gd name="csY854" fmla="*/ 314295 h 314325"/>
                <a:gd name="csX855" fmla="*/ 234858 w 714375"/>
                <a:gd name="csY855" fmla="*/ 314295 h 314325"/>
                <a:gd name="csX856" fmla="*/ 233467 w 714375"/>
                <a:gd name="csY856" fmla="*/ 314295 h 314325"/>
                <a:gd name="csX857" fmla="*/ 232077 w 714375"/>
                <a:gd name="csY857" fmla="*/ 314295 h 314325"/>
                <a:gd name="csX858" fmla="*/ 230676 w 714375"/>
                <a:gd name="csY858" fmla="*/ 314295 h 314325"/>
                <a:gd name="csX859" fmla="*/ 229286 w 714375"/>
                <a:gd name="csY859" fmla="*/ 314295 h 314325"/>
                <a:gd name="csX860" fmla="*/ 227829 w 714375"/>
                <a:gd name="csY860" fmla="*/ 314295 h 314325"/>
                <a:gd name="csX861" fmla="*/ 226438 w 714375"/>
                <a:gd name="csY861" fmla="*/ 314295 h 314325"/>
                <a:gd name="csX862" fmla="*/ 225048 w 714375"/>
                <a:gd name="csY862" fmla="*/ 314295 h 314325"/>
                <a:gd name="csX863" fmla="*/ 223656 w 714375"/>
                <a:gd name="csY863" fmla="*/ 314295 h 314325"/>
                <a:gd name="csX864" fmla="*/ 222266 w 714375"/>
                <a:gd name="csY864" fmla="*/ 314295 h 314325"/>
                <a:gd name="csX865" fmla="*/ 220866 w 714375"/>
                <a:gd name="csY865" fmla="*/ 314295 h 314325"/>
                <a:gd name="csX866" fmla="*/ 219475 w 714375"/>
                <a:gd name="csY866" fmla="*/ 314295 h 314325"/>
                <a:gd name="csX867" fmla="*/ 218085 w 714375"/>
                <a:gd name="csY867" fmla="*/ 314295 h 314325"/>
                <a:gd name="csX868" fmla="*/ 216694 w 714375"/>
                <a:gd name="csY868" fmla="*/ 314295 h 314325"/>
                <a:gd name="csX869" fmla="*/ 215303 w 714375"/>
                <a:gd name="csY869" fmla="*/ 314295 h 314325"/>
                <a:gd name="csX870" fmla="*/ 213903 w 714375"/>
                <a:gd name="csY870" fmla="*/ 314295 h 314325"/>
                <a:gd name="csX871" fmla="*/ 212455 w 714375"/>
                <a:gd name="csY871" fmla="*/ 314295 h 314325"/>
                <a:gd name="csX872" fmla="*/ 211055 w 714375"/>
                <a:gd name="csY872" fmla="*/ 314295 h 314325"/>
                <a:gd name="csX873" fmla="*/ 209664 w 714375"/>
                <a:gd name="csY873" fmla="*/ 314295 h 314325"/>
                <a:gd name="csX874" fmla="*/ 208274 w 714375"/>
                <a:gd name="csY874" fmla="*/ 314295 h 314325"/>
                <a:gd name="csX875" fmla="*/ 206883 w 714375"/>
                <a:gd name="csY875" fmla="*/ 314295 h 314325"/>
                <a:gd name="csX876" fmla="*/ 205492 w 714375"/>
                <a:gd name="csY876" fmla="*/ 314295 h 314325"/>
                <a:gd name="csX877" fmla="*/ 204102 w 714375"/>
                <a:gd name="csY877" fmla="*/ 314295 h 314325"/>
                <a:gd name="csX878" fmla="*/ 202702 w 714375"/>
                <a:gd name="csY878" fmla="*/ 314295 h 314325"/>
                <a:gd name="csX879" fmla="*/ 201311 w 714375"/>
                <a:gd name="csY879" fmla="*/ 314295 h 314325"/>
                <a:gd name="csX880" fmla="*/ 199921 w 714375"/>
                <a:gd name="csY880" fmla="*/ 314295 h 314325"/>
                <a:gd name="csX881" fmla="*/ 198529 w 714375"/>
                <a:gd name="csY881" fmla="*/ 314295 h 314325"/>
                <a:gd name="csX882" fmla="*/ 197072 w 714375"/>
                <a:gd name="csY882" fmla="*/ 314295 h 314325"/>
                <a:gd name="csX883" fmla="*/ 195682 w 714375"/>
                <a:gd name="csY883" fmla="*/ 314295 h 314325"/>
                <a:gd name="csX884" fmla="*/ 194291 w 714375"/>
                <a:gd name="csY884" fmla="*/ 314295 h 314325"/>
                <a:gd name="csX885" fmla="*/ 192891 w 714375"/>
                <a:gd name="csY885" fmla="*/ 314295 h 314325"/>
                <a:gd name="csX886" fmla="*/ 191500 w 714375"/>
                <a:gd name="csY886" fmla="*/ 314295 h 314325"/>
                <a:gd name="csX887" fmla="*/ 190110 w 714375"/>
                <a:gd name="csY887" fmla="*/ 314295 h 314325"/>
                <a:gd name="csX888" fmla="*/ 188719 w 714375"/>
                <a:gd name="csY888" fmla="*/ 314295 h 314325"/>
                <a:gd name="csX889" fmla="*/ 187328 w 714375"/>
                <a:gd name="csY889" fmla="*/ 314295 h 314325"/>
                <a:gd name="csX890" fmla="*/ 185938 w 714375"/>
                <a:gd name="csY890" fmla="*/ 314295 h 314325"/>
                <a:gd name="csX891" fmla="*/ 184537 w 714375"/>
                <a:gd name="csY891" fmla="*/ 314295 h 314325"/>
                <a:gd name="csX892" fmla="*/ 183147 w 714375"/>
                <a:gd name="csY892" fmla="*/ 314295 h 314325"/>
                <a:gd name="csX893" fmla="*/ 181756 w 714375"/>
                <a:gd name="csY893" fmla="*/ 314295 h 314325"/>
                <a:gd name="csX894" fmla="*/ 180299 w 714375"/>
                <a:gd name="csY894" fmla="*/ 314295 h 314325"/>
                <a:gd name="csX895" fmla="*/ 178908 w 714375"/>
                <a:gd name="csY895" fmla="*/ 314295 h 314325"/>
                <a:gd name="csX896" fmla="*/ 177517 w 714375"/>
                <a:gd name="csY896" fmla="*/ 314295 h 314325"/>
                <a:gd name="csX897" fmla="*/ 176117 w 714375"/>
                <a:gd name="csY897" fmla="*/ 314295 h 314325"/>
                <a:gd name="csX898" fmla="*/ 174727 w 714375"/>
                <a:gd name="csY898" fmla="*/ 314295 h 314325"/>
                <a:gd name="csX899" fmla="*/ 173336 w 714375"/>
                <a:gd name="csY899" fmla="*/ 314295 h 314325"/>
                <a:gd name="csX900" fmla="*/ 171946 w 714375"/>
                <a:gd name="csY900" fmla="*/ 314295 h 314325"/>
                <a:gd name="csX901" fmla="*/ 170555 w 714375"/>
                <a:gd name="csY901" fmla="*/ 314295 h 314325"/>
                <a:gd name="csX902" fmla="*/ 169164 w 714375"/>
                <a:gd name="csY902" fmla="*/ 314295 h 314325"/>
                <a:gd name="csX903" fmla="*/ 167764 w 714375"/>
                <a:gd name="csY903" fmla="*/ 314295 h 314325"/>
                <a:gd name="csX904" fmla="*/ 166373 w 714375"/>
                <a:gd name="csY904" fmla="*/ 314295 h 314325"/>
                <a:gd name="csX905" fmla="*/ 164916 w 714375"/>
                <a:gd name="csY905" fmla="*/ 314295 h 314325"/>
                <a:gd name="csX906" fmla="*/ 163525 w 714375"/>
                <a:gd name="csY906" fmla="*/ 314295 h 314325"/>
                <a:gd name="csX907" fmla="*/ 162134 w 714375"/>
                <a:gd name="csY907" fmla="*/ 314295 h 314325"/>
                <a:gd name="csX908" fmla="*/ 160744 w 714375"/>
                <a:gd name="csY908" fmla="*/ 314295 h 314325"/>
                <a:gd name="csX909" fmla="*/ 159353 w 714375"/>
                <a:gd name="csY909" fmla="*/ 314295 h 314325"/>
                <a:gd name="csX910" fmla="*/ 157963 w 714375"/>
                <a:gd name="csY910" fmla="*/ 314295 h 314325"/>
                <a:gd name="csX911" fmla="*/ 156563 w 714375"/>
                <a:gd name="csY911" fmla="*/ 314295 h 314325"/>
                <a:gd name="csX912" fmla="*/ 155172 w 714375"/>
                <a:gd name="csY912" fmla="*/ 314295 h 314325"/>
                <a:gd name="csX913" fmla="*/ 153781 w 714375"/>
                <a:gd name="csY913" fmla="*/ 314295 h 314325"/>
                <a:gd name="csX914" fmla="*/ 152390 w 714375"/>
                <a:gd name="csY914" fmla="*/ 314295 h 314325"/>
                <a:gd name="csX915" fmla="*/ 151000 w 714375"/>
                <a:gd name="csY915" fmla="*/ 314295 h 314325"/>
                <a:gd name="csX916" fmla="*/ 149543 w 714375"/>
                <a:gd name="csY916" fmla="*/ 314295 h 314325"/>
                <a:gd name="csX917" fmla="*/ 148142 w 714375"/>
                <a:gd name="csY917" fmla="*/ 314295 h 314325"/>
                <a:gd name="csX918" fmla="*/ 146752 w 714375"/>
                <a:gd name="csY918" fmla="*/ 314295 h 314325"/>
                <a:gd name="csX919" fmla="*/ 145361 w 714375"/>
                <a:gd name="csY919" fmla="*/ 314295 h 314325"/>
                <a:gd name="csX920" fmla="*/ 143970 w 714375"/>
                <a:gd name="csY920" fmla="*/ 314295 h 314325"/>
                <a:gd name="csX921" fmla="*/ 142580 w 714375"/>
                <a:gd name="csY921" fmla="*/ 314295 h 314325"/>
                <a:gd name="csX922" fmla="*/ 141189 w 714375"/>
                <a:gd name="csY922" fmla="*/ 314295 h 314325"/>
                <a:gd name="csX923" fmla="*/ 139789 w 714375"/>
                <a:gd name="csY923" fmla="*/ 314295 h 314325"/>
                <a:gd name="csX924" fmla="*/ 138398 w 714375"/>
                <a:gd name="csY924" fmla="*/ 314295 h 314325"/>
                <a:gd name="csX925" fmla="*/ 137008 w 714375"/>
                <a:gd name="csY925" fmla="*/ 314295 h 314325"/>
                <a:gd name="csX926" fmla="*/ 135617 w 714375"/>
                <a:gd name="csY926" fmla="*/ 314295 h 314325"/>
                <a:gd name="csX927" fmla="*/ 134226 w 714375"/>
                <a:gd name="csY927" fmla="*/ 314295 h 314325"/>
                <a:gd name="csX928" fmla="*/ 132769 w 714375"/>
                <a:gd name="csY928" fmla="*/ 314295 h 314325"/>
                <a:gd name="csX929" fmla="*/ 131378 w 714375"/>
                <a:gd name="csY929" fmla="*/ 314295 h 314325"/>
                <a:gd name="csX930" fmla="*/ 129978 w 714375"/>
                <a:gd name="csY930" fmla="*/ 314295 h 314325"/>
                <a:gd name="csX931" fmla="*/ 128588 w 714375"/>
                <a:gd name="csY931" fmla="*/ 314295 h 314325"/>
                <a:gd name="csX932" fmla="*/ 127197 w 714375"/>
                <a:gd name="csY932" fmla="*/ 314295 h 314325"/>
                <a:gd name="csX933" fmla="*/ 125806 w 714375"/>
                <a:gd name="csY933" fmla="*/ 314295 h 314325"/>
                <a:gd name="csX934" fmla="*/ 124416 w 714375"/>
                <a:gd name="csY934" fmla="*/ 314295 h 314325"/>
                <a:gd name="csX935" fmla="*/ 123025 w 714375"/>
                <a:gd name="csY935" fmla="*/ 314295 h 314325"/>
                <a:gd name="csX936" fmla="*/ 121625 w 714375"/>
                <a:gd name="csY936" fmla="*/ 314295 h 314325"/>
                <a:gd name="csX937" fmla="*/ 120234 w 714375"/>
                <a:gd name="csY937" fmla="*/ 314295 h 314325"/>
                <a:gd name="csX938" fmla="*/ 118844 w 714375"/>
                <a:gd name="csY938" fmla="*/ 314295 h 314325"/>
                <a:gd name="csX939" fmla="*/ 117386 w 714375"/>
                <a:gd name="csY939" fmla="*/ 314295 h 314325"/>
                <a:gd name="csX940" fmla="*/ 115995 w 714375"/>
                <a:gd name="csY940" fmla="*/ 314295 h 314325"/>
                <a:gd name="csX941" fmla="*/ 114605 w 714375"/>
                <a:gd name="csY941" fmla="*/ 314295 h 314325"/>
                <a:gd name="csX942" fmla="*/ 113214 w 714375"/>
                <a:gd name="csY942" fmla="*/ 314295 h 314325"/>
                <a:gd name="csX943" fmla="*/ 111814 w 714375"/>
                <a:gd name="csY943" fmla="*/ 314295 h 314325"/>
                <a:gd name="csX944" fmla="*/ 110423 w 714375"/>
                <a:gd name="csY944" fmla="*/ 314295 h 314325"/>
                <a:gd name="csX945" fmla="*/ 109032 w 714375"/>
                <a:gd name="csY945" fmla="*/ 314295 h 314325"/>
                <a:gd name="csX946" fmla="*/ 107642 w 714375"/>
                <a:gd name="csY946" fmla="*/ 314295 h 314325"/>
                <a:gd name="csX947" fmla="*/ 106251 w 714375"/>
                <a:gd name="csY947" fmla="*/ 314295 h 314325"/>
                <a:gd name="csX948" fmla="*/ 104851 w 714375"/>
                <a:gd name="csY948" fmla="*/ 314295 h 314325"/>
                <a:gd name="csX949" fmla="*/ 103461 w 714375"/>
                <a:gd name="csY949" fmla="*/ 314295 h 314325"/>
                <a:gd name="csX950" fmla="*/ 102003 w 714375"/>
                <a:gd name="csY950" fmla="*/ 314295 h 314325"/>
                <a:gd name="csX951" fmla="*/ 100613 w 714375"/>
                <a:gd name="csY951" fmla="*/ 314295 h 314325"/>
                <a:gd name="csX952" fmla="*/ 99222 w 714375"/>
                <a:gd name="csY952" fmla="*/ 314295 h 314325"/>
                <a:gd name="csX953" fmla="*/ 97831 w 714375"/>
                <a:gd name="csY953" fmla="*/ 314295 h 314325"/>
                <a:gd name="csX954" fmla="*/ 96441 w 714375"/>
                <a:gd name="csY954" fmla="*/ 314295 h 314325"/>
                <a:gd name="csX955" fmla="*/ 95050 w 714375"/>
                <a:gd name="csY955" fmla="*/ 314295 h 314325"/>
                <a:gd name="csX956" fmla="*/ 93650 w 714375"/>
                <a:gd name="csY956" fmla="*/ 314295 h 314325"/>
                <a:gd name="csX957" fmla="*/ 92259 w 714375"/>
                <a:gd name="csY957" fmla="*/ 314295 h 314325"/>
                <a:gd name="csX958" fmla="*/ 90868 w 714375"/>
                <a:gd name="csY958" fmla="*/ 314295 h 314325"/>
                <a:gd name="csX959" fmla="*/ 89478 w 714375"/>
                <a:gd name="csY959" fmla="*/ 314295 h 314325"/>
                <a:gd name="csX960" fmla="*/ 88087 w 714375"/>
                <a:gd name="csY960" fmla="*/ 314295 h 314325"/>
                <a:gd name="csX961" fmla="*/ 86687 w 714375"/>
                <a:gd name="csY961" fmla="*/ 314295 h 314325"/>
                <a:gd name="csX962" fmla="*/ 85239 w 714375"/>
                <a:gd name="csY962" fmla="*/ 314295 h 314325"/>
                <a:gd name="csX963" fmla="*/ 83839 w 714375"/>
                <a:gd name="csY963" fmla="*/ 314295 h 314325"/>
                <a:gd name="csX964" fmla="*/ 82449 w 714375"/>
                <a:gd name="csY964" fmla="*/ 314295 h 314325"/>
                <a:gd name="csX965" fmla="*/ 81058 w 714375"/>
                <a:gd name="csY965" fmla="*/ 314295 h 314325"/>
                <a:gd name="csX966" fmla="*/ 79667 w 714375"/>
                <a:gd name="csY966" fmla="*/ 314295 h 314325"/>
                <a:gd name="csX967" fmla="*/ 78276 w 714375"/>
                <a:gd name="csY967" fmla="*/ 314295 h 314325"/>
                <a:gd name="csX968" fmla="*/ 76876 w 714375"/>
                <a:gd name="csY968" fmla="*/ 314295 h 314325"/>
                <a:gd name="csX969" fmla="*/ 75486 w 714375"/>
                <a:gd name="csY969" fmla="*/ 314295 h 314325"/>
                <a:gd name="csX970" fmla="*/ 74095 w 714375"/>
                <a:gd name="csY970" fmla="*/ 314295 h 314325"/>
                <a:gd name="csX971" fmla="*/ 72704 w 714375"/>
                <a:gd name="csY971" fmla="*/ 314295 h 314325"/>
                <a:gd name="csX972" fmla="*/ 71314 w 714375"/>
                <a:gd name="csY972" fmla="*/ 314295 h 314325"/>
                <a:gd name="csX973" fmla="*/ 69856 w 714375"/>
                <a:gd name="csY973" fmla="*/ 314295 h 314325"/>
                <a:gd name="csX974" fmla="*/ 68466 w 714375"/>
                <a:gd name="csY974" fmla="*/ 314295 h 314325"/>
                <a:gd name="csX975" fmla="*/ 67075 w 714375"/>
                <a:gd name="csY975" fmla="*/ 314295 h 314325"/>
                <a:gd name="csX976" fmla="*/ 65675 w 714375"/>
                <a:gd name="csY976" fmla="*/ 314295 h 314325"/>
                <a:gd name="csX977" fmla="*/ 64284 w 714375"/>
                <a:gd name="csY977" fmla="*/ 314295 h 314325"/>
                <a:gd name="csX978" fmla="*/ 62893 w 714375"/>
                <a:gd name="csY978" fmla="*/ 314295 h 314325"/>
                <a:gd name="csX979" fmla="*/ 61503 w 714375"/>
                <a:gd name="csY979" fmla="*/ 314295 h 314325"/>
                <a:gd name="csX980" fmla="*/ 60103 w 714375"/>
                <a:gd name="csY980" fmla="*/ 314295 h 314325"/>
                <a:gd name="csX981" fmla="*/ 58712 w 714375"/>
                <a:gd name="csY981" fmla="*/ 314295 h 314325"/>
                <a:gd name="csX982" fmla="*/ 57322 w 714375"/>
                <a:gd name="csY982" fmla="*/ 314295 h 314325"/>
                <a:gd name="csX983" fmla="*/ 55931 w 714375"/>
                <a:gd name="csY983" fmla="*/ 314295 h 314325"/>
                <a:gd name="csX984" fmla="*/ 54474 w 714375"/>
                <a:gd name="csY984" fmla="*/ 314295 h 314325"/>
                <a:gd name="csX985" fmla="*/ 53083 w 714375"/>
                <a:gd name="csY985" fmla="*/ 314295 h 314325"/>
                <a:gd name="csX986" fmla="*/ 51692 w 714375"/>
                <a:gd name="csY986" fmla="*/ 314295 h 314325"/>
                <a:gd name="csX987" fmla="*/ 50302 w 714375"/>
                <a:gd name="csY987" fmla="*/ 314295 h 314325"/>
                <a:gd name="csX988" fmla="*/ 48901 w 714375"/>
                <a:gd name="csY988" fmla="*/ 314295 h 314325"/>
                <a:gd name="csX989" fmla="*/ 47511 w 714375"/>
                <a:gd name="csY989" fmla="*/ 314295 h 314325"/>
                <a:gd name="csX990" fmla="*/ 46120 w 714375"/>
                <a:gd name="csY990" fmla="*/ 314295 h 314325"/>
                <a:gd name="csX991" fmla="*/ 44729 w 714375"/>
                <a:gd name="csY991" fmla="*/ 314295 h 314325"/>
                <a:gd name="csX992" fmla="*/ 43339 w 714375"/>
                <a:gd name="csY992" fmla="*/ 314295 h 314325"/>
                <a:gd name="csX993" fmla="*/ 41948 w 714375"/>
                <a:gd name="csY993" fmla="*/ 314295 h 314325"/>
                <a:gd name="csX994" fmla="*/ 40548 w 714375"/>
                <a:gd name="csY994" fmla="*/ 314295 h 314325"/>
                <a:gd name="csX995" fmla="*/ 39157 w 714375"/>
                <a:gd name="csY995" fmla="*/ 314295 h 314325"/>
                <a:gd name="csX996" fmla="*/ 37700 w 714375"/>
                <a:gd name="csY996" fmla="*/ 314295 h 314325"/>
                <a:gd name="csX997" fmla="*/ 36310 w 714375"/>
                <a:gd name="csY997" fmla="*/ 314295 h 314325"/>
                <a:gd name="csX998" fmla="*/ 34919 w 714375"/>
                <a:gd name="csY998" fmla="*/ 314295 h 314325"/>
                <a:gd name="csX999" fmla="*/ 33528 w 714375"/>
                <a:gd name="csY999" fmla="*/ 314295 h 314325"/>
                <a:gd name="csX1000" fmla="*/ 32137 w 714375"/>
                <a:gd name="csY1000" fmla="*/ 314295 h 314325"/>
                <a:gd name="csX1001" fmla="*/ 30737 w 714375"/>
                <a:gd name="csY1001" fmla="*/ 314295 h 314325"/>
                <a:gd name="csX1002" fmla="*/ 29347 w 714375"/>
                <a:gd name="csY1002" fmla="*/ 314295 h 314325"/>
                <a:gd name="csX1003" fmla="*/ 27956 w 714375"/>
                <a:gd name="csY1003" fmla="*/ 314295 h 314325"/>
                <a:gd name="csX1004" fmla="*/ 26565 w 714375"/>
                <a:gd name="csY1004" fmla="*/ 314295 h 314325"/>
                <a:gd name="csX1005" fmla="*/ 25175 w 714375"/>
                <a:gd name="csY1005" fmla="*/ 314295 h 314325"/>
                <a:gd name="csX1006" fmla="*/ 23774 w 714375"/>
                <a:gd name="csY1006" fmla="*/ 314295 h 314325"/>
                <a:gd name="csX1007" fmla="*/ 22327 w 714375"/>
                <a:gd name="csY1007" fmla="*/ 314295 h 314325"/>
                <a:gd name="csX1008" fmla="*/ 20926 w 714375"/>
                <a:gd name="csY1008" fmla="*/ 314295 h 314325"/>
                <a:gd name="csX1009" fmla="*/ 19536 w 714375"/>
                <a:gd name="csY1009" fmla="*/ 314295 h 314325"/>
                <a:gd name="csX1010" fmla="*/ 18145 w 714375"/>
                <a:gd name="csY1010" fmla="*/ 314295 h 314325"/>
                <a:gd name="csX1011" fmla="*/ 16754 w 714375"/>
                <a:gd name="csY1011" fmla="*/ 314295 h 314325"/>
                <a:gd name="csX1012" fmla="*/ 15364 w 714375"/>
                <a:gd name="csY1012" fmla="*/ 314295 h 314325"/>
                <a:gd name="csX1013" fmla="*/ 13973 w 714375"/>
                <a:gd name="csY1013" fmla="*/ 314295 h 314325"/>
                <a:gd name="csX1014" fmla="*/ 12573 w 714375"/>
                <a:gd name="csY1014" fmla="*/ 314295 h 314325"/>
                <a:gd name="csX1015" fmla="*/ 11183 w 714375"/>
                <a:gd name="csY1015" fmla="*/ 314295 h 314325"/>
                <a:gd name="csX1016" fmla="*/ 9792 w 714375"/>
                <a:gd name="csY1016" fmla="*/ 314295 h 314325"/>
                <a:gd name="csX1017" fmla="*/ 8401 w 714375"/>
                <a:gd name="csY1017" fmla="*/ 314295 h 314325"/>
                <a:gd name="csX1018" fmla="*/ 7010 w 714375"/>
                <a:gd name="csY1018" fmla="*/ 314295 h 314325"/>
                <a:gd name="csX1019" fmla="*/ 5553 w 714375"/>
                <a:gd name="csY1019" fmla="*/ 314295 h 314325"/>
                <a:gd name="csX1020" fmla="*/ 4163 w 714375"/>
                <a:gd name="csY1020" fmla="*/ 314295 h 314325"/>
                <a:gd name="csX1021" fmla="*/ 2762 w 714375"/>
                <a:gd name="csY1021" fmla="*/ 314295 h 314325"/>
                <a:gd name="csX1022" fmla="*/ 1372 w 714375"/>
                <a:gd name="csY1022" fmla="*/ 314295 h 314325"/>
                <a:gd name="csX1023" fmla="*/ -19 w 714375"/>
                <a:gd name="csY1023"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14325">
                  <a:moveTo>
                    <a:pt x="-19" y="313342"/>
                  </a:moveTo>
                  <a:lnTo>
                    <a:pt x="1372" y="313219"/>
                  </a:lnTo>
                  <a:lnTo>
                    <a:pt x="2762" y="313095"/>
                  </a:lnTo>
                  <a:lnTo>
                    <a:pt x="4163" y="312961"/>
                  </a:lnTo>
                  <a:lnTo>
                    <a:pt x="5553" y="312838"/>
                  </a:lnTo>
                  <a:lnTo>
                    <a:pt x="7010" y="312647"/>
                  </a:lnTo>
                  <a:lnTo>
                    <a:pt x="8401" y="312523"/>
                  </a:lnTo>
                  <a:lnTo>
                    <a:pt x="9792" y="312333"/>
                  </a:lnTo>
                  <a:lnTo>
                    <a:pt x="11183" y="312142"/>
                  </a:lnTo>
                  <a:lnTo>
                    <a:pt x="12573" y="311885"/>
                  </a:lnTo>
                  <a:lnTo>
                    <a:pt x="13973" y="311695"/>
                  </a:lnTo>
                  <a:lnTo>
                    <a:pt x="15364" y="311438"/>
                  </a:lnTo>
                  <a:lnTo>
                    <a:pt x="16754" y="311123"/>
                  </a:lnTo>
                  <a:lnTo>
                    <a:pt x="18145" y="310866"/>
                  </a:lnTo>
                  <a:lnTo>
                    <a:pt x="19536" y="310485"/>
                  </a:lnTo>
                  <a:lnTo>
                    <a:pt x="20926" y="310171"/>
                  </a:lnTo>
                  <a:lnTo>
                    <a:pt x="22327" y="309790"/>
                  </a:lnTo>
                  <a:lnTo>
                    <a:pt x="23774" y="309351"/>
                  </a:lnTo>
                  <a:lnTo>
                    <a:pt x="25175" y="308904"/>
                  </a:lnTo>
                  <a:lnTo>
                    <a:pt x="26565" y="308456"/>
                  </a:lnTo>
                  <a:lnTo>
                    <a:pt x="27956" y="307952"/>
                  </a:lnTo>
                  <a:lnTo>
                    <a:pt x="29347" y="307380"/>
                  </a:lnTo>
                  <a:lnTo>
                    <a:pt x="30737" y="306808"/>
                  </a:lnTo>
                  <a:lnTo>
                    <a:pt x="32137" y="306180"/>
                  </a:lnTo>
                  <a:lnTo>
                    <a:pt x="33528" y="305475"/>
                  </a:lnTo>
                  <a:lnTo>
                    <a:pt x="34919" y="304780"/>
                  </a:lnTo>
                  <a:lnTo>
                    <a:pt x="36310" y="303951"/>
                  </a:lnTo>
                  <a:lnTo>
                    <a:pt x="37700" y="303132"/>
                  </a:lnTo>
                  <a:lnTo>
                    <a:pt x="39157" y="302303"/>
                  </a:lnTo>
                  <a:lnTo>
                    <a:pt x="40548" y="301350"/>
                  </a:lnTo>
                  <a:lnTo>
                    <a:pt x="41948" y="300341"/>
                  </a:lnTo>
                  <a:lnTo>
                    <a:pt x="43339" y="299322"/>
                  </a:lnTo>
                  <a:lnTo>
                    <a:pt x="44729" y="298179"/>
                  </a:lnTo>
                  <a:lnTo>
                    <a:pt x="46120" y="296979"/>
                  </a:lnTo>
                  <a:lnTo>
                    <a:pt x="47511" y="295769"/>
                  </a:lnTo>
                  <a:lnTo>
                    <a:pt x="48901" y="294435"/>
                  </a:lnTo>
                  <a:lnTo>
                    <a:pt x="50302" y="293045"/>
                  </a:lnTo>
                  <a:lnTo>
                    <a:pt x="51692" y="291587"/>
                  </a:lnTo>
                  <a:lnTo>
                    <a:pt x="53083" y="290063"/>
                  </a:lnTo>
                  <a:lnTo>
                    <a:pt x="54474" y="288473"/>
                  </a:lnTo>
                  <a:lnTo>
                    <a:pt x="55931" y="286768"/>
                  </a:lnTo>
                  <a:lnTo>
                    <a:pt x="57322" y="284987"/>
                  </a:lnTo>
                  <a:lnTo>
                    <a:pt x="58712" y="283148"/>
                  </a:lnTo>
                  <a:lnTo>
                    <a:pt x="60103" y="281243"/>
                  </a:lnTo>
                  <a:lnTo>
                    <a:pt x="61503" y="279214"/>
                  </a:lnTo>
                  <a:lnTo>
                    <a:pt x="62893" y="277119"/>
                  </a:lnTo>
                  <a:lnTo>
                    <a:pt x="64284" y="274900"/>
                  </a:lnTo>
                  <a:lnTo>
                    <a:pt x="65675" y="272614"/>
                  </a:lnTo>
                  <a:lnTo>
                    <a:pt x="67075" y="270270"/>
                  </a:lnTo>
                  <a:lnTo>
                    <a:pt x="68466" y="267794"/>
                  </a:lnTo>
                  <a:lnTo>
                    <a:pt x="69856" y="265260"/>
                  </a:lnTo>
                  <a:lnTo>
                    <a:pt x="71314" y="262660"/>
                  </a:lnTo>
                  <a:lnTo>
                    <a:pt x="72704" y="259926"/>
                  </a:lnTo>
                  <a:lnTo>
                    <a:pt x="74095" y="257135"/>
                  </a:lnTo>
                  <a:lnTo>
                    <a:pt x="75486" y="254288"/>
                  </a:lnTo>
                  <a:lnTo>
                    <a:pt x="76876" y="251306"/>
                  </a:lnTo>
                  <a:lnTo>
                    <a:pt x="78276" y="248258"/>
                  </a:lnTo>
                  <a:lnTo>
                    <a:pt x="79667" y="245153"/>
                  </a:lnTo>
                  <a:lnTo>
                    <a:pt x="81058" y="241915"/>
                  </a:lnTo>
                  <a:lnTo>
                    <a:pt x="82449" y="238619"/>
                  </a:lnTo>
                  <a:lnTo>
                    <a:pt x="83839" y="235314"/>
                  </a:lnTo>
                  <a:lnTo>
                    <a:pt x="85239" y="231894"/>
                  </a:lnTo>
                  <a:lnTo>
                    <a:pt x="86687" y="228399"/>
                  </a:lnTo>
                  <a:lnTo>
                    <a:pt x="88087" y="224855"/>
                  </a:lnTo>
                  <a:lnTo>
                    <a:pt x="89478" y="221236"/>
                  </a:lnTo>
                  <a:lnTo>
                    <a:pt x="90868" y="217616"/>
                  </a:lnTo>
                  <a:lnTo>
                    <a:pt x="92259" y="213940"/>
                  </a:lnTo>
                  <a:lnTo>
                    <a:pt x="93650" y="210196"/>
                  </a:lnTo>
                  <a:lnTo>
                    <a:pt x="95050" y="206386"/>
                  </a:lnTo>
                  <a:lnTo>
                    <a:pt x="96441" y="202586"/>
                  </a:lnTo>
                  <a:lnTo>
                    <a:pt x="97831" y="198776"/>
                  </a:lnTo>
                  <a:lnTo>
                    <a:pt x="99222" y="194909"/>
                  </a:lnTo>
                  <a:lnTo>
                    <a:pt x="100613" y="191041"/>
                  </a:lnTo>
                  <a:lnTo>
                    <a:pt x="102003" y="187174"/>
                  </a:lnTo>
                  <a:lnTo>
                    <a:pt x="103461" y="183298"/>
                  </a:lnTo>
                  <a:lnTo>
                    <a:pt x="104851" y="179431"/>
                  </a:lnTo>
                  <a:lnTo>
                    <a:pt x="106251" y="175563"/>
                  </a:lnTo>
                  <a:lnTo>
                    <a:pt x="107642" y="171753"/>
                  </a:lnTo>
                  <a:lnTo>
                    <a:pt x="109032" y="167886"/>
                  </a:lnTo>
                  <a:lnTo>
                    <a:pt x="110423" y="164143"/>
                  </a:lnTo>
                  <a:lnTo>
                    <a:pt x="111814" y="160399"/>
                  </a:lnTo>
                  <a:lnTo>
                    <a:pt x="113214" y="156656"/>
                  </a:lnTo>
                  <a:lnTo>
                    <a:pt x="114605" y="153037"/>
                  </a:lnTo>
                  <a:lnTo>
                    <a:pt x="115995" y="149427"/>
                  </a:lnTo>
                  <a:lnTo>
                    <a:pt x="117386" y="145941"/>
                  </a:lnTo>
                  <a:lnTo>
                    <a:pt x="118844" y="142445"/>
                  </a:lnTo>
                  <a:lnTo>
                    <a:pt x="120234" y="139083"/>
                  </a:lnTo>
                  <a:lnTo>
                    <a:pt x="121625" y="135787"/>
                  </a:lnTo>
                  <a:lnTo>
                    <a:pt x="123025" y="132549"/>
                  </a:lnTo>
                  <a:lnTo>
                    <a:pt x="124416" y="129443"/>
                  </a:lnTo>
                  <a:lnTo>
                    <a:pt x="125806" y="126462"/>
                  </a:lnTo>
                  <a:lnTo>
                    <a:pt x="127197" y="123547"/>
                  </a:lnTo>
                  <a:lnTo>
                    <a:pt x="128588" y="120690"/>
                  </a:lnTo>
                  <a:lnTo>
                    <a:pt x="129978" y="118023"/>
                  </a:lnTo>
                  <a:lnTo>
                    <a:pt x="131378" y="115489"/>
                  </a:lnTo>
                  <a:lnTo>
                    <a:pt x="132769" y="113013"/>
                  </a:lnTo>
                  <a:lnTo>
                    <a:pt x="134226" y="110727"/>
                  </a:lnTo>
                  <a:lnTo>
                    <a:pt x="135617" y="108507"/>
                  </a:lnTo>
                  <a:lnTo>
                    <a:pt x="137008" y="106412"/>
                  </a:lnTo>
                  <a:lnTo>
                    <a:pt x="138398" y="104517"/>
                  </a:lnTo>
                  <a:lnTo>
                    <a:pt x="139789" y="102735"/>
                  </a:lnTo>
                  <a:lnTo>
                    <a:pt x="141189" y="101021"/>
                  </a:lnTo>
                  <a:lnTo>
                    <a:pt x="142580" y="99563"/>
                  </a:lnTo>
                  <a:lnTo>
                    <a:pt x="143970" y="98173"/>
                  </a:lnTo>
                  <a:lnTo>
                    <a:pt x="145361" y="96896"/>
                  </a:lnTo>
                  <a:lnTo>
                    <a:pt x="146752" y="95820"/>
                  </a:lnTo>
                  <a:lnTo>
                    <a:pt x="148142" y="94868"/>
                  </a:lnTo>
                  <a:lnTo>
                    <a:pt x="149543" y="94049"/>
                  </a:lnTo>
                  <a:lnTo>
                    <a:pt x="151000" y="93344"/>
                  </a:lnTo>
                  <a:lnTo>
                    <a:pt x="152390" y="92772"/>
                  </a:lnTo>
                  <a:lnTo>
                    <a:pt x="153781" y="92401"/>
                  </a:lnTo>
                  <a:lnTo>
                    <a:pt x="155172" y="92077"/>
                  </a:lnTo>
                  <a:lnTo>
                    <a:pt x="156563" y="91953"/>
                  </a:lnTo>
                  <a:lnTo>
                    <a:pt x="157963" y="91886"/>
                  </a:lnTo>
                  <a:lnTo>
                    <a:pt x="159353" y="91953"/>
                  </a:lnTo>
                  <a:lnTo>
                    <a:pt x="160744" y="92210"/>
                  </a:lnTo>
                  <a:lnTo>
                    <a:pt x="162134" y="92525"/>
                  </a:lnTo>
                  <a:lnTo>
                    <a:pt x="163525" y="92905"/>
                  </a:lnTo>
                  <a:lnTo>
                    <a:pt x="164916" y="93477"/>
                  </a:lnTo>
                  <a:lnTo>
                    <a:pt x="166373" y="94172"/>
                  </a:lnTo>
                  <a:lnTo>
                    <a:pt x="167764" y="94868"/>
                  </a:lnTo>
                  <a:lnTo>
                    <a:pt x="169164" y="95763"/>
                  </a:lnTo>
                  <a:lnTo>
                    <a:pt x="170555" y="96706"/>
                  </a:lnTo>
                  <a:lnTo>
                    <a:pt x="171946" y="97725"/>
                  </a:lnTo>
                  <a:lnTo>
                    <a:pt x="173336" y="98801"/>
                  </a:lnTo>
                  <a:lnTo>
                    <a:pt x="174727" y="100011"/>
                  </a:lnTo>
                  <a:lnTo>
                    <a:pt x="176117" y="101278"/>
                  </a:lnTo>
                  <a:lnTo>
                    <a:pt x="177517" y="102611"/>
                  </a:lnTo>
                  <a:lnTo>
                    <a:pt x="178908" y="104002"/>
                  </a:lnTo>
                  <a:lnTo>
                    <a:pt x="180299" y="105459"/>
                  </a:lnTo>
                  <a:lnTo>
                    <a:pt x="181756" y="106926"/>
                  </a:lnTo>
                  <a:lnTo>
                    <a:pt x="183147" y="108507"/>
                  </a:lnTo>
                  <a:lnTo>
                    <a:pt x="184537" y="110098"/>
                  </a:lnTo>
                  <a:lnTo>
                    <a:pt x="185938" y="111746"/>
                  </a:lnTo>
                  <a:lnTo>
                    <a:pt x="187328" y="113394"/>
                  </a:lnTo>
                  <a:lnTo>
                    <a:pt x="188719" y="115108"/>
                  </a:lnTo>
                  <a:lnTo>
                    <a:pt x="190110" y="116823"/>
                  </a:lnTo>
                  <a:lnTo>
                    <a:pt x="191500" y="118594"/>
                  </a:lnTo>
                  <a:lnTo>
                    <a:pt x="192891" y="120375"/>
                  </a:lnTo>
                  <a:lnTo>
                    <a:pt x="194291" y="122147"/>
                  </a:lnTo>
                  <a:lnTo>
                    <a:pt x="195682" y="123985"/>
                  </a:lnTo>
                  <a:lnTo>
                    <a:pt x="197072" y="125767"/>
                  </a:lnTo>
                  <a:lnTo>
                    <a:pt x="198529" y="127605"/>
                  </a:lnTo>
                  <a:lnTo>
                    <a:pt x="199921" y="129377"/>
                  </a:lnTo>
                  <a:lnTo>
                    <a:pt x="201311" y="131215"/>
                  </a:lnTo>
                  <a:lnTo>
                    <a:pt x="202702" y="132996"/>
                  </a:lnTo>
                  <a:lnTo>
                    <a:pt x="204102" y="134768"/>
                  </a:lnTo>
                  <a:lnTo>
                    <a:pt x="205492" y="136616"/>
                  </a:lnTo>
                  <a:lnTo>
                    <a:pt x="206883" y="138387"/>
                  </a:lnTo>
                  <a:lnTo>
                    <a:pt x="208274" y="140102"/>
                  </a:lnTo>
                  <a:lnTo>
                    <a:pt x="209664" y="141874"/>
                  </a:lnTo>
                  <a:lnTo>
                    <a:pt x="211055" y="143588"/>
                  </a:lnTo>
                  <a:lnTo>
                    <a:pt x="212455" y="145302"/>
                  </a:lnTo>
                  <a:lnTo>
                    <a:pt x="213903" y="146950"/>
                  </a:lnTo>
                  <a:lnTo>
                    <a:pt x="215303" y="148665"/>
                  </a:lnTo>
                  <a:lnTo>
                    <a:pt x="216694" y="150246"/>
                  </a:lnTo>
                  <a:lnTo>
                    <a:pt x="218085" y="151903"/>
                  </a:lnTo>
                  <a:lnTo>
                    <a:pt x="219475" y="153484"/>
                  </a:lnTo>
                  <a:lnTo>
                    <a:pt x="220866" y="155009"/>
                  </a:lnTo>
                  <a:lnTo>
                    <a:pt x="222266" y="156533"/>
                  </a:lnTo>
                  <a:lnTo>
                    <a:pt x="223656" y="158056"/>
                  </a:lnTo>
                  <a:lnTo>
                    <a:pt x="225048" y="159514"/>
                  </a:lnTo>
                  <a:lnTo>
                    <a:pt x="226438" y="160904"/>
                  </a:lnTo>
                  <a:lnTo>
                    <a:pt x="227829" y="162305"/>
                  </a:lnTo>
                  <a:lnTo>
                    <a:pt x="229286" y="163695"/>
                  </a:lnTo>
                  <a:lnTo>
                    <a:pt x="230676" y="165029"/>
                  </a:lnTo>
                  <a:lnTo>
                    <a:pt x="232077" y="166362"/>
                  </a:lnTo>
                  <a:lnTo>
                    <a:pt x="233467" y="167629"/>
                  </a:lnTo>
                  <a:lnTo>
                    <a:pt x="234858" y="168839"/>
                  </a:lnTo>
                  <a:lnTo>
                    <a:pt x="236249" y="170039"/>
                  </a:lnTo>
                  <a:lnTo>
                    <a:pt x="237639" y="171249"/>
                  </a:lnTo>
                  <a:lnTo>
                    <a:pt x="239030" y="172391"/>
                  </a:lnTo>
                  <a:lnTo>
                    <a:pt x="240430" y="173468"/>
                  </a:lnTo>
                  <a:lnTo>
                    <a:pt x="241821" y="174544"/>
                  </a:lnTo>
                  <a:lnTo>
                    <a:pt x="243212" y="175621"/>
                  </a:lnTo>
                  <a:lnTo>
                    <a:pt x="244602" y="176640"/>
                  </a:lnTo>
                  <a:lnTo>
                    <a:pt x="246060" y="177592"/>
                  </a:lnTo>
                  <a:lnTo>
                    <a:pt x="247450" y="178545"/>
                  </a:lnTo>
                  <a:lnTo>
                    <a:pt x="248841" y="179497"/>
                  </a:lnTo>
                  <a:lnTo>
                    <a:pt x="250241" y="180383"/>
                  </a:lnTo>
                  <a:lnTo>
                    <a:pt x="251631" y="181269"/>
                  </a:lnTo>
                  <a:lnTo>
                    <a:pt x="253022" y="182098"/>
                  </a:lnTo>
                  <a:lnTo>
                    <a:pt x="254413" y="182859"/>
                  </a:lnTo>
                  <a:lnTo>
                    <a:pt x="255803" y="183679"/>
                  </a:lnTo>
                  <a:lnTo>
                    <a:pt x="257204" y="184374"/>
                  </a:lnTo>
                  <a:lnTo>
                    <a:pt x="258594" y="185136"/>
                  </a:lnTo>
                  <a:lnTo>
                    <a:pt x="259985" y="185841"/>
                  </a:lnTo>
                  <a:lnTo>
                    <a:pt x="261442" y="186469"/>
                  </a:lnTo>
                  <a:lnTo>
                    <a:pt x="262833" y="187108"/>
                  </a:lnTo>
                  <a:lnTo>
                    <a:pt x="264224" y="187736"/>
                  </a:lnTo>
                  <a:lnTo>
                    <a:pt x="265614" y="188308"/>
                  </a:lnTo>
                  <a:lnTo>
                    <a:pt x="267005" y="188879"/>
                  </a:lnTo>
                  <a:lnTo>
                    <a:pt x="268405" y="189394"/>
                  </a:lnTo>
                  <a:lnTo>
                    <a:pt x="269796" y="189965"/>
                  </a:lnTo>
                  <a:lnTo>
                    <a:pt x="271187" y="190403"/>
                  </a:lnTo>
                  <a:lnTo>
                    <a:pt x="272577" y="190908"/>
                  </a:lnTo>
                  <a:lnTo>
                    <a:pt x="273968" y="191356"/>
                  </a:lnTo>
                  <a:lnTo>
                    <a:pt x="275368" y="191737"/>
                  </a:lnTo>
                  <a:lnTo>
                    <a:pt x="276816" y="192184"/>
                  </a:lnTo>
                  <a:lnTo>
                    <a:pt x="278216" y="192566"/>
                  </a:lnTo>
                  <a:lnTo>
                    <a:pt x="279606" y="192880"/>
                  </a:lnTo>
                  <a:lnTo>
                    <a:pt x="280997" y="193261"/>
                  </a:lnTo>
                  <a:lnTo>
                    <a:pt x="282388" y="193575"/>
                  </a:lnTo>
                  <a:lnTo>
                    <a:pt x="283778" y="193890"/>
                  </a:lnTo>
                  <a:lnTo>
                    <a:pt x="285179" y="194147"/>
                  </a:lnTo>
                  <a:lnTo>
                    <a:pt x="286569" y="194461"/>
                  </a:lnTo>
                  <a:lnTo>
                    <a:pt x="287960" y="194718"/>
                  </a:lnTo>
                  <a:lnTo>
                    <a:pt x="289351" y="194909"/>
                  </a:lnTo>
                  <a:lnTo>
                    <a:pt x="290741" y="195166"/>
                  </a:lnTo>
                  <a:lnTo>
                    <a:pt x="292132" y="195356"/>
                  </a:lnTo>
                  <a:lnTo>
                    <a:pt x="293589" y="195547"/>
                  </a:lnTo>
                  <a:lnTo>
                    <a:pt x="294980" y="195737"/>
                  </a:lnTo>
                  <a:lnTo>
                    <a:pt x="296380" y="195928"/>
                  </a:lnTo>
                  <a:lnTo>
                    <a:pt x="297770" y="196052"/>
                  </a:lnTo>
                  <a:lnTo>
                    <a:pt x="299161" y="196175"/>
                  </a:lnTo>
                  <a:lnTo>
                    <a:pt x="300552" y="196309"/>
                  </a:lnTo>
                  <a:lnTo>
                    <a:pt x="301943" y="196433"/>
                  </a:lnTo>
                  <a:lnTo>
                    <a:pt x="303343" y="196557"/>
                  </a:lnTo>
                  <a:lnTo>
                    <a:pt x="304733" y="196690"/>
                  </a:lnTo>
                  <a:lnTo>
                    <a:pt x="306124" y="196747"/>
                  </a:lnTo>
                  <a:lnTo>
                    <a:pt x="307515" y="196814"/>
                  </a:lnTo>
                  <a:lnTo>
                    <a:pt x="308972" y="196937"/>
                  </a:lnTo>
                  <a:lnTo>
                    <a:pt x="310363" y="197004"/>
                  </a:lnTo>
                  <a:lnTo>
                    <a:pt x="311753" y="197004"/>
                  </a:lnTo>
                  <a:lnTo>
                    <a:pt x="313154" y="197061"/>
                  </a:lnTo>
                  <a:lnTo>
                    <a:pt x="314544" y="197128"/>
                  </a:lnTo>
                  <a:lnTo>
                    <a:pt x="315935" y="197195"/>
                  </a:lnTo>
                  <a:lnTo>
                    <a:pt x="317326" y="197195"/>
                  </a:lnTo>
                  <a:lnTo>
                    <a:pt x="318716" y="197252"/>
                  </a:lnTo>
                  <a:lnTo>
                    <a:pt x="320107" y="197252"/>
                  </a:lnTo>
                  <a:lnTo>
                    <a:pt x="321507" y="197252"/>
                  </a:lnTo>
                  <a:lnTo>
                    <a:pt x="322897" y="197252"/>
                  </a:lnTo>
                  <a:lnTo>
                    <a:pt x="324355" y="197318"/>
                  </a:lnTo>
                  <a:lnTo>
                    <a:pt x="325745" y="197318"/>
                  </a:lnTo>
                  <a:lnTo>
                    <a:pt x="327136" y="197318"/>
                  </a:lnTo>
                  <a:lnTo>
                    <a:pt x="328527" y="197318"/>
                  </a:lnTo>
                  <a:lnTo>
                    <a:pt x="329917" y="197318"/>
                  </a:lnTo>
                  <a:lnTo>
                    <a:pt x="331318" y="197318"/>
                  </a:lnTo>
                  <a:lnTo>
                    <a:pt x="332708" y="197318"/>
                  </a:lnTo>
                  <a:lnTo>
                    <a:pt x="334099" y="197318"/>
                  </a:lnTo>
                  <a:lnTo>
                    <a:pt x="335490" y="197252"/>
                  </a:lnTo>
                  <a:lnTo>
                    <a:pt x="336880" y="197252"/>
                  </a:lnTo>
                  <a:lnTo>
                    <a:pt x="338271" y="197252"/>
                  </a:lnTo>
                  <a:lnTo>
                    <a:pt x="339671" y="197252"/>
                  </a:lnTo>
                  <a:lnTo>
                    <a:pt x="341128" y="197252"/>
                  </a:lnTo>
                  <a:lnTo>
                    <a:pt x="342519" y="197195"/>
                  </a:lnTo>
                  <a:lnTo>
                    <a:pt x="343909" y="197195"/>
                  </a:lnTo>
                  <a:lnTo>
                    <a:pt x="345301" y="197195"/>
                  </a:lnTo>
                  <a:lnTo>
                    <a:pt x="346691" y="197195"/>
                  </a:lnTo>
                  <a:lnTo>
                    <a:pt x="348091" y="197128"/>
                  </a:lnTo>
                  <a:lnTo>
                    <a:pt x="349482" y="197128"/>
                  </a:lnTo>
                  <a:lnTo>
                    <a:pt x="350872" y="197128"/>
                  </a:lnTo>
                  <a:lnTo>
                    <a:pt x="352263" y="197061"/>
                  </a:lnTo>
                  <a:lnTo>
                    <a:pt x="353654" y="197061"/>
                  </a:lnTo>
                  <a:lnTo>
                    <a:pt x="355044" y="197061"/>
                  </a:lnTo>
                  <a:lnTo>
                    <a:pt x="356502" y="197004"/>
                  </a:lnTo>
                  <a:lnTo>
                    <a:pt x="357892" y="197004"/>
                  </a:lnTo>
                  <a:lnTo>
                    <a:pt x="359293" y="197004"/>
                  </a:lnTo>
                  <a:lnTo>
                    <a:pt x="360683" y="197004"/>
                  </a:lnTo>
                  <a:lnTo>
                    <a:pt x="362074" y="196937"/>
                  </a:lnTo>
                  <a:lnTo>
                    <a:pt x="363465" y="196937"/>
                  </a:lnTo>
                  <a:lnTo>
                    <a:pt x="364855" y="196937"/>
                  </a:lnTo>
                  <a:lnTo>
                    <a:pt x="366246" y="196871"/>
                  </a:lnTo>
                  <a:lnTo>
                    <a:pt x="367646" y="196871"/>
                  </a:lnTo>
                  <a:lnTo>
                    <a:pt x="369036" y="196871"/>
                  </a:lnTo>
                  <a:lnTo>
                    <a:pt x="370428" y="196871"/>
                  </a:lnTo>
                  <a:lnTo>
                    <a:pt x="371818" y="196814"/>
                  </a:lnTo>
                  <a:lnTo>
                    <a:pt x="373275" y="196814"/>
                  </a:lnTo>
                  <a:lnTo>
                    <a:pt x="374666" y="196814"/>
                  </a:lnTo>
                  <a:lnTo>
                    <a:pt x="376066" y="196814"/>
                  </a:lnTo>
                  <a:lnTo>
                    <a:pt x="377457" y="196814"/>
                  </a:lnTo>
                  <a:lnTo>
                    <a:pt x="378847" y="196747"/>
                  </a:lnTo>
                  <a:lnTo>
                    <a:pt x="380238" y="196747"/>
                  </a:lnTo>
                  <a:lnTo>
                    <a:pt x="381629" y="196747"/>
                  </a:lnTo>
                  <a:lnTo>
                    <a:pt x="383019" y="196747"/>
                  </a:lnTo>
                  <a:lnTo>
                    <a:pt x="384420" y="196747"/>
                  </a:lnTo>
                  <a:lnTo>
                    <a:pt x="385810" y="196747"/>
                  </a:lnTo>
                  <a:lnTo>
                    <a:pt x="387201" y="196747"/>
                  </a:lnTo>
                  <a:lnTo>
                    <a:pt x="388658" y="196747"/>
                  </a:lnTo>
                  <a:lnTo>
                    <a:pt x="390049" y="196814"/>
                  </a:lnTo>
                  <a:lnTo>
                    <a:pt x="391440" y="196814"/>
                  </a:lnTo>
                  <a:lnTo>
                    <a:pt x="392830" y="196814"/>
                  </a:lnTo>
                  <a:lnTo>
                    <a:pt x="394230" y="196814"/>
                  </a:lnTo>
                  <a:lnTo>
                    <a:pt x="395621" y="196871"/>
                  </a:lnTo>
                  <a:lnTo>
                    <a:pt x="397011" y="196871"/>
                  </a:lnTo>
                  <a:lnTo>
                    <a:pt x="398402" y="196937"/>
                  </a:lnTo>
                  <a:lnTo>
                    <a:pt x="399793" y="196937"/>
                  </a:lnTo>
                  <a:lnTo>
                    <a:pt x="401193" y="197004"/>
                  </a:lnTo>
                  <a:lnTo>
                    <a:pt x="402584" y="197004"/>
                  </a:lnTo>
                  <a:lnTo>
                    <a:pt x="404041" y="197061"/>
                  </a:lnTo>
                  <a:lnTo>
                    <a:pt x="405432" y="197061"/>
                  </a:lnTo>
                  <a:lnTo>
                    <a:pt x="406822" y="197128"/>
                  </a:lnTo>
                  <a:lnTo>
                    <a:pt x="408213" y="197195"/>
                  </a:lnTo>
                  <a:lnTo>
                    <a:pt x="409604" y="197195"/>
                  </a:lnTo>
                  <a:lnTo>
                    <a:pt x="410994" y="197252"/>
                  </a:lnTo>
                  <a:lnTo>
                    <a:pt x="412394" y="197318"/>
                  </a:lnTo>
                  <a:lnTo>
                    <a:pt x="413785" y="197385"/>
                  </a:lnTo>
                  <a:lnTo>
                    <a:pt x="415176" y="197442"/>
                  </a:lnTo>
                  <a:lnTo>
                    <a:pt x="416567" y="197442"/>
                  </a:lnTo>
                  <a:lnTo>
                    <a:pt x="417957" y="197509"/>
                  </a:lnTo>
                  <a:lnTo>
                    <a:pt x="419357" y="197576"/>
                  </a:lnTo>
                  <a:lnTo>
                    <a:pt x="420805" y="197633"/>
                  </a:lnTo>
                  <a:lnTo>
                    <a:pt x="422205" y="197633"/>
                  </a:lnTo>
                  <a:lnTo>
                    <a:pt x="423596" y="197700"/>
                  </a:lnTo>
                  <a:lnTo>
                    <a:pt x="424986" y="197766"/>
                  </a:lnTo>
                  <a:lnTo>
                    <a:pt x="426377" y="197766"/>
                  </a:lnTo>
                  <a:lnTo>
                    <a:pt x="427768" y="197823"/>
                  </a:lnTo>
                  <a:lnTo>
                    <a:pt x="429158" y="197823"/>
                  </a:lnTo>
                  <a:lnTo>
                    <a:pt x="430559" y="197823"/>
                  </a:lnTo>
                  <a:lnTo>
                    <a:pt x="431949" y="197823"/>
                  </a:lnTo>
                  <a:lnTo>
                    <a:pt x="433340" y="197823"/>
                  </a:lnTo>
                  <a:lnTo>
                    <a:pt x="434731" y="197823"/>
                  </a:lnTo>
                  <a:lnTo>
                    <a:pt x="436188" y="197823"/>
                  </a:lnTo>
                  <a:lnTo>
                    <a:pt x="437579" y="197766"/>
                  </a:lnTo>
                  <a:lnTo>
                    <a:pt x="438969" y="197700"/>
                  </a:lnTo>
                  <a:lnTo>
                    <a:pt x="440369" y="197700"/>
                  </a:lnTo>
                  <a:lnTo>
                    <a:pt x="441760" y="197576"/>
                  </a:lnTo>
                  <a:lnTo>
                    <a:pt x="443150" y="197509"/>
                  </a:lnTo>
                  <a:lnTo>
                    <a:pt x="444541" y="197385"/>
                  </a:lnTo>
                  <a:lnTo>
                    <a:pt x="445932" y="197252"/>
                  </a:lnTo>
                  <a:lnTo>
                    <a:pt x="447332" y="197061"/>
                  </a:lnTo>
                  <a:lnTo>
                    <a:pt x="448723" y="196937"/>
                  </a:lnTo>
                  <a:lnTo>
                    <a:pt x="450113" y="196747"/>
                  </a:lnTo>
                  <a:lnTo>
                    <a:pt x="451571" y="196490"/>
                  </a:lnTo>
                  <a:lnTo>
                    <a:pt x="452962" y="196242"/>
                  </a:lnTo>
                  <a:lnTo>
                    <a:pt x="454352" y="195985"/>
                  </a:lnTo>
                  <a:lnTo>
                    <a:pt x="455743" y="195671"/>
                  </a:lnTo>
                  <a:lnTo>
                    <a:pt x="457143" y="195290"/>
                  </a:lnTo>
                  <a:lnTo>
                    <a:pt x="458534" y="194975"/>
                  </a:lnTo>
                  <a:lnTo>
                    <a:pt x="459924" y="194528"/>
                  </a:lnTo>
                  <a:lnTo>
                    <a:pt x="461315" y="194080"/>
                  </a:lnTo>
                  <a:lnTo>
                    <a:pt x="462706" y="193575"/>
                  </a:lnTo>
                  <a:lnTo>
                    <a:pt x="464096" y="193070"/>
                  </a:lnTo>
                  <a:lnTo>
                    <a:pt x="465496" y="192499"/>
                  </a:lnTo>
                  <a:lnTo>
                    <a:pt x="466887" y="191861"/>
                  </a:lnTo>
                  <a:lnTo>
                    <a:pt x="468344" y="191232"/>
                  </a:lnTo>
                  <a:lnTo>
                    <a:pt x="469735" y="190537"/>
                  </a:lnTo>
                  <a:lnTo>
                    <a:pt x="471126" y="189775"/>
                  </a:lnTo>
                  <a:lnTo>
                    <a:pt x="472516" y="188946"/>
                  </a:lnTo>
                  <a:lnTo>
                    <a:pt x="473907" y="188060"/>
                  </a:lnTo>
                  <a:lnTo>
                    <a:pt x="475307" y="187174"/>
                  </a:lnTo>
                  <a:lnTo>
                    <a:pt x="476698" y="186155"/>
                  </a:lnTo>
                  <a:lnTo>
                    <a:pt x="478088" y="185079"/>
                  </a:lnTo>
                  <a:lnTo>
                    <a:pt x="479479" y="184003"/>
                  </a:lnTo>
                  <a:lnTo>
                    <a:pt x="480870" y="182859"/>
                  </a:lnTo>
                  <a:lnTo>
                    <a:pt x="482260" y="181583"/>
                  </a:lnTo>
                  <a:lnTo>
                    <a:pt x="483718" y="180259"/>
                  </a:lnTo>
                  <a:lnTo>
                    <a:pt x="485108" y="178926"/>
                  </a:lnTo>
                  <a:lnTo>
                    <a:pt x="486508" y="177468"/>
                  </a:lnTo>
                  <a:lnTo>
                    <a:pt x="487899" y="175944"/>
                  </a:lnTo>
                  <a:lnTo>
                    <a:pt x="489290" y="174354"/>
                  </a:lnTo>
                  <a:lnTo>
                    <a:pt x="490681" y="172639"/>
                  </a:lnTo>
                  <a:lnTo>
                    <a:pt x="492071" y="170867"/>
                  </a:lnTo>
                  <a:lnTo>
                    <a:pt x="493471" y="169029"/>
                  </a:lnTo>
                  <a:lnTo>
                    <a:pt x="494862" y="167124"/>
                  </a:lnTo>
                  <a:lnTo>
                    <a:pt x="496252" y="165095"/>
                  </a:lnTo>
                  <a:lnTo>
                    <a:pt x="497643" y="163000"/>
                  </a:lnTo>
                  <a:lnTo>
                    <a:pt x="499101" y="160781"/>
                  </a:lnTo>
                  <a:lnTo>
                    <a:pt x="500491" y="158495"/>
                  </a:lnTo>
                  <a:lnTo>
                    <a:pt x="501882" y="156151"/>
                  </a:lnTo>
                  <a:lnTo>
                    <a:pt x="503282" y="153742"/>
                  </a:lnTo>
                  <a:lnTo>
                    <a:pt x="504673" y="151141"/>
                  </a:lnTo>
                  <a:lnTo>
                    <a:pt x="506063" y="148541"/>
                  </a:lnTo>
                  <a:lnTo>
                    <a:pt x="507454" y="145807"/>
                  </a:lnTo>
                  <a:lnTo>
                    <a:pt x="508845" y="143017"/>
                  </a:lnTo>
                  <a:lnTo>
                    <a:pt x="510235" y="140102"/>
                  </a:lnTo>
                  <a:lnTo>
                    <a:pt x="511635" y="137120"/>
                  </a:lnTo>
                  <a:lnTo>
                    <a:pt x="513026" y="134073"/>
                  </a:lnTo>
                  <a:lnTo>
                    <a:pt x="514416" y="130901"/>
                  </a:lnTo>
                  <a:lnTo>
                    <a:pt x="515874" y="127662"/>
                  </a:lnTo>
                  <a:lnTo>
                    <a:pt x="517265" y="124366"/>
                  </a:lnTo>
                  <a:lnTo>
                    <a:pt x="518655" y="120947"/>
                  </a:lnTo>
                  <a:lnTo>
                    <a:pt x="520046" y="117518"/>
                  </a:lnTo>
                  <a:lnTo>
                    <a:pt x="521446" y="113965"/>
                  </a:lnTo>
                  <a:lnTo>
                    <a:pt x="522837" y="110346"/>
                  </a:lnTo>
                  <a:lnTo>
                    <a:pt x="524228" y="106669"/>
                  </a:lnTo>
                  <a:lnTo>
                    <a:pt x="525618" y="102926"/>
                  </a:lnTo>
                  <a:lnTo>
                    <a:pt x="527009" y="99182"/>
                  </a:lnTo>
                  <a:lnTo>
                    <a:pt x="528399" y="95382"/>
                  </a:lnTo>
                  <a:lnTo>
                    <a:pt x="529800" y="91505"/>
                  </a:lnTo>
                  <a:lnTo>
                    <a:pt x="531257" y="87638"/>
                  </a:lnTo>
                  <a:lnTo>
                    <a:pt x="532647" y="83704"/>
                  </a:lnTo>
                  <a:lnTo>
                    <a:pt x="534038" y="79770"/>
                  </a:lnTo>
                  <a:lnTo>
                    <a:pt x="535429" y="75837"/>
                  </a:lnTo>
                  <a:lnTo>
                    <a:pt x="536820" y="71846"/>
                  </a:lnTo>
                  <a:lnTo>
                    <a:pt x="538220" y="67912"/>
                  </a:lnTo>
                  <a:lnTo>
                    <a:pt x="539610" y="63978"/>
                  </a:lnTo>
                  <a:lnTo>
                    <a:pt x="541001" y="60111"/>
                  </a:lnTo>
                  <a:lnTo>
                    <a:pt x="542392" y="56234"/>
                  </a:lnTo>
                  <a:lnTo>
                    <a:pt x="543782" y="52367"/>
                  </a:lnTo>
                  <a:lnTo>
                    <a:pt x="545173" y="48624"/>
                  </a:lnTo>
                  <a:lnTo>
                    <a:pt x="546630" y="44880"/>
                  </a:lnTo>
                  <a:lnTo>
                    <a:pt x="548021" y="41270"/>
                  </a:lnTo>
                  <a:lnTo>
                    <a:pt x="549421" y="37718"/>
                  </a:lnTo>
                  <a:lnTo>
                    <a:pt x="550812" y="34222"/>
                  </a:lnTo>
                  <a:lnTo>
                    <a:pt x="552203" y="30926"/>
                  </a:lnTo>
                  <a:lnTo>
                    <a:pt x="553593" y="27688"/>
                  </a:lnTo>
                  <a:lnTo>
                    <a:pt x="554984" y="24583"/>
                  </a:lnTo>
                  <a:lnTo>
                    <a:pt x="556384" y="21601"/>
                  </a:lnTo>
                  <a:lnTo>
                    <a:pt x="557774" y="18810"/>
                  </a:lnTo>
                  <a:lnTo>
                    <a:pt x="559165" y="16143"/>
                  </a:lnTo>
                  <a:lnTo>
                    <a:pt x="560556" y="13676"/>
                  </a:lnTo>
                  <a:lnTo>
                    <a:pt x="561947" y="11391"/>
                  </a:lnTo>
                  <a:lnTo>
                    <a:pt x="563404" y="9228"/>
                  </a:lnTo>
                  <a:lnTo>
                    <a:pt x="564794" y="7266"/>
                  </a:lnTo>
                  <a:lnTo>
                    <a:pt x="566195" y="5618"/>
                  </a:lnTo>
                  <a:lnTo>
                    <a:pt x="567585" y="4094"/>
                  </a:lnTo>
                  <a:lnTo>
                    <a:pt x="568976" y="2761"/>
                  </a:lnTo>
                  <a:lnTo>
                    <a:pt x="570367" y="1742"/>
                  </a:lnTo>
                  <a:lnTo>
                    <a:pt x="571757" y="989"/>
                  </a:lnTo>
                  <a:lnTo>
                    <a:pt x="573148" y="351"/>
                  </a:lnTo>
                  <a:lnTo>
                    <a:pt x="574548" y="94"/>
                  </a:lnTo>
                  <a:lnTo>
                    <a:pt x="575939" y="-30"/>
                  </a:lnTo>
                  <a:lnTo>
                    <a:pt x="577330" y="94"/>
                  </a:lnTo>
                  <a:lnTo>
                    <a:pt x="578787" y="608"/>
                  </a:lnTo>
                  <a:lnTo>
                    <a:pt x="580178" y="1304"/>
                  </a:lnTo>
                  <a:lnTo>
                    <a:pt x="581568" y="2256"/>
                  </a:lnTo>
                  <a:lnTo>
                    <a:pt x="582959" y="3523"/>
                  </a:lnTo>
                  <a:lnTo>
                    <a:pt x="584359" y="5047"/>
                  </a:lnTo>
                  <a:lnTo>
                    <a:pt x="585749" y="6761"/>
                  </a:lnTo>
                  <a:lnTo>
                    <a:pt x="587140" y="8790"/>
                  </a:lnTo>
                  <a:lnTo>
                    <a:pt x="588531" y="11067"/>
                  </a:lnTo>
                  <a:lnTo>
                    <a:pt x="589921" y="13543"/>
                  </a:lnTo>
                  <a:lnTo>
                    <a:pt x="591322" y="16334"/>
                  </a:lnTo>
                  <a:lnTo>
                    <a:pt x="592712" y="19382"/>
                  </a:lnTo>
                  <a:lnTo>
                    <a:pt x="594170" y="22620"/>
                  </a:lnTo>
                  <a:lnTo>
                    <a:pt x="595560" y="26106"/>
                  </a:lnTo>
                  <a:lnTo>
                    <a:pt x="596951" y="29850"/>
                  </a:lnTo>
                  <a:lnTo>
                    <a:pt x="598342" y="33784"/>
                  </a:lnTo>
                  <a:lnTo>
                    <a:pt x="599732" y="37908"/>
                  </a:lnTo>
                  <a:lnTo>
                    <a:pt x="601123" y="42280"/>
                  </a:lnTo>
                  <a:lnTo>
                    <a:pt x="602523" y="46785"/>
                  </a:lnTo>
                  <a:lnTo>
                    <a:pt x="603914" y="51481"/>
                  </a:lnTo>
                  <a:lnTo>
                    <a:pt x="605305" y="56367"/>
                  </a:lnTo>
                  <a:lnTo>
                    <a:pt x="606695" y="61378"/>
                  </a:lnTo>
                  <a:lnTo>
                    <a:pt x="608086" y="66578"/>
                  </a:lnTo>
                  <a:lnTo>
                    <a:pt x="609486" y="71903"/>
                  </a:lnTo>
                  <a:lnTo>
                    <a:pt x="610934" y="77294"/>
                  </a:lnTo>
                  <a:lnTo>
                    <a:pt x="612334" y="82818"/>
                  </a:lnTo>
                  <a:lnTo>
                    <a:pt x="613724" y="88524"/>
                  </a:lnTo>
                  <a:lnTo>
                    <a:pt x="615115" y="94239"/>
                  </a:lnTo>
                  <a:lnTo>
                    <a:pt x="616506" y="100011"/>
                  </a:lnTo>
                  <a:lnTo>
                    <a:pt x="617896" y="105840"/>
                  </a:lnTo>
                  <a:lnTo>
                    <a:pt x="619297" y="111746"/>
                  </a:lnTo>
                  <a:lnTo>
                    <a:pt x="620687" y="117708"/>
                  </a:lnTo>
                  <a:lnTo>
                    <a:pt x="622078" y="123671"/>
                  </a:lnTo>
                  <a:lnTo>
                    <a:pt x="623469" y="129567"/>
                  </a:lnTo>
                  <a:lnTo>
                    <a:pt x="624859" y="135530"/>
                  </a:lnTo>
                  <a:lnTo>
                    <a:pt x="626317" y="141492"/>
                  </a:lnTo>
                  <a:lnTo>
                    <a:pt x="627707" y="147398"/>
                  </a:lnTo>
                  <a:lnTo>
                    <a:pt x="629098" y="153294"/>
                  </a:lnTo>
                  <a:lnTo>
                    <a:pt x="630498" y="159133"/>
                  </a:lnTo>
                  <a:lnTo>
                    <a:pt x="631888" y="164905"/>
                  </a:lnTo>
                  <a:lnTo>
                    <a:pt x="633279" y="170610"/>
                  </a:lnTo>
                  <a:lnTo>
                    <a:pt x="634670" y="176326"/>
                  </a:lnTo>
                  <a:lnTo>
                    <a:pt x="636061" y="181840"/>
                  </a:lnTo>
                  <a:lnTo>
                    <a:pt x="637461" y="187298"/>
                  </a:lnTo>
                  <a:lnTo>
                    <a:pt x="638851" y="192689"/>
                  </a:lnTo>
                  <a:lnTo>
                    <a:pt x="640242" y="197957"/>
                  </a:lnTo>
                  <a:lnTo>
                    <a:pt x="641699" y="203091"/>
                  </a:lnTo>
                  <a:lnTo>
                    <a:pt x="643090" y="208167"/>
                  </a:lnTo>
                  <a:lnTo>
                    <a:pt x="644481" y="213054"/>
                  </a:lnTo>
                  <a:lnTo>
                    <a:pt x="645871" y="217874"/>
                  </a:lnTo>
                  <a:lnTo>
                    <a:pt x="647271" y="222569"/>
                  </a:lnTo>
                  <a:lnTo>
                    <a:pt x="648662" y="227074"/>
                  </a:lnTo>
                  <a:lnTo>
                    <a:pt x="650053" y="231447"/>
                  </a:lnTo>
                  <a:lnTo>
                    <a:pt x="651444" y="235695"/>
                  </a:lnTo>
                  <a:lnTo>
                    <a:pt x="652834" y="239819"/>
                  </a:lnTo>
                  <a:lnTo>
                    <a:pt x="654234" y="243820"/>
                  </a:lnTo>
                  <a:lnTo>
                    <a:pt x="655625" y="247687"/>
                  </a:lnTo>
                  <a:lnTo>
                    <a:pt x="657015" y="251363"/>
                  </a:lnTo>
                  <a:lnTo>
                    <a:pt x="658473" y="254916"/>
                  </a:lnTo>
                  <a:lnTo>
                    <a:pt x="659863" y="258345"/>
                  </a:lnTo>
                  <a:lnTo>
                    <a:pt x="661254" y="261641"/>
                  </a:lnTo>
                  <a:lnTo>
                    <a:pt x="662645" y="264756"/>
                  </a:lnTo>
                  <a:lnTo>
                    <a:pt x="664035" y="267737"/>
                  </a:lnTo>
                  <a:lnTo>
                    <a:pt x="665436" y="270651"/>
                  </a:lnTo>
                  <a:lnTo>
                    <a:pt x="666826" y="273318"/>
                  </a:lnTo>
                  <a:lnTo>
                    <a:pt x="668217" y="275919"/>
                  </a:lnTo>
                  <a:lnTo>
                    <a:pt x="669608" y="278452"/>
                  </a:lnTo>
                  <a:lnTo>
                    <a:pt x="670998" y="280805"/>
                  </a:lnTo>
                  <a:lnTo>
                    <a:pt x="672389" y="283025"/>
                  </a:lnTo>
                  <a:lnTo>
                    <a:pt x="673846" y="285177"/>
                  </a:lnTo>
                  <a:lnTo>
                    <a:pt x="675246" y="287149"/>
                  </a:lnTo>
                  <a:lnTo>
                    <a:pt x="676637" y="289044"/>
                  </a:lnTo>
                  <a:lnTo>
                    <a:pt x="678027" y="290826"/>
                  </a:lnTo>
                  <a:lnTo>
                    <a:pt x="679418" y="292473"/>
                  </a:lnTo>
                  <a:lnTo>
                    <a:pt x="680809" y="294054"/>
                  </a:lnTo>
                  <a:lnTo>
                    <a:pt x="682209" y="295578"/>
                  </a:lnTo>
                  <a:lnTo>
                    <a:pt x="683600" y="296979"/>
                  </a:lnTo>
                  <a:lnTo>
                    <a:pt x="684990" y="298312"/>
                  </a:lnTo>
                  <a:lnTo>
                    <a:pt x="686381" y="299512"/>
                  </a:lnTo>
                  <a:lnTo>
                    <a:pt x="687772" y="300655"/>
                  </a:lnTo>
                  <a:lnTo>
                    <a:pt x="689229" y="301732"/>
                  </a:lnTo>
                  <a:lnTo>
                    <a:pt x="690620" y="302751"/>
                  </a:lnTo>
                  <a:lnTo>
                    <a:pt x="692010" y="303703"/>
                  </a:lnTo>
                  <a:lnTo>
                    <a:pt x="693411" y="304522"/>
                  </a:lnTo>
                  <a:lnTo>
                    <a:pt x="694801" y="305351"/>
                  </a:lnTo>
                  <a:lnTo>
                    <a:pt x="696192" y="306113"/>
                  </a:lnTo>
                  <a:lnTo>
                    <a:pt x="697583" y="306808"/>
                  </a:lnTo>
                  <a:lnTo>
                    <a:pt x="698973" y="307447"/>
                  </a:lnTo>
                  <a:lnTo>
                    <a:pt x="700364" y="308018"/>
                  </a:lnTo>
                  <a:lnTo>
                    <a:pt x="701764" y="308590"/>
                  </a:lnTo>
                  <a:lnTo>
                    <a:pt x="703154" y="309094"/>
                  </a:lnTo>
                  <a:lnTo>
                    <a:pt x="704545" y="309533"/>
                  </a:lnTo>
                  <a:lnTo>
                    <a:pt x="706002" y="309980"/>
                  </a:lnTo>
                  <a:lnTo>
                    <a:pt x="707393" y="310361"/>
                  </a:lnTo>
                  <a:lnTo>
                    <a:pt x="708784" y="310742"/>
                  </a:lnTo>
                  <a:lnTo>
                    <a:pt x="710174" y="311057"/>
                  </a:lnTo>
                  <a:lnTo>
                    <a:pt x="711575" y="311380"/>
                  </a:lnTo>
                  <a:lnTo>
                    <a:pt x="712965" y="311628"/>
                  </a:lnTo>
                  <a:lnTo>
                    <a:pt x="714356" y="311885"/>
                  </a:lnTo>
                  <a:lnTo>
                    <a:pt x="714356" y="314295"/>
                  </a:lnTo>
                  <a:lnTo>
                    <a:pt x="712965" y="314295"/>
                  </a:lnTo>
                  <a:lnTo>
                    <a:pt x="711575" y="314295"/>
                  </a:lnTo>
                  <a:lnTo>
                    <a:pt x="710174" y="314295"/>
                  </a:lnTo>
                  <a:lnTo>
                    <a:pt x="708784" y="314295"/>
                  </a:lnTo>
                  <a:lnTo>
                    <a:pt x="707393" y="314295"/>
                  </a:lnTo>
                  <a:lnTo>
                    <a:pt x="706002" y="314295"/>
                  </a:lnTo>
                  <a:lnTo>
                    <a:pt x="704545" y="314295"/>
                  </a:lnTo>
                  <a:lnTo>
                    <a:pt x="703154" y="314295"/>
                  </a:lnTo>
                  <a:lnTo>
                    <a:pt x="701764" y="314295"/>
                  </a:lnTo>
                  <a:lnTo>
                    <a:pt x="700364" y="314295"/>
                  </a:lnTo>
                  <a:lnTo>
                    <a:pt x="698973" y="314295"/>
                  </a:lnTo>
                  <a:lnTo>
                    <a:pt x="697583" y="314295"/>
                  </a:lnTo>
                  <a:lnTo>
                    <a:pt x="696192" y="314295"/>
                  </a:lnTo>
                  <a:lnTo>
                    <a:pt x="694801" y="314295"/>
                  </a:lnTo>
                  <a:lnTo>
                    <a:pt x="693411" y="314295"/>
                  </a:lnTo>
                  <a:lnTo>
                    <a:pt x="692010" y="314295"/>
                  </a:lnTo>
                  <a:lnTo>
                    <a:pt x="690620" y="314295"/>
                  </a:lnTo>
                  <a:lnTo>
                    <a:pt x="689229" y="314295"/>
                  </a:lnTo>
                  <a:lnTo>
                    <a:pt x="687772" y="314295"/>
                  </a:lnTo>
                  <a:lnTo>
                    <a:pt x="686381" y="314295"/>
                  </a:lnTo>
                  <a:lnTo>
                    <a:pt x="684990" y="314295"/>
                  </a:lnTo>
                  <a:lnTo>
                    <a:pt x="683600" y="314295"/>
                  </a:lnTo>
                  <a:lnTo>
                    <a:pt x="682209" y="314295"/>
                  </a:lnTo>
                  <a:lnTo>
                    <a:pt x="680809" y="314295"/>
                  </a:lnTo>
                  <a:lnTo>
                    <a:pt x="679418" y="314295"/>
                  </a:lnTo>
                  <a:lnTo>
                    <a:pt x="678027" y="314295"/>
                  </a:lnTo>
                  <a:lnTo>
                    <a:pt x="676637" y="314295"/>
                  </a:lnTo>
                  <a:lnTo>
                    <a:pt x="675246" y="314295"/>
                  </a:lnTo>
                  <a:lnTo>
                    <a:pt x="673846" y="314295"/>
                  </a:lnTo>
                  <a:lnTo>
                    <a:pt x="672389" y="314295"/>
                  </a:lnTo>
                  <a:lnTo>
                    <a:pt x="670998" y="314295"/>
                  </a:lnTo>
                  <a:lnTo>
                    <a:pt x="669608" y="314295"/>
                  </a:lnTo>
                  <a:lnTo>
                    <a:pt x="668217" y="314295"/>
                  </a:lnTo>
                  <a:lnTo>
                    <a:pt x="666826" y="314295"/>
                  </a:lnTo>
                  <a:lnTo>
                    <a:pt x="665436" y="314295"/>
                  </a:lnTo>
                  <a:lnTo>
                    <a:pt x="664035" y="314295"/>
                  </a:lnTo>
                  <a:lnTo>
                    <a:pt x="662645" y="314295"/>
                  </a:lnTo>
                  <a:lnTo>
                    <a:pt x="661254" y="314295"/>
                  </a:lnTo>
                  <a:lnTo>
                    <a:pt x="659863" y="314295"/>
                  </a:lnTo>
                  <a:lnTo>
                    <a:pt x="658473" y="314295"/>
                  </a:lnTo>
                  <a:lnTo>
                    <a:pt x="657015" y="314295"/>
                  </a:lnTo>
                  <a:lnTo>
                    <a:pt x="655625" y="314295"/>
                  </a:lnTo>
                  <a:lnTo>
                    <a:pt x="654234" y="314295"/>
                  </a:lnTo>
                  <a:lnTo>
                    <a:pt x="652834" y="314295"/>
                  </a:lnTo>
                  <a:lnTo>
                    <a:pt x="651444" y="314295"/>
                  </a:lnTo>
                  <a:lnTo>
                    <a:pt x="650053" y="314295"/>
                  </a:lnTo>
                  <a:lnTo>
                    <a:pt x="648662" y="314295"/>
                  </a:lnTo>
                  <a:lnTo>
                    <a:pt x="647271" y="314295"/>
                  </a:lnTo>
                  <a:lnTo>
                    <a:pt x="645871" y="314295"/>
                  </a:lnTo>
                  <a:lnTo>
                    <a:pt x="644481" y="314295"/>
                  </a:lnTo>
                  <a:lnTo>
                    <a:pt x="643090" y="314295"/>
                  </a:lnTo>
                  <a:lnTo>
                    <a:pt x="641699" y="314295"/>
                  </a:lnTo>
                  <a:lnTo>
                    <a:pt x="640242" y="314295"/>
                  </a:lnTo>
                  <a:lnTo>
                    <a:pt x="638851" y="314295"/>
                  </a:lnTo>
                  <a:lnTo>
                    <a:pt x="637461" y="314295"/>
                  </a:lnTo>
                  <a:lnTo>
                    <a:pt x="636061" y="314295"/>
                  </a:lnTo>
                  <a:lnTo>
                    <a:pt x="634670" y="314295"/>
                  </a:lnTo>
                  <a:lnTo>
                    <a:pt x="633279" y="314295"/>
                  </a:lnTo>
                  <a:lnTo>
                    <a:pt x="631888" y="314295"/>
                  </a:lnTo>
                  <a:lnTo>
                    <a:pt x="630498" y="314295"/>
                  </a:lnTo>
                  <a:lnTo>
                    <a:pt x="629098" y="314295"/>
                  </a:lnTo>
                  <a:lnTo>
                    <a:pt x="627707" y="314295"/>
                  </a:lnTo>
                  <a:lnTo>
                    <a:pt x="626317" y="314295"/>
                  </a:lnTo>
                  <a:lnTo>
                    <a:pt x="624859" y="314295"/>
                  </a:lnTo>
                  <a:lnTo>
                    <a:pt x="623469" y="314295"/>
                  </a:lnTo>
                  <a:lnTo>
                    <a:pt x="622078" y="314295"/>
                  </a:lnTo>
                  <a:lnTo>
                    <a:pt x="620687" y="314295"/>
                  </a:lnTo>
                  <a:lnTo>
                    <a:pt x="619297" y="314295"/>
                  </a:lnTo>
                  <a:lnTo>
                    <a:pt x="617896" y="314295"/>
                  </a:lnTo>
                  <a:lnTo>
                    <a:pt x="616506" y="314295"/>
                  </a:lnTo>
                  <a:lnTo>
                    <a:pt x="615115" y="314295"/>
                  </a:lnTo>
                  <a:lnTo>
                    <a:pt x="613724" y="314295"/>
                  </a:lnTo>
                  <a:lnTo>
                    <a:pt x="612334" y="314295"/>
                  </a:lnTo>
                  <a:lnTo>
                    <a:pt x="610934" y="314295"/>
                  </a:lnTo>
                  <a:lnTo>
                    <a:pt x="609486" y="314295"/>
                  </a:lnTo>
                  <a:lnTo>
                    <a:pt x="608086" y="314295"/>
                  </a:lnTo>
                  <a:lnTo>
                    <a:pt x="606695" y="314295"/>
                  </a:lnTo>
                  <a:lnTo>
                    <a:pt x="605305" y="314295"/>
                  </a:lnTo>
                  <a:lnTo>
                    <a:pt x="603914" y="314295"/>
                  </a:lnTo>
                  <a:lnTo>
                    <a:pt x="602523" y="314295"/>
                  </a:lnTo>
                  <a:lnTo>
                    <a:pt x="601123" y="314295"/>
                  </a:lnTo>
                  <a:lnTo>
                    <a:pt x="599732" y="314295"/>
                  </a:lnTo>
                  <a:lnTo>
                    <a:pt x="598342" y="314295"/>
                  </a:lnTo>
                  <a:lnTo>
                    <a:pt x="596951" y="314295"/>
                  </a:lnTo>
                  <a:lnTo>
                    <a:pt x="595560" y="314295"/>
                  </a:lnTo>
                  <a:lnTo>
                    <a:pt x="594170" y="314295"/>
                  </a:lnTo>
                  <a:lnTo>
                    <a:pt x="592712" y="314295"/>
                  </a:lnTo>
                  <a:lnTo>
                    <a:pt x="591322" y="314295"/>
                  </a:lnTo>
                  <a:lnTo>
                    <a:pt x="589921" y="314295"/>
                  </a:lnTo>
                  <a:lnTo>
                    <a:pt x="588531" y="314295"/>
                  </a:lnTo>
                  <a:lnTo>
                    <a:pt x="587140" y="314295"/>
                  </a:lnTo>
                  <a:lnTo>
                    <a:pt x="585749" y="314295"/>
                  </a:lnTo>
                  <a:lnTo>
                    <a:pt x="584359" y="314295"/>
                  </a:lnTo>
                  <a:lnTo>
                    <a:pt x="582959" y="314295"/>
                  </a:lnTo>
                  <a:lnTo>
                    <a:pt x="581568" y="314295"/>
                  </a:lnTo>
                  <a:lnTo>
                    <a:pt x="580178" y="314295"/>
                  </a:lnTo>
                  <a:lnTo>
                    <a:pt x="578787" y="314295"/>
                  </a:lnTo>
                  <a:lnTo>
                    <a:pt x="577330" y="314295"/>
                  </a:lnTo>
                  <a:lnTo>
                    <a:pt x="575939" y="314295"/>
                  </a:lnTo>
                  <a:lnTo>
                    <a:pt x="574548" y="314295"/>
                  </a:lnTo>
                  <a:lnTo>
                    <a:pt x="573148" y="314295"/>
                  </a:lnTo>
                  <a:lnTo>
                    <a:pt x="571757" y="314295"/>
                  </a:lnTo>
                  <a:lnTo>
                    <a:pt x="570367" y="314295"/>
                  </a:lnTo>
                  <a:lnTo>
                    <a:pt x="568976" y="314295"/>
                  </a:lnTo>
                  <a:lnTo>
                    <a:pt x="567585" y="314295"/>
                  </a:lnTo>
                  <a:lnTo>
                    <a:pt x="566195" y="314295"/>
                  </a:lnTo>
                  <a:lnTo>
                    <a:pt x="564794" y="314295"/>
                  </a:lnTo>
                  <a:lnTo>
                    <a:pt x="563404" y="314295"/>
                  </a:lnTo>
                  <a:lnTo>
                    <a:pt x="561947" y="314295"/>
                  </a:lnTo>
                  <a:lnTo>
                    <a:pt x="560556" y="314295"/>
                  </a:lnTo>
                  <a:lnTo>
                    <a:pt x="559165" y="314295"/>
                  </a:lnTo>
                  <a:lnTo>
                    <a:pt x="557774" y="314295"/>
                  </a:lnTo>
                  <a:lnTo>
                    <a:pt x="556384" y="314295"/>
                  </a:lnTo>
                  <a:lnTo>
                    <a:pt x="554984" y="314295"/>
                  </a:lnTo>
                  <a:lnTo>
                    <a:pt x="553593" y="314295"/>
                  </a:lnTo>
                  <a:lnTo>
                    <a:pt x="552203" y="314295"/>
                  </a:lnTo>
                  <a:lnTo>
                    <a:pt x="550812" y="314295"/>
                  </a:lnTo>
                  <a:lnTo>
                    <a:pt x="549421" y="314295"/>
                  </a:lnTo>
                  <a:lnTo>
                    <a:pt x="548021" y="314295"/>
                  </a:lnTo>
                  <a:lnTo>
                    <a:pt x="546630" y="314295"/>
                  </a:lnTo>
                  <a:lnTo>
                    <a:pt x="545173" y="314295"/>
                  </a:lnTo>
                  <a:lnTo>
                    <a:pt x="543782" y="314295"/>
                  </a:lnTo>
                  <a:lnTo>
                    <a:pt x="542392" y="314295"/>
                  </a:lnTo>
                  <a:lnTo>
                    <a:pt x="541001" y="314295"/>
                  </a:lnTo>
                  <a:lnTo>
                    <a:pt x="539610" y="314295"/>
                  </a:lnTo>
                  <a:lnTo>
                    <a:pt x="538220" y="314295"/>
                  </a:lnTo>
                  <a:lnTo>
                    <a:pt x="536820" y="314295"/>
                  </a:lnTo>
                  <a:lnTo>
                    <a:pt x="535429" y="314295"/>
                  </a:lnTo>
                  <a:lnTo>
                    <a:pt x="534038" y="314295"/>
                  </a:lnTo>
                  <a:lnTo>
                    <a:pt x="532647" y="314295"/>
                  </a:lnTo>
                  <a:lnTo>
                    <a:pt x="531257" y="314295"/>
                  </a:lnTo>
                  <a:lnTo>
                    <a:pt x="529800" y="314295"/>
                  </a:lnTo>
                  <a:lnTo>
                    <a:pt x="528399" y="314295"/>
                  </a:lnTo>
                  <a:lnTo>
                    <a:pt x="527009" y="314295"/>
                  </a:lnTo>
                  <a:lnTo>
                    <a:pt x="525618" y="314295"/>
                  </a:lnTo>
                  <a:lnTo>
                    <a:pt x="524228" y="314295"/>
                  </a:lnTo>
                  <a:lnTo>
                    <a:pt x="522837" y="314295"/>
                  </a:lnTo>
                  <a:lnTo>
                    <a:pt x="521446" y="314295"/>
                  </a:lnTo>
                  <a:lnTo>
                    <a:pt x="520046" y="314295"/>
                  </a:lnTo>
                  <a:lnTo>
                    <a:pt x="518655" y="314295"/>
                  </a:lnTo>
                  <a:lnTo>
                    <a:pt x="517265" y="314295"/>
                  </a:lnTo>
                  <a:lnTo>
                    <a:pt x="515874" y="314295"/>
                  </a:lnTo>
                  <a:lnTo>
                    <a:pt x="514416" y="314295"/>
                  </a:lnTo>
                  <a:lnTo>
                    <a:pt x="513026" y="314295"/>
                  </a:lnTo>
                  <a:lnTo>
                    <a:pt x="511635" y="314295"/>
                  </a:lnTo>
                  <a:lnTo>
                    <a:pt x="510235" y="314295"/>
                  </a:lnTo>
                  <a:lnTo>
                    <a:pt x="508845" y="314295"/>
                  </a:lnTo>
                  <a:lnTo>
                    <a:pt x="507454" y="314295"/>
                  </a:lnTo>
                  <a:lnTo>
                    <a:pt x="506063" y="314295"/>
                  </a:lnTo>
                  <a:lnTo>
                    <a:pt x="504673" y="314295"/>
                  </a:lnTo>
                  <a:lnTo>
                    <a:pt x="503282" y="314295"/>
                  </a:lnTo>
                  <a:lnTo>
                    <a:pt x="501882" y="314295"/>
                  </a:lnTo>
                  <a:lnTo>
                    <a:pt x="500491" y="314295"/>
                  </a:lnTo>
                  <a:lnTo>
                    <a:pt x="499101" y="314295"/>
                  </a:lnTo>
                  <a:lnTo>
                    <a:pt x="497643" y="314295"/>
                  </a:lnTo>
                  <a:lnTo>
                    <a:pt x="496252" y="314295"/>
                  </a:lnTo>
                  <a:lnTo>
                    <a:pt x="494862" y="314295"/>
                  </a:lnTo>
                  <a:lnTo>
                    <a:pt x="493471" y="314295"/>
                  </a:lnTo>
                  <a:lnTo>
                    <a:pt x="492071" y="314295"/>
                  </a:lnTo>
                  <a:lnTo>
                    <a:pt x="490681" y="314295"/>
                  </a:lnTo>
                  <a:lnTo>
                    <a:pt x="489290" y="314295"/>
                  </a:lnTo>
                  <a:lnTo>
                    <a:pt x="487899" y="314295"/>
                  </a:lnTo>
                  <a:lnTo>
                    <a:pt x="486508" y="314295"/>
                  </a:lnTo>
                  <a:lnTo>
                    <a:pt x="485108" y="314295"/>
                  </a:lnTo>
                  <a:lnTo>
                    <a:pt x="483718" y="314295"/>
                  </a:lnTo>
                  <a:lnTo>
                    <a:pt x="482260" y="314295"/>
                  </a:lnTo>
                  <a:lnTo>
                    <a:pt x="480870" y="314295"/>
                  </a:lnTo>
                  <a:lnTo>
                    <a:pt x="479479" y="314295"/>
                  </a:lnTo>
                  <a:lnTo>
                    <a:pt x="478088" y="314295"/>
                  </a:lnTo>
                  <a:lnTo>
                    <a:pt x="476698" y="314295"/>
                  </a:lnTo>
                  <a:lnTo>
                    <a:pt x="475307" y="314295"/>
                  </a:lnTo>
                  <a:lnTo>
                    <a:pt x="473907" y="314295"/>
                  </a:lnTo>
                  <a:lnTo>
                    <a:pt x="472516" y="314295"/>
                  </a:lnTo>
                  <a:lnTo>
                    <a:pt x="471126" y="314295"/>
                  </a:lnTo>
                  <a:lnTo>
                    <a:pt x="469735" y="314295"/>
                  </a:lnTo>
                  <a:lnTo>
                    <a:pt x="468344" y="314295"/>
                  </a:lnTo>
                  <a:lnTo>
                    <a:pt x="466887" y="314295"/>
                  </a:lnTo>
                  <a:lnTo>
                    <a:pt x="465496" y="314295"/>
                  </a:lnTo>
                  <a:lnTo>
                    <a:pt x="464096" y="314295"/>
                  </a:lnTo>
                  <a:lnTo>
                    <a:pt x="462706" y="314295"/>
                  </a:lnTo>
                  <a:lnTo>
                    <a:pt x="461315" y="314295"/>
                  </a:lnTo>
                  <a:lnTo>
                    <a:pt x="459924" y="314295"/>
                  </a:lnTo>
                  <a:lnTo>
                    <a:pt x="458534" y="314295"/>
                  </a:lnTo>
                  <a:lnTo>
                    <a:pt x="457143" y="314295"/>
                  </a:lnTo>
                  <a:lnTo>
                    <a:pt x="455743" y="314295"/>
                  </a:lnTo>
                  <a:lnTo>
                    <a:pt x="454352" y="314295"/>
                  </a:lnTo>
                  <a:lnTo>
                    <a:pt x="452962" y="314295"/>
                  </a:lnTo>
                  <a:lnTo>
                    <a:pt x="451571" y="314295"/>
                  </a:lnTo>
                  <a:lnTo>
                    <a:pt x="450113" y="314295"/>
                  </a:lnTo>
                  <a:lnTo>
                    <a:pt x="448723" y="314295"/>
                  </a:lnTo>
                  <a:lnTo>
                    <a:pt x="447332" y="314295"/>
                  </a:lnTo>
                  <a:lnTo>
                    <a:pt x="445932" y="314295"/>
                  </a:lnTo>
                  <a:lnTo>
                    <a:pt x="444541" y="314295"/>
                  </a:lnTo>
                  <a:lnTo>
                    <a:pt x="443150" y="314295"/>
                  </a:lnTo>
                  <a:lnTo>
                    <a:pt x="441760" y="314295"/>
                  </a:lnTo>
                  <a:lnTo>
                    <a:pt x="440369" y="314295"/>
                  </a:lnTo>
                  <a:lnTo>
                    <a:pt x="438969" y="314295"/>
                  </a:lnTo>
                  <a:lnTo>
                    <a:pt x="437579" y="314295"/>
                  </a:lnTo>
                  <a:lnTo>
                    <a:pt x="436188" y="314295"/>
                  </a:lnTo>
                  <a:lnTo>
                    <a:pt x="434731" y="314295"/>
                  </a:lnTo>
                  <a:lnTo>
                    <a:pt x="433340" y="314295"/>
                  </a:lnTo>
                  <a:lnTo>
                    <a:pt x="431949" y="314295"/>
                  </a:lnTo>
                  <a:lnTo>
                    <a:pt x="430559" y="314295"/>
                  </a:lnTo>
                  <a:lnTo>
                    <a:pt x="429158" y="314295"/>
                  </a:lnTo>
                  <a:lnTo>
                    <a:pt x="427768" y="314295"/>
                  </a:lnTo>
                  <a:lnTo>
                    <a:pt x="426377" y="314295"/>
                  </a:lnTo>
                  <a:lnTo>
                    <a:pt x="424986" y="314295"/>
                  </a:lnTo>
                  <a:lnTo>
                    <a:pt x="423596" y="314295"/>
                  </a:lnTo>
                  <a:lnTo>
                    <a:pt x="422205" y="314295"/>
                  </a:lnTo>
                  <a:lnTo>
                    <a:pt x="420805" y="314295"/>
                  </a:lnTo>
                  <a:lnTo>
                    <a:pt x="419357" y="314295"/>
                  </a:lnTo>
                  <a:lnTo>
                    <a:pt x="417957" y="314295"/>
                  </a:lnTo>
                  <a:lnTo>
                    <a:pt x="416567" y="314295"/>
                  </a:lnTo>
                  <a:lnTo>
                    <a:pt x="415176" y="314295"/>
                  </a:lnTo>
                  <a:lnTo>
                    <a:pt x="413785" y="314295"/>
                  </a:lnTo>
                  <a:lnTo>
                    <a:pt x="412394" y="314295"/>
                  </a:lnTo>
                  <a:lnTo>
                    <a:pt x="410994" y="314295"/>
                  </a:lnTo>
                  <a:lnTo>
                    <a:pt x="409604" y="314295"/>
                  </a:lnTo>
                  <a:lnTo>
                    <a:pt x="408213" y="314295"/>
                  </a:lnTo>
                  <a:lnTo>
                    <a:pt x="406822" y="314295"/>
                  </a:lnTo>
                  <a:lnTo>
                    <a:pt x="405432" y="314295"/>
                  </a:lnTo>
                  <a:lnTo>
                    <a:pt x="404041" y="314295"/>
                  </a:lnTo>
                  <a:lnTo>
                    <a:pt x="402584" y="314295"/>
                  </a:lnTo>
                  <a:lnTo>
                    <a:pt x="401193" y="314295"/>
                  </a:lnTo>
                  <a:lnTo>
                    <a:pt x="399793" y="314295"/>
                  </a:lnTo>
                  <a:lnTo>
                    <a:pt x="398402" y="314295"/>
                  </a:lnTo>
                  <a:lnTo>
                    <a:pt x="397011" y="314295"/>
                  </a:lnTo>
                  <a:lnTo>
                    <a:pt x="395621" y="314295"/>
                  </a:lnTo>
                  <a:lnTo>
                    <a:pt x="394230" y="314295"/>
                  </a:lnTo>
                  <a:lnTo>
                    <a:pt x="392830" y="314295"/>
                  </a:lnTo>
                  <a:lnTo>
                    <a:pt x="391440" y="314295"/>
                  </a:lnTo>
                  <a:lnTo>
                    <a:pt x="390049" y="314295"/>
                  </a:lnTo>
                  <a:lnTo>
                    <a:pt x="388658" y="314295"/>
                  </a:lnTo>
                  <a:lnTo>
                    <a:pt x="387201" y="314295"/>
                  </a:lnTo>
                  <a:lnTo>
                    <a:pt x="385810" y="314295"/>
                  </a:lnTo>
                  <a:lnTo>
                    <a:pt x="384420" y="314295"/>
                  </a:lnTo>
                  <a:lnTo>
                    <a:pt x="383019" y="314295"/>
                  </a:lnTo>
                  <a:lnTo>
                    <a:pt x="381629" y="314295"/>
                  </a:lnTo>
                  <a:lnTo>
                    <a:pt x="380238" y="314295"/>
                  </a:lnTo>
                  <a:lnTo>
                    <a:pt x="378847" y="314295"/>
                  </a:lnTo>
                  <a:lnTo>
                    <a:pt x="377457" y="314295"/>
                  </a:lnTo>
                  <a:lnTo>
                    <a:pt x="376066" y="314295"/>
                  </a:lnTo>
                  <a:lnTo>
                    <a:pt x="374666" y="314295"/>
                  </a:lnTo>
                  <a:lnTo>
                    <a:pt x="373275" y="314295"/>
                  </a:lnTo>
                  <a:lnTo>
                    <a:pt x="371818" y="314295"/>
                  </a:lnTo>
                  <a:lnTo>
                    <a:pt x="370428" y="314295"/>
                  </a:lnTo>
                  <a:lnTo>
                    <a:pt x="369036" y="314295"/>
                  </a:lnTo>
                  <a:lnTo>
                    <a:pt x="367646" y="314295"/>
                  </a:lnTo>
                  <a:lnTo>
                    <a:pt x="366246" y="314295"/>
                  </a:lnTo>
                  <a:lnTo>
                    <a:pt x="364855" y="314295"/>
                  </a:lnTo>
                  <a:lnTo>
                    <a:pt x="363465" y="314295"/>
                  </a:lnTo>
                  <a:lnTo>
                    <a:pt x="362074" y="314295"/>
                  </a:lnTo>
                  <a:lnTo>
                    <a:pt x="360683" y="314295"/>
                  </a:lnTo>
                  <a:lnTo>
                    <a:pt x="359293" y="314295"/>
                  </a:lnTo>
                  <a:lnTo>
                    <a:pt x="357892" y="314295"/>
                  </a:lnTo>
                  <a:lnTo>
                    <a:pt x="356502" y="314295"/>
                  </a:lnTo>
                  <a:lnTo>
                    <a:pt x="355044" y="314295"/>
                  </a:lnTo>
                  <a:lnTo>
                    <a:pt x="353654" y="314295"/>
                  </a:lnTo>
                  <a:lnTo>
                    <a:pt x="352263" y="314295"/>
                  </a:lnTo>
                  <a:lnTo>
                    <a:pt x="350872" y="314295"/>
                  </a:lnTo>
                  <a:lnTo>
                    <a:pt x="349482" y="314295"/>
                  </a:lnTo>
                  <a:lnTo>
                    <a:pt x="348091" y="314295"/>
                  </a:lnTo>
                  <a:lnTo>
                    <a:pt x="346691" y="314295"/>
                  </a:lnTo>
                  <a:lnTo>
                    <a:pt x="345301" y="314295"/>
                  </a:lnTo>
                  <a:lnTo>
                    <a:pt x="343909" y="314295"/>
                  </a:lnTo>
                  <a:lnTo>
                    <a:pt x="342519" y="314295"/>
                  </a:lnTo>
                  <a:lnTo>
                    <a:pt x="341128" y="314295"/>
                  </a:lnTo>
                  <a:lnTo>
                    <a:pt x="339671" y="314295"/>
                  </a:lnTo>
                  <a:lnTo>
                    <a:pt x="338271" y="314295"/>
                  </a:lnTo>
                  <a:lnTo>
                    <a:pt x="336880" y="314295"/>
                  </a:lnTo>
                  <a:lnTo>
                    <a:pt x="335490" y="314295"/>
                  </a:lnTo>
                  <a:lnTo>
                    <a:pt x="334099" y="314295"/>
                  </a:lnTo>
                  <a:lnTo>
                    <a:pt x="332708" y="314295"/>
                  </a:lnTo>
                  <a:lnTo>
                    <a:pt x="331318" y="314295"/>
                  </a:lnTo>
                  <a:lnTo>
                    <a:pt x="329917" y="314295"/>
                  </a:lnTo>
                  <a:lnTo>
                    <a:pt x="328527" y="314295"/>
                  </a:lnTo>
                  <a:lnTo>
                    <a:pt x="327136" y="314295"/>
                  </a:lnTo>
                  <a:lnTo>
                    <a:pt x="325745" y="314295"/>
                  </a:lnTo>
                  <a:lnTo>
                    <a:pt x="324355" y="314295"/>
                  </a:lnTo>
                  <a:lnTo>
                    <a:pt x="322897" y="314295"/>
                  </a:lnTo>
                  <a:lnTo>
                    <a:pt x="321507" y="314295"/>
                  </a:lnTo>
                  <a:lnTo>
                    <a:pt x="320107" y="314295"/>
                  </a:lnTo>
                  <a:lnTo>
                    <a:pt x="318716" y="314295"/>
                  </a:lnTo>
                  <a:lnTo>
                    <a:pt x="317326" y="314295"/>
                  </a:lnTo>
                  <a:lnTo>
                    <a:pt x="315935" y="314295"/>
                  </a:lnTo>
                  <a:lnTo>
                    <a:pt x="314544" y="314295"/>
                  </a:lnTo>
                  <a:lnTo>
                    <a:pt x="313154" y="314295"/>
                  </a:lnTo>
                  <a:lnTo>
                    <a:pt x="311753" y="314295"/>
                  </a:lnTo>
                  <a:lnTo>
                    <a:pt x="310363" y="314295"/>
                  </a:lnTo>
                  <a:lnTo>
                    <a:pt x="308972" y="314295"/>
                  </a:lnTo>
                  <a:lnTo>
                    <a:pt x="307515" y="314295"/>
                  </a:lnTo>
                  <a:lnTo>
                    <a:pt x="306124" y="314295"/>
                  </a:lnTo>
                  <a:lnTo>
                    <a:pt x="304733" y="314295"/>
                  </a:lnTo>
                  <a:lnTo>
                    <a:pt x="303343" y="314295"/>
                  </a:lnTo>
                  <a:lnTo>
                    <a:pt x="301943" y="314295"/>
                  </a:lnTo>
                  <a:lnTo>
                    <a:pt x="300552" y="314295"/>
                  </a:lnTo>
                  <a:lnTo>
                    <a:pt x="299161" y="314295"/>
                  </a:lnTo>
                  <a:lnTo>
                    <a:pt x="297770" y="314295"/>
                  </a:lnTo>
                  <a:lnTo>
                    <a:pt x="296380" y="314295"/>
                  </a:lnTo>
                  <a:lnTo>
                    <a:pt x="294980" y="314295"/>
                  </a:lnTo>
                  <a:lnTo>
                    <a:pt x="293589" y="314295"/>
                  </a:lnTo>
                  <a:lnTo>
                    <a:pt x="292132" y="314295"/>
                  </a:lnTo>
                  <a:lnTo>
                    <a:pt x="290741" y="314295"/>
                  </a:lnTo>
                  <a:lnTo>
                    <a:pt x="289351" y="314295"/>
                  </a:lnTo>
                  <a:lnTo>
                    <a:pt x="287960" y="314295"/>
                  </a:lnTo>
                  <a:lnTo>
                    <a:pt x="286569" y="314295"/>
                  </a:lnTo>
                  <a:lnTo>
                    <a:pt x="285179" y="314295"/>
                  </a:lnTo>
                  <a:lnTo>
                    <a:pt x="283778" y="314295"/>
                  </a:lnTo>
                  <a:lnTo>
                    <a:pt x="282388" y="314295"/>
                  </a:lnTo>
                  <a:lnTo>
                    <a:pt x="280997" y="314295"/>
                  </a:lnTo>
                  <a:lnTo>
                    <a:pt x="279606" y="314295"/>
                  </a:lnTo>
                  <a:lnTo>
                    <a:pt x="278216" y="314295"/>
                  </a:lnTo>
                  <a:lnTo>
                    <a:pt x="276816" y="314295"/>
                  </a:lnTo>
                  <a:lnTo>
                    <a:pt x="275368" y="314295"/>
                  </a:lnTo>
                  <a:lnTo>
                    <a:pt x="273968" y="314295"/>
                  </a:lnTo>
                  <a:lnTo>
                    <a:pt x="272577" y="314295"/>
                  </a:lnTo>
                  <a:lnTo>
                    <a:pt x="271187" y="314295"/>
                  </a:lnTo>
                  <a:lnTo>
                    <a:pt x="269796" y="314295"/>
                  </a:lnTo>
                  <a:lnTo>
                    <a:pt x="268405" y="314295"/>
                  </a:lnTo>
                  <a:lnTo>
                    <a:pt x="267005" y="314295"/>
                  </a:lnTo>
                  <a:lnTo>
                    <a:pt x="265614" y="314295"/>
                  </a:lnTo>
                  <a:lnTo>
                    <a:pt x="264224" y="314295"/>
                  </a:lnTo>
                  <a:lnTo>
                    <a:pt x="262833" y="314295"/>
                  </a:lnTo>
                  <a:lnTo>
                    <a:pt x="261442" y="314295"/>
                  </a:lnTo>
                  <a:lnTo>
                    <a:pt x="259985" y="314295"/>
                  </a:lnTo>
                  <a:lnTo>
                    <a:pt x="258594" y="314295"/>
                  </a:lnTo>
                  <a:lnTo>
                    <a:pt x="257204" y="314295"/>
                  </a:lnTo>
                  <a:lnTo>
                    <a:pt x="255803" y="314295"/>
                  </a:lnTo>
                  <a:lnTo>
                    <a:pt x="254413" y="314295"/>
                  </a:lnTo>
                  <a:lnTo>
                    <a:pt x="253022" y="314295"/>
                  </a:lnTo>
                  <a:lnTo>
                    <a:pt x="251631" y="314295"/>
                  </a:lnTo>
                  <a:lnTo>
                    <a:pt x="250241" y="314295"/>
                  </a:lnTo>
                  <a:lnTo>
                    <a:pt x="248841" y="314295"/>
                  </a:lnTo>
                  <a:lnTo>
                    <a:pt x="247450" y="314295"/>
                  </a:lnTo>
                  <a:lnTo>
                    <a:pt x="246060" y="314295"/>
                  </a:lnTo>
                  <a:lnTo>
                    <a:pt x="244602" y="314295"/>
                  </a:lnTo>
                  <a:lnTo>
                    <a:pt x="243212" y="314295"/>
                  </a:lnTo>
                  <a:lnTo>
                    <a:pt x="241821" y="314295"/>
                  </a:lnTo>
                  <a:lnTo>
                    <a:pt x="240430" y="314295"/>
                  </a:lnTo>
                  <a:lnTo>
                    <a:pt x="239030" y="314295"/>
                  </a:lnTo>
                  <a:lnTo>
                    <a:pt x="237639" y="314295"/>
                  </a:lnTo>
                  <a:lnTo>
                    <a:pt x="236249" y="314295"/>
                  </a:lnTo>
                  <a:lnTo>
                    <a:pt x="234858" y="314295"/>
                  </a:lnTo>
                  <a:lnTo>
                    <a:pt x="233467" y="314295"/>
                  </a:lnTo>
                  <a:lnTo>
                    <a:pt x="232077" y="314295"/>
                  </a:lnTo>
                  <a:lnTo>
                    <a:pt x="230676" y="314295"/>
                  </a:lnTo>
                  <a:lnTo>
                    <a:pt x="229286" y="314295"/>
                  </a:lnTo>
                  <a:lnTo>
                    <a:pt x="227829" y="314295"/>
                  </a:lnTo>
                  <a:lnTo>
                    <a:pt x="226438" y="314295"/>
                  </a:lnTo>
                  <a:lnTo>
                    <a:pt x="225048" y="314295"/>
                  </a:lnTo>
                  <a:lnTo>
                    <a:pt x="223656" y="314295"/>
                  </a:lnTo>
                  <a:lnTo>
                    <a:pt x="222266" y="314295"/>
                  </a:lnTo>
                  <a:lnTo>
                    <a:pt x="220866" y="314295"/>
                  </a:lnTo>
                  <a:lnTo>
                    <a:pt x="219475" y="314295"/>
                  </a:lnTo>
                  <a:lnTo>
                    <a:pt x="218085" y="314295"/>
                  </a:lnTo>
                  <a:lnTo>
                    <a:pt x="216694" y="314295"/>
                  </a:lnTo>
                  <a:lnTo>
                    <a:pt x="215303" y="314295"/>
                  </a:lnTo>
                  <a:lnTo>
                    <a:pt x="213903" y="314295"/>
                  </a:lnTo>
                  <a:lnTo>
                    <a:pt x="212455" y="314295"/>
                  </a:lnTo>
                  <a:lnTo>
                    <a:pt x="211055" y="314295"/>
                  </a:lnTo>
                  <a:lnTo>
                    <a:pt x="209664" y="314295"/>
                  </a:lnTo>
                  <a:lnTo>
                    <a:pt x="208274" y="314295"/>
                  </a:lnTo>
                  <a:lnTo>
                    <a:pt x="206883" y="314295"/>
                  </a:lnTo>
                  <a:lnTo>
                    <a:pt x="205492" y="314295"/>
                  </a:lnTo>
                  <a:lnTo>
                    <a:pt x="204102" y="314295"/>
                  </a:lnTo>
                  <a:lnTo>
                    <a:pt x="202702" y="314295"/>
                  </a:lnTo>
                  <a:lnTo>
                    <a:pt x="201311" y="314295"/>
                  </a:lnTo>
                  <a:lnTo>
                    <a:pt x="199921" y="314295"/>
                  </a:lnTo>
                  <a:lnTo>
                    <a:pt x="198529" y="314295"/>
                  </a:lnTo>
                  <a:lnTo>
                    <a:pt x="197072" y="314295"/>
                  </a:lnTo>
                  <a:lnTo>
                    <a:pt x="195682" y="314295"/>
                  </a:lnTo>
                  <a:lnTo>
                    <a:pt x="194291" y="314295"/>
                  </a:lnTo>
                  <a:lnTo>
                    <a:pt x="192891" y="314295"/>
                  </a:lnTo>
                  <a:lnTo>
                    <a:pt x="191500" y="314295"/>
                  </a:lnTo>
                  <a:lnTo>
                    <a:pt x="190110" y="314295"/>
                  </a:lnTo>
                  <a:lnTo>
                    <a:pt x="188719" y="314295"/>
                  </a:lnTo>
                  <a:lnTo>
                    <a:pt x="187328" y="314295"/>
                  </a:lnTo>
                  <a:lnTo>
                    <a:pt x="185938" y="314295"/>
                  </a:lnTo>
                  <a:lnTo>
                    <a:pt x="184537" y="314295"/>
                  </a:lnTo>
                  <a:lnTo>
                    <a:pt x="183147" y="314295"/>
                  </a:lnTo>
                  <a:lnTo>
                    <a:pt x="181756" y="314295"/>
                  </a:lnTo>
                  <a:lnTo>
                    <a:pt x="180299" y="314295"/>
                  </a:lnTo>
                  <a:lnTo>
                    <a:pt x="178908" y="314295"/>
                  </a:lnTo>
                  <a:lnTo>
                    <a:pt x="177517" y="314295"/>
                  </a:lnTo>
                  <a:lnTo>
                    <a:pt x="176117" y="314295"/>
                  </a:lnTo>
                  <a:lnTo>
                    <a:pt x="174727" y="314295"/>
                  </a:lnTo>
                  <a:lnTo>
                    <a:pt x="173336" y="314295"/>
                  </a:lnTo>
                  <a:lnTo>
                    <a:pt x="171946" y="314295"/>
                  </a:lnTo>
                  <a:lnTo>
                    <a:pt x="170555" y="314295"/>
                  </a:lnTo>
                  <a:lnTo>
                    <a:pt x="169164" y="314295"/>
                  </a:lnTo>
                  <a:lnTo>
                    <a:pt x="167764" y="314295"/>
                  </a:lnTo>
                  <a:lnTo>
                    <a:pt x="166373" y="314295"/>
                  </a:lnTo>
                  <a:lnTo>
                    <a:pt x="164916" y="314295"/>
                  </a:lnTo>
                  <a:lnTo>
                    <a:pt x="163525" y="314295"/>
                  </a:lnTo>
                  <a:lnTo>
                    <a:pt x="162134" y="314295"/>
                  </a:lnTo>
                  <a:lnTo>
                    <a:pt x="160744" y="314295"/>
                  </a:lnTo>
                  <a:lnTo>
                    <a:pt x="159353" y="314295"/>
                  </a:lnTo>
                  <a:lnTo>
                    <a:pt x="157963" y="314295"/>
                  </a:lnTo>
                  <a:lnTo>
                    <a:pt x="156563" y="314295"/>
                  </a:lnTo>
                  <a:lnTo>
                    <a:pt x="155172" y="314295"/>
                  </a:lnTo>
                  <a:lnTo>
                    <a:pt x="153781" y="314295"/>
                  </a:lnTo>
                  <a:lnTo>
                    <a:pt x="152390" y="314295"/>
                  </a:lnTo>
                  <a:lnTo>
                    <a:pt x="151000" y="314295"/>
                  </a:lnTo>
                  <a:lnTo>
                    <a:pt x="149543" y="314295"/>
                  </a:lnTo>
                  <a:lnTo>
                    <a:pt x="148142" y="314295"/>
                  </a:lnTo>
                  <a:lnTo>
                    <a:pt x="146752" y="314295"/>
                  </a:lnTo>
                  <a:lnTo>
                    <a:pt x="145361" y="314295"/>
                  </a:lnTo>
                  <a:lnTo>
                    <a:pt x="143970" y="314295"/>
                  </a:lnTo>
                  <a:lnTo>
                    <a:pt x="142580" y="314295"/>
                  </a:lnTo>
                  <a:lnTo>
                    <a:pt x="141189" y="314295"/>
                  </a:lnTo>
                  <a:lnTo>
                    <a:pt x="139789" y="314295"/>
                  </a:lnTo>
                  <a:lnTo>
                    <a:pt x="138398" y="314295"/>
                  </a:lnTo>
                  <a:lnTo>
                    <a:pt x="137008" y="314295"/>
                  </a:lnTo>
                  <a:lnTo>
                    <a:pt x="135617" y="314295"/>
                  </a:lnTo>
                  <a:lnTo>
                    <a:pt x="134226" y="314295"/>
                  </a:lnTo>
                  <a:lnTo>
                    <a:pt x="132769" y="314295"/>
                  </a:lnTo>
                  <a:lnTo>
                    <a:pt x="131378" y="314295"/>
                  </a:lnTo>
                  <a:lnTo>
                    <a:pt x="129978" y="314295"/>
                  </a:lnTo>
                  <a:lnTo>
                    <a:pt x="128588" y="314295"/>
                  </a:lnTo>
                  <a:lnTo>
                    <a:pt x="127197" y="314295"/>
                  </a:lnTo>
                  <a:lnTo>
                    <a:pt x="125806" y="314295"/>
                  </a:lnTo>
                  <a:lnTo>
                    <a:pt x="124416" y="314295"/>
                  </a:lnTo>
                  <a:lnTo>
                    <a:pt x="123025" y="314295"/>
                  </a:lnTo>
                  <a:lnTo>
                    <a:pt x="121625" y="314295"/>
                  </a:lnTo>
                  <a:lnTo>
                    <a:pt x="120234" y="314295"/>
                  </a:lnTo>
                  <a:lnTo>
                    <a:pt x="118844" y="314295"/>
                  </a:lnTo>
                  <a:lnTo>
                    <a:pt x="117386" y="314295"/>
                  </a:lnTo>
                  <a:lnTo>
                    <a:pt x="115995" y="314295"/>
                  </a:lnTo>
                  <a:lnTo>
                    <a:pt x="114605" y="314295"/>
                  </a:lnTo>
                  <a:lnTo>
                    <a:pt x="113214" y="314295"/>
                  </a:lnTo>
                  <a:lnTo>
                    <a:pt x="111814" y="314295"/>
                  </a:lnTo>
                  <a:lnTo>
                    <a:pt x="110423" y="314295"/>
                  </a:lnTo>
                  <a:lnTo>
                    <a:pt x="109032" y="314295"/>
                  </a:lnTo>
                  <a:lnTo>
                    <a:pt x="107642" y="314295"/>
                  </a:lnTo>
                  <a:lnTo>
                    <a:pt x="106251" y="314295"/>
                  </a:lnTo>
                  <a:lnTo>
                    <a:pt x="104851" y="314295"/>
                  </a:lnTo>
                  <a:lnTo>
                    <a:pt x="103461" y="314295"/>
                  </a:lnTo>
                  <a:lnTo>
                    <a:pt x="102003" y="314295"/>
                  </a:lnTo>
                  <a:lnTo>
                    <a:pt x="100613" y="314295"/>
                  </a:lnTo>
                  <a:lnTo>
                    <a:pt x="99222" y="314295"/>
                  </a:lnTo>
                  <a:lnTo>
                    <a:pt x="97831" y="314295"/>
                  </a:lnTo>
                  <a:lnTo>
                    <a:pt x="96441" y="314295"/>
                  </a:lnTo>
                  <a:lnTo>
                    <a:pt x="95050" y="314295"/>
                  </a:lnTo>
                  <a:lnTo>
                    <a:pt x="93650" y="314295"/>
                  </a:lnTo>
                  <a:lnTo>
                    <a:pt x="92259" y="314295"/>
                  </a:lnTo>
                  <a:lnTo>
                    <a:pt x="90868" y="314295"/>
                  </a:lnTo>
                  <a:lnTo>
                    <a:pt x="89478" y="314295"/>
                  </a:lnTo>
                  <a:lnTo>
                    <a:pt x="88087" y="314295"/>
                  </a:lnTo>
                  <a:lnTo>
                    <a:pt x="86687" y="314295"/>
                  </a:lnTo>
                  <a:lnTo>
                    <a:pt x="85239" y="314295"/>
                  </a:lnTo>
                  <a:lnTo>
                    <a:pt x="83839" y="314295"/>
                  </a:lnTo>
                  <a:lnTo>
                    <a:pt x="82449" y="314295"/>
                  </a:lnTo>
                  <a:lnTo>
                    <a:pt x="81058" y="314295"/>
                  </a:lnTo>
                  <a:lnTo>
                    <a:pt x="79667" y="314295"/>
                  </a:lnTo>
                  <a:lnTo>
                    <a:pt x="78276" y="314295"/>
                  </a:lnTo>
                  <a:lnTo>
                    <a:pt x="76876" y="314295"/>
                  </a:lnTo>
                  <a:lnTo>
                    <a:pt x="75486" y="314295"/>
                  </a:lnTo>
                  <a:lnTo>
                    <a:pt x="74095" y="314295"/>
                  </a:lnTo>
                  <a:lnTo>
                    <a:pt x="72704" y="314295"/>
                  </a:lnTo>
                  <a:lnTo>
                    <a:pt x="71314" y="314295"/>
                  </a:lnTo>
                  <a:lnTo>
                    <a:pt x="69856" y="314295"/>
                  </a:lnTo>
                  <a:lnTo>
                    <a:pt x="68466" y="314295"/>
                  </a:lnTo>
                  <a:lnTo>
                    <a:pt x="67075" y="314295"/>
                  </a:lnTo>
                  <a:lnTo>
                    <a:pt x="65675" y="314295"/>
                  </a:lnTo>
                  <a:lnTo>
                    <a:pt x="64284" y="314295"/>
                  </a:lnTo>
                  <a:lnTo>
                    <a:pt x="62893" y="314295"/>
                  </a:lnTo>
                  <a:lnTo>
                    <a:pt x="61503" y="314295"/>
                  </a:lnTo>
                  <a:lnTo>
                    <a:pt x="60103" y="314295"/>
                  </a:lnTo>
                  <a:lnTo>
                    <a:pt x="58712" y="314295"/>
                  </a:lnTo>
                  <a:lnTo>
                    <a:pt x="57322" y="314295"/>
                  </a:lnTo>
                  <a:lnTo>
                    <a:pt x="55931" y="314295"/>
                  </a:lnTo>
                  <a:lnTo>
                    <a:pt x="54474" y="314295"/>
                  </a:lnTo>
                  <a:lnTo>
                    <a:pt x="53083" y="314295"/>
                  </a:lnTo>
                  <a:lnTo>
                    <a:pt x="51692" y="314295"/>
                  </a:lnTo>
                  <a:lnTo>
                    <a:pt x="50302" y="314295"/>
                  </a:lnTo>
                  <a:lnTo>
                    <a:pt x="48901" y="314295"/>
                  </a:lnTo>
                  <a:lnTo>
                    <a:pt x="47511" y="314295"/>
                  </a:lnTo>
                  <a:lnTo>
                    <a:pt x="46120" y="314295"/>
                  </a:lnTo>
                  <a:lnTo>
                    <a:pt x="44729" y="314295"/>
                  </a:lnTo>
                  <a:lnTo>
                    <a:pt x="43339" y="314295"/>
                  </a:lnTo>
                  <a:lnTo>
                    <a:pt x="41948" y="314295"/>
                  </a:lnTo>
                  <a:lnTo>
                    <a:pt x="40548" y="314295"/>
                  </a:lnTo>
                  <a:lnTo>
                    <a:pt x="39157" y="314295"/>
                  </a:lnTo>
                  <a:lnTo>
                    <a:pt x="37700" y="314295"/>
                  </a:lnTo>
                  <a:lnTo>
                    <a:pt x="36310" y="314295"/>
                  </a:lnTo>
                  <a:lnTo>
                    <a:pt x="34919" y="314295"/>
                  </a:lnTo>
                  <a:lnTo>
                    <a:pt x="33528" y="314295"/>
                  </a:lnTo>
                  <a:lnTo>
                    <a:pt x="32137" y="314295"/>
                  </a:lnTo>
                  <a:lnTo>
                    <a:pt x="30737" y="314295"/>
                  </a:lnTo>
                  <a:lnTo>
                    <a:pt x="29347" y="314295"/>
                  </a:lnTo>
                  <a:lnTo>
                    <a:pt x="27956" y="314295"/>
                  </a:lnTo>
                  <a:lnTo>
                    <a:pt x="26565" y="314295"/>
                  </a:lnTo>
                  <a:lnTo>
                    <a:pt x="25175" y="314295"/>
                  </a:lnTo>
                  <a:lnTo>
                    <a:pt x="23774" y="314295"/>
                  </a:lnTo>
                  <a:lnTo>
                    <a:pt x="22327" y="314295"/>
                  </a:lnTo>
                  <a:lnTo>
                    <a:pt x="20926" y="314295"/>
                  </a:lnTo>
                  <a:lnTo>
                    <a:pt x="19536" y="314295"/>
                  </a:lnTo>
                  <a:lnTo>
                    <a:pt x="18145" y="314295"/>
                  </a:lnTo>
                  <a:lnTo>
                    <a:pt x="16754" y="314295"/>
                  </a:lnTo>
                  <a:lnTo>
                    <a:pt x="15364" y="314295"/>
                  </a:lnTo>
                  <a:lnTo>
                    <a:pt x="13973" y="314295"/>
                  </a:lnTo>
                  <a:lnTo>
                    <a:pt x="12573" y="314295"/>
                  </a:lnTo>
                  <a:lnTo>
                    <a:pt x="11183" y="314295"/>
                  </a:lnTo>
                  <a:lnTo>
                    <a:pt x="9792" y="314295"/>
                  </a:lnTo>
                  <a:lnTo>
                    <a:pt x="8401" y="314295"/>
                  </a:lnTo>
                  <a:lnTo>
                    <a:pt x="7010" y="314295"/>
                  </a:lnTo>
                  <a:lnTo>
                    <a:pt x="5553" y="314295"/>
                  </a:lnTo>
                  <a:lnTo>
                    <a:pt x="4163" y="314295"/>
                  </a:lnTo>
                  <a:lnTo>
                    <a:pt x="2762" y="314295"/>
                  </a:lnTo>
                  <a:lnTo>
                    <a:pt x="1372" y="314295"/>
                  </a:lnTo>
                  <a:lnTo>
                    <a:pt x="-19" y="314295"/>
                  </a:lnTo>
                  <a:close/>
                </a:path>
              </a:pathLst>
            </a:custGeom>
            <a:solidFill>
              <a:srgbClr val="457B9D">
                <a:alpha val="50000"/>
              </a:srgbClr>
            </a:solidFill>
            <a:ln w="9525" cap="flat">
              <a:noFill/>
              <a:prstDash val="solid"/>
              <a:round/>
            </a:ln>
          </p:spPr>
          <p:txBody>
            <a:bodyPr/>
            <a:lstStyle/>
            <a:p>
              <a:endParaRPr lang="zh-CN" altLang="en-US" sz="2190"/>
            </a:p>
          </p:txBody>
        </p:sp>
        <p:sp>
          <p:nvSpPr>
            <p:cNvPr id="1040" name="任意多边形: 形状 1039"/>
            <p:cNvSpPr/>
            <p:nvPr/>
          </p:nvSpPr>
          <p:spPr>
            <a:xfrm>
              <a:off x="6367924" y="456458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41" name="任意多边形: 形状 1040"/>
            <p:cNvSpPr/>
            <p:nvPr/>
          </p:nvSpPr>
          <p:spPr>
            <a:xfrm>
              <a:off x="5986924" y="4364559"/>
              <a:ext cx="714375" cy="314325"/>
            </a:xfrm>
            <a:custGeom>
              <a:avLst/>
              <a:gdLst>
                <a:gd name="csX0" fmla="*/ -19 w 714375"/>
                <a:gd name="csY0" fmla="*/ 314295 h 314325"/>
                <a:gd name="csX1" fmla="*/ 1372 w 714375"/>
                <a:gd name="csY1" fmla="*/ 314171 h 314325"/>
                <a:gd name="csX2" fmla="*/ 2762 w 714375"/>
                <a:gd name="csY2" fmla="*/ 314038 h 314325"/>
                <a:gd name="csX3" fmla="*/ 4163 w 714375"/>
                <a:gd name="csY3" fmla="*/ 313914 h 314325"/>
                <a:gd name="csX4" fmla="*/ 5553 w 714375"/>
                <a:gd name="csY4" fmla="*/ 313790 h 314325"/>
                <a:gd name="csX5" fmla="*/ 7010 w 714375"/>
                <a:gd name="csY5" fmla="*/ 313600 h 314325"/>
                <a:gd name="csX6" fmla="*/ 8401 w 714375"/>
                <a:gd name="csY6" fmla="*/ 313466 h 314325"/>
                <a:gd name="csX7" fmla="*/ 9792 w 714375"/>
                <a:gd name="csY7" fmla="*/ 313276 h 314325"/>
                <a:gd name="csX8" fmla="*/ 11183 w 714375"/>
                <a:gd name="csY8" fmla="*/ 313085 h 314325"/>
                <a:gd name="csX9" fmla="*/ 12573 w 714375"/>
                <a:gd name="csY9" fmla="*/ 312828 h 314325"/>
                <a:gd name="csX10" fmla="*/ 13973 w 714375"/>
                <a:gd name="csY10" fmla="*/ 312638 h 314325"/>
                <a:gd name="csX11" fmla="*/ 15364 w 714375"/>
                <a:gd name="csY11" fmla="*/ 312390 h 314325"/>
                <a:gd name="csX12" fmla="*/ 16754 w 714375"/>
                <a:gd name="csY12" fmla="*/ 312066 h 314325"/>
                <a:gd name="csX13" fmla="*/ 18145 w 714375"/>
                <a:gd name="csY13" fmla="*/ 311818 h 314325"/>
                <a:gd name="csX14" fmla="*/ 19536 w 714375"/>
                <a:gd name="csY14" fmla="*/ 311438 h 314325"/>
                <a:gd name="csX15" fmla="*/ 20926 w 714375"/>
                <a:gd name="csY15" fmla="*/ 311114 h 314325"/>
                <a:gd name="csX16" fmla="*/ 22327 w 714375"/>
                <a:gd name="csY16" fmla="*/ 310733 h 314325"/>
                <a:gd name="csX17" fmla="*/ 23784 w 714375"/>
                <a:gd name="csY17" fmla="*/ 310285 h 314325"/>
                <a:gd name="csX18" fmla="*/ 25175 w 714375"/>
                <a:gd name="csY18" fmla="*/ 309847 h 314325"/>
                <a:gd name="csX19" fmla="*/ 26565 w 714375"/>
                <a:gd name="csY19" fmla="*/ 309399 h 314325"/>
                <a:gd name="csX20" fmla="*/ 27956 w 714375"/>
                <a:gd name="csY20" fmla="*/ 308885 h 314325"/>
                <a:gd name="csX21" fmla="*/ 29347 w 714375"/>
                <a:gd name="csY21" fmla="*/ 308313 h 314325"/>
                <a:gd name="csX22" fmla="*/ 30737 w 714375"/>
                <a:gd name="csY22" fmla="*/ 307742 h 314325"/>
                <a:gd name="csX23" fmla="*/ 32137 w 714375"/>
                <a:gd name="csY23" fmla="*/ 307104 h 314325"/>
                <a:gd name="csX24" fmla="*/ 33528 w 714375"/>
                <a:gd name="csY24" fmla="*/ 306408 h 314325"/>
                <a:gd name="csX25" fmla="*/ 34919 w 714375"/>
                <a:gd name="csY25" fmla="*/ 305703 h 314325"/>
                <a:gd name="csX26" fmla="*/ 36310 w 714375"/>
                <a:gd name="csY26" fmla="*/ 304884 h 314325"/>
                <a:gd name="csX27" fmla="*/ 37700 w 714375"/>
                <a:gd name="csY27" fmla="*/ 304056 h 314325"/>
                <a:gd name="csX28" fmla="*/ 39157 w 714375"/>
                <a:gd name="csY28" fmla="*/ 303227 h 314325"/>
                <a:gd name="csX29" fmla="*/ 40548 w 714375"/>
                <a:gd name="csY29" fmla="*/ 302275 h 314325"/>
                <a:gd name="csX30" fmla="*/ 41948 w 714375"/>
                <a:gd name="csY30" fmla="*/ 301255 h 314325"/>
                <a:gd name="csX31" fmla="*/ 43339 w 714375"/>
                <a:gd name="csY31" fmla="*/ 300236 h 314325"/>
                <a:gd name="csX32" fmla="*/ 44729 w 714375"/>
                <a:gd name="csY32" fmla="*/ 299093 h 314325"/>
                <a:gd name="csX33" fmla="*/ 46120 w 714375"/>
                <a:gd name="csY33" fmla="*/ 297884 h 314325"/>
                <a:gd name="csX34" fmla="*/ 47511 w 714375"/>
                <a:gd name="csY34" fmla="*/ 296674 h 314325"/>
                <a:gd name="csX35" fmla="*/ 48901 w 714375"/>
                <a:gd name="csY35" fmla="*/ 295331 h 314325"/>
                <a:gd name="csX36" fmla="*/ 50302 w 714375"/>
                <a:gd name="csY36" fmla="*/ 293931 h 314325"/>
                <a:gd name="csX37" fmla="*/ 51692 w 714375"/>
                <a:gd name="csY37" fmla="*/ 292473 h 314325"/>
                <a:gd name="csX38" fmla="*/ 53083 w 714375"/>
                <a:gd name="csY38" fmla="*/ 290940 h 314325"/>
                <a:gd name="csX39" fmla="*/ 54474 w 714375"/>
                <a:gd name="csY39" fmla="*/ 289358 h 314325"/>
                <a:gd name="csX40" fmla="*/ 55931 w 714375"/>
                <a:gd name="csY40" fmla="*/ 287634 h 314325"/>
                <a:gd name="csX41" fmla="*/ 57322 w 714375"/>
                <a:gd name="csY41" fmla="*/ 285853 h 314325"/>
                <a:gd name="csX42" fmla="*/ 58722 w 714375"/>
                <a:gd name="csY42" fmla="*/ 284006 h 314325"/>
                <a:gd name="csX43" fmla="*/ 60112 w 714375"/>
                <a:gd name="csY43" fmla="*/ 282100 h 314325"/>
                <a:gd name="csX44" fmla="*/ 61503 w 714375"/>
                <a:gd name="csY44" fmla="*/ 280062 h 314325"/>
                <a:gd name="csX45" fmla="*/ 62893 w 714375"/>
                <a:gd name="csY45" fmla="*/ 277967 h 314325"/>
                <a:gd name="csX46" fmla="*/ 64284 w 714375"/>
                <a:gd name="csY46" fmla="*/ 275738 h 314325"/>
                <a:gd name="csX47" fmla="*/ 65675 w 714375"/>
                <a:gd name="csY47" fmla="*/ 273452 h 314325"/>
                <a:gd name="csX48" fmla="*/ 67075 w 714375"/>
                <a:gd name="csY48" fmla="*/ 271090 h 314325"/>
                <a:gd name="csX49" fmla="*/ 68466 w 714375"/>
                <a:gd name="csY49" fmla="*/ 268613 h 314325"/>
                <a:gd name="csX50" fmla="*/ 69856 w 714375"/>
                <a:gd name="csY50" fmla="*/ 266070 h 314325"/>
                <a:gd name="csX51" fmla="*/ 71314 w 714375"/>
                <a:gd name="csY51" fmla="*/ 263460 h 314325"/>
                <a:gd name="csX52" fmla="*/ 72704 w 714375"/>
                <a:gd name="csY52" fmla="*/ 260717 h 314325"/>
                <a:gd name="csX53" fmla="*/ 74095 w 714375"/>
                <a:gd name="csY53" fmla="*/ 257916 h 314325"/>
                <a:gd name="csX54" fmla="*/ 75486 w 714375"/>
                <a:gd name="csY54" fmla="*/ 255059 h 314325"/>
                <a:gd name="csX55" fmla="*/ 76876 w 714375"/>
                <a:gd name="csY55" fmla="*/ 252068 h 314325"/>
                <a:gd name="csX56" fmla="*/ 78276 w 714375"/>
                <a:gd name="csY56" fmla="*/ 249011 h 314325"/>
                <a:gd name="csX57" fmla="*/ 79667 w 714375"/>
                <a:gd name="csY57" fmla="*/ 245896 h 314325"/>
                <a:gd name="csX58" fmla="*/ 81058 w 714375"/>
                <a:gd name="csY58" fmla="*/ 242648 h 314325"/>
                <a:gd name="csX59" fmla="*/ 82449 w 714375"/>
                <a:gd name="csY59" fmla="*/ 239343 h 314325"/>
                <a:gd name="csX60" fmla="*/ 83839 w 714375"/>
                <a:gd name="csY60" fmla="*/ 236038 h 314325"/>
                <a:gd name="csX61" fmla="*/ 85239 w 714375"/>
                <a:gd name="csY61" fmla="*/ 232599 h 314325"/>
                <a:gd name="csX62" fmla="*/ 86697 w 714375"/>
                <a:gd name="csY62" fmla="*/ 229094 h 314325"/>
                <a:gd name="csX63" fmla="*/ 88087 w 714375"/>
                <a:gd name="csY63" fmla="*/ 225532 h 314325"/>
                <a:gd name="csX64" fmla="*/ 89478 w 714375"/>
                <a:gd name="csY64" fmla="*/ 221912 h 314325"/>
                <a:gd name="csX65" fmla="*/ 90868 w 714375"/>
                <a:gd name="csY65" fmla="*/ 218283 h 314325"/>
                <a:gd name="csX66" fmla="*/ 92259 w 714375"/>
                <a:gd name="csY66" fmla="*/ 214587 h 314325"/>
                <a:gd name="csX67" fmla="*/ 93650 w 714375"/>
                <a:gd name="csY67" fmla="*/ 210834 h 314325"/>
                <a:gd name="csX68" fmla="*/ 95050 w 714375"/>
                <a:gd name="csY68" fmla="*/ 207015 h 314325"/>
                <a:gd name="csX69" fmla="*/ 96441 w 714375"/>
                <a:gd name="csY69" fmla="*/ 203205 h 314325"/>
                <a:gd name="csX70" fmla="*/ 97831 w 714375"/>
                <a:gd name="csY70" fmla="*/ 199385 h 314325"/>
                <a:gd name="csX71" fmla="*/ 99222 w 714375"/>
                <a:gd name="csY71" fmla="*/ 195499 h 314325"/>
                <a:gd name="csX72" fmla="*/ 100613 w 714375"/>
                <a:gd name="csY72" fmla="*/ 191623 h 314325"/>
                <a:gd name="csX73" fmla="*/ 102013 w 714375"/>
                <a:gd name="csY73" fmla="*/ 187736 h 314325"/>
                <a:gd name="csX74" fmla="*/ 103461 w 714375"/>
                <a:gd name="csY74" fmla="*/ 183860 h 314325"/>
                <a:gd name="csX75" fmla="*/ 104851 w 714375"/>
                <a:gd name="csY75" fmla="*/ 179974 h 314325"/>
                <a:gd name="csX76" fmla="*/ 106251 w 714375"/>
                <a:gd name="csY76" fmla="*/ 176097 h 314325"/>
                <a:gd name="csX77" fmla="*/ 107642 w 714375"/>
                <a:gd name="csY77" fmla="*/ 172277 h 314325"/>
                <a:gd name="csX78" fmla="*/ 109032 w 714375"/>
                <a:gd name="csY78" fmla="*/ 168391 h 314325"/>
                <a:gd name="csX79" fmla="*/ 110423 w 714375"/>
                <a:gd name="csY79" fmla="*/ 164638 h 314325"/>
                <a:gd name="csX80" fmla="*/ 111814 w 714375"/>
                <a:gd name="csY80" fmla="*/ 160885 h 314325"/>
                <a:gd name="csX81" fmla="*/ 113214 w 714375"/>
                <a:gd name="csY81" fmla="*/ 157133 h 314325"/>
                <a:gd name="csX82" fmla="*/ 114605 w 714375"/>
                <a:gd name="csY82" fmla="*/ 153503 h 314325"/>
                <a:gd name="csX83" fmla="*/ 115995 w 714375"/>
                <a:gd name="csY83" fmla="*/ 149884 h 314325"/>
                <a:gd name="csX84" fmla="*/ 117386 w 714375"/>
                <a:gd name="csY84" fmla="*/ 146379 h 314325"/>
                <a:gd name="csX85" fmla="*/ 118844 w 714375"/>
                <a:gd name="csY85" fmla="*/ 142883 h 314325"/>
                <a:gd name="csX86" fmla="*/ 120234 w 714375"/>
                <a:gd name="csY86" fmla="*/ 139511 h 314325"/>
                <a:gd name="csX87" fmla="*/ 121625 w 714375"/>
                <a:gd name="csY87" fmla="*/ 136197 h 314325"/>
                <a:gd name="csX88" fmla="*/ 123025 w 714375"/>
                <a:gd name="csY88" fmla="*/ 132958 h 314325"/>
                <a:gd name="csX89" fmla="*/ 124416 w 714375"/>
                <a:gd name="csY89" fmla="*/ 129834 h 314325"/>
                <a:gd name="csX90" fmla="*/ 125806 w 714375"/>
                <a:gd name="csY90" fmla="*/ 126843 h 314325"/>
                <a:gd name="csX91" fmla="*/ 127197 w 714375"/>
                <a:gd name="csY91" fmla="*/ 123919 h 314325"/>
                <a:gd name="csX92" fmla="*/ 128588 w 714375"/>
                <a:gd name="csY92" fmla="*/ 121052 h 314325"/>
                <a:gd name="csX93" fmla="*/ 129988 w 714375"/>
                <a:gd name="csY93" fmla="*/ 118385 h 314325"/>
                <a:gd name="csX94" fmla="*/ 131378 w 714375"/>
                <a:gd name="csY94" fmla="*/ 115842 h 314325"/>
                <a:gd name="csX95" fmla="*/ 132769 w 714375"/>
                <a:gd name="csY95" fmla="*/ 113356 h 314325"/>
                <a:gd name="csX96" fmla="*/ 134226 w 714375"/>
                <a:gd name="csY96" fmla="*/ 111070 h 314325"/>
                <a:gd name="csX97" fmla="*/ 135617 w 714375"/>
                <a:gd name="csY97" fmla="*/ 108841 h 314325"/>
                <a:gd name="csX98" fmla="*/ 137008 w 714375"/>
                <a:gd name="csY98" fmla="*/ 106736 h 314325"/>
                <a:gd name="csX99" fmla="*/ 138398 w 714375"/>
                <a:gd name="csY99" fmla="*/ 104831 h 314325"/>
                <a:gd name="csX100" fmla="*/ 139789 w 714375"/>
                <a:gd name="csY100" fmla="*/ 103049 h 314325"/>
                <a:gd name="csX101" fmla="*/ 141189 w 714375"/>
                <a:gd name="csY101" fmla="*/ 101335 h 314325"/>
                <a:gd name="csX102" fmla="*/ 142580 w 714375"/>
                <a:gd name="csY102" fmla="*/ 99868 h 314325"/>
                <a:gd name="csX103" fmla="*/ 143970 w 714375"/>
                <a:gd name="csY103" fmla="*/ 98468 h 314325"/>
                <a:gd name="csX104" fmla="*/ 145361 w 714375"/>
                <a:gd name="csY104" fmla="*/ 97192 h 314325"/>
                <a:gd name="csX105" fmla="*/ 146752 w 714375"/>
                <a:gd name="csY105" fmla="*/ 96115 h 314325"/>
                <a:gd name="csX106" fmla="*/ 148152 w 714375"/>
                <a:gd name="csY106" fmla="*/ 95163 h 314325"/>
                <a:gd name="csX107" fmla="*/ 149543 w 714375"/>
                <a:gd name="csY107" fmla="*/ 94334 h 314325"/>
                <a:gd name="csX108" fmla="*/ 151000 w 714375"/>
                <a:gd name="csY108" fmla="*/ 93629 h 314325"/>
                <a:gd name="csX109" fmla="*/ 152390 w 714375"/>
                <a:gd name="csY109" fmla="*/ 93058 h 314325"/>
                <a:gd name="csX110" fmla="*/ 153781 w 714375"/>
                <a:gd name="csY110" fmla="*/ 92677 h 314325"/>
                <a:gd name="csX111" fmla="*/ 155172 w 714375"/>
                <a:gd name="csY111" fmla="*/ 92363 h 314325"/>
                <a:gd name="csX112" fmla="*/ 156563 w 714375"/>
                <a:gd name="csY112" fmla="*/ 92229 h 314325"/>
                <a:gd name="csX113" fmla="*/ 157963 w 714375"/>
                <a:gd name="csY113" fmla="*/ 92172 h 314325"/>
                <a:gd name="csX114" fmla="*/ 159353 w 714375"/>
                <a:gd name="csY114" fmla="*/ 92229 h 314325"/>
                <a:gd name="csX115" fmla="*/ 160744 w 714375"/>
                <a:gd name="csY115" fmla="*/ 92486 h 314325"/>
                <a:gd name="csX116" fmla="*/ 162134 w 714375"/>
                <a:gd name="csY116" fmla="*/ 92801 h 314325"/>
                <a:gd name="csX117" fmla="*/ 163525 w 714375"/>
                <a:gd name="csY117" fmla="*/ 93191 h 314325"/>
                <a:gd name="csX118" fmla="*/ 164916 w 714375"/>
                <a:gd name="csY118" fmla="*/ 93763 h 314325"/>
                <a:gd name="csX119" fmla="*/ 166373 w 714375"/>
                <a:gd name="csY119" fmla="*/ 94458 h 314325"/>
                <a:gd name="csX120" fmla="*/ 167764 w 714375"/>
                <a:gd name="csY120" fmla="*/ 95163 h 314325"/>
                <a:gd name="csX121" fmla="*/ 169164 w 714375"/>
                <a:gd name="csY121" fmla="*/ 96049 h 314325"/>
                <a:gd name="csX122" fmla="*/ 170555 w 714375"/>
                <a:gd name="csY122" fmla="*/ 97001 h 314325"/>
                <a:gd name="csX123" fmla="*/ 171946 w 714375"/>
                <a:gd name="csY123" fmla="*/ 98020 h 314325"/>
                <a:gd name="csX124" fmla="*/ 173336 w 714375"/>
                <a:gd name="csY124" fmla="*/ 99106 h 314325"/>
                <a:gd name="csX125" fmla="*/ 174727 w 714375"/>
                <a:gd name="csY125" fmla="*/ 100316 h 314325"/>
                <a:gd name="csX126" fmla="*/ 176127 w 714375"/>
                <a:gd name="csY126" fmla="*/ 101583 h 314325"/>
                <a:gd name="csX127" fmla="*/ 177517 w 714375"/>
                <a:gd name="csY127" fmla="*/ 102926 h 314325"/>
                <a:gd name="csX128" fmla="*/ 178908 w 714375"/>
                <a:gd name="csY128" fmla="*/ 104326 h 314325"/>
                <a:gd name="csX129" fmla="*/ 180299 w 714375"/>
                <a:gd name="csY129" fmla="*/ 105783 h 314325"/>
                <a:gd name="csX130" fmla="*/ 181756 w 714375"/>
                <a:gd name="csY130" fmla="*/ 107250 h 314325"/>
                <a:gd name="csX131" fmla="*/ 183147 w 714375"/>
                <a:gd name="csY131" fmla="*/ 108841 h 314325"/>
                <a:gd name="csX132" fmla="*/ 184537 w 714375"/>
                <a:gd name="csY132" fmla="*/ 110431 h 314325"/>
                <a:gd name="csX133" fmla="*/ 185938 w 714375"/>
                <a:gd name="csY133" fmla="*/ 112089 h 314325"/>
                <a:gd name="csX134" fmla="*/ 187328 w 714375"/>
                <a:gd name="csY134" fmla="*/ 113737 h 314325"/>
                <a:gd name="csX135" fmla="*/ 188719 w 714375"/>
                <a:gd name="csY135" fmla="*/ 115461 h 314325"/>
                <a:gd name="csX136" fmla="*/ 190110 w 714375"/>
                <a:gd name="csY136" fmla="*/ 117175 h 314325"/>
                <a:gd name="csX137" fmla="*/ 191500 w 714375"/>
                <a:gd name="csY137" fmla="*/ 118956 h 314325"/>
                <a:gd name="csX138" fmla="*/ 192891 w 714375"/>
                <a:gd name="csY138" fmla="*/ 120737 h 314325"/>
                <a:gd name="csX139" fmla="*/ 194291 w 714375"/>
                <a:gd name="csY139" fmla="*/ 122519 h 314325"/>
                <a:gd name="csX140" fmla="*/ 195682 w 714375"/>
                <a:gd name="csY140" fmla="*/ 124366 h 314325"/>
                <a:gd name="csX141" fmla="*/ 197072 w 714375"/>
                <a:gd name="csY141" fmla="*/ 126148 h 314325"/>
                <a:gd name="csX142" fmla="*/ 198529 w 714375"/>
                <a:gd name="csY142" fmla="*/ 127996 h 314325"/>
                <a:gd name="csX143" fmla="*/ 199921 w 714375"/>
                <a:gd name="csY143" fmla="*/ 129777 h 314325"/>
                <a:gd name="csX144" fmla="*/ 201311 w 714375"/>
                <a:gd name="csY144" fmla="*/ 131615 h 314325"/>
                <a:gd name="csX145" fmla="*/ 202702 w 714375"/>
                <a:gd name="csY145" fmla="*/ 133396 h 314325"/>
                <a:gd name="csX146" fmla="*/ 204102 w 714375"/>
                <a:gd name="csY146" fmla="*/ 135177 h 314325"/>
                <a:gd name="csX147" fmla="*/ 205492 w 714375"/>
                <a:gd name="csY147" fmla="*/ 137025 h 314325"/>
                <a:gd name="csX148" fmla="*/ 206883 w 714375"/>
                <a:gd name="csY148" fmla="*/ 138806 h 314325"/>
                <a:gd name="csX149" fmla="*/ 208274 w 714375"/>
                <a:gd name="csY149" fmla="*/ 140530 h 314325"/>
                <a:gd name="csX150" fmla="*/ 209664 w 714375"/>
                <a:gd name="csY150" fmla="*/ 142312 h 314325"/>
                <a:gd name="csX151" fmla="*/ 211055 w 714375"/>
                <a:gd name="csY151" fmla="*/ 144026 h 314325"/>
                <a:gd name="csX152" fmla="*/ 212455 w 714375"/>
                <a:gd name="csY152" fmla="*/ 145740 h 314325"/>
                <a:gd name="csX153" fmla="*/ 213913 w 714375"/>
                <a:gd name="csY153" fmla="*/ 147398 h 314325"/>
                <a:gd name="csX154" fmla="*/ 215303 w 714375"/>
                <a:gd name="csY154" fmla="*/ 149112 h 314325"/>
                <a:gd name="csX155" fmla="*/ 216694 w 714375"/>
                <a:gd name="csY155" fmla="*/ 150703 h 314325"/>
                <a:gd name="csX156" fmla="*/ 218085 w 714375"/>
                <a:gd name="csY156" fmla="*/ 152360 h 314325"/>
                <a:gd name="csX157" fmla="*/ 219475 w 714375"/>
                <a:gd name="csY157" fmla="*/ 153951 h 314325"/>
                <a:gd name="csX158" fmla="*/ 220866 w 714375"/>
                <a:gd name="csY158" fmla="*/ 155475 h 314325"/>
                <a:gd name="csX159" fmla="*/ 222266 w 714375"/>
                <a:gd name="csY159" fmla="*/ 157009 h 314325"/>
                <a:gd name="csX160" fmla="*/ 223656 w 714375"/>
                <a:gd name="csY160" fmla="*/ 158533 h 314325"/>
                <a:gd name="csX161" fmla="*/ 225048 w 714375"/>
                <a:gd name="csY161" fmla="*/ 159999 h 314325"/>
                <a:gd name="csX162" fmla="*/ 226438 w 714375"/>
                <a:gd name="csY162" fmla="*/ 161400 h 314325"/>
                <a:gd name="csX163" fmla="*/ 227829 w 714375"/>
                <a:gd name="csY163" fmla="*/ 162800 h 314325"/>
                <a:gd name="csX164" fmla="*/ 229286 w 714375"/>
                <a:gd name="csY164" fmla="*/ 164200 h 314325"/>
                <a:gd name="csX165" fmla="*/ 230676 w 714375"/>
                <a:gd name="csY165" fmla="*/ 165533 h 314325"/>
                <a:gd name="csX166" fmla="*/ 232077 w 714375"/>
                <a:gd name="csY166" fmla="*/ 166867 h 314325"/>
                <a:gd name="csX167" fmla="*/ 233467 w 714375"/>
                <a:gd name="csY167" fmla="*/ 168143 h 314325"/>
                <a:gd name="csX168" fmla="*/ 234858 w 714375"/>
                <a:gd name="csY168" fmla="*/ 169353 h 314325"/>
                <a:gd name="csX169" fmla="*/ 236249 w 714375"/>
                <a:gd name="csY169" fmla="*/ 170563 h 314325"/>
                <a:gd name="csX170" fmla="*/ 237639 w 714375"/>
                <a:gd name="csY170" fmla="*/ 171772 h 314325"/>
                <a:gd name="csX171" fmla="*/ 239030 w 714375"/>
                <a:gd name="csY171" fmla="*/ 172916 h 314325"/>
                <a:gd name="csX172" fmla="*/ 240430 w 714375"/>
                <a:gd name="csY172" fmla="*/ 173992 h 314325"/>
                <a:gd name="csX173" fmla="*/ 241821 w 714375"/>
                <a:gd name="csY173" fmla="*/ 175078 h 314325"/>
                <a:gd name="csX174" fmla="*/ 243212 w 714375"/>
                <a:gd name="csY174" fmla="*/ 176154 h 314325"/>
                <a:gd name="csX175" fmla="*/ 244602 w 714375"/>
                <a:gd name="csY175" fmla="*/ 177173 h 314325"/>
                <a:gd name="csX176" fmla="*/ 246060 w 714375"/>
                <a:gd name="csY176" fmla="*/ 178135 h 314325"/>
                <a:gd name="csX177" fmla="*/ 247450 w 714375"/>
                <a:gd name="csY177" fmla="*/ 179088 h 314325"/>
                <a:gd name="csX178" fmla="*/ 248850 w 714375"/>
                <a:gd name="csY178" fmla="*/ 180040 h 314325"/>
                <a:gd name="csX179" fmla="*/ 250241 w 714375"/>
                <a:gd name="csY179" fmla="*/ 180935 h 314325"/>
                <a:gd name="csX180" fmla="*/ 251631 w 714375"/>
                <a:gd name="csY180" fmla="*/ 181821 h 314325"/>
                <a:gd name="csX181" fmla="*/ 253022 w 714375"/>
                <a:gd name="csY181" fmla="*/ 182650 h 314325"/>
                <a:gd name="csX182" fmla="*/ 254413 w 714375"/>
                <a:gd name="csY182" fmla="*/ 183412 h 314325"/>
                <a:gd name="csX183" fmla="*/ 255803 w 714375"/>
                <a:gd name="csY183" fmla="*/ 184241 h 314325"/>
                <a:gd name="csX184" fmla="*/ 257204 w 714375"/>
                <a:gd name="csY184" fmla="*/ 184936 h 314325"/>
                <a:gd name="csX185" fmla="*/ 258594 w 714375"/>
                <a:gd name="csY185" fmla="*/ 185708 h 314325"/>
                <a:gd name="csX186" fmla="*/ 259985 w 714375"/>
                <a:gd name="csY186" fmla="*/ 186403 h 314325"/>
                <a:gd name="csX187" fmla="*/ 261442 w 714375"/>
                <a:gd name="csY187" fmla="*/ 187041 h 314325"/>
                <a:gd name="csX188" fmla="*/ 262833 w 714375"/>
                <a:gd name="csY188" fmla="*/ 187679 h 314325"/>
                <a:gd name="csX189" fmla="*/ 264224 w 714375"/>
                <a:gd name="csY189" fmla="*/ 188308 h 314325"/>
                <a:gd name="csX190" fmla="*/ 265614 w 714375"/>
                <a:gd name="csY190" fmla="*/ 188889 h 314325"/>
                <a:gd name="csX191" fmla="*/ 267005 w 714375"/>
                <a:gd name="csY191" fmla="*/ 189460 h 314325"/>
                <a:gd name="csX192" fmla="*/ 268405 w 714375"/>
                <a:gd name="csY192" fmla="*/ 189965 h 314325"/>
                <a:gd name="csX193" fmla="*/ 269796 w 714375"/>
                <a:gd name="csY193" fmla="*/ 190537 h 314325"/>
                <a:gd name="csX194" fmla="*/ 271187 w 714375"/>
                <a:gd name="csY194" fmla="*/ 190984 h 314325"/>
                <a:gd name="csX195" fmla="*/ 272577 w 714375"/>
                <a:gd name="csY195" fmla="*/ 191489 h 314325"/>
                <a:gd name="csX196" fmla="*/ 273968 w 714375"/>
                <a:gd name="csY196" fmla="*/ 191937 h 314325"/>
                <a:gd name="csX197" fmla="*/ 275368 w 714375"/>
                <a:gd name="csY197" fmla="*/ 192318 h 314325"/>
                <a:gd name="csX198" fmla="*/ 276825 w 714375"/>
                <a:gd name="csY198" fmla="*/ 192766 h 314325"/>
                <a:gd name="csX199" fmla="*/ 278216 w 714375"/>
                <a:gd name="csY199" fmla="*/ 193147 h 314325"/>
                <a:gd name="csX200" fmla="*/ 279606 w 714375"/>
                <a:gd name="csY200" fmla="*/ 193461 h 314325"/>
                <a:gd name="csX201" fmla="*/ 280997 w 714375"/>
                <a:gd name="csY201" fmla="*/ 193851 h 314325"/>
                <a:gd name="csX202" fmla="*/ 282388 w 714375"/>
                <a:gd name="csY202" fmla="*/ 194166 h 314325"/>
                <a:gd name="csX203" fmla="*/ 283778 w 714375"/>
                <a:gd name="csY203" fmla="*/ 194480 h 314325"/>
                <a:gd name="csX204" fmla="*/ 285179 w 714375"/>
                <a:gd name="csY204" fmla="*/ 194737 h 314325"/>
                <a:gd name="csX205" fmla="*/ 286569 w 714375"/>
                <a:gd name="csY205" fmla="*/ 195061 h 314325"/>
                <a:gd name="csX206" fmla="*/ 287960 w 714375"/>
                <a:gd name="csY206" fmla="*/ 195309 h 314325"/>
                <a:gd name="csX207" fmla="*/ 289351 w 714375"/>
                <a:gd name="csY207" fmla="*/ 195499 h 314325"/>
                <a:gd name="csX208" fmla="*/ 290741 w 714375"/>
                <a:gd name="csY208" fmla="*/ 195756 h 314325"/>
                <a:gd name="csX209" fmla="*/ 292141 w 714375"/>
                <a:gd name="csY209" fmla="*/ 195947 h 314325"/>
                <a:gd name="csX210" fmla="*/ 293589 w 714375"/>
                <a:gd name="csY210" fmla="*/ 196137 h 314325"/>
                <a:gd name="csX211" fmla="*/ 294980 w 714375"/>
                <a:gd name="csY211" fmla="*/ 196328 h 314325"/>
                <a:gd name="csX212" fmla="*/ 296380 w 714375"/>
                <a:gd name="csY212" fmla="*/ 196518 h 314325"/>
                <a:gd name="csX213" fmla="*/ 297770 w 714375"/>
                <a:gd name="csY213" fmla="*/ 196642 h 314325"/>
                <a:gd name="csX214" fmla="*/ 299161 w 714375"/>
                <a:gd name="csY214" fmla="*/ 196775 h 314325"/>
                <a:gd name="csX215" fmla="*/ 300552 w 714375"/>
                <a:gd name="csY215" fmla="*/ 196899 h 314325"/>
                <a:gd name="csX216" fmla="*/ 301943 w 714375"/>
                <a:gd name="csY216" fmla="*/ 197033 h 314325"/>
                <a:gd name="csX217" fmla="*/ 303343 w 714375"/>
                <a:gd name="csY217" fmla="*/ 197157 h 314325"/>
                <a:gd name="csX218" fmla="*/ 304733 w 714375"/>
                <a:gd name="csY218" fmla="*/ 197280 h 314325"/>
                <a:gd name="csX219" fmla="*/ 306124 w 714375"/>
                <a:gd name="csY219" fmla="*/ 197347 h 314325"/>
                <a:gd name="csX220" fmla="*/ 307515 w 714375"/>
                <a:gd name="csY220" fmla="*/ 197414 h 314325"/>
                <a:gd name="csX221" fmla="*/ 308972 w 714375"/>
                <a:gd name="csY221" fmla="*/ 197538 h 314325"/>
                <a:gd name="csX222" fmla="*/ 310363 w 714375"/>
                <a:gd name="csY222" fmla="*/ 197604 h 314325"/>
                <a:gd name="csX223" fmla="*/ 311753 w 714375"/>
                <a:gd name="csY223" fmla="*/ 197604 h 314325"/>
                <a:gd name="csX224" fmla="*/ 313154 w 714375"/>
                <a:gd name="csY224" fmla="*/ 197661 h 314325"/>
                <a:gd name="csX225" fmla="*/ 314544 w 714375"/>
                <a:gd name="csY225" fmla="*/ 197728 h 314325"/>
                <a:gd name="csX226" fmla="*/ 315935 w 714375"/>
                <a:gd name="csY226" fmla="*/ 197795 h 314325"/>
                <a:gd name="csX227" fmla="*/ 317326 w 714375"/>
                <a:gd name="csY227" fmla="*/ 197795 h 314325"/>
                <a:gd name="csX228" fmla="*/ 318716 w 714375"/>
                <a:gd name="csY228" fmla="*/ 197852 h 314325"/>
                <a:gd name="csX229" fmla="*/ 320116 w 714375"/>
                <a:gd name="csY229" fmla="*/ 197852 h 314325"/>
                <a:gd name="csX230" fmla="*/ 321507 w 714375"/>
                <a:gd name="csY230" fmla="*/ 197852 h 314325"/>
                <a:gd name="csX231" fmla="*/ 322897 w 714375"/>
                <a:gd name="csY231" fmla="*/ 197852 h 314325"/>
                <a:gd name="csX232" fmla="*/ 324355 w 714375"/>
                <a:gd name="csY232" fmla="*/ 197919 h 314325"/>
                <a:gd name="csX233" fmla="*/ 325745 w 714375"/>
                <a:gd name="csY233" fmla="*/ 197919 h 314325"/>
                <a:gd name="csX234" fmla="*/ 327136 w 714375"/>
                <a:gd name="csY234" fmla="*/ 197919 h 314325"/>
                <a:gd name="csX235" fmla="*/ 328527 w 714375"/>
                <a:gd name="csY235" fmla="*/ 197919 h 314325"/>
                <a:gd name="csX236" fmla="*/ 329917 w 714375"/>
                <a:gd name="csY236" fmla="*/ 197919 h 314325"/>
                <a:gd name="csX237" fmla="*/ 331318 w 714375"/>
                <a:gd name="csY237" fmla="*/ 197919 h 314325"/>
                <a:gd name="csX238" fmla="*/ 332708 w 714375"/>
                <a:gd name="csY238" fmla="*/ 197919 h 314325"/>
                <a:gd name="csX239" fmla="*/ 334099 w 714375"/>
                <a:gd name="csY239" fmla="*/ 197919 h 314325"/>
                <a:gd name="csX240" fmla="*/ 335490 w 714375"/>
                <a:gd name="csY240" fmla="*/ 197852 h 314325"/>
                <a:gd name="csX241" fmla="*/ 336880 w 714375"/>
                <a:gd name="csY241" fmla="*/ 197852 h 314325"/>
                <a:gd name="csX242" fmla="*/ 338281 w 714375"/>
                <a:gd name="csY242" fmla="*/ 197852 h 314325"/>
                <a:gd name="csX243" fmla="*/ 339671 w 714375"/>
                <a:gd name="csY243" fmla="*/ 197852 h 314325"/>
                <a:gd name="csX244" fmla="*/ 341128 w 714375"/>
                <a:gd name="csY244" fmla="*/ 197852 h 314325"/>
                <a:gd name="csX245" fmla="*/ 342519 w 714375"/>
                <a:gd name="csY245" fmla="*/ 197795 h 314325"/>
                <a:gd name="csX246" fmla="*/ 343909 w 714375"/>
                <a:gd name="csY246" fmla="*/ 197795 h 314325"/>
                <a:gd name="csX247" fmla="*/ 345301 w 714375"/>
                <a:gd name="csY247" fmla="*/ 197795 h 314325"/>
                <a:gd name="csX248" fmla="*/ 346691 w 714375"/>
                <a:gd name="csY248" fmla="*/ 197795 h 314325"/>
                <a:gd name="csX249" fmla="*/ 348091 w 714375"/>
                <a:gd name="csY249" fmla="*/ 197728 h 314325"/>
                <a:gd name="csX250" fmla="*/ 349482 w 714375"/>
                <a:gd name="csY250" fmla="*/ 197728 h 314325"/>
                <a:gd name="csX251" fmla="*/ 350872 w 714375"/>
                <a:gd name="csY251" fmla="*/ 197728 h 314325"/>
                <a:gd name="csX252" fmla="*/ 352263 w 714375"/>
                <a:gd name="csY252" fmla="*/ 197661 h 314325"/>
                <a:gd name="csX253" fmla="*/ 353654 w 714375"/>
                <a:gd name="csY253" fmla="*/ 197661 h 314325"/>
                <a:gd name="csX254" fmla="*/ 355044 w 714375"/>
                <a:gd name="csY254" fmla="*/ 197661 h 314325"/>
                <a:gd name="csX255" fmla="*/ 356502 w 714375"/>
                <a:gd name="csY255" fmla="*/ 197604 h 314325"/>
                <a:gd name="csX256" fmla="*/ 357892 w 714375"/>
                <a:gd name="csY256" fmla="*/ 197604 h 314325"/>
                <a:gd name="csX257" fmla="*/ 359293 w 714375"/>
                <a:gd name="csY257" fmla="*/ 197604 h 314325"/>
                <a:gd name="csX258" fmla="*/ 360683 w 714375"/>
                <a:gd name="csY258" fmla="*/ 197604 h 314325"/>
                <a:gd name="csX259" fmla="*/ 362074 w 714375"/>
                <a:gd name="csY259" fmla="*/ 197538 h 314325"/>
                <a:gd name="csX260" fmla="*/ 363465 w 714375"/>
                <a:gd name="csY260" fmla="*/ 197538 h 314325"/>
                <a:gd name="csX261" fmla="*/ 364855 w 714375"/>
                <a:gd name="csY261" fmla="*/ 197538 h 314325"/>
                <a:gd name="csX262" fmla="*/ 366255 w 714375"/>
                <a:gd name="csY262" fmla="*/ 197471 h 314325"/>
                <a:gd name="csX263" fmla="*/ 367646 w 714375"/>
                <a:gd name="csY263" fmla="*/ 197471 h 314325"/>
                <a:gd name="csX264" fmla="*/ 369036 w 714375"/>
                <a:gd name="csY264" fmla="*/ 197471 h 314325"/>
                <a:gd name="csX265" fmla="*/ 370428 w 714375"/>
                <a:gd name="csY265" fmla="*/ 197471 h 314325"/>
                <a:gd name="csX266" fmla="*/ 371818 w 714375"/>
                <a:gd name="csY266" fmla="*/ 197414 h 314325"/>
                <a:gd name="csX267" fmla="*/ 373275 w 714375"/>
                <a:gd name="csY267" fmla="*/ 197414 h 314325"/>
                <a:gd name="csX268" fmla="*/ 374666 w 714375"/>
                <a:gd name="csY268" fmla="*/ 197414 h 314325"/>
                <a:gd name="csX269" fmla="*/ 376066 w 714375"/>
                <a:gd name="csY269" fmla="*/ 197414 h 314325"/>
                <a:gd name="csX270" fmla="*/ 377457 w 714375"/>
                <a:gd name="csY270" fmla="*/ 197414 h 314325"/>
                <a:gd name="csX271" fmla="*/ 378847 w 714375"/>
                <a:gd name="csY271" fmla="*/ 197347 h 314325"/>
                <a:gd name="csX272" fmla="*/ 380238 w 714375"/>
                <a:gd name="csY272" fmla="*/ 197347 h 314325"/>
                <a:gd name="csX273" fmla="*/ 381629 w 714375"/>
                <a:gd name="csY273" fmla="*/ 197347 h 314325"/>
                <a:gd name="csX274" fmla="*/ 383019 w 714375"/>
                <a:gd name="csY274" fmla="*/ 197347 h 314325"/>
                <a:gd name="csX275" fmla="*/ 384420 w 714375"/>
                <a:gd name="csY275" fmla="*/ 197347 h 314325"/>
                <a:gd name="csX276" fmla="*/ 385810 w 714375"/>
                <a:gd name="csY276" fmla="*/ 197347 h 314325"/>
                <a:gd name="csX277" fmla="*/ 387201 w 714375"/>
                <a:gd name="csY277" fmla="*/ 197347 h 314325"/>
                <a:gd name="csX278" fmla="*/ 388658 w 714375"/>
                <a:gd name="csY278" fmla="*/ 197347 h 314325"/>
                <a:gd name="csX279" fmla="*/ 390049 w 714375"/>
                <a:gd name="csY279" fmla="*/ 197414 h 314325"/>
                <a:gd name="csX280" fmla="*/ 391440 w 714375"/>
                <a:gd name="csY280" fmla="*/ 197414 h 314325"/>
                <a:gd name="csX281" fmla="*/ 392830 w 714375"/>
                <a:gd name="csY281" fmla="*/ 197414 h 314325"/>
                <a:gd name="csX282" fmla="*/ 394230 w 714375"/>
                <a:gd name="csY282" fmla="*/ 197414 h 314325"/>
                <a:gd name="csX283" fmla="*/ 395621 w 714375"/>
                <a:gd name="csY283" fmla="*/ 197471 h 314325"/>
                <a:gd name="csX284" fmla="*/ 397011 w 714375"/>
                <a:gd name="csY284" fmla="*/ 197471 h 314325"/>
                <a:gd name="csX285" fmla="*/ 398402 w 714375"/>
                <a:gd name="csY285" fmla="*/ 197538 h 314325"/>
                <a:gd name="csX286" fmla="*/ 399793 w 714375"/>
                <a:gd name="csY286" fmla="*/ 197538 h 314325"/>
                <a:gd name="csX287" fmla="*/ 401193 w 714375"/>
                <a:gd name="csY287" fmla="*/ 197604 h 314325"/>
                <a:gd name="csX288" fmla="*/ 402584 w 714375"/>
                <a:gd name="csY288" fmla="*/ 197604 h 314325"/>
                <a:gd name="csX289" fmla="*/ 404041 w 714375"/>
                <a:gd name="csY289" fmla="*/ 197661 h 314325"/>
                <a:gd name="csX290" fmla="*/ 405432 w 714375"/>
                <a:gd name="csY290" fmla="*/ 197661 h 314325"/>
                <a:gd name="csX291" fmla="*/ 406822 w 714375"/>
                <a:gd name="csY291" fmla="*/ 197728 h 314325"/>
                <a:gd name="csX292" fmla="*/ 408213 w 714375"/>
                <a:gd name="csY292" fmla="*/ 197795 h 314325"/>
                <a:gd name="csX293" fmla="*/ 409604 w 714375"/>
                <a:gd name="csY293" fmla="*/ 197795 h 314325"/>
                <a:gd name="csX294" fmla="*/ 410994 w 714375"/>
                <a:gd name="csY294" fmla="*/ 197852 h 314325"/>
                <a:gd name="csX295" fmla="*/ 412394 w 714375"/>
                <a:gd name="csY295" fmla="*/ 197919 h 314325"/>
                <a:gd name="csX296" fmla="*/ 413785 w 714375"/>
                <a:gd name="csY296" fmla="*/ 197985 h 314325"/>
                <a:gd name="csX297" fmla="*/ 415176 w 714375"/>
                <a:gd name="csY297" fmla="*/ 198052 h 314325"/>
                <a:gd name="csX298" fmla="*/ 416567 w 714375"/>
                <a:gd name="csY298" fmla="*/ 198052 h 314325"/>
                <a:gd name="csX299" fmla="*/ 417957 w 714375"/>
                <a:gd name="csY299" fmla="*/ 198109 h 314325"/>
                <a:gd name="csX300" fmla="*/ 419357 w 714375"/>
                <a:gd name="csY300" fmla="*/ 198176 h 314325"/>
                <a:gd name="csX301" fmla="*/ 420805 w 714375"/>
                <a:gd name="csY301" fmla="*/ 198233 h 314325"/>
                <a:gd name="csX302" fmla="*/ 422205 w 714375"/>
                <a:gd name="csY302" fmla="*/ 198233 h 314325"/>
                <a:gd name="csX303" fmla="*/ 423596 w 714375"/>
                <a:gd name="csY303" fmla="*/ 198299 h 314325"/>
                <a:gd name="csX304" fmla="*/ 424986 w 714375"/>
                <a:gd name="csY304" fmla="*/ 198366 h 314325"/>
                <a:gd name="csX305" fmla="*/ 426377 w 714375"/>
                <a:gd name="csY305" fmla="*/ 198366 h 314325"/>
                <a:gd name="csX306" fmla="*/ 427768 w 714375"/>
                <a:gd name="csY306" fmla="*/ 198423 h 314325"/>
                <a:gd name="csX307" fmla="*/ 429158 w 714375"/>
                <a:gd name="csY307" fmla="*/ 198423 h 314325"/>
                <a:gd name="csX308" fmla="*/ 430559 w 714375"/>
                <a:gd name="csY308" fmla="*/ 198423 h 314325"/>
                <a:gd name="csX309" fmla="*/ 431949 w 714375"/>
                <a:gd name="csY309" fmla="*/ 198423 h 314325"/>
                <a:gd name="csX310" fmla="*/ 433340 w 714375"/>
                <a:gd name="csY310" fmla="*/ 198423 h 314325"/>
                <a:gd name="csX311" fmla="*/ 434731 w 714375"/>
                <a:gd name="csY311" fmla="*/ 198423 h 314325"/>
                <a:gd name="csX312" fmla="*/ 436188 w 714375"/>
                <a:gd name="csY312" fmla="*/ 198423 h 314325"/>
                <a:gd name="csX313" fmla="*/ 437579 w 714375"/>
                <a:gd name="csY313" fmla="*/ 198366 h 314325"/>
                <a:gd name="csX314" fmla="*/ 438979 w 714375"/>
                <a:gd name="csY314" fmla="*/ 198299 h 314325"/>
                <a:gd name="csX315" fmla="*/ 440369 w 714375"/>
                <a:gd name="csY315" fmla="*/ 198299 h 314325"/>
                <a:gd name="csX316" fmla="*/ 441760 w 714375"/>
                <a:gd name="csY316" fmla="*/ 198176 h 314325"/>
                <a:gd name="csX317" fmla="*/ 443150 w 714375"/>
                <a:gd name="csY317" fmla="*/ 198109 h 314325"/>
                <a:gd name="csX318" fmla="*/ 444541 w 714375"/>
                <a:gd name="csY318" fmla="*/ 197985 h 314325"/>
                <a:gd name="csX319" fmla="*/ 445932 w 714375"/>
                <a:gd name="csY319" fmla="*/ 197852 h 314325"/>
                <a:gd name="csX320" fmla="*/ 447332 w 714375"/>
                <a:gd name="csY320" fmla="*/ 197661 h 314325"/>
                <a:gd name="csX321" fmla="*/ 448723 w 714375"/>
                <a:gd name="csY321" fmla="*/ 197538 h 314325"/>
                <a:gd name="csX322" fmla="*/ 450113 w 714375"/>
                <a:gd name="csY322" fmla="*/ 197347 h 314325"/>
                <a:gd name="csX323" fmla="*/ 451571 w 714375"/>
                <a:gd name="csY323" fmla="*/ 197090 h 314325"/>
                <a:gd name="csX324" fmla="*/ 452962 w 714375"/>
                <a:gd name="csY324" fmla="*/ 196842 h 314325"/>
                <a:gd name="csX325" fmla="*/ 454352 w 714375"/>
                <a:gd name="csY325" fmla="*/ 196585 h 314325"/>
                <a:gd name="csX326" fmla="*/ 455743 w 714375"/>
                <a:gd name="csY326" fmla="*/ 196261 h 314325"/>
                <a:gd name="csX327" fmla="*/ 457143 w 714375"/>
                <a:gd name="csY327" fmla="*/ 195880 h 314325"/>
                <a:gd name="csX328" fmla="*/ 458534 w 714375"/>
                <a:gd name="csY328" fmla="*/ 195566 h 314325"/>
                <a:gd name="csX329" fmla="*/ 459924 w 714375"/>
                <a:gd name="csY329" fmla="*/ 195118 h 314325"/>
                <a:gd name="csX330" fmla="*/ 461315 w 714375"/>
                <a:gd name="csY330" fmla="*/ 194671 h 314325"/>
                <a:gd name="csX331" fmla="*/ 462706 w 714375"/>
                <a:gd name="csY331" fmla="*/ 194166 h 314325"/>
                <a:gd name="csX332" fmla="*/ 464106 w 714375"/>
                <a:gd name="csY332" fmla="*/ 193661 h 314325"/>
                <a:gd name="csX333" fmla="*/ 465496 w 714375"/>
                <a:gd name="csY333" fmla="*/ 193080 h 314325"/>
                <a:gd name="csX334" fmla="*/ 466887 w 714375"/>
                <a:gd name="csY334" fmla="*/ 192451 h 314325"/>
                <a:gd name="csX335" fmla="*/ 468344 w 714375"/>
                <a:gd name="csY335" fmla="*/ 191813 h 314325"/>
                <a:gd name="csX336" fmla="*/ 469735 w 714375"/>
                <a:gd name="csY336" fmla="*/ 191108 h 314325"/>
                <a:gd name="csX337" fmla="*/ 471126 w 714375"/>
                <a:gd name="csY337" fmla="*/ 190346 h 314325"/>
                <a:gd name="csX338" fmla="*/ 472516 w 714375"/>
                <a:gd name="csY338" fmla="*/ 189517 h 314325"/>
                <a:gd name="csX339" fmla="*/ 473907 w 714375"/>
                <a:gd name="csY339" fmla="*/ 188632 h 314325"/>
                <a:gd name="csX340" fmla="*/ 475307 w 714375"/>
                <a:gd name="csY340" fmla="*/ 187736 h 314325"/>
                <a:gd name="csX341" fmla="*/ 476698 w 714375"/>
                <a:gd name="csY341" fmla="*/ 186717 h 314325"/>
                <a:gd name="csX342" fmla="*/ 478088 w 714375"/>
                <a:gd name="csY342" fmla="*/ 185641 h 314325"/>
                <a:gd name="csX343" fmla="*/ 479479 w 714375"/>
                <a:gd name="csY343" fmla="*/ 184555 h 314325"/>
                <a:gd name="csX344" fmla="*/ 480870 w 714375"/>
                <a:gd name="csY344" fmla="*/ 183412 h 314325"/>
                <a:gd name="csX345" fmla="*/ 482270 w 714375"/>
                <a:gd name="csY345" fmla="*/ 182136 h 314325"/>
                <a:gd name="csX346" fmla="*/ 483718 w 714375"/>
                <a:gd name="csY346" fmla="*/ 180802 h 314325"/>
                <a:gd name="csX347" fmla="*/ 485108 w 714375"/>
                <a:gd name="csY347" fmla="*/ 179469 h 314325"/>
                <a:gd name="csX348" fmla="*/ 486508 w 714375"/>
                <a:gd name="csY348" fmla="*/ 178002 h 314325"/>
                <a:gd name="csX349" fmla="*/ 487899 w 714375"/>
                <a:gd name="csY349" fmla="*/ 176478 h 314325"/>
                <a:gd name="csX350" fmla="*/ 489290 w 714375"/>
                <a:gd name="csY350" fmla="*/ 174887 h 314325"/>
                <a:gd name="csX351" fmla="*/ 490681 w 714375"/>
                <a:gd name="csY351" fmla="*/ 173173 h 314325"/>
                <a:gd name="csX352" fmla="*/ 492081 w 714375"/>
                <a:gd name="csY352" fmla="*/ 171382 h 314325"/>
                <a:gd name="csX353" fmla="*/ 493471 w 714375"/>
                <a:gd name="csY353" fmla="*/ 169544 h 314325"/>
                <a:gd name="csX354" fmla="*/ 494862 w 714375"/>
                <a:gd name="csY354" fmla="*/ 167629 h 314325"/>
                <a:gd name="csX355" fmla="*/ 496252 w 714375"/>
                <a:gd name="csY355" fmla="*/ 165600 h 314325"/>
                <a:gd name="csX356" fmla="*/ 497643 w 714375"/>
                <a:gd name="csY356" fmla="*/ 163495 h 314325"/>
                <a:gd name="csX357" fmla="*/ 499101 w 714375"/>
                <a:gd name="csY357" fmla="*/ 161266 h 314325"/>
                <a:gd name="csX358" fmla="*/ 500491 w 714375"/>
                <a:gd name="csY358" fmla="*/ 158980 h 314325"/>
                <a:gd name="csX359" fmla="*/ 501882 w 714375"/>
                <a:gd name="csY359" fmla="*/ 156628 h 314325"/>
                <a:gd name="csX360" fmla="*/ 503282 w 714375"/>
                <a:gd name="csY360" fmla="*/ 154208 h 314325"/>
                <a:gd name="csX361" fmla="*/ 504673 w 714375"/>
                <a:gd name="csY361" fmla="*/ 151599 h 314325"/>
                <a:gd name="csX362" fmla="*/ 506063 w 714375"/>
                <a:gd name="csY362" fmla="*/ 148989 h 314325"/>
                <a:gd name="csX363" fmla="*/ 507454 w 714375"/>
                <a:gd name="csY363" fmla="*/ 146255 h 314325"/>
                <a:gd name="csX364" fmla="*/ 508845 w 714375"/>
                <a:gd name="csY364" fmla="*/ 143455 h 314325"/>
                <a:gd name="csX365" fmla="*/ 510245 w 714375"/>
                <a:gd name="csY365" fmla="*/ 140530 h 314325"/>
                <a:gd name="csX366" fmla="*/ 511635 w 714375"/>
                <a:gd name="csY366" fmla="*/ 137540 h 314325"/>
                <a:gd name="csX367" fmla="*/ 513026 w 714375"/>
                <a:gd name="csY367" fmla="*/ 134482 h 314325"/>
                <a:gd name="csX368" fmla="*/ 514416 w 714375"/>
                <a:gd name="csY368" fmla="*/ 131301 h 314325"/>
                <a:gd name="csX369" fmla="*/ 515874 w 714375"/>
                <a:gd name="csY369" fmla="*/ 128053 h 314325"/>
                <a:gd name="csX370" fmla="*/ 517265 w 714375"/>
                <a:gd name="csY370" fmla="*/ 124748 h 314325"/>
                <a:gd name="csX371" fmla="*/ 518655 w 714375"/>
                <a:gd name="csY371" fmla="*/ 121309 h 314325"/>
                <a:gd name="csX372" fmla="*/ 520056 w 714375"/>
                <a:gd name="csY372" fmla="*/ 117870 h 314325"/>
                <a:gd name="csX373" fmla="*/ 521446 w 714375"/>
                <a:gd name="csY373" fmla="*/ 114308 h 314325"/>
                <a:gd name="csX374" fmla="*/ 522837 w 714375"/>
                <a:gd name="csY374" fmla="*/ 110689 h 314325"/>
                <a:gd name="csX375" fmla="*/ 524228 w 714375"/>
                <a:gd name="csY375" fmla="*/ 106993 h 314325"/>
                <a:gd name="csX376" fmla="*/ 525618 w 714375"/>
                <a:gd name="csY376" fmla="*/ 103240 h 314325"/>
                <a:gd name="csX377" fmla="*/ 527009 w 714375"/>
                <a:gd name="csY377" fmla="*/ 99487 h 314325"/>
                <a:gd name="csX378" fmla="*/ 528409 w 714375"/>
                <a:gd name="csY378" fmla="*/ 95668 h 314325"/>
                <a:gd name="csX379" fmla="*/ 529800 w 714375"/>
                <a:gd name="csY379" fmla="*/ 91791 h 314325"/>
                <a:gd name="csX380" fmla="*/ 531257 w 714375"/>
                <a:gd name="csY380" fmla="*/ 87905 h 314325"/>
                <a:gd name="csX381" fmla="*/ 532647 w 714375"/>
                <a:gd name="csY381" fmla="*/ 83961 h 314325"/>
                <a:gd name="csX382" fmla="*/ 534038 w 714375"/>
                <a:gd name="csY382" fmla="*/ 80018 h 314325"/>
                <a:gd name="csX383" fmla="*/ 535429 w 714375"/>
                <a:gd name="csY383" fmla="*/ 76075 h 314325"/>
                <a:gd name="csX384" fmla="*/ 536820 w 714375"/>
                <a:gd name="csY384" fmla="*/ 72065 h 314325"/>
                <a:gd name="csX385" fmla="*/ 538220 w 714375"/>
                <a:gd name="csY385" fmla="*/ 68121 h 314325"/>
                <a:gd name="csX386" fmla="*/ 539610 w 714375"/>
                <a:gd name="csY386" fmla="*/ 64168 h 314325"/>
                <a:gd name="csX387" fmla="*/ 541001 w 714375"/>
                <a:gd name="csY387" fmla="*/ 60292 h 314325"/>
                <a:gd name="csX388" fmla="*/ 542392 w 714375"/>
                <a:gd name="csY388" fmla="*/ 56406 h 314325"/>
                <a:gd name="csX389" fmla="*/ 543782 w 714375"/>
                <a:gd name="csY389" fmla="*/ 52529 h 314325"/>
                <a:gd name="csX390" fmla="*/ 545173 w 714375"/>
                <a:gd name="csY390" fmla="*/ 48776 h 314325"/>
                <a:gd name="csX391" fmla="*/ 546630 w 714375"/>
                <a:gd name="csY391" fmla="*/ 45023 h 314325"/>
                <a:gd name="csX392" fmla="*/ 548031 w 714375"/>
                <a:gd name="csY392" fmla="*/ 41394 h 314325"/>
                <a:gd name="csX393" fmla="*/ 549421 w 714375"/>
                <a:gd name="csY393" fmla="*/ 37832 h 314325"/>
                <a:gd name="csX394" fmla="*/ 550812 w 714375"/>
                <a:gd name="csY394" fmla="*/ 34327 h 314325"/>
                <a:gd name="csX395" fmla="*/ 552203 w 714375"/>
                <a:gd name="csY395" fmla="*/ 31022 h 314325"/>
                <a:gd name="csX396" fmla="*/ 553593 w 714375"/>
                <a:gd name="csY396" fmla="*/ 27774 h 314325"/>
                <a:gd name="csX397" fmla="*/ 554984 w 714375"/>
                <a:gd name="csY397" fmla="*/ 24659 h 314325"/>
                <a:gd name="csX398" fmla="*/ 556384 w 714375"/>
                <a:gd name="csY398" fmla="*/ 21668 h 314325"/>
                <a:gd name="csX399" fmla="*/ 557774 w 714375"/>
                <a:gd name="csY399" fmla="*/ 18868 h 314325"/>
                <a:gd name="csX400" fmla="*/ 559165 w 714375"/>
                <a:gd name="csY400" fmla="*/ 16191 h 314325"/>
                <a:gd name="csX401" fmla="*/ 560556 w 714375"/>
                <a:gd name="csY401" fmla="*/ 13715 h 314325"/>
                <a:gd name="csX402" fmla="*/ 561947 w 714375"/>
                <a:gd name="csY402" fmla="*/ 11419 h 314325"/>
                <a:gd name="csX403" fmla="*/ 563404 w 714375"/>
                <a:gd name="csY403" fmla="*/ 9257 h 314325"/>
                <a:gd name="csX404" fmla="*/ 564794 w 714375"/>
                <a:gd name="csY404" fmla="*/ 7285 h 314325"/>
                <a:gd name="csX405" fmla="*/ 566195 w 714375"/>
                <a:gd name="csY405" fmla="*/ 5637 h 314325"/>
                <a:gd name="csX406" fmla="*/ 567585 w 714375"/>
                <a:gd name="csY406" fmla="*/ 4104 h 314325"/>
                <a:gd name="csX407" fmla="*/ 568976 w 714375"/>
                <a:gd name="csY407" fmla="*/ 2770 h 314325"/>
                <a:gd name="csX408" fmla="*/ 570367 w 714375"/>
                <a:gd name="csY408" fmla="*/ 1751 h 314325"/>
                <a:gd name="csX409" fmla="*/ 571757 w 714375"/>
                <a:gd name="csY409" fmla="*/ 989 h 314325"/>
                <a:gd name="csX410" fmla="*/ 573148 w 714375"/>
                <a:gd name="csY410" fmla="*/ 351 h 314325"/>
                <a:gd name="csX411" fmla="*/ 574548 w 714375"/>
                <a:gd name="csY411" fmla="*/ 94 h 314325"/>
                <a:gd name="csX412" fmla="*/ 575939 w 714375"/>
                <a:gd name="csY412" fmla="*/ -30 h 314325"/>
                <a:gd name="csX413" fmla="*/ 577330 w 714375"/>
                <a:gd name="csY413" fmla="*/ 94 h 314325"/>
                <a:gd name="csX414" fmla="*/ 578787 w 714375"/>
                <a:gd name="csY414" fmla="*/ 608 h 314325"/>
                <a:gd name="csX415" fmla="*/ 580178 w 714375"/>
                <a:gd name="csY415" fmla="*/ 1304 h 314325"/>
                <a:gd name="csX416" fmla="*/ 581568 w 714375"/>
                <a:gd name="csY416" fmla="*/ 2265 h 314325"/>
                <a:gd name="csX417" fmla="*/ 582968 w 714375"/>
                <a:gd name="csY417" fmla="*/ 3532 h 314325"/>
                <a:gd name="csX418" fmla="*/ 584359 w 714375"/>
                <a:gd name="csY418" fmla="*/ 5056 h 314325"/>
                <a:gd name="csX419" fmla="*/ 585749 w 714375"/>
                <a:gd name="csY419" fmla="*/ 6780 h 314325"/>
                <a:gd name="csX420" fmla="*/ 587140 w 714375"/>
                <a:gd name="csY420" fmla="*/ 8819 h 314325"/>
                <a:gd name="csX421" fmla="*/ 588531 w 714375"/>
                <a:gd name="csY421" fmla="*/ 11105 h 314325"/>
                <a:gd name="csX422" fmla="*/ 589921 w 714375"/>
                <a:gd name="csY422" fmla="*/ 13591 h 314325"/>
                <a:gd name="csX423" fmla="*/ 591322 w 714375"/>
                <a:gd name="csY423" fmla="*/ 16391 h 314325"/>
                <a:gd name="csX424" fmla="*/ 592712 w 714375"/>
                <a:gd name="csY424" fmla="*/ 19439 h 314325"/>
                <a:gd name="csX425" fmla="*/ 594170 w 714375"/>
                <a:gd name="csY425" fmla="*/ 22687 h 314325"/>
                <a:gd name="csX426" fmla="*/ 595560 w 714375"/>
                <a:gd name="csY426" fmla="*/ 26183 h 314325"/>
                <a:gd name="csX427" fmla="*/ 596951 w 714375"/>
                <a:gd name="csY427" fmla="*/ 29936 h 314325"/>
                <a:gd name="csX428" fmla="*/ 598342 w 714375"/>
                <a:gd name="csY428" fmla="*/ 33889 h 314325"/>
                <a:gd name="csX429" fmla="*/ 599732 w 714375"/>
                <a:gd name="csY429" fmla="*/ 38022 h 314325"/>
                <a:gd name="csX430" fmla="*/ 601123 w 714375"/>
                <a:gd name="csY430" fmla="*/ 42413 h 314325"/>
                <a:gd name="csX431" fmla="*/ 602523 w 714375"/>
                <a:gd name="csY431" fmla="*/ 46928 h 314325"/>
                <a:gd name="csX432" fmla="*/ 603914 w 714375"/>
                <a:gd name="csY432" fmla="*/ 51634 h 314325"/>
                <a:gd name="csX433" fmla="*/ 605305 w 714375"/>
                <a:gd name="csY433" fmla="*/ 56539 h 314325"/>
                <a:gd name="csX434" fmla="*/ 606695 w 714375"/>
                <a:gd name="csY434" fmla="*/ 61559 h 314325"/>
                <a:gd name="csX435" fmla="*/ 608086 w 714375"/>
                <a:gd name="csY435" fmla="*/ 66778 h 314325"/>
                <a:gd name="csX436" fmla="*/ 609486 w 714375"/>
                <a:gd name="csY436" fmla="*/ 72122 h 314325"/>
                <a:gd name="csX437" fmla="*/ 610934 w 714375"/>
                <a:gd name="csY437" fmla="*/ 77532 h 314325"/>
                <a:gd name="csX438" fmla="*/ 612334 w 714375"/>
                <a:gd name="csY438" fmla="*/ 83066 h 314325"/>
                <a:gd name="csX439" fmla="*/ 613724 w 714375"/>
                <a:gd name="csY439" fmla="*/ 88800 h 314325"/>
                <a:gd name="csX440" fmla="*/ 615115 w 714375"/>
                <a:gd name="csY440" fmla="*/ 94525 h 314325"/>
                <a:gd name="csX441" fmla="*/ 616506 w 714375"/>
                <a:gd name="csY441" fmla="*/ 100316 h 314325"/>
                <a:gd name="csX442" fmla="*/ 617896 w 714375"/>
                <a:gd name="csY442" fmla="*/ 106164 h 314325"/>
                <a:gd name="csX443" fmla="*/ 619297 w 714375"/>
                <a:gd name="csY443" fmla="*/ 112089 h 314325"/>
                <a:gd name="csX444" fmla="*/ 620687 w 714375"/>
                <a:gd name="csY444" fmla="*/ 118061 h 314325"/>
                <a:gd name="csX445" fmla="*/ 622078 w 714375"/>
                <a:gd name="csY445" fmla="*/ 124043 h 314325"/>
                <a:gd name="csX446" fmla="*/ 623469 w 714375"/>
                <a:gd name="csY446" fmla="*/ 129967 h 314325"/>
                <a:gd name="csX447" fmla="*/ 624859 w 714375"/>
                <a:gd name="csY447" fmla="*/ 135949 h 314325"/>
                <a:gd name="csX448" fmla="*/ 626317 w 714375"/>
                <a:gd name="csY448" fmla="*/ 141931 h 314325"/>
                <a:gd name="csX449" fmla="*/ 627707 w 714375"/>
                <a:gd name="csY449" fmla="*/ 147846 h 314325"/>
                <a:gd name="csX450" fmla="*/ 629098 w 714375"/>
                <a:gd name="csY450" fmla="*/ 153761 h 314325"/>
                <a:gd name="csX451" fmla="*/ 630498 w 714375"/>
                <a:gd name="csY451" fmla="*/ 159618 h 314325"/>
                <a:gd name="csX452" fmla="*/ 631888 w 714375"/>
                <a:gd name="csY452" fmla="*/ 165410 h 314325"/>
                <a:gd name="csX453" fmla="*/ 633279 w 714375"/>
                <a:gd name="csY453" fmla="*/ 171134 h 314325"/>
                <a:gd name="csX454" fmla="*/ 634670 w 714375"/>
                <a:gd name="csY454" fmla="*/ 176859 h 314325"/>
                <a:gd name="csX455" fmla="*/ 636061 w 714375"/>
                <a:gd name="csY455" fmla="*/ 182393 h 314325"/>
                <a:gd name="csX456" fmla="*/ 637461 w 714375"/>
                <a:gd name="csY456" fmla="*/ 187870 h 314325"/>
                <a:gd name="csX457" fmla="*/ 638851 w 714375"/>
                <a:gd name="csY457" fmla="*/ 193270 h 314325"/>
                <a:gd name="csX458" fmla="*/ 640242 w 714375"/>
                <a:gd name="csY458" fmla="*/ 198557 h 314325"/>
                <a:gd name="csX459" fmla="*/ 641699 w 714375"/>
                <a:gd name="csY459" fmla="*/ 203710 h 314325"/>
                <a:gd name="csX460" fmla="*/ 643090 w 714375"/>
                <a:gd name="csY460" fmla="*/ 208796 h 314325"/>
                <a:gd name="csX461" fmla="*/ 644481 w 714375"/>
                <a:gd name="csY461" fmla="*/ 213701 h 314325"/>
                <a:gd name="csX462" fmla="*/ 645871 w 714375"/>
                <a:gd name="csY462" fmla="*/ 218531 h 314325"/>
                <a:gd name="csX463" fmla="*/ 647271 w 714375"/>
                <a:gd name="csY463" fmla="*/ 223246 h 314325"/>
                <a:gd name="csX464" fmla="*/ 648662 w 714375"/>
                <a:gd name="csY464" fmla="*/ 227760 h 314325"/>
                <a:gd name="csX465" fmla="*/ 650053 w 714375"/>
                <a:gd name="csY465" fmla="*/ 232151 h 314325"/>
                <a:gd name="csX466" fmla="*/ 651444 w 714375"/>
                <a:gd name="csY466" fmla="*/ 236419 h 314325"/>
                <a:gd name="csX467" fmla="*/ 652834 w 714375"/>
                <a:gd name="csY467" fmla="*/ 240552 h 314325"/>
                <a:gd name="csX468" fmla="*/ 654234 w 714375"/>
                <a:gd name="csY468" fmla="*/ 244562 h 314325"/>
                <a:gd name="csX469" fmla="*/ 655625 w 714375"/>
                <a:gd name="csY469" fmla="*/ 248439 h 314325"/>
                <a:gd name="csX470" fmla="*/ 657015 w 714375"/>
                <a:gd name="csY470" fmla="*/ 252135 h 314325"/>
                <a:gd name="csX471" fmla="*/ 658473 w 714375"/>
                <a:gd name="csY471" fmla="*/ 255697 h 314325"/>
                <a:gd name="csX472" fmla="*/ 659863 w 714375"/>
                <a:gd name="csY472" fmla="*/ 259126 h 314325"/>
                <a:gd name="csX473" fmla="*/ 661254 w 714375"/>
                <a:gd name="csY473" fmla="*/ 262441 h 314325"/>
                <a:gd name="csX474" fmla="*/ 662645 w 714375"/>
                <a:gd name="csY474" fmla="*/ 265556 h 314325"/>
                <a:gd name="csX475" fmla="*/ 664035 w 714375"/>
                <a:gd name="csY475" fmla="*/ 268546 h 314325"/>
                <a:gd name="csX476" fmla="*/ 665436 w 714375"/>
                <a:gd name="csY476" fmla="*/ 271471 h 314325"/>
                <a:gd name="csX477" fmla="*/ 666826 w 714375"/>
                <a:gd name="csY477" fmla="*/ 274147 h 314325"/>
                <a:gd name="csX478" fmla="*/ 668217 w 714375"/>
                <a:gd name="csY478" fmla="*/ 276757 h 314325"/>
                <a:gd name="csX479" fmla="*/ 669608 w 714375"/>
                <a:gd name="csY479" fmla="*/ 279300 h 314325"/>
                <a:gd name="csX480" fmla="*/ 670998 w 714375"/>
                <a:gd name="csY480" fmla="*/ 281653 h 314325"/>
                <a:gd name="csX481" fmla="*/ 672398 w 714375"/>
                <a:gd name="csY481" fmla="*/ 283882 h 314325"/>
                <a:gd name="csX482" fmla="*/ 673846 w 714375"/>
                <a:gd name="csY482" fmla="*/ 286044 h 314325"/>
                <a:gd name="csX483" fmla="*/ 675246 w 714375"/>
                <a:gd name="csY483" fmla="*/ 288016 h 314325"/>
                <a:gd name="csX484" fmla="*/ 676637 w 714375"/>
                <a:gd name="csY484" fmla="*/ 289930 h 314325"/>
                <a:gd name="csX485" fmla="*/ 678027 w 714375"/>
                <a:gd name="csY485" fmla="*/ 291711 h 314325"/>
                <a:gd name="csX486" fmla="*/ 679418 w 714375"/>
                <a:gd name="csY486" fmla="*/ 293359 h 314325"/>
                <a:gd name="csX487" fmla="*/ 680809 w 714375"/>
                <a:gd name="csY487" fmla="*/ 294950 h 314325"/>
                <a:gd name="csX488" fmla="*/ 682209 w 714375"/>
                <a:gd name="csY488" fmla="*/ 296483 h 314325"/>
                <a:gd name="csX489" fmla="*/ 683600 w 714375"/>
                <a:gd name="csY489" fmla="*/ 297884 h 314325"/>
                <a:gd name="csX490" fmla="*/ 684990 w 714375"/>
                <a:gd name="csY490" fmla="*/ 299217 h 314325"/>
                <a:gd name="csX491" fmla="*/ 686381 w 714375"/>
                <a:gd name="csY491" fmla="*/ 300427 h 314325"/>
                <a:gd name="csX492" fmla="*/ 687772 w 714375"/>
                <a:gd name="csY492" fmla="*/ 301570 h 314325"/>
                <a:gd name="csX493" fmla="*/ 689229 w 714375"/>
                <a:gd name="csY493" fmla="*/ 302656 h 314325"/>
                <a:gd name="csX494" fmla="*/ 690620 w 714375"/>
                <a:gd name="csY494" fmla="*/ 303675 h 314325"/>
                <a:gd name="csX495" fmla="*/ 692010 w 714375"/>
                <a:gd name="csY495" fmla="*/ 304627 h 314325"/>
                <a:gd name="csX496" fmla="*/ 693411 w 714375"/>
                <a:gd name="csY496" fmla="*/ 305456 h 314325"/>
                <a:gd name="csX497" fmla="*/ 694801 w 714375"/>
                <a:gd name="csY497" fmla="*/ 306275 h 314325"/>
                <a:gd name="csX498" fmla="*/ 696192 w 714375"/>
                <a:gd name="csY498" fmla="*/ 307047 h 314325"/>
                <a:gd name="csX499" fmla="*/ 697583 w 714375"/>
                <a:gd name="csY499" fmla="*/ 307742 h 314325"/>
                <a:gd name="csX500" fmla="*/ 698973 w 714375"/>
                <a:gd name="csY500" fmla="*/ 308380 h 314325"/>
                <a:gd name="csX501" fmla="*/ 700373 w 714375"/>
                <a:gd name="csY501" fmla="*/ 308951 h 314325"/>
                <a:gd name="csX502" fmla="*/ 701764 w 714375"/>
                <a:gd name="csY502" fmla="*/ 309523 h 314325"/>
                <a:gd name="csX503" fmla="*/ 703154 w 714375"/>
                <a:gd name="csY503" fmla="*/ 310037 h 314325"/>
                <a:gd name="csX504" fmla="*/ 704545 w 714375"/>
                <a:gd name="csY504" fmla="*/ 310475 h 314325"/>
                <a:gd name="csX505" fmla="*/ 706002 w 714375"/>
                <a:gd name="csY505" fmla="*/ 310923 h 314325"/>
                <a:gd name="csX506" fmla="*/ 707393 w 714375"/>
                <a:gd name="csY506" fmla="*/ 311304 h 314325"/>
                <a:gd name="csX507" fmla="*/ 708784 w 714375"/>
                <a:gd name="csY507" fmla="*/ 311685 h 314325"/>
                <a:gd name="csX508" fmla="*/ 710184 w 714375"/>
                <a:gd name="csY508" fmla="*/ 312009 h 314325"/>
                <a:gd name="csX509" fmla="*/ 711575 w 714375"/>
                <a:gd name="csY509" fmla="*/ 312323 h 314325"/>
                <a:gd name="csX510" fmla="*/ 712965 w 714375"/>
                <a:gd name="csY510" fmla="*/ 312581 h 314325"/>
                <a:gd name="csX511" fmla="*/ 714356 w 714375"/>
                <a:gd name="csY511" fmla="*/ 312828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14325">
                  <a:moveTo>
                    <a:pt x="-19" y="314295"/>
                  </a:moveTo>
                  <a:lnTo>
                    <a:pt x="1372" y="314171"/>
                  </a:lnTo>
                  <a:lnTo>
                    <a:pt x="2762" y="314038"/>
                  </a:lnTo>
                  <a:lnTo>
                    <a:pt x="4163" y="313914"/>
                  </a:lnTo>
                  <a:lnTo>
                    <a:pt x="5553" y="313790"/>
                  </a:lnTo>
                  <a:lnTo>
                    <a:pt x="7010" y="313600"/>
                  </a:lnTo>
                  <a:lnTo>
                    <a:pt x="8401" y="313466"/>
                  </a:lnTo>
                  <a:lnTo>
                    <a:pt x="9792" y="313276"/>
                  </a:lnTo>
                  <a:lnTo>
                    <a:pt x="11183" y="313085"/>
                  </a:lnTo>
                  <a:lnTo>
                    <a:pt x="12573" y="312828"/>
                  </a:lnTo>
                  <a:lnTo>
                    <a:pt x="13973" y="312638"/>
                  </a:lnTo>
                  <a:lnTo>
                    <a:pt x="15364" y="312390"/>
                  </a:lnTo>
                  <a:lnTo>
                    <a:pt x="16754" y="312066"/>
                  </a:lnTo>
                  <a:lnTo>
                    <a:pt x="18145" y="311818"/>
                  </a:lnTo>
                  <a:lnTo>
                    <a:pt x="19536" y="311438"/>
                  </a:lnTo>
                  <a:lnTo>
                    <a:pt x="20926" y="311114"/>
                  </a:lnTo>
                  <a:lnTo>
                    <a:pt x="22327" y="310733"/>
                  </a:lnTo>
                  <a:lnTo>
                    <a:pt x="23784" y="310285"/>
                  </a:lnTo>
                  <a:lnTo>
                    <a:pt x="25175" y="309847"/>
                  </a:lnTo>
                  <a:lnTo>
                    <a:pt x="26565" y="309399"/>
                  </a:lnTo>
                  <a:lnTo>
                    <a:pt x="27956" y="308885"/>
                  </a:lnTo>
                  <a:lnTo>
                    <a:pt x="29347" y="308313"/>
                  </a:lnTo>
                  <a:lnTo>
                    <a:pt x="30737" y="307742"/>
                  </a:lnTo>
                  <a:lnTo>
                    <a:pt x="32137" y="307104"/>
                  </a:lnTo>
                  <a:lnTo>
                    <a:pt x="33528" y="306408"/>
                  </a:lnTo>
                  <a:lnTo>
                    <a:pt x="34919" y="305703"/>
                  </a:lnTo>
                  <a:lnTo>
                    <a:pt x="36310" y="304884"/>
                  </a:lnTo>
                  <a:lnTo>
                    <a:pt x="37700" y="304056"/>
                  </a:lnTo>
                  <a:lnTo>
                    <a:pt x="39157" y="303227"/>
                  </a:lnTo>
                  <a:lnTo>
                    <a:pt x="40548" y="302275"/>
                  </a:lnTo>
                  <a:lnTo>
                    <a:pt x="41948" y="301255"/>
                  </a:lnTo>
                  <a:lnTo>
                    <a:pt x="43339" y="300236"/>
                  </a:lnTo>
                  <a:lnTo>
                    <a:pt x="44729" y="299093"/>
                  </a:lnTo>
                  <a:lnTo>
                    <a:pt x="46120" y="297884"/>
                  </a:lnTo>
                  <a:lnTo>
                    <a:pt x="47511" y="296674"/>
                  </a:lnTo>
                  <a:lnTo>
                    <a:pt x="48901" y="295331"/>
                  </a:lnTo>
                  <a:lnTo>
                    <a:pt x="50302" y="293931"/>
                  </a:lnTo>
                  <a:lnTo>
                    <a:pt x="51692" y="292473"/>
                  </a:lnTo>
                  <a:lnTo>
                    <a:pt x="53083" y="290940"/>
                  </a:lnTo>
                  <a:lnTo>
                    <a:pt x="54474" y="289358"/>
                  </a:lnTo>
                  <a:lnTo>
                    <a:pt x="55931" y="287634"/>
                  </a:lnTo>
                  <a:lnTo>
                    <a:pt x="57322" y="285853"/>
                  </a:lnTo>
                  <a:lnTo>
                    <a:pt x="58722" y="284006"/>
                  </a:lnTo>
                  <a:lnTo>
                    <a:pt x="60112" y="282100"/>
                  </a:lnTo>
                  <a:lnTo>
                    <a:pt x="61503" y="280062"/>
                  </a:lnTo>
                  <a:lnTo>
                    <a:pt x="62893" y="277967"/>
                  </a:lnTo>
                  <a:lnTo>
                    <a:pt x="64284" y="275738"/>
                  </a:lnTo>
                  <a:lnTo>
                    <a:pt x="65675" y="273452"/>
                  </a:lnTo>
                  <a:lnTo>
                    <a:pt x="67075" y="271090"/>
                  </a:lnTo>
                  <a:lnTo>
                    <a:pt x="68466" y="268613"/>
                  </a:lnTo>
                  <a:lnTo>
                    <a:pt x="69856" y="266070"/>
                  </a:lnTo>
                  <a:lnTo>
                    <a:pt x="71314" y="263460"/>
                  </a:lnTo>
                  <a:lnTo>
                    <a:pt x="72704" y="260717"/>
                  </a:lnTo>
                  <a:lnTo>
                    <a:pt x="74095" y="257916"/>
                  </a:lnTo>
                  <a:lnTo>
                    <a:pt x="75486" y="255059"/>
                  </a:lnTo>
                  <a:lnTo>
                    <a:pt x="76876" y="252068"/>
                  </a:lnTo>
                  <a:lnTo>
                    <a:pt x="78276" y="249011"/>
                  </a:lnTo>
                  <a:lnTo>
                    <a:pt x="79667" y="245896"/>
                  </a:lnTo>
                  <a:lnTo>
                    <a:pt x="81058" y="242648"/>
                  </a:lnTo>
                  <a:lnTo>
                    <a:pt x="82449" y="239343"/>
                  </a:lnTo>
                  <a:lnTo>
                    <a:pt x="83839" y="236038"/>
                  </a:lnTo>
                  <a:lnTo>
                    <a:pt x="85239" y="232599"/>
                  </a:lnTo>
                  <a:lnTo>
                    <a:pt x="86697" y="229094"/>
                  </a:lnTo>
                  <a:lnTo>
                    <a:pt x="88087" y="225532"/>
                  </a:lnTo>
                  <a:lnTo>
                    <a:pt x="89478" y="221912"/>
                  </a:lnTo>
                  <a:lnTo>
                    <a:pt x="90868" y="218283"/>
                  </a:lnTo>
                  <a:lnTo>
                    <a:pt x="92259" y="214587"/>
                  </a:lnTo>
                  <a:lnTo>
                    <a:pt x="93650" y="210834"/>
                  </a:lnTo>
                  <a:lnTo>
                    <a:pt x="95050" y="207015"/>
                  </a:lnTo>
                  <a:lnTo>
                    <a:pt x="96441" y="203205"/>
                  </a:lnTo>
                  <a:lnTo>
                    <a:pt x="97831" y="199385"/>
                  </a:lnTo>
                  <a:lnTo>
                    <a:pt x="99222" y="195499"/>
                  </a:lnTo>
                  <a:lnTo>
                    <a:pt x="100613" y="191623"/>
                  </a:lnTo>
                  <a:lnTo>
                    <a:pt x="102013" y="187736"/>
                  </a:lnTo>
                  <a:lnTo>
                    <a:pt x="103461" y="183860"/>
                  </a:lnTo>
                  <a:lnTo>
                    <a:pt x="104851" y="179974"/>
                  </a:lnTo>
                  <a:lnTo>
                    <a:pt x="106251" y="176097"/>
                  </a:lnTo>
                  <a:lnTo>
                    <a:pt x="107642" y="172277"/>
                  </a:lnTo>
                  <a:lnTo>
                    <a:pt x="109032" y="168391"/>
                  </a:lnTo>
                  <a:lnTo>
                    <a:pt x="110423" y="164638"/>
                  </a:lnTo>
                  <a:lnTo>
                    <a:pt x="111814" y="160885"/>
                  </a:lnTo>
                  <a:lnTo>
                    <a:pt x="113214" y="157133"/>
                  </a:lnTo>
                  <a:lnTo>
                    <a:pt x="114605" y="153503"/>
                  </a:lnTo>
                  <a:lnTo>
                    <a:pt x="115995" y="149884"/>
                  </a:lnTo>
                  <a:lnTo>
                    <a:pt x="117386" y="146379"/>
                  </a:lnTo>
                  <a:lnTo>
                    <a:pt x="118844" y="142883"/>
                  </a:lnTo>
                  <a:lnTo>
                    <a:pt x="120234" y="139511"/>
                  </a:lnTo>
                  <a:lnTo>
                    <a:pt x="121625" y="136197"/>
                  </a:lnTo>
                  <a:lnTo>
                    <a:pt x="123025" y="132958"/>
                  </a:lnTo>
                  <a:lnTo>
                    <a:pt x="124416" y="129834"/>
                  </a:lnTo>
                  <a:lnTo>
                    <a:pt x="125806" y="126843"/>
                  </a:lnTo>
                  <a:lnTo>
                    <a:pt x="127197" y="123919"/>
                  </a:lnTo>
                  <a:lnTo>
                    <a:pt x="128588" y="121052"/>
                  </a:lnTo>
                  <a:lnTo>
                    <a:pt x="129988" y="118385"/>
                  </a:lnTo>
                  <a:lnTo>
                    <a:pt x="131378" y="115842"/>
                  </a:lnTo>
                  <a:lnTo>
                    <a:pt x="132769" y="113356"/>
                  </a:lnTo>
                  <a:lnTo>
                    <a:pt x="134226" y="111070"/>
                  </a:lnTo>
                  <a:lnTo>
                    <a:pt x="135617" y="108841"/>
                  </a:lnTo>
                  <a:lnTo>
                    <a:pt x="137008" y="106736"/>
                  </a:lnTo>
                  <a:lnTo>
                    <a:pt x="138398" y="104831"/>
                  </a:lnTo>
                  <a:lnTo>
                    <a:pt x="139789" y="103049"/>
                  </a:lnTo>
                  <a:lnTo>
                    <a:pt x="141189" y="101335"/>
                  </a:lnTo>
                  <a:lnTo>
                    <a:pt x="142580" y="99868"/>
                  </a:lnTo>
                  <a:lnTo>
                    <a:pt x="143970" y="98468"/>
                  </a:lnTo>
                  <a:lnTo>
                    <a:pt x="145361" y="97192"/>
                  </a:lnTo>
                  <a:lnTo>
                    <a:pt x="146752" y="96115"/>
                  </a:lnTo>
                  <a:lnTo>
                    <a:pt x="148152" y="95163"/>
                  </a:lnTo>
                  <a:lnTo>
                    <a:pt x="149543" y="94334"/>
                  </a:lnTo>
                  <a:lnTo>
                    <a:pt x="151000" y="93629"/>
                  </a:lnTo>
                  <a:lnTo>
                    <a:pt x="152390" y="93058"/>
                  </a:lnTo>
                  <a:lnTo>
                    <a:pt x="153781" y="92677"/>
                  </a:lnTo>
                  <a:lnTo>
                    <a:pt x="155172" y="92363"/>
                  </a:lnTo>
                  <a:lnTo>
                    <a:pt x="156563" y="92229"/>
                  </a:lnTo>
                  <a:lnTo>
                    <a:pt x="157963" y="92172"/>
                  </a:lnTo>
                  <a:lnTo>
                    <a:pt x="159353" y="92229"/>
                  </a:lnTo>
                  <a:lnTo>
                    <a:pt x="160744" y="92486"/>
                  </a:lnTo>
                  <a:lnTo>
                    <a:pt x="162134" y="92801"/>
                  </a:lnTo>
                  <a:lnTo>
                    <a:pt x="163525" y="93191"/>
                  </a:lnTo>
                  <a:lnTo>
                    <a:pt x="164916" y="93763"/>
                  </a:lnTo>
                  <a:lnTo>
                    <a:pt x="166373" y="94458"/>
                  </a:lnTo>
                  <a:lnTo>
                    <a:pt x="167764" y="95163"/>
                  </a:lnTo>
                  <a:lnTo>
                    <a:pt x="169164" y="96049"/>
                  </a:lnTo>
                  <a:lnTo>
                    <a:pt x="170555" y="97001"/>
                  </a:lnTo>
                  <a:lnTo>
                    <a:pt x="171946" y="98020"/>
                  </a:lnTo>
                  <a:lnTo>
                    <a:pt x="173336" y="99106"/>
                  </a:lnTo>
                  <a:lnTo>
                    <a:pt x="174727" y="100316"/>
                  </a:lnTo>
                  <a:lnTo>
                    <a:pt x="176127" y="101583"/>
                  </a:lnTo>
                  <a:lnTo>
                    <a:pt x="177517" y="102926"/>
                  </a:lnTo>
                  <a:lnTo>
                    <a:pt x="178908" y="104326"/>
                  </a:lnTo>
                  <a:lnTo>
                    <a:pt x="180299" y="105783"/>
                  </a:lnTo>
                  <a:lnTo>
                    <a:pt x="181756" y="107250"/>
                  </a:lnTo>
                  <a:lnTo>
                    <a:pt x="183147" y="108841"/>
                  </a:lnTo>
                  <a:lnTo>
                    <a:pt x="184537" y="110431"/>
                  </a:lnTo>
                  <a:lnTo>
                    <a:pt x="185938" y="112089"/>
                  </a:lnTo>
                  <a:lnTo>
                    <a:pt x="187328" y="113737"/>
                  </a:lnTo>
                  <a:lnTo>
                    <a:pt x="188719" y="115461"/>
                  </a:lnTo>
                  <a:lnTo>
                    <a:pt x="190110" y="117175"/>
                  </a:lnTo>
                  <a:lnTo>
                    <a:pt x="191500" y="118956"/>
                  </a:lnTo>
                  <a:lnTo>
                    <a:pt x="192891" y="120737"/>
                  </a:lnTo>
                  <a:lnTo>
                    <a:pt x="194291" y="122519"/>
                  </a:lnTo>
                  <a:lnTo>
                    <a:pt x="195682" y="124366"/>
                  </a:lnTo>
                  <a:lnTo>
                    <a:pt x="197072" y="126148"/>
                  </a:lnTo>
                  <a:lnTo>
                    <a:pt x="198529" y="127996"/>
                  </a:lnTo>
                  <a:lnTo>
                    <a:pt x="199921" y="129777"/>
                  </a:lnTo>
                  <a:lnTo>
                    <a:pt x="201311" y="131615"/>
                  </a:lnTo>
                  <a:lnTo>
                    <a:pt x="202702" y="133396"/>
                  </a:lnTo>
                  <a:lnTo>
                    <a:pt x="204102" y="135177"/>
                  </a:lnTo>
                  <a:lnTo>
                    <a:pt x="205492" y="137025"/>
                  </a:lnTo>
                  <a:lnTo>
                    <a:pt x="206883" y="138806"/>
                  </a:lnTo>
                  <a:lnTo>
                    <a:pt x="208274" y="140530"/>
                  </a:lnTo>
                  <a:lnTo>
                    <a:pt x="209664" y="142312"/>
                  </a:lnTo>
                  <a:lnTo>
                    <a:pt x="211055" y="144026"/>
                  </a:lnTo>
                  <a:lnTo>
                    <a:pt x="212455" y="145740"/>
                  </a:lnTo>
                  <a:lnTo>
                    <a:pt x="213913" y="147398"/>
                  </a:lnTo>
                  <a:lnTo>
                    <a:pt x="215303" y="149112"/>
                  </a:lnTo>
                  <a:lnTo>
                    <a:pt x="216694" y="150703"/>
                  </a:lnTo>
                  <a:lnTo>
                    <a:pt x="218085" y="152360"/>
                  </a:lnTo>
                  <a:lnTo>
                    <a:pt x="219475" y="153951"/>
                  </a:lnTo>
                  <a:lnTo>
                    <a:pt x="220866" y="155475"/>
                  </a:lnTo>
                  <a:lnTo>
                    <a:pt x="222266" y="157009"/>
                  </a:lnTo>
                  <a:lnTo>
                    <a:pt x="223656" y="158533"/>
                  </a:lnTo>
                  <a:lnTo>
                    <a:pt x="225048" y="159999"/>
                  </a:lnTo>
                  <a:lnTo>
                    <a:pt x="226438" y="161400"/>
                  </a:lnTo>
                  <a:lnTo>
                    <a:pt x="227829" y="162800"/>
                  </a:lnTo>
                  <a:lnTo>
                    <a:pt x="229286" y="164200"/>
                  </a:lnTo>
                  <a:lnTo>
                    <a:pt x="230676" y="165533"/>
                  </a:lnTo>
                  <a:lnTo>
                    <a:pt x="232077" y="166867"/>
                  </a:lnTo>
                  <a:lnTo>
                    <a:pt x="233467" y="168143"/>
                  </a:lnTo>
                  <a:lnTo>
                    <a:pt x="234858" y="169353"/>
                  </a:lnTo>
                  <a:lnTo>
                    <a:pt x="236249" y="170563"/>
                  </a:lnTo>
                  <a:lnTo>
                    <a:pt x="237639" y="171772"/>
                  </a:lnTo>
                  <a:lnTo>
                    <a:pt x="239030" y="172916"/>
                  </a:lnTo>
                  <a:lnTo>
                    <a:pt x="240430" y="173992"/>
                  </a:lnTo>
                  <a:lnTo>
                    <a:pt x="241821" y="175078"/>
                  </a:lnTo>
                  <a:lnTo>
                    <a:pt x="243212" y="176154"/>
                  </a:lnTo>
                  <a:lnTo>
                    <a:pt x="244602" y="177173"/>
                  </a:lnTo>
                  <a:lnTo>
                    <a:pt x="246060" y="178135"/>
                  </a:lnTo>
                  <a:lnTo>
                    <a:pt x="247450" y="179088"/>
                  </a:lnTo>
                  <a:lnTo>
                    <a:pt x="248850" y="180040"/>
                  </a:lnTo>
                  <a:lnTo>
                    <a:pt x="250241" y="180935"/>
                  </a:lnTo>
                  <a:lnTo>
                    <a:pt x="251631" y="181821"/>
                  </a:lnTo>
                  <a:lnTo>
                    <a:pt x="253022" y="182650"/>
                  </a:lnTo>
                  <a:lnTo>
                    <a:pt x="254413" y="183412"/>
                  </a:lnTo>
                  <a:lnTo>
                    <a:pt x="255803" y="184241"/>
                  </a:lnTo>
                  <a:lnTo>
                    <a:pt x="257204" y="184936"/>
                  </a:lnTo>
                  <a:lnTo>
                    <a:pt x="258594" y="185708"/>
                  </a:lnTo>
                  <a:lnTo>
                    <a:pt x="259985" y="186403"/>
                  </a:lnTo>
                  <a:lnTo>
                    <a:pt x="261442" y="187041"/>
                  </a:lnTo>
                  <a:lnTo>
                    <a:pt x="262833" y="187679"/>
                  </a:lnTo>
                  <a:lnTo>
                    <a:pt x="264224" y="188308"/>
                  </a:lnTo>
                  <a:lnTo>
                    <a:pt x="265614" y="188889"/>
                  </a:lnTo>
                  <a:lnTo>
                    <a:pt x="267005" y="189460"/>
                  </a:lnTo>
                  <a:lnTo>
                    <a:pt x="268405" y="189965"/>
                  </a:lnTo>
                  <a:lnTo>
                    <a:pt x="269796" y="190537"/>
                  </a:lnTo>
                  <a:lnTo>
                    <a:pt x="271187" y="190984"/>
                  </a:lnTo>
                  <a:lnTo>
                    <a:pt x="272577" y="191489"/>
                  </a:lnTo>
                  <a:lnTo>
                    <a:pt x="273968" y="191937"/>
                  </a:lnTo>
                  <a:lnTo>
                    <a:pt x="275368" y="192318"/>
                  </a:lnTo>
                  <a:lnTo>
                    <a:pt x="276825" y="192766"/>
                  </a:lnTo>
                  <a:lnTo>
                    <a:pt x="278216" y="193147"/>
                  </a:lnTo>
                  <a:lnTo>
                    <a:pt x="279606" y="193461"/>
                  </a:lnTo>
                  <a:lnTo>
                    <a:pt x="280997" y="193851"/>
                  </a:lnTo>
                  <a:lnTo>
                    <a:pt x="282388" y="194166"/>
                  </a:lnTo>
                  <a:lnTo>
                    <a:pt x="283778" y="194480"/>
                  </a:lnTo>
                  <a:lnTo>
                    <a:pt x="285179" y="194737"/>
                  </a:lnTo>
                  <a:lnTo>
                    <a:pt x="286569" y="195061"/>
                  </a:lnTo>
                  <a:lnTo>
                    <a:pt x="287960" y="195309"/>
                  </a:lnTo>
                  <a:lnTo>
                    <a:pt x="289351" y="195499"/>
                  </a:lnTo>
                  <a:lnTo>
                    <a:pt x="290741" y="195756"/>
                  </a:lnTo>
                  <a:lnTo>
                    <a:pt x="292141" y="195947"/>
                  </a:lnTo>
                  <a:lnTo>
                    <a:pt x="293589" y="196137"/>
                  </a:lnTo>
                  <a:lnTo>
                    <a:pt x="294980" y="196328"/>
                  </a:lnTo>
                  <a:lnTo>
                    <a:pt x="296380" y="196518"/>
                  </a:lnTo>
                  <a:lnTo>
                    <a:pt x="297770" y="196642"/>
                  </a:lnTo>
                  <a:lnTo>
                    <a:pt x="299161" y="196775"/>
                  </a:lnTo>
                  <a:lnTo>
                    <a:pt x="300552" y="196899"/>
                  </a:lnTo>
                  <a:lnTo>
                    <a:pt x="301943" y="197033"/>
                  </a:lnTo>
                  <a:lnTo>
                    <a:pt x="303343" y="197157"/>
                  </a:lnTo>
                  <a:lnTo>
                    <a:pt x="304733" y="197280"/>
                  </a:lnTo>
                  <a:lnTo>
                    <a:pt x="306124" y="197347"/>
                  </a:lnTo>
                  <a:lnTo>
                    <a:pt x="307515" y="197414"/>
                  </a:lnTo>
                  <a:lnTo>
                    <a:pt x="308972" y="197538"/>
                  </a:lnTo>
                  <a:lnTo>
                    <a:pt x="310363" y="197604"/>
                  </a:lnTo>
                  <a:lnTo>
                    <a:pt x="311753" y="197604"/>
                  </a:lnTo>
                  <a:lnTo>
                    <a:pt x="313154" y="197661"/>
                  </a:lnTo>
                  <a:lnTo>
                    <a:pt x="314544" y="197728"/>
                  </a:lnTo>
                  <a:lnTo>
                    <a:pt x="315935" y="197795"/>
                  </a:lnTo>
                  <a:lnTo>
                    <a:pt x="317326" y="197795"/>
                  </a:lnTo>
                  <a:lnTo>
                    <a:pt x="318716" y="197852"/>
                  </a:lnTo>
                  <a:lnTo>
                    <a:pt x="320116" y="197852"/>
                  </a:lnTo>
                  <a:lnTo>
                    <a:pt x="321507" y="197852"/>
                  </a:lnTo>
                  <a:lnTo>
                    <a:pt x="322897" y="197852"/>
                  </a:lnTo>
                  <a:lnTo>
                    <a:pt x="324355" y="197919"/>
                  </a:lnTo>
                  <a:lnTo>
                    <a:pt x="325745" y="197919"/>
                  </a:lnTo>
                  <a:lnTo>
                    <a:pt x="327136" y="197919"/>
                  </a:lnTo>
                  <a:lnTo>
                    <a:pt x="328527" y="197919"/>
                  </a:lnTo>
                  <a:lnTo>
                    <a:pt x="329917" y="197919"/>
                  </a:lnTo>
                  <a:lnTo>
                    <a:pt x="331318" y="197919"/>
                  </a:lnTo>
                  <a:lnTo>
                    <a:pt x="332708" y="197919"/>
                  </a:lnTo>
                  <a:lnTo>
                    <a:pt x="334099" y="197919"/>
                  </a:lnTo>
                  <a:lnTo>
                    <a:pt x="335490" y="197852"/>
                  </a:lnTo>
                  <a:lnTo>
                    <a:pt x="336880" y="197852"/>
                  </a:lnTo>
                  <a:lnTo>
                    <a:pt x="338281" y="197852"/>
                  </a:lnTo>
                  <a:lnTo>
                    <a:pt x="339671" y="197852"/>
                  </a:lnTo>
                  <a:lnTo>
                    <a:pt x="341128" y="197852"/>
                  </a:lnTo>
                  <a:lnTo>
                    <a:pt x="342519" y="197795"/>
                  </a:lnTo>
                  <a:lnTo>
                    <a:pt x="343909" y="197795"/>
                  </a:lnTo>
                  <a:lnTo>
                    <a:pt x="345301" y="197795"/>
                  </a:lnTo>
                  <a:lnTo>
                    <a:pt x="346691" y="197795"/>
                  </a:lnTo>
                  <a:lnTo>
                    <a:pt x="348091" y="197728"/>
                  </a:lnTo>
                  <a:lnTo>
                    <a:pt x="349482" y="197728"/>
                  </a:lnTo>
                  <a:lnTo>
                    <a:pt x="350872" y="197728"/>
                  </a:lnTo>
                  <a:lnTo>
                    <a:pt x="352263" y="197661"/>
                  </a:lnTo>
                  <a:lnTo>
                    <a:pt x="353654" y="197661"/>
                  </a:lnTo>
                  <a:lnTo>
                    <a:pt x="355044" y="197661"/>
                  </a:lnTo>
                  <a:lnTo>
                    <a:pt x="356502" y="197604"/>
                  </a:lnTo>
                  <a:lnTo>
                    <a:pt x="357892" y="197604"/>
                  </a:lnTo>
                  <a:lnTo>
                    <a:pt x="359293" y="197604"/>
                  </a:lnTo>
                  <a:lnTo>
                    <a:pt x="360683" y="197604"/>
                  </a:lnTo>
                  <a:lnTo>
                    <a:pt x="362074" y="197538"/>
                  </a:lnTo>
                  <a:lnTo>
                    <a:pt x="363465" y="197538"/>
                  </a:lnTo>
                  <a:lnTo>
                    <a:pt x="364855" y="197538"/>
                  </a:lnTo>
                  <a:lnTo>
                    <a:pt x="366255" y="197471"/>
                  </a:lnTo>
                  <a:lnTo>
                    <a:pt x="367646" y="197471"/>
                  </a:lnTo>
                  <a:lnTo>
                    <a:pt x="369036" y="197471"/>
                  </a:lnTo>
                  <a:lnTo>
                    <a:pt x="370428" y="197471"/>
                  </a:lnTo>
                  <a:lnTo>
                    <a:pt x="371818" y="197414"/>
                  </a:lnTo>
                  <a:lnTo>
                    <a:pt x="373275" y="197414"/>
                  </a:lnTo>
                  <a:lnTo>
                    <a:pt x="374666" y="197414"/>
                  </a:lnTo>
                  <a:lnTo>
                    <a:pt x="376066" y="197414"/>
                  </a:lnTo>
                  <a:lnTo>
                    <a:pt x="377457" y="197414"/>
                  </a:lnTo>
                  <a:lnTo>
                    <a:pt x="378847" y="197347"/>
                  </a:lnTo>
                  <a:lnTo>
                    <a:pt x="380238" y="197347"/>
                  </a:lnTo>
                  <a:lnTo>
                    <a:pt x="381629" y="197347"/>
                  </a:lnTo>
                  <a:lnTo>
                    <a:pt x="383019" y="197347"/>
                  </a:lnTo>
                  <a:lnTo>
                    <a:pt x="384420" y="197347"/>
                  </a:lnTo>
                  <a:lnTo>
                    <a:pt x="385810" y="197347"/>
                  </a:lnTo>
                  <a:lnTo>
                    <a:pt x="387201" y="197347"/>
                  </a:lnTo>
                  <a:lnTo>
                    <a:pt x="388658" y="197347"/>
                  </a:lnTo>
                  <a:lnTo>
                    <a:pt x="390049" y="197414"/>
                  </a:lnTo>
                  <a:lnTo>
                    <a:pt x="391440" y="197414"/>
                  </a:lnTo>
                  <a:lnTo>
                    <a:pt x="392830" y="197414"/>
                  </a:lnTo>
                  <a:lnTo>
                    <a:pt x="394230" y="197414"/>
                  </a:lnTo>
                  <a:lnTo>
                    <a:pt x="395621" y="197471"/>
                  </a:lnTo>
                  <a:lnTo>
                    <a:pt x="397011" y="197471"/>
                  </a:lnTo>
                  <a:lnTo>
                    <a:pt x="398402" y="197538"/>
                  </a:lnTo>
                  <a:lnTo>
                    <a:pt x="399793" y="197538"/>
                  </a:lnTo>
                  <a:lnTo>
                    <a:pt x="401193" y="197604"/>
                  </a:lnTo>
                  <a:lnTo>
                    <a:pt x="402584" y="197604"/>
                  </a:lnTo>
                  <a:lnTo>
                    <a:pt x="404041" y="197661"/>
                  </a:lnTo>
                  <a:lnTo>
                    <a:pt x="405432" y="197661"/>
                  </a:lnTo>
                  <a:lnTo>
                    <a:pt x="406822" y="197728"/>
                  </a:lnTo>
                  <a:lnTo>
                    <a:pt x="408213" y="197795"/>
                  </a:lnTo>
                  <a:lnTo>
                    <a:pt x="409604" y="197795"/>
                  </a:lnTo>
                  <a:lnTo>
                    <a:pt x="410994" y="197852"/>
                  </a:lnTo>
                  <a:lnTo>
                    <a:pt x="412394" y="197919"/>
                  </a:lnTo>
                  <a:lnTo>
                    <a:pt x="413785" y="197985"/>
                  </a:lnTo>
                  <a:lnTo>
                    <a:pt x="415176" y="198052"/>
                  </a:lnTo>
                  <a:lnTo>
                    <a:pt x="416567" y="198052"/>
                  </a:lnTo>
                  <a:lnTo>
                    <a:pt x="417957" y="198109"/>
                  </a:lnTo>
                  <a:lnTo>
                    <a:pt x="419357" y="198176"/>
                  </a:lnTo>
                  <a:lnTo>
                    <a:pt x="420805" y="198233"/>
                  </a:lnTo>
                  <a:lnTo>
                    <a:pt x="422205" y="198233"/>
                  </a:lnTo>
                  <a:lnTo>
                    <a:pt x="423596" y="198299"/>
                  </a:lnTo>
                  <a:lnTo>
                    <a:pt x="424986" y="198366"/>
                  </a:lnTo>
                  <a:lnTo>
                    <a:pt x="426377" y="198366"/>
                  </a:lnTo>
                  <a:lnTo>
                    <a:pt x="427768" y="198423"/>
                  </a:lnTo>
                  <a:lnTo>
                    <a:pt x="429158" y="198423"/>
                  </a:lnTo>
                  <a:lnTo>
                    <a:pt x="430559" y="198423"/>
                  </a:lnTo>
                  <a:lnTo>
                    <a:pt x="431949" y="198423"/>
                  </a:lnTo>
                  <a:lnTo>
                    <a:pt x="433340" y="198423"/>
                  </a:lnTo>
                  <a:lnTo>
                    <a:pt x="434731" y="198423"/>
                  </a:lnTo>
                  <a:lnTo>
                    <a:pt x="436188" y="198423"/>
                  </a:lnTo>
                  <a:lnTo>
                    <a:pt x="437579" y="198366"/>
                  </a:lnTo>
                  <a:lnTo>
                    <a:pt x="438979" y="198299"/>
                  </a:lnTo>
                  <a:lnTo>
                    <a:pt x="440369" y="198299"/>
                  </a:lnTo>
                  <a:lnTo>
                    <a:pt x="441760" y="198176"/>
                  </a:lnTo>
                  <a:lnTo>
                    <a:pt x="443150" y="198109"/>
                  </a:lnTo>
                  <a:lnTo>
                    <a:pt x="444541" y="197985"/>
                  </a:lnTo>
                  <a:lnTo>
                    <a:pt x="445932" y="197852"/>
                  </a:lnTo>
                  <a:lnTo>
                    <a:pt x="447332" y="197661"/>
                  </a:lnTo>
                  <a:lnTo>
                    <a:pt x="448723" y="197538"/>
                  </a:lnTo>
                  <a:lnTo>
                    <a:pt x="450113" y="197347"/>
                  </a:lnTo>
                  <a:lnTo>
                    <a:pt x="451571" y="197090"/>
                  </a:lnTo>
                  <a:lnTo>
                    <a:pt x="452962" y="196842"/>
                  </a:lnTo>
                  <a:lnTo>
                    <a:pt x="454352" y="196585"/>
                  </a:lnTo>
                  <a:lnTo>
                    <a:pt x="455743" y="196261"/>
                  </a:lnTo>
                  <a:lnTo>
                    <a:pt x="457143" y="195880"/>
                  </a:lnTo>
                  <a:lnTo>
                    <a:pt x="458534" y="195566"/>
                  </a:lnTo>
                  <a:lnTo>
                    <a:pt x="459924" y="195118"/>
                  </a:lnTo>
                  <a:lnTo>
                    <a:pt x="461315" y="194671"/>
                  </a:lnTo>
                  <a:lnTo>
                    <a:pt x="462706" y="194166"/>
                  </a:lnTo>
                  <a:lnTo>
                    <a:pt x="464106" y="193661"/>
                  </a:lnTo>
                  <a:lnTo>
                    <a:pt x="465496" y="193080"/>
                  </a:lnTo>
                  <a:lnTo>
                    <a:pt x="466887" y="192451"/>
                  </a:lnTo>
                  <a:lnTo>
                    <a:pt x="468344" y="191813"/>
                  </a:lnTo>
                  <a:lnTo>
                    <a:pt x="469735" y="191108"/>
                  </a:lnTo>
                  <a:lnTo>
                    <a:pt x="471126" y="190346"/>
                  </a:lnTo>
                  <a:lnTo>
                    <a:pt x="472516" y="189517"/>
                  </a:lnTo>
                  <a:lnTo>
                    <a:pt x="473907" y="188632"/>
                  </a:lnTo>
                  <a:lnTo>
                    <a:pt x="475307" y="187736"/>
                  </a:lnTo>
                  <a:lnTo>
                    <a:pt x="476698" y="186717"/>
                  </a:lnTo>
                  <a:lnTo>
                    <a:pt x="478088" y="185641"/>
                  </a:lnTo>
                  <a:lnTo>
                    <a:pt x="479479" y="184555"/>
                  </a:lnTo>
                  <a:lnTo>
                    <a:pt x="480870" y="183412"/>
                  </a:lnTo>
                  <a:lnTo>
                    <a:pt x="482270" y="182136"/>
                  </a:lnTo>
                  <a:lnTo>
                    <a:pt x="483718" y="180802"/>
                  </a:lnTo>
                  <a:lnTo>
                    <a:pt x="485108" y="179469"/>
                  </a:lnTo>
                  <a:lnTo>
                    <a:pt x="486508" y="178002"/>
                  </a:lnTo>
                  <a:lnTo>
                    <a:pt x="487899" y="176478"/>
                  </a:lnTo>
                  <a:lnTo>
                    <a:pt x="489290" y="174887"/>
                  </a:lnTo>
                  <a:lnTo>
                    <a:pt x="490681" y="173173"/>
                  </a:lnTo>
                  <a:lnTo>
                    <a:pt x="492081" y="171382"/>
                  </a:lnTo>
                  <a:lnTo>
                    <a:pt x="493471" y="169544"/>
                  </a:lnTo>
                  <a:lnTo>
                    <a:pt x="494862" y="167629"/>
                  </a:lnTo>
                  <a:lnTo>
                    <a:pt x="496252" y="165600"/>
                  </a:lnTo>
                  <a:lnTo>
                    <a:pt x="497643" y="163495"/>
                  </a:lnTo>
                  <a:lnTo>
                    <a:pt x="499101" y="161266"/>
                  </a:lnTo>
                  <a:lnTo>
                    <a:pt x="500491" y="158980"/>
                  </a:lnTo>
                  <a:lnTo>
                    <a:pt x="501882" y="156628"/>
                  </a:lnTo>
                  <a:lnTo>
                    <a:pt x="503282" y="154208"/>
                  </a:lnTo>
                  <a:lnTo>
                    <a:pt x="504673" y="151599"/>
                  </a:lnTo>
                  <a:lnTo>
                    <a:pt x="506063" y="148989"/>
                  </a:lnTo>
                  <a:lnTo>
                    <a:pt x="507454" y="146255"/>
                  </a:lnTo>
                  <a:lnTo>
                    <a:pt x="508845" y="143455"/>
                  </a:lnTo>
                  <a:lnTo>
                    <a:pt x="510245" y="140530"/>
                  </a:lnTo>
                  <a:lnTo>
                    <a:pt x="511635" y="137540"/>
                  </a:lnTo>
                  <a:lnTo>
                    <a:pt x="513026" y="134482"/>
                  </a:lnTo>
                  <a:lnTo>
                    <a:pt x="514416" y="131301"/>
                  </a:lnTo>
                  <a:lnTo>
                    <a:pt x="515874" y="128053"/>
                  </a:lnTo>
                  <a:lnTo>
                    <a:pt x="517265" y="124748"/>
                  </a:lnTo>
                  <a:lnTo>
                    <a:pt x="518655" y="121309"/>
                  </a:lnTo>
                  <a:lnTo>
                    <a:pt x="520056" y="117870"/>
                  </a:lnTo>
                  <a:lnTo>
                    <a:pt x="521446" y="114308"/>
                  </a:lnTo>
                  <a:lnTo>
                    <a:pt x="522837" y="110689"/>
                  </a:lnTo>
                  <a:lnTo>
                    <a:pt x="524228" y="106993"/>
                  </a:lnTo>
                  <a:lnTo>
                    <a:pt x="525618" y="103240"/>
                  </a:lnTo>
                  <a:lnTo>
                    <a:pt x="527009" y="99487"/>
                  </a:lnTo>
                  <a:lnTo>
                    <a:pt x="528409" y="95668"/>
                  </a:lnTo>
                  <a:lnTo>
                    <a:pt x="529800" y="91791"/>
                  </a:lnTo>
                  <a:lnTo>
                    <a:pt x="531257" y="87905"/>
                  </a:lnTo>
                  <a:lnTo>
                    <a:pt x="532647" y="83961"/>
                  </a:lnTo>
                  <a:lnTo>
                    <a:pt x="534038" y="80018"/>
                  </a:lnTo>
                  <a:lnTo>
                    <a:pt x="535429" y="76075"/>
                  </a:lnTo>
                  <a:lnTo>
                    <a:pt x="536820" y="72065"/>
                  </a:lnTo>
                  <a:lnTo>
                    <a:pt x="538220" y="68121"/>
                  </a:lnTo>
                  <a:lnTo>
                    <a:pt x="539610" y="64168"/>
                  </a:lnTo>
                  <a:lnTo>
                    <a:pt x="541001" y="60292"/>
                  </a:lnTo>
                  <a:lnTo>
                    <a:pt x="542392" y="56406"/>
                  </a:lnTo>
                  <a:lnTo>
                    <a:pt x="543782" y="52529"/>
                  </a:lnTo>
                  <a:lnTo>
                    <a:pt x="545173" y="48776"/>
                  </a:lnTo>
                  <a:lnTo>
                    <a:pt x="546630" y="45023"/>
                  </a:lnTo>
                  <a:lnTo>
                    <a:pt x="548031" y="41394"/>
                  </a:lnTo>
                  <a:lnTo>
                    <a:pt x="549421" y="37832"/>
                  </a:lnTo>
                  <a:lnTo>
                    <a:pt x="550812" y="34327"/>
                  </a:lnTo>
                  <a:lnTo>
                    <a:pt x="552203" y="31022"/>
                  </a:lnTo>
                  <a:lnTo>
                    <a:pt x="553593" y="27774"/>
                  </a:lnTo>
                  <a:lnTo>
                    <a:pt x="554984" y="24659"/>
                  </a:lnTo>
                  <a:lnTo>
                    <a:pt x="556384" y="21668"/>
                  </a:lnTo>
                  <a:lnTo>
                    <a:pt x="557774" y="18868"/>
                  </a:lnTo>
                  <a:lnTo>
                    <a:pt x="559165" y="16191"/>
                  </a:lnTo>
                  <a:lnTo>
                    <a:pt x="560556" y="13715"/>
                  </a:lnTo>
                  <a:lnTo>
                    <a:pt x="561947" y="11419"/>
                  </a:lnTo>
                  <a:lnTo>
                    <a:pt x="563404" y="9257"/>
                  </a:lnTo>
                  <a:lnTo>
                    <a:pt x="564794" y="7285"/>
                  </a:lnTo>
                  <a:lnTo>
                    <a:pt x="566195" y="5637"/>
                  </a:lnTo>
                  <a:lnTo>
                    <a:pt x="567585" y="4104"/>
                  </a:lnTo>
                  <a:lnTo>
                    <a:pt x="568976" y="2770"/>
                  </a:lnTo>
                  <a:lnTo>
                    <a:pt x="570367" y="1751"/>
                  </a:lnTo>
                  <a:lnTo>
                    <a:pt x="571757" y="989"/>
                  </a:lnTo>
                  <a:lnTo>
                    <a:pt x="573148" y="351"/>
                  </a:lnTo>
                  <a:lnTo>
                    <a:pt x="574548" y="94"/>
                  </a:lnTo>
                  <a:lnTo>
                    <a:pt x="575939" y="-30"/>
                  </a:lnTo>
                  <a:lnTo>
                    <a:pt x="577330" y="94"/>
                  </a:lnTo>
                  <a:lnTo>
                    <a:pt x="578787" y="608"/>
                  </a:lnTo>
                  <a:lnTo>
                    <a:pt x="580178" y="1304"/>
                  </a:lnTo>
                  <a:lnTo>
                    <a:pt x="581568" y="2265"/>
                  </a:lnTo>
                  <a:lnTo>
                    <a:pt x="582968" y="3532"/>
                  </a:lnTo>
                  <a:lnTo>
                    <a:pt x="584359" y="5056"/>
                  </a:lnTo>
                  <a:lnTo>
                    <a:pt x="585749" y="6780"/>
                  </a:lnTo>
                  <a:lnTo>
                    <a:pt x="587140" y="8819"/>
                  </a:lnTo>
                  <a:lnTo>
                    <a:pt x="588531" y="11105"/>
                  </a:lnTo>
                  <a:lnTo>
                    <a:pt x="589921" y="13591"/>
                  </a:lnTo>
                  <a:lnTo>
                    <a:pt x="591322" y="16391"/>
                  </a:lnTo>
                  <a:lnTo>
                    <a:pt x="592712" y="19439"/>
                  </a:lnTo>
                  <a:lnTo>
                    <a:pt x="594170" y="22687"/>
                  </a:lnTo>
                  <a:lnTo>
                    <a:pt x="595560" y="26183"/>
                  </a:lnTo>
                  <a:lnTo>
                    <a:pt x="596951" y="29936"/>
                  </a:lnTo>
                  <a:lnTo>
                    <a:pt x="598342" y="33889"/>
                  </a:lnTo>
                  <a:lnTo>
                    <a:pt x="599732" y="38022"/>
                  </a:lnTo>
                  <a:lnTo>
                    <a:pt x="601123" y="42413"/>
                  </a:lnTo>
                  <a:lnTo>
                    <a:pt x="602523" y="46928"/>
                  </a:lnTo>
                  <a:lnTo>
                    <a:pt x="603914" y="51634"/>
                  </a:lnTo>
                  <a:lnTo>
                    <a:pt x="605305" y="56539"/>
                  </a:lnTo>
                  <a:lnTo>
                    <a:pt x="606695" y="61559"/>
                  </a:lnTo>
                  <a:lnTo>
                    <a:pt x="608086" y="66778"/>
                  </a:lnTo>
                  <a:lnTo>
                    <a:pt x="609486" y="72122"/>
                  </a:lnTo>
                  <a:lnTo>
                    <a:pt x="610934" y="77532"/>
                  </a:lnTo>
                  <a:lnTo>
                    <a:pt x="612334" y="83066"/>
                  </a:lnTo>
                  <a:lnTo>
                    <a:pt x="613724" y="88800"/>
                  </a:lnTo>
                  <a:lnTo>
                    <a:pt x="615115" y="94525"/>
                  </a:lnTo>
                  <a:lnTo>
                    <a:pt x="616506" y="100316"/>
                  </a:lnTo>
                  <a:lnTo>
                    <a:pt x="617896" y="106164"/>
                  </a:lnTo>
                  <a:lnTo>
                    <a:pt x="619297" y="112089"/>
                  </a:lnTo>
                  <a:lnTo>
                    <a:pt x="620687" y="118061"/>
                  </a:lnTo>
                  <a:lnTo>
                    <a:pt x="622078" y="124043"/>
                  </a:lnTo>
                  <a:lnTo>
                    <a:pt x="623469" y="129967"/>
                  </a:lnTo>
                  <a:lnTo>
                    <a:pt x="624859" y="135949"/>
                  </a:lnTo>
                  <a:lnTo>
                    <a:pt x="626317" y="141931"/>
                  </a:lnTo>
                  <a:lnTo>
                    <a:pt x="627707" y="147846"/>
                  </a:lnTo>
                  <a:lnTo>
                    <a:pt x="629098" y="153761"/>
                  </a:lnTo>
                  <a:lnTo>
                    <a:pt x="630498" y="159618"/>
                  </a:lnTo>
                  <a:lnTo>
                    <a:pt x="631888" y="165410"/>
                  </a:lnTo>
                  <a:lnTo>
                    <a:pt x="633279" y="171134"/>
                  </a:lnTo>
                  <a:lnTo>
                    <a:pt x="634670" y="176859"/>
                  </a:lnTo>
                  <a:lnTo>
                    <a:pt x="636061" y="182393"/>
                  </a:lnTo>
                  <a:lnTo>
                    <a:pt x="637461" y="187870"/>
                  </a:lnTo>
                  <a:lnTo>
                    <a:pt x="638851" y="193270"/>
                  </a:lnTo>
                  <a:lnTo>
                    <a:pt x="640242" y="198557"/>
                  </a:lnTo>
                  <a:lnTo>
                    <a:pt x="641699" y="203710"/>
                  </a:lnTo>
                  <a:lnTo>
                    <a:pt x="643090" y="208796"/>
                  </a:lnTo>
                  <a:lnTo>
                    <a:pt x="644481" y="213701"/>
                  </a:lnTo>
                  <a:lnTo>
                    <a:pt x="645871" y="218531"/>
                  </a:lnTo>
                  <a:lnTo>
                    <a:pt x="647271" y="223246"/>
                  </a:lnTo>
                  <a:lnTo>
                    <a:pt x="648662" y="227760"/>
                  </a:lnTo>
                  <a:lnTo>
                    <a:pt x="650053" y="232151"/>
                  </a:lnTo>
                  <a:lnTo>
                    <a:pt x="651444" y="236419"/>
                  </a:lnTo>
                  <a:lnTo>
                    <a:pt x="652834" y="240552"/>
                  </a:lnTo>
                  <a:lnTo>
                    <a:pt x="654234" y="244562"/>
                  </a:lnTo>
                  <a:lnTo>
                    <a:pt x="655625" y="248439"/>
                  </a:lnTo>
                  <a:lnTo>
                    <a:pt x="657015" y="252135"/>
                  </a:lnTo>
                  <a:lnTo>
                    <a:pt x="658473" y="255697"/>
                  </a:lnTo>
                  <a:lnTo>
                    <a:pt x="659863" y="259126"/>
                  </a:lnTo>
                  <a:lnTo>
                    <a:pt x="661254" y="262441"/>
                  </a:lnTo>
                  <a:lnTo>
                    <a:pt x="662645" y="265556"/>
                  </a:lnTo>
                  <a:lnTo>
                    <a:pt x="664035" y="268546"/>
                  </a:lnTo>
                  <a:lnTo>
                    <a:pt x="665436" y="271471"/>
                  </a:lnTo>
                  <a:lnTo>
                    <a:pt x="666826" y="274147"/>
                  </a:lnTo>
                  <a:lnTo>
                    <a:pt x="668217" y="276757"/>
                  </a:lnTo>
                  <a:lnTo>
                    <a:pt x="669608" y="279300"/>
                  </a:lnTo>
                  <a:lnTo>
                    <a:pt x="670998" y="281653"/>
                  </a:lnTo>
                  <a:lnTo>
                    <a:pt x="672398" y="283882"/>
                  </a:lnTo>
                  <a:lnTo>
                    <a:pt x="673846" y="286044"/>
                  </a:lnTo>
                  <a:lnTo>
                    <a:pt x="675246" y="288016"/>
                  </a:lnTo>
                  <a:lnTo>
                    <a:pt x="676637" y="289930"/>
                  </a:lnTo>
                  <a:lnTo>
                    <a:pt x="678027" y="291711"/>
                  </a:lnTo>
                  <a:lnTo>
                    <a:pt x="679418" y="293359"/>
                  </a:lnTo>
                  <a:lnTo>
                    <a:pt x="680809" y="294950"/>
                  </a:lnTo>
                  <a:lnTo>
                    <a:pt x="682209" y="296483"/>
                  </a:lnTo>
                  <a:lnTo>
                    <a:pt x="683600" y="297884"/>
                  </a:lnTo>
                  <a:lnTo>
                    <a:pt x="684990" y="299217"/>
                  </a:lnTo>
                  <a:lnTo>
                    <a:pt x="686381" y="300427"/>
                  </a:lnTo>
                  <a:lnTo>
                    <a:pt x="687772" y="301570"/>
                  </a:lnTo>
                  <a:lnTo>
                    <a:pt x="689229" y="302656"/>
                  </a:lnTo>
                  <a:lnTo>
                    <a:pt x="690620" y="303675"/>
                  </a:lnTo>
                  <a:lnTo>
                    <a:pt x="692010" y="304627"/>
                  </a:lnTo>
                  <a:lnTo>
                    <a:pt x="693411" y="305456"/>
                  </a:lnTo>
                  <a:lnTo>
                    <a:pt x="694801" y="306275"/>
                  </a:lnTo>
                  <a:lnTo>
                    <a:pt x="696192" y="307047"/>
                  </a:lnTo>
                  <a:lnTo>
                    <a:pt x="697583" y="307742"/>
                  </a:lnTo>
                  <a:lnTo>
                    <a:pt x="698973" y="308380"/>
                  </a:lnTo>
                  <a:lnTo>
                    <a:pt x="700373" y="308951"/>
                  </a:lnTo>
                  <a:lnTo>
                    <a:pt x="701764" y="309523"/>
                  </a:lnTo>
                  <a:lnTo>
                    <a:pt x="703154" y="310037"/>
                  </a:lnTo>
                  <a:lnTo>
                    <a:pt x="704545" y="310475"/>
                  </a:lnTo>
                  <a:lnTo>
                    <a:pt x="706002" y="310923"/>
                  </a:lnTo>
                  <a:lnTo>
                    <a:pt x="707393" y="311304"/>
                  </a:lnTo>
                  <a:lnTo>
                    <a:pt x="708784" y="311685"/>
                  </a:lnTo>
                  <a:lnTo>
                    <a:pt x="710184" y="312009"/>
                  </a:lnTo>
                  <a:lnTo>
                    <a:pt x="711575" y="312323"/>
                  </a:lnTo>
                  <a:lnTo>
                    <a:pt x="712965" y="312581"/>
                  </a:lnTo>
                  <a:lnTo>
                    <a:pt x="714356" y="312828"/>
                  </a:lnTo>
                </a:path>
              </a:pathLst>
            </a:custGeom>
            <a:noFill/>
            <a:ln w="7242" cap="flat">
              <a:solidFill>
                <a:srgbClr val="000000"/>
              </a:solidFill>
              <a:prstDash val="solid"/>
              <a:round/>
            </a:ln>
          </p:spPr>
          <p:txBody>
            <a:bodyPr/>
            <a:lstStyle/>
            <a:p>
              <a:endParaRPr lang="zh-CN" altLang="en-US" sz="2190"/>
            </a:p>
          </p:txBody>
        </p:sp>
        <p:sp>
          <p:nvSpPr>
            <p:cNvPr id="1042" name="任意多边形: 形状 1041"/>
            <p:cNvSpPr/>
            <p:nvPr/>
          </p:nvSpPr>
          <p:spPr>
            <a:xfrm>
              <a:off x="5982162" y="4426472"/>
              <a:ext cx="714375" cy="381000"/>
            </a:xfrm>
            <a:custGeom>
              <a:avLst/>
              <a:gdLst>
                <a:gd name="csX0" fmla="*/ -19 w 714375"/>
                <a:gd name="csY0" fmla="*/ 378113 h 381000"/>
                <a:gd name="csX1" fmla="*/ 1372 w 714375"/>
                <a:gd name="csY1" fmla="*/ 377798 h 381000"/>
                <a:gd name="csX2" fmla="*/ 2762 w 714375"/>
                <a:gd name="csY2" fmla="*/ 377474 h 381000"/>
                <a:gd name="csX3" fmla="*/ 4163 w 714375"/>
                <a:gd name="csY3" fmla="*/ 377093 h 381000"/>
                <a:gd name="csX4" fmla="*/ 5553 w 714375"/>
                <a:gd name="csY4" fmla="*/ 376712 h 381000"/>
                <a:gd name="csX5" fmla="*/ 7010 w 714375"/>
                <a:gd name="csY5" fmla="*/ 376265 h 381000"/>
                <a:gd name="csX6" fmla="*/ 8401 w 714375"/>
                <a:gd name="csY6" fmla="*/ 375760 h 381000"/>
                <a:gd name="csX7" fmla="*/ 9792 w 714375"/>
                <a:gd name="csY7" fmla="*/ 375255 h 381000"/>
                <a:gd name="csX8" fmla="*/ 11183 w 714375"/>
                <a:gd name="csY8" fmla="*/ 374683 h 381000"/>
                <a:gd name="csX9" fmla="*/ 12573 w 714375"/>
                <a:gd name="csY9" fmla="*/ 374112 h 381000"/>
                <a:gd name="csX10" fmla="*/ 13973 w 714375"/>
                <a:gd name="csY10" fmla="*/ 373407 h 381000"/>
                <a:gd name="csX11" fmla="*/ 15364 w 714375"/>
                <a:gd name="csY11" fmla="*/ 372712 h 381000"/>
                <a:gd name="csX12" fmla="*/ 16754 w 714375"/>
                <a:gd name="csY12" fmla="*/ 371950 h 381000"/>
                <a:gd name="csX13" fmla="*/ 18145 w 714375"/>
                <a:gd name="csY13" fmla="*/ 371121 h 381000"/>
                <a:gd name="csX14" fmla="*/ 19536 w 714375"/>
                <a:gd name="csY14" fmla="*/ 370169 h 381000"/>
                <a:gd name="csX15" fmla="*/ 20926 w 714375"/>
                <a:gd name="csY15" fmla="*/ 369216 h 381000"/>
                <a:gd name="csX16" fmla="*/ 22327 w 714375"/>
                <a:gd name="csY16" fmla="*/ 368197 h 381000"/>
                <a:gd name="csX17" fmla="*/ 23774 w 714375"/>
                <a:gd name="csY17" fmla="*/ 367054 h 381000"/>
                <a:gd name="csX18" fmla="*/ 25175 w 714375"/>
                <a:gd name="csY18" fmla="*/ 365787 h 381000"/>
                <a:gd name="csX19" fmla="*/ 26565 w 714375"/>
                <a:gd name="csY19" fmla="*/ 364520 h 381000"/>
                <a:gd name="csX20" fmla="*/ 27956 w 714375"/>
                <a:gd name="csY20" fmla="*/ 363120 h 381000"/>
                <a:gd name="csX21" fmla="*/ 29347 w 714375"/>
                <a:gd name="csY21" fmla="*/ 361653 h 381000"/>
                <a:gd name="csX22" fmla="*/ 30737 w 714375"/>
                <a:gd name="csY22" fmla="*/ 360072 h 381000"/>
                <a:gd name="csX23" fmla="*/ 32137 w 714375"/>
                <a:gd name="csY23" fmla="*/ 358358 h 381000"/>
                <a:gd name="csX24" fmla="*/ 33528 w 714375"/>
                <a:gd name="csY24" fmla="*/ 356510 h 381000"/>
                <a:gd name="csX25" fmla="*/ 34919 w 714375"/>
                <a:gd name="csY25" fmla="*/ 354605 h 381000"/>
                <a:gd name="csX26" fmla="*/ 36310 w 714375"/>
                <a:gd name="csY26" fmla="*/ 352576 h 381000"/>
                <a:gd name="csX27" fmla="*/ 37700 w 714375"/>
                <a:gd name="csY27" fmla="*/ 350414 h 381000"/>
                <a:gd name="csX28" fmla="*/ 39157 w 714375"/>
                <a:gd name="csY28" fmla="*/ 348128 h 381000"/>
                <a:gd name="csX29" fmla="*/ 40548 w 714375"/>
                <a:gd name="csY29" fmla="*/ 345709 h 381000"/>
                <a:gd name="csX30" fmla="*/ 41948 w 714375"/>
                <a:gd name="csY30" fmla="*/ 343108 h 381000"/>
                <a:gd name="csX31" fmla="*/ 43339 w 714375"/>
                <a:gd name="csY31" fmla="*/ 340375 h 381000"/>
                <a:gd name="csX32" fmla="*/ 44729 w 714375"/>
                <a:gd name="csY32" fmla="*/ 337517 h 381000"/>
                <a:gd name="csX33" fmla="*/ 46120 w 714375"/>
                <a:gd name="csY33" fmla="*/ 334469 h 381000"/>
                <a:gd name="csX34" fmla="*/ 47511 w 714375"/>
                <a:gd name="csY34" fmla="*/ 331288 h 381000"/>
                <a:gd name="csX35" fmla="*/ 48901 w 714375"/>
                <a:gd name="csY35" fmla="*/ 328049 h 381000"/>
                <a:gd name="csX36" fmla="*/ 50302 w 714375"/>
                <a:gd name="csY36" fmla="*/ 324487 h 381000"/>
                <a:gd name="csX37" fmla="*/ 51692 w 714375"/>
                <a:gd name="csY37" fmla="*/ 320810 h 381000"/>
                <a:gd name="csX38" fmla="*/ 53083 w 714375"/>
                <a:gd name="csY38" fmla="*/ 317057 h 381000"/>
                <a:gd name="csX39" fmla="*/ 54474 w 714375"/>
                <a:gd name="csY39" fmla="*/ 312990 h 381000"/>
                <a:gd name="csX40" fmla="*/ 55931 w 714375"/>
                <a:gd name="csY40" fmla="*/ 308866 h 381000"/>
                <a:gd name="csX41" fmla="*/ 57322 w 714375"/>
                <a:gd name="csY41" fmla="*/ 304542 h 381000"/>
                <a:gd name="csX42" fmla="*/ 58712 w 714375"/>
                <a:gd name="csY42" fmla="*/ 300027 h 381000"/>
                <a:gd name="csX43" fmla="*/ 60103 w 714375"/>
                <a:gd name="csY43" fmla="*/ 295331 h 381000"/>
                <a:gd name="csX44" fmla="*/ 61503 w 714375"/>
                <a:gd name="csY44" fmla="*/ 290435 h 381000"/>
                <a:gd name="csX45" fmla="*/ 62893 w 714375"/>
                <a:gd name="csY45" fmla="*/ 285415 h 381000"/>
                <a:gd name="csX46" fmla="*/ 64284 w 714375"/>
                <a:gd name="csY46" fmla="*/ 280205 h 381000"/>
                <a:gd name="csX47" fmla="*/ 65675 w 714375"/>
                <a:gd name="csY47" fmla="*/ 274871 h 381000"/>
                <a:gd name="csX48" fmla="*/ 67075 w 714375"/>
                <a:gd name="csY48" fmla="*/ 269280 h 381000"/>
                <a:gd name="csX49" fmla="*/ 68466 w 714375"/>
                <a:gd name="csY49" fmla="*/ 263565 h 381000"/>
                <a:gd name="csX50" fmla="*/ 69856 w 714375"/>
                <a:gd name="csY50" fmla="*/ 257716 h 381000"/>
                <a:gd name="csX51" fmla="*/ 71314 w 714375"/>
                <a:gd name="csY51" fmla="*/ 251744 h 381000"/>
                <a:gd name="csX52" fmla="*/ 72704 w 714375"/>
                <a:gd name="csY52" fmla="*/ 245524 h 381000"/>
                <a:gd name="csX53" fmla="*/ 74095 w 714375"/>
                <a:gd name="csY53" fmla="*/ 239228 h 381000"/>
                <a:gd name="csX54" fmla="*/ 75486 w 714375"/>
                <a:gd name="csY54" fmla="*/ 232818 h 381000"/>
                <a:gd name="csX55" fmla="*/ 76876 w 714375"/>
                <a:gd name="csY55" fmla="*/ 226208 h 381000"/>
                <a:gd name="csX56" fmla="*/ 78276 w 714375"/>
                <a:gd name="csY56" fmla="*/ 219474 h 381000"/>
                <a:gd name="csX57" fmla="*/ 79667 w 714375"/>
                <a:gd name="csY57" fmla="*/ 212740 h 381000"/>
                <a:gd name="csX58" fmla="*/ 81058 w 714375"/>
                <a:gd name="csY58" fmla="*/ 205748 h 381000"/>
                <a:gd name="csX59" fmla="*/ 82449 w 714375"/>
                <a:gd name="csY59" fmla="*/ 198757 h 381000"/>
                <a:gd name="csX60" fmla="*/ 83839 w 714375"/>
                <a:gd name="csY60" fmla="*/ 191708 h 381000"/>
                <a:gd name="csX61" fmla="*/ 85239 w 714375"/>
                <a:gd name="csY61" fmla="*/ 184526 h 381000"/>
                <a:gd name="csX62" fmla="*/ 86687 w 714375"/>
                <a:gd name="csY62" fmla="*/ 177354 h 381000"/>
                <a:gd name="csX63" fmla="*/ 88087 w 714375"/>
                <a:gd name="csY63" fmla="*/ 170106 h 381000"/>
                <a:gd name="csX64" fmla="*/ 89478 w 714375"/>
                <a:gd name="csY64" fmla="*/ 162800 h 381000"/>
                <a:gd name="csX65" fmla="*/ 90868 w 714375"/>
                <a:gd name="csY65" fmla="*/ 155494 h 381000"/>
                <a:gd name="csX66" fmla="*/ 92259 w 714375"/>
                <a:gd name="csY66" fmla="*/ 148189 h 381000"/>
                <a:gd name="csX67" fmla="*/ 93650 w 714375"/>
                <a:gd name="csY67" fmla="*/ 140883 h 381000"/>
                <a:gd name="csX68" fmla="*/ 95050 w 714375"/>
                <a:gd name="csY68" fmla="*/ 133644 h 381000"/>
                <a:gd name="csX69" fmla="*/ 96441 w 714375"/>
                <a:gd name="csY69" fmla="*/ 126395 h 381000"/>
                <a:gd name="csX70" fmla="*/ 97831 w 714375"/>
                <a:gd name="csY70" fmla="*/ 119280 h 381000"/>
                <a:gd name="csX71" fmla="*/ 99222 w 714375"/>
                <a:gd name="csY71" fmla="*/ 112165 h 381000"/>
                <a:gd name="csX72" fmla="*/ 100613 w 714375"/>
                <a:gd name="csY72" fmla="*/ 105183 h 381000"/>
                <a:gd name="csX73" fmla="*/ 102003 w 714375"/>
                <a:gd name="csY73" fmla="*/ 98249 h 381000"/>
                <a:gd name="csX74" fmla="*/ 103461 w 714375"/>
                <a:gd name="csY74" fmla="*/ 91515 h 381000"/>
                <a:gd name="csX75" fmla="*/ 104851 w 714375"/>
                <a:gd name="csY75" fmla="*/ 84914 h 381000"/>
                <a:gd name="csX76" fmla="*/ 106251 w 714375"/>
                <a:gd name="csY76" fmla="*/ 78370 h 381000"/>
                <a:gd name="csX77" fmla="*/ 107642 w 714375"/>
                <a:gd name="csY77" fmla="*/ 72074 h 381000"/>
                <a:gd name="csX78" fmla="*/ 109032 w 714375"/>
                <a:gd name="csY78" fmla="*/ 65978 h 381000"/>
                <a:gd name="csX79" fmla="*/ 110423 w 714375"/>
                <a:gd name="csY79" fmla="*/ 60006 h 381000"/>
                <a:gd name="csX80" fmla="*/ 111814 w 714375"/>
                <a:gd name="csY80" fmla="*/ 54358 h 381000"/>
                <a:gd name="csX81" fmla="*/ 113214 w 714375"/>
                <a:gd name="csY81" fmla="*/ 48890 h 381000"/>
                <a:gd name="csX82" fmla="*/ 114605 w 714375"/>
                <a:gd name="csY82" fmla="*/ 43556 h 381000"/>
                <a:gd name="csX83" fmla="*/ 115995 w 714375"/>
                <a:gd name="csY83" fmla="*/ 38594 h 381000"/>
                <a:gd name="csX84" fmla="*/ 117386 w 714375"/>
                <a:gd name="csY84" fmla="*/ 33898 h 381000"/>
                <a:gd name="csX85" fmla="*/ 118844 w 714375"/>
                <a:gd name="csY85" fmla="*/ 29383 h 381000"/>
                <a:gd name="csX86" fmla="*/ 120234 w 714375"/>
                <a:gd name="csY86" fmla="*/ 25259 h 381000"/>
                <a:gd name="csX87" fmla="*/ 121625 w 714375"/>
                <a:gd name="csY87" fmla="*/ 21382 h 381000"/>
                <a:gd name="csX88" fmla="*/ 123025 w 714375"/>
                <a:gd name="csY88" fmla="*/ 17763 h 381000"/>
                <a:gd name="csX89" fmla="*/ 124416 w 714375"/>
                <a:gd name="csY89" fmla="*/ 14515 h 381000"/>
                <a:gd name="csX90" fmla="*/ 125806 w 714375"/>
                <a:gd name="csY90" fmla="*/ 11600 h 381000"/>
                <a:gd name="csX91" fmla="*/ 127197 w 714375"/>
                <a:gd name="csY91" fmla="*/ 8990 h 381000"/>
                <a:gd name="csX92" fmla="*/ 128588 w 714375"/>
                <a:gd name="csY92" fmla="*/ 6638 h 381000"/>
                <a:gd name="csX93" fmla="*/ 129978 w 714375"/>
                <a:gd name="csY93" fmla="*/ 4733 h 381000"/>
                <a:gd name="csX94" fmla="*/ 131378 w 714375"/>
                <a:gd name="csY94" fmla="*/ 3142 h 381000"/>
                <a:gd name="csX95" fmla="*/ 132769 w 714375"/>
                <a:gd name="csY95" fmla="*/ 1808 h 381000"/>
                <a:gd name="csX96" fmla="*/ 134226 w 714375"/>
                <a:gd name="csY96" fmla="*/ 923 h 381000"/>
                <a:gd name="csX97" fmla="*/ 135617 w 714375"/>
                <a:gd name="csY97" fmla="*/ 284 h 381000"/>
                <a:gd name="csX98" fmla="*/ 137008 w 714375"/>
                <a:gd name="csY98" fmla="*/ -30 h 381000"/>
                <a:gd name="csX99" fmla="*/ 138398 w 714375"/>
                <a:gd name="csY99" fmla="*/ 94 h 381000"/>
                <a:gd name="csX100" fmla="*/ 139789 w 714375"/>
                <a:gd name="csY100" fmla="*/ 475 h 381000"/>
                <a:gd name="csX101" fmla="*/ 141189 w 714375"/>
                <a:gd name="csY101" fmla="*/ 1113 h 381000"/>
                <a:gd name="csX102" fmla="*/ 142580 w 714375"/>
                <a:gd name="csY102" fmla="*/ 2189 h 381000"/>
                <a:gd name="csX103" fmla="*/ 143970 w 714375"/>
                <a:gd name="csY103" fmla="*/ 3590 h 381000"/>
                <a:gd name="csX104" fmla="*/ 145361 w 714375"/>
                <a:gd name="csY104" fmla="*/ 5180 h 381000"/>
                <a:gd name="csX105" fmla="*/ 146752 w 714375"/>
                <a:gd name="csY105" fmla="*/ 7152 h 381000"/>
                <a:gd name="csX106" fmla="*/ 148142 w 714375"/>
                <a:gd name="csY106" fmla="*/ 9438 h 381000"/>
                <a:gd name="csX107" fmla="*/ 149543 w 714375"/>
                <a:gd name="csY107" fmla="*/ 11914 h 381000"/>
                <a:gd name="csX108" fmla="*/ 151000 w 714375"/>
                <a:gd name="csY108" fmla="*/ 14705 h 381000"/>
                <a:gd name="csX109" fmla="*/ 152390 w 714375"/>
                <a:gd name="csY109" fmla="*/ 17763 h 381000"/>
                <a:gd name="csX110" fmla="*/ 153781 w 714375"/>
                <a:gd name="csY110" fmla="*/ 21058 h 381000"/>
                <a:gd name="csX111" fmla="*/ 155172 w 714375"/>
                <a:gd name="csY111" fmla="*/ 24554 h 381000"/>
                <a:gd name="csX112" fmla="*/ 156563 w 714375"/>
                <a:gd name="csY112" fmla="*/ 28364 h 381000"/>
                <a:gd name="csX113" fmla="*/ 157963 w 714375"/>
                <a:gd name="csY113" fmla="*/ 32307 h 381000"/>
                <a:gd name="csX114" fmla="*/ 159353 w 714375"/>
                <a:gd name="csY114" fmla="*/ 36441 h 381000"/>
                <a:gd name="csX115" fmla="*/ 160744 w 714375"/>
                <a:gd name="csY115" fmla="*/ 40823 h 381000"/>
                <a:gd name="csX116" fmla="*/ 162134 w 714375"/>
                <a:gd name="csY116" fmla="*/ 45271 h 381000"/>
                <a:gd name="csX117" fmla="*/ 163525 w 714375"/>
                <a:gd name="csY117" fmla="*/ 49910 h 381000"/>
                <a:gd name="csX118" fmla="*/ 164916 w 714375"/>
                <a:gd name="csY118" fmla="*/ 54796 h 381000"/>
                <a:gd name="csX119" fmla="*/ 166373 w 714375"/>
                <a:gd name="csY119" fmla="*/ 59692 h 381000"/>
                <a:gd name="csX120" fmla="*/ 167764 w 714375"/>
                <a:gd name="csY120" fmla="*/ 64711 h 381000"/>
                <a:gd name="csX121" fmla="*/ 169164 w 714375"/>
                <a:gd name="csY121" fmla="*/ 69922 h 381000"/>
                <a:gd name="csX122" fmla="*/ 170555 w 714375"/>
                <a:gd name="csY122" fmla="*/ 75132 h 381000"/>
                <a:gd name="csX123" fmla="*/ 171946 w 714375"/>
                <a:gd name="csY123" fmla="*/ 80466 h 381000"/>
                <a:gd name="csX124" fmla="*/ 173336 w 714375"/>
                <a:gd name="csY124" fmla="*/ 85800 h 381000"/>
                <a:gd name="csX125" fmla="*/ 174727 w 714375"/>
                <a:gd name="csY125" fmla="*/ 91267 h 381000"/>
                <a:gd name="csX126" fmla="*/ 176117 w 714375"/>
                <a:gd name="csY126" fmla="*/ 96725 h 381000"/>
                <a:gd name="csX127" fmla="*/ 177517 w 714375"/>
                <a:gd name="csY127" fmla="*/ 102192 h 381000"/>
                <a:gd name="csX128" fmla="*/ 178908 w 714375"/>
                <a:gd name="csY128" fmla="*/ 107717 h 381000"/>
                <a:gd name="csX129" fmla="*/ 180299 w 714375"/>
                <a:gd name="csY129" fmla="*/ 113184 h 381000"/>
                <a:gd name="csX130" fmla="*/ 181756 w 714375"/>
                <a:gd name="csY130" fmla="*/ 118709 h 381000"/>
                <a:gd name="csX131" fmla="*/ 183147 w 714375"/>
                <a:gd name="csY131" fmla="*/ 124176 h 381000"/>
                <a:gd name="csX132" fmla="*/ 184537 w 714375"/>
                <a:gd name="csY132" fmla="*/ 129577 h 381000"/>
                <a:gd name="csX133" fmla="*/ 185938 w 714375"/>
                <a:gd name="csY133" fmla="*/ 135034 h 381000"/>
                <a:gd name="csX134" fmla="*/ 187328 w 714375"/>
                <a:gd name="csY134" fmla="*/ 140378 h 381000"/>
                <a:gd name="csX135" fmla="*/ 188719 w 714375"/>
                <a:gd name="csY135" fmla="*/ 145645 h 381000"/>
                <a:gd name="csX136" fmla="*/ 190110 w 714375"/>
                <a:gd name="csY136" fmla="*/ 150922 h 381000"/>
                <a:gd name="csX137" fmla="*/ 191500 w 714375"/>
                <a:gd name="csY137" fmla="*/ 156066 h 381000"/>
                <a:gd name="csX138" fmla="*/ 192891 w 714375"/>
                <a:gd name="csY138" fmla="*/ 161209 h 381000"/>
                <a:gd name="csX139" fmla="*/ 194291 w 714375"/>
                <a:gd name="csY139" fmla="*/ 166229 h 381000"/>
                <a:gd name="csX140" fmla="*/ 195682 w 714375"/>
                <a:gd name="csY140" fmla="*/ 171125 h 381000"/>
                <a:gd name="csX141" fmla="*/ 197072 w 714375"/>
                <a:gd name="csY141" fmla="*/ 175954 h 381000"/>
                <a:gd name="csX142" fmla="*/ 198529 w 714375"/>
                <a:gd name="csY142" fmla="*/ 180717 h 381000"/>
                <a:gd name="csX143" fmla="*/ 199921 w 714375"/>
                <a:gd name="csY143" fmla="*/ 185355 h 381000"/>
                <a:gd name="csX144" fmla="*/ 201311 w 714375"/>
                <a:gd name="csY144" fmla="*/ 189927 h 381000"/>
                <a:gd name="csX145" fmla="*/ 202702 w 714375"/>
                <a:gd name="csY145" fmla="*/ 194375 h 381000"/>
                <a:gd name="csX146" fmla="*/ 204102 w 714375"/>
                <a:gd name="csY146" fmla="*/ 198700 h 381000"/>
                <a:gd name="csX147" fmla="*/ 205492 w 714375"/>
                <a:gd name="csY147" fmla="*/ 202890 h 381000"/>
                <a:gd name="csX148" fmla="*/ 206883 w 714375"/>
                <a:gd name="csY148" fmla="*/ 207025 h 381000"/>
                <a:gd name="csX149" fmla="*/ 208274 w 714375"/>
                <a:gd name="csY149" fmla="*/ 211025 h 381000"/>
                <a:gd name="csX150" fmla="*/ 209664 w 714375"/>
                <a:gd name="csY150" fmla="*/ 214902 h 381000"/>
                <a:gd name="csX151" fmla="*/ 211055 w 714375"/>
                <a:gd name="csY151" fmla="*/ 218712 h 381000"/>
                <a:gd name="csX152" fmla="*/ 212455 w 714375"/>
                <a:gd name="csY152" fmla="*/ 222331 h 381000"/>
                <a:gd name="csX153" fmla="*/ 213903 w 714375"/>
                <a:gd name="csY153" fmla="*/ 225893 h 381000"/>
                <a:gd name="csX154" fmla="*/ 215303 w 714375"/>
                <a:gd name="csY154" fmla="*/ 229323 h 381000"/>
                <a:gd name="csX155" fmla="*/ 216694 w 714375"/>
                <a:gd name="csY155" fmla="*/ 232685 h 381000"/>
                <a:gd name="csX156" fmla="*/ 218085 w 714375"/>
                <a:gd name="csY156" fmla="*/ 235866 h 381000"/>
                <a:gd name="csX157" fmla="*/ 219475 w 714375"/>
                <a:gd name="csY157" fmla="*/ 238981 h 381000"/>
                <a:gd name="csX158" fmla="*/ 220866 w 714375"/>
                <a:gd name="csY158" fmla="*/ 242029 h 381000"/>
                <a:gd name="csX159" fmla="*/ 222266 w 714375"/>
                <a:gd name="csY159" fmla="*/ 244886 h 381000"/>
                <a:gd name="csX160" fmla="*/ 223656 w 714375"/>
                <a:gd name="csY160" fmla="*/ 247677 h 381000"/>
                <a:gd name="csX161" fmla="*/ 225048 w 714375"/>
                <a:gd name="csY161" fmla="*/ 250411 h 381000"/>
                <a:gd name="csX162" fmla="*/ 226438 w 714375"/>
                <a:gd name="csY162" fmla="*/ 253021 h 381000"/>
                <a:gd name="csX163" fmla="*/ 227829 w 714375"/>
                <a:gd name="csY163" fmla="*/ 255497 h 381000"/>
                <a:gd name="csX164" fmla="*/ 229286 w 714375"/>
                <a:gd name="csY164" fmla="*/ 257907 h 381000"/>
                <a:gd name="csX165" fmla="*/ 230676 w 714375"/>
                <a:gd name="csY165" fmla="*/ 260193 h 381000"/>
                <a:gd name="csX166" fmla="*/ 232077 w 714375"/>
                <a:gd name="csY166" fmla="*/ 262479 h 381000"/>
                <a:gd name="csX167" fmla="*/ 233467 w 714375"/>
                <a:gd name="csY167" fmla="*/ 264641 h 381000"/>
                <a:gd name="csX168" fmla="*/ 234858 w 714375"/>
                <a:gd name="csY168" fmla="*/ 266680 h 381000"/>
                <a:gd name="csX169" fmla="*/ 236249 w 714375"/>
                <a:gd name="csY169" fmla="*/ 268642 h 381000"/>
                <a:gd name="csX170" fmla="*/ 237639 w 714375"/>
                <a:gd name="csY170" fmla="*/ 270556 h 381000"/>
                <a:gd name="csX171" fmla="*/ 239030 w 714375"/>
                <a:gd name="csY171" fmla="*/ 272395 h 381000"/>
                <a:gd name="csX172" fmla="*/ 240430 w 714375"/>
                <a:gd name="csY172" fmla="*/ 274176 h 381000"/>
                <a:gd name="csX173" fmla="*/ 241821 w 714375"/>
                <a:gd name="csY173" fmla="*/ 275824 h 381000"/>
                <a:gd name="csX174" fmla="*/ 243212 w 714375"/>
                <a:gd name="csY174" fmla="*/ 277481 h 381000"/>
                <a:gd name="csX175" fmla="*/ 244602 w 714375"/>
                <a:gd name="csY175" fmla="*/ 279005 h 381000"/>
                <a:gd name="csX176" fmla="*/ 246060 w 714375"/>
                <a:gd name="csY176" fmla="*/ 280529 h 381000"/>
                <a:gd name="csX177" fmla="*/ 247450 w 714375"/>
                <a:gd name="csY177" fmla="*/ 281929 h 381000"/>
                <a:gd name="csX178" fmla="*/ 248841 w 714375"/>
                <a:gd name="csY178" fmla="*/ 283320 h 381000"/>
                <a:gd name="csX179" fmla="*/ 250241 w 714375"/>
                <a:gd name="csY179" fmla="*/ 284653 h 381000"/>
                <a:gd name="csX180" fmla="*/ 251631 w 714375"/>
                <a:gd name="csY180" fmla="*/ 285930 h 381000"/>
                <a:gd name="csX181" fmla="*/ 253022 w 714375"/>
                <a:gd name="csY181" fmla="*/ 287130 h 381000"/>
                <a:gd name="csX182" fmla="*/ 254413 w 714375"/>
                <a:gd name="csY182" fmla="*/ 288273 h 381000"/>
                <a:gd name="csX183" fmla="*/ 255803 w 714375"/>
                <a:gd name="csY183" fmla="*/ 289425 h 381000"/>
                <a:gd name="csX184" fmla="*/ 257204 w 714375"/>
                <a:gd name="csY184" fmla="*/ 290502 h 381000"/>
                <a:gd name="csX185" fmla="*/ 258594 w 714375"/>
                <a:gd name="csY185" fmla="*/ 291521 h 381000"/>
                <a:gd name="csX186" fmla="*/ 259985 w 714375"/>
                <a:gd name="csY186" fmla="*/ 292530 h 381000"/>
                <a:gd name="csX187" fmla="*/ 261442 w 714375"/>
                <a:gd name="csY187" fmla="*/ 293426 h 381000"/>
                <a:gd name="csX188" fmla="*/ 262833 w 714375"/>
                <a:gd name="csY188" fmla="*/ 294378 h 381000"/>
                <a:gd name="csX189" fmla="*/ 264224 w 714375"/>
                <a:gd name="csY189" fmla="*/ 295264 h 381000"/>
                <a:gd name="csX190" fmla="*/ 265614 w 714375"/>
                <a:gd name="csY190" fmla="*/ 296093 h 381000"/>
                <a:gd name="csX191" fmla="*/ 267005 w 714375"/>
                <a:gd name="csY191" fmla="*/ 296921 h 381000"/>
                <a:gd name="csX192" fmla="*/ 268405 w 714375"/>
                <a:gd name="csY192" fmla="*/ 297684 h 381000"/>
                <a:gd name="csX193" fmla="*/ 269796 w 714375"/>
                <a:gd name="csY193" fmla="*/ 298445 h 381000"/>
                <a:gd name="csX194" fmla="*/ 271187 w 714375"/>
                <a:gd name="csY194" fmla="*/ 299141 h 381000"/>
                <a:gd name="csX195" fmla="*/ 272577 w 714375"/>
                <a:gd name="csY195" fmla="*/ 299836 h 381000"/>
                <a:gd name="csX196" fmla="*/ 273968 w 714375"/>
                <a:gd name="csY196" fmla="*/ 300541 h 381000"/>
                <a:gd name="csX197" fmla="*/ 275368 w 714375"/>
                <a:gd name="csY197" fmla="*/ 301179 h 381000"/>
                <a:gd name="csX198" fmla="*/ 276816 w 714375"/>
                <a:gd name="csY198" fmla="*/ 301751 h 381000"/>
                <a:gd name="csX199" fmla="*/ 278216 w 714375"/>
                <a:gd name="csY199" fmla="*/ 302379 h 381000"/>
                <a:gd name="csX200" fmla="*/ 279606 w 714375"/>
                <a:gd name="csY200" fmla="*/ 302951 h 381000"/>
                <a:gd name="csX201" fmla="*/ 280997 w 714375"/>
                <a:gd name="csY201" fmla="*/ 303465 h 381000"/>
                <a:gd name="csX202" fmla="*/ 282388 w 714375"/>
                <a:gd name="csY202" fmla="*/ 304037 h 381000"/>
                <a:gd name="csX203" fmla="*/ 283778 w 714375"/>
                <a:gd name="csY203" fmla="*/ 304542 h 381000"/>
                <a:gd name="csX204" fmla="*/ 285179 w 714375"/>
                <a:gd name="csY204" fmla="*/ 304989 h 381000"/>
                <a:gd name="csX205" fmla="*/ 286569 w 714375"/>
                <a:gd name="csY205" fmla="*/ 305494 h 381000"/>
                <a:gd name="csX206" fmla="*/ 287960 w 714375"/>
                <a:gd name="csY206" fmla="*/ 305941 h 381000"/>
                <a:gd name="csX207" fmla="*/ 289351 w 714375"/>
                <a:gd name="csY207" fmla="*/ 306380 h 381000"/>
                <a:gd name="csX208" fmla="*/ 290741 w 714375"/>
                <a:gd name="csY208" fmla="*/ 306761 h 381000"/>
                <a:gd name="csX209" fmla="*/ 292132 w 714375"/>
                <a:gd name="csY209" fmla="*/ 307209 h 381000"/>
                <a:gd name="csX210" fmla="*/ 293589 w 714375"/>
                <a:gd name="csY210" fmla="*/ 307589 h 381000"/>
                <a:gd name="csX211" fmla="*/ 294980 w 714375"/>
                <a:gd name="csY211" fmla="*/ 307970 h 381000"/>
                <a:gd name="csX212" fmla="*/ 296380 w 714375"/>
                <a:gd name="csY212" fmla="*/ 308294 h 381000"/>
                <a:gd name="csX213" fmla="*/ 297770 w 714375"/>
                <a:gd name="csY213" fmla="*/ 308675 h 381000"/>
                <a:gd name="csX214" fmla="*/ 299161 w 714375"/>
                <a:gd name="csY214" fmla="*/ 308990 h 381000"/>
                <a:gd name="csX215" fmla="*/ 300552 w 714375"/>
                <a:gd name="csY215" fmla="*/ 309304 h 381000"/>
                <a:gd name="csX216" fmla="*/ 301943 w 714375"/>
                <a:gd name="csY216" fmla="*/ 309628 h 381000"/>
                <a:gd name="csX217" fmla="*/ 303343 w 714375"/>
                <a:gd name="csY217" fmla="*/ 309876 h 381000"/>
                <a:gd name="csX218" fmla="*/ 304733 w 714375"/>
                <a:gd name="csY218" fmla="*/ 310199 h 381000"/>
                <a:gd name="csX219" fmla="*/ 306124 w 714375"/>
                <a:gd name="csY219" fmla="*/ 310447 h 381000"/>
                <a:gd name="csX220" fmla="*/ 307515 w 714375"/>
                <a:gd name="csY220" fmla="*/ 310704 h 381000"/>
                <a:gd name="csX221" fmla="*/ 308972 w 714375"/>
                <a:gd name="csY221" fmla="*/ 310961 h 381000"/>
                <a:gd name="csX222" fmla="*/ 310363 w 714375"/>
                <a:gd name="csY222" fmla="*/ 311209 h 381000"/>
                <a:gd name="csX223" fmla="*/ 311753 w 714375"/>
                <a:gd name="csY223" fmla="*/ 311466 h 381000"/>
                <a:gd name="csX224" fmla="*/ 313154 w 714375"/>
                <a:gd name="csY224" fmla="*/ 311657 h 381000"/>
                <a:gd name="csX225" fmla="*/ 314544 w 714375"/>
                <a:gd name="csY225" fmla="*/ 311847 h 381000"/>
                <a:gd name="csX226" fmla="*/ 315935 w 714375"/>
                <a:gd name="csY226" fmla="*/ 312104 h 381000"/>
                <a:gd name="csX227" fmla="*/ 317326 w 714375"/>
                <a:gd name="csY227" fmla="*/ 312295 h 381000"/>
                <a:gd name="csX228" fmla="*/ 318716 w 714375"/>
                <a:gd name="csY228" fmla="*/ 312419 h 381000"/>
                <a:gd name="csX229" fmla="*/ 320107 w 714375"/>
                <a:gd name="csY229" fmla="*/ 312609 h 381000"/>
                <a:gd name="csX230" fmla="*/ 321507 w 714375"/>
                <a:gd name="csY230" fmla="*/ 312799 h 381000"/>
                <a:gd name="csX231" fmla="*/ 322897 w 714375"/>
                <a:gd name="csY231" fmla="*/ 312923 h 381000"/>
                <a:gd name="csX232" fmla="*/ 324355 w 714375"/>
                <a:gd name="csY232" fmla="*/ 313114 h 381000"/>
                <a:gd name="csX233" fmla="*/ 325745 w 714375"/>
                <a:gd name="csY233" fmla="*/ 313247 h 381000"/>
                <a:gd name="csX234" fmla="*/ 327136 w 714375"/>
                <a:gd name="csY234" fmla="*/ 313371 h 381000"/>
                <a:gd name="csX235" fmla="*/ 328527 w 714375"/>
                <a:gd name="csY235" fmla="*/ 313504 h 381000"/>
                <a:gd name="csX236" fmla="*/ 329917 w 714375"/>
                <a:gd name="csY236" fmla="*/ 313628 h 381000"/>
                <a:gd name="csX237" fmla="*/ 331318 w 714375"/>
                <a:gd name="csY237" fmla="*/ 313752 h 381000"/>
                <a:gd name="csX238" fmla="*/ 332708 w 714375"/>
                <a:gd name="csY238" fmla="*/ 313819 h 381000"/>
                <a:gd name="csX239" fmla="*/ 334099 w 714375"/>
                <a:gd name="csY239" fmla="*/ 313943 h 381000"/>
                <a:gd name="csX240" fmla="*/ 335490 w 714375"/>
                <a:gd name="csY240" fmla="*/ 314076 h 381000"/>
                <a:gd name="csX241" fmla="*/ 336880 w 714375"/>
                <a:gd name="csY241" fmla="*/ 314133 h 381000"/>
                <a:gd name="csX242" fmla="*/ 338271 w 714375"/>
                <a:gd name="csY242" fmla="*/ 314200 h 381000"/>
                <a:gd name="csX243" fmla="*/ 339671 w 714375"/>
                <a:gd name="csY243" fmla="*/ 314324 h 381000"/>
                <a:gd name="csX244" fmla="*/ 341128 w 714375"/>
                <a:gd name="csY244" fmla="*/ 314390 h 381000"/>
                <a:gd name="csX245" fmla="*/ 342519 w 714375"/>
                <a:gd name="csY245" fmla="*/ 314457 h 381000"/>
                <a:gd name="csX246" fmla="*/ 343909 w 714375"/>
                <a:gd name="csY246" fmla="*/ 314514 h 381000"/>
                <a:gd name="csX247" fmla="*/ 345301 w 714375"/>
                <a:gd name="csY247" fmla="*/ 314581 h 381000"/>
                <a:gd name="csX248" fmla="*/ 346691 w 714375"/>
                <a:gd name="csY248" fmla="*/ 314647 h 381000"/>
                <a:gd name="csX249" fmla="*/ 348091 w 714375"/>
                <a:gd name="csY249" fmla="*/ 314705 h 381000"/>
                <a:gd name="csX250" fmla="*/ 349482 w 714375"/>
                <a:gd name="csY250" fmla="*/ 314705 h 381000"/>
                <a:gd name="csX251" fmla="*/ 350872 w 714375"/>
                <a:gd name="csY251" fmla="*/ 314771 h 381000"/>
                <a:gd name="csX252" fmla="*/ 352263 w 714375"/>
                <a:gd name="csY252" fmla="*/ 314838 h 381000"/>
                <a:gd name="csX253" fmla="*/ 353654 w 714375"/>
                <a:gd name="csY253" fmla="*/ 314838 h 381000"/>
                <a:gd name="csX254" fmla="*/ 355044 w 714375"/>
                <a:gd name="csY254" fmla="*/ 314895 h 381000"/>
                <a:gd name="csX255" fmla="*/ 356502 w 714375"/>
                <a:gd name="csY255" fmla="*/ 314962 h 381000"/>
                <a:gd name="csX256" fmla="*/ 357892 w 714375"/>
                <a:gd name="csY256" fmla="*/ 314962 h 381000"/>
                <a:gd name="csX257" fmla="*/ 359293 w 714375"/>
                <a:gd name="csY257" fmla="*/ 314962 h 381000"/>
                <a:gd name="csX258" fmla="*/ 360683 w 714375"/>
                <a:gd name="csY258" fmla="*/ 315028 h 381000"/>
                <a:gd name="csX259" fmla="*/ 362074 w 714375"/>
                <a:gd name="csY259" fmla="*/ 315028 h 381000"/>
                <a:gd name="csX260" fmla="*/ 363465 w 714375"/>
                <a:gd name="csY260" fmla="*/ 315028 h 381000"/>
                <a:gd name="csX261" fmla="*/ 364855 w 714375"/>
                <a:gd name="csY261" fmla="*/ 315086 h 381000"/>
                <a:gd name="csX262" fmla="*/ 366246 w 714375"/>
                <a:gd name="csY262" fmla="*/ 315086 h 381000"/>
                <a:gd name="csX263" fmla="*/ 367646 w 714375"/>
                <a:gd name="csY263" fmla="*/ 315086 h 381000"/>
                <a:gd name="csX264" fmla="*/ 369036 w 714375"/>
                <a:gd name="csY264" fmla="*/ 315086 h 381000"/>
                <a:gd name="csX265" fmla="*/ 370428 w 714375"/>
                <a:gd name="csY265" fmla="*/ 315152 h 381000"/>
                <a:gd name="csX266" fmla="*/ 371818 w 714375"/>
                <a:gd name="csY266" fmla="*/ 315152 h 381000"/>
                <a:gd name="csX267" fmla="*/ 373275 w 714375"/>
                <a:gd name="csY267" fmla="*/ 315152 h 381000"/>
                <a:gd name="csX268" fmla="*/ 374666 w 714375"/>
                <a:gd name="csY268" fmla="*/ 315152 h 381000"/>
                <a:gd name="csX269" fmla="*/ 376066 w 714375"/>
                <a:gd name="csY269" fmla="*/ 315152 h 381000"/>
                <a:gd name="csX270" fmla="*/ 377457 w 714375"/>
                <a:gd name="csY270" fmla="*/ 315152 h 381000"/>
                <a:gd name="csX271" fmla="*/ 378847 w 714375"/>
                <a:gd name="csY271" fmla="*/ 315152 h 381000"/>
                <a:gd name="csX272" fmla="*/ 380238 w 714375"/>
                <a:gd name="csY272" fmla="*/ 315152 h 381000"/>
                <a:gd name="csX273" fmla="*/ 381629 w 714375"/>
                <a:gd name="csY273" fmla="*/ 315086 h 381000"/>
                <a:gd name="csX274" fmla="*/ 383019 w 714375"/>
                <a:gd name="csY274" fmla="*/ 315086 h 381000"/>
                <a:gd name="csX275" fmla="*/ 384420 w 714375"/>
                <a:gd name="csY275" fmla="*/ 315086 h 381000"/>
                <a:gd name="csX276" fmla="*/ 385810 w 714375"/>
                <a:gd name="csY276" fmla="*/ 315086 h 381000"/>
                <a:gd name="csX277" fmla="*/ 387201 w 714375"/>
                <a:gd name="csY277" fmla="*/ 315086 h 381000"/>
                <a:gd name="csX278" fmla="*/ 388658 w 714375"/>
                <a:gd name="csY278" fmla="*/ 315028 h 381000"/>
                <a:gd name="csX279" fmla="*/ 390049 w 714375"/>
                <a:gd name="csY279" fmla="*/ 315028 h 381000"/>
                <a:gd name="csX280" fmla="*/ 391440 w 714375"/>
                <a:gd name="csY280" fmla="*/ 314962 h 381000"/>
                <a:gd name="csX281" fmla="*/ 392830 w 714375"/>
                <a:gd name="csY281" fmla="*/ 314962 h 381000"/>
                <a:gd name="csX282" fmla="*/ 394230 w 714375"/>
                <a:gd name="csY282" fmla="*/ 314895 h 381000"/>
                <a:gd name="csX283" fmla="*/ 395621 w 714375"/>
                <a:gd name="csY283" fmla="*/ 314895 h 381000"/>
                <a:gd name="csX284" fmla="*/ 397011 w 714375"/>
                <a:gd name="csY284" fmla="*/ 314838 h 381000"/>
                <a:gd name="csX285" fmla="*/ 398402 w 714375"/>
                <a:gd name="csY285" fmla="*/ 314838 h 381000"/>
                <a:gd name="csX286" fmla="*/ 399793 w 714375"/>
                <a:gd name="csY286" fmla="*/ 314771 h 381000"/>
                <a:gd name="csX287" fmla="*/ 401193 w 714375"/>
                <a:gd name="csY287" fmla="*/ 314705 h 381000"/>
                <a:gd name="csX288" fmla="*/ 402584 w 714375"/>
                <a:gd name="csY288" fmla="*/ 314647 h 381000"/>
                <a:gd name="csX289" fmla="*/ 404041 w 714375"/>
                <a:gd name="csY289" fmla="*/ 314581 h 381000"/>
                <a:gd name="csX290" fmla="*/ 405432 w 714375"/>
                <a:gd name="csY290" fmla="*/ 314514 h 381000"/>
                <a:gd name="csX291" fmla="*/ 406822 w 714375"/>
                <a:gd name="csY291" fmla="*/ 314457 h 381000"/>
                <a:gd name="csX292" fmla="*/ 408213 w 714375"/>
                <a:gd name="csY292" fmla="*/ 314390 h 381000"/>
                <a:gd name="csX293" fmla="*/ 409604 w 714375"/>
                <a:gd name="csY293" fmla="*/ 314324 h 381000"/>
                <a:gd name="csX294" fmla="*/ 410994 w 714375"/>
                <a:gd name="csY294" fmla="*/ 314200 h 381000"/>
                <a:gd name="csX295" fmla="*/ 412394 w 714375"/>
                <a:gd name="csY295" fmla="*/ 314133 h 381000"/>
                <a:gd name="csX296" fmla="*/ 413785 w 714375"/>
                <a:gd name="csY296" fmla="*/ 314009 h 381000"/>
                <a:gd name="csX297" fmla="*/ 415176 w 714375"/>
                <a:gd name="csY297" fmla="*/ 313943 h 381000"/>
                <a:gd name="csX298" fmla="*/ 416567 w 714375"/>
                <a:gd name="csY298" fmla="*/ 313819 h 381000"/>
                <a:gd name="csX299" fmla="*/ 417957 w 714375"/>
                <a:gd name="csY299" fmla="*/ 313685 h 381000"/>
                <a:gd name="csX300" fmla="*/ 419357 w 714375"/>
                <a:gd name="csY300" fmla="*/ 313562 h 381000"/>
                <a:gd name="csX301" fmla="*/ 420805 w 714375"/>
                <a:gd name="csY301" fmla="*/ 313438 h 381000"/>
                <a:gd name="csX302" fmla="*/ 422205 w 714375"/>
                <a:gd name="csY302" fmla="*/ 313304 h 381000"/>
                <a:gd name="csX303" fmla="*/ 423596 w 714375"/>
                <a:gd name="csY303" fmla="*/ 313181 h 381000"/>
                <a:gd name="csX304" fmla="*/ 424986 w 714375"/>
                <a:gd name="csY304" fmla="*/ 313057 h 381000"/>
                <a:gd name="csX305" fmla="*/ 426377 w 714375"/>
                <a:gd name="csY305" fmla="*/ 312866 h 381000"/>
                <a:gd name="csX306" fmla="*/ 427768 w 714375"/>
                <a:gd name="csY306" fmla="*/ 312733 h 381000"/>
                <a:gd name="csX307" fmla="*/ 429158 w 714375"/>
                <a:gd name="csY307" fmla="*/ 312543 h 381000"/>
                <a:gd name="csX308" fmla="*/ 430559 w 714375"/>
                <a:gd name="csY308" fmla="*/ 312352 h 381000"/>
                <a:gd name="csX309" fmla="*/ 431949 w 714375"/>
                <a:gd name="csY309" fmla="*/ 312161 h 381000"/>
                <a:gd name="csX310" fmla="*/ 433340 w 714375"/>
                <a:gd name="csY310" fmla="*/ 311971 h 381000"/>
                <a:gd name="csX311" fmla="*/ 434731 w 714375"/>
                <a:gd name="csY311" fmla="*/ 311780 h 381000"/>
                <a:gd name="csX312" fmla="*/ 436188 w 714375"/>
                <a:gd name="csY312" fmla="*/ 311533 h 381000"/>
                <a:gd name="csX313" fmla="*/ 437579 w 714375"/>
                <a:gd name="csY313" fmla="*/ 311276 h 381000"/>
                <a:gd name="csX314" fmla="*/ 438969 w 714375"/>
                <a:gd name="csY314" fmla="*/ 311085 h 381000"/>
                <a:gd name="csX315" fmla="*/ 440369 w 714375"/>
                <a:gd name="csY315" fmla="*/ 310828 h 381000"/>
                <a:gd name="csX316" fmla="*/ 441760 w 714375"/>
                <a:gd name="csY316" fmla="*/ 310580 h 381000"/>
                <a:gd name="csX317" fmla="*/ 443150 w 714375"/>
                <a:gd name="csY317" fmla="*/ 310256 h 381000"/>
                <a:gd name="csX318" fmla="*/ 444541 w 714375"/>
                <a:gd name="csY318" fmla="*/ 310009 h 381000"/>
                <a:gd name="csX319" fmla="*/ 445932 w 714375"/>
                <a:gd name="csY319" fmla="*/ 309685 h 381000"/>
                <a:gd name="csX320" fmla="*/ 447332 w 714375"/>
                <a:gd name="csY320" fmla="*/ 309371 h 381000"/>
                <a:gd name="csX321" fmla="*/ 448723 w 714375"/>
                <a:gd name="csY321" fmla="*/ 309056 h 381000"/>
                <a:gd name="csX322" fmla="*/ 450113 w 714375"/>
                <a:gd name="csY322" fmla="*/ 308675 h 381000"/>
                <a:gd name="csX323" fmla="*/ 451571 w 714375"/>
                <a:gd name="csY323" fmla="*/ 308294 h 381000"/>
                <a:gd name="csX324" fmla="*/ 452962 w 714375"/>
                <a:gd name="csY324" fmla="*/ 307904 h 381000"/>
                <a:gd name="csX325" fmla="*/ 454352 w 714375"/>
                <a:gd name="csY325" fmla="*/ 307523 h 381000"/>
                <a:gd name="csX326" fmla="*/ 455743 w 714375"/>
                <a:gd name="csY326" fmla="*/ 307085 h 381000"/>
                <a:gd name="csX327" fmla="*/ 457143 w 714375"/>
                <a:gd name="csY327" fmla="*/ 306637 h 381000"/>
                <a:gd name="csX328" fmla="*/ 458534 w 714375"/>
                <a:gd name="csY328" fmla="*/ 306189 h 381000"/>
                <a:gd name="csX329" fmla="*/ 459924 w 714375"/>
                <a:gd name="csY329" fmla="*/ 305684 h 381000"/>
                <a:gd name="csX330" fmla="*/ 461315 w 714375"/>
                <a:gd name="csY330" fmla="*/ 305180 h 381000"/>
                <a:gd name="csX331" fmla="*/ 462706 w 714375"/>
                <a:gd name="csY331" fmla="*/ 304608 h 381000"/>
                <a:gd name="csX332" fmla="*/ 464096 w 714375"/>
                <a:gd name="csY332" fmla="*/ 304037 h 381000"/>
                <a:gd name="csX333" fmla="*/ 465496 w 714375"/>
                <a:gd name="csY333" fmla="*/ 303465 h 381000"/>
                <a:gd name="csX334" fmla="*/ 466887 w 714375"/>
                <a:gd name="csY334" fmla="*/ 302827 h 381000"/>
                <a:gd name="csX335" fmla="*/ 468344 w 714375"/>
                <a:gd name="csY335" fmla="*/ 302132 h 381000"/>
                <a:gd name="csX336" fmla="*/ 469735 w 714375"/>
                <a:gd name="csY336" fmla="*/ 301427 h 381000"/>
                <a:gd name="csX337" fmla="*/ 471126 w 714375"/>
                <a:gd name="csY337" fmla="*/ 300665 h 381000"/>
                <a:gd name="csX338" fmla="*/ 472516 w 714375"/>
                <a:gd name="csY338" fmla="*/ 299903 h 381000"/>
                <a:gd name="csX339" fmla="*/ 473907 w 714375"/>
                <a:gd name="csY339" fmla="*/ 299074 h 381000"/>
                <a:gd name="csX340" fmla="*/ 475307 w 714375"/>
                <a:gd name="csY340" fmla="*/ 298188 h 381000"/>
                <a:gd name="csX341" fmla="*/ 476698 w 714375"/>
                <a:gd name="csY341" fmla="*/ 297302 h 381000"/>
                <a:gd name="csX342" fmla="*/ 478088 w 714375"/>
                <a:gd name="csY342" fmla="*/ 296350 h 381000"/>
                <a:gd name="csX343" fmla="*/ 479479 w 714375"/>
                <a:gd name="csY343" fmla="*/ 295331 h 381000"/>
                <a:gd name="csX344" fmla="*/ 480870 w 714375"/>
                <a:gd name="csY344" fmla="*/ 294245 h 381000"/>
                <a:gd name="csX345" fmla="*/ 482260 w 714375"/>
                <a:gd name="csY345" fmla="*/ 293102 h 381000"/>
                <a:gd name="csX346" fmla="*/ 483718 w 714375"/>
                <a:gd name="csY346" fmla="*/ 291902 h 381000"/>
                <a:gd name="csX347" fmla="*/ 485108 w 714375"/>
                <a:gd name="csY347" fmla="*/ 290692 h 381000"/>
                <a:gd name="csX348" fmla="*/ 486508 w 714375"/>
                <a:gd name="csY348" fmla="*/ 289358 h 381000"/>
                <a:gd name="csX349" fmla="*/ 487899 w 714375"/>
                <a:gd name="csY349" fmla="*/ 287958 h 381000"/>
                <a:gd name="csX350" fmla="*/ 489290 w 714375"/>
                <a:gd name="csY350" fmla="*/ 286558 h 381000"/>
                <a:gd name="csX351" fmla="*/ 490681 w 714375"/>
                <a:gd name="csY351" fmla="*/ 285034 h 381000"/>
                <a:gd name="csX352" fmla="*/ 492071 w 714375"/>
                <a:gd name="csY352" fmla="*/ 283453 h 381000"/>
                <a:gd name="csX353" fmla="*/ 493471 w 714375"/>
                <a:gd name="csY353" fmla="*/ 281796 h 381000"/>
                <a:gd name="csX354" fmla="*/ 494862 w 714375"/>
                <a:gd name="csY354" fmla="*/ 280015 h 381000"/>
                <a:gd name="csX355" fmla="*/ 496252 w 714375"/>
                <a:gd name="csY355" fmla="*/ 278176 h 381000"/>
                <a:gd name="csX356" fmla="*/ 497643 w 714375"/>
                <a:gd name="csY356" fmla="*/ 276271 h 381000"/>
                <a:gd name="csX357" fmla="*/ 499101 w 714375"/>
                <a:gd name="csY357" fmla="*/ 274299 h 381000"/>
                <a:gd name="csX358" fmla="*/ 500491 w 714375"/>
                <a:gd name="csY358" fmla="*/ 272204 h 381000"/>
                <a:gd name="csX359" fmla="*/ 501882 w 714375"/>
                <a:gd name="csY359" fmla="*/ 269985 h 381000"/>
                <a:gd name="csX360" fmla="*/ 503282 w 714375"/>
                <a:gd name="csY360" fmla="*/ 267756 h 381000"/>
                <a:gd name="csX361" fmla="*/ 504673 w 714375"/>
                <a:gd name="csY361" fmla="*/ 265346 h 381000"/>
                <a:gd name="csX362" fmla="*/ 506063 w 714375"/>
                <a:gd name="csY362" fmla="*/ 262927 h 381000"/>
                <a:gd name="csX363" fmla="*/ 507454 w 714375"/>
                <a:gd name="csY363" fmla="*/ 260383 h 381000"/>
                <a:gd name="csX364" fmla="*/ 508845 w 714375"/>
                <a:gd name="csY364" fmla="*/ 257716 h 381000"/>
                <a:gd name="csX365" fmla="*/ 510235 w 714375"/>
                <a:gd name="csY365" fmla="*/ 254983 h 381000"/>
                <a:gd name="csX366" fmla="*/ 511635 w 714375"/>
                <a:gd name="csY366" fmla="*/ 252125 h 381000"/>
                <a:gd name="csX367" fmla="*/ 513026 w 714375"/>
                <a:gd name="csY367" fmla="*/ 249201 h 381000"/>
                <a:gd name="csX368" fmla="*/ 514416 w 714375"/>
                <a:gd name="csY368" fmla="*/ 246153 h 381000"/>
                <a:gd name="csX369" fmla="*/ 515874 w 714375"/>
                <a:gd name="csY369" fmla="*/ 243039 h 381000"/>
                <a:gd name="csX370" fmla="*/ 517265 w 714375"/>
                <a:gd name="csY370" fmla="*/ 239800 h 381000"/>
                <a:gd name="csX371" fmla="*/ 518655 w 714375"/>
                <a:gd name="csY371" fmla="*/ 236495 h 381000"/>
                <a:gd name="csX372" fmla="*/ 520046 w 714375"/>
                <a:gd name="csY372" fmla="*/ 233133 h 381000"/>
                <a:gd name="csX373" fmla="*/ 521446 w 714375"/>
                <a:gd name="csY373" fmla="*/ 229637 h 381000"/>
                <a:gd name="csX374" fmla="*/ 522837 w 714375"/>
                <a:gd name="csY374" fmla="*/ 226017 h 381000"/>
                <a:gd name="csX375" fmla="*/ 524228 w 714375"/>
                <a:gd name="csY375" fmla="*/ 222398 h 381000"/>
                <a:gd name="csX376" fmla="*/ 525618 w 714375"/>
                <a:gd name="csY376" fmla="*/ 218645 h 381000"/>
                <a:gd name="csX377" fmla="*/ 527009 w 714375"/>
                <a:gd name="csY377" fmla="*/ 214835 h 381000"/>
                <a:gd name="csX378" fmla="*/ 528399 w 714375"/>
                <a:gd name="csY378" fmla="*/ 210958 h 381000"/>
                <a:gd name="csX379" fmla="*/ 529800 w 714375"/>
                <a:gd name="csY379" fmla="*/ 207025 h 381000"/>
                <a:gd name="csX380" fmla="*/ 531257 w 714375"/>
                <a:gd name="csY380" fmla="*/ 203081 h 381000"/>
                <a:gd name="csX381" fmla="*/ 532647 w 714375"/>
                <a:gd name="csY381" fmla="*/ 199014 h 381000"/>
                <a:gd name="csX382" fmla="*/ 534038 w 714375"/>
                <a:gd name="csY382" fmla="*/ 194947 h 381000"/>
                <a:gd name="csX383" fmla="*/ 535429 w 714375"/>
                <a:gd name="csY383" fmla="*/ 190822 h 381000"/>
                <a:gd name="csX384" fmla="*/ 536820 w 714375"/>
                <a:gd name="csY384" fmla="*/ 186689 h 381000"/>
                <a:gd name="csX385" fmla="*/ 538220 w 714375"/>
                <a:gd name="csY385" fmla="*/ 182498 h 381000"/>
                <a:gd name="csX386" fmla="*/ 539610 w 714375"/>
                <a:gd name="csY386" fmla="*/ 178307 h 381000"/>
                <a:gd name="csX387" fmla="*/ 541001 w 714375"/>
                <a:gd name="csY387" fmla="*/ 174173 h 381000"/>
                <a:gd name="csX388" fmla="*/ 542392 w 714375"/>
                <a:gd name="csY388" fmla="*/ 169982 h 381000"/>
                <a:gd name="csX389" fmla="*/ 543782 w 714375"/>
                <a:gd name="csY389" fmla="*/ 165791 h 381000"/>
                <a:gd name="csX390" fmla="*/ 545173 w 714375"/>
                <a:gd name="csY390" fmla="*/ 161657 h 381000"/>
                <a:gd name="csX391" fmla="*/ 546630 w 714375"/>
                <a:gd name="csY391" fmla="*/ 157590 h 381000"/>
                <a:gd name="csX392" fmla="*/ 548021 w 714375"/>
                <a:gd name="csY392" fmla="*/ 153523 h 381000"/>
                <a:gd name="csX393" fmla="*/ 549421 w 714375"/>
                <a:gd name="csY393" fmla="*/ 149522 h 381000"/>
                <a:gd name="csX394" fmla="*/ 550812 w 714375"/>
                <a:gd name="csY394" fmla="*/ 145588 h 381000"/>
                <a:gd name="csX395" fmla="*/ 552203 w 714375"/>
                <a:gd name="csY395" fmla="*/ 141769 h 381000"/>
                <a:gd name="csX396" fmla="*/ 553593 w 714375"/>
                <a:gd name="csY396" fmla="*/ 138025 h 381000"/>
                <a:gd name="csX397" fmla="*/ 554984 w 714375"/>
                <a:gd name="csY397" fmla="*/ 134339 h 381000"/>
                <a:gd name="csX398" fmla="*/ 556384 w 714375"/>
                <a:gd name="csY398" fmla="*/ 130843 h 381000"/>
                <a:gd name="csX399" fmla="*/ 557774 w 714375"/>
                <a:gd name="csY399" fmla="*/ 127415 h 381000"/>
                <a:gd name="csX400" fmla="*/ 559165 w 714375"/>
                <a:gd name="csY400" fmla="*/ 124176 h 381000"/>
                <a:gd name="csX401" fmla="*/ 560556 w 714375"/>
                <a:gd name="csY401" fmla="*/ 120995 h 381000"/>
                <a:gd name="csX402" fmla="*/ 561947 w 714375"/>
                <a:gd name="csY402" fmla="*/ 118080 h 381000"/>
                <a:gd name="csX403" fmla="*/ 563404 w 714375"/>
                <a:gd name="csY403" fmla="*/ 115280 h 381000"/>
                <a:gd name="csX404" fmla="*/ 564794 w 714375"/>
                <a:gd name="csY404" fmla="*/ 112613 h 381000"/>
                <a:gd name="csX405" fmla="*/ 566195 w 714375"/>
                <a:gd name="csY405" fmla="*/ 110193 h 381000"/>
                <a:gd name="csX406" fmla="*/ 567585 w 714375"/>
                <a:gd name="csY406" fmla="*/ 107974 h 381000"/>
                <a:gd name="csX407" fmla="*/ 568976 w 714375"/>
                <a:gd name="csY407" fmla="*/ 105945 h 381000"/>
                <a:gd name="csX408" fmla="*/ 570367 w 714375"/>
                <a:gd name="csY408" fmla="*/ 104164 h 381000"/>
                <a:gd name="csX409" fmla="*/ 571757 w 714375"/>
                <a:gd name="csY409" fmla="*/ 102507 h 381000"/>
                <a:gd name="csX410" fmla="*/ 573148 w 714375"/>
                <a:gd name="csY410" fmla="*/ 101116 h 381000"/>
                <a:gd name="csX411" fmla="*/ 574548 w 714375"/>
                <a:gd name="csY411" fmla="*/ 100030 h 381000"/>
                <a:gd name="csX412" fmla="*/ 575939 w 714375"/>
                <a:gd name="csY412" fmla="*/ 99144 h 381000"/>
                <a:gd name="csX413" fmla="*/ 577330 w 714375"/>
                <a:gd name="csY413" fmla="*/ 98449 h 381000"/>
                <a:gd name="csX414" fmla="*/ 578787 w 714375"/>
                <a:gd name="csY414" fmla="*/ 98125 h 381000"/>
                <a:gd name="csX415" fmla="*/ 580178 w 714375"/>
                <a:gd name="csY415" fmla="*/ 98001 h 381000"/>
                <a:gd name="csX416" fmla="*/ 581568 w 714375"/>
                <a:gd name="csY416" fmla="*/ 98058 h 381000"/>
                <a:gd name="csX417" fmla="*/ 582959 w 714375"/>
                <a:gd name="csY417" fmla="*/ 98506 h 381000"/>
                <a:gd name="csX418" fmla="*/ 584359 w 714375"/>
                <a:gd name="csY418" fmla="*/ 99144 h 381000"/>
                <a:gd name="csX419" fmla="*/ 585749 w 714375"/>
                <a:gd name="csY419" fmla="*/ 100030 h 381000"/>
                <a:gd name="csX420" fmla="*/ 587140 w 714375"/>
                <a:gd name="csY420" fmla="*/ 101240 h 381000"/>
                <a:gd name="csX421" fmla="*/ 588531 w 714375"/>
                <a:gd name="csY421" fmla="*/ 102640 h 381000"/>
                <a:gd name="csX422" fmla="*/ 589921 w 714375"/>
                <a:gd name="csY422" fmla="*/ 104288 h 381000"/>
                <a:gd name="csX423" fmla="*/ 591322 w 714375"/>
                <a:gd name="csY423" fmla="*/ 106259 h 381000"/>
                <a:gd name="csX424" fmla="*/ 592712 w 714375"/>
                <a:gd name="csY424" fmla="*/ 108479 h 381000"/>
                <a:gd name="csX425" fmla="*/ 594170 w 714375"/>
                <a:gd name="csY425" fmla="*/ 110898 h 381000"/>
                <a:gd name="csX426" fmla="*/ 595560 w 714375"/>
                <a:gd name="csY426" fmla="*/ 113565 h 381000"/>
                <a:gd name="csX427" fmla="*/ 596951 w 714375"/>
                <a:gd name="csY427" fmla="*/ 116489 h 381000"/>
                <a:gd name="csX428" fmla="*/ 598342 w 714375"/>
                <a:gd name="csY428" fmla="*/ 119661 h 381000"/>
                <a:gd name="csX429" fmla="*/ 599732 w 714375"/>
                <a:gd name="csY429" fmla="*/ 122966 h 381000"/>
                <a:gd name="csX430" fmla="*/ 601123 w 714375"/>
                <a:gd name="csY430" fmla="*/ 126586 h 381000"/>
                <a:gd name="csX431" fmla="*/ 602523 w 714375"/>
                <a:gd name="csY431" fmla="*/ 130339 h 381000"/>
                <a:gd name="csX432" fmla="*/ 603914 w 714375"/>
                <a:gd name="csY432" fmla="*/ 134273 h 381000"/>
                <a:gd name="csX433" fmla="*/ 605305 w 714375"/>
                <a:gd name="csY433" fmla="*/ 138473 h 381000"/>
                <a:gd name="csX434" fmla="*/ 606695 w 714375"/>
                <a:gd name="csY434" fmla="*/ 142788 h 381000"/>
                <a:gd name="csX435" fmla="*/ 608086 w 714375"/>
                <a:gd name="csY435" fmla="*/ 147236 h 381000"/>
                <a:gd name="csX436" fmla="*/ 609486 w 714375"/>
                <a:gd name="csY436" fmla="*/ 151941 h 381000"/>
                <a:gd name="csX437" fmla="*/ 610934 w 714375"/>
                <a:gd name="csY437" fmla="*/ 156704 h 381000"/>
                <a:gd name="csX438" fmla="*/ 612334 w 714375"/>
                <a:gd name="csY438" fmla="*/ 161590 h 381000"/>
                <a:gd name="csX439" fmla="*/ 613724 w 714375"/>
                <a:gd name="csY439" fmla="*/ 166610 h 381000"/>
                <a:gd name="csX440" fmla="*/ 615115 w 714375"/>
                <a:gd name="csY440" fmla="*/ 171763 h 381000"/>
                <a:gd name="csX441" fmla="*/ 616506 w 714375"/>
                <a:gd name="csY441" fmla="*/ 176906 h 381000"/>
                <a:gd name="csX442" fmla="*/ 617896 w 714375"/>
                <a:gd name="csY442" fmla="*/ 182240 h 381000"/>
                <a:gd name="csX443" fmla="*/ 619297 w 714375"/>
                <a:gd name="csY443" fmla="*/ 187584 h 381000"/>
                <a:gd name="csX444" fmla="*/ 620687 w 714375"/>
                <a:gd name="csY444" fmla="*/ 192985 h 381000"/>
                <a:gd name="csX445" fmla="*/ 622078 w 714375"/>
                <a:gd name="csY445" fmla="*/ 198442 h 381000"/>
                <a:gd name="csX446" fmla="*/ 623469 w 714375"/>
                <a:gd name="csY446" fmla="*/ 203910 h 381000"/>
                <a:gd name="csX447" fmla="*/ 624859 w 714375"/>
                <a:gd name="csY447" fmla="*/ 209434 h 381000"/>
                <a:gd name="csX448" fmla="*/ 626317 w 714375"/>
                <a:gd name="csY448" fmla="*/ 214902 h 381000"/>
                <a:gd name="csX449" fmla="*/ 627707 w 714375"/>
                <a:gd name="csY449" fmla="*/ 220426 h 381000"/>
                <a:gd name="csX450" fmla="*/ 629098 w 714375"/>
                <a:gd name="csY450" fmla="*/ 225893 h 381000"/>
                <a:gd name="csX451" fmla="*/ 630498 w 714375"/>
                <a:gd name="csY451" fmla="*/ 231351 h 381000"/>
                <a:gd name="csX452" fmla="*/ 631888 w 714375"/>
                <a:gd name="csY452" fmla="*/ 236752 h 381000"/>
                <a:gd name="csX453" fmla="*/ 633279 w 714375"/>
                <a:gd name="csY453" fmla="*/ 242086 h 381000"/>
                <a:gd name="csX454" fmla="*/ 634670 w 714375"/>
                <a:gd name="csY454" fmla="*/ 247430 h 381000"/>
                <a:gd name="csX455" fmla="*/ 636061 w 714375"/>
                <a:gd name="csY455" fmla="*/ 252640 h 381000"/>
                <a:gd name="csX456" fmla="*/ 637461 w 714375"/>
                <a:gd name="csY456" fmla="*/ 257850 h 381000"/>
                <a:gd name="csX457" fmla="*/ 638851 w 714375"/>
                <a:gd name="csY457" fmla="*/ 262927 h 381000"/>
                <a:gd name="csX458" fmla="*/ 640242 w 714375"/>
                <a:gd name="csY458" fmla="*/ 267946 h 381000"/>
                <a:gd name="csX459" fmla="*/ 641699 w 714375"/>
                <a:gd name="csY459" fmla="*/ 272842 h 381000"/>
                <a:gd name="csX460" fmla="*/ 643090 w 714375"/>
                <a:gd name="csY460" fmla="*/ 277671 h 381000"/>
                <a:gd name="csX461" fmla="*/ 644481 w 714375"/>
                <a:gd name="csY461" fmla="*/ 282310 h 381000"/>
                <a:gd name="csX462" fmla="*/ 645871 w 714375"/>
                <a:gd name="csY462" fmla="*/ 286882 h 381000"/>
                <a:gd name="csX463" fmla="*/ 647271 w 714375"/>
                <a:gd name="csY463" fmla="*/ 291387 h 381000"/>
                <a:gd name="csX464" fmla="*/ 648662 w 714375"/>
                <a:gd name="csY464" fmla="*/ 295712 h 381000"/>
                <a:gd name="csX465" fmla="*/ 650053 w 714375"/>
                <a:gd name="csY465" fmla="*/ 299969 h 381000"/>
                <a:gd name="csX466" fmla="*/ 651444 w 714375"/>
                <a:gd name="csY466" fmla="*/ 304037 h 381000"/>
                <a:gd name="csX467" fmla="*/ 652834 w 714375"/>
                <a:gd name="csY467" fmla="*/ 308037 h 381000"/>
                <a:gd name="csX468" fmla="*/ 654234 w 714375"/>
                <a:gd name="csY468" fmla="*/ 311847 h 381000"/>
                <a:gd name="csX469" fmla="*/ 655625 w 714375"/>
                <a:gd name="csY469" fmla="*/ 315600 h 381000"/>
                <a:gd name="csX470" fmla="*/ 657015 w 714375"/>
                <a:gd name="csY470" fmla="*/ 319153 h 381000"/>
                <a:gd name="csX471" fmla="*/ 658473 w 714375"/>
                <a:gd name="csY471" fmla="*/ 322582 h 381000"/>
                <a:gd name="csX472" fmla="*/ 659863 w 714375"/>
                <a:gd name="csY472" fmla="*/ 325954 h 381000"/>
                <a:gd name="csX473" fmla="*/ 661254 w 714375"/>
                <a:gd name="csY473" fmla="*/ 329126 h 381000"/>
                <a:gd name="csX474" fmla="*/ 662645 w 714375"/>
                <a:gd name="csY474" fmla="*/ 332174 h 381000"/>
                <a:gd name="csX475" fmla="*/ 664035 w 714375"/>
                <a:gd name="csY475" fmla="*/ 335098 h 381000"/>
                <a:gd name="csX476" fmla="*/ 665436 w 714375"/>
                <a:gd name="csY476" fmla="*/ 337898 h 381000"/>
                <a:gd name="csX477" fmla="*/ 666826 w 714375"/>
                <a:gd name="csY477" fmla="*/ 340565 h 381000"/>
                <a:gd name="csX478" fmla="*/ 668217 w 714375"/>
                <a:gd name="csY478" fmla="*/ 343108 h 381000"/>
                <a:gd name="csX479" fmla="*/ 669608 w 714375"/>
                <a:gd name="csY479" fmla="*/ 345518 h 381000"/>
                <a:gd name="csX480" fmla="*/ 670998 w 714375"/>
                <a:gd name="csY480" fmla="*/ 347804 h 381000"/>
                <a:gd name="csX481" fmla="*/ 672389 w 714375"/>
                <a:gd name="csY481" fmla="*/ 350033 h 381000"/>
                <a:gd name="csX482" fmla="*/ 673846 w 714375"/>
                <a:gd name="csY482" fmla="*/ 352128 h 381000"/>
                <a:gd name="csX483" fmla="*/ 675246 w 714375"/>
                <a:gd name="csY483" fmla="*/ 354033 h 381000"/>
                <a:gd name="csX484" fmla="*/ 676637 w 714375"/>
                <a:gd name="csY484" fmla="*/ 355938 h 381000"/>
                <a:gd name="csX485" fmla="*/ 678027 w 714375"/>
                <a:gd name="csY485" fmla="*/ 357653 h 381000"/>
                <a:gd name="csX486" fmla="*/ 679418 w 714375"/>
                <a:gd name="csY486" fmla="*/ 359310 h 381000"/>
                <a:gd name="csX487" fmla="*/ 680809 w 714375"/>
                <a:gd name="csY487" fmla="*/ 360891 h 381000"/>
                <a:gd name="csX488" fmla="*/ 682209 w 714375"/>
                <a:gd name="csY488" fmla="*/ 362358 h 381000"/>
                <a:gd name="csX489" fmla="*/ 683600 w 714375"/>
                <a:gd name="csY489" fmla="*/ 363749 h 381000"/>
                <a:gd name="csX490" fmla="*/ 684990 w 714375"/>
                <a:gd name="csY490" fmla="*/ 365025 h 381000"/>
                <a:gd name="csX491" fmla="*/ 686381 w 714375"/>
                <a:gd name="csY491" fmla="*/ 366235 h 381000"/>
                <a:gd name="csX492" fmla="*/ 687772 w 714375"/>
                <a:gd name="csY492" fmla="*/ 367378 h 381000"/>
                <a:gd name="csX493" fmla="*/ 689229 w 714375"/>
                <a:gd name="csY493" fmla="*/ 368454 h 381000"/>
                <a:gd name="csX494" fmla="*/ 690620 w 714375"/>
                <a:gd name="csY494" fmla="*/ 369473 h 381000"/>
                <a:gd name="csX495" fmla="*/ 692010 w 714375"/>
                <a:gd name="csY495" fmla="*/ 370359 h 381000"/>
                <a:gd name="csX496" fmla="*/ 693411 w 714375"/>
                <a:gd name="csY496" fmla="*/ 371245 h 381000"/>
                <a:gd name="csX497" fmla="*/ 694801 w 714375"/>
                <a:gd name="csY497" fmla="*/ 372016 h 381000"/>
                <a:gd name="csX498" fmla="*/ 696192 w 714375"/>
                <a:gd name="csY498" fmla="*/ 372779 h 381000"/>
                <a:gd name="csX499" fmla="*/ 697583 w 714375"/>
                <a:gd name="csY499" fmla="*/ 373474 h 381000"/>
                <a:gd name="csX500" fmla="*/ 698973 w 714375"/>
                <a:gd name="csY500" fmla="*/ 374112 h 381000"/>
                <a:gd name="csX501" fmla="*/ 700364 w 714375"/>
                <a:gd name="csY501" fmla="*/ 374683 h 381000"/>
                <a:gd name="csX502" fmla="*/ 701764 w 714375"/>
                <a:gd name="csY502" fmla="*/ 375255 h 381000"/>
                <a:gd name="csX503" fmla="*/ 703154 w 714375"/>
                <a:gd name="csY503" fmla="*/ 375760 h 381000"/>
                <a:gd name="csX504" fmla="*/ 704545 w 714375"/>
                <a:gd name="csY504" fmla="*/ 376208 h 381000"/>
                <a:gd name="csX505" fmla="*/ 706002 w 714375"/>
                <a:gd name="csY505" fmla="*/ 376646 h 381000"/>
                <a:gd name="csX506" fmla="*/ 707393 w 714375"/>
                <a:gd name="csY506" fmla="*/ 377027 h 381000"/>
                <a:gd name="csX507" fmla="*/ 708784 w 714375"/>
                <a:gd name="csY507" fmla="*/ 377408 h 381000"/>
                <a:gd name="csX508" fmla="*/ 710174 w 714375"/>
                <a:gd name="csY508" fmla="*/ 377732 h 381000"/>
                <a:gd name="csX509" fmla="*/ 711575 w 714375"/>
                <a:gd name="csY509" fmla="*/ 378046 h 381000"/>
                <a:gd name="csX510" fmla="*/ 712965 w 714375"/>
                <a:gd name="csY510" fmla="*/ 378303 h 381000"/>
                <a:gd name="csX511" fmla="*/ 714356 w 714375"/>
                <a:gd name="csY511" fmla="*/ 378560 h 381000"/>
                <a:gd name="csX512" fmla="*/ 714356 w 714375"/>
                <a:gd name="csY512" fmla="*/ 380970 h 381000"/>
                <a:gd name="csX513" fmla="*/ 712965 w 714375"/>
                <a:gd name="csY513" fmla="*/ 380970 h 381000"/>
                <a:gd name="csX514" fmla="*/ 711575 w 714375"/>
                <a:gd name="csY514" fmla="*/ 380970 h 381000"/>
                <a:gd name="csX515" fmla="*/ 710174 w 714375"/>
                <a:gd name="csY515" fmla="*/ 380970 h 381000"/>
                <a:gd name="csX516" fmla="*/ 708784 w 714375"/>
                <a:gd name="csY516" fmla="*/ 380970 h 381000"/>
                <a:gd name="csX517" fmla="*/ 707393 w 714375"/>
                <a:gd name="csY517" fmla="*/ 380970 h 381000"/>
                <a:gd name="csX518" fmla="*/ 706002 w 714375"/>
                <a:gd name="csY518" fmla="*/ 380970 h 381000"/>
                <a:gd name="csX519" fmla="*/ 704545 w 714375"/>
                <a:gd name="csY519" fmla="*/ 380970 h 381000"/>
                <a:gd name="csX520" fmla="*/ 703154 w 714375"/>
                <a:gd name="csY520" fmla="*/ 380970 h 381000"/>
                <a:gd name="csX521" fmla="*/ 701764 w 714375"/>
                <a:gd name="csY521" fmla="*/ 380970 h 381000"/>
                <a:gd name="csX522" fmla="*/ 700364 w 714375"/>
                <a:gd name="csY522" fmla="*/ 380970 h 381000"/>
                <a:gd name="csX523" fmla="*/ 698973 w 714375"/>
                <a:gd name="csY523" fmla="*/ 380970 h 381000"/>
                <a:gd name="csX524" fmla="*/ 697583 w 714375"/>
                <a:gd name="csY524" fmla="*/ 380970 h 381000"/>
                <a:gd name="csX525" fmla="*/ 696192 w 714375"/>
                <a:gd name="csY525" fmla="*/ 380970 h 381000"/>
                <a:gd name="csX526" fmla="*/ 694801 w 714375"/>
                <a:gd name="csY526" fmla="*/ 380970 h 381000"/>
                <a:gd name="csX527" fmla="*/ 693411 w 714375"/>
                <a:gd name="csY527" fmla="*/ 380970 h 381000"/>
                <a:gd name="csX528" fmla="*/ 692010 w 714375"/>
                <a:gd name="csY528" fmla="*/ 380970 h 381000"/>
                <a:gd name="csX529" fmla="*/ 690620 w 714375"/>
                <a:gd name="csY529" fmla="*/ 380970 h 381000"/>
                <a:gd name="csX530" fmla="*/ 689229 w 714375"/>
                <a:gd name="csY530" fmla="*/ 380970 h 381000"/>
                <a:gd name="csX531" fmla="*/ 687772 w 714375"/>
                <a:gd name="csY531" fmla="*/ 380970 h 381000"/>
                <a:gd name="csX532" fmla="*/ 686381 w 714375"/>
                <a:gd name="csY532" fmla="*/ 380970 h 381000"/>
                <a:gd name="csX533" fmla="*/ 684990 w 714375"/>
                <a:gd name="csY533" fmla="*/ 380970 h 381000"/>
                <a:gd name="csX534" fmla="*/ 683600 w 714375"/>
                <a:gd name="csY534" fmla="*/ 380970 h 381000"/>
                <a:gd name="csX535" fmla="*/ 682209 w 714375"/>
                <a:gd name="csY535" fmla="*/ 380970 h 381000"/>
                <a:gd name="csX536" fmla="*/ 680809 w 714375"/>
                <a:gd name="csY536" fmla="*/ 380970 h 381000"/>
                <a:gd name="csX537" fmla="*/ 679418 w 714375"/>
                <a:gd name="csY537" fmla="*/ 380970 h 381000"/>
                <a:gd name="csX538" fmla="*/ 678027 w 714375"/>
                <a:gd name="csY538" fmla="*/ 380970 h 381000"/>
                <a:gd name="csX539" fmla="*/ 676637 w 714375"/>
                <a:gd name="csY539" fmla="*/ 380970 h 381000"/>
                <a:gd name="csX540" fmla="*/ 675246 w 714375"/>
                <a:gd name="csY540" fmla="*/ 380970 h 381000"/>
                <a:gd name="csX541" fmla="*/ 673846 w 714375"/>
                <a:gd name="csY541" fmla="*/ 380970 h 381000"/>
                <a:gd name="csX542" fmla="*/ 672389 w 714375"/>
                <a:gd name="csY542" fmla="*/ 380970 h 381000"/>
                <a:gd name="csX543" fmla="*/ 670998 w 714375"/>
                <a:gd name="csY543" fmla="*/ 380970 h 381000"/>
                <a:gd name="csX544" fmla="*/ 669608 w 714375"/>
                <a:gd name="csY544" fmla="*/ 380970 h 381000"/>
                <a:gd name="csX545" fmla="*/ 668217 w 714375"/>
                <a:gd name="csY545" fmla="*/ 380970 h 381000"/>
                <a:gd name="csX546" fmla="*/ 666826 w 714375"/>
                <a:gd name="csY546" fmla="*/ 380970 h 381000"/>
                <a:gd name="csX547" fmla="*/ 665436 w 714375"/>
                <a:gd name="csY547" fmla="*/ 380970 h 381000"/>
                <a:gd name="csX548" fmla="*/ 664035 w 714375"/>
                <a:gd name="csY548" fmla="*/ 380970 h 381000"/>
                <a:gd name="csX549" fmla="*/ 662645 w 714375"/>
                <a:gd name="csY549" fmla="*/ 380970 h 381000"/>
                <a:gd name="csX550" fmla="*/ 661254 w 714375"/>
                <a:gd name="csY550" fmla="*/ 380970 h 381000"/>
                <a:gd name="csX551" fmla="*/ 659863 w 714375"/>
                <a:gd name="csY551" fmla="*/ 380970 h 381000"/>
                <a:gd name="csX552" fmla="*/ 658473 w 714375"/>
                <a:gd name="csY552" fmla="*/ 380970 h 381000"/>
                <a:gd name="csX553" fmla="*/ 657015 w 714375"/>
                <a:gd name="csY553" fmla="*/ 380970 h 381000"/>
                <a:gd name="csX554" fmla="*/ 655625 w 714375"/>
                <a:gd name="csY554" fmla="*/ 380970 h 381000"/>
                <a:gd name="csX555" fmla="*/ 654234 w 714375"/>
                <a:gd name="csY555" fmla="*/ 380970 h 381000"/>
                <a:gd name="csX556" fmla="*/ 652834 w 714375"/>
                <a:gd name="csY556" fmla="*/ 380970 h 381000"/>
                <a:gd name="csX557" fmla="*/ 651444 w 714375"/>
                <a:gd name="csY557" fmla="*/ 380970 h 381000"/>
                <a:gd name="csX558" fmla="*/ 650053 w 714375"/>
                <a:gd name="csY558" fmla="*/ 380970 h 381000"/>
                <a:gd name="csX559" fmla="*/ 648662 w 714375"/>
                <a:gd name="csY559" fmla="*/ 380970 h 381000"/>
                <a:gd name="csX560" fmla="*/ 647271 w 714375"/>
                <a:gd name="csY560" fmla="*/ 380970 h 381000"/>
                <a:gd name="csX561" fmla="*/ 645871 w 714375"/>
                <a:gd name="csY561" fmla="*/ 380970 h 381000"/>
                <a:gd name="csX562" fmla="*/ 644481 w 714375"/>
                <a:gd name="csY562" fmla="*/ 380970 h 381000"/>
                <a:gd name="csX563" fmla="*/ 643090 w 714375"/>
                <a:gd name="csY563" fmla="*/ 380970 h 381000"/>
                <a:gd name="csX564" fmla="*/ 641699 w 714375"/>
                <a:gd name="csY564" fmla="*/ 380970 h 381000"/>
                <a:gd name="csX565" fmla="*/ 640242 w 714375"/>
                <a:gd name="csY565" fmla="*/ 380970 h 381000"/>
                <a:gd name="csX566" fmla="*/ 638851 w 714375"/>
                <a:gd name="csY566" fmla="*/ 380970 h 381000"/>
                <a:gd name="csX567" fmla="*/ 637461 w 714375"/>
                <a:gd name="csY567" fmla="*/ 380970 h 381000"/>
                <a:gd name="csX568" fmla="*/ 636061 w 714375"/>
                <a:gd name="csY568" fmla="*/ 380970 h 381000"/>
                <a:gd name="csX569" fmla="*/ 634670 w 714375"/>
                <a:gd name="csY569" fmla="*/ 380970 h 381000"/>
                <a:gd name="csX570" fmla="*/ 633279 w 714375"/>
                <a:gd name="csY570" fmla="*/ 380970 h 381000"/>
                <a:gd name="csX571" fmla="*/ 631888 w 714375"/>
                <a:gd name="csY571" fmla="*/ 380970 h 381000"/>
                <a:gd name="csX572" fmla="*/ 630498 w 714375"/>
                <a:gd name="csY572" fmla="*/ 380970 h 381000"/>
                <a:gd name="csX573" fmla="*/ 629098 w 714375"/>
                <a:gd name="csY573" fmla="*/ 380970 h 381000"/>
                <a:gd name="csX574" fmla="*/ 627707 w 714375"/>
                <a:gd name="csY574" fmla="*/ 380970 h 381000"/>
                <a:gd name="csX575" fmla="*/ 626317 w 714375"/>
                <a:gd name="csY575" fmla="*/ 380970 h 381000"/>
                <a:gd name="csX576" fmla="*/ 624859 w 714375"/>
                <a:gd name="csY576" fmla="*/ 380970 h 381000"/>
                <a:gd name="csX577" fmla="*/ 623469 w 714375"/>
                <a:gd name="csY577" fmla="*/ 380970 h 381000"/>
                <a:gd name="csX578" fmla="*/ 622078 w 714375"/>
                <a:gd name="csY578" fmla="*/ 380970 h 381000"/>
                <a:gd name="csX579" fmla="*/ 620687 w 714375"/>
                <a:gd name="csY579" fmla="*/ 380970 h 381000"/>
                <a:gd name="csX580" fmla="*/ 619297 w 714375"/>
                <a:gd name="csY580" fmla="*/ 380970 h 381000"/>
                <a:gd name="csX581" fmla="*/ 617896 w 714375"/>
                <a:gd name="csY581" fmla="*/ 380970 h 381000"/>
                <a:gd name="csX582" fmla="*/ 616506 w 714375"/>
                <a:gd name="csY582" fmla="*/ 380970 h 381000"/>
                <a:gd name="csX583" fmla="*/ 615115 w 714375"/>
                <a:gd name="csY583" fmla="*/ 380970 h 381000"/>
                <a:gd name="csX584" fmla="*/ 613724 w 714375"/>
                <a:gd name="csY584" fmla="*/ 380970 h 381000"/>
                <a:gd name="csX585" fmla="*/ 612334 w 714375"/>
                <a:gd name="csY585" fmla="*/ 380970 h 381000"/>
                <a:gd name="csX586" fmla="*/ 610934 w 714375"/>
                <a:gd name="csY586" fmla="*/ 380970 h 381000"/>
                <a:gd name="csX587" fmla="*/ 609486 w 714375"/>
                <a:gd name="csY587" fmla="*/ 380970 h 381000"/>
                <a:gd name="csX588" fmla="*/ 608086 w 714375"/>
                <a:gd name="csY588" fmla="*/ 380970 h 381000"/>
                <a:gd name="csX589" fmla="*/ 606695 w 714375"/>
                <a:gd name="csY589" fmla="*/ 380970 h 381000"/>
                <a:gd name="csX590" fmla="*/ 605305 w 714375"/>
                <a:gd name="csY590" fmla="*/ 380970 h 381000"/>
                <a:gd name="csX591" fmla="*/ 603914 w 714375"/>
                <a:gd name="csY591" fmla="*/ 380970 h 381000"/>
                <a:gd name="csX592" fmla="*/ 602523 w 714375"/>
                <a:gd name="csY592" fmla="*/ 380970 h 381000"/>
                <a:gd name="csX593" fmla="*/ 601123 w 714375"/>
                <a:gd name="csY593" fmla="*/ 380970 h 381000"/>
                <a:gd name="csX594" fmla="*/ 599732 w 714375"/>
                <a:gd name="csY594" fmla="*/ 380970 h 381000"/>
                <a:gd name="csX595" fmla="*/ 598342 w 714375"/>
                <a:gd name="csY595" fmla="*/ 380970 h 381000"/>
                <a:gd name="csX596" fmla="*/ 596951 w 714375"/>
                <a:gd name="csY596" fmla="*/ 380970 h 381000"/>
                <a:gd name="csX597" fmla="*/ 595560 w 714375"/>
                <a:gd name="csY597" fmla="*/ 380970 h 381000"/>
                <a:gd name="csX598" fmla="*/ 594170 w 714375"/>
                <a:gd name="csY598" fmla="*/ 380970 h 381000"/>
                <a:gd name="csX599" fmla="*/ 592712 w 714375"/>
                <a:gd name="csY599" fmla="*/ 380970 h 381000"/>
                <a:gd name="csX600" fmla="*/ 591322 w 714375"/>
                <a:gd name="csY600" fmla="*/ 380970 h 381000"/>
                <a:gd name="csX601" fmla="*/ 589921 w 714375"/>
                <a:gd name="csY601" fmla="*/ 380970 h 381000"/>
                <a:gd name="csX602" fmla="*/ 588531 w 714375"/>
                <a:gd name="csY602" fmla="*/ 380970 h 381000"/>
                <a:gd name="csX603" fmla="*/ 587140 w 714375"/>
                <a:gd name="csY603" fmla="*/ 380970 h 381000"/>
                <a:gd name="csX604" fmla="*/ 585749 w 714375"/>
                <a:gd name="csY604" fmla="*/ 380970 h 381000"/>
                <a:gd name="csX605" fmla="*/ 584359 w 714375"/>
                <a:gd name="csY605" fmla="*/ 380970 h 381000"/>
                <a:gd name="csX606" fmla="*/ 582959 w 714375"/>
                <a:gd name="csY606" fmla="*/ 380970 h 381000"/>
                <a:gd name="csX607" fmla="*/ 581568 w 714375"/>
                <a:gd name="csY607" fmla="*/ 380970 h 381000"/>
                <a:gd name="csX608" fmla="*/ 580178 w 714375"/>
                <a:gd name="csY608" fmla="*/ 380970 h 381000"/>
                <a:gd name="csX609" fmla="*/ 578787 w 714375"/>
                <a:gd name="csY609" fmla="*/ 380970 h 381000"/>
                <a:gd name="csX610" fmla="*/ 577330 w 714375"/>
                <a:gd name="csY610" fmla="*/ 380970 h 381000"/>
                <a:gd name="csX611" fmla="*/ 575939 w 714375"/>
                <a:gd name="csY611" fmla="*/ 380970 h 381000"/>
                <a:gd name="csX612" fmla="*/ 574548 w 714375"/>
                <a:gd name="csY612" fmla="*/ 380970 h 381000"/>
                <a:gd name="csX613" fmla="*/ 573148 w 714375"/>
                <a:gd name="csY613" fmla="*/ 380970 h 381000"/>
                <a:gd name="csX614" fmla="*/ 571757 w 714375"/>
                <a:gd name="csY614" fmla="*/ 380970 h 381000"/>
                <a:gd name="csX615" fmla="*/ 570367 w 714375"/>
                <a:gd name="csY615" fmla="*/ 380970 h 381000"/>
                <a:gd name="csX616" fmla="*/ 568976 w 714375"/>
                <a:gd name="csY616" fmla="*/ 380970 h 381000"/>
                <a:gd name="csX617" fmla="*/ 567585 w 714375"/>
                <a:gd name="csY617" fmla="*/ 380970 h 381000"/>
                <a:gd name="csX618" fmla="*/ 566195 w 714375"/>
                <a:gd name="csY618" fmla="*/ 380970 h 381000"/>
                <a:gd name="csX619" fmla="*/ 564794 w 714375"/>
                <a:gd name="csY619" fmla="*/ 380970 h 381000"/>
                <a:gd name="csX620" fmla="*/ 563404 w 714375"/>
                <a:gd name="csY620" fmla="*/ 380970 h 381000"/>
                <a:gd name="csX621" fmla="*/ 561947 w 714375"/>
                <a:gd name="csY621" fmla="*/ 380970 h 381000"/>
                <a:gd name="csX622" fmla="*/ 560556 w 714375"/>
                <a:gd name="csY622" fmla="*/ 380970 h 381000"/>
                <a:gd name="csX623" fmla="*/ 559165 w 714375"/>
                <a:gd name="csY623" fmla="*/ 380970 h 381000"/>
                <a:gd name="csX624" fmla="*/ 557774 w 714375"/>
                <a:gd name="csY624" fmla="*/ 380970 h 381000"/>
                <a:gd name="csX625" fmla="*/ 556384 w 714375"/>
                <a:gd name="csY625" fmla="*/ 380970 h 381000"/>
                <a:gd name="csX626" fmla="*/ 554984 w 714375"/>
                <a:gd name="csY626" fmla="*/ 380970 h 381000"/>
                <a:gd name="csX627" fmla="*/ 553593 w 714375"/>
                <a:gd name="csY627" fmla="*/ 380970 h 381000"/>
                <a:gd name="csX628" fmla="*/ 552203 w 714375"/>
                <a:gd name="csY628" fmla="*/ 380970 h 381000"/>
                <a:gd name="csX629" fmla="*/ 550812 w 714375"/>
                <a:gd name="csY629" fmla="*/ 380970 h 381000"/>
                <a:gd name="csX630" fmla="*/ 549421 w 714375"/>
                <a:gd name="csY630" fmla="*/ 380970 h 381000"/>
                <a:gd name="csX631" fmla="*/ 548021 w 714375"/>
                <a:gd name="csY631" fmla="*/ 380970 h 381000"/>
                <a:gd name="csX632" fmla="*/ 546630 w 714375"/>
                <a:gd name="csY632" fmla="*/ 380970 h 381000"/>
                <a:gd name="csX633" fmla="*/ 545173 w 714375"/>
                <a:gd name="csY633" fmla="*/ 380970 h 381000"/>
                <a:gd name="csX634" fmla="*/ 543782 w 714375"/>
                <a:gd name="csY634" fmla="*/ 380970 h 381000"/>
                <a:gd name="csX635" fmla="*/ 542392 w 714375"/>
                <a:gd name="csY635" fmla="*/ 380970 h 381000"/>
                <a:gd name="csX636" fmla="*/ 541001 w 714375"/>
                <a:gd name="csY636" fmla="*/ 380970 h 381000"/>
                <a:gd name="csX637" fmla="*/ 539610 w 714375"/>
                <a:gd name="csY637" fmla="*/ 380970 h 381000"/>
                <a:gd name="csX638" fmla="*/ 538220 w 714375"/>
                <a:gd name="csY638" fmla="*/ 380970 h 381000"/>
                <a:gd name="csX639" fmla="*/ 536820 w 714375"/>
                <a:gd name="csY639" fmla="*/ 380970 h 381000"/>
                <a:gd name="csX640" fmla="*/ 535429 w 714375"/>
                <a:gd name="csY640" fmla="*/ 380970 h 381000"/>
                <a:gd name="csX641" fmla="*/ 534038 w 714375"/>
                <a:gd name="csY641" fmla="*/ 380970 h 381000"/>
                <a:gd name="csX642" fmla="*/ 532647 w 714375"/>
                <a:gd name="csY642" fmla="*/ 380970 h 381000"/>
                <a:gd name="csX643" fmla="*/ 531257 w 714375"/>
                <a:gd name="csY643" fmla="*/ 380970 h 381000"/>
                <a:gd name="csX644" fmla="*/ 529800 w 714375"/>
                <a:gd name="csY644" fmla="*/ 380970 h 381000"/>
                <a:gd name="csX645" fmla="*/ 528399 w 714375"/>
                <a:gd name="csY645" fmla="*/ 380970 h 381000"/>
                <a:gd name="csX646" fmla="*/ 527009 w 714375"/>
                <a:gd name="csY646" fmla="*/ 380970 h 381000"/>
                <a:gd name="csX647" fmla="*/ 525618 w 714375"/>
                <a:gd name="csY647" fmla="*/ 380970 h 381000"/>
                <a:gd name="csX648" fmla="*/ 524228 w 714375"/>
                <a:gd name="csY648" fmla="*/ 380970 h 381000"/>
                <a:gd name="csX649" fmla="*/ 522837 w 714375"/>
                <a:gd name="csY649" fmla="*/ 380970 h 381000"/>
                <a:gd name="csX650" fmla="*/ 521446 w 714375"/>
                <a:gd name="csY650" fmla="*/ 380970 h 381000"/>
                <a:gd name="csX651" fmla="*/ 520046 w 714375"/>
                <a:gd name="csY651" fmla="*/ 380970 h 381000"/>
                <a:gd name="csX652" fmla="*/ 518655 w 714375"/>
                <a:gd name="csY652" fmla="*/ 380970 h 381000"/>
                <a:gd name="csX653" fmla="*/ 517265 w 714375"/>
                <a:gd name="csY653" fmla="*/ 380970 h 381000"/>
                <a:gd name="csX654" fmla="*/ 515874 w 714375"/>
                <a:gd name="csY654" fmla="*/ 380970 h 381000"/>
                <a:gd name="csX655" fmla="*/ 514416 w 714375"/>
                <a:gd name="csY655" fmla="*/ 380970 h 381000"/>
                <a:gd name="csX656" fmla="*/ 513026 w 714375"/>
                <a:gd name="csY656" fmla="*/ 380970 h 381000"/>
                <a:gd name="csX657" fmla="*/ 511635 w 714375"/>
                <a:gd name="csY657" fmla="*/ 380970 h 381000"/>
                <a:gd name="csX658" fmla="*/ 510235 w 714375"/>
                <a:gd name="csY658" fmla="*/ 380970 h 381000"/>
                <a:gd name="csX659" fmla="*/ 508845 w 714375"/>
                <a:gd name="csY659" fmla="*/ 380970 h 381000"/>
                <a:gd name="csX660" fmla="*/ 507454 w 714375"/>
                <a:gd name="csY660" fmla="*/ 380970 h 381000"/>
                <a:gd name="csX661" fmla="*/ 506063 w 714375"/>
                <a:gd name="csY661" fmla="*/ 380970 h 381000"/>
                <a:gd name="csX662" fmla="*/ 504673 w 714375"/>
                <a:gd name="csY662" fmla="*/ 380970 h 381000"/>
                <a:gd name="csX663" fmla="*/ 503282 w 714375"/>
                <a:gd name="csY663" fmla="*/ 380970 h 381000"/>
                <a:gd name="csX664" fmla="*/ 501882 w 714375"/>
                <a:gd name="csY664" fmla="*/ 380970 h 381000"/>
                <a:gd name="csX665" fmla="*/ 500491 w 714375"/>
                <a:gd name="csY665" fmla="*/ 380970 h 381000"/>
                <a:gd name="csX666" fmla="*/ 499101 w 714375"/>
                <a:gd name="csY666" fmla="*/ 380970 h 381000"/>
                <a:gd name="csX667" fmla="*/ 497643 w 714375"/>
                <a:gd name="csY667" fmla="*/ 380970 h 381000"/>
                <a:gd name="csX668" fmla="*/ 496252 w 714375"/>
                <a:gd name="csY668" fmla="*/ 380970 h 381000"/>
                <a:gd name="csX669" fmla="*/ 494862 w 714375"/>
                <a:gd name="csY669" fmla="*/ 380970 h 381000"/>
                <a:gd name="csX670" fmla="*/ 493471 w 714375"/>
                <a:gd name="csY670" fmla="*/ 380970 h 381000"/>
                <a:gd name="csX671" fmla="*/ 492071 w 714375"/>
                <a:gd name="csY671" fmla="*/ 380970 h 381000"/>
                <a:gd name="csX672" fmla="*/ 490681 w 714375"/>
                <a:gd name="csY672" fmla="*/ 380970 h 381000"/>
                <a:gd name="csX673" fmla="*/ 489290 w 714375"/>
                <a:gd name="csY673" fmla="*/ 380970 h 381000"/>
                <a:gd name="csX674" fmla="*/ 487899 w 714375"/>
                <a:gd name="csY674" fmla="*/ 380970 h 381000"/>
                <a:gd name="csX675" fmla="*/ 486508 w 714375"/>
                <a:gd name="csY675" fmla="*/ 380970 h 381000"/>
                <a:gd name="csX676" fmla="*/ 485108 w 714375"/>
                <a:gd name="csY676" fmla="*/ 380970 h 381000"/>
                <a:gd name="csX677" fmla="*/ 483718 w 714375"/>
                <a:gd name="csY677" fmla="*/ 380970 h 381000"/>
                <a:gd name="csX678" fmla="*/ 482260 w 714375"/>
                <a:gd name="csY678" fmla="*/ 380970 h 381000"/>
                <a:gd name="csX679" fmla="*/ 480870 w 714375"/>
                <a:gd name="csY679" fmla="*/ 380970 h 381000"/>
                <a:gd name="csX680" fmla="*/ 479479 w 714375"/>
                <a:gd name="csY680" fmla="*/ 380970 h 381000"/>
                <a:gd name="csX681" fmla="*/ 478088 w 714375"/>
                <a:gd name="csY681" fmla="*/ 380970 h 381000"/>
                <a:gd name="csX682" fmla="*/ 476698 w 714375"/>
                <a:gd name="csY682" fmla="*/ 380970 h 381000"/>
                <a:gd name="csX683" fmla="*/ 475307 w 714375"/>
                <a:gd name="csY683" fmla="*/ 380970 h 381000"/>
                <a:gd name="csX684" fmla="*/ 473907 w 714375"/>
                <a:gd name="csY684" fmla="*/ 380970 h 381000"/>
                <a:gd name="csX685" fmla="*/ 472516 w 714375"/>
                <a:gd name="csY685" fmla="*/ 380970 h 381000"/>
                <a:gd name="csX686" fmla="*/ 471126 w 714375"/>
                <a:gd name="csY686" fmla="*/ 380970 h 381000"/>
                <a:gd name="csX687" fmla="*/ 469735 w 714375"/>
                <a:gd name="csY687" fmla="*/ 380970 h 381000"/>
                <a:gd name="csX688" fmla="*/ 468344 w 714375"/>
                <a:gd name="csY688" fmla="*/ 380970 h 381000"/>
                <a:gd name="csX689" fmla="*/ 466887 w 714375"/>
                <a:gd name="csY689" fmla="*/ 380970 h 381000"/>
                <a:gd name="csX690" fmla="*/ 465496 w 714375"/>
                <a:gd name="csY690" fmla="*/ 380970 h 381000"/>
                <a:gd name="csX691" fmla="*/ 464096 w 714375"/>
                <a:gd name="csY691" fmla="*/ 380970 h 381000"/>
                <a:gd name="csX692" fmla="*/ 462706 w 714375"/>
                <a:gd name="csY692" fmla="*/ 380970 h 381000"/>
                <a:gd name="csX693" fmla="*/ 461315 w 714375"/>
                <a:gd name="csY693" fmla="*/ 380970 h 381000"/>
                <a:gd name="csX694" fmla="*/ 459924 w 714375"/>
                <a:gd name="csY694" fmla="*/ 380970 h 381000"/>
                <a:gd name="csX695" fmla="*/ 458534 w 714375"/>
                <a:gd name="csY695" fmla="*/ 380970 h 381000"/>
                <a:gd name="csX696" fmla="*/ 457143 w 714375"/>
                <a:gd name="csY696" fmla="*/ 380970 h 381000"/>
                <a:gd name="csX697" fmla="*/ 455743 w 714375"/>
                <a:gd name="csY697" fmla="*/ 380970 h 381000"/>
                <a:gd name="csX698" fmla="*/ 454352 w 714375"/>
                <a:gd name="csY698" fmla="*/ 380970 h 381000"/>
                <a:gd name="csX699" fmla="*/ 452962 w 714375"/>
                <a:gd name="csY699" fmla="*/ 380970 h 381000"/>
                <a:gd name="csX700" fmla="*/ 451571 w 714375"/>
                <a:gd name="csY700" fmla="*/ 380970 h 381000"/>
                <a:gd name="csX701" fmla="*/ 450113 w 714375"/>
                <a:gd name="csY701" fmla="*/ 380970 h 381000"/>
                <a:gd name="csX702" fmla="*/ 448723 w 714375"/>
                <a:gd name="csY702" fmla="*/ 380970 h 381000"/>
                <a:gd name="csX703" fmla="*/ 447332 w 714375"/>
                <a:gd name="csY703" fmla="*/ 380970 h 381000"/>
                <a:gd name="csX704" fmla="*/ 445932 w 714375"/>
                <a:gd name="csY704" fmla="*/ 380970 h 381000"/>
                <a:gd name="csX705" fmla="*/ 444541 w 714375"/>
                <a:gd name="csY705" fmla="*/ 380970 h 381000"/>
                <a:gd name="csX706" fmla="*/ 443150 w 714375"/>
                <a:gd name="csY706" fmla="*/ 380970 h 381000"/>
                <a:gd name="csX707" fmla="*/ 441760 w 714375"/>
                <a:gd name="csY707" fmla="*/ 380970 h 381000"/>
                <a:gd name="csX708" fmla="*/ 440369 w 714375"/>
                <a:gd name="csY708" fmla="*/ 380970 h 381000"/>
                <a:gd name="csX709" fmla="*/ 438969 w 714375"/>
                <a:gd name="csY709" fmla="*/ 380970 h 381000"/>
                <a:gd name="csX710" fmla="*/ 437579 w 714375"/>
                <a:gd name="csY710" fmla="*/ 380970 h 381000"/>
                <a:gd name="csX711" fmla="*/ 436188 w 714375"/>
                <a:gd name="csY711" fmla="*/ 380970 h 381000"/>
                <a:gd name="csX712" fmla="*/ 434731 w 714375"/>
                <a:gd name="csY712" fmla="*/ 380970 h 381000"/>
                <a:gd name="csX713" fmla="*/ 433340 w 714375"/>
                <a:gd name="csY713" fmla="*/ 380970 h 381000"/>
                <a:gd name="csX714" fmla="*/ 431949 w 714375"/>
                <a:gd name="csY714" fmla="*/ 380970 h 381000"/>
                <a:gd name="csX715" fmla="*/ 430559 w 714375"/>
                <a:gd name="csY715" fmla="*/ 380970 h 381000"/>
                <a:gd name="csX716" fmla="*/ 429158 w 714375"/>
                <a:gd name="csY716" fmla="*/ 380970 h 381000"/>
                <a:gd name="csX717" fmla="*/ 427768 w 714375"/>
                <a:gd name="csY717" fmla="*/ 380970 h 381000"/>
                <a:gd name="csX718" fmla="*/ 426377 w 714375"/>
                <a:gd name="csY718" fmla="*/ 380970 h 381000"/>
                <a:gd name="csX719" fmla="*/ 424986 w 714375"/>
                <a:gd name="csY719" fmla="*/ 380970 h 381000"/>
                <a:gd name="csX720" fmla="*/ 423596 w 714375"/>
                <a:gd name="csY720" fmla="*/ 380970 h 381000"/>
                <a:gd name="csX721" fmla="*/ 422205 w 714375"/>
                <a:gd name="csY721" fmla="*/ 380970 h 381000"/>
                <a:gd name="csX722" fmla="*/ 420805 w 714375"/>
                <a:gd name="csY722" fmla="*/ 380970 h 381000"/>
                <a:gd name="csX723" fmla="*/ 419357 w 714375"/>
                <a:gd name="csY723" fmla="*/ 380970 h 381000"/>
                <a:gd name="csX724" fmla="*/ 417957 w 714375"/>
                <a:gd name="csY724" fmla="*/ 380970 h 381000"/>
                <a:gd name="csX725" fmla="*/ 416567 w 714375"/>
                <a:gd name="csY725" fmla="*/ 380970 h 381000"/>
                <a:gd name="csX726" fmla="*/ 415176 w 714375"/>
                <a:gd name="csY726" fmla="*/ 380970 h 381000"/>
                <a:gd name="csX727" fmla="*/ 413785 w 714375"/>
                <a:gd name="csY727" fmla="*/ 380970 h 381000"/>
                <a:gd name="csX728" fmla="*/ 412394 w 714375"/>
                <a:gd name="csY728" fmla="*/ 380970 h 381000"/>
                <a:gd name="csX729" fmla="*/ 410994 w 714375"/>
                <a:gd name="csY729" fmla="*/ 380970 h 381000"/>
                <a:gd name="csX730" fmla="*/ 409604 w 714375"/>
                <a:gd name="csY730" fmla="*/ 380970 h 381000"/>
                <a:gd name="csX731" fmla="*/ 408213 w 714375"/>
                <a:gd name="csY731" fmla="*/ 380970 h 381000"/>
                <a:gd name="csX732" fmla="*/ 406822 w 714375"/>
                <a:gd name="csY732" fmla="*/ 380970 h 381000"/>
                <a:gd name="csX733" fmla="*/ 405432 w 714375"/>
                <a:gd name="csY733" fmla="*/ 380970 h 381000"/>
                <a:gd name="csX734" fmla="*/ 404041 w 714375"/>
                <a:gd name="csY734" fmla="*/ 380970 h 381000"/>
                <a:gd name="csX735" fmla="*/ 402584 w 714375"/>
                <a:gd name="csY735" fmla="*/ 380970 h 381000"/>
                <a:gd name="csX736" fmla="*/ 401193 w 714375"/>
                <a:gd name="csY736" fmla="*/ 380970 h 381000"/>
                <a:gd name="csX737" fmla="*/ 399793 w 714375"/>
                <a:gd name="csY737" fmla="*/ 380970 h 381000"/>
                <a:gd name="csX738" fmla="*/ 398402 w 714375"/>
                <a:gd name="csY738" fmla="*/ 380970 h 381000"/>
                <a:gd name="csX739" fmla="*/ 397011 w 714375"/>
                <a:gd name="csY739" fmla="*/ 380970 h 381000"/>
                <a:gd name="csX740" fmla="*/ 395621 w 714375"/>
                <a:gd name="csY740" fmla="*/ 380970 h 381000"/>
                <a:gd name="csX741" fmla="*/ 394230 w 714375"/>
                <a:gd name="csY741" fmla="*/ 380970 h 381000"/>
                <a:gd name="csX742" fmla="*/ 392830 w 714375"/>
                <a:gd name="csY742" fmla="*/ 380970 h 381000"/>
                <a:gd name="csX743" fmla="*/ 391440 w 714375"/>
                <a:gd name="csY743" fmla="*/ 380970 h 381000"/>
                <a:gd name="csX744" fmla="*/ 390049 w 714375"/>
                <a:gd name="csY744" fmla="*/ 380970 h 381000"/>
                <a:gd name="csX745" fmla="*/ 388658 w 714375"/>
                <a:gd name="csY745" fmla="*/ 380970 h 381000"/>
                <a:gd name="csX746" fmla="*/ 387201 w 714375"/>
                <a:gd name="csY746" fmla="*/ 380970 h 381000"/>
                <a:gd name="csX747" fmla="*/ 385810 w 714375"/>
                <a:gd name="csY747" fmla="*/ 380970 h 381000"/>
                <a:gd name="csX748" fmla="*/ 384420 w 714375"/>
                <a:gd name="csY748" fmla="*/ 380970 h 381000"/>
                <a:gd name="csX749" fmla="*/ 383019 w 714375"/>
                <a:gd name="csY749" fmla="*/ 380970 h 381000"/>
                <a:gd name="csX750" fmla="*/ 381629 w 714375"/>
                <a:gd name="csY750" fmla="*/ 380970 h 381000"/>
                <a:gd name="csX751" fmla="*/ 380238 w 714375"/>
                <a:gd name="csY751" fmla="*/ 380970 h 381000"/>
                <a:gd name="csX752" fmla="*/ 378847 w 714375"/>
                <a:gd name="csY752" fmla="*/ 380970 h 381000"/>
                <a:gd name="csX753" fmla="*/ 377457 w 714375"/>
                <a:gd name="csY753" fmla="*/ 380970 h 381000"/>
                <a:gd name="csX754" fmla="*/ 376066 w 714375"/>
                <a:gd name="csY754" fmla="*/ 380970 h 381000"/>
                <a:gd name="csX755" fmla="*/ 374666 w 714375"/>
                <a:gd name="csY755" fmla="*/ 380970 h 381000"/>
                <a:gd name="csX756" fmla="*/ 373275 w 714375"/>
                <a:gd name="csY756" fmla="*/ 380970 h 381000"/>
                <a:gd name="csX757" fmla="*/ 371818 w 714375"/>
                <a:gd name="csY757" fmla="*/ 380970 h 381000"/>
                <a:gd name="csX758" fmla="*/ 370428 w 714375"/>
                <a:gd name="csY758" fmla="*/ 380970 h 381000"/>
                <a:gd name="csX759" fmla="*/ 369036 w 714375"/>
                <a:gd name="csY759" fmla="*/ 380970 h 381000"/>
                <a:gd name="csX760" fmla="*/ 367646 w 714375"/>
                <a:gd name="csY760" fmla="*/ 380970 h 381000"/>
                <a:gd name="csX761" fmla="*/ 366246 w 714375"/>
                <a:gd name="csY761" fmla="*/ 380970 h 381000"/>
                <a:gd name="csX762" fmla="*/ 364855 w 714375"/>
                <a:gd name="csY762" fmla="*/ 380970 h 381000"/>
                <a:gd name="csX763" fmla="*/ 363465 w 714375"/>
                <a:gd name="csY763" fmla="*/ 380970 h 381000"/>
                <a:gd name="csX764" fmla="*/ 362074 w 714375"/>
                <a:gd name="csY764" fmla="*/ 380970 h 381000"/>
                <a:gd name="csX765" fmla="*/ 360683 w 714375"/>
                <a:gd name="csY765" fmla="*/ 380970 h 381000"/>
                <a:gd name="csX766" fmla="*/ 359293 w 714375"/>
                <a:gd name="csY766" fmla="*/ 380970 h 381000"/>
                <a:gd name="csX767" fmla="*/ 357892 w 714375"/>
                <a:gd name="csY767" fmla="*/ 380970 h 381000"/>
                <a:gd name="csX768" fmla="*/ 356502 w 714375"/>
                <a:gd name="csY768" fmla="*/ 380970 h 381000"/>
                <a:gd name="csX769" fmla="*/ 355044 w 714375"/>
                <a:gd name="csY769" fmla="*/ 380970 h 381000"/>
                <a:gd name="csX770" fmla="*/ 353654 w 714375"/>
                <a:gd name="csY770" fmla="*/ 380970 h 381000"/>
                <a:gd name="csX771" fmla="*/ 352263 w 714375"/>
                <a:gd name="csY771" fmla="*/ 380970 h 381000"/>
                <a:gd name="csX772" fmla="*/ 350872 w 714375"/>
                <a:gd name="csY772" fmla="*/ 380970 h 381000"/>
                <a:gd name="csX773" fmla="*/ 349482 w 714375"/>
                <a:gd name="csY773" fmla="*/ 380970 h 381000"/>
                <a:gd name="csX774" fmla="*/ 348091 w 714375"/>
                <a:gd name="csY774" fmla="*/ 380970 h 381000"/>
                <a:gd name="csX775" fmla="*/ 346691 w 714375"/>
                <a:gd name="csY775" fmla="*/ 380970 h 381000"/>
                <a:gd name="csX776" fmla="*/ 345301 w 714375"/>
                <a:gd name="csY776" fmla="*/ 380970 h 381000"/>
                <a:gd name="csX777" fmla="*/ 343909 w 714375"/>
                <a:gd name="csY777" fmla="*/ 380970 h 381000"/>
                <a:gd name="csX778" fmla="*/ 342519 w 714375"/>
                <a:gd name="csY778" fmla="*/ 380970 h 381000"/>
                <a:gd name="csX779" fmla="*/ 341128 w 714375"/>
                <a:gd name="csY779" fmla="*/ 380970 h 381000"/>
                <a:gd name="csX780" fmla="*/ 339671 w 714375"/>
                <a:gd name="csY780" fmla="*/ 380970 h 381000"/>
                <a:gd name="csX781" fmla="*/ 338271 w 714375"/>
                <a:gd name="csY781" fmla="*/ 380970 h 381000"/>
                <a:gd name="csX782" fmla="*/ 336880 w 714375"/>
                <a:gd name="csY782" fmla="*/ 380970 h 381000"/>
                <a:gd name="csX783" fmla="*/ 335490 w 714375"/>
                <a:gd name="csY783" fmla="*/ 380970 h 381000"/>
                <a:gd name="csX784" fmla="*/ 334099 w 714375"/>
                <a:gd name="csY784" fmla="*/ 380970 h 381000"/>
                <a:gd name="csX785" fmla="*/ 332708 w 714375"/>
                <a:gd name="csY785" fmla="*/ 380970 h 381000"/>
                <a:gd name="csX786" fmla="*/ 331318 w 714375"/>
                <a:gd name="csY786" fmla="*/ 380970 h 381000"/>
                <a:gd name="csX787" fmla="*/ 329917 w 714375"/>
                <a:gd name="csY787" fmla="*/ 380970 h 381000"/>
                <a:gd name="csX788" fmla="*/ 328527 w 714375"/>
                <a:gd name="csY788" fmla="*/ 380970 h 381000"/>
                <a:gd name="csX789" fmla="*/ 327136 w 714375"/>
                <a:gd name="csY789" fmla="*/ 380970 h 381000"/>
                <a:gd name="csX790" fmla="*/ 325745 w 714375"/>
                <a:gd name="csY790" fmla="*/ 380970 h 381000"/>
                <a:gd name="csX791" fmla="*/ 324355 w 714375"/>
                <a:gd name="csY791" fmla="*/ 380970 h 381000"/>
                <a:gd name="csX792" fmla="*/ 322897 w 714375"/>
                <a:gd name="csY792" fmla="*/ 380970 h 381000"/>
                <a:gd name="csX793" fmla="*/ 321507 w 714375"/>
                <a:gd name="csY793" fmla="*/ 380970 h 381000"/>
                <a:gd name="csX794" fmla="*/ 320107 w 714375"/>
                <a:gd name="csY794" fmla="*/ 380970 h 381000"/>
                <a:gd name="csX795" fmla="*/ 318716 w 714375"/>
                <a:gd name="csY795" fmla="*/ 380970 h 381000"/>
                <a:gd name="csX796" fmla="*/ 317326 w 714375"/>
                <a:gd name="csY796" fmla="*/ 380970 h 381000"/>
                <a:gd name="csX797" fmla="*/ 315935 w 714375"/>
                <a:gd name="csY797" fmla="*/ 380970 h 381000"/>
                <a:gd name="csX798" fmla="*/ 314544 w 714375"/>
                <a:gd name="csY798" fmla="*/ 380970 h 381000"/>
                <a:gd name="csX799" fmla="*/ 313154 w 714375"/>
                <a:gd name="csY799" fmla="*/ 380970 h 381000"/>
                <a:gd name="csX800" fmla="*/ 311753 w 714375"/>
                <a:gd name="csY800" fmla="*/ 380970 h 381000"/>
                <a:gd name="csX801" fmla="*/ 310363 w 714375"/>
                <a:gd name="csY801" fmla="*/ 380970 h 381000"/>
                <a:gd name="csX802" fmla="*/ 308972 w 714375"/>
                <a:gd name="csY802" fmla="*/ 380970 h 381000"/>
                <a:gd name="csX803" fmla="*/ 307515 w 714375"/>
                <a:gd name="csY803" fmla="*/ 380970 h 381000"/>
                <a:gd name="csX804" fmla="*/ 306124 w 714375"/>
                <a:gd name="csY804" fmla="*/ 380970 h 381000"/>
                <a:gd name="csX805" fmla="*/ 304733 w 714375"/>
                <a:gd name="csY805" fmla="*/ 380970 h 381000"/>
                <a:gd name="csX806" fmla="*/ 303343 w 714375"/>
                <a:gd name="csY806" fmla="*/ 380970 h 381000"/>
                <a:gd name="csX807" fmla="*/ 301943 w 714375"/>
                <a:gd name="csY807" fmla="*/ 380970 h 381000"/>
                <a:gd name="csX808" fmla="*/ 300552 w 714375"/>
                <a:gd name="csY808" fmla="*/ 380970 h 381000"/>
                <a:gd name="csX809" fmla="*/ 299161 w 714375"/>
                <a:gd name="csY809" fmla="*/ 380970 h 381000"/>
                <a:gd name="csX810" fmla="*/ 297770 w 714375"/>
                <a:gd name="csY810" fmla="*/ 380970 h 381000"/>
                <a:gd name="csX811" fmla="*/ 296380 w 714375"/>
                <a:gd name="csY811" fmla="*/ 380970 h 381000"/>
                <a:gd name="csX812" fmla="*/ 294980 w 714375"/>
                <a:gd name="csY812" fmla="*/ 380970 h 381000"/>
                <a:gd name="csX813" fmla="*/ 293589 w 714375"/>
                <a:gd name="csY813" fmla="*/ 380970 h 381000"/>
                <a:gd name="csX814" fmla="*/ 292132 w 714375"/>
                <a:gd name="csY814" fmla="*/ 380970 h 381000"/>
                <a:gd name="csX815" fmla="*/ 290741 w 714375"/>
                <a:gd name="csY815" fmla="*/ 380970 h 381000"/>
                <a:gd name="csX816" fmla="*/ 289351 w 714375"/>
                <a:gd name="csY816" fmla="*/ 380970 h 381000"/>
                <a:gd name="csX817" fmla="*/ 287960 w 714375"/>
                <a:gd name="csY817" fmla="*/ 380970 h 381000"/>
                <a:gd name="csX818" fmla="*/ 286569 w 714375"/>
                <a:gd name="csY818" fmla="*/ 380970 h 381000"/>
                <a:gd name="csX819" fmla="*/ 285179 w 714375"/>
                <a:gd name="csY819" fmla="*/ 380970 h 381000"/>
                <a:gd name="csX820" fmla="*/ 283778 w 714375"/>
                <a:gd name="csY820" fmla="*/ 380970 h 381000"/>
                <a:gd name="csX821" fmla="*/ 282388 w 714375"/>
                <a:gd name="csY821" fmla="*/ 380970 h 381000"/>
                <a:gd name="csX822" fmla="*/ 280997 w 714375"/>
                <a:gd name="csY822" fmla="*/ 380970 h 381000"/>
                <a:gd name="csX823" fmla="*/ 279606 w 714375"/>
                <a:gd name="csY823" fmla="*/ 380970 h 381000"/>
                <a:gd name="csX824" fmla="*/ 278216 w 714375"/>
                <a:gd name="csY824" fmla="*/ 380970 h 381000"/>
                <a:gd name="csX825" fmla="*/ 276816 w 714375"/>
                <a:gd name="csY825" fmla="*/ 380970 h 381000"/>
                <a:gd name="csX826" fmla="*/ 275368 w 714375"/>
                <a:gd name="csY826" fmla="*/ 380970 h 381000"/>
                <a:gd name="csX827" fmla="*/ 273968 w 714375"/>
                <a:gd name="csY827" fmla="*/ 380970 h 381000"/>
                <a:gd name="csX828" fmla="*/ 272577 w 714375"/>
                <a:gd name="csY828" fmla="*/ 380970 h 381000"/>
                <a:gd name="csX829" fmla="*/ 271187 w 714375"/>
                <a:gd name="csY829" fmla="*/ 380970 h 381000"/>
                <a:gd name="csX830" fmla="*/ 269796 w 714375"/>
                <a:gd name="csY830" fmla="*/ 380970 h 381000"/>
                <a:gd name="csX831" fmla="*/ 268405 w 714375"/>
                <a:gd name="csY831" fmla="*/ 380970 h 381000"/>
                <a:gd name="csX832" fmla="*/ 267005 w 714375"/>
                <a:gd name="csY832" fmla="*/ 380970 h 381000"/>
                <a:gd name="csX833" fmla="*/ 265614 w 714375"/>
                <a:gd name="csY833" fmla="*/ 380970 h 381000"/>
                <a:gd name="csX834" fmla="*/ 264224 w 714375"/>
                <a:gd name="csY834" fmla="*/ 380970 h 381000"/>
                <a:gd name="csX835" fmla="*/ 262833 w 714375"/>
                <a:gd name="csY835" fmla="*/ 380970 h 381000"/>
                <a:gd name="csX836" fmla="*/ 261442 w 714375"/>
                <a:gd name="csY836" fmla="*/ 380970 h 381000"/>
                <a:gd name="csX837" fmla="*/ 259985 w 714375"/>
                <a:gd name="csY837" fmla="*/ 380970 h 381000"/>
                <a:gd name="csX838" fmla="*/ 258594 w 714375"/>
                <a:gd name="csY838" fmla="*/ 380970 h 381000"/>
                <a:gd name="csX839" fmla="*/ 257204 w 714375"/>
                <a:gd name="csY839" fmla="*/ 380970 h 381000"/>
                <a:gd name="csX840" fmla="*/ 255803 w 714375"/>
                <a:gd name="csY840" fmla="*/ 380970 h 381000"/>
                <a:gd name="csX841" fmla="*/ 254413 w 714375"/>
                <a:gd name="csY841" fmla="*/ 380970 h 381000"/>
                <a:gd name="csX842" fmla="*/ 253022 w 714375"/>
                <a:gd name="csY842" fmla="*/ 380970 h 381000"/>
                <a:gd name="csX843" fmla="*/ 251631 w 714375"/>
                <a:gd name="csY843" fmla="*/ 380970 h 381000"/>
                <a:gd name="csX844" fmla="*/ 250241 w 714375"/>
                <a:gd name="csY844" fmla="*/ 380970 h 381000"/>
                <a:gd name="csX845" fmla="*/ 248841 w 714375"/>
                <a:gd name="csY845" fmla="*/ 380970 h 381000"/>
                <a:gd name="csX846" fmla="*/ 247450 w 714375"/>
                <a:gd name="csY846" fmla="*/ 380970 h 381000"/>
                <a:gd name="csX847" fmla="*/ 246060 w 714375"/>
                <a:gd name="csY847" fmla="*/ 380970 h 381000"/>
                <a:gd name="csX848" fmla="*/ 244602 w 714375"/>
                <a:gd name="csY848" fmla="*/ 380970 h 381000"/>
                <a:gd name="csX849" fmla="*/ 243212 w 714375"/>
                <a:gd name="csY849" fmla="*/ 380970 h 381000"/>
                <a:gd name="csX850" fmla="*/ 241821 w 714375"/>
                <a:gd name="csY850" fmla="*/ 380970 h 381000"/>
                <a:gd name="csX851" fmla="*/ 240430 w 714375"/>
                <a:gd name="csY851" fmla="*/ 380970 h 381000"/>
                <a:gd name="csX852" fmla="*/ 239030 w 714375"/>
                <a:gd name="csY852" fmla="*/ 380970 h 381000"/>
                <a:gd name="csX853" fmla="*/ 237639 w 714375"/>
                <a:gd name="csY853" fmla="*/ 380970 h 381000"/>
                <a:gd name="csX854" fmla="*/ 236249 w 714375"/>
                <a:gd name="csY854" fmla="*/ 380970 h 381000"/>
                <a:gd name="csX855" fmla="*/ 234858 w 714375"/>
                <a:gd name="csY855" fmla="*/ 380970 h 381000"/>
                <a:gd name="csX856" fmla="*/ 233467 w 714375"/>
                <a:gd name="csY856" fmla="*/ 380970 h 381000"/>
                <a:gd name="csX857" fmla="*/ 232077 w 714375"/>
                <a:gd name="csY857" fmla="*/ 380970 h 381000"/>
                <a:gd name="csX858" fmla="*/ 230676 w 714375"/>
                <a:gd name="csY858" fmla="*/ 380970 h 381000"/>
                <a:gd name="csX859" fmla="*/ 229286 w 714375"/>
                <a:gd name="csY859" fmla="*/ 380970 h 381000"/>
                <a:gd name="csX860" fmla="*/ 227829 w 714375"/>
                <a:gd name="csY860" fmla="*/ 380970 h 381000"/>
                <a:gd name="csX861" fmla="*/ 226438 w 714375"/>
                <a:gd name="csY861" fmla="*/ 380970 h 381000"/>
                <a:gd name="csX862" fmla="*/ 225048 w 714375"/>
                <a:gd name="csY862" fmla="*/ 380970 h 381000"/>
                <a:gd name="csX863" fmla="*/ 223656 w 714375"/>
                <a:gd name="csY863" fmla="*/ 380970 h 381000"/>
                <a:gd name="csX864" fmla="*/ 222266 w 714375"/>
                <a:gd name="csY864" fmla="*/ 380970 h 381000"/>
                <a:gd name="csX865" fmla="*/ 220866 w 714375"/>
                <a:gd name="csY865" fmla="*/ 380970 h 381000"/>
                <a:gd name="csX866" fmla="*/ 219475 w 714375"/>
                <a:gd name="csY866" fmla="*/ 380970 h 381000"/>
                <a:gd name="csX867" fmla="*/ 218085 w 714375"/>
                <a:gd name="csY867" fmla="*/ 380970 h 381000"/>
                <a:gd name="csX868" fmla="*/ 216694 w 714375"/>
                <a:gd name="csY868" fmla="*/ 380970 h 381000"/>
                <a:gd name="csX869" fmla="*/ 215303 w 714375"/>
                <a:gd name="csY869" fmla="*/ 380970 h 381000"/>
                <a:gd name="csX870" fmla="*/ 213903 w 714375"/>
                <a:gd name="csY870" fmla="*/ 380970 h 381000"/>
                <a:gd name="csX871" fmla="*/ 212455 w 714375"/>
                <a:gd name="csY871" fmla="*/ 380970 h 381000"/>
                <a:gd name="csX872" fmla="*/ 211055 w 714375"/>
                <a:gd name="csY872" fmla="*/ 380970 h 381000"/>
                <a:gd name="csX873" fmla="*/ 209664 w 714375"/>
                <a:gd name="csY873" fmla="*/ 380970 h 381000"/>
                <a:gd name="csX874" fmla="*/ 208274 w 714375"/>
                <a:gd name="csY874" fmla="*/ 380970 h 381000"/>
                <a:gd name="csX875" fmla="*/ 206883 w 714375"/>
                <a:gd name="csY875" fmla="*/ 380970 h 381000"/>
                <a:gd name="csX876" fmla="*/ 205492 w 714375"/>
                <a:gd name="csY876" fmla="*/ 380970 h 381000"/>
                <a:gd name="csX877" fmla="*/ 204102 w 714375"/>
                <a:gd name="csY877" fmla="*/ 380970 h 381000"/>
                <a:gd name="csX878" fmla="*/ 202702 w 714375"/>
                <a:gd name="csY878" fmla="*/ 380970 h 381000"/>
                <a:gd name="csX879" fmla="*/ 201311 w 714375"/>
                <a:gd name="csY879" fmla="*/ 380970 h 381000"/>
                <a:gd name="csX880" fmla="*/ 199921 w 714375"/>
                <a:gd name="csY880" fmla="*/ 380970 h 381000"/>
                <a:gd name="csX881" fmla="*/ 198529 w 714375"/>
                <a:gd name="csY881" fmla="*/ 380970 h 381000"/>
                <a:gd name="csX882" fmla="*/ 197072 w 714375"/>
                <a:gd name="csY882" fmla="*/ 380970 h 381000"/>
                <a:gd name="csX883" fmla="*/ 195682 w 714375"/>
                <a:gd name="csY883" fmla="*/ 380970 h 381000"/>
                <a:gd name="csX884" fmla="*/ 194291 w 714375"/>
                <a:gd name="csY884" fmla="*/ 380970 h 381000"/>
                <a:gd name="csX885" fmla="*/ 192891 w 714375"/>
                <a:gd name="csY885" fmla="*/ 380970 h 381000"/>
                <a:gd name="csX886" fmla="*/ 191500 w 714375"/>
                <a:gd name="csY886" fmla="*/ 380970 h 381000"/>
                <a:gd name="csX887" fmla="*/ 190110 w 714375"/>
                <a:gd name="csY887" fmla="*/ 380970 h 381000"/>
                <a:gd name="csX888" fmla="*/ 188719 w 714375"/>
                <a:gd name="csY888" fmla="*/ 380970 h 381000"/>
                <a:gd name="csX889" fmla="*/ 187328 w 714375"/>
                <a:gd name="csY889" fmla="*/ 380970 h 381000"/>
                <a:gd name="csX890" fmla="*/ 185938 w 714375"/>
                <a:gd name="csY890" fmla="*/ 380970 h 381000"/>
                <a:gd name="csX891" fmla="*/ 184537 w 714375"/>
                <a:gd name="csY891" fmla="*/ 380970 h 381000"/>
                <a:gd name="csX892" fmla="*/ 183147 w 714375"/>
                <a:gd name="csY892" fmla="*/ 380970 h 381000"/>
                <a:gd name="csX893" fmla="*/ 181756 w 714375"/>
                <a:gd name="csY893" fmla="*/ 380970 h 381000"/>
                <a:gd name="csX894" fmla="*/ 180299 w 714375"/>
                <a:gd name="csY894" fmla="*/ 380970 h 381000"/>
                <a:gd name="csX895" fmla="*/ 178908 w 714375"/>
                <a:gd name="csY895" fmla="*/ 380970 h 381000"/>
                <a:gd name="csX896" fmla="*/ 177517 w 714375"/>
                <a:gd name="csY896" fmla="*/ 380970 h 381000"/>
                <a:gd name="csX897" fmla="*/ 176117 w 714375"/>
                <a:gd name="csY897" fmla="*/ 380970 h 381000"/>
                <a:gd name="csX898" fmla="*/ 174727 w 714375"/>
                <a:gd name="csY898" fmla="*/ 380970 h 381000"/>
                <a:gd name="csX899" fmla="*/ 173336 w 714375"/>
                <a:gd name="csY899" fmla="*/ 380970 h 381000"/>
                <a:gd name="csX900" fmla="*/ 171946 w 714375"/>
                <a:gd name="csY900" fmla="*/ 380970 h 381000"/>
                <a:gd name="csX901" fmla="*/ 170555 w 714375"/>
                <a:gd name="csY901" fmla="*/ 380970 h 381000"/>
                <a:gd name="csX902" fmla="*/ 169164 w 714375"/>
                <a:gd name="csY902" fmla="*/ 380970 h 381000"/>
                <a:gd name="csX903" fmla="*/ 167764 w 714375"/>
                <a:gd name="csY903" fmla="*/ 380970 h 381000"/>
                <a:gd name="csX904" fmla="*/ 166373 w 714375"/>
                <a:gd name="csY904" fmla="*/ 380970 h 381000"/>
                <a:gd name="csX905" fmla="*/ 164916 w 714375"/>
                <a:gd name="csY905" fmla="*/ 380970 h 381000"/>
                <a:gd name="csX906" fmla="*/ 163525 w 714375"/>
                <a:gd name="csY906" fmla="*/ 380970 h 381000"/>
                <a:gd name="csX907" fmla="*/ 162134 w 714375"/>
                <a:gd name="csY907" fmla="*/ 380970 h 381000"/>
                <a:gd name="csX908" fmla="*/ 160744 w 714375"/>
                <a:gd name="csY908" fmla="*/ 380970 h 381000"/>
                <a:gd name="csX909" fmla="*/ 159353 w 714375"/>
                <a:gd name="csY909" fmla="*/ 380970 h 381000"/>
                <a:gd name="csX910" fmla="*/ 157963 w 714375"/>
                <a:gd name="csY910" fmla="*/ 380970 h 381000"/>
                <a:gd name="csX911" fmla="*/ 156563 w 714375"/>
                <a:gd name="csY911" fmla="*/ 380970 h 381000"/>
                <a:gd name="csX912" fmla="*/ 155172 w 714375"/>
                <a:gd name="csY912" fmla="*/ 380970 h 381000"/>
                <a:gd name="csX913" fmla="*/ 153781 w 714375"/>
                <a:gd name="csY913" fmla="*/ 380970 h 381000"/>
                <a:gd name="csX914" fmla="*/ 152390 w 714375"/>
                <a:gd name="csY914" fmla="*/ 380970 h 381000"/>
                <a:gd name="csX915" fmla="*/ 151000 w 714375"/>
                <a:gd name="csY915" fmla="*/ 380970 h 381000"/>
                <a:gd name="csX916" fmla="*/ 149543 w 714375"/>
                <a:gd name="csY916" fmla="*/ 380970 h 381000"/>
                <a:gd name="csX917" fmla="*/ 148142 w 714375"/>
                <a:gd name="csY917" fmla="*/ 380970 h 381000"/>
                <a:gd name="csX918" fmla="*/ 146752 w 714375"/>
                <a:gd name="csY918" fmla="*/ 380970 h 381000"/>
                <a:gd name="csX919" fmla="*/ 145361 w 714375"/>
                <a:gd name="csY919" fmla="*/ 380970 h 381000"/>
                <a:gd name="csX920" fmla="*/ 143970 w 714375"/>
                <a:gd name="csY920" fmla="*/ 380970 h 381000"/>
                <a:gd name="csX921" fmla="*/ 142580 w 714375"/>
                <a:gd name="csY921" fmla="*/ 380970 h 381000"/>
                <a:gd name="csX922" fmla="*/ 141189 w 714375"/>
                <a:gd name="csY922" fmla="*/ 380970 h 381000"/>
                <a:gd name="csX923" fmla="*/ 139789 w 714375"/>
                <a:gd name="csY923" fmla="*/ 380970 h 381000"/>
                <a:gd name="csX924" fmla="*/ 138398 w 714375"/>
                <a:gd name="csY924" fmla="*/ 380970 h 381000"/>
                <a:gd name="csX925" fmla="*/ 137008 w 714375"/>
                <a:gd name="csY925" fmla="*/ 380970 h 381000"/>
                <a:gd name="csX926" fmla="*/ 135617 w 714375"/>
                <a:gd name="csY926" fmla="*/ 380970 h 381000"/>
                <a:gd name="csX927" fmla="*/ 134226 w 714375"/>
                <a:gd name="csY927" fmla="*/ 380970 h 381000"/>
                <a:gd name="csX928" fmla="*/ 132769 w 714375"/>
                <a:gd name="csY928" fmla="*/ 380970 h 381000"/>
                <a:gd name="csX929" fmla="*/ 131378 w 714375"/>
                <a:gd name="csY929" fmla="*/ 380970 h 381000"/>
                <a:gd name="csX930" fmla="*/ 129978 w 714375"/>
                <a:gd name="csY930" fmla="*/ 380970 h 381000"/>
                <a:gd name="csX931" fmla="*/ 128588 w 714375"/>
                <a:gd name="csY931" fmla="*/ 380970 h 381000"/>
                <a:gd name="csX932" fmla="*/ 127197 w 714375"/>
                <a:gd name="csY932" fmla="*/ 380970 h 381000"/>
                <a:gd name="csX933" fmla="*/ 125806 w 714375"/>
                <a:gd name="csY933" fmla="*/ 380970 h 381000"/>
                <a:gd name="csX934" fmla="*/ 124416 w 714375"/>
                <a:gd name="csY934" fmla="*/ 380970 h 381000"/>
                <a:gd name="csX935" fmla="*/ 123025 w 714375"/>
                <a:gd name="csY935" fmla="*/ 380970 h 381000"/>
                <a:gd name="csX936" fmla="*/ 121625 w 714375"/>
                <a:gd name="csY936" fmla="*/ 380970 h 381000"/>
                <a:gd name="csX937" fmla="*/ 120234 w 714375"/>
                <a:gd name="csY937" fmla="*/ 380970 h 381000"/>
                <a:gd name="csX938" fmla="*/ 118844 w 714375"/>
                <a:gd name="csY938" fmla="*/ 380970 h 381000"/>
                <a:gd name="csX939" fmla="*/ 117386 w 714375"/>
                <a:gd name="csY939" fmla="*/ 380970 h 381000"/>
                <a:gd name="csX940" fmla="*/ 115995 w 714375"/>
                <a:gd name="csY940" fmla="*/ 380970 h 381000"/>
                <a:gd name="csX941" fmla="*/ 114605 w 714375"/>
                <a:gd name="csY941" fmla="*/ 380970 h 381000"/>
                <a:gd name="csX942" fmla="*/ 113214 w 714375"/>
                <a:gd name="csY942" fmla="*/ 380970 h 381000"/>
                <a:gd name="csX943" fmla="*/ 111814 w 714375"/>
                <a:gd name="csY943" fmla="*/ 380970 h 381000"/>
                <a:gd name="csX944" fmla="*/ 110423 w 714375"/>
                <a:gd name="csY944" fmla="*/ 380970 h 381000"/>
                <a:gd name="csX945" fmla="*/ 109032 w 714375"/>
                <a:gd name="csY945" fmla="*/ 380970 h 381000"/>
                <a:gd name="csX946" fmla="*/ 107642 w 714375"/>
                <a:gd name="csY946" fmla="*/ 380970 h 381000"/>
                <a:gd name="csX947" fmla="*/ 106251 w 714375"/>
                <a:gd name="csY947" fmla="*/ 380970 h 381000"/>
                <a:gd name="csX948" fmla="*/ 104851 w 714375"/>
                <a:gd name="csY948" fmla="*/ 380970 h 381000"/>
                <a:gd name="csX949" fmla="*/ 103461 w 714375"/>
                <a:gd name="csY949" fmla="*/ 380970 h 381000"/>
                <a:gd name="csX950" fmla="*/ 102003 w 714375"/>
                <a:gd name="csY950" fmla="*/ 380970 h 381000"/>
                <a:gd name="csX951" fmla="*/ 100613 w 714375"/>
                <a:gd name="csY951" fmla="*/ 380970 h 381000"/>
                <a:gd name="csX952" fmla="*/ 99222 w 714375"/>
                <a:gd name="csY952" fmla="*/ 380970 h 381000"/>
                <a:gd name="csX953" fmla="*/ 97831 w 714375"/>
                <a:gd name="csY953" fmla="*/ 380970 h 381000"/>
                <a:gd name="csX954" fmla="*/ 96441 w 714375"/>
                <a:gd name="csY954" fmla="*/ 380970 h 381000"/>
                <a:gd name="csX955" fmla="*/ 95050 w 714375"/>
                <a:gd name="csY955" fmla="*/ 380970 h 381000"/>
                <a:gd name="csX956" fmla="*/ 93650 w 714375"/>
                <a:gd name="csY956" fmla="*/ 380970 h 381000"/>
                <a:gd name="csX957" fmla="*/ 92259 w 714375"/>
                <a:gd name="csY957" fmla="*/ 380970 h 381000"/>
                <a:gd name="csX958" fmla="*/ 90868 w 714375"/>
                <a:gd name="csY958" fmla="*/ 380970 h 381000"/>
                <a:gd name="csX959" fmla="*/ 89478 w 714375"/>
                <a:gd name="csY959" fmla="*/ 380970 h 381000"/>
                <a:gd name="csX960" fmla="*/ 88087 w 714375"/>
                <a:gd name="csY960" fmla="*/ 380970 h 381000"/>
                <a:gd name="csX961" fmla="*/ 86687 w 714375"/>
                <a:gd name="csY961" fmla="*/ 380970 h 381000"/>
                <a:gd name="csX962" fmla="*/ 85239 w 714375"/>
                <a:gd name="csY962" fmla="*/ 380970 h 381000"/>
                <a:gd name="csX963" fmla="*/ 83839 w 714375"/>
                <a:gd name="csY963" fmla="*/ 380970 h 381000"/>
                <a:gd name="csX964" fmla="*/ 82449 w 714375"/>
                <a:gd name="csY964" fmla="*/ 380970 h 381000"/>
                <a:gd name="csX965" fmla="*/ 81058 w 714375"/>
                <a:gd name="csY965" fmla="*/ 380970 h 381000"/>
                <a:gd name="csX966" fmla="*/ 79667 w 714375"/>
                <a:gd name="csY966" fmla="*/ 380970 h 381000"/>
                <a:gd name="csX967" fmla="*/ 78276 w 714375"/>
                <a:gd name="csY967" fmla="*/ 380970 h 381000"/>
                <a:gd name="csX968" fmla="*/ 76876 w 714375"/>
                <a:gd name="csY968" fmla="*/ 380970 h 381000"/>
                <a:gd name="csX969" fmla="*/ 75486 w 714375"/>
                <a:gd name="csY969" fmla="*/ 380970 h 381000"/>
                <a:gd name="csX970" fmla="*/ 74095 w 714375"/>
                <a:gd name="csY970" fmla="*/ 380970 h 381000"/>
                <a:gd name="csX971" fmla="*/ 72704 w 714375"/>
                <a:gd name="csY971" fmla="*/ 380970 h 381000"/>
                <a:gd name="csX972" fmla="*/ 71314 w 714375"/>
                <a:gd name="csY972" fmla="*/ 380970 h 381000"/>
                <a:gd name="csX973" fmla="*/ 69856 w 714375"/>
                <a:gd name="csY973" fmla="*/ 380970 h 381000"/>
                <a:gd name="csX974" fmla="*/ 68466 w 714375"/>
                <a:gd name="csY974" fmla="*/ 380970 h 381000"/>
                <a:gd name="csX975" fmla="*/ 67075 w 714375"/>
                <a:gd name="csY975" fmla="*/ 380970 h 381000"/>
                <a:gd name="csX976" fmla="*/ 65675 w 714375"/>
                <a:gd name="csY976" fmla="*/ 380970 h 381000"/>
                <a:gd name="csX977" fmla="*/ 64284 w 714375"/>
                <a:gd name="csY977" fmla="*/ 380970 h 381000"/>
                <a:gd name="csX978" fmla="*/ 62893 w 714375"/>
                <a:gd name="csY978" fmla="*/ 380970 h 381000"/>
                <a:gd name="csX979" fmla="*/ 61503 w 714375"/>
                <a:gd name="csY979" fmla="*/ 380970 h 381000"/>
                <a:gd name="csX980" fmla="*/ 60103 w 714375"/>
                <a:gd name="csY980" fmla="*/ 380970 h 381000"/>
                <a:gd name="csX981" fmla="*/ 58712 w 714375"/>
                <a:gd name="csY981" fmla="*/ 380970 h 381000"/>
                <a:gd name="csX982" fmla="*/ 57322 w 714375"/>
                <a:gd name="csY982" fmla="*/ 380970 h 381000"/>
                <a:gd name="csX983" fmla="*/ 55931 w 714375"/>
                <a:gd name="csY983" fmla="*/ 380970 h 381000"/>
                <a:gd name="csX984" fmla="*/ 54474 w 714375"/>
                <a:gd name="csY984" fmla="*/ 380970 h 381000"/>
                <a:gd name="csX985" fmla="*/ 53083 w 714375"/>
                <a:gd name="csY985" fmla="*/ 380970 h 381000"/>
                <a:gd name="csX986" fmla="*/ 51692 w 714375"/>
                <a:gd name="csY986" fmla="*/ 380970 h 381000"/>
                <a:gd name="csX987" fmla="*/ 50302 w 714375"/>
                <a:gd name="csY987" fmla="*/ 380970 h 381000"/>
                <a:gd name="csX988" fmla="*/ 48901 w 714375"/>
                <a:gd name="csY988" fmla="*/ 380970 h 381000"/>
                <a:gd name="csX989" fmla="*/ 47511 w 714375"/>
                <a:gd name="csY989" fmla="*/ 380970 h 381000"/>
                <a:gd name="csX990" fmla="*/ 46120 w 714375"/>
                <a:gd name="csY990" fmla="*/ 380970 h 381000"/>
                <a:gd name="csX991" fmla="*/ 44729 w 714375"/>
                <a:gd name="csY991" fmla="*/ 380970 h 381000"/>
                <a:gd name="csX992" fmla="*/ 43339 w 714375"/>
                <a:gd name="csY992" fmla="*/ 380970 h 381000"/>
                <a:gd name="csX993" fmla="*/ 41948 w 714375"/>
                <a:gd name="csY993" fmla="*/ 380970 h 381000"/>
                <a:gd name="csX994" fmla="*/ 40548 w 714375"/>
                <a:gd name="csY994" fmla="*/ 380970 h 381000"/>
                <a:gd name="csX995" fmla="*/ 39157 w 714375"/>
                <a:gd name="csY995" fmla="*/ 380970 h 381000"/>
                <a:gd name="csX996" fmla="*/ 37700 w 714375"/>
                <a:gd name="csY996" fmla="*/ 380970 h 381000"/>
                <a:gd name="csX997" fmla="*/ 36310 w 714375"/>
                <a:gd name="csY997" fmla="*/ 380970 h 381000"/>
                <a:gd name="csX998" fmla="*/ 34919 w 714375"/>
                <a:gd name="csY998" fmla="*/ 380970 h 381000"/>
                <a:gd name="csX999" fmla="*/ 33528 w 714375"/>
                <a:gd name="csY999" fmla="*/ 380970 h 381000"/>
                <a:gd name="csX1000" fmla="*/ 32137 w 714375"/>
                <a:gd name="csY1000" fmla="*/ 380970 h 381000"/>
                <a:gd name="csX1001" fmla="*/ 30737 w 714375"/>
                <a:gd name="csY1001" fmla="*/ 380970 h 381000"/>
                <a:gd name="csX1002" fmla="*/ 29347 w 714375"/>
                <a:gd name="csY1002" fmla="*/ 380970 h 381000"/>
                <a:gd name="csX1003" fmla="*/ 27956 w 714375"/>
                <a:gd name="csY1003" fmla="*/ 380970 h 381000"/>
                <a:gd name="csX1004" fmla="*/ 26565 w 714375"/>
                <a:gd name="csY1004" fmla="*/ 380970 h 381000"/>
                <a:gd name="csX1005" fmla="*/ 25175 w 714375"/>
                <a:gd name="csY1005" fmla="*/ 380970 h 381000"/>
                <a:gd name="csX1006" fmla="*/ 23774 w 714375"/>
                <a:gd name="csY1006" fmla="*/ 380970 h 381000"/>
                <a:gd name="csX1007" fmla="*/ 22327 w 714375"/>
                <a:gd name="csY1007" fmla="*/ 380970 h 381000"/>
                <a:gd name="csX1008" fmla="*/ 20926 w 714375"/>
                <a:gd name="csY1008" fmla="*/ 380970 h 381000"/>
                <a:gd name="csX1009" fmla="*/ 19536 w 714375"/>
                <a:gd name="csY1009" fmla="*/ 380970 h 381000"/>
                <a:gd name="csX1010" fmla="*/ 18145 w 714375"/>
                <a:gd name="csY1010" fmla="*/ 380970 h 381000"/>
                <a:gd name="csX1011" fmla="*/ 16754 w 714375"/>
                <a:gd name="csY1011" fmla="*/ 380970 h 381000"/>
                <a:gd name="csX1012" fmla="*/ 15364 w 714375"/>
                <a:gd name="csY1012" fmla="*/ 380970 h 381000"/>
                <a:gd name="csX1013" fmla="*/ 13973 w 714375"/>
                <a:gd name="csY1013" fmla="*/ 380970 h 381000"/>
                <a:gd name="csX1014" fmla="*/ 12573 w 714375"/>
                <a:gd name="csY1014" fmla="*/ 380970 h 381000"/>
                <a:gd name="csX1015" fmla="*/ 11183 w 714375"/>
                <a:gd name="csY1015" fmla="*/ 380970 h 381000"/>
                <a:gd name="csX1016" fmla="*/ 9792 w 714375"/>
                <a:gd name="csY1016" fmla="*/ 380970 h 381000"/>
                <a:gd name="csX1017" fmla="*/ 8401 w 714375"/>
                <a:gd name="csY1017" fmla="*/ 380970 h 381000"/>
                <a:gd name="csX1018" fmla="*/ 7010 w 714375"/>
                <a:gd name="csY1018" fmla="*/ 380970 h 381000"/>
                <a:gd name="csX1019" fmla="*/ 5553 w 714375"/>
                <a:gd name="csY1019" fmla="*/ 380970 h 381000"/>
                <a:gd name="csX1020" fmla="*/ 4163 w 714375"/>
                <a:gd name="csY1020" fmla="*/ 380970 h 381000"/>
                <a:gd name="csX1021" fmla="*/ 2762 w 714375"/>
                <a:gd name="csY1021" fmla="*/ 380970 h 381000"/>
                <a:gd name="csX1022" fmla="*/ 1372 w 714375"/>
                <a:gd name="csY1022" fmla="*/ 380970 h 381000"/>
                <a:gd name="csX1023" fmla="*/ -19 w 714375"/>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81000">
                  <a:moveTo>
                    <a:pt x="-19" y="378113"/>
                  </a:moveTo>
                  <a:lnTo>
                    <a:pt x="1372" y="377798"/>
                  </a:lnTo>
                  <a:lnTo>
                    <a:pt x="2762" y="377474"/>
                  </a:lnTo>
                  <a:lnTo>
                    <a:pt x="4163" y="377093"/>
                  </a:lnTo>
                  <a:lnTo>
                    <a:pt x="5553" y="376712"/>
                  </a:lnTo>
                  <a:lnTo>
                    <a:pt x="7010" y="376265"/>
                  </a:lnTo>
                  <a:lnTo>
                    <a:pt x="8401" y="375760"/>
                  </a:lnTo>
                  <a:lnTo>
                    <a:pt x="9792" y="375255"/>
                  </a:lnTo>
                  <a:lnTo>
                    <a:pt x="11183" y="374683"/>
                  </a:lnTo>
                  <a:lnTo>
                    <a:pt x="12573" y="374112"/>
                  </a:lnTo>
                  <a:lnTo>
                    <a:pt x="13973" y="373407"/>
                  </a:lnTo>
                  <a:lnTo>
                    <a:pt x="15364" y="372712"/>
                  </a:lnTo>
                  <a:lnTo>
                    <a:pt x="16754" y="371950"/>
                  </a:lnTo>
                  <a:lnTo>
                    <a:pt x="18145" y="371121"/>
                  </a:lnTo>
                  <a:lnTo>
                    <a:pt x="19536" y="370169"/>
                  </a:lnTo>
                  <a:lnTo>
                    <a:pt x="20926" y="369216"/>
                  </a:lnTo>
                  <a:lnTo>
                    <a:pt x="22327" y="368197"/>
                  </a:lnTo>
                  <a:lnTo>
                    <a:pt x="23774" y="367054"/>
                  </a:lnTo>
                  <a:lnTo>
                    <a:pt x="25175" y="365787"/>
                  </a:lnTo>
                  <a:lnTo>
                    <a:pt x="26565" y="364520"/>
                  </a:lnTo>
                  <a:lnTo>
                    <a:pt x="27956" y="363120"/>
                  </a:lnTo>
                  <a:lnTo>
                    <a:pt x="29347" y="361653"/>
                  </a:lnTo>
                  <a:lnTo>
                    <a:pt x="30737" y="360072"/>
                  </a:lnTo>
                  <a:lnTo>
                    <a:pt x="32137" y="358358"/>
                  </a:lnTo>
                  <a:lnTo>
                    <a:pt x="33528" y="356510"/>
                  </a:lnTo>
                  <a:lnTo>
                    <a:pt x="34919" y="354605"/>
                  </a:lnTo>
                  <a:lnTo>
                    <a:pt x="36310" y="352576"/>
                  </a:lnTo>
                  <a:lnTo>
                    <a:pt x="37700" y="350414"/>
                  </a:lnTo>
                  <a:lnTo>
                    <a:pt x="39157" y="348128"/>
                  </a:lnTo>
                  <a:lnTo>
                    <a:pt x="40548" y="345709"/>
                  </a:lnTo>
                  <a:lnTo>
                    <a:pt x="41948" y="343108"/>
                  </a:lnTo>
                  <a:lnTo>
                    <a:pt x="43339" y="340375"/>
                  </a:lnTo>
                  <a:lnTo>
                    <a:pt x="44729" y="337517"/>
                  </a:lnTo>
                  <a:lnTo>
                    <a:pt x="46120" y="334469"/>
                  </a:lnTo>
                  <a:lnTo>
                    <a:pt x="47511" y="331288"/>
                  </a:lnTo>
                  <a:lnTo>
                    <a:pt x="48901" y="328049"/>
                  </a:lnTo>
                  <a:lnTo>
                    <a:pt x="50302" y="324487"/>
                  </a:lnTo>
                  <a:lnTo>
                    <a:pt x="51692" y="320810"/>
                  </a:lnTo>
                  <a:lnTo>
                    <a:pt x="53083" y="317057"/>
                  </a:lnTo>
                  <a:lnTo>
                    <a:pt x="54474" y="312990"/>
                  </a:lnTo>
                  <a:lnTo>
                    <a:pt x="55931" y="308866"/>
                  </a:lnTo>
                  <a:lnTo>
                    <a:pt x="57322" y="304542"/>
                  </a:lnTo>
                  <a:lnTo>
                    <a:pt x="58712" y="300027"/>
                  </a:lnTo>
                  <a:lnTo>
                    <a:pt x="60103" y="295331"/>
                  </a:lnTo>
                  <a:lnTo>
                    <a:pt x="61503" y="290435"/>
                  </a:lnTo>
                  <a:lnTo>
                    <a:pt x="62893" y="285415"/>
                  </a:lnTo>
                  <a:lnTo>
                    <a:pt x="64284" y="280205"/>
                  </a:lnTo>
                  <a:lnTo>
                    <a:pt x="65675" y="274871"/>
                  </a:lnTo>
                  <a:lnTo>
                    <a:pt x="67075" y="269280"/>
                  </a:lnTo>
                  <a:lnTo>
                    <a:pt x="68466" y="263565"/>
                  </a:lnTo>
                  <a:lnTo>
                    <a:pt x="69856" y="257716"/>
                  </a:lnTo>
                  <a:lnTo>
                    <a:pt x="71314" y="251744"/>
                  </a:lnTo>
                  <a:lnTo>
                    <a:pt x="72704" y="245524"/>
                  </a:lnTo>
                  <a:lnTo>
                    <a:pt x="74095" y="239228"/>
                  </a:lnTo>
                  <a:lnTo>
                    <a:pt x="75486" y="232818"/>
                  </a:lnTo>
                  <a:lnTo>
                    <a:pt x="76876" y="226208"/>
                  </a:lnTo>
                  <a:lnTo>
                    <a:pt x="78276" y="219474"/>
                  </a:lnTo>
                  <a:lnTo>
                    <a:pt x="79667" y="212740"/>
                  </a:lnTo>
                  <a:lnTo>
                    <a:pt x="81058" y="205748"/>
                  </a:lnTo>
                  <a:lnTo>
                    <a:pt x="82449" y="198757"/>
                  </a:lnTo>
                  <a:lnTo>
                    <a:pt x="83839" y="191708"/>
                  </a:lnTo>
                  <a:lnTo>
                    <a:pt x="85239" y="184526"/>
                  </a:lnTo>
                  <a:lnTo>
                    <a:pt x="86687" y="177354"/>
                  </a:lnTo>
                  <a:lnTo>
                    <a:pt x="88087" y="170106"/>
                  </a:lnTo>
                  <a:lnTo>
                    <a:pt x="89478" y="162800"/>
                  </a:lnTo>
                  <a:lnTo>
                    <a:pt x="90868" y="155494"/>
                  </a:lnTo>
                  <a:lnTo>
                    <a:pt x="92259" y="148189"/>
                  </a:lnTo>
                  <a:lnTo>
                    <a:pt x="93650" y="140883"/>
                  </a:lnTo>
                  <a:lnTo>
                    <a:pt x="95050" y="133644"/>
                  </a:lnTo>
                  <a:lnTo>
                    <a:pt x="96441" y="126395"/>
                  </a:lnTo>
                  <a:lnTo>
                    <a:pt x="97831" y="119280"/>
                  </a:lnTo>
                  <a:lnTo>
                    <a:pt x="99222" y="112165"/>
                  </a:lnTo>
                  <a:lnTo>
                    <a:pt x="100613" y="105183"/>
                  </a:lnTo>
                  <a:lnTo>
                    <a:pt x="102003" y="98249"/>
                  </a:lnTo>
                  <a:lnTo>
                    <a:pt x="103461" y="91515"/>
                  </a:lnTo>
                  <a:lnTo>
                    <a:pt x="104851" y="84914"/>
                  </a:lnTo>
                  <a:lnTo>
                    <a:pt x="106251" y="78370"/>
                  </a:lnTo>
                  <a:lnTo>
                    <a:pt x="107642" y="72074"/>
                  </a:lnTo>
                  <a:lnTo>
                    <a:pt x="109032" y="65978"/>
                  </a:lnTo>
                  <a:lnTo>
                    <a:pt x="110423" y="60006"/>
                  </a:lnTo>
                  <a:lnTo>
                    <a:pt x="111814" y="54358"/>
                  </a:lnTo>
                  <a:lnTo>
                    <a:pt x="113214" y="48890"/>
                  </a:lnTo>
                  <a:lnTo>
                    <a:pt x="114605" y="43556"/>
                  </a:lnTo>
                  <a:lnTo>
                    <a:pt x="115995" y="38594"/>
                  </a:lnTo>
                  <a:lnTo>
                    <a:pt x="117386" y="33898"/>
                  </a:lnTo>
                  <a:lnTo>
                    <a:pt x="118844" y="29383"/>
                  </a:lnTo>
                  <a:lnTo>
                    <a:pt x="120234" y="25259"/>
                  </a:lnTo>
                  <a:lnTo>
                    <a:pt x="121625" y="21382"/>
                  </a:lnTo>
                  <a:lnTo>
                    <a:pt x="123025" y="17763"/>
                  </a:lnTo>
                  <a:lnTo>
                    <a:pt x="124416" y="14515"/>
                  </a:lnTo>
                  <a:lnTo>
                    <a:pt x="125806" y="11600"/>
                  </a:lnTo>
                  <a:lnTo>
                    <a:pt x="127197" y="8990"/>
                  </a:lnTo>
                  <a:lnTo>
                    <a:pt x="128588" y="6638"/>
                  </a:lnTo>
                  <a:lnTo>
                    <a:pt x="129978" y="4733"/>
                  </a:lnTo>
                  <a:lnTo>
                    <a:pt x="131378" y="3142"/>
                  </a:lnTo>
                  <a:lnTo>
                    <a:pt x="132769" y="1808"/>
                  </a:lnTo>
                  <a:lnTo>
                    <a:pt x="134226" y="923"/>
                  </a:lnTo>
                  <a:lnTo>
                    <a:pt x="135617" y="284"/>
                  </a:lnTo>
                  <a:lnTo>
                    <a:pt x="137008" y="-30"/>
                  </a:lnTo>
                  <a:lnTo>
                    <a:pt x="138398" y="94"/>
                  </a:lnTo>
                  <a:lnTo>
                    <a:pt x="139789" y="475"/>
                  </a:lnTo>
                  <a:lnTo>
                    <a:pt x="141189" y="1113"/>
                  </a:lnTo>
                  <a:lnTo>
                    <a:pt x="142580" y="2189"/>
                  </a:lnTo>
                  <a:lnTo>
                    <a:pt x="143970" y="3590"/>
                  </a:lnTo>
                  <a:lnTo>
                    <a:pt x="145361" y="5180"/>
                  </a:lnTo>
                  <a:lnTo>
                    <a:pt x="146752" y="7152"/>
                  </a:lnTo>
                  <a:lnTo>
                    <a:pt x="148142" y="9438"/>
                  </a:lnTo>
                  <a:lnTo>
                    <a:pt x="149543" y="11914"/>
                  </a:lnTo>
                  <a:lnTo>
                    <a:pt x="151000" y="14705"/>
                  </a:lnTo>
                  <a:lnTo>
                    <a:pt x="152390" y="17763"/>
                  </a:lnTo>
                  <a:lnTo>
                    <a:pt x="153781" y="21058"/>
                  </a:lnTo>
                  <a:lnTo>
                    <a:pt x="155172" y="24554"/>
                  </a:lnTo>
                  <a:lnTo>
                    <a:pt x="156563" y="28364"/>
                  </a:lnTo>
                  <a:lnTo>
                    <a:pt x="157963" y="32307"/>
                  </a:lnTo>
                  <a:lnTo>
                    <a:pt x="159353" y="36441"/>
                  </a:lnTo>
                  <a:lnTo>
                    <a:pt x="160744" y="40823"/>
                  </a:lnTo>
                  <a:lnTo>
                    <a:pt x="162134" y="45271"/>
                  </a:lnTo>
                  <a:lnTo>
                    <a:pt x="163525" y="49910"/>
                  </a:lnTo>
                  <a:lnTo>
                    <a:pt x="164916" y="54796"/>
                  </a:lnTo>
                  <a:lnTo>
                    <a:pt x="166373" y="59692"/>
                  </a:lnTo>
                  <a:lnTo>
                    <a:pt x="167764" y="64711"/>
                  </a:lnTo>
                  <a:lnTo>
                    <a:pt x="169164" y="69922"/>
                  </a:lnTo>
                  <a:lnTo>
                    <a:pt x="170555" y="75132"/>
                  </a:lnTo>
                  <a:lnTo>
                    <a:pt x="171946" y="80466"/>
                  </a:lnTo>
                  <a:lnTo>
                    <a:pt x="173336" y="85800"/>
                  </a:lnTo>
                  <a:lnTo>
                    <a:pt x="174727" y="91267"/>
                  </a:lnTo>
                  <a:lnTo>
                    <a:pt x="176117" y="96725"/>
                  </a:lnTo>
                  <a:lnTo>
                    <a:pt x="177517" y="102192"/>
                  </a:lnTo>
                  <a:lnTo>
                    <a:pt x="178908" y="107717"/>
                  </a:lnTo>
                  <a:lnTo>
                    <a:pt x="180299" y="113184"/>
                  </a:lnTo>
                  <a:lnTo>
                    <a:pt x="181756" y="118709"/>
                  </a:lnTo>
                  <a:lnTo>
                    <a:pt x="183147" y="124176"/>
                  </a:lnTo>
                  <a:lnTo>
                    <a:pt x="184537" y="129577"/>
                  </a:lnTo>
                  <a:lnTo>
                    <a:pt x="185938" y="135034"/>
                  </a:lnTo>
                  <a:lnTo>
                    <a:pt x="187328" y="140378"/>
                  </a:lnTo>
                  <a:lnTo>
                    <a:pt x="188719" y="145645"/>
                  </a:lnTo>
                  <a:lnTo>
                    <a:pt x="190110" y="150922"/>
                  </a:lnTo>
                  <a:lnTo>
                    <a:pt x="191500" y="156066"/>
                  </a:lnTo>
                  <a:lnTo>
                    <a:pt x="192891" y="161209"/>
                  </a:lnTo>
                  <a:lnTo>
                    <a:pt x="194291" y="166229"/>
                  </a:lnTo>
                  <a:lnTo>
                    <a:pt x="195682" y="171125"/>
                  </a:lnTo>
                  <a:lnTo>
                    <a:pt x="197072" y="175954"/>
                  </a:lnTo>
                  <a:lnTo>
                    <a:pt x="198529" y="180717"/>
                  </a:lnTo>
                  <a:lnTo>
                    <a:pt x="199921" y="185355"/>
                  </a:lnTo>
                  <a:lnTo>
                    <a:pt x="201311" y="189927"/>
                  </a:lnTo>
                  <a:lnTo>
                    <a:pt x="202702" y="194375"/>
                  </a:lnTo>
                  <a:lnTo>
                    <a:pt x="204102" y="198700"/>
                  </a:lnTo>
                  <a:lnTo>
                    <a:pt x="205492" y="202890"/>
                  </a:lnTo>
                  <a:lnTo>
                    <a:pt x="206883" y="207025"/>
                  </a:lnTo>
                  <a:lnTo>
                    <a:pt x="208274" y="211025"/>
                  </a:lnTo>
                  <a:lnTo>
                    <a:pt x="209664" y="214902"/>
                  </a:lnTo>
                  <a:lnTo>
                    <a:pt x="211055" y="218712"/>
                  </a:lnTo>
                  <a:lnTo>
                    <a:pt x="212455" y="222331"/>
                  </a:lnTo>
                  <a:lnTo>
                    <a:pt x="213903" y="225893"/>
                  </a:lnTo>
                  <a:lnTo>
                    <a:pt x="215303" y="229323"/>
                  </a:lnTo>
                  <a:lnTo>
                    <a:pt x="216694" y="232685"/>
                  </a:lnTo>
                  <a:lnTo>
                    <a:pt x="218085" y="235866"/>
                  </a:lnTo>
                  <a:lnTo>
                    <a:pt x="219475" y="238981"/>
                  </a:lnTo>
                  <a:lnTo>
                    <a:pt x="220866" y="242029"/>
                  </a:lnTo>
                  <a:lnTo>
                    <a:pt x="222266" y="244886"/>
                  </a:lnTo>
                  <a:lnTo>
                    <a:pt x="223656" y="247677"/>
                  </a:lnTo>
                  <a:lnTo>
                    <a:pt x="225048" y="250411"/>
                  </a:lnTo>
                  <a:lnTo>
                    <a:pt x="226438" y="253021"/>
                  </a:lnTo>
                  <a:lnTo>
                    <a:pt x="227829" y="255497"/>
                  </a:lnTo>
                  <a:lnTo>
                    <a:pt x="229286" y="257907"/>
                  </a:lnTo>
                  <a:lnTo>
                    <a:pt x="230676" y="260193"/>
                  </a:lnTo>
                  <a:lnTo>
                    <a:pt x="232077" y="262479"/>
                  </a:lnTo>
                  <a:lnTo>
                    <a:pt x="233467" y="264641"/>
                  </a:lnTo>
                  <a:lnTo>
                    <a:pt x="234858" y="266680"/>
                  </a:lnTo>
                  <a:lnTo>
                    <a:pt x="236249" y="268642"/>
                  </a:lnTo>
                  <a:lnTo>
                    <a:pt x="237639" y="270556"/>
                  </a:lnTo>
                  <a:lnTo>
                    <a:pt x="239030" y="272395"/>
                  </a:lnTo>
                  <a:lnTo>
                    <a:pt x="240430" y="274176"/>
                  </a:lnTo>
                  <a:lnTo>
                    <a:pt x="241821" y="275824"/>
                  </a:lnTo>
                  <a:lnTo>
                    <a:pt x="243212" y="277481"/>
                  </a:lnTo>
                  <a:lnTo>
                    <a:pt x="244602" y="279005"/>
                  </a:lnTo>
                  <a:lnTo>
                    <a:pt x="246060" y="280529"/>
                  </a:lnTo>
                  <a:lnTo>
                    <a:pt x="247450" y="281929"/>
                  </a:lnTo>
                  <a:lnTo>
                    <a:pt x="248841" y="283320"/>
                  </a:lnTo>
                  <a:lnTo>
                    <a:pt x="250241" y="284653"/>
                  </a:lnTo>
                  <a:lnTo>
                    <a:pt x="251631" y="285930"/>
                  </a:lnTo>
                  <a:lnTo>
                    <a:pt x="253022" y="287130"/>
                  </a:lnTo>
                  <a:lnTo>
                    <a:pt x="254413" y="288273"/>
                  </a:lnTo>
                  <a:lnTo>
                    <a:pt x="255803" y="289425"/>
                  </a:lnTo>
                  <a:lnTo>
                    <a:pt x="257204" y="290502"/>
                  </a:lnTo>
                  <a:lnTo>
                    <a:pt x="258594" y="291521"/>
                  </a:lnTo>
                  <a:lnTo>
                    <a:pt x="259985" y="292530"/>
                  </a:lnTo>
                  <a:lnTo>
                    <a:pt x="261442" y="293426"/>
                  </a:lnTo>
                  <a:lnTo>
                    <a:pt x="262833" y="294378"/>
                  </a:lnTo>
                  <a:lnTo>
                    <a:pt x="264224" y="295264"/>
                  </a:lnTo>
                  <a:lnTo>
                    <a:pt x="265614" y="296093"/>
                  </a:lnTo>
                  <a:lnTo>
                    <a:pt x="267005" y="296921"/>
                  </a:lnTo>
                  <a:lnTo>
                    <a:pt x="268405" y="297684"/>
                  </a:lnTo>
                  <a:lnTo>
                    <a:pt x="269796" y="298445"/>
                  </a:lnTo>
                  <a:lnTo>
                    <a:pt x="271187" y="299141"/>
                  </a:lnTo>
                  <a:lnTo>
                    <a:pt x="272577" y="299836"/>
                  </a:lnTo>
                  <a:lnTo>
                    <a:pt x="273968" y="300541"/>
                  </a:lnTo>
                  <a:lnTo>
                    <a:pt x="275368" y="301179"/>
                  </a:lnTo>
                  <a:lnTo>
                    <a:pt x="276816" y="301751"/>
                  </a:lnTo>
                  <a:lnTo>
                    <a:pt x="278216" y="302379"/>
                  </a:lnTo>
                  <a:lnTo>
                    <a:pt x="279606" y="302951"/>
                  </a:lnTo>
                  <a:lnTo>
                    <a:pt x="280997" y="303465"/>
                  </a:lnTo>
                  <a:lnTo>
                    <a:pt x="282388" y="304037"/>
                  </a:lnTo>
                  <a:lnTo>
                    <a:pt x="283778" y="304542"/>
                  </a:lnTo>
                  <a:lnTo>
                    <a:pt x="285179" y="304989"/>
                  </a:lnTo>
                  <a:lnTo>
                    <a:pt x="286569" y="305494"/>
                  </a:lnTo>
                  <a:lnTo>
                    <a:pt x="287960" y="305941"/>
                  </a:lnTo>
                  <a:lnTo>
                    <a:pt x="289351" y="306380"/>
                  </a:lnTo>
                  <a:lnTo>
                    <a:pt x="290741" y="306761"/>
                  </a:lnTo>
                  <a:lnTo>
                    <a:pt x="292132" y="307209"/>
                  </a:lnTo>
                  <a:lnTo>
                    <a:pt x="293589" y="307589"/>
                  </a:lnTo>
                  <a:lnTo>
                    <a:pt x="294980" y="307970"/>
                  </a:lnTo>
                  <a:lnTo>
                    <a:pt x="296380" y="308294"/>
                  </a:lnTo>
                  <a:lnTo>
                    <a:pt x="297770" y="308675"/>
                  </a:lnTo>
                  <a:lnTo>
                    <a:pt x="299161" y="308990"/>
                  </a:lnTo>
                  <a:lnTo>
                    <a:pt x="300552" y="309304"/>
                  </a:lnTo>
                  <a:lnTo>
                    <a:pt x="301943" y="309628"/>
                  </a:lnTo>
                  <a:lnTo>
                    <a:pt x="303343" y="309876"/>
                  </a:lnTo>
                  <a:lnTo>
                    <a:pt x="304733" y="310199"/>
                  </a:lnTo>
                  <a:lnTo>
                    <a:pt x="306124" y="310447"/>
                  </a:lnTo>
                  <a:lnTo>
                    <a:pt x="307515" y="310704"/>
                  </a:lnTo>
                  <a:lnTo>
                    <a:pt x="308972" y="310961"/>
                  </a:lnTo>
                  <a:lnTo>
                    <a:pt x="310363" y="311209"/>
                  </a:lnTo>
                  <a:lnTo>
                    <a:pt x="311753" y="311466"/>
                  </a:lnTo>
                  <a:lnTo>
                    <a:pt x="313154" y="311657"/>
                  </a:lnTo>
                  <a:lnTo>
                    <a:pt x="314544" y="311847"/>
                  </a:lnTo>
                  <a:lnTo>
                    <a:pt x="315935" y="312104"/>
                  </a:lnTo>
                  <a:lnTo>
                    <a:pt x="317326" y="312295"/>
                  </a:lnTo>
                  <a:lnTo>
                    <a:pt x="318716" y="312419"/>
                  </a:lnTo>
                  <a:lnTo>
                    <a:pt x="320107" y="312609"/>
                  </a:lnTo>
                  <a:lnTo>
                    <a:pt x="321507" y="312799"/>
                  </a:lnTo>
                  <a:lnTo>
                    <a:pt x="322897" y="312923"/>
                  </a:lnTo>
                  <a:lnTo>
                    <a:pt x="324355" y="313114"/>
                  </a:lnTo>
                  <a:lnTo>
                    <a:pt x="325745" y="313247"/>
                  </a:lnTo>
                  <a:lnTo>
                    <a:pt x="327136" y="313371"/>
                  </a:lnTo>
                  <a:lnTo>
                    <a:pt x="328527" y="313504"/>
                  </a:lnTo>
                  <a:lnTo>
                    <a:pt x="329917" y="313628"/>
                  </a:lnTo>
                  <a:lnTo>
                    <a:pt x="331318" y="313752"/>
                  </a:lnTo>
                  <a:lnTo>
                    <a:pt x="332708" y="313819"/>
                  </a:lnTo>
                  <a:lnTo>
                    <a:pt x="334099" y="313943"/>
                  </a:lnTo>
                  <a:lnTo>
                    <a:pt x="335490" y="314076"/>
                  </a:lnTo>
                  <a:lnTo>
                    <a:pt x="336880" y="314133"/>
                  </a:lnTo>
                  <a:lnTo>
                    <a:pt x="338271" y="314200"/>
                  </a:lnTo>
                  <a:lnTo>
                    <a:pt x="339671" y="314324"/>
                  </a:lnTo>
                  <a:lnTo>
                    <a:pt x="341128" y="314390"/>
                  </a:lnTo>
                  <a:lnTo>
                    <a:pt x="342519" y="314457"/>
                  </a:lnTo>
                  <a:lnTo>
                    <a:pt x="343909" y="314514"/>
                  </a:lnTo>
                  <a:lnTo>
                    <a:pt x="345301" y="314581"/>
                  </a:lnTo>
                  <a:lnTo>
                    <a:pt x="346691" y="314647"/>
                  </a:lnTo>
                  <a:lnTo>
                    <a:pt x="348091" y="314705"/>
                  </a:lnTo>
                  <a:lnTo>
                    <a:pt x="349482" y="314705"/>
                  </a:lnTo>
                  <a:lnTo>
                    <a:pt x="350872" y="314771"/>
                  </a:lnTo>
                  <a:lnTo>
                    <a:pt x="352263" y="314838"/>
                  </a:lnTo>
                  <a:lnTo>
                    <a:pt x="353654" y="314838"/>
                  </a:lnTo>
                  <a:lnTo>
                    <a:pt x="355044" y="314895"/>
                  </a:lnTo>
                  <a:lnTo>
                    <a:pt x="356502" y="314962"/>
                  </a:lnTo>
                  <a:lnTo>
                    <a:pt x="357892" y="314962"/>
                  </a:lnTo>
                  <a:lnTo>
                    <a:pt x="359293" y="314962"/>
                  </a:lnTo>
                  <a:lnTo>
                    <a:pt x="360683" y="315028"/>
                  </a:lnTo>
                  <a:lnTo>
                    <a:pt x="362074" y="315028"/>
                  </a:lnTo>
                  <a:lnTo>
                    <a:pt x="363465" y="315028"/>
                  </a:lnTo>
                  <a:lnTo>
                    <a:pt x="364855" y="315086"/>
                  </a:lnTo>
                  <a:lnTo>
                    <a:pt x="366246" y="315086"/>
                  </a:lnTo>
                  <a:lnTo>
                    <a:pt x="367646" y="315086"/>
                  </a:lnTo>
                  <a:lnTo>
                    <a:pt x="369036" y="315086"/>
                  </a:lnTo>
                  <a:lnTo>
                    <a:pt x="370428" y="315152"/>
                  </a:lnTo>
                  <a:lnTo>
                    <a:pt x="371818" y="315152"/>
                  </a:lnTo>
                  <a:lnTo>
                    <a:pt x="373275" y="315152"/>
                  </a:lnTo>
                  <a:lnTo>
                    <a:pt x="374666" y="315152"/>
                  </a:lnTo>
                  <a:lnTo>
                    <a:pt x="376066" y="315152"/>
                  </a:lnTo>
                  <a:lnTo>
                    <a:pt x="377457" y="315152"/>
                  </a:lnTo>
                  <a:lnTo>
                    <a:pt x="378847" y="315152"/>
                  </a:lnTo>
                  <a:lnTo>
                    <a:pt x="380238" y="315152"/>
                  </a:lnTo>
                  <a:lnTo>
                    <a:pt x="381629" y="315086"/>
                  </a:lnTo>
                  <a:lnTo>
                    <a:pt x="383019" y="315086"/>
                  </a:lnTo>
                  <a:lnTo>
                    <a:pt x="384420" y="315086"/>
                  </a:lnTo>
                  <a:lnTo>
                    <a:pt x="385810" y="315086"/>
                  </a:lnTo>
                  <a:lnTo>
                    <a:pt x="387201" y="315086"/>
                  </a:lnTo>
                  <a:lnTo>
                    <a:pt x="388658" y="315028"/>
                  </a:lnTo>
                  <a:lnTo>
                    <a:pt x="390049" y="315028"/>
                  </a:lnTo>
                  <a:lnTo>
                    <a:pt x="391440" y="314962"/>
                  </a:lnTo>
                  <a:lnTo>
                    <a:pt x="392830" y="314962"/>
                  </a:lnTo>
                  <a:lnTo>
                    <a:pt x="394230" y="314895"/>
                  </a:lnTo>
                  <a:lnTo>
                    <a:pt x="395621" y="314895"/>
                  </a:lnTo>
                  <a:lnTo>
                    <a:pt x="397011" y="314838"/>
                  </a:lnTo>
                  <a:lnTo>
                    <a:pt x="398402" y="314838"/>
                  </a:lnTo>
                  <a:lnTo>
                    <a:pt x="399793" y="314771"/>
                  </a:lnTo>
                  <a:lnTo>
                    <a:pt x="401193" y="314705"/>
                  </a:lnTo>
                  <a:lnTo>
                    <a:pt x="402584" y="314647"/>
                  </a:lnTo>
                  <a:lnTo>
                    <a:pt x="404041" y="314581"/>
                  </a:lnTo>
                  <a:lnTo>
                    <a:pt x="405432" y="314514"/>
                  </a:lnTo>
                  <a:lnTo>
                    <a:pt x="406822" y="314457"/>
                  </a:lnTo>
                  <a:lnTo>
                    <a:pt x="408213" y="314390"/>
                  </a:lnTo>
                  <a:lnTo>
                    <a:pt x="409604" y="314324"/>
                  </a:lnTo>
                  <a:lnTo>
                    <a:pt x="410994" y="314200"/>
                  </a:lnTo>
                  <a:lnTo>
                    <a:pt x="412394" y="314133"/>
                  </a:lnTo>
                  <a:lnTo>
                    <a:pt x="413785" y="314009"/>
                  </a:lnTo>
                  <a:lnTo>
                    <a:pt x="415176" y="313943"/>
                  </a:lnTo>
                  <a:lnTo>
                    <a:pt x="416567" y="313819"/>
                  </a:lnTo>
                  <a:lnTo>
                    <a:pt x="417957" y="313685"/>
                  </a:lnTo>
                  <a:lnTo>
                    <a:pt x="419357" y="313562"/>
                  </a:lnTo>
                  <a:lnTo>
                    <a:pt x="420805" y="313438"/>
                  </a:lnTo>
                  <a:lnTo>
                    <a:pt x="422205" y="313304"/>
                  </a:lnTo>
                  <a:lnTo>
                    <a:pt x="423596" y="313181"/>
                  </a:lnTo>
                  <a:lnTo>
                    <a:pt x="424986" y="313057"/>
                  </a:lnTo>
                  <a:lnTo>
                    <a:pt x="426377" y="312866"/>
                  </a:lnTo>
                  <a:lnTo>
                    <a:pt x="427768" y="312733"/>
                  </a:lnTo>
                  <a:lnTo>
                    <a:pt x="429158" y="312543"/>
                  </a:lnTo>
                  <a:lnTo>
                    <a:pt x="430559" y="312352"/>
                  </a:lnTo>
                  <a:lnTo>
                    <a:pt x="431949" y="312161"/>
                  </a:lnTo>
                  <a:lnTo>
                    <a:pt x="433340" y="311971"/>
                  </a:lnTo>
                  <a:lnTo>
                    <a:pt x="434731" y="311780"/>
                  </a:lnTo>
                  <a:lnTo>
                    <a:pt x="436188" y="311533"/>
                  </a:lnTo>
                  <a:lnTo>
                    <a:pt x="437579" y="311276"/>
                  </a:lnTo>
                  <a:lnTo>
                    <a:pt x="438969" y="311085"/>
                  </a:lnTo>
                  <a:lnTo>
                    <a:pt x="440369" y="310828"/>
                  </a:lnTo>
                  <a:lnTo>
                    <a:pt x="441760" y="310580"/>
                  </a:lnTo>
                  <a:lnTo>
                    <a:pt x="443150" y="310256"/>
                  </a:lnTo>
                  <a:lnTo>
                    <a:pt x="444541" y="310009"/>
                  </a:lnTo>
                  <a:lnTo>
                    <a:pt x="445932" y="309685"/>
                  </a:lnTo>
                  <a:lnTo>
                    <a:pt x="447332" y="309371"/>
                  </a:lnTo>
                  <a:lnTo>
                    <a:pt x="448723" y="309056"/>
                  </a:lnTo>
                  <a:lnTo>
                    <a:pt x="450113" y="308675"/>
                  </a:lnTo>
                  <a:lnTo>
                    <a:pt x="451571" y="308294"/>
                  </a:lnTo>
                  <a:lnTo>
                    <a:pt x="452962" y="307904"/>
                  </a:lnTo>
                  <a:lnTo>
                    <a:pt x="454352" y="307523"/>
                  </a:lnTo>
                  <a:lnTo>
                    <a:pt x="455743" y="307085"/>
                  </a:lnTo>
                  <a:lnTo>
                    <a:pt x="457143" y="306637"/>
                  </a:lnTo>
                  <a:lnTo>
                    <a:pt x="458534" y="306189"/>
                  </a:lnTo>
                  <a:lnTo>
                    <a:pt x="459924" y="305684"/>
                  </a:lnTo>
                  <a:lnTo>
                    <a:pt x="461315" y="305180"/>
                  </a:lnTo>
                  <a:lnTo>
                    <a:pt x="462706" y="304608"/>
                  </a:lnTo>
                  <a:lnTo>
                    <a:pt x="464096" y="304037"/>
                  </a:lnTo>
                  <a:lnTo>
                    <a:pt x="465496" y="303465"/>
                  </a:lnTo>
                  <a:lnTo>
                    <a:pt x="466887" y="302827"/>
                  </a:lnTo>
                  <a:lnTo>
                    <a:pt x="468344" y="302132"/>
                  </a:lnTo>
                  <a:lnTo>
                    <a:pt x="469735" y="301427"/>
                  </a:lnTo>
                  <a:lnTo>
                    <a:pt x="471126" y="300665"/>
                  </a:lnTo>
                  <a:lnTo>
                    <a:pt x="472516" y="299903"/>
                  </a:lnTo>
                  <a:lnTo>
                    <a:pt x="473907" y="299074"/>
                  </a:lnTo>
                  <a:lnTo>
                    <a:pt x="475307" y="298188"/>
                  </a:lnTo>
                  <a:lnTo>
                    <a:pt x="476698" y="297302"/>
                  </a:lnTo>
                  <a:lnTo>
                    <a:pt x="478088" y="296350"/>
                  </a:lnTo>
                  <a:lnTo>
                    <a:pt x="479479" y="295331"/>
                  </a:lnTo>
                  <a:lnTo>
                    <a:pt x="480870" y="294245"/>
                  </a:lnTo>
                  <a:lnTo>
                    <a:pt x="482260" y="293102"/>
                  </a:lnTo>
                  <a:lnTo>
                    <a:pt x="483718" y="291902"/>
                  </a:lnTo>
                  <a:lnTo>
                    <a:pt x="485108" y="290692"/>
                  </a:lnTo>
                  <a:lnTo>
                    <a:pt x="486508" y="289358"/>
                  </a:lnTo>
                  <a:lnTo>
                    <a:pt x="487899" y="287958"/>
                  </a:lnTo>
                  <a:lnTo>
                    <a:pt x="489290" y="286558"/>
                  </a:lnTo>
                  <a:lnTo>
                    <a:pt x="490681" y="285034"/>
                  </a:lnTo>
                  <a:lnTo>
                    <a:pt x="492071" y="283453"/>
                  </a:lnTo>
                  <a:lnTo>
                    <a:pt x="493471" y="281796"/>
                  </a:lnTo>
                  <a:lnTo>
                    <a:pt x="494862" y="280015"/>
                  </a:lnTo>
                  <a:lnTo>
                    <a:pt x="496252" y="278176"/>
                  </a:lnTo>
                  <a:lnTo>
                    <a:pt x="497643" y="276271"/>
                  </a:lnTo>
                  <a:lnTo>
                    <a:pt x="499101" y="274299"/>
                  </a:lnTo>
                  <a:lnTo>
                    <a:pt x="500491" y="272204"/>
                  </a:lnTo>
                  <a:lnTo>
                    <a:pt x="501882" y="269985"/>
                  </a:lnTo>
                  <a:lnTo>
                    <a:pt x="503282" y="267756"/>
                  </a:lnTo>
                  <a:lnTo>
                    <a:pt x="504673" y="265346"/>
                  </a:lnTo>
                  <a:lnTo>
                    <a:pt x="506063" y="262927"/>
                  </a:lnTo>
                  <a:lnTo>
                    <a:pt x="507454" y="260383"/>
                  </a:lnTo>
                  <a:lnTo>
                    <a:pt x="508845" y="257716"/>
                  </a:lnTo>
                  <a:lnTo>
                    <a:pt x="510235" y="254983"/>
                  </a:lnTo>
                  <a:lnTo>
                    <a:pt x="511635" y="252125"/>
                  </a:lnTo>
                  <a:lnTo>
                    <a:pt x="513026" y="249201"/>
                  </a:lnTo>
                  <a:lnTo>
                    <a:pt x="514416" y="246153"/>
                  </a:lnTo>
                  <a:lnTo>
                    <a:pt x="515874" y="243039"/>
                  </a:lnTo>
                  <a:lnTo>
                    <a:pt x="517265" y="239800"/>
                  </a:lnTo>
                  <a:lnTo>
                    <a:pt x="518655" y="236495"/>
                  </a:lnTo>
                  <a:lnTo>
                    <a:pt x="520046" y="233133"/>
                  </a:lnTo>
                  <a:lnTo>
                    <a:pt x="521446" y="229637"/>
                  </a:lnTo>
                  <a:lnTo>
                    <a:pt x="522837" y="226017"/>
                  </a:lnTo>
                  <a:lnTo>
                    <a:pt x="524228" y="222398"/>
                  </a:lnTo>
                  <a:lnTo>
                    <a:pt x="525618" y="218645"/>
                  </a:lnTo>
                  <a:lnTo>
                    <a:pt x="527009" y="214835"/>
                  </a:lnTo>
                  <a:lnTo>
                    <a:pt x="528399" y="210958"/>
                  </a:lnTo>
                  <a:lnTo>
                    <a:pt x="529800" y="207025"/>
                  </a:lnTo>
                  <a:lnTo>
                    <a:pt x="531257" y="203081"/>
                  </a:lnTo>
                  <a:lnTo>
                    <a:pt x="532647" y="199014"/>
                  </a:lnTo>
                  <a:lnTo>
                    <a:pt x="534038" y="194947"/>
                  </a:lnTo>
                  <a:lnTo>
                    <a:pt x="535429" y="190822"/>
                  </a:lnTo>
                  <a:lnTo>
                    <a:pt x="536820" y="186689"/>
                  </a:lnTo>
                  <a:lnTo>
                    <a:pt x="538220" y="182498"/>
                  </a:lnTo>
                  <a:lnTo>
                    <a:pt x="539610" y="178307"/>
                  </a:lnTo>
                  <a:lnTo>
                    <a:pt x="541001" y="174173"/>
                  </a:lnTo>
                  <a:lnTo>
                    <a:pt x="542392" y="169982"/>
                  </a:lnTo>
                  <a:lnTo>
                    <a:pt x="543782" y="165791"/>
                  </a:lnTo>
                  <a:lnTo>
                    <a:pt x="545173" y="161657"/>
                  </a:lnTo>
                  <a:lnTo>
                    <a:pt x="546630" y="157590"/>
                  </a:lnTo>
                  <a:lnTo>
                    <a:pt x="548021" y="153523"/>
                  </a:lnTo>
                  <a:lnTo>
                    <a:pt x="549421" y="149522"/>
                  </a:lnTo>
                  <a:lnTo>
                    <a:pt x="550812" y="145588"/>
                  </a:lnTo>
                  <a:lnTo>
                    <a:pt x="552203" y="141769"/>
                  </a:lnTo>
                  <a:lnTo>
                    <a:pt x="553593" y="138025"/>
                  </a:lnTo>
                  <a:lnTo>
                    <a:pt x="554984" y="134339"/>
                  </a:lnTo>
                  <a:lnTo>
                    <a:pt x="556384" y="130843"/>
                  </a:lnTo>
                  <a:lnTo>
                    <a:pt x="557774" y="127415"/>
                  </a:lnTo>
                  <a:lnTo>
                    <a:pt x="559165" y="124176"/>
                  </a:lnTo>
                  <a:lnTo>
                    <a:pt x="560556" y="120995"/>
                  </a:lnTo>
                  <a:lnTo>
                    <a:pt x="561947" y="118080"/>
                  </a:lnTo>
                  <a:lnTo>
                    <a:pt x="563404" y="115280"/>
                  </a:lnTo>
                  <a:lnTo>
                    <a:pt x="564794" y="112613"/>
                  </a:lnTo>
                  <a:lnTo>
                    <a:pt x="566195" y="110193"/>
                  </a:lnTo>
                  <a:lnTo>
                    <a:pt x="567585" y="107974"/>
                  </a:lnTo>
                  <a:lnTo>
                    <a:pt x="568976" y="105945"/>
                  </a:lnTo>
                  <a:lnTo>
                    <a:pt x="570367" y="104164"/>
                  </a:lnTo>
                  <a:lnTo>
                    <a:pt x="571757" y="102507"/>
                  </a:lnTo>
                  <a:lnTo>
                    <a:pt x="573148" y="101116"/>
                  </a:lnTo>
                  <a:lnTo>
                    <a:pt x="574548" y="100030"/>
                  </a:lnTo>
                  <a:lnTo>
                    <a:pt x="575939" y="99144"/>
                  </a:lnTo>
                  <a:lnTo>
                    <a:pt x="577330" y="98449"/>
                  </a:lnTo>
                  <a:lnTo>
                    <a:pt x="578787" y="98125"/>
                  </a:lnTo>
                  <a:lnTo>
                    <a:pt x="580178" y="98001"/>
                  </a:lnTo>
                  <a:lnTo>
                    <a:pt x="581568" y="98058"/>
                  </a:lnTo>
                  <a:lnTo>
                    <a:pt x="582959" y="98506"/>
                  </a:lnTo>
                  <a:lnTo>
                    <a:pt x="584359" y="99144"/>
                  </a:lnTo>
                  <a:lnTo>
                    <a:pt x="585749" y="100030"/>
                  </a:lnTo>
                  <a:lnTo>
                    <a:pt x="587140" y="101240"/>
                  </a:lnTo>
                  <a:lnTo>
                    <a:pt x="588531" y="102640"/>
                  </a:lnTo>
                  <a:lnTo>
                    <a:pt x="589921" y="104288"/>
                  </a:lnTo>
                  <a:lnTo>
                    <a:pt x="591322" y="106259"/>
                  </a:lnTo>
                  <a:lnTo>
                    <a:pt x="592712" y="108479"/>
                  </a:lnTo>
                  <a:lnTo>
                    <a:pt x="594170" y="110898"/>
                  </a:lnTo>
                  <a:lnTo>
                    <a:pt x="595560" y="113565"/>
                  </a:lnTo>
                  <a:lnTo>
                    <a:pt x="596951" y="116489"/>
                  </a:lnTo>
                  <a:lnTo>
                    <a:pt x="598342" y="119661"/>
                  </a:lnTo>
                  <a:lnTo>
                    <a:pt x="599732" y="122966"/>
                  </a:lnTo>
                  <a:lnTo>
                    <a:pt x="601123" y="126586"/>
                  </a:lnTo>
                  <a:lnTo>
                    <a:pt x="602523" y="130339"/>
                  </a:lnTo>
                  <a:lnTo>
                    <a:pt x="603914" y="134273"/>
                  </a:lnTo>
                  <a:lnTo>
                    <a:pt x="605305" y="138473"/>
                  </a:lnTo>
                  <a:lnTo>
                    <a:pt x="606695" y="142788"/>
                  </a:lnTo>
                  <a:lnTo>
                    <a:pt x="608086" y="147236"/>
                  </a:lnTo>
                  <a:lnTo>
                    <a:pt x="609486" y="151941"/>
                  </a:lnTo>
                  <a:lnTo>
                    <a:pt x="610934" y="156704"/>
                  </a:lnTo>
                  <a:lnTo>
                    <a:pt x="612334" y="161590"/>
                  </a:lnTo>
                  <a:lnTo>
                    <a:pt x="613724" y="166610"/>
                  </a:lnTo>
                  <a:lnTo>
                    <a:pt x="615115" y="171763"/>
                  </a:lnTo>
                  <a:lnTo>
                    <a:pt x="616506" y="176906"/>
                  </a:lnTo>
                  <a:lnTo>
                    <a:pt x="617896" y="182240"/>
                  </a:lnTo>
                  <a:lnTo>
                    <a:pt x="619297" y="187584"/>
                  </a:lnTo>
                  <a:lnTo>
                    <a:pt x="620687" y="192985"/>
                  </a:lnTo>
                  <a:lnTo>
                    <a:pt x="622078" y="198442"/>
                  </a:lnTo>
                  <a:lnTo>
                    <a:pt x="623469" y="203910"/>
                  </a:lnTo>
                  <a:lnTo>
                    <a:pt x="624859" y="209434"/>
                  </a:lnTo>
                  <a:lnTo>
                    <a:pt x="626317" y="214902"/>
                  </a:lnTo>
                  <a:lnTo>
                    <a:pt x="627707" y="220426"/>
                  </a:lnTo>
                  <a:lnTo>
                    <a:pt x="629098" y="225893"/>
                  </a:lnTo>
                  <a:lnTo>
                    <a:pt x="630498" y="231351"/>
                  </a:lnTo>
                  <a:lnTo>
                    <a:pt x="631888" y="236752"/>
                  </a:lnTo>
                  <a:lnTo>
                    <a:pt x="633279" y="242086"/>
                  </a:lnTo>
                  <a:lnTo>
                    <a:pt x="634670" y="247430"/>
                  </a:lnTo>
                  <a:lnTo>
                    <a:pt x="636061" y="252640"/>
                  </a:lnTo>
                  <a:lnTo>
                    <a:pt x="637461" y="257850"/>
                  </a:lnTo>
                  <a:lnTo>
                    <a:pt x="638851" y="262927"/>
                  </a:lnTo>
                  <a:lnTo>
                    <a:pt x="640242" y="267946"/>
                  </a:lnTo>
                  <a:lnTo>
                    <a:pt x="641699" y="272842"/>
                  </a:lnTo>
                  <a:lnTo>
                    <a:pt x="643090" y="277671"/>
                  </a:lnTo>
                  <a:lnTo>
                    <a:pt x="644481" y="282310"/>
                  </a:lnTo>
                  <a:lnTo>
                    <a:pt x="645871" y="286882"/>
                  </a:lnTo>
                  <a:lnTo>
                    <a:pt x="647271" y="291387"/>
                  </a:lnTo>
                  <a:lnTo>
                    <a:pt x="648662" y="295712"/>
                  </a:lnTo>
                  <a:lnTo>
                    <a:pt x="650053" y="299969"/>
                  </a:lnTo>
                  <a:lnTo>
                    <a:pt x="651444" y="304037"/>
                  </a:lnTo>
                  <a:lnTo>
                    <a:pt x="652834" y="308037"/>
                  </a:lnTo>
                  <a:lnTo>
                    <a:pt x="654234" y="311847"/>
                  </a:lnTo>
                  <a:lnTo>
                    <a:pt x="655625" y="315600"/>
                  </a:lnTo>
                  <a:lnTo>
                    <a:pt x="657015" y="319153"/>
                  </a:lnTo>
                  <a:lnTo>
                    <a:pt x="658473" y="322582"/>
                  </a:lnTo>
                  <a:lnTo>
                    <a:pt x="659863" y="325954"/>
                  </a:lnTo>
                  <a:lnTo>
                    <a:pt x="661254" y="329126"/>
                  </a:lnTo>
                  <a:lnTo>
                    <a:pt x="662645" y="332174"/>
                  </a:lnTo>
                  <a:lnTo>
                    <a:pt x="664035" y="335098"/>
                  </a:lnTo>
                  <a:lnTo>
                    <a:pt x="665436" y="337898"/>
                  </a:lnTo>
                  <a:lnTo>
                    <a:pt x="666826" y="340565"/>
                  </a:lnTo>
                  <a:lnTo>
                    <a:pt x="668217" y="343108"/>
                  </a:lnTo>
                  <a:lnTo>
                    <a:pt x="669608" y="345518"/>
                  </a:lnTo>
                  <a:lnTo>
                    <a:pt x="670998" y="347804"/>
                  </a:lnTo>
                  <a:lnTo>
                    <a:pt x="672389" y="350033"/>
                  </a:lnTo>
                  <a:lnTo>
                    <a:pt x="673846" y="352128"/>
                  </a:lnTo>
                  <a:lnTo>
                    <a:pt x="675246" y="354033"/>
                  </a:lnTo>
                  <a:lnTo>
                    <a:pt x="676637" y="355938"/>
                  </a:lnTo>
                  <a:lnTo>
                    <a:pt x="678027" y="357653"/>
                  </a:lnTo>
                  <a:lnTo>
                    <a:pt x="679418" y="359310"/>
                  </a:lnTo>
                  <a:lnTo>
                    <a:pt x="680809" y="360891"/>
                  </a:lnTo>
                  <a:lnTo>
                    <a:pt x="682209" y="362358"/>
                  </a:lnTo>
                  <a:lnTo>
                    <a:pt x="683600" y="363749"/>
                  </a:lnTo>
                  <a:lnTo>
                    <a:pt x="684990" y="365025"/>
                  </a:lnTo>
                  <a:lnTo>
                    <a:pt x="686381" y="366235"/>
                  </a:lnTo>
                  <a:lnTo>
                    <a:pt x="687772" y="367378"/>
                  </a:lnTo>
                  <a:lnTo>
                    <a:pt x="689229" y="368454"/>
                  </a:lnTo>
                  <a:lnTo>
                    <a:pt x="690620" y="369473"/>
                  </a:lnTo>
                  <a:lnTo>
                    <a:pt x="692010" y="370359"/>
                  </a:lnTo>
                  <a:lnTo>
                    <a:pt x="693411" y="371245"/>
                  </a:lnTo>
                  <a:lnTo>
                    <a:pt x="694801" y="372016"/>
                  </a:lnTo>
                  <a:lnTo>
                    <a:pt x="696192" y="372779"/>
                  </a:lnTo>
                  <a:lnTo>
                    <a:pt x="697583" y="373474"/>
                  </a:lnTo>
                  <a:lnTo>
                    <a:pt x="698973" y="374112"/>
                  </a:lnTo>
                  <a:lnTo>
                    <a:pt x="700364" y="374683"/>
                  </a:lnTo>
                  <a:lnTo>
                    <a:pt x="701764" y="375255"/>
                  </a:lnTo>
                  <a:lnTo>
                    <a:pt x="703154" y="375760"/>
                  </a:lnTo>
                  <a:lnTo>
                    <a:pt x="704545" y="376208"/>
                  </a:lnTo>
                  <a:lnTo>
                    <a:pt x="706002" y="376646"/>
                  </a:lnTo>
                  <a:lnTo>
                    <a:pt x="707393" y="377027"/>
                  </a:lnTo>
                  <a:lnTo>
                    <a:pt x="708784" y="377408"/>
                  </a:lnTo>
                  <a:lnTo>
                    <a:pt x="710174" y="377732"/>
                  </a:lnTo>
                  <a:lnTo>
                    <a:pt x="711575" y="378046"/>
                  </a:lnTo>
                  <a:lnTo>
                    <a:pt x="712965" y="378303"/>
                  </a:lnTo>
                  <a:lnTo>
                    <a:pt x="714356" y="378560"/>
                  </a:lnTo>
                  <a:lnTo>
                    <a:pt x="714356" y="380970"/>
                  </a:lnTo>
                  <a:lnTo>
                    <a:pt x="712965" y="380970"/>
                  </a:lnTo>
                  <a:lnTo>
                    <a:pt x="711575" y="380970"/>
                  </a:lnTo>
                  <a:lnTo>
                    <a:pt x="710174" y="380970"/>
                  </a:lnTo>
                  <a:lnTo>
                    <a:pt x="708784" y="380970"/>
                  </a:lnTo>
                  <a:lnTo>
                    <a:pt x="707393" y="380970"/>
                  </a:lnTo>
                  <a:lnTo>
                    <a:pt x="706002" y="380970"/>
                  </a:lnTo>
                  <a:lnTo>
                    <a:pt x="704545" y="380970"/>
                  </a:lnTo>
                  <a:lnTo>
                    <a:pt x="703154" y="380970"/>
                  </a:lnTo>
                  <a:lnTo>
                    <a:pt x="701764" y="380970"/>
                  </a:lnTo>
                  <a:lnTo>
                    <a:pt x="700364" y="380970"/>
                  </a:lnTo>
                  <a:lnTo>
                    <a:pt x="698973" y="380970"/>
                  </a:lnTo>
                  <a:lnTo>
                    <a:pt x="697583" y="380970"/>
                  </a:lnTo>
                  <a:lnTo>
                    <a:pt x="696192" y="380970"/>
                  </a:lnTo>
                  <a:lnTo>
                    <a:pt x="694801" y="380970"/>
                  </a:lnTo>
                  <a:lnTo>
                    <a:pt x="693411" y="380970"/>
                  </a:lnTo>
                  <a:lnTo>
                    <a:pt x="692010" y="380970"/>
                  </a:lnTo>
                  <a:lnTo>
                    <a:pt x="690620" y="380970"/>
                  </a:lnTo>
                  <a:lnTo>
                    <a:pt x="689229" y="380970"/>
                  </a:lnTo>
                  <a:lnTo>
                    <a:pt x="687772" y="380970"/>
                  </a:lnTo>
                  <a:lnTo>
                    <a:pt x="686381" y="380970"/>
                  </a:lnTo>
                  <a:lnTo>
                    <a:pt x="684990" y="380970"/>
                  </a:lnTo>
                  <a:lnTo>
                    <a:pt x="683600" y="380970"/>
                  </a:lnTo>
                  <a:lnTo>
                    <a:pt x="682209" y="380970"/>
                  </a:lnTo>
                  <a:lnTo>
                    <a:pt x="680809" y="380970"/>
                  </a:lnTo>
                  <a:lnTo>
                    <a:pt x="679418" y="380970"/>
                  </a:lnTo>
                  <a:lnTo>
                    <a:pt x="678027" y="380970"/>
                  </a:lnTo>
                  <a:lnTo>
                    <a:pt x="676637" y="380970"/>
                  </a:lnTo>
                  <a:lnTo>
                    <a:pt x="675246" y="380970"/>
                  </a:lnTo>
                  <a:lnTo>
                    <a:pt x="673846" y="380970"/>
                  </a:lnTo>
                  <a:lnTo>
                    <a:pt x="672389" y="380970"/>
                  </a:lnTo>
                  <a:lnTo>
                    <a:pt x="670998" y="380970"/>
                  </a:lnTo>
                  <a:lnTo>
                    <a:pt x="669608" y="380970"/>
                  </a:lnTo>
                  <a:lnTo>
                    <a:pt x="668217" y="380970"/>
                  </a:lnTo>
                  <a:lnTo>
                    <a:pt x="666826" y="380970"/>
                  </a:lnTo>
                  <a:lnTo>
                    <a:pt x="665436" y="380970"/>
                  </a:lnTo>
                  <a:lnTo>
                    <a:pt x="664035" y="380970"/>
                  </a:lnTo>
                  <a:lnTo>
                    <a:pt x="662645" y="380970"/>
                  </a:lnTo>
                  <a:lnTo>
                    <a:pt x="661254" y="380970"/>
                  </a:lnTo>
                  <a:lnTo>
                    <a:pt x="659863" y="380970"/>
                  </a:lnTo>
                  <a:lnTo>
                    <a:pt x="658473" y="380970"/>
                  </a:lnTo>
                  <a:lnTo>
                    <a:pt x="657015" y="380970"/>
                  </a:lnTo>
                  <a:lnTo>
                    <a:pt x="655625" y="380970"/>
                  </a:lnTo>
                  <a:lnTo>
                    <a:pt x="654234" y="380970"/>
                  </a:lnTo>
                  <a:lnTo>
                    <a:pt x="652834" y="380970"/>
                  </a:lnTo>
                  <a:lnTo>
                    <a:pt x="651444" y="380970"/>
                  </a:lnTo>
                  <a:lnTo>
                    <a:pt x="650053" y="380970"/>
                  </a:lnTo>
                  <a:lnTo>
                    <a:pt x="648662" y="380970"/>
                  </a:lnTo>
                  <a:lnTo>
                    <a:pt x="647271" y="380970"/>
                  </a:lnTo>
                  <a:lnTo>
                    <a:pt x="645871" y="380970"/>
                  </a:lnTo>
                  <a:lnTo>
                    <a:pt x="644481" y="380970"/>
                  </a:lnTo>
                  <a:lnTo>
                    <a:pt x="643090" y="380970"/>
                  </a:lnTo>
                  <a:lnTo>
                    <a:pt x="641699" y="380970"/>
                  </a:lnTo>
                  <a:lnTo>
                    <a:pt x="640242" y="380970"/>
                  </a:lnTo>
                  <a:lnTo>
                    <a:pt x="638851" y="380970"/>
                  </a:lnTo>
                  <a:lnTo>
                    <a:pt x="637461" y="380970"/>
                  </a:lnTo>
                  <a:lnTo>
                    <a:pt x="636061" y="380970"/>
                  </a:lnTo>
                  <a:lnTo>
                    <a:pt x="634670" y="380970"/>
                  </a:lnTo>
                  <a:lnTo>
                    <a:pt x="633279" y="380970"/>
                  </a:lnTo>
                  <a:lnTo>
                    <a:pt x="631888" y="380970"/>
                  </a:lnTo>
                  <a:lnTo>
                    <a:pt x="630498" y="380970"/>
                  </a:lnTo>
                  <a:lnTo>
                    <a:pt x="629098" y="380970"/>
                  </a:lnTo>
                  <a:lnTo>
                    <a:pt x="627707" y="380970"/>
                  </a:lnTo>
                  <a:lnTo>
                    <a:pt x="626317" y="380970"/>
                  </a:lnTo>
                  <a:lnTo>
                    <a:pt x="624859" y="380970"/>
                  </a:lnTo>
                  <a:lnTo>
                    <a:pt x="623469" y="380970"/>
                  </a:lnTo>
                  <a:lnTo>
                    <a:pt x="622078" y="380970"/>
                  </a:lnTo>
                  <a:lnTo>
                    <a:pt x="620687" y="380970"/>
                  </a:lnTo>
                  <a:lnTo>
                    <a:pt x="619297" y="380970"/>
                  </a:lnTo>
                  <a:lnTo>
                    <a:pt x="617896" y="380970"/>
                  </a:lnTo>
                  <a:lnTo>
                    <a:pt x="616506" y="380970"/>
                  </a:lnTo>
                  <a:lnTo>
                    <a:pt x="615115" y="380970"/>
                  </a:lnTo>
                  <a:lnTo>
                    <a:pt x="613724" y="380970"/>
                  </a:lnTo>
                  <a:lnTo>
                    <a:pt x="612334" y="380970"/>
                  </a:lnTo>
                  <a:lnTo>
                    <a:pt x="610934" y="380970"/>
                  </a:lnTo>
                  <a:lnTo>
                    <a:pt x="609486" y="380970"/>
                  </a:lnTo>
                  <a:lnTo>
                    <a:pt x="608086" y="380970"/>
                  </a:lnTo>
                  <a:lnTo>
                    <a:pt x="606695" y="380970"/>
                  </a:lnTo>
                  <a:lnTo>
                    <a:pt x="605305" y="380970"/>
                  </a:lnTo>
                  <a:lnTo>
                    <a:pt x="603914" y="380970"/>
                  </a:lnTo>
                  <a:lnTo>
                    <a:pt x="602523" y="380970"/>
                  </a:lnTo>
                  <a:lnTo>
                    <a:pt x="601123" y="380970"/>
                  </a:lnTo>
                  <a:lnTo>
                    <a:pt x="599732" y="380970"/>
                  </a:lnTo>
                  <a:lnTo>
                    <a:pt x="598342" y="380970"/>
                  </a:lnTo>
                  <a:lnTo>
                    <a:pt x="596951" y="380970"/>
                  </a:lnTo>
                  <a:lnTo>
                    <a:pt x="595560" y="380970"/>
                  </a:lnTo>
                  <a:lnTo>
                    <a:pt x="594170" y="380970"/>
                  </a:lnTo>
                  <a:lnTo>
                    <a:pt x="592712" y="380970"/>
                  </a:lnTo>
                  <a:lnTo>
                    <a:pt x="591322" y="380970"/>
                  </a:lnTo>
                  <a:lnTo>
                    <a:pt x="589921" y="380970"/>
                  </a:lnTo>
                  <a:lnTo>
                    <a:pt x="588531" y="380970"/>
                  </a:lnTo>
                  <a:lnTo>
                    <a:pt x="587140" y="380970"/>
                  </a:lnTo>
                  <a:lnTo>
                    <a:pt x="585749" y="380970"/>
                  </a:lnTo>
                  <a:lnTo>
                    <a:pt x="584359" y="380970"/>
                  </a:lnTo>
                  <a:lnTo>
                    <a:pt x="582959" y="380970"/>
                  </a:lnTo>
                  <a:lnTo>
                    <a:pt x="581568" y="380970"/>
                  </a:lnTo>
                  <a:lnTo>
                    <a:pt x="580178" y="380970"/>
                  </a:lnTo>
                  <a:lnTo>
                    <a:pt x="578787" y="380970"/>
                  </a:lnTo>
                  <a:lnTo>
                    <a:pt x="577330" y="380970"/>
                  </a:lnTo>
                  <a:lnTo>
                    <a:pt x="575939" y="380970"/>
                  </a:lnTo>
                  <a:lnTo>
                    <a:pt x="574548" y="380970"/>
                  </a:lnTo>
                  <a:lnTo>
                    <a:pt x="573148" y="380970"/>
                  </a:lnTo>
                  <a:lnTo>
                    <a:pt x="571757" y="380970"/>
                  </a:lnTo>
                  <a:lnTo>
                    <a:pt x="570367" y="380970"/>
                  </a:lnTo>
                  <a:lnTo>
                    <a:pt x="568976" y="380970"/>
                  </a:lnTo>
                  <a:lnTo>
                    <a:pt x="567585" y="380970"/>
                  </a:lnTo>
                  <a:lnTo>
                    <a:pt x="566195" y="380970"/>
                  </a:lnTo>
                  <a:lnTo>
                    <a:pt x="564794" y="380970"/>
                  </a:lnTo>
                  <a:lnTo>
                    <a:pt x="563404" y="380970"/>
                  </a:lnTo>
                  <a:lnTo>
                    <a:pt x="561947" y="380970"/>
                  </a:lnTo>
                  <a:lnTo>
                    <a:pt x="560556" y="380970"/>
                  </a:lnTo>
                  <a:lnTo>
                    <a:pt x="559165" y="380970"/>
                  </a:lnTo>
                  <a:lnTo>
                    <a:pt x="557774" y="380970"/>
                  </a:lnTo>
                  <a:lnTo>
                    <a:pt x="556384" y="380970"/>
                  </a:lnTo>
                  <a:lnTo>
                    <a:pt x="554984" y="380970"/>
                  </a:lnTo>
                  <a:lnTo>
                    <a:pt x="553593" y="380970"/>
                  </a:lnTo>
                  <a:lnTo>
                    <a:pt x="552203" y="380970"/>
                  </a:lnTo>
                  <a:lnTo>
                    <a:pt x="550812" y="380970"/>
                  </a:lnTo>
                  <a:lnTo>
                    <a:pt x="549421" y="380970"/>
                  </a:lnTo>
                  <a:lnTo>
                    <a:pt x="548021" y="380970"/>
                  </a:lnTo>
                  <a:lnTo>
                    <a:pt x="546630" y="380970"/>
                  </a:lnTo>
                  <a:lnTo>
                    <a:pt x="545173" y="380970"/>
                  </a:lnTo>
                  <a:lnTo>
                    <a:pt x="543782" y="380970"/>
                  </a:lnTo>
                  <a:lnTo>
                    <a:pt x="542392" y="380970"/>
                  </a:lnTo>
                  <a:lnTo>
                    <a:pt x="541001" y="380970"/>
                  </a:lnTo>
                  <a:lnTo>
                    <a:pt x="539610" y="380970"/>
                  </a:lnTo>
                  <a:lnTo>
                    <a:pt x="538220" y="380970"/>
                  </a:lnTo>
                  <a:lnTo>
                    <a:pt x="536820" y="380970"/>
                  </a:lnTo>
                  <a:lnTo>
                    <a:pt x="535429" y="380970"/>
                  </a:lnTo>
                  <a:lnTo>
                    <a:pt x="534038" y="380970"/>
                  </a:lnTo>
                  <a:lnTo>
                    <a:pt x="532647" y="380970"/>
                  </a:lnTo>
                  <a:lnTo>
                    <a:pt x="531257" y="380970"/>
                  </a:lnTo>
                  <a:lnTo>
                    <a:pt x="529800" y="380970"/>
                  </a:lnTo>
                  <a:lnTo>
                    <a:pt x="528399" y="380970"/>
                  </a:lnTo>
                  <a:lnTo>
                    <a:pt x="527009" y="380970"/>
                  </a:lnTo>
                  <a:lnTo>
                    <a:pt x="525618" y="380970"/>
                  </a:lnTo>
                  <a:lnTo>
                    <a:pt x="524228" y="380970"/>
                  </a:lnTo>
                  <a:lnTo>
                    <a:pt x="522837" y="380970"/>
                  </a:lnTo>
                  <a:lnTo>
                    <a:pt x="521446" y="380970"/>
                  </a:lnTo>
                  <a:lnTo>
                    <a:pt x="520046" y="380970"/>
                  </a:lnTo>
                  <a:lnTo>
                    <a:pt x="518655" y="380970"/>
                  </a:lnTo>
                  <a:lnTo>
                    <a:pt x="517265" y="380970"/>
                  </a:lnTo>
                  <a:lnTo>
                    <a:pt x="515874" y="380970"/>
                  </a:lnTo>
                  <a:lnTo>
                    <a:pt x="514416" y="380970"/>
                  </a:lnTo>
                  <a:lnTo>
                    <a:pt x="513026" y="380970"/>
                  </a:lnTo>
                  <a:lnTo>
                    <a:pt x="511635" y="380970"/>
                  </a:lnTo>
                  <a:lnTo>
                    <a:pt x="510235" y="380970"/>
                  </a:lnTo>
                  <a:lnTo>
                    <a:pt x="508845" y="380970"/>
                  </a:lnTo>
                  <a:lnTo>
                    <a:pt x="507454" y="380970"/>
                  </a:lnTo>
                  <a:lnTo>
                    <a:pt x="506063" y="380970"/>
                  </a:lnTo>
                  <a:lnTo>
                    <a:pt x="504673" y="380970"/>
                  </a:lnTo>
                  <a:lnTo>
                    <a:pt x="503282" y="380970"/>
                  </a:lnTo>
                  <a:lnTo>
                    <a:pt x="501882" y="380970"/>
                  </a:lnTo>
                  <a:lnTo>
                    <a:pt x="500491" y="380970"/>
                  </a:lnTo>
                  <a:lnTo>
                    <a:pt x="499101" y="380970"/>
                  </a:lnTo>
                  <a:lnTo>
                    <a:pt x="497643" y="380970"/>
                  </a:lnTo>
                  <a:lnTo>
                    <a:pt x="496252" y="380970"/>
                  </a:lnTo>
                  <a:lnTo>
                    <a:pt x="494862" y="380970"/>
                  </a:lnTo>
                  <a:lnTo>
                    <a:pt x="493471" y="380970"/>
                  </a:lnTo>
                  <a:lnTo>
                    <a:pt x="492071" y="380970"/>
                  </a:lnTo>
                  <a:lnTo>
                    <a:pt x="490681" y="380970"/>
                  </a:lnTo>
                  <a:lnTo>
                    <a:pt x="489290" y="380970"/>
                  </a:lnTo>
                  <a:lnTo>
                    <a:pt x="487899" y="380970"/>
                  </a:lnTo>
                  <a:lnTo>
                    <a:pt x="486508" y="380970"/>
                  </a:lnTo>
                  <a:lnTo>
                    <a:pt x="485108" y="380970"/>
                  </a:lnTo>
                  <a:lnTo>
                    <a:pt x="483718" y="380970"/>
                  </a:lnTo>
                  <a:lnTo>
                    <a:pt x="482260" y="380970"/>
                  </a:lnTo>
                  <a:lnTo>
                    <a:pt x="480870" y="380970"/>
                  </a:lnTo>
                  <a:lnTo>
                    <a:pt x="479479" y="380970"/>
                  </a:lnTo>
                  <a:lnTo>
                    <a:pt x="478088" y="380970"/>
                  </a:lnTo>
                  <a:lnTo>
                    <a:pt x="476698" y="380970"/>
                  </a:lnTo>
                  <a:lnTo>
                    <a:pt x="475307" y="380970"/>
                  </a:lnTo>
                  <a:lnTo>
                    <a:pt x="473907" y="380970"/>
                  </a:lnTo>
                  <a:lnTo>
                    <a:pt x="472516" y="380970"/>
                  </a:lnTo>
                  <a:lnTo>
                    <a:pt x="471126" y="380970"/>
                  </a:lnTo>
                  <a:lnTo>
                    <a:pt x="469735" y="380970"/>
                  </a:lnTo>
                  <a:lnTo>
                    <a:pt x="468344" y="380970"/>
                  </a:lnTo>
                  <a:lnTo>
                    <a:pt x="466887" y="380970"/>
                  </a:lnTo>
                  <a:lnTo>
                    <a:pt x="465496" y="380970"/>
                  </a:lnTo>
                  <a:lnTo>
                    <a:pt x="464096" y="380970"/>
                  </a:lnTo>
                  <a:lnTo>
                    <a:pt x="462706" y="380970"/>
                  </a:lnTo>
                  <a:lnTo>
                    <a:pt x="461315" y="380970"/>
                  </a:lnTo>
                  <a:lnTo>
                    <a:pt x="459924" y="380970"/>
                  </a:lnTo>
                  <a:lnTo>
                    <a:pt x="458534" y="380970"/>
                  </a:lnTo>
                  <a:lnTo>
                    <a:pt x="457143" y="380970"/>
                  </a:lnTo>
                  <a:lnTo>
                    <a:pt x="455743" y="380970"/>
                  </a:lnTo>
                  <a:lnTo>
                    <a:pt x="454352" y="380970"/>
                  </a:lnTo>
                  <a:lnTo>
                    <a:pt x="452962" y="380970"/>
                  </a:lnTo>
                  <a:lnTo>
                    <a:pt x="451571" y="380970"/>
                  </a:lnTo>
                  <a:lnTo>
                    <a:pt x="450113" y="380970"/>
                  </a:lnTo>
                  <a:lnTo>
                    <a:pt x="448723" y="380970"/>
                  </a:lnTo>
                  <a:lnTo>
                    <a:pt x="447332" y="380970"/>
                  </a:lnTo>
                  <a:lnTo>
                    <a:pt x="445932" y="380970"/>
                  </a:lnTo>
                  <a:lnTo>
                    <a:pt x="444541" y="380970"/>
                  </a:lnTo>
                  <a:lnTo>
                    <a:pt x="443150" y="380970"/>
                  </a:lnTo>
                  <a:lnTo>
                    <a:pt x="441760" y="380970"/>
                  </a:lnTo>
                  <a:lnTo>
                    <a:pt x="440369" y="380970"/>
                  </a:lnTo>
                  <a:lnTo>
                    <a:pt x="438969" y="380970"/>
                  </a:lnTo>
                  <a:lnTo>
                    <a:pt x="437579" y="380970"/>
                  </a:lnTo>
                  <a:lnTo>
                    <a:pt x="436188" y="380970"/>
                  </a:lnTo>
                  <a:lnTo>
                    <a:pt x="434731" y="380970"/>
                  </a:lnTo>
                  <a:lnTo>
                    <a:pt x="433340" y="380970"/>
                  </a:lnTo>
                  <a:lnTo>
                    <a:pt x="431949" y="380970"/>
                  </a:lnTo>
                  <a:lnTo>
                    <a:pt x="430559" y="380970"/>
                  </a:lnTo>
                  <a:lnTo>
                    <a:pt x="429158" y="380970"/>
                  </a:lnTo>
                  <a:lnTo>
                    <a:pt x="427768" y="380970"/>
                  </a:lnTo>
                  <a:lnTo>
                    <a:pt x="426377" y="380970"/>
                  </a:lnTo>
                  <a:lnTo>
                    <a:pt x="424986" y="380970"/>
                  </a:lnTo>
                  <a:lnTo>
                    <a:pt x="423596" y="380970"/>
                  </a:lnTo>
                  <a:lnTo>
                    <a:pt x="422205" y="380970"/>
                  </a:lnTo>
                  <a:lnTo>
                    <a:pt x="420805" y="380970"/>
                  </a:lnTo>
                  <a:lnTo>
                    <a:pt x="419357" y="380970"/>
                  </a:lnTo>
                  <a:lnTo>
                    <a:pt x="417957" y="380970"/>
                  </a:lnTo>
                  <a:lnTo>
                    <a:pt x="416567" y="380970"/>
                  </a:lnTo>
                  <a:lnTo>
                    <a:pt x="415176" y="380970"/>
                  </a:lnTo>
                  <a:lnTo>
                    <a:pt x="413785" y="380970"/>
                  </a:lnTo>
                  <a:lnTo>
                    <a:pt x="412394" y="380970"/>
                  </a:lnTo>
                  <a:lnTo>
                    <a:pt x="410994" y="380970"/>
                  </a:lnTo>
                  <a:lnTo>
                    <a:pt x="409604" y="380970"/>
                  </a:lnTo>
                  <a:lnTo>
                    <a:pt x="408213" y="380970"/>
                  </a:lnTo>
                  <a:lnTo>
                    <a:pt x="406822" y="380970"/>
                  </a:lnTo>
                  <a:lnTo>
                    <a:pt x="405432" y="380970"/>
                  </a:lnTo>
                  <a:lnTo>
                    <a:pt x="404041" y="380970"/>
                  </a:lnTo>
                  <a:lnTo>
                    <a:pt x="402584" y="380970"/>
                  </a:lnTo>
                  <a:lnTo>
                    <a:pt x="401193" y="380970"/>
                  </a:lnTo>
                  <a:lnTo>
                    <a:pt x="399793" y="380970"/>
                  </a:lnTo>
                  <a:lnTo>
                    <a:pt x="398402" y="380970"/>
                  </a:lnTo>
                  <a:lnTo>
                    <a:pt x="397011" y="380970"/>
                  </a:lnTo>
                  <a:lnTo>
                    <a:pt x="395621" y="380970"/>
                  </a:lnTo>
                  <a:lnTo>
                    <a:pt x="394230" y="380970"/>
                  </a:lnTo>
                  <a:lnTo>
                    <a:pt x="392830" y="380970"/>
                  </a:lnTo>
                  <a:lnTo>
                    <a:pt x="391440" y="380970"/>
                  </a:lnTo>
                  <a:lnTo>
                    <a:pt x="390049" y="380970"/>
                  </a:lnTo>
                  <a:lnTo>
                    <a:pt x="388658" y="380970"/>
                  </a:lnTo>
                  <a:lnTo>
                    <a:pt x="387201" y="380970"/>
                  </a:lnTo>
                  <a:lnTo>
                    <a:pt x="385810" y="380970"/>
                  </a:lnTo>
                  <a:lnTo>
                    <a:pt x="384420" y="380970"/>
                  </a:lnTo>
                  <a:lnTo>
                    <a:pt x="383019" y="380970"/>
                  </a:lnTo>
                  <a:lnTo>
                    <a:pt x="381629" y="380970"/>
                  </a:lnTo>
                  <a:lnTo>
                    <a:pt x="380238" y="380970"/>
                  </a:lnTo>
                  <a:lnTo>
                    <a:pt x="378847" y="380970"/>
                  </a:lnTo>
                  <a:lnTo>
                    <a:pt x="377457" y="380970"/>
                  </a:lnTo>
                  <a:lnTo>
                    <a:pt x="376066" y="380970"/>
                  </a:lnTo>
                  <a:lnTo>
                    <a:pt x="374666" y="380970"/>
                  </a:lnTo>
                  <a:lnTo>
                    <a:pt x="373275" y="380970"/>
                  </a:lnTo>
                  <a:lnTo>
                    <a:pt x="371818" y="380970"/>
                  </a:lnTo>
                  <a:lnTo>
                    <a:pt x="370428" y="380970"/>
                  </a:lnTo>
                  <a:lnTo>
                    <a:pt x="369036" y="380970"/>
                  </a:lnTo>
                  <a:lnTo>
                    <a:pt x="367646" y="380970"/>
                  </a:lnTo>
                  <a:lnTo>
                    <a:pt x="366246" y="380970"/>
                  </a:lnTo>
                  <a:lnTo>
                    <a:pt x="364855" y="380970"/>
                  </a:lnTo>
                  <a:lnTo>
                    <a:pt x="363465" y="380970"/>
                  </a:lnTo>
                  <a:lnTo>
                    <a:pt x="362074" y="380970"/>
                  </a:lnTo>
                  <a:lnTo>
                    <a:pt x="360683" y="380970"/>
                  </a:lnTo>
                  <a:lnTo>
                    <a:pt x="359293" y="380970"/>
                  </a:lnTo>
                  <a:lnTo>
                    <a:pt x="357892" y="380970"/>
                  </a:lnTo>
                  <a:lnTo>
                    <a:pt x="356502" y="380970"/>
                  </a:lnTo>
                  <a:lnTo>
                    <a:pt x="355044" y="380970"/>
                  </a:lnTo>
                  <a:lnTo>
                    <a:pt x="353654" y="380970"/>
                  </a:lnTo>
                  <a:lnTo>
                    <a:pt x="352263" y="380970"/>
                  </a:lnTo>
                  <a:lnTo>
                    <a:pt x="350872" y="380970"/>
                  </a:lnTo>
                  <a:lnTo>
                    <a:pt x="349482" y="380970"/>
                  </a:lnTo>
                  <a:lnTo>
                    <a:pt x="348091" y="380970"/>
                  </a:lnTo>
                  <a:lnTo>
                    <a:pt x="346691" y="380970"/>
                  </a:lnTo>
                  <a:lnTo>
                    <a:pt x="345301" y="380970"/>
                  </a:lnTo>
                  <a:lnTo>
                    <a:pt x="343909" y="380970"/>
                  </a:lnTo>
                  <a:lnTo>
                    <a:pt x="342519" y="380970"/>
                  </a:lnTo>
                  <a:lnTo>
                    <a:pt x="341128" y="380970"/>
                  </a:lnTo>
                  <a:lnTo>
                    <a:pt x="339671" y="380970"/>
                  </a:lnTo>
                  <a:lnTo>
                    <a:pt x="338271" y="380970"/>
                  </a:lnTo>
                  <a:lnTo>
                    <a:pt x="336880" y="380970"/>
                  </a:lnTo>
                  <a:lnTo>
                    <a:pt x="335490" y="380970"/>
                  </a:lnTo>
                  <a:lnTo>
                    <a:pt x="334099" y="380970"/>
                  </a:lnTo>
                  <a:lnTo>
                    <a:pt x="332708" y="380970"/>
                  </a:lnTo>
                  <a:lnTo>
                    <a:pt x="331318" y="380970"/>
                  </a:lnTo>
                  <a:lnTo>
                    <a:pt x="329917" y="380970"/>
                  </a:lnTo>
                  <a:lnTo>
                    <a:pt x="328527" y="380970"/>
                  </a:lnTo>
                  <a:lnTo>
                    <a:pt x="327136" y="380970"/>
                  </a:lnTo>
                  <a:lnTo>
                    <a:pt x="325745" y="380970"/>
                  </a:lnTo>
                  <a:lnTo>
                    <a:pt x="324355" y="380970"/>
                  </a:lnTo>
                  <a:lnTo>
                    <a:pt x="322897" y="380970"/>
                  </a:lnTo>
                  <a:lnTo>
                    <a:pt x="321507" y="380970"/>
                  </a:lnTo>
                  <a:lnTo>
                    <a:pt x="320107" y="380970"/>
                  </a:lnTo>
                  <a:lnTo>
                    <a:pt x="318716" y="380970"/>
                  </a:lnTo>
                  <a:lnTo>
                    <a:pt x="317326" y="380970"/>
                  </a:lnTo>
                  <a:lnTo>
                    <a:pt x="315935" y="380970"/>
                  </a:lnTo>
                  <a:lnTo>
                    <a:pt x="314544" y="380970"/>
                  </a:lnTo>
                  <a:lnTo>
                    <a:pt x="313154" y="380970"/>
                  </a:lnTo>
                  <a:lnTo>
                    <a:pt x="311753" y="380970"/>
                  </a:lnTo>
                  <a:lnTo>
                    <a:pt x="310363" y="380970"/>
                  </a:lnTo>
                  <a:lnTo>
                    <a:pt x="308972" y="380970"/>
                  </a:lnTo>
                  <a:lnTo>
                    <a:pt x="307515" y="380970"/>
                  </a:lnTo>
                  <a:lnTo>
                    <a:pt x="306124" y="380970"/>
                  </a:lnTo>
                  <a:lnTo>
                    <a:pt x="304733" y="380970"/>
                  </a:lnTo>
                  <a:lnTo>
                    <a:pt x="303343" y="380970"/>
                  </a:lnTo>
                  <a:lnTo>
                    <a:pt x="301943" y="380970"/>
                  </a:lnTo>
                  <a:lnTo>
                    <a:pt x="300552" y="380970"/>
                  </a:lnTo>
                  <a:lnTo>
                    <a:pt x="299161" y="380970"/>
                  </a:lnTo>
                  <a:lnTo>
                    <a:pt x="297770" y="380970"/>
                  </a:lnTo>
                  <a:lnTo>
                    <a:pt x="296380" y="380970"/>
                  </a:lnTo>
                  <a:lnTo>
                    <a:pt x="294980" y="380970"/>
                  </a:lnTo>
                  <a:lnTo>
                    <a:pt x="293589" y="380970"/>
                  </a:lnTo>
                  <a:lnTo>
                    <a:pt x="292132" y="380970"/>
                  </a:lnTo>
                  <a:lnTo>
                    <a:pt x="290741" y="380970"/>
                  </a:lnTo>
                  <a:lnTo>
                    <a:pt x="289351" y="380970"/>
                  </a:lnTo>
                  <a:lnTo>
                    <a:pt x="287960" y="380970"/>
                  </a:lnTo>
                  <a:lnTo>
                    <a:pt x="286569" y="380970"/>
                  </a:lnTo>
                  <a:lnTo>
                    <a:pt x="285179" y="380970"/>
                  </a:lnTo>
                  <a:lnTo>
                    <a:pt x="283778" y="380970"/>
                  </a:lnTo>
                  <a:lnTo>
                    <a:pt x="282388" y="380970"/>
                  </a:lnTo>
                  <a:lnTo>
                    <a:pt x="280997" y="380970"/>
                  </a:lnTo>
                  <a:lnTo>
                    <a:pt x="279606" y="380970"/>
                  </a:lnTo>
                  <a:lnTo>
                    <a:pt x="278216" y="380970"/>
                  </a:lnTo>
                  <a:lnTo>
                    <a:pt x="276816" y="380970"/>
                  </a:lnTo>
                  <a:lnTo>
                    <a:pt x="275368" y="380970"/>
                  </a:lnTo>
                  <a:lnTo>
                    <a:pt x="273968" y="380970"/>
                  </a:lnTo>
                  <a:lnTo>
                    <a:pt x="272577" y="380970"/>
                  </a:lnTo>
                  <a:lnTo>
                    <a:pt x="271187" y="380970"/>
                  </a:lnTo>
                  <a:lnTo>
                    <a:pt x="269796" y="380970"/>
                  </a:lnTo>
                  <a:lnTo>
                    <a:pt x="268405" y="380970"/>
                  </a:lnTo>
                  <a:lnTo>
                    <a:pt x="267005" y="380970"/>
                  </a:lnTo>
                  <a:lnTo>
                    <a:pt x="265614" y="380970"/>
                  </a:lnTo>
                  <a:lnTo>
                    <a:pt x="264224" y="380970"/>
                  </a:lnTo>
                  <a:lnTo>
                    <a:pt x="262833" y="380970"/>
                  </a:lnTo>
                  <a:lnTo>
                    <a:pt x="261442" y="380970"/>
                  </a:lnTo>
                  <a:lnTo>
                    <a:pt x="259985" y="380970"/>
                  </a:lnTo>
                  <a:lnTo>
                    <a:pt x="258594" y="380970"/>
                  </a:lnTo>
                  <a:lnTo>
                    <a:pt x="257204" y="380970"/>
                  </a:lnTo>
                  <a:lnTo>
                    <a:pt x="255803" y="380970"/>
                  </a:lnTo>
                  <a:lnTo>
                    <a:pt x="254413" y="380970"/>
                  </a:lnTo>
                  <a:lnTo>
                    <a:pt x="253022" y="380970"/>
                  </a:lnTo>
                  <a:lnTo>
                    <a:pt x="251631" y="380970"/>
                  </a:lnTo>
                  <a:lnTo>
                    <a:pt x="250241" y="380970"/>
                  </a:lnTo>
                  <a:lnTo>
                    <a:pt x="248841" y="380970"/>
                  </a:lnTo>
                  <a:lnTo>
                    <a:pt x="247450" y="380970"/>
                  </a:lnTo>
                  <a:lnTo>
                    <a:pt x="246060" y="380970"/>
                  </a:lnTo>
                  <a:lnTo>
                    <a:pt x="244602" y="380970"/>
                  </a:lnTo>
                  <a:lnTo>
                    <a:pt x="243212" y="380970"/>
                  </a:lnTo>
                  <a:lnTo>
                    <a:pt x="241821" y="380970"/>
                  </a:lnTo>
                  <a:lnTo>
                    <a:pt x="240430" y="380970"/>
                  </a:lnTo>
                  <a:lnTo>
                    <a:pt x="239030" y="380970"/>
                  </a:lnTo>
                  <a:lnTo>
                    <a:pt x="237639" y="380970"/>
                  </a:lnTo>
                  <a:lnTo>
                    <a:pt x="236249" y="380970"/>
                  </a:lnTo>
                  <a:lnTo>
                    <a:pt x="234858" y="380970"/>
                  </a:lnTo>
                  <a:lnTo>
                    <a:pt x="233467" y="380970"/>
                  </a:lnTo>
                  <a:lnTo>
                    <a:pt x="232077" y="380970"/>
                  </a:lnTo>
                  <a:lnTo>
                    <a:pt x="230676" y="380970"/>
                  </a:lnTo>
                  <a:lnTo>
                    <a:pt x="229286" y="380970"/>
                  </a:lnTo>
                  <a:lnTo>
                    <a:pt x="227829" y="380970"/>
                  </a:lnTo>
                  <a:lnTo>
                    <a:pt x="226438" y="380970"/>
                  </a:lnTo>
                  <a:lnTo>
                    <a:pt x="225048" y="380970"/>
                  </a:lnTo>
                  <a:lnTo>
                    <a:pt x="223656" y="380970"/>
                  </a:lnTo>
                  <a:lnTo>
                    <a:pt x="222266" y="380970"/>
                  </a:lnTo>
                  <a:lnTo>
                    <a:pt x="220866" y="380970"/>
                  </a:lnTo>
                  <a:lnTo>
                    <a:pt x="219475" y="380970"/>
                  </a:lnTo>
                  <a:lnTo>
                    <a:pt x="218085" y="380970"/>
                  </a:lnTo>
                  <a:lnTo>
                    <a:pt x="216694" y="380970"/>
                  </a:lnTo>
                  <a:lnTo>
                    <a:pt x="215303" y="380970"/>
                  </a:lnTo>
                  <a:lnTo>
                    <a:pt x="213903" y="380970"/>
                  </a:lnTo>
                  <a:lnTo>
                    <a:pt x="212455" y="380970"/>
                  </a:lnTo>
                  <a:lnTo>
                    <a:pt x="211055" y="380970"/>
                  </a:lnTo>
                  <a:lnTo>
                    <a:pt x="209664" y="380970"/>
                  </a:lnTo>
                  <a:lnTo>
                    <a:pt x="208274" y="380970"/>
                  </a:lnTo>
                  <a:lnTo>
                    <a:pt x="206883" y="380970"/>
                  </a:lnTo>
                  <a:lnTo>
                    <a:pt x="205492" y="380970"/>
                  </a:lnTo>
                  <a:lnTo>
                    <a:pt x="204102" y="380970"/>
                  </a:lnTo>
                  <a:lnTo>
                    <a:pt x="202702" y="380970"/>
                  </a:lnTo>
                  <a:lnTo>
                    <a:pt x="201311" y="380970"/>
                  </a:lnTo>
                  <a:lnTo>
                    <a:pt x="199921" y="380970"/>
                  </a:lnTo>
                  <a:lnTo>
                    <a:pt x="198529" y="380970"/>
                  </a:lnTo>
                  <a:lnTo>
                    <a:pt x="197072" y="380970"/>
                  </a:lnTo>
                  <a:lnTo>
                    <a:pt x="195682" y="380970"/>
                  </a:lnTo>
                  <a:lnTo>
                    <a:pt x="194291" y="380970"/>
                  </a:lnTo>
                  <a:lnTo>
                    <a:pt x="192891" y="380970"/>
                  </a:lnTo>
                  <a:lnTo>
                    <a:pt x="191500" y="380970"/>
                  </a:lnTo>
                  <a:lnTo>
                    <a:pt x="190110" y="380970"/>
                  </a:lnTo>
                  <a:lnTo>
                    <a:pt x="188719" y="380970"/>
                  </a:lnTo>
                  <a:lnTo>
                    <a:pt x="187328" y="380970"/>
                  </a:lnTo>
                  <a:lnTo>
                    <a:pt x="185938" y="380970"/>
                  </a:lnTo>
                  <a:lnTo>
                    <a:pt x="184537" y="380970"/>
                  </a:lnTo>
                  <a:lnTo>
                    <a:pt x="183147" y="380970"/>
                  </a:lnTo>
                  <a:lnTo>
                    <a:pt x="181756" y="380970"/>
                  </a:lnTo>
                  <a:lnTo>
                    <a:pt x="180299" y="380970"/>
                  </a:lnTo>
                  <a:lnTo>
                    <a:pt x="178908" y="380970"/>
                  </a:lnTo>
                  <a:lnTo>
                    <a:pt x="177517" y="380970"/>
                  </a:lnTo>
                  <a:lnTo>
                    <a:pt x="176117" y="380970"/>
                  </a:lnTo>
                  <a:lnTo>
                    <a:pt x="174727" y="380970"/>
                  </a:lnTo>
                  <a:lnTo>
                    <a:pt x="173336" y="380970"/>
                  </a:lnTo>
                  <a:lnTo>
                    <a:pt x="171946" y="380970"/>
                  </a:lnTo>
                  <a:lnTo>
                    <a:pt x="170555" y="380970"/>
                  </a:lnTo>
                  <a:lnTo>
                    <a:pt x="169164" y="380970"/>
                  </a:lnTo>
                  <a:lnTo>
                    <a:pt x="167764" y="380970"/>
                  </a:lnTo>
                  <a:lnTo>
                    <a:pt x="166373" y="380970"/>
                  </a:lnTo>
                  <a:lnTo>
                    <a:pt x="164916" y="380970"/>
                  </a:lnTo>
                  <a:lnTo>
                    <a:pt x="163525" y="380970"/>
                  </a:lnTo>
                  <a:lnTo>
                    <a:pt x="162134" y="380970"/>
                  </a:lnTo>
                  <a:lnTo>
                    <a:pt x="160744" y="380970"/>
                  </a:lnTo>
                  <a:lnTo>
                    <a:pt x="159353" y="380970"/>
                  </a:lnTo>
                  <a:lnTo>
                    <a:pt x="157963" y="380970"/>
                  </a:lnTo>
                  <a:lnTo>
                    <a:pt x="156563" y="380970"/>
                  </a:lnTo>
                  <a:lnTo>
                    <a:pt x="155172" y="380970"/>
                  </a:lnTo>
                  <a:lnTo>
                    <a:pt x="153781" y="380970"/>
                  </a:lnTo>
                  <a:lnTo>
                    <a:pt x="152390" y="380970"/>
                  </a:lnTo>
                  <a:lnTo>
                    <a:pt x="151000" y="380970"/>
                  </a:lnTo>
                  <a:lnTo>
                    <a:pt x="149543" y="380970"/>
                  </a:lnTo>
                  <a:lnTo>
                    <a:pt x="148142" y="380970"/>
                  </a:lnTo>
                  <a:lnTo>
                    <a:pt x="146752" y="380970"/>
                  </a:lnTo>
                  <a:lnTo>
                    <a:pt x="145361" y="380970"/>
                  </a:lnTo>
                  <a:lnTo>
                    <a:pt x="143970" y="380970"/>
                  </a:lnTo>
                  <a:lnTo>
                    <a:pt x="142580" y="380970"/>
                  </a:lnTo>
                  <a:lnTo>
                    <a:pt x="141189" y="380970"/>
                  </a:lnTo>
                  <a:lnTo>
                    <a:pt x="139789" y="380970"/>
                  </a:lnTo>
                  <a:lnTo>
                    <a:pt x="138398" y="380970"/>
                  </a:lnTo>
                  <a:lnTo>
                    <a:pt x="137008" y="380970"/>
                  </a:lnTo>
                  <a:lnTo>
                    <a:pt x="135617" y="380970"/>
                  </a:lnTo>
                  <a:lnTo>
                    <a:pt x="134226" y="380970"/>
                  </a:lnTo>
                  <a:lnTo>
                    <a:pt x="132769" y="380970"/>
                  </a:lnTo>
                  <a:lnTo>
                    <a:pt x="131378" y="380970"/>
                  </a:lnTo>
                  <a:lnTo>
                    <a:pt x="129978" y="380970"/>
                  </a:lnTo>
                  <a:lnTo>
                    <a:pt x="128588" y="380970"/>
                  </a:lnTo>
                  <a:lnTo>
                    <a:pt x="127197" y="380970"/>
                  </a:lnTo>
                  <a:lnTo>
                    <a:pt x="125806" y="380970"/>
                  </a:lnTo>
                  <a:lnTo>
                    <a:pt x="124416" y="380970"/>
                  </a:lnTo>
                  <a:lnTo>
                    <a:pt x="123025" y="380970"/>
                  </a:lnTo>
                  <a:lnTo>
                    <a:pt x="121625" y="380970"/>
                  </a:lnTo>
                  <a:lnTo>
                    <a:pt x="120234" y="380970"/>
                  </a:lnTo>
                  <a:lnTo>
                    <a:pt x="118844" y="380970"/>
                  </a:lnTo>
                  <a:lnTo>
                    <a:pt x="117386" y="380970"/>
                  </a:lnTo>
                  <a:lnTo>
                    <a:pt x="115995" y="380970"/>
                  </a:lnTo>
                  <a:lnTo>
                    <a:pt x="114605" y="380970"/>
                  </a:lnTo>
                  <a:lnTo>
                    <a:pt x="113214" y="380970"/>
                  </a:lnTo>
                  <a:lnTo>
                    <a:pt x="111814" y="380970"/>
                  </a:lnTo>
                  <a:lnTo>
                    <a:pt x="110423" y="380970"/>
                  </a:lnTo>
                  <a:lnTo>
                    <a:pt x="109032" y="380970"/>
                  </a:lnTo>
                  <a:lnTo>
                    <a:pt x="107642" y="380970"/>
                  </a:lnTo>
                  <a:lnTo>
                    <a:pt x="106251" y="380970"/>
                  </a:lnTo>
                  <a:lnTo>
                    <a:pt x="104851" y="380970"/>
                  </a:lnTo>
                  <a:lnTo>
                    <a:pt x="103461" y="380970"/>
                  </a:lnTo>
                  <a:lnTo>
                    <a:pt x="102003" y="380970"/>
                  </a:lnTo>
                  <a:lnTo>
                    <a:pt x="100613" y="380970"/>
                  </a:lnTo>
                  <a:lnTo>
                    <a:pt x="99222" y="380970"/>
                  </a:lnTo>
                  <a:lnTo>
                    <a:pt x="97831" y="380970"/>
                  </a:lnTo>
                  <a:lnTo>
                    <a:pt x="96441" y="380970"/>
                  </a:lnTo>
                  <a:lnTo>
                    <a:pt x="95050" y="380970"/>
                  </a:lnTo>
                  <a:lnTo>
                    <a:pt x="93650" y="380970"/>
                  </a:lnTo>
                  <a:lnTo>
                    <a:pt x="92259" y="380970"/>
                  </a:lnTo>
                  <a:lnTo>
                    <a:pt x="90868" y="380970"/>
                  </a:lnTo>
                  <a:lnTo>
                    <a:pt x="89478" y="380970"/>
                  </a:lnTo>
                  <a:lnTo>
                    <a:pt x="88087" y="380970"/>
                  </a:lnTo>
                  <a:lnTo>
                    <a:pt x="86687" y="380970"/>
                  </a:lnTo>
                  <a:lnTo>
                    <a:pt x="85239" y="380970"/>
                  </a:lnTo>
                  <a:lnTo>
                    <a:pt x="83839" y="380970"/>
                  </a:lnTo>
                  <a:lnTo>
                    <a:pt x="82449" y="380970"/>
                  </a:lnTo>
                  <a:lnTo>
                    <a:pt x="81058" y="380970"/>
                  </a:lnTo>
                  <a:lnTo>
                    <a:pt x="79667" y="380970"/>
                  </a:lnTo>
                  <a:lnTo>
                    <a:pt x="78276" y="380970"/>
                  </a:lnTo>
                  <a:lnTo>
                    <a:pt x="76876" y="380970"/>
                  </a:lnTo>
                  <a:lnTo>
                    <a:pt x="75486" y="380970"/>
                  </a:lnTo>
                  <a:lnTo>
                    <a:pt x="74095" y="380970"/>
                  </a:lnTo>
                  <a:lnTo>
                    <a:pt x="72704" y="380970"/>
                  </a:lnTo>
                  <a:lnTo>
                    <a:pt x="71314" y="380970"/>
                  </a:lnTo>
                  <a:lnTo>
                    <a:pt x="69856" y="380970"/>
                  </a:lnTo>
                  <a:lnTo>
                    <a:pt x="68466" y="380970"/>
                  </a:lnTo>
                  <a:lnTo>
                    <a:pt x="67075" y="380970"/>
                  </a:lnTo>
                  <a:lnTo>
                    <a:pt x="65675" y="380970"/>
                  </a:lnTo>
                  <a:lnTo>
                    <a:pt x="64284" y="380970"/>
                  </a:lnTo>
                  <a:lnTo>
                    <a:pt x="62893" y="380970"/>
                  </a:lnTo>
                  <a:lnTo>
                    <a:pt x="61503" y="380970"/>
                  </a:lnTo>
                  <a:lnTo>
                    <a:pt x="60103" y="380970"/>
                  </a:lnTo>
                  <a:lnTo>
                    <a:pt x="58712" y="380970"/>
                  </a:lnTo>
                  <a:lnTo>
                    <a:pt x="57322" y="380970"/>
                  </a:lnTo>
                  <a:lnTo>
                    <a:pt x="55931" y="380970"/>
                  </a:lnTo>
                  <a:lnTo>
                    <a:pt x="54474" y="380970"/>
                  </a:lnTo>
                  <a:lnTo>
                    <a:pt x="53083" y="380970"/>
                  </a:lnTo>
                  <a:lnTo>
                    <a:pt x="51692" y="380970"/>
                  </a:lnTo>
                  <a:lnTo>
                    <a:pt x="50302" y="380970"/>
                  </a:lnTo>
                  <a:lnTo>
                    <a:pt x="48901" y="380970"/>
                  </a:lnTo>
                  <a:lnTo>
                    <a:pt x="47511" y="380970"/>
                  </a:lnTo>
                  <a:lnTo>
                    <a:pt x="46120" y="380970"/>
                  </a:lnTo>
                  <a:lnTo>
                    <a:pt x="44729" y="380970"/>
                  </a:lnTo>
                  <a:lnTo>
                    <a:pt x="43339" y="380970"/>
                  </a:lnTo>
                  <a:lnTo>
                    <a:pt x="41948" y="380970"/>
                  </a:lnTo>
                  <a:lnTo>
                    <a:pt x="40548" y="380970"/>
                  </a:lnTo>
                  <a:lnTo>
                    <a:pt x="39157" y="380970"/>
                  </a:lnTo>
                  <a:lnTo>
                    <a:pt x="37700" y="380970"/>
                  </a:lnTo>
                  <a:lnTo>
                    <a:pt x="36310" y="380970"/>
                  </a:lnTo>
                  <a:lnTo>
                    <a:pt x="34919" y="380970"/>
                  </a:lnTo>
                  <a:lnTo>
                    <a:pt x="33528" y="380970"/>
                  </a:lnTo>
                  <a:lnTo>
                    <a:pt x="32137" y="380970"/>
                  </a:lnTo>
                  <a:lnTo>
                    <a:pt x="30737" y="380970"/>
                  </a:lnTo>
                  <a:lnTo>
                    <a:pt x="29347" y="380970"/>
                  </a:lnTo>
                  <a:lnTo>
                    <a:pt x="27956" y="380970"/>
                  </a:lnTo>
                  <a:lnTo>
                    <a:pt x="26565" y="380970"/>
                  </a:lnTo>
                  <a:lnTo>
                    <a:pt x="25175" y="380970"/>
                  </a:lnTo>
                  <a:lnTo>
                    <a:pt x="23774" y="380970"/>
                  </a:lnTo>
                  <a:lnTo>
                    <a:pt x="22327" y="380970"/>
                  </a:lnTo>
                  <a:lnTo>
                    <a:pt x="20926" y="380970"/>
                  </a:lnTo>
                  <a:lnTo>
                    <a:pt x="19536" y="380970"/>
                  </a:lnTo>
                  <a:lnTo>
                    <a:pt x="18145" y="380970"/>
                  </a:lnTo>
                  <a:lnTo>
                    <a:pt x="16754" y="380970"/>
                  </a:lnTo>
                  <a:lnTo>
                    <a:pt x="15364" y="380970"/>
                  </a:lnTo>
                  <a:lnTo>
                    <a:pt x="13973" y="380970"/>
                  </a:lnTo>
                  <a:lnTo>
                    <a:pt x="12573" y="380970"/>
                  </a:lnTo>
                  <a:lnTo>
                    <a:pt x="11183" y="380970"/>
                  </a:lnTo>
                  <a:lnTo>
                    <a:pt x="9792" y="380970"/>
                  </a:lnTo>
                  <a:lnTo>
                    <a:pt x="8401" y="380970"/>
                  </a:lnTo>
                  <a:lnTo>
                    <a:pt x="7010" y="380970"/>
                  </a:lnTo>
                  <a:lnTo>
                    <a:pt x="5553" y="380970"/>
                  </a:lnTo>
                  <a:lnTo>
                    <a:pt x="4163" y="380970"/>
                  </a:lnTo>
                  <a:lnTo>
                    <a:pt x="2762" y="380970"/>
                  </a:lnTo>
                  <a:lnTo>
                    <a:pt x="1372" y="380970"/>
                  </a:lnTo>
                  <a:lnTo>
                    <a:pt x="-19" y="380970"/>
                  </a:lnTo>
                  <a:close/>
                </a:path>
              </a:pathLst>
            </a:custGeom>
            <a:solidFill>
              <a:srgbClr val="A8DADC">
                <a:alpha val="50000"/>
              </a:srgbClr>
            </a:solidFill>
            <a:ln w="9525" cap="flat">
              <a:noFill/>
              <a:prstDash val="solid"/>
              <a:round/>
            </a:ln>
          </p:spPr>
          <p:txBody>
            <a:bodyPr/>
            <a:lstStyle/>
            <a:p>
              <a:endParaRPr lang="zh-CN" altLang="en-US" sz="2190"/>
            </a:p>
          </p:txBody>
        </p:sp>
        <p:sp>
          <p:nvSpPr>
            <p:cNvPr id="1043" name="任意多边形: 形状 1042"/>
            <p:cNvSpPr/>
            <p:nvPr/>
          </p:nvSpPr>
          <p:spPr>
            <a:xfrm>
              <a:off x="6310774" y="4745559"/>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1044" name="任意多边形: 形状 1043"/>
            <p:cNvSpPr/>
            <p:nvPr/>
          </p:nvSpPr>
          <p:spPr>
            <a:xfrm>
              <a:off x="5986924" y="4431234"/>
              <a:ext cx="714375" cy="371475"/>
            </a:xfrm>
            <a:custGeom>
              <a:avLst/>
              <a:gdLst>
                <a:gd name="csX0" fmla="*/ -19 w 714375"/>
                <a:gd name="csY0" fmla="*/ 371007 h 371475"/>
                <a:gd name="csX1" fmla="*/ 1372 w 714375"/>
                <a:gd name="csY1" fmla="*/ 370702 h 371475"/>
                <a:gd name="csX2" fmla="*/ 2762 w 714375"/>
                <a:gd name="csY2" fmla="*/ 370388 h 371475"/>
                <a:gd name="csX3" fmla="*/ 4163 w 714375"/>
                <a:gd name="csY3" fmla="*/ 370016 h 371475"/>
                <a:gd name="csX4" fmla="*/ 5553 w 714375"/>
                <a:gd name="csY4" fmla="*/ 369635 h 371475"/>
                <a:gd name="csX5" fmla="*/ 7010 w 714375"/>
                <a:gd name="csY5" fmla="*/ 369197 h 371475"/>
                <a:gd name="csX6" fmla="*/ 8401 w 714375"/>
                <a:gd name="csY6" fmla="*/ 368702 h 371475"/>
                <a:gd name="csX7" fmla="*/ 9792 w 714375"/>
                <a:gd name="csY7" fmla="*/ 368207 h 371475"/>
                <a:gd name="csX8" fmla="*/ 11183 w 714375"/>
                <a:gd name="csY8" fmla="*/ 367645 h 371475"/>
                <a:gd name="csX9" fmla="*/ 12573 w 714375"/>
                <a:gd name="csY9" fmla="*/ 367082 h 371475"/>
                <a:gd name="csX10" fmla="*/ 13973 w 714375"/>
                <a:gd name="csY10" fmla="*/ 366397 h 371475"/>
                <a:gd name="csX11" fmla="*/ 15364 w 714375"/>
                <a:gd name="csY11" fmla="*/ 365711 h 371475"/>
                <a:gd name="csX12" fmla="*/ 16754 w 714375"/>
                <a:gd name="csY12" fmla="*/ 364958 h 371475"/>
                <a:gd name="csX13" fmla="*/ 18145 w 714375"/>
                <a:gd name="csY13" fmla="*/ 364149 h 371475"/>
                <a:gd name="csX14" fmla="*/ 19536 w 714375"/>
                <a:gd name="csY14" fmla="*/ 363215 h 371475"/>
                <a:gd name="csX15" fmla="*/ 20926 w 714375"/>
                <a:gd name="csY15" fmla="*/ 362282 h 371475"/>
                <a:gd name="csX16" fmla="*/ 22327 w 714375"/>
                <a:gd name="csY16" fmla="*/ 361282 h 371475"/>
                <a:gd name="csX17" fmla="*/ 23784 w 714375"/>
                <a:gd name="csY17" fmla="*/ 360158 h 371475"/>
                <a:gd name="csX18" fmla="*/ 25175 w 714375"/>
                <a:gd name="csY18" fmla="*/ 358920 h 371475"/>
                <a:gd name="csX19" fmla="*/ 26565 w 714375"/>
                <a:gd name="csY19" fmla="*/ 357672 h 371475"/>
                <a:gd name="csX20" fmla="*/ 27956 w 714375"/>
                <a:gd name="csY20" fmla="*/ 356300 h 371475"/>
                <a:gd name="csX21" fmla="*/ 29347 w 714375"/>
                <a:gd name="csY21" fmla="*/ 354862 h 371475"/>
                <a:gd name="csX22" fmla="*/ 30737 w 714375"/>
                <a:gd name="csY22" fmla="*/ 353309 h 371475"/>
                <a:gd name="csX23" fmla="*/ 32137 w 714375"/>
                <a:gd name="csY23" fmla="*/ 351624 h 371475"/>
                <a:gd name="csX24" fmla="*/ 33528 w 714375"/>
                <a:gd name="csY24" fmla="*/ 349814 h 371475"/>
                <a:gd name="csX25" fmla="*/ 34919 w 714375"/>
                <a:gd name="csY25" fmla="*/ 347947 h 371475"/>
                <a:gd name="csX26" fmla="*/ 36310 w 714375"/>
                <a:gd name="csY26" fmla="*/ 345947 h 371475"/>
                <a:gd name="csX27" fmla="*/ 37700 w 714375"/>
                <a:gd name="csY27" fmla="*/ 343832 h 371475"/>
                <a:gd name="csX28" fmla="*/ 39157 w 714375"/>
                <a:gd name="csY28" fmla="*/ 341584 h 371475"/>
                <a:gd name="csX29" fmla="*/ 40548 w 714375"/>
                <a:gd name="csY29" fmla="*/ 339212 h 371475"/>
                <a:gd name="csX30" fmla="*/ 41948 w 714375"/>
                <a:gd name="csY30" fmla="*/ 336660 h 371475"/>
                <a:gd name="csX31" fmla="*/ 43339 w 714375"/>
                <a:gd name="csY31" fmla="*/ 333983 h 371475"/>
                <a:gd name="csX32" fmla="*/ 44729 w 714375"/>
                <a:gd name="csY32" fmla="*/ 331173 h 371475"/>
                <a:gd name="csX33" fmla="*/ 46120 w 714375"/>
                <a:gd name="csY33" fmla="*/ 328183 h 371475"/>
                <a:gd name="csX34" fmla="*/ 47511 w 714375"/>
                <a:gd name="csY34" fmla="*/ 325068 h 371475"/>
                <a:gd name="csX35" fmla="*/ 48901 w 714375"/>
                <a:gd name="csY35" fmla="*/ 321886 h 371475"/>
                <a:gd name="csX36" fmla="*/ 50302 w 714375"/>
                <a:gd name="csY36" fmla="*/ 318391 h 371475"/>
                <a:gd name="csX37" fmla="*/ 51692 w 714375"/>
                <a:gd name="csY37" fmla="*/ 314781 h 371475"/>
                <a:gd name="csX38" fmla="*/ 53083 w 714375"/>
                <a:gd name="csY38" fmla="*/ 311104 h 371475"/>
                <a:gd name="csX39" fmla="*/ 54474 w 714375"/>
                <a:gd name="csY39" fmla="*/ 307113 h 371475"/>
                <a:gd name="csX40" fmla="*/ 55931 w 714375"/>
                <a:gd name="csY40" fmla="*/ 303065 h 371475"/>
                <a:gd name="csX41" fmla="*/ 57322 w 714375"/>
                <a:gd name="csY41" fmla="*/ 298817 h 371475"/>
                <a:gd name="csX42" fmla="*/ 58722 w 714375"/>
                <a:gd name="csY42" fmla="*/ 294397 h 371475"/>
                <a:gd name="csX43" fmla="*/ 60112 w 714375"/>
                <a:gd name="csY43" fmla="*/ 289778 h 371475"/>
                <a:gd name="csX44" fmla="*/ 61503 w 714375"/>
                <a:gd name="csY44" fmla="*/ 284977 h 371475"/>
                <a:gd name="csX45" fmla="*/ 62893 w 714375"/>
                <a:gd name="csY45" fmla="*/ 280053 h 371475"/>
                <a:gd name="csX46" fmla="*/ 64284 w 714375"/>
                <a:gd name="csY46" fmla="*/ 274947 h 371475"/>
                <a:gd name="csX47" fmla="*/ 65675 w 714375"/>
                <a:gd name="csY47" fmla="*/ 269708 h 371475"/>
                <a:gd name="csX48" fmla="*/ 67075 w 714375"/>
                <a:gd name="csY48" fmla="*/ 264222 h 371475"/>
                <a:gd name="csX49" fmla="*/ 68466 w 714375"/>
                <a:gd name="csY49" fmla="*/ 258612 h 371475"/>
                <a:gd name="csX50" fmla="*/ 69856 w 714375"/>
                <a:gd name="csY50" fmla="*/ 252878 h 371475"/>
                <a:gd name="csX51" fmla="*/ 71314 w 714375"/>
                <a:gd name="csY51" fmla="*/ 247020 h 371475"/>
                <a:gd name="csX52" fmla="*/ 72704 w 714375"/>
                <a:gd name="csY52" fmla="*/ 240905 h 371475"/>
                <a:gd name="csX53" fmla="*/ 74095 w 714375"/>
                <a:gd name="csY53" fmla="*/ 234733 h 371475"/>
                <a:gd name="csX54" fmla="*/ 75486 w 714375"/>
                <a:gd name="csY54" fmla="*/ 228446 h 371475"/>
                <a:gd name="csX55" fmla="*/ 76876 w 714375"/>
                <a:gd name="csY55" fmla="*/ 221960 h 371475"/>
                <a:gd name="csX56" fmla="*/ 78276 w 714375"/>
                <a:gd name="csY56" fmla="*/ 215349 h 371475"/>
                <a:gd name="csX57" fmla="*/ 79667 w 714375"/>
                <a:gd name="csY57" fmla="*/ 208739 h 371475"/>
                <a:gd name="csX58" fmla="*/ 81058 w 714375"/>
                <a:gd name="csY58" fmla="*/ 201881 h 371475"/>
                <a:gd name="csX59" fmla="*/ 82449 w 714375"/>
                <a:gd name="csY59" fmla="*/ 195033 h 371475"/>
                <a:gd name="csX60" fmla="*/ 83839 w 714375"/>
                <a:gd name="csY60" fmla="*/ 188108 h 371475"/>
                <a:gd name="csX61" fmla="*/ 85239 w 714375"/>
                <a:gd name="csY61" fmla="*/ 181059 h 371475"/>
                <a:gd name="csX62" fmla="*/ 86697 w 714375"/>
                <a:gd name="csY62" fmla="*/ 174020 h 371475"/>
                <a:gd name="csX63" fmla="*/ 88087 w 714375"/>
                <a:gd name="csY63" fmla="*/ 166915 h 371475"/>
                <a:gd name="csX64" fmla="*/ 89478 w 714375"/>
                <a:gd name="csY64" fmla="*/ 159742 h 371475"/>
                <a:gd name="csX65" fmla="*/ 90868 w 714375"/>
                <a:gd name="csY65" fmla="*/ 152580 h 371475"/>
                <a:gd name="csX66" fmla="*/ 92259 w 714375"/>
                <a:gd name="csY66" fmla="*/ 145407 h 371475"/>
                <a:gd name="csX67" fmla="*/ 93650 w 714375"/>
                <a:gd name="csY67" fmla="*/ 138235 h 371475"/>
                <a:gd name="csX68" fmla="*/ 95050 w 714375"/>
                <a:gd name="csY68" fmla="*/ 131129 h 371475"/>
                <a:gd name="csX69" fmla="*/ 96441 w 714375"/>
                <a:gd name="csY69" fmla="*/ 124023 h 371475"/>
                <a:gd name="csX70" fmla="*/ 97831 w 714375"/>
                <a:gd name="csY70" fmla="*/ 117042 h 371475"/>
                <a:gd name="csX71" fmla="*/ 99222 w 714375"/>
                <a:gd name="csY71" fmla="*/ 110060 h 371475"/>
                <a:gd name="csX72" fmla="*/ 100613 w 714375"/>
                <a:gd name="csY72" fmla="*/ 103202 h 371475"/>
                <a:gd name="csX73" fmla="*/ 102013 w 714375"/>
                <a:gd name="csY73" fmla="*/ 96411 h 371475"/>
                <a:gd name="csX74" fmla="*/ 103461 w 714375"/>
                <a:gd name="csY74" fmla="*/ 89800 h 371475"/>
                <a:gd name="csX75" fmla="*/ 104851 w 714375"/>
                <a:gd name="csY75" fmla="*/ 83314 h 371475"/>
                <a:gd name="csX76" fmla="*/ 106251 w 714375"/>
                <a:gd name="csY76" fmla="*/ 76894 h 371475"/>
                <a:gd name="csX77" fmla="*/ 107642 w 714375"/>
                <a:gd name="csY77" fmla="*/ 70722 h 371475"/>
                <a:gd name="csX78" fmla="*/ 109032 w 714375"/>
                <a:gd name="csY78" fmla="*/ 64740 h 371475"/>
                <a:gd name="csX79" fmla="*/ 110423 w 714375"/>
                <a:gd name="csY79" fmla="*/ 58882 h 371475"/>
                <a:gd name="csX80" fmla="*/ 111814 w 714375"/>
                <a:gd name="csY80" fmla="*/ 53329 h 371475"/>
                <a:gd name="csX81" fmla="*/ 113214 w 714375"/>
                <a:gd name="csY81" fmla="*/ 47976 h 371475"/>
                <a:gd name="csX82" fmla="*/ 114605 w 714375"/>
                <a:gd name="csY82" fmla="*/ 42737 h 371475"/>
                <a:gd name="csX83" fmla="*/ 115995 w 714375"/>
                <a:gd name="csY83" fmla="*/ 37870 h 371475"/>
                <a:gd name="csX84" fmla="*/ 117386 w 714375"/>
                <a:gd name="csY84" fmla="*/ 33260 h 371475"/>
                <a:gd name="csX85" fmla="*/ 118844 w 714375"/>
                <a:gd name="csY85" fmla="*/ 28831 h 371475"/>
                <a:gd name="csX86" fmla="*/ 120234 w 714375"/>
                <a:gd name="csY86" fmla="*/ 24783 h 371475"/>
                <a:gd name="csX87" fmla="*/ 121625 w 714375"/>
                <a:gd name="csY87" fmla="*/ 20982 h 371475"/>
                <a:gd name="csX88" fmla="*/ 123025 w 714375"/>
                <a:gd name="csY88" fmla="*/ 17429 h 371475"/>
                <a:gd name="csX89" fmla="*/ 124416 w 714375"/>
                <a:gd name="csY89" fmla="*/ 14248 h 371475"/>
                <a:gd name="csX90" fmla="*/ 125806 w 714375"/>
                <a:gd name="csY90" fmla="*/ 11381 h 371475"/>
                <a:gd name="csX91" fmla="*/ 127197 w 714375"/>
                <a:gd name="csY91" fmla="*/ 8819 h 371475"/>
                <a:gd name="csX92" fmla="*/ 128588 w 714375"/>
                <a:gd name="csY92" fmla="*/ 6514 h 371475"/>
                <a:gd name="csX93" fmla="*/ 129988 w 714375"/>
                <a:gd name="csY93" fmla="*/ 4647 h 371475"/>
                <a:gd name="csX94" fmla="*/ 131378 w 714375"/>
                <a:gd name="csY94" fmla="*/ 3085 h 371475"/>
                <a:gd name="csX95" fmla="*/ 132769 w 714375"/>
                <a:gd name="csY95" fmla="*/ 1780 h 371475"/>
                <a:gd name="csX96" fmla="*/ 134226 w 714375"/>
                <a:gd name="csY96" fmla="*/ 903 h 371475"/>
                <a:gd name="csX97" fmla="*/ 135617 w 714375"/>
                <a:gd name="csY97" fmla="*/ 284 h 371475"/>
                <a:gd name="csX98" fmla="*/ 137008 w 714375"/>
                <a:gd name="csY98" fmla="*/ -30 h 371475"/>
                <a:gd name="csX99" fmla="*/ 138398 w 714375"/>
                <a:gd name="csY99" fmla="*/ 94 h 371475"/>
                <a:gd name="csX100" fmla="*/ 139789 w 714375"/>
                <a:gd name="csY100" fmla="*/ 465 h 371475"/>
                <a:gd name="csX101" fmla="*/ 141189 w 714375"/>
                <a:gd name="csY101" fmla="*/ 1094 h 371475"/>
                <a:gd name="csX102" fmla="*/ 142580 w 714375"/>
                <a:gd name="csY102" fmla="*/ 2151 h 371475"/>
                <a:gd name="csX103" fmla="*/ 143970 w 714375"/>
                <a:gd name="csY103" fmla="*/ 3523 h 371475"/>
                <a:gd name="csX104" fmla="*/ 145361 w 714375"/>
                <a:gd name="csY104" fmla="*/ 5085 h 371475"/>
                <a:gd name="csX105" fmla="*/ 146752 w 714375"/>
                <a:gd name="csY105" fmla="*/ 7018 h 371475"/>
                <a:gd name="csX106" fmla="*/ 148152 w 714375"/>
                <a:gd name="csY106" fmla="*/ 9257 h 371475"/>
                <a:gd name="csX107" fmla="*/ 149543 w 714375"/>
                <a:gd name="csY107" fmla="*/ 11686 h 371475"/>
                <a:gd name="csX108" fmla="*/ 151000 w 714375"/>
                <a:gd name="csY108" fmla="*/ 14429 h 371475"/>
                <a:gd name="csX109" fmla="*/ 152390 w 714375"/>
                <a:gd name="csY109" fmla="*/ 17429 h 371475"/>
                <a:gd name="csX110" fmla="*/ 153781 w 714375"/>
                <a:gd name="csY110" fmla="*/ 20668 h 371475"/>
                <a:gd name="csX111" fmla="*/ 155172 w 714375"/>
                <a:gd name="csY111" fmla="*/ 24097 h 371475"/>
                <a:gd name="csX112" fmla="*/ 156563 w 714375"/>
                <a:gd name="csY112" fmla="*/ 27840 h 371475"/>
                <a:gd name="csX113" fmla="*/ 157963 w 714375"/>
                <a:gd name="csY113" fmla="*/ 31698 h 371475"/>
                <a:gd name="csX114" fmla="*/ 159353 w 714375"/>
                <a:gd name="csY114" fmla="*/ 35755 h 371475"/>
                <a:gd name="csX115" fmla="*/ 160744 w 714375"/>
                <a:gd name="csY115" fmla="*/ 40051 h 371475"/>
                <a:gd name="csX116" fmla="*/ 162134 w 714375"/>
                <a:gd name="csY116" fmla="*/ 44414 h 371475"/>
                <a:gd name="csX117" fmla="*/ 163525 w 714375"/>
                <a:gd name="csY117" fmla="*/ 48967 h 371475"/>
                <a:gd name="csX118" fmla="*/ 164916 w 714375"/>
                <a:gd name="csY118" fmla="*/ 53767 h 371475"/>
                <a:gd name="csX119" fmla="*/ 166373 w 714375"/>
                <a:gd name="csY119" fmla="*/ 58568 h 371475"/>
                <a:gd name="csX120" fmla="*/ 167764 w 714375"/>
                <a:gd name="csY120" fmla="*/ 63492 h 371475"/>
                <a:gd name="csX121" fmla="*/ 169164 w 714375"/>
                <a:gd name="csY121" fmla="*/ 68607 h 371475"/>
                <a:gd name="csX122" fmla="*/ 170555 w 714375"/>
                <a:gd name="csY122" fmla="*/ 73713 h 371475"/>
                <a:gd name="csX123" fmla="*/ 171946 w 714375"/>
                <a:gd name="csY123" fmla="*/ 78951 h 371475"/>
                <a:gd name="csX124" fmla="*/ 173336 w 714375"/>
                <a:gd name="csY124" fmla="*/ 84190 h 371475"/>
                <a:gd name="csX125" fmla="*/ 174727 w 714375"/>
                <a:gd name="csY125" fmla="*/ 89553 h 371475"/>
                <a:gd name="csX126" fmla="*/ 176127 w 714375"/>
                <a:gd name="csY126" fmla="*/ 94915 h 371475"/>
                <a:gd name="csX127" fmla="*/ 177517 w 714375"/>
                <a:gd name="csY127" fmla="*/ 100278 h 371475"/>
                <a:gd name="csX128" fmla="*/ 178908 w 714375"/>
                <a:gd name="csY128" fmla="*/ 105698 h 371475"/>
                <a:gd name="csX129" fmla="*/ 180299 w 714375"/>
                <a:gd name="csY129" fmla="*/ 111060 h 371475"/>
                <a:gd name="csX130" fmla="*/ 181756 w 714375"/>
                <a:gd name="csY130" fmla="*/ 116480 h 371475"/>
                <a:gd name="csX131" fmla="*/ 183147 w 714375"/>
                <a:gd name="csY131" fmla="*/ 121843 h 371475"/>
                <a:gd name="csX132" fmla="*/ 184537 w 714375"/>
                <a:gd name="csY132" fmla="*/ 127138 h 371475"/>
                <a:gd name="csX133" fmla="*/ 185938 w 714375"/>
                <a:gd name="csY133" fmla="*/ 132501 h 371475"/>
                <a:gd name="csX134" fmla="*/ 187328 w 714375"/>
                <a:gd name="csY134" fmla="*/ 137740 h 371475"/>
                <a:gd name="csX135" fmla="*/ 188719 w 714375"/>
                <a:gd name="csY135" fmla="*/ 142912 h 371475"/>
                <a:gd name="csX136" fmla="*/ 190110 w 714375"/>
                <a:gd name="csY136" fmla="*/ 148084 h 371475"/>
                <a:gd name="csX137" fmla="*/ 191500 w 714375"/>
                <a:gd name="csY137" fmla="*/ 153132 h 371475"/>
                <a:gd name="csX138" fmla="*/ 192891 w 714375"/>
                <a:gd name="csY138" fmla="*/ 158190 h 371475"/>
                <a:gd name="csX139" fmla="*/ 194291 w 714375"/>
                <a:gd name="csY139" fmla="*/ 163114 h 371475"/>
                <a:gd name="csX140" fmla="*/ 195682 w 714375"/>
                <a:gd name="csY140" fmla="*/ 167915 h 371475"/>
                <a:gd name="csX141" fmla="*/ 197072 w 714375"/>
                <a:gd name="csY141" fmla="*/ 172649 h 371475"/>
                <a:gd name="csX142" fmla="*/ 198529 w 714375"/>
                <a:gd name="csY142" fmla="*/ 177325 h 371475"/>
                <a:gd name="csX143" fmla="*/ 199921 w 714375"/>
                <a:gd name="csY143" fmla="*/ 181878 h 371475"/>
                <a:gd name="csX144" fmla="*/ 201311 w 714375"/>
                <a:gd name="csY144" fmla="*/ 186365 h 371475"/>
                <a:gd name="csX145" fmla="*/ 202702 w 714375"/>
                <a:gd name="csY145" fmla="*/ 190727 h 371475"/>
                <a:gd name="csX146" fmla="*/ 204102 w 714375"/>
                <a:gd name="csY146" fmla="*/ 194966 h 371475"/>
                <a:gd name="csX147" fmla="*/ 205492 w 714375"/>
                <a:gd name="csY147" fmla="*/ 199081 h 371475"/>
                <a:gd name="csX148" fmla="*/ 206883 w 714375"/>
                <a:gd name="csY148" fmla="*/ 203129 h 371475"/>
                <a:gd name="csX149" fmla="*/ 208274 w 714375"/>
                <a:gd name="csY149" fmla="*/ 207063 h 371475"/>
                <a:gd name="csX150" fmla="*/ 209664 w 714375"/>
                <a:gd name="csY150" fmla="*/ 210863 h 371475"/>
                <a:gd name="csX151" fmla="*/ 211055 w 714375"/>
                <a:gd name="csY151" fmla="*/ 214606 h 371475"/>
                <a:gd name="csX152" fmla="*/ 212455 w 714375"/>
                <a:gd name="csY152" fmla="*/ 218159 h 371475"/>
                <a:gd name="csX153" fmla="*/ 213913 w 714375"/>
                <a:gd name="csY153" fmla="*/ 221645 h 371475"/>
                <a:gd name="csX154" fmla="*/ 215303 w 714375"/>
                <a:gd name="csY154" fmla="*/ 225008 h 371475"/>
                <a:gd name="csX155" fmla="*/ 216694 w 714375"/>
                <a:gd name="csY155" fmla="*/ 228313 h 371475"/>
                <a:gd name="csX156" fmla="*/ 218085 w 714375"/>
                <a:gd name="csY156" fmla="*/ 231437 h 371475"/>
                <a:gd name="csX157" fmla="*/ 219475 w 714375"/>
                <a:gd name="csY157" fmla="*/ 234485 h 371475"/>
                <a:gd name="csX158" fmla="*/ 220866 w 714375"/>
                <a:gd name="csY158" fmla="*/ 237476 h 371475"/>
                <a:gd name="csX159" fmla="*/ 222266 w 714375"/>
                <a:gd name="csY159" fmla="*/ 240286 h 371475"/>
                <a:gd name="csX160" fmla="*/ 223656 w 714375"/>
                <a:gd name="csY160" fmla="*/ 243029 h 371475"/>
                <a:gd name="csX161" fmla="*/ 225048 w 714375"/>
                <a:gd name="csY161" fmla="*/ 245706 h 371475"/>
                <a:gd name="csX162" fmla="*/ 226438 w 714375"/>
                <a:gd name="csY162" fmla="*/ 248268 h 371475"/>
                <a:gd name="csX163" fmla="*/ 227829 w 714375"/>
                <a:gd name="csY163" fmla="*/ 250697 h 371475"/>
                <a:gd name="csX164" fmla="*/ 229286 w 714375"/>
                <a:gd name="csY164" fmla="*/ 253068 h 371475"/>
                <a:gd name="csX165" fmla="*/ 230676 w 714375"/>
                <a:gd name="csY165" fmla="*/ 255307 h 371475"/>
                <a:gd name="csX166" fmla="*/ 232077 w 714375"/>
                <a:gd name="csY166" fmla="*/ 257555 h 371475"/>
                <a:gd name="csX167" fmla="*/ 233467 w 714375"/>
                <a:gd name="csY167" fmla="*/ 259669 h 371475"/>
                <a:gd name="csX168" fmla="*/ 234858 w 714375"/>
                <a:gd name="csY168" fmla="*/ 261669 h 371475"/>
                <a:gd name="csX169" fmla="*/ 236249 w 714375"/>
                <a:gd name="csY169" fmla="*/ 263603 h 371475"/>
                <a:gd name="csX170" fmla="*/ 237639 w 714375"/>
                <a:gd name="csY170" fmla="*/ 265470 h 371475"/>
                <a:gd name="csX171" fmla="*/ 239030 w 714375"/>
                <a:gd name="csY171" fmla="*/ 267280 h 371475"/>
                <a:gd name="csX172" fmla="*/ 240430 w 714375"/>
                <a:gd name="csY172" fmla="*/ 269023 h 371475"/>
                <a:gd name="csX173" fmla="*/ 241821 w 714375"/>
                <a:gd name="csY173" fmla="*/ 270642 h 371475"/>
                <a:gd name="csX174" fmla="*/ 243212 w 714375"/>
                <a:gd name="csY174" fmla="*/ 272261 h 371475"/>
                <a:gd name="csX175" fmla="*/ 244602 w 714375"/>
                <a:gd name="csY175" fmla="*/ 273757 h 371475"/>
                <a:gd name="csX176" fmla="*/ 246060 w 714375"/>
                <a:gd name="csY176" fmla="*/ 275262 h 371475"/>
                <a:gd name="csX177" fmla="*/ 247450 w 714375"/>
                <a:gd name="csY177" fmla="*/ 276633 h 371475"/>
                <a:gd name="csX178" fmla="*/ 248850 w 714375"/>
                <a:gd name="csY178" fmla="*/ 278005 h 371475"/>
                <a:gd name="csX179" fmla="*/ 250241 w 714375"/>
                <a:gd name="csY179" fmla="*/ 279310 h 371475"/>
                <a:gd name="csX180" fmla="*/ 251631 w 714375"/>
                <a:gd name="csY180" fmla="*/ 280558 h 371475"/>
                <a:gd name="csX181" fmla="*/ 253022 w 714375"/>
                <a:gd name="csY181" fmla="*/ 281739 h 371475"/>
                <a:gd name="csX182" fmla="*/ 254413 w 714375"/>
                <a:gd name="csY182" fmla="*/ 282863 h 371475"/>
                <a:gd name="csX183" fmla="*/ 255803 w 714375"/>
                <a:gd name="csY183" fmla="*/ 283986 h 371475"/>
                <a:gd name="csX184" fmla="*/ 257204 w 714375"/>
                <a:gd name="csY184" fmla="*/ 285044 h 371475"/>
                <a:gd name="csX185" fmla="*/ 258594 w 714375"/>
                <a:gd name="csY185" fmla="*/ 286044 h 371475"/>
                <a:gd name="csX186" fmla="*/ 259985 w 714375"/>
                <a:gd name="csY186" fmla="*/ 287044 h 371475"/>
                <a:gd name="csX187" fmla="*/ 261442 w 714375"/>
                <a:gd name="csY187" fmla="*/ 287911 h 371475"/>
                <a:gd name="csX188" fmla="*/ 262833 w 714375"/>
                <a:gd name="csY188" fmla="*/ 288844 h 371475"/>
                <a:gd name="csX189" fmla="*/ 264224 w 714375"/>
                <a:gd name="csY189" fmla="*/ 289721 h 371475"/>
                <a:gd name="csX190" fmla="*/ 265614 w 714375"/>
                <a:gd name="csY190" fmla="*/ 290530 h 371475"/>
                <a:gd name="csX191" fmla="*/ 267005 w 714375"/>
                <a:gd name="csY191" fmla="*/ 291340 h 371475"/>
                <a:gd name="csX192" fmla="*/ 268405 w 714375"/>
                <a:gd name="csY192" fmla="*/ 292092 h 371475"/>
                <a:gd name="csX193" fmla="*/ 269796 w 714375"/>
                <a:gd name="csY193" fmla="*/ 292835 h 371475"/>
                <a:gd name="csX194" fmla="*/ 271187 w 714375"/>
                <a:gd name="csY194" fmla="*/ 293521 h 371475"/>
                <a:gd name="csX195" fmla="*/ 272577 w 714375"/>
                <a:gd name="csY195" fmla="*/ 294207 h 371475"/>
                <a:gd name="csX196" fmla="*/ 273968 w 714375"/>
                <a:gd name="csY196" fmla="*/ 294893 h 371475"/>
                <a:gd name="csX197" fmla="*/ 275368 w 714375"/>
                <a:gd name="csY197" fmla="*/ 295521 h 371475"/>
                <a:gd name="csX198" fmla="*/ 276825 w 714375"/>
                <a:gd name="csY198" fmla="*/ 296074 h 371475"/>
                <a:gd name="csX199" fmla="*/ 278216 w 714375"/>
                <a:gd name="csY199" fmla="*/ 296702 h 371475"/>
                <a:gd name="csX200" fmla="*/ 279606 w 714375"/>
                <a:gd name="csY200" fmla="*/ 297264 h 371475"/>
                <a:gd name="csX201" fmla="*/ 280997 w 714375"/>
                <a:gd name="csY201" fmla="*/ 297760 h 371475"/>
                <a:gd name="csX202" fmla="*/ 282388 w 714375"/>
                <a:gd name="csY202" fmla="*/ 298322 h 371475"/>
                <a:gd name="csX203" fmla="*/ 283778 w 714375"/>
                <a:gd name="csY203" fmla="*/ 298817 h 371475"/>
                <a:gd name="csX204" fmla="*/ 285179 w 714375"/>
                <a:gd name="csY204" fmla="*/ 299255 h 371475"/>
                <a:gd name="csX205" fmla="*/ 286569 w 714375"/>
                <a:gd name="csY205" fmla="*/ 299760 h 371475"/>
                <a:gd name="csX206" fmla="*/ 287960 w 714375"/>
                <a:gd name="csY206" fmla="*/ 300189 h 371475"/>
                <a:gd name="csX207" fmla="*/ 289351 w 714375"/>
                <a:gd name="csY207" fmla="*/ 300627 h 371475"/>
                <a:gd name="csX208" fmla="*/ 290741 w 714375"/>
                <a:gd name="csY208" fmla="*/ 300998 h 371475"/>
                <a:gd name="csX209" fmla="*/ 292141 w 714375"/>
                <a:gd name="csY209" fmla="*/ 301436 h 371475"/>
                <a:gd name="csX210" fmla="*/ 293589 w 714375"/>
                <a:gd name="csY210" fmla="*/ 301817 h 371475"/>
                <a:gd name="csX211" fmla="*/ 294980 w 714375"/>
                <a:gd name="csY211" fmla="*/ 302189 h 371475"/>
                <a:gd name="csX212" fmla="*/ 296380 w 714375"/>
                <a:gd name="csY212" fmla="*/ 302503 h 371475"/>
                <a:gd name="csX213" fmla="*/ 297770 w 714375"/>
                <a:gd name="csY213" fmla="*/ 302874 h 371475"/>
                <a:gd name="csX214" fmla="*/ 299161 w 714375"/>
                <a:gd name="csY214" fmla="*/ 303189 h 371475"/>
                <a:gd name="csX215" fmla="*/ 300552 w 714375"/>
                <a:gd name="csY215" fmla="*/ 303494 h 371475"/>
                <a:gd name="csX216" fmla="*/ 301943 w 714375"/>
                <a:gd name="csY216" fmla="*/ 303808 h 371475"/>
                <a:gd name="csX217" fmla="*/ 303343 w 714375"/>
                <a:gd name="csY217" fmla="*/ 304056 h 371475"/>
                <a:gd name="csX218" fmla="*/ 304733 w 714375"/>
                <a:gd name="csY218" fmla="*/ 304370 h 371475"/>
                <a:gd name="csX219" fmla="*/ 306124 w 714375"/>
                <a:gd name="csY219" fmla="*/ 304618 h 371475"/>
                <a:gd name="csX220" fmla="*/ 307515 w 714375"/>
                <a:gd name="csY220" fmla="*/ 304865 h 371475"/>
                <a:gd name="csX221" fmla="*/ 308972 w 714375"/>
                <a:gd name="csY221" fmla="*/ 305113 h 371475"/>
                <a:gd name="csX222" fmla="*/ 310363 w 714375"/>
                <a:gd name="csY222" fmla="*/ 305370 h 371475"/>
                <a:gd name="csX223" fmla="*/ 311753 w 714375"/>
                <a:gd name="csY223" fmla="*/ 305618 h 371475"/>
                <a:gd name="csX224" fmla="*/ 313154 w 714375"/>
                <a:gd name="csY224" fmla="*/ 305799 h 371475"/>
                <a:gd name="csX225" fmla="*/ 314544 w 714375"/>
                <a:gd name="csY225" fmla="*/ 305989 h 371475"/>
                <a:gd name="csX226" fmla="*/ 315935 w 714375"/>
                <a:gd name="csY226" fmla="*/ 306237 h 371475"/>
                <a:gd name="csX227" fmla="*/ 317326 w 714375"/>
                <a:gd name="csY227" fmla="*/ 306427 h 371475"/>
                <a:gd name="csX228" fmla="*/ 318716 w 714375"/>
                <a:gd name="csY228" fmla="*/ 306551 h 371475"/>
                <a:gd name="csX229" fmla="*/ 320116 w 714375"/>
                <a:gd name="csY229" fmla="*/ 306742 h 371475"/>
                <a:gd name="csX230" fmla="*/ 321507 w 714375"/>
                <a:gd name="csY230" fmla="*/ 306923 h 371475"/>
                <a:gd name="csX231" fmla="*/ 322897 w 714375"/>
                <a:gd name="csY231" fmla="*/ 307047 h 371475"/>
                <a:gd name="csX232" fmla="*/ 324355 w 714375"/>
                <a:gd name="csY232" fmla="*/ 307237 h 371475"/>
                <a:gd name="csX233" fmla="*/ 325745 w 714375"/>
                <a:gd name="csY233" fmla="*/ 307361 h 371475"/>
                <a:gd name="csX234" fmla="*/ 327136 w 714375"/>
                <a:gd name="csY234" fmla="*/ 307485 h 371475"/>
                <a:gd name="csX235" fmla="*/ 328527 w 714375"/>
                <a:gd name="csY235" fmla="*/ 307609 h 371475"/>
                <a:gd name="csX236" fmla="*/ 329917 w 714375"/>
                <a:gd name="csY236" fmla="*/ 307732 h 371475"/>
                <a:gd name="csX237" fmla="*/ 331318 w 714375"/>
                <a:gd name="csY237" fmla="*/ 307856 h 371475"/>
                <a:gd name="csX238" fmla="*/ 332708 w 714375"/>
                <a:gd name="csY238" fmla="*/ 307923 h 371475"/>
                <a:gd name="csX239" fmla="*/ 334099 w 714375"/>
                <a:gd name="csY239" fmla="*/ 308047 h 371475"/>
                <a:gd name="csX240" fmla="*/ 335490 w 714375"/>
                <a:gd name="csY240" fmla="*/ 308170 h 371475"/>
                <a:gd name="csX241" fmla="*/ 336880 w 714375"/>
                <a:gd name="csY241" fmla="*/ 308237 h 371475"/>
                <a:gd name="csX242" fmla="*/ 338281 w 714375"/>
                <a:gd name="csY242" fmla="*/ 308294 h 371475"/>
                <a:gd name="csX243" fmla="*/ 339671 w 714375"/>
                <a:gd name="csY243" fmla="*/ 308418 h 371475"/>
                <a:gd name="csX244" fmla="*/ 341128 w 714375"/>
                <a:gd name="csY244" fmla="*/ 308485 h 371475"/>
                <a:gd name="csX245" fmla="*/ 342519 w 714375"/>
                <a:gd name="csY245" fmla="*/ 308542 h 371475"/>
                <a:gd name="csX246" fmla="*/ 343909 w 714375"/>
                <a:gd name="csY246" fmla="*/ 308609 h 371475"/>
                <a:gd name="csX247" fmla="*/ 345301 w 714375"/>
                <a:gd name="csY247" fmla="*/ 308675 h 371475"/>
                <a:gd name="csX248" fmla="*/ 346691 w 714375"/>
                <a:gd name="csY248" fmla="*/ 308732 h 371475"/>
                <a:gd name="csX249" fmla="*/ 348091 w 714375"/>
                <a:gd name="csY249" fmla="*/ 308799 h 371475"/>
                <a:gd name="csX250" fmla="*/ 349482 w 714375"/>
                <a:gd name="csY250" fmla="*/ 308799 h 371475"/>
                <a:gd name="csX251" fmla="*/ 350872 w 714375"/>
                <a:gd name="csY251" fmla="*/ 308856 h 371475"/>
                <a:gd name="csX252" fmla="*/ 352263 w 714375"/>
                <a:gd name="csY252" fmla="*/ 308923 h 371475"/>
                <a:gd name="csX253" fmla="*/ 353654 w 714375"/>
                <a:gd name="csY253" fmla="*/ 308923 h 371475"/>
                <a:gd name="csX254" fmla="*/ 355044 w 714375"/>
                <a:gd name="csY254" fmla="*/ 308980 h 371475"/>
                <a:gd name="csX255" fmla="*/ 356502 w 714375"/>
                <a:gd name="csY255" fmla="*/ 309047 h 371475"/>
                <a:gd name="csX256" fmla="*/ 357892 w 714375"/>
                <a:gd name="csY256" fmla="*/ 309047 h 371475"/>
                <a:gd name="csX257" fmla="*/ 359293 w 714375"/>
                <a:gd name="csY257" fmla="*/ 309047 h 371475"/>
                <a:gd name="csX258" fmla="*/ 360683 w 714375"/>
                <a:gd name="csY258" fmla="*/ 309104 h 371475"/>
                <a:gd name="csX259" fmla="*/ 362074 w 714375"/>
                <a:gd name="csY259" fmla="*/ 309104 h 371475"/>
                <a:gd name="csX260" fmla="*/ 363465 w 714375"/>
                <a:gd name="csY260" fmla="*/ 309104 h 371475"/>
                <a:gd name="csX261" fmla="*/ 364855 w 714375"/>
                <a:gd name="csY261" fmla="*/ 309171 h 371475"/>
                <a:gd name="csX262" fmla="*/ 366255 w 714375"/>
                <a:gd name="csY262" fmla="*/ 309171 h 371475"/>
                <a:gd name="csX263" fmla="*/ 367646 w 714375"/>
                <a:gd name="csY263" fmla="*/ 309171 h 371475"/>
                <a:gd name="csX264" fmla="*/ 369036 w 714375"/>
                <a:gd name="csY264" fmla="*/ 309171 h 371475"/>
                <a:gd name="csX265" fmla="*/ 370428 w 714375"/>
                <a:gd name="csY265" fmla="*/ 309228 h 371475"/>
                <a:gd name="csX266" fmla="*/ 371818 w 714375"/>
                <a:gd name="csY266" fmla="*/ 309228 h 371475"/>
                <a:gd name="csX267" fmla="*/ 373275 w 714375"/>
                <a:gd name="csY267" fmla="*/ 309228 h 371475"/>
                <a:gd name="csX268" fmla="*/ 374666 w 714375"/>
                <a:gd name="csY268" fmla="*/ 309228 h 371475"/>
                <a:gd name="csX269" fmla="*/ 376066 w 714375"/>
                <a:gd name="csY269" fmla="*/ 309228 h 371475"/>
                <a:gd name="csX270" fmla="*/ 377457 w 714375"/>
                <a:gd name="csY270" fmla="*/ 309228 h 371475"/>
                <a:gd name="csX271" fmla="*/ 378847 w 714375"/>
                <a:gd name="csY271" fmla="*/ 309228 h 371475"/>
                <a:gd name="csX272" fmla="*/ 380238 w 714375"/>
                <a:gd name="csY272" fmla="*/ 309228 h 371475"/>
                <a:gd name="csX273" fmla="*/ 381629 w 714375"/>
                <a:gd name="csY273" fmla="*/ 309171 h 371475"/>
                <a:gd name="csX274" fmla="*/ 383019 w 714375"/>
                <a:gd name="csY274" fmla="*/ 309171 h 371475"/>
                <a:gd name="csX275" fmla="*/ 384420 w 714375"/>
                <a:gd name="csY275" fmla="*/ 309171 h 371475"/>
                <a:gd name="csX276" fmla="*/ 385810 w 714375"/>
                <a:gd name="csY276" fmla="*/ 309171 h 371475"/>
                <a:gd name="csX277" fmla="*/ 387201 w 714375"/>
                <a:gd name="csY277" fmla="*/ 309171 h 371475"/>
                <a:gd name="csX278" fmla="*/ 388658 w 714375"/>
                <a:gd name="csY278" fmla="*/ 309104 h 371475"/>
                <a:gd name="csX279" fmla="*/ 390049 w 714375"/>
                <a:gd name="csY279" fmla="*/ 309104 h 371475"/>
                <a:gd name="csX280" fmla="*/ 391440 w 714375"/>
                <a:gd name="csY280" fmla="*/ 309047 h 371475"/>
                <a:gd name="csX281" fmla="*/ 392830 w 714375"/>
                <a:gd name="csY281" fmla="*/ 309047 h 371475"/>
                <a:gd name="csX282" fmla="*/ 394230 w 714375"/>
                <a:gd name="csY282" fmla="*/ 308980 h 371475"/>
                <a:gd name="csX283" fmla="*/ 395621 w 714375"/>
                <a:gd name="csY283" fmla="*/ 308980 h 371475"/>
                <a:gd name="csX284" fmla="*/ 397011 w 714375"/>
                <a:gd name="csY284" fmla="*/ 308923 h 371475"/>
                <a:gd name="csX285" fmla="*/ 398402 w 714375"/>
                <a:gd name="csY285" fmla="*/ 308923 h 371475"/>
                <a:gd name="csX286" fmla="*/ 399793 w 714375"/>
                <a:gd name="csY286" fmla="*/ 308856 h 371475"/>
                <a:gd name="csX287" fmla="*/ 401193 w 714375"/>
                <a:gd name="csY287" fmla="*/ 308799 h 371475"/>
                <a:gd name="csX288" fmla="*/ 402584 w 714375"/>
                <a:gd name="csY288" fmla="*/ 308732 h 371475"/>
                <a:gd name="csX289" fmla="*/ 404041 w 714375"/>
                <a:gd name="csY289" fmla="*/ 308675 h 371475"/>
                <a:gd name="csX290" fmla="*/ 405432 w 714375"/>
                <a:gd name="csY290" fmla="*/ 308609 h 371475"/>
                <a:gd name="csX291" fmla="*/ 406822 w 714375"/>
                <a:gd name="csY291" fmla="*/ 308542 h 371475"/>
                <a:gd name="csX292" fmla="*/ 408213 w 714375"/>
                <a:gd name="csY292" fmla="*/ 308485 h 371475"/>
                <a:gd name="csX293" fmla="*/ 409604 w 714375"/>
                <a:gd name="csY293" fmla="*/ 308418 h 371475"/>
                <a:gd name="csX294" fmla="*/ 410994 w 714375"/>
                <a:gd name="csY294" fmla="*/ 308294 h 371475"/>
                <a:gd name="csX295" fmla="*/ 412394 w 714375"/>
                <a:gd name="csY295" fmla="*/ 308237 h 371475"/>
                <a:gd name="csX296" fmla="*/ 413785 w 714375"/>
                <a:gd name="csY296" fmla="*/ 308113 h 371475"/>
                <a:gd name="csX297" fmla="*/ 415176 w 714375"/>
                <a:gd name="csY297" fmla="*/ 308047 h 371475"/>
                <a:gd name="csX298" fmla="*/ 416567 w 714375"/>
                <a:gd name="csY298" fmla="*/ 307923 h 371475"/>
                <a:gd name="csX299" fmla="*/ 417957 w 714375"/>
                <a:gd name="csY299" fmla="*/ 307799 h 371475"/>
                <a:gd name="csX300" fmla="*/ 419357 w 714375"/>
                <a:gd name="csY300" fmla="*/ 307675 h 371475"/>
                <a:gd name="csX301" fmla="*/ 420805 w 714375"/>
                <a:gd name="csY301" fmla="*/ 307551 h 371475"/>
                <a:gd name="csX302" fmla="*/ 422205 w 714375"/>
                <a:gd name="csY302" fmla="*/ 307427 h 371475"/>
                <a:gd name="csX303" fmla="*/ 423596 w 714375"/>
                <a:gd name="csY303" fmla="*/ 307304 h 371475"/>
                <a:gd name="csX304" fmla="*/ 424986 w 714375"/>
                <a:gd name="csY304" fmla="*/ 307170 h 371475"/>
                <a:gd name="csX305" fmla="*/ 426377 w 714375"/>
                <a:gd name="csY305" fmla="*/ 306989 h 371475"/>
                <a:gd name="csX306" fmla="*/ 427768 w 714375"/>
                <a:gd name="csY306" fmla="*/ 306866 h 371475"/>
                <a:gd name="csX307" fmla="*/ 429158 w 714375"/>
                <a:gd name="csY307" fmla="*/ 306675 h 371475"/>
                <a:gd name="csX308" fmla="*/ 430559 w 714375"/>
                <a:gd name="csY308" fmla="*/ 306484 h 371475"/>
                <a:gd name="csX309" fmla="*/ 431949 w 714375"/>
                <a:gd name="csY309" fmla="*/ 306304 h 371475"/>
                <a:gd name="csX310" fmla="*/ 433340 w 714375"/>
                <a:gd name="csY310" fmla="*/ 306113 h 371475"/>
                <a:gd name="csX311" fmla="*/ 434731 w 714375"/>
                <a:gd name="csY311" fmla="*/ 305932 h 371475"/>
                <a:gd name="csX312" fmla="*/ 436188 w 714375"/>
                <a:gd name="csY312" fmla="*/ 305675 h 371475"/>
                <a:gd name="csX313" fmla="*/ 437579 w 714375"/>
                <a:gd name="csY313" fmla="*/ 305427 h 371475"/>
                <a:gd name="csX314" fmla="*/ 438979 w 714375"/>
                <a:gd name="csY314" fmla="*/ 305246 h 371475"/>
                <a:gd name="csX315" fmla="*/ 440369 w 714375"/>
                <a:gd name="csY315" fmla="*/ 304989 h 371475"/>
                <a:gd name="csX316" fmla="*/ 441760 w 714375"/>
                <a:gd name="csY316" fmla="*/ 304742 h 371475"/>
                <a:gd name="csX317" fmla="*/ 443150 w 714375"/>
                <a:gd name="csY317" fmla="*/ 304437 h 371475"/>
                <a:gd name="csX318" fmla="*/ 444541 w 714375"/>
                <a:gd name="csY318" fmla="*/ 304179 h 371475"/>
                <a:gd name="csX319" fmla="*/ 445932 w 714375"/>
                <a:gd name="csY319" fmla="*/ 303875 h 371475"/>
                <a:gd name="csX320" fmla="*/ 447332 w 714375"/>
                <a:gd name="csY320" fmla="*/ 303560 h 371475"/>
                <a:gd name="csX321" fmla="*/ 448723 w 714375"/>
                <a:gd name="csY321" fmla="*/ 303246 h 371475"/>
                <a:gd name="csX322" fmla="*/ 450113 w 714375"/>
                <a:gd name="csY322" fmla="*/ 302874 h 371475"/>
                <a:gd name="csX323" fmla="*/ 451571 w 714375"/>
                <a:gd name="csY323" fmla="*/ 302503 h 371475"/>
                <a:gd name="csX324" fmla="*/ 452962 w 714375"/>
                <a:gd name="csY324" fmla="*/ 302122 h 371475"/>
                <a:gd name="csX325" fmla="*/ 454352 w 714375"/>
                <a:gd name="csY325" fmla="*/ 301751 h 371475"/>
                <a:gd name="csX326" fmla="*/ 455743 w 714375"/>
                <a:gd name="csY326" fmla="*/ 301312 h 371475"/>
                <a:gd name="csX327" fmla="*/ 457143 w 714375"/>
                <a:gd name="csY327" fmla="*/ 300874 h 371475"/>
                <a:gd name="csX328" fmla="*/ 458534 w 714375"/>
                <a:gd name="csY328" fmla="*/ 300446 h 371475"/>
                <a:gd name="csX329" fmla="*/ 459924 w 714375"/>
                <a:gd name="csY329" fmla="*/ 299941 h 371475"/>
                <a:gd name="csX330" fmla="*/ 461315 w 714375"/>
                <a:gd name="csY330" fmla="*/ 299446 h 371475"/>
                <a:gd name="csX331" fmla="*/ 462706 w 714375"/>
                <a:gd name="csY331" fmla="*/ 298883 h 371475"/>
                <a:gd name="csX332" fmla="*/ 464106 w 714375"/>
                <a:gd name="csY332" fmla="*/ 298322 h 371475"/>
                <a:gd name="csX333" fmla="*/ 465496 w 714375"/>
                <a:gd name="csY333" fmla="*/ 297760 h 371475"/>
                <a:gd name="csX334" fmla="*/ 466887 w 714375"/>
                <a:gd name="csY334" fmla="*/ 297141 h 371475"/>
                <a:gd name="csX335" fmla="*/ 468344 w 714375"/>
                <a:gd name="csY335" fmla="*/ 296455 h 371475"/>
                <a:gd name="csX336" fmla="*/ 469735 w 714375"/>
                <a:gd name="csY336" fmla="*/ 295769 h 371475"/>
                <a:gd name="csX337" fmla="*/ 471126 w 714375"/>
                <a:gd name="csY337" fmla="*/ 295017 h 371475"/>
                <a:gd name="csX338" fmla="*/ 472516 w 714375"/>
                <a:gd name="csY338" fmla="*/ 294274 h 371475"/>
                <a:gd name="csX339" fmla="*/ 473907 w 714375"/>
                <a:gd name="csY339" fmla="*/ 293464 h 371475"/>
                <a:gd name="csX340" fmla="*/ 475307 w 714375"/>
                <a:gd name="csY340" fmla="*/ 292588 h 371475"/>
                <a:gd name="csX341" fmla="*/ 476698 w 714375"/>
                <a:gd name="csY341" fmla="*/ 291711 h 371475"/>
                <a:gd name="csX342" fmla="*/ 478088 w 714375"/>
                <a:gd name="csY342" fmla="*/ 290778 h 371475"/>
                <a:gd name="csX343" fmla="*/ 479479 w 714375"/>
                <a:gd name="csY343" fmla="*/ 289778 h 371475"/>
                <a:gd name="csX344" fmla="*/ 480870 w 714375"/>
                <a:gd name="csY344" fmla="*/ 288720 h 371475"/>
                <a:gd name="csX345" fmla="*/ 482270 w 714375"/>
                <a:gd name="csY345" fmla="*/ 287596 h 371475"/>
                <a:gd name="csX346" fmla="*/ 483718 w 714375"/>
                <a:gd name="csY346" fmla="*/ 286415 h 371475"/>
                <a:gd name="csX347" fmla="*/ 485108 w 714375"/>
                <a:gd name="csY347" fmla="*/ 285234 h 371475"/>
                <a:gd name="csX348" fmla="*/ 486508 w 714375"/>
                <a:gd name="csY348" fmla="*/ 283920 h 371475"/>
                <a:gd name="csX349" fmla="*/ 487899 w 714375"/>
                <a:gd name="csY349" fmla="*/ 282548 h 371475"/>
                <a:gd name="csX350" fmla="*/ 489290 w 714375"/>
                <a:gd name="csY350" fmla="*/ 281177 h 371475"/>
                <a:gd name="csX351" fmla="*/ 490681 w 714375"/>
                <a:gd name="csY351" fmla="*/ 279681 h 371475"/>
                <a:gd name="csX352" fmla="*/ 492081 w 714375"/>
                <a:gd name="csY352" fmla="*/ 278129 h 371475"/>
                <a:gd name="csX353" fmla="*/ 493471 w 714375"/>
                <a:gd name="csY353" fmla="*/ 276500 h 371475"/>
                <a:gd name="csX354" fmla="*/ 494862 w 714375"/>
                <a:gd name="csY354" fmla="*/ 274757 h 371475"/>
                <a:gd name="csX355" fmla="*/ 496252 w 714375"/>
                <a:gd name="csY355" fmla="*/ 272947 h 371475"/>
                <a:gd name="csX356" fmla="*/ 497643 w 714375"/>
                <a:gd name="csY356" fmla="*/ 271080 h 371475"/>
                <a:gd name="csX357" fmla="*/ 499101 w 714375"/>
                <a:gd name="csY357" fmla="*/ 269147 h 371475"/>
                <a:gd name="csX358" fmla="*/ 500491 w 714375"/>
                <a:gd name="csY358" fmla="*/ 267089 h 371475"/>
                <a:gd name="csX359" fmla="*/ 501882 w 714375"/>
                <a:gd name="csY359" fmla="*/ 264908 h 371475"/>
                <a:gd name="csX360" fmla="*/ 503282 w 714375"/>
                <a:gd name="csY360" fmla="*/ 262727 h 371475"/>
                <a:gd name="csX361" fmla="*/ 504673 w 714375"/>
                <a:gd name="csY361" fmla="*/ 260355 h 371475"/>
                <a:gd name="csX362" fmla="*/ 506063 w 714375"/>
                <a:gd name="csY362" fmla="*/ 257993 h 371475"/>
                <a:gd name="csX363" fmla="*/ 507454 w 714375"/>
                <a:gd name="csY363" fmla="*/ 255497 h 371475"/>
                <a:gd name="csX364" fmla="*/ 508845 w 714375"/>
                <a:gd name="csY364" fmla="*/ 252878 h 371475"/>
                <a:gd name="csX365" fmla="*/ 510245 w 714375"/>
                <a:gd name="csY365" fmla="*/ 250201 h 371475"/>
                <a:gd name="csX366" fmla="*/ 511635 w 714375"/>
                <a:gd name="csY366" fmla="*/ 247392 h 371475"/>
                <a:gd name="csX367" fmla="*/ 513026 w 714375"/>
                <a:gd name="csY367" fmla="*/ 244524 h 371475"/>
                <a:gd name="csX368" fmla="*/ 514416 w 714375"/>
                <a:gd name="csY368" fmla="*/ 241533 h 371475"/>
                <a:gd name="csX369" fmla="*/ 515874 w 714375"/>
                <a:gd name="csY369" fmla="*/ 238476 h 371475"/>
                <a:gd name="csX370" fmla="*/ 517265 w 714375"/>
                <a:gd name="csY370" fmla="*/ 235295 h 371475"/>
                <a:gd name="csX371" fmla="*/ 518655 w 714375"/>
                <a:gd name="csY371" fmla="*/ 232056 h 371475"/>
                <a:gd name="csX372" fmla="*/ 520056 w 714375"/>
                <a:gd name="csY372" fmla="*/ 228751 h 371475"/>
                <a:gd name="csX373" fmla="*/ 521446 w 714375"/>
                <a:gd name="csY373" fmla="*/ 225322 h 371475"/>
                <a:gd name="csX374" fmla="*/ 522837 w 714375"/>
                <a:gd name="csY374" fmla="*/ 221769 h 371475"/>
                <a:gd name="csX375" fmla="*/ 524228 w 714375"/>
                <a:gd name="csY375" fmla="*/ 218216 h 371475"/>
                <a:gd name="csX376" fmla="*/ 525618 w 714375"/>
                <a:gd name="csY376" fmla="*/ 214540 h 371475"/>
                <a:gd name="csX377" fmla="*/ 527009 w 714375"/>
                <a:gd name="csY377" fmla="*/ 210796 h 371475"/>
                <a:gd name="csX378" fmla="*/ 528409 w 714375"/>
                <a:gd name="csY378" fmla="*/ 206996 h 371475"/>
                <a:gd name="csX379" fmla="*/ 529800 w 714375"/>
                <a:gd name="csY379" fmla="*/ 203129 h 371475"/>
                <a:gd name="csX380" fmla="*/ 531257 w 714375"/>
                <a:gd name="csY380" fmla="*/ 199271 h 371475"/>
                <a:gd name="csX381" fmla="*/ 532647 w 714375"/>
                <a:gd name="csY381" fmla="*/ 195280 h 371475"/>
                <a:gd name="csX382" fmla="*/ 534038 w 714375"/>
                <a:gd name="csY382" fmla="*/ 191289 h 371475"/>
                <a:gd name="csX383" fmla="*/ 535429 w 714375"/>
                <a:gd name="csY383" fmla="*/ 187232 h 371475"/>
                <a:gd name="csX384" fmla="*/ 536820 w 714375"/>
                <a:gd name="csY384" fmla="*/ 183183 h 371475"/>
                <a:gd name="csX385" fmla="*/ 538220 w 714375"/>
                <a:gd name="csY385" fmla="*/ 179069 h 371475"/>
                <a:gd name="csX386" fmla="*/ 539610 w 714375"/>
                <a:gd name="csY386" fmla="*/ 174954 h 371475"/>
                <a:gd name="csX387" fmla="*/ 541001 w 714375"/>
                <a:gd name="csY387" fmla="*/ 170906 h 371475"/>
                <a:gd name="csX388" fmla="*/ 542392 w 714375"/>
                <a:gd name="csY388" fmla="*/ 166791 h 371475"/>
                <a:gd name="csX389" fmla="*/ 543782 w 714375"/>
                <a:gd name="csY389" fmla="*/ 162676 h 371475"/>
                <a:gd name="csX390" fmla="*/ 545173 w 714375"/>
                <a:gd name="csY390" fmla="*/ 158618 h 371475"/>
                <a:gd name="csX391" fmla="*/ 546630 w 714375"/>
                <a:gd name="csY391" fmla="*/ 154637 h 371475"/>
                <a:gd name="csX392" fmla="*/ 548031 w 714375"/>
                <a:gd name="csY392" fmla="*/ 150646 h 371475"/>
                <a:gd name="csX393" fmla="*/ 549421 w 714375"/>
                <a:gd name="csY393" fmla="*/ 146712 h 371475"/>
                <a:gd name="csX394" fmla="*/ 550812 w 714375"/>
                <a:gd name="csY394" fmla="*/ 142855 h 371475"/>
                <a:gd name="csX395" fmla="*/ 552203 w 714375"/>
                <a:gd name="csY395" fmla="*/ 139111 h 371475"/>
                <a:gd name="csX396" fmla="*/ 553593 w 714375"/>
                <a:gd name="csY396" fmla="*/ 135434 h 371475"/>
                <a:gd name="csX397" fmla="*/ 554984 w 714375"/>
                <a:gd name="csY397" fmla="*/ 131815 h 371475"/>
                <a:gd name="csX398" fmla="*/ 556384 w 714375"/>
                <a:gd name="csY398" fmla="*/ 128386 h 371475"/>
                <a:gd name="csX399" fmla="*/ 557774 w 714375"/>
                <a:gd name="csY399" fmla="*/ 125024 h 371475"/>
                <a:gd name="csX400" fmla="*/ 559165 w 714375"/>
                <a:gd name="csY400" fmla="*/ 121843 h 371475"/>
                <a:gd name="csX401" fmla="*/ 560556 w 714375"/>
                <a:gd name="csY401" fmla="*/ 118728 h 371475"/>
                <a:gd name="csX402" fmla="*/ 561947 w 714375"/>
                <a:gd name="csY402" fmla="*/ 115861 h 371475"/>
                <a:gd name="csX403" fmla="*/ 563404 w 714375"/>
                <a:gd name="csY403" fmla="*/ 113117 h 371475"/>
                <a:gd name="csX404" fmla="*/ 564794 w 714375"/>
                <a:gd name="csY404" fmla="*/ 110498 h 371475"/>
                <a:gd name="csX405" fmla="*/ 566195 w 714375"/>
                <a:gd name="csY405" fmla="*/ 108126 h 371475"/>
                <a:gd name="csX406" fmla="*/ 567585 w 714375"/>
                <a:gd name="csY406" fmla="*/ 105945 h 371475"/>
                <a:gd name="csX407" fmla="*/ 568976 w 714375"/>
                <a:gd name="csY407" fmla="*/ 103954 h 371475"/>
                <a:gd name="csX408" fmla="*/ 570367 w 714375"/>
                <a:gd name="csY408" fmla="*/ 102202 h 371475"/>
                <a:gd name="csX409" fmla="*/ 571757 w 714375"/>
                <a:gd name="csY409" fmla="*/ 100582 h 371475"/>
                <a:gd name="csX410" fmla="*/ 573148 w 714375"/>
                <a:gd name="csY410" fmla="*/ 99211 h 371475"/>
                <a:gd name="csX411" fmla="*/ 574548 w 714375"/>
                <a:gd name="csY411" fmla="*/ 98154 h 371475"/>
                <a:gd name="csX412" fmla="*/ 575939 w 714375"/>
                <a:gd name="csY412" fmla="*/ 97277 h 371475"/>
                <a:gd name="csX413" fmla="*/ 577330 w 714375"/>
                <a:gd name="csY413" fmla="*/ 96592 h 371475"/>
                <a:gd name="csX414" fmla="*/ 578787 w 714375"/>
                <a:gd name="csY414" fmla="*/ 96287 h 371475"/>
                <a:gd name="csX415" fmla="*/ 580178 w 714375"/>
                <a:gd name="csY415" fmla="*/ 96163 h 371475"/>
                <a:gd name="csX416" fmla="*/ 581568 w 714375"/>
                <a:gd name="csY416" fmla="*/ 96220 h 371475"/>
                <a:gd name="csX417" fmla="*/ 582968 w 714375"/>
                <a:gd name="csY417" fmla="*/ 96658 h 371475"/>
                <a:gd name="csX418" fmla="*/ 584359 w 714375"/>
                <a:gd name="csY418" fmla="*/ 97277 h 371475"/>
                <a:gd name="csX419" fmla="*/ 585749 w 714375"/>
                <a:gd name="csY419" fmla="*/ 98154 h 371475"/>
                <a:gd name="csX420" fmla="*/ 587140 w 714375"/>
                <a:gd name="csY420" fmla="*/ 99335 h 371475"/>
                <a:gd name="csX421" fmla="*/ 588531 w 714375"/>
                <a:gd name="csY421" fmla="*/ 100706 h 371475"/>
                <a:gd name="csX422" fmla="*/ 589921 w 714375"/>
                <a:gd name="csY422" fmla="*/ 102335 h 371475"/>
                <a:gd name="csX423" fmla="*/ 591322 w 714375"/>
                <a:gd name="csY423" fmla="*/ 104259 h 371475"/>
                <a:gd name="csX424" fmla="*/ 592712 w 714375"/>
                <a:gd name="csY424" fmla="*/ 106441 h 371475"/>
                <a:gd name="csX425" fmla="*/ 594170 w 714375"/>
                <a:gd name="csY425" fmla="*/ 108812 h 371475"/>
                <a:gd name="csX426" fmla="*/ 595560 w 714375"/>
                <a:gd name="csY426" fmla="*/ 111432 h 371475"/>
                <a:gd name="csX427" fmla="*/ 596951 w 714375"/>
                <a:gd name="csY427" fmla="*/ 114298 h 371475"/>
                <a:gd name="csX428" fmla="*/ 598342 w 714375"/>
                <a:gd name="csY428" fmla="*/ 117413 h 371475"/>
                <a:gd name="csX429" fmla="*/ 599732 w 714375"/>
                <a:gd name="csY429" fmla="*/ 120661 h 371475"/>
                <a:gd name="csX430" fmla="*/ 601123 w 714375"/>
                <a:gd name="csY430" fmla="*/ 124214 h 371475"/>
                <a:gd name="csX431" fmla="*/ 602523 w 714375"/>
                <a:gd name="csY431" fmla="*/ 127891 h 371475"/>
                <a:gd name="csX432" fmla="*/ 603914 w 714375"/>
                <a:gd name="csY432" fmla="*/ 131758 h 371475"/>
                <a:gd name="csX433" fmla="*/ 605305 w 714375"/>
                <a:gd name="csY433" fmla="*/ 135873 h 371475"/>
                <a:gd name="csX434" fmla="*/ 606695 w 714375"/>
                <a:gd name="csY434" fmla="*/ 140111 h 371475"/>
                <a:gd name="csX435" fmla="*/ 608086 w 714375"/>
                <a:gd name="csY435" fmla="*/ 144474 h 371475"/>
                <a:gd name="csX436" fmla="*/ 609486 w 714375"/>
                <a:gd name="csY436" fmla="*/ 149084 h 371475"/>
                <a:gd name="csX437" fmla="*/ 610934 w 714375"/>
                <a:gd name="csY437" fmla="*/ 153761 h 371475"/>
                <a:gd name="csX438" fmla="*/ 612334 w 714375"/>
                <a:gd name="csY438" fmla="*/ 158561 h 371475"/>
                <a:gd name="csX439" fmla="*/ 613724 w 714375"/>
                <a:gd name="csY439" fmla="*/ 163486 h 371475"/>
                <a:gd name="csX440" fmla="*/ 615115 w 714375"/>
                <a:gd name="csY440" fmla="*/ 168534 h 371475"/>
                <a:gd name="csX441" fmla="*/ 616506 w 714375"/>
                <a:gd name="csY441" fmla="*/ 173582 h 371475"/>
                <a:gd name="csX442" fmla="*/ 617896 w 714375"/>
                <a:gd name="csY442" fmla="*/ 178821 h 371475"/>
                <a:gd name="csX443" fmla="*/ 619297 w 714375"/>
                <a:gd name="csY443" fmla="*/ 184060 h 371475"/>
                <a:gd name="csX444" fmla="*/ 620687 w 714375"/>
                <a:gd name="csY444" fmla="*/ 189356 h 371475"/>
                <a:gd name="csX445" fmla="*/ 622078 w 714375"/>
                <a:gd name="csY445" fmla="*/ 194718 h 371475"/>
                <a:gd name="csX446" fmla="*/ 623469 w 714375"/>
                <a:gd name="csY446" fmla="*/ 200081 h 371475"/>
                <a:gd name="csX447" fmla="*/ 624859 w 714375"/>
                <a:gd name="csY447" fmla="*/ 205500 h 371475"/>
                <a:gd name="csX448" fmla="*/ 626317 w 714375"/>
                <a:gd name="csY448" fmla="*/ 210863 h 371475"/>
                <a:gd name="csX449" fmla="*/ 627707 w 714375"/>
                <a:gd name="csY449" fmla="*/ 216283 h 371475"/>
                <a:gd name="csX450" fmla="*/ 629098 w 714375"/>
                <a:gd name="csY450" fmla="*/ 221645 h 371475"/>
                <a:gd name="csX451" fmla="*/ 630498 w 714375"/>
                <a:gd name="csY451" fmla="*/ 227008 h 371475"/>
                <a:gd name="csX452" fmla="*/ 631888 w 714375"/>
                <a:gd name="csY452" fmla="*/ 232304 h 371475"/>
                <a:gd name="csX453" fmla="*/ 633279 w 714375"/>
                <a:gd name="csY453" fmla="*/ 237542 h 371475"/>
                <a:gd name="csX454" fmla="*/ 634670 w 714375"/>
                <a:gd name="csY454" fmla="*/ 242781 h 371475"/>
                <a:gd name="csX455" fmla="*/ 636061 w 714375"/>
                <a:gd name="csY455" fmla="*/ 247887 h 371475"/>
                <a:gd name="csX456" fmla="*/ 637461 w 714375"/>
                <a:gd name="csY456" fmla="*/ 253002 h 371475"/>
                <a:gd name="csX457" fmla="*/ 638851 w 714375"/>
                <a:gd name="csY457" fmla="*/ 257993 h 371475"/>
                <a:gd name="csX458" fmla="*/ 640242 w 714375"/>
                <a:gd name="csY458" fmla="*/ 262917 h 371475"/>
                <a:gd name="csX459" fmla="*/ 641699 w 714375"/>
                <a:gd name="csY459" fmla="*/ 267718 h 371475"/>
                <a:gd name="csX460" fmla="*/ 643090 w 714375"/>
                <a:gd name="csY460" fmla="*/ 272452 h 371475"/>
                <a:gd name="csX461" fmla="*/ 644481 w 714375"/>
                <a:gd name="csY461" fmla="*/ 277005 h 371475"/>
                <a:gd name="csX462" fmla="*/ 645871 w 714375"/>
                <a:gd name="csY462" fmla="*/ 281491 h 371475"/>
                <a:gd name="csX463" fmla="*/ 647271 w 714375"/>
                <a:gd name="csY463" fmla="*/ 285920 h 371475"/>
                <a:gd name="csX464" fmla="*/ 648662 w 714375"/>
                <a:gd name="csY464" fmla="*/ 290159 h 371475"/>
                <a:gd name="csX465" fmla="*/ 650053 w 714375"/>
                <a:gd name="csY465" fmla="*/ 294331 h 371475"/>
                <a:gd name="csX466" fmla="*/ 651444 w 714375"/>
                <a:gd name="csY466" fmla="*/ 298322 h 371475"/>
                <a:gd name="csX467" fmla="*/ 652834 w 714375"/>
                <a:gd name="csY467" fmla="*/ 302246 h 371475"/>
                <a:gd name="csX468" fmla="*/ 654234 w 714375"/>
                <a:gd name="csY468" fmla="*/ 305989 h 371475"/>
                <a:gd name="csX469" fmla="*/ 655625 w 714375"/>
                <a:gd name="csY469" fmla="*/ 309666 h 371475"/>
                <a:gd name="csX470" fmla="*/ 657015 w 714375"/>
                <a:gd name="csY470" fmla="*/ 313162 h 371475"/>
                <a:gd name="csX471" fmla="*/ 658473 w 714375"/>
                <a:gd name="csY471" fmla="*/ 316524 h 371475"/>
                <a:gd name="csX472" fmla="*/ 659863 w 714375"/>
                <a:gd name="csY472" fmla="*/ 319829 h 371475"/>
                <a:gd name="csX473" fmla="*/ 661254 w 714375"/>
                <a:gd name="csY473" fmla="*/ 322944 h 371475"/>
                <a:gd name="csX474" fmla="*/ 662645 w 714375"/>
                <a:gd name="csY474" fmla="*/ 325934 h 371475"/>
                <a:gd name="csX475" fmla="*/ 664035 w 714375"/>
                <a:gd name="csY475" fmla="*/ 328802 h 371475"/>
                <a:gd name="csX476" fmla="*/ 665436 w 714375"/>
                <a:gd name="csY476" fmla="*/ 331545 h 371475"/>
                <a:gd name="csX477" fmla="*/ 666826 w 714375"/>
                <a:gd name="csY477" fmla="*/ 334164 h 371475"/>
                <a:gd name="csX478" fmla="*/ 668217 w 714375"/>
                <a:gd name="csY478" fmla="*/ 336660 h 371475"/>
                <a:gd name="csX479" fmla="*/ 669608 w 714375"/>
                <a:gd name="csY479" fmla="*/ 339031 h 371475"/>
                <a:gd name="csX480" fmla="*/ 670998 w 714375"/>
                <a:gd name="csY480" fmla="*/ 341270 h 371475"/>
                <a:gd name="csX481" fmla="*/ 672398 w 714375"/>
                <a:gd name="csY481" fmla="*/ 343451 h 371475"/>
                <a:gd name="csX482" fmla="*/ 673846 w 714375"/>
                <a:gd name="csY482" fmla="*/ 345509 h 371475"/>
                <a:gd name="csX483" fmla="*/ 675246 w 714375"/>
                <a:gd name="csY483" fmla="*/ 347385 h 371475"/>
                <a:gd name="csX484" fmla="*/ 676637 w 714375"/>
                <a:gd name="csY484" fmla="*/ 349252 h 371475"/>
                <a:gd name="csX485" fmla="*/ 678027 w 714375"/>
                <a:gd name="csY485" fmla="*/ 350938 h 371475"/>
                <a:gd name="csX486" fmla="*/ 679418 w 714375"/>
                <a:gd name="csY486" fmla="*/ 352557 h 371475"/>
                <a:gd name="csX487" fmla="*/ 680809 w 714375"/>
                <a:gd name="csY487" fmla="*/ 354119 h 371475"/>
                <a:gd name="csX488" fmla="*/ 682209 w 714375"/>
                <a:gd name="csY488" fmla="*/ 355548 h 371475"/>
                <a:gd name="csX489" fmla="*/ 683600 w 714375"/>
                <a:gd name="csY489" fmla="*/ 356919 h 371475"/>
                <a:gd name="csX490" fmla="*/ 684990 w 714375"/>
                <a:gd name="csY490" fmla="*/ 358167 h 371475"/>
                <a:gd name="csX491" fmla="*/ 686381 w 714375"/>
                <a:gd name="csY491" fmla="*/ 359348 h 371475"/>
                <a:gd name="csX492" fmla="*/ 687772 w 714375"/>
                <a:gd name="csY492" fmla="*/ 360472 h 371475"/>
                <a:gd name="csX493" fmla="*/ 689229 w 714375"/>
                <a:gd name="csY493" fmla="*/ 361530 h 371475"/>
                <a:gd name="csX494" fmla="*/ 690620 w 714375"/>
                <a:gd name="csY494" fmla="*/ 362530 h 371475"/>
                <a:gd name="csX495" fmla="*/ 692010 w 714375"/>
                <a:gd name="csY495" fmla="*/ 363406 h 371475"/>
                <a:gd name="csX496" fmla="*/ 693411 w 714375"/>
                <a:gd name="csY496" fmla="*/ 364273 h 371475"/>
                <a:gd name="csX497" fmla="*/ 694801 w 714375"/>
                <a:gd name="csY497" fmla="*/ 365025 h 371475"/>
                <a:gd name="csX498" fmla="*/ 696192 w 714375"/>
                <a:gd name="csY498" fmla="*/ 365768 h 371475"/>
                <a:gd name="csX499" fmla="*/ 697583 w 714375"/>
                <a:gd name="csY499" fmla="*/ 366454 h 371475"/>
                <a:gd name="csX500" fmla="*/ 698973 w 714375"/>
                <a:gd name="csY500" fmla="*/ 367082 h 371475"/>
                <a:gd name="csX501" fmla="*/ 700373 w 714375"/>
                <a:gd name="csY501" fmla="*/ 367645 h 371475"/>
                <a:gd name="csX502" fmla="*/ 701764 w 714375"/>
                <a:gd name="csY502" fmla="*/ 368207 h 371475"/>
                <a:gd name="csX503" fmla="*/ 703154 w 714375"/>
                <a:gd name="csY503" fmla="*/ 368702 h 371475"/>
                <a:gd name="csX504" fmla="*/ 704545 w 714375"/>
                <a:gd name="csY504" fmla="*/ 369140 h 371475"/>
                <a:gd name="csX505" fmla="*/ 706002 w 714375"/>
                <a:gd name="csY505" fmla="*/ 369578 h 371475"/>
                <a:gd name="csX506" fmla="*/ 707393 w 714375"/>
                <a:gd name="csY506" fmla="*/ 369949 h 371475"/>
                <a:gd name="csX507" fmla="*/ 708784 w 714375"/>
                <a:gd name="csY507" fmla="*/ 370321 h 371475"/>
                <a:gd name="csX508" fmla="*/ 710184 w 714375"/>
                <a:gd name="csY508" fmla="*/ 370635 h 371475"/>
                <a:gd name="csX509" fmla="*/ 711575 w 714375"/>
                <a:gd name="csY509" fmla="*/ 370950 h 371475"/>
                <a:gd name="csX510" fmla="*/ 712965 w 714375"/>
                <a:gd name="csY510" fmla="*/ 371197 h 371475"/>
                <a:gd name="csX511" fmla="*/ 714356 w 714375"/>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71475">
                  <a:moveTo>
                    <a:pt x="-19" y="371007"/>
                  </a:moveTo>
                  <a:lnTo>
                    <a:pt x="1372" y="370702"/>
                  </a:lnTo>
                  <a:lnTo>
                    <a:pt x="2762" y="370388"/>
                  </a:lnTo>
                  <a:lnTo>
                    <a:pt x="4163" y="370016"/>
                  </a:lnTo>
                  <a:lnTo>
                    <a:pt x="5553" y="369635"/>
                  </a:lnTo>
                  <a:lnTo>
                    <a:pt x="7010" y="369197"/>
                  </a:lnTo>
                  <a:lnTo>
                    <a:pt x="8401" y="368702"/>
                  </a:lnTo>
                  <a:lnTo>
                    <a:pt x="9792" y="368207"/>
                  </a:lnTo>
                  <a:lnTo>
                    <a:pt x="11183" y="367645"/>
                  </a:lnTo>
                  <a:lnTo>
                    <a:pt x="12573" y="367082"/>
                  </a:lnTo>
                  <a:lnTo>
                    <a:pt x="13973" y="366397"/>
                  </a:lnTo>
                  <a:lnTo>
                    <a:pt x="15364" y="365711"/>
                  </a:lnTo>
                  <a:lnTo>
                    <a:pt x="16754" y="364958"/>
                  </a:lnTo>
                  <a:lnTo>
                    <a:pt x="18145" y="364149"/>
                  </a:lnTo>
                  <a:lnTo>
                    <a:pt x="19536" y="363215"/>
                  </a:lnTo>
                  <a:lnTo>
                    <a:pt x="20926" y="362282"/>
                  </a:lnTo>
                  <a:lnTo>
                    <a:pt x="22327" y="361282"/>
                  </a:lnTo>
                  <a:lnTo>
                    <a:pt x="23784" y="360158"/>
                  </a:lnTo>
                  <a:lnTo>
                    <a:pt x="25175" y="358920"/>
                  </a:lnTo>
                  <a:lnTo>
                    <a:pt x="26565" y="357672"/>
                  </a:lnTo>
                  <a:lnTo>
                    <a:pt x="27956" y="356300"/>
                  </a:lnTo>
                  <a:lnTo>
                    <a:pt x="29347" y="354862"/>
                  </a:lnTo>
                  <a:lnTo>
                    <a:pt x="30737" y="353309"/>
                  </a:lnTo>
                  <a:lnTo>
                    <a:pt x="32137" y="351624"/>
                  </a:lnTo>
                  <a:lnTo>
                    <a:pt x="33528" y="349814"/>
                  </a:lnTo>
                  <a:lnTo>
                    <a:pt x="34919" y="347947"/>
                  </a:lnTo>
                  <a:lnTo>
                    <a:pt x="36310" y="345947"/>
                  </a:lnTo>
                  <a:lnTo>
                    <a:pt x="37700" y="343832"/>
                  </a:lnTo>
                  <a:lnTo>
                    <a:pt x="39157" y="341584"/>
                  </a:lnTo>
                  <a:lnTo>
                    <a:pt x="40548" y="339212"/>
                  </a:lnTo>
                  <a:lnTo>
                    <a:pt x="41948" y="336660"/>
                  </a:lnTo>
                  <a:lnTo>
                    <a:pt x="43339" y="333983"/>
                  </a:lnTo>
                  <a:lnTo>
                    <a:pt x="44729" y="331173"/>
                  </a:lnTo>
                  <a:lnTo>
                    <a:pt x="46120" y="328183"/>
                  </a:lnTo>
                  <a:lnTo>
                    <a:pt x="47511" y="325068"/>
                  </a:lnTo>
                  <a:lnTo>
                    <a:pt x="48901" y="321886"/>
                  </a:lnTo>
                  <a:lnTo>
                    <a:pt x="50302" y="318391"/>
                  </a:lnTo>
                  <a:lnTo>
                    <a:pt x="51692" y="314781"/>
                  </a:lnTo>
                  <a:lnTo>
                    <a:pt x="53083" y="311104"/>
                  </a:lnTo>
                  <a:lnTo>
                    <a:pt x="54474" y="307113"/>
                  </a:lnTo>
                  <a:lnTo>
                    <a:pt x="55931" y="303065"/>
                  </a:lnTo>
                  <a:lnTo>
                    <a:pt x="57322" y="298817"/>
                  </a:lnTo>
                  <a:lnTo>
                    <a:pt x="58722" y="294397"/>
                  </a:lnTo>
                  <a:lnTo>
                    <a:pt x="60112" y="289778"/>
                  </a:lnTo>
                  <a:lnTo>
                    <a:pt x="61503" y="284977"/>
                  </a:lnTo>
                  <a:lnTo>
                    <a:pt x="62893" y="280053"/>
                  </a:lnTo>
                  <a:lnTo>
                    <a:pt x="64284" y="274947"/>
                  </a:lnTo>
                  <a:lnTo>
                    <a:pt x="65675" y="269708"/>
                  </a:lnTo>
                  <a:lnTo>
                    <a:pt x="67075" y="264222"/>
                  </a:lnTo>
                  <a:lnTo>
                    <a:pt x="68466" y="258612"/>
                  </a:lnTo>
                  <a:lnTo>
                    <a:pt x="69856" y="252878"/>
                  </a:lnTo>
                  <a:lnTo>
                    <a:pt x="71314" y="247020"/>
                  </a:lnTo>
                  <a:lnTo>
                    <a:pt x="72704" y="240905"/>
                  </a:lnTo>
                  <a:lnTo>
                    <a:pt x="74095" y="234733"/>
                  </a:lnTo>
                  <a:lnTo>
                    <a:pt x="75486" y="228446"/>
                  </a:lnTo>
                  <a:lnTo>
                    <a:pt x="76876" y="221960"/>
                  </a:lnTo>
                  <a:lnTo>
                    <a:pt x="78276" y="215349"/>
                  </a:lnTo>
                  <a:lnTo>
                    <a:pt x="79667" y="208739"/>
                  </a:lnTo>
                  <a:lnTo>
                    <a:pt x="81058" y="201881"/>
                  </a:lnTo>
                  <a:lnTo>
                    <a:pt x="82449" y="195033"/>
                  </a:lnTo>
                  <a:lnTo>
                    <a:pt x="83839" y="188108"/>
                  </a:lnTo>
                  <a:lnTo>
                    <a:pt x="85239" y="181059"/>
                  </a:lnTo>
                  <a:lnTo>
                    <a:pt x="86697" y="174020"/>
                  </a:lnTo>
                  <a:lnTo>
                    <a:pt x="88087" y="166915"/>
                  </a:lnTo>
                  <a:lnTo>
                    <a:pt x="89478" y="159742"/>
                  </a:lnTo>
                  <a:lnTo>
                    <a:pt x="90868" y="152580"/>
                  </a:lnTo>
                  <a:lnTo>
                    <a:pt x="92259" y="145407"/>
                  </a:lnTo>
                  <a:lnTo>
                    <a:pt x="93650" y="138235"/>
                  </a:lnTo>
                  <a:lnTo>
                    <a:pt x="95050" y="131129"/>
                  </a:lnTo>
                  <a:lnTo>
                    <a:pt x="96441" y="124023"/>
                  </a:lnTo>
                  <a:lnTo>
                    <a:pt x="97831" y="117042"/>
                  </a:lnTo>
                  <a:lnTo>
                    <a:pt x="99222" y="110060"/>
                  </a:lnTo>
                  <a:lnTo>
                    <a:pt x="100613" y="103202"/>
                  </a:lnTo>
                  <a:lnTo>
                    <a:pt x="102013" y="96411"/>
                  </a:lnTo>
                  <a:lnTo>
                    <a:pt x="103461" y="89800"/>
                  </a:lnTo>
                  <a:lnTo>
                    <a:pt x="104851" y="83314"/>
                  </a:lnTo>
                  <a:lnTo>
                    <a:pt x="106251" y="76894"/>
                  </a:lnTo>
                  <a:lnTo>
                    <a:pt x="107642" y="70722"/>
                  </a:lnTo>
                  <a:lnTo>
                    <a:pt x="109032" y="64740"/>
                  </a:lnTo>
                  <a:lnTo>
                    <a:pt x="110423" y="58882"/>
                  </a:lnTo>
                  <a:lnTo>
                    <a:pt x="111814" y="53329"/>
                  </a:lnTo>
                  <a:lnTo>
                    <a:pt x="113214" y="47976"/>
                  </a:lnTo>
                  <a:lnTo>
                    <a:pt x="114605" y="42737"/>
                  </a:lnTo>
                  <a:lnTo>
                    <a:pt x="115995" y="37870"/>
                  </a:lnTo>
                  <a:lnTo>
                    <a:pt x="117386" y="33260"/>
                  </a:lnTo>
                  <a:lnTo>
                    <a:pt x="118844" y="28831"/>
                  </a:lnTo>
                  <a:lnTo>
                    <a:pt x="120234" y="24783"/>
                  </a:lnTo>
                  <a:lnTo>
                    <a:pt x="121625" y="20982"/>
                  </a:lnTo>
                  <a:lnTo>
                    <a:pt x="123025" y="17429"/>
                  </a:lnTo>
                  <a:lnTo>
                    <a:pt x="124416" y="14248"/>
                  </a:lnTo>
                  <a:lnTo>
                    <a:pt x="125806" y="11381"/>
                  </a:lnTo>
                  <a:lnTo>
                    <a:pt x="127197" y="8819"/>
                  </a:lnTo>
                  <a:lnTo>
                    <a:pt x="128588" y="6514"/>
                  </a:lnTo>
                  <a:lnTo>
                    <a:pt x="129988" y="4647"/>
                  </a:lnTo>
                  <a:lnTo>
                    <a:pt x="131378" y="3085"/>
                  </a:lnTo>
                  <a:lnTo>
                    <a:pt x="132769" y="1780"/>
                  </a:lnTo>
                  <a:lnTo>
                    <a:pt x="134226" y="903"/>
                  </a:lnTo>
                  <a:lnTo>
                    <a:pt x="135617" y="284"/>
                  </a:lnTo>
                  <a:lnTo>
                    <a:pt x="137008" y="-30"/>
                  </a:lnTo>
                  <a:lnTo>
                    <a:pt x="138398" y="94"/>
                  </a:lnTo>
                  <a:lnTo>
                    <a:pt x="139789" y="465"/>
                  </a:lnTo>
                  <a:lnTo>
                    <a:pt x="141189" y="1094"/>
                  </a:lnTo>
                  <a:lnTo>
                    <a:pt x="142580" y="2151"/>
                  </a:lnTo>
                  <a:lnTo>
                    <a:pt x="143970" y="3523"/>
                  </a:lnTo>
                  <a:lnTo>
                    <a:pt x="145361" y="5085"/>
                  </a:lnTo>
                  <a:lnTo>
                    <a:pt x="146752" y="7018"/>
                  </a:lnTo>
                  <a:lnTo>
                    <a:pt x="148152" y="9257"/>
                  </a:lnTo>
                  <a:lnTo>
                    <a:pt x="149543" y="11686"/>
                  </a:lnTo>
                  <a:lnTo>
                    <a:pt x="151000" y="14429"/>
                  </a:lnTo>
                  <a:lnTo>
                    <a:pt x="152390" y="17429"/>
                  </a:lnTo>
                  <a:lnTo>
                    <a:pt x="153781" y="20668"/>
                  </a:lnTo>
                  <a:lnTo>
                    <a:pt x="155172" y="24097"/>
                  </a:lnTo>
                  <a:lnTo>
                    <a:pt x="156563" y="27840"/>
                  </a:lnTo>
                  <a:lnTo>
                    <a:pt x="157963" y="31698"/>
                  </a:lnTo>
                  <a:lnTo>
                    <a:pt x="159353" y="35755"/>
                  </a:lnTo>
                  <a:lnTo>
                    <a:pt x="160744" y="40051"/>
                  </a:lnTo>
                  <a:lnTo>
                    <a:pt x="162134" y="44414"/>
                  </a:lnTo>
                  <a:lnTo>
                    <a:pt x="163525" y="48967"/>
                  </a:lnTo>
                  <a:lnTo>
                    <a:pt x="164916" y="53767"/>
                  </a:lnTo>
                  <a:lnTo>
                    <a:pt x="166373" y="58568"/>
                  </a:lnTo>
                  <a:lnTo>
                    <a:pt x="167764" y="63492"/>
                  </a:lnTo>
                  <a:lnTo>
                    <a:pt x="169164" y="68607"/>
                  </a:lnTo>
                  <a:lnTo>
                    <a:pt x="170555" y="73713"/>
                  </a:lnTo>
                  <a:lnTo>
                    <a:pt x="171946" y="78951"/>
                  </a:lnTo>
                  <a:lnTo>
                    <a:pt x="173336" y="84190"/>
                  </a:lnTo>
                  <a:lnTo>
                    <a:pt x="174727" y="89553"/>
                  </a:lnTo>
                  <a:lnTo>
                    <a:pt x="176127" y="94915"/>
                  </a:lnTo>
                  <a:lnTo>
                    <a:pt x="177517" y="100278"/>
                  </a:lnTo>
                  <a:lnTo>
                    <a:pt x="178908" y="105698"/>
                  </a:lnTo>
                  <a:lnTo>
                    <a:pt x="180299" y="111060"/>
                  </a:lnTo>
                  <a:lnTo>
                    <a:pt x="181756" y="116480"/>
                  </a:lnTo>
                  <a:lnTo>
                    <a:pt x="183147" y="121843"/>
                  </a:lnTo>
                  <a:lnTo>
                    <a:pt x="184537" y="127138"/>
                  </a:lnTo>
                  <a:lnTo>
                    <a:pt x="185938" y="132501"/>
                  </a:lnTo>
                  <a:lnTo>
                    <a:pt x="187328" y="137740"/>
                  </a:lnTo>
                  <a:lnTo>
                    <a:pt x="188719" y="142912"/>
                  </a:lnTo>
                  <a:lnTo>
                    <a:pt x="190110" y="148084"/>
                  </a:lnTo>
                  <a:lnTo>
                    <a:pt x="191500" y="153132"/>
                  </a:lnTo>
                  <a:lnTo>
                    <a:pt x="192891" y="158190"/>
                  </a:lnTo>
                  <a:lnTo>
                    <a:pt x="194291" y="163114"/>
                  </a:lnTo>
                  <a:lnTo>
                    <a:pt x="195682" y="167915"/>
                  </a:lnTo>
                  <a:lnTo>
                    <a:pt x="197072" y="172649"/>
                  </a:lnTo>
                  <a:lnTo>
                    <a:pt x="198529" y="177325"/>
                  </a:lnTo>
                  <a:lnTo>
                    <a:pt x="199921" y="181878"/>
                  </a:lnTo>
                  <a:lnTo>
                    <a:pt x="201311" y="186365"/>
                  </a:lnTo>
                  <a:lnTo>
                    <a:pt x="202702" y="190727"/>
                  </a:lnTo>
                  <a:lnTo>
                    <a:pt x="204102" y="194966"/>
                  </a:lnTo>
                  <a:lnTo>
                    <a:pt x="205492" y="199081"/>
                  </a:lnTo>
                  <a:lnTo>
                    <a:pt x="206883" y="203129"/>
                  </a:lnTo>
                  <a:lnTo>
                    <a:pt x="208274" y="207063"/>
                  </a:lnTo>
                  <a:lnTo>
                    <a:pt x="209664" y="210863"/>
                  </a:lnTo>
                  <a:lnTo>
                    <a:pt x="211055" y="214606"/>
                  </a:lnTo>
                  <a:lnTo>
                    <a:pt x="212455" y="218159"/>
                  </a:lnTo>
                  <a:lnTo>
                    <a:pt x="213913" y="221645"/>
                  </a:lnTo>
                  <a:lnTo>
                    <a:pt x="215303" y="225008"/>
                  </a:lnTo>
                  <a:lnTo>
                    <a:pt x="216694" y="228313"/>
                  </a:lnTo>
                  <a:lnTo>
                    <a:pt x="218085" y="231437"/>
                  </a:lnTo>
                  <a:lnTo>
                    <a:pt x="219475" y="234485"/>
                  </a:lnTo>
                  <a:lnTo>
                    <a:pt x="220866" y="237476"/>
                  </a:lnTo>
                  <a:lnTo>
                    <a:pt x="222266" y="240286"/>
                  </a:lnTo>
                  <a:lnTo>
                    <a:pt x="223656" y="243029"/>
                  </a:lnTo>
                  <a:lnTo>
                    <a:pt x="225048" y="245706"/>
                  </a:lnTo>
                  <a:lnTo>
                    <a:pt x="226438" y="248268"/>
                  </a:lnTo>
                  <a:lnTo>
                    <a:pt x="227829" y="250697"/>
                  </a:lnTo>
                  <a:lnTo>
                    <a:pt x="229286" y="253068"/>
                  </a:lnTo>
                  <a:lnTo>
                    <a:pt x="230676" y="255307"/>
                  </a:lnTo>
                  <a:lnTo>
                    <a:pt x="232077" y="257555"/>
                  </a:lnTo>
                  <a:lnTo>
                    <a:pt x="233467" y="259669"/>
                  </a:lnTo>
                  <a:lnTo>
                    <a:pt x="234858" y="261669"/>
                  </a:lnTo>
                  <a:lnTo>
                    <a:pt x="236249" y="263603"/>
                  </a:lnTo>
                  <a:lnTo>
                    <a:pt x="237639" y="265470"/>
                  </a:lnTo>
                  <a:lnTo>
                    <a:pt x="239030" y="267280"/>
                  </a:lnTo>
                  <a:lnTo>
                    <a:pt x="240430" y="269023"/>
                  </a:lnTo>
                  <a:lnTo>
                    <a:pt x="241821" y="270642"/>
                  </a:lnTo>
                  <a:lnTo>
                    <a:pt x="243212" y="272261"/>
                  </a:lnTo>
                  <a:lnTo>
                    <a:pt x="244602" y="273757"/>
                  </a:lnTo>
                  <a:lnTo>
                    <a:pt x="246060" y="275262"/>
                  </a:lnTo>
                  <a:lnTo>
                    <a:pt x="247450" y="276633"/>
                  </a:lnTo>
                  <a:lnTo>
                    <a:pt x="248850" y="278005"/>
                  </a:lnTo>
                  <a:lnTo>
                    <a:pt x="250241" y="279310"/>
                  </a:lnTo>
                  <a:lnTo>
                    <a:pt x="251631" y="280558"/>
                  </a:lnTo>
                  <a:lnTo>
                    <a:pt x="253022" y="281739"/>
                  </a:lnTo>
                  <a:lnTo>
                    <a:pt x="254413" y="282863"/>
                  </a:lnTo>
                  <a:lnTo>
                    <a:pt x="255803" y="283986"/>
                  </a:lnTo>
                  <a:lnTo>
                    <a:pt x="257204" y="285044"/>
                  </a:lnTo>
                  <a:lnTo>
                    <a:pt x="258594" y="286044"/>
                  </a:lnTo>
                  <a:lnTo>
                    <a:pt x="259985" y="287044"/>
                  </a:lnTo>
                  <a:lnTo>
                    <a:pt x="261442" y="287911"/>
                  </a:lnTo>
                  <a:lnTo>
                    <a:pt x="262833" y="288844"/>
                  </a:lnTo>
                  <a:lnTo>
                    <a:pt x="264224" y="289721"/>
                  </a:lnTo>
                  <a:lnTo>
                    <a:pt x="265614" y="290530"/>
                  </a:lnTo>
                  <a:lnTo>
                    <a:pt x="267005" y="291340"/>
                  </a:lnTo>
                  <a:lnTo>
                    <a:pt x="268405" y="292092"/>
                  </a:lnTo>
                  <a:lnTo>
                    <a:pt x="269796" y="292835"/>
                  </a:lnTo>
                  <a:lnTo>
                    <a:pt x="271187" y="293521"/>
                  </a:lnTo>
                  <a:lnTo>
                    <a:pt x="272577" y="294207"/>
                  </a:lnTo>
                  <a:lnTo>
                    <a:pt x="273968" y="294893"/>
                  </a:lnTo>
                  <a:lnTo>
                    <a:pt x="275368" y="295521"/>
                  </a:lnTo>
                  <a:lnTo>
                    <a:pt x="276825" y="296074"/>
                  </a:lnTo>
                  <a:lnTo>
                    <a:pt x="278216" y="296702"/>
                  </a:lnTo>
                  <a:lnTo>
                    <a:pt x="279606" y="297264"/>
                  </a:lnTo>
                  <a:lnTo>
                    <a:pt x="280997" y="297760"/>
                  </a:lnTo>
                  <a:lnTo>
                    <a:pt x="282388" y="298322"/>
                  </a:lnTo>
                  <a:lnTo>
                    <a:pt x="283778" y="298817"/>
                  </a:lnTo>
                  <a:lnTo>
                    <a:pt x="285179" y="299255"/>
                  </a:lnTo>
                  <a:lnTo>
                    <a:pt x="286569" y="299760"/>
                  </a:lnTo>
                  <a:lnTo>
                    <a:pt x="287960" y="300189"/>
                  </a:lnTo>
                  <a:lnTo>
                    <a:pt x="289351" y="300627"/>
                  </a:lnTo>
                  <a:lnTo>
                    <a:pt x="290741" y="300998"/>
                  </a:lnTo>
                  <a:lnTo>
                    <a:pt x="292141" y="301436"/>
                  </a:lnTo>
                  <a:lnTo>
                    <a:pt x="293589" y="301817"/>
                  </a:lnTo>
                  <a:lnTo>
                    <a:pt x="294980" y="302189"/>
                  </a:lnTo>
                  <a:lnTo>
                    <a:pt x="296380" y="302503"/>
                  </a:lnTo>
                  <a:lnTo>
                    <a:pt x="297770" y="302874"/>
                  </a:lnTo>
                  <a:lnTo>
                    <a:pt x="299161" y="303189"/>
                  </a:lnTo>
                  <a:lnTo>
                    <a:pt x="300552" y="303494"/>
                  </a:lnTo>
                  <a:lnTo>
                    <a:pt x="301943" y="303808"/>
                  </a:lnTo>
                  <a:lnTo>
                    <a:pt x="303343" y="304056"/>
                  </a:lnTo>
                  <a:lnTo>
                    <a:pt x="304733" y="304370"/>
                  </a:lnTo>
                  <a:lnTo>
                    <a:pt x="306124" y="304618"/>
                  </a:lnTo>
                  <a:lnTo>
                    <a:pt x="307515" y="304865"/>
                  </a:lnTo>
                  <a:lnTo>
                    <a:pt x="308972" y="305113"/>
                  </a:lnTo>
                  <a:lnTo>
                    <a:pt x="310363" y="305370"/>
                  </a:lnTo>
                  <a:lnTo>
                    <a:pt x="311753" y="305618"/>
                  </a:lnTo>
                  <a:lnTo>
                    <a:pt x="313154" y="305799"/>
                  </a:lnTo>
                  <a:lnTo>
                    <a:pt x="314544" y="305989"/>
                  </a:lnTo>
                  <a:lnTo>
                    <a:pt x="315935" y="306237"/>
                  </a:lnTo>
                  <a:lnTo>
                    <a:pt x="317326" y="306427"/>
                  </a:lnTo>
                  <a:lnTo>
                    <a:pt x="318716" y="306551"/>
                  </a:lnTo>
                  <a:lnTo>
                    <a:pt x="320116" y="306742"/>
                  </a:lnTo>
                  <a:lnTo>
                    <a:pt x="321507" y="306923"/>
                  </a:lnTo>
                  <a:lnTo>
                    <a:pt x="322897" y="307047"/>
                  </a:lnTo>
                  <a:lnTo>
                    <a:pt x="324355" y="307237"/>
                  </a:lnTo>
                  <a:lnTo>
                    <a:pt x="325745" y="307361"/>
                  </a:lnTo>
                  <a:lnTo>
                    <a:pt x="327136" y="307485"/>
                  </a:lnTo>
                  <a:lnTo>
                    <a:pt x="328527" y="307609"/>
                  </a:lnTo>
                  <a:lnTo>
                    <a:pt x="329917" y="307732"/>
                  </a:lnTo>
                  <a:lnTo>
                    <a:pt x="331318" y="307856"/>
                  </a:lnTo>
                  <a:lnTo>
                    <a:pt x="332708" y="307923"/>
                  </a:lnTo>
                  <a:lnTo>
                    <a:pt x="334099" y="308047"/>
                  </a:lnTo>
                  <a:lnTo>
                    <a:pt x="335490" y="308170"/>
                  </a:lnTo>
                  <a:lnTo>
                    <a:pt x="336880" y="308237"/>
                  </a:lnTo>
                  <a:lnTo>
                    <a:pt x="338281" y="308294"/>
                  </a:lnTo>
                  <a:lnTo>
                    <a:pt x="339671" y="308418"/>
                  </a:lnTo>
                  <a:lnTo>
                    <a:pt x="341128" y="308485"/>
                  </a:lnTo>
                  <a:lnTo>
                    <a:pt x="342519" y="308542"/>
                  </a:lnTo>
                  <a:lnTo>
                    <a:pt x="343909" y="308609"/>
                  </a:lnTo>
                  <a:lnTo>
                    <a:pt x="345301" y="308675"/>
                  </a:lnTo>
                  <a:lnTo>
                    <a:pt x="346691" y="308732"/>
                  </a:lnTo>
                  <a:lnTo>
                    <a:pt x="348091" y="308799"/>
                  </a:lnTo>
                  <a:lnTo>
                    <a:pt x="349482" y="308799"/>
                  </a:lnTo>
                  <a:lnTo>
                    <a:pt x="350872" y="308856"/>
                  </a:lnTo>
                  <a:lnTo>
                    <a:pt x="352263" y="308923"/>
                  </a:lnTo>
                  <a:lnTo>
                    <a:pt x="353654" y="308923"/>
                  </a:lnTo>
                  <a:lnTo>
                    <a:pt x="355044" y="308980"/>
                  </a:lnTo>
                  <a:lnTo>
                    <a:pt x="356502" y="309047"/>
                  </a:lnTo>
                  <a:lnTo>
                    <a:pt x="357892" y="309047"/>
                  </a:lnTo>
                  <a:lnTo>
                    <a:pt x="359293" y="309047"/>
                  </a:lnTo>
                  <a:lnTo>
                    <a:pt x="360683" y="309104"/>
                  </a:lnTo>
                  <a:lnTo>
                    <a:pt x="362074" y="309104"/>
                  </a:lnTo>
                  <a:lnTo>
                    <a:pt x="363465" y="309104"/>
                  </a:lnTo>
                  <a:lnTo>
                    <a:pt x="364855" y="309171"/>
                  </a:lnTo>
                  <a:lnTo>
                    <a:pt x="366255" y="309171"/>
                  </a:lnTo>
                  <a:lnTo>
                    <a:pt x="367646" y="309171"/>
                  </a:lnTo>
                  <a:lnTo>
                    <a:pt x="369036" y="309171"/>
                  </a:lnTo>
                  <a:lnTo>
                    <a:pt x="370428" y="309228"/>
                  </a:lnTo>
                  <a:lnTo>
                    <a:pt x="371818" y="309228"/>
                  </a:lnTo>
                  <a:lnTo>
                    <a:pt x="373275" y="309228"/>
                  </a:lnTo>
                  <a:lnTo>
                    <a:pt x="374666" y="309228"/>
                  </a:lnTo>
                  <a:lnTo>
                    <a:pt x="376066" y="309228"/>
                  </a:lnTo>
                  <a:lnTo>
                    <a:pt x="377457" y="309228"/>
                  </a:lnTo>
                  <a:lnTo>
                    <a:pt x="378847" y="309228"/>
                  </a:lnTo>
                  <a:lnTo>
                    <a:pt x="380238" y="309228"/>
                  </a:lnTo>
                  <a:lnTo>
                    <a:pt x="381629" y="309171"/>
                  </a:lnTo>
                  <a:lnTo>
                    <a:pt x="383019" y="309171"/>
                  </a:lnTo>
                  <a:lnTo>
                    <a:pt x="384420" y="309171"/>
                  </a:lnTo>
                  <a:lnTo>
                    <a:pt x="385810" y="309171"/>
                  </a:lnTo>
                  <a:lnTo>
                    <a:pt x="387201" y="309171"/>
                  </a:lnTo>
                  <a:lnTo>
                    <a:pt x="388658" y="309104"/>
                  </a:lnTo>
                  <a:lnTo>
                    <a:pt x="390049" y="309104"/>
                  </a:lnTo>
                  <a:lnTo>
                    <a:pt x="391440" y="309047"/>
                  </a:lnTo>
                  <a:lnTo>
                    <a:pt x="392830" y="309047"/>
                  </a:lnTo>
                  <a:lnTo>
                    <a:pt x="394230" y="308980"/>
                  </a:lnTo>
                  <a:lnTo>
                    <a:pt x="395621" y="308980"/>
                  </a:lnTo>
                  <a:lnTo>
                    <a:pt x="397011" y="308923"/>
                  </a:lnTo>
                  <a:lnTo>
                    <a:pt x="398402" y="308923"/>
                  </a:lnTo>
                  <a:lnTo>
                    <a:pt x="399793" y="308856"/>
                  </a:lnTo>
                  <a:lnTo>
                    <a:pt x="401193" y="308799"/>
                  </a:lnTo>
                  <a:lnTo>
                    <a:pt x="402584" y="308732"/>
                  </a:lnTo>
                  <a:lnTo>
                    <a:pt x="404041" y="308675"/>
                  </a:lnTo>
                  <a:lnTo>
                    <a:pt x="405432" y="308609"/>
                  </a:lnTo>
                  <a:lnTo>
                    <a:pt x="406822" y="308542"/>
                  </a:lnTo>
                  <a:lnTo>
                    <a:pt x="408213" y="308485"/>
                  </a:lnTo>
                  <a:lnTo>
                    <a:pt x="409604" y="308418"/>
                  </a:lnTo>
                  <a:lnTo>
                    <a:pt x="410994" y="308294"/>
                  </a:lnTo>
                  <a:lnTo>
                    <a:pt x="412394" y="308237"/>
                  </a:lnTo>
                  <a:lnTo>
                    <a:pt x="413785" y="308113"/>
                  </a:lnTo>
                  <a:lnTo>
                    <a:pt x="415176" y="308047"/>
                  </a:lnTo>
                  <a:lnTo>
                    <a:pt x="416567" y="307923"/>
                  </a:lnTo>
                  <a:lnTo>
                    <a:pt x="417957" y="307799"/>
                  </a:lnTo>
                  <a:lnTo>
                    <a:pt x="419357" y="307675"/>
                  </a:lnTo>
                  <a:lnTo>
                    <a:pt x="420805" y="307551"/>
                  </a:lnTo>
                  <a:lnTo>
                    <a:pt x="422205" y="307427"/>
                  </a:lnTo>
                  <a:lnTo>
                    <a:pt x="423596" y="307304"/>
                  </a:lnTo>
                  <a:lnTo>
                    <a:pt x="424986" y="307170"/>
                  </a:lnTo>
                  <a:lnTo>
                    <a:pt x="426377" y="306989"/>
                  </a:lnTo>
                  <a:lnTo>
                    <a:pt x="427768" y="306866"/>
                  </a:lnTo>
                  <a:lnTo>
                    <a:pt x="429158" y="306675"/>
                  </a:lnTo>
                  <a:lnTo>
                    <a:pt x="430559" y="306484"/>
                  </a:lnTo>
                  <a:lnTo>
                    <a:pt x="431949" y="306304"/>
                  </a:lnTo>
                  <a:lnTo>
                    <a:pt x="433340" y="306113"/>
                  </a:lnTo>
                  <a:lnTo>
                    <a:pt x="434731" y="305932"/>
                  </a:lnTo>
                  <a:lnTo>
                    <a:pt x="436188" y="305675"/>
                  </a:lnTo>
                  <a:lnTo>
                    <a:pt x="437579" y="305427"/>
                  </a:lnTo>
                  <a:lnTo>
                    <a:pt x="438979" y="305246"/>
                  </a:lnTo>
                  <a:lnTo>
                    <a:pt x="440369" y="304989"/>
                  </a:lnTo>
                  <a:lnTo>
                    <a:pt x="441760" y="304742"/>
                  </a:lnTo>
                  <a:lnTo>
                    <a:pt x="443150" y="304437"/>
                  </a:lnTo>
                  <a:lnTo>
                    <a:pt x="444541" y="304179"/>
                  </a:lnTo>
                  <a:lnTo>
                    <a:pt x="445932" y="303875"/>
                  </a:lnTo>
                  <a:lnTo>
                    <a:pt x="447332" y="303560"/>
                  </a:lnTo>
                  <a:lnTo>
                    <a:pt x="448723" y="303246"/>
                  </a:lnTo>
                  <a:lnTo>
                    <a:pt x="450113" y="302874"/>
                  </a:lnTo>
                  <a:lnTo>
                    <a:pt x="451571" y="302503"/>
                  </a:lnTo>
                  <a:lnTo>
                    <a:pt x="452962" y="302122"/>
                  </a:lnTo>
                  <a:lnTo>
                    <a:pt x="454352" y="301751"/>
                  </a:lnTo>
                  <a:lnTo>
                    <a:pt x="455743" y="301312"/>
                  </a:lnTo>
                  <a:lnTo>
                    <a:pt x="457143" y="300874"/>
                  </a:lnTo>
                  <a:lnTo>
                    <a:pt x="458534" y="300446"/>
                  </a:lnTo>
                  <a:lnTo>
                    <a:pt x="459924" y="299941"/>
                  </a:lnTo>
                  <a:lnTo>
                    <a:pt x="461315" y="299446"/>
                  </a:lnTo>
                  <a:lnTo>
                    <a:pt x="462706" y="298883"/>
                  </a:lnTo>
                  <a:lnTo>
                    <a:pt x="464106" y="298322"/>
                  </a:lnTo>
                  <a:lnTo>
                    <a:pt x="465496" y="297760"/>
                  </a:lnTo>
                  <a:lnTo>
                    <a:pt x="466887" y="297141"/>
                  </a:lnTo>
                  <a:lnTo>
                    <a:pt x="468344" y="296455"/>
                  </a:lnTo>
                  <a:lnTo>
                    <a:pt x="469735" y="295769"/>
                  </a:lnTo>
                  <a:lnTo>
                    <a:pt x="471126" y="295017"/>
                  </a:lnTo>
                  <a:lnTo>
                    <a:pt x="472516" y="294274"/>
                  </a:lnTo>
                  <a:lnTo>
                    <a:pt x="473907" y="293464"/>
                  </a:lnTo>
                  <a:lnTo>
                    <a:pt x="475307" y="292588"/>
                  </a:lnTo>
                  <a:lnTo>
                    <a:pt x="476698" y="291711"/>
                  </a:lnTo>
                  <a:lnTo>
                    <a:pt x="478088" y="290778"/>
                  </a:lnTo>
                  <a:lnTo>
                    <a:pt x="479479" y="289778"/>
                  </a:lnTo>
                  <a:lnTo>
                    <a:pt x="480870" y="288720"/>
                  </a:lnTo>
                  <a:lnTo>
                    <a:pt x="482270" y="287596"/>
                  </a:lnTo>
                  <a:lnTo>
                    <a:pt x="483718" y="286415"/>
                  </a:lnTo>
                  <a:lnTo>
                    <a:pt x="485108" y="285234"/>
                  </a:lnTo>
                  <a:lnTo>
                    <a:pt x="486508" y="283920"/>
                  </a:lnTo>
                  <a:lnTo>
                    <a:pt x="487899" y="282548"/>
                  </a:lnTo>
                  <a:lnTo>
                    <a:pt x="489290" y="281177"/>
                  </a:lnTo>
                  <a:lnTo>
                    <a:pt x="490681" y="279681"/>
                  </a:lnTo>
                  <a:lnTo>
                    <a:pt x="492081" y="278129"/>
                  </a:lnTo>
                  <a:lnTo>
                    <a:pt x="493471" y="276500"/>
                  </a:lnTo>
                  <a:lnTo>
                    <a:pt x="494862" y="274757"/>
                  </a:lnTo>
                  <a:lnTo>
                    <a:pt x="496252" y="272947"/>
                  </a:lnTo>
                  <a:lnTo>
                    <a:pt x="497643" y="271080"/>
                  </a:lnTo>
                  <a:lnTo>
                    <a:pt x="499101" y="269147"/>
                  </a:lnTo>
                  <a:lnTo>
                    <a:pt x="500491" y="267089"/>
                  </a:lnTo>
                  <a:lnTo>
                    <a:pt x="501882" y="264908"/>
                  </a:lnTo>
                  <a:lnTo>
                    <a:pt x="503282" y="262727"/>
                  </a:lnTo>
                  <a:lnTo>
                    <a:pt x="504673" y="260355"/>
                  </a:lnTo>
                  <a:lnTo>
                    <a:pt x="506063" y="257993"/>
                  </a:lnTo>
                  <a:lnTo>
                    <a:pt x="507454" y="255497"/>
                  </a:lnTo>
                  <a:lnTo>
                    <a:pt x="508845" y="252878"/>
                  </a:lnTo>
                  <a:lnTo>
                    <a:pt x="510245" y="250201"/>
                  </a:lnTo>
                  <a:lnTo>
                    <a:pt x="511635" y="247392"/>
                  </a:lnTo>
                  <a:lnTo>
                    <a:pt x="513026" y="244524"/>
                  </a:lnTo>
                  <a:lnTo>
                    <a:pt x="514416" y="241533"/>
                  </a:lnTo>
                  <a:lnTo>
                    <a:pt x="515874" y="238476"/>
                  </a:lnTo>
                  <a:lnTo>
                    <a:pt x="517265" y="235295"/>
                  </a:lnTo>
                  <a:lnTo>
                    <a:pt x="518655" y="232056"/>
                  </a:lnTo>
                  <a:lnTo>
                    <a:pt x="520056" y="228751"/>
                  </a:lnTo>
                  <a:lnTo>
                    <a:pt x="521446" y="225322"/>
                  </a:lnTo>
                  <a:lnTo>
                    <a:pt x="522837" y="221769"/>
                  </a:lnTo>
                  <a:lnTo>
                    <a:pt x="524228" y="218216"/>
                  </a:lnTo>
                  <a:lnTo>
                    <a:pt x="525618" y="214540"/>
                  </a:lnTo>
                  <a:lnTo>
                    <a:pt x="527009" y="210796"/>
                  </a:lnTo>
                  <a:lnTo>
                    <a:pt x="528409" y="206996"/>
                  </a:lnTo>
                  <a:lnTo>
                    <a:pt x="529800" y="203129"/>
                  </a:lnTo>
                  <a:lnTo>
                    <a:pt x="531257" y="199271"/>
                  </a:lnTo>
                  <a:lnTo>
                    <a:pt x="532647" y="195280"/>
                  </a:lnTo>
                  <a:lnTo>
                    <a:pt x="534038" y="191289"/>
                  </a:lnTo>
                  <a:lnTo>
                    <a:pt x="535429" y="187232"/>
                  </a:lnTo>
                  <a:lnTo>
                    <a:pt x="536820" y="183183"/>
                  </a:lnTo>
                  <a:lnTo>
                    <a:pt x="538220" y="179069"/>
                  </a:lnTo>
                  <a:lnTo>
                    <a:pt x="539610" y="174954"/>
                  </a:lnTo>
                  <a:lnTo>
                    <a:pt x="541001" y="170906"/>
                  </a:lnTo>
                  <a:lnTo>
                    <a:pt x="542392" y="166791"/>
                  </a:lnTo>
                  <a:lnTo>
                    <a:pt x="543782" y="162676"/>
                  </a:lnTo>
                  <a:lnTo>
                    <a:pt x="545173" y="158618"/>
                  </a:lnTo>
                  <a:lnTo>
                    <a:pt x="546630" y="154637"/>
                  </a:lnTo>
                  <a:lnTo>
                    <a:pt x="548031" y="150646"/>
                  </a:lnTo>
                  <a:lnTo>
                    <a:pt x="549421" y="146712"/>
                  </a:lnTo>
                  <a:lnTo>
                    <a:pt x="550812" y="142855"/>
                  </a:lnTo>
                  <a:lnTo>
                    <a:pt x="552203" y="139111"/>
                  </a:lnTo>
                  <a:lnTo>
                    <a:pt x="553593" y="135434"/>
                  </a:lnTo>
                  <a:lnTo>
                    <a:pt x="554984" y="131815"/>
                  </a:lnTo>
                  <a:lnTo>
                    <a:pt x="556384" y="128386"/>
                  </a:lnTo>
                  <a:lnTo>
                    <a:pt x="557774" y="125024"/>
                  </a:lnTo>
                  <a:lnTo>
                    <a:pt x="559165" y="121843"/>
                  </a:lnTo>
                  <a:lnTo>
                    <a:pt x="560556" y="118728"/>
                  </a:lnTo>
                  <a:lnTo>
                    <a:pt x="561947" y="115861"/>
                  </a:lnTo>
                  <a:lnTo>
                    <a:pt x="563404" y="113117"/>
                  </a:lnTo>
                  <a:lnTo>
                    <a:pt x="564794" y="110498"/>
                  </a:lnTo>
                  <a:lnTo>
                    <a:pt x="566195" y="108126"/>
                  </a:lnTo>
                  <a:lnTo>
                    <a:pt x="567585" y="105945"/>
                  </a:lnTo>
                  <a:lnTo>
                    <a:pt x="568976" y="103954"/>
                  </a:lnTo>
                  <a:lnTo>
                    <a:pt x="570367" y="102202"/>
                  </a:lnTo>
                  <a:lnTo>
                    <a:pt x="571757" y="100582"/>
                  </a:lnTo>
                  <a:lnTo>
                    <a:pt x="573148" y="99211"/>
                  </a:lnTo>
                  <a:lnTo>
                    <a:pt x="574548" y="98154"/>
                  </a:lnTo>
                  <a:lnTo>
                    <a:pt x="575939" y="97277"/>
                  </a:lnTo>
                  <a:lnTo>
                    <a:pt x="577330" y="96592"/>
                  </a:lnTo>
                  <a:lnTo>
                    <a:pt x="578787" y="96287"/>
                  </a:lnTo>
                  <a:lnTo>
                    <a:pt x="580178" y="96163"/>
                  </a:lnTo>
                  <a:lnTo>
                    <a:pt x="581568" y="96220"/>
                  </a:lnTo>
                  <a:lnTo>
                    <a:pt x="582968" y="96658"/>
                  </a:lnTo>
                  <a:lnTo>
                    <a:pt x="584359" y="97277"/>
                  </a:lnTo>
                  <a:lnTo>
                    <a:pt x="585749" y="98154"/>
                  </a:lnTo>
                  <a:lnTo>
                    <a:pt x="587140" y="99335"/>
                  </a:lnTo>
                  <a:lnTo>
                    <a:pt x="588531" y="100706"/>
                  </a:lnTo>
                  <a:lnTo>
                    <a:pt x="589921" y="102335"/>
                  </a:lnTo>
                  <a:lnTo>
                    <a:pt x="591322" y="104259"/>
                  </a:lnTo>
                  <a:lnTo>
                    <a:pt x="592712" y="106441"/>
                  </a:lnTo>
                  <a:lnTo>
                    <a:pt x="594170" y="108812"/>
                  </a:lnTo>
                  <a:lnTo>
                    <a:pt x="595560" y="111432"/>
                  </a:lnTo>
                  <a:lnTo>
                    <a:pt x="596951" y="114298"/>
                  </a:lnTo>
                  <a:lnTo>
                    <a:pt x="598342" y="117413"/>
                  </a:lnTo>
                  <a:lnTo>
                    <a:pt x="599732" y="120661"/>
                  </a:lnTo>
                  <a:lnTo>
                    <a:pt x="601123" y="124214"/>
                  </a:lnTo>
                  <a:lnTo>
                    <a:pt x="602523" y="127891"/>
                  </a:lnTo>
                  <a:lnTo>
                    <a:pt x="603914" y="131758"/>
                  </a:lnTo>
                  <a:lnTo>
                    <a:pt x="605305" y="135873"/>
                  </a:lnTo>
                  <a:lnTo>
                    <a:pt x="606695" y="140111"/>
                  </a:lnTo>
                  <a:lnTo>
                    <a:pt x="608086" y="144474"/>
                  </a:lnTo>
                  <a:lnTo>
                    <a:pt x="609486" y="149084"/>
                  </a:lnTo>
                  <a:lnTo>
                    <a:pt x="610934" y="153761"/>
                  </a:lnTo>
                  <a:lnTo>
                    <a:pt x="612334" y="158561"/>
                  </a:lnTo>
                  <a:lnTo>
                    <a:pt x="613724" y="163486"/>
                  </a:lnTo>
                  <a:lnTo>
                    <a:pt x="615115" y="168534"/>
                  </a:lnTo>
                  <a:lnTo>
                    <a:pt x="616506" y="173582"/>
                  </a:lnTo>
                  <a:lnTo>
                    <a:pt x="617896" y="178821"/>
                  </a:lnTo>
                  <a:lnTo>
                    <a:pt x="619297" y="184060"/>
                  </a:lnTo>
                  <a:lnTo>
                    <a:pt x="620687" y="189356"/>
                  </a:lnTo>
                  <a:lnTo>
                    <a:pt x="622078" y="194718"/>
                  </a:lnTo>
                  <a:lnTo>
                    <a:pt x="623469" y="200081"/>
                  </a:lnTo>
                  <a:lnTo>
                    <a:pt x="624859" y="205500"/>
                  </a:lnTo>
                  <a:lnTo>
                    <a:pt x="626317" y="210863"/>
                  </a:lnTo>
                  <a:lnTo>
                    <a:pt x="627707" y="216283"/>
                  </a:lnTo>
                  <a:lnTo>
                    <a:pt x="629098" y="221645"/>
                  </a:lnTo>
                  <a:lnTo>
                    <a:pt x="630498" y="227008"/>
                  </a:lnTo>
                  <a:lnTo>
                    <a:pt x="631888" y="232304"/>
                  </a:lnTo>
                  <a:lnTo>
                    <a:pt x="633279" y="237542"/>
                  </a:lnTo>
                  <a:lnTo>
                    <a:pt x="634670" y="242781"/>
                  </a:lnTo>
                  <a:lnTo>
                    <a:pt x="636061" y="247887"/>
                  </a:lnTo>
                  <a:lnTo>
                    <a:pt x="637461" y="253002"/>
                  </a:lnTo>
                  <a:lnTo>
                    <a:pt x="638851" y="257993"/>
                  </a:lnTo>
                  <a:lnTo>
                    <a:pt x="640242" y="262917"/>
                  </a:lnTo>
                  <a:lnTo>
                    <a:pt x="641699" y="267718"/>
                  </a:lnTo>
                  <a:lnTo>
                    <a:pt x="643090" y="272452"/>
                  </a:lnTo>
                  <a:lnTo>
                    <a:pt x="644481" y="277005"/>
                  </a:lnTo>
                  <a:lnTo>
                    <a:pt x="645871" y="281491"/>
                  </a:lnTo>
                  <a:lnTo>
                    <a:pt x="647271" y="285920"/>
                  </a:lnTo>
                  <a:lnTo>
                    <a:pt x="648662" y="290159"/>
                  </a:lnTo>
                  <a:lnTo>
                    <a:pt x="650053" y="294331"/>
                  </a:lnTo>
                  <a:lnTo>
                    <a:pt x="651444" y="298322"/>
                  </a:lnTo>
                  <a:lnTo>
                    <a:pt x="652834" y="302246"/>
                  </a:lnTo>
                  <a:lnTo>
                    <a:pt x="654234" y="305989"/>
                  </a:lnTo>
                  <a:lnTo>
                    <a:pt x="655625" y="309666"/>
                  </a:lnTo>
                  <a:lnTo>
                    <a:pt x="657015" y="313162"/>
                  </a:lnTo>
                  <a:lnTo>
                    <a:pt x="658473" y="316524"/>
                  </a:lnTo>
                  <a:lnTo>
                    <a:pt x="659863" y="319829"/>
                  </a:lnTo>
                  <a:lnTo>
                    <a:pt x="661254" y="322944"/>
                  </a:lnTo>
                  <a:lnTo>
                    <a:pt x="662645" y="325934"/>
                  </a:lnTo>
                  <a:lnTo>
                    <a:pt x="664035" y="328802"/>
                  </a:lnTo>
                  <a:lnTo>
                    <a:pt x="665436" y="331545"/>
                  </a:lnTo>
                  <a:lnTo>
                    <a:pt x="666826" y="334164"/>
                  </a:lnTo>
                  <a:lnTo>
                    <a:pt x="668217" y="336660"/>
                  </a:lnTo>
                  <a:lnTo>
                    <a:pt x="669608" y="339031"/>
                  </a:lnTo>
                  <a:lnTo>
                    <a:pt x="670998" y="341270"/>
                  </a:lnTo>
                  <a:lnTo>
                    <a:pt x="672398" y="343451"/>
                  </a:lnTo>
                  <a:lnTo>
                    <a:pt x="673846" y="345509"/>
                  </a:lnTo>
                  <a:lnTo>
                    <a:pt x="675246" y="347385"/>
                  </a:lnTo>
                  <a:lnTo>
                    <a:pt x="676637" y="349252"/>
                  </a:lnTo>
                  <a:lnTo>
                    <a:pt x="678027" y="350938"/>
                  </a:lnTo>
                  <a:lnTo>
                    <a:pt x="679418" y="352557"/>
                  </a:lnTo>
                  <a:lnTo>
                    <a:pt x="680809" y="354119"/>
                  </a:lnTo>
                  <a:lnTo>
                    <a:pt x="682209" y="355548"/>
                  </a:lnTo>
                  <a:lnTo>
                    <a:pt x="683600" y="356919"/>
                  </a:lnTo>
                  <a:lnTo>
                    <a:pt x="684990" y="358167"/>
                  </a:lnTo>
                  <a:lnTo>
                    <a:pt x="686381" y="359348"/>
                  </a:lnTo>
                  <a:lnTo>
                    <a:pt x="687772" y="360472"/>
                  </a:lnTo>
                  <a:lnTo>
                    <a:pt x="689229" y="361530"/>
                  </a:lnTo>
                  <a:lnTo>
                    <a:pt x="690620" y="362530"/>
                  </a:lnTo>
                  <a:lnTo>
                    <a:pt x="692010" y="363406"/>
                  </a:lnTo>
                  <a:lnTo>
                    <a:pt x="693411" y="364273"/>
                  </a:lnTo>
                  <a:lnTo>
                    <a:pt x="694801" y="365025"/>
                  </a:lnTo>
                  <a:lnTo>
                    <a:pt x="696192" y="365768"/>
                  </a:lnTo>
                  <a:lnTo>
                    <a:pt x="697583" y="366454"/>
                  </a:lnTo>
                  <a:lnTo>
                    <a:pt x="698973" y="367082"/>
                  </a:lnTo>
                  <a:lnTo>
                    <a:pt x="700373" y="367645"/>
                  </a:lnTo>
                  <a:lnTo>
                    <a:pt x="701764" y="368207"/>
                  </a:lnTo>
                  <a:lnTo>
                    <a:pt x="703154" y="368702"/>
                  </a:lnTo>
                  <a:lnTo>
                    <a:pt x="704545" y="369140"/>
                  </a:lnTo>
                  <a:lnTo>
                    <a:pt x="706002" y="369578"/>
                  </a:lnTo>
                  <a:lnTo>
                    <a:pt x="707393" y="369949"/>
                  </a:lnTo>
                  <a:lnTo>
                    <a:pt x="708784" y="370321"/>
                  </a:lnTo>
                  <a:lnTo>
                    <a:pt x="710184" y="370635"/>
                  </a:lnTo>
                  <a:lnTo>
                    <a:pt x="711575" y="370950"/>
                  </a:lnTo>
                  <a:lnTo>
                    <a:pt x="712965" y="371197"/>
                  </a:lnTo>
                  <a:lnTo>
                    <a:pt x="714356" y="371445"/>
                  </a:lnTo>
                </a:path>
              </a:pathLst>
            </a:custGeom>
            <a:noFill/>
            <a:ln w="7242" cap="flat">
              <a:solidFill>
                <a:srgbClr val="000000"/>
              </a:solidFill>
              <a:prstDash val="solid"/>
              <a:round/>
            </a:ln>
          </p:spPr>
          <p:txBody>
            <a:bodyPr/>
            <a:lstStyle/>
            <a:p>
              <a:endParaRPr lang="zh-CN" altLang="en-US" sz="2190"/>
            </a:p>
          </p:txBody>
        </p:sp>
        <p:sp>
          <p:nvSpPr>
            <p:cNvPr id="1045" name="任意多边形: 形状 1044"/>
            <p:cNvSpPr/>
            <p:nvPr/>
          </p:nvSpPr>
          <p:spPr>
            <a:xfrm>
              <a:off x="5939299"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1046" name="任意多边形: 形状 1045"/>
            <p:cNvSpPr/>
            <p:nvPr/>
          </p:nvSpPr>
          <p:spPr>
            <a:xfrm>
              <a:off x="5934537"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1047" name="任意多边形: 形状 1046"/>
            <p:cNvSpPr/>
            <p:nvPr/>
          </p:nvSpPr>
          <p:spPr>
            <a:xfrm>
              <a:off x="60154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48" name="任意多边形: 形状 1047"/>
            <p:cNvSpPr/>
            <p:nvPr/>
          </p:nvSpPr>
          <p:spPr>
            <a:xfrm>
              <a:off x="61964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49" name="任意多边形: 形状 1048"/>
            <p:cNvSpPr/>
            <p:nvPr/>
          </p:nvSpPr>
          <p:spPr>
            <a:xfrm>
              <a:off x="63869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0" name="任意多边形: 形状 1049"/>
            <p:cNvSpPr/>
            <p:nvPr/>
          </p:nvSpPr>
          <p:spPr>
            <a:xfrm>
              <a:off x="65774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1" name="任意多边形: 形状 1050"/>
            <p:cNvSpPr/>
            <p:nvPr/>
          </p:nvSpPr>
          <p:spPr>
            <a:xfrm>
              <a:off x="66631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2" name="任意多边形: 形状 1051"/>
            <p:cNvSpPr/>
            <p:nvPr/>
          </p:nvSpPr>
          <p:spPr>
            <a:xfrm>
              <a:off x="5939299"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3" name="任意多边形: 形状 1052"/>
            <p:cNvSpPr/>
            <p:nvPr/>
          </p:nvSpPr>
          <p:spPr>
            <a:xfrm>
              <a:off x="5939299"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4" name="任意多边形: 形状 1053"/>
            <p:cNvSpPr/>
            <p:nvPr/>
          </p:nvSpPr>
          <p:spPr>
            <a:xfrm>
              <a:off x="5939299"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5" name="任意多边形: 形状 1054"/>
            <p:cNvSpPr/>
            <p:nvPr/>
          </p:nvSpPr>
          <p:spPr>
            <a:xfrm>
              <a:off x="5939299"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6" name="任意多边形: 形状 1055"/>
            <p:cNvSpPr/>
            <p:nvPr/>
          </p:nvSpPr>
          <p:spPr>
            <a:xfrm>
              <a:off x="61107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7" name="任意多边形: 形状 1056"/>
            <p:cNvSpPr/>
            <p:nvPr/>
          </p:nvSpPr>
          <p:spPr>
            <a:xfrm>
              <a:off x="62917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8" name="任意多边形: 形状 1057"/>
            <p:cNvSpPr/>
            <p:nvPr/>
          </p:nvSpPr>
          <p:spPr>
            <a:xfrm>
              <a:off x="64822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9" name="任意多边形: 形状 1058"/>
            <p:cNvSpPr/>
            <p:nvPr/>
          </p:nvSpPr>
          <p:spPr>
            <a:xfrm>
              <a:off x="6048837" y="5169422"/>
              <a:ext cx="571500" cy="238125"/>
            </a:xfrm>
            <a:custGeom>
              <a:avLst/>
              <a:gdLst>
                <a:gd name="csX0" fmla="*/ -19 w 571500"/>
                <a:gd name="csY0" fmla="*/ 237438 h 238125"/>
                <a:gd name="csX1" fmla="*/ 1057 w 571500"/>
                <a:gd name="csY1" fmla="*/ 237238 h 238125"/>
                <a:gd name="csX2" fmla="*/ 2200 w 571500"/>
                <a:gd name="csY2" fmla="*/ 237104 h 238125"/>
                <a:gd name="csX3" fmla="*/ 3334 w 571500"/>
                <a:gd name="csY3" fmla="*/ 236847 h 238125"/>
                <a:gd name="csX4" fmla="*/ 4410 w 571500"/>
                <a:gd name="csY4" fmla="*/ 236647 h 238125"/>
                <a:gd name="csX5" fmla="*/ 5553 w 571500"/>
                <a:gd name="csY5" fmla="*/ 236314 h 238125"/>
                <a:gd name="csX6" fmla="*/ 6686 w 571500"/>
                <a:gd name="csY6" fmla="*/ 235990 h 238125"/>
                <a:gd name="csX7" fmla="*/ 7763 w 571500"/>
                <a:gd name="csY7" fmla="*/ 235590 h 238125"/>
                <a:gd name="csX8" fmla="*/ 8906 w 571500"/>
                <a:gd name="csY8" fmla="*/ 235133 h 238125"/>
                <a:gd name="csX9" fmla="*/ 10049 w 571500"/>
                <a:gd name="csY9" fmla="*/ 234542 h 238125"/>
                <a:gd name="csX10" fmla="*/ 11116 w 571500"/>
                <a:gd name="csY10" fmla="*/ 233942 h 238125"/>
                <a:gd name="csX11" fmla="*/ 12259 w 571500"/>
                <a:gd name="csY11" fmla="*/ 233152 h 238125"/>
                <a:gd name="csX12" fmla="*/ 13402 w 571500"/>
                <a:gd name="csY12" fmla="*/ 232361 h 238125"/>
                <a:gd name="csX13" fmla="*/ 14478 w 571500"/>
                <a:gd name="csY13" fmla="*/ 231380 h 238125"/>
                <a:gd name="csX14" fmla="*/ 15611 w 571500"/>
                <a:gd name="csY14" fmla="*/ 230323 h 238125"/>
                <a:gd name="csX15" fmla="*/ 16754 w 571500"/>
                <a:gd name="csY15" fmla="*/ 229075 h 238125"/>
                <a:gd name="csX16" fmla="*/ 17831 w 571500"/>
                <a:gd name="csY16" fmla="*/ 227618 h 238125"/>
                <a:gd name="csX17" fmla="*/ 18964 w 571500"/>
                <a:gd name="csY17" fmla="*/ 226036 h 238125"/>
                <a:gd name="csX18" fmla="*/ 20107 w 571500"/>
                <a:gd name="csY18" fmla="*/ 224331 h 238125"/>
                <a:gd name="csX19" fmla="*/ 21184 w 571500"/>
                <a:gd name="csY19" fmla="*/ 222350 h 238125"/>
                <a:gd name="csX20" fmla="*/ 22327 w 571500"/>
                <a:gd name="csY20" fmla="*/ 220179 h 238125"/>
                <a:gd name="csX21" fmla="*/ 23460 w 571500"/>
                <a:gd name="csY21" fmla="*/ 217740 h 238125"/>
                <a:gd name="csX22" fmla="*/ 24536 w 571500"/>
                <a:gd name="csY22" fmla="*/ 215045 h 238125"/>
                <a:gd name="csX23" fmla="*/ 25679 w 571500"/>
                <a:gd name="csY23" fmla="*/ 212140 h 238125"/>
                <a:gd name="csX24" fmla="*/ 26813 w 571500"/>
                <a:gd name="csY24" fmla="*/ 208977 h 238125"/>
                <a:gd name="csX25" fmla="*/ 27889 w 571500"/>
                <a:gd name="csY25" fmla="*/ 205491 h 238125"/>
                <a:gd name="csX26" fmla="*/ 29032 w 571500"/>
                <a:gd name="csY26" fmla="*/ 201738 h 238125"/>
                <a:gd name="csX27" fmla="*/ 30166 w 571500"/>
                <a:gd name="csY27" fmla="*/ 197652 h 238125"/>
                <a:gd name="csX28" fmla="*/ 31242 w 571500"/>
                <a:gd name="csY28" fmla="*/ 193299 h 238125"/>
                <a:gd name="csX29" fmla="*/ 32385 w 571500"/>
                <a:gd name="csY29" fmla="*/ 188689 h 238125"/>
                <a:gd name="csX30" fmla="*/ 33528 w 571500"/>
                <a:gd name="csY30" fmla="*/ 183688 h 238125"/>
                <a:gd name="csX31" fmla="*/ 34604 w 571500"/>
                <a:gd name="csY31" fmla="*/ 178411 h 238125"/>
                <a:gd name="csX32" fmla="*/ 35738 w 571500"/>
                <a:gd name="csY32" fmla="*/ 172820 h 238125"/>
                <a:gd name="csX33" fmla="*/ 36881 w 571500"/>
                <a:gd name="csY33" fmla="*/ 167020 h 238125"/>
                <a:gd name="csX34" fmla="*/ 37957 w 571500"/>
                <a:gd name="csY34" fmla="*/ 160895 h 238125"/>
                <a:gd name="csX35" fmla="*/ 39091 w 571500"/>
                <a:gd name="csY35" fmla="*/ 154504 h 238125"/>
                <a:gd name="csX36" fmla="*/ 40234 w 571500"/>
                <a:gd name="csY36" fmla="*/ 147855 h 238125"/>
                <a:gd name="csX37" fmla="*/ 41310 w 571500"/>
                <a:gd name="csY37" fmla="*/ 140997 h 238125"/>
                <a:gd name="csX38" fmla="*/ 42444 w 571500"/>
                <a:gd name="csY38" fmla="*/ 134015 h 238125"/>
                <a:gd name="csX39" fmla="*/ 43586 w 571500"/>
                <a:gd name="csY39" fmla="*/ 126843 h 238125"/>
                <a:gd name="csX40" fmla="*/ 44663 w 571500"/>
                <a:gd name="csY40" fmla="*/ 119461 h 238125"/>
                <a:gd name="csX41" fmla="*/ 45806 w 571500"/>
                <a:gd name="csY41" fmla="*/ 112013 h 238125"/>
                <a:gd name="csX42" fmla="*/ 46939 w 571500"/>
                <a:gd name="csY42" fmla="*/ 104507 h 238125"/>
                <a:gd name="csX43" fmla="*/ 48016 w 571500"/>
                <a:gd name="csY43" fmla="*/ 97001 h 238125"/>
                <a:gd name="csX44" fmla="*/ 49159 w 571500"/>
                <a:gd name="csY44" fmla="*/ 89486 h 238125"/>
                <a:gd name="csX45" fmla="*/ 50292 w 571500"/>
                <a:gd name="csY45" fmla="*/ 82047 h 238125"/>
                <a:gd name="csX46" fmla="*/ 51369 w 571500"/>
                <a:gd name="csY46" fmla="*/ 74732 h 238125"/>
                <a:gd name="csX47" fmla="*/ 52512 w 571500"/>
                <a:gd name="csY47" fmla="*/ 67550 h 238125"/>
                <a:gd name="csX48" fmla="*/ 53654 w 571500"/>
                <a:gd name="csY48" fmla="*/ 60511 h 238125"/>
                <a:gd name="csX49" fmla="*/ 54721 w 571500"/>
                <a:gd name="csY49" fmla="*/ 53653 h 238125"/>
                <a:gd name="csX50" fmla="*/ 55864 w 571500"/>
                <a:gd name="csY50" fmla="*/ 47138 h 238125"/>
                <a:gd name="csX51" fmla="*/ 57007 w 571500"/>
                <a:gd name="csY51" fmla="*/ 40947 h 238125"/>
                <a:gd name="csX52" fmla="*/ 58083 w 571500"/>
                <a:gd name="csY52" fmla="*/ 35079 h 238125"/>
                <a:gd name="csX53" fmla="*/ 59217 w 571500"/>
                <a:gd name="csY53" fmla="*/ 29545 h 238125"/>
                <a:gd name="csX54" fmla="*/ 60360 w 571500"/>
                <a:gd name="csY54" fmla="*/ 24411 h 238125"/>
                <a:gd name="csX55" fmla="*/ 61437 w 571500"/>
                <a:gd name="csY55" fmla="*/ 19734 h 238125"/>
                <a:gd name="csX56" fmla="*/ 62570 w 571500"/>
                <a:gd name="csY56" fmla="*/ 15581 h 238125"/>
                <a:gd name="csX57" fmla="*/ 63713 w 571500"/>
                <a:gd name="csY57" fmla="*/ 11829 h 238125"/>
                <a:gd name="csX58" fmla="*/ 64789 w 571500"/>
                <a:gd name="csY58" fmla="*/ 8600 h 238125"/>
                <a:gd name="csX59" fmla="*/ 65932 w 571500"/>
                <a:gd name="csY59" fmla="*/ 5828 h 238125"/>
                <a:gd name="csX60" fmla="*/ 67066 w 571500"/>
                <a:gd name="csY60" fmla="*/ 3590 h 238125"/>
                <a:gd name="csX61" fmla="*/ 68142 w 571500"/>
                <a:gd name="csY61" fmla="*/ 1951 h 238125"/>
                <a:gd name="csX62" fmla="*/ 69285 w 571500"/>
                <a:gd name="csY62" fmla="*/ 828 h 238125"/>
                <a:gd name="csX63" fmla="*/ 70419 w 571500"/>
                <a:gd name="csY63" fmla="*/ 170 h 238125"/>
                <a:gd name="csX64" fmla="*/ 71495 w 571500"/>
                <a:gd name="csY64" fmla="*/ -30 h 238125"/>
                <a:gd name="csX65" fmla="*/ 72638 w 571500"/>
                <a:gd name="csY65" fmla="*/ 303 h 238125"/>
                <a:gd name="csX66" fmla="*/ 73781 w 571500"/>
                <a:gd name="csY66" fmla="*/ 1218 h 238125"/>
                <a:gd name="csX67" fmla="*/ 74847 w 571500"/>
                <a:gd name="csY67" fmla="*/ 2542 h 238125"/>
                <a:gd name="csX68" fmla="*/ 75990 w 571500"/>
                <a:gd name="csY68" fmla="*/ 4190 h 238125"/>
                <a:gd name="csX69" fmla="*/ 77133 w 571500"/>
                <a:gd name="csY69" fmla="*/ 6295 h 238125"/>
                <a:gd name="csX70" fmla="*/ 78267 w 571500"/>
                <a:gd name="csY70" fmla="*/ 8867 h 238125"/>
                <a:gd name="csX71" fmla="*/ 79343 w 571500"/>
                <a:gd name="csY71" fmla="*/ 11762 h 238125"/>
                <a:gd name="csX72" fmla="*/ 80487 w 571500"/>
                <a:gd name="csY72" fmla="*/ 14924 h 238125"/>
                <a:gd name="csX73" fmla="*/ 81620 w 571500"/>
                <a:gd name="csY73" fmla="*/ 18410 h 238125"/>
                <a:gd name="csX74" fmla="*/ 82696 w 571500"/>
                <a:gd name="csY74" fmla="*/ 22106 h 238125"/>
                <a:gd name="csX75" fmla="*/ 83839 w 571500"/>
                <a:gd name="csY75" fmla="*/ 26059 h 238125"/>
                <a:gd name="csX76" fmla="*/ 84982 w 571500"/>
                <a:gd name="csY76" fmla="*/ 30136 h 238125"/>
                <a:gd name="csX77" fmla="*/ 86058 w 571500"/>
                <a:gd name="csY77" fmla="*/ 34422 h 238125"/>
                <a:gd name="csX78" fmla="*/ 87192 w 571500"/>
                <a:gd name="csY78" fmla="*/ 38698 h 238125"/>
                <a:gd name="csX79" fmla="*/ 88335 w 571500"/>
                <a:gd name="csY79" fmla="*/ 43119 h 238125"/>
                <a:gd name="csX80" fmla="*/ 89411 w 571500"/>
                <a:gd name="csY80" fmla="*/ 47595 h 238125"/>
                <a:gd name="csX81" fmla="*/ 90545 w 571500"/>
                <a:gd name="csY81" fmla="*/ 52005 h 238125"/>
                <a:gd name="csX82" fmla="*/ 91688 w 571500"/>
                <a:gd name="csY82" fmla="*/ 56425 h 238125"/>
                <a:gd name="csX83" fmla="*/ 92764 w 571500"/>
                <a:gd name="csY83" fmla="*/ 60835 h 238125"/>
                <a:gd name="csX84" fmla="*/ 93897 w 571500"/>
                <a:gd name="csY84" fmla="*/ 65121 h 238125"/>
                <a:gd name="csX85" fmla="*/ 95040 w 571500"/>
                <a:gd name="csY85" fmla="*/ 69265 h 238125"/>
                <a:gd name="csX86" fmla="*/ 96117 w 571500"/>
                <a:gd name="csY86" fmla="*/ 73284 h 238125"/>
                <a:gd name="csX87" fmla="*/ 97260 w 571500"/>
                <a:gd name="csY87" fmla="*/ 77104 h 238125"/>
                <a:gd name="csX88" fmla="*/ 98393 w 571500"/>
                <a:gd name="csY88" fmla="*/ 80856 h 238125"/>
                <a:gd name="csX89" fmla="*/ 99470 w 571500"/>
                <a:gd name="csY89" fmla="*/ 84352 h 238125"/>
                <a:gd name="csX90" fmla="*/ 100613 w 571500"/>
                <a:gd name="csY90" fmla="*/ 87714 h 238125"/>
                <a:gd name="csX91" fmla="*/ 101746 w 571500"/>
                <a:gd name="csY91" fmla="*/ 90744 h 238125"/>
                <a:gd name="csX92" fmla="*/ 102822 w 571500"/>
                <a:gd name="csY92" fmla="*/ 93639 h 238125"/>
                <a:gd name="csX93" fmla="*/ 103965 w 571500"/>
                <a:gd name="csY93" fmla="*/ 96277 h 238125"/>
                <a:gd name="csX94" fmla="*/ 105108 w 571500"/>
                <a:gd name="csY94" fmla="*/ 98773 h 238125"/>
                <a:gd name="csX95" fmla="*/ 106175 w 571500"/>
                <a:gd name="csY95" fmla="*/ 100954 h 238125"/>
                <a:gd name="csX96" fmla="*/ 107318 w 571500"/>
                <a:gd name="csY96" fmla="*/ 102926 h 238125"/>
                <a:gd name="csX97" fmla="*/ 108461 w 571500"/>
                <a:gd name="csY97" fmla="*/ 104707 h 238125"/>
                <a:gd name="csX98" fmla="*/ 109538 w 571500"/>
                <a:gd name="csY98" fmla="*/ 106288 h 238125"/>
                <a:gd name="csX99" fmla="*/ 110671 w 571500"/>
                <a:gd name="csY99" fmla="*/ 107669 h 238125"/>
                <a:gd name="csX100" fmla="*/ 111814 w 571500"/>
                <a:gd name="csY100" fmla="*/ 108793 h 238125"/>
                <a:gd name="csX101" fmla="*/ 112890 w 571500"/>
                <a:gd name="csY101" fmla="*/ 109774 h 238125"/>
                <a:gd name="csX102" fmla="*/ 114024 w 571500"/>
                <a:gd name="csY102" fmla="*/ 110565 h 238125"/>
                <a:gd name="csX103" fmla="*/ 115167 w 571500"/>
                <a:gd name="csY103" fmla="*/ 111232 h 238125"/>
                <a:gd name="csX104" fmla="*/ 116243 w 571500"/>
                <a:gd name="csY104" fmla="*/ 111756 h 238125"/>
                <a:gd name="csX105" fmla="*/ 117386 w 571500"/>
                <a:gd name="csY105" fmla="*/ 112146 h 238125"/>
                <a:gd name="csX106" fmla="*/ 118520 w 571500"/>
                <a:gd name="csY106" fmla="*/ 112479 h 238125"/>
                <a:gd name="csX107" fmla="*/ 119596 w 571500"/>
                <a:gd name="csY107" fmla="*/ 112679 h 238125"/>
                <a:gd name="csX108" fmla="*/ 120739 w 571500"/>
                <a:gd name="csY108" fmla="*/ 112746 h 238125"/>
                <a:gd name="csX109" fmla="*/ 121872 w 571500"/>
                <a:gd name="csY109" fmla="*/ 112803 h 238125"/>
                <a:gd name="csX110" fmla="*/ 122948 w 571500"/>
                <a:gd name="csY110" fmla="*/ 112803 h 238125"/>
                <a:gd name="csX111" fmla="*/ 124092 w 571500"/>
                <a:gd name="csY111" fmla="*/ 112803 h 238125"/>
                <a:gd name="csX112" fmla="*/ 125225 w 571500"/>
                <a:gd name="csY112" fmla="*/ 112746 h 238125"/>
                <a:gd name="csX113" fmla="*/ 126302 w 571500"/>
                <a:gd name="csY113" fmla="*/ 112746 h 238125"/>
                <a:gd name="csX114" fmla="*/ 127445 w 571500"/>
                <a:gd name="csY114" fmla="*/ 112679 h 238125"/>
                <a:gd name="csX115" fmla="*/ 128588 w 571500"/>
                <a:gd name="csY115" fmla="*/ 112679 h 238125"/>
                <a:gd name="csX116" fmla="*/ 129664 w 571500"/>
                <a:gd name="csY116" fmla="*/ 112679 h 238125"/>
                <a:gd name="csX117" fmla="*/ 130797 w 571500"/>
                <a:gd name="csY117" fmla="*/ 112679 h 238125"/>
                <a:gd name="csX118" fmla="*/ 131940 w 571500"/>
                <a:gd name="csY118" fmla="*/ 112746 h 238125"/>
                <a:gd name="csX119" fmla="*/ 133016 w 571500"/>
                <a:gd name="csY119" fmla="*/ 112870 h 238125"/>
                <a:gd name="csX120" fmla="*/ 134150 w 571500"/>
                <a:gd name="csY120" fmla="*/ 113003 h 238125"/>
                <a:gd name="csX121" fmla="*/ 135293 w 571500"/>
                <a:gd name="csY121" fmla="*/ 113203 h 238125"/>
                <a:gd name="csX122" fmla="*/ 136369 w 571500"/>
                <a:gd name="csY122" fmla="*/ 113470 h 238125"/>
                <a:gd name="csX123" fmla="*/ 137513 w 571500"/>
                <a:gd name="csY123" fmla="*/ 113794 h 238125"/>
                <a:gd name="csX124" fmla="*/ 138646 w 571500"/>
                <a:gd name="csY124" fmla="*/ 114127 h 238125"/>
                <a:gd name="csX125" fmla="*/ 139722 w 571500"/>
                <a:gd name="csY125" fmla="*/ 114451 h 238125"/>
                <a:gd name="csX126" fmla="*/ 140865 w 571500"/>
                <a:gd name="csY126" fmla="*/ 114918 h 238125"/>
                <a:gd name="csX127" fmla="*/ 141999 w 571500"/>
                <a:gd name="csY127" fmla="*/ 115308 h 238125"/>
                <a:gd name="csX128" fmla="*/ 143075 w 571500"/>
                <a:gd name="csY128" fmla="*/ 115841 h 238125"/>
                <a:gd name="csX129" fmla="*/ 144218 w 571500"/>
                <a:gd name="csY129" fmla="*/ 116299 h 238125"/>
                <a:gd name="csX130" fmla="*/ 145361 w 571500"/>
                <a:gd name="csY130" fmla="*/ 116756 h 238125"/>
                <a:gd name="csX131" fmla="*/ 146428 w 571500"/>
                <a:gd name="csY131" fmla="*/ 117290 h 238125"/>
                <a:gd name="csX132" fmla="*/ 147571 w 571500"/>
                <a:gd name="csY132" fmla="*/ 117747 h 238125"/>
                <a:gd name="csX133" fmla="*/ 148714 w 571500"/>
                <a:gd name="csY133" fmla="*/ 118280 h 238125"/>
                <a:gd name="csX134" fmla="*/ 149790 w 571500"/>
                <a:gd name="csY134" fmla="*/ 118737 h 238125"/>
                <a:gd name="csX135" fmla="*/ 150924 w 571500"/>
                <a:gd name="csY135" fmla="*/ 119128 h 238125"/>
                <a:gd name="csX136" fmla="*/ 152066 w 571500"/>
                <a:gd name="csY136" fmla="*/ 119595 h 238125"/>
                <a:gd name="csX137" fmla="*/ 153200 w 571500"/>
                <a:gd name="csY137" fmla="*/ 119918 h 238125"/>
                <a:gd name="csX138" fmla="*/ 154276 w 571500"/>
                <a:gd name="csY138" fmla="*/ 120252 h 238125"/>
                <a:gd name="csX139" fmla="*/ 155419 w 571500"/>
                <a:gd name="csY139" fmla="*/ 120585 h 238125"/>
                <a:gd name="csX140" fmla="*/ 156563 w 571500"/>
                <a:gd name="csY140" fmla="*/ 120842 h 238125"/>
                <a:gd name="csX141" fmla="*/ 157639 w 571500"/>
                <a:gd name="csY141" fmla="*/ 121042 h 238125"/>
                <a:gd name="csX142" fmla="*/ 158772 w 571500"/>
                <a:gd name="csY142" fmla="*/ 121175 h 238125"/>
                <a:gd name="csX143" fmla="*/ 159915 w 571500"/>
                <a:gd name="csY143" fmla="*/ 121309 h 238125"/>
                <a:gd name="csX144" fmla="*/ 160992 w 571500"/>
                <a:gd name="csY144" fmla="*/ 121309 h 238125"/>
                <a:gd name="csX145" fmla="*/ 162125 w 571500"/>
                <a:gd name="csY145" fmla="*/ 121309 h 238125"/>
                <a:gd name="csX146" fmla="*/ 163268 w 571500"/>
                <a:gd name="csY146" fmla="*/ 121242 h 238125"/>
                <a:gd name="csX147" fmla="*/ 164344 w 571500"/>
                <a:gd name="csY147" fmla="*/ 121109 h 238125"/>
                <a:gd name="csX148" fmla="*/ 165478 w 571500"/>
                <a:gd name="csY148" fmla="*/ 120975 h 238125"/>
                <a:gd name="csX149" fmla="*/ 166621 w 571500"/>
                <a:gd name="csY149" fmla="*/ 120709 h 238125"/>
                <a:gd name="csX150" fmla="*/ 167697 w 571500"/>
                <a:gd name="csY150" fmla="*/ 120518 h 238125"/>
                <a:gd name="csX151" fmla="*/ 168840 w 571500"/>
                <a:gd name="csY151" fmla="*/ 120185 h 238125"/>
                <a:gd name="csX152" fmla="*/ 169974 w 571500"/>
                <a:gd name="csY152" fmla="*/ 119852 h 238125"/>
                <a:gd name="csX153" fmla="*/ 171050 w 571500"/>
                <a:gd name="csY153" fmla="*/ 119528 h 238125"/>
                <a:gd name="csX154" fmla="*/ 172193 w 571500"/>
                <a:gd name="csY154" fmla="*/ 119128 h 238125"/>
                <a:gd name="csX155" fmla="*/ 173326 w 571500"/>
                <a:gd name="csY155" fmla="*/ 118737 h 238125"/>
                <a:gd name="csX156" fmla="*/ 174403 w 571500"/>
                <a:gd name="csY156" fmla="*/ 118337 h 238125"/>
                <a:gd name="csX157" fmla="*/ 175546 w 571500"/>
                <a:gd name="csY157" fmla="*/ 118013 h 238125"/>
                <a:gd name="csX158" fmla="*/ 176689 w 571500"/>
                <a:gd name="csY158" fmla="*/ 117613 h 238125"/>
                <a:gd name="csX159" fmla="*/ 177756 w 571500"/>
                <a:gd name="csY159" fmla="*/ 117290 h 238125"/>
                <a:gd name="csX160" fmla="*/ 178899 w 571500"/>
                <a:gd name="csY160" fmla="*/ 116956 h 238125"/>
                <a:gd name="csX161" fmla="*/ 180042 w 571500"/>
                <a:gd name="csY161" fmla="*/ 116699 h 238125"/>
                <a:gd name="csX162" fmla="*/ 181118 w 571500"/>
                <a:gd name="csY162" fmla="*/ 116499 h 238125"/>
                <a:gd name="csX163" fmla="*/ 182251 w 571500"/>
                <a:gd name="csY163" fmla="*/ 116365 h 238125"/>
                <a:gd name="csX164" fmla="*/ 183394 w 571500"/>
                <a:gd name="csY164" fmla="*/ 116299 h 238125"/>
                <a:gd name="csX165" fmla="*/ 184471 w 571500"/>
                <a:gd name="csY165" fmla="*/ 116299 h 238125"/>
                <a:gd name="csX166" fmla="*/ 185604 w 571500"/>
                <a:gd name="csY166" fmla="*/ 116499 h 238125"/>
                <a:gd name="csX167" fmla="*/ 186747 w 571500"/>
                <a:gd name="csY167" fmla="*/ 116699 h 238125"/>
                <a:gd name="csX168" fmla="*/ 187824 w 571500"/>
                <a:gd name="csY168" fmla="*/ 117090 h 238125"/>
                <a:gd name="csX169" fmla="*/ 188967 w 571500"/>
                <a:gd name="csY169" fmla="*/ 117547 h 238125"/>
                <a:gd name="csX170" fmla="*/ 190100 w 571500"/>
                <a:gd name="csY170" fmla="*/ 118147 h 238125"/>
                <a:gd name="csX171" fmla="*/ 191176 w 571500"/>
                <a:gd name="csY171" fmla="*/ 118937 h 238125"/>
                <a:gd name="csX172" fmla="*/ 192319 w 571500"/>
                <a:gd name="csY172" fmla="*/ 119852 h 238125"/>
                <a:gd name="csX173" fmla="*/ 193453 w 571500"/>
                <a:gd name="csY173" fmla="*/ 120975 h 238125"/>
                <a:gd name="csX174" fmla="*/ 194529 w 571500"/>
                <a:gd name="csY174" fmla="*/ 122157 h 238125"/>
                <a:gd name="csX175" fmla="*/ 195672 w 571500"/>
                <a:gd name="csY175" fmla="*/ 123480 h 238125"/>
                <a:gd name="csX176" fmla="*/ 196806 w 571500"/>
                <a:gd name="csY176" fmla="*/ 125062 h 238125"/>
                <a:gd name="csX177" fmla="*/ 197882 w 571500"/>
                <a:gd name="csY177" fmla="*/ 126776 h 238125"/>
                <a:gd name="csX178" fmla="*/ 199025 w 571500"/>
                <a:gd name="csY178" fmla="*/ 128548 h 238125"/>
                <a:gd name="csX179" fmla="*/ 200168 w 571500"/>
                <a:gd name="csY179" fmla="*/ 130529 h 238125"/>
                <a:gd name="csX180" fmla="*/ 201244 w 571500"/>
                <a:gd name="csY180" fmla="*/ 132634 h 238125"/>
                <a:gd name="csX181" fmla="*/ 202378 w 571500"/>
                <a:gd name="csY181" fmla="*/ 134939 h 238125"/>
                <a:gd name="csX182" fmla="*/ 203521 w 571500"/>
                <a:gd name="csY182" fmla="*/ 137311 h 238125"/>
                <a:gd name="csX183" fmla="*/ 204597 w 571500"/>
                <a:gd name="csY183" fmla="*/ 139749 h 238125"/>
                <a:gd name="csX184" fmla="*/ 205731 w 571500"/>
                <a:gd name="csY184" fmla="*/ 142321 h 238125"/>
                <a:gd name="csX185" fmla="*/ 206874 w 571500"/>
                <a:gd name="csY185" fmla="*/ 144950 h 238125"/>
                <a:gd name="csX186" fmla="*/ 207950 w 571500"/>
                <a:gd name="csY186" fmla="*/ 147722 h 238125"/>
                <a:gd name="csX187" fmla="*/ 209093 w 571500"/>
                <a:gd name="csY187" fmla="*/ 150484 h 238125"/>
                <a:gd name="csX188" fmla="*/ 210226 w 571500"/>
                <a:gd name="csY188" fmla="*/ 153322 h 238125"/>
                <a:gd name="csX189" fmla="*/ 211302 w 571500"/>
                <a:gd name="csY189" fmla="*/ 156151 h 238125"/>
                <a:gd name="csX190" fmla="*/ 212446 w 571500"/>
                <a:gd name="csY190" fmla="*/ 159047 h 238125"/>
                <a:gd name="csX191" fmla="*/ 213579 w 571500"/>
                <a:gd name="csY191" fmla="*/ 161886 h 238125"/>
                <a:gd name="csX192" fmla="*/ 214656 w 571500"/>
                <a:gd name="csY192" fmla="*/ 164715 h 238125"/>
                <a:gd name="csX193" fmla="*/ 215799 w 571500"/>
                <a:gd name="csY193" fmla="*/ 167544 h 238125"/>
                <a:gd name="csX194" fmla="*/ 216932 w 571500"/>
                <a:gd name="csY194" fmla="*/ 170315 h 238125"/>
                <a:gd name="csX195" fmla="*/ 218008 w 571500"/>
                <a:gd name="csY195" fmla="*/ 173011 h 238125"/>
                <a:gd name="csX196" fmla="*/ 219151 w 571500"/>
                <a:gd name="csY196" fmla="*/ 175583 h 238125"/>
                <a:gd name="csX197" fmla="*/ 220294 w 571500"/>
                <a:gd name="csY197" fmla="*/ 178154 h 238125"/>
                <a:gd name="csX198" fmla="*/ 221370 w 571500"/>
                <a:gd name="csY198" fmla="*/ 180593 h 238125"/>
                <a:gd name="csX199" fmla="*/ 222504 w 571500"/>
                <a:gd name="csY199" fmla="*/ 182964 h 238125"/>
                <a:gd name="csX200" fmla="*/ 223647 w 571500"/>
                <a:gd name="csY200" fmla="*/ 185269 h 238125"/>
                <a:gd name="csX201" fmla="*/ 224723 w 571500"/>
                <a:gd name="csY201" fmla="*/ 187441 h 238125"/>
                <a:gd name="csX202" fmla="*/ 225857 w 571500"/>
                <a:gd name="csY202" fmla="*/ 189479 h 238125"/>
                <a:gd name="csX203" fmla="*/ 227000 w 571500"/>
                <a:gd name="csY203" fmla="*/ 191394 h 238125"/>
                <a:gd name="csX204" fmla="*/ 228076 w 571500"/>
                <a:gd name="csY204" fmla="*/ 193232 h 238125"/>
                <a:gd name="csX205" fmla="*/ 229209 w 571500"/>
                <a:gd name="csY205" fmla="*/ 195013 h 238125"/>
                <a:gd name="csX206" fmla="*/ 230352 w 571500"/>
                <a:gd name="csY206" fmla="*/ 196661 h 238125"/>
                <a:gd name="csX207" fmla="*/ 231496 w 571500"/>
                <a:gd name="csY207" fmla="*/ 198176 h 238125"/>
                <a:gd name="csX208" fmla="*/ 232572 w 571500"/>
                <a:gd name="csY208" fmla="*/ 199624 h 238125"/>
                <a:gd name="csX209" fmla="*/ 233706 w 571500"/>
                <a:gd name="csY209" fmla="*/ 201014 h 238125"/>
                <a:gd name="csX210" fmla="*/ 234849 w 571500"/>
                <a:gd name="csY210" fmla="*/ 202329 h 238125"/>
                <a:gd name="csX211" fmla="*/ 235925 w 571500"/>
                <a:gd name="csY211" fmla="*/ 203510 h 238125"/>
                <a:gd name="csX212" fmla="*/ 237058 w 571500"/>
                <a:gd name="csY212" fmla="*/ 204701 h 238125"/>
                <a:gd name="csX213" fmla="*/ 238201 w 571500"/>
                <a:gd name="csY213" fmla="*/ 205748 h 238125"/>
                <a:gd name="csX214" fmla="*/ 239277 w 571500"/>
                <a:gd name="csY214" fmla="*/ 206806 h 238125"/>
                <a:gd name="csX215" fmla="*/ 240420 w 571500"/>
                <a:gd name="csY215" fmla="*/ 207863 h 238125"/>
                <a:gd name="csX216" fmla="*/ 241554 w 571500"/>
                <a:gd name="csY216" fmla="*/ 208844 h 238125"/>
                <a:gd name="csX217" fmla="*/ 242630 w 571500"/>
                <a:gd name="csY217" fmla="*/ 209768 h 238125"/>
                <a:gd name="csX218" fmla="*/ 243773 w 571500"/>
                <a:gd name="csY218" fmla="*/ 210691 h 238125"/>
                <a:gd name="csX219" fmla="*/ 244907 w 571500"/>
                <a:gd name="csY219" fmla="*/ 211615 h 238125"/>
                <a:gd name="csX220" fmla="*/ 245983 w 571500"/>
                <a:gd name="csY220" fmla="*/ 212540 h 238125"/>
                <a:gd name="csX221" fmla="*/ 247126 w 571500"/>
                <a:gd name="csY221" fmla="*/ 213397 h 238125"/>
                <a:gd name="csX222" fmla="*/ 248259 w 571500"/>
                <a:gd name="csY222" fmla="*/ 214254 h 238125"/>
                <a:gd name="csX223" fmla="*/ 249336 w 571500"/>
                <a:gd name="csY223" fmla="*/ 215102 h 238125"/>
                <a:gd name="csX224" fmla="*/ 250479 w 571500"/>
                <a:gd name="csY224" fmla="*/ 215959 h 238125"/>
                <a:gd name="csX225" fmla="*/ 251622 w 571500"/>
                <a:gd name="csY225" fmla="*/ 216749 h 238125"/>
                <a:gd name="csX226" fmla="*/ 252698 w 571500"/>
                <a:gd name="csY226" fmla="*/ 217607 h 238125"/>
                <a:gd name="csX227" fmla="*/ 253832 w 571500"/>
                <a:gd name="csY227" fmla="*/ 218397 h 238125"/>
                <a:gd name="csX228" fmla="*/ 254975 w 571500"/>
                <a:gd name="csY228" fmla="*/ 219121 h 238125"/>
                <a:gd name="csX229" fmla="*/ 256051 w 571500"/>
                <a:gd name="csY229" fmla="*/ 219912 h 238125"/>
                <a:gd name="csX230" fmla="*/ 257184 w 571500"/>
                <a:gd name="csY230" fmla="*/ 220569 h 238125"/>
                <a:gd name="csX231" fmla="*/ 258327 w 571500"/>
                <a:gd name="csY231" fmla="*/ 221302 h 238125"/>
                <a:gd name="csX232" fmla="*/ 259404 w 571500"/>
                <a:gd name="csY232" fmla="*/ 221960 h 238125"/>
                <a:gd name="csX233" fmla="*/ 260537 w 571500"/>
                <a:gd name="csY233" fmla="*/ 222550 h 238125"/>
                <a:gd name="csX234" fmla="*/ 261680 w 571500"/>
                <a:gd name="csY234" fmla="*/ 223074 h 238125"/>
                <a:gd name="csX235" fmla="*/ 262757 w 571500"/>
                <a:gd name="csY235" fmla="*/ 223608 h 238125"/>
                <a:gd name="csX236" fmla="*/ 263900 w 571500"/>
                <a:gd name="csY236" fmla="*/ 224064 h 238125"/>
                <a:gd name="csX237" fmla="*/ 265033 w 571500"/>
                <a:gd name="csY237" fmla="*/ 224522 h 238125"/>
                <a:gd name="csX238" fmla="*/ 266110 w 571500"/>
                <a:gd name="csY238" fmla="*/ 224855 h 238125"/>
                <a:gd name="csX239" fmla="*/ 267252 w 571500"/>
                <a:gd name="csY239" fmla="*/ 225189 h 238125"/>
                <a:gd name="csX240" fmla="*/ 268386 w 571500"/>
                <a:gd name="csY240" fmla="*/ 225446 h 238125"/>
                <a:gd name="csX241" fmla="*/ 269462 w 571500"/>
                <a:gd name="csY241" fmla="*/ 225713 h 238125"/>
                <a:gd name="csX242" fmla="*/ 270605 w 571500"/>
                <a:gd name="csY242" fmla="*/ 225846 h 238125"/>
                <a:gd name="csX243" fmla="*/ 271748 w 571500"/>
                <a:gd name="csY243" fmla="*/ 225979 h 238125"/>
                <a:gd name="csX244" fmla="*/ 272825 w 571500"/>
                <a:gd name="csY244" fmla="*/ 226036 h 238125"/>
                <a:gd name="csX245" fmla="*/ 273958 w 571500"/>
                <a:gd name="csY245" fmla="*/ 226103 h 238125"/>
                <a:gd name="csX246" fmla="*/ 275101 w 571500"/>
                <a:gd name="csY246" fmla="*/ 226103 h 238125"/>
                <a:gd name="csX247" fmla="*/ 276178 w 571500"/>
                <a:gd name="csY247" fmla="*/ 226036 h 238125"/>
                <a:gd name="csX248" fmla="*/ 277311 w 571500"/>
                <a:gd name="csY248" fmla="*/ 225979 h 238125"/>
                <a:gd name="csX249" fmla="*/ 278454 w 571500"/>
                <a:gd name="csY249" fmla="*/ 225846 h 238125"/>
                <a:gd name="csX250" fmla="*/ 279530 w 571500"/>
                <a:gd name="csY250" fmla="*/ 225713 h 238125"/>
                <a:gd name="csX251" fmla="*/ 280673 w 571500"/>
                <a:gd name="csY251" fmla="*/ 225579 h 238125"/>
                <a:gd name="csX252" fmla="*/ 281807 w 571500"/>
                <a:gd name="csY252" fmla="*/ 225379 h 238125"/>
                <a:gd name="csX253" fmla="*/ 282883 w 571500"/>
                <a:gd name="csY253" fmla="*/ 225255 h 238125"/>
                <a:gd name="csX254" fmla="*/ 284026 w 571500"/>
                <a:gd name="csY254" fmla="*/ 225055 h 238125"/>
                <a:gd name="csX255" fmla="*/ 285160 w 571500"/>
                <a:gd name="csY255" fmla="*/ 224855 h 238125"/>
                <a:gd name="csX256" fmla="*/ 286236 w 571500"/>
                <a:gd name="csY256" fmla="*/ 224588 h 238125"/>
                <a:gd name="csX257" fmla="*/ 287379 w 571500"/>
                <a:gd name="csY257" fmla="*/ 224398 h 238125"/>
                <a:gd name="csX258" fmla="*/ 288512 w 571500"/>
                <a:gd name="csY258" fmla="*/ 224198 h 238125"/>
                <a:gd name="csX259" fmla="*/ 289589 w 571500"/>
                <a:gd name="csY259" fmla="*/ 223931 h 238125"/>
                <a:gd name="csX260" fmla="*/ 290732 w 571500"/>
                <a:gd name="csY260" fmla="*/ 223731 h 238125"/>
                <a:gd name="csX261" fmla="*/ 291875 w 571500"/>
                <a:gd name="csY261" fmla="*/ 223474 h 238125"/>
                <a:gd name="csX262" fmla="*/ 292951 w 571500"/>
                <a:gd name="csY262" fmla="*/ 223208 h 238125"/>
                <a:gd name="csX263" fmla="*/ 294085 w 571500"/>
                <a:gd name="csY263" fmla="*/ 223008 h 238125"/>
                <a:gd name="csX264" fmla="*/ 295228 w 571500"/>
                <a:gd name="csY264" fmla="*/ 222750 h 238125"/>
                <a:gd name="csX265" fmla="*/ 296304 w 571500"/>
                <a:gd name="csY265" fmla="*/ 222484 h 238125"/>
                <a:gd name="csX266" fmla="*/ 297437 w 571500"/>
                <a:gd name="csY266" fmla="*/ 222217 h 238125"/>
                <a:gd name="csX267" fmla="*/ 298580 w 571500"/>
                <a:gd name="csY267" fmla="*/ 221893 h 238125"/>
                <a:gd name="csX268" fmla="*/ 299656 w 571500"/>
                <a:gd name="csY268" fmla="*/ 221626 h 238125"/>
                <a:gd name="csX269" fmla="*/ 300790 w 571500"/>
                <a:gd name="csY269" fmla="*/ 221359 h 238125"/>
                <a:gd name="csX270" fmla="*/ 301933 w 571500"/>
                <a:gd name="csY270" fmla="*/ 221036 h 238125"/>
                <a:gd name="csX271" fmla="*/ 303010 w 571500"/>
                <a:gd name="csY271" fmla="*/ 220702 h 238125"/>
                <a:gd name="csX272" fmla="*/ 304153 w 571500"/>
                <a:gd name="csY272" fmla="*/ 220379 h 238125"/>
                <a:gd name="csX273" fmla="*/ 305286 w 571500"/>
                <a:gd name="csY273" fmla="*/ 219979 h 238125"/>
                <a:gd name="csX274" fmla="*/ 306362 w 571500"/>
                <a:gd name="csY274" fmla="*/ 219655 h 238125"/>
                <a:gd name="csX275" fmla="*/ 307505 w 571500"/>
                <a:gd name="csY275" fmla="*/ 219254 h 238125"/>
                <a:gd name="csX276" fmla="*/ 308639 w 571500"/>
                <a:gd name="csY276" fmla="*/ 218930 h 238125"/>
                <a:gd name="csX277" fmla="*/ 309782 w 571500"/>
                <a:gd name="csY277" fmla="*/ 218531 h 238125"/>
                <a:gd name="csX278" fmla="*/ 310858 w 571500"/>
                <a:gd name="csY278" fmla="*/ 218140 h 238125"/>
                <a:gd name="csX279" fmla="*/ 312001 w 571500"/>
                <a:gd name="csY279" fmla="*/ 217807 h 238125"/>
                <a:gd name="csX280" fmla="*/ 313135 w 571500"/>
                <a:gd name="csY280" fmla="*/ 217416 h 238125"/>
                <a:gd name="csX281" fmla="*/ 314211 w 571500"/>
                <a:gd name="csY281" fmla="*/ 217083 h 238125"/>
                <a:gd name="csX282" fmla="*/ 315354 w 571500"/>
                <a:gd name="csY282" fmla="*/ 216749 h 238125"/>
                <a:gd name="csX283" fmla="*/ 316487 w 571500"/>
                <a:gd name="csY283" fmla="*/ 216425 h 238125"/>
                <a:gd name="csX284" fmla="*/ 317563 w 571500"/>
                <a:gd name="csY284" fmla="*/ 216159 h 238125"/>
                <a:gd name="csX285" fmla="*/ 318706 w 571500"/>
                <a:gd name="csY285" fmla="*/ 215959 h 238125"/>
                <a:gd name="csX286" fmla="*/ 319840 w 571500"/>
                <a:gd name="csY286" fmla="*/ 215768 h 238125"/>
                <a:gd name="csX287" fmla="*/ 320916 w 571500"/>
                <a:gd name="csY287" fmla="*/ 215635 h 238125"/>
                <a:gd name="csX288" fmla="*/ 322060 w 571500"/>
                <a:gd name="csY288" fmla="*/ 215502 h 238125"/>
                <a:gd name="csX289" fmla="*/ 323203 w 571500"/>
                <a:gd name="csY289" fmla="*/ 215502 h 238125"/>
                <a:gd name="csX290" fmla="*/ 324279 w 571500"/>
                <a:gd name="csY290" fmla="*/ 215502 h 238125"/>
                <a:gd name="csX291" fmla="*/ 325412 w 571500"/>
                <a:gd name="csY291" fmla="*/ 215568 h 238125"/>
                <a:gd name="csX292" fmla="*/ 326555 w 571500"/>
                <a:gd name="csY292" fmla="*/ 215702 h 238125"/>
                <a:gd name="csX293" fmla="*/ 327631 w 571500"/>
                <a:gd name="csY293" fmla="*/ 215892 h 238125"/>
                <a:gd name="csX294" fmla="*/ 328765 w 571500"/>
                <a:gd name="csY294" fmla="*/ 216159 h 238125"/>
                <a:gd name="csX295" fmla="*/ 329908 w 571500"/>
                <a:gd name="csY295" fmla="*/ 216492 h 238125"/>
                <a:gd name="csX296" fmla="*/ 330984 w 571500"/>
                <a:gd name="csY296" fmla="*/ 216883 h 238125"/>
                <a:gd name="csX297" fmla="*/ 332118 w 571500"/>
                <a:gd name="csY297" fmla="*/ 217350 h 238125"/>
                <a:gd name="csX298" fmla="*/ 333261 w 571500"/>
                <a:gd name="csY298" fmla="*/ 217807 h 238125"/>
                <a:gd name="csX299" fmla="*/ 334337 w 571500"/>
                <a:gd name="csY299" fmla="*/ 218397 h 238125"/>
                <a:gd name="csX300" fmla="*/ 335480 w 571500"/>
                <a:gd name="csY300" fmla="*/ 218988 h 238125"/>
                <a:gd name="csX301" fmla="*/ 336613 w 571500"/>
                <a:gd name="csY301" fmla="*/ 219588 h 238125"/>
                <a:gd name="csX302" fmla="*/ 337690 w 571500"/>
                <a:gd name="csY302" fmla="*/ 220245 h 238125"/>
                <a:gd name="csX303" fmla="*/ 338833 w 571500"/>
                <a:gd name="csY303" fmla="*/ 220969 h 238125"/>
                <a:gd name="csX304" fmla="*/ 339966 w 571500"/>
                <a:gd name="csY304" fmla="*/ 221693 h 238125"/>
                <a:gd name="csX305" fmla="*/ 341043 w 571500"/>
                <a:gd name="csY305" fmla="*/ 222417 h 238125"/>
                <a:gd name="csX306" fmla="*/ 342186 w 571500"/>
                <a:gd name="csY306" fmla="*/ 223141 h 238125"/>
                <a:gd name="csX307" fmla="*/ 343329 w 571500"/>
                <a:gd name="csY307" fmla="*/ 223864 h 238125"/>
                <a:gd name="csX308" fmla="*/ 344395 w 571500"/>
                <a:gd name="csY308" fmla="*/ 224588 h 238125"/>
                <a:gd name="csX309" fmla="*/ 345538 w 571500"/>
                <a:gd name="csY309" fmla="*/ 225313 h 238125"/>
                <a:gd name="csX310" fmla="*/ 346681 w 571500"/>
                <a:gd name="csY310" fmla="*/ 226036 h 238125"/>
                <a:gd name="csX311" fmla="*/ 347758 w 571500"/>
                <a:gd name="csY311" fmla="*/ 226703 h 238125"/>
                <a:gd name="csX312" fmla="*/ 348891 w 571500"/>
                <a:gd name="csY312" fmla="*/ 227294 h 238125"/>
                <a:gd name="csX313" fmla="*/ 350034 w 571500"/>
                <a:gd name="csY313" fmla="*/ 227884 h 238125"/>
                <a:gd name="csX314" fmla="*/ 351111 w 571500"/>
                <a:gd name="csY314" fmla="*/ 228408 h 238125"/>
                <a:gd name="csX315" fmla="*/ 352244 w 571500"/>
                <a:gd name="csY315" fmla="*/ 228941 h 238125"/>
                <a:gd name="csX316" fmla="*/ 353387 w 571500"/>
                <a:gd name="csY316" fmla="*/ 229332 h 238125"/>
                <a:gd name="csX317" fmla="*/ 354463 w 571500"/>
                <a:gd name="csY317" fmla="*/ 229732 h 238125"/>
                <a:gd name="csX318" fmla="*/ 355606 w 571500"/>
                <a:gd name="csY318" fmla="*/ 230056 h 238125"/>
                <a:gd name="csX319" fmla="*/ 356740 w 571500"/>
                <a:gd name="csY319" fmla="*/ 230323 h 238125"/>
                <a:gd name="csX320" fmla="*/ 357816 w 571500"/>
                <a:gd name="csY320" fmla="*/ 230456 h 238125"/>
                <a:gd name="csX321" fmla="*/ 358959 w 571500"/>
                <a:gd name="csY321" fmla="*/ 230589 h 238125"/>
                <a:gd name="csX322" fmla="*/ 360093 w 571500"/>
                <a:gd name="csY322" fmla="*/ 230656 h 238125"/>
                <a:gd name="csX323" fmla="*/ 361169 w 571500"/>
                <a:gd name="csY323" fmla="*/ 230656 h 238125"/>
                <a:gd name="csX324" fmla="*/ 362312 w 571500"/>
                <a:gd name="csY324" fmla="*/ 230523 h 238125"/>
                <a:gd name="csX325" fmla="*/ 363445 w 571500"/>
                <a:gd name="csY325" fmla="*/ 230389 h 238125"/>
                <a:gd name="csX326" fmla="*/ 364522 w 571500"/>
                <a:gd name="csY326" fmla="*/ 230189 h 238125"/>
                <a:gd name="csX327" fmla="*/ 365665 w 571500"/>
                <a:gd name="csY327" fmla="*/ 229923 h 238125"/>
                <a:gd name="csX328" fmla="*/ 366808 w 571500"/>
                <a:gd name="csY328" fmla="*/ 229598 h 238125"/>
                <a:gd name="csX329" fmla="*/ 367884 w 571500"/>
                <a:gd name="csY329" fmla="*/ 229198 h 238125"/>
                <a:gd name="csX330" fmla="*/ 369018 w 571500"/>
                <a:gd name="csY330" fmla="*/ 228742 h 238125"/>
                <a:gd name="csX331" fmla="*/ 370161 w 571500"/>
                <a:gd name="csY331" fmla="*/ 228218 h 238125"/>
                <a:gd name="csX332" fmla="*/ 371237 w 571500"/>
                <a:gd name="csY332" fmla="*/ 227684 h 238125"/>
                <a:gd name="csX333" fmla="*/ 372370 w 571500"/>
                <a:gd name="csY333" fmla="*/ 227093 h 238125"/>
                <a:gd name="csX334" fmla="*/ 373513 w 571500"/>
                <a:gd name="csY334" fmla="*/ 226503 h 238125"/>
                <a:gd name="csX335" fmla="*/ 374590 w 571500"/>
                <a:gd name="csY335" fmla="*/ 225913 h 238125"/>
                <a:gd name="csX336" fmla="*/ 375723 w 571500"/>
                <a:gd name="csY336" fmla="*/ 225255 h 238125"/>
                <a:gd name="csX337" fmla="*/ 376866 w 571500"/>
                <a:gd name="csY337" fmla="*/ 224522 h 238125"/>
                <a:gd name="csX338" fmla="*/ 377943 w 571500"/>
                <a:gd name="csY338" fmla="*/ 223864 h 238125"/>
                <a:gd name="csX339" fmla="*/ 379086 w 571500"/>
                <a:gd name="csY339" fmla="*/ 223208 h 238125"/>
                <a:gd name="csX340" fmla="*/ 380219 w 571500"/>
                <a:gd name="csY340" fmla="*/ 222550 h 238125"/>
                <a:gd name="csX341" fmla="*/ 381296 w 571500"/>
                <a:gd name="csY341" fmla="*/ 221893 h 238125"/>
                <a:gd name="csX342" fmla="*/ 382438 w 571500"/>
                <a:gd name="csY342" fmla="*/ 221236 h 238125"/>
                <a:gd name="csX343" fmla="*/ 383572 w 571500"/>
                <a:gd name="csY343" fmla="*/ 220636 h 238125"/>
                <a:gd name="csX344" fmla="*/ 384715 w 571500"/>
                <a:gd name="csY344" fmla="*/ 220112 h 238125"/>
                <a:gd name="csX345" fmla="*/ 385791 w 571500"/>
                <a:gd name="csY345" fmla="*/ 219588 h 238125"/>
                <a:gd name="csX346" fmla="*/ 386934 w 571500"/>
                <a:gd name="csY346" fmla="*/ 219121 h 238125"/>
                <a:gd name="csX347" fmla="*/ 388068 w 571500"/>
                <a:gd name="csY347" fmla="*/ 218664 h 238125"/>
                <a:gd name="csX348" fmla="*/ 389144 w 571500"/>
                <a:gd name="csY348" fmla="*/ 218331 h 238125"/>
                <a:gd name="csX349" fmla="*/ 390287 w 571500"/>
                <a:gd name="csY349" fmla="*/ 218007 h 238125"/>
                <a:gd name="csX350" fmla="*/ 391420 w 571500"/>
                <a:gd name="csY350" fmla="*/ 217807 h 238125"/>
                <a:gd name="csX351" fmla="*/ 392497 w 571500"/>
                <a:gd name="csY351" fmla="*/ 217607 h 238125"/>
                <a:gd name="csX352" fmla="*/ 393640 w 571500"/>
                <a:gd name="csY352" fmla="*/ 217540 h 238125"/>
                <a:gd name="csX353" fmla="*/ 394773 w 571500"/>
                <a:gd name="csY353" fmla="*/ 217474 h 238125"/>
                <a:gd name="csX354" fmla="*/ 395849 w 571500"/>
                <a:gd name="csY354" fmla="*/ 217540 h 238125"/>
                <a:gd name="csX355" fmla="*/ 396993 w 571500"/>
                <a:gd name="csY355" fmla="*/ 217674 h 238125"/>
                <a:gd name="csX356" fmla="*/ 398136 w 571500"/>
                <a:gd name="csY356" fmla="*/ 217874 h 238125"/>
                <a:gd name="csX357" fmla="*/ 399212 w 571500"/>
                <a:gd name="csY357" fmla="*/ 218140 h 238125"/>
                <a:gd name="csX358" fmla="*/ 400346 w 571500"/>
                <a:gd name="csY358" fmla="*/ 218464 h 238125"/>
                <a:gd name="csX359" fmla="*/ 401488 w 571500"/>
                <a:gd name="csY359" fmla="*/ 218864 h 238125"/>
                <a:gd name="csX360" fmla="*/ 402565 w 571500"/>
                <a:gd name="csY360" fmla="*/ 219254 h 238125"/>
                <a:gd name="csX361" fmla="*/ 403698 w 571500"/>
                <a:gd name="csY361" fmla="*/ 219779 h 238125"/>
                <a:gd name="csX362" fmla="*/ 404841 w 571500"/>
                <a:gd name="csY362" fmla="*/ 220379 h 238125"/>
                <a:gd name="csX363" fmla="*/ 405917 w 571500"/>
                <a:gd name="csY363" fmla="*/ 220969 h 238125"/>
                <a:gd name="csX364" fmla="*/ 407060 w 571500"/>
                <a:gd name="csY364" fmla="*/ 221559 h 238125"/>
                <a:gd name="csX365" fmla="*/ 408194 w 571500"/>
                <a:gd name="csY365" fmla="*/ 222217 h 238125"/>
                <a:gd name="csX366" fmla="*/ 409270 w 571500"/>
                <a:gd name="csY366" fmla="*/ 222941 h 238125"/>
                <a:gd name="csX367" fmla="*/ 410414 w 571500"/>
                <a:gd name="csY367" fmla="*/ 223674 h 238125"/>
                <a:gd name="csX368" fmla="*/ 411547 w 571500"/>
                <a:gd name="csY368" fmla="*/ 224398 h 238125"/>
                <a:gd name="csX369" fmla="*/ 412623 w 571500"/>
                <a:gd name="csY369" fmla="*/ 225122 h 238125"/>
                <a:gd name="csX370" fmla="*/ 413766 w 571500"/>
                <a:gd name="csY370" fmla="*/ 225846 h 238125"/>
                <a:gd name="csX371" fmla="*/ 414899 w 571500"/>
                <a:gd name="csY371" fmla="*/ 226570 h 238125"/>
                <a:gd name="csX372" fmla="*/ 415976 w 571500"/>
                <a:gd name="csY372" fmla="*/ 227294 h 238125"/>
                <a:gd name="csX373" fmla="*/ 417119 w 571500"/>
                <a:gd name="csY373" fmla="*/ 227951 h 238125"/>
                <a:gd name="csX374" fmla="*/ 418262 w 571500"/>
                <a:gd name="csY374" fmla="*/ 228675 h 238125"/>
                <a:gd name="csX375" fmla="*/ 419338 w 571500"/>
                <a:gd name="csY375" fmla="*/ 229265 h 238125"/>
                <a:gd name="csX376" fmla="*/ 420472 w 571500"/>
                <a:gd name="csY376" fmla="*/ 229923 h 238125"/>
                <a:gd name="csX377" fmla="*/ 421615 w 571500"/>
                <a:gd name="csY377" fmla="*/ 230523 h 238125"/>
                <a:gd name="csX378" fmla="*/ 422691 w 571500"/>
                <a:gd name="csY378" fmla="*/ 231047 h 238125"/>
                <a:gd name="csX379" fmla="*/ 423824 w 571500"/>
                <a:gd name="csY379" fmla="*/ 231504 h 238125"/>
                <a:gd name="csX380" fmla="*/ 424967 w 571500"/>
                <a:gd name="csY380" fmla="*/ 231970 h 238125"/>
                <a:gd name="csX381" fmla="*/ 426044 w 571500"/>
                <a:gd name="csY381" fmla="*/ 232428 h 238125"/>
                <a:gd name="csX382" fmla="*/ 427187 w 571500"/>
                <a:gd name="csY382" fmla="*/ 232761 h 238125"/>
                <a:gd name="csX383" fmla="*/ 428320 w 571500"/>
                <a:gd name="csY383" fmla="*/ 233085 h 238125"/>
                <a:gd name="csX384" fmla="*/ 429397 w 571500"/>
                <a:gd name="csY384" fmla="*/ 233285 h 238125"/>
                <a:gd name="csX385" fmla="*/ 430540 w 571500"/>
                <a:gd name="csY385" fmla="*/ 233485 h 238125"/>
                <a:gd name="csX386" fmla="*/ 431673 w 571500"/>
                <a:gd name="csY386" fmla="*/ 233619 h 238125"/>
                <a:gd name="csX387" fmla="*/ 432749 w 571500"/>
                <a:gd name="csY387" fmla="*/ 233685 h 238125"/>
                <a:gd name="csX388" fmla="*/ 433892 w 571500"/>
                <a:gd name="csY388" fmla="*/ 233752 h 238125"/>
                <a:gd name="csX389" fmla="*/ 435026 w 571500"/>
                <a:gd name="csY389" fmla="*/ 233685 h 238125"/>
                <a:gd name="csX390" fmla="*/ 436102 w 571500"/>
                <a:gd name="csY390" fmla="*/ 233552 h 238125"/>
                <a:gd name="csX391" fmla="*/ 437245 w 571500"/>
                <a:gd name="csY391" fmla="*/ 233418 h 238125"/>
                <a:gd name="csX392" fmla="*/ 438388 w 571500"/>
                <a:gd name="csY392" fmla="*/ 233152 h 238125"/>
                <a:gd name="csX393" fmla="*/ 439465 w 571500"/>
                <a:gd name="csY393" fmla="*/ 232828 h 238125"/>
                <a:gd name="csX394" fmla="*/ 440598 w 571500"/>
                <a:gd name="csY394" fmla="*/ 232428 h 238125"/>
                <a:gd name="csX395" fmla="*/ 441741 w 571500"/>
                <a:gd name="csY395" fmla="*/ 232037 h 238125"/>
                <a:gd name="csX396" fmla="*/ 442817 w 571500"/>
                <a:gd name="csY396" fmla="*/ 231504 h 238125"/>
                <a:gd name="csX397" fmla="*/ 443951 w 571500"/>
                <a:gd name="csY397" fmla="*/ 230913 h 238125"/>
                <a:gd name="csX398" fmla="*/ 445094 w 571500"/>
                <a:gd name="csY398" fmla="*/ 230256 h 238125"/>
                <a:gd name="csX399" fmla="*/ 446170 w 571500"/>
                <a:gd name="csY399" fmla="*/ 229598 h 238125"/>
                <a:gd name="csX400" fmla="*/ 447313 w 571500"/>
                <a:gd name="csY400" fmla="*/ 228808 h 238125"/>
                <a:gd name="csX401" fmla="*/ 448447 w 571500"/>
                <a:gd name="csY401" fmla="*/ 228018 h 238125"/>
                <a:gd name="csX402" fmla="*/ 449523 w 571500"/>
                <a:gd name="csY402" fmla="*/ 227093 h 238125"/>
                <a:gd name="csX403" fmla="*/ 450666 w 571500"/>
                <a:gd name="csY403" fmla="*/ 226170 h 238125"/>
                <a:gd name="csX404" fmla="*/ 451799 w 571500"/>
                <a:gd name="csY404" fmla="*/ 225189 h 238125"/>
                <a:gd name="csX405" fmla="*/ 452875 w 571500"/>
                <a:gd name="csY405" fmla="*/ 224198 h 238125"/>
                <a:gd name="csX406" fmla="*/ 454019 w 571500"/>
                <a:gd name="csY406" fmla="*/ 223074 h 238125"/>
                <a:gd name="csX407" fmla="*/ 455152 w 571500"/>
                <a:gd name="csY407" fmla="*/ 222026 h 238125"/>
                <a:gd name="csX408" fmla="*/ 456229 w 571500"/>
                <a:gd name="csY408" fmla="*/ 220902 h 238125"/>
                <a:gd name="csX409" fmla="*/ 457372 w 571500"/>
                <a:gd name="csY409" fmla="*/ 219721 h 238125"/>
                <a:gd name="csX410" fmla="*/ 458515 w 571500"/>
                <a:gd name="csY410" fmla="*/ 218597 h 238125"/>
                <a:gd name="csX411" fmla="*/ 459591 w 571500"/>
                <a:gd name="csY411" fmla="*/ 217416 h 238125"/>
                <a:gd name="csX412" fmla="*/ 460724 w 571500"/>
                <a:gd name="csY412" fmla="*/ 216292 h 238125"/>
                <a:gd name="csX413" fmla="*/ 461867 w 571500"/>
                <a:gd name="csY413" fmla="*/ 215169 h 238125"/>
                <a:gd name="csX414" fmla="*/ 463001 w 571500"/>
                <a:gd name="csY414" fmla="*/ 214054 h 238125"/>
                <a:gd name="csX415" fmla="*/ 464077 w 571500"/>
                <a:gd name="csY415" fmla="*/ 212997 h 238125"/>
                <a:gd name="csX416" fmla="*/ 465220 w 571500"/>
                <a:gd name="csY416" fmla="*/ 212006 h 238125"/>
                <a:gd name="csX417" fmla="*/ 466354 w 571500"/>
                <a:gd name="csY417" fmla="*/ 211025 h 238125"/>
                <a:gd name="csX418" fmla="*/ 467430 w 571500"/>
                <a:gd name="csY418" fmla="*/ 210168 h 238125"/>
                <a:gd name="csX419" fmla="*/ 468573 w 571500"/>
                <a:gd name="csY419" fmla="*/ 209311 h 238125"/>
                <a:gd name="csX420" fmla="*/ 469716 w 571500"/>
                <a:gd name="csY420" fmla="*/ 208586 h 238125"/>
                <a:gd name="csX421" fmla="*/ 470792 w 571500"/>
                <a:gd name="csY421" fmla="*/ 207929 h 238125"/>
                <a:gd name="csX422" fmla="*/ 471925 w 571500"/>
                <a:gd name="csY422" fmla="*/ 207329 h 238125"/>
                <a:gd name="csX423" fmla="*/ 473069 w 571500"/>
                <a:gd name="csY423" fmla="*/ 206872 h 238125"/>
                <a:gd name="csX424" fmla="*/ 474145 w 571500"/>
                <a:gd name="csY424" fmla="*/ 206482 h 238125"/>
                <a:gd name="csX425" fmla="*/ 475279 w 571500"/>
                <a:gd name="csY425" fmla="*/ 206215 h 238125"/>
                <a:gd name="csX426" fmla="*/ 476422 w 571500"/>
                <a:gd name="csY426" fmla="*/ 206081 h 238125"/>
                <a:gd name="csX427" fmla="*/ 477498 w 571500"/>
                <a:gd name="csY427" fmla="*/ 206015 h 238125"/>
                <a:gd name="csX428" fmla="*/ 478641 w 571500"/>
                <a:gd name="csY428" fmla="*/ 206081 h 238125"/>
                <a:gd name="csX429" fmla="*/ 479774 w 571500"/>
                <a:gd name="csY429" fmla="*/ 206215 h 238125"/>
                <a:gd name="csX430" fmla="*/ 480851 w 571500"/>
                <a:gd name="csY430" fmla="*/ 206482 h 238125"/>
                <a:gd name="csX431" fmla="*/ 481993 w 571500"/>
                <a:gd name="csY431" fmla="*/ 206739 h 238125"/>
                <a:gd name="csX432" fmla="*/ 483127 w 571500"/>
                <a:gd name="csY432" fmla="*/ 207206 h 238125"/>
                <a:gd name="csX433" fmla="*/ 484203 w 571500"/>
                <a:gd name="csY433" fmla="*/ 207663 h 238125"/>
                <a:gd name="csX434" fmla="*/ 485346 w 571500"/>
                <a:gd name="csY434" fmla="*/ 208253 h 238125"/>
                <a:gd name="csX435" fmla="*/ 486480 w 571500"/>
                <a:gd name="csY435" fmla="*/ 208844 h 238125"/>
                <a:gd name="csX436" fmla="*/ 487556 w 571500"/>
                <a:gd name="csY436" fmla="*/ 209577 h 238125"/>
                <a:gd name="csX437" fmla="*/ 488699 w 571500"/>
                <a:gd name="csY437" fmla="*/ 210234 h 238125"/>
                <a:gd name="csX438" fmla="*/ 489842 w 571500"/>
                <a:gd name="csY438" fmla="*/ 211025 h 238125"/>
                <a:gd name="csX439" fmla="*/ 490918 w 571500"/>
                <a:gd name="csY439" fmla="*/ 211816 h 238125"/>
                <a:gd name="csX440" fmla="*/ 492052 w 571500"/>
                <a:gd name="csY440" fmla="*/ 212606 h 238125"/>
                <a:gd name="csX441" fmla="*/ 493195 w 571500"/>
                <a:gd name="csY441" fmla="*/ 213397 h 238125"/>
                <a:gd name="csX442" fmla="*/ 494271 w 571500"/>
                <a:gd name="csY442" fmla="*/ 214187 h 238125"/>
                <a:gd name="csX443" fmla="*/ 495405 w 571500"/>
                <a:gd name="csY443" fmla="*/ 214978 h 238125"/>
                <a:gd name="csX444" fmla="*/ 496548 w 571500"/>
                <a:gd name="csY444" fmla="*/ 215702 h 238125"/>
                <a:gd name="csX445" fmla="*/ 497624 w 571500"/>
                <a:gd name="csY445" fmla="*/ 216492 h 238125"/>
                <a:gd name="csX446" fmla="*/ 498758 w 571500"/>
                <a:gd name="csY446" fmla="*/ 217216 h 238125"/>
                <a:gd name="csX447" fmla="*/ 499901 w 571500"/>
                <a:gd name="csY447" fmla="*/ 217874 h 238125"/>
                <a:gd name="csX448" fmla="*/ 500977 w 571500"/>
                <a:gd name="csY448" fmla="*/ 218531 h 238125"/>
                <a:gd name="csX449" fmla="*/ 502120 w 571500"/>
                <a:gd name="csY449" fmla="*/ 219121 h 238125"/>
                <a:gd name="csX450" fmla="*/ 503253 w 571500"/>
                <a:gd name="csY450" fmla="*/ 219721 h 238125"/>
                <a:gd name="csX451" fmla="*/ 504330 w 571500"/>
                <a:gd name="csY451" fmla="*/ 220312 h 238125"/>
                <a:gd name="csX452" fmla="*/ 505473 w 571500"/>
                <a:gd name="csY452" fmla="*/ 220769 h 238125"/>
                <a:gd name="csX453" fmla="*/ 506606 w 571500"/>
                <a:gd name="csY453" fmla="*/ 221236 h 238125"/>
                <a:gd name="csX454" fmla="*/ 507683 w 571500"/>
                <a:gd name="csY454" fmla="*/ 221693 h 238125"/>
                <a:gd name="csX455" fmla="*/ 508826 w 571500"/>
                <a:gd name="csY455" fmla="*/ 222093 h 238125"/>
                <a:gd name="csX456" fmla="*/ 509968 w 571500"/>
                <a:gd name="csY456" fmla="*/ 222484 h 238125"/>
                <a:gd name="csX457" fmla="*/ 511045 w 571500"/>
                <a:gd name="csY457" fmla="*/ 222884 h 238125"/>
                <a:gd name="csX458" fmla="*/ 512178 w 571500"/>
                <a:gd name="csY458" fmla="*/ 223208 h 238125"/>
                <a:gd name="csX459" fmla="*/ 513321 w 571500"/>
                <a:gd name="csY459" fmla="*/ 223541 h 238125"/>
                <a:gd name="csX460" fmla="*/ 514398 w 571500"/>
                <a:gd name="csY460" fmla="*/ 223864 h 238125"/>
                <a:gd name="csX461" fmla="*/ 515531 w 571500"/>
                <a:gd name="csY461" fmla="*/ 224198 h 238125"/>
                <a:gd name="csX462" fmla="*/ 516674 w 571500"/>
                <a:gd name="csY462" fmla="*/ 224522 h 238125"/>
                <a:gd name="csX463" fmla="*/ 517751 w 571500"/>
                <a:gd name="csY463" fmla="*/ 224855 h 238125"/>
                <a:gd name="csX464" fmla="*/ 518884 w 571500"/>
                <a:gd name="csY464" fmla="*/ 225122 h 238125"/>
                <a:gd name="csX465" fmla="*/ 520027 w 571500"/>
                <a:gd name="csY465" fmla="*/ 225513 h 238125"/>
                <a:gd name="csX466" fmla="*/ 521103 w 571500"/>
                <a:gd name="csY466" fmla="*/ 225846 h 238125"/>
                <a:gd name="csX467" fmla="*/ 522246 w 571500"/>
                <a:gd name="csY467" fmla="*/ 226170 h 238125"/>
                <a:gd name="csX468" fmla="*/ 523380 w 571500"/>
                <a:gd name="csY468" fmla="*/ 226570 h 238125"/>
                <a:gd name="csX469" fmla="*/ 524456 w 571500"/>
                <a:gd name="csY469" fmla="*/ 226893 h 238125"/>
                <a:gd name="csX470" fmla="*/ 525599 w 571500"/>
                <a:gd name="csY470" fmla="*/ 227294 h 238125"/>
                <a:gd name="csX471" fmla="*/ 526733 w 571500"/>
                <a:gd name="csY471" fmla="*/ 227684 h 238125"/>
                <a:gd name="csX472" fmla="*/ 527809 w 571500"/>
                <a:gd name="csY472" fmla="*/ 228151 h 238125"/>
                <a:gd name="csX473" fmla="*/ 528952 w 571500"/>
                <a:gd name="csY473" fmla="*/ 228542 h 238125"/>
                <a:gd name="csX474" fmla="*/ 530085 w 571500"/>
                <a:gd name="csY474" fmla="*/ 229008 h 238125"/>
                <a:gd name="csX475" fmla="*/ 531162 w 571500"/>
                <a:gd name="csY475" fmla="*/ 229465 h 238125"/>
                <a:gd name="csX476" fmla="*/ 532305 w 571500"/>
                <a:gd name="csY476" fmla="*/ 229865 h 238125"/>
                <a:gd name="csX477" fmla="*/ 533448 w 571500"/>
                <a:gd name="csY477" fmla="*/ 230323 h 238125"/>
                <a:gd name="csX478" fmla="*/ 534524 w 571500"/>
                <a:gd name="csY478" fmla="*/ 230780 h 238125"/>
                <a:gd name="csX479" fmla="*/ 535658 w 571500"/>
                <a:gd name="csY479" fmla="*/ 231247 h 238125"/>
                <a:gd name="csX480" fmla="*/ 536801 w 571500"/>
                <a:gd name="csY480" fmla="*/ 231704 h 238125"/>
                <a:gd name="csX481" fmla="*/ 537934 w 571500"/>
                <a:gd name="csY481" fmla="*/ 232104 h 238125"/>
                <a:gd name="csX482" fmla="*/ 539010 w 571500"/>
                <a:gd name="csY482" fmla="*/ 232561 h 238125"/>
                <a:gd name="csX483" fmla="*/ 540153 w 571500"/>
                <a:gd name="csY483" fmla="*/ 232961 h 238125"/>
                <a:gd name="csX484" fmla="*/ 541296 w 571500"/>
                <a:gd name="csY484" fmla="*/ 233352 h 238125"/>
                <a:gd name="csX485" fmla="*/ 542363 w 571500"/>
                <a:gd name="csY485" fmla="*/ 233752 h 238125"/>
                <a:gd name="csX486" fmla="*/ 543506 w 571500"/>
                <a:gd name="csY486" fmla="*/ 234075 h 238125"/>
                <a:gd name="csX487" fmla="*/ 544649 w 571500"/>
                <a:gd name="csY487" fmla="*/ 234475 h 238125"/>
                <a:gd name="csX488" fmla="*/ 545726 w 571500"/>
                <a:gd name="csY488" fmla="*/ 234799 h 238125"/>
                <a:gd name="csX489" fmla="*/ 546859 w 571500"/>
                <a:gd name="csY489" fmla="*/ 235133 h 238125"/>
                <a:gd name="csX490" fmla="*/ 548002 w 571500"/>
                <a:gd name="csY490" fmla="*/ 235399 h 238125"/>
                <a:gd name="csX491" fmla="*/ 549078 w 571500"/>
                <a:gd name="csY491" fmla="*/ 235657 h 238125"/>
                <a:gd name="csX492" fmla="*/ 550212 w 571500"/>
                <a:gd name="csY492" fmla="*/ 235923 h 238125"/>
                <a:gd name="csX493" fmla="*/ 551355 w 571500"/>
                <a:gd name="csY493" fmla="*/ 236190 h 238125"/>
                <a:gd name="csX494" fmla="*/ 552431 w 571500"/>
                <a:gd name="csY494" fmla="*/ 236381 h 238125"/>
                <a:gd name="csX495" fmla="*/ 553574 w 571500"/>
                <a:gd name="csY495" fmla="*/ 236581 h 238125"/>
                <a:gd name="csX496" fmla="*/ 554708 w 571500"/>
                <a:gd name="csY496" fmla="*/ 236781 h 238125"/>
                <a:gd name="csX497" fmla="*/ 555784 w 571500"/>
                <a:gd name="csY497" fmla="*/ 236914 h 238125"/>
                <a:gd name="csX498" fmla="*/ 556927 w 571500"/>
                <a:gd name="csY498" fmla="*/ 237038 h 238125"/>
                <a:gd name="csX499" fmla="*/ 558060 w 571500"/>
                <a:gd name="csY499" fmla="*/ 237171 h 238125"/>
                <a:gd name="csX500" fmla="*/ 559136 w 571500"/>
                <a:gd name="csY500" fmla="*/ 237304 h 238125"/>
                <a:gd name="csX501" fmla="*/ 560279 w 571500"/>
                <a:gd name="csY501" fmla="*/ 237438 h 238125"/>
                <a:gd name="csX502" fmla="*/ 561422 w 571500"/>
                <a:gd name="csY502" fmla="*/ 237504 h 238125"/>
                <a:gd name="csX503" fmla="*/ 562499 w 571500"/>
                <a:gd name="csY503" fmla="*/ 237571 h 238125"/>
                <a:gd name="csX504" fmla="*/ 563633 w 571500"/>
                <a:gd name="csY504" fmla="*/ 237638 h 238125"/>
                <a:gd name="csX505" fmla="*/ 564776 w 571500"/>
                <a:gd name="csY505" fmla="*/ 237695 h 238125"/>
                <a:gd name="csX506" fmla="*/ 565852 w 571500"/>
                <a:gd name="csY506" fmla="*/ 237762 h 238125"/>
                <a:gd name="csX507" fmla="*/ 566985 w 571500"/>
                <a:gd name="csY507" fmla="*/ 237828 h 238125"/>
                <a:gd name="csX508" fmla="*/ 568128 w 571500"/>
                <a:gd name="csY508" fmla="*/ 237895 h 238125"/>
                <a:gd name="csX509" fmla="*/ 569204 w 571500"/>
                <a:gd name="csY509" fmla="*/ 237895 h 238125"/>
                <a:gd name="csX510" fmla="*/ 570338 w 571500"/>
                <a:gd name="csY510" fmla="*/ 237962 h 238125"/>
                <a:gd name="csX511" fmla="*/ 571481 w 571500"/>
                <a:gd name="csY511" fmla="*/ 237962 h 238125"/>
                <a:gd name="csX512" fmla="*/ 571481 w 571500"/>
                <a:gd name="csY512" fmla="*/ 238095 h 238125"/>
                <a:gd name="csX513" fmla="*/ 570338 w 571500"/>
                <a:gd name="csY513" fmla="*/ 238095 h 238125"/>
                <a:gd name="csX514" fmla="*/ 569204 w 571500"/>
                <a:gd name="csY514" fmla="*/ 238095 h 238125"/>
                <a:gd name="csX515" fmla="*/ 568128 w 571500"/>
                <a:gd name="csY515" fmla="*/ 238095 h 238125"/>
                <a:gd name="csX516" fmla="*/ 566985 w 571500"/>
                <a:gd name="csY516" fmla="*/ 238095 h 238125"/>
                <a:gd name="csX517" fmla="*/ 565852 w 571500"/>
                <a:gd name="csY517" fmla="*/ 238095 h 238125"/>
                <a:gd name="csX518" fmla="*/ 564776 w 571500"/>
                <a:gd name="csY518" fmla="*/ 238095 h 238125"/>
                <a:gd name="csX519" fmla="*/ 563633 w 571500"/>
                <a:gd name="csY519" fmla="*/ 238095 h 238125"/>
                <a:gd name="csX520" fmla="*/ 562499 w 571500"/>
                <a:gd name="csY520" fmla="*/ 238095 h 238125"/>
                <a:gd name="csX521" fmla="*/ 561422 w 571500"/>
                <a:gd name="csY521" fmla="*/ 238095 h 238125"/>
                <a:gd name="csX522" fmla="*/ 560279 w 571500"/>
                <a:gd name="csY522" fmla="*/ 238095 h 238125"/>
                <a:gd name="csX523" fmla="*/ 559136 w 571500"/>
                <a:gd name="csY523" fmla="*/ 238095 h 238125"/>
                <a:gd name="csX524" fmla="*/ 558060 w 571500"/>
                <a:gd name="csY524" fmla="*/ 238095 h 238125"/>
                <a:gd name="csX525" fmla="*/ 556927 w 571500"/>
                <a:gd name="csY525" fmla="*/ 238095 h 238125"/>
                <a:gd name="csX526" fmla="*/ 555784 w 571500"/>
                <a:gd name="csY526" fmla="*/ 238095 h 238125"/>
                <a:gd name="csX527" fmla="*/ 554708 w 571500"/>
                <a:gd name="csY527" fmla="*/ 238095 h 238125"/>
                <a:gd name="csX528" fmla="*/ 553574 w 571500"/>
                <a:gd name="csY528" fmla="*/ 238095 h 238125"/>
                <a:gd name="csX529" fmla="*/ 552431 w 571500"/>
                <a:gd name="csY529" fmla="*/ 238095 h 238125"/>
                <a:gd name="csX530" fmla="*/ 551355 w 571500"/>
                <a:gd name="csY530" fmla="*/ 238095 h 238125"/>
                <a:gd name="csX531" fmla="*/ 550212 w 571500"/>
                <a:gd name="csY531" fmla="*/ 238095 h 238125"/>
                <a:gd name="csX532" fmla="*/ 549078 w 571500"/>
                <a:gd name="csY532" fmla="*/ 238095 h 238125"/>
                <a:gd name="csX533" fmla="*/ 548002 w 571500"/>
                <a:gd name="csY533" fmla="*/ 238095 h 238125"/>
                <a:gd name="csX534" fmla="*/ 546859 w 571500"/>
                <a:gd name="csY534" fmla="*/ 238095 h 238125"/>
                <a:gd name="csX535" fmla="*/ 545726 w 571500"/>
                <a:gd name="csY535" fmla="*/ 238095 h 238125"/>
                <a:gd name="csX536" fmla="*/ 544649 w 571500"/>
                <a:gd name="csY536" fmla="*/ 238095 h 238125"/>
                <a:gd name="csX537" fmla="*/ 543506 w 571500"/>
                <a:gd name="csY537" fmla="*/ 238095 h 238125"/>
                <a:gd name="csX538" fmla="*/ 542363 w 571500"/>
                <a:gd name="csY538" fmla="*/ 238095 h 238125"/>
                <a:gd name="csX539" fmla="*/ 541296 w 571500"/>
                <a:gd name="csY539" fmla="*/ 238095 h 238125"/>
                <a:gd name="csX540" fmla="*/ 540153 w 571500"/>
                <a:gd name="csY540" fmla="*/ 238095 h 238125"/>
                <a:gd name="csX541" fmla="*/ 539010 w 571500"/>
                <a:gd name="csY541" fmla="*/ 238095 h 238125"/>
                <a:gd name="csX542" fmla="*/ 537934 w 571500"/>
                <a:gd name="csY542" fmla="*/ 238095 h 238125"/>
                <a:gd name="csX543" fmla="*/ 536801 w 571500"/>
                <a:gd name="csY543" fmla="*/ 238095 h 238125"/>
                <a:gd name="csX544" fmla="*/ 535658 w 571500"/>
                <a:gd name="csY544" fmla="*/ 238095 h 238125"/>
                <a:gd name="csX545" fmla="*/ 534524 w 571500"/>
                <a:gd name="csY545" fmla="*/ 238095 h 238125"/>
                <a:gd name="csX546" fmla="*/ 533448 w 571500"/>
                <a:gd name="csY546" fmla="*/ 238095 h 238125"/>
                <a:gd name="csX547" fmla="*/ 532305 w 571500"/>
                <a:gd name="csY547" fmla="*/ 238095 h 238125"/>
                <a:gd name="csX548" fmla="*/ 531162 w 571500"/>
                <a:gd name="csY548" fmla="*/ 238095 h 238125"/>
                <a:gd name="csX549" fmla="*/ 530085 w 571500"/>
                <a:gd name="csY549" fmla="*/ 238095 h 238125"/>
                <a:gd name="csX550" fmla="*/ 528952 w 571500"/>
                <a:gd name="csY550" fmla="*/ 238095 h 238125"/>
                <a:gd name="csX551" fmla="*/ 527809 w 571500"/>
                <a:gd name="csY551" fmla="*/ 238095 h 238125"/>
                <a:gd name="csX552" fmla="*/ 526733 w 571500"/>
                <a:gd name="csY552" fmla="*/ 238095 h 238125"/>
                <a:gd name="csX553" fmla="*/ 525599 w 571500"/>
                <a:gd name="csY553" fmla="*/ 238095 h 238125"/>
                <a:gd name="csX554" fmla="*/ 524456 w 571500"/>
                <a:gd name="csY554" fmla="*/ 238095 h 238125"/>
                <a:gd name="csX555" fmla="*/ 523380 w 571500"/>
                <a:gd name="csY555" fmla="*/ 238095 h 238125"/>
                <a:gd name="csX556" fmla="*/ 522246 w 571500"/>
                <a:gd name="csY556" fmla="*/ 238095 h 238125"/>
                <a:gd name="csX557" fmla="*/ 521103 w 571500"/>
                <a:gd name="csY557" fmla="*/ 238095 h 238125"/>
                <a:gd name="csX558" fmla="*/ 520027 w 571500"/>
                <a:gd name="csY558" fmla="*/ 238095 h 238125"/>
                <a:gd name="csX559" fmla="*/ 518884 w 571500"/>
                <a:gd name="csY559" fmla="*/ 238095 h 238125"/>
                <a:gd name="csX560" fmla="*/ 517751 w 571500"/>
                <a:gd name="csY560" fmla="*/ 238095 h 238125"/>
                <a:gd name="csX561" fmla="*/ 516674 w 571500"/>
                <a:gd name="csY561" fmla="*/ 238095 h 238125"/>
                <a:gd name="csX562" fmla="*/ 515531 w 571500"/>
                <a:gd name="csY562" fmla="*/ 238095 h 238125"/>
                <a:gd name="csX563" fmla="*/ 514398 w 571500"/>
                <a:gd name="csY563" fmla="*/ 238095 h 238125"/>
                <a:gd name="csX564" fmla="*/ 513321 w 571500"/>
                <a:gd name="csY564" fmla="*/ 238095 h 238125"/>
                <a:gd name="csX565" fmla="*/ 512178 w 571500"/>
                <a:gd name="csY565" fmla="*/ 238095 h 238125"/>
                <a:gd name="csX566" fmla="*/ 511045 w 571500"/>
                <a:gd name="csY566" fmla="*/ 238095 h 238125"/>
                <a:gd name="csX567" fmla="*/ 509968 w 571500"/>
                <a:gd name="csY567" fmla="*/ 238095 h 238125"/>
                <a:gd name="csX568" fmla="*/ 508826 w 571500"/>
                <a:gd name="csY568" fmla="*/ 238095 h 238125"/>
                <a:gd name="csX569" fmla="*/ 507683 w 571500"/>
                <a:gd name="csY569" fmla="*/ 238095 h 238125"/>
                <a:gd name="csX570" fmla="*/ 506606 w 571500"/>
                <a:gd name="csY570" fmla="*/ 238095 h 238125"/>
                <a:gd name="csX571" fmla="*/ 505473 w 571500"/>
                <a:gd name="csY571" fmla="*/ 238095 h 238125"/>
                <a:gd name="csX572" fmla="*/ 504330 w 571500"/>
                <a:gd name="csY572" fmla="*/ 238095 h 238125"/>
                <a:gd name="csX573" fmla="*/ 503253 w 571500"/>
                <a:gd name="csY573" fmla="*/ 238095 h 238125"/>
                <a:gd name="csX574" fmla="*/ 502120 w 571500"/>
                <a:gd name="csY574" fmla="*/ 238095 h 238125"/>
                <a:gd name="csX575" fmla="*/ 500977 w 571500"/>
                <a:gd name="csY575" fmla="*/ 238095 h 238125"/>
                <a:gd name="csX576" fmla="*/ 499901 w 571500"/>
                <a:gd name="csY576" fmla="*/ 238095 h 238125"/>
                <a:gd name="csX577" fmla="*/ 498758 w 571500"/>
                <a:gd name="csY577" fmla="*/ 238095 h 238125"/>
                <a:gd name="csX578" fmla="*/ 497624 w 571500"/>
                <a:gd name="csY578" fmla="*/ 238095 h 238125"/>
                <a:gd name="csX579" fmla="*/ 496548 w 571500"/>
                <a:gd name="csY579" fmla="*/ 238095 h 238125"/>
                <a:gd name="csX580" fmla="*/ 495405 w 571500"/>
                <a:gd name="csY580" fmla="*/ 238095 h 238125"/>
                <a:gd name="csX581" fmla="*/ 494271 w 571500"/>
                <a:gd name="csY581" fmla="*/ 238095 h 238125"/>
                <a:gd name="csX582" fmla="*/ 493195 w 571500"/>
                <a:gd name="csY582" fmla="*/ 238095 h 238125"/>
                <a:gd name="csX583" fmla="*/ 492052 w 571500"/>
                <a:gd name="csY583" fmla="*/ 238095 h 238125"/>
                <a:gd name="csX584" fmla="*/ 490918 w 571500"/>
                <a:gd name="csY584" fmla="*/ 238095 h 238125"/>
                <a:gd name="csX585" fmla="*/ 489842 w 571500"/>
                <a:gd name="csY585" fmla="*/ 238095 h 238125"/>
                <a:gd name="csX586" fmla="*/ 488699 w 571500"/>
                <a:gd name="csY586" fmla="*/ 238095 h 238125"/>
                <a:gd name="csX587" fmla="*/ 487556 w 571500"/>
                <a:gd name="csY587" fmla="*/ 238095 h 238125"/>
                <a:gd name="csX588" fmla="*/ 486480 w 571500"/>
                <a:gd name="csY588" fmla="*/ 238095 h 238125"/>
                <a:gd name="csX589" fmla="*/ 485346 w 571500"/>
                <a:gd name="csY589" fmla="*/ 238095 h 238125"/>
                <a:gd name="csX590" fmla="*/ 484203 w 571500"/>
                <a:gd name="csY590" fmla="*/ 238095 h 238125"/>
                <a:gd name="csX591" fmla="*/ 483127 w 571500"/>
                <a:gd name="csY591" fmla="*/ 238095 h 238125"/>
                <a:gd name="csX592" fmla="*/ 481993 w 571500"/>
                <a:gd name="csY592" fmla="*/ 238095 h 238125"/>
                <a:gd name="csX593" fmla="*/ 480851 w 571500"/>
                <a:gd name="csY593" fmla="*/ 238095 h 238125"/>
                <a:gd name="csX594" fmla="*/ 479774 w 571500"/>
                <a:gd name="csY594" fmla="*/ 238095 h 238125"/>
                <a:gd name="csX595" fmla="*/ 478641 w 571500"/>
                <a:gd name="csY595" fmla="*/ 238095 h 238125"/>
                <a:gd name="csX596" fmla="*/ 477498 w 571500"/>
                <a:gd name="csY596" fmla="*/ 238095 h 238125"/>
                <a:gd name="csX597" fmla="*/ 476422 w 571500"/>
                <a:gd name="csY597" fmla="*/ 238095 h 238125"/>
                <a:gd name="csX598" fmla="*/ 475279 w 571500"/>
                <a:gd name="csY598" fmla="*/ 238095 h 238125"/>
                <a:gd name="csX599" fmla="*/ 474145 w 571500"/>
                <a:gd name="csY599" fmla="*/ 238095 h 238125"/>
                <a:gd name="csX600" fmla="*/ 473069 w 571500"/>
                <a:gd name="csY600" fmla="*/ 238095 h 238125"/>
                <a:gd name="csX601" fmla="*/ 471925 w 571500"/>
                <a:gd name="csY601" fmla="*/ 238095 h 238125"/>
                <a:gd name="csX602" fmla="*/ 470792 w 571500"/>
                <a:gd name="csY602" fmla="*/ 238095 h 238125"/>
                <a:gd name="csX603" fmla="*/ 469716 w 571500"/>
                <a:gd name="csY603" fmla="*/ 238095 h 238125"/>
                <a:gd name="csX604" fmla="*/ 468573 w 571500"/>
                <a:gd name="csY604" fmla="*/ 238095 h 238125"/>
                <a:gd name="csX605" fmla="*/ 467430 w 571500"/>
                <a:gd name="csY605" fmla="*/ 238095 h 238125"/>
                <a:gd name="csX606" fmla="*/ 466354 w 571500"/>
                <a:gd name="csY606" fmla="*/ 238095 h 238125"/>
                <a:gd name="csX607" fmla="*/ 465220 w 571500"/>
                <a:gd name="csY607" fmla="*/ 238095 h 238125"/>
                <a:gd name="csX608" fmla="*/ 464077 w 571500"/>
                <a:gd name="csY608" fmla="*/ 238095 h 238125"/>
                <a:gd name="csX609" fmla="*/ 463001 w 571500"/>
                <a:gd name="csY609" fmla="*/ 238095 h 238125"/>
                <a:gd name="csX610" fmla="*/ 461867 w 571500"/>
                <a:gd name="csY610" fmla="*/ 238095 h 238125"/>
                <a:gd name="csX611" fmla="*/ 460724 w 571500"/>
                <a:gd name="csY611" fmla="*/ 238095 h 238125"/>
                <a:gd name="csX612" fmla="*/ 459591 w 571500"/>
                <a:gd name="csY612" fmla="*/ 238095 h 238125"/>
                <a:gd name="csX613" fmla="*/ 458515 w 571500"/>
                <a:gd name="csY613" fmla="*/ 238095 h 238125"/>
                <a:gd name="csX614" fmla="*/ 457372 w 571500"/>
                <a:gd name="csY614" fmla="*/ 238095 h 238125"/>
                <a:gd name="csX615" fmla="*/ 456229 w 571500"/>
                <a:gd name="csY615" fmla="*/ 238095 h 238125"/>
                <a:gd name="csX616" fmla="*/ 455152 w 571500"/>
                <a:gd name="csY616" fmla="*/ 238095 h 238125"/>
                <a:gd name="csX617" fmla="*/ 454019 w 571500"/>
                <a:gd name="csY617" fmla="*/ 238095 h 238125"/>
                <a:gd name="csX618" fmla="*/ 452875 w 571500"/>
                <a:gd name="csY618" fmla="*/ 238095 h 238125"/>
                <a:gd name="csX619" fmla="*/ 451799 w 571500"/>
                <a:gd name="csY619" fmla="*/ 238095 h 238125"/>
                <a:gd name="csX620" fmla="*/ 450666 w 571500"/>
                <a:gd name="csY620" fmla="*/ 238095 h 238125"/>
                <a:gd name="csX621" fmla="*/ 449523 w 571500"/>
                <a:gd name="csY621" fmla="*/ 238095 h 238125"/>
                <a:gd name="csX622" fmla="*/ 448447 w 571500"/>
                <a:gd name="csY622" fmla="*/ 238095 h 238125"/>
                <a:gd name="csX623" fmla="*/ 447313 w 571500"/>
                <a:gd name="csY623" fmla="*/ 238095 h 238125"/>
                <a:gd name="csX624" fmla="*/ 446170 w 571500"/>
                <a:gd name="csY624" fmla="*/ 238095 h 238125"/>
                <a:gd name="csX625" fmla="*/ 445094 w 571500"/>
                <a:gd name="csY625" fmla="*/ 238095 h 238125"/>
                <a:gd name="csX626" fmla="*/ 443951 w 571500"/>
                <a:gd name="csY626" fmla="*/ 238095 h 238125"/>
                <a:gd name="csX627" fmla="*/ 442817 w 571500"/>
                <a:gd name="csY627" fmla="*/ 238095 h 238125"/>
                <a:gd name="csX628" fmla="*/ 441741 w 571500"/>
                <a:gd name="csY628" fmla="*/ 238095 h 238125"/>
                <a:gd name="csX629" fmla="*/ 440598 w 571500"/>
                <a:gd name="csY629" fmla="*/ 238095 h 238125"/>
                <a:gd name="csX630" fmla="*/ 439465 w 571500"/>
                <a:gd name="csY630" fmla="*/ 238095 h 238125"/>
                <a:gd name="csX631" fmla="*/ 438388 w 571500"/>
                <a:gd name="csY631" fmla="*/ 238095 h 238125"/>
                <a:gd name="csX632" fmla="*/ 437245 w 571500"/>
                <a:gd name="csY632" fmla="*/ 238095 h 238125"/>
                <a:gd name="csX633" fmla="*/ 436102 w 571500"/>
                <a:gd name="csY633" fmla="*/ 238095 h 238125"/>
                <a:gd name="csX634" fmla="*/ 435026 w 571500"/>
                <a:gd name="csY634" fmla="*/ 238095 h 238125"/>
                <a:gd name="csX635" fmla="*/ 433892 w 571500"/>
                <a:gd name="csY635" fmla="*/ 238095 h 238125"/>
                <a:gd name="csX636" fmla="*/ 432749 w 571500"/>
                <a:gd name="csY636" fmla="*/ 238095 h 238125"/>
                <a:gd name="csX637" fmla="*/ 431673 w 571500"/>
                <a:gd name="csY637" fmla="*/ 238095 h 238125"/>
                <a:gd name="csX638" fmla="*/ 430540 w 571500"/>
                <a:gd name="csY638" fmla="*/ 238095 h 238125"/>
                <a:gd name="csX639" fmla="*/ 429397 w 571500"/>
                <a:gd name="csY639" fmla="*/ 238095 h 238125"/>
                <a:gd name="csX640" fmla="*/ 428320 w 571500"/>
                <a:gd name="csY640" fmla="*/ 238095 h 238125"/>
                <a:gd name="csX641" fmla="*/ 427187 w 571500"/>
                <a:gd name="csY641" fmla="*/ 238095 h 238125"/>
                <a:gd name="csX642" fmla="*/ 426044 w 571500"/>
                <a:gd name="csY642" fmla="*/ 238095 h 238125"/>
                <a:gd name="csX643" fmla="*/ 424967 w 571500"/>
                <a:gd name="csY643" fmla="*/ 238095 h 238125"/>
                <a:gd name="csX644" fmla="*/ 423824 w 571500"/>
                <a:gd name="csY644" fmla="*/ 238095 h 238125"/>
                <a:gd name="csX645" fmla="*/ 422691 w 571500"/>
                <a:gd name="csY645" fmla="*/ 238095 h 238125"/>
                <a:gd name="csX646" fmla="*/ 421615 w 571500"/>
                <a:gd name="csY646" fmla="*/ 238095 h 238125"/>
                <a:gd name="csX647" fmla="*/ 420472 w 571500"/>
                <a:gd name="csY647" fmla="*/ 238095 h 238125"/>
                <a:gd name="csX648" fmla="*/ 419338 w 571500"/>
                <a:gd name="csY648" fmla="*/ 238095 h 238125"/>
                <a:gd name="csX649" fmla="*/ 418262 w 571500"/>
                <a:gd name="csY649" fmla="*/ 238095 h 238125"/>
                <a:gd name="csX650" fmla="*/ 417119 w 571500"/>
                <a:gd name="csY650" fmla="*/ 238095 h 238125"/>
                <a:gd name="csX651" fmla="*/ 415976 w 571500"/>
                <a:gd name="csY651" fmla="*/ 238095 h 238125"/>
                <a:gd name="csX652" fmla="*/ 414899 w 571500"/>
                <a:gd name="csY652" fmla="*/ 238095 h 238125"/>
                <a:gd name="csX653" fmla="*/ 413766 w 571500"/>
                <a:gd name="csY653" fmla="*/ 238095 h 238125"/>
                <a:gd name="csX654" fmla="*/ 412623 w 571500"/>
                <a:gd name="csY654" fmla="*/ 238095 h 238125"/>
                <a:gd name="csX655" fmla="*/ 411547 w 571500"/>
                <a:gd name="csY655" fmla="*/ 238095 h 238125"/>
                <a:gd name="csX656" fmla="*/ 410414 w 571500"/>
                <a:gd name="csY656" fmla="*/ 238095 h 238125"/>
                <a:gd name="csX657" fmla="*/ 409270 w 571500"/>
                <a:gd name="csY657" fmla="*/ 238095 h 238125"/>
                <a:gd name="csX658" fmla="*/ 408194 w 571500"/>
                <a:gd name="csY658" fmla="*/ 238095 h 238125"/>
                <a:gd name="csX659" fmla="*/ 407060 w 571500"/>
                <a:gd name="csY659" fmla="*/ 238095 h 238125"/>
                <a:gd name="csX660" fmla="*/ 405917 w 571500"/>
                <a:gd name="csY660" fmla="*/ 238095 h 238125"/>
                <a:gd name="csX661" fmla="*/ 404841 w 571500"/>
                <a:gd name="csY661" fmla="*/ 238095 h 238125"/>
                <a:gd name="csX662" fmla="*/ 403698 w 571500"/>
                <a:gd name="csY662" fmla="*/ 238095 h 238125"/>
                <a:gd name="csX663" fmla="*/ 402565 w 571500"/>
                <a:gd name="csY663" fmla="*/ 238095 h 238125"/>
                <a:gd name="csX664" fmla="*/ 401488 w 571500"/>
                <a:gd name="csY664" fmla="*/ 238095 h 238125"/>
                <a:gd name="csX665" fmla="*/ 400346 w 571500"/>
                <a:gd name="csY665" fmla="*/ 238095 h 238125"/>
                <a:gd name="csX666" fmla="*/ 399212 w 571500"/>
                <a:gd name="csY666" fmla="*/ 238095 h 238125"/>
                <a:gd name="csX667" fmla="*/ 398136 w 571500"/>
                <a:gd name="csY667" fmla="*/ 238095 h 238125"/>
                <a:gd name="csX668" fmla="*/ 396993 w 571500"/>
                <a:gd name="csY668" fmla="*/ 238095 h 238125"/>
                <a:gd name="csX669" fmla="*/ 395849 w 571500"/>
                <a:gd name="csY669" fmla="*/ 238095 h 238125"/>
                <a:gd name="csX670" fmla="*/ 394773 w 571500"/>
                <a:gd name="csY670" fmla="*/ 238095 h 238125"/>
                <a:gd name="csX671" fmla="*/ 393640 w 571500"/>
                <a:gd name="csY671" fmla="*/ 238095 h 238125"/>
                <a:gd name="csX672" fmla="*/ 392497 w 571500"/>
                <a:gd name="csY672" fmla="*/ 238095 h 238125"/>
                <a:gd name="csX673" fmla="*/ 391420 w 571500"/>
                <a:gd name="csY673" fmla="*/ 238095 h 238125"/>
                <a:gd name="csX674" fmla="*/ 390287 w 571500"/>
                <a:gd name="csY674" fmla="*/ 238095 h 238125"/>
                <a:gd name="csX675" fmla="*/ 389144 w 571500"/>
                <a:gd name="csY675" fmla="*/ 238095 h 238125"/>
                <a:gd name="csX676" fmla="*/ 388068 w 571500"/>
                <a:gd name="csY676" fmla="*/ 238095 h 238125"/>
                <a:gd name="csX677" fmla="*/ 386934 w 571500"/>
                <a:gd name="csY677" fmla="*/ 238095 h 238125"/>
                <a:gd name="csX678" fmla="*/ 385791 w 571500"/>
                <a:gd name="csY678" fmla="*/ 238095 h 238125"/>
                <a:gd name="csX679" fmla="*/ 384715 w 571500"/>
                <a:gd name="csY679" fmla="*/ 238095 h 238125"/>
                <a:gd name="csX680" fmla="*/ 383572 w 571500"/>
                <a:gd name="csY680" fmla="*/ 238095 h 238125"/>
                <a:gd name="csX681" fmla="*/ 382438 w 571500"/>
                <a:gd name="csY681" fmla="*/ 238095 h 238125"/>
                <a:gd name="csX682" fmla="*/ 381296 w 571500"/>
                <a:gd name="csY682" fmla="*/ 238095 h 238125"/>
                <a:gd name="csX683" fmla="*/ 380219 w 571500"/>
                <a:gd name="csY683" fmla="*/ 238095 h 238125"/>
                <a:gd name="csX684" fmla="*/ 379086 w 571500"/>
                <a:gd name="csY684" fmla="*/ 238095 h 238125"/>
                <a:gd name="csX685" fmla="*/ 377943 w 571500"/>
                <a:gd name="csY685" fmla="*/ 238095 h 238125"/>
                <a:gd name="csX686" fmla="*/ 376866 w 571500"/>
                <a:gd name="csY686" fmla="*/ 238095 h 238125"/>
                <a:gd name="csX687" fmla="*/ 375723 w 571500"/>
                <a:gd name="csY687" fmla="*/ 238095 h 238125"/>
                <a:gd name="csX688" fmla="*/ 374590 w 571500"/>
                <a:gd name="csY688" fmla="*/ 238095 h 238125"/>
                <a:gd name="csX689" fmla="*/ 373513 w 571500"/>
                <a:gd name="csY689" fmla="*/ 238095 h 238125"/>
                <a:gd name="csX690" fmla="*/ 372370 w 571500"/>
                <a:gd name="csY690" fmla="*/ 238095 h 238125"/>
                <a:gd name="csX691" fmla="*/ 371237 w 571500"/>
                <a:gd name="csY691" fmla="*/ 238095 h 238125"/>
                <a:gd name="csX692" fmla="*/ 370161 w 571500"/>
                <a:gd name="csY692" fmla="*/ 238095 h 238125"/>
                <a:gd name="csX693" fmla="*/ 369018 w 571500"/>
                <a:gd name="csY693" fmla="*/ 238095 h 238125"/>
                <a:gd name="csX694" fmla="*/ 367884 w 571500"/>
                <a:gd name="csY694" fmla="*/ 238095 h 238125"/>
                <a:gd name="csX695" fmla="*/ 366808 w 571500"/>
                <a:gd name="csY695" fmla="*/ 238095 h 238125"/>
                <a:gd name="csX696" fmla="*/ 365665 w 571500"/>
                <a:gd name="csY696" fmla="*/ 238095 h 238125"/>
                <a:gd name="csX697" fmla="*/ 364522 w 571500"/>
                <a:gd name="csY697" fmla="*/ 238095 h 238125"/>
                <a:gd name="csX698" fmla="*/ 363445 w 571500"/>
                <a:gd name="csY698" fmla="*/ 238095 h 238125"/>
                <a:gd name="csX699" fmla="*/ 362312 w 571500"/>
                <a:gd name="csY699" fmla="*/ 238095 h 238125"/>
                <a:gd name="csX700" fmla="*/ 361169 w 571500"/>
                <a:gd name="csY700" fmla="*/ 238095 h 238125"/>
                <a:gd name="csX701" fmla="*/ 360093 w 571500"/>
                <a:gd name="csY701" fmla="*/ 238095 h 238125"/>
                <a:gd name="csX702" fmla="*/ 358959 w 571500"/>
                <a:gd name="csY702" fmla="*/ 238095 h 238125"/>
                <a:gd name="csX703" fmla="*/ 357816 w 571500"/>
                <a:gd name="csY703" fmla="*/ 238095 h 238125"/>
                <a:gd name="csX704" fmla="*/ 356740 w 571500"/>
                <a:gd name="csY704" fmla="*/ 238095 h 238125"/>
                <a:gd name="csX705" fmla="*/ 355606 w 571500"/>
                <a:gd name="csY705" fmla="*/ 238095 h 238125"/>
                <a:gd name="csX706" fmla="*/ 354463 w 571500"/>
                <a:gd name="csY706" fmla="*/ 238095 h 238125"/>
                <a:gd name="csX707" fmla="*/ 353387 w 571500"/>
                <a:gd name="csY707" fmla="*/ 238095 h 238125"/>
                <a:gd name="csX708" fmla="*/ 352244 w 571500"/>
                <a:gd name="csY708" fmla="*/ 238095 h 238125"/>
                <a:gd name="csX709" fmla="*/ 351111 w 571500"/>
                <a:gd name="csY709" fmla="*/ 238095 h 238125"/>
                <a:gd name="csX710" fmla="*/ 350034 w 571500"/>
                <a:gd name="csY710" fmla="*/ 238095 h 238125"/>
                <a:gd name="csX711" fmla="*/ 348891 w 571500"/>
                <a:gd name="csY711" fmla="*/ 238095 h 238125"/>
                <a:gd name="csX712" fmla="*/ 347758 w 571500"/>
                <a:gd name="csY712" fmla="*/ 238095 h 238125"/>
                <a:gd name="csX713" fmla="*/ 346681 w 571500"/>
                <a:gd name="csY713" fmla="*/ 238095 h 238125"/>
                <a:gd name="csX714" fmla="*/ 345538 w 571500"/>
                <a:gd name="csY714" fmla="*/ 238095 h 238125"/>
                <a:gd name="csX715" fmla="*/ 344395 w 571500"/>
                <a:gd name="csY715" fmla="*/ 238095 h 238125"/>
                <a:gd name="csX716" fmla="*/ 343329 w 571500"/>
                <a:gd name="csY716" fmla="*/ 238095 h 238125"/>
                <a:gd name="csX717" fmla="*/ 342186 w 571500"/>
                <a:gd name="csY717" fmla="*/ 238095 h 238125"/>
                <a:gd name="csX718" fmla="*/ 341043 w 571500"/>
                <a:gd name="csY718" fmla="*/ 238095 h 238125"/>
                <a:gd name="csX719" fmla="*/ 339966 w 571500"/>
                <a:gd name="csY719" fmla="*/ 238095 h 238125"/>
                <a:gd name="csX720" fmla="*/ 338833 w 571500"/>
                <a:gd name="csY720" fmla="*/ 238095 h 238125"/>
                <a:gd name="csX721" fmla="*/ 337690 w 571500"/>
                <a:gd name="csY721" fmla="*/ 238095 h 238125"/>
                <a:gd name="csX722" fmla="*/ 336613 w 571500"/>
                <a:gd name="csY722" fmla="*/ 238095 h 238125"/>
                <a:gd name="csX723" fmla="*/ 335480 w 571500"/>
                <a:gd name="csY723" fmla="*/ 238095 h 238125"/>
                <a:gd name="csX724" fmla="*/ 334337 w 571500"/>
                <a:gd name="csY724" fmla="*/ 238095 h 238125"/>
                <a:gd name="csX725" fmla="*/ 333261 w 571500"/>
                <a:gd name="csY725" fmla="*/ 238095 h 238125"/>
                <a:gd name="csX726" fmla="*/ 332118 w 571500"/>
                <a:gd name="csY726" fmla="*/ 238095 h 238125"/>
                <a:gd name="csX727" fmla="*/ 330984 w 571500"/>
                <a:gd name="csY727" fmla="*/ 238095 h 238125"/>
                <a:gd name="csX728" fmla="*/ 329908 w 571500"/>
                <a:gd name="csY728" fmla="*/ 238095 h 238125"/>
                <a:gd name="csX729" fmla="*/ 328765 w 571500"/>
                <a:gd name="csY729" fmla="*/ 238095 h 238125"/>
                <a:gd name="csX730" fmla="*/ 327631 w 571500"/>
                <a:gd name="csY730" fmla="*/ 238095 h 238125"/>
                <a:gd name="csX731" fmla="*/ 326555 w 571500"/>
                <a:gd name="csY731" fmla="*/ 238095 h 238125"/>
                <a:gd name="csX732" fmla="*/ 325412 w 571500"/>
                <a:gd name="csY732" fmla="*/ 238095 h 238125"/>
                <a:gd name="csX733" fmla="*/ 324279 w 571500"/>
                <a:gd name="csY733" fmla="*/ 238095 h 238125"/>
                <a:gd name="csX734" fmla="*/ 323203 w 571500"/>
                <a:gd name="csY734" fmla="*/ 238095 h 238125"/>
                <a:gd name="csX735" fmla="*/ 322060 w 571500"/>
                <a:gd name="csY735" fmla="*/ 238095 h 238125"/>
                <a:gd name="csX736" fmla="*/ 320916 w 571500"/>
                <a:gd name="csY736" fmla="*/ 238095 h 238125"/>
                <a:gd name="csX737" fmla="*/ 319840 w 571500"/>
                <a:gd name="csY737" fmla="*/ 238095 h 238125"/>
                <a:gd name="csX738" fmla="*/ 318706 w 571500"/>
                <a:gd name="csY738" fmla="*/ 238095 h 238125"/>
                <a:gd name="csX739" fmla="*/ 317563 w 571500"/>
                <a:gd name="csY739" fmla="*/ 238095 h 238125"/>
                <a:gd name="csX740" fmla="*/ 316487 w 571500"/>
                <a:gd name="csY740" fmla="*/ 238095 h 238125"/>
                <a:gd name="csX741" fmla="*/ 315354 w 571500"/>
                <a:gd name="csY741" fmla="*/ 238095 h 238125"/>
                <a:gd name="csX742" fmla="*/ 314211 w 571500"/>
                <a:gd name="csY742" fmla="*/ 238095 h 238125"/>
                <a:gd name="csX743" fmla="*/ 313135 w 571500"/>
                <a:gd name="csY743" fmla="*/ 238095 h 238125"/>
                <a:gd name="csX744" fmla="*/ 312001 w 571500"/>
                <a:gd name="csY744" fmla="*/ 238095 h 238125"/>
                <a:gd name="csX745" fmla="*/ 310858 w 571500"/>
                <a:gd name="csY745" fmla="*/ 238095 h 238125"/>
                <a:gd name="csX746" fmla="*/ 309782 w 571500"/>
                <a:gd name="csY746" fmla="*/ 238095 h 238125"/>
                <a:gd name="csX747" fmla="*/ 308639 w 571500"/>
                <a:gd name="csY747" fmla="*/ 238095 h 238125"/>
                <a:gd name="csX748" fmla="*/ 307505 w 571500"/>
                <a:gd name="csY748" fmla="*/ 238095 h 238125"/>
                <a:gd name="csX749" fmla="*/ 306362 w 571500"/>
                <a:gd name="csY749" fmla="*/ 238095 h 238125"/>
                <a:gd name="csX750" fmla="*/ 305286 w 571500"/>
                <a:gd name="csY750" fmla="*/ 238095 h 238125"/>
                <a:gd name="csX751" fmla="*/ 304153 w 571500"/>
                <a:gd name="csY751" fmla="*/ 238095 h 238125"/>
                <a:gd name="csX752" fmla="*/ 303010 w 571500"/>
                <a:gd name="csY752" fmla="*/ 238095 h 238125"/>
                <a:gd name="csX753" fmla="*/ 301933 w 571500"/>
                <a:gd name="csY753" fmla="*/ 238095 h 238125"/>
                <a:gd name="csX754" fmla="*/ 300790 w 571500"/>
                <a:gd name="csY754" fmla="*/ 238095 h 238125"/>
                <a:gd name="csX755" fmla="*/ 299656 w 571500"/>
                <a:gd name="csY755" fmla="*/ 238095 h 238125"/>
                <a:gd name="csX756" fmla="*/ 298580 w 571500"/>
                <a:gd name="csY756" fmla="*/ 238095 h 238125"/>
                <a:gd name="csX757" fmla="*/ 297437 w 571500"/>
                <a:gd name="csY757" fmla="*/ 238095 h 238125"/>
                <a:gd name="csX758" fmla="*/ 296304 w 571500"/>
                <a:gd name="csY758" fmla="*/ 238095 h 238125"/>
                <a:gd name="csX759" fmla="*/ 295228 w 571500"/>
                <a:gd name="csY759" fmla="*/ 238095 h 238125"/>
                <a:gd name="csX760" fmla="*/ 294085 w 571500"/>
                <a:gd name="csY760" fmla="*/ 238095 h 238125"/>
                <a:gd name="csX761" fmla="*/ 292951 w 571500"/>
                <a:gd name="csY761" fmla="*/ 238095 h 238125"/>
                <a:gd name="csX762" fmla="*/ 291875 w 571500"/>
                <a:gd name="csY762" fmla="*/ 238095 h 238125"/>
                <a:gd name="csX763" fmla="*/ 290732 w 571500"/>
                <a:gd name="csY763" fmla="*/ 238095 h 238125"/>
                <a:gd name="csX764" fmla="*/ 289589 w 571500"/>
                <a:gd name="csY764" fmla="*/ 238095 h 238125"/>
                <a:gd name="csX765" fmla="*/ 288512 w 571500"/>
                <a:gd name="csY765" fmla="*/ 238095 h 238125"/>
                <a:gd name="csX766" fmla="*/ 287379 w 571500"/>
                <a:gd name="csY766" fmla="*/ 238095 h 238125"/>
                <a:gd name="csX767" fmla="*/ 286236 w 571500"/>
                <a:gd name="csY767" fmla="*/ 238095 h 238125"/>
                <a:gd name="csX768" fmla="*/ 285160 w 571500"/>
                <a:gd name="csY768" fmla="*/ 238095 h 238125"/>
                <a:gd name="csX769" fmla="*/ 284026 w 571500"/>
                <a:gd name="csY769" fmla="*/ 238095 h 238125"/>
                <a:gd name="csX770" fmla="*/ 282883 w 571500"/>
                <a:gd name="csY770" fmla="*/ 238095 h 238125"/>
                <a:gd name="csX771" fmla="*/ 281807 w 571500"/>
                <a:gd name="csY771" fmla="*/ 238095 h 238125"/>
                <a:gd name="csX772" fmla="*/ 280673 w 571500"/>
                <a:gd name="csY772" fmla="*/ 238095 h 238125"/>
                <a:gd name="csX773" fmla="*/ 279530 w 571500"/>
                <a:gd name="csY773" fmla="*/ 238095 h 238125"/>
                <a:gd name="csX774" fmla="*/ 278454 w 571500"/>
                <a:gd name="csY774" fmla="*/ 238095 h 238125"/>
                <a:gd name="csX775" fmla="*/ 277311 w 571500"/>
                <a:gd name="csY775" fmla="*/ 238095 h 238125"/>
                <a:gd name="csX776" fmla="*/ 276178 w 571500"/>
                <a:gd name="csY776" fmla="*/ 238095 h 238125"/>
                <a:gd name="csX777" fmla="*/ 275101 w 571500"/>
                <a:gd name="csY777" fmla="*/ 238095 h 238125"/>
                <a:gd name="csX778" fmla="*/ 273958 w 571500"/>
                <a:gd name="csY778" fmla="*/ 238095 h 238125"/>
                <a:gd name="csX779" fmla="*/ 272825 w 571500"/>
                <a:gd name="csY779" fmla="*/ 238095 h 238125"/>
                <a:gd name="csX780" fmla="*/ 271748 w 571500"/>
                <a:gd name="csY780" fmla="*/ 238095 h 238125"/>
                <a:gd name="csX781" fmla="*/ 270605 w 571500"/>
                <a:gd name="csY781" fmla="*/ 238095 h 238125"/>
                <a:gd name="csX782" fmla="*/ 269462 w 571500"/>
                <a:gd name="csY782" fmla="*/ 238095 h 238125"/>
                <a:gd name="csX783" fmla="*/ 268386 w 571500"/>
                <a:gd name="csY783" fmla="*/ 238095 h 238125"/>
                <a:gd name="csX784" fmla="*/ 267252 w 571500"/>
                <a:gd name="csY784" fmla="*/ 238095 h 238125"/>
                <a:gd name="csX785" fmla="*/ 266110 w 571500"/>
                <a:gd name="csY785" fmla="*/ 238095 h 238125"/>
                <a:gd name="csX786" fmla="*/ 265033 w 571500"/>
                <a:gd name="csY786" fmla="*/ 238095 h 238125"/>
                <a:gd name="csX787" fmla="*/ 263900 w 571500"/>
                <a:gd name="csY787" fmla="*/ 238095 h 238125"/>
                <a:gd name="csX788" fmla="*/ 262757 w 571500"/>
                <a:gd name="csY788" fmla="*/ 238095 h 238125"/>
                <a:gd name="csX789" fmla="*/ 261680 w 571500"/>
                <a:gd name="csY789" fmla="*/ 238095 h 238125"/>
                <a:gd name="csX790" fmla="*/ 260537 w 571500"/>
                <a:gd name="csY790" fmla="*/ 238095 h 238125"/>
                <a:gd name="csX791" fmla="*/ 259404 w 571500"/>
                <a:gd name="csY791" fmla="*/ 238095 h 238125"/>
                <a:gd name="csX792" fmla="*/ 258327 w 571500"/>
                <a:gd name="csY792" fmla="*/ 238095 h 238125"/>
                <a:gd name="csX793" fmla="*/ 257184 w 571500"/>
                <a:gd name="csY793" fmla="*/ 238095 h 238125"/>
                <a:gd name="csX794" fmla="*/ 256051 w 571500"/>
                <a:gd name="csY794" fmla="*/ 238095 h 238125"/>
                <a:gd name="csX795" fmla="*/ 254975 w 571500"/>
                <a:gd name="csY795" fmla="*/ 238095 h 238125"/>
                <a:gd name="csX796" fmla="*/ 253832 w 571500"/>
                <a:gd name="csY796" fmla="*/ 238095 h 238125"/>
                <a:gd name="csX797" fmla="*/ 252698 w 571500"/>
                <a:gd name="csY797" fmla="*/ 238095 h 238125"/>
                <a:gd name="csX798" fmla="*/ 251622 w 571500"/>
                <a:gd name="csY798" fmla="*/ 238095 h 238125"/>
                <a:gd name="csX799" fmla="*/ 250479 w 571500"/>
                <a:gd name="csY799" fmla="*/ 238095 h 238125"/>
                <a:gd name="csX800" fmla="*/ 249336 w 571500"/>
                <a:gd name="csY800" fmla="*/ 238095 h 238125"/>
                <a:gd name="csX801" fmla="*/ 248259 w 571500"/>
                <a:gd name="csY801" fmla="*/ 238095 h 238125"/>
                <a:gd name="csX802" fmla="*/ 247126 w 571500"/>
                <a:gd name="csY802" fmla="*/ 238095 h 238125"/>
                <a:gd name="csX803" fmla="*/ 245983 w 571500"/>
                <a:gd name="csY803" fmla="*/ 238095 h 238125"/>
                <a:gd name="csX804" fmla="*/ 244907 w 571500"/>
                <a:gd name="csY804" fmla="*/ 238095 h 238125"/>
                <a:gd name="csX805" fmla="*/ 243773 w 571500"/>
                <a:gd name="csY805" fmla="*/ 238095 h 238125"/>
                <a:gd name="csX806" fmla="*/ 242630 w 571500"/>
                <a:gd name="csY806" fmla="*/ 238095 h 238125"/>
                <a:gd name="csX807" fmla="*/ 241554 w 571500"/>
                <a:gd name="csY807" fmla="*/ 238095 h 238125"/>
                <a:gd name="csX808" fmla="*/ 240420 w 571500"/>
                <a:gd name="csY808" fmla="*/ 238095 h 238125"/>
                <a:gd name="csX809" fmla="*/ 239277 w 571500"/>
                <a:gd name="csY809" fmla="*/ 238095 h 238125"/>
                <a:gd name="csX810" fmla="*/ 238201 w 571500"/>
                <a:gd name="csY810" fmla="*/ 238095 h 238125"/>
                <a:gd name="csX811" fmla="*/ 237058 w 571500"/>
                <a:gd name="csY811" fmla="*/ 238095 h 238125"/>
                <a:gd name="csX812" fmla="*/ 235925 w 571500"/>
                <a:gd name="csY812" fmla="*/ 238095 h 238125"/>
                <a:gd name="csX813" fmla="*/ 234849 w 571500"/>
                <a:gd name="csY813" fmla="*/ 238095 h 238125"/>
                <a:gd name="csX814" fmla="*/ 233706 w 571500"/>
                <a:gd name="csY814" fmla="*/ 238095 h 238125"/>
                <a:gd name="csX815" fmla="*/ 232572 w 571500"/>
                <a:gd name="csY815" fmla="*/ 238095 h 238125"/>
                <a:gd name="csX816" fmla="*/ 231496 w 571500"/>
                <a:gd name="csY816" fmla="*/ 238095 h 238125"/>
                <a:gd name="csX817" fmla="*/ 230352 w 571500"/>
                <a:gd name="csY817" fmla="*/ 238095 h 238125"/>
                <a:gd name="csX818" fmla="*/ 229209 w 571500"/>
                <a:gd name="csY818" fmla="*/ 238095 h 238125"/>
                <a:gd name="csX819" fmla="*/ 228076 w 571500"/>
                <a:gd name="csY819" fmla="*/ 238095 h 238125"/>
                <a:gd name="csX820" fmla="*/ 227000 w 571500"/>
                <a:gd name="csY820" fmla="*/ 238095 h 238125"/>
                <a:gd name="csX821" fmla="*/ 225857 w 571500"/>
                <a:gd name="csY821" fmla="*/ 238095 h 238125"/>
                <a:gd name="csX822" fmla="*/ 224723 w 571500"/>
                <a:gd name="csY822" fmla="*/ 238095 h 238125"/>
                <a:gd name="csX823" fmla="*/ 223647 w 571500"/>
                <a:gd name="csY823" fmla="*/ 238095 h 238125"/>
                <a:gd name="csX824" fmla="*/ 222504 w 571500"/>
                <a:gd name="csY824" fmla="*/ 238095 h 238125"/>
                <a:gd name="csX825" fmla="*/ 221370 w 571500"/>
                <a:gd name="csY825" fmla="*/ 238095 h 238125"/>
                <a:gd name="csX826" fmla="*/ 220294 w 571500"/>
                <a:gd name="csY826" fmla="*/ 238095 h 238125"/>
                <a:gd name="csX827" fmla="*/ 219151 w 571500"/>
                <a:gd name="csY827" fmla="*/ 238095 h 238125"/>
                <a:gd name="csX828" fmla="*/ 218008 w 571500"/>
                <a:gd name="csY828" fmla="*/ 238095 h 238125"/>
                <a:gd name="csX829" fmla="*/ 216932 w 571500"/>
                <a:gd name="csY829" fmla="*/ 238095 h 238125"/>
                <a:gd name="csX830" fmla="*/ 215799 w 571500"/>
                <a:gd name="csY830" fmla="*/ 238095 h 238125"/>
                <a:gd name="csX831" fmla="*/ 214656 w 571500"/>
                <a:gd name="csY831" fmla="*/ 238095 h 238125"/>
                <a:gd name="csX832" fmla="*/ 213579 w 571500"/>
                <a:gd name="csY832" fmla="*/ 238095 h 238125"/>
                <a:gd name="csX833" fmla="*/ 212446 w 571500"/>
                <a:gd name="csY833" fmla="*/ 238095 h 238125"/>
                <a:gd name="csX834" fmla="*/ 211302 w 571500"/>
                <a:gd name="csY834" fmla="*/ 238095 h 238125"/>
                <a:gd name="csX835" fmla="*/ 210226 w 571500"/>
                <a:gd name="csY835" fmla="*/ 238095 h 238125"/>
                <a:gd name="csX836" fmla="*/ 209093 w 571500"/>
                <a:gd name="csY836" fmla="*/ 238095 h 238125"/>
                <a:gd name="csX837" fmla="*/ 207950 w 571500"/>
                <a:gd name="csY837" fmla="*/ 238095 h 238125"/>
                <a:gd name="csX838" fmla="*/ 206874 w 571500"/>
                <a:gd name="csY838" fmla="*/ 238095 h 238125"/>
                <a:gd name="csX839" fmla="*/ 205731 w 571500"/>
                <a:gd name="csY839" fmla="*/ 238095 h 238125"/>
                <a:gd name="csX840" fmla="*/ 204597 w 571500"/>
                <a:gd name="csY840" fmla="*/ 238095 h 238125"/>
                <a:gd name="csX841" fmla="*/ 203521 w 571500"/>
                <a:gd name="csY841" fmla="*/ 238095 h 238125"/>
                <a:gd name="csX842" fmla="*/ 202378 w 571500"/>
                <a:gd name="csY842" fmla="*/ 238095 h 238125"/>
                <a:gd name="csX843" fmla="*/ 201244 w 571500"/>
                <a:gd name="csY843" fmla="*/ 238095 h 238125"/>
                <a:gd name="csX844" fmla="*/ 200168 w 571500"/>
                <a:gd name="csY844" fmla="*/ 238095 h 238125"/>
                <a:gd name="csX845" fmla="*/ 199025 w 571500"/>
                <a:gd name="csY845" fmla="*/ 238095 h 238125"/>
                <a:gd name="csX846" fmla="*/ 197882 w 571500"/>
                <a:gd name="csY846" fmla="*/ 238095 h 238125"/>
                <a:gd name="csX847" fmla="*/ 196806 w 571500"/>
                <a:gd name="csY847" fmla="*/ 238095 h 238125"/>
                <a:gd name="csX848" fmla="*/ 195672 w 571500"/>
                <a:gd name="csY848" fmla="*/ 238095 h 238125"/>
                <a:gd name="csX849" fmla="*/ 194529 w 571500"/>
                <a:gd name="csY849" fmla="*/ 238095 h 238125"/>
                <a:gd name="csX850" fmla="*/ 193453 w 571500"/>
                <a:gd name="csY850" fmla="*/ 238095 h 238125"/>
                <a:gd name="csX851" fmla="*/ 192319 w 571500"/>
                <a:gd name="csY851" fmla="*/ 238095 h 238125"/>
                <a:gd name="csX852" fmla="*/ 191176 w 571500"/>
                <a:gd name="csY852" fmla="*/ 238095 h 238125"/>
                <a:gd name="csX853" fmla="*/ 190100 w 571500"/>
                <a:gd name="csY853" fmla="*/ 238095 h 238125"/>
                <a:gd name="csX854" fmla="*/ 188967 w 571500"/>
                <a:gd name="csY854" fmla="*/ 238095 h 238125"/>
                <a:gd name="csX855" fmla="*/ 187824 w 571500"/>
                <a:gd name="csY855" fmla="*/ 238095 h 238125"/>
                <a:gd name="csX856" fmla="*/ 186747 w 571500"/>
                <a:gd name="csY856" fmla="*/ 238095 h 238125"/>
                <a:gd name="csX857" fmla="*/ 185604 w 571500"/>
                <a:gd name="csY857" fmla="*/ 238095 h 238125"/>
                <a:gd name="csX858" fmla="*/ 184471 w 571500"/>
                <a:gd name="csY858" fmla="*/ 238095 h 238125"/>
                <a:gd name="csX859" fmla="*/ 183394 w 571500"/>
                <a:gd name="csY859" fmla="*/ 238095 h 238125"/>
                <a:gd name="csX860" fmla="*/ 182251 w 571500"/>
                <a:gd name="csY860" fmla="*/ 238095 h 238125"/>
                <a:gd name="csX861" fmla="*/ 181118 w 571500"/>
                <a:gd name="csY861" fmla="*/ 238095 h 238125"/>
                <a:gd name="csX862" fmla="*/ 180042 w 571500"/>
                <a:gd name="csY862" fmla="*/ 238095 h 238125"/>
                <a:gd name="csX863" fmla="*/ 178899 w 571500"/>
                <a:gd name="csY863" fmla="*/ 238095 h 238125"/>
                <a:gd name="csX864" fmla="*/ 177756 w 571500"/>
                <a:gd name="csY864" fmla="*/ 238095 h 238125"/>
                <a:gd name="csX865" fmla="*/ 176689 w 571500"/>
                <a:gd name="csY865" fmla="*/ 238095 h 238125"/>
                <a:gd name="csX866" fmla="*/ 175546 w 571500"/>
                <a:gd name="csY866" fmla="*/ 238095 h 238125"/>
                <a:gd name="csX867" fmla="*/ 174403 w 571500"/>
                <a:gd name="csY867" fmla="*/ 238095 h 238125"/>
                <a:gd name="csX868" fmla="*/ 173326 w 571500"/>
                <a:gd name="csY868" fmla="*/ 238095 h 238125"/>
                <a:gd name="csX869" fmla="*/ 172193 w 571500"/>
                <a:gd name="csY869" fmla="*/ 238095 h 238125"/>
                <a:gd name="csX870" fmla="*/ 171050 w 571500"/>
                <a:gd name="csY870" fmla="*/ 238095 h 238125"/>
                <a:gd name="csX871" fmla="*/ 169974 w 571500"/>
                <a:gd name="csY871" fmla="*/ 238095 h 238125"/>
                <a:gd name="csX872" fmla="*/ 168840 w 571500"/>
                <a:gd name="csY872" fmla="*/ 238095 h 238125"/>
                <a:gd name="csX873" fmla="*/ 167697 w 571500"/>
                <a:gd name="csY873" fmla="*/ 238095 h 238125"/>
                <a:gd name="csX874" fmla="*/ 166621 w 571500"/>
                <a:gd name="csY874" fmla="*/ 238095 h 238125"/>
                <a:gd name="csX875" fmla="*/ 165478 w 571500"/>
                <a:gd name="csY875" fmla="*/ 238095 h 238125"/>
                <a:gd name="csX876" fmla="*/ 164344 w 571500"/>
                <a:gd name="csY876" fmla="*/ 238095 h 238125"/>
                <a:gd name="csX877" fmla="*/ 163268 w 571500"/>
                <a:gd name="csY877" fmla="*/ 238095 h 238125"/>
                <a:gd name="csX878" fmla="*/ 162125 w 571500"/>
                <a:gd name="csY878" fmla="*/ 238095 h 238125"/>
                <a:gd name="csX879" fmla="*/ 160992 w 571500"/>
                <a:gd name="csY879" fmla="*/ 238095 h 238125"/>
                <a:gd name="csX880" fmla="*/ 159915 w 571500"/>
                <a:gd name="csY880" fmla="*/ 238095 h 238125"/>
                <a:gd name="csX881" fmla="*/ 158772 w 571500"/>
                <a:gd name="csY881" fmla="*/ 238095 h 238125"/>
                <a:gd name="csX882" fmla="*/ 157639 w 571500"/>
                <a:gd name="csY882" fmla="*/ 238095 h 238125"/>
                <a:gd name="csX883" fmla="*/ 156563 w 571500"/>
                <a:gd name="csY883" fmla="*/ 238095 h 238125"/>
                <a:gd name="csX884" fmla="*/ 155419 w 571500"/>
                <a:gd name="csY884" fmla="*/ 238095 h 238125"/>
                <a:gd name="csX885" fmla="*/ 154276 w 571500"/>
                <a:gd name="csY885" fmla="*/ 238095 h 238125"/>
                <a:gd name="csX886" fmla="*/ 153200 w 571500"/>
                <a:gd name="csY886" fmla="*/ 238095 h 238125"/>
                <a:gd name="csX887" fmla="*/ 152066 w 571500"/>
                <a:gd name="csY887" fmla="*/ 238095 h 238125"/>
                <a:gd name="csX888" fmla="*/ 150924 w 571500"/>
                <a:gd name="csY888" fmla="*/ 238095 h 238125"/>
                <a:gd name="csX889" fmla="*/ 149790 w 571500"/>
                <a:gd name="csY889" fmla="*/ 238095 h 238125"/>
                <a:gd name="csX890" fmla="*/ 148714 w 571500"/>
                <a:gd name="csY890" fmla="*/ 238095 h 238125"/>
                <a:gd name="csX891" fmla="*/ 147571 w 571500"/>
                <a:gd name="csY891" fmla="*/ 238095 h 238125"/>
                <a:gd name="csX892" fmla="*/ 146428 w 571500"/>
                <a:gd name="csY892" fmla="*/ 238095 h 238125"/>
                <a:gd name="csX893" fmla="*/ 145361 w 571500"/>
                <a:gd name="csY893" fmla="*/ 238095 h 238125"/>
                <a:gd name="csX894" fmla="*/ 144218 w 571500"/>
                <a:gd name="csY894" fmla="*/ 238095 h 238125"/>
                <a:gd name="csX895" fmla="*/ 143075 w 571500"/>
                <a:gd name="csY895" fmla="*/ 238095 h 238125"/>
                <a:gd name="csX896" fmla="*/ 141999 w 571500"/>
                <a:gd name="csY896" fmla="*/ 238095 h 238125"/>
                <a:gd name="csX897" fmla="*/ 140865 w 571500"/>
                <a:gd name="csY897" fmla="*/ 238095 h 238125"/>
                <a:gd name="csX898" fmla="*/ 139722 w 571500"/>
                <a:gd name="csY898" fmla="*/ 238095 h 238125"/>
                <a:gd name="csX899" fmla="*/ 138646 w 571500"/>
                <a:gd name="csY899" fmla="*/ 238095 h 238125"/>
                <a:gd name="csX900" fmla="*/ 137513 w 571500"/>
                <a:gd name="csY900" fmla="*/ 238095 h 238125"/>
                <a:gd name="csX901" fmla="*/ 136369 w 571500"/>
                <a:gd name="csY901" fmla="*/ 238095 h 238125"/>
                <a:gd name="csX902" fmla="*/ 135293 w 571500"/>
                <a:gd name="csY902" fmla="*/ 238095 h 238125"/>
                <a:gd name="csX903" fmla="*/ 134150 w 571500"/>
                <a:gd name="csY903" fmla="*/ 238095 h 238125"/>
                <a:gd name="csX904" fmla="*/ 133016 w 571500"/>
                <a:gd name="csY904" fmla="*/ 238095 h 238125"/>
                <a:gd name="csX905" fmla="*/ 131940 w 571500"/>
                <a:gd name="csY905" fmla="*/ 238095 h 238125"/>
                <a:gd name="csX906" fmla="*/ 130797 w 571500"/>
                <a:gd name="csY906" fmla="*/ 238095 h 238125"/>
                <a:gd name="csX907" fmla="*/ 129664 w 571500"/>
                <a:gd name="csY907" fmla="*/ 238095 h 238125"/>
                <a:gd name="csX908" fmla="*/ 128588 w 571500"/>
                <a:gd name="csY908" fmla="*/ 238095 h 238125"/>
                <a:gd name="csX909" fmla="*/ 127445 w 571500"/>
                <a:gd name="csY909" fmla="*/ 238095 h 238125"/>
                <a:gd name="csX910" fmla="*/ 126302 w 571500"/>
                <a:gd name="csY910" fmla="*/ 238095 h 238125"/>
                <a:gd name="csX911" fmla="*/ 125225 w 571500"/>
                <a:gd name="csY911" fmla="*/ 238095 h 238125"/>
                <a:gd name="csX912" fmla="*/ 124092 w 571500"/>
                <a:gd name="csY912" fmla="*/ 238095 h 238125"/>
                <a:gd name="csX913" fmla="*/ 122948 w 571500"/>
                <a:gd name="csY913" fmla="*/ 238095 h 238125"/>
                <a:gd name="csX914" fmla="*/ 121872 w 571500"/>
                <a:gd name="csY914" fmla="*/ 238095 h 238125"/>
                <a:gd name="csX915" fmla="*/ 120739 w 571500"/>
                <a:gd name="csY915" fmla="*/ 238095 h 238125"/>
                <a:gd name="csX916" fmla="*/ 119596 w 571500"/>
                <a:gd name="csY916" fmla="*/ 238095 h 238125"/>
                <a:gd name="csX917" fmla="*/ 118520 w 571500"/>
                <a:gd name="csY917" fmla="*/ 238095 h 238125"/>
                <a:gd name="csX918" fmla="*/ 117386 w 571500"/>
                <a:gd name="csY918" fmla="*/ 238095 h 238125"/>
                <a:gd name="csX919" fmla="*/ 116243 w 571500"/>
                <a:gd name="csY919" fmla="*/ 238095 h 238125"/>
                <a:gd name="csX920" fmla="*/ 115167 w 571500"/>
                <a:gd name="csY920" fmla="*/ 238095 h 238125"/>
                <a:gd name="csX921" fmla="*/ 114024 w 571500"/>
                <a:gd name="csY921" fmla="*/ 238095 h 238125"/>
                <a:gd name="csX922" fmla="*/ 112890 w 571500"/>
                <a:gd name="csY922" fmla="*/ 238095 h 238125"/>
                <a:gd name="csX923" fmla="*/ 111814 w 571500"/>
                <a:gd name="csY923" fmla="*/ 238095 h 238125"/>
                <a:gd name="csX924" fmla="*/ 110671 w 571500"/>
                <a:gd name="csY924" fmla="*/ 238095 h 238125"/>
                <a:gd name="csX925" fmla="*/ 109538 w 571500"/>
                <a:gd name="csY925" fmla="*/ 238095 h 238125"/>
                <a:gd name="csX926" fmla="*/ 108461 w 571500"/>
                <a:gd name="csY926" fmla="*/ 238095 h 238125"/>
                <a:gd name="csX927" fmla="*/ 107318 w 571500"/>
                <a:gd name="csY927" fmla="*/ 238095 h 238125"/>
                <a:gd name="csX928" fmla="*/ 106175 w 571500"/>
                <a:gd name="csY928" fmla="*/ 238095 h 238125"/>
                <a:gd name="csX929" fmla="*/ 105108 w 571500"/>
                <a:gd name="csY929" fmla="*/ 238095 h 238125"/>
                <a:gd name="csX930" fmla="*/ 103965 w 571500"/>
                <a:gd name="csY930" fmla="*/ 238095 h 238125"/>
                <a:gd name="csX931" fmla="*/ 102822 w 571500"/>
                <a:gd name="csY931" fmla="*/ 238095 h 238125"/>
                <a:gd name="csX932" fmla="*/ 101746 w 571500"/>
                <a:gd name="csY932" fmla="*/ 238095 h 238125"/>
                <a:gd name="csX933" fmla="*/ 100613 w 571500"/>
                <a:gd name="csY933" fmla="*/ 238095 h 238125"/>
                <a:gd name="csX934" fmla="*/ 99470 w 571500"/>
                <a:gd name="csY934" fmla="*/ 238095 h 238125"/>
                <a:gd name="csX935" fmla="*/ 98393 w 571500"/>
                <a:gd name="csY935" fmla="*/ 238095 h 238125"/>
                <a:gd name="csX936" fmla="*/ 97260 w 571500"/>
                <a:gd name="csY936" fmla="*/ 238095 h 238125"/>
                <a:gd name="csX937" fmla="*/ 96117 w 571500"/>
                <a:gd name="csY937" fmla="*/ 238095 h 238125"/>
                <a:gd name="csX938" fmla="*/ 95040 w 571500"/>
                <a:gd name="csY938" fmla="*/ 238095 h 238125"/>
                <a:gd name="csX939" fmla="*/ 93897 w 571500"/>
                <a:gd name="csY939" fmla="*/ 238095 h 238125"/>
                <a:gd name="csX940" fmla="*/ 92764 w 571500"/>
                <a:gd name="csY940" fmla="*/ 238095 h 238125"/>
                <a:gd name="csX941" fmla="*/ 91688 w 571500"/>
                <a:gd name="csY941" fmla="*/ 238095 h 238125"/>
                <a:gd name="csX942" fmla="*/ 90545 w 571500"/>
                <a:gd name="csY942" fmla="*/ 238095 h 238125"/>
                <a:gd name="csX943" fmla="*/ 89411 w 571500"/>
                <a:gd name="csY943" fmla="*/ 238095 h 238125"/>
                <a:gd name="csX944" fmla="*/ 88335 w 571500"/>
                <a:gd name="csY944" fmla="*/ 238095 h 238125"/>
                <a:gd name="csX945" fmla="*/ 87192 w 571500"/>
                <a:gd name="csY945" fmla="*/ 238095 h 238125"/>
                <a:gd name="csX946" fmla="*/ 86058 w 571500"/>
                <a:gd name="csY946" fmla="*/ 238095 h 238125"/>
                <a:gd name="csX947" fmla="*/ 84982 w 571500"/>
                <a:gd name="csY947" fmla="*/ 238095 h 238125"/>
                <a:gd name="csX948" fmla="*/ 83839 w 571500"/>
                <a:gd name="csY948" fmla="*/ 238095 h 238125"/>
                <a:gd name="csX949" fmla="*/ 82696 w 571500"/>
                <a:gd name="csY949" fmla="*/ 238095 h 238125"/>
                <a:gd name="csX950" fmla="*/ 81620 w 571500"/>
                <a:gd name="csY950" fmla="*/ 238095 h 238125"/>
                <a:gd name="csX951" fmla="*/ 80487 w 571500"/>
                <a:gd name="csY951" fmla="*/ 238095 h 238125"/>
                <a:gd name="csX952" fmla="*/ 79343 w 571500"/>
                <a:gd name="csY952" fmla="*/ 238095 h 238125"/>
                <a:gd name="csX953" fmla="*/ 78267 w 571500"/>
                <a:gd name="csY953" fmla="*/ 238095 h 238125"/>
                <a:gd name="csX954" fmla="*/ 77133 w 571500"/>
                <a:gd name="csY954" fmla="*/ 238095 h 238125"/>
                <a:gd name="csX955" fmla="*/ 75990 w 571500"/>
                <a:gd name="csY955" fmla="*/ 238095 h 238125"/>
                <a:gd name="csX956" fmla="*/ 74847 w 571500"/>
                <a:gd name="csY956" fmla="*/ 238095 h 238125"/>
                <a:gd name="csX957" fmla="*/ 73781 w 571500"/>
                <a:gd name="csY957" fmla="*/ 238095 h 238125"/>
                <a:gd name="csX958" fmla="*/ 72638 w 571500"/>
                <a:gd name="csY958" fmla="*/ 238095 h 238125"/>
                <a:gd name="csX959" fmla="*/ 71495 w 571500"/>
                <a:gd name="csY959" fmla="*/ 238095 h 238125"/>
                <a:gd name="csX960" fmla="*/ 70419 w 571500"/>
                <a:gd name="csY960" fmla="*/ 238095 h 238125"/>
                <a:gd name="csX961" fmla="*/ 69285 w 571500"/>
                <a:gd name="csY961" fmla="*/ 238095 h 238125"/>
                <a:gd name="csX962" fmla="*/ 68142 w 571500"/>
                <a:gd name="csY962" fmla="*/ 238095 h 238125"/>
                <a:gd name="csX963" fmla="*/ 67066 w 571500"/>
                <a:gd name="csY963" fmla="*/ 238095 h 238125"/>
                <a:gd name="csX964" fmla="*/ 65932 w 571500"/>
                <a:gd name="csY964" fmla="*/ 238095 h 238125"/>
                <a:gd name="csX965" fmla="*/ 64789 w 571500"/>
                <a:gd name="csY965" fmla="*/ 238095 h 238125"/>
                <a:gd name="csX966" fmla="*/ 63713 w 571500"/>
                <a:gd name="csY966" fmla="*/ 238095 h 238125"/>
                <a:gd name="csX967" fmla="*/ 62570 w 571500"/>
                <a:gd name="csY967" fmla="*/ 238095 h 238125"/>
                <a:gd name="csX968" fmla="*/ 61437 w 571500"/>
                <a:gd name="csY968" fmla="*/ 238095 h 238125"/>
                <a:gd name="csX969" fmla="*/ 60360 w 571500"/>
                <a:gd name="csY969" fmla="*/ 238095 h 238125"/>
                <a:gd name="csX970" fmla="*/ 59217 w 571500"/>
                <a:gd name="csY970" fmla="*/ 238095 h 238125"/>
                <a:gd name="csX971" fmla="*/ 58083 w 571500"/>
                <a:gd name="csY971" fmla="*/ 238095 h 238125"/>
                <a:gd name="csX972" fmla="*/ 57007 w 571500"/>
                <a:gd name="csY972" fmla="*/ 238095 h 238125"/>
                <a:gd name="csX973" fmla="*/ 55864 w 571500"/>
                <a:gd name="csY973" fmla="*/ 238095 h 238125"/>
                <a:gd name="csX974" fmla="*/ 54721 w 571500"/>
                <a:gd name="csY974" fmla="*/ 238095 h 238125"/>
                <a:gd name="csX975" fmla="*/ 53654 w 571500"/>
                <a:gd name="csY975" fmla="*/ 238095 h 238125"/>
                <a:gd name="csX976" fmla="*/ 52512 w 571500"/>
                <a:gd name="csY976" fmla="*/ 238095 h 238125"/>
                <a:gd name="csX977" fmla="*/ 51369 w 571500"/>
                <a:gd name="csY977" fmla="*/ 238095 h 238125"/>
                <a:gd name="csX978" fmla="*/ 50292 w 571500"/>
                <a:gd name="csY978" fmla="*/ 238095 h 238125"/>
                <a:gd name="csX979" fmla="*/ 49159 w 571500"/>
                <a:gd name="csY979" fmla="*/ 238095 h 238125"/>
                <a:gd name="csX980" fmla="*/ 48016 w 571500"/>
                <a:gd name="csY980" fmla="*/ 238095 h 238125"/>
                <a:gd name="csX981" fmla="*/ 46939 w 571500"/>
                <a:gd name="csY981" fmla="*/ 238095 h 238125"/>
                <a:gd name="csX982" fmla="*/ 45806 w 571500"/>
                <a:gd name="csY982" fmla="*/ 238095 h 238125"/>
                <a:gd name="csX983" fmla="*/ 44663 w 571500"/>
                <a:gd name="csY983" fmla="*/ 238095 h 238125"/>
                <a:gd name="csX984" fmla="*/ 43586 w 571500"/>
                <a:gd name="csY984" fmla="*/ 238095 h 238125"/>
                <a:gd name="csX985" fmla="*/ 42444 w 571500"/>
                <a:gd name="csY985" fmla="*/ 238095 h 238125"/>
                <a:gd name="csX986" fmla="*/ 41310 w 571500"/>
                <a:gd name="csY986" fmla="*/ 238095 h 238125"/>
                <a:gd name="csX987" fmla="*/ 40234 w 571500"/>
                <a:gd name="csY987" fmla="*/ 238095 h 238125"/>
                <a:gd name="csX988" fmla="*/ 39091 w 571500"/>
                <a:gd name="csY988" fmla="*/ 238095 h 238125"/>
                <a:gd name="csX989" fmla="*/ 37957 w 571500"/>
                <a:gd name="csY989" fmla="*/ 238095 h 238125"/>
                <a:gd name="csX990" fmla="*/ 36881 w 571500"/>
                <a:gd name="csY990" fmla="*/ 238095 h 238125"/>
                <a:gd name="csX991" fmla="*/ 35738 w 571500"/>
                <a:gd name="csY991" fmla="*/ 238095 h 238125"/>
                <a:gd name="csX992" fmla="*/ 34604 w 571500"/>
                <a:gd name="csY992" fmla="*/ 238095 h 238125"/>
                <a:gd name="csX993" fmla="*/ 33528 w 571500"/>
                <a:gd name="csY993" fmla="*/ 238095 h 238125"/>
                <a:gd name="csX994" fmla="*/ 32385 w 571500"/>
                <a:gd name="csY994" fmla="*/ 238095 h 238125"/>
                <a:gd name="csX995" fmla="*/ 31242 w 571500"/>
                <a:gd name="csY995" fmla="*/ 238095 h 238125"/>
                <a:gd name="csX996" fmla="*/ 30166 w 571500"/>
                <a:gd name="csY996" fmla="*/ 238095 h 238125"/>
                <a:gd name="csX997" fmla="*/ 29032 w 571500"/>
                <a:gd name="csY997" fmla="*/ 238095 h 238125"/>
                <a:gd name="csX998" fmla="*/ 27889 w 571500"/>
                <a:gd name="csY998" fmla="*/ 238095 h 238125"/>
                <a:gd name="csX999" fmla="*/ 26813 w 571500"/>
                <a:gd name="csY999" fmla="*/ 238095 h 238125"/>
                <a:gd name="csX1000" fmla="*/ 25679 w 571500"/>
                <a:gd name="csY1000" fmla="*/ 238095 h 238125"/>
                <a:gd name="csX1001" fmla="*/ 24536 w 571500"/>
                <a:gd name="csY1001" fmla="*/ 238095 h 238125"/>
                <a:gd name="csX1002" fmla="*/ 23460 w 571500"/>
                <a:gd name="csY1002" fmla="*/ 238095 h 238125"/>
                <a:gd name="csX1003" fmla="*/ 22327 w 571500"/>
                <a:gd name="csY1003" fmla="*/ 238095 h 238125"/>
                <a:gd name="csX1004" fmla="*/ 21184 w 571500"/>
                <a:gd name="csY1004" fmla="*/ 238095 h 238125"/>
                <a:gd name="csX1005" fmla="*/ 20107 w 571500"/>
                <a:gd name="csY1005" fmla="*/ 238095 h 238125"/>
                <a:gd name="csX1006" fmla="*/ 18964 w 571500"/>
                <a:gd name="csY1006" fmla="*/ 238095 h 238125"/>
                <a:gd name="csX1007" fmla="*/ 17831 w 571500"/>
                <a:gd name="csY1007" fmla="*/ 238095 h 238125"/>
                <a:gd name="csX1008" fmla="*/ 16754 w 571500"/>
                <a:gd name="csY1008" fmla="*/ 238095 h 238125"/>
                <a:gd name="csX1009" fmla="*/ 15611 w 571500"/>
                <a:gd name="csY1009" fmla="*/ 238095 h 238125"/>
                <a:gd name="csX1010" fmla="*/ 14478 w 571500"/>
                <a:gd name="csY1010" fmla="*/ 238095 h 238125"/>
                <a:gd name="csX1011" fmla="*/ 13402 w 571500"/>
                <a:gd name="csY1011" fmla="*/ 238095 h 238125"/>
                <a:gd name="csX1012" fmla="*/ 12259 w 571500"/>
                <a:gd name="csY1012" fmla="*/ 238095 h 238125"/>
                <a:gd name="csX1013" fmla="*/ 11116 w 571500"/>
                <a:gd name="csY1013" fmla="*/ 238095 h 238125"/>
                <a:gd name="csX1014" fmla="*/ 10049 w 571500"/>
                <a:gd name="csY1014" fmla="*/ 238095 h 238125"/>
                <a:gd name="csX1015" fmla="*/ 8906 w 571500"/>
                <a:gd name="csY1015" fmla="*/ 238095 h 238125"/>
                <a:gd name="csX1016" fmla="*/ 7763 w 571500"/>
                <a:gd name="csY1016" fmla="*/ 238095 h 238125"/>
                <a:gd name="csX1017" fmla="*/ 6686 w 571500"/>
                <a:gd name="csY1017" fmla="*/ 238095 h 238125"/>
                <a:gd name="csX1018" fmla="*/ 5553 w 571500"/>
                <a:gd name="csY1018" fmla="*/ 238095 h 238125"/>
                <a:gd name="csX1019" fmla="*/ 4410 w 571500"/>
                <a:gd name="csY1019" fmla="*/ 238095 h 238125"/>
                <a:gd name="csX1020" fmla="*/ 3334 w 571500"/>
                <a:gd name="csY1020" fmla="*/ 238095 h 238125"/>
                <a:gd name="csX1021" fmla="*/ 2200 w 571500"/>
                <a:gd name="csY1021" fmla="*/ 238095 h 238125"/>
                <a:gd name="csX1022" fmla="*/ 1057 w 571500"/>
                <a:gd name="csY1022" fmla="*/ 238095 h 238125"/>
                <a:gd name="csX1023" fmla="*/ -19 w 571500"/>
                <a:gd name="csY1023" fmla="*/ 238095 h 238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238125">
                  <a:moveTo>
                    <a:pt x="-19" y="237438"/>
                  </a:moveTo>
                  <a:lnTo>
                    <a:pt x="1057" y="237238"/>
                  </a:lnTo>
                  <a:lnTo>
                    <a:pt x="2200" y="237104"/>
                  </a:lnTo>
                  <a:lnTo>
                    <a:pt x="3334" y="236847"/>
                  </a:lnTo>
                  <a:lnTo>
                    <a:pt x="4410" y="236647"/>
                  </a:lnTo>
                  <a:lnTo>
                    <a:pt x="5553" y="236314"/>
                  </a:lnTo>
                  <a:lnTo>
                    <a:pt x="6686" y="235990"/>
                  </a:lnTo>
                  <a:lnTo>
                    <a:pt x="7763" y="235590"/>
                  </a:lnTo>
                  <a:lnTo>
                    <a:pt x="8906" y="235133"/>
                  </a:lnTo>
                  <a:lnTo>
                    <a:pt x="10049" y="234542"/>
                  </a:lnTo>
                  <a:lnTo>
                    <a:pt x="11116" y="233942"/>
                  </a:lnTo>
                  <a:lnTo>
                    <a:pt x="12259" y="233152"/>
                  </a:lnTo>
                  <a:lnTo>
                    <a:pt x="13402" y="232361"/>
                  </a:lnTo>
                  <a:lnTo>
                    <a:pt x="14478" y="231380"/>
                  </a:lnTo>
                  <a:lnTo>
                    <a:pt x="15611" y="230323"/>
                  </a:lnTo>
                  <a:lnTo>
                    <a:pt x="16754" y="229075"/>
                  </a:lnTo>
                  <a:lnTo>
                    <a:pt x="17831" y="227618"/>
                  </a:lnTo>
                  <a:lnTo>
                    <a:pt x="18964" y="226036"/>
                  </a:lnTo>
                  <a:lnTo>
                    <a:pt x="20107" y="224331"/>
                  </a:lnTo>
                  <a:lnTo>
                    <a:pt x="21184" y="222350"/>
                  </a:lnTo>
                  <a:lnTo>
                    <a:pt x="22327" y="220179"/>
                  </a:lnTo>
                  <a:lnTo>
                    <a:pt x="23460" y="217740"/>
                  </a:lnTo>
                  <a:lnTo>
                    <a:pt x="24536" y="215045"/>
                  </a:lnTo>
                  <a:lnTo>
                    <a:pt x="25679" y="212140"/>
                  </a:lnTo>
                  <a:lnTo>
                    <a:pt x="26813" y="208977"/>
                  </a:lnTo>
                  <a:lnTo>
                    <a:pt x="27889" y="205491"/>
                  </a:lnTo>
                  <a:lnTo>
                    <a:pt x="29032" y="201738"/>
                  </a:lnTo>
                  <a:lnTo>
                    <a:pt x="30166" y="197652"/>
                  </a:lnTo>
                  <a:lnTo>
                    <a:pt x="31242" y="193299"/>
                  </a:lnTo>
                  <a:lnTo>
                    <a:pt x="32385" y="188689"/>
                  </a:lnTo>
                  <a:lnTo>
                    <a:pt x="33528" y="183688"/>
                  </a:lnTo>
                  <a:lnTo>
                    <a:pt x="34604" y="178411"/>
                  </a:lnTo>
                  <a:lnTo>
                    <a:pt x="35738" y="172820"/>
                  </a:lnTo>
                  <a:lnTo>
                    <a:pt x="36881" y="167020"/>
                  </a:lnTo>
                  <a:lnTo>
                    <a:pt x="37957" y="160895"/>
                  </a:lnTo>
                  <a:lnTo>
                    <a:pt x="39091" y="154504"/>
                  </a:lnTo>
                  <a:lnTo>
                    <a:pt x="40234" y="147855"/>
                  </a:lnTo>
                  <a:lnTo>
                    <a:pt x="41310" y="140997"/>
                  </a:lnTo>
                  <a:lnTo>
                    <a:pt x="42444" y="134015"/>
                  </a:lnTo>
                  <a:lnTo>
                    <a:pt x="43586" y="126843"/>
                  </a:lnTo>
                  <a:lnTo>
                    <a:pt x="44663" y="119461"/>
                  </a:lnTo>
                  <a:lnTo>
                    <a:pt x="45806" y="112013"/>
                  </a:lnTo>
                  <a:lnTo>
                    <a:pt x="46939" y="104507"/>
                  </a:lnTo>
                  <a:lnTo>
                    <a:pt x="48016" y="97001"/>
                  </a:lnTo>
                  <a:lnTo>
                    <a:pt x="49159" y="89486"/>
                  </a:lnTo>
                  <a:lnTo>
                    <a:pt x="50292" y="82047"/>
                  </a:lnTo>
                  <a:lnTo>
                    <a:pt x="51369" y="74732"/>
                  </a:lnTo>
                  <a:lnTo>
                    <a:pt x="52512" y="67550"/>
                  </a:lnTo>
                  <a:lnTo>
                    <a:pt x="53654" y="60511"/>
                  </a:lnTo>
                  <a:lnTo>
                    <a:pt x="54721" y="53653"/>
                  </a:lnTo>
                  <a:lnTo>
                    <a:pt x="55864" y="47138"/>
                  </a:lnTo>
                  <a:lnTo>
                    <a:pt x="57007" y="40947"/>
                  </a:lnTo>
                  <a:lnTo>
                    <a:pt x="58083" y="35079"/>
                  </a:lnTo>
                  <a:lnTo>
                    <a:pt x="59217" y="29545"/>
                  </a:lnTo>
                  <a:lnTo>
                    <a:pt x="60360" y="24411"/>
                  </a:lnTo>
                  <a:lnTo>
                    <a:pt x="61437" y="19734"/>
                  </a:lnTo>
                  <a:lnTo>
                    <a:pt x="62570" y="15581"/>
                  </a:lnTo>
                  <a:lnTo>
                    <a:pt x="63713" y="11829"/>
                  </a:lnTo>
                  <a:lnTo>
                    <a:pt x="64789" y="8600"/>
                  </a:lnTo>
                  <a:lnTo>
                    <a:pt x="65932" y="5828"/>
                  </a:lnTo>
                  <a:lnTo>
                    <a:pt x="67066" y="3590"/>
                  </a:lnTo>
                  <a:lnTo>
                    <a:pt x="68142" y="1951"/>
                  </a:lnTo>
                  <a:lnTo>
                    <a:pt x="69285" y="828"/>
                  </a:lnTo>
                  <a:lnTo>
                    <a:pt x="70419" y="170"/>
                  </a:lnTo>
                  <a:lnTo>
                    <a:pt x="71495" y="-30"/>
                  </a:lnTo>
                  <a:lnTo>
                    <a:pt x="72638" y="303"/>
                  </a:lnTo>
                  <a:lnTo>
                    <a:pt x="73781" y="1218"/>
                  </a:lnTo>
                  <a:lnTo>
                    <a:pt x="74847" y="2542"/>
                  </a:lnTo>
                  <a:lnTo>
                    <a:pt x="75990" y="4190"/>
                  </a:lnTo>
                  <a:lnTo>
                    <a:pt x="77133" y="6295"/>
                  </a:lnTo>
                  <a:lnTo>
                    <a:pt x="78267" y="8867"/>
                  </a:lnTo>
                  <a:lnTo>
                    <a:pt x="79343" y="11762"/>
                  </a:lnTo>
                  <a:lnTo>
                    <a:pt x="80487" y="14924"/>
                  </a:lnTo>
                  <a:lnTo>
                    <a:pt x="81620" y="18410"/>
                  </a:lnTo>
                  <a:lnTo>
                    <a:pt x="82696" y="22106"/>
                  </a:lnTo>
                  <a:lnTo>
                    <a:pt x="83839" y="26059"/>
                  </a:lnTo>
                  <a:lnTo>
                    <a:pt x="84982" y="30136"/>
                  </a:lnTo>
                  <a:lnTo>
                    <a:pt x="86058" y="34422"/>
                  </a:lnTo>
                  <a:lnTo>
                    <a:pt x="87192" y="38698"/>
                  </a:lnTo>
                  <a:lnTo>
                    <a:pt x="88335" y="43119"/>
                  </a:lnTo>
                  <a:lnTo>
                    <a:pt x="89411" y="47595"/>
                  </a:lnTo>
                  <a:lnTo>
                    <a:pt x="90545" y="52005"/>
                  </a:lnTo>
                  <a:lnTo>
                    <a:pt x="91688" y="56425"/>
                  </a:lnTo>
                  <a:lnTo>
                    <a:pt x="92764" y="60835"/>
                  </a:lnTo>
                  <a:lnTo>
                    <a:pt x="93897" y="65121"/>
                  </a:lnTo>
                  <a:lnTo>
                    <a:pt x="95040" y="69265"/>
                  </a:lnTo>
                  <a:lnTo>
                    <a:pt x="96117" y="73284"/>
                  </a:lnTo>
                  <a:lnTo>
                    <a:pt x="97260" y="77104"/>
                  </a:lnTo>
                  <a:lnTo>
                    <a:pt x="98393" y="80856"/>
                  </a:lnTo>
                  <a:lnTo>
                    <a:pt x="99470" y="84352"/>
                  </a:lnTo>
                  <a:lnTo>
                    <a:pt x="100613" y="87714"/>
                  </a:lnTo>
                  <a:lnTo>
                    <a:pt x="101746" y="90744"/>
                  </a:lnTo>
                  <a:lnTo>
                    <a:pt x="102822" y="93639"/>
                  </a:lnTo>
                  <a:lnTo>
                    <a:pt x="103965" y="96277"/>
                  </a:lnTo>
                  <a:lnTo>
                    <a:pt x="105108" y="98773"/>
                  </a:lnTo>
                  <a:lnTo>
                    <a:pt x="106175" y="100954"/>
                  </a:lnTo>
                  <a:lnTo>
                    <a:pt x="107318" y="102926"/>
                  </a:lnTo>
                  <a:lnTo>
                    <a:pt x="108461" y="104707"/>
                  </a:lnTo>
                  <a:lnTo>
                    <a:pt x="109538" y="106288"/>
                  </a:lnTo>
                  <a:lnTo>
                    <a:pt x="110671" y="107669"/>
                  </a:lnTo>
                  <a:lnTo>
                    <a:pt x="111814" y="108793"/>
                  </a:lnTo>
                  <a:lnTo>
                    <a:pt x="112890" y="109774"/>
                  </a:lnTo>
                  <a:lnTo>
                    <a:pt x="114024" y="110565"/>
                  </a:lnTo>
                  <a:lnTo>
                    <a:pt x="115167" y="111232"/>
                  </a:lnTo>
                  <a:lnTo>
                    <a:pt x="116243" y="111756"/>
                  </a:lnTo>
                  <a:lnTo>
                    <a:pt x="117386" y="112146"/>
                  </a:lnTo>
                  <a:lnTo>
                    <a:pt x="118520" y="112479"/>
                  </a:lnTo>
                  <a:lnTo>
                    <a:pt x="119596" y="112679"/>
                  </a:lnTo>
                  <a:lnTo>
                    <a:pt x="120739" y="112746"/>
                  </a:lnTo>
                  <a:lnTo>
                    <a:pt x="121872" y="112803"/>
                  </a:lnTo>
                  <a:lnTo>
                    <a:pt x="122948" y="112803"/>
                  </a:lnTo>
                  <a:lnTo>
                    <a:pt x="124092" y="112803"/>
                  </a:lnTo>
                  <a:lnTo>
                    <a:pt x="125225" y="112746"/>
                  </a:lnTo>
                  <a:lnTo>
                    <a:pt x="126302" y="112746"/>
                  </a:lnTo>
                  <a:lnTo>
                    <a:pt x="127445" y="112679"/>
                  </a:lnTo>
                  <a:lnTo>
                    <a:pt x="128588" y="112679"/>
                  </a:lnTo>
                  <a:lnTo>
                    <a:pt x="129664" y="112679"/>
                  </a:lnTo>
                  <a:lnTo>
                    <a:pt x="130797" y="112679"/>
                  </a:lnTo>
                  <a:lnTo>
                    <a:pt x="131940" y="112746"/>
                  </a:lnTo>
                  <a:lnTo>
                    <a:pt x="133016" y="112870"/>
                  </a:lnTo>
                  <a:lnTo>
                    <a:pt x="134150" y="113003"/>
                  </a:lnTo>
                  <a:lnTo>
                    <a:pt x="135293" y="113203"/>
                  </a:lnTo>
                  <a:lnTo>
                    <a:pt x="136369" y="113470"/>
                  </a:lnTo>
                  <a:lnTo>
                    <a:pt x="137513" y="113794"/>
                  </a:lnTo>
                  <a:lnTo>
                    <a:pt x="138646" y="114127"/>
                  </a:lnTo>
                  <a:lnTo>
                    <a:pt x="139722" y="114451"/>
                  </a:lnTo>
                  <a:lnTo>
                    <a:pt x="140865" y="114918"/>
                  </a:lnTo>
                  <a:lnTo>
                    <a:pt x="141999" y="115308"/>
                  </a:lnTo>
                  <a:lnTo>
                    <a:pt x="143075" y="115841"/>
                  </a:lnTo>
                  <a:lnTo>
                    <a:pt x="144218" y="116299"/>
                  </a:lnTo>
                  <a:lnTo>
                    <a:pt x="145361" y="116756"/>
                  </a:lnTo>
                  <a:lnTo>
                    <a:pt x="146428" y="117290"/>
                  </a:lnTo>
                  <a:lnTo>
                    <a:pt x="147571" y="117747"/>
                  </a:lnTo>
                  <a:lnTo>
                    <a:pt x="148714" y="118280"/>
                  </a:lnTo>
                  <a:lnTo>
                    <a:pt x="149790" y="118737"/>
                  </a:lnTo>
                  <a:lnTo>
                    <a:pt x="150924" y="119128"/>
                  </a:lnTo>
                  <a:lnTo>
                    <a:pt x="152066" y="119595"/>
                  </a:lnTo>
                  <a:lnTo>
                    <a:pt x="153200" y="119918"/>
                  </a:lnTo>
                  <a:lnTo>
                    <a:pt x="154276" y="120252"/>
                  </a:lnTo>
                  <a:lnTo>
                    <a:pt x="155419" y="120585"/>
                  </a:lnTo>
                  <a:lnTo>
                    <a:pt x="156563" y="120842"/>
                  </a:lnTo>
                  <a:lnTo>
                    <a:pt x="157639" y="121042"/>
                  </a:lnTo>
                  <a:lnTo>
                    <a:pt x="158772" y="121175"/>
                  </a:lnTo>
                  <a:lnTo>
                    <a:pt x="159915" y="121309"/>
                  </a:lnTo>
                  <a:lnTo>
                    <a:pt x="160992" y="121309"/>
                  </a:lnTo>
                  <a:lnTo>
                    <a:pt x="162125" y="121309"/>
                  </a:lnTo>
                  <a:lnTo>
                    <a:pt x="163268" y="121242"/>
                  </a:lnTo>
                  <a:lnTo>
                    <a:pt x="164344" y="121109"/>
                  </a:lnTo>
                  <a:lnTo>
                    <a:pt x="165478" y="120975"/>
                  </a:lnTo>
                  <a:lnTo>
                    <a:pt x="166621" y="120709"/>
                  </a:lnTo>
                  <a:lnTo>
                    <a:pt x="167697" y="120518"/>
                  </a:lnTo>
                  <a:lnTo>
                    <a:pt x="168840" y="120185"/>
                  </a:lnTo>
                  <a:lnTo>
                    <a:pt x="169974" y="119852"/>
                  </a:lnTo>
                  <a:lnTo>
                    <a:pt x="171050" y="119528"/>
                  </a:lnTo>
                  <a:lnTo>
                    <a:pt x="172193" y="119128"/>
                  </a:lnTo>
                  <a:lnTo>
                    <a:pt x="173326" y="118737"/>
                  </a:lnTo>
                  <a:lnTo>
                    <a:pt x="174403" y="118337"/>
                  </a:lnTo>
                  <a:lnTo>
                    <a:pt x="175546" y="118013"/>
                  </a:lnTo>
                  <a:lnTo>
                    <a:pt x="176689" y="117613"/>
                  </a:lnTo>
                  <a:lnTo>
                    <a:pt x="177756" y="117290"/>
                  </a:lnTo>
                  <a:lnTo>
                    <a:pt x="178899" y="116956"/>
                  </a:lnTo>
                  <a:lnTo>
                    <a:pt x="180042" y="116699"/>
                  </a:lnTo>
                  <a:lnTo>
                    <a:pt x="181118" y="116499"/>
                  </a:lnTo>
                  <a:lnTo>
                    <a:pt x="182251" y="116365"/>
                  </a:lnTo>
                  <a:lnTo>
                    <a:pt x="183394" y="116299"/>
                  </a:lnTo>
                  <a:lnTo>
                    <a:pt x="184471" y="116299"/>
                  </a:lnTo>
                  <a:lnTo>
                    <a:pt x="185604" y="116499"/>
                  </a:lnTo>
                  <a:lnTo>
                    <a:pt x="186747" y="116699"/>
                  </a:lnTo>
                  <a:lnTo>
                    <a:pt x="187824" y="117090"/>
                  </a:lnTo>
                  <a:lnTo>
                    <a:pt x="188967" y="117547"/>
                  </a:lnTo>
                  <a:lnTo>
                    <a:pt x="190100" y="118147"/>
                  </a:lnTo>
                  <a:lnTo>
                    <a:pt x="191176" y="118937"/>
                  </a:lnTo>
                  <a:lnTo>
                    <a:pt x="192319" y="119852"/>
                  </a:lnTo>
                  <a:lnTo>
                    <a:pt x="193453" y="120975"/>
                  </a:lnTo>
                  <a:lnTo>
                    <a:pt x="194529" y="122157"/>
                  </a:lnTo>
                  <a:lnTo>
                    <a:pt x="195672" y="123480"/>
                  </a:lnTo>
                  <a:lnTo>
                    <a:pt x="196806" y="125062"/>
                  </a:lnTo>
                  <a:lnTo>
                    <a:pt x="197882" y="126776"/>
                  </a:lnTo>
                  <a:lnTo>
                    <a:pt x="199025" y="128548"/>
                  </a:lnTo>
                  <a:lnTo>
                    <a:pt x="200168" y="130529"/>
                  </a:lnTo>
                  <a:lnTo>
                    <a:pt x="201244" y="132634"/>
                  </a:lnTo>
                  <a:lnTo>
                    <a:pt x="202378" y="134939"/>
                  </a:lnTo>
                  <a:lnTo>
                    <a:pt x="203521" y="137311"/>
                  </a:lnTo>
                  <a:lnTo>
                    <a:pt x="204597" y="139749"/>
                  </a:lnTo>
                  <a:lnTo>
                    <a:pt x="205731" y="142321"/>
                  </a:lnTo>
                  <a:lnTo>
                    <a:pt x="206874" y="144950"/>
                  </a:lnTo>
                  <a:lnTo>
                    <a:pt x="207950" y="147722"/>
                  </a:lnTo>
                  <a:lnTo>
                    <a:pt x="209093" y="150484"/>
                  </a:lnTo>
                  <a:lnTo>
                    <a:pt x="210226" y="153322"/>
                  </a:lnTo>
                  <a:lnTo>
                    <a:pt x="211302" y="156151"/>
                  </a:lnTo>
                  <a:lnTo>
                    <a:pt x="212446" y="159047"/>
                  </a:lnTo>
                  <a:lnTo>
                    <a:pt x="213579" y="161886"/>
                  </a:lnTo>
                  <a:lnTo>
                    <a:pt x="214656" y="164715"/>
                  </a:lnTo>
                  <a:lnTo>
                    <a:pt x="215799" y="167544"/>
                  </a:lnTo>
                  <a:lnTo>
                    <a:pt x="216932" y="170315"/>
                  </a:lnTo>
                  <a:lnTo>
                    <a:pt x="218008" y="173011"/>
                  </a:lnTo>
                  <a:lnTo>
                    <a:pt x="219151" y="175583"/>
                  </a:lnTo>
                  <a:lnTo>
                    <a:pt x="220294" y="178154"/>
                  </a:lnTo>
                  <a:lnTo>
                    <a:pt x="221370" y="180593"/>
                  </a:lnTo>
                  <a:lnTo>
                    <a:pt x="222504" y="182964"/>
                  </a:lnTo>
                  <a:lnTo>
                    <a:pt x="223647" y="185269"/>
                  </a:lnTo>
                  <a:lnTo>
                    <a:pt x="224723" y="187441"/>
                  </a:lnTo>
                  <a:lnTo>
                    <a:pt x="225857" y="189479"/>
                  </a:lnTo>
                  <a:lnTo>
                    <a:pt x="227000" y="191394"/>
                  </a:lnTo>
                  <a:lnTo>
                    <a:pt x="228076" y="193232"/>
                  </a:lnTo>
                  <a:lnTo>
                    <a:pt x="229209" y="195013"/>
                  </a:lnTo>
                  <a:lnTo>
                    <a:pt x="230352" y="196661"/>
                  </a:lnTo>
                  <a:lnTo>
                    <a:pt x="231496" y="198176"/>
                  </a:lnTo>
                  <a:lnTo>
                    <a:pt x="232572" y="199624"/>
                  </a:lnTo>
                  <a:lnTo>
                    <a:pt x="233706" y="201014"/>
                  </a:lnTo>
                  <a:lnTo>
                    <a:pt x="234849" y="202329"/>
                  </a:lnTo>
                  <a:lnTo>
                    <a:pt x="235925" y="203510"/>
                  </a:lnTo>
                  <a:lnTo>
                    <a:pt x="237058" y="204701"/>
                  </a:lnTo>
                  <a:lnTo>
                    <a:pt x="238201" y="205748"/>
                  </a:lnTo>
                  <a:lnTo>
                    <a:pt x="239277" y="206806"/>
                  </a:lnTo>
                  <a:lnTo>
                    <a:pt x="240420" y="207863"/>
                  </a:lnTo>
                  <a:lnTo>
                    <a:pt x="241554" y="208844"/>
                  </a:lnTo>
                  <a:lnTo>
                    <a:pt x="242630" y="209768"/>
                  </a:lnTo>
                  <a:lnTo>
                    <a:pt x="243773" y="210691"/>
                  </a:lnTo>
                  <a:lnTo>
                    <a:pt x="244907" y="211615"/>
                  </a:lnTo>
                  <a:lnTo>
                    <a:pt x="245983" y="212540"/>
                  </a:lnTo>
                  <a:lnTo>
                    <a:pt x="247126" y="213397"/>
                  </a:lnTo>
                  <a:lnTo>
                    <a:pt x="248259" y="214254"/>
                  </a:lnTo>
                  <a:lnTo>
                    <a:pt x="249336" y="215102"/>
                  </a:lnTo>
                  <a:lnTo>
                    <a:pt x="250479" y="215959"/>
                  </a:lnTo>
                  <a:lnTo>
                    <a:pt x="251622" y="216749"/>
                  </a:lnTo>
                  <a:lnTo>
                    <a:pt x="252698" y="217607"/>
                  </a:lnTo>
                  <a:lnTo>
                    <a:pt x="253832" y="218397"/>
                  </a:lnTo>
                  <a:lnTo>
                    <a:pt x="254975" y="219121"/>
                  </a:lnTo>
                  <a:lnTo>
                    <a:pt x="256051" y="219912"/>
                  </a:lnTo>
                  <a:lnTo>
                    <a:pt x="257184" y="220569"/>
                  </a:lnTo>
                  <a:lnTo>
                    <a:pt x="258327" y="221302"/>
                  </a:lnTo>
                  <a:lnTo>
                    <a:pt x="259404" y="221960"/>
                  </a:lnTo>
                  <a:lnTo>
                    <a:pt x="260537" y="222550"/>
                  </a:lnTo>
                  <a:lnTo>
                    <a:pt x="261680" y="223074"/>
                  </a:lnTo>
                  <a:lnTo>
                    <a:pt x="262757" y="223608"/>
                  </a:lnTo>
                  <a:lnTo>
                    <a:pt x="263900" y="224064"/>
                  </a:lnTo>
                  <a:lnTo>
                    <a:pt x="265033" y="224522"/>
                  </a:lnTo>
                  <a:lnTo>
                    <a:pt x="266110" y="224855"/>
                  </a:lnTo>
                  <a:lnTo>
                    <a:pt x="267252" y="225189"/>
                  </a:lnTo>
                  <a:lnTo>
                    <a:pt x="268386" y="225446"/>
                  </a:lnTo>
                  <a:lnTo>
                    <a:pt x="269462" y="225713"/>
                  </a:lnTo>
                  <a:lnTo>
                    <a:pt x="270605" y="225846"/>
                  </a:lnTo>
                  <a:lnTo>
                    <a:pt x="271748" y="225979"/>
                  </a:lnTo>
                  <a:lnTo>
                    <a:pt x="272825" y="226036"/>
                  </a:lnTo>
                  <a:lnTo>
                    <a:pt x="273958" y="226103"/>
                  </a:lnTo>
                  <a:lnTo>
                    <a:pt x="275101" y="226103"/>
                  </a:lnTo>
                  <a:lnTo>
                    <a:pt x="276178" y="226036"/>
                  </a:lnTo>
                  <a:lnTo>
                    <a:pt x="277311" y="225979"/>
                  </a:lnTo>
                  <a:lnTo>
                    <a:pt x="278454" y="225846"/>
                  </a:lnTo>
                  <a:lnTo>
                    <a:pt x="279530" y="225713"/>
                  </a:lnTo>
                  <a:lnTo>
                    <a:pt x="280673" y="225579"/>
                  </a:lnTo>
                  <a:lnTo>
                    <a:pt x="281807" y="225379"/>
                  </a:lnTo>
                  <a:lnTo>
                    <a:pt x="282883" y="225255"/>
                  </a:lnTo>
                  <a:lnTo>
                    <a:pt x="284026" y="225055"/>
                  </a:lnTo>
                  <a:lnTo>
                    <a:pt x="285160" y="224855"/>
                  </a:lnTo>
                  <a:lnTo>
                    <a:pt x="286236" y="224588"/>
                  </a:lnTo>
                  <a:lnTo>
                    <a:pt x="287379" y="224398"/>
                  </a:lnTo>
                  <a:lnTo>
                    <a:pt x="288512" y="224198"/>
                  </a:lnTo>
                  <a:lnTo>
                    <a:pt x="289589" y="223931"/>
                  </a:lnTo>
                  <a:lnTo>
                    <a:pt x="290732" y="223731"/>
                  </a:lnTo>
                  <a:lnTo>
                    <a:pt x="291875" y="223474"/>
                  </a:lnTo>
                  <a:lnTo>
                    <a:pt x="292951" y="223208"/>
                  </a:lnTo>
                  <a:lnTo>
                    <a:pt x="294085" y="223008"/>
                  </a:lnTo>
                  <a:lnTo>
                    <a:pt x="295228" y="222750"/>
                  </a:lnTo>
                  <a:lnTo>
                    <a:pt x="296304" y="222484"/>
                  </a:lnTo>
                  <a:lnTo>
                    <a:pt x="297437" y="222217"/>
                  </a:lnTo>
                  <a:lnTo>
                    <a:pt x="298580" y="221893"/>
                  </a:lnTo>
                  <a:lnTo>
                    <a:pt x="299656" y="221626"/>
                  </a:lnTo>
                  <a:lnTo>
                    <a:pt x="300790" y="221359"/>
                  </a:lnTo>
                  <a:lnTo>
                    <a:pt x="301933" y="221036"/>
                  </a:lnTo>
                  <a:lnTo>
                    <a:pt x="303010" y="220702"/>
                  </a:lnTo>
                  <a:lnTo>
                    <a:pt x="304153" y="220379"/>
                  </a:lnTo>
                  <a:lnTo>
                    <a:pt x="305286" y="219979"/>
                  </a:lnTo>
                  <a:lnTo>
                    <a:pt x="306362" y="219655"/>
                  </a:lnTo>
                  <a:lnTo>
                    <a:pt x="307505" y="219254"/>
                  </a:lnTo>
                  <a:lnTo>
                    <a:pt x="308639" y="218930"/>
                  </a:lnTo>
                  <a:lnTo>
                    <a:pt x="309782" y="218531"/>
                  </a:lnTo>
                  <a:lnTo>
                    <a:pt x="310858" y="218140"/>
                  </a:lnTo>
                  <a:lnTo>
                    <a:pt x="312001" y="217807"/>
                  </a:lnTo>
                  <a:lnTo>
                    <a:pt x="313135" y="217416"/>
                  </a:lnTo>
                  <a:lnTo>
                    <a:pt x="314211" y="217083"/>
                  </a:lnTo>
                  <a:lnTo>
                    <a:pt x="315354" y="216749"/>
                  </a:lnTo>
                  <a:lnTo>
                    <a:pt x="316487" y="216425"/>
                  </a:lnTo>
                  <a:lnTo>
                    <a:pt x="317563" y="216159"/>
                  </a:lnTo>
                  <a:lnTo>
                    <a:pt x="318706" y="215959"/>
                  </a:lnTo>
                  <a:lnTo>
                    <a:pt x="319840" y="215768"/>
                  </a:lnTo>
                  <a:lnTo>
                    <a:pt x="320916" y="215635"/>
                  </a:lnTo>
                  <a:lnTo>
                    <a:pt x="322060" y="215502"/>
                  </a:lnTo>
                  <a:lnTo>
                    <a:pt x="323203" y="215502"/>
                  </a:lnTo>
                  <a:lnTo>
                    <a:pt x="324279" y="215502"/>
                  </a:lnTo>
                  <a:lnTo>
                    <a:pt x="325412" y="215568"/>
                  </a:lnTo>
                  <a:lnTo>
                    <a:pt x="326555" y="215702"/>
                  </a:lnTo>
                  <a:lnTo>
                    <a:pt x="327631" y="215892"/>
                  </a:lnTo>
                  <a:lnTo>
                    <a:pt x="328765" y="216159"/>
                  </a:lnTo>
                  <a:lnTo>
                    <a:pt x="329908" y="216492"/>
                  </a:lnTo>
                  <a:lnTo>
                    <a:pt x="330984" y="216883"/>
                  </a:lnTo>
                  <a:lnTo>
                    <a:pt x="332118" y="217350"/>
                  </a:lnTo>
                  <a:lnTo>
                    <a:pt x="333261" y="217807"/>
                  </a:lnTo>
                  <a:lnTo>
                    <a:pt x="334337" y="218397"/>
                  </a:lnTo>
                  <a:lnTo>
                    <a:pt x="335480" y="218988"/>
                  </a:lnTo>
                  <a:lnTo>
                    <a:pt x="336613" y="219588"/>
                  </a:lnTo>
                  <a:lnTo>
                    <a:pt x="337690" y="220245"/>
                  </a:lnTo>
                  <a:lnTo>
                    <a:pt x="338833" y="220969"/>
                  </a:lnTo>
                  <a:lnTo>
                    <a:pt x="339966" y="221693"/>
                  </a:lnTo>
                  <a:lnTo>
                    <a:pt x="341043" y="222417"/>
                  </a:lnTo>
                  <a:lnTo>
                    <a:pt x="342186" y="223141"/>
                  </a:lnTo>
                  <a:lnTo>
                    <a:pt x="343329" y="223864"/>
                  </a:lnTo>
                  <a:lnTo>
                    <a:pt x="344395" y="224588"/>
                  </a:lnTo>
                  <a:lnTo>
                    <a:pt x="345538" y="225313"/>
                  </a:lnTo>
                  <a:lnTo>
                    <a:pt x="346681" y="226036"/>
                  </a:lnTo>
                  <a:lnTo>
                    <a:pt x="347758" y="226703"/>
                  </a:lnTo>
                  <a:lnTo>
                    <a:pt x="348891" y="227294"/>
                  </a:lnTo>
                  <a:lnTo>
                    <a:pt x="350034" y="227884"/>
                  </a:lnTo>
                  <a:lnTo>
                    <a:pt x="351111" y="228408"/>
                  </a:lnTo>
                  <a:lnTo>
                    <a:pt x="352244" y="228941"/>
                  </a:lnTo>
                  <a:lnTo>
                    <a:pt x="353387" y="229332"/>
                  </a:lnTo>
                  <a:lnTo>
                    <a:pt x="354463" y="229732"/>
                  </a:lnTo>
                  <a:lnTo>
                    <a:pt x="355606" y="230056"/>
                  </a:lnTo>
                  <a:lnTo>
                    <a:pt x="356740" y="230323"/>
                  </a:lnTo>
                  <a:lnTo>
                    <a:pt x="357816" y="230456"/>
                  </a:lnTo>
                  <a:lnTo>
                    <a:pt x="358959" y="230589"/>
                  </a:lnTo>
                  <a:lnTo>
                    <a:pt x="360093" y="230656"/>
                  </a:lnTo>
                  <a:lnTo>
                    <a:pt x="361169" y="230656"/>
                  </a:lnTo>
                  <a:lnTo>
                    <a:pt x="362312" y="230523"/>
                  </a:lnTo>
                  <a:lnTo>
                    <a:pt x="363445" y="230389"/>
                  </a:lnTo>
                  <a:lnTo>
                    <a:pt x="364522" y="230189"/>
                  </a:lnTo>
                  <a:lnTo>
                    <a:pt x="365665" y="229923"/>
                  </a:lnTo>
                  <a:lnTo>
                    <a:pt x="366808" y="229598"/>
                  </a:lnTo>
                  <a:lnTo>
                    <a:pt x="367884" y="229198"/>
                  </a:lnTo>
                  <a:lnTo>
                    <a:pt x="369018" y="228742"/>
                  </a:lnTo>
                  <a:lnTo>
                    <a:pt x="370161" y="228218"/>
                  </a:lnTo>
                  <a:lnTo>
                    <a:pt x="371237" y="227684"/>
                  </a:lnTo>
                  <a:lnTo>
                    <a:pt x="372370" y="227093"/>
                  </a:lnTo>
                  <a:lnTo>
                    <a:pt x="373513" y="226503"/>
                  </a:lnTo>
                  <a:lnTo>
                    <a:pt x="374590" y="225913"/>
                  </a:lnTo>
                  <a:lnTo>
                    <a:pt x="375723" y="225255"/>
                  </a:lnTo>
                  <a:lnTo>
                    <a:pt x="376866" y="224522"/>
                  </a:lnTo>
                  <a:lnTo>
                    <a:pt x="377943" y="223864"/>
                  </a:lnTo>
                  <a:lnTo>
                    <a:pt x="379086" y="223208"/>
                  </a:lnTo>
                  <a:lnTo>
                    <a:pt x="380219" y="222550"/>
                  </a:lnTo>
                  <a:lnTo>
                    <a:pt x="381296" y="221893"/>
                  </a:lnTo>
                  <a:lnTo>
                    <a:pt x="382438" y="221236"/>
                  </a:lnTo>
                  <a:lnTo>
                    <a:pt x="383572" y="220636"/>
                  </a:lnTo>
                  <a:lnTo>
                    <a:pt x="384715" y="220112"/>
                  </a:lnTo>
                  <a:lnTo>
                    <a:pt x="385791" y="219588"/>
                  </a:lnTo>
                  <a:lnTo>
                    <a:pt x="386934" y="219121"/>
                  </a:lnTo>
                  <a:lnTo>
                    <a:pt x="388068" y="218664"/>
                  </a:lnTo>
                  <a:lnTo>
                    <a:pt x="389144" y="218331"/>
                  </a:lnTo>
                  <a:lnTo>
                    <a:pt x="390287" y="218007"/>
                  </a:lnTo>
                  <a:lnTo>
                    <a:pt x="391420" y="217807"/>
                  </a:lnTo>
                  <a:lnTo>
                    <a:pt x="392497" y="217607"/>
                  </a:lnTo>
                  <a:lnTo>
                    <a:pt x="393640" y="217540"/>
                  </a:lnTo>
                  <a:lnTo>
                    <a:pt x="394773" y="217474"/>
                  </a:lnTo>
                  <a:lnTo>
                    <a:pt x="395849" y="217540"/>
                  </a:lnTo>
                  <a:lnTo>
                    <a:pt x="396993" y="217674"/>
                  </a:lnTo>
                  <a:lnTo>
                    <a:pt x="398136" y="217874"/>
                  </a:lnTo>
                  <a:lnTo>
                    <a:pt x="399212" y="218140"/>
                  </a:lnTo>
                  <a:lnTo>
                    <a:pt x="400346" y="218464"/>
                  </a:lnTo>
                  <a:lnTo>
                    <a:pt x="401488" y="218864"/>
                  </a:lnTo>
                  <a:lnTo>
                    <a:pt x="402565" y="219254"/>
                  </a:lnTo>
                  <a:lnTo>
                    <a:pt x="403698" y="219779"/>
                  </a:lnTo>
                  <a:lnTo>
                    <a:pt x="404841" y="220379"/>
                  </a:lnTo>
                  <a:lnTo>
                    <a:pt x="405917" y="220969"/>
                  </a:lnTo>
                  <a:lnTo>
                    <a:pt x="407060" y="221559"/>
                  </a:lnTo>
                  <a:lnTo>
                    <a:pt x="408194" y="222217"/>
                  </a:lnTo>
                  <a:lnTo>
                    <a:pt x="409270" y="222941"/>
                  </a:lnTo>
                  <a:lnTo>
                    <a:pt x="410414" y="223674"/>
                  </a:lnTo>
                  <a:lnTo>
                    <a:pt x="411547" y="224398"/>
                  </a:lnTo>
                  <a:lnTo>
                    <a:pt x="412623" y="225122"/>
                  </a:lnTo>
                  <a:lnTo>
                    <a:pt x="413766" y="225846"/>
                  </a:lnTo>
                  <a:lnTo>
                    <a:pt x="414899" y="226570"/>
                  </a:lnTo>
                  <a:lnTo>
                    <a:pt x="415976" y="227294"/>
                  </a:lnTo>
                  <a:lnTo>
                    <a:pt x="417119" y="227951"/>
                  </a:lnTo>
                  <a:lnTo>
                    <a:pt x="418262" y="228675"/>
                  </a:lnTo>
                  <a:lnTo>
                    <a:pt x="419338" y="229265"/>
                  </a:lnTo>
                  <a:lnTo>
                    <a:pt x="420472" y="229923"/>
                  </a:lnTo>
                  <a:lnTo>
                    <a:pt x="421615" y="230523"/>
                  </a:lnTo>
                  <a:lnTo>
                    <a:pt x="422691" y="231047"/>
                  </a:lnTo>
                  <a:lnTo>
                    <a:pt x="423824" y="231504"/>
                  </a:lnTo>
                  <a:lnTo>
                    <a:pt x="424967" y="231970"/>
                  </a:lnTo>
                  <a:lnTo>
                    <a:pt x="426044" y="232428"/>
                  </a:lnTo>
                  <a:lnTo>
                    <a:pt x="427187" y="232761"/>
                  </a:lnTo>
                  <a:lnTo>
                    <a:pt x="428320" y="233085"/>
                  </a:lnTo>
                  <a:lnTo>
                    <a:pt x="429397" y="233285"/>
                  </a:lnTo>
                  <a:lnTo>
                    <a:pt x="430540" y="233485"/>
                  </a:lnTo>
                  <a:lnTo>
                    <a:pt x="431673" y="233619"/>
                  </a:lnTo>
                  <a:lnTo>
                    <a:pt x="432749" y="233685"/>
                  </a:lnTo>
                  <a:lnTo>
                    <a:pt x="433892" y="233752"/>
                  </a:lnTo>
                  <a:lnTo>
                    <a:pt x="435026" y="233685"/>
                  </a:lnTo>
                  <a:lnTo>
                    <a:pt x="436102" y="233552"/>
                  </a:lnTo>
                  <a:lnTo>
                    <a:pt x="437245" y="233418"/>
                  </a:lnTo>
                  <a:lnTo>
                    <a:pt x="438388" y="233152"/>
                  </a:lnTo>
                  <a:lnTo>
                    <a:pt x="439465" y="232828"/>
                  </a:lnTo>
                  <a:lnTo>
                    <a:pt x="440598" y="232428"/>
                  </a:lnTo>
                  <a:lnTo>
                    <a:pt x="441741" y="232037"/>
                  </a:lnTo>
                  <a:lnTo>
                    <a:pt x="442817" y="231504"/>
                  </a:lnTo>
                  <a:lnTo>
                    <a:pt x="443951" y="230913"/>
                  </a:lnTo>
                  <a:lnTo>
                    <a:pt x="445094" y="230256"/>
                  </a:lnTo>
                  <a:lnTo>
                    <a:pt x="446170" y="229598"/>
                  </a:lnTo>
                  <a:lnTo>
                    <a:pt x="447313" y="228808"/>
                  </a:lnTo>
                  <a:lnTo>
                    <a:pt x="448447" y="228018"/>
                  </a:lnTo>
                  <a:lnTo>
                    <a:pt x="449523" y="227093"/>
                  </a:lnTo>
                  <a:lnTo>
                    <a:pt x="450666" y="226170"/>
                  </a:lnTo>
                  <a:lnTo>
                    <a:pt x="451799" y="225189"/>
                  </a:lnTo>
                  <a:lnTo>
                    <a:pt x="452875" y="224198"/>
                  </a:lnTo>
                  <a:lnTo>
                    <a:pt x="454019" y="223074"/>
                  </a:lnTo>
                  <a:lnTo>
                    <a:pt x="455152" y="222026"/>
                  </a:lnTo>
                  <a:lnTo>
                    <a:pt x="456229" y="220902"/>
                  </a:lnTo>
                  <a:lnTo>
                    <a:pt x="457372" y="219721"/>
                  </a:lnTo>
                  <a:lnTo>
                    <a:pt x="458515" y="218597"/>
                  </a:lnTo>
                  <a:lnTo>
                    <a:pt x="459591" y="217416"/>
                  </a:lnTo>
                  <a:lnTo>
                    <a:pt x="460724" y="216292"/>
                  </a:lnTo>
                  <a:lnTo>
                    <a:pt x="461867" y="215169"/>
                  </a:lnTo>
                  <a:lnTo>
                    <a:pt x="463001" y="214054"/>
                  </a:lnTo>
                  <a:lnTo>
                    <a:pt x="464077" y="212997"/>
                  </a:lnTo>
                  <a:lnTo>
                    <a:pt x="465220" y="212006"/>
                  </a:lnTo>
                  <a:lnTo>
                    <a:pt x="466354" y="211025"/>
                  </a:lnTo>
                  <a:lnTo>
                    <a:pt x="467430" y="210168"/>
                  </a:lnTo>
                  <a:lnTo>
                    <a:pt x="468573" y="209311"/>
                  </a:lnTo>
                  <a:lnTo>
                    <a:pt x="469716" y="208586"/>
                  </a:lnTo>
                  <a:lnTo>
                    <a:pt x="470792" y="207929"/>
                  </a:lnTo>
                  <a:lnTo>
                    <a:pt x="471925" y="207329"/>
                  </a:lnTo>
                  <a:lnTo>
                    <a:pt x="473069" y="206872"/>
                  </a:lnTo>
                  <a:lnTo>
                    <a:pt x="474145" y="206482"/>
                  </a:lnTo>
                  <a:lnTo>
                    <a:pt x="475279" y="206215"/>
                  </a:lnTo>
                  <a:lnTo>
                    <a:pt x="476422" y="206081"/>
                  </a:lnTo>
                  <a:lnTo>
                    <a:pt x="477498" y="206015"/>
                  </a:lnTo>
                  <a:lnTo>
                    <a:pt x="478641" y="206081"/>
                  </a:lnTo>
                  <a:lnTo>
                    <a:pt x="479774" y="206215"/>
                  </a:lnTo>
                  <a:lnTo>
                    <a:pt x="480851" y="206482"/>
                  </a:lnTo>
                  <a:lnTo>
                    <a:pt x="481993" y="206739"/>
                  </a:lnTo>
                  <a:lnTo>
                    <a:pt x="483127" y="207206"/>
                  </a:lnTo>
                  <a:lnTo>
                    <a:pt x="484203" y="207663"/>
                  </a:lnTo>
                  <a:lnTo>
                    <a:pt x="485346" y="208253"/>
                  </a:lnTo>
                  <a:lnTo>
                    <a:pt x="486480" y="208844"/>
                  </a:lnTo>
                  <a:lnTo>
                    <a:pt x="487556" y="209577"/>
                  </a:lnTo>
                  <a:lnTo>
                    <a:pt x="488699" y="210234"/>
                  </a:lnTo>
                  <a:lnTo>
                    <a:pt x="489842" y="211025"/>
                  </a:lnTo>
                  <a:lnTo>
                    <a:pt x="490918" y="211816"/>
                  </a:lnTo>
                  <a:lnTo>
                    <a:pt x="492052" y="212606"/>
                  </a:lnTo>
                  <a:lnTo>
                    <a:pt x="493195" y="213397"/>
                  </a:lnTo>
                  <a:lnTo>
                    <a:pt x="494271" y="214187"/>
                  </a:lnTo>
                  <a:lnTo>
                    <a:pt x="495405" y="214978"/>
                  </a:lnTo>
                  <a:lnTo>
                    <a:pt x="496548" y="215702"/>
                  </a:lnTo>
                  <a:lnTo>
                    <a:pt x="497624" y="216492"/>
                  </a:lnTo>
                  <a:lnTo>
                    <a:pt x="498758" y="217216"/>
                  </a:lnTo>
                  <a:lnTo>
                    <a:pt x="499901" y="217874"/>
                  </a:lnTo>
                  <a:lnTo>
                    <a:pt x="500977" y="218531"/>
                  </a:lnTo>
                  <a:lnTo>
                    <a:pt x="502120" y="219121"/>
                  </a:lnTo>
                  <a:lnTo>
                    <a:pt x="503253" y="219721"/>
                  </a:lnTo>
                  <a:lnTo>
                    <a:pt x="504330" y="220312"/>
                  </a:lnTo>
                  <a:lnTo>
                    <a:pt x="505473" y="220769"/>
                  </a:lnTo>
                  <a:lnTo>
                    <a:pt x="506606" y="221236"/>
                  </a:lnTo>
                  <a:lnTo>
                    <a:pt x="507683" y="221693"/>
                  </a:lnTo>
                  <a:lnTo>
                    <a:pt x="508826" y="222093"/>
                  </a:lnTo>
                  <a:lnTo>
                    <a:pt x="509968" y="222484"/>
                  </a:lnTo>
                  <a:lnTo>
                    <a:pt x="511045" y="222884"/>
                  </a:lnTo>
                  <a:lnTo>
                    <a:pt x="512178" y="223208"/>
                  </a:lnTo>
                  <a:lnTo>
                    <a:pt x="513321" y="223541"/>
                  </a:lnTo>
                  <a:lnTo>
                    <a:pt x="514398" y="223864"/>
                  </a:lnTo>
                  <a:lnTo>
                    <a:pt x="515531" y="224198"/>
                  </a:lnTo>
                  <a:lnTo>
                    <a:pt x="516674" y="224522"/>
                  </a:lnTo>
                  <a:lnTo>
                    <a:pt x="517751" y="224855"/>
                  </a:lnTo>
                  <a:lnTo>
                    <a:pt x="518884" y="225122"/>
                  </a:lnTo>
                  <a:lnTo>
                    <a:pt x="520027" y="225513"/>
                  </a:lnTo>
                  <a:lnTo>
                    <a:pt x="521103" y="225846"/>
                  </a:lnTo>
                  <a:lnTo>
                    <a:pt x="522246" y="226170"/>
                  </a:lnTo>
                  <a:lnTo>
                    <a:pt x="523380" y="226570"/>
                  </a:lnTo>
                  <a:lnTo>
                    <a:pt x="524456" y="226893"/>
                  </a:lnTo>
                  <a:lnTo>
                    <a:pt x="525599" y="227294"/>
                  </a:lnTo>
                  <a:lnTo>
                    <a:pt x="526733" y="227684"/>
                  </a:lnTo>
                  <a:lnTo>
                    <a:pt x="527809" y="228151"/>
                  </a:lnTo>
                  <a:lnTo>
                    <a:pt x="528952" y="228542"/>
                  </a:lnTo>
                  <a:lnTo>
                    <a:pt x="530085" y="229008"/>
                  </a:lnTo>
                  <a:lnTo>
                    <a:pt x="531162" y="229465"/>
                  </a:lnTo>
                  <a:lnTo>
                    <a:pt x="532305" y="229865"/>
                  </a:lnTo>
                  <a:lnTo>
                    <a:pt x="533448" y="230323"/>
                  </a:lnTo>
                  <a:lnTo>
                    <a:pt x="534524" y="230780"/>
                  </a:lnTo>
                  <a:lnTo>
                    <a:pt x="535658" y="231247"/>
                  </a:lnTo>
                  <a:lnTo>
                    <a:pt x="536801" y="231704"/>
                  </a:lnTo>
                  <a:lnTo>
                    <a:pt x="537934" y="232104"/>
                  </a:lnTo>
                  <a:lnTo>
                    <a:pt x="539010" y="232561"/>
                  </a:lnTo>
                  <a:lnTo>
                    <a:pt x="540153" y="232961"/>
                  </a:lnTo>
                  <a:lnTo>
                    <a:pt x="541296" y="233352"/>
                  </a:lnTo>
                  <a:lnTo>
                    <a:pt x="542363" y="233752"/>
                  </a:lnTo>
                  <a:lnTo>
                    <a:pt x="543506" y="234075"/>
                  </a:lnTo>
                  <a:lnTo>
                    <a:pt x="544649" y="234475"/>
                  </a:lnTo>
                  <a:lnTo>
                    <a:pt x="545726" y="234799"/>
                  </a:lnTo>
                  <a:lnTo>
                    <a:pt x="546859" y="235133"/>
                  </a:lnTo>
                  <a:lnTo>
                    <a:pt x="548002" y="235399"/>
                  </a:lnTo>
                  <a:lnTo>
                    <a:pt x="549078" y="235657"/>
                  </a:lnTo>
                  <a:lnTo>
                    <a:pt x="550212" y="235923"/>
                  </a:lnTo>
                  <a:lnTo>
                    <a:pt x="551355" y="236190"/>
                  </a:lnTo>
                  <a:lnTo>
                    <a:pt x="552431" y="236381"/>
                  </a:lnTo>
                  <a:lnTo>
                    <a:pt x="553574" y="236581"/>
                  </a:lnTo>
                  <a:lnTo>
                    <a:pt x="554708" y="236781"/>
                  </a:lnTo>
                  <a:lnTo>
                    <a:pt x="555784" y="236914"/>
                  </a:lnTo>
                  <a:lnTo>
                    <a:pt x="556927" y="237038"/>
                  </a:lnTo>
                  <a:lnTo>
                    <a:pt x="558060" y="237171"/>
                  </a:lnTo>
                  <a:lnTo>
                    <a:pt x="559136" y="237304"/>
                  </a:lnTo>
                  <a:lnTo>
                    <a:pt x="560279" y="237438"/>
                  </a:lnTo>
                  <a:lnTo>
                    <a:pt x="561422" y="237504"/>
                  </a:lnTo>
                  <a:lnTo>
                    <a:pt x="562499" y="237571"/>
                  </a:lnTo>
                  <a:lnTo>
                    <a:pt x="563633" y="237638"/>
                  </a:lnTo>
                  <a:lnTo>
                    <a:pt x="564776" y="237695"/>
                  </a:lnTo>
                  <a:lnTo>
                    <a:pt x="565852" y="237762"/>
                  </a:lnTo>
                  <a:lnTo>
                    <a:pt x="566985" y="237828"/>
                  </a:lnTo>
                  <a:lnTo>
                    <a:pt x="568128" y="237895"/>
                  </a:lnTo>
                  <a:lnTo>
                    <a:pt x="569204" y="237895"/>
                  </a:lnTo>
                  <a:lnTo>
                    <a:pt x="570338" y="237962"/>
                  </a:lnTo>
                  <a:lnTo>
                    <a:pt x="571481" y="237962"/>
                  </a:lnTo>
                  <a:lnTo>
                    <a:pt x="571481" y="238095"/>
                  </a:lnTo>
                  <a:lnTo>
                    <a:pt x="570338" y="238095"/>
                  </a:lnTo>
                  <a:lnTo>
                    <a:pt x="569204" y="238095"/>
                  </a:lnTo>
                  <a:lnTo>
                    <a:pt x="568128" y="238095"/>
                  </a:lnTo>
                  <a:lnTo>
                    <a:pt x="566985" y="238095"/>
                  </a:lnTo>
                  <a:lnTo>
                    <a:pt x="565852" y="238095"/>
                  </a:lnTo>
                  <a:lnTo>
                    <a:pt x="564776" y="238095"/>
                  </a:lnTo>
                  <a:lnTo>
                    <a:pt x="563633" y="238095"/>
                  </a:lnTo>
                  <a:lnTo>
                    <a:pt x="562499" y="238095"/>
                  </a:lnTo>
                  <a:lnTo>
                    <a:pt x="561422" y="238095"/>
                  </a:lnTo>
                  <a:lnTo>
                    <a:pt x="560279" y="238095"/>
                  </a:lnTo>
                  <a:lnTo>
                    <a:pt x="559136" y="238095"/>
                  </a:lnTo>
                  <a:lnTo>
                    <a:pt x="558060" y="238095"/>
                  </a:lnTo>
                  <a:lnTo>
                    <a:pt x="556927" y="238095"/>
                  </a:lnTo>
                  <a:lnTo>
                    <a:pt x="555784" y="238095"/>
                  </a:lnTo>
                  <a:lnTo>
                    <a:pt x="554708" y="238095"/>
                  </a:lnTo>
                  <a:lnTo>
                    <a:pt x="553574" y="238095"/>
                  </a:lnTo>
                  <a:lnTo>
                    <a:pt x="552431" y="238095"/>
                  </a:lnTo>
                  <a:lnTo>
                    <a:pt x="551355" y="238095"/>
                  </a:lnTo>
                  <a:lnTo>
                    <a:pt x="550212" y="238095"/>
                  </a:lnTo>
                  <a:lnTo>
                    <a:pt x="549078" y="238095"/>
                  </a:lnTo>
                  <a:lnTo>
                    <a:pt x="548002" y="238095"/>
                  </a:lnTo>
                  <a:lnTo>
                    <a:pt x="546859" y="238095"/>
                  </a:lnTo>
                  <a:lnTo>
                    <a:pt x="545726" y="238095"/>
                  </a:lnTo>
                  <a:lnTo>
                    <a:pt x="544649" y="238095"/>
                  </a:lnTo>
                  <a:lnTo>
                    <a:pt x="543506" y="238095"/>
                  </a:lnTo>
                  <a:lnTo>
                    <a:pt x="542363" y="238095"/>
                  </a:lnTo>
                  <a:lnTo>
                    <a:pt x="541296" y="238095"/>
                  </a:lnTo>
                  <a:lnTo>
                    <a:pt x="540153" y="238095"/>
                  </a:lnTo>
                  <a:lnTo>
                    <a:pt x="539010" y="238095"/>
                  </a:lnTo>
                  <a:lnTo>
                    <a:pt x="537934" y="238095"/>
                  </a:lnTo>
                  <a:lnTo>
                    <a:pt x="536801" y="238095"/>
                  </a:lnTo>
                  <a:lnTo>
                    <a:pt x="535658" y="238095"/>
                  </a:lnTo>
                  <a:lnTo>
                    <a:pt x="534524" y="238095"/>
                  </a:lnTo>
                  <a:lnTo>
                    <a:pt x="533448" y="238095"/>
                  </a:lnTo>
                  <a:lnTo>
                    <a:pt x="532305" y="238095"/>
                  </a:lnTo>
                  <a:lnTo>
                    <a:pt x="531162" y="238095"/>
                  </a:lnTo>
                  <a:lnTo>
                    <a:pt x="530085" y="238095"/>
                  </a:lnTo>
                  <a:lnTo>
                    <a:pt x="528952" y="238095"/>
                  </a:lnTo>
                  <a:lnTo>
                    <a:pt x="527809" y="238095"/>
                  </a:lnTo>
                  <a:lnTo>
                    <a:pt x="526733" y="238095"/>
                  </a:lnTo>
                  <a:lnTo>
                    <a:pt x="525599" y="238095"/>
                  </a:lnTo>
                  <a:lnTo>
                    <a:pt x="524456" y="238095"/>
                  </a:lnTo>
                  <a:lnTo>
                    <a:pt x="523380" y="238095"/>
                  </a:lnTo>
                  <a:lnTo>
                    <a:pt x="522246" y="238095"/>
                  </a:lnTo>
                  <a:lnTo>
                    <a:pt x="521103" y="238095"/>
                  </a:lnTo>
                  <a:lnTo>
                    <a:pt x="520027" y="238095"/>
                  </a:lnTo>
                  <a:lnTo>
                    <a:pt x="518884" y="238095"/>
                  </a:lnTo>
                  <a:lnTo>
                    <a:pt x="517751" y="238095"/>
                  </a:lnTo>
                  <a:lnTo>
                    <a:pt x="516674" y="238095"/>
                  </a:lnTo>
                  <a:lnTo>
                    <a:pt x="515531" y="238095"/>
                  </a:lnTo>
                  <a:lnTo>
                    <a:pt x="514398" y="238095"/>
                  </a:lnTo>
                  <a:lnTo>
                    <a:pt x="513321" y="238095"/>
                  </a:lnTo>
                  <a:lnTo>
                    <a:pt x="512178" y="238095"/>
                  </a:lnTo>
                  <a:lnTo>
                    <a:pt x="511045" y="238095"/>
                  </a:lnTo>
                  <a:lnTo>
                    <a:pt x="509968" y="238095"/>
                  </a:lnTo>
                  <a:lnTo>
                    <a:pt x="508826" y="238095"/>
                  </a:lnTo>
                  <a:lnTo>
                    <a:pt x="507683" y="238095"/>
                  </a:lnTo>
                  <a:lnTo>
                    <a:pt x="506606" y="238095"/>
                  </a:lnTo>
                  <a:lnTo>
                    <a:pt x="505473" y="238095"/>
                  </a:lnTo>
                  <a:lnTo>
                    <a:pt x="504330" y="238095"/>
                  </a:lnTo>
                  <a:lnTo>
                    <a:pt x="503253" y="238095"/>
                  </a:lnTo>
                  <a:lnTo>
                    <a:pt x="502120" y="238095"/>
                  </a:lnTo>
                  <a:lnTo>
                    <a:pt x="500977" y="238095"/>
                  </a:lnTo>
                  <a:lnTo>
                    <a:pt x="499901" y="238095"/>
                  </a:lnTo>
                  <a:lnTo>
                    <a:pt x="498758" y="238095"/>
                  </a:lnTo>
                  <a:lnTo>
                    <a:pt x="497624" y="238095"/>
                  </a:lnTo>
                  <a:lnTo>
                    <a:pt x="496548" y="238095"/>
                  </a:lnTo>
                  <a:lnTo>
                    <a:pt x="495405" y="238095"/>
                  </a:lnTo>
                  <a:lnTo>
                    <a:pt x="494271" y="238095"/>
                  </a:lnTo>
                  <a:lnTo>
                    <a:pt x="493195" y="238095"/>
                  </a:lnTo>
                  <a:lnTo>
                    <a:pt x="492052" y="238095"/>
                  </a:lnTo>
                  <a:lnTo>
                    <a:pt x="490918" y="238095"/>
                  </a:lnTo>
                  <a:lnTo>
                    <a:pt x="489842" y="238095"/>
                  </a:lnTo>
                  <a:lnTo>
                    <a:pt x="488699" y="238095"/>
                  </a:lnTo>
                  <a:lnTo>
                    <a:pt x="487556" y="238095"/>
                  </a:lnTo>
                  <a:lnTo>
                    <a:pt x="486480" y="238095"/>
                  </a:lnTo>
                  <a:lnTo>
                    <a:pt x="485346" y="238095"/>
                  </a:lnTo>
                  <a:lnTo>
                    <a:pt x="484203" y="238095"/>
                  </a:lnTo>
                  <a:lnTo>
                    <a:pt x="483127" y="238095"/>
                  </a:lnTo>
                  <a:lnTo>
                    <a:pt x="481993" y="238095"/>
                  </a:lnTo>
                  <a:lnTo>
                    <a:pt x="480851" y="238095"/>
                  </a:lnTo>
                  <a:lnTo>
                    <a:pt x="479774" y="238095"/>
                  </a:lnTo>
                  <a:lnTo>
                    <a:pt x="478641" y="238095"/>
                  </a:lnTo>
                  <a:lnTo>
                    <a:pt x="477498" y="238095"/>
                  </a:lnTo>
                  <a:lnTo>
                    <a:pt x="476422" y="238095"/>
                  </a:lnTo>
                  <a:lnTo>
                    <a:pt x="475279" y="238095"/>
                  </a:lnTo>
                  <a:lnTo>
                    <a:pt x="474145" y="238095"/>
                  </a:lnTo>
                  <a:lnTo>
                    <a:pt x="473069" y="238095"/>
                  </a:lnTo>
                  <a:lnTo>
                    <a:pt x="471925" y="238095"/>
                  </a:lnTo>
                  <a:lnTo>
                    <a:pt x="470792" y="238095"/>
                  </a:lnTo>
                  <a:lnTo>
                    <a:pt x="469716" y="238095"/>
                  </a:lnTo>
                  <a:lnTo>
                    <a:pt x="468573" y="238095"/>
                  </a:lnTo>
                  <a:lnTo>
                    <a:pt x="467430" y="238095"/>
                  </a:lnTo>
                  <a:lnTo>
                    <a:pt x="466354" y="238095"/>
                  </a:lnTo>
                  <a:lnTo>
                    <a:pt x="465220" y="238095"/>
                  </a:lnTo>
                  <a:lnTo>
                    <a:pt x="464077" y="238095"/>
                  </a:lnTo>
                  <a:lnTo>
                    <a:pt x="463001" y="238095"/>
                  </a:lnTo>
                  <a:lnTo>
                    <a:pt x="461867" y="238095"/>
                  </a:lnTo>
                  <a:lnTo>
                    <a:pt x="460724" y="238095"/>
                  </a:lnTo>
                  <a:lnTo>
                    <a:pt x="459591" y="238095"/>
                  </a:lnTo>
                  <a:lnTo>
                    <a:pt x="458515" y="238095"/>
                  </a:lnTo>
                  <a:lnTo>
                    <a:pt x="457372" y="238095"/>
                  </a:lnTo>
                  <a:lnTo>
                    <a:pt x="456229" y="238095"/>
                  </a:lnTo>
                  <a:lnTo>
                    <a:pt x="455152" y="238095"/>
                  </a:lnTo>
                  <a:lnTo>
                    <a:pt x="454019" y="238095"/>
                  </a:lnTo>
                  <a:lnTo>
                    <a:pt x="452875" y="238095"/>
                  </a:lnTo>
                  <a:lnTo>
                    <a:pt x="451799" y="238095"/>
                  </a:lnTo>
                  <a:lnTo>
                    <a:pt x="450666" y="238095"/>
                  </a:lnTo>
                  <a:lnTo>
                    <a:pt x="449523" y="238095"/>
                  </a:lnTo>
                  <a:lnTo>
                    <a:pt x="448447" y="238095"/>
                  </a:lnTo>
                  <a:lnTo>
                    <a:pt x="447313" y="238095"/>
                  </a:lnTo>
                  <a:lnTo>
                    <a:pt x="446170" y="238095"/>
                  </a:lnTo>
                  <a:lnTo>
                    <a:pt x="445094" y="238095"/>
                  </a:lnTo>
                  <a:lnTo>
                    <a:pt x="443951" y="238095"/>
                  </a:lnTo>
                  <a:lnTo>
                    <a:pt x="442817" y="238095"/>
                  </a:lnTo>
                  <a:lnTo>
                    <a:pt x="441741" y="238095"/>
                  </a:lnTo>
                  <a:lnTo>
                    <a:pt x="440598" y="238095"/>
                  </a:lnTo>
                  <a:lnTo>
                    <a:pt x="439465" y="238095"/>
                  </a:lnTo>
                  <a:lnTo>
                    <a:pt x="438388" y="238095"/>
                  </a:lnTo>
                  <a:lnTo>
                    <a:pt x="437245" y="238095"/>
                  </a:lnTo>
                  <a:lnTo>
                    <a:pt x="436102" y="238095"/>
                  </a:lnTo>
                  <a:lnTo>
                    <a:pt x="435026" y="238095"/>
                  </a:lnTo>
                  <a:lnTo>
                    <a:pt x="433892" y="238095"/>
                  </a:lnTo>
                  <a:lnTo>
                    <a:pt x="432749" y="238095"/>
                  </a:lnTo>
                  <a:lnTo>
                    <a:pt x="431673" y="238095"/>
                  </a:lnTo>
                  <a:lnTo>
                    <a:pt x="430540" y="238095"/>
                  </a:lnTo>
                  <a:lnTo>
                    <a:pt x="429397" y="238095"/>
                  </a:lnTo>
                  <a:lnTo>
                    <a:pt x="428320" y="238095"/>
                  </a:lnTo>
                  <a:lnTo>
                    <a:pt x="427187" y="238095"/>
                  </a:lnTo>
                  <a:lnTo>
                    <a:pt x="426044" y="238095"/>
                  </a:lnTo>
                  <a:lnTo>
                    <a:pt x="424967" y="238095"/>
                  </a:lnTo>
                  <a:lnTo>
                    <a:pt x="423824" y="238095"/>
                  </a:lnTo>
                  <a:lnTo>
                    <a:pt x="422691" y="238095"/>
                  </a:lnTo>
                  <a:lnTo>
                    <a:pt x="421615" y="238095"/>
                  </a:lnTo>
                  <a:lnTo>
                    <a:pt x="420472" y="238095"/>
                  </a:lnTo>
                  <a:lnTo>
                    <a:pt x="419338" y="238095"/>
                  </a:lnTo>
                  <a:lnTo>
                    <a:pt x="418262" y="238095"/>
                  </a:lnTo>
                  <a:lnTo>
                    <a:pt x="417119" y="238095"/>
                  </a:lnTo>
                  <a:lnTo>
                    <a:pt x="415976" y="238095"/>
                  </a:lnTo>
                  <a:lnTo>
                    <a:pt x="414899" y="238095"/>
                  </a:lnTo>
                  <a:lnTo>
                    <a:pt x="413766" y="238095"/>
                  </a:lnTo>
                  <a:lnTo>
                    <a:pt x="412623" y="238095"/>
                  </a:lnTo>
                  <a:lnTo>
                    <a:pt x="411547" y="238095"/>
                  </a:lnTo>
                  <a:lnTo>
                    <a:pt x="410414" y="238095"/>
                  </a:lnTo>
                  <a:lnTo>
                    <a:pt x="409270" y="238095"/>
                  </a:lnTo>
                  <a:lnTo>
                    <a:pt x="408194" y="238095"/>
                  </a:lnTo>
                  <a:lnTo>
                    <a:pt x="407060" y="238095"/>
                  </a:lnTo>
                  <a:lnTo>
                    <a:pt x="405917" y="238095"/>
                  </a:lnTo>
                  <a:lnTo>
                    <a:pt x="404841" y="238095"/>
                  </a:lnTo>
                  <a:lnTo>
                    <a:pt x="403698" y="238095"/>
                  </a:lnTo>
                  <a:lnTo>
                    <a:pt x="402565" y="238095"/>
                  </a:lnTo>
                  <a:lnTo>
                    <a:pt x="401488" y="238095"/>
                  </a:lnTo>
                  <a:lnTo>
                    <a:pt x="400346" y="238095"/>
                  </a:lnTo>
                  <a:lnTo>
                    <a:pt x="399212" y="238095"/>
                  </a:lnTo>
                  <a:lnTo>
                    <a:pt x="398136" y="238095"/>
                  </a:lnTo>
                  <a:lnTo>
                    <a:pt x="396993" y="238095"/>
                  </a:lnTo>
                  <a:lnTo>
                    <a:pt x="395849" y="238095"/>
                  </a:lnTo>
                  <a:lnTo>
                    <a:pt x="394773" y="238095"/>
                  </a:lnTo>
                  <a:lnTo>
                    <a:pt x="393640" y="238095"/>
                  </a:lnTo>
                  <a:lnTo>
                    <a:pt x="392497" y="238095"/>
                  </a:lnTo>
                  <a:lnTo>
                    <a:pt x="391420" y="238095"/>
                  </a:lnTo>
                  <a:lnTo>
                    <a:pt x="390287" y="238095"/>
                  </a:lnTo>
                  <a:lnTo>
                    <a:pt x="389144" y="238095"/>
                  </a:lnTo>
                  <a:lnTo>
                    <a:pt x="388068" y="238095"/>
                  </a:lnTo>
                  <a:lnTo>
                    <a:pt x="386934" y="238095"/>
                  </a:lnTo>
                  <a:lnTo>
                    <a:pt x="385791" y="238095"/>
                  </a:lnTo>
                  <a:lnTo>
                    <a:pt x="384715" y="238095"/>
                  </a:lnTo>
                  <a:lnTo>
                    <a:pt x="383572" y="238095"/>
                  </a:lnTo>
                  <a:lnTo>
                    <a:pt x="382438" y="238095"/>
                  </a:lnTo>
                  <a:lnTo>
                    <a:pt x="381296" y="238095"/>
                  </a:lnTo>
                  <a:lnTo>
                    <a:pt x="380219" y="238095"/>
                  </a:lnTo>
                  <a:lnTo>
                    <a:pt x="379086" y="238095"/>
                  </a:lnTo>
                  <a:lnTo>
                    <a:pt x="377943" y="238095"/>
                  </a:lnTo>
                  <a:lnTo>
                    <a:pt x="376866" y="238095"/>
                  </a:lnTo>
                  <a:lnTo>
                    <a:pt x="375723" y="238095"/>
                  </a:lnTo>
                  <a:lnTo>
                    <a:pt x="374590" y="238095"/>
                  </a:lnTo>
                  <a:lnTo>
                    <a:pt x="373513" y="238095"/>
                  </a:lnTo>
                  <a:lnTo>
                    <a:pt x="372370" y="238095"/>
                  </a:lnTo>
                  <a:lnTo>
                    <a:pt x="371237" y="238095"/>
                  </a:lnTo>
                  <a:lnTo>
                    <a:pt x="370161" y="238095"/>
                  </a:lnTo>
                  <a:lnTo>
                    <a:pt x="369018" y="238095"/>
                  </a:lnTo>
                  <a:lnTo>
                    <a:pt x="367884" y="238095"/>
                  </a:lnTo>
                  <a:lnTo>
                    <a:pt x="366808" y="238095"/>
                  </a:lnTo>
                  <a:lnTo>
                    <a:pt x="365665" y="238095"/>
                  </a:lnTo>
                  <a:lnTo>
                    <a:pt x="364522" y="238095"/>
                  </a:lnTo>
                  <a:lnTo>
                    <a:pt x="363445" y="238095"/>
                  </a:lnTo>
                  <a:lnTo>
                    <a:pt x="362312" y="238095"/>
                  </a:lnTo>
                  <a:lnTo>
                    <a:pt x="361169" y="238095"/>
                  </a:lnTo>
                  <a:lnTo>
                    <a:pt x="360093" y="238095"/>
                  </a:lnTo>
                  <a:lnTo>
                    <a:pt x="358959" y="238095"/>
                  </a:lnTo>
                  <a:lnTo>
                    <a:pt x="357816" y="238095"/>
                  </a:lnTo>
                  <a:lnTo>
                    <a:pt x="356740" y="238095"/>
                  </a:lnTo>
                  <a:lnTo>
                    <a:pt x="355606" y="238095"/>
                  </a:lnTo>
                  <a:lnTo>
                    <a:pt x="354463" y="238095"/>
                  </a:lnTo>
                  <a:lnTo>
                    <a:pt x="353387" y="238095"/>
                  </a:lnTo>
                  <a:lnTo>
                    <a:pt x="352244" y="238095"/>
                  </a:lnTo>
                  <a:lnTo>
                    <a:pt x="351111" y="238095"/>
                  </a:lnTo>
                  <a:lnTo>
                    <a:pt x="350034" y="238095"/>
                  </a:lnTo>
                  <a:lnTo>
                    <a:pt x="348891" y="238095"/>
                  </a:lnTo>
                  <a:lnTo>
                    <a:pt x="347758" y="238095"/>
                  </a:lnTo>
                  <a:lnTo>
                    <a:pt x="346681" y="238095"/>
                  </a:lnTo>
                  <a:lnTo>
                    <a:pt x="345538" y="238095"/>
                  </a:lnTo>
                  <a:lnTo>
                    <a:pt x="344395" y="238095"/>
                  </a:lnTo>
                  <a:lnTo>
                    <a:pt x="343329" y="238095"/>
                  </a:lnTo>
                  <a:lnTo>
                    <a:pt x="342186" y="238095"/>
                  </a:lnTo>
                  <a:lnTo>
                    <a:pt x="341043" y="238095"/>
                  </a:lnTo>
                  <a:lnTo>
                    <a:pt x="339966" y="238095"/>
                  </a:lnTo>
                  <a:lnTo>
                    <a:pt x="338833" y="238095"/>
                  </a:lnTo>
                  <a:lnTo>
                    <a:pt x="337690" y="238095"/>
                  </a:lnTo>
                  <a:lnTo>
                    <a:pt x="336613" y="238095"/>
                  </a:lnTo>
                  <a:lnTo>
                    <a:pt x="335480" y="238095"/>
                  </a:lnTo>
                  <a:lnTo>
                    <a:pt x="334337" y="238095"/>
                  </a:lnTo>
                  <a:lnTo>
                    <a:pt x="333261" y="238095"/>
                  </a:lnTo>
                  <a:lnTo>
                    <a:pt x="332118" y="238095"/>
                  </a:lnTo>
                  <a:lnTo>
                    <a:pt x="330984" y="238095"/>
                  </a:lnTo>
                  <a:lnTo>
                    <a:pt x="329908" y="238095"/>
                  </a:lnTo>
                  <a:lnTo>
                    <a:pt x="328765" y="238095"/>
                  </a:lnTo>
                  <a:lnTo>
                    <a:pt x="327631" y="238095"/>
                  </a:lnTo>
                  <a:lnTo>
                    <a:pt x="326555" y="238095"/>
                  </a:lnTo>
                  <a:lnTo>
                    <a:pt x="325412" y="238095"/>
                  </a:lnTo>
                  <a:lnTo>
                    <a:pt x="324279" y="238095"/>
                  </a:lnTo>
                  <a:lnTo>
                    <a:pt x="323203" y="238095"/>
                  </a:lnTo>
                  <a:lnTo>
                    <a:pt x="322060" y="238095"/>
                  </a:lnTo>
                  <a:lnTo>
                    <a:pt x="320916" y="238095"/>
                  </a:lnTo>
                  <a:lnTo>
                    <a:pt x="319840" y="238095"/>
                  </a:lnTo>
                  <a:lnTo>
                    <a:pt x="318706" y="238095"/>
                  </a:lnTo>
                  <a:lnTo>
                    <a:pt x="317563" y="238095"/>
                  </a:lnTo>
                  <a:lnTo>
                    <a:pt x="316487" y="238095"/>
                  </a:lnTo>
                  <a:lnTo>
                    <a:pt x="315354" y="238095"/>
                  </a:lnTo>
                  <a:lnTo>
                    <a:pt x="314211" y="238095"/>
                  </a:lnTo>
                  <a:lnTo>
                    <a:pt x="313135" y="238095"/>
                  </a:lnTo>
                  <a:lnTo>
                    <a:pt x="312001" y="238095"/>
                  </a:lnTo>
                  <a:lnTo>
                    <a:pt x="310858" y="238095"/>
                  </a:lnTo>
                  <a:lnTo>
                    <a:pt x="309782" y="238095"/>
                  </a:lnTo>
                  <a:lnTo>
                    <a:pt x="308639" y="238095"/>
                  </a:lnTo>
                  <a:lnTo>
                    <a:pt x="307505" y="238095"/>
                  </a:lnTo>
                  <a:lnTo>
                    <a:pt x="306362" y="238095"/>
                  </a:lnTo>
                  <a:lnTo>
                    <a:pt x="305286" y="238095"/>
                  </a:lnTo>
                  <a:lnTo>
                    <a:pt x="304153" y="238095"/>
                  </a:lnTo>
                  <a:lnTo>
                    <a:pt x="303010" y="238095"/>
                  </a:lnTo>
                  <a:lnTo>
                    <a:pt x="301933" y="238095"/>
                  </a:lnTo>
                  <a:lnTo>
                    <a:pt x="300790" y="238095"/>
                  </a:lnTo>
                  <a:lnTo>
                    <a:pt x="299656" y="238095"/>
                  </a:lnTo>
                  <a:lnTo>
                    <a:pt x="298580" y="238095"/>
                  </a:lnTo>
                  <a:lnTo>
                    <a:pt x="297437" y="238095"/>
                  </a:lnTo>
                  <a:lnTo>
                    <a:pt x="296304" y="238095"/>
                  </a:lnTo>
                  <a:lnTo>
                    <a:pt x="295228" y="238095"/>
                  </a:lnTo>
                  <a:lnTo>
                    <a:pt x="294085" y="238095"/>
                  </a:lnTo>
                  <a:lnTo>
                    <a:pt x="292951" y="238095"/>
                  </a:lnTo>
                  <a:lnTo>
                    <a:pt x="291875" y="238095"/>
                  </a:lnTo>
                  <a:lnTo>
                    <a:pt x="290732" y="238095"/>
                  </a:lnTo>
                  <a:lnTo>
                    <a:pt x="289589" y="238095"/>
                  </a:lnTo>
                  <a:lnTo>
                    <a:pt x="288512" y="238095"/>
                  </a:lnTo>
                  <a:lnTo>
                    <a:pt x="287379" y="238095"/>
                  </a:lnTo>
                  <a:lnTo>
                    <a:pt x="286236" y="238095"/>
                  </a:lnTo>
                  <a:lnTo>
                    <a:pt x="285160" y="238095"/>
                  </a:lnTo>
                  <a:lnTo>
                    <a:pt x="284026" y="238095"/>
                  </a:lnTo>
                  <a:lnTo>
                    <a:pt x="282883" y="238095"/>
                  </a:lnTo>
                  <a:lnTo>
                    <a:pt x="281807" y="238095"/>
                  </a:lnTo>
                  <a:lnTo>
                    <a:pt x="280673" y="238095"/>
                  </a:lnTo>
                  <a:lnTo>
                    <a:pt x="279530" y="238095"/>
                  </a:lnTo>
                  <a:lnTo>
                    <a:pt x="278454" y="238095"/>
                  </a:lnTo>
                  <a:lnTo>
                    <a:pt x="277311" y="238095"/>
                  </a:lnTo>
                  <a:lnTo>
                    <a:pt x="276178" y="238095"/>
                  </a:lnTo>
                  <a:lnTo>
                    <a:pt x="275101" y="238095"/>
                  </a:lnTo>
                  <a:lnTo>
                    <a:pt x="273958" y="238095"/>
                  </a:lnTo>
                  <a:lnTo>
                    <a:pt x="272825" y="238095"/>
                  </a:lnTo>
                  <a:lnTo>
                    <a:pt x="271748" y="238095"/>
                  </a:lnTo>
                  <a:lnTo>
                    <a:pt x="270605" y="238095"/>
                  </a:lnTo>
                  <a:lnTo>
                    <a:pt x="269462" y="238095"/>
                  </a:lnTo>
                  <a:lnTo>
                    <a:pt x="268386" y="238095"/>
                  </a:lnTo>
                  <a:lnTo>
                    <a:pt x="267252" y="238095"/>
                  </a:lnTo>
                  <a:lnTo>
                    <a:pt x="266110" y="238095"/>
                  </a:lnTo>
                  <a:lnTo>
                    <a:pt x="265033" y="238095"/>
                  </a:lnTo>
                  <a:lnTo>
                    <a:pt x="263900" y="238095"/>
                  </a:lnTo>
                  <a:lnTo>
                    <a:pt x="262757" y="238095"/>
                  </a:lnTo>
                  <a:lnTo>
                    <a:pt x="261680" y="238095"/>
                  </a:lnTo>
                  <a:lnTo>
                    <a:pt x="260537" y="238095"/>
                  </a:lnTo>
                  <a:lnTo>
                    <a:pt x="259404" y="238095"/>
                  </a:lnTo>
                  <a:lnTo>
                    <a:pt x="258327" y="238095"/>
                  </a:lnTo>
                  <a:lnTo>
                    <a:pt x="257184" y="238095"/>
                  </a:lnTo>
                  <a:lnTo>
                    <a:pt x="256051" y="238095"/>
                  </a:lnTo>
                  <a:lnTo>
                    <a:pt x="254975" y="238095"/>
                  </a:lnTo>
                  <a:lnTo>
                    <a:pt x="253832" y="238095"/>
                  </a:lnTo>
                  <a:lnTo>
                    <a:pt x="252698" y="238095"/>
                  </a:lnTo>
                  <a:lnTo>
                    <a:pt x="251622" y="238095"/>
                  </a:lnTo>
                  <a:lnTo>
                    <a:pt x="250479" y="238095"/>
                  </a:lnTo>
                  <a:lnTo>
                    <a:pt x="249336" y="238095"/>
                  </a:lnTo>
                  <a:lnTo>
                    <a:pt x="248259" y="238095"/>
                  </a:lnTo>
                  <a:lnTo>
                    <a:pt x="247126" y="238095"/>
                  </a:lnTo>
                  <a:lnTo>
                    <a:pt x="245983" y="238095"/>
                  </a:lnTo>
                  <a:lnTo>
                    <a:pt x="244907" y="238095"/>
                  </a:lnTo>
                  <a:lnTo>
                    <a:pt x="243773" y="238095"/>
                  </a:lnTo>
                  <a:lnTo>
                    <a:pt x="242630" y="238095"/>
                  </a:lnTo>
                  <a:lnTo>
                    <a:pt x="241554" y="238095"/>
                  </a:lnTo>
                  <a:lnTo>
                    <a:pt x="240420" y="238095"/>
                  </a:lnTo>
                  <a:lnTo>
                    <a:pt x="239277" y="238095"/>
                  </a:lnTo>
                  <a:lnTo>
                    <a:pt x="238201" y="238095"/>
                  </a:lnTo>
                  <a:lnTo>
                    <a:pt x="237058" y="238095"/>
                  </a:lnTo>
                  <a:lnTo>
                    <a:pt x="235925" y="238095"/>
                  </a:lnTo>
                  <a:lnTo>
                    <a:pt x="234849" y="238095"/>
                  </a:lnTo>
                  <a:lnTo>
                    <a:pt x="233706" y="238095"/>
                  </a:lnTo>
                  <a:lnTo>
                    <a:pt x="232572" y="238095"/>
                  </a:lnTo>
                  <a:lnTo>
                    <a:pt x="231496" y="238095"/>
                  </a:lnTo>
                  <a:lnTo>
                    <a:pt x="230352" y="238095"/>
                  </a:lnTo>
                  <a:lnTo>
                    <a:pt x="229209" y="238095"/>
                  </a:lnTo>
                  <a:lnTo>
                    <a:pt x="228076" y="238095"/>
                  </a:lnTo>
                  <a:lnTo>
                    <a:pt x="227000" y="238095"/>
                  </a:lnTo>
                  <a:lnTo>
                    <a:pt x="225857" y="238095"/>
                  </a:lnTo>
                  <a:lnTo>
                    <a:pt x="224723" y="238095"/>
                  </a:lnTo>
                  <a:lnTo>
                    <a:pt x="223647" y="238095"/>
                  </a:lnTo>
                  <a:lnTo>
                    <a:pt x="222504" y="238095"/>
                  </a:lnTo>
                  <a:lnTo>
                    <a:pt x="221370" y="238095"/>
                  </a:lnTo>
                  <a:lnTo>
                    <a:pt x="220294" y="238095"/>
                  </a:lnTo>
                  <a:lnTo>
                    <a:pt x="219151" y="238095"/>
                  </a:lnTo>
                  <a:lnTo>
                    <a:pt x="218008" y="238095"/>
                  </a:lnTo>
                  <a:lnTo>
                    <a:pt x="216932" y="238095"/>
                  </a:lnTo>
                  <a:lnTo>
                    <a:pt x="215799" y="238095"/>
                  </a:lnTo>
                  <a:lnTo>
                    <a:pt x="214656" y="238095"/>
                  </a:lnTo>
                  <a:lnTo>
                    <a:pt x="213579" y="238095"/>
                  </a:lnTo>
                  <a:lnTo>
                    <a:pt x="212446" y="238095"/>
                  </a:lnTo>
                  <a:lnTo>
                    <a:pt x="211302" y="238095"/>
                  </a:lnTo>
                  <a:lnTo>
                    <a:pt x="210226" y="238095"/>
                  </a:lnTo>
                  <a:lnTo>
                    <a:pt x="209093" y="238095"/>
                  </a:lnTo>
                  <a:lnTo>
                    <a:pt x="207950" y="238095"/>
                  </a:lnTo>
                  <a:lnTo>
                    <a:pt x="206874" y="238095"/>
                  </a:lnTo>
                  <a:lnTo>
                    <a:pt x="205731" y="238095"/>
                  </a:lnTo>
                  <a:lnTo>
                    <a:pt x="204597" y="238095"/>
                  </a:lnTo>
                  <a:lnTo>
                    <a:pt x="203521" y="238095"/>
                  </a:lnTo>
                  <a:lnTo>
                    <a:pt x="202378" y="238095"/>
                  </a:lnTo>
                  <a:lnTo>
                    <a:pt x="201244" y="238095"/>
                  </a:lnTo>
                  <a:lnTo>
                    <a:pt x="200168" y="238095"/>
                  </a:lnTo>
                  <a:lnTo>
                    <a:pt x="199025" y="238095"/>
                  </a:lnTo>
                  <a:lnTo>
                    <a:pt x="197882" y="238095"/>
                  </a:lnTo>
                  <a:lnTo>
                    <a:pt x="196806" y="238095"/>
                  </a:lnTo>
                  <a:lnTo>
                    <a:pt x="195672" y="238095"/>
                  </a:lnTo>
                  <a:lnTo>
                    <a:pt x="194529" y="238095"/>
                  </a:lnTo>
                  <a:lnTo>
                    <a:pt x="193453" y="238095"/>
                  </a:lnTo>
                  <a:lnTo>
                    <a:pt x="192319" y="238095"/>
                  </a:lnTo>
                  <a:lnTo>
                    <a:pt x="191176" y="238095"/>
                  </a:lnTo>
                  <a:lnTo>
                    <a:pt x="190100" y="238095"/>
                  </a:lnTo>
                  <a:lnTo>
                    <a:pt x="188967" y="238095"/>
                  </a:lnTo>
                  <a:lnTo>
                    <a:pt x="187824" y="238095"/>
                  </a:lnTo>
                  <a:lnTo>
                    <a:pt x="186747" y="238095"/>
                  </a:lnTo>
                  <a:lnTo>
                    <a:pt x="185604" y="238095"/>
                  </a:lnTo>
                  <a:lnTo>
                    <a:pt x="184471" y="238095"/>
                  </a:lnTo>
                  <a:lnTo>
                    <a:pt x="183394" y="238095"/>
                  </a:lnTo>
                  <a:lnTo>
                    <a:pt x="182251" y="238095"/>
                  </a:lnTo>
                  <a:lnTo>
                    <a:pt x="181118" y="238095"/>
                  </a:lnTo>
                  <a:lnTo>
                    <a:pt x="180042" y="238095"/>
                  </a:lnTo>
                  <a:lnTo>
                    <a:pt x="178899" y="238095"/>
                  </a:lnTo>
                  <a:lnTo>
                    <a:pt x="177756" y="238095"/>
                  </a:lnTo>
                  <a:lnTo>
                    <a:pt x="176689" y="238095"/>
                  </a:lnTo>
                  <a:lnTo>
                    <a:pt x="175546" y="238095"/>
                  </a:lnTo>
                  <a:lnTo>
                    <a:pt x="174403" y="238095"/>
                  </a:lnTo>
                  <a:lnTo>
                    <a:pt x="173326" y="238095"/>
                  </a:lnTo>
                  <a:lnTo>
                    <a:pt x="172193" y="238095"/>
                  </a:lnTo>
                  <a:lnTo>
                    <a:pt x="171050" y="238095"/>
                  </a:lnTo>
                  <a:lnTo>
                    <a:pt x="169974" y="238095"/>
                  </a:lnTo>
                  <a:lnTo>
                    <a:pt x="168840" y="238095"/>
                  </a:lnTo>
                  <a:lnTo>
                    <a:pt x="167697" y="238095"/>
                  </a:lnTo>
                  <a:lnTo>
                    <a:pt x="166621" y="238095"/>
                  </a:lnTo>
                  <a:lnTo>
                    <a:pt x="165478" y="238095"/>
                  </a:lnTo>
                  <a:lnTo>
                    <a:pt x="164344" y="238095"/>
                  </a:lnTo>
                  <a:lnTo>
                    <a:pt x="163268" y="238095"/>
                  </a:lnTo>
                  <a:lnTo>
                    <a:pt x="162125" y="238095"/>
                  </a:lnTo>
                  <a:lnTo>
                    <a:pt x="160992" y="238095"/>
                  </a:lnTo>
                  <a:lnTo>
                    <a:pt x="159915" y="238095"/>
                  </a:lnTo>
                  <a:lnTo>
                    <a:pt x="158772" y="238095"/>
                  </a:lnTo>
                  <a:lnTo>
                    <a:pt x="157639" y="238095"/>
                  </a:lnTo>
                  <a:lnTo>
                    <a:pt x="156563" y="238095"/>
                  </a:lnTo>
                  <a:lnTo>
                    <a:pt x="155419" y="238095"/>
                  </a:lnTo>
                  <a:lnTo>
                    <a:pt x="154276" y="238095"/>
                  </a:lnTo>
                  <a:lnTo>
                    <a:pt x="153200" y="238095"/>
                  </a:lnTo>
                  <a:lnTo>
                    <a:pt x="152066" y="238095"/>
                  </a:lnTo>
                  <a:lnTo>
                    <a:pt x="150924" y="238095"/>
                  </a:lnTo>
                  <a:lnTo>
                    <a:pt x="149790" y="238095"/>
                  </a:lnTo>
                  <a:lnTo>
                    <a:pt x="148714" y="238095"/>
                  </a:lnTo>
                  <a:lnTo>
                    <a:pt x="147571" y="238095"/>
                  </a:lnTo>
                  <a:lnTo>
                    <a:pt x="146428" y="238095"/>
                  </a:lnTo>
                  <a:lnTo>
                    <a:pt x="145361" y="238095"/>
                  </a:lnTo>
                  <a:lnTo>
                    <a:pt x="144218" y="238095"/>
                  </a:lnTo>
                  <a:lnTo>
                    <a:pt x="143075" y="238095"/>
                  </a:lnTo>
                  <a:lnTo>
                    <a:pt x="141999" y="238095"/>
                  </a:lnTo>
                  <a:lnTo>
                    <a:pt x="140865" y="238095"/>
                  </a:lnTo>
                  <a:lnTo>
                    <a:pt x="139722" y="238095"/>
                  </a:lnTo>
                  <a:lnTo>
                    <a:pt x="138646" y="238095"/>
                  </a:lnTo>
                  <a:lnTo>
                    <a:pt x="137513" y="238095"/>
                  </a:lnTo>
                  <a:lnTo>
                    <a:pt x="136369" y="238095"/>
                  </a:lnTo>
                  <a:lnTo>
                    <a:pt x="135293" y="238095"/>
                  </a:lnTo>
                  <a:lnTo>
                    <a:pt x="134150" y="238095"/>
                  </a:lnTo>
                  <a:lnTo>
                    <a:pt x="133016" y="238095"/>
                  </a:lnTo>
                  <a:lnTo>
                    <a:pt x="131940" y="238095"/>
                  </a:lnTo>
                  <a:lnTo>
                    <a:pt x="130797" y="238095"/>
                  </a:lnTo>
                  <a:lnTo>
                    <a:pt x="129664" y="238095"/>
                  </a:lnTo>
                  <a:lnTo>
                    <a:pt x="128588" y="238095"/>
                  </a:lnTo>
                  <a:lnTo>
                    <a:pt x="127445" y="238095"/>
                  </a:lnTo>
                  <a:lnTo>
                    <a:pt x="126302" y="238095"/>
                  </a:lnTo>
                  <a:lnTo>
                    <a:pt x="125225" y="238095"/>
                  </a:lnTo>
                  <a:lnTo>
                    <a:pt x="124092" y="238095"/>
                  </a:lnTo>
                  <a:lnTo>
                    <a:pt x="122948" y="238095"/>
                  </a:lnTo>
                  <a:lnTo>
                    <a:pt x="121872" y="238095"/>
                  </a:lnTo>
                  <a:lnTo>
                    <a:pt x="120739" y="238095"/>
                  </a:lnTo>
                  <a:lnTo>
                    <a:pt x="119596" y="238095"/>
                  </a:lnTo>
                  <a:lnTo>
                    <a:pt x="118520" y="238095"/>
                  </a:lnTo>
                  <a:lnTo>
                    <a:pt x="117386" y="238095"/>
                  </a:lnTo>
                  <a:lnTo>
                    <a:pt x="116243" y="238095"/>
                  </a:lnTo>
                  <a:lnTo>
                    <a:pt x="115167" y="238095"/>
                  </a:lnTo>
                  <a:lnTo>
                    <a:pt x="114024" y="238095"/>
                  </a:lnTo>
                  <a:lnTo>
                    <a:pt x="112890" y="238095"/>
                  </a:lnTo>
                  <a:lnTo>
                    <a:pt x="111814" y="238095"/>
                  </a:lnTo>
                  <a:lnTo>
                    <a:pt x="110671" y="238095"/>
                  </a:lnTo>
                  <a:lnTo>
                    <a:pt x="109538" y="238095"/>
                  </a:lnTo>
                  <a:lnTo>
                    <a:pt x="108461" y="238095"/>
                  </a:lnTo>
                  <a:lnTo>
                    <a:pt x="107318" y="238095"/>
                  </a:lnTo>
                  <a:lnTo>
                    <a:pt x="106175" y="238095"/>
                  </a:lnTo>
                  <a:lnTo>
                    <a:pt x="105108" y="238095"/>
                  </a:lnTo>
                  <a:lnTo>
                    <a:pt x="103965" y="238095"/>
                  </a:lnTo>
                  <a:lnTo>
                    <a:pt x="102822" y="238095"/>
                  </a:lnTo>
                  <a:lnTo>
                    <a:pt x="101746" y="238095"/>
                  </a:lnTo>
                  <a:lnTo>
                    <a:pt x="100613" y="238095"/>
                  </a:lnTo>
                  <a:lnTo>
                    <a:pt x="99470" y="238095"/>
                  </a:lnTo>
                  <a:lnTo>
                    <a:pt x="98393" y="238095"/>
                  </a:lnTo>
                  <a:lnTo>
                    <a:pt x="97260" y="238095"/>
                  </a:lnTo>
                  <a:lnTo>
                    <a:pt x="96117" y="238095"/>
                  </a:lnTo>
                  <a:lnTo>
                    <a:pt x="95040" y="238095"/>
                  </a:lnTo>
                  <a:lnTo>
                    <a:pt x="93897" y="238095"/>
                  </a:lnTo>
                  <a:lnTo>
                    <a:pt x="92764" y="238095"/>
                  </a:lnTo>
                  <a:lnTo>
                    <a:pt x="91688" y="238095"/>
                  </a:lnTo>
                  <a:lnTo>
                    <a:pt x="90545" y="238095"/>
                  </a:lnTo>
                  <a:lnTo>
                    <a:pt x="89411" y="238095"/>
                  </a:lnTo>
                  <a:lnTo>
                    <a:pt x="88335" y="238095"/>
                  </a:lnTo>
                  <a:lnTo>
                    <a:pt x="87192" y="238095"/>
                  </a:lnTo>
                  <a:lnTo>
                    <a:pt x="86058" y="238095"/>
                  </a:lnTo>
                  <a:lnTo>
                    <a:pt x="84982" y="238095"/>
                  </a:lnTo>
                  <a:lnTo>
                    <a:pt x="83839" y="238095"/>
                  </a:lnTo>
                  <a:lnTo>
                    <a:pt x="82696" y="238095"/>
                  </a:lnTo>
                  <a:lnTo>
                    <a:pt x="81620" y="238095"/>
                  </a:lnTo>
                  <a:lnTo>
                    <a:pt x="80487" y="238095"/>
                  </a:lnTo>
                  <a:lnTo>
                    <a:pt x="79343" y="238095"/>
                  </a:lnTo>
                  <a:lnTo>
                    <a:pt x="78267" y="238095"/>
                  </a:lnTo>
                  <a:lnTo>
                    <a:pt x="77133" y="238095"/>
                  </a:lnTo>
                  <a:lnTo>
                    <a:pt x="75990" y="238095"/>
                  </a:lnTo>
                  <a:lnTo>
                    <a:pt x="74847" y="238095"/>
                  </a:lnTo>
                  <a:lnTo>
                    <a:pt x="73781" y="238095"/>
                  </a:lnTo>
                  <a:lnTo>
                    <a:pt x="72638" y="238095"/>
                  </a:lnTo>
                  <a:lnTo>
                    <a:pt x="71495" y="238095"/>
                  </a:lnTo>
                  <a:lnTo>
                    <a:pt x="70419" y="238095"/>
                  </a:lnTo>
                  <a:lnTo>
                    <a:pt x="69285" y="238095"/>
                  </a:lnTo>
                  <a:lnTo>
                    <a:pt x="68142" y="238095"/>
                  </a:lnTo>
                  <a:lnTo>
                    <a:pt x="67066" y="238095"/>
                  </a:lnTo>
                  <a:lnTo>
                    <a:pt x="65932" y="238095"/>
                  </a:lnTo>
                  <a:lnTo>
                    <a:pt x="64789" y="238095"/>
                  </a:lnTo>
                  <a:lnTo>
                    <a:pt x="63713" y="238095"/>
                  </a:lnTo>
                  <a:lnTo>
                    <a:pt x="62570" y="238095"/>
                  </a:lnTo>
                  <a:lnTo>
                    <a:pt x="61437" y="238095"/>
                  </a:lnTo>
                  <a:lnTo>
                    <a:pt x="60360" y="238095"/>
                  </a:lnTo>
                  <a:lnTo>
                    <a:pt x="59217" y="238095"/>
                  </a:lnTo>
                  <a:lnTo>
                    <a:pt x="58083" y="238095"/>
                  </a:lnTo>
                  <a:lnTo>
                    <a:pt x="57007" y="238095"/>
                  </a:lnTo>
                  <a:lnTo>
                    <a:pt x="55864" y="238095"/>
                  </a:lnTo>
                  <a:lnTo>
                    <a:pt x="54721" y="238095"/>
                  </a:lnTo>
                  <a:lnTo>
                    <a:pt x="53654" y="238095"/>
                  </a:lnTo>
                  <a:lnTo>
                    <a:pt x="52512" y="238095"/>
                  </a:lnTo>
                  <a:lnTo>
                    <a:pt x="51369" y="238095"/>
                  </a:lnTo>
                  <a:lnTo>
                    <a:pt x="50292" y="238095"/>
                  </a:lnTo>
                  <a:lnTo>
                    <a:pt x="49159" y="238095"/>
                  </a:lnTo>
                  <a:lnTo>
                    <a:pt x="48016" y="238095"/>
                  </a:lnTo>
                  <a:lnTo>
                    <a:pt x="46939" y="238095"/>
                  </a:lnTo>
                  <a:lnTo>
                    <a:pt x="45806" y="238095"/>
                  </a:lnTo>
                  <a:lnTo>
                    <a:pt x="44663" y="238095"/>
                  </a:lnTo>
                  <a:lnTo>
                    <a:pt x="43586" y="238095"/>
                  </a:lnTo>
                  <a:lnTo>
                    <a:pt x="42444" y="238095"/>
                  </a:lnTo>
                  <a:lnTo>
                    <a:pt x="41310" y="238095"/>
                  </a:lnTo>
                  <a:lnTo>
                    <a:pt x="40234" y="238095"/>
                  </a:lnTo>
                  <a:lnTo>
                    <a:pt x="39091" y="238095"/>
                  </a:lnTo>
                  <a:lnTo>
                    <a:pt x="37957" y="238095"/>
                  </a:lnTo>
                  <a:lnTo>
                    <a:pt x="36881" y="238095"/>
                  </a:lnTo>
                  <a:lnTo>
                    <a:pt x="35738" y="238095"/>
                  </a:lnTo>
                  <a:lnTo>
                    <a:pt x="34604" y="238095"/>
                  </a:lnTo>
                  <a:lnTo>
                    <a:pt x="33528" y="238095"/>
                  </a:lnTo>
                  <a:lnTo>
                    <a:pt x="32385" y="238095"/>
                  </a:lnTo>
                  <a:lnTo>
                    <a:pt x="31242" y="238095"/>
                  </a:lnTo>
                  <a:lnTo>
                    <a:pt x="30166" y="238095"/>
                  </a:lnTo>
                  <a:lnTo>
                    <a:pt x="29032" y="238095"/>
                  </a:lnTo>
                  <a:lnTo>
                    <a:pt x="27889" y="238095"/>
                  </a:lnTo>
                  <a:lnTo>
                    <a:pt x="26813" y="238095"/>
                  </a:lnTo>
                  <a:lnTo>
                    <a:pt x="25679" y="238095"/>
                  </a:lnTo>
                  <a:lnTo>
                    <a:pt x="24536" y="238095"/>
                  </a:lnTo>
                  <a:lnTo>
                    <a:pt x="23460" y="238095"/>
                  </a:lnTo>
                  <a:lnTo>
                    <a:pt x="22327" y="238095"/>
                  </a:lnTo>
                  <a:lnTo>
                    <a:pt x="21184" y="238095"/>
                  </a:lnTo>
                  <a:lnTo>
                    <a:pt x="20107" y="238095"/>
                  </a:lnTo>
                  <a:lnTo>
                    <a:pt x="18964" y="238095"/>
                  </a:lnTo>
                  <a:lnTo>
                    <a:pt x="17831" y="238095"/>
                  </a:lnTo>
                  <a:lnTo>
                    <a:pt x="16754" y="238095"/>
                  </a:lnTo>
                  <a:lnTo>
                    <a:pt x="15611" y="238095"/>
                  </a:lnTo>
                  <a:lnTo>
                    <a:pt x="14478" y="238095"/>
                  </a:lnTo>
                  <a:lnTo>
                    <a:pt x="13402" y="238095"/>
                  </a:lnTo>
                  <a:lnTo>
                    <a:pt x="12259" y="238095"/>
                  </a:lnTo>
                  <a:lnTo>
                    <a:pt x="11116" y="238095"/>
                  </a:lnTo>
                  <a:lnTo>
                    <a:pt x="10049" y="238095"/>
                  </a:lnTo>
                  <a:lnTo>
                    <a:pt x="8906" y="238095"/>
                  </a:lnTo>
                  <a:lnTo>
                    <a:pt x="7763" y="238095"/>
                  </a:lnTo>
                  <a:lnTo>
                    <a:pt x="6686" y="238095"/>
                  </a:lnTo>
                  <a:lnTo>
                    <a:pt x="5553" y="238095"/>
                  </a:lnTo>
                  <a:lnTo>
                    <a:pt x="4410" y="238095"/>
                  </a:lnTo>
                  <a:lnTo>
                    <a:pt x="3334" y="238095"/>
                  </a:lnTo>
                  <a:lnTo>
                    <a:pt x="2200" y="238095"/>
                  </a:lnTo>
                  <a:lnTo>
                    <a:pt x="1057" y="238095"/>
                  </a:lnTo>
                  <a:lnTo>
                    <a:pt x="-19" y="238095"/>
                  </a:lnTo>
                  <a:close/>
                </a:path>
              </a:pathLst>
            </a:custGeom>
            <a:solidFill>
              <a:srgbClr val="BCBDB8">
                <a:alpha val="50000"/>
              </a:srgbClr>
            </a:solidFill>
            <a:ln w="9525" cap="flat">
              <a:noFill/>
              <a:prstDash val="solid"/>
              <a:round/>
            </a:ln>
          </p:spPr>
          <p:txBody>
            <a:bodyPr/>
            <a:lstStyle/>
            <a:p>
              <a:endParaRPr lang="zh-CN" altLang="en-US" sz="2190"/>
            </a:p>
          </p:txBody>
        </p:sp>
        <p:sp>
          <p:nvSpPr>
            <p:cNvPr id="1060" name="任意多边形: 形状 1059"/>
            <p:cNvSpPr/>
            <p:nvPr/>
          </p:nvSpPr>
          <p:spPr>
            <a:xfrm>
              <a:off x="6215524" y="5298009"/>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61" name="任意多边形: 形状 1060"/>
            <p:cNvSpPr/>
            <p:nvPr/>
          </p:nvSpPr>
          <p:spPr>
            <a:xfrm>
              <a:off x="6053599" y="5174184"/>
              <a:ext cx="571500" cy="228600"/>
            </a:xfrm>
            <a:custGeom>
              <a:avLst/>
              <a:gdLst>
                <a:gd name="csX0" fmla="*/ -19 w 571500"/>
                <a:gd name="csY0" fmla="*/ 228065 h 228600"/>
                <a:gd name="csX1" fmla="*/ 1057 w 571500"/>
                <a:gd name="csY1" fmla="*/ 227875 h 228600"/>
                <a:gd name="csX2" fmla="*/ 2200 w 571500"/>
                <a:gd name="csY2" fmla="*/ 227751 h 228600"/>
                <a:gd name="csX3" fmla="*/ 3334 w 571500"/>
                <a:gd name="csY3" fmla="*/ 227494 h 228600"/>
                <a:gd name="csX4" fmla="*/ 4410 w 571500"/>
                <a:gd name="csY4" fmla="*/ 227303 h 228600"/>
                <a:gd name="csX5" fmla="*/ 5553 w 571500"/>
                <a:gd name="csY5" fmla="*/ 226989 h 228600"/>
                <a:gd name="csX6" fmla="*/ 6686 w 571500"/>
                <a:gd name="csY6" fmla="*/ 226675 h 228600"/>
                <a:gd name="csX7" fmla="*/ 7763 w 571500"/>
                <a:gd name="csY7" fmla="*/ 226293 h 228600"/>
                <a:gd name="csX8" fmla="*/ 8906 w 571500"/>
                <a:gd name="csY8" fmla="*/ 225846 h 228600"/>
                <a:gd name="csX9" fmla="*/ 10049 w 571500"/>
                <a:gd name="csY9" fmla="*/ 225284 h 228600"/>
                <a:gd name="csX10" fmla="*/ 11116 w 571500"/>
                <a:gd name="csY10" fmla="*/ 224712 h 228600"/>
                <a:gd name="csX11" fmla="*/ 12259 w 571500"/>
                <a:gd name="csY11" fmla="*/ 223951 h 228600"/>
                <a:gd name="csX12" fmla="*/ 13402 w 571500"/>
                <a:gd name="csY12" fmla="*/ 223198 h 228600"/>
                <a:gd name="csX13" fmla="*/ 14478 w 571500"/>
                <a:gd name="csY13" fmla="*/ 222245 h 228600"/>
                <a:gd name="csX14" fmla="*/ 15611 w 571500"/>
                <a:gd name="csY14" fmla="*/ 221236 h 228600"/>
                <a:gd name="csX15" fmla="*/ 16754 w 571500"/>
                <a:gd name="csY15" fmla="*/ 220026 h 228600"/>
                <a:gd name="csX16" fmla="*/ 17831 w 571500"/>
                <a:gd name="csY16" fmla="*/ 218635 h 228600"/>
                <a:gd name="csX17" fmla="*/ 18964 w 571500"/>
                <a:gd name="csY17" fmla="*/ 217121 h 228600"/>
                <a:gd name="csX18" fmla="*/ 20107 w 571500"/>
                <a:gd name="csY18" fmla="*/ 215473 h 228600"/>
                <a:gd name="csX19" fmla="*/ 21184 w 571500"/>
                <a:gd name="csY19" fmla="*/ 213578 h 228600"/>
                <a:gd name="csX20" fmla="*/ 22327 w 571500"/>
                <a:gd name="csY20" fmla="*/ 211491 h 228600"/>
                <a:gd name="csX21" fmla="*/ 23460 w 571500"/>
                <a:gd name="csY21" fmla="*/ 209149 h 228600"/>
                <a:gd name="csX22" fmla="*/ 24536 w 571500"/>
                <a:gd name="csY22" fmla="*/ 206548 h 228600"/>
                <a:gd name="csX23" fmla="*/ 25679 w 571500"/>
                <a:gd name="csY23" fmla="*/ 203767 h 228600"/>
                <a:gd name="csX24" fmla="*/ 26813 w 571500"/>
                <a:gd name="csY24" fmla="*/ 200729 h 228600"/>
                <a:gd name="csX25" fmla="*/ 27889 w 571500"/>
                <a:gd name="csY25" fmla="*/ 197375 h 228600"/>
                <a:gd name="csX26" fmla="*/ 29032 w 571500"/>
                <a:gd name="csY26" fmla="*/ 193775 h 228600"/>
                <a:gd name="csX27" fmla="*/ 30166 w 571500"/>
                <a:gd name="csY27" fmla="*/ 189851 h 228600"/>
                <a:gd name="csX28" fmla="*/ 31242 w 571500"/>
                <a:gd name="csY28" fmla="*/ 185669 h 228600"/>
                <a:gd name="csX29" fmla="*/ 32385 w 571500"/>
                <a:gd name="csY29" fmla="*/ 181240 h 228600"/>
                <a:gd name="csX30" fmla="*/ 33528 w 571500"/>
                <a:gd name="csY30" fmla="*/ 176430 h 228600"/>
                <a:gd name="csX31" fmla="*/ 34604 w 571500"/>
                <a:gd name="csY31" fmla="*/ 171372 h 228600"/>
                <a:gd name="csX32" fmla="*/ 35738 w 571500"/>
                <a:gd name="csY32" fmla="*/ 165991 h 228600"/>
                <a:gd name="csX33" fmla="*/ 36881 w 571500"/>
                <a:gd name="csY33" fmla="*/ 160428 h 228600"/>
                <a:gd name="csX34" fmla="*/ 37957 w 571500"/>
                <a:gd name="csY34" fmla="*/ 154542 h 228600"/>
                <a:gd name="csX35" fmla="*/ 39091 w 571500"/>
                <a:gd name="csY35" fmla="*/ 148407 h 228600"/>
                <a:gd name="csX36" fmla="*/ 40234 w 571500"/>
                <a:gd name="csY36" fmla="*/ 142017 h 228600"/>
                <a:gd name="csX37" fmla="*/ 41310 w 571500"/>
                <a:gd name="csY37" fmla="*/ 135434 h 228600"/>
                <a:gd name="csX38" fmla="*/ 42444 w 571500"/>
                <a:gd name="csY38" fmla="*/ 128729 h 228600"/>
                <a:gd name="csX39" fmla="*/ 43586 w 571500"/>
                <a:gd name="csY39" fmla="*/ 121833 h 228600"/>
                <a:gd name="csX40" fmla="*/ 44663 w 571500"/>
                <a:gd name="csY40" fmla="*/ 114746 h 228600"/>
                <a:gd name="csX41" fmla="*/ 45806 w 571500"/>
                <a:gd name="csY41" fmla="*/ 107593 h 228600"/>
                <a:gd name="csX42" fmla="*/ 46939 w 571500"/>
                <a:gd name="csY42" fmla="*/ 100382 h 228600"/>
                <a:gd name="csX43" fmla="*/ 48016 w 571500"/>
                <a:gd name="csY43" fmla="*/ 93172 h 228600"/>
                <a:gd name="csX44" fmla="*/ 49159 w 571500"/>
                <a:gd name="csY44" fmla="*/ 85952 h 228600"/>
                <a:gd name="csX45" fmla="*/ 50292 w 571500"/>
                <a:gd name="csY45" fmla="*/ 78808 h 228600"/>
                <a:gd name="csX46" fmla="*/ 51369 w 571500"/>
                <a:gd name="csY46" fmla="*/ 71788 h 228600"/>
                <a:gd name="csX47" fmla="*/ 52512 w 571500"/>
                <a:gd name="csY47" fmla="*/ 64883 h 228600"/>
                <a:gd name="csX48" fmla="*/ 53654 w 571500"/>
                <a:gd name="csY48" fmla="*/ 58120 h 228600"/>
                <a:gd name="csX49" fmla="*/ 54721 w 571500"/>
                <a:gd name="csY49" fmla="*/ 51538 h 228600"/>
                <a:gd name="csX50" fmla="*/ 55864 w 571500"/>
                <a:gd name="csY50" fmla="*/ 45271 h 228600"/>
                <a:gd name="csX51" fmla="*/ 57007 w 571500"/>
                <a:gd name="csY51" fmla="*/ 39327 h 228600"/>
                <a:gd name="csX52" fmla="*/ 58083 w 571500"/>
                <a:gd name="csY52" fmla="*/ 33698 h 228600"/>
                <a:gd name="csX53" fmla="*/ 59217 w 571500"/>
                <a:gd name="csY53" fmla="*/ 28383 h 228600"/>
                <a:gd name="csX54" fmla="*/ 60360 w 571500"/>
                <a:gd name="csY54" fmla="*/ 23449 h 228600"/>
                <a:gd name="csX55" fmla="*/ 61437 w 571500"/>
                <a:gd name="csY55" fmla="*/ 18953 h 228600"/>
                <a:gd name="csX56" fmla="*/ 62570 w 571500"/>
                <a:gd name="csY56" fmla="*/ 14962 h 228600"/>
                <a:gd name="csX57" fmla="*/ 63713 w 571500"/>
                <a:gd name="csY57" fmla="*/ 11362 h 228600"/>
                <a:gd name="csX58" fmla="*/ 64789 w 571500"/>
                <a:gd name="csY58" fmla="*/ 8257 h 228600"/>
                <a:gd name="csX59" fmla="*/ 65932 w 571500"/>
                <a:gd name="csY59" fmla="*/ 5599 h 228600"/>
                <a:gd name="csX60" fmla="*/ 67066 w 571500"/>
                <a:gd name="csY60" fmla="*/ 3447 h 228600"/>
                <a:gd name="csX61" fmla="*/ 68142 w 571500"/>
                <a:gd name="csY61" fmla="*/ 1865 h 228600"/>
                <a:gd name="csX62" fmla="*/ 69285 w 571500"/>
                <a:gd name="csY62" fmla="*/ 789 h 228600"/>
                <a:gd name="csX63" fmla="*/ 70419 w 571500"/>
                <a:gd name="csY63" fmla="*/ 161 h 228600"/>
                <a:gd name="csX64" fmla="*/ 71495 w 571500"/>
                <a:gd name="csY64" fmla="*/ -30 h 228600"/>
                <a:gd name="csX65" fmla="*/ 72638 w 571500"/>
                <a:gd name="csY65" fmla="*/ 285 h 228600"/>
                <a:gd name="csX66" fmla="*/ 73781 w 571500"/>
                <a:gd name="csY66" fmla="*/ 1170 h 228600"/>
                <a:gd name="csX67" fmla="*/ 74857 w 571500"/>
                <a:gd name="csY67" fmla="*/ 2437 h 228600"/>
                <a:gd name="csX68" fmla="*/ 75990 w 571500"/>
                <a:gd name="csY68" fmla="*/ 4018 h 228600"/>
                <a:gd name="csX69" fmla="*/ 77133 w 571500"/>
                <a:gd name="csY69" fmla="*/ 6047 h 228600"/>
                <a:gd name="csX70" fmla="*/ 78267 w 571500"/>
                <a:gd name="csY70" fmla="*/ 8514 h 228600"/>
                <a:gd name="csX71" fmla="*/ 79343 w 571500"/>
                <a:gd name="csY71" fmla="*/ 11295 h 228600"/>
                <a:gd name="csX72" fmla="*/ 80487 w 571500"/>
                <a:gd name="csY72" fmla="*/ 14334 h 228600"/>
                <a:gd name="csX73" fmla="*/ 81620 w 571500"/>
                <a:gd name="csY73" fmla="*/ 17686 h 228600"/>
                <a:gd name="csX74" fmla="*/ 82706 w 571500"/>
                <a:gd name="csY74" fmla="*/ 21230 h 228600"/>
                <a:gd name="csX75" fmla="*/ 83839 w 571500"/>
                <a:gd name="csY75" fmla="*/ 25021 h 228600"/>
                <a:gd name="csX76" fmla="*/ 84982 w 571500"/>
                <a:gd name="csY76" fmla="*/ 28945 h 228600"/>
                <a:gd name="csX77" fmla="*/ 86058 w 571500"/>
                <a:gd name="csY77" fmla="*/ 33060 h 228600"/>
                <a:gd name="csX78" fmla="*/ 87192 w 571500"/>
                <a:gd name="csY78" fmla="*/ 37175 h 228600"/>
                <a:gd name="csX79" fmla="*/ 88335 w 571500"/>
                <a:gd name="csY79" fmla="*/ 41413 h 228600"/>
                <a:gd name="csX80" fmla="*/ 89411 w 571500"/>
                <a:gd name="csY80" fmla="*/ 45718 h 228600"/>
                <a:gd name="csX81" fmla="*/ 90545 w 571500"/>
                <a:gd name="csY81" fmla="*/ 49957 h 228600"/>
                <a:gd name="csX82" fmla="*/ 91688 w 571500"/>
                <a:gd name="csY82" fmla="*/ 54196 h 228600"/>
                <a:gd name="csX83" fmla="*/ 92764 w 571500"/>
                <a:gd name="csY83" fmla="*/ 58434 h 228600"/>
                <a:gd name="csX84" fmla="*/ 93907 w 571500"/>
                <a:gd name="csY84" fmla="*/ 62549 h 228600"/>
                <a:gd name="csX85" fmla="*/ 95040 w 571500"/>
                <a:gd name="csY85" fmla="*/ 66530 h 228600"/>
                <a:gd name="csX86" fmla="*/ 96117 w 571500"/>
                <a:gd name="csY86" fmla="*/ 70388 h 228600"/>
                <a:gd name="csX87" fmla="*/ 97260 w 571500"/>
                <a:gd name="csY87" fmla="*/ 74065 h 228600"/>
                <a:gd name="csX88" fmla="*/ 98393 w 571500"/>
                <a:gd name="csY88" fmla="*/ 77665 h 228600"/>
                <a:gd name="csX89" fmla="*/ 99470 w 571500"/>
                <a:gd name="csY89" fmla="*/ 81018 h 228600"/>
                <a:gd name="csX90" fmla="*/ 100613 w 571500"/>
                <a:gd name="csY90" fmla="*/ 84247 h 228600"/>
                <a:gd name="csX91" fmla="*/ 101756 w 571500"/>
                <a:gd name="csY91" fmla="*/ 87162 h 228600"/>
                <a:gd name="csX92" fmla="*/ 102822 w 571500"/>
                <a:gd name="csY92" fmla="*/ 89943 h 228600"/>
                <a:gd name="csX93" fmla="*/ 103965 w 571500"/>
                <a:gd name="csY93" fmla="*/ 92477 h 228600"/>
                <a:gd name="csX94" fmla="*/ 105108 w 571500"/>
                <a:gd name="csY94" fmla="*/ 94877 h 228600"/>
                <a:gd name="csX95" fmla="*/ 106185 w 571500"/>
                <a:gd name="csY95" fmla="*/ 96963 h 228600"/>
                <a:gd name="csX96" fmla="*/ 107318 w 571500"/>
                <a:gd name="csY96" fmla="*/ 98868 h 228600"/>
                <a:gd name="csX97" fmla="*/ 108461 w 571500"/>
                <a:gd name="csY97" fmla="*/ 100573 h 228600"/>
                <a:gd name="csX98" fmla="*/ 109538 w 571500"/>
                <a:gd name="csY98" fmla="*/ 102088 h 228600"/>
                <a:gd name="csX99" fmla="*/ 110671 w 571500"/>
                <a:gd name="csY99" fmla="*/ 103421 h 228600"/>
                <a:gd name="csX100" fmla="*/ 111814 w 571500"/>
                <a:gd name="csY100" fmla="*/ 104497 h 228600"/>
                <a:gd name="csX101" fmla="*/ 112890 w 571500"/>
                <a:gd name="csY101" fmla="*/ 105440 h 228600"/>
                <a:gd name="csX102" fmla="*/ 114033 w 571500"/>
                <a:gd name="csY102" fmla="*/ 106202 h 228600"/>
                <a:gd name="csX103" fmla="*/ 115167 w 571500"/>
                <a:gd name="csY103" fmla="*/ 106840 h 228600"/>
                <a:gd name="csX104" fmla="*/ 116243 w 571500"/>
                <a:gd name="csY104" fmla="*/ 107345 h 228600"/>
                <a:gd name="csX105" fmla="*/ 117386 w 571500"/>
                <a:gd name="csY105" fmla="*/ 107726 h 228600"/>
                <a:gd name="csX106" fmla="*/ 118520 w 571500"/>
                <a:gd name="csY106" fmla="*/ 108041 h 228600"/>
                <a:gd name="csX107" fmla="*/ 119596 w 571500"/>
                <a:gd name="csY107" fmla="*/ 108231 h 228600"/>
                <a:gd name="csX108" fmla="*/ 120739 w 571500"/>
                <a:gd name="csY108" fmla="*/ 108288 h 228600"/>
                <a:gd name="csX109" fmla="*/ 121872 w 571500"/>
                <a:gd name="csY109" fmla="*/ 108355 h 228600"/>
                <a:gd name="csX110" fmla="*/ 122948 w 571500"/>
                <a:gd name="csY110" fmla="*/ 108355 h 228600"/>
                <a:gd name="csX111" fmla="*/ 124092 w 571500"/>
                <a:gd name="csY111" fmla="*/ 108355 h 228600"/>
                <a:gd name="csX112" fmla="*/ 125235 w 571500"/>
                <a:gd name="csY112" fmla="*/ 108288 h 228600"/>
                <a:gd name="csX113" fmla="*/ 126311 w 571500"/>
                <a:gd name="csY113" fmla="*/ 108288 h 228600"/>
                <a:gd name="csX114" fmla="*/ 127445 w 571500"/>
                <a:gd name="csY114" fmla="*/ 108231 h 228600"/>
                <a:gd name="csX115" fmla="*/ 128588 w 571500"/>
                <a:gd name="csY115" fmla="*/ 108231 h 228600"/>
                <a:gd name="csX116" fmla="*/ 129664 w 571500"/>
                <a:gd name="csY116" fmla="*/ 108231 h 228600"/>
                <a:gd name="csX117" fmla="*/ 130797 w 571500"/>
                <a:gd name="csY117" fmla="*/ 108231 h 228600"/>
                <a:gd name="csX118" fmla="*/ 131940 w 571500"/>
                <a:gd name="csY118" fmla="*/ 108288 h 228600"/>
                <a:gd name="csX119" fmla="*/ 133016 w 571500"/>
                <a:gd name="csY119" fmla="*/ 108422 h 228600"/>
                <a:gd name="csX120" fmla="*/ 134150 w 571500"/>
                <a:gd name="csY120" fmla="*/ 108545 h 228600"/>
                <a:gd name="csX121" fmla="*/ 135293 w 571500"/>
                <a:gd name="csY121" fmla="*/ 108736 h 228600"/>
                <a:gd name="csX122" fmla="*/ 136369 w 571500"/>
                <a:gd name="csY122" fmla="*/ 108984 h 228600"/>
                <a:gd name="csX123" fmla="*/ 137513 w 571500"/>
                <a:gd name="csY123" fmla="*/ 109308 h 228600"/>
                <a:gd name="csX124" fmla="*/ 138646 w 571500"/>
                <a:gd name="csY124" fmla="*/ 109622 h 228600"/>
                <a:gd name="csX125" fmla="*/ 139722 w 571500"/>
                <a:gd name="csY125" fmla="*/ 109936 h 228600"/>
                <a:gd name="csX126" fmla="*/ 140865 w 571500"/>
                <a:gd name="csY126" fmla="*/ 110384 h 228600"/>
                <a:gd name="csX127" fmla="*/ 141999 w 571500"/>
                <a:gd name="csY127" fmla="*/ 110755 h 228600"/>
                <a:gd name="csX128" fmla="*/ 143075 w 571500"/>
                <a:gd name="csY128" fmla="*/ 111270 h 228600"/>
                <a:gd name="csX129" fmla="*/ 144218 w 571500"/>
                <a:gd name="csY129" fmla="*/ 111708 h 228600"/>
                <a:gd name="csX130" fmla="*/ 145361 w 571500"/>
                <a:gd name="csY130" fmla="*/ 112156 h 228600"/>
                <a:gd name="csX131" fmla="*/ 146428 w 571500"/>
                <a:gd name="csY131" fmla="*/ 112660 h 228600"/>
                <a:gd name="csX132" fmla="*/ 147571 w 571500"/>
                <a:gd name="csY132" fmla="*/ 113099 h 228600"/>
                <a:gd name="csX133" fmla="*/ 148714 w 571500"/>
                <a:gd name="csY133" fmla="*/ 113603 h 228600"/>
                <a:gd name="csX134" fmla="*/ 149790 w 571500"/>
                <a:gd name="csY134" fmla="*/ 114051 h 228600"/>
                <a:gd name="csX135" fmla="*/ 150924 w 571500"/>
                <a:gd name="csY135" fmla="*/ 114432 h 228600"/>
                <a:gd name="csX136" fmla="*/ 152066 w 571500"/>
                <a:gd name="csY136" fmla="*/ 114870 h 228600"/>
                <a:gd name="csX137" fmla="*/ 153200 w 571500"/>
                <a:gd name="csY137" fmla="*/ 115184 h 228600"/>
                <a:gd name="csX138" fmla="*/ 154276 w 571500"/>
                <a:gd name="csY138" fmla="*/ 115508 h 228600"/>
                <a:gd name="csX139" fmla="*/ 155419 w 571500"/>
                <a:gd name="csY139" fmla="*/ 115823 h 228600"/>
                <a:gd name="csX140" fmla="*/ 156563 w 571500"/>
                <a:gd name="csY140" fmla="*/ 116070 h 228600"/>
                <a:gd name="csX141" fmla="*/ 157639 w 571500"/>
                <a:gd name="csY141" fmla="*/ 116261 h 228600"/>
                <a:gd name="csX142" fmla="*/ 158772 w 571500"/>
                <a:gd name="csY142" fmla="*/ 116394 h 228600"/>
                <a:gd name="csX143" fmla="*/ 159915 w 571500"/>
                <a:gd name="csY143" fmla="*/ 116518 h 228600"/>
                <a:gd name="csX144" fmla="*/ 160992 w 571500"/>
                <a:gd name="csY144" fmla="*/ 116518 h 228600"/>
                <a:gd name="csX145" fmla="*/ 162125 w 571500"/>
                <a:gd name="csY145" fmla="*/ 116518 h 228600"/>
                <a:gd name="csX146" fmla="*/ 163268 w 571500"/>
                <a:gd name="csY146" fmla="*/ 116451 h 228600"/>
                <a:gd name="csX147" fmla="*/ 164344 w 571500"/>
                <a:gd name="csY147" fmla="*/ 116327 h 228600"/>
                <a:gd name="csX148" fmla="*/ 165478 w 571500"/>
                <a:gd name="csY148" fmla="*/ 116204 h 228600"/>
                <a:gd name="csX149" fmla="*/ 166621 w 571500"/>
                <a:gd name="csY149" fmla="*/ 115947 h 228600"/>
                <a:gd name="csX150" fmla="*/ 167697 w 571500"/>
                <a:gd name="csY150" fmla="*/ 115756 h 228600"/>
                <a:gd name="csX151" fmla="*/ 168840 w 571500"/>
                <a:gd name="csY151" fmla="*/ 115441 h 228600"/>
                <a:gd name="csX152" fmla="*/ 169974 w 571500"/>
                <a:gd name="csY152" fmla="*/ 115128 h 228600"/>
                <a:gd name="csX153" fmla="*/ 171050 w 571500"/>
                <a:gd name="csY153" fmla="*/ 114813 h 228600"/>
                <a:gd name="csX154" fmla="*/ 172193 w 571500"/>
                <a:gd name="csY154" fmla="*/ 114432 h 228600"/>
                <a:gd name="csX155" fmla="*/ 173326 w 571500"/>
                <a:gd name="csY155" fmla="*/ 114051 h 228600"/>
                <a:gd name="csX156" fmla="*/ 174403 w 571500"/>
                <a:gd name="csY156" fmla="*/ 113670 h 228600"/>
                <a:gd name="csX157" fmla="*/ 175546 w 571500"/>
                <a:gd name="csY157" fmla="*/ 113356 h 228600"/>
                <a:gd name="csX158" fmla="*/ 176689 w 571500"/>
                <a:gd name="csY158" fmla="*/ 112975 h 228600"/>
                <a:gd name="csX159" fmla="*/ 177756 w 571500"/>
                <a:gd name="csY159" fmla="*/ 112660 h 228600"/>
                <a:gd name="csX160" fmla="*/ 178899 w 571500"/>
                <a:gd name="csY160" fmla="*/ 112336 h 228600"/>
                <a:gd name="csX161" fmla="*/ 180042 w 571500"/>
                <a:gd name="csY161" fmla="*/ 112089 h 228600"/>
                <a:gd name="csX162" fmla="*/ 181118 w 571500"/>
                <a:gd name="csY162" fmla="*/ 111898 h 228600"/>
                <a:gd name="csX163" fmla="*/ 182251 w 571500"/>
                <a:gd name="csY163" fmla="*/ 111774 h 228600"/>
                <a:gd name="csX164" fmla="*/ 183394 w 571500"/>
                <a:gd name="csY164" fmla="*/ 111708 h 228600"/>
                <a:gd name="csX165" fmla="*/ 184471 w 571500"/>
                <a:gd name="csY165" fmla="*/ 111708 h 228600"/>
                <a:gd name="csX166" fmla="*/ 185604 w 571500"/>
                <a:gd name="csY166" fmla="*/ 111898 h 228600"/>
                <a:gd name="csX167" fmla="*/ 186747 w 571500"/>
                <a:gd name="csY167" fmla="*/ 112089 h 228600"/>
                <a:gd name="csX168" fmla="*/ 187824 w 571500"/>
                <a:gd name="csY168" fmla="*/ 112470 h 228600"/>
                <a:gd name="csX169" fmla="*/ 188967 w 571500"/>
                <a:gd name="csY169" fmla="*/ 112908 h 228600"/>
                <a:gd name="csX170" fmla="*/ 190100 w 571500"/>
                <a:gd name="csY170" fmla="*/ 113479 h 228600"/>
                <a:gd name="csX171" fmla="*/ 191176 w 571500"/>
                <a:gd name="csY171" fmla="*/ 114242 h 228600"/>
                <a:gd name="csX172" fmla="*/ 192319 w 571500"/>
                <a:gd name="csY172" fmla="*/ 115128 h 228600"/>
                <a:gd name="csX173" fmla="*/ 193453 w 571500"/>
                <a:gd name="csY173" fmla="*/ 116204 h 228600"/>
                <a:gd name="csX174" fmla="*/ 194529 w 571500"/>
                <a:gd name="csY174" fmla="*/ 117337 h 228600"/>
                <a:gd name="csX175" fmla="*/ 195672 w 571500"/>
                <a:gd name="csY175" fmla="*/ 118604 h 228600"/>
                <a:gd name="csX176" fmla="*/ 196806 w 571500"/>
                <a:gd name="csY176" fmla="*/ 120128 h 228600"/>
                <a:gd name="csX177" fmla="*/ 197882 w 571500"/>
                <a:gd name="csY177" fmla="*/ 121766 h 228600"/>
                <a:gd name="csX178" fmla="*/ 199025 w 571500"/>
                <a:gd name="csY178" fmla="*/ 123480 h 228600"/>
                <a:gd name="csX179" fmla="*/ 200168 w 571500"/>
                <a:gd name="csY179" fmla="*/ 125376 h 228600"/>
                <a:gd name="csX180" fmla="*/ 201244 w 571500"/>
                <a:gd name="csY180" fmla="*/ 127395 h 228600"/>
                <a:gd name="csX181" fmla="*/ 202378 w 571500"/>
                <a:gd name="csY181" fmla="*/ 129615 h 228600"/>
                <a:gd name="csX182" fmla="*/ 203521 w 571500"/>
                <a:gd name="csY182" fmla="*/ 131891 h 228600"/>
                <a:gd name="csX183" fmla="*/ 204597 w 571500"/>
                <a:gd name="csY183" fmla="*/ 134234 h 228600"/>
                <a:gd name="csX184" fmla="*/ 205731 w 571500"/>
                <a:gd name="csY184" fmla="*/ 136701 h 228600"/>
                <a:gd name="csX185" fmla="*/ 206874 w 571500"/>
                <a:gd name="csY185" fmla="*/ 139235 h 228600"/>
                <a:gd name="csX186" fmla="*/ 207950 w 571500"/>
                <a:gd name="csY186" fmla="*/ 141893 h 228600"/>
                <a:gd name="csX187" fmla="*/ 209093 w 571500"/>
                <a:gd name="csY187" fmla="*/ 144550 h 228600"/>
                <a:gd name="csX188" fmla="*/ 210226 w 571500"/>
                <a:gd name="csY188" fmla="*/ 147265 h 228600"/>
                <a:gd name="csX189" fmla="*/ 211302 w 571500"/>
                <a:gd name="csY189" fmla="*/ 149989 h 228600"/>
                <a:gd name="csX190" fmla="*/ 212446 w 571500"/>
                <a:gd name="csY190" fmla="*/ 152770 h 228600"/>
                <a:gd name="csX191" fmla="*/ 213579 w 571500"/>
                <a:gd name="csY191" fmla="*/ 155494 h 228600"/>
                <a:gd name="csX192" fmla="*/ 214656 w 571500"/>
                <a:gd name="csY192" fmla="*/ 158209 h 228600"/>
                <a:gd name="csX193" fmla="*/ 215799 w 571500"/>
                <a:gd name="csY193" fmla="*/ 160933 h 228600"/>
                <a:gd name="csX194" fmla="*/ 216932 w 571500"/>
                <a:gd name="csY194" fmla="*/ 163590 h 228600"/>
                <a:gd name="csX195" fmla="*/ 218008 w 571500"/>
                <a:gd name="csY195" fmla="*/ 166181 h 228600"/>
                <a:gd name="csX196" fmla="*/ 219151 w 571500"/>
                <a:gd name="csY196" fmla="*/ 168648 h 228600"/>
                <a:gd name="csX197" fmla="*/ 220294 w 571500"/>
                <a:gd name="csY197" fmla="*/ 171125 h 228600"/>
                <a:gd name="csX198" fmla="*/ 221370 w 571500"/>
                <a:gd name="csY198" fmla="*/ 173458 h 228600"/>
                <a:gd name="csX199" fmla="*/ 222504 w 571500"/>
                <a:gd name="csY199" fmla="*/ 175735 h 228600"/>
                <a:gd name="csX200" fmla="*/ 223647 w 571500"/>
                <a:gd name="csY200" fmla="*/ 177954 h 228600"/>
                <a:gd name="csX201" fmla="*/ 224723 w 571500"/>
                <a:gd name="csY201" fmla="*/ 180040 h 228600"/>
                <a:gd name="csX202" fmla="*/ 225857 w 571500"/>
                <a:gd name="csY202" fmla="*/ 182003 h 228600"/>
                <a:gd name="csX203" fmla="*/ 227000 w 571500"/>
                <a:gd name="csY203" fmla="*/ 183841 h 228600"/>
                <a:gd name="csX204" fmla="*/ 228076 w 571500"/>
                <a:gd name="csY204" fmla="*/ 185612 h 228600"/>
                <a:gd name="csX205" fmla="*/ 229219 w 571500"/>
                <a:gd name="csY205" fmla="*/ 187317 h 228600"/>
                <a:gd name="csX206" fmla="*/ 230352 w 571500"/>
                <a:gd name="csY206" fmla="*/ 188899 h 228600"/>
                <a:gd name="csX207" fmla="*/ 231496 w 571500"/>
                <a:gd name="csY207" fmla="*/ 190355 h 228600"/>
                <a:gd name="csX208" fmla="*/ 232572 w 571500"/>
                <a:gd name="csY208" fmla="*/ 191746 h 228600"/>
                <a:gd name="csX209" fmla="*/ 233706 w 571500"/>
                <a:gd name="csY209" fmla="*/ 193080 h 228600"/>
                <a:gd name="csX210" fmla="*/ 234849 w 571500"/>
                <a:gd name="csY210" fmla="*/ 194337 h 228600"/>
                <a:gd name="csX211" fmla="*/ 235925 w 571500"/>
                <a:gd name="csY211" fmla="*/ 195480 h 228600"/>
                <a:gd name="csX212" fmla="*/ 237068 w 571500"/>
                <a:gd name="csY212" fmla="*/ 196623 h 228600"/>
                <a:gd name="csX213" fmla="*/ 238201 w 571500"/>
                <a:gd name="csY213" fmla="*/ 197633 h 228600"/>
                <a:gd name="csX214" fmla="*/ 239277 w 571500"/>
                <a:gd name="csY214" fmla="*/ 198642 h 228600"/>
                <a:gd name="csX215" fmla="*/ 240420 w 571500"/>
                <a:gd name="csY215" fmla="*/ 199652 h 228600"/>
                <a:gd name="csX216" fmla="*/ 241554 w 571500"/>
                <a:gd name="csY216" fmla="*/ 200605 h 228600"/>
                <a:gd name="csX217" fmla="*/ 242630 w 571500"/>
                <a:gd name="csY217" fmla="*/ 201490 h 228600"/>
                <a:gd name="csX218" fmla="*/ 243773 w 571500"/>
                <a:gd name="csY218" fmla="*/ 202376 h 228600"/>
                <a:gd name="csX219" fmla="*/ 244907 w 571500"/>
                <a:gd name="csY219" fmla="*/ 203262 h 228600"/>
                <a:gd name="csX220" fmla="*/ 245983 w 571500"/>
                <a:gd name="csY220" fmla="*/ 204148 h 228600"/>
                <a:gd name="csX221" fmla="*/ 247126 w 571500"/>
                <a:gd name="csY221" fmla="*/ 204967 h 228600"/>
                <a:gd name="csX222" fmla="*/ 248269 w 571500"/>
                <a:gd name="csY222" fmla="*/ 205796 h 228600"/>
                <a:gd name="csX223" fmla="*/ 249345 w 571500"/>
                <a:gd name="csY223" fmla="*/ 206615 h 228600"/>
                <a:gd name="csX224" fmla="*/ 250479 w 571500"/>
                <a:gd name="csY224" fmla="*/ 207434 h 228600"/>
                <a:gd name="csX225" fmla="*/ 251622 w 571500"/>
                <a:gd name="csY225" fmla="*/ 208196 h 228600"/>
                <a:gd name="csX226" fmla="*/ 252698 w 571500"/>
                <a:gd name="csY226" fmla="*/ 209025 h 228600"/>
                <a:gd name="csX227" fmla="*/ 253832 w 571500"/>
                <a:gd name="csY227" fmla="*/ 209777 h 228600"/>
                <a:gd name="csX228" fmla="*/ 254975 w 571500"/>
                <a:gd name="csY228" fmla="*/ 210472 h 228600"/>
                <a:gd name="csX229" fmla="*/ 256051 w 571500"/>
                <a:gd name="csY229" fmla="*/ 211234 h 228600"/>
                <a:gd name="csX230" fmla="*/ 257184 w 571500"/>
                <a:gd name="csY230" fmla="*/ 211863 h 228600"/>
                <a:gd name="csX231" fmla="*/ 258327 w 571500"/>
                <a:gd name="csY231" fmla="*/ 212568 h 228600"/>
                <a:gd name="csX232" fmla="*/ 259404 w 571500"/>
                <a:gd name="csY232" fmla="*/ 213197 h 228600"/>
                <a:gd name="csX233" fmla="*/ 260547 w 571500"/>
                <a:gd name="csY233" fmla="*/ 213768 h 228600"/>
                <a:gd name="csX234" fmla="*/ 261680 w 571500"/>
                <a:gd name="csY234" fmla="*/ 214273 h 228600"/>
                <a:gd name="csX235" fmla="*/ 262757 w 571500"/>
                <a:gd name="csY235" fmla="*/ 214778 h 228600"/>
                <a:gd name="csX236" fmla="*/ 263900 w 571500"/>
                <a:gd name="csY236" fmla="*/ 215225 h 228600"/>
                <a:gd name="csX237" fmla="*/ 265033 w 571500"/>
                <a:gd name="csY237" fmla="*/ 215664 h 228600"/>
                <a:gd name="csX238" fmla="*/ 266110 w 571500"/>
                <a:gd name="csY238" fmla="*/ 215978 h 228600"/>
                <a:gd name="csX239" fmla="*/ 267252 w 571500"/>
                <a:gd name="csY239" fmla="*/ 216292 h 228600"/>
                <a:gd name="csX240" fmla="*/ 268386 w 571500"/>
                <a:gd name="csY240" fmla="*/ 216549 h 228600"/>
                <a:gd name="csX241" fmla="*/ 269462 w 571500"/>
                <a:gd name="csY241" fmla="*/ 216807 h 228600"/>
                <a:gd name="csX242" fmla="*/ 270605 w 571500"/>
                <a:gd name="csY242" fmla="*/ 216931 h 228600"/>
                <a:gd name="csX243" fmla="*/ 271748 w 571500"/>
                <a:gd name="csY243" fmla="*/ 217054 h 228600"/>
                <a:gd name="csX244" fmla="*/ 272825 w 571500"/>
                <a:gd name="csY244" fmla="*/ 217121 h 228600"/>
                <a:gd name="csX245" fmla="*/ 273958 w 571500"/>
                <a:gd name="csY245" fmla="*/ 217178 h 228600"/>
                <a:gd name="csX246" fmla="*/ 275101 w 571500"/>
                <a:gd name="csY246" fmla="*/ 217178 h 228600"/>
                <a:gd name="csX247" fmla="*/ 276178 w 571500"/>
                <a:gd name="csY247" fmla="*/ 217121 h 228600"/>
                <a:gd name="csX248" fmla="*/ 277311 w 571500"/>
                <a:gd name="csY248" fmla="*/ 217054 h 228600"/>
                <a:gd name="csX249" fmla="*/ 278454 w 571500"/>
                <a:gd name="csY249" fmla="*/ 216931 h 228600"/>
                <a:gd name="csX250" fmla="*/ 279530 w 571500"/>
                <a:gd name="csY250" fmla="*/ 216807 h 228600"/>
                <a:gd name="csX251" fmla="*/ 280673 w 571500"/>
                <a:gd name="csY251" fmla="*/ 216673 h 228600"/>
                <a:gd name="csX252" fmla="*/ 281807 w 571500"/>
                <a:gd name="csY252" fmla="*/ 216483 h 228600"/>
                <a:gd name="csX253" fmla="*/ 282883 w 571500"/>
                <a:gd name="csY253" fmla="*/ 216359 h 228600"/>
                <a:gd name="csX254" fmla="*/ 284026 w 571500"/>
                <a:gd name="csY254" fmla="*/ 216168 h 228600"/>
                <a:gd name="csX255" fmla="*/ 285160 w 571500"/>
                <a:gd name="csY255" fmla="*/ 215978 h 228600"/>
                <a:gd name="csX256" fmla="*/ 286236 w 571500"/>
                <a:gd name="csY256" fmla="*/ 215730 h 228600"/>
                <a:gd name="csX257" fmla="*/ 287379 w 571500"/>
                <a:gd name="csY257" fmla="*/ 215540 h 228600"/>
                <a:gd name="csX258" fmla="*/ 288512 w 571500"/>
                <a:gd name="csY258" fmla="*/ 215349 h 228600"/>
                <a:gd name="csX259" fmla="*/ 289589 w 571500"/>
                <a:gd name="csY259" fmla="*/ 215092 h 228600"/>
                <a:gd name="csX260" fmla="*/ 290732 w 571500"/>
                <a:gd name="csY260" fmla="*/ 214902 h 228600"/>
                <a:gd name="csX261" fmla="*/ 291875 w 571500"/>
                <a:gd name="csY261" fmla="*/ 214654 h 228600"/>
                <a:gd name="csX262" fmla="*/ 292951 w 571500"/>
                <a:gd name="csY262" fmla="*/ 214397 h 228600"/>
                <a:gd name="csX263" fmla="*/ 294085 w 571500"/>
                <a:gd name="csY263" fmla="*/ 214206 h 228600"/>
                <a:gd name="csX264" fmla="*/ 295228 w 571500"/>
                <a:gd name="csY264" fmla="*/ 213959 h 228600"/>
                <a:gd name="csX265" fmla="*/ 296304 w 571500"/>
                <a:gd name="csY265" fmla="*/ 213702 h 228600"/>
                <a:gd name="csX266" fmla="*/ 297437 w 571500"/>
                <a:gd name="csY266" fmla="*/ 213454 h 228600"/>
                <a:gd name="csX267" fmla="*/ 298580 w 571500"/>
                <a:gd name="csY267" fmla="*/ 213130 h 228600"/>
                <a:gd name="csX268" fmla="*/ 299656 w 571500"/>
                <a:gd name="csY268" fmla="*/ 212883 h 228600"/>
                <a:gd name="csX269" fmla="*/ 300790 w 571500"/>
                <a:gd name="csY269" fmla="*/ 212625 h 228600"/>
                <a:gd name="csX270" fmla="*/ 301933 w 571500"/>
                <a:gd name="csY270" fmla="*/ 212311 h 228600"/>
                <a:gd name="csX271" fmla="*/ 303010 w 571500"/>
                <a:gd name="csY271" fmla="*/ 211997 h 228600"/>
                <a:gd name="csX272" fmla="*/ 304153 w 571500"/>
                <a:gd name="csY272" fmla="*/ 211682 h 228600"/>
                <a:gd name="csX273" fmla="*/ 305286 w 571500"/>
                <a:gd name="csY273" fmla="*/ 211301 h 228600"/>
                <a:gd name="csX274" fmla="*/ 306362 w 571500"/>
                <a:gd name="csY274" fmla="*/ 210987 h 228600"/>
                <a:gd name="csX275" fmla="*/ 307505 w 571500"/>
                <a:gd name="csY275" fmla="*/ 210606 h 228600"/>
                <a:gd name="csX276" fmla="*/ 308639 w 571500"/>
                <a:gd name="csY276" fmla="*/ 210282 h 228600"/>
                <a:gd name="csX277" fmla="*/ 309782 w 571500"/>
                <a:gd name="csY277" fmla="*/ 209911 h 228600"/>
                <a:gd name="csX278" fmla="*/ 310858 w 571500"/>
                <a:gd name="csY278" fmla="*/ 209529 h 228600"/>
                <a:gd name="csX279" fmla="*/ 312001 w 571500"/>
                <a:gd name="csY279" fmla="*/ 209205 h 228600"/>
                <a:gd name="csX280" fmla="*/ 313135 w 571500"/>
                <a:gd name="csY280" fmla="*/ 208834 h 228600"/>
                <a:gd name="csX281" fmla="*/ 314211 w 571500"/>
                <a:gd name="csY281" fmla="*/ 208510 h 228600"/>
                <a:gd name="csX282" fmla="*/ 315354 w 571500"/>
                <a:gd name="csY282" fmla="*/ 208196 h 228600"/>
                <a:gd name="csX283" fmla="*/ 316487 w 571500"/>
                <a:gd name="csY283" fmla="*/ 207882 h 228600"/>
                <a:gd name="csX284" fmla="*/ 317563 w 571500"/>
                <a:gd name="csY284" fmla="*/ 207625 h 228600"/>
                <a:gd name="csX285" fmla="*/ 318706 w 571500"/>
                <a:gd name="csY285" fmla="*/ 207434 h 228600"/>
                <a:gd name="csX286" fmla="*/ 319840 w 571500"/>
                <a:gd name="csY286" fmla="*/ 207253 h 228600"/>
                <a:gd name="csX287" fmla="*/ 320916 w 571500"/>
                <a:gd name="csY287" fmla="*/ 207120 h 228600"/>
                <a:gd name="csX288" fmla="*/ 322060 w 571500"/>
                <a:gd name="csY288" fmla="*/ 206996 h 228600"/>
                <a:gd name="csX289" fmla="*/ 323203 w 571500"/>
                <a:gd name="csY289" fmla="*/ 206996 h 228600"/>
                <a:gd name="csX290" fmla="*/ 324279 w 571500"/>
                <a:gd name="csY290" fmla="*/ 206996 h 228600"/>
                <a:gd name="csX291" fmla="*/ 325412 w 571500"/>
                <a:gd name="csY291" fmla="*/ 207063 h 228600"/>
                <a:gd name="csX292" fmla="*/ 326555 w 571500"/>
                <a:gd name="csY292" fmla="*/ 207186 h 228600"/>
                <a:gd name="csX293" fmla="*/ 327631 w 571500"/>
                <a:gd name="csY293" fmla="*/ 207377 h 228600"/>
                <a:gd name="csX294" fmla="*/ 328765 w 571500"/>
                <a:gd name="csY294" fmla="*/ 207625 h 228600"/>
                <a:gd name="csX295" fmla="*/ 329908 w 571500"/>
                <a:gd name="csY295" fmla="*/ 207949 h 228600"/>
                <a:gd name="csX296" fmla="*/ 330984 w 571500"/>
                <a:gd name="csY296" fmla="*/ 208320 h 228600"/>
                <a:gd name="csX297" fmla="*/ 332118 w 571500"/>
                <a:gd name="csY297" fmla="*/ 208768 h 228600"/>
                <a:gd name="csX298" fmla="*/ 333261 w 571500"/>
                <a:gd name="csY298" fmla="*/ 209205 h 228600"/>
                <a:gd name="csX299" fmla="*/ 334337 w 571500"/>
                <a:gd name="csY299" fmla="*/ 209777 h 228600"/>
                <a:gd name="csX300" fmla="*/ 335480 w 571500"/>
                <a:gd name="csY300" fmla="*/ 210348 h 228600"/>
                <a:gd name="csX301" fmla="*/ 336613 w 571500"/>
                <a:gd name="csY301" fmla="*/ 210920 h 228600"/>
                <a:gd name="csX302" fmla="*/ 337690 w 571500"/>
                <a:gd name="csY302" fmla="*/ 211549 h 228600"/>
                <a:gd name="csX303" fmla="*/ 338833 w 571500"/>
                <a:gd name="csY303" fmla="*/ 212244 h 228600"/>
                <a:gd name="csX304" fmla="*/ 339966 w 571500"/>
                <a:gd name="csY304" fmla="*/ 212940 h 228600"/>
                <a:gd name="csX305" fmla="*/ 341043 w 571500"/>
                <a:gd name="csY305" fmla="*/ 213635 h 228600"/>
                <a:gd name="csX306" fmla="*/ 342186 w 571500"/>
                <a:gd name="csY306" fmla="*/ 214330 h 228600"/>
                <a:gd name="csX307" fmla="*/ 343329 w 571500"/>
                <a:gd name="csY307" fmla="*/ 215035 h 228600"/>
                <a:gd name="csX308" fmla="*/ 344395 w 571500"/>
                <a:gd name="csY308" fmla="*/ 215730 h 228600"/>
                <a:gd name="csX309" fmla="*/ 345538 w 571500"/>
                <a:gd name="csY309" fmla="*/ 216425 h 228600"/>
                <a:gd name="csX310" fmla="*/ 346681 w 571500"/>
                <a:gd name="csY310" fmla="*/ 217121 h 228600"/>
                <a:gd name="csX311" fmla="*/ 347758 w 571500"/>
                <a:gd name="csY311" fmla="*/ 217750 h 228600"/>
                <a:gd name="csX312" fmla="*/ 348891 w 571500"/>
                <a:gd name="csY312" fmla="*/ 218321 h 228600"/>
                <a:gd name="csX313" fmla="*/ 350034 w 571500"/>
                <a:gd name="csY313" fmla="*/ 218893 h 228600"/>
                <a:gd name="csX314" fmla="*/ 351111 w 571500"/>
                <a:gd name="csY314" fmla="*/ 219397 h 228600"/>
                <a:gd name="csX315" fmla="*/ 352244 w 571500"/>
                <a:gd name="csY315" fmla="*/ 219903 h 228600"/>
                <a:gd name="csX316" fmla="*/ 353387 w 571500"/>
                <a:gd name="csY316" fmla="*/ 220283 h 228600"/>
                <a:gd name="csX317" fmla="*/ 354463 w 571500"/>
                <a:gd name="csY317" fmla="*/ 220664 h 228600"/>
                <a:gd name="csX318" fmla="*/ 355606 w 571500"/>
                <a:gd name="csY318" fmla="*/ 220979 h 228600"/>
                <a:gd name="csX319" fmla="*/ 356740 w 571500"/>
                <a:gd name="csY319" fmla="*/ 221236 h 228600"/>
                <a:gd name="csX320" fmla="*/ 357816 w 571500"/>
                <a:gd name="csY320" fmla="*/ 221359 h 228600"/>
                <a:gd name="csX321" fmla="*/ 358959 w 571500"/>
                <a:gd name="csY321" fmla="*/ 221483 h 228600"/>
                <a:gd name="csX322" fmla="*/ 360093 w 571500"/>
                <a:gd name="csY322" fmla="*/ 221550 h 228600"/>
                <a:gd name="csX323" fmla="*/ 361169 w 571500"/>
                <a:gd name="csY323" fmla="*/ 221550 h 228600"/>
                <a:gd name="csX324" fmla="*/ 362312 w 571500"/>
                <a:gd name="csY324" fmla="*/ 221426 h 228600"/>
                <a:gd name="csX325" fmla="*/ 363455 w 571500"/>
                <a:gd name="csY325" fmla="*/ 221293 h 228600"/>
                <a:gd name="csX326" fmla="*/ 364531 w 571500"/>
                <a:gd name="csY326" fmla="*/ 221102 h 228600"/>
                <a:gd name="csX327" fmla="*/ 365665 w 571500"/>
                <a:gd name="csY327" fmla="*/ 220855 h 228600"/>
                <a:gd name="csX328" fmla="*/ 366808 w 571500"/>
                <a:gd name="csY328" fmla="*/ 220531 h 228600"/>
                <a:gd name="csX329" fmla="*/ 367884 w 571500"/>
                <a:gd name="csY329" fmla="*/ 220159 h 228600"/>
                <a:gd name="csX330" fmla="*/ 369018 w 571500"/>
                <a:gd name="csY330" fmla="*/ 219712 h 228600"/>
                <a:gd name="csX331" fmla="*/ 370161 w 571500"/>
                <a:gd name="csY331" fmla="*/ 219207 h 228600"/>
                <a:gd name="csX332" fmla="*/ 371237 w 571500"/>
                <a:gd name="csY332" fmla="*/ 218702 h 228600"/>
                <a:gd name="csX333" fmla="*/ 372370 w 571500"/>
                <a:gd name="csY333" fmla="*/ 218131 h 228600"/>
                <a:gd name="csX334" fmla="*/ 373513 w 571500"/>
                <a:gd name="csY334" fmla="*/ 217559 h 228600"/>
                <a:gd name="csX335" fmla="*/ 374590 w 571500"/>
                <a:gd name="csY335" fmla="*/ 216997 h 228600"/>
                <a:gd name="csX336" fmla="*/ 375732 w 571500"/>
                <a:gd name="csY336" fmla="*/ 216359 h 228600"/>
                <a:gd name="csX337" fmla="*/ 376866 w 571500"/>
                <a:gd name="csY337" fmla="*/ 215664 h 228600"/>
                <a:gd name="csX338" fmla="*/ 377943 w 571500"/>
                <a:gd name="csY338" fmla="*/ 215035 h 228600"/>
                <a:gd name="csX339" fmla="*/ 379086 w 571500"/>
                <a:gd name="csY339" fmla="*/ 214397 h 228600"/>
                <a:gd name="csX340" fmla="*/ 380219 w 571500"/>
                <a:gd name="csY340" fmla="*/ 213768 h 228600"/>
                <a:gd name="csX341" fmla="*/ 381296 w 571500"/>
                <a:gd name="csY341" fmla="*/ 213130 h 228600"/>
                <a:gd name="csX342" fmla="*/ 382438 w 571500"/>
                <a:gd name="csY342" fmla="*/ 212501 h 228600"/>
                <a:gd name="csX343" fmla="*/ 383581 w 571500"/>
                <a:gd name="csY343" fmla="*/ 211930 h 228600"/>
                <a:gd name="csX344" fmla="*/ 384715 w 571500"/>
                <a:gd name="csY344" fmla="*/ 211425 h 228600"/>
                <a:gd name="csX345" fmla="*/ 385791 w 571500"/>
                <a:gd name="csY345" fmla="*/ 210920 h 228600"/>
                <a:gd name="csX346" fmla="*/ 386934 w 571500"/>
                <a:gd name="csY346" fmla="*/ 210472 h 228600"/>
                <a:gd name="csX347" fmla="*/ 388068 w 571500"/>
                <a:gd name="csY347" fmla="*/ 210035 h 228600"/>
                <a:gd name="csX348" fmla="*/ 389144 w 571500"/>
                <a:gd name="csY348" fmla="*/ 209720 h 228600"/>
                <a:gd name="csX349" fmla="*/ 390287 w 571500"/>
                <a:gd name="csY349" fmla="*/ 209396 h 228600"/>
                <a:gd name="csX350" fmla="*/ 391420 w 571500"/>
                <a:gd name="csY350" fmla="*/ 209205 h 228600"/>
                <a:gd name="csX351" fmla="*/ 392497 w 571500"/>
                <a:gd name="csY351" fmla="*/ 209025 h 228600"/>
                <a:gd name="csX352" fmla="*/ 393640 w 571500"/>
                <a:gd name="csY352" fmla="*/ 208958 h 228600"/>
                <a:gd name="csX353" fmla="*/ 394782 w 571500"/>
                <a:gd name="csY353" fmla="*/ 208892 h 228600"/>
                <a:gd name="csX354" fmla="*/ 395859 w 571500"/>
                <a:gd name="csY354" fmla="*/ 208958 h 228600"/>
                <a:gd name="csX355" fmla="*/ 396993 w 571500"/>
                <a:gd name="csY355" fmla="*/ 209082 h 228600"/>
                <a:gd name="csX356" fmla="*/ 398136 w 571500"/>
                <a:gd name="csY356" fmla="*/ 209272 h 228600"/>
                <a:gd name="csX357" fmla="*/ 399212 w 571500"/>
                <a:gd name="csY357" fmla="*/ 209529 h 228600"/>
                <a:gd name="csX358" fmla="*/ 400346 w 571500"/>
                <a:gd name="csY358" fmla="*/ 209844 h 228600"/>
                <a:gd name="csX359" fmla="*/ 401488 w 571500"/>
                <a:gd name="csY359" fmla="*/ 210225 h 228600"/>
                <a:gd name="csX360" fmla="*/ 402565 w 571500"/>
                <a:gd name="csY360" fmla="*/ 210606 h 228600"/>
                <a:gd name="csX361" fmla="*/ 403698 w 571500"/>
                <a:gd name="csY361" fmla="*/ 211111 h 228600"/>
                <a:gd name="csX362" fmla="*/ 404841 w 571500"/>
                <a:gd name="csY362" fmla="*/ 211682 h 228600"/>
                <a:gd name="csX363" fmla="*/ 405917 w 571500"/>
                <a:gd name="csY363" fmla="*/ 212244 h 228600"/>
                <a:gd name="csX364" fmla="*/ 407060 w 571500"/>
                <a:gd name="csY364" fmla="*/ 212816 h 228600"/>
                <a:gd name="csX365" fmla="*/ 408194 w 571500"/>
                <a:gd name="csY365" fmla="*/ 213454 h 228600"/>
                <a:gd name="csX366" fmla="*/ 409270 w 571500"/>
                <a:gd name="csY366" fmla="*/ 214149 h 228600"/>
                <a:gd name="csX367" fmla="*/ 410414 w 571500"/>
                <a:gd name="csY367" fmla="*/ 214845 h 228600"/>
                <a:gd name="csX368" fmla="*/ 411547 w 571500"/>
                <a:gd name="csY368" fmla="*/ 215540 h 228600"/>
                <a:gd name="csX369" fmla="*/ 412623 w 571500"/>
                <a:gd name="csY369" fmla="*/ 216235 h 228600"/>
                <a:gd name="csX370" fmla="*/ 413766 w 571500"/>
                <a:gd name="csY370" fmla="*/ 216931 h 228600"/>
                <a:gd name="csX371" fmla="*/ 414909 w 571500"/>
                <a:gd name="csY371" fmla="*/ 217626 h 228600"/>
                <a:gd name="csX372" fmla="*/ 415976 w 571500"/>
                <a:gd name="csY372" fmla="*/ 218321 h 228600"/>
                <a:gd name="csX373" fmla="*/ 417119 w 571500"/>
                <a:gd name="csY373" fmla="*/ 218950 h 228600"/>
                <a:gd name="csX374" fmla="*/ 418262 w 571500"/>
                <a:gd name="csY374" fmla="*/ 219655 h 228600"/>
                <a:gd name="csX375" fmla="*/ 419338 w 571500"/>
                <a:gd name="csY375" fmla="*/ 220216 h 228600"/>
                <a:gd name="csX376" fmla="*/ 420472 w 571500"/>
                <a:gd name="csY376" fmla="*/ 220855 h 228600"/>
                <a:gd name="csX377" fmla="*/ 421615 w 571500"/>
                <a:gd name="csY377" fmla="*/ 221426 h 228600"/>
                <a:gd name="csX378" fmla="*/ 422691 w 571500"/>
                <a:gd name="csY378" fmla="*/ 221931 h 228600"/>
                <a:gd name="csX379" fmla="*/ 423824 w 571500"/>
                <a:gd name="csY379" fmla="*/ 222369 h 228600"/>
                <a:gd name="csX380" fmla="*/ 424967 w 571500"/>
                <a:gd name="csY380" fmla="*/ 222817 h 228600"/>
                <a:gd name="csX381" fmla="*/ 426044 w 571500"/>
                <a:gd name="csY381" fmla="*/ 223255 h 228600"/>
                <a:gd name="csX382" fmla="*/ 427187 w 571500"/>
                <a:gd name="csY382" fmla="*/ 223569 h 228600"/>
                <a:gd name="csX383" fmla="*/ 428320 w 571500"/>
                <a:gd name="csY383" fmla="*/ 223893 h 228600"/>
                <a:gd name="csX384" fmla="*/ 429397 w 571500"/>
                <a:gd name="csY384" fmla="*/ 224084 h 228600"/>
                <a:gd name="csX385" fmla="*/ 430540 w 571500"/>
                <a:gd name="csY385" fmla="*/ 224264 h 228600"/>
                <a:gd name="csX386" fmla="*/ 431673 w 571500"/>
                <a:gd name="csY386" fmla="*/ 224398 h 228600"/>
                <a:gd name="csX387" fmla="*/ 432749 w 571500"/>
                <a:gd name="csY387" fmla="*/ 224455 h 228600"/>
                <a:gd name="csX388" fmla="*/ 433892 w 571500"/>
                <a:gd name="csY388" fmla="*/ 224522 h 228600"/>
                <a:gd name="csX389" fmla="*/ 435035 w 571500"/>
                <a:gd name="csY389" fmla="*/ 224455 h 228600"/>
                <a:gd name="csX390" fmla="*/ 436102 w 571500"/>
                <a:gd name="csY390" fmla="*/ 224331 h 228600"/>
                <a:gd name="csX391" fmla="*/ 437245 w 571500"/>
                <a:gd name="csY391" fmla="*/ 224207 h 228600"/>
                <a:gd name="csX392" fmla="*/ 438388 w 571500"/>
                <a:gd name="csY392" fmla="*/ 223951 h 228600"/>
                <a:gd name="csX393" fmla="*/ 439465 w 571500"/>
                <a:gd name="csY393" fmla="*/ 223636 h 228600"/>
                <a:gd name="csX394" fmla="*/ 440598 w 571500"/>
                <a:gd name="csY394" fmla="*/ 223255 h 228600"/>
                <a:gd name="csX395" fmla="*/ 441741 w 571500"/>
                <a:gd name="csY395" fmla="*/ 222874 h 228600"/>
                <a:gd name="csX396" fmla="*/ 442817 w 571500"/>
                <a:gd name="csY396" fmla="*/ 222369 h 228600"/>
                <a:gd name="csX397" fmla="*/ 443951 w 571500"/>
                <a:gd name="csY397" fmla="*/ 221798 h 228600"/>
                <a:gd name="csX398" fmla="*/ 445094 w 571500"/>
                <a:gd name="csY398" fmla="*/ 221169 h 228600"/>
                <a:gd name="csX399" fmla="*/ 446170 w 571500"/>
                <a:gd name="csY399" fmla="*/ 220531 h 228600"/>
                <a:gd name="csX400" fmla="*/ 447313 w 571500"/>
                <a:gd name="csY400" fmla="*/ 219779 h 228600"/>
                <a:gd name="csX401" fmla="*/ 448447 w 571500"/>
                <a:gd name="csY401" fmla="*/ 219017 h 228600"/>
                <a:gd name="csX402" fmla="*/ 449523 w 571500"/>
                <a:gd name="csY402" fmla="*/ 218131 h 228600"/>
                <a:gd name="csX403" fmla="*/ 450666 w 571500"/>
                <a:gd name="csY403" fmla="*/ 217245 h 228600"/>
                <a:gd name="csX404" fmla="*/ 451799 w 571500"/>
                <a:gd name="csY404" fmla="*/ 216292 h 228600"/>
                <a:gd name="csX405" fmla="*/ 452875 w 571500"/>
                <a:gd name="csY405" fmla="*/ 215349 h 228600"/>
                <a:gd name="csX406" fmla="*/ 454019 w 571500"/>
                <a:gd name="csY406" fmla="*/ 214273 h 228600"/>
                <a:gd name="csX407" fmla="*/ 455152 w 571500"/>
                <a:gd name="csY407" fmla="*/ 213263 h 228600"/>
                <a:gd name="csX408" fmla="*/ 456229 w 571500"/>
                <a:gd name="csY408" fmla="*/ 212187 h 228600"/>
                <a:gd name="csX409" fmla="*/ 457372 w 571500"/>
                <a:gd name="csY409" fmla="*/ 211044 h 228600"/>
                <a:gd name="csX410" fmla="*/ 458515 w 571500"/>
                <a:gd name="csY410" fmla="*/ 209968 h 228600"/>
                <a:gd name="csX411" fmla="*/ 459591 w 571500"/>
                <a:gd name="csY411" fmla="*/ 208834 h 228600"/>
                <a:gd name="csX412" fmla="*/ 460724 w 571500"/>
                <a:gd name="csY412" fmla="*/ 207758 h 228600"/>
                <a:gd name="csX413" fmla="*/ 461867 w 571500"/>
                <a:gd name="csY413" fmla="*/ 206682 h 228600"/>
                <a:gd name="csX414" fmla="*/ 463001 w 571500"/>
                <a:gd name="csY414" fmla="*/ 205605 h 228600"/>
                <a:gd name="csX415" fmla="*/ 464077 w 571500"/>
                <a:gd name="csY415" fmla="*/ 204595 h 228600"/>
                <a:gd name="csX416" fmla="*/ 465220 w 571500"/>
                <a:gd name="csY416" fmla="*/ 203643 h 228600"/>
                <a:gd name="csX417" fmla="*/ 466363 w 571500"/>
                <a:gd name="csY417" fmla="*/ 202691 h 228600"/>
                <a:gd name="csX418" fmla="*/ 467430 w 571500"/>
                <a:gd name="csY418" fmla="*/ 201872 h 228600"/>
                <a:gd name="csX419" fmla="*/ 468573 w 571500"/>
                <a:gd name="csY419" fmla="*/ 201053 h 228600"/>
                <a:gd name="csX420" fmla="*/ 469716 w 571500"/>
                <a:gd name="csY420" fmla="*/ 200347 h 228600"/>
                <a:gd name="csX421" fmla="*/ 470792 w 571500"/>
                <a:gd name="csY421" fmla="*/ 199719 h 228600"/>
                <a:gd name="csX422" fmla="*/ 471925 w 571500"/>
                <a:gd name="csY422" fmla="*/ 199147 h 228600"/>
                <a:gd name="csX423" fmla="*/ 473069 w 571500"/>
                <a:gd name="csY423" fmla="*/ 198709 h 228600"/>
                <a:gd name="csX424" fmla="*/ 474145 w 571500"/>
                <a:gd name="csY424" fmla="*/ 198328 h 228600"/>
                <a:gd name="csX425" fmla="*/ 475279 w 571500"/>
                <a:gd name="csY425" fmla="*/ 198071 h 228600"/>
                <a:gd name="csX426" fmla="*/ 476422 w 571500"/>
                <a:gd name="csY426" fmla="*/ 197947 h 228600"/>
                <a:gd name="csX427" fmla="*/ 477498 w 571500"/>
                <a:gd name="csY427" fmla="*/ 197881 h 228600"/>
                <a:gd name="csX428" fmla="*/ 478641 w 571500"/>
                <a:gd name="csY428" fmla="*/ 197947 h 228600"/>
                <a:gd name="csX429" fmla="*/ 479774 w 571500"/>
                <a:gd name="csY429" fmla="*/ 198071 h 228600"/>
                <a:gd name="csX430" fmla="*/ 480851 w 571500"/>
                <a:gd name="csY430" fmla="*/ 198328 h 228600"/>
                <a:gd name="csX431" fmla="*/ 481993 w 571500"/>
                <a:gd name="csY431" fmla="*/ 198585 h 228600"/>
                <a:gd name="csX432" fmla="*/ 483127 w 571500"/>
                <a:gd name="csY432" fmla="*/ 199024 h 228600"/>
                <a:gd name="csX433" fmla="*/ 484203 w 571500"/>
                <a:gd name="csY433" fmla="*/ 199471 h 228600"/>
                <a:gd name="csX434" fmla="*/ 485346 w 571500"/>
                <a:gd name="csY434" fmla="*/ 200033 h 228600"/>
                <a:gd name="csX435" fmla="*/ 486480 w 571500"/>
                <a:gd name="csY435" fmla="*/ 200605 h 228600"/>
                <a:gd name="csX436" fmla="*/ 487556 w 571500"/>
                <a:gd name="csY436" fmla="*/ 201300 h 228600"/>
                <a:gd name="csX437" fmla="*/ 488699 w 571500"/>
                <a:gd name="csY437" fmla="*/ 201938 h 228600"/>
                <a:gd name="csX438" fmla="*/ 489842 w 571500"/>
                <a:gd name="csY438" fmla="*/ 202691 h 228600"/>
                <a:gd name="csX439" fmla="*/ 490918 w 571500"/>
                <a:gd name="csY439" fmla="*/ 203452 h 228600"/>
                <a:gd name="csX440" fmla="*/ 492052 w 571500"/>
                <a:gd name="csY440" fmla="*/ 204215 h 228600"/>
                <a:gd name="csX441" fmla="*/ 493195 w 571500"/>
                <a:gd name="csY441" fmla="*/ 204967 h 228600"/>
                <a:gd name="csX442" fmla="*/ 494271 w 571500"/>
                <a:gd name="csY442" fmla="*/ 205729 h 228600"/>
                <a:gd name="csX443" fmla="*/ 495405 w 571500"/>
                <a:gd name="csY443" fmla="*/ 206491 h 228600"/>
                <a:gd name="csX444" fmla="*/ 496548 w 571500"/>
                <a:gd name="csY444" fmla="*/ 207186 h 228600"/>
                <a:gd name="csX445" fmla="*/ 497624 w 571500"/>
                <a:gd name="csY445" fmla="*/ 207949 h 228600"/>
                <a:gd name="csX446" fmla="*/ 498767 w 571500"/>
                <a:gd name="csY446" fmla="*/ 208644 h 228600"/>
                <a:gd name="csX447" fmla="*/ 499901 w 571500"/>
                <a:gd name="csY447" fmla="*/ 209272 h 228600"/>
                <a:gd name="csX448" fmla="*/ 500977 w 571500"/>
                <a:gd name="csY448" fmla="*/ 209911 h 228600"/>
                <a:gd name="csX449" fmla="*/ 502120 w 571500"/>
                <a:gd name="csY449" fmla="*/ 210472 h 228600"/>
                <a:gd name="csX450" fmla="*/ 503253 w 571500"/>
                <a:gd name="csY450" fmla="*/ 211044 h 228600"/>
                <a:gd name="csX451" fmla="*/ 504330 w 571500"/>
                <a:gd name="csY451" fmla="*/ 211615 h 228600"/>
                <a:gd name="csX452" fmla="*/ 505473 w 571500"/>
                <a:gd name="csY452" fmla="*/ 212054 h 228600"/>
                <a:gd name="csX453" fmla="*/ 506606 w 571500"/>
                <a:gd name="csY453" fmla="*/ 212501 h 228600"/>
                <a:gd name="csX454" fmla="*/ 507683 w 571500"/>
                <a:gd name="csY454" fmla="*/ 212940 h 228600"/>
                <a:gd name="csX455" fmla="*/ 508826 w 571500"/>
                <a:gd name="csY455" fmla="*/ 213320 h 228600"/>
                <a:gd name="csX456" fmla="*/ 509968 w 571500"/>
                <a:gd name="csY456" fmla="*/ 213702 h 228600"/>
                <a:gd name="csX457" fmla="*/ 511045 w 571500"/>
                <a:gd name="csY457" fmla="*/ 214083 h 228600"/>
                <a:gd name="csX458" fmla="*/ 512178 w 571500"/>
                <a:gd name="csY458" fmla="*/ 214397 h 228600"/>
                <a:gd name="csX459" fmla="*/ 513321 w 571500"/>
                <a:gd name="csY459" fmla="*/ 214711 h 228600"/>
                <a:gd name="csX460" fmla="*/ 514398 w 571500"/>
                <a:gd name="csY460" fmla="*/ 215035 h 228600"/>
                <a:gd name="csX461" fmla="*/ 515531 w 571500"/>
                <a:gd name="csY461" fmla="*/ 215349 h 228600"/>
                <a:gd name="csX462" fmla="*/ 516674 w 571500"/>
                <a:gd name="csY462" fmla="*/ 215664 h 228600"/>
                <a:gd name="csX463" fmla="*/ 517751 w 571500"/>
                <a:gd name="csY463" fmla="*/ 215978 h 228600"/>
                <a:gd name="csX464" fmla="*/ 518894 w 571500"/>
                <a:gd name="csY464" fmla="*/ 216235 h 228600"/>
                <a:gd name="csX465" fmla="*/ 520027 w 571500"/>
                <a:gd name="csY465" fmla="*/ 216616 h 228600"/>
                <a:gd name="csX466" fmla="*/ 521103 w 571500"/>
                <a:gd name="csY466" fmla="*/ 216931 h 228600"/>
                <a:gd name="csX467" fmla="*/ 522246 w 571500"/>
                <a:gd name="csY467" fmla="*/ 217245 h 228600"/>
                <a:gd name="csX468" fmla="*/ 523380 w 571500"/>
                <a:gd name="csY468" fmla="*/ 217626 h 228600"/>
                <a:gd name="csX469" fmla="*/ 524456 w 571500"/>
                <a:gd name="csY469" fmla="*/ 217940 h 228600"/>
                <a:gd name="csX470" fmla="*/ 525599 w 571500"/>
                <a:gd name="csY470" fmla="*/ 218321 h 228600"/>
                <a:gd name="csX471" fmla="*/ 526733 w 571500"/>
                <a:gd name="csY471" fmla="*/ 218702 h 228600"/>
                <a:gd name="csX472" fmla="*/ 527809 w 571500"/>
                <a:gd name="csY472" fmla="*/ 219140 h 228600"/>
                <a:gd name="csX473" fmla="*/ 528952 w 571500"/>
                <a:gd name="csY473" fmla="*/ 219521 h 228600"/>
                <a:gd name="csX474" fmla="*/ 530095 w 571500"/>
                <a:gd name="csY474" fmla="*/ 219969 h 228600"/>
                <a:gd name="csX475" fmla="*/ 531171 w 571500"/>
                <a:gd name="csY475" fmla="*/ 220407 h 228600"/>
                <a:gd name="csX476" fmla="*/ 532305 w 571500"/>
                <a:gd name="csY476" fmla="*/ 220788 h 228600"/>
                <a:gd name="csX477" fmla="*/ 533448 w 571500"/>
                <a:gd name="csY477" fmla="*/ 221236 h 228600"/>
                <a:gd name="csX478" fmla="*/ 534524 w 571500"/>
                <a:gd name="csY478" fmla="*/ 221674 h 228600"/>
                <a:gd name="csX479" fmla="*/ 535658 w 571500"/>
                <a:gd name="csY479" fmla="*/ 222122 h 228600"/>
                <a:gd name="csX480" fmla="*/ 536801 w 571500"/>
                <a:gd name="csY480" fmla="*/ 222560 h 228600"/>
                <a:gd name="csX481" fmla="*/ 537944 w 571500"/>
                <a:gd name="csY481" fmla="*/ 222941 h 228600"/>
                <a:gd name="csX482" fmla="*/ 539010 w 571500"/>
                <a:gd name="csY482" fmla="*/ 223379 h 228600"/>
                <a:gd name="csX483" fmla="*/ 540153 w 571500"/>
                <a:gd name="csY483" fmla="*/ 223760 h 228600"/>
                <a:gd name="csX484" fmla="*/ 541296 w 571500"/>
                <a:gd name="csY484" fmla="*/ 224141 h 228600"/>
                <a:gd name="csX485" fmla="*/ 542372 w 571500"/>
                <a:gd name="csY485" fmla="*/ 224522 h 228600"/>
                <a:gd name="csX486" fmla="*/ 543506 w 571500"/>
                <a:gd name="csY486" fmla="*/ 224836 h 228600"/>
                <a:gd name="csX487" fmla="*/ 544649 w 571500"/>
                <a:gd name="csY487" fmla="*/ 225217 h 228600"/>
                <a:gd name="csX488" fmla="*/ 545726 w 571500"/>
                <a:gd name="csY488" fmla="*/ 225532 h 228600"/>
                <a:gd name="csX489" fmla="*/ 546859 w 571500"/>
                <a:gd name="csY489" fmla="*/ 225846 h 228600"/>
                <a:gd name="csX490" fmla="*/ 548002 w 571500"/>
                <a:gd name="csY490" fmla="*/ 226103 h 228600"/>
                <a:gd name="csX491" fmla="*/ 549078 w 571500"/>
                <a:gd name="csY491" fmla="*/ 226360 h 228600"/>
                <a:gd name="csX492" fmla="*/ 550221 w 571500"/>
                <a:gd name="csY492" fmla="*/ 226608 h 228600"/>
                <a:gd name="csX493" fmla="*/ 551355 w 571500"/>
                <a:gd name="csY493" fmla="*/ 226865 h 228600"/>
                <a:gd name="csX494" fmla="*/ 552431 w 571500"/>
                <a:gd name="csY494" fmla="*/ 227056 h 228600"/>
                <a:gd name="csX495" fmla="*/ 553574 w 571500"/>
                <a:gd name="csY495" fmla="*/ 227246 h 228600"/>
                <a:gd name="csX496" fmla="*/ 554708 w 571500"/>
                <a:gd name="csY496" fmla="*/ 227436 h 228600"/>
                <a:gd name="csX497" fmla="*/ 555784 w 571500"/>
                <a:gd name="csY497" fmla="*/ 227560 h 228600"/>
                <a:gd name="csX498" fmla="*/ 556927 w 571500"/>
                <a:gd name="csY498" fmla="*/ 227684 h 228600"/>
                <a:gd name="csX499" fmla="*/ 558060 w 571500"/>
                <a:gd name="csY499" fmla="*/ 227808 h 228600"/>
                <a:gd name="csX500" fmla="*/ 559136 w 571500"/>
                <a:gd name="csY500" fmla="*/ 227942 h 228600"/>
                <a:gd name="csX501" fmla="*/ 560279 w 571500"/>
                <a:gd name="csY501" fmla="*/ 228065 h 228600"/>
                <a:gd name="csX502" fmla="*/ 561422 w 571500"/>
                <a:gd name="csY502" fmla="*/ 228132 h 228600"/>
                <a:gd name="csX503" fmla="*/ 562499 w 571500"/>
                <a:gd name="csY503" fmla="*/ 228189 h 228600"/>
                <a:gd name="csX504" fmla="*/ 563633 w 571500"/>
                <a:gd name="csY504" fmla="*/ 228255 h 228600"/>
                <a:gd name="csX505" fmla="*/ 564776 w 571500"/>
                <a:gd name="csY505" fmla="*/ 228322 h 228600"/>
                <a:gd name="csX506" fmla="*/ 565852 w 571500"/>
                <a:gd name="csY506" fmla="*/ 228379 h 228600"/>
                <a:gd name="csX507" fmla="*/ 566985 w 571500"/>
                <a:gd name="csY507" fmla="*/ 228446 h 228600"/>
                <a:gd name="csX508" fmla="*/ 568128 w 571500"/>
                <a:gd name="csY508" fmla="*/ 228503 h 228600"/>
                <a:gd name="csX509" fmla="*/ 569204 w 571500"/>
                <a:gd name="csY509" fmla="*/ 228503 h 228600"/>
                <a:gd name="csX510" fmla="*/ 570347 w 571500"/>
                <a:gd name="csY510" fmla="*/ 228570 h 228600"/>
                <a:gd name="csX511" fmla="*/ 571481 w 571500"/>
                <a:gd name="csY511" fmla="*/ 228570 h 228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228600">
                  <a:moveTo>
                    <a:pt x="-19" y="228065"/>
                  </a:moveTo>
                  <a:lnTo>
                    <a:pt x="1057" y="227875"/>
                  </a:lnTo>
                  <a:lnTo>
                    <a:pt x="2200" y="227751"/>
                  </a:lnTo>
                  <a:lnTo>
                    <a:pt x="3334" y="227494"/>
                  </a:lnTo>
                  <a:lnTo>
                    <a:pt x="4410" y="227303"/>
                  </a:lnTo>
                  <a:lnTo>
                    <a:pt x="5553" y="226989"/>
                  </a:lnTo>
                  <a:lnTo>
                    <a:pt x="6686" y="226675"/>
                  </a:lnTo>
                  <a:lnTo>
                    <a:pt x="7763" y="226293"/>
                  </a:lnTo>
                  <a:lnTo>
                    <a:pt x="8906" y="225846"/>
                  </a:lnTo>
                  <a:lnTo>
                    <a:pt x="10049" y="225284"/>
                  </a:lnTo>
                  <a:lnTo>
                    <a:pt x="11116" y="224712"/>
                  </a:lnTo>
                  <a:lnTo>
                    <a:pt x="12259" y="223951"/>
                  </a:lnTo>
                  <a:lnTo>
                    <a:pt x="13402" y="223198"/>
                  </a:lnTo>
                  <a:lnTo>
                    <a:pt x="14478" y="222245"/>
                  </a:lnTo>
                  <a:lnTo>
                    <a:pt x="15611" y="221236"/>
                  </a:lnTo>
                  <a:lnTo>
                    <a:pt x="16754" y="220026"/>
                  </a:lnTo>
                  <a:lnTo>
                    <a:pt x="17831" y="218635"/>
                  </a:lnTo>
                  <a:lnTo>
                    <a:pt x="18964" y="217121"/>
                  </a:lnTo>
                  <a:lnTo>
                    <a:pt x="20107" y="215473"/>
                  </a:lnTo>
                  <a:lnTo>
                    <a:pt x="21184" y="213578"/>
                  </a:lnTo>
                  <a:lnTo>
                    <a:pt x="22327" y="211491"/>
                  </a:lnTo>
                  <a:lnTo>
                    <a:pt x="23460" y="209149"/>
                  </a:lnTo>
                  <a:lnTo>
                    <a:pt x="24536" y="206548"/>
                  </a:lnTo>
                  <a:lnTo>
                    <a:pt x="25679" y="203767"/>
                  </a:lnTo>
                  <a:lnTo>
                    <a:pt x="26813" y="200729"/>
                  </a:lnTo>
                  <a:lnTo>
                    <a:pt x="27889" y="197375"/>
                  </a:lnTo>
                  <a:lnTo>
                    <a:pt x="29032" y="193775"/>
                  </a:lnTo>
                  <a:lnTo>
                    <a:pt x="30166" y="189851"/>
                  </a:lnTo>
                  <a:lnTo>
                    <a:pt x="31242" y="185669"/>
                  </a:lnTo>
                  <a:lnTo>
                    <a:pt x="32385" y="181240"/>
                  </a:lnTo>
                  <a:lnTo>
                    <a:pt x="33528" y="176430"/>
                  </a:lnTo>
                  <a:lnTo>
                    <a:pt x="34604" y="171372"/>
                  </a:lnTo>
                  <a:lnTo>
                    <a:pt x="35738" y="165991"/>
                  </a:lnTo>
                  <a:lnTo>
                    <a:pt x="36881" y="160428"/>
                  </a:lnTo>
                  <a:lnTo>
                    <a:pt x="37957" y="154542"/>
                  </a:lnTo>
                  <a:lnTo>
                    <a:pt x="39091" y="148407"/>
                  </a:lnTo>
                  <a:lnTo>
                    <a:pt x="40234" y="142017"/>
                  </a:lnTo>
                  <a:lnTo>
                    <a:pt x="41310" y="135434"/>
                  </a:lnTo>
                  <a:lnTo>
                    <a:pt x="42444" y="128729"/>
                  </a:lnTo>
                  <a:lnTo>
                    <a:pt x="43586" y="121833"/>
                  </a:lnTo>
                  <a:lnTo>
                    <a:pt x="44663" y="114746"/>
                  </a:lnTo>
                  <a:lnTo>
                    <a:pt x="45806" y="107593"/>
                  </a:lnTo>
                  <a:lnTo>
                    <a:pt x="46939" y="100382"/>
                  </a:lnTo>
                  <a:lnTo>
                    <a:pt x="48016" y="93172"/>
                  </a:lnTo>
                  <a:lnTo>
                    <a:pt x="49159" y="85952"/>
                  </a:lnTo>
                  <a:lnTo>
                    <a:pt x="50292" y="78808"/>
                  </a:lnTo>
                  <a:lnTo>
                    <a:pt x="51369" y="71788"/>
                  </a:lnTo>
                  <a:lnTo>
                    <a:pt x="52512" y="64883"/>
                  </a:lnTo>
                  <a:lnTo>
                    <a:pt x="53654" y="58120"/>
                  </a:lnTo>
                  <a:lnTo>
                    <a:pt x="54721" y="51538"/>
                  </a:lnTo>
                  <a:lnTo>
                    <a:pt x="55864" y="45271"/>
                  </a:lnTo>
                  <a:lnTo>
                    <a:pt x="57007" y="39327"/>
                  </a:lnTo>
                  <a:lnTo>
                    <a:pt x="58083" y="33698"/>
                  </a:lnTo>
                  <a:lnTo>
                    <a:pt x="59217" y="28383"/>
                  </a:lnTo>
                  <a:lnTo>
                    <a:pt x="60360" y="23449"/>
                  </a:lnTo>
                  <a:lnTo>
                    <a:pt x="61437" y="18953"/>
                  </a:lnTo>
                  <a:lnTo>
                    <a:pt x="62570" y="14962"/>
                  </a:lnTo>
                  <a:lnTo>
                    <a:pt x="63713" y="11362"/>
                  </a:lnTo>
                  <a:lnTo>
                    <a:pt x="64789" y="8257"/>
                  </a:lnTo>
                  <a:lnTo>
                    <a:pt x="65932" y="5599"/>
                  </a:lnTo>
                  <a:lnTo>
                    <a:pt x="67066" y="3447"/>
                  </a:lnTo>
                  <a:lnTo>
                    <a:pt x="68142" y="1865"/>
                  </a:lnTo>
                  <a:lnTo>
                    <a:pt x="69285" y="789"/>
                  </a:lnTo>
                  <a:lnTo>
                    <a:pt x="70419" y="161"/>
                  </a:lnTo>
                  <a:lnTo>
                    <a:pt x="71495" y="-30"/>
                  </a:lnTo>
                  <a:lnTo>
                    <a:pt x="72638" y="285"/>
                  </a:lnTo>
                  <a:lnTo>
                    <a:pt x="73781" y="1170"/>
                  </a:lnTo>
                  <a:lnTo>
                    <a:pt x="74857" y="2437"/>
                  </a:lnTo>
                  <a:lnTo>
                    <a:pt x="75990" y="4018"/>
                  </a:lnTo>
                  <a:lnTo>
                    <a:pt x="77133" y="6047"/>
                  </a:lnTo>
                  <a:lnTo>
                    <a:pt x="78267" y="8514"/>
                  </a:lnTo>
                  <a:lnTo>
                    <a:pt x="79343" y="11295"/>
                  </a:lnTo>
                  <a:lnTo>
                    <a:pt x="80487" y="14334"/>
                  </a:lnTo>
                  <a:lnTo>
                    <a:pt x="81620" y="17686"/>
                  </a:lnTo>
                  <a:lnTo>
                    <a:pt x="82706" y="21230"/>
                  </a:lnTo>
                  <a:lnTo>
                    <a:pt x="83839" y="25021"/>
                  </a:lnTo>
                  <a:lnTo>
                    <a:pt x="84982" y="28945"/>
                  </a:lnTo>
                  <a:lnTo>
                    <a:pt x="86058" y="33060"/>
                  </a:lnTo>
                  <a:lnTo>
                    <a:pt x="87192" y="37175"/>
                  </a:lnTo>
                  <a:lnTo>
                    <a:pt x="88335" y="41413"/>
                  </a:lnTo>
                  <a:lnTo>
                    <a:pt x="89411" y="45718"/>
                  </a:lnTo>
                  <a:lnTo>
                    <a:pt x="90545" y="49957"/>
                  </a:lnTo>
                  <a:lnTo>
                    <a:pt x="91688" y="54196"/>
                  </a:lnTo>
                  <a:lnTo>
                    <a:pt x="92764" y="58434"/>
                  </a:lnTo>
                  <a:lnTo>
                    <a:pt x="93907" y="62549"/>
                  </a:lnTo>
                  <a:lnTo>
                    <a:pt x="95040" y="66530"/>
                  </a:lnTo>
                  <a:lnTo>
                    <a:pt x="96117" y="70388"/>
                  </a:lnTo>
                  <a:lnTo>
                    <a:pt x="97260" y="74065"/>
                  </a:lnTo>
                  <a:lnTo>
                    <a:pt x="98393" y="77665"/>
                  </a:lnTo>
                  <a:lnTo>
                    <a:pt x="99470" y="81018"/>
                  </a:lnTo>
                  <a:lnTo>
                    <a:pt x="100613" y="84247"/>
                  </a:lnTo>
                  <a:lnTo>
                    <a:pt x="101756" y="87162"/>
                  </a:lnTo>
                  <a:lnTo>
                    <a:pt x="102822" y="89943"/>
                  </a:lnTo>
                  <a:lnTo>
                    <a:pt x="103965" y="92477"/>
                  </a:lnTo>
                  <a:lnTo>
                    <a:pt x="105108" y="94877"/>
                  </a:lnTo>
                  <a:lnTo>
                    <a:pt x="106185" y="96963"/>
                  </a:lnTo>
                  <a:lnTo>
                    <a:pt x="107318" y="98868"/>
                  </a:lnTo>
                  <a:lnTo>
                    <a:pt x="108461" y="100573"/>
                  </a:lnTo>
                  <a:lnTo>
                    <a:pt x="109538" y="102088"/>
                  </a:lnTo>
                  <a:lnTo>
                    <a:pt x="110671" y="103421"/>
                  </a:lnTo>
                  <a:lnTo>
                    <a:pt x="111814" y="104497"/>
                  </a:lnTo>
                  <a:lnTo>
                    <a:pt x="112890" y="105440"/>
                  </a:lnTo>
                  <a:lnTo>
                    <a:pt x="114033" y="106202"/>
                  </a:lnTo>
                  <a:lnTo>
                    <a:pt x="115167" y="106840"/>
                  </a:lnTo>
                  <a:lnTo>
                    <a:pt x="116243" y="107345"/>
                  </a:lnTo>
                  <a:lnTo>
                    <a:pt x="117386" y="107726"/>
                  </a:lnTo>
                  <a:lnTo>
                    <a:pt x="118520" y="108041"/>
                  </a:lnTo>
                  <a:lnTo>
                    <a:pt x="119596" y="108231"/>
                  </a:lnTo>
                  <a:lnTo>
                    <a:pt x="120739" y="108288"/>
                  </a:lnTo>
                  <a:lnTo>
                    <a:pt x="121872" y="108355"/>
                  </a:lnTo>
                  <a:lnTo>
                    <a:pt x="122948" y="108355"/>
                  </a:lnTo>
                  <a:lnTo>
                    <a:pt x="124092" y="108355"/>
                  </a:lnTo>
                  <a:lnTo>
                    <a:pt x="125235" y="108288"/>
                  </a:lnTo>
                  <a:lnTo>
                    <a:pt x="126311" y="108288"/>
                  </a:lnTo>
                  <a:lnTo>
                    <a:pt x="127445" y="108231"/>
                  </a:lnTo>
                  <a:lnTo>
                    <a:pt x="128588" y="108231"/>
                  </a:lnTo>
                  <a:lnTo>
                    <a:pt x="129664" y="108231"/>
                  </a:lnTo>
                  <a:lnTo>
                    <a:pt x="130797" y="108231"/>
                  </a:lnTo>
                  <a:lnTo>
                    <a:pt x="131940" y="108288"/>
                  </a:lnTo>
                  <a:lnTo>
                    <a:pt x="133016" y="108422"/>
                  </a:lnTo>
                  <a:lnTo>
                    <a:pt x="134150" y="108545"/>
                  </a:lnTo>
                  <a:lnTo>
                    <a:pt x="135293" y="108736"/>
                  </a:lnTo>
                  <a:lnTo>
                    <a:pt x="136369" y="108984"/>
                  </a:lnTo>
                  <a:lnTo>
                    <a:pt x="137513" y="109308"/>
                  </a:lnTo>
                  <a:lnTo>
                    <a:pt x="138646" y="109622"/>
                  </a:lnTo>
                  <a:lnTo>
                    <a:pt x="139722" y="109936"/>
                  </a:lnTo>
                  <a:lnTo>
                    <a:pt x="140865" y="110384"/>
                  </a:lnTo>
                  <a:lnTo>
                    <a:pt x="141999" y="110755"/>
                  </a:lnTo>
                  <a:lnTo>
                    <a:pt x="143075" y="111270"/>
                  </a:lnTo>
                  <a:lnTo>
                    <a:pt x="144218" y="111708"/>
                  </a:lnTo>
                  <a:lnTo>
                    <a:pt x="145361" y="112156"/>
                  </a:lnTo>
                  <a:lnTo>
                    <a:pt x="146428" y="112660"/>
                  </a:lnTo>
                  <a:lnTo>
                    <a:pt x="147571" y="113099"/>
                  </a:lnTo>
                  <a:lnTo>
                    <a:pt x="148714" y="113603"/>
                  </a:lnTo>
                  <a:lnTo>
                    <a:pt x="149790" y="114051"/>
                  </a:lnTo>
                  <a:lnTo>
                    <a:pt x="150924" y="114432"/>
                  </a:lnTo>
                  <a:lnTo>
                    <a:pt x="152066" y="114870"/>
                  </a:lnTo>
                  <a:lnTo>
                    <a:pt x="153200" y="115184"/>
                  </a:lnTo>
                  <a:lnTo>
                    <a:pt x="154276" y="115508"/>
                  </a:lnTo>
                  <a:lnTo>
                    <a:pt x="155419" y="115823"/>
                  </a:lnTo>
                  <a:lnTo>
                    <a:pt x="156563" y="116070"/>
                  </a:lnTo>
                  <a:lnTo>
                    <a:pt x="157639" y="116261"/>
                  </a:lnTo>
                  <a:lnTo>
                    <a:pt x="158772" y="116394"/>
                  </a:lnTo>
                  <a:lnTo>
                    <a:pt x="159915" y="116518"/>
                  </a:lnTo>
                  <a:lnTo>
                    <a:pt x="160992" y="116518"/>
                  </a:lnTo>
                  <a:lnTo>
                    <a:pt x="162125" y="116518"/>
                  </a:lnTo>
                  <a:lnTo>
                    <a:pt x="163268" y="116451"/>
                  </a:lnTo>
                  <a:lnTo>
                    <a:pt x="164344" y="116327"/>
                  </a:lnTo>
                  <a:lnTo>
                    <a:pt x="165478" y="116204"/>
                  </a:lnTo>
                  <a:lnTo>
                    <a:pt x="166621" y="115947"/>
                  </a:lnTo>
                  <a:lnTo>
                    <a:pt x="167697" y="115756"/>
                  </a:lnTo>
                  <a:lnTo>
                    <a:pt x="168840" y="115441"/>
                  </a:lnTo>
                  <a:lnTo>
                    <a:pt x="169974" y="115128"/>
                  </a:lnTo>
                  <a:lnTo>
                    <a:pt x="171050" y="114813"/>
                  </a:lnTo>
                  <a:lnTo>
                    <a:pt x="172193" y="114432"/>
                  </a:lnTo>
                  <a:lnTo>
                    <a:pt x="173326" y="114051"/>
                  </a:lnTo>
                  <a:lnTo>
                    <a:pt x="174403" y="113670"/>
                  </a:lnTo>
                  <a:lnTo>
                    <a:pt x="175546" y="113356"/>
                  </a:lnTo>
                  <a:lnTo>
                    <a:pt x="176689" y="112975"/>
                  </a:lnTo>
                  <a:lnTo>
                    <a:pt x="177756" y="112660"/>
                  </a:lnTo>
                  <a:lnTo>
                    <a:pt x="178899" y="112336"/>
                  </a:lnTo>
                  <a:lnTo>
                    <a:pt x="180042" y="112089"/>
                  </a:lnTo>
                  <a:lnTo>
                    <a:pt x="181118" y="111898"/>
                  </a:lnTo>
                  <a:lnTo>
                    <a:pt x="182251" y="111774"/>
                  </a:lnTo>
                  <a:lnTo>
                    <a:pt x="183394" y="111708"/>
                  </a:lnTo>
                  <a:lnTo>
                    <a:pt x="184471" y="111708"/>
                  </a:lnTo>
                  <a:lnTo>
                    <a:pt x="185604" y="111898"/>
                  </a:lnTo>
                  <a:lnTo>
                    <a:pt x="186747" y="112089"/>
                  </a:lnTo>
                  <a:lnTo>
                    <a:pt x="187824" y="112470"/>
                  </a:lnTo>
                  <a:lnTo>
                    <a:pt x="188967" y="112908"/>
                  </a:lnTo>
                  <a:lnTo>
                    <a:pt x="190100" y="113479"/>
                  </a:lnTo>
                  <a:lnTo>
                    <a:pt x="191176" y="114242"/>
                  </a:lnTo>
                  <a:lnTo>
                    <a:pt x="192319" y="115128"/>
                  </a:lnTo>
                  <a:lnTo>
                    <a:pt x="193453" y="116204"/>
                  </a:lnTo>
                  <a:lnTo>
                    <a:pt x="194529" y="117337"/>
                  </a:lnTo>
                  <a:lnTo>
                    <a:pt x="195672" y="118604"/>
                  </a:lnTo>
                  <a:lnTo>
                    <a:pt x="196806" y="120128"/>
                  </a:lnTo>
                  <a:lnTo>
                    <a:pt x="197882" y="121766"/>
                  </a:lnTo>
                  <a:lnTo>
                    <a:pt x="199025" y="123480"/>
                  </a:lnTo>
                  <a:lnTo>
                    <a:pt x="200168" y="125376"/>
                  </a:lnTo>
                  <a:lnTo>
                    <a:pt x="201244" y="127395"/>
                  </a:lnTo>
                  <a:lnTo>
                    <a:pt x="202378" y="129615"/>
                  </a:lnTo>
                  <a:lnTo>
                    <a:pt x="203521" y="131891"/>
                  </a:lnTo>
                  <a:lnTo>
                    <a:pt x="204597" y="134234"/>
                  </a:lnTo>
                  <a:lnTo>
                    <a:pt x="205731" y="136701"/>
                  </a:lnTo>
                  <a:lnTo>
                    <a:pt x="206874" y="139235"/>
                  </a:lnTo>
                  <a:lnTo>
                    <a:pt x="207950" y="141893"/>
                  </a:lnTo>
                  <a:lnTo>
                    <a:pt x="209093" y="144550"/>
                  </a:lnTo>
                  <a:lnTo>
                    <a:pt x="210226" y="147265"/>
                  </a:lnTo>
                  <a:lnTo>
                    <a:pt x="211302" y="149989"/>
                  </a:lnTo>
                  <a:lnTo>
                    <a:pt x="212446" y="152770"/>
                  </a:lnTo>
                  <a:lnTo>
                    <a:pt x="213579" y="155494"/>
                  </a:lnTo>
                  <a:lnTo>
                    <a:pt x="214656" y="158209"/>
                  </a:lnTo>
                  <a:lnTo>
                    <a:pt x="215799" y="160933"/>
                  </a:lnTo>
                  <a:lnTo>
                    <a:pt x="216932" y="163590"/>
                  </a:lnTo>
                  <a:lnTo>
                    <a:pt x="218008" y="166181"/>
                  </a:lnTo>
                  <a:lnTo>
                    <a:pt x="219151" y="168648"/>
                  </a:lnTo>
                  <a:lnTo>
                    <a:pt x="220294" y="171125"/>
                  </a:lnTo>
                  <a:lnTo>
                    <a:pt x="221370" y="173458"/>
                  </a:lnTo>
                  <a:lnTo>
                    <a:pt x="222504" y="175735"/>
                  </a:lnTo>
                  <a:lnTo>
                    <a:pt x="223647" y="177954"/>
                  </a:lnTo>
                  <a:lnTo>
                    <a:pt x="224723" y="180040"/>
                  </a:lnTo>
                  <a:lnTo>
                    <a:pt x="225857" y="182003"/>
                  </a:lnTo>
                  <a:lnTo>
                    <a:pt x="227000" y="183841"/>
                  </a:lnTo>
                  <a:lnTo>
                    <a:pt x="228076" y="185612"/>
                  </a:lnTo>
                  <a:lnTo>
                    <a:pt x="229219" y="187317"/>
                  </a:lnTo>
                  <a:lnTo>
                    <a:pt x="230352" y="188899"/>
                  </a:lnTo>
                  <a:lnTo>
                    <a:pt x="231496" y="190355"/>
                  </a:lnTo>
                  <a:lnTo>
                    <a:pt x="232572" y="191746"/>
                  </a:lnTo>
                  <a:lnTo>
                    <a:pt x="233706" y="193080"/>
                  </a:lnTo>
                  <a:lnTo>
                    <a:pt x="234849" y="194337"/>
                  </a:lnTo>
                  <a:lnTo>
                    <a:pt x="235925" y="195480"/>
                  </a:lnTo>
                  <a:lnTo>
                    <a:pt x="237068" y="196623"/>
                  </a:lnTo>
                  <a:lnTo>
                    <a:pt x="238201" y="197633"/>
                  </a:lnTo>
                  <a:lnTo>
                    <a:pt x="239277" y="198642"/>
                  </a:lnTo>
                  <a:lnTo>
                    <a:pt x="240420" y="199652"/>
                  </a:lnTo>
                  <a:lnTo>
                    <a:pt x="241554" y="200605"/>
                  </a:lnTo>
                  <a:lnTo>
                    <a:pt x="242630" y="201490"/>
                  </a:lnTo>
                  <a:lnTo>
                    <a:pt x="243773" y="202376"/>
                  </a:lnTo>
                  <a:lnTo>
                    <a:pt x="244907" y="203262"/>
                  </a:lnTo>
                  <a:lnTo>
                    <a:pt x="245983" y="204148"/>
                  </a:lnTo>
                  <a:lnTo>
                    <a:pt x="247126" y="204967"/>
                  </a:lnTo>
                  <a:lnTo>
                    <a:pt x="248269" y="205796"/>
                  </a:lnTo>
                  <a:lnTo>
                    <a:pt x="249345" y="206615"/>
                  </a:lnTo>
                  <a:lnTo>
                    <a:pt x="250479" y="207434"/>
                  </a:lnTo>
                  <a:lnTo>
                    <a:pt x="251622" y="208196"/>
                  </a:lnTo>
                  <a:lnTo>
                    <a:pt x="252698" y="209025"/>
                  </a:lnTo>
                  <a:lnTo>
                    <a:pt x="253832" y="209777"/>
                  </a:lnTo>
                  <a:lnTo>
                    <a:pt x="254975" y="210472"/>
                  </a:lnTo>
                  <a:lnTo>
                    <a:pt x="256051" y="211234"/>
                  </a:lnTo>
                  <a:lnTo>
                    <a:pt x="257184" y="211863"/>
                  </a:lnTo>
                  <a:lnTo>
                    <a:pt x="258327" y="212568"/>
                  </a:lnTo>
                  <a:lnTo>
                    <a:pt x="259404" y="213197"/>
                  </a:lnTo>
                  <a:lnTo>
                    <a:pt x="260547" y="213768"/>
                  </a:lnTo>
                  <a:lnTo>
                    <a:pt x="261680" y="214273"/>
                  </a:lnTo>
                  <a:lnTo>
                    <a:pt x="262757" y="214778"/>
                  </a:lnTo>
                  <a:lnTo>
                    <a:pt x="263900" y="215225"/>
                  </a:lnTo>
                  <a:lnTo>
                    <a:pt x="265033" y="215664"/>
                  </a:lnTo>
                  <a:lnTo>
                    <a:pt x="266110" y="215978"/>
                  </a:lnTo>
                  <a:lnTo>
                    <a:pt x="267252" y="216292"/>
                  </a:lnTo>
                  <a:lnTo>
                    <a:pt x="268386" y="216549"/>
                  </a:lnTo>
                  <a:lnTo>
                    <a:pt x="269462" y="216807"/>
                  </a:lnTo>
                  <a:lnTo>
                    <a:pt x="270605" y="216931"/>
                  </a:lnTo>
                  <a:lnTo>
                    <a:pt x="271748" y="217054"/>
                  </a:lnTo>
                  <a:lnTo>
                    <a:pt x="272825" y="217121"/>
                  </a:lnTo>
                  <a:lnTo>
                    <a:pt x="273958" y="217178"/>
                  </a:lnTo>
                  <a:lnTo>
                    <a:pt x="275101" y="217178"/>
                  </a:lnTo>
                  <a:lnTo>
                    <a:pt x="276178" y="217121"/>
                  </a:lnTo>
                  <a:lnTo>
                    <a:pt x="277311" y="217054"/>
                  </a:lnTo>
                  <a:lnTo>
                    <a:pt x="278454" y="216931"/>
                  </a:lnTo>
                  <a:lnTo>
                    <a:pt x="279530" y="216807"/>
                  </a:lnTo>
                  <a:lnTo>
                    <a:pt x="280673" y="216673"/>
                  </a:lnTo>
                  <a:lnTo>
                    <a:pt x="281807" y="216483"/>
                  </a:lnTo>
                  <a:lnTo>
                    <a:pt x="282883" y="216359"/>
                  </a:lnTo>
                  <a:lnTo>
                    <a:pt x="284026" y="216168"/>
                  </a:lnTo>
                  <a:lnTo>
                    <a:pt x="285160" y="215978"/>
                  </a:lnTo>
                  <a:lnTo>
                    <a:pt x="286236" y="215730"/>
                  </a:lnTo>
                  <a:lnTo>
                    <a:pt x="287379" y="215540"/>
                  </a:lnTo>
                  <a:lnTo>
                    <a:pt x="288512" y="215349"/>
                  </a:lnTo>
                  <a:lnTo>
                    <a:pt x="289589" y="215092"/>
                  </a:lnTo>
                  <a:lnTo>
                    <a:pt x="290732" y="214902"/>
                  </a:lnTo>
                  <a:lnTo>
                    <a:pt x="291875" y="214654"/>
                  </a:lnTo>
                  <a:lnTo>
                    <a:pt x="292951" y="214397"/>
                  </a:lnTo>
                  <a:lnTo>
                    <a:pt x="294085" y="214206"/>
                  </a:lnTo>
                  <a:lnTo>
                    <a:pt x="295228" y="213959"/>
                  </a:lnTo>
                  <a:lnTo>
                    <a:pt x="296304" y="213702"/>
                  </a:lnTo>
                  <a:lnTo>
                    <a:pt x="297437" y="213454"/>
                  </a:lnTo>
                  <a:lnTo>
                    <a:pt x="298580" y="213130"/>
                  </a:lnTo>
                  <a:lnTo>
                    <a:pt x="299656" y="212883"/>
                  </a:lnTo>
                  <a:lnTo>
                    <a:pt x="300790" y="212625"/>
                  </a:lnTo>
                  <a:lnTo>
                    <a:pt x="301933" y="212311"/>
                  </a:lnTo>
                  <a:lnTo>
                    <a:pt x="303010" y="211997"/>
                  </a:lnTo>
                  <a:lnTo>
                    <a:pt x="304153" y="211682"/>
                  </a:lnTo>
                  <a:lnTo>
                    <a:pt x="305286" y="211301"/>
                  </a:lnTo>
                  <a:lnTo>
                    <a:pt x="306362" y="210987"/>
                  </a:lnTo>
                  <a:lnTo>
                    <a:pt x="307505" y="210606"/>
                  </a:lnTo>
                  <a:lnTo>
                    <a:pt x="308639" y="210282"/>
                  </a:lnTo>
                  <a:lnTo>
                    <a:pt x="309782" y="209911"/>
                  </a:lnTo>
                  <a:lnTo>
                    <a:pt x="310858" y="209529"/>
                  </a:lnTo>
                  <a:lnTo>
                    <a:pt x="312001" y="209205"/>
                  </a:lnTo>
                  <a:lnTo>
                    <a:pt x="313135" y="208834"/>
                  </a:lnTo>
                  <a:lnTo>
                    <a:pt x="314211" y="208510"/>
                  </a:lnTo>
                  <a:lnTo>
                    <a:pt x="315354" y="208196"/>
                  </a:lnTo>
                  <a:lnTo>
                    <a:pt x="316487" y="207882"/>
                  </a:lnTo>
                  <a:lnTo>
                    <a:pt x="317563" y="207625"/>
                  </a:lnTo>
                  <a:lnTo>
                    <a:pt x="318706" y="207434"/>
                  </a:lnTo>
                  <a:lnTo>
                    <a:pt x="319840" y="207253"/>
                  </a:lnTo>
                  <a:lnTo>
                    <a:pt x="320916" y="207120"/>
                  </a:lnTo>
                  <a:lnTo>
                    <a:pt x="322060" y="206996"/>
                  </a:lnTo>
                  <a:lnTo>
                    <a:pt x="323203" y="206996"/>
                  </a:lnTo>
                  <a:lnTo>
                    <a:pt x="324279" y="206996"/>
                  </a:lnTo>
                  <a:lnTo>
                    <a:pt x="325412" y="207063"/>
                  </a:lnTo>
                  <a:lnTo>
                    <a:pt x="326555" y="207186"/>
                  </a:lnTo>
                  <a:lnTo>
                    <a:pt x="327631" y="207377"/>
                  </a:lnTo>
                  <a:lnTo>
                    <a:pt x="328765" y="207625"/>
                  </a:lnTo>
                  <a:lnTo>
                    <a:pt x="329908" y="207949"/>
                  </a:lnTo>
                  <a:lnTo>
                    <a:pt x="330984" y="208320"/>
                  </a:lnTo>
                  <a:lnTo>
                    <a:pt x="332118" y="208768"/>
                  </a:lnTo>
                  <a:lnTo>
                    <a:pt x="333261" y="209205"/>
                  </a:lnTo>
                  <a:lnTo>
                    <a:pt x="334337" y="209777"/>
                  </a:lnTo>
                  <a:lnTo>
                    <a:pt x="335480" y="210348"/>
                  </a:lnTo>
                  <a:lnTo>
                    <a:pt x="336613" y="210920"/>
                  </a:lnTo>
                  <a:lnTo>
                    <a:pt x="337690" y="211549"/>
                  </a:lnTo>
                  <a:lnTo>
                    <a:pt x="338833" y="212244"/>
                  </a:lnTo>
                  <a:lnTo>
                    <a:pt x="339966" y="212940"/>
                  </a:lnTo>
                  <a:lnTo>
                    <a:pt x="341043" y="213635"/>
                  </a:lnTo>
                  <a:lnTo>
                    <a:pt x="342186" y="214330"/>
                  </a:lnTo>
                  <a:lnTo>
                    <a:pt x="343329" y="215035"/>
                  </a:lnTo>
                  <a:lnTo>
                    <a:pt x="344395" y="215730"/>
                  </a:lnTo>
                  <a:lnTo>
                    <a:pt x="345538" y="216425"/>
                  </a:lnTo>
                  <a:lnTo>
                    <a:pt x="346681" y="217121"/>
                  </a:lnTo>
                  <a:lnTo>
                    <a:pt x="347758" y="217750"/>
                  </a:lnTo>
                  <a:lnTo>
                    <a:pt x="348891" y="218321"/>
                  </a:lnTo>
                  <a:lnTo>
                    <a:pt x="350034" y="218893"/>
                  </a:lnTo>
                  <a:lnTo>
                    <a:pt x="351111" y="219397"/>
                  </a:lnTo>
                  <a:lnTo>
                    <a:pt x="352244" y="219903"/>
                  </a:lnTo>
                  <a:lnTo>
                    <a:pt x="353387" y="220283"/>
                  </a:lnTo>
                  <a:lnTo>
                    <a:pt x="354463" y="220664"/>
                  </a:lnTo>
                  <a:lnTo>
                    <a:pt x="355606" y="220979"/>
                  </a:lnTo>
                  <a:lnTo>
                    <a:pt x="356740" y="221236"/>
                  </a:lnTo>
                  <a:lnTo>
                    <a:pt x="357816" y="221359"/>
                  </a:lnTo>
                  <a:lnTo>
                    <a:pt x="358959" y="221483"/>
                  </a:lnTo>
                  <a:lnTo>
                    <a:pt x="360093" y="221550"/>
                  </a:lnTo>
                  <a:lnTo>
                    <a:pt x="361169" y="221550"/>
                  </a:lnTo>
                  <a:lnTo>
                    <a:pt x="362312" y="221426"/>
                  </a:lnTo>
                  <a:lnTo>
                    <a:pt x="363455" y="221293"/>
                  </a:lnTo>
                  <a:lnTo>
                    <a:pt x="364531" y="221102"/>
                  </a:lnTo>
                  <a:lnTo>
                    <a:pt x="365665" y="220855"/>
                  </a:lnTo>
                  <a:lnTo>
                    <a:pt x="366808" y="220531"/>
                  </a:lnTo>
                  <a:lnTo>
                    <a:pt x="367884" y="220159"/>
                  </a:lnTo>
                  <a:lnTo>
                    <a:pt x="369018" y="219712"/>
                  </a:lnTo>
                  <a:lnTo>
                    <a:pt x="370161" y="219207"/>
                  </a:lnTo>
                  <a:lnTo>
                    <a:pt x="371237" y="218702"/>
                  </a:lnTo>
                  <a:lnTo>
                    <a:pt x="372370" y="218131"/>
                  </a:lnTo>
                  <a:lnTo>
                    <a:pt x="373513" y="217559"/>
                  </a:lnTo>
                  <a:lnTo>
                    <a:pt x="374590" y="216997"/>
                  </a:lnTo>
                  <a:lnTo>
                    <a:pt x="375732" y="216359"/>
                  </a:lnTo>
                  <a:lnTo>
                    <a:pt x="376866" y="215664"/>
                  </a:lnTo>
                  <a:lnTo>
                    <a:pt x="377943" y="215035"/>
                  </a:lnTo>
                  <a:lnTo>
                    <a:pt x="379086" y="214397"/>
                  </a:lnTo>
                  <a:lnTo>
                    <a:pt x="380219" y="213768"/>
                  </a:lnTo>
                  <a:lnTo>
                    <a:pt x="381296" y="213130"/>
                  </a:lnTo>
                  <a:lnTo>
                    <a:pt x="382438" y="212501"/>
                  </a:lnTo>
                  <a:lnTo>
                    <a:pt x="383581" y="211930"/>
                  </a:lnTo>
                  <a:lnTo>
                    <a:pt x="384715" y="211425"/>
                  </a:lnTo>
                  <a:lnTo>
                    <a:pt x="385791" y="210920"/>
                  </a:lnTo>
                  <a:lnTo>
                    <a:pt x="386934" y="210472"/>
                  </a:lnTo>
                  <a:lnTo>
                    <a:pt x="388068" y="210035"/>
                  </a:lnTo>
                  <a:lnTo>
                    <a:pt x="389144" y="209720"/>
                  </a:lnTo>
                  <a:lnTo>
                    <a:pt x="390287" y="209396"/>
                  </a:lnTo>
                  <a:lnTo>
                    <a:pt x="391420" y="209205"/>
                  </a:lnTo>
                  <a:lnTo>
                    <a:pt x="392497" y="209025"/>
                  </a:lnTo>
                  <a:lnTo>
                    <a:pt x="393640" y="208958"/>
                  </a:lnTo>
                  <a:lnTo>
                    <a:pt x="394782" y="208892"/>
                  </a:lnTo>
                  <a:lnTo>
                    <a:pt x="395859" y="208958"/>
                  </a:lnTo>
                  <a:lnTo>
                    <a:pt x="396993" y="209082"/>
                  </a:lnTo>
                  <a:lnTo>
                    <a:pt x="398136" y="209272"/>
                  </a:lnTo>
                  <a:lnTo>
                    <a:pt x="399212" y="209529"/>
                  </a:lnTo>
                  <a:lnTo>
                    <a:pt x="400346" y="209844"/>
                  </a:lnTo>
                  <a:lnTo>
                    <a:pt x="401488" y="210225"/>
                  </a:lnTo>
                  <a:lnTo>
                    <a:pt x="402565" y="210606"/>
                  </a:lnTo>
                  <a:lnTo>
                    <a:pt x="403698" y="211111"/>
                  </a:lnTo>
                  <a:lnTo>
                    <a:pt x="404841" y="211682"/>
                  </a:lnTo>
                  <a:lnTo>
                    <a:pt x="405917" y="212244"/>
                  </a:lnTo>
                  <a:lnTo>
                    <a:pt x="407060" y="212816"/>
                  </a:lnTo>
                  <a:lnTo>
                    <a:pt x="408194" y="213454"/>
                  </a:lnTo>
                  <a:lnTo>
                    <a:pt x="409270" y="214149"/>
                  </a:lnTo>
                  <a:lnTo>
                    <a:pt x="410414" y="214845"/>
                  </a:lnTo>
                  <a:lnTo>
                    <a:pt x="411547" y="215540"/>
                  </a:lnTo>
                  <a:lnTo>
                    <a:pt x="412623" y="216235"/>
                  </a:lnTo>
                  <a:lnTo>
                    <a:pt x="413766" y="216931"/>
                  </a:lnTo>
                  <a:lnTo>
                    <a:pt x="414909" y="217626"/>
                  </a:lnTo>
                  <a:lnTo>
                    <a:pt x="415976" y="218321"/>
                  </a:lnTo>
                  <a:lnTo>
                    <a:pt x="417119" y="218950"/>
                  </a:lnTo>
                  <a:lnTo>
                    <a:pt x="418262" y="219655"/>
                  </a:lnTo>
                  <a:lnTo>
                    <a:pt x="419338" y="220216"/>
                  </a:lnTo>
                  <a:lnTo>
                    <a:pt x="420472" y="220855"/>
                  </a:lnTo>
                  <a:lnTo>
                    <a:pt x="421615" y="221426"/>
                  </a:lnTo>
                  <a:lnTo>
                    <a:pt x="422691" y="221931"/>
                  </a:lnTo>
                  <a:lnTo>
                    <a:pt x="423824" y="222369"/>
                  </a:lnTo>
                  <a:lnTo>
                    <a:pt x="424967" y="222817"/>
                  </a:lnTo>
                  <a:lnTo>
                    <a:pt x="426044" y="223255"/>
                  </a:lnTo>
                  <a:lnTo>
                    <a:pt x="427187" y="223569"/>
                  </a:lnTo>
                  <a:lnTo>
                    <a:pt x="428320" y="223893"/>
                  </a:lnTo>
                  <a:lnTo>
                    <a:pt x="429397" y="224084"/>
                  </a:lnTo>
                  <a:lnTo>
                    <a:pt x="430540" y="224264"/>
                  </a:lnTo>
                  <a:lnTo>
                    <a:pt x="431673" y="224398"/>
                  </a:lnTo>
                  <a:lnTo>
                    <a:pt x="432749" y="224455"/>
                  </a:lnTo>
                  <a:lnTo>
                    <a:pt x="433892" y="224522"/>
                  </a:lnTo>
                  <a:lnTo>
                    <a:pt x="435035" y="224455"/>
                  </a:lnTo>
                  <a:lnTo>
                    <a:pt x="436102" y="224331"/>
                  </a:lnTo>
                  <a:lnTo>
                    <a:pt x="437245" y="224207"/>
                  </a:lnTo>
                  <a:lnTo>
                    <a:pt x="438388" y="223951"/>
                  </a:lnTo>
                  <a:lnTo>
                    <a:pt x="439465" y="223636"/>
                  </a:lnTo>
                  <a:lnTo>
                    <a:pt x="440598" y="223255"/>
                  </a:lnTo>
                  <a:lnTo>
                    <a:pt x="441741" y="222874"/>
                  </a:lnTo>
                  <a:lnTo>
                    <a:pt x="442817" y="222369"/>
                  </a:lnTo>
                  <a:lnTo>
                    <a:pt x="443951" y="221798"/>
                  </a:lnTo>
                  <a:lnTo>
                    <a:pt x="445094" y="221169"/>
                  </a:lnTo>
                  <a:lnTo>
                    <a:pt x="446170" y="220531"/>
                  </a:lnTo>
                  <a:lnTo>
                    <a:pt x="447313" y="219779"/>
                  </a:lnTo>
                  <a:lnTo>
                    <a:pt x="448447" y="219017"/>
                  </a:lnTo>
                  <a:lnTo>
                    <a:pt x="449523" y="218131"/>
                  </a:lnTo>
                  <a:lnTo>
                    <a:pt x="450666" y="217245"/>
                  </a:lnTo>
                  <a:lnTo>
                    <a:pt x="451799" y="216292"/>
                  </a:lnTo>
                  <a:lnTo>
                    <a:pt x="452875" y="215349"/>
                  </a:lnTo>
                  <a:lnTo>
                    <a:pt x="454019" y="214273"/>
                  </a:lnTo>
                  <a:lnTo>
                    <a:pt x="455152" y="213263"/>
                  </a:lnTo>
                  <a:lnTo>
                    <a:pt x="456229" y="212187"/>
                  </a:lnTo>
                  <a:lnTo>
                    <a:pt x="457372" y="211044"/>
                  </a:lnTo>
                  <a:lnTo>
                    <a:pt x="458515" y="209968"/>
                  </a:lnTo>
                  <a:lnTo>
                    <a:pt x="459591" y="208834"/>
                  </a:lnTo>
                  <a:lnTo>
                    <a:pt x="460724" y="207758"/>
                  </a:lnTo>
                  <a:lnTo>
                    <a:pt x="461867" y="206682"/>
                  </a:lnTo>
                  <a:lnTo>
                    <a:pt x="463001" y="205605"/>
                  </a:lnTo>
                  <a:lnTo>
                    <a:pt x="464077" y="204595"/>
                  </a:lnTo>
                  <a:lnTo>
                    <a:pt x="465220" y="203643"/>
                  </a:lnTo>
                  <a:lnTo>
                    <a:pt x="466363" y="202691"/>
                  </a:lnTo>
                  <a:lnTo>
                    <a:pt x="467430" y="201872"/>
                  </a:lnTo>
                  <a:lnTo>
                    <a:pt x="468573" y="201053"/>
                  </a:lnTo>
                  <a:lnTo>
                    <a:pt x="469716" y="200347"/>
                  </a:lnTo>
                  <a:lnTo>
                    <a:pt x="470792" y="199719"/>
                  </a:lnTo>
                  <a:lnTo>
                    <a:pt x="471925" y="199147"/>
                  </a:lnTo>
                  <a:lnTo>
                    <a:pt x="473069" y="198709"/>
                  </a:lnTo>
                  <a:lnTo>
                    <a:pt x="474145" y="198328"/>
                  </a:lnTo>
                  <a:lnTo>
                    <a:pt x="475279" y="198071"/>
                  </a:lnTo>
                  <a:lnTo>
                    <a:pt x="476422" y="197947"/>
                  </a:lnTo>
                  <a:lnTo>
                    <a:pt x="477498" y="197881"/>
                  </a:lnTo>
                  <a:lnTo>
                    <a:pt x="478641" y="197947"/>
                  </a:lnTo>
                  <a:lnTo>
                    <a:pt x="479774" y="198071"/>
                  </a:lnTo>
                  <a:lnTo>
                    <a:pt x="480851" y="198328"/>
                  </a:lnTo>
                  <a:lnTo>
                    <a:pt x="481993" y="198585"/>
                  </a:lnTo>
                  <a:lnTo>
                    <a:pt x="483127" y="199024"/>
                  </a:lnTo>
                  <a:lnTo>
                    <a:pt x="484203" y="199471"/>
                  </a:lnTo>
                  <a:lnTo>
                    <a:pt x="485346" y="200033"/>
                  </a:lnTo>
                  <a:lnTo>
                    <a:pt x="486480" y="200605"/>
                  </a:lnTo>
                  <a:lnTo>
                    <a:pt x="487556" y="201300"/>
                  </a:lnTo>
                  <a:lnTo>
                    <a:pt x="488699" y="201938"/>
                  </a:lnTo>
                  <a:lnTo>
                    <a:pt x="489842" y="202691"/>
                  </a:lnTo>
                  <a:lnTo>
                    <a:pt x="490918" y="203452"/>
                  </a:lnTo>
                  <a:lnTo>
                    <a:pt x="492052" y="204215"/>
                  </a:lnTo>
                  <a:lnTo>
                    <a:pt x="493195" y="204967"/>
                  </a:lnTo>
                  <a:lnTo>
                    <a:pt x="494271" y="205729"/>
                  </a:lnTo>
                  <a:lnTo>
                    <a:pt x="495405" y="206491"/>
                  </a:lnTo>
                  <a:lnTo>
                    <a:pt x="496548" y="207186"/>
                  </a:lnTo>
                  <a:lnTo>
                    <a:pt x="497624" y="207949"/>
                  </a:lnTo>
                  <a:lnTo>
                    <a:pt x="498767" y="208644"/>
                  </a:lnTo>
                  <a:lnTo>
                    <a:pt x="499901" y="209272"/>
                  </a:lnTo>
                  <a:lnTo>
                    <a:pt x="500977" y="209911"/>
                  </a:lnTo>
                  <a:lnTo>
                    <a:pt x="502120" y="210472"/>
                  </a:lnTo>
                  <a:lnTo>
                    <a:pt x="503253" y="211044"/>
                  </a:lnTo>
                  <a:lnTo>
                    <a:pt x="504330" y="211615"/>
                  </a:lnTo>
                  <a:lnTo>
                    <a:pt x="505473" y="212054"/>
                  </a:lnTo>
                  <a:lnTo>
                    <a:pt x="506606" y="212501"/>
                  </a:lnTo>
                  <a:lnTo>
                    <a:pt x="507683" y="212940"/>
                  </a:lnTo>
                  <a:lnTo>
                    <a:pt x="508826" y="213320"/>
                  </a:lnTo>
                  <a:lnTo>
                    <a:pt x="509968" y="213702"/>
                  </a:lnTo>
                  <a:lnTo>
                    <a:pt x="511045" y="214083"/>
                  </a:lnTo>
                  <a:lnTo>
                    <a:pt x="512178" y="214397"/>
                  </a:lnTo>
                  <a:lnTo>
                    <a:pt x="513321" y="214711"/>
                  </a:lnTo>
                  <a:lnTo>
                    <a:pt x="514398" y="215035"/>
                  </a:lnTo>
                  <a:lnTo>
                    <a:pt x="515531" y="215349"/>
                  </a:lnTo>
                  <a:lnTo>
                    <a:pt x="516674" y="215664"/>
                  </a:lnTo>
                  <a:lnTo>
                    <a:pt x="517751" y="215978"/>
                  </a:lnTo>
                  <a:lnTo>
                    <a:pt x="518894" y="216235"/>
                  </a:lnTo>
                  <a:lnTo>
                    <a:pt x="520027" y="216616"/>
                  </a:lnTo>
                  <a:lnTo>
                    <a:pt x="521103" y="216931"/>
                  </a:lnTo>
                  <a:lnTo>
                    <a:pt x="522246" y="217245"/>
                  </a:lnTo>
                  <a:lnTo>
                    <a:pt x="523380" y="217626"/>
                  </a:lnTo>
                  <a:lnTo>
                    <a:pt x="524456" y="217940"/>
                  </a:lnTo>
                  <a:lnTo>
                    <a:pt x="525599" y="218321"/>
                  </a:lnTo>
                  <a:lnTo>
                    <a:pt x="526733" y="218702"/>
                  </a:lnTo>
                  <a:lnTo>
                    <a:pt x="527809" y="219140"/>
                  </a:lnTo>
                  <a:lnTo>
                    <a:pt x="528952" y="219521"/>
                  </a:lnTo>
                  <a:lnTo>
                    <a:pt x="530095" y="219969"/>
                  </a:lnTo>
                  <a:lnTo>
                    <a:pt x="531171" y="220407"/>
                  </a:lnTo>
                  <a:lnTo>
                    <a:pt x="532305" y="220788"/>
                  </a:lnTo>
                  <a:lnTo>
                    <a:pt x="533448" y="221236"/>
                  </a:lnTo>
                  <a:lnTo>
                    <a:pt x="534524" y="221674"/>
                  </a:lnTo>
                  <a:lnTo>
                    <a:pt x="535658" y="222122"/>
                  </a:lnTo>
                  <a:lnTo>
                    <a:pt x="536801" y="222560"/>
                  </a:lnTo>
                  <a:lnTo>
                    <a:pt x="537944" y="222941"/>
                  </a:lnTo>
                  <a:lnTo>
                    <a:pt x="539010" y="223379"/>
                  </a:lnTo>
                  <a:lnTo>
                    <a:pt x="540153" y="223760"/>
                  </a:lnTo>
                  <a:lnTo>
                    <a:pt x="541296" y="224141"/>
                  </a:lnTo>
                  <a:lnTo>
                    <a:pt x="542372" y="224522"/>
                  </a:lnTo>
                  <a:lnTo>
                    <a:pt x="543506" y="224836"/>
                  </a:lnTo>
                  <a:lnTo>
                    <a:pt x="544649" y="225217"/>
                  </a:lnTo>
                  <a:lnTo>
                    <a:pt x="545726" y="225532"/>
                  </a:lnTo>
                  <a:lnTo>
                    <a:pt x="546859" y="225846"/>
                  </a:lnTo>
                  <a:lnTo>
                    <a:pt x="548002" y="226103"/>
                  </a:lnTo>
                  <a:lnTo>
                    <a:pt x="549078" y="226360"/>
                  </a:lnTo>
                  <a:lnTo>
                    <a:pt x="550221" y="226608"/>
                  </a:lnTo>
                  <a:lnTo>
                    <a:pt x="551355" y="226865"/>
                  </a:lnTo>
                  <a:lnTo>
                    <a:pt x="552431" y="227056"/>
                  </a:lnTo>
                  <a:lnTo>
                    <a:pt x="553574" y="227246"/>
                  </a:lnTo>
                  <a:lnTo>
                    <a:pt x="554708" y="227436"/>
                  </a:lnTo>
                  <a:lnTo>
                    <a:pt x="555784" y="227560"/>
                  </a:lnTo>
                  <a:lnTo>
                    <a:pt x="556927" y="227684"/>
                  </a:lnTo>
                  <a:lnTo>
                    <a:pt x="558060" y="227808"/>
                  </a:lnTo>
                  <a:lnTo>
                    <a:pt x="559136" y="227942"/>
                  </a:lnTo>
                  <a:lnTo>
                    <a:pt x="560279" y="228065"/>
                  </a:lnTo>
                  <a:lnTo>
                    <a:pt x="561422" y="228132"/>
                  </a:lnTo>
                  <a:lnTo>
                    <a:pt x="562499" y="228189"/>
                  </a:lnTo>
                  <a:lnTo>
                    <a:pt x="563633" y="228255"/>
                  </a:lnTo>
                  <a:lnTo>
                    <a:pt x="564776" y="228322"/>
                  </a:lnTo>
                  <a:lnTo>
                    <a:pt x="565852" y="228379"/>
                  </a:lnTo>
                  <a:lnTo>
                    <a:pt x="566985" y="228446"/>
                  </a:lnTo>
                  <a:lnTo>
                    <a:pt x="568128" y="228503"/>
                  </a:lnTo>
                  <a:lnTo>
                    <a:pt x="569204" y="228503"/>
                  </a:lnTo>
                  <a:lnTo>
                    <a:pt x="570347" y="228570"/>
                  </a:lnTo>
                  <a:lnTo>
                    <a:pt x="571481" y="228570"/>
                  </a:lnTo>
                </a:path>
              </a:pathLst>
            </a:custGeom>
            <a:noFill/>
            <a:ln w="7242" cap="flat">
              <a:solidFill>
                <a:srgbClr val="000000"/>
              </a:solidFill>
              <a:prstDash val="solid"/>
              <a:round/>
            </a:ln>
          </p:spPr>
          <p:txBody>
            <a:bodyPr/>
            <a:lstStyle/>
            <a:p>
              <a:endParaRPr lang="zh-CN" altLang="en-US" sz="2190"/>
            </a:p>
          </p:txBody>
        </p:sp>
        <p:sp>
          <p:nvSpPr>
            <p:cNvPr id="1062" name="任意多边形: 形状 1061"/>
            <p:cNvSpPr/>
            <p:nvPr/>
          </p:nvSpPr>
          <p:spPr>
            <a:xfrm>
              <a:off x="6048837" y="5150372"/>
              <a:ext cx="571500" cy="381000"/>
            </a:xfrm>
            <a:custGeom>
              <a:avLst/>
              <a:gdLst>
                <a:gd name="csX0" fmla="*/ -19 w 571500"/>
                <a:gd name="csY0" fmla="*/ 378617 h 381000"/>
                <a:gd name="csX1" fmla="*/ 1057 w 571500"/>
                <a:gd name="csY1" fmla="*/ 378179 h 381000"/>
                <a:gd name="csX2" fmla="*/ 2200 w 571500"/>
                <a:gd name="csY2" fmla="*/ 377607 h 381000"/>
                <a:gd name="csX3" fmla="*/ 3334 w 571500"/>
                <a:gd name="csY3" fmla="*/ 376903 h 381000"/>
                <a:gd name="csX4" fmla="*/ 4410 w 571500"/>
                <a:gd name="csY4" fmla="*/ 376074 h 381000"/>
                <a:gd name="csX5" fmla="*/ 5553 w 571500"/>
                <a:gd name="csY5" fmla="*/ 375122 h 381000"/>
                <a:gd name="csX6" fmla="*/ 6686 w 571500"/>
                <a:gd name="csY6" fmla="*/ 374045 h 381000"/>
                <a:gd name="csX7" fmla="*/ 7763 w 571500"/>
                <a:gd name="csY7" fmla="*/ 372779 h 381000"/>
                <a:gd name="csX8" fmla="*/ 8906 w 571500"/>
                <a:gd name="csY8" fmla="*/ 371312 h 381000"/>
                <a:gd name="csX9" fmla="*/ 10049 w 571500"/>
                <a:gd name="csY9" fmla="*/ 369664 h 381000"/>
                <a:gd name="csX10" fmla="*/ 11116 w 571500"/>
                <a:gd name="csY10" fmla="*/ 367692 h 381000"/>
                <a:gd name="csX11" fmla="*/ 12259 w 571500"/>
                <a:gd name="csY11" fmla="*/ 365406 h 381000"/>
                <a:gd name="csX12" fmla="*/ 13402 w 571500"/>
                <a:gd name="csY12" fmla="*/ 362930 h 381000"/>
                <a:gd name="csX13" fmla="*/ 14478 w 571500"/>
                <a:gd name="csY13" fmla="*/ 360072 h 381000"/>
                <a:gd name="csX14" fmla="*/ 15611 w 571500"/>
                <a:gd name="csY14" fmla="*/ 356958 h 381000"/>
                <a:gd name="csX15" fmla="*/ 16754 w 571500"/>
                <a:gd name="csY15" fmla="*/ 353338 h 381000"/>
                <a:gd name="csX16" fmla="*/ 17831 w 571500"/>
                <a:gd name="csY16" fmla="*/ 349271 h 381000"/>
                <a:gd name="csX17" fmla="*/ 18964 w 571500"/>
                <a:gd name="csY17" fmla="*/ 344823 h 381000"/>
                <a:gd name="csX18" fmla="*/ 20107 w 571500"/>
                <a:gd name="csY18" fmla="*/ 339927 h 381000"/>
                <a:gd name="csX19" fmla="*/ 21184 w 571500"/>
                <a:gd name="csY19" fmla="*/ 334526 h 381000"/>
                <a:gd name="csX20" fmla="*/ 22327 w 571500"/>
                <a:gd name="csY20" fmla="*/ 328554 h 381000"/>
                <a:gd name="csX21" fmla="*/ 23460 w 571500"/>
                <a:gd name="csY21" fmla="*/ 322077 h 381000"/>
                <a:gd name="csX22" fmla="*/ 24536 w 571500"/>
                <a:gd name="csY22" fmla="*/ 315029 h 381000"/>
                <a:gd name="csX23" fmla="*/ 25679 w 571500"/>
                <a:gd name="csY23" fmla="*/ 307466 h 381000"/>
                <a:gd name="csX24" fmla="*/ 26813 w 571500"/>
                <a:gd name="csY24" fmla="*/ 299331 h 381000"/>
                <a:gd name="csX25" fmla="*/ 27889 w 571500"/>
                <a:gd name="csY25" fmla="*/ 290502 h 381000"/>
                <a:gd name="csX26" fmla="*/ 29032 w 571500"/>
                <a:gd name="csY26" fmla="*/ 281158 h 381000"/>
                <a:gd name="csX27" fmla="*/ 30166 w 571500"/>
                <a:gd name="csY27" fmla="*/ 271252 h 381000"/>
                <a:gd name="csX28" fmla="*/ 31242 w 571500"/>
                <a:gd name="csY28" fmla="*/ 260898 h 381000"/>
                <a:gd name="csX29" fmla="*/ 32385 w 571500"/>
                <a:gd name="csY29" fmla="*/ 249963 h 381000"/>
                <a:gd name="csX30" fmla="*/ 33528 w 571500"/>
                <a:gd name="csY30" fmla="*/ 238533 h 381000"/>
                <a:gd name="csX31" fmla="*/ 34604 w 571500"/>
                <a:gd name="csY31" fmla="*/ 226656 h 381000"/>
                <a:gd name="csX32" fmla="*/ 35738 w 571500"/>
                <a:gd name="csY32" fmla="*/ 214387 h 381000"/>
                <a:gd name="csX33" fmla="*/ 36881 w 571500"/>
                <a:gd name="csY33" fmla="*/ 201814 h 381000"/>
                <a:gd name="csX34" fmla="*/ 37957 w 571500"/>
                <a:gd name="csY34" fmla="*/ 188975 h 381000"/>
                <a:gd name="csX35" fmla="*/ 39091 w 571500"/>
                <a:gd name="csY35" fmla="*/ 175954 h 381000"/>
                <a:gd name="csX36" fmla="*/ 40234 w 571500"/>
                <a:gd name="csY36" fmla="*/ 162743 h 381000"/>
                <a:gd name="csX37" fmla="*/ 41310 w 571500"/>
                <a:gd name="csY37" fmla="*/ 149589 h 381000"/>
                <a:gd name="csX38" fmla="*/ 42444 w 571500"/>
                <a:gd name="csY38" fmla="*/ 136435 h 381000"/>
                <a:gd name="csX39" fmla="*/ 43586 w 571500"/>
                <a:gd name="csY39" fmla="*/ 123347 h 381000"/>
                <a:gd name="csX40" fmla="*/ 44663 w 571500"/>
                <a:gd name="csY40" fmla="*/ 110574 h 381000"/>
                <a:gd name="csX41" fmla="*/ 45806 w 571500"/>
                <a:gd name="csY41" fmla="*/ 98125 h 381000"/>
                <a:gd name="csX42" fmla="*/ 46939 w 571500"/>
                <a:gd name="csY42" fmla="*/ 86123 h 381000"/>
                <a:gd name="csX43" fmla="*/ 48016 w 571500"/>
                <a:gd name="csY43" fmla="*/ 74493 h 381000"/>
                <a:gd name="csX44" fmla="*/ 49159 w 571500"/>
                <a:gd name="csY44" fmla="*/ 63502 h 381000"/>
                <a:gd name="csX45" fmla="*/ 50292 w 571500"/>
                <a:gd name="csY45" fmla="*/ 53205 h 381000"/>
                <a:gd name="csX46" fmla="*/ 51369 w 571500"/>
                <a:gd name="csY46" fmla="*/ 43747 h 381000"/>
                <a:gd name="csX47" fmla="*/ 52512 w 571500"/>
                <a:gd name="csY47" fmla="*/ 35041 h 381000"/>
                <a:gd name="csX48" fmla="*/ 53654 w 571500"/>
                <a:gd name="csY48" fmla="*/ 27164 h 381000"/>
                <a:gd name="csX49" fmla="*/ 54721 w 571500"/>
                <a:gd name="csY49" fmla="*/ 20106 h 381000"/>
                <a:gd name="csX50" fmla="*/ 55864 w 571500"/>
                <a:gd name="csY50" fmla="*/ 14267 h 381000"/>
                <a:gd name="csX51" fmla="*/ 57007 w 571500"/>
                <a:gd name="csY51" fmla="*/ 9371 h 381000"/>
                <a:gd name="csX52" fmla="*/ 58083 w 571500"/>
                <a:gd name="csY52" fmla="*/ 5495 h 381000"/>
                <a:gd name="csX53" fmla="*/ 59217 w 571500"/>
                <a:gd name="csY53" fmla="*/ 2637 h 381000"/>
                <a:gd name="csX54" fmla="*/ 60360 w 571500"/>
                <a:gd name="csY54" fmla="*/ 665 h 381000"/>
                <a:gd name="csX55" fmla="*/ 61437 w 571500"/>
                <a:gd name="csY55" fmla="*/ -30 h 381000"/>
                <a:gd name="csX56" fmla="*/ 62570 w 571500"/>
                <a:gd name="csY56" fmla="*/ 285 h 381000"/>
                <a:gd name="csX57" fmla="*/ 63713 w 571500"/>
                <a:gd name="csY57" fmla="*/ 1494 h 381000"/>
                <a:gd name="csX58" fmla="*/ 64789 w 571500"/>
                <a:gd name="csY58" fmla="*/ 3590 h 381000"/>
                <a:gd name="csX59" fmla="*/ 65932 w 571500"/>
                <a:gd name="csY59" fmla="*/ 6580 h 381000"/>
                <a:gd name="csX60" fmla="*/ 67066 w 571500"/>
                <a:gd name="csY60" fmla="*/ 10514 h 381000"/>
                <a:gd name="csX61" fmla="*/ 68142 w 571500"/>
                <a:gd name="csY61" fmla="*/ 15277 h 381000"/>
                <a:gd name="csX62" fmla="*/ 69285 w 571500"/>
                <a:gd name="csY62" fmla="*/ 20677 h 381000"/>
                <a:gd name="csX63" fmla="*/ 70419 w 571500"/>
                <a:gd name="csY63" fmla="*/ 26650 h 381000"/>
                <a:gd name="csX64" fmla="*/ 71495 w 571500"/>
                <a:gd name="csY64" fmla="*/ 33260 h 381000"/>
                <a:gd name="csX65" fmla="*/ 72638 w 571500"/>
                <a:gd name="csY65" fmla="*/ 40375 h 381000"/>
                <a:gd name="csX66" fmla="*/ 73781 w 571500"/>
                <a:gd name="csY66" fmla="*/ 47938 h 381000"/>
                <a:gd name="csX67" fmla="*/ 74847 w 571500"/>
                <a:gd name="csY67" fmla="*/ 55882 h 381000"/>
                <a:gd name="csX68" fmla="*/ 75990 w 571500"/>
                <a:gd name="csY68" fmla="*/ 64007 h 381000"/>
                <a:gd name="csX69" fmla="*/ 77133 w 571500"/>
                <a:gd name="csY69" fmla="*/ 72398 h 381000"/>
                <a:gd name="csX70" fmla="*/ 78267 w 571500"/>
                <a:gd name="csY70" fmla="*/ 80971 h 381000"/>
                <a:gd name="csX71" fmla="*/ 79343 w 571500"/>
                <a:gd name="csY71" fmla="*/ 89610 h 381000"/>
                <a:gd name="csX72" fmla="*/ 80487 w 571500"/>
                <a:gd name="csY72" fmla="*/ 98249 h 381000"/>
                <a:gd name="csX73" fmla="*/ 81620 w 571500"/>
                <a:gd name="csY73" fmla="*/ 106898 h 381000"/>
                <a:gd name="csX74" fmla="*/ 82696 w 571500"/>
                <a:gd name="csY74" fmla="*/ 115470 h 381000"/>
                <a:gd name="csX75" fmla="*/ 83839 w 571500"/>
                <a:gd name="csY75" fmla="*/ 123919 h 381000"/>
                <a:gd name="csX76" fmla="*/ 84982 w 571500"/>
                <a:gd name="csY76" fmla="*/ 132244 h 381000"/>
                <a:gd name="csX77" fmla="*/ 86058 w 571500"/>
                <a:gd name="csY77" fmla="*/ 140311 h 381000"/>
                <a:gd name="csX78" fmla="*/ 87192 w 571500"/>
                <a:gd name="csY78" fmla="*/ 148255 h 381000"/>
                <a:gd name="csX79" fmla="*/ 88335 w 571500"/>
                <a:gd name="csY79" fmla="*/ 155942 h 381000"/>
                <a:gd name="csX80" fmla="*/ 89411 w 571500"/>
                <a:gd name="csY80" fmla="*/ 163372 h 381000"/>
                <a:gd name="csX81" fmla="*/ 90545 w 571500"/>
                <a:gd name="csY81" fmla="*/ 170486 h 381000"/>
                <a:gd name="csX82" fmla="*/ 91688 w 571500"/>
                <a:gd name="csY82" fmla="*/ 177412 h 381000"/>
                <a:gd name="csX83" fmla="*/ 92764 w 571500"/>
                <a:gd name="csY83" fmla="*/ 184022 h 381000"/>
                <a:gd name="csX84" fmla="*/ 93897 w 571500"/>
                <a:gd name="csY84" fmla="*/ 190442 h 381000"/>
                <a:gd name="csX85" fmla="*/ 95040 w 571500"/>
                <a:gd name="csY85" fmla="*/ 196471 h 381000"/>
                <a:gd name="csX86" fmla="*/ 96117 w 571500"/>
                <a:gd name="csY86" fmla="*/ 202319 h 381000"/>
                <a:gd name="csX87" fmla="*/ 97260 w 571500"/>
                <a:gd name="csY87" fmla="*/ 207843 h 381000"/>
                <a:gd name="csX88" fmla="*/ 98393 w 571500"/>
                <a:gd name="csY88" fmla="*/ 213187 h 381000"/>
                <a:gd name="csX89" fmla="*/ 99470 w 571500"/>
                <a:gd name="csY89" fmla="*/ 218264 h 381000"/>
                <a:gd name="csX90" fmla="*/ 100613 w 571500"/>
                <a:gd name="csY90" fmla="*/ 223093 h 381000"/>
                <a:gd name="csX91" fmla="*/ 101746 w 571500"/>
                <a:gd name="csY91" fmla="*/ 227732 h 381000"/>
                <a:gd name="csX92" fmla="*/ 102822 w 571500"/>
                <a:gd name="csY92" fmla="*/ 232113 h 381000"/>
                <a:gd name="csX93" fmla="*/ 103965 w 571500"/>
                <a:gd name="csY93" fmla="*/ 236371 h 381000"/>
                <a:gd name="csX94" fmla="*/ 105108 w 571500"/>
                <a:gd name="csY94" fmla="*/ 240438 h 381000"/>
                <a:gd name="csX95" fmla="*/ 106175 w 571500"/>
                <a:gd name="csY95" fmla="*/ 244315 h 381000"/>
                <a:gd name="csX96" fmla="*/ 107318 w 571500"/>
                <a:gd name="csY96" fmla="*/ 248001 h 381000"/>
                <a:gd name="csX97" fmla="*/ 108461 w 571500"/>
                <a:gd name="csY97" fmla="*/ 251554 h 381000"/>
                <a:gd name="csX98" fmla="*/ 109538 w 571500"/>
                <a:gd name="csY98" fmla="*/ 254983 h 381000"/>
                <a:gd name="csX99" fmla="*/ 110671 w 571500"/>
                <a:gd name="csY99" fmla="*/ 258288 h 381000"/>
                <a:gd name="csX100" fmla="*/ 111814 w 571500"/>
                <a:gd name="csY100" fmla="*/ 261469 h 381000"/>
                <a:gd name="csX101" fmla="*/ 112890 w 571500"/>
                <a:gd name="csY101" fmla="*/ 264584 h 381000"/>
                <a:gd name="csX102" fmla="*/ 114024 w 571500"/>
                <a:gd name="csY102" fmla="*/ 267498 h 381000"/>
                <a:gd name="csX103" fmla="*/ 115167 w 571500"/>
                <a:gd name="csY103" fmla="*/ 270366 h 381000"/>
                <a:gd name="csX104" fmla="*/ 116243 w 571500"/>
                <a:gd name="csY104" fmla="*/ 273157 h 381000"/>
                <a:gd name="csX105" fmla="*/ 117386 w 571500"/>
                <a:gd name="csY105" fmla="*/ 275824 h 381000"/>
                <a:gd name="csX106" fmla="*/ 118520 w 571500"/>
                <a:gd name="csY106" fmla="*/ 278433 h 381000"/>
                <a:gd name="csX107" fmla="*/ 119596 w 571500"/>
                <a:gd name="csY107" fmla="*/ 280910 h 381000"/>
                <a:gd name="csX108" fmla="*/ 120739 w 571500"/>
                <a:gd name="csY108" fmla="*/ 283320 h 381000"/>
                <a:gd name="csX109" fmla="*/ 121872 w 571500"/>
                <a:gd name="csY109" fmla="*/ 285672 h 381000"/>
                <a:gd name="csX110" fmla="*/ 122948 w 571500"/>
                <a:gd name="csY110" fmla="*/ 287958 h 381000"/>
                <a:gd name="csX111" fmla="*/ 124092 w 571500"/>
                <a:gd name="csY111" fmla="*/ 290187 h 381000"/>
                <a:gd name="csX112" fmla="*/ 125225 w 571500"/>
                <a:gd name="csY112" fmla="*/ 292283 h 381000"/>
                <a:gd name="csX113" fmla="*/ 126302 w 571500"/>
                <a:gd name="csY113" fmla="*/ 294311 h 381000"/>
                <a:gd name="csX114" fmla="*/ 127445 w 571500"/>
                <a:gd name="csY114" fmla="*/ 296283 h 381000"/>
                <a:gd name="csX115" fmla="*/ 128588 w 571500"/>
                <a:gd name="csY115" fmla="*/ 298188 h 381000"/>
                <a:gd name="csX116" fmla="*/ 129664 w 571500"/>
                <a:gd name="csY116" fmla="*/ 300027 h 381000"/>
                <a:gd name="csX117" fmla="*/ 130797 w 571500"/>
                <a:gd name="csY117" fmla="*/ 301808 h 381000"/>
                <a:gd name="csX118" fmla="*/ 131940 w 571500"/>
                <a:gd name="csY118" fmla="*/ 303465 h 381000"/>
                <a:gd name="csX119" fmla="*/ 133016 w 571500"/>
                <a:gd name="csY119" fmla="*/ 305113 h 381000"/>
                <a:gd name="csX120" fmla="*/ 134150 w 571500"/>
                <a:gd name="csY120" fmla="*/ 306637 h 381000"/>
                <a:gd name="csX121" fmla="*/ 135293 w 571500"/>
                <a:gd name="csY121" fmla="*/ 308161 h 381000"/>
                <a:gd name="csX122" fmla="*/ 136369 w 571500"/>
                <a:gd name="csY122" fmla="*/ 309561 h 381000"/>
                <a:gd name="csX123" fmla="*/ 137513 w 571500"/>
                <a:gd name="csY123" fmla="*/ 310961 h 381000"/>
                <a:gd name="csX124" fmla="*/ 138646 w 571500"/>
                <a:gd name="csY124" fmla="*/ 312228 h 381000"/>
                <a:gd name="csX125" fmla="*/ 139722 w 571500"/>
                <a:gd name="csY125" fmla="*/ 313504 h 381000"/>
                <a:gd name="csX126" fmla="*/ 140865 w 571500"/>
                <a:gd name="csY126" fmla="*/ 314705 h 381000"/>
                <a:gd name="csX127" fmla="*/ 141999 w 571500"/>
                <a:gd name="csY127" fmla="*/ 315848 h 381000"/>
                <a:gd name="csX128" fmla="*/ 143075 w 571500"/>
                <a:gd name="csY128" fmla="*/ 316933 h 381000"/>
                <a:gd name="csX129" fmla="*/ 144218 w 571500"/>
                <a:gd name="csY129" fmla="*/ 318010 h 381000"/>
                <a:gd name="csX130" fmla="*/ 145361 w 571500"/>
                <a:gd name="csY130" fmla="*/ 319029 h 381000"/>
                <a:gd name="csX131" fmla="*/ 146428 w 571500"/>
                <a:gd name="csY131" fmla="*/ 319981 h 381000"/>
                <a:gd name="csX132" fmla="*/ 147571 w 571500"/>
                <a:gd name="csY132" fmla="*/ 320934 h 381000"/>
                <a:gd name="csX133" fmla="*/ 148714 w 571500"/>
                <a:gd name="csY133" fmla="*/ 321820 h 381000"/>
                <a:gd name="csX134" fmla="*/ 149790 w 571500"/>
                <a:gd name="csY134" fmla="*/ 322715 h 381000"/>
                <a:gd name="csX135" fmla="*/ 150924 w 571500"/>
                <a:gd name="csY135" fmla="*/ 323601 h 381000"/>
                <a:gd name="csX136" fmla="*/ 152066 w 571500"/>
                <a:gd name="csY136" fmla="*/ 324430 h 381000"/>
                <a:gd name="csX137" fmla="*/ 153200 w 571500"/>
                <a:gd name="csY137" fmla="*/ 325249 h 381000"/>
                <a:gd name="csX138" fmla="*/ 154276 w 571500"/>
                <a:gd name="csY138" fmla="*/ 326011 h 381000"/>
                <a:gd name="csX139" fmla="*/ 155419 w 571500"/>
                <a:gd name="csY139" fmla="*/ 326840 h 381000"/>
                <a:gd name="csX140" fmla="*/ 156563 w 571500"/>
                <a:gd name="csY140" fmla="*/ 327601 h 381000"/>
                <a:gd name="csX141" fmla="*/ 157639 w 571500"/>
                <a:gd name="csY141" fmla="*/ 328363 h 381000"/>
                <a:gd name="csX142" fmla="*/ 158772 w 571500"/>
                <a:gd name="csY142" fmla="*/ 329126 h 381000"/>
                <a:gd name="csX143" fmla="*/ 159915 w 571500"/>
                <a:gd name="csY143" fmla="*/ 329888 h 381000"/>
                <a:gd name="csX144" fmla="*/ 160992 w 571500"/>
                <a:gd name="csY144" fmla="*/ 330649 h 381000"/>
                <a:gd name="csX145" fmla="*/ 162125 w 571500"/>
                <a:gd name="csY145" fmla="*/ 331411 h 381000"/>
                <a:gd name="csX146" fmla="*/ 163268 w 571500"/>
                <a:gd name="csY146" fmla="*/ 332174 h 381000"/>
                <a:gd name="csX147" fmla="*/ 164344 w 571500"/>
                <a:gd name="csY147" fmla="*/ 332945 h 381000"/>
                <a:gd name="csX148" fmla="*/ 165478 w 571500"/>
                <a:gd name="csY148" fmla="*/ 333640 h 381000"/>
                <a:gd name="csX149" fmla="*/ 166621 w 571500"/>
                <a:gd name="csY149" fmla="*/ 334403 h 381000"/>
                <a:gd name="csX150" fmla="*/ 167697 w 571500"/>
                <a:gd name="csY150" fmla="*/ 335164 h 381000"/>
                <a:gd name="csX151" fmla="*/ 168840 w 571500"/>
                <a:gd name="csY151" fmla="*/ 335926 h 381000"/>
                <a:gd name="csX152" fmla="*/ 169974 w 571500"/>
                <a:gd name="csY152" fmla="*/ 336622 h 381000"/>
                <a:gd name="csX153" fmla="*/ 171050 w 571500"/>
                <a:gd name="csY153" fmla="*/ 337384 h 381000"/>
                <a:gd name="csX154" fmla="*/ 172193 w 571500"/>
                <a:gd name="csY154" fmla="*/ 338088 h 381000"/>
                <a:gd name="csX155" fmla="*/ 173326 w 571500"/>
                <a:gd name="csY155" fmla="*/ 338850 h 381000"/>
                <a:gd name="csX156" fmla="*/ 174403 w 571500"/>
                <a:gd name="csY156" fmla="*/ 339546 h 381000"/>
                <a:gd name="csX157" fmla="*/ 175546 w 571500"/>
                <a:gd name="csY157" fmla="*/ 340250 h 381000"/>
                <a:gd name="csX158" fmla="*/ 176689 w 571500"/>
                <a:gd name="csY158" fmla="*/ 340946 h 381000"/>
                <a:gd name="csX159" fmla="*/ 177756 w 571500"/>
                <a:gd name="csY159" fmla="*/ 341641 h 381000"/>
                <a:gd name="csX160" fmla="*/ 178899 w 571500"/>
                <a:gd name="csY160" fmla="*/ 342346 h 381000"/>
                <a:gd name="csX161" fmla="*/ 180042 w 571500"/>
                <a:gd name="csY161" fmla="*/ 342975 h 381000"/>
                <a:gd name="csX162" fmla="*/ 181118 w 571500"/>
                <a:gd name="csY162" fmla="*/ 343680 h 381000"/>
                <a:gd name="csX163" fmla="*/ 182251 w 571500"/>
                <a:gd name="csY163" fmla="*/ 344308 h 381000"/>
                <a:gd name="csX164" fmla="*/ 183394 w 571500"/>
                <a:gd name="csY164" fmla="*/ 344947 h 381000"/>
                <a:gd name="csX165" fmla="*/ 184471 w 571500"/>
                <a:gd name="csY165" fmla="*/ 345584 h 381000"/>
                <a:gd name="csX166" fmla="*/ 185604 w 571500"/>
                <a:gd name="csY166" fmla="*/ 346223 h 381000"/>
                <a:gd name="csX167" fmla="*/ 186747 w 571500"/>
                <a:gd name="csY167" fmla="*/ 346852 h 381000"/>
                <a:gd name="csX168" fmla="*/ 187824 w 571500"/>
                <a:gd name="csY168" fmla="*/ 347423 h 381000"/>
                <a:gd name="csX169" fmla="*/ 188967 w 571500"/>
                <a:gd name="csY169" fmla="*/ 348061 h 381000"/>
                <a:gd name="csX170" fmla="*/ 190100 w 571500"/>
                <a:gd name="csY170" fmla="*/ 348632 h 381000"/>
                <a:gd name="csX171" fmla="*/ 191176 w 571500"/>
                <a:gd name="csY171" fmla="*/ 349204 h 381000"/>
                <a:gd name="csX172" fmla="*/ 192319 w 571500"/>
                <a:gd name="csY172" fmla="*/ 349775 h 381000"/>
                <a:gd name="csX173" fmla="*/ 193453 w 571500"/>
                <a:gd name="csY173" fmla="*/ 350347 h 381000"/>
                <a:gd name="csX174" fmla="*/ 194529 w 571500"/>
                <a:gd name="csY174" fmla="*/ 350918 h 381000"/>
                <a:gd name="csX175" fmla="*/ 195672 w 571500"/>
                <a:gd name="csY175" fmla="*/ 351424 h 381000"/>
                <a:gd name="csX176" fmla="*/ 196806 w 571500"/>
                <a:gd name="csY176" fmla="*/ 351995 h 381000"/>
                <a:gd name="csX177" fmla="*/ 197882 w 571500"/>
                <a:gd name="csY177" fmla="*/ 352510 h 381000"/>
                <a:gd name="csX178" fmla="*/ 199025 w 571500"/>
                <a:gd name="csY178" fmla="*/ 353014 h 381000"/>
                <a:gd name="csX179" fmla="*/ 200168 w 571500"/>
                <a:gd name="csY179" fmla="*/ 353529 h 381000"/>
                <a:gd name="csX180" fmla="*/ 201244 w 571500"/>
                <a:gd name="csY180" fmla="*/ 354033 h 381000"/>
                <a:gd name="csX181" fmla="*/ 202378 w 571500"/>
                <a:gd name="csY181" fmla="*/ 354538 h 381000"/>
                <a:gd name="csX182" fmla="*/ 203521 w 571500"/>
                <a:gd name="csY182" fmla="*/ 355052 h 381000"/>
                <a:gd name="csX183" fmla="*/ 204597 w 571500"/>
                <a:gd name="csY183" fmla="*/ 355491 h 381000"/>
                <a:gd name="csX184" fmla="*/ 205731 w 571500"/>
                <a:gd name="csY184" fmla="*/ 355938 h 381000"/>
                <a:gd name="csX185" fmla="*/ 206874 w 571500"/>
                <a:gd name="csY185" fmla="*/ 356386 h 381000"/>
                <a:gd name="csX186" fmla="*/ 207950 w 571500"/>
                <a:gd name="csY186" fmla="*/ 356824 h 381000"/>
                <a:gd name="csX187" fmla="*/ 209093 w 571500"/>
                <a:gd name="csY187" fmla="*/ 357272 h 381000"/>
                <a:gd name="csX188" fmla="*/ 210226 w 571500"/>
                <a:gd name="csY188" fmla="*/ 357653 h 381000"/>
                <a:gd name="csX189" fmla="*/ 211302 w 571500"/>
                <a:gd name="csY189" fmla="*/ 357977 h 381000"/>
                <a:gd name="csX190" fmla="*/ 212446 w 571500"/>
                <a:gd name="csY190" fmla="*/ 358357 h 381000"/>
                <a:gd name="csX191" fmla="*/ 213579 w 571500"/>
                <a:gd name="csY191" fmla="*/ 358672 h 381000"/>
                <a:gd name="csX192" fmla="*/ 214656 w 571500"/>
                <a:gd name="csY192" fmla="*/ 358986 h 381000"/>
                <a:gd name="csX193" fmla="*/ 215799 w 571500"/>
                <a:gd name="csY193" fmla="*/ 359243 h 381000"/>
                <a:gd name="csX194" fmla="*/ 216932 w 571500"/>
                <a:gd name="csY194" fmla="*/ 359500 h 381000"/>
                <a:gd name="csX195" fmla="*/ 218008 w 571500"/>
                <a:gd name="csY195" fmla="*/ 359748 h 381000"/>
                <a:gd name="csX196" fmla="*/ 219151 w 571500"/>
                <a:gd name="csY196" fmla="*/ 359939 h 381000"/>
                <a:gd name="csX197" fmla="*/ 220294 w 571500"/>
                <a:gd name="csY197" fmla="*/ 360129 h 381000"/>
                <a:gd name="csX198" fmla="*/ 221370 w 571500"/>
                <a:gd name="csY198" fmla="*/ 360263 h 381000"/>
                <a:gd name="csX199" fmla="*/ 222504 w 571500"/>
                <a:gd name="csY199" fmla="*/ 360386 h 381000"/>
                <a:gd name="csX200" fmla="*/ 223647 w 571500"/>
                <a:gd name="csY200" fmla="*/ 360510 h 381000"/>
                <a:gd name="csX201" fmla="*/ 224723 w 571500"/>
                <a:gd name="csY201" fmla="*/ 360577 h 381000"/>
                <a:gd name="csX202" fmla="*/ 225857 w 571500"/>
                <a:gd name="csY202" fmla="*/ 360644 h 381000"/>
                <a:gd name="csX203" fmla="*/ 227000 w 571500"/>
                <a:gd name="csY203" fmla="*/ 360701 h 381000"/>
                <a:gd name="csX204" fmla="*/ 228076 w 571500"/>
                <a:gd name="csY204" fmla="*/ 360701 h 381000"/>
                <a:gd name="csX205" fmla="*/ 229209 w 571500"/>
                <a:gd name="csY205" fmla="*/ 360701 h 381000"/>
                <a:gd name="csX206" fmla="*/ 230352 w 571500"/>
                <a:gd name="csY206" fmla="*/ 360768 h 381000"/>
                <a:gd name="csX207" fmla="*/ 231496 w 571500"/>
                <a:gd name="csY207" fmla="*/ 360701 h 381000"/>
                <a:gd name="csX208" fmla="*/ 232572 w 571500"/>
                <a:gd name="csY208" fmla="*/ 360701 h 381000"/>
                <a:gd name="csX209" fmla="*/ 233706 w 571500"/>
                <a:gd name="csY209" fmla="*/ 360701 h 381000"/>
                <a:gd name="csX210" fmla="*/ 234849 w 571500"/>
                <a:gd name="csY210" fmla="*/ 360701 h 381000"/>
                <a:gd name="csX211" fmla="*/ 235925 w 571500"/>
                <a:gd name="csY211" fmla="*/ 360644 h 381000"/>
                <a:gd name="csX212" fmla="*/ 237058 w 571500"/>
                <a:gd name="csY212" fmla="*/ 360644 h 381000"/>
                <a:gd name="csX213" fmla="*/ 238201 w 571500"/>
                <a:gd name="csY213" fmla="*/ 360644 h 381000"/>
                <a:gd name="csX214" fmla="*/ 239277 w 571500"/>
                <a:gd name="csY214" fmla="*/ 360577 h 381000"/>
                <a:gd name="csX215" fmla="*/ 240420 w 571500"/>
                <a:gd name="csY215" fmla="*/ 360577 h 381000"/>
                <a:gd name="csX216" fmla="*/ 241554 w 571500"/>
                <a:gd name="csY216" fmla="*/ 360577 h 381000"/>
                <a:gd name="csX217" fmla="*/ 242630 w 571500"/>
                <a:gd name="csY217" fmla="*/ 360644 h 381000"/>
                <a:gd name="csX218" fmla="*/ 243773 w 571500"/>
                <a:gd name="csY218" fmla="*/ 360644 h 381000"/>
                <a:gd name="csX219" fmla="*/ 244907 w 571500"/>
                <a:gd name="csY219" fmla="*/ 360701 h 381000"/>
                <a:gd name="csX220" fmla="*/ 245983 w 571500"/>
                <a:gd name="csY220" fmla="*/ 360768 h 381000"/>
                <a:gd name="csX221" fmla="*/ 247126 w 571500"/>
                <a:gd name="csY221" fmla="*/ 360834 h 381000"/>
                <a:gd name="csX222" fmla="*/ 248259 w 571500"/>
                <a:gd name="csY222" fmla="*/ 360892 h 381000"/>
                <a:gd name="csX223" fmla="*/ 249336 w 571500"/>
                <a:gd name="csY223" fmla="*/ 361025 h 381000"/>
                <a:gd name="csX224" fmla="*/ 250479 w 571500"/>
                <a:gd name="csY224" fmla="*/ 361082 h 381000"/>
                <a:gd name="csX225" fmla="*/ 251622 w 571500"/>
                <a:gd name="csY225" fmla="*/ 361215 h 381000"/>
                <a:gd name="csX226" fmla="*/ 252698 w 571500"/>
                <a:gd name="csY226" fmla="*/ 361406 h 381000"/>
                <a:gd name="csX227" fmla="*/ 253832 w 571500"/>
                <a:gd name="csY227" fmla="*/ 361529 h 381000"/>
                <a:gd name="csX228" fmla="*/ 254975 w 571500"/>
                <a:gd name="csY228" fmla="*/ 361720 h 381000"/>
                <a:gd name="csX229" fmla="*/ 256051 w 571500"/>
                <a:gd name="csY229" fmla="*/ 361844 h 381000"/>
                <a:gd name="csX230" fmla="*/ 257184 w 571500"/>
                <a:gd name="csY230" fmla="*/ 362035 h 381000"/>
                <a:gd name="csX231" fmla="*/ 258327 w 571500"/>
                <a:gd name="csY231" fmla="*/ 362225 h 381000"/>
                <a:gd name="csX232" fmla="*/ 259404 w 571500"/>
                <a:gd name="csY232" fmla="*/ 362482 h 381000"/>
                <a:gd name="csX233" fmla="*/ 260537 w 571500"/>
                <a:gd name="csY233" fmla="*/ 362672 h 381000"/>
                <a:gd name="csX234" fmla="*/ 261680 w 571500"/>
                <a:gd name="csY234" fmla="*/ 362863 h 381000"/>
                <a:gd name="csX235" fmla="*/ 262757 w 571500"/>
                <a:gd name="csY235" fmla="*/ 363120 h 381000"/>
                <a:gd name="csX236" fmla="*/ 263900 w 571500"/>
                <a:gd name="csY236" fmla="*/ 363311 h 381000"/>
                <a:gd name="csX237" fmla="*/ 265033 w 571500"/>
                <a:gd name="csY237" fmla="*/ 363558 h 381000"/>
                <a:gd name="csX238" fmla="*/ 266110 w 571500"/>
                <a:gd name="csY238" fmla="*/ 363749 h 381000"/>
                <a:gd name="csX239" fmla="*/ 267252 w 571500"/>
                <a:gd name="csY239" fmla="*/ 364006 h 381000"/>
                <a:gd name="csX240" fmla="*/ 268386 w 571500"/>
                <a:gd name="csY240" fmla="*/ 364197 h 381000"/>
                <a:gd name="csX241" fmla="*/ 269462 w 571500"/>
                <a:gd name="csY241" fmla="*/ 364454 h 381000"/>
                <a:gd name="csX242" fmla="*/ 270605 w 571500"/>
                <a:gd name="csY242" fmla="*/ 364644 h 381000"/>
                <a:gd name="csX243" fmla="*/ 271748 w 571500"/>
                <a:gd name="csY243" fmla="*/ 364901 h 381000"/>
                <a:gd name="csX244" fmla="*/ 272825 w 571500"/>
                <a:gd name="csY244" fmla="*/ 365092 h 381000"/>
                <a:gd name="csX245" fmla="*/ 273958 w 571500"/>
                <a:gd name="csY245" fmla="*/ 365340 h 381000"/>
                <a:gd name="csX246" fmla="*/ 275101 w 571500"/>
                <a:gd name="csY246" fmla="*/ 365530 h 381000"/>
                <a:gd name="csX247" fmla="*/ 276178 w 571500"/>
                <a:gd name="csY247" fmla="*/ 365720 h 381000"/>
                <a:gd name="csX248" fmla="*/ 277311 w 571500"/>
                <a:gd name="csY248" fmla="*/ 365911 h 381000"/>
                <a:gd name="csX249" fmla="*/ 278454 w 571500"/>
                <a:gd name="csY249" fmla="*/ 366168 h 381000"/>
                <a:gd name="csX250" fmla="*/ 279530 w 571500"/>
                <a:gd name="csY250" fmla="*/ 366359 h 381000"/>
                <a:gd name="csX251" fmla="*/ 280673 w 571500"/>
                <a:gd name="csY251" fmla="*/ 366549 h 381000"/>
                <a:gd name="csX252" fmla="*/ 281807 w 571500"/>
                <a:gd name="csY252" fmla="*/ 366739 h 381000"/>
                <a:gd name="csX253" fmla="*/ 282883 w 571500"/>
                <a:gd name="csY253" fmla="*/ 366930 h 381000"/>
                <a:gd name="csX254" fmla="*/ 284026 w 571500"/>
                <a:gd name="csY254" fmla="*/ 367121 h 381000"/>
                <a:gd name="csX255" fmla="*/ 285160 w 571500"/>
                <a:gd name="csY255" fmla="*/ 367311 h 381000"/>
                <a:gd name="csX256" fmla="*/ 286236 w 571500"/>
                <a:gd name="csY256" fmla="*/ 367435 h 381000"/>
                <a:gd name="csX257" fmla="*/ 287379 w 571500"/>
                <a:gd name="csY257" fmla="*/ 367625 h 381000"/>
                <a:gd name="csX258" fmla="*/ 288512 w 571500"/>
                <a:gd name="csY258" fmla="*/ 367816 h 381000"/>
                <a:gd name="csX259" fmla="*/ 289589 w 571500"/>
                <a:gd name="csY259" fmla="*/ 368006 h 381000"/>
                <a:gd name="csX260" fmla="*/ 290732 w 571500"/>
                <a:gd name="csY260" fmla="*/ 368140 h 381000"/>
                <a:gd name="csX261" fmla="*/ 291875 w 571500"/>
                <a:gd name="csY261" fmla="*/ 368330 h 381000"/>
                <a:gd name="csX262" fmla="*/ 292951 w 571500"/>
                <a:gd name="csY262" fmla="*/ 368454 h 381000"/>
                <a:gd name="csX263" fmla="*/ 294085 w 571500"/>
                <a:gd name="csY263" fmla="*/ 368645 h 381000"/>
                <a:gd name="csX264" fmla="*/ 295228 w 571500"/>
                <a:gd name="csY264" fmla="*/ 368768 h 381000"/>
                <a:gd name="csX265" fmla="*/ 296304 w 571500"/>
                <a:gd name="csY265" fmla="*/ 368902 h 381000"/>
                <a:gd name="csX266" fmla="*/ 297437 w 571500"/>
                <a:gd name="csY266" fmla="*/ 369025 h 381000"/>
                <a:gd name="csX267" fmla="*/ 298580 w 571500"/>
                <a:gd name="csY267" fmla="*/ 369149 h 381000"/>
                <a:gd name="csX268" fmla="*/ 299656 w 571500"/>
                <a:gd name="csY268" fmla="*/ 369283 h 381000"/>
                <a:gd name="csX269" fmla="*/ 300790 w 571500"/>
                <a:gd name="csY269" fmla="*/ 369407 h 381000"/>
                <a:gd name="csX270" fmla="*/ 301933 w 571500"/>
                <a:gd name="csY270" fmla="*/ 369531 h 381000"/>
                <a:gd name="csX271" fmla="*/ 303010 w 571500"/>
                <a:gd name="csY271" fmla="*/ 369597 h 381000"/>
                <a:gd name="csX272" fmla="*/ 304153 w 571500"/>
                <a:gd name="csY272" fmla="*/ 369721 h 381000"/>
                <a:gd name="csX273" fmla="*/ 305286 w 571500"/>
                <a:gd name="csY273" fmla="*/ 369788 h 381000"/>
                <a:gd name="csX274" fmla="*/ 306362 w 571500"/>
                <a:gd name="csY274" fmla="*/ 369854 h 381000"/>
                <a:gd name="csX275" fmla="*/ 307505 w 571500"/>
                <a:gd name="csY275" fmla="*/ 369978 h 381000"/>
                <a:gd name="csX276" fmla="*/ 308639 w 571500"/>
                <a:gd name="csY276" fmla="*/ 370045 h 381000"/>
                <a:gd name="csX277" fmla="*/ 309782 w 571500"/>
                <a:gd name="csY277" fmla="*/ 370045 h 381000"/>
                <a:gd name="csX278" fmla="*/ 310858 w 571500"/>
                <a:gd name="csY278" fmla="*/ 370102 h 381000"/>
                <a:gd name="csX279" fmla="*/ 312001 w 571500"/>
                <a:gd name="csY279" fmla="*/ 370169 h 381000"/>
                <a:gd name="csX280" fmla="*/ 313135 w 571500"/>
                <a:gd name="csY280" fmla="*/ 370169 h 381000"/>
                <a:gd name="csX281" fmla="*/ 314211 w 571500"/>
                <a:gd name="csY281" fmla="*/ 370235 h 381000"/>
                <a:gd name="csX282" fmla="*/ 315354 w 571500"/>
                <a:gd name="csY282" fmla="*/ 370235 h 381000"/>
                <a:gd name="csX283" fmla="*/ 316487 w 571500"/>
                <a:gd name="csY283" fmla="*/ 370235 h 381000"/>
                <a:gd name="csX284" fmla="*/ 317563 w 571500"/>
                <a:gd name="csY284" fmla="*/ 370235 h 381000"/>
                <a:gd name="csX285" fmla="*/ 318706 w 571500"/>
                <a:gd name="csY285" fmla="*/ 370302 h 381000"/>
                <a:gd name="csX286" fmla="*/ 319840 w 571500"/>
                <a:gd name="csY286" fmla="*/ 370302 h 381000"/>
                <a:gd name="csX287" fmla="*/ 320916 w 571500"/>
                <a:gd name="csY287" fmla="*/ 370235 h 381000"/>
                <a:gd name="csX288" fmla="*/ 322060 w 571500"/>
                <a:gd name="csY288" fmla="*/ 370235 h 381000"/>
                <a:gd name="csX289" fmla="*/ 323203 w 571500"/>
                <a:gd name="csY289" fmla="*/ 370235 h 381000"/>
                <a:gd name="csX290" fmla="*/ 324279 w 571500"/>
                <a:gd name="csY290" fmla="*/ 370235 h 381000"/>
                <a:gd name="csX291" fmla="*/ 325412 w 571500"/>
                <a:gd name="csY291" fmla="*/ 370235 h 381000"/>
                <a:gd name="csX292" fmla="*/ 326555 w 571500"/>
                <a:gd name="csY292" fmla="*/ 370169 h 381000"/>
                <a:gd name="csX293" fmla="*/ 327631 w 571500"/>
                <a:gd name="csY293" fmla="*/ 370169 h 381000"/>
                <a:gd name="csX294" fmla="*/ 328765 w 571500"/>
                <a:gd name="csY294" fmla="*/ 370169 h 381000"/>
                <a:gd name="csX295" fmla="*/ 329908 w 571500"/>
                <a:gd name="csY295" fmla="*/ 370102 h 381000"/>
                <a:gd name="csX296" fmla="*/ 330984 w 571500"/>
                <a:gd name="csY296" fmla="*/ 370102 h 381000"/>
                <a:gd name="csX297" fmla="*/ 332118 w 571500"/>
                <a:gd name="csY297" fmla="*/ 370045 h 381000"/>
                <a:gd name="csX298" fmla="*/ 333261 w 571500"/>
                <a:gd name="csY298" fmla="*/ 370045 h 381000"/>
                <a:gd name="csX299" fmla="*/ 334337 w 571500"/>
                <a:gd name="csY299" fmla="*/ 370045 h 381000"/>
                <a:gd name="csX300" fmla="*/ 335480 w 571500"/>
                <a:gd name="csY300" fmla="*/ 369978 h 381000"/>
                <a:gd name="csX301" fmla="*/ 336613 w 571500"/>
                <a:gd name="csY301" fmla="*/ 369978 h 381000"/>
                <a:gd name="csX302" fmla="*/ 337690 w 571500"/>
                <a:gd name="csY302" fmla="*/ 369911 h 381000"/>
                <a:gd name="csX303" fmla="*/ 338833 w 571500"/>
                <a:gd name="csY303" fmla="*/ 369911 h 381000"/>
                <a:gd name="csX304" fmla="*/ 339966 w 571500"/>
                <a:gd name="csY304" fmla="*/ 369854 h 381000"/>
                <a:gd name="csX305" fmla="*/ 341043 w 571500"/>
                <a:gd name="csY305" fmla="*/ 369854 h 381000"/>
                <a:gd name="csX306" fmla="*/ 342186 w 571500"/>
                <a:gd name="csY306" fmla="*/ 369788 h 381000"/>
                <a:gd name="csX307" fmla="*/ 343329 w 571500"/>
                <a:gd name="csY307" fmla="*/ 369788 h 381000"/>
                <a:gd name="csX308" fmla="*/ 344395 w 571500"/>
                <a:gd name="csY308" fmla="*/ 369788 h 381000"/>
                <a:gd name="csX309" fmla="*/ 345538 w 571500"/>
                <a:gd name="csY309" fmla="*/ 369721 h 381000"/>
                <a:gd name="csX310" fmla="*/ 346681 w 571500"/>
                <a:gd name="csY310" fmla="*/ 369721 h 381000"/>
                <a:gd name="csX311" fmla="*/ 347758 w 571500"/>
                <a:gd name="csY311" fmla="*/ 369721 h 381000"/>
                <a:gd name="csX312" fmla="*/ 348891 w 571500"/>
                <a:gd name="csY312" fmla="*/ 369721 h 381000"/>
                <a:gd name="csX313" fmla="*/ 350034 w 571500"/>
                <a:gd name="csY313" fmla="*/ 369664 h 381000"/>
                <a:gd name="csX314" fmla="*/ 351111 w 571500"/>
                <a:gd name="csY314" fmla="*/ 369664 h 381000"/>
                <a:gd name="csX315" fmla="*/ 352244 w 571500"/>
                <a:gd name="csY315" fmla="*/ 369664 h 381000"/>
                <a:gd name="csX316" fmla="*/ 353387 w 571500"/>
                <a:gd name="csY316" fmla="*/ 369664 h 381000"/>
                <a:gd name="csX317" fmla="*/ 354463 w 571500"/>
                <a:gd name="csY317" fmla="*/ 369664 h 381000"/>
                <a:gd name="csX318" fmla="*/ 355606 w 571500"/>
                <a:gd name="csY318" fmla="*/ 369664 h 381000"/>
                <a:gd name="csX319" fmla="*/ 356740 w 571500"/>
                <a:gd name="csY319" fmla="*/ 369721 h 381000"/>
                <a:gd name="csX320" fmla="*/ 357816 w 571500"/>
                <a:gd name="csY320" fmla="*/ 369721 h 381000"/>
                <a:gd name="csX321" fmla="*/ 358959 w 571500"/>
                <a:gd name="csY321" fmla="*/ 369721 h 381000"/>
                <a:gd name="csX322" fmla="*/ 360093 w 571500"/>
                <a:gd name="csY322" fmla="*/ 369721 h 381000"/>
                <a:gd name="csX323" fmla="*/ 361169 w 571500"/>
                <a:gd name="csY323" fmla="*/ 369788 h 381000"/>
                <a:gd name="csX324" fmla="*/ 362312 w 571500"/>
                <a:gd name="csY324" fmla="*/ 369788 h 381000"/>
                <a:gd name="csX325" fmla="*/ 363445 w 571500"/>
                <a:gd name="csY325" fmla="*/ 369854 h 381000"/>
                <a:gd name="csX326" fmla="*/ 364522 w 571500"/>
                <a:gd name="csY326" fmla="*/ 369854 h 381000"/>
                <a:gd name="csX327" fmla="*/ 365665 w 571500"/>
                <a:gd name="csY327" fmla="*/ 369911 h 381000"/>
                <a:gd name="csX328" fmla="*/ 366808 w 571500"/>
                <a:gd name="csY328" fmla="*/ 369978 h 381000"/>
                <a:gd name="csX329" fmla="*/ 367884 w 571500"/>
                <a:gd name="csY329" fmla="*/ 369978 h 381000"/>
                <a:gd name="csX330" fmla="*/ 369018 w 571500"/>
                <a:gd name="csY330" fmla="*/ 370045 h 381000"/>
                <a:gd name="csX331" fmla="*/ 370161 w 571500"/>
                <a:gd name="csY331" fmla="*/ 370102 h 381000"/>
                <a:gd name="csX332" fmla="*/ 371237 w 571500"/>
                <a:gd name="csY332" fmla="*/ 370169 h 381000"/>
                <a:gd name="csX333" fmla="*/ 372370 w 571500"/>
                <a:gd name="csY333" fmla="*/ 370235 h 381000"/>
                <a:gd name="csX334" fmla="*/ 373513 w 571500"/>
                <a:gd name="csY334" fmla="*/ 370235 h 381000"/>
                <a:gd name="csX335" fmla="*/ 374590 w 571500"/>
                <a:gd name="csY335" fmla="*/ 370302 h 381000"/>
                <a:gd name="csX336" fmla="*/ 375723 w 571500"/>
                <a:gd name="csY336" fmla="*/ 370359 h 381000"/>
                <a:gd name="csX337" fmla="*/ 376866 w 571500"/>
                <a:gd name="csY337" fmla="*/ 370426 h 381000"/>
                <a:gd name="csX338" fmla="*/ 377943 w 571500"/>
                <a:gd name="csY338" fmla="*/ 370483 h 381000"/>
                <a:gd name="csX339" fmla="*/ 379086 w 571500"/>
                <a:gd name="csY339" fmla="*/ 370550 h 381000"/>
                <a:gd name="csX340" fmla="*/ 380219 w 571500"/>
                <a:gd name="csY340" fmla="*/ 370617 h 381000"/>
                <a:gd name="csX341" fmla="*/ 381296 w 571500"/>
                <a:gd name="csY341" fmla="*/ 370674 h 381000"/>
                <a:gd name="csX342" fmla="*/ 382438 w 571500"/>
                <a:gd name="csY342" fmla="*/ 370740 h 381000"/>
                <a:gd name="csX343" fmla="*/ 383572 w 571500"/>
                <a:gd name="csY343" fmla="*/ 370864 h 381000"/>
                <a:gd name="csX344" fmla="*/ 384715 w 571500"/>
                <a:gd name="csY344" fmla="*/ 370931 h 381000"/>
                <a:gd name="csX345" fmla="*/ 385791 w 571500"/>
                <a:gd name="csY345" fmla="*/ 370997 h 381000"/>
                <a:gd name="csX346" fmla="*/ 386934 w 571500"/>
                <a:gd name="csY346" fmla="*/ 371064 h 381000"/>
                <a:gd name="csX347" fmla="*/ 388068 w 571500"/>
                <a:gd name="csY347" fmla="*/ 371188 h 381000"/>
                <a:gd name="csX348" fmla="*/ 389144 w 571500"/>
                <a:gd name="csY348" fmla="*/ 371245 h 381000"/>
                <a:gd name="csX349" fmla="*/ 390287 w 571500"/>
                <a:gd name="csY349" fmla="*/ 371312 h 381000"/>
                <a:gd name="csX350" fmla="*/ 391420 w 571500"/>
                <a:gd name="csY350" fmla="*/ 371445 h 381000"/>
                <a:gd name="csX351" fmla="*/ 392497 w 571500"/>
                <a:gd name="csY351" fmla="*/ 371502 h 381000"/>
                <a:gd name="csX352" fmla="*/ 393640 w 571500"/>
                <a:gd name="csY352" fmla="*/ 371636 h 381000"/>
                <a:gd name="csX353" fmla="*/ 394773 w 571500"/>
                <a:gd name="csY353" fmla="*/ 371693 h 381000"/>
                <a:gd name="csX354" fmla="*/ 395849 w 571500"/>
                <a:gd name="csY354" fmla="*/ 371826 h 381000"/>
                <a:gd name="csX355" fmla="*/ 396993 w 571500"/>
                <a:gd name="csY355" fmla="*/ 371883 h 381000"/>
                <a:gd name="csX356" fmla="*/ 398136 w 571500"/>
                <a:gd name="csY356" fmla="*/ 372016 h 381000"/>
                <a:gd name="csX357" fmla="*/ 399212 w 571500"/>
                <a:gd name="csY357" fmla="*/ 372073 h 381000"/>
                <a:gd name="csX358" fmla="*/ 400346 w 571500"/>
                <a:gd name="csY358" fmla="*/ 372207 h 381000"/>
                <a:gd name="csX359" fmla="*/ 401488 w 571500"/>
                <a:gd name="csY359" fmla="*/ 372264 h 381000"/>
                <a:gd name="csX360" fmla="*/ 402565 w 571500"/>
                <a:gd name="csY360" fmla="*/ 372397 h 381000"/>
                <a:gd name="csX361" fmla="*/ 403698 w 571500"/>
                <a:gd name="csY361" fmla="*/ 372455 h 381000"/>
                <a:gd name="csX362" fmla="*/ 404841 w 571500"/>
                <a:gd name="csY362" fmla="*/ 372588 h 381000"/>
                <a:gd name="csX363" fmla="*/ 405917 w 571500"/>
                <a:gd name="csY363" fmla="*/ 372645 h 381000"/>
                <a:gd name="csX364" fmla="*/ 407060 w 571500"/>
                <a:gd name="csY364" fmla="*/ 372779 h 381000"/>
                <a:gd name="csX365" fmla="*/ 408194 w 571500"/>
                <a:gd name="csY365" fmla="*/ 372836 h 381000"/>
                <a:gd name="csX366" fmla="*/ 409270 w 571500"/>
                <a:gd name="csY366" fmla="*/ 372902 h 381000"/>
                <a:gd name="csX367" fmla="*/ 410414 w 571500"/>
                <a:gd name="csY367" fmla="*/ 372969 h 381000"/>
                <a:gd name="csX368" fmla="*/ 411547 w 571500"/>
                <a:gd name="csY368" fmla="*/ 373026 h 381000"/>
                <a:gd name="csX369" fmla="*/ 412623 w 571500"/>
                <a:gd name="csY369" fmla="*/ 373093 h 381000"/>
                <a:gd name="csX370" fmla="*/ 413766 w 571500"/>
                <a:gd name="csY370" fmla="*/ 373159 h 381000"/>
                <a:gd name="csX371" fmla="*/ 414899 w 571500"/>
                <a:gd name="csY371" fmla="*/ 373216 h 381000"/>
                <a:gd name="csX372" fmla="*/ 415976 w 571500"/>
                <a:gd name="csY372" fmla="*/ 373283 h 381000"/>
                <a:gd name="csX373" fmla="*/ 417119 w 571500"/>
                <a:gd name="csY373" fmla="*/ 373283 h 381000"/>
                <a:gd name="csX374" fmla="*/ 418262 w 571500"/>
                <a:gd name="csY374" fmla="*/ 373350 h 381000"/>
                <a:gd name="csX375" fmla="*/ 419338 w 571500"/>
                <a:gd name="csY375" fmla="*/ 373350 h 381000"/>
                <a:gd name="csX376" fmla="*/ 420472 w 571500"/>
                <a:gd name="csY376" fmla="*/ 373350 h 381000"/>
                <a:gd name="csX377" fmla="*/ 421615 w 571500"/>
                <a:gd name="csY377" fmla="*/ 373350 h 381000"/>
                <a:gd name="csX378" fmla="*/ 422691 w 571500"/>
                <a:gd name="csY378" fmla="*/ 373350 h 381000"/>
                <a:gd name="csX379" fmla="*/ 423824 w 571500"/>
                <a:gd name="csY379" fmla="*/ 373350 h 381000"/>
                <a:gd name="csX380" fmla="*/ 424967 w 571500"/>
                <a:gd name="csY380" fmla="*/ 373283 h 381000"/>
                <a:gd name="csX381" fmla="*/ 426044 w 571500"/>
                <a:gd name="csY381" fmla="*/ 373283 h 381000"/>
                <a:gd name="csX382" fmla="*/ 427187 w 571500"/>
                <a:gd name="csY382" fmla="*/ 373283 h 381000"/>
                <a:gd name="csX383" fmla="*/ 428320 w 571500"/>
                <a:gd name="csY383" fmla="*/ 373216 h 381000"/>
                <a:gd name="csX384" fmla="*/ 429397 w 571500"/>
                <a:gd name="csY384" fmla="*/ 373159 h 381000"/>
                <a:gd name="csX385" fmla="*/ 430540 w 571500"/>
                <a:gd name="csY385" fmla="*/ 373159 h 381000"/>
                <a:gd name="csX386" fmla="*/ 431673 w 571500"/>
                <a:gd name="csY386" fmla="*/ 373093 h 381000"/>
                <a:gd name="csX387" fmla="*/ 432749 w 571500"/>
                <a:gd name="csY387" fmla="*/ 373026 h 381000"/>
                <a:gd name="csX388" fmla="*/ 433892 w 571500"/>
                <a:gd name="csY388" fmla="*/ 372969 h 381000"/>
                <a:gd name="csX389" fmla="*/ 435026 w 571500"/>
                <a:gd name="csY389" fmla="*/ 372969 h 381000"/>
                <a:gd name="csX390" fmla="*/ 436102 w 571500"/>
                <a:gd name="csY390" fmla="*/ 372902 h 381000"/>
                <a:gd name="csX391" fmla="*/ 437245 w 571500"/>
                <a:gd name="csY391" fmla="*/ 372836 h 381000"/>
                <a:gd name="csX392" fmla="*/ 438388 w 571500"/>
                <a:gd name="csY392" fmla="*/ 372836 h 381000"/>
                <a:gd name="csX393" fmla="*/ 439465 w 571500"/>
                <a:gd name="csY393" fmla="*/ 372779 h 381000"/>
                <a:gd name="csX394" fmla="*/ 440598 w 571500"/>
                <a:gd name="csY394" fmla="*/ 372779 h 381000"/>
                <a:gd name="csX395" fmla="*/ 441741 w 571500"/>
                <a:gd name="csY395" fmla="*/ 372712 h 381000"/>
                <a:gd name="csX396" fmla="*/ 442817 w 571500"/>
                <a:gd name="csY396" fmla="*/ 372712 h 381000"/>
                <a:gd name="csX397" fmla="*/ 443951 w 571500"/>
                <a:gd name="csY397" fmla="*/ 372712 h 381000"/>
                <a:gd name="csX398" fmla="*/ 445094 w 571500"/>
                <a:gd name="csY398" fmla="*/ 372712 h 381000"/>
                <a:gd name="csX399" fmla="*/ 446170 w 571500"/>
                <a:gd name="csY399" fmla="*/ 372712 h 381000"/>
                <a:gd name="csX400" fmla="*/ 447313 w 571500"/>
                <a:gd name="csY400" fmla="*/ 372712 h 381000"/>
                <a:gd name="csX401" fmla="*/ 448447 w 571500"/>
                <a:gd name="csY401" fmla="*/ 372712 h 381000"/>
                <a:gd name="csX402" fmla="*/ 449523 w 571500"/>
                <a:gd name="csY402" fmla="*/ 372779 h 381000"/>
                <a:gd name="csX403" fmla="*/ 450666 w 571500"/>
                <a:gd name="csY403" fmla="*/ 372779 h 381000"/>
                <a:gd name="csX404" fmla="*/ 451799 w 571500"/>
                <a:gd name="csY404" fmla="*/ 372836 h 381000"/>
                <a:gd name="csX405" fmla="*/ 452875 w 571500"/>
                <a:gd name="csY405" fmla="*/ 372836 h 381000"/>
                <a:gd name="csX406" fmla="*/ 454019 w 571500"/>
                <a:gd name="csY406" fmla="*/ 372902 h 381000"/>
                <a:gd name="csX407" fmla="*/ 455152 w 571500"/>
                <a:gd name="csY407" fmla="*/ 372969 h 381000"/>
                <a:gd name="csX408" fmla="*/ 456229 w 571500"/>
                <a:gd name="csY408" fmla="*/ 373026 h 381000"/>
                <a:gd name="csX409" fmla="*/ 457372 w 571500"/>
                <a:gd name="csY409" fmla="*/ 373093 h 381000"/>
                <a:gd name="csX410" fmla="*/ 458515 w 571500"/>
                <a:gd name="csY410" fmla="*/ 373159 h 381000"/>
                <a:gd name="csX411" fmla="*/ 459591 w 571500"/>
                <a:gd name="csY411" fmla="*/ 373216 h 381000"/>
                <a:gd name="csX412" fmla="*/ 460724 w 571500"/>
                <a:gd name="csY412" fmla="*/ 373283 h 381000"/>
                <a:gd name="csX413" fmla="*/ 461867 w 571500"/>
                <a:gd name="csY413" fmla="*/ 373350 h 381000"/>
                <a:gd name="csX414" fmla="*/ 463001 w 571500"/>
                <a:gd name="csY414" fmla="*/ 373407 h 381000"/>
                <a:gd name="csX415" fmla="*/ 464077 w 571500"/>
                <a:gd name="csY415" fmla="*/ 373407 h 381000"/>
                <a:gd name="csX416" fmla="*/ 465220 w 571500"/>
                <a:gd name="csY416" fmla="*/ 373474 h 381000"/>
                <a:gd name="csX417" fmla="*/ 466354 w 571500"/>
                <a:gd name="csY417" fmla="*/ 373540 h 381000"/>
                <a:gd name="csX418" fmla="*/ 467430 w 571500"/>
                <a:gd name="csY418" fmla="*/ 373598 h 381000"/>
                <a:gd name="csX419" fmla="*/ 468573 w 571500"/>
                <a:gd name="csY419" fmla="*/ 373598 h 381000"/>
                <a:gd name="csX420" fmla="*/ 469716 w 571500"/>
                <a:gd name="csY420" fmla="*/ 373664 h 381000"/>
                <a:gd name="csX421" fmla="*/ 470792 w 571500"/>
                <a:gd name="csY421" fmla="*/ 373664 h 381000"/>
                <a:gd name="csX422" fmla="*/ 471925 w 571500"/>
                <a:gd name="csY422" fmla="*/ 373664 h 381000"/>
                <a:gd name="csX423" fmla="*/ 473069 w 571500"/>
                <a:gd name="csY423" fmla="*/ 373664 h 381000"/>
                <a:gd name="csX424" fmla="*/ 474145 w 571500"/>
                <a:gd name="csY424" fmla="*/ 373664 h 381000"/>
                <a:gd name="csX425" fmla="*/ 475279 w 571500"/>
                <a:gd name="csY425" fmla="*/ 373664 h 381000"/>
                <a:gd name="csX426" fmla="*/ 476422 w 571500"/>
                <a:gd name="csY426" fmla="*/ 373664 h 381000"/>
                <a:gd name="csX427" fmla="*/ 477498 w 571500"/>
                <a:gd name="csY427" fmla="*/ 373664 h 381000"/>
                <a:gd name="csX428" fmla="*/ 478641 w 571500"/>
                <a:gd name="csY428" fmla="*/ 373598 h 381000"/>
                <a:gd name="csX429" fmla="*/ 479774 w 571500"/>
                <a:gd name="csY429" fmla="*/ 373598 h 381000"/>
                <a:gd name="csX430" fmla="*/ 480851 w 571500"/>
                <a:gd name="csY430" fmla="*/ 373540 h 381000"/>
                <a:gd name="csX431" fmla="*/ 481993 w 571500"/>
                <a:gd name="csY431" fmla="*/ 373540 h 381000"/>
                <a:gd name="csX432" fmla="*/ 483127 w 571500"/>
                <a:gd name="csY432" fmla="*/ 373474 h 381000"/>
                <a:gd name="csX433" fmla="*/ 484203 w 571500"/>
                <a:gd name="csY433" fmla="*/ 373474 h 381000"/>
                <a:gd name="csX434" fmla="*/ 485346 w 571500"/>
                <a:gd name="csY434" fmla="*/ 373407 h 381000"/>
                <a:gd name="csX435" fmla="*/ 486480 w 571500"/>
                <a:gd name="csY435" fmla="*/ 373350 h 381000"/>
                <a:gd name="csX436" fmla="*/ 487556 w 571500"/>
                <a:gd name="csY436" fmla="*/ 373350 h 381000"/>
                <a:gd name="csX437" fmla="*/ 488699 w 571500"/>
                <a:gd name="csY437" fmla="*/ 373283 h 381000"/>
                <a:gd name="csX438" fmla="*/ 489842 w 571500"/>
                <a:gd name="csY438" fmla="*/ 373216 h 381000"/>
                <a:gd name="csX439" fmla="*/ 490918 w 571500"/>
                <a:gd name="csY439" fmla="*/ 373216 h 381000"/>
                <a:gd name="csX440" fmla="*/ 492052 w 571500"/>
                <a:gd name="csY440" fmla="*/ 373159 h 381000"/>
                <a:gd name="csX441" fmla="*/ 493195 w 571500"/>
                <a:gd name="csY441" fmla="*/ 373159 h 381000"/>
                <a:gd name="csX442" fmla="*/ 494271 w 571500"/>
                <a:gd name="csY442" fmla="*/ 373093 h 381000"/>
                <a:gd name="csX443" fmla="*/ 495405 w 571500"/>
                <a:gd name="csY443" fmla="*/ 373093 h 381000"/>
                <a:gd name="csX444" fmla="*/ 496548 w 571500"/>
                <a:gd name="csY444" fmla="*/ 373093 h 381000"/>
                <a:gd name="csX445" fmla="*/ 497624 w 571500"/>
                <a:gd name="csY445" fmla="*/ 373093 h 381000"/>
                <a:gd name="csX446" fmla="*/ 498758 w 571500"/>
                <a:gd name="csY446" fmla="*/ 373093 h 381000"/>
                <a:gd name="csX447" fmla="*/ 499901 w 571500"/>
                <a:gd name="csY447" fmla="*/ 373093 h 381000"/>
                <a:gd name="csX448" fmla="*/ 500977 w 571500"/>
                <a:gd name="csY448" fmla="*/ 373159 h 381000"/>
                <a:gd name="csX449" fmla="*/ 502120 w 571500"/>
                <a:gd name="csY449" fmla="*/ 373159 h 381000"/>
                <a:gd name="csX450" fmla="*/ 503253 w 571500"/>
                <a:gd name="csY450" fmla="*/ 373216 h 381000"/>
                <a:gd name="csX451" fmla="*/ 504330 w 571500"/>
                <a:gd name="csY451" fmla="*/ 373283 h 381000"/>
                <a:gd name="csX452" fmla="*/ 505473 w 571500"/>
                <a:gd name="csY452" fmla="*/ 373350 h 381000"/>
                <a:gd name="csX453" fmla="*/ 506606 w 571500"/>
                <a:gd name="csY453" fmla="*/ 373407 h 381000"/>
                <a:gd name="csX454" fmla="*/ 507683 w 571500"/>
                <a:gd name="csY454" fmla="*/ 373540 h 381000"/>
                <a:gd name="csX455" fmla="*/ 508826 w 571500"/>
                <a:gd name="csY455" fmla="*/ 373664 h 381000"/>
                <a:gd name="csX456" fmla="*/ 509968 w 571500"/>
                <a:gd name="csY456" fmla="*/ 373731 h 381000"/>
                <a:gd name="csX457" fmla="*/ 511045 w 571500"/>
                <a:gd name="csY457" fmla="*/ 373855 h 381000"/>
                <a:gd name="csX458" fmla="*/ 512178 w 571500"/>
                <a:gd name="csY458" fmla="*/ 374045 h 381000"/>
                <a:gd name="csX459" fmla="*/ 513321 w 571500"/>
                <a:gd name="csY459" fmla="*/ 374169 h 381000"/>
                <a:gd name="csX460" fmla="*/ 514398 w 571500"/>
                <a:gd name="csY460" fmla="*/ 374360 h 381000"/>
                <a:gd name="csX461" fmla="*/ 515531 w 571500"/>
                <a:gd name="csY461" fmla="*/ 374550 h 381000"/>
                <a:gd name="csX462" fmla="*/ 516674 w 571500"/>
                <a:gd name="csY462" fmla="*/ 374741 h 381000"/>
                <a:gd name="csX463" fmla="*/ 517751 w 571500"/>
                <a:gd name="csY463" fmla="*/ 374931 h 381000"/>
                <a:gd name="csX464" fmla="*/ 518884 w 571500"/>
                <a:gd name="csY464" fmla="*/ 375122 h 381000"/>
                <a:gd name="csX465" fmla="*/ 520027 w 571500"/>
                <a:gd name="csY465" fmla="*/ 375312 h 381000"/>
                <a:gd name="csX466" fmla="*/ 521103 w 571500"/>
                <a:gd name="csY466" fmla="*/ 375569 h 381000"/>
                <a:gd name="csX467" fmla="*/ 522246 w 571500"/>
                <a:gd name="csY467" fmla="*/ 375760 h 381000"/>
                <a:gd name="csX468" fmla="*/ 523380 w 571500"/>
                <a:gd name="csY468" fmla="*/ 376017 h 381000"/>
                <a:gd name="csX469" fmla="*/ 524456 w 571500"/>
                <a:gd name="csY469" fmla="*/ 376264 h 381000"/>
                <a:gd name="csX470" fmla="*/ 525599 w 571500"/>
                <a:gd name="csY470" fmla="*/ 376455 h 381000"/>
                <a:gd name="csX471" fmla="*/ 526733 w 571500"/>
                <a:gd name="csY471" fmla="*/ 376712 h 381000"/>
                <a:gd name="csX472" fmla="*/ 527809 w 571500"/>
                <a:gd name="csY472" fmla="*/ 376970 h 381000"/>
                <a:gd name="csX473" fmla="*/ 528952 w 571500"/>
                <a:gd name="csY473" fmla="*/ 377160 h 381000"/>
                <a:gd name="csX474" fmla="*/ 530085 w 571500"/>
                <a:gd name="csY474" fmla="*/ 377407 h 381000"/>
                <a:gd name="csX475" fmla="*/ 531162 w 571500"/>
                <a:gd name="csY475" fmla="*/ 377607 h 381000"/>
                <a:gd name="csX476" fmla="*/ 532305 w 571500"/>
                <a:gd name="csY476" fmla="*/ 377855 h 381000"/>
                <a:gd name="csX477" fmla="*/ 533448 w 571500"/>
                <a:gd name="csY477" fmla="*/ 378046 h 381000"/>
                <a:gd name="csX478" fmla="*/ 534524 w 571500"/>
                <a:gd name="csY478" fmla="*/ 378303 h 381000"/>
                <a:gd name="csX479" fmla="*/ 535658 w 571500"/>
                <a:gd name="csY479" fmla="*/ 378493 h 381000"/>
                <a:gd name="csX480" fmla="*/ 536801 w 571500"/>
                <a:gd name="csY480" fmla="*/ 378684 h 381000"/>
                <a:gd name="csX481" fmla="*/ 537934 w 571500"/>
                <a:gd name="csY481" fmla="*/ 378875 h 381000"/>
                <a:gd name="csX482" fmla="*/ 539010 w 571500"/>
                <a:gd name="csY482" fmla="*/ 379065 h 381000"/>
                <a:gd name="csX483" fmla="*/ 540153 w 571500"/>
                <a:gd name="csY483" fmla="*/ 379189 h 381000"/>
                <a:gd name="csX484" fmla="*/ 541296 w 571500"/>
                <a:gd name="csY484" fmla="*/ 379379 h 381000"/>
                <a:gd name="csX485" fmla="*/ 542363 w 571500"/>
                <a:gd name="csY485" fmla="*/ 379513 h 381000"/>
                <a:gd name="csX486" fmla="*/ 543506 w 571500"/>
                <a:gd name="csY486" fmla="*/ 379636 h 381000"/>
                <a:gd name="csX487" fmla="*/ 544649 w 571500"/>
                <a:gd name="csY487" fmla="*/ 379760 h 381000"/>
                <a:gd name="csX488" fmla="*/ 545726 w 571500"/>
                <a:gd name="csY488" fmla="*/ 379894 h 381000"/>
                <a:gd name="csX489" fmla="*/ 546859 w 571500"/>
                <a:gd name="csY489" fmla="*/ 380018 h 381000"/>
                <a:gd name="csX490" fmla="*/ 548002 w 571500"/>
                <a:gd name="csY490" fmla="*/ 380142 h 381000"/>
                <a:gd name="csX491" fmla="*/ 549078 w 571500"/>
                <a:gd name="csY491" fmla="*/ 380208 h 381000"/>
                <a:gd name="csX492" fmla="*/ 550212 w 571500"/>
                <a:gd name="csY492" fmla="*/ 380275 h 381000"/>
                <a:gd name="csX493" fmla="*/ 551355 w 571500"/>
                <a:gd name="csY493" fmla="*/ 380399 h 381000"/>
                <a:gd name="csX494" fmla="*/ 552431 w 571500"/>
                <a:gd name="csY494" fmla="*/ 380465 h 381000"/>
                <a:gd name="csX495" fmla="*/ 553574 w 571500"/>
                <a:gd name="csY495" fmla="*/ 380522 h 381000"/>
                <a:gd name="csX496" fmla="*/ 554708 w 571500"/>
                <a:gd name="csY496" fmla="*/ 380589 h 381000"/>
                <a:gd name="csX497" fmla="*/ 555784 w 571500"/>
                <a:gd name="csY497" fmla="*/ 380589 h 381000"/>
                <a:gd name="csX498" fmla="*/ 556927 w 571500"/>
                <a:gd name="csY498" fmla="*/ 380655 h 381000"/>
                <a:gd name="csX499" fmla="*/ 558060 w 571500"/>
                <a:gd name="csY499" fmla="*/ 380713 h 381000"/>
                <a:gd name="csX500" fmla="*/ 559136 w 571500"/>
                <a:gd name="csY500" fmla="*/ 380713 h 381000"/>
                <a:gd name="csX501" fmla="*/ 560279 w 571500"/>
                <a:gd name="csY501" fmla="*/ 380779 h 381000"/>
                <a:gd name="csX502" fmla="*/ 561422 w 571500"/>
                <a:gd name="csY502" fmla="*/ 380779 h 381000"/>
                <a:gd name="csX503" fmla="*/ 562499 w 571500"/>
                <a:gd name="csY503" fmla="*/ 380846 h 381000"/>
                <a:gd name="csX504" fmla="*/ 563633 w 571500"/>
                <a:gd name="csY504" fmla="*/ 380846 h 381000"/>
                <a:gd name="csX505" fmla="*/ 564776 w 571500"/>
                <a:gd name="csY505" fmla="*/ 380846 h 381000"/>
                <a:gd name="csX506" fmla="*/ 565852 w 571500"/>
                <a:gd name="csY506" fmla="*/ 380846 h 381000"/>
                <a:gd name="csX507" fmla="*/ 566985 w 571500"/>
                <a:gd name="csY507" fmla="*/ 380903 h 381000"/>
                <a:gd name="csX508" fmla="*/ 568128 w 571500"/>
                <a:gd name="csY508" fmla="*/ 380903 h 381000"/>
                <a:gd name="csX509" fmla="*/ 569204 w 571500"/>
                <a:gd name="csY509" fmla="*/ 380903 h 381000"/>
                <a:gd name="csX510" fmla="*/ 570338 w 571500"/>
                <a:gd name="csY510" fmla="*/ 380903 h 381000"/>
                <a:gd name="csX511" fmla="*/ 571481 w 571500"/>
                <a:gd name="csY511" fmla="*/ 380903 h 381000"/>
                <a:gd name="csX512" fmla="*/ 571481 w 571500"/>
                <a:gd name="csY512" fmla="*/ 380970 h 381000"/>
                <a:gd name="csX513" fmla="*/ 570338 w 571500"/>
                <a:gd name="csY513" fmla="*/ 380970 h 381000"/>
                <a:gd name="csX514" fmla="*/ 569204 w 571500"/>
                <a:gd name="csY514" fmla="*/ 380970 h 381000"/>
                <a:gd name="csX515" fmla="*/ 568128 w 571500"/>
                <a:gd name="csY515" fmla="*/ 380970 h 381000"/>
                <a:gd name="csX516" fmla="*/ 566985 w 571500"/>
                <a:gd name="csY516" fmla="*/ 380970 h 381000"/>
                <a:gd name="csX517" fmla="*/ 565852 w 571500"/>
                <a:gd name="csY517" fmla="*/ 380970 h 381000"/>
                <a:gd name="csX518" fmla="*/ 564776 w 571500"/>
                <a:gd name="csY518" fmla="*/ 380970 h 381000"/>
                <a:gd name="csX519" fmla="*/ 563633 w 571500"/>
                <a:gd name="csY519" fmla="*/ 380970 h 381000"/>
                <a:gd name="csX520" fmla="*/ 562499 w 571500"/>
                <a:gd name="csY520" fmla="*/ 380970 h 381000"/>
                <a:gd name="csX521" fmla="*/ 561422 w 571500"/>
                <a:gd name="csY521" fmla="*/ 380970 h 381000"/>
                <a:gd name="csX522" fmla="*/ 560279 w 571500"/>
                <a:gd name="csY522" fmla="*/ 380970 h 381000"/>
                <a:gd name="csX523" fmla="*/ 559136 w 571500"/>
                <a:gd name="csY523" fmla="*/ 380970 h 381000"/>
                <a:gd name="csX524" fmla="*/ 558060 w 571500"/>
                <a:gd name="csY524" fmla="*/ 380970 h 381000"/>
                <a:gd name="csX525" fmla="*/ 556927 w 571500"/>
                <a:gd name="csY525" fmla="*/ 380970 h 381000"/>
                <a:gd name="csX526" fmla="*/ 555784 w 571500"/>
                <a:gd name="csY526" fmla="*/ 380970 h 381000"/>
                <a:gd name="csX527" fmla="*/ 554708 w 571500"/>
                <a:gd name="csY527" fmla="*/ 380970 h 381000"/>
                <a:gd name="csX528" fmla="*/ 553574 w 571500"/>
                <a:gd name="csY528" fmla="*/ 380970 h 381000"/>
                <a:gd name="csX529" fmla="*/ 552431 w 571500"/>
                <a:gd name="csY529" fmla="*/ 380970 h 381000"/>
                <a:gd name="csX530" fmla="*/ 551355 w 571500"/>
                <a:gd name="csY530" fmla="*/ 380970 h 381000"/>
                <a:gd name="csX531" fmla="*/ 550212 w 571500"/>
                <a:gd name="csY531" fmla="*/ 380970 h 381000"/>
                <a:gd name="csX532" fmla="*/ 549078 w 571500"/>
                <a:gd name="csY532" fmla="*/ 380970 h 381000"/>
                <a:gd name="csX533" fmla="*/ 548002 w 571500"/>
                <a:gd name="csY533" fmla="*/ 380970 h 381000"/>
                <a:gd name="csX534" fmla="*/ 546859 w 571500"/>
                <a:gd name="csY534" fmla="*/ 380970 h 381000"/>
                <a:gd name="csX535" fmla="*/ 545726 w 571500"/>
                <a:gd name="csY535" fmla="*/ 380970 h 381000"/>
                <a:gd name="csX536" fmla="*/ 544649 w 571500"/>
                <a:gd name="csY536" fmla="*/ 380970 h 381000"/>
                <a:gd name="csX537" fmla="*/ 543506 w 571500"/>
                <a:gd name="csY537" fmla="*/ 380970 h 381000"/>
                <a:gd name="csX538" fmla="*/ 542363 w 571500"/>
                <a:gd name="csY538" fmla="*/ 380970 h 381000"/>
                <a:gd name="csX539" fmla="*/ 541296 w 571500"/>
                <a:gd name="csY539" fmla="*/ 380970 h 381000"/>
                <a:gd name="csX540" fmla="*/ 540153 w 571500"/>
                <a:gd name="csY540" fmla="*/ 380970 h 381000"/>
                <a:gd name="csX541" fmla="*/ 539010 w 571500"/>
                <a:gd name="csY541" fmla="*/ 380970 h 381000"/>
                <a:gd name="csX542" fmla="*/ 537934 w 571500"/>
                <a:gd name="csY542" fmla="*/ 380970 h 381000"/>
                <a:gd name="csX543" fmla="*/ 536801 w 571500"/>
                <a:gd name="csY543" fmla="*/ 380970 h 381000"/>
                <a:gd name="csX544" fmla="*/ 535658 w 571500"/>
                <a:gd name="csY544" fmla="*/ 380970 h 381000"/>
                <a:gd name="csX545" fmla="*/ 534524 w 571500"/>
                <a:gd name="csY545" fmla="*/ 380970 h 381000"/>
                <a:gd name="csX546" fmla="*/ 533448 w 571500"/>
                <a:gd name="csY546" fmla="*/ 380970 h 381000"/>
                <a:gd name="csX547" fmla="*/ 532305 w 571500"/>
                <a:gd name="csY547" fmla="*/ 380970 h 381000"/>
                <a:gd name="csX548" fmla="*/ 531162 w 571500"/>
                <a:gd name="csY548" fmla="*/ 380970 h 381000"/>
                <a:gd name="csX549" fmla="*/ 530085 w 571500"/>
                <a:gd name="csY549" fmla="*/ 380970 h 381000"/>
                <a:gd name="csX550" fmla="*/ 528952 w 571500"/>
                <a:gd name="csY550" fmla="*/ 380970 h 381000"/>
                <a:gd name="csX551" fmla="*/ 527809 w 571500"/>
                <a:gd name="csY551" fmla="*/ 380970 h 381000"/>
                <a:gd name="csX552" fmla="*/ 526733 w 571500"/>
                <a:gd name="csY552" fmla="*/ 380970 h 381000"/>
                <a:gd name="csX553" fmla="*/ 525599 w 571500"/>
                <a:gd name="csY553" fmla="*/ 380970 h 381000"/>
                <a:gd name="csX554" fmla="*/ 524456 w 571500"/>
                <a:gd name="csY554" fmla="*/ 380970 h 381000"/>
                <a:gd name="csX555" fmla="*/ 523380 w 571500"/>
                <a:gd name="csY555" fmla="*/ 380970 h 381000"/>
                <a:gd name="csX556" fmla="*/ 522246 w 571500"/>
                <a:gd name="csY556" fmla="*/ 380970 h 381000"/>
                <a:gd name="csX557" fmla="*/ 521103 w 571500"/>
                <a:gd name="csY557" fmla="*/ 380970 h 381000"/>
                <a:gd name="csX558" fmla="*/ 520027 w 571500"/>
                <a:gd name="csY558" fmla="*/ 380970 h 381000"/>
                <a:gd name="csX559" fmla="*/ 518884 w 571500"/>
                <a:gd name="csY559" fmla="*/ 380970 h 381000"/>
                <a:gd name="csX560" fmla="*/ 517751 w 571500"/>
                <a:gd name="csY560" fmla="*/ 380970 h 381000"/>
                <a:gd name="csX561" fmla="*/ 516674 w 571500"/>
                <a:gd name="csY561" fmla="*/ 380970 h 381000"/>
                <a:gd name="csX562" fmla="*/ 515531 w 571500"/>
                <a:gd name="csY562" fmla="*/ 380970 h 381000"/>
                <a:gd name="csX563" fmla="*/ 514398 w 571500"/>
                <a:gd name="csY563" fmla="*/ 380970 h 381000"/>
                <a:gd name="csX564" fmla="*/ 513321 w 571500"/>
                <a:gd name="csY564" fmla="*/ 380970 h 381000"/>
                <a:gd name="csX565" fmla="*/ 512178 w 571500"/>
                <a:gd name="csY565" fmla="*/ 380970 h 381000"/>
                <a:gd name="csX566" fmla="*/ 511045 w 571500"/>
                <a:gd name="csY566" fmla="*/ 380970 h 381000"/>
                <a:gd name="csX567" fmla="*/ 509968 w 571500"/>
                <a:gd name="csY567" fmla="*/ 380970 h 381000"/>
                <a:gd name="csX568" fmla="*/ 508826 w 571500"/>
                <a:gd name="csY568" fmla="*/ 380970 h 381000"/>
                <a:gd name="csX569" fmla="*/ 507683 w 571500"/>
                <a:gd name="csY569" fmla="*/ 380970 h 381000"/>
                <a:gd name="csX570" fmla="*/ 506606 w 571500"/>
                <a:gd name="csY570" fmla="*/ 380970 h 381000"/>
                <a:gd name="csX571" fmla="*/ 505473 w 571500"/>
                <a:gd name="csY571" fmla="*/ 380970 h 381000"/>
                <a:gd name="csX572" fmla="*/ 504330 w 571500"/>
                <a:gd name="csY572" fmla="*/ 380970 h 381000"/>
                <a:gd name="csX573" fmla="*/ 503253 w 571500"/>
                <a:gd name="csY573" fmla="*/ 380970 h 381000"/>
                <a:gd name="csX574" fmla="*/ 502120 w 571500"/>
                <a:gd name="csY574" fmla="*/ 380970 h 381000"/>
                <a:gd name="csX575" fmla="*/ 500977 w 571500"/>
                <a:gd name="csY575" fmla="*/ 380970 h 381000"/>
                <a:gd name="csX576" fmla="*/ 499901 w 571500"/>
                <a:gd name="csY576" fmla="*/ 380970 h 381000"/>
                <a:gd name="csX577" fmla="*/ 498758 w 571500"/>
                <a:gd name="csY577" fmla="*/ 380970 h 381000"/>
                <a:gd name="csX578" fmla="*/ 497624 w 571500"/>
                <a:gd name="csY578" fmla="*/ 380970 h 381000"/>
                <a:gd name="csX579" fmla="*/ 496548 w 571500"/>
                <a:gd name="csY579" fmla="*/ 380970 h 381000"/>
                <a:gd name="csX580" fmla="*/ 495405 w 571500"/>
                <a:gd name="csY580" fmla="*/ 380970 h 381000"/>
                <a:gd name="csX581" fmla="*/ 494271 w 571500"/>
                <a:gd name="csY581" fmla="*/ 380970 h 381000"/>
                <a:gd name="csX582" fmla="*/ 493195 w 571500"/>
                <a:gd name="csY582" fmla="*/ 380970 h 381000"/>
                <a:gd name="csX583" fmla="*/ 492052 w 571500"/>
                <a:gd name="csY583" fmla="*/ 380970 h 381000"/>
                <a:gd name="csX584" fmla="*/ 490918 w 571500"/>
                <a:gd name="csY584" fmla="*/ 380970 h 381000"/>
                <a:gd name="csX585" fmla="*/ 489842 w 571500"/>
                <a:gd name="csY585" fmla="*/ 380970 h 381000"/>
                <a:gd name="csX586" fmla="*/ 488699 w 571500"/>
                <a:gd name="csY586" fmla="*/ 380970 h 381000"/>
                <a:gd name="csX587" fmla="*/ 487556 w 571500"/>
                <a:gd name="csY587" fmla="*/ 380970 h 381000"/>
                <a:gd name="csX588" fmla="*/ 486480 w 571500"/>
                <a:gd name="csY588" fmla="*/ 380970 h 381000"/>
                <a:gd name="csX589" fmla="*/ 485346 w 571500"/>
                <a:gd name="csY589" fmla="*/ 380970 h 381000"/>
                <a:gd name="csX590" fmla="*/ 484203 w 571500"/>
                <a:gd name="csY590" fmla="*/ 380970 h 381000"/>
                <a:gd name="csX591" fmla="*/ 483127 w 571500"/>
                <a:gd name="csY591" fmla="*/ 380970 h 381000"/>
                <a:gd name="csX592" fmla="*/ 481993 w 571500"/>
                <a:gd name="csY592" fmla="*/ 380970 h 381000"/>
                <a:gd name="csX593" fmla="*/ 480851 w 571500"/>
                <a:gd name="csY593" fmla="*/ 380970 h 381000"/>
                <a:gd name="csX594" fmla="*/ 479774 w 571500"/>
                <a:gd name="csY594" fmla="*/ 380970 h 381000"/>
                <a:gd name="csX595" fmla="*/ 478641 w 571500"/>
                <a:gd name="csY595" fmla="*/ 380970 h 381000"/>
                <a:gd name="csX596" fmla="*/ 477498 w 571500"/>
                <a:gd name="csY596" fmla="*/ 380970 h 381000"/>
                <a:gd name="csX597" fmla="*/ 476422 w 571500"/>
                <a:gd name="csY597" fmla="*/ 380970 h 381000"/>
                <a:gd name="csX598" fmla="*/ 475279 w 571500"/>
                <a:gd name="csY598" fmla="*/ 380970 h 381000"/>
                <a:gd name="csX599" fmla="*/ 474145 w 571500"/>
                <a:gd name="csY599" fmla="*/ 380970 h 381000"/>
                <a:gd name="csX600" fmla="*/ 473069 w 571500"/>
                <a:gd name="csY600" fmla="*/ 380970 h 381000"/>
                <a:gd name="csX601" fmla="*/ 471925 w 571500"/>
                <a:gd name="csY601" fmla="*/ 380970 h 381000"/>
                <a:gd name="csX602" fmla="*/ 470792 w 571500"/>
                <a:gd name="csY602" fmla="*/ 380970 h 381000"/>
                <a:gd name="csX603" fmla="*/ 469716 w 571500"/>
                <a:gd name="csY603" fmla="*/ 380970 h 381000"/>
                <a:gd name="csX604" fmla="*/ 468573 w 571500"/>
                <a:gd name="csY604" fmla="*/ 380970 h 381000"/>
                <a:gd name="csX605" fmla="*/ 467430 w 571500"/>
                <a:gd name="csY605" fmla="*/ 380970 h 381000"/>
                <a:gd name="csX606" fmla="*/ 466354 w 571500"/>
                <a:gd name="csY606" fmla="*/ 380970 h 381000"/>
                <a:gd name="csX607" fmla="*/ 465220 w 571500"/>
                <a:gd name="csY607" fmla="*/ 380970 h 381000"/>
                <a:gd name="csX608" fmla="*/ 464077 w 571500"/>
                <a:gd name="csY608" fmla="*/ 380970 h 381000"/>
                <a:gd name="csX609" fmla="*/ 463001 w 571500"/>
                <a:gd name="csY609" fmla="*/ 380970 h 381000"/>
                <a:gd name="csX610" fmla="*/ 461867 w 571500"/>
                <a:gd name="csY610" fmla="*/ 380970 h 381000"/>
                <a:gd name="csX611" fmla="*/ 460724 w 571500"/>
                <a:gd name="csY611" fmla="*/ 380970 h 381000"/>
                <a:gd name="csX612" fmla="*/ 459591 w 571500"/>
                <a:gd name="csY612" fmla="*/ 380970 h 381000"/>
                <a:gd name="csX613" fmla="*/ 458515 w 571500"/>
                <a:gd name="csY613" fmla="*/ 380970 h 381000"/>
                <a:gd name="csX614" fmla="*/ 457372 w 571500"/>
                <a:gd name="csY614" fmla="*/ 380970 h 381000"/>
                <a:gd name="csX615" fmla="*/ 456229 w 571500"/>
                <a:gd name="csY615" fmla="*/ 380970 h 381000"/>
                <a:gd name="csX616" fmla="*/ 455152 w 571500"/>
                <a:gd name="csY616" fmla="*/ 380970 h 381000"/>
                <a:gd name="csX617" fmla="*/ 454019 w 571500"/>
                <a:gd name="csY617" fmla="*/ 380970 h 381000"/>
                <a:gd name="csX618" fmla="*/ 452875 w 571500"/>
                <a:gd name="csY618" fmla="*/ 380970 h 381000"/>
                <a:gd name="csX619" fmla="*/ 451799 w 571500"/>
                <a:gd name="csY619" fmla="*/ 380970 h 381000"/>
                <a:gd name="csX620" fmla="*/ 450666 w 571500"/>
                <a:gd name="csY620" fmla="*/ 380970 h 381000"/>
                <a:gd name="csX621" fmla="*/ 449523 w 571500"/>
                <a:gd name="csY621" fmla="*/ 380970 h 381000"/>
                <a:gd name="csX622" fmla="*/ 448447 w 571500"/>
                <a:gd name="csY622" fmla="*/ 380970 h 381000"/>
                <a:gd name="csX623" fmla="*/ 447313 w 571500"/>
                <a:gd name="csY623" fmla="*/ 380970 h 381000"/>
                <a:gd name="csX624" fmla="*/ 446170 w 571500"/>
                <a:gd name="csY624" fmla="*/ 380970 h 381000"/>
                <a:gd name="csX625" fmla="*/ 445094 w 571500"/>
                <a:gd name="csY625" fmla="*/ 380970 h 381000"/>
                <a:gd name="csX626" fmla="*/ 443951 w 571500"/>
                <a:gd name="csY626" fmla="*/ 380970 h 381000"/>
                <a:gd name="csX627" fmla="*/ 442817 w 571500"/>
                <a:gd name="csY627" fmla="*/ 380970 h 381000"/>
                <a:gd name="csX628" fmla="*/ 441741 w 571500"/>
                <a:gd name="csY628" fmla="*/ 380970 h 381000"/>
                <a:gd name="csX629" fmla="*/ 440598 w 571500"/>
                <a:gd name="csY629" fmla="*/ 380970 h 381000"/>
                <a:gd name="csX630" fmla="*/ 439465 w 571500"/>
                <a:gd name="csY630" fmla="*/ 380970 h 381000"/>
                <a:gd name="csX631" fmla="*/ 438388 w 571500"/>
                <a:gd name="csY631" fmla="*/ 380970 h 381000"/>
                <a:gd name="csX632" fmla="*/ 437245 w 571500"/>
                <a:gd name="csY632" fmla="*/ 380970 h 381000"/>
                <a:gd name="csX633" fmla="*/ 436102 w 571500"/>
                <a:gd name="csY633" fmla="*/ 380970 h 381000"/>
                <a:gd name="csX634" fmla="*/ 435026 w 571500"/>
                <a:gd name="csY634" fmla="*/ 380970 h 381000"/>
                <a:gd name="csX635" fmla="*/ 433892 w 571500"/>
                <a:gd name="csY635" fmla="*/ 380970 h 381000"/>
                <a:gd name="csX636" fmla="*/ 432749 w 571500"/>
                <a:gd name="csY636" fmla="*/ 380970 h 381000"/>
                <a:gd name="csX637" fmla="*/ 431673 w 571500"/>
                <a:gd name="csY637" fmla="*/ 380970 h 381000"/>
                <a:gd name="csX638" fmla="*/ 430540 w 571500"/>
                <a:gd name="csY638" fmla="*/ 380970 h 381000"/>
                <a:gd name="csX639" fmla="*/ 429397 w 571500"/>
                <a:gd name="csY639" fmla="*/ 380970 h 381000"/>
                <a:gd name="csX640" fmla="*/ 428320 w 571500"/>
                <a:gd name="csY640" fmla="*/ 380970 h 381000"/>
                <a:gd name="csX641" fmla="*/ 427187 w 571500"/>
                <a:gd name="csY641" fmla="*/ 380970 h 381000"/>
                <a:gd name="csX642" fmla="*/ 426044 w 571500"/>
                <a:gd name="csY642" fmla="*/ 380970 h 381000"/>
                <a:gd name="csX643" fmla="*/ 424967 w 571500"/>
                <a:gd name="csY643" fmla="*/ 380970 h 381000"/>
                <a:gd name="csX644" fmla="*/ 423824 w 571500"/>
                <a:gd name="csY644" fmla="*/ 380970 h 381000"/>
                <a:gd name="csX645" fmla="*/ 422691 w 571500"/>
                <a:gd name="csY645" fmla="*/ 380970 h 381000"/>
                <a:gd name="csX646" fmla="*/ 421615 w 571500"/>
                <a:gd name="csY646" fmla="*/ 380970 h 381000"/>
                <a:gd name="csX647" fmla="*/ 420472 w 571500"/>
                <a:gd name="csY647" fmla="*/ 380970 h 381000"/>
                <a:gd name="csX648" fmla="*/ 419338 w 571500"/>
                <a:gd name="csY648" fmla="*/ 380970 h 381000"/>
                <a:gd name="csX649" fmla="*/ 418262 w 571500"/>
                <a:gd name="csY649" fmla="*/ 380970 h 381000"/>
                <a:gd name="csX650" fmla="*/ 417119 w 571500"/>
                <a:gd name="csY650" fmla="*/ 380970 h 381000"/>
                <a:gd name="csX651" fmla="*/ 415976 w 571500"/>
                <a:gd name="csY651" fmla="*/ 380970 h 381000"/>
                <a:gd name="csX652" fmla="*/ 414899 w 571500"/>
                <a:gd name="csY652" fmla="*/ 380970 h 381000"/>
                <a:gd name="csX653" fmla="*/ 413766 w 571500"/>
                <a:gd name="csY653" fmla="*/ 380970 h 381000"/>
                <a:gd name="csX654" fmla="*/ 412623 w 571500"/>
                <a:gd name="csY654" fmla="*/ 380970 h 381000"/>
                <a:gd name="csX655" fmla="*/ 411547 w 571500"/>
                <a:gd name="csY655" fmla="*/ 380970 h 381000"/>
                <a:gd name="csX656" fmla="*/ 410414 w 571500"/>
                <a:gd name="csY656" fmla="*/ 380970 h 381000"/>
                <a:gd name="csX657" fmla="*/ 409270 w 571500"/>
                <a:gd name="csY657" fmla="*/ 380970 h 381000"/>
                <a:gd name="csX658" fmla="*/ 408194 w 571500"/>
                <a:gd name="csY658" fmla="*/ 380970 h 381000"/>
                <a:gd name="csX659" fmla="*/ 407060 w 571500"/>
                <a:gd name="csY659" fmla="*/ 380970 h 381000"/>
                <a:gd name="csX660" fmla="*/ 405917 w 571500"/>
                <a:gd name="csY660" fmla="*/ 380970 h 381000"/>
                <a:gd name="csX661" fmla="*/ 404841 w 571500"/>
                <a:gd name="csY661" fmla="*/ 380970 h 381000"/>
                <a:gd name="csX662" fmla="*/ 403698 w 571500"/>
                <a:gd name="csY662" fmla="*/ 380970 h 381000"/>
                <a:gd name="csX663" fmla="*/ 402565 w 571500"/>
                <a:gd name="csY663" fmla="*/ 380970 h 381000"/>
                <a:gd name="csX664" fmla="*/ 401488 w 571500"/>
                <a:gd name="csY664" fmla="*/ 380970 h 381000"/>
                <a:gd name="csX665" fmla="*/ 400346 w 571500"/>
                <a:gd name="csY665" fmla="*/ 380970 h 381000"/>
                <a:gd name="csX666" fmla="*/ 399212 w 571500"/>
                <a:gd name="csY666" fmla="*/ 380970 h 381000"/>
                <a:gd name="csX667" fmla="*/ 398136 w 571500"/>
                <a:gd name="csY667" fmla="*/ 380970 h 381000"/>
                <a:gd name="csX668" fmla="*/ 396993 w 571500"/>
                <a:gd name="csY668" fmla="*/ 380970 h 381000"/>
                <a:gd name="csX669" fmla="*/ 395849 w 571500"/>
                <a:gd name="csY669" fmla="*/ 380970 h 381000"/>
                <a:gd name="csX670" fmla="*/ 394773 w 571500"/>
                <a:gd name="csY670" fmla="*/ 380970 h 381000"/>
                <a:gd name="csX671" fmla="*/ 393640 w 571500"/>
                <a:gd name="csY671" fmla="*/ 380970 h 381000"/>
                <a:gd name="csX672" fmla="*/ 392497 w 571500"/>
                <a:gd name="csY672" fmla="*/ 380970 h 381000"/>
                <a:gd name="csX673" fmla="*/ 391420 w 571500"/>
                <a:gd name="csY673" fmla="*/ 380970 h 381000"/>
                <a:gd name="csX674" fmla="*/ 390287 w 571500"/>
                <a:gd name="csY674" fmla="*/ 380970 h 381000"/>
                <a:gd name="csX675" fmla="*/ 389144 w 571500"/>
                <a:gd name="csY675" fmla="*/ 380970 h 381000"/>
                <a:gd name="csX676" fmla="*/ 388068 w 571500"/>
                <a:gd name="csY676" fmla="*/ 380970 h 381000"/>
                <a:gd name="csX677" fmla="*/ 386934 w 571500"/>
                <a:gd name="csY677" fmla="*/ 380970 h 381000"/>
                <a:gd name="csX678" fmla="*/ 385791 w 571500"/>
                <a:gd name="csY678" fmla="*/ 380970 h 381000"/>
                <a:gd name="csX679" fmla="*/ 384715 w 571500"/>
                <a:gd name="csY679" fmla="*/ 380970 h 381000"/>
                <a:gd name="csX680" fmla="*/ 383572 w 571500"/>
                <a:gd name="csY680" fmla="*/ 380970 h 381000"/>
                <a:gd name="csX681" fmla="*/ 382438 w 571500"/>
                <a:gd name="csY681" fmla="*/ 380970 h 381000"/>
                <a:gd name="csX682" fmla="*/ 381296 w 571500"/>
                <a:gd name="csY682" fmla="*/ 380970 h 381000"/>
                <a:gd name="csX683" fmla="*/ 380219 w 571500"/>
                <a:gd name="csY683" fmla="*/ 380970 h 381000"/>
                <a:gd name="csX684" fmla="*/ 379086 w 571500"/>
                <a:gd name="csY684" fmla="*/ 380970 h 381000"/>
                <a:gd name="csX685" fmla="*/ 377943 w 571500"/>
                <a:gd name="csY685" fmla="*/ 380970 h 381000"/>
                <a:gd name="csX686" fmla="*/ 376866 w 571500"/>
                <a:gd name="csY686" fmla="*/ 380970 h 381000"/>
                <a:gd name="csX687" fmla="*/ 375723 w 571500"/>
                <a:gd name="csY687" fmla="*/ 380970 h 381000"/>
                <a:gd name="csX688" fmla="*/ 374590 w 571500"/>
                <a:gd name="csY688" fmla="*/ 380970 h 381000"/>
                <a:gd name="csX689" fmla="*/ 373513 w 571500"/>
                <a:gd name="csY689" fmla="*/ 380970 h 381000"/>
                <a:gd name="csX690" fmla="*/ 372370 w 571500"/>
                <a:gd name="csY690" fmla="*/ 380970 h 381000"/>
                <a:gd name="csX691" fmla="*/ 371237 w 571500"/>
                <a:gd name="csY691" fmla="*/ 380970 h 381000"/>
                <a:gd name="csX692" fmla="*/ 370161 w 571500"/>
                <a:gd name="csY692" fmla="*/ 380970 h 381000"/>
                <a:gd name="csX693" fmla="*/ 369018 w 571500"/>
                <a:gd name="csY693" fmla="*/ 380970 h 381000"/>
                <a:gd name="csX694" fmla="*/ 367884 w 571500"/>
                <a:gd name="csY694" fmla="*/ 380970 h 381000"/>
                <a:gd name="csX695" fmla="*/ 366808 w 571500"/>
                <a:gd name="csY695" fmla="*/ 380970 h 381000"/>
                <a:gd name="csX696" fmla="*/ 365665 w 571500"/>
                <a:gd name="csY696" fmla="*/ 380970 h 381000"/>
                <a:gd name="csX697" fmla="*/ 364522 w 571500"/>
                <a:gd name="csY697" fmla="*/ 380970 h 381000"/>
                <a:gd name="csX698" fmla="*/ 363445 w 571500"/>
                <a:gd name="csY698" fmla="*/ 380970 h 381000"/>
                <a:gd name="csX699" fmla="*/ 362312 w 571500"/>
                <a:gd name="csY699" fmla="*/ 380970 h 381000"/>
                <a:gd name="csX700" fmla="*/ 361169 w 571500"/>
                <a:gd name="csY700" fmla="*/ 380970 h 381000"/>
                <a:gd name="csX701" fmla="*/ 360093 w 571500"/>
                <a:gd name="csY701" fmla="*/ 380970 h 381000"/>
                <a:gd name="csX702" fmla="*/ 358959 w 571500"/>
                <a:gd name="csY702" fmla="*/ 380970 h 381000"/>
                <a:gd name="csX703" fmla="*/ 357816 w 571500"/>
                <a:gd name="csY703" fmla="*/ 380970 h 381000"/>
                <a:gd name="csX704" fmla="*/ 356740 w 571500"/>
                <a:gd name="csY704" fmla="*/ 380970 h 381000"/>
                <a:gd name="csX705" fmla="*/ 355606 w 571500"/>
                <a:gd name="csY705" fmla="*/ 380970 h 381000"/>
                <a:gd name="csX706" fmla="*/ 354463 w 571500"/>
                <a:gd name="csY706" fmla="*/ 380970 h 381000"/>
                <a:gd name="csX707" fmla="*/ 353387 w 571500"/>
                <a:gd name="csY707" fmla="*/ 380970 h 381000"/>
                <a:gd name="csX708" fmla="*/ 352244 w 571500"/>
                <a:gd name="csY708" fmla="*/ 380970 h 381000"/>
                <a:gd name="csX709" fmla="*/ 351111 w 571500"/>
                <a:gd name="csY709" fmla="*/ 380970 h 381000"/>
                <a:gd name="csX710" fmla="*/ 350034 w 571500"/>
                <a:gd name="csY710" fmla="*/ 380970 h 381000"/>
                <a:gd name="csX711" fmla="*/ 348891 w 571500"/>
                <a:gd name="csY711" fmla="*/ 380970 h 381000"/>
                <a:gd name="csX712" fmla="*/ 347758 w 571500"/>
                <a:gd name="csY712" fmla="*/ 380970 h 381000"/>
                <a:gd name="csX713" fmla="*/ 346681 w 571500"/>
                <a:gd name="csY713" fmla="*/ 380970 h 381000"/>
                <a:gd name="csX714" fmla="*/ 345538 w 571500"/>
                <a:gd name="csY714" fmla="*/ 380970 h 381000"/>
                <a:gd name="csX715" fmla="*/ 344395 w 571500"/>
                <a:gd name="csY715" fmla="*/ 380970 h 381000"/>
                <a:gd name="csX716" fmla="*/ 343329 w 571500"/>
                <a:gd name="csY716" fmla="*/ 380970 h 381000"/>
                <a:gd name="csX717" fmla="*/ 342186 w 571500"/>
                <a:gd name="csY717" fmla="*/ 380970 h 381000"/>
                <a:gd name="csX718" fmla="*/ 341043 w 571500"/>
                <a:gd name="csY718" fmla="*/ 380970 h 381000"/>
                <a:gd name="csX719" fmla="*/ 339966 w 571500"/>
                <a:gd name="csY719" fmla="*/ 380970 h 381000"/>
                <a:gd name="csX720" fmla="*/ 338833 w 571500"/>
                <a:gd name="csY720" fmla="*/ 380970 h 381000"/>
                <a:gd name="csX721" fmla="*/ 337690 w 571500"/>
                <a:gd name="csY721" fmla="*/ 380970 h 381000"/>
                <a:gd name="csX722" fmla="*/ 336613 w 571500"/>
                <a:gd name="csY722" fmla="*/ 380970 h 381000"/>
                <a:gd name="csX723" fmla="*/ 335480 w 571500"/>
                <a:gd name="csY723" fmla="*/ 380970 h 381000"/>
                <a:gd name="csX724" fmla="*/ 334337 w 571500"/>
                <a:gd name="csY724" fmla="*/ 380970 h 381000"/>
                <a:gd name="csX725" fmla="*/ 333261 w 571500"/>
                <a:gd name="csY725" fmla="*/ 380970 h 381000"/>
                <a:gd name="csX726" fmla="*/ 332118 w 571500"/>
                <a:gd name="csY726" fmla="*/ 380970 h 381000"/>
                <a:gd name="csX727" fmla="*/ 330984 w 571500"/>
                <a:gd name="csY727" fmla="*/ 380970 h 381000"/>
                <a:gd name="csX728" fmla="*/ 329908 w 571500"/>
                <a:gd name="csY728" fmla="*/ 380970 h 381000"/>
                <a:gd name="csX729" fmla="*/ 328765 w 571500"/>
                <a:gd name="csY729" fmla="*/ 380970 h 381000"/>
                <a:gd name="csX730" fmla="*/ 327631 w 571500"/>
                <a:gd name="csY730" fmla="*/ 380970 h 381000"/>
                <a:gd name="csX731" fmla="*/ 326555 w 571500"/>
                <a:gd name="csY731" fmla="*/ 380970 h 381000"/>
                <a:gd name="csX732" fmla="*/ 325412 w 571500"/>
                <a:gd name="csY732" fmla="*/ 380970 h 381000"/>
                <a:gd name="csX733" fmla="*/ 324279 w 571500"/>
                <a:gd name="csY733" fmla="*/ 380970 h 381000"/>
                <a:gd name="csX734" fmla="*/ 323203 w 571500"/>
                <a:gd name="csY734" fmla="*/ 380970 h 381000"/>
                <a:gd name="csX735" fmla="*/ 322060 w 571500"/>
                <a:gd name="csY735" fmla="*/ 380970 h 381000"/>
                <a:gd name="csX736" fmla="*/ 320916 w 571500"/>
                <a:gd name="csY736" fmla="*/ 380970 h 381000"/>
                <a:gd name="csX737" fmla="*/ 319840 w 571500"/>
                <a:gd name="csY737" fmla="*/ 380970 h 381000"/>
                <a:gd name="csX738" fmla="*/ 318706 w 571500"/>
                <a:gd name="csY738" fmla="*/ 380970 h 381000"/>
                <a:gd name="csX739" fmla="*/ 317563 w 571500"/>
                <a:gd name="csY739" fmla="*/ 380970 h 381000"/>
                <a:gd name="csX740" fmla="*/ 316487 w 571500"/>
                <a:gd name="csY740" fmla="*/ 380970 h 381000"/>
                <a:gd name="csX741" fmla="*/ 315354 w 571500"/>
                <a:gd name="csY741" fmla="*/ 380970 h 381000"/>
                <a:gd name="csX742" fmla="*/ 314211 w 571500"/>
                <a:gd name="csY742" fmla="*/ 380970 h 381000"/>
                <a:gd name="csX743" fmla="*/ 313135 w 571500"/>
                <a:gd name="csY743" fmla="*/ 380970 h 381000"/>
                <a:gd name="csX744" fmla="*/ 312001 w 571500"/>
                <a:gd name="csY744" fmla="*/ 380970 h 381000"/>
                <a:gd name="csX745" fmla="*/ 310858 w 571500"/>
                <a:gd name="csY745" fmla="*/ 380970 h 381000"/>
                <a:gd name="csX746" fmla="*/ 309782 w 571500"/>
                <a:gd name="csY746" fmla="*/ 380970 h 381000"/>
                <a:gd name="csX747" fmla="*/ 308639 w 571500"/>
                <a:gd name="csY747" fmla="*/ 380970 h 381000"/>
                <a:gd name="csX748" fmla="*/ 307505 w 571500"/>
                <a:gd name="csY748" fmla="*/ 380970 h 381000"/>
                <a:gd name="csX749" fmla="*/ 306362 w 571500"/>
                <a:gd name="csY749" fmla="*/ 380970 h 381000"/>
                <a:gd name="csX750" fmla="*/ 305286 w 571500"/>
                <a:gd name="csY750" fmla="*/ 380970 h 381000"/>
                <a:gd name="csX751" fmla="*/ 304153 w 571500"/>
                <a:gd name="csY751" fmla="*/ 380970 h 381000"/>
                <a:gd name="csX752" fmla="*/ 303010 w 571500"/>
                <a:gd name="csY752" fmla="*/ 380970 h 381000"/>
                <a:gd name="csX753" fmla="*/ 301933 w 571500"/>
                <a:gd name="csY753" fmla="*/ 380970 h 381000"/>
                <a:gd name="csX754" fmla="*/ 300790 w 571500"/>
                <a:gd name="csY754" fmla="*/ 380970 h 381000"/>
                <a:gd name="csX755" fmla="*/ 299656 w 571500"/>
                <a:gd name="csY755" fmla="*/ 380970 h 381000"/>
                <a:gd name="csX756" fmla="*/ 298580 w 571500"/>
                <a:gd name="csY756" fmla="*/ 380970 h 381000"/>
                <a:gd name="csX757" fmla="*/ 297437 w 571500"/>
                <a:gd name="csY757" fmla="*/ 380970 h 381000"/>
                <a:gd name="csX758" fmla="*/ 296304 w 571500"/>
                <a:gd name="csY758" fmla="*/ 380970 h 381000"/>
                <a:gd name="csX759" fmla="*/ 295228 w 571500"/>
                <a:gd name="csY759" fmla="*/ 380970 h 381000"/>
                <a:gd name="csX760" fmla="*/ 294085 w 571500"/>
                <a:gd name="csY760" fmla="*/ 380970 h 381000"/>
                <a:gd name="csX761" fmla="*/ 292951 w 571500"/>
                <a:gd name="csY761" fmla="*/ 380970 h 381000"/>
                <a:gd name="csX762" fmla="*/ 291875 w 571500"/>
                <a:gd name="csY762" fmla="*/ 380970 h 381000"/>
                <a:gd name="csX763" fmla="*/ 290732 w 571500"/>
                <a:gd name="csY763" fmla="*/ 380970 h 381000"/>
                <a:gd name="csX764" fmla="*/ 289589 w 571500"/>
                <a:gd name="csY764" fmla="*/ 380970 h 381000"/>
                <a:gd name="csX765" fmla="*/ 288512 w 571500"/>
                <a:gd name="csY765" fmla="*/ 380970 h 381000"/>
                <a:gd name="csX766" fmla="*/ 287379 w 571500"/>
                <a:gd name="csY766" fmla="*/ 380970 h 381000"/>
                <a:gd name="csX767" fmla="*/ 286236 w 571500"/>
                <a:gd name="csY767" fmla="*/ 380970 h 381000"/>
                <a:gd name="csX768" fmla="*/ 285160 w 571500"/>
                <a:gd name="csY768" fmla="*/ 380970 h 381000"/>
                <a:gd name="csX769" fmla="*/ 284026 w 571500"/>
                <a:gd name="csY769" fmla="*/ 380970 h 381000"/>
                <a:gd name="csX770" fmla="*/ 282883 w 571500"/>
                <a:gd name="csY770" fmla="*/ 380970 h 381000"/>
                <a:gd name="csX771" fmla="*/ 281807 w 571500"/>
                <a:gd name="csY771" fmla="*/ 380970 h 381000"/>
                <a:gd name="csX772" fmla="*/ 280673 w 571500"/>
                <a:gd name="csY772" fmla="*/ 380970 h 381000"/>
                <a:gd name="csX773" fmla="*/ 279530 w 571500"/>
                <a:gd name="csY773" fmla="*/ 380970 h 381000"/>
                <a:gd name="csX774" fmla="*/ 278454 w 571500"/>
                <a:gd name="csY774" fmla="*/ 380970 h 381000"/>
                <a:gd name="csX775" fmla="*/ 277311 w 571500"/>
                <a:gd name="csY775" fmla="*/ 380970 h 381000"/>
                <a:gd name="csX776" fmla="*/ 276178 w 571500"/>
                <a:gd name="csY776" fmla="*/ 380970 h 381000"/>
                <a:gd name="csX777" fmla="*/ 275101 w 571500"/>
                <a:gd name="csY777" fmla="*/ 380970 h 381000"/>
                <a:gd name="csX778" fmla="*/ 273958 w 571500"/>
                <a:gd name="csY778" fmla="*/ 380970 h 381000"/>
                <a:gd name="csX779" fmla="*/ 272825 w 571500"/>
                <a:gd name="csY779" fmla="*/ 380970 h 381000"/>
                <a:gd name="csX780" fmla="*/ 271748 w 571500"/>
                <a:gd name="csY780" fmla="*/ 380970 h 381000"/>
                <a:gd name="csX781" fmla="*/ 270605 w 571500"/>
                <a:gd name="csY781" fmla="*/ 380970 h 381000"/>
                <a:gd name="csX782" fmla="*/ 269462 w 571500"/>
                <a:gd name="csY782" fmla="*/ 380970 h 381000"/>
                <a:gd name="csX783" fmla="*/ 268386 w 571500"/>
                <a:gd name="csY783" fmla="*/ 380970 h 381000"/>
                <a:gd name="csX784" fmla="*/ 267252 w 571500"/>
                <a:gd name="csY784" fmla="*/ 380970 h 381000"/>
                <a:gd name="csX785" fmla="*/ 266110 w 571500"/>
                <a:gd name="csY785" fmla="*/ 380970 h 381000"/>
                <a:gd name="csX786" fmla="*/ 265033 w 571500"/>
                <a:gd name="csY786" fmla="*/ 380970 h 381000"/>
                <a:gd name="csX787" fmla="*/ 263900 w 571500"/>
                <a:gd name="csY787" fmla="*/ 380970 h 381000"/>
                <a:gd name="csX788" fmla="*/ 262757 w 571500"/>
                <a:gd name="csY788" fmla="*/ 380970 h 381000"/>
                <a:gd name="csX789" fmla="*/ 261680 w 571500"/>
                <a:gd name="csY789" fmla="*/ 380970 h 381000"/>
                <a:gd name="csX790" fmla="*/ 260537 w 571500"/>
                <a:gd name="csY790" fmla="*/ 380970 h 381000"/>
                <a:gd name="csX791" fmla="*/ 259404 w 571500"/>
                <a:gd name="csY791" fmla="*/ 380970 h 381000"/>
                <a:gd name="csX792" fmla="*/ 258327 w 571500"/>
                <a:gd name="csY792" fmla="*/ 380970 h 381000"/>
                <a:gd name="csX793" fmla="*/ 257184 w 571500"/>
                <a:gd name="csY793" fmla="*/ 380970 h 381000"/>
                <a:gd name="csX794" fmla="*/ 256051 w 571500"/>
                <a:gd name="csY794" fmla="*/ 380970 h 381000"/>
                <a:gd name="csX795" fmla="*/ 254975 w 571500"/>
                <a:gd name="csY795" fmla="*/ 380970 h 381000"/>
                <a:gd name="csX796" fmla="*/ 253832 w 571500"/>
                <a:gd name="csY796" fmla="*/ 380970 h 381000"/>
                <a:gd name="csX797" fmla="*/ 252698 w 571500"/>
                <a:gd name="csY797" fmla="*/ 380970 h 381000"/>
                <a:gd name="csX798" fmla="*/ 251622 w 571500"/>
                <a:gd name="csY798" fmla="*/ 380970 h 381000"/>
                <a:gd name="csX799" fmla="*/ 250479 w 571500"/>
                <a:gd name="csY799" fmla="*/ 380970 h 381000"/>
                <a:gd name="csX800" fmla="*/ 249336 w 571500"/>
                <a:gd name="csY800" fmla="*/ 380970 h 381000"/>
                <a:gd name="csX801" fmla="*/ 248259 w 571500"/>
                <a:gd name="csY801" fmla="*/ 380970 h 381000"/>
                <a:gd name="csX802" fmla="*/ 247126 w 571500"/>
                <a:gd name="csY802" fmla="*/ 380970 h 381000"/>
                <a:gd name="csX803" fmla="*/ 245983 w 571500"/>
                <a:gd name="csY803" fmla="*/ 380970 h 381000"/>
                <a:gd name="csX804" fmla="*/ 244907 w 571500"/>
                <a:gd name="csY804" fmla="*/ 380970 h 381000"/>
                <a:gd name="csX805" fmla="*/ 243773 w 571500"/>
                <a:gd name="csY805" fmla="*/ 380970 h 381000"/>
                <a:gd name="csX806" fmla="*/ 242630 w 571500"/>
                <a:gd name="csY806" fmla="*/ 380970 h 381000"/>
                <a:gd name="csX807" fmla="*/ 241554 w 571500"/>
                <a:gd name="csY807" fmla="*/ 380970 h 381000"/>
                <a:gd name="csX808" fmla="*/ 240420 w 571500"/>
                <a:gd name="csY808" fmla="*/ 380970 h 381000"/>
                <a:gd name="csX809" fmla="*/ 239277 w 571500"/>
                <a:gd name="csY809" fmla="*/ 380970 h 381000"/>
                <a:gd name="csX810" fmla="*/ 238201 w 571500"/>
                <a:gd name="csY810" fmla="*/ 380970 h 381000"/>
                <a:gd name="csX811" fmla="*/ 237058 w 571500"/>
                <a:gd name="csY811" fmla="*/ 380970 h 381000"/>
                <a:gd name="csX812" fmla="*/ 235925 w 571500"/>
                <a:gd name="csY812" fmla="*/ 380970 h 381000"/>
                <a:gd name="csX813" fmla="*/ 234849 w 571500"/>
                <a:gd name="csY813" fmla="*/ 380970 h 381000"/>
                <a:gd name="csX814" fmla="*/ 233706 w 571500"/>
                <a:gd name="csY814" fmla="*/ 380970 h 381000"/>
                <a:gd name="csX815" fmla="*/ 232572 w 571500"/>
                <a:gd name="csY815" fmla="*/ 380970 h 381000"/>
                <a:gd name="csX816" fmla="*/ 231496 w 571500"/>
                <a:gd name="csY816" fmla="*/ 380970 h 381000"/>
                <a:gd name="csX817" fmla="*/ 230352 w 571500"/>
                <a:gd name="csY817" fmla="*/ 380970 h 381000"/>
                <a:gd name="csX818" fmla="*/ 229209 w 571500"/>
                <a:gd name="csY818" fmla="*/ 380970 h 381000"/>
                <a:gd name="csX819" fmla="*/ 228076 w 571500"/>
                <a:gd name="csY819" fmla="*/ 380970 h 381000"/>
                <a:gd name="csX820" fmla="*/ 227000 w 571500"/>
                <a:gd name="csY820" fmla="*/ 380970 h 381000"/>
                <a:gd name="csX821" fmla="*/ 225857 w 571500"/>
                <a:gd name="csY821" fmla="*/ 380970 h 381000"/>
                <a:gd name="csX822" fmla="*/ 224723 w 571500"/>
                <a:gd name="csY822" fmla="*/ 380970 h 381000"/>
                <a:gd name="csX823" fmla="*/ 223647 w 571500"/>
                <a:gd name="csY823" fmla="*/ 380970 h 381000"/>
                <a:gd name="csX824" fmla="*/ 222504 w 571500"/>
                <a:gd name="csY824" fmla="*/ 380970 h 381000"/>
                <a:gd name="csX825" fmla="*/ 221370 w 571500"/>
                <a:gd name="csY825" fmla="*/ 380970 h 381000"/>
                <a:gd name="csX826" fmla="*/ 220294 w 571500"/>
                <a:gd name="csY826" fmla="*/ 380970 h 381000"/>
                <a:gd name="csX827" fmla="*/ 219151 w 571500"/>
                <a:gd name="csY827" fmla="*/ 380970 h 381000"/>
                <a:gd name="csX828" fmla="*/ 218008 w 571500"/>
                <a:gd name="csY828" fmla="*/ 380970 h 381000"/>
                <a:gd name="csX829" fmla="*/ 216932 w 571500"/>
                <a:gd name="csY829" fmla="*/ 380970 h 381000"/>
                <a:gd name="csX830" fmla="*/ 215799 w 571500"/>
                <a:gd name="csY830" fmla="*/ 380970 h 381000"/>
                <a:gd name="csX831" fmla="*/ 214656 w 571500"/>
                <a:gd name="csY831" fmla="*/ 380970 h 381000"/>
                <a:gd name="csX832" fmla="*/ 213579 w 571500"/>
                <a:gd name="csY832" fmla="*/ 380970 h 381000"/>
                <a:gd name="csX833" fmla="*/ 212446 w 571500"/>
                <a:gd name="csY833" fmla="*/ 380970 h 381000"/>
                <a:gd name="csX834" fmla="*/ 211302 w 571500"/>
                <a:gd name="csY834" fmla="*/ 380970 h 381000"/>
                <a:gd name="csX835" fmla="*/ 210226 w 571500"/>
                <a:gd name="csY835" fmla="*/ 380970 h 381000"/>
                <a:gd name="csX836" fmla="*/ 209093 w 571500"/>
                <a:gd name="csY836" fmla="*/ 380970 h 381000"/>
                <a:gd name="csX837" fmla="*/ 207950 w 571500"/>
                <a:gd name="csY837" fmla="*/ 380970 h 381000"/>
                <a:gd name="csX838" fmla="*/ 206874 w 571500"/>
                <a:gd name="csY838" fmla="*/ 380970 h 381000"/>
                <a:gd name="csX839" fmla="*/ 205731 w 571500"/>
                <a:gd name="csY839" fmla="*/ 380970 h 381000"/>
                <a:gd name="csX840" fmla="*/ 204597 w 571500"/>
                <a:gd name="csY840" fmla="*/ 380970 h 381000"/>
                <a:gd name="csX841" fmla="*/ 203521 w 571500"/>
                <a:gd name="csY841" fmla="*/ 380970 h 381000"/>
                <a:gd name="csX842" fmla="*/ 202378 w 571500"/>
                <a:gd name="csY842" fmla="*/ 380970 h 381000"/>
                <a:gd name="csX843" fmla="*/ 201244 w 571500"/>
                <a:gd name="csY843" fmla="*/ 380970 h 381000"/>
                <a:gd name="csX844" fmla="*/ 200168 w 571500"/>
                <a:gd name="csY844" fmla="*/ 380970 h 381000"/>
                <a:gd name="csX845" fmla="*/ 199025 w 571500"/>
                <a:gd name="csY845" fmla="*/ 380970 h 381000"/>
                <a:gd name="csX846" fmla="*/ 197882 w 571500"/>
                <a:gd name="csY846" fmla="*/ 380970 h 381000"/>
                <a:gd name="csX847" fmla="*/ 196806 w 571500"/>
                <a:gd name="csY847" fmla="*/ 380970 h 381000"/>
                <a:gd name="csX848" fmla="*/ 195672 w 571500"/>
                <a:gd name="csY848" fmla="*/ 380970 h 381000"/>
                <a:gd name="csX849" fmla="*/ 194529 w 571500"/>
                <a:gd name="csY849" fmla="*/ 380970 h 381000"/>
                <a:gd name="csX850" fmla="*/ 193453 w 571500"/>
                <a:gd name="csY850" fmla="*/ 380970 h 381000"/>
                <a:gd name="csX851" fmla="*/ 192319 w 571500"/>
                <a:gd name="csY851" fmla="*/ 380970 h 381000"/>
                <a:gd name="csX852" fmla="*/ 191176 w 571500"/>
                <a:gd name="csY852" fmla="*/ 380970 h 381000"/>
                <a:gd name="csX853" fmla="*/ 190100 w 571500"/>
                <a:gd name="csY853" fmla="*/ 380970 h 381000"/>
                <a:gd name="csX854" fmla="*/ 188967 w 571500"/>
                <a:gd name="csY854" fmla="*/ 380970 h 381000"/>
                <a:gd name="csX855" fmla="*/ 187824 w 571500"/>
                <a:gd name="csY855" fmla="*/ 380970 h 381000"/>
                <a:gd name="csX856" fmla="*/ 186747 w 571500"/>
                <a:gd name="csY856" fmla="*/ 380970 h 381000"/>
                <a:gd name="csX857" fmla="*/ 185604 w 571500"/>
                <a:gd name="csY857" fmla="*/ 380970 h 381000"/>
                <a:gd name="csX858" fmla="*/ 184471 w 571500"/>
                <a:gd name="csY858" fmla="*/ 380970 h 381000"/>
                <a:gd name="csX859" fmla="*/ 183394 w 571500"/>
                <a:gd name="csY859" fmla="*/ 380970 h 381000"/>
                <a:gd name="csX860" fmla="*/ 182251 w 571500"/>
                <a:gd name="csY860" fmla="*/ 380970 h 381000"/>
                <a:gd name="csX861" fmla="*/ 181118 w 571500"/>
                <a:gd name="csY861" fmla="*/ 380970 h 381000"/>
                <a:gd name="csX862" fmla="*/ 180042 w 571500"/>
                <a:gd name="csY862" fmla="*/ 380970 h 381000"/>
                <a:gd name="csX863" fmla="*/ 178899 w 571500"/>
                <a:gd name="csY863" fmla="*/ 380970 h 381000"/>
                <a:gd name="csX864" fmla="*/ 177756 w 571500"/>
                <a:gd name="csY864" fmla="*/ 380970 h 381000"/>
                <a:gd name="csX865" fmla="*/ 176689 w 571500"/>
                <a:gd name="csY865" fmla="*/ 380970 h 381000"/>
                <a:gd name="csX866" fmla="*/ 175546 w 571500"/>
                <a:gd name="csY866" fmla="*/ 380970 h 381000"/>
                <a:gd name="csX867" fmla="*/ 174403 w 571500"/>
                <a:gd name="csY867" fmla="*/ 380970 h 381000"/>
                <a:gd name="csX868" fmla="*/ 173326 w 571500"/>
                <a:gd name="csY868" fmla="*/ 380970 h 381000"/>
                <a:gd name="csX869" fmla="*/ 172193 w 571500"/>
                <a:gd name="csY869" fmla="*/ 380970 h 381000"/>
                <a:gd name="csX870" fmla="*/ 171050 w 571500"/>
                <a:gd name="csY870" fmla="*/ 380970 h 381000"/>
                <a:gd name="csX871" fmla="*/ 169974 w 571500"/>
                <a:gd name="csY871" fmla="*/ 380970 h 381000"/>
                <a:gd name="csX872" fmla="*/ 168840 w 571500"/>
                <a:gd name="csY872" fmla="*/ 380970 h 381000"/>
                <a:gd name="csX873" fmla="*/ 167697 w 571500"/>
                <a:gd name="csY873" fmla="*/ 380970 h 381000"/>
                <a:gd name="csX874" fmla="*/ 166621 w 571500"/>
                <a:gd name="csY874" fmla="*/ 380970 h 381000"/>
                <a:gd name="csX875" fmla="*/ 165478 w 571500"/>
                <a:gd name="csY875" fmla="*/ 380970 h 381000"/>
                <a:gd name="csX876" fmla="*/ 164344 w 571500"/>
                <a:gd name="csY876" fmla="*/ 380970 h 381000"/>
                <a:gd name="csX877" fmla="*/ 163268 w 571500"/>
                <a:gd name="csY877" fmla="*/ 380970 h 381000"/>
                <a:gd name="csX878" fmla="*/ 162125 w 571500"/>
                <a:gd name="csY878" fmla="*/ 380970 h 381000"/>
                <a:gd name="csX879" fmla="*/ 160992 w 571500"/>
                <a:gd name="csY879" fmla="*/ 380970 h 381000"/>
                <a:gd name="csX880" fmla="*/ 159915 w 571500"/>
                <a:gd name="csY880" fmla="*/ 380970 h 381000"/>
                <a:gd name="csX881" fmla="*/ 158772 w 571500"/>
                <a:gd name="csY881" fmla="*/ 380970 h 381000"/>
                <a:gd name="csX882" fmla="*/ 157639 w 571500"/>
                <a:gd name="csY882" fmla="*/ 380970 h 381000"/>
                <a:gd name="csX883" fmla="*/ 156563 w 571500"/>
                <a:gd name="csY883" fmla="*/ 380970 h 381000"/>
                <a:gd name="csX884" fmla="*/ 155419 w 571500"/>
                <a:gd name="csY884" fmla="*/ 380970 h 381000"/>
                <a:gd name="csX885" fmla="*/ 154276 w 571500"/>
                <a:gd name="csY885" fmla="*/ 380970 h 381000"/>
                <a:gd name="csX886" fmla="*/ 153200 w 571500"/>
                <a:gd name="csY886" fmla="*/ 380970 h 381000"/>
                <a:gd name="csX887" fmla="*/ 152066 w 571500"/>
                <a:gd name="csY887" fmla="*/ 380970 h 381000"/>
                <a:gd name="csX888" fmla="*/ 150924 w 571500"/>
                <a:gd name="csY888" fmla="*/ 380970 h 381000"/>
                <a:gd name="csX889" fmla="*/ 149790 w 571500"/>
                <a:gd name="csY889" fmla="*/ 380970 h 381000"/>
                <a:gd name="csX890" fmla="*/ 148714 w 571500"/>
                <a:gd name="csY890" fmla="*/ 380970 h 381000"/>
                <a:gd name="csX891" fmla="*/ 147571 w 571500"/>
                <a:gd name="csY891" fmla="*/ 380970 h 381000"/>
                <a:gd name="csX892" fmla="*/ 146428 w 571500"/>
                <a:gd name="csY892" fmla="*/ 380970 h 381000"/>
                <a:gd name="csX893" fmla="*/ 145361 w 571500"/>
                <a:gd name="csY893" fmla="*/ 380970 h 381000"/>
                <a:gd name="csX894" fmla="*/ 144218 w 571500"/>
                <a:gd name="csY894" fmla="*/ 380970 h 381000"/>
                <a:gd name="csX895" fmla="*/ 143075 w 571500"/>
                <a:gd name="csY895" fmla="*/ 380970 h 381000"/>
                <a:gd name="csX896" fmla="*/ 141999 w 571500"/>
                <a:gd name="csY896" fmla="*/ 380970 h 381000"/>
                <a:gd name="csX897" fmla="*/ 140865 w 571500"/>
                <a:gd name="csY897" fmla="*/ 380970 h 381000"/>
                <a:gd name="csX898" fmla="*/ 139722 w 571500"/>
                <a:gd name="csY898" fmla="*/ 380970 h 381000"/>
                <a:gd name="csX899" fmla="*/ 138646 w 571500"/>
                <a:gd name="csY899" fmla="*/ 380970 h 381000"/>
                <a:gd name="csX900" fmla="*/ 137513 w 571500"/>
                <a:gd name="csY900" fmla="*/ 380970 h 381000"/>
                <a:gd name="csX901" fmla="*/ 136369 w 571500"/>
                <a:gd name="csY901" fmla="*/ 380970 h 381000"/>
                <a:gd name="csX902" fmla="*/ 135293 w 571500"/>
                <a:gd name="csY902" fmla="*/ 380970 h 381000"/>
                <a:gd name="csX903" fmla="*/ 134150 w 571500"/>
                <a:gd name="csY903" fmla="*/ 380970 h 381000"/>
                <a:gd name="csX904" fmla="*/ 133016 w 571500"/>
                <a:gd name="csY904" fmla="*/ 380970 h 381000"/>
                <a:gd name="csX905" fmla="*/ 131940 w 571500"/>
                <a:gd name="csY905" fmla="*/ 380970 h 381000"/>
                <a:gd name="csX906" fmla="*/ 130797 w 571500"/>
                <a:gd name="csY906" fmla="*/ 380970 h 381000"/>
                <a:gd name="csX907" fmla="*/ 129664 w 571500"/>
                <a:gd name="csY907" fmla="*/ 380970 h 381000"/>
                <a:gd name="csX908" fmla="*/ 128588 w 571500"/>
                <a:gd name="csY908" fmla="*/ 380970 h 381000"/>
                <a:gd name="csX909" fmla="*/ 127445 w 571500"/>
                <a:gd name="csY909" fmla="*/ 380970 h 381000"/>
                <a:gd name="csX910" fmla="*/ 126302 w 571500"/>
                <a:gd name="csY910" fmla="*/ 380970 h 381000"/>
                <a:gd name="csX911" fmla="*/ 125225 w 571500"/>
                <a:gd name="csY911" fmla="*/ 380970 h 381000"/>
                <a:gd name="csX912" fmla="*/ 124092 w 571500"/>
                <a:gd name="csY912" fmla="*/ 380970 h 381000"/>
                <a:gd name="csX913" fmla="*/ 122948 w 571500"/>
                <a:gd name="csY913" fmla="*/ 380970 h 381000"/>
                <a:gd name="csX914" fmla="*/ 121872 w 571500"/>
                <a:gd name="csY914" fmla="*/ 380970 h 381000"/>
                <a:gd name="csX915" fmla="*/ 120739 w 571500"/>
                <a:gd name="csY915" fmla="*/ 380970 h 381000"/>
                <a:gd name="csX916" fmla="*/ 119596 w 571500"/>
                <a:gd name="csY916" fmla="*/ 380970 h 381000"/>
                <a:gd name="csX917" fmla="*/ 118520 w 571500"/>
                <a:gd name="csY917" fmla="*/ 380970 h 381000"/>
                <a:gd name="csX918" fmla="*/ 117386 w 571500"/>
                <a:gd name="csY918" fmla="*/ 380970 h 381000"/>
                <a:gd name="csX919" fmla="*/ 116243 w 571500"/>
                <a:gd name="csY919" fmla="*/ 380970 h 381000"/>
                <a:gd name="csX920" fmla="*/ 115167 w 571500"/>
                <a:gd name="csY920" fmla="*/ 380970 h 381000"/>
                <a:gd name="csX921" fmla="*/ 114024 w 571500"/>
                <a:gd name="csY921" fmla="*/ 380970 h 381000"/>
                <a:gd name="csX922" fmla="*/ 112890 w 571500"/>
                <a:gd name="csY922" fmla="*/ 380970 h 381000"/>
                <a:gd name="csX923" fmla="*/ 111814 w 571500"/>
                <a:gd name="csY923" fmla="*/ 380970 h 381000"/>
                <a:gd name="csX924" fmla="*/ 110671 w 571500"/>
                <a:gd name="csY924" fmla="*/ 380970 h 381000"/>
                <a:gd name="csX925" fmla="*/ 109538 w 571500"/>
                <a:gd name="csY925" fmla="*/ 380970 h 381000"/>
                <a:gd name="csX926" fmla="*/ 108461 w 571500"/>
                <a:gd name="csY926" fmla="*/ 380970 h 381000"/>
                <a:gd name="csX927" fmla="*/ 107318 w 571500"/>
                <a:gd name="csY927" fmla="*/ 380970 h 381000"/>
                <a:gd name="csX928" fmla="*/ 106175 w 571500"/>
                <a:gd name="csY928" fmla="*/ 380970 h 381000"/>
                <a:gd name="csX929" fmla="*/ 105108 w 571500"/>
                <a:gd name="csY929" fmla="*/ 380970 h 381000"/>
                <a:gd name="csX930" fmla="*/ 103965 w 571500"/>
                <a:gd name="csY930" fmla="*/ 380970 h 381000"/>
                <a:gd name="csX931" fmla="*/ 102822 w 571500"/>
                <a:gd name="csY931" fmla="*/ 380970 h 381000"/>
                <a:gd name="csX932" fmla="*/ 101746 w 571500"/>
                <a:gd name="csY932" fmla="*/ 380970 h 381000"/>
                <a:gd name="csX933" fmla="*/ 100613 w 571500"/>
                <a:gd name="csY933" fmla="*/ 380970 h 381000"/>
                <a:gd name="csX934" fmla="*/ 99470 w 571500"/>
                <a:gd name="csY934" fmla="*/ 380970 h 381000"/>
                <a:gd name="csX935" fmla="*/ 98393 w 571500"/>
                <a:gd name="csY935" fmla="*/ 380970 h 381000"/>
                <a:gd name="csX936" fmla="*/ 97260 w 571500"/>
                <a:gd name="csY936" fmla="*/ 380970 h 381000"/>
                <a:gd name="csX937" fmla="*/ 96117 w 571500"/>
                <a:gd name="csY937" fmla="*/ 380970 h 381000"/>
                <a:gd name="csX938" fmla="*/ 95040 w 571500"/>
                <a:gd name="csY938" fmla="*/ 380970 h 381000"/>
                <a:gd name="csX939" fmla="*/ 93897 w 571500"/>
                <a:gd name="csY939" fmla="*/ 380970 h 381000"/>
                <a:gd name="csX940" fmla="*/ 92764 w 571500"/>
                <a:gd name="csY940" fmla="*/ 380970 h 381000"/>
                <a:gd name="csX941" fmla="*/ 91688 w 571500"/>
                <a:gd name="csY941" fmla="*/ 380970 h 381000"/>
                <a:gd name="csX942" fmla="*/ 90545 w 571500"/>
                <a:gd name="csY942" fmla="*/ 380970 h 381000"/>
                <a:gd name="csX943" fmla="*/ 89411 w 571500"/>
                <a:gd name="csY943" fmla="*/ 380970 h 381000"/>
                <a:gd name="csX944" fmla="*/ 88335 w 571500"/>
                <a:gd name="csY944" fmla="*/ 380970 h 381000"/>
                <a:gd name="csX945" fmla="*/ 87192 w 571500"/>
                <a:gd name="csY945" fmla="*/ 380970 h 381000"/>
                <a:gd name="csX946" fmla="*/ 86058 w 571500"/>
                <a:gd name="csY946" fmla="*/ 380970 h 381000"/>
                <a:gd name="csX947" fmla="*/ 84982 w 571500"/>
                <a:gd name="csY947" fmla="*/ 380970 h 381000"/>
                <a:gd name="csX948" fmla="*/ 83839 w 571500"/>
                <a:gd name="csY948" fmla="*/ 380970 h 381000"/>
                <a:gd name="csX949" fmla="*/ 82696 w 571500"/>
                <a:gd name="csY949" fmla="*/ 380970 h 381000"/>
                <a:gd name="csX950" fmla="*/ 81620 w 571500"/>
                <a:gd name="csY950" fmla="*/ 380970 h 381000"/>
                <a:gd name="csX951" fmla="*/ 80487 w 571500"/>
                <a:gd name="csY951" fmla="*/ 380970 h 381000"/>
                <a:gd name="csX952" fmla="*/ 79343 w 571500"/>
                <a:gd name="csY952" fmla="*/ 380970 h 381000"/>
                <a:gd name="csX953" fmla="*/ 78267 w 571500"/>
                <a:gd name="csY953" fmla="*/ 380970 h 381000"/>
                <a:gd name="csX954" fmla="*/ 77133 w 571500"/>
                <a:gd name="csY954" fmla="*/ 380970 h 381000"/>
                <a:gd name="csX955" fmla="*/ 75990 w 571500"/>
                <a:gd name="csY955" fmla="*/ 380970 h 381000"/>
                <a:gd name="csX956" fmla="*/ 74847 w 571500"/>
                <a:gd name="csY956" fmla="*/ 380970 h 381000"/>
                <a:gd name="csX957" fmla="*/ 73781 w 571500"/>
                <a:gd name="csY957" fmla="*/ 380970 h 381000"/>
                <a:gd name="csX958" fmla="*/ 72638 w 571500"/>
                <a:gd name="csY958" fmla="*/ 380970 h 381000"/>
                <a:gd name="csX959" fmla="*/ 71495 w 571500"/>
                <a:gd name="csY959" fmla="*/ 380970 h 381000"/>
                <a:gd name="csX960" fmla="*/ 70419 w 571500"/>
                <a:gd name="csY960" fmla="*/ 380970 h 381000"/>
                <a:gd name="csX961" fmla="*/ 69285 w 571500"/>
                <a:gd name="csY961" fmla="*/ 380970 h 381000"/>
                <a:gd name="csX962" fmla="*/ 68142 w 571500"/>
                <a:gd name="csY962" fmla="*/ 380970 h 381000"/>
                <a:gd name="csX963" fmla="*/ 67066 w 571500"/>
                <a:gd name="csY963" fmla="*/ 380970 h 381000"/>
                <a:gd name="csX964" fmla="*/ 65932 w 571500"/>
                <a:gd name="csY964" fmla="*/ 380970 h 381000"/>
                <a:gd name="csX965" fmla="*/ 64789 w 571500"/>
                <a:gd name="csY965" fmla="*/ 380970 h 381000"/>
                <a:gd name="csX966" fmla="*/ 63713 w 571500"/>
                <a:gd name="csY966" fmla="*/ 380970 h 381000"/>
                <a:gd name="csX967" fmla="*/ 62570 w 571500"/>
                <a:gd name="csY967" fmla="*/ 380970 h 381000"/>
                <a:gd name="csX968" fmla="*/ 61437 w 571500"/>
                <a:gd name="csY968" fmla="*/ 380970 h 381000"/>
                <a:gd name="csX969" fmla="*/ 60360 w 571500"/>
                <a:gd name="csY969" fmla="*/ 380970 h 381000"/>
                <a:gd name="csX970" fmla="*/ 59217 w 571500"/>
                <a:gd name="csY970" fmla="*/ 380970 h 381000"/>
                <a:gd name="csX971" fmla="*/ 58083 w 571500"/>
                <a:gd name="csY971" fmla="*/ 380970 h 381000"/>
                <a:gd name="csX972" fmla="*/ 57007 w 571500"/>
                <a:gd name="csY972" fmla="*/ 380970 h 381000"/>
                <a:gd name="csX973" fmla="*/ 55864 w 571500"/>
                <a:gd name="csY973" fmla="*/ 380970 h 381000"/>
                <a:gd name="csX974" fmla="*/ 54721 w 571500"/>
                <a:gd name="csY974" fmla="*/ 380970 h 381000"/>
                <a:gd name="csX975" fmla="*/ 53654 w 571500"/>
                <a:gd name="csY975" fmla="*/ 380970 h 381000"/>
                <a:gd name="csX976" fmla="*/ 52512 w 571500"/>
                <a:gd name="csY976" fmla="*/ 380970 h 381000"/>
                <a:gd name="csX977" fmla="*/ 51369 w 571500"/>
                <a:gd name="csY977" fmla="*/ 380970 h 381000"/>
                <a:gd name="csX978" fmla="*/ 50292 w 571500"/>
                <a:gd name="csY978" fmla="*/ 380970 h 381000"/>
                <a:gd name="csX979" fmla="*/ 49159 w 571500"/>
                <a:gd name="csY979" fmla="*/ 380970 h 381000"/>
                <a:gd name="csX980" fmla="*/ 48016 w 571500"/>
                <a:gd name="csY980" fmla="*/ 380970 h 381000"/>
                <a:gd name="csX981" fmla="*/ 46939 w 571500"/>
                <a:gd name="csY981" fmla="*/ 380970 h 381000"/>
                <a:gd name="csX982" fmla="*/ 45806 w 571500"/>
                <a:gd name="csY982" fmla="*/ 380970 h 381000"/>
                <a:gd name="csX983" fmla="*/ 44663 w 571500"/>
                <a:gd name="csY983" fmla="*/ 380970 h 381000"/>
                <a:gd name="csX984" fmla="*/ 43586 w 571500"/>
                <a:gd name="csY984" fmla="*/ 380970 h 381000"/>
                <a:gd name="csX985" fmla="*/ 42444 w 571500"/>
                <a:gd name="csY985" fmla="*/ 380970 h 381000"/>
                <a:gd name="csX986" fmla="*/ 41310 w 571500"/>
                <a:gd name="csY986" fmla="*/ 380970 h 381000"/>
                <a:gd name="csX987" fmla="*/ 40234 w 571500"/>
                <a:gd name="csY987" fmla="*/ 380970 h 381000"/>
                <a:gd name="csX988" fmla="*/ 39091 w 571500"/>
                <a:gd name="csY988" fmla="*/ 380970 h 381000"/>
                <a:gd name="csX989" fmla="*/ 37957 w 571500"/>
                <a:gd name="csY989" fmla="*/ 380970 h 381000"/>
                <a:gd name="csX990" fmla="*/ 36881 w 571500"/>
                <a:gd name="csY990" fmla="*/ 380970 h 381000"/>
                <a:gd name="csX991" fmla="*/ 35738 w 571500"/>
                <a:gd name="csY991" fmla="*/ 380970 h 381000"/>
                <a:gd name="csX992" fmla="*/ 34604 w 571500"/>
                <a:gd name="csY992" fmla="*/ 380970 h 381000"/>
                <a:gd name="csX993" fmla="*/ 33528 w 571500"/>
                <a:gd name="csY993" fmla="*/ 380970 h 381000"/>
                <a:gd name="csX994" fmla="*/ 32385 w 571500"/>
                <a:gd name="csY994" fmla="*/ 380970 h 381000"/>
                <a:gd name="csX995" fmla="*/ 31242 w 571500"/>
                <a:gd name="csY995" fmla="*/ 380970 h 381000"/>
                <a:gd name="csX996" fmla="*/ 30166 w 571500"/>
                <a:gd name="csY996" fmla="*/ 380970 h 381000"/>
                <a:gd name="csX997" fmla="*/ 29032 w 571500"/>
                <a:gd name="csY997" fmla="*/ 380970 h 381000"/>
                <a:gd name="csX998" fmla="*/ 27889 w 571500"/>
                <a:gd name="csY998" fmla="*/ 380970 h 381000"/>
                <a:gd name="csX999" fmla="*/ 26813 w 571500"/>
                <a:gd name="csY999" fmla="*/ 380970 h 381000"/>
                <a:gd name="csX1000" fmla="*/ 25679 w 571500"/>
                <a:gd name="csY1000" fmla="*/ 380970 h 381000"/>
                <a:gd name="csX1001" fmla="*/ 24536 w 571500"/>
                <a:gd name="csY1001" fmla="*/ 380970 h 381000"/>
                <a:gd name="csX1002" fmla="*/ 23460 w 571500"/>
                <a:gd name="csY1002" fmla="*/ 380970 h 381000"/>
                <a:gd name="csX1003" fmla="*/ 22327 w 571500"/>
                <a:gd name="csY1003" fmla="*/ 380970 h 381000"/>
                <a:gd name="csX1004" fmla="*/ 21184 w 571500"/>
                <a:gd name="csY1004" fmla="*/ 380970 h 381000"/>
                <a:gd name="csX1005" fmla="*/ 20107 w 571500"/>
                <a:gd name="csY1005" fmla="*/ 380970 h 381000"/>
                <a:gd name="csX1006" fmla="*/ 18964 w 571500"/>
                <a:gd name="csY1006" fmla="*/ 380970 h 381000"/>
                <a:gd name="csX1007" fmla="*/ 17831 w 571500"/>
                <a:gd name="csY1007" fmla="*/ 380970 h 381000"/>
                <a:gd name="csX1008" fmla="*/ 16754 w 571500"/>
                <a:gd name="csY1008" fmla="*/ 380970 h 381000"/>
                <a:gd name="csX1009" fmla="*/ 15611 w 571500"/>
                <a:gd name="csY1009" fmla="*/ 380970 h 381000"/>
                <a:gd name="csX1010" fmla="*/ 14478 w 571500"/>
                <a:gd name="csY1010" fmla="*/ 380970 h 381000"/>
                <a:gd name="csX1011" fmla="*/ 13402 w 571500"/>
                <a:gd name="csY1011" fmla="*/ 380970 h 381000"/>
                <a:gd name="csX1012" fmla="*/ 12259 w 571500"/>
                <a:gd name="csY1012" fmla="*/ 380970 h 381000"/>
                <a:gd name="csX1013" fmla="*/ 11116 w 571500"/>
                <a:gd name="csY1013" fmla="*/ 380970 h 381000"/>
                <a:gd name="csX1014" fmla="*/ 10049 w 571500"/>
                <a:gd name="csY1014" fmla="*/ 380970 h 381000"/>
                <a:gd name="csX1015" fmla="*/ 8906 w 571500"/>
                <a:gd name="csY1015" fmla="*/ 380970 h 381000"/>
                <a:gd name="csX1016" fmla="*/ 7763 w 571500"/>
                <a:gd name="csY1016" fmla="*/ 380970 h 381000"/>
                <a:gd name="csX1017" fmla="*/ 6686 w 571500"/>
                <a:gd name="csY1017" fmla="*/ 380970 h 381000"/>
                <a:gd name="csX1018" fmla="*/ 5553 w 571500"/>
                <a:gd name="csY1018" fmla="*/ 380970 h 381000"/>
                <a:gd name="csX1019" fmla="*/ 4410 w 571500"/>
                <a:gd name="csY1019" fmla="*/ 380970 h 381000"/>
                <a:gd name="csX1020" fmla="*/ 3334 w 571500"/>
                <a:gd name="csY1020" fmla="*/ 380970 h 381000"/>
                <a:gd name="csX1021" fmla="*/ 2200 w 571500"/>
                <a:gd name="csY1021" fmla="*/ 380970 h 381000"/>
                <a:gd name="csX1022" fmla="*/ 1057 w 571500"/>
                <a:gd name="csY1022" fmla="*/ 380970 h 381000"/>
                <a:gd name="csX1023" fmla="*/ -19 w 57150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381000">
                  <a:moveTo>
                    <a:pt x="-19" y="378617"/>
                  </a:moveTo>
                  <a:lnTo>
                    <a:pt x="1057" y="378179"/>
                  </a:lnTo>
                  <a:lnTo>
                    <a:pt x="2200" y="377607"/>
                  </a:lnTo>
                  <a:lnTo>
                    <a:pt x="3334" y="376903"/>
                  </a:lnTo>
                  <a:lnTo>
                    <a:pt x="4410" y="376074"/>
                  </a:lnTo>
                  <a:lnTo>
                    <a:pt x="5553" y="375122"/>
                  </a:lnTo>
                  <a:lnTo>
                    <a:pt x="6686" y="374045"/>
                  </a:lnTo>
                  <a:lnTo>
                    <a:pt x="7763" y="372779"/>
                  </a:lnTo>
                  <a:lnTo>
                    <a:pt x="8906" y="371312"/>
                  </a:lnTo>
                  <a:lnTo>
                    <a:pt x="10049" y="369664"/>
                  </a:lnTo>
                  <a:lnTo>
                    <a:pt x="11116" y="367692"/>
                  </a:lnTo>
                  <a:lnTo>
                    <a:pt x="12259" y="365406"/>
                  </a:lnTo>
                  <a:lnTo>
                    <a:pt x="13402" y="362930"/>
                  </a:lnTo>
                  <a:lnTo>
                    <a:pt x="14478" y="360072"/>
                  </a:lnTo>
                  <a:lnTo>
                    <a:pt x="15611" y="356958"/>
                  </a:lnTo>
                  <a:lnTo>
                    <a:pt x="16754" y="353338"/>
                  </a:lnTo>
                  <a:lnTo>
                    <a:pt x="17831" y="349271"/>
                  </a:lnTo>
                  <a:lnTo>
                    <a:pt x="18964" y="344823"/>
                  </a:lnTo>
                  <a:lnTo>
                    <a:pt x="20107" y="339927"/>
                  </a:lnTo>
                  <a:lnTo>
                    <a:pt x="21184" y="334526"/>
                  </a:lnTo>
                  <a:lnTo>
                    <a:pt x="22327" y="328554"/>
                  </a:lnTo>
                  <a:lnTo>
                    <a:pt x="23460" y="322077"/>
                  </a:lnTo>
                  <a:lnTo>
                    <a:pt x="24536" y="315029"/>
                  </a:lnTo>
                  <a:lnTo>
                    <a:pt x="25679" y="307466"/>
                  </a:lnTo>
                  <a:lnTo>
                    <a:pt x="26813" y="299331"/>
                  </a:lnTo>
                  <a:lnTo>
                    <a:pt x="27889" y="290502"/>
                  </a:lnTo>
                  <a:lnTo>
                    <a:pt x="29032" y="281158"/>
                  </a:lnTo>
                  <a:lnTo>
                    <a:pt x="30166" y="271252"/>
                  </a:lnTo>
                  <a:lnTo>
                    <a:pt x="31242" y="260898"/>
                  </a:lnTo>
                  <a:lnTo>
                    <a:pt x="32385" y="249963"/>
                  </a:lnTo>
                  <a:lnTo>
                    <a:pt x="33528" y="238533"/>
                  </a:lnTo>
                  <a:lnTo>
                    <a:pt x="34604" y="226656"/>
                  </a:lnTo>
                  <a:lnTo>
                    <a:pt x="35738" y="214387"/>
                  </a:lnTo>
                  <a:lnTo>
                    <a:pt x="36881" y="201814"/>
                  </a:lnTo>
                  <a:lnTo>
                    <a:pt x="37957" y="188975"/>
                  </a:lnTo>
                  <a:lnTo>
                    <a:pt x="39091" y="175954"/>
                  </a:lnTo>
                  <a:lnTo>
                    <a:pt x="40234" y="162743"/>
                  </a:lnTo>
                  <a:lnTo>
                    <a:pt x="41310" y="149589"/>
                  </a:lnTo>
                  <a:lnTo>
                    <a:pt x="42444" y="136435"/>
                  </a:lnTo>
                  <a:lnTo>
                    <a:pt x="43586" y="123347"/>
                  </a:lnTo>
                  <a:lnTo>
                    <a:pt x="44663" y="110574"/>
                  </a:lnTo>
                  <a:lnTo>
                    <a:pt x="45806" y="98125"/>
                  </a:lnTo>
                  <a:lnTo>
                    <a:pt x="46939" y="86123"/>
                  </a:lnTo>
                  <a:lnTo>
                    <a:pt x="48016" y="74493"/>
                  </a:lnTo>
                  <a:lnTo>
                    <a:pt x="49159" y="63502"/>
                  </a:lnTo>
                  <a:lnTo>
                    <a:pt x="50292" y="53205"/>
                  </a:lnTo>
                  <a:lnTo>
                    <a:pt x="51369" y="43747"/>
                  </a:lnTo>
                  <a:lnTo>
                    <a:pt x="52512" y="35041"/>
                  </a:lnTo>
                  <a:lnTo>
                    <a:pt x="53654" y="27164"/>
                  </a:lnTo>
                  <a:lnTo>
                    <a:pt x="54721" y="20106"/>
                  </a:lnTo>
                  <a:lnTo>
                    <a:pt x="55864" y="14267"/>
                  </a:lnTo>
                  <a:lnTo>
                    <a:pt x="57007" y="9371"/>
                  </a:lnTo>
                  <a:lnTo>
                    <a:pt x="58083" y="5495"/>
                  </a:lnTo>
                  <a:lnTo>
                    <a:pt x="59217" y="2637"/>
                  </a:lnTo>
                  <a:lnTo>
                    <a:pt x="60360" y="665"/>
                  </a:lnTo>
                  <a:lnTo>
                    <a:pt x="61437" y="-30"/>
                  </a:lnTo>
                  <a:lnTo>
                    <a:pt x="62570" y="285"/>
                  </a:lnTo>
                  <a:lnTo>
                    <a:pt x="63713" y="1494"/>
                  </a:lnTo>
                  <a:lnTo>
                    <a:pt x="64789" y="3590"/>
                  </a:lnTo>
                  <a:lnTo>
                    <a:pt x="65932" y="6580"/>
                  </a:lnTo>
                  <a:lnTo>
                    <a:pt x="67066" y="10514"/>
                  </a:lnTo>
                  <a:lnTo>
                    <a:pt x="68142" y="15277"/>
                  </a:lnTo>
                  <a:lnTo>
                    <a:pt x="69285" y="20677"/>
                  </a:lnTo>
                  <a:lnTo>
                    <a:pt x="70419" y="26650"/>
                  </a:lnTo>
                  <a:lnTo>
                    <a:pt x="71495" y="33260"/>
                  </a:lnTo>
                  <a:lnTo>
                    <a:pt x="72638" y="40375"/>
                  </a:lnTo>
                  <a:lnTo>
                    <a:pt x="73781" y="47938"/>
                  </a:lnTo>
                  <a:lnTo>
                    <a:pt x="74847" y="55882"/>
                  </a:lnTo>
                  <a:lnTo>
                    <a:pt x="75990" y="64007"/>
                  </a:lnTo>
                  <a:lnTo>
                    <a:pt x="77133" y="72398"/>
                  </a:lnTo>
                  <a:lnTo>
                    <a:pt x="78267" y="80971"/>
                  </a:lnTo>
                  <a:lnTo>
                    <a:pt x="79343" y="89610"/>
                  </a:lnTo>
                  <a:lnTo>
                    <a:pt x="80487" y="98249"/>
                  </a:lnTo>
                  <a:lnTo>
                    <a:pt x="81620" y="106898"/>
                  </a:lnTo>
                  <a:lnTo>
                    <a:pt x="82696" y="115470"/>
                  </a:lnTo>
                  <a:lnTo>
                    <a:pt x="83839" y="123919"/>
                  </a:lnTo>
                  <a:lnTo>
                    <a:pt x="84982" y="132244"/>
                  </a:lnTo>
                  <a:lnTo>
                    <a:pt x="86058" y="140311"/>
                  </a:lnTo>
                  <a:lnTo>
                    <a:pt x="87192" y="148255"/>
                  </a:lnTo>
                  <a:lnTo>
                    <a:pt x="88335" y="155942"/>
                  </a:lnTo>
                  <a:lnTo>
                    <a:pt x="89411" y="163372"/>
                  </a:lnTo>
                  <a:lnTo>
                    <a:pt x="90545" y="170486"/>
                  </a:lnTo>
                  <a:lnTo>
                    <a:pt x="91688" y="177412"/>
                  </a:lnTo>
                  <a:lnTo>
                    <a:pt x="92764" y="184022"/>
                  </a:lnTo>
                  <a:lnTo>
                    <a:pt x="93897" y="190442"/>
                  </a:lnTo>
                  <a:lnTo>
                    <a:pt x="95040" y="196471"/>
                  </a:lnTo>
                  <a:lnTo>
                    <a:pt x="96117" y="202319"/>
                  </a:lnTo>
                  <a:lnTo>
                    <a:pt x="97260" y="207843"/>
                  </a:lnTo>
                  <a:lnTo>
                    <a:pt x="98393" y="213187"/>
                  </a:lnTo>
                  <a:lnTo>
                    <a:pt x="99470" y="218264"/>
                  </a:lnTo>
                  <a:lnTo>
                    <a:pt x="100613" y="223093"/>
                  </a:lnTo>
                  <a:lnTo>
                    <a:pt x="101746" y="227732"/>
                  </a:lnTo>
                  <a:lnTo>
                    <a:pt x="102822" y="232113"/>
                  </a:lnTo>
                  <a:lnTo>
                    <a:pt x="103965" y="236371"/>
                  </a:lnTo>
                  <a:lnTo>
                    <a:pt x="105108" y="240438"/>
                  </a:lnTo>
                  <a:lnTo>
                    <a:pt x="106175" y="244315"/>
                  </a:lnTo>
                  <a:lnTo>
                    <a:pt x="107318" y="248001"/>
                  </a:lnTo>
                  <a:lnTo>
                    <a:pt x="108461" y="251554"/>
                  </a:lnTo>
                  <a:lnTo>
                    <a:pt x="109538" y="254983"/>
                  </a:lnTo>
                  <a:lnTo>
                    <a:pt x="110671" y="258288"/>
                  </a:lnTo>
                  <a:lnTo>
                    <a:pt x="111814" y="261469"/>
                  </a:lnTo>
                  <a:lnTo>
                    <a:pt x="112890" y="264584"/>
                  </a:lnTo>
                  <a:lnTo>
                    <a:pt x="114024" y="267498"/>
                  </a:lnTo>
                  <a:lnTo>
                    <a:pt x="115167" y="270366"/>
                  </a:lnTo>
                  <a:lnTo>
                    <a:pt x="116243" y="273157"/>
                  </a:lnTo>
                  <a:lnTo>
                    <a:pt x="117386" y="275824"/>
                  </a:lnTo>
                  <a:lnTo>
                    <a:pt x="118520" y="278433"/>
                  </a:lnTo>
                  <a:lnTo>
                    <a:pt x="119596" y="280910"/>
                  </a:lnTo>
                  <a:lnTo>
                    <a:pt x="120739" y="283320"/>
                  </a:lnTo>
                  <a:lnTo>
                    <a:pt x="121872" y="285672"/>
                  </a:lnTo>
                  <a:lnTo>
                    <a:pt x="122948" y="287958"/>
                  </a:lnTo>
                  <a:lnTo>
                    <a:pt x="124092" y="290187"/>
                  </a:lnTo>
                  <a:lnTo>
                    <a:pt x="125225" y="292283"/>
                  </a:lnTo>
                  <a:lnTo>
                    <a:pt x="126302" y="294311"/>
                  </a:lnTo>
                  <a:lnTo>
                    <a:pt x="127445" y="296283"/>
                  </a:lnTo>
                  <a:lnTo>
                    <a:pt x="128588" y="298188"/>
                  </a:lnTo>
                  <a:lnTo>
                    <a:pt x="129664" y="300027"/>
                  </a:lnTo>
                  <a:lnTo>
                    <a:pt x="130797" y="301808"/>
                  </a:lnTo>
                  <a:lnTo>
                    <a:pt x="131940" y="303465"/>
                  </a:lnTo>
                  <a:lnTo>
                    <a:pt x="133016" y="305113"/>
                  </a:lnTo>
                  <a:lnTo>
                    <a:pt x="134150" y="306637"/>
                  </a:lnTo>
                  <a:lnTo>
                    <a:pt x="135293" y="308161"/>
                  </a:lnTo>
                  <a:lnTo>
                    <a:pt x="136369" y="309561"/>
                  </a:lnTo>
                  <a:lnTo>
                    <a:pt x="137513" y="310961"/>
                  </a:lnTo>
                  <a:lnTo>
                    <a:pt x="138646" y="312228"/>
                  </a:lnTo>
                  <a:lnTo>
                    <a:pt x="139722" y="313504"/>
                  </a:lnTo>
                  <a:lnTo>
                    <a:pt x="140865" y="314705"/>
                  </a:lnTo>
                  <a:lnTo>
                    <a:pt x="141999" y="315848"/>
                  </a:lnTo>
                  <a:lnTo>
                    <a:pt x="143075" y="316933"/>
                  </a:lnTo>
                  <a:lnTo>
                    <a:pt x="144218" y="318010"/>
                  </a:lnTo>
                  <a:lnTo>
                    <a:pt x="145361" y="319029"/>
                  </a:lnTo>
                  <a:lnTo>
                    <a:pt x="146428" y="319981"/>
                  </a:lnTo>
                  <a:lnTo>
                    <a:pt x="147571" y="320934"/>
                  </a:lnTo>
                  <a:lnTo>
                    <a:pt x="148714" y="321820"/>
                  </a:lnTo>
                  <a:lnTo>
                    <a:pt x="149790" y="322715"/>
                  </a:lnTo>
                  <a:lnTo>
                    <a:pt x="150924" y="323601"/>
                  </a:lnTo>
                  <a:lnTo>
                    <a:pt x="152066" y="324430"/>
                  </a:lnTo>
                  <a:lnTo>
                    <a:pt x="153200" y="325249"/>
                  </a:lnTo>
                  <a:lnTo>
                    <a:pt x="154276" y="326011"/>
                  </a:lnTo>
                  <a:lnTo>
                    <a:pt x="155419" y="326840"/>
                  </a:lnTo>
                  <a:lnTo>
                    <a:pt x="156563" y="327601"/>
                  </a:lnTo>
                  <a:lnTo>
                    <a:pt x="157639" y="328363"/>
                  </a:lnTo>
                  <a:lnTo>
                    <a:pt x="158772" y="329126"/>
                  </a:lnTo>
                  <a:lnTo>
                    <a:pt x="159915" y="329888"/>
                  </a:lnTo>
                  <a:lnTo>
                    <a:pt x="160992" y="330649"/>
                  </a:lnTo>
                  <a:lnTo>
                    <a:pt x="162125" y="331411"/>
                  </a:lnTo>
                  <a:lnTo>
                    <a:pt x="163268" y="332174"/>
                  </a:lnTo>
                  <a:lnTo>
                    <a:pt x="164344" y="332945"/>
                  </a:lnTo>
                  <a:lnTo>
                    <a:pt x="165478" y="333640"/>
                  </a:lnTo>
                  <a:lnTo>
                    <a:pt x="166621" y="334403"/>
                  </a:lnTo>
                  <a:lnTo>
                    <a:pt x="167697" y="335164"/>
                  </a:lnTo>
                  <a:lnTo>
                    <a:pt x="168840" y="335926"/>
                  </a:lnTo>
                  <a:lnTo>
                    <a:pt x="169974" y="336622"/>
                  </a:lnTo>
                  <a:lnTo>
                    <a:pt x="171050" y="337384"/>
                  </a:lnTo>
                  <a:lnTo>
                    <a:pt x="172193" y="338088"/>
                  </a:lnTo>
                  <a:lnTo>
                    <a:pt x="173326" y="338850"/>
                  </a:lnTo>
                  <a:lnTo>
                    <a:pt x="174403" y="339546"/>
                  </a:lnTo>
                  <a:lnTo>
                    <a:pt x="175546" y="340250"/>
                  </a:lnTo>
                  <a:lnTo>
                    <a:pt x="176689" y="340946"/>
                  </a:lnTo>
                  <a:lnTo>
                    <a:pt x="177756" y="341641"/>
                  </a:lnTo>
                  <a:lnTo>
                    <a:pt x="178899" y="342346"/>
                  </a:lnTo>
                  <a:lnTo>
                    <a:pt x="180042" y="342975"/>
                  </a:lnTo>
                  <a:lnTo>
                    <a:pt x="181118" y="343680"/>
                  </a:lnTo>
                  <a:lnTo>
                    <a:pt x="182251" y="344308"/>
                  </a:lnTo>
                  <a:lnTo>
                    <a:pt x="183394" y="344947"/>
                  </a:lnTo>
                  <a:lnTo>
                    <a:pt x="184471" y="345584"/>
                  </a:lnTo>
                  <a:lnTo>
                    <a:pt x="185604" y="346223"/>
                  </a:lnTo>
                  <a:lnTo>
                    <a:pt x="186747" y="346852"/>
                  </a:lnTo>
                  <a:lnTo>
                    <a:pt x="187824" y="347423"/>
                  </a:lnTo>
                  <a:lnTo>
                    <a:pt x="188967" y="348061"/>
                  </a:lnTo>
                  <a:lnTo>
                    <a:pt x="190100" y="348632"/>
                  </a:lnTo>
                  <a:lnTo>
                    <a:pt x="191176" y="349204"/>
                  </a:lnTo>
                  <a:lnTo>
                    <a:pt x="192319" y="349775"/>
                  </a:lnTo>
                  <a:lnTo>
                    <a:pt x="193453" y="350347"/>
                  </a:lnTo>
                  <a:lnTo>
                    <a:pt x="194529" y="350918"/>
                  </a:lnTo>
                  <a:lnTo>
                    <a:pt x="195672" y="351424"/>
                  </a:lnTo>
                  <a:lnTo>
                    <a:pt x="196806" y="351995"/>
                  </a:lnTo>
                  <a:lnTo>
                    <a:pt x="197882" y="352510"/>
                  </a:lnTo>
                  <a:lnTo>
                    <a:pt x="199025" y="353014"/>
                  </a:lnTo>
                  <a:lnTo>
                    <a:pt x="200168" y="353529"/>
                  </a:lnTo>
                  <a:lnTo>
                    <a:pt x="201244" y="354033"/>
                  </a:lnTo>
                  <a:lnTo>
                    <a:pt x="202378" y="354538"/>
                  </a:lnTo>
                  <a:lnTo>
                    <a:pt x="203521" y="355052"/>
                  </a:lnTo>
                  <a:lnTo>
                    <a:pt x="204597" y="355491"/>
                  </a:lnTo>
                  <a:lnTo>
                    <a:pt x="205731" y="355938"/>
                  </a:lnTo>
                  <a:lnTo>
                    <a:pt x="206874" y="356386"/>
                  </a:lnTo>
                  <a:lnTo>
                    <a:pt x="207950" y="356824"/>
                  </a:lnTo>
                  <a:lnTo>
                    <a:pt x="209093" y="357272"/>
                  </a:lnTo>
                  <a:lnTo>
                    <a:pt x="210226" y="357653"/>
                  </a:lnTo>
                  <a:lnTo>
                    <a:pt x="211302" y="357977"/>
                  </a:lnTo>
                  <a:lnTo>
                    <a:pt x="212446" y="358357"/>
                  </a:lnTo>
                  <a:lnTo>
                    <a:pt x="213579" y="358672"/>
                  </a:lnTo>
                  <a:lnTo>
                    <a:pt x="214656" y="358986"/>
                  </a:lnTo>
                  <a:lnTo>
                    <a:pt x="215799" y="359243"/>
                  </a:lnTo>
                  <a:lnTo>
                    <a:pt x="216932" y="359500"/>
                  </a:lnTo>
                  <a:lnTo>
                    <a:pt x="218008" y="359748"/>
                  </a:lnTo>
                  <a:lnTo>
                    <a:pt x="219151" y="359939"/>
                  </a:lnTo>
                  <a:lnTo>
                    <a:pt x="220294" y="360129"/>
                  </a:lnTo>
                  <a:lnTo>
                    <a:pt x="221370" y="360263"/>
                  </a:lnTo>
                  <a:lnTo>
                    <a:pt x="222504" y="360386"/>
                  </a:lnTo>
                  <a:lnTo>
                    <a:pt x="223647" y="360510"/>
                  </a:lnTo>
                  <a:lnTo>
                    <a:pt x="224723" y="360577"/>
                  </a:lnTo>
                  <a:lnTo>
                    <a:pt x="225857" y="360644"/>
                  </a:lnTo>
                  <a:lnTo>
                    <a:pt x="227000" y="360701"/>
                  </a:lnTo>
                  <a:lnTo>
                    <a:pt x="228076" y="360701"/>
                  </a:lnTo>
                  <a:lnTo>
                    <a:pt x="229209" y="360701"/>
                  </a:lnTo>
                  <a:lnTo>
                    <a:pt x="230352" y="360768"/>
                  </a:lnTo>
                  <a:lnTo>
                    <a:pt x="231496" y="360701"/>
                  </a:lnTo>
                  <a:lnTo>
                    <a:pt x="232572" y="360701"/>
                  </a:lnTo>
                  <a:lnTo>
                    <a:pt x="233706" y="360701"/>
                  </a:lnTo>
                  <a:lnTo>
                    <a:pt x="234849" y="360701"/>
                  </a:lnTo>
                  <a:lnTo>
                    <a:pt x="235925" y="360644"/>
                  </a:lnTo>
                  <a:lnTo>
                    <a:pt x="237058" y="360644"/>
                  </a:lnTo>
                  <a:lnTo>
                    <a:pt x="238201" y="360644"/>
                  </a:lnTo>
                  <a:lnTo>
                    <a:pt x="239277" y="360577"/>
                  </a:lnTo>
                  <a:lnTo>
                    <a:pt x="240420" y="360577"/>
                  </a:lnTo>
                  <a:lnTo>
                    <a:pt x="241554" y="360577"/>
                  </a:lnTo>
                  <a:lnTo>
                    <a:pt x="242630" y="360644"/>
                  </a:lnTo>
                  <a:lnTo>
                    <a:pt x="243773" y="360644"/>
                  </a:lnTo>
                  <a:lnTo>
                    <a:pt x="244907" y="360701"/>
                  </a:lnTo>
                  <a:lnTo>
                    <a:pt x="245983" y="360768"/>
                  </a:lnTo>
                  <a:lnTo>
                    <a:pt x="247126" y="360834"/>
                  </a:lnTo>
                  <a:lnTo>
                    <a:pt x="248259" y="360892"/>
                  </a:lnTo>
                  <a:lnTo>
                    <a:pt x="249336" y="361025"/>
                  </a:lnTo>
                  <a:lnTo>
                    <a:pt x="250479" y="361082"/>
                  </a:lnTo>
                  <a:lnTo>
                    <a:pt x="251622" y="361215"/>
                  </a:lnTo>
                  <a:lnTo>
                    <a:pt x="252698" y="361406"/>
                  </a:lnTo>
                  <a:lnTo>
                    <a:pt x="253832" y="361529"/>
                  </a:lnTo>
                  <a:lnTo>
                    <a:pt x="254975" y="361720"/>
                  </a:lnTo>
                  <a:lnTo>
                    <a:pt x="256051" y="361844"/>
                  </a:lnTo>
                  <a:lnTo>
                    <a:pt x="257184" y="362035"/>
                  </a:lnTo>
                  <a:lnTo>
                    <a:pt x="258327" y="362225"/>
                  </a:lnTo>
                  <a:lnTo>
                    <a:pt x="259404" y="362482"/>
                  </a:lnTo>
                  <a:lnTo>
                    <a:pt x="260537" y="362672"/>
                  </a:lnTo>
                  <a:lnTo>
                    <a:pt x="261680" y="362863"/>
                  </a:lnTo>
                  <a:lnTo>
                    <a:pt x="262757" y="363120"/>
                  </a:lnTo>
                  <a:lnTo>
                    <a:pt x="263900" y="363311"/>
                  </a:lnTo>
                  <a:lnTo>
                    <a:pt x="265033" y="363558"/>
                  </a:lnTo>
                  <a:lnTo>
                    <a:pt x="266110" y="363749"/>
                  </a:lnTo>
                  <a:lnTo>
                    <a:pt x="267252" y="364006"/>
                  </a:lnTo>
                  <a:lnTo>
                    <a:pt x="268386" y="364197"/>
                  </a:lnTo>
                  <a:lnTo>
                    <a:pt x="269462" y="364454"/>
                  </a:lnTo>
                  <a:lnTo>
                    <a:pt x="270605" y="364644"/>
                  </a:lnTo>
                  <a:lnTo>
                    <a:pt x="271748" y="364901"/>
                  </a:lnTo>
                  <a:lnTo>
                    <a:pt x="272825" y="365092"/>
                  </a:lnTo>
                  <a:lnTo>
                    <a:pt x="273958" y="365340"/>
                  </a:lnTo>
                  <a:lnTo>
                    <a:pt x="275101" y="365530"/>
                  </a:lnTo>
                  <a:lnTo>
                    <a:pt x="276178" y="365720"/>
                  </a:lnTo>
                  <a:lnTo>
                    <a:pt x="277311" y="365911"/>
                  </a:lnTo>
                  <a:lnTo>
                    <a:pt x="278454" y="366168"/>
                  </a:lnTo>
                  <a:lnTo>
                    <a:pt x="279530" y="366359"/>
                  </a:lnTo>
                  <a:lnTo>
                    <a:pt x="280673" y="366549"/>
                  </a:lnTo>
                  <a:lnTo>
                    <a:pt x="281807" y="366739"/>
                  </a:lnTo>
                  <a:lnTo>
                    <a:pt x="282883" y="366930"/>
                  </a:lnTo>
                  <a:lnTo>
                    <a:pt x="284026" y="367121"/>
                  </a:lnTo>
                  <a:lnTo>
                    <a:pt x="285160" y="367311"/>
                  </a:lnTo>
                  <a:lnTo>
                    <a:pt x="286236" y="367435"/>
                  </a:lnTo>
                  <a:lnTo>
                    <a:pt x="287379" y="367625"/>
                  </a:lnTo>
                  <a:lnTo>
                    <a:pt x="288512" y="367816"/>
                  </a:lnTo>
                  <a:lnTo>
                    <a:pt x="289589" y="368006"/>
                  </a:lnTo>
                  <a:lnTo>
                    <a:pt x="290732" y="368140"/>
                  </a:lnTo>
                  <a:lnTo>
                    <a:pt x="291875" y="368330"/>
                  </a:lnTo>
                  <a:lnTo>
                    <a:pt x="292951" y="368454"/>
                  </a:lnTo>
                  <a:lnTo>
                    <a:pt x="294085" y="368645"/>
                  </a:lnTo>
                  <a:lnTo>
                    <a:pt x="295228" y="368768"/>
                  </a:lnTo>
                  <a:lnTo>
                    <a:pt x="296304" y="368902"/>
                  </a:lnTo>
                  <a:lnTo>
                    <a:pt x="297437" y="369025"/>
                  </a:lnTo>
                  <a:lnTo>
                    <a:pt x="298580" y="369149"/>
                  </a:lnTo>
                  <a:lnTo>
                    <a:pt x="299656" y="369283"/>
                  </a:lnTo>
                  <a:lnTo>
                    <a:pt x="300790" y="369407"/>
                  </a:lnTo>
                  <a:lnTo>
                    <a:pt x="301933" y="369531"/>
                  </a:lnTo>
                  <a:lnTo>
                    <a:pt x="303010" y="369597"/>
                  </a:lnTo>
                  <a:lnTo>
                    <a:pt x="304153" y="369721"/>
                  </a:lnTo>
                  <a:lnTo>
                    <a:pt x="305286" y="369788"/>
                  </a:lnTo>
                  <a:lnTo>
                    <a:pt x="306362" y="369854"/>
                  </a:lnTo>
                  <a:lnTo>
                    <a:pt x="307505" y="369978"/>
                  </a:lnTo>
                  <a:lnTo>
                    <a:pt x="308639" y="370045"/>
                  </a:lnTo>
                  <a:lnTo>
                    <a:pt x="309782" y="370045"/>
                  </a:lnTo>
                  <a:lnTo>
                    <a:pt x="310858" y="370102"/>
                  </a:lnTo>
                  <a:lnTo>
                    <a:pt x="312001" y="370169"/>
                  </a:lnTo>
                  <a:lnTo>
                    <a:pt x="313135" y="370169"/>
                  </a:lnTo>
                  <a:lnTo>
                    <a:pt x="314211" y="370235"/>
                  </a:lnTo>
                  <a:lnTo>
                    <a:pt x="315354" y="370235"/>
                  </a:lnTo>
                  <a:lnTo>
                    <a:pt x="316487" y="370235"/>
                  </a:lnTo>
                  <a:lnTo>
                    <a:pt x="317563" y="370235"/>
                  </a:lnTo>
                  <a:lnTo>
                    <a:pt x="318706" y="370302"/>
                  </a:lnTo>
                  <a:lnTo>
                    <a:pt x="319840" y="370302"/>
                  </a:lnTo>
                  <a:lnTo>
                    <a:pt x="320916" y="370235"/>
                  </a:lnTo>
                  <a:lnTo>
                    <a:pt x="322060" y="370235"/>
                  </a:lnTo>
                  <a:lnTo>
                    <a:pt x="323203" y="370235"/>
                  </a:lnTo>
                  <a:lnTo>
                    <a:pt x="324279" y="370235"/>
                  </a:lnTo>
                  <a:lnTo>
                    <a:pt x="325412" y="370235"/>
                  </a:lnTo>
                  <a:lnTo>
                    <a:pt x="326555" y="370169"/>
                  </a:lnTo>
                  <a:lnTo>
                    <a:pt x="327631" y="370169"/>
                  </a:lnTo>
                  <a:lnTo>
                    <a:pt x="328765" y="370169"/>
                  </a:lnTo>
                  <a:lnTo>
                    <a:pt x="329908" y="370102"/>
                  </a:lnTo>
                  <a:lnTo>
                    <a:pt x="330984" y="370102"/>
                  </a:lnTo>
                  <a:lnTo>
                    <a:pt x="332118" y="370045"/>
                  </a:lnTo>
                  <a:lnTo>
                    <a:pt x="333261" y="370045"/>
                  </a:lnTo>
                  <a:lnTo>
                    <a:pt x="334337" y="370045"/>
                  </a:lnTo>
                  <a:lnTo>
                    <a:pt x="335480" y="369978"/>
                  </a:lnTo>
                  <a:lnTo>
                    <a:pt x="336613" y="369978"/>
                  </a:lnTo>
                  <a:lnTo>
                    <a:pt x="337690" y="369911"/>
                  </a:lnTo>
                  <a:lnTo>
                    <a:pt x="338833" y="369911"/>
                  </a:lnTo>
                  <a:lnTo>
                    <a:pt x="339966" y="369854"/>
                  </a:lnTo>
                  <a:lnTo>
                    <a:pt x="341043" y="369854"/>
                  </a:lnTo>
                  <a:lnTo>
                    <a:pt x="342186" y="369788"/>
                  </a:lnTo>
                  <a:lnTo>
                    <a:pt x="343329" y="369788"/>
                  </a:lnTo>
                  <a:lnTo>
                    <a:pt x="344395" y="369788"/>
                  </a:lnTo>
                  <a:lnTo>
                    <a:pt x="345538" y="369721"/>
                  </a:lnTo>
                  <a:lnTo>
                    <a:pt x="346681" y="369721"/>
                  </a:lnTo>
                  <a:lnTo>
                    <a:pt x="347758" y="369721"/>
                  </a:lnTo>
                  <a:lnTo>
                    <a:pt x="348891" y="369721"/>
                  </a:lnTo>
                  <a:lnTo>
                    <a:pt x="350034" y="369664"/>
                  </a:lnTo>
                  <a:lnTo>
                    <a:pt x="351111" y="369664"/>
                  </a:lnTo>
                  <a:lnTo>
                    <a:pt x="352244" y="369664"/>
                  </a:lnTo>
                  <a:lnTo>
                    <a:pt x="353387" y="369664"/>
                  </a:lnTo>
                  <a:lnTo>
                    <a:pt x="354463" y="369664"/>
                  </a:lnTo>
                  <a:lnTo>
                    <a:pt x="355606" y="369664"/>
                  </a:lnTo>
                  <a:lnTo>
                    <a:pt x="356740" y="369721"/>
                  </a:lnTo>
                  <a:lnTo>
                    <a:pt x="357816" y="369721"/>
                  </a:lnTo>
                  <a:lnTo>
                    <a:pt x="358959" y="369721"/>
                  </a:lnTo>
                  <a:lnTo>
                    <a:pt x="360093" y="369721"/>
                  </a:lnTo>
                  <a:lnTo>
                    <a:pt x="361169" y="369788"/>
                  </a:lnTo>
                  <a:lnTo>
                    <a:pt x="362312" y="369788"/>
                  </a:lnTo>
                  <a:lnTo>
                    <a:pt x="363445" y="369854"/>
                  </a:lnTo>
                  <a:lnTo>
                    <a:pt x="364522" y="369854"/>
                  </a:lnTo>
                  <a:lnTo>
                    <a:pt x="365665" y="369911"/>
                  </a:lnTo>
                  <a:lnTo>
                    <a:pt x="366808" y="369978"/>
                  </a:lnTo>
                  <a:lnTo>
                    <a:pt x="367884" y="369978"/>
                  </a:lnTo>
                  <a:lnTo>
                    <a:pt x="369018" y="370045"/>
                  </a:lnTo>
                  <a:lnTo>
                    <a:pt x="370161" y="370102"/>
                  </a:lnTo>
                  <a:lnTo>
                    <a:pt x="371237" y="370169"/>
                  </a:lnTo>
                  <a:lnTo>
                    <a:pt x="372370" y="370235"/>
                  </a:lnTo>
                  <a:lnTo>
                    <a:pt x="373513" y="370235"/>
                  </a:lnTo>
                  <a:lnTo>
                    <a:pt x="374590" y="370302"/>
                  </a:lnTo>
                  <a:lnTo>
                    <a:pt x="375723" y="370359"/>
                  </a:lnTo>
                  <a:lnTo>
                    <a:pt x="376866" y="370426"/>
                  </a:lnTo>
                  <a:lnTo>
                    <a:pt x="377943" y="370483"/>
                  </a:lnTo>
                  <a:lnTo>
                    <a:pt x="379086" y="370550"/>
                  </a:lnTo>
                  <a:lnTo>
                    <a:pt x="380219" y="370617"/>
                  </a:lnTo>
                  <a:lnTo>
                    <a:pt x="381296" y="370674"/>
                  </a:lnTo>
                  <a:lnTo>
                    <a:pt x="382438" y="370740"/>
                  </a:lnTo>
                  <a:lnTo>
                    <a:pt x="383572" y="370864"/>
                  </a:lnTo>
                  <a:lnTo>
                    <a:pt x="384715" y="370931"/>
                  </a:lnTo>
                  <a:lnTo>
                    <a:pt x="385791" y="370997"/>
                  </a:lnTo>
                  <a:lnTo>
                    <a:pt x="386934" y="371064"/>
                  </a:lnTo>
                  <a:lnTo>
                    <a:pt x="388068" y="371188"/>
                  </a:lnTo>
                  <a:lnTo>
                    <a:pt x="389144" y="371245"/>
                  </a:lnTo>
                  <a:lnTo>
                    <a:pt x="390287" y="371312"/>
                  </a:lnTo>
                  <a:lnTo>
                    <a:pt x="391420" y="371445"/>
                  </a:lnTo>
                  <a:lnTo>
                    <a:pt x="392497" y="371502"/>
                  </a:lnTo>
                  <a:lnTo>
                    <a:pt x="393640" y="371636"/>
                  </a:lnTo>
                  <a:lnTo>
                    <a:pt x="394773" y="371693"/>
                  </a:lnTo>
                  <a:lnTo>
                    <a:pt x="395849" y="371826"/>
                  </a:lnTo>
                  <a:lnTo>
                    <a:pt x="396993" y="371883"/>
                  </a:lnTo>
                  <a:lnTo>
                    <a:pt x="398136" y="372016"/>
                  </a:lnTo>
                  <a:lnTo>
                    <a:pt x="399212" y="372073"/>
                  </a:lnTo>
                  <a:lnTo>
                    <a:pt x="400346" y="372207"/>
                  </a:lnTo>
                  <a:lnTo>
                    <a:pt x="401488" y="372264"/>
                  </a:lnTo>
                  <a:lnTo>
                    <a:pt x="402565" y="372397"/>
                  </a:lnTo>
                  <a:lnTo>
                    <a:pt x="403698" y="372455"/>
                  </a:lnTo>
                  <a:lnTo>
                    <a:pt x="404841" y="372588"/>
                  </a:lnTo>
                  <a:lnTo>
                    <a:pt x="405917" y="372645"/>
                  </a:lnTo>
                  <a:lnTo>
                    <a:pt x="407060" y="372779"/>
                  </a:lnTo>
                  <a:lnTo>
                    <a:pt x="408194" y="372836"/>
                  </a:lnTo>
                  <a:lnTo>
                    <a:pt x="409270" y="372902"/>
                  </a:lnTo>
                  <a:lnTo>
                    <a:pt x="410414" y="372969"/>
                  </a:lnTo>
                  <a:lnTo>
                    <a:pt x="411547" y="373026"/>
                  </a:lnTo>
                  <a:lnTo>
                    <a:pt x="412623" y="373093"/>
                  </a:lnTo>
                  <a:lnTo>
                    <a:pt x="413766" y="373159"/>
                  </a:lnTo>
                  <a:lnTo>
                    <a:pt x="414899" y="373216"/>
                  </a:lnTo>
                  <a:lnTo>
                    <a:pt x="415976" y="373283"/>
                  </a:lnTo>
                  <a:lnTo>
                    <a:pt x="417119" y="373283"/>
                  </a:lnTo>
                  <a:lnTo>
                    <a:pt x="418262" y="373350"/>
                  </a:lnTo>
                  <a:lnTo>
                    <a:pt x="419338" y="373350"/>
                  </a:lnTo>
                  <a:lnTo>
                    <a:pt x="420472" y="373350"/>
                  </a:lnTo>
                  <a:lnTo>
                    <a:pt x="421615" y="373350"/>
                  </a:lnTo>
                  <a:lnTo>
                    <a:pt x="422691" y="373350"/>
                  </a:lnTo>
                  <a:lnTo>
                    <a:pt x="423824" y="373350"/>
                  </a:lnTo>
                  <a:lnTo>
                    <a:pt x="424967" y="373283"/>
                  </a:lnTo>
                  <a:lnTo>
                    <a:pt x="426044" y="373283"/>
                  </a:lnTo>
                  <a:lnTo>
                    <a:pt x="427187" y="373283"/>
                  </a:lnTo>
                  <a:lnTo>
                    <a:pt x="428320" y="373216"/>
                  </a:lnTo>
                  <a:lnTo>
                    <a:pt x="429397" y="373159"/>
                  </a:lnTo>
                  <a:lnTo>
                    <a:pt x="430540" y="373159"/>
                  </a:lnTo>
                  <a:lnTo>
                    <a:pt x="431673" y="373093"/>
                  </a:lnTo>
                  <a:lnTo>
                    <a:pt x="432749" y="373026"/>
                  </a:lnTo>
                  <a:lnTo>
                    <a:pt x="433892" y="372969"/>
                  </a:lnTo>
                  <a:lnTo>
                    <a:pt x="435026" y="372969"/>
                  </a:lnTo>
                  <a:lnTo>
                    <a:pt x="436102" y="372902"/>
                  </a:lnTo>
                  <a:lnTo>
                    <a:pt x="437245" y="372836"/>
                  </a:lnTo>
                  <a:lnTo>
                    <a:pt x="438388" y="372836"/>
                  </a:lnTo>
                  <a:lnTo>
                    <a:pt x="439465" y="372779"/>
                  </a:lnTo>
                  <a:lnTo>
                    <a:pt x="440598" y="372779"/>
                  </a:lnTo>
                  <a:lnTo>
                    <a:pt x="441741" y="372712"/>
                  </a:lnTo>
                  <a:lnTo>
                    <a:pt x="442817" y="372712"/>
                  </a:lnTo>
                  <a:lnTo>
                    <a:pt x="443951" y="372712"/>
                  </a:lnTo>
                  <a:lnTo>
                    <a:pt x="445094" y="372712"/>
                  </a:lnTo>
                  <a:lnTo>
                    <a:pt x="446170" y="372712"/>
                  </a:lnTo>
                  <a:lnTo>
                    <a:pt x="447313" y="372712"/>
                  </a:lnTo>
                  <a:lnTo>
                    <a:pt x="448447" y="372712"/>
                  </a:lnTo>
                  <a:lnTo>
                    <a:pt x="449523" y="372779"/>
                  </a:lnTo>
                  <a:lnTo>
                    <a:pt x="450666" y="372779"/>
                  </a:lnTo>
                  <a:lnTo>
                    <a:pt x="451799" y="372836"/>
                  </a:lnTo>
                  <a:lnTo>
                    <a:pt x="452875" y="372836"/>
                  </a:lnTo>
                  <a:lnTo>
                    <a:pt x="454019" y="372902"/>
                  </a:lnTo>
                  <a:lnTo>
                    <a:pt x="455152" y="372969"/>
                  </a:lnTo>
                  <a:lnTo>
                    <a:pt x="456229" y="373026"/>
                  </a:lnTo>
                  <a:lnTo>
                    <a:pt x="457372" y="373093"/>
                  </a:lnTo>
                  <a:lnTo>
                    <a:pt x="458515" y="373159"/>
                  </a:lnTo>
                  <a:lnTo>
                    <a:pt x="459591" y="373216"/>
                  </a:lnTo>
                  <a:lnTo>
                    <a:pt x="460724" y="373283"/>
                  </a:lnTo>
                  <a:lnTo>
                    <a:pt x="461867" y="373350"/>
                  </a:lnTo>
                  <a:lnTo>
                    <a:pt x="463001" y="373407"/>
                  </a:lnTo>
                  <a:lnTo>
                    <a:pt x="464077" y="373407"/>
                  </a:lnTo>
                  <a:lnTo>
                    <a:pt x="465220" y="373474"/>
                  </a:lnTo>
                  <a:lnTo>
                    <a:pt x="466354" y="373540"/>
                  </a:lnTo>
                  <a:lnTo>
                    <a:pt x="467430" y="373598"/>
                  </a:lnTo>
                  <a:lnTo>
                    <a:pt x="468573" y="373598"/>
                  </a:lnTo>
                  <a:lnTo>
                    <a:pt x="469716" y="373664"/>
                  </a:lnTo>
                  <a:lnTo>
                    <a:pt x="470792" y="373664"/>
                  </a:lnTo>
                  <a:lnTo>
                    <a:pt x="471925" y="373664"/>
                  </a:lnTo>
                  <a:lnTo>
                    <a:pt x="473069" y="373664"/>
                  </a:lnTo>
                  <a:lnTo>
                    <a:pt x="474145" y="373664"/>
                  </a:lnTo>
                  <a:lnTo>
                    <a:pt x="475279" y="373664"/>
                  </a:lnTo>
                  <a:lnTo>
                    <a:pt x="476422" y="373664"/>
                  </a:lnTo>
                  <a:lnTo>
                    <a:pt x="477498" y="373664"/>
                  </a:lnTo>
                  <a:lnTo>
                    <a:pt x="478641" y="373598"/>
                  </a:lnTo>
                  <a:lnTo>
                    <a:pt x="479774" y="373598"/>
                  </a:lnTo>
                  <a:lnTo>
                    <a:pt x="480851" y="373540"/>
                  </a:lnTo>
                  <a:lnTo>
                    <a:pt x="481993" y="373540"/>
                  </a:lnTo>
                  <a:lnTo>
                    <a:pt x="483127" y="373474"/>
                  </a:lnTo>
                  <a:lnTo>
                    <a:pt x="484203" y="373474"/>
                  </a:lnTo>
                  <a:lnTo>
                    <a:pt x="485346" y="373407"/>
                  </a:lnTo>
                  <a:lnTo>
                    <a:pt x="486480" y="373350"/>
                  </a:lnTo>
                  <a:lnTo>
                    <a:pt x="487556" y="373350"/>
                  </a:lnTo>
                  <a:lnTo>
                    <a:pt x="488699" y="373283"/>
                  </a:lnTo>
                  <a:lnTo>
                    <a:pt x="489842" y="373216"/>
                  </a:lnTo>
                  <a:lnTo>
                    <a:pt x="490918" y="373216"/>
                  </a:lnTo>
                  <a:lnTo>
                    <a:pt x="492052" y="373159"/>
                  </a:lnTo>
                  <a:lnTo>
                    <a:pt x="493195" y="373159"/>
                  </a:lnTo>
                  <a:lnTo>
                    <a:pt x="494271" y="373093"/>
                  </a:lnTo>
                  <a:lnTo>
                    <a:pt x="495405" y="373093"/>
                  </a:lnTo>
                  <a:lnTo>
                    <a:pt x="496548" y="373093"/>
                  </a:lnTo>
                  <a:lnTo>
                    <a:pt x="497624" y="373093"/>
                  </a:lnTo>
                  <a:lnTo>
                    <a:pt x="498758" y="373093"/>
                  </a:lnTo>
                  <a:lnTo>
                    <a:pt x="499901" y="373093"/>
                  </a:lnTo>
                  <a:lnTo>
                    <a:pt x="500977" y="373159"/>
                  </a:lnTo>
                  <a:lnTo>
                    <a:pt x="502120" y="373159"/>
                  </a:lnTo>
                  <a:lnTo>
                    <a:pt x="503253" y="373216"/>
                  </a:lnTo>
                  <a:lnTo>
                    <a:pt x="504330" y="373283"/>
                  </a:lnTo>
                  <a:lnTo>
                    <a:pt x="505473" y="373350"/>
                  </a:lnTo>
                  <a:lnTo>
                    <a:pt x="506606" y="373407"/>
                  </a:lnTo>
                  <a:lnTo>
                    <a:pt x="507683" y="373540"/>
                  </a:lnTo>
                  <a:lnTo>
                    <a:pt x="508826" y="373664"/>
                  </a:lnTo>
                  <a:lnTo>
                    <a:pt x="509968" y="373731"/>
                  </a:lnTo>
                  <a:lnTo>
                    <a:pt x="511045" y="373855"/>
                  </a:lnTo>
                  <a:lnTo>
                    <a:pt x="512178" y="374045"/>
                  </a:lnTo>
                  <a:lnTo>
                    <a:pt x="513321" y="374169"/>
                  </a:lnTo>
                  <a:lnTo>
                    <a:pt x="514398" y="374360"/>
                  </a:lnTo>
                  <a:lnTo>
                    <a:pt x="515531" y="374550"/>
                  </a:lnTo>
                  <a:lnTo>
                    <a:pt x="516674" y="374741"/>
                  </a:lnTo>
                  <a:lnTo>
                    <a:pt x="517751" y="374931"/>
                  </a:lnTo>
                  <a:lnTo>
                    <a:pt x="518884" y="375122"/>
                  </a:lnTo>
                  <a:lnTo>
                    <a:pt x="520027" y="375312"/>
                  </a:lnTo>
                  <a:lnTo>
                    <a:pt x="521103" y="375569"/>
                  </a:lnTo>
                  <a:lnTo>
                    <a:pt x="522246" y="375760"/>
                  </a:lnTo>
                  <a:lnTo>
                    <a:pt x="523380" y="376017"/>
                  </a:lnTo>
                  <a:lnTo>
                    <a:pt x="524456" y="376264"/>
                  </a:lnTo>
                  <a:lnTo>
                    <a:pt x="525599" y="376455"/>
                  </a:lnTo>
                  <a:lnTo>
                    <a:pt x="526733" y="376712"/>
                  </a:lnTo>
                  <a:lnTo>
                    <a:pt x="527809" y="376970"/>
                  </a:lnTo>
                  <a:lnTo>
                    <a:pt x="528952" y="377160"/>
                  </a:lnTo>
                  <a:lnTo>
                    <a:pt x="530085" y="377407"/>
                  </a:lnTo>
                  <a:lnTo>
                    <a:pt x="531162" y="377607"/>
                  </a:lnTo>
                  <a:lnTo>
                    <a:pt x="532305" y="377855"/>
                  </a:lnTo>
                  <a:lnTo>
                    <a:pt x="533448" y="378046"/>
                  </a:lnTo>
                  <a:lnTo>
                    <a:pt x="534524" y="378303"/>
                  </a:lnTo>
                  <a:lnTo>
                    <a:pt x="535658" y="378493"/>
                  </a:lnTo>
                  <a:lnTo>
                    <a:pt x="536801" y="378684"/>
                  </a:lnTo>
                  <a:lnTo>
                    <a:pt x="537934" y="378875"/>
                  </a:lnTo>
                  <a:lnTo>
                    <a:pt x="539010" y="379065"/>
                  </a:lnTo>
                  <a:lnTo>
                    <a:pt x="540153" y="379189"/>
                  </a:lnTo>
                  <a:lnTo>
                    <a:pt x="541296" y="379379"/>
                  </a:lnTo>
                  <a:lnTo>
                    <a:pt x="542363" y="379513"/>
                  </a:lnTo>
                  <a:lnTo>
                    <a:pt x="543506" y="379636"/>
                  </a:lnTo>
                  <a:lnTo>
                    <a:pt x="544649" y="379760"/>
                  </a:lnTo>
                  <a:lnTo>
                    <a:pt x="545726" y="379894"/>
                  </a:lnTo>
                  <a:lnTo>
                    <a:pt x="546859" y="380018"/>
                  </a:lnTo>
                  <a:lnTo>
                    <a:pt x="548002" y="380142"/>
                  </a:lnTo>
                  <a:lnTo>
                    <a:pt x="549078" y="380208"/>
                  </a:lnTo>
                  <a:lnTo>
                    <a:pt x="550212" y="380275"/>
                  </a:lnTo>
                  <a:lnTo>
                    <a:pt x="551355" y="380399"/>
                  </a:lnTo>
                  <a:lnTo>
                    <a:pt x="552431" y="380465"/>
                  </a:lnTo>
                  <a:lnTo>
                    <a:pt x="553574" y="380522"/>
                  </a:lnTo>
                  <a:lnTo>
                    <a:pt x="554708" y="380589"/>
                  </a:lnTo>
                  <a:lnTo>
                    <a:pt x="555784" y="380589"/>
                  </a:lnTo>
                  <a:lnTo>
                    <a:pt x="556927" y="380655"/>
                  </a:lnTo>
                  <a:lnTo>
                    <a:pt x="558060" y="380713"/>
                  </a:lnTo>
                  <a:lnTo>
                    <a:pt x="559136" y="380713"/>
                  </a:lnTo>
                  <a:lnTo>
                    <a:pt x="560279" y="380779"/>
                  </a:lnTo>
                  <a:lnTo>
                    <a:pt x="561422" y="380779"/>
                  </a:lnTo>
                  <a:lnTo>
                    <a:pt x="562499" y="380846"/>
                  </a:lnTo>
                  <a:lnTo>
                    <a:pt x="563633" y="380846"/>
                  </a:lnTo>
                  <a:lnTo>
                    <a:pt x="564776" y="380846"/>
                  </a:lnTo>
                  <a:lnTo>
                    <a:pt x="565852" y="380846"/>
                  </a:lnTo>
                  <a:lnTo>
                    <a:pt x="566985" y="380903"/>
                  </a:lnTo>
                  <a:lnTo>
                    <a:pt x="568128" y="380903"/>
                  </a:lnTo>
                  <a:lnTo>
                    <a:pt x="569204" y="380903"/>
                  </a:lnTo>
                  <a:lnTo>
                    <a:pt x="570338" y="380903"/>
                  </a:lnTo>
                  <a:lnTo>
                    <a:pt x="571481" y="380903"/>
                  </a:lnTo>
                  <a:lnTo>
                    <a:pt x="571481" y="380970"/>
                  </a:lnTo>
                  <a:lnTo>
                    <a:pt x="570338" y="380970"/>
                  </a:lnTo>
                  <a:lnTo>
                    <a:pt x="569204" y="380970"/>
                  </a:lnTo>
                  <a:lnTo>
                    <a:pt x="568128" y="380970"/>
                  </a:lnTo>
                  <a:lnTo>
                    <a:pt x="566985" y="380970"/>
                  </a:lnTo>
                  <a:lnTo>
                    <a:pt x="565852" y="380970"/>
                  </a:lnTo>
                  <a:lnTo>
                    <a:pt x="564776" y="380970"/>
                  </a:lnTo>
                  <a:lnTo>
                    <a:pt x="563633" y="380970"/>
                  </a:lnTo>
                  <a:lnTo>
                    <a:pt x="562499" y="380970"/>
                  </a:lnTo>
                  <a:lnTo>
                    <a:pt x="561422" y="380970"/>
                  </a:lnTo>
                  <a:lnTo>
                    <a:pt x="560279" y="380970"/>
                  </a:lnTo>
                  <a:lnTo>
                    <a:pt x="559136" y="380970"/>
                  </a:lnTo>
                  <a:lnTo>
                    <a:pt x="558060" y="380970"/>
                  </a:lnTo>
                  <a:lnTo>
                    <a:pt x="556927" y="380970"/>
                  </a:lnTo>
                  <a:lnTo>
                    <a:pt x="555784" y="380970"/>
                  </a:lnTo>
                  <a:lnTo>
                    <a:pt x="554708" y="380970"/>
                  </a:lnTo>
                  <a:lnTo>
                    <a:pt x="553574" y="380970"/>
                  </a:lnTo>
                  <a:lnTo>
                    <a:pt x="552431" y="380970"/>
                  </a:lnTo>
                  <a:lnTo>
                    <a:pt x="551355" y="380970"/>
                  </a:lnTo>
                  <a:lnTo>
                    <a:pt x="550212" y="380970"/>
                  </a:lnTo>
                  <a:lnTo>
                    <a:pt x="549078" y="380970"/>
                  </a:lnTo>
                  <a:lnTo>
                    <a:pt x="548002" y="380970"/>
                  </a:lnTo>
                  <a:lnTo>
                    <a:pt x="546859" y="380970"/>
                  </a:lnTo>
                  <a:lnTo>
                    <a:pt x="545726" y="380970"/>
                  </a:lnTo>
                  <a:lnTo>
                    <a:pt x="544649" y="380970"/>
                  </a:lnTo>
                  <a:lnTo>
                    <a:pt x="543506" y="380970"/>
                  </a:lnTo>
                  <a:lnTo>
                    <a:pt x="542363" y="380970"/>
                  </a:lnTo>
                  <a:lnTo>
                    <a:pt x="541296" y="380970"/>
                  </a:lnTo>
                  <a:lnTo>
                    <a:pt x="540153" y="380970"/>
                  </a:lnTo>
                  <a:lnTo>
                    <a:pt x="539010" y="380970"/>
                  </a:lnTo>
                  <a:lnTo>
                    <a:pt x="537934" y="380970"/>
                  </a:lnTo>
                  <a:lnTo>
                    <a:pt x="536801" y="380970"/>
                  </a:lnTo>
                  <a:lnTo>
                    <a:pt x="535658" y="380970"/>
                  </a:lnTo>
                  <a:lnTo>
                    <a:pt x="534524" y="380970"/>
                  </a:lnTo>
                  <a:lnTo>
                    <a:pt x="533448" y="380970"/>
                  </a:lnTo>
                  <a:lnTo>
                    <a:pt x="532305" y="380970"/>
                  </a:lnTo>
                  <a:lnTo>
                    <a:pt x="531162" y="380970"/>
                  </a:lnTo>
                  <a:lnTo>
                    <a:pt x="530085" y="380970"/>
                  </a:lnTo>
                  <a:lnTo>
                    <a:pt x="528952" y="380970"/>
                  </a:lnTo>
                  <a:lnTo>
                    <a:pt x="527809" y="380970"/>
                  </a:lnTo>
                  <a:lnTo>
                    <a:pt x="526733" y="380970"/>
                  </a:lnTo>
                  <a:lnTo>
                    <a:pt x="525599" y="380970"/>
                  </a:lnTo>
                  <a:lnTo>
                    <a:pt x="524456" y="380970"/>
                  </a:lnTo>
                  <a:lnTo>
                    <a:pt x="523380" y="380970"/>
                  </a:lnTo>
                  <a:lnTo>
                    <a:pt x="522246" y="380970"/>
                  </a:lnTo>
                  <a:lnTo>
                    <a:pt x="521103" y="380970"/>
                  </a:lnTo>
                  <a:lnTo>
                    <a:pt x="520027" y="380970"/>
                  </a:lnTo>
                  <a:lnTo>
                    <a:pt x="518884" y="380970"/>
                  </a:lnTo>
                  <a:lnTo>
                    <a:pt x="517751" y="380970"/>
                  </a:lnTo>
                  <a:lnTo>
                    <a:pt x="516674" y="380970"/>
                  </a:lnTo>
                  <a:lnTo>
                    <a:pt x="515531" y="380970"/>
                  </a:lnTo>
                  <a:lnTo>
                    <a:pt x="514398" y="380970"/>
                  </a:lnTo>
                  <a:lnTo>
                    <a:pt x="513321" y="380970"/>
                  </a:lnTo>
                  <a:lnTo>
                    <a:pt x="512178" y="380970"/>
                  </a:lnTo>
                  <a:lnTo>
                    <a:pt x="511045" y="380970"/>
                  </a:lnTo>
                  <a:lnTo>
                    <a:pt x="509968" y="380970"/>
                  </a:lnTo>
                  <a:lnTo>
                    <a:pt x="508826" y="380970"/>
                  </a:lnTo>
                  <a:lnTo>
                    <a:pt x="507683" y="380970"/>
                  </a:lnTo>
                  <a:lnTo>
                    <a:pt x="506606" y="380970"/>
                  </a:lnTo>
                  <a:lnTo>
                    <a:pt x="505473" y="380970"/>
                  </a:lnTo>
                  <a:lnTo>
                    <a:pt x="504330" y="380970"/>
                  </a:lnTo>
                  <a:lnTo>
                    <a:pt x="503253" y="380970"/>
                  </a:lnTo>
                  <a:lnTo>
                    <a:pt x="502120" y="380970"/>
                  </a:lnTo>
                  <a:lnTo>
                    <a:pt x="500977" y="380970"/>
                  </a:lnTo>
                  <a:lnTo>
                    <a:pt x="499901" y="380970"/>
                  </a:lnTo>
                  <a:lnTo>
                    <a:pt x="498758" y="380970"/>
                  </a:lnTo>
                  <a:lnTo>
                    <a:pt x="497624" y="380970"/>
                  </a:lnTo>
                  <a:lnTo>
                    <a:pt x="496548" y="380970"/>
                  </a:lnTo>
                  <a:lnTo>
                    <a:pt x="495405" y="380970"/>
                  </a:lnTo>
                  <a:lnTo>
                    <a:pt x="494271" y="380970"/>
                  </a:lnTo>
                  <a:lnTo>
                    <a:pt x="493195" y="380970"/>
                  </a:lnTo>
                  <a:lnTo>
                    <a:pt x="492052" y="380970"/>
                  </a:lnTo>
                  <a:lnTo>
                    <a:pt x="490918" y="380970"/>
                  </a:lnTo>
                  <a:lnTo>
                    <a:pt x="489842" y="380970"/>
                  </a:lnTo>
                  <a:lnTo>
                    <a:pt x="488699" y="380970"/>
                  </a:lnTo>
                  <a:lnTo>
                    <a:pt x="487556" y="380970"/>
                  </a:lnTo>
                  <a:lnTo>
                    <a:pt x="486480" y="380970"/>
                  </a:lnTo>
                  <a:lnTo>
                    <a:pt x="485346" y="380970"/>
                  </a:lnTo>
                  <a:lnTo>
                    <a:pt x="484203" y="380970"/>
                  </a:lnTo>
                  <a:lnTo>
                    <a:pt x="483127" y="380970"/>
                  </a:lnTo>
                  <a:lnTo>
                    <a:pt x="481993" y="380970"/>
                  </a:lnTo>
                  <a:lnTo>
                    <a:pt x="480851" y="380970"/>
                  </a:lnTo>
                  <a:lnTo>
                    <a:pt x="479774" y="380970"/>
                  </a:lnTo>
                  <a:lnTo>
                    <a:pt x="478641" y="380970"/>
                  </a:lnTo>
                  <a:lnTo>
                    <a:pt x="477498" y="380970"/>
                  </a:lnTo>
                  <a:lnTo>
                    <a:pt x="476422" y="380970"/>
                  </a:lnTo>
                  <a:lnTo>
                    <a:pt x="475279" y="380970"/>
                  </a:lnTo>
                  <a:lnTo>
                    <a:pt x="474145" y="380970"/>
                  </a:lnTo>
                  <a:lnTo>
                    <a:pt x="473069" y="380970"/>
                  </a:lnTo>
                  <a:lnTo>
                    <a:pt x="471925" y="380970"/>
                  </a:lnTo>
                  <a:lnTo>
                    <a:pt x="470792" y="380970"/>
                  </a:lnTo>
                  <a:lnTo>
                    <a:pt x="469716" y="380970"/>
                  </a:lnTo>
                  <a:lnTo>
                    <a:pt x="468573" y="380970"/>
                  </a:lnTo>
                  <a:lnTo>
                    <a:pt x="467430" y="380970"/>
                  </a:lnTo>
                  <a:lnTo>
                    <a:pt x="466354" y="380970"/>
                  </a:lnTo>
                  <a:lnTo>
                    <a:pt x="465220" y="380970"/>
                  </a:lnTo>
                  <a:lnTo>
                    <a:pt x="464077" y="380970"/>
                  </a:lnTo>
                  <a:lnTo>
                    <a:pt x="463001" y="380970"/>
                  </a:lnTo>
                  <a:lnTo>
                    <a:pt x="461867" y="380970"/>
                  </a:lnTo>
                  <a:lnTo>
                    <a:pt x="460724" y="380970"/>
                  </a:lnTo>
                  <a:lnTo>
                    <a:pt x="459591" y="380970"/>
                  </a:lnTo>
                  <a:lnTo>
                    <a:pt x="458515" y="380970"/>
                  </a:lnTo>
                  <a:lnTo>
                    <a:pt x="457372" y="380970"/>
                  </a:lnTo>
                  <a:lnTo>
                    <a:pt x="456229" y="380970"/>
                  </a:lnTo>
                  <a:lnTo>
                    <a:pt x="455152" y="380970"/>
                  </a:lnTo>
                  <a:lnTo>
                    <a:pt x="454019" y="380970"/>
                  </a:lnTo>
                  <a:lnTo>
                    <a:pt x="452875" y="380970"/>
                  </a:lnTo>
                  <a:lnTo>
                    <a:pt x="451799" y="380970"/>
                  </a:lnTo>
                  <a:lnTo>
                    <a:pt x="450666" y="380970"/>
                  </a:lnTo>
                  <a:lnTo>
                    <a:pt x="449523" y="380970"/>
                  </a:lnTo>
                  <a:lnTo>
                    <a:pt x="448447" y="380970"/>
                  </a:lnTo>
                  <a:lnTo>
                    <a:pt x="447313" y="380970"/>
                  </a:lnTo>
                  <a:lnTo>
                    <a:pt x="446170" y="380970"/>
                  </a:lnTo>
                  <a:lnTo>
                    <a:pt x="445094" y="380970"/>
                  </a:lnTo>
                  <a:lnTo>
                    <a:pt x="443951" y="380970"/>
                  </a:lnTo>
                  <a:lnTo>
                    <a:pt x="442817" y="380970"/>
                  </a:lnTo>
                  <a:lnTo>
                    <a:pt x="441741" y="380970"/>
                  </a:lnTo>
                  <a:lnTo>
                    <a:pt x="440598" y="380970"/>
                  </a:lnTo>
                  <a:lnTo>
                    <a:pt x="439465" y="380970"/>
                  </a:lnTo>
                  <a:lnTo>
                    <a:pt x="438388" y="380970"/>
                  </a:lnTo>
                  <a:lnTo>
                    <a:pt x="437245" y="380970"/>
                  </a:lnTo>
                  <a:lnTo>
                    <a:pt x="436102" y="380970"/>
                  </a:lnTo>
                  <a:lnTo>
                    <a:pt x="435026" y="380970"/>
                  </a:lnTo>
                  <a:lnTo>
                    <a:pt x="433892" y="380970"/>
                  </a:lnTo>
                  <a:lnTo>
                    <a:pt x="432749" y="380970"/>
                  </a:lnTo>
                  <a:lnTo>
                    <a:pt x="431673" y="380970"/>
                  </a:lnTo>
                  <a:lnTo>
                    <a:pt x="430540" y="380970"/>
                  </a:lnTo>
                  <a:lnTo>
                    <a:pt x="429397" y="380970"/>
                  </a:lnTo>
                  <a:lnTo>
                    <a:pt x="428320" y="380970"/>
                  </a:lnTo>
                  <a:lnTo>
                    <a:pt x="427187" y="380970"/>
                  </a:lnTo>
                  <a:lnTo>
                    <a:pt x="426044" y="380970"/>
                  </a:lnTo>
                  <a:lnTo>
                    <a:pt x="424967" y="380970"/>
                  </a:lnTo>
                  <a:lnTo>
                    <a:pt x="423824" y="380970"/>
                  </a:lnTo>
                  <a:lnTo>
                    <a:pt x="422691" y="380970"/>
                  </a:lnTo>
                  <a:lnTo>
                    <a:pt x="421615" y="380970"/>
                  </a:lnTo>
                  <a:lnTo>
                    <a:pt x="420472" y="380970"/>
                  </a:lnTo>
                  <a:lnTo>
                    <a:pt x="419338" y="380970"/>
                  </a:lnTo>
                  <a:lnTo>
                    <a:pt x="418262" y="380970"/>
                  </a:lnTo>
                  <a:lnTo>
                    <a:pt x="417119" y="380970"/>
                  </a:lnTo>
                  <a:lnTo>
                    <a:pt x="415976" y="380970"/>
                  </a:lnTo>
                  <a:lnTo>
                    <a:pt x="414899" y="380970"/>
                  </a:lnTo>
                  <a:lnTo>
                    <a:pt x="413766" y="380970"/>
                  </a:lnTo>
                  <a:lnTo>
                    <a:pt x="412623" y="380970"/>
                  </a:lnTo>
                  <a:lnTo>
                    <a:pt x="411547" y="380970"/>
                  </a:lnTo>
                  <a:lnTo>
                    <a:pt x="410414" y="380970"/>
                  </a:lnTo>
                  <a:lnTo>
                    <a:pt x="409270" y="380970"/>
                  </a:lnTo>
                  <a:lnTo>
                    <a:pt x="408194" y="380970"/>
                  </a:lnTo>
                  <a:lnTo>
                    <a:pt x="407060" y="380970"/>
                  </a:lnTo>
                  <a:lnTo>
                    <a:pt x="405917" y="380970"/>
                  </a:lnTo>
                  <a:lnTo>
                    <a:pt x="404841" y="380970"/>
                  </a:lnTo>
                  <a:lnTo>
                    <a:pt x="403698" y="380970"/>
                  </a:lnTo>
                  <a:lnTo>
                    <a:pt x="402565" y="380970"/>
                  </a:lnTo>
                  <a:lnTo>
                    <a:pt x="401488" y="380970"/>
                  </a:lnTo>
                  <a:lnTo>
                    <a:pt x="400346" y="380970"/>
                  </a:lnTo>
                  <a:lnTo>
                    <a:pt x="399212" y="380970"/>
                  </a:lnTo>
                  <a:lnTo>
                    <a:pt x="398136" y="380970"/>
                  </a:lnTo>
                  <a:lnTo>
                    <a:pt x="396993" y="380970"/>
                  </a:lnTo>
                  <a:lnTo>
                    <a:pt x="395849" y="380970"/>
                  </a:lnTo>
                  <a:lnTo>
                    <a:pt x="394773" y="380970"/>
                  </a:lnTo>
                  <a:lnTo>
                    <a:pt x="393640" y="380970"/>
                  </a:lnTo>
                  <a:lnTo>
                    <a:pt x="392497" y="380970"/>
                  </a:lnTo>
                  <a:lnTo>
                    <a:pt x="391420" y="380970"/>
                  </a:lnTo>
                  <a:lnTo>
                    <a:pt x="390287" y="380970"/>
                  </a:lnTo>
                  <a:lnTo>
                    <a:pt x="389144" y="380970"/>
                  </a:lnTo>
                  <a:lnTo>
                    <a:pt x="388068" y="380970"/>
                  </a:lnTo>
                  <a:lnTo>
                    <a:pt x="386934" y="380970"/>
                  </a:lnTo>
                  <a:lnTo>
                    <a:pt x="385791" y="380970"/>
                  </a:lnTo>
                  <a:lnTo>
                    <a:pt x="384715" y="380970"/>
                  </a:lnTo>
                  <a:lnTo>
                    <a:pt x="383572" y="380970"/>
                  </a:lnTo>
                  <a:lnTo>
                    <a:pt x="382438" y="380970"/>
                  </a:lnTo>
                  <a:lnTo>
                    <a:pt x="381296" y="380970"/>
                  </a:lnTo>
                  <a:lnTo>
                    <a:pt x="380219" y="380970"/>
                  </a:lnTo>
                  <a:lnTo>
                    <a:pt x="379086" y="380970"/>
                  </a:lnTo>
                  <a:lnTo>
                    <a:pt x="377943" y="380970"/>
                  </a:lnTo>
                  <a:lnTo>
                    <a:pt x="376866" y="380970"/>
                  </a:lnTo>
                  <a:lnTo>
                    <a:pt x="375723" y="380970"/>
                  </a:lnTo>
                  <a:lnTo>
                    <a:pt x="374590" y="380970"/>
                  </a:lnTo>
                  <a:lnTo>
                    <a:pt x="373513" y="380970"/>
                  </a:lnTo>
                  <a:lnTo>
                    <a:pt x="372370" y="380970"/>
                  </a:lnTo>
                  <a:lnTo>
                    <a:pt x="371237" y="380970"/>
                  </a:lnTo>
                  <a:lnTo>
                    <a:pt x="370161" y="380970"/>
                  </a:lnTo>
                  <a:lnTo>
                    <a:pt x="369018" y="380970"/>
                  </a:lnTo>
                  <a:lnTo>
                    <a:pt x="367884" y="380970"/>
                  </a:lnTo>
                  <a:lnTo>
                    <a:pt x="366808" y="380970"/>
                  </a:lnTo>
                  <a:lnTo>
                    <a:pt x="365665" y="380970"/>
                  </a:lnTo>
                  <a:lnTo>
                    <a:pt x="364522" y="380970"/>
                  </a:lnTo>
                  <a:lnTo>
                    <a:pt x="363445" y="380970"/>
                  </a:lnTo>
                  <a:lnTo>
                    <a:pt x="362312" y="380970"/>
                  </a:lnTo>
                  <a:lnTo>
                    <a:pt x="361169" y="380970"/>
                  </a:lnTo>
                  <a:lnTo>
                    <a:pt x="360093" y="380970"/>
                  </a:lnTo>
                  <a:lnTo>
                    <a:pt x="358959" y="380970"/>
                  </a:lnTo>
                  <a:lnTo>
                    <a:pt x="357816" y="380970"/>
                  </a:lnTo>
                  <a:lnTo>
                    <a:pt x="356740" y="380970"/>
                  </a:lnTo>
                  <a:lnTo>
                    <a:pt x="355606" y="380970"/>
                  </a:lnTo>
                  <a:lnTo>
                    <a:pt x="354463" y="380970"/>
                  </a:lnTo>
                  <a:lnTo>
                    <a:pt x="353387" y="380970"/>
                  </a:lnTo>
                  <a:lnTo>
                    <a:pt x="352244" y="380970"/>
                  </a:lnTo>
                  <a:lnTo>
                    <a:pt x="351111" y="380970"/>
                  </a:lnTo>
                  <a:lnTo>
                    <a:pt x="350034" y="380970"/>
                  </a:lnTo>
                  <a:lnTo>
                    <a:pt x="348891" y="380970"/>
                  </a:lnTo>
                  <a:lnTo>
                    <a:pt x="347758" y="380970"/>
                  </a:lnTo>
                  <a:lnTo>
                    <a:pt x="346681" y="380970"/>
                  </a:lnTo>
                  <a:lnTo>
                    <a:pt x="345538" y="380970"/>
                  </a:lnTo>
                  <a:lnTo>
                    <a:pt x="344395" y="380970"/>
                  </a:lnTo>
                  <a:lnTo>
                    <a:pt x="343329" y="380970"/>
                  </a:lnTo>
                  <a:lnTo>
                    <a:pt x="342186" y="380970"/>
                  </a:lnTo>
                  <a:lnTo>
                    <a:pt x="341043" y="380970"/>
                  </a:lnTo>
                  <a:lnTo>
                    <a:pt x="339966" y="380970"/>
                  </a:lnTo>
                  <a:lnTo>
                    <a:pt x="338833" y="380970"/>
                  </a:lnTo>
                  <a:lnTo>
                    <a:pt x="337690" y="380970"/>
                  </a:lnTo>
                  <a:lnTo>
                    <a:pt x="336613" y="380970"/>
                  </a:lnTo>
                  <a:lnTo>
                    <a:pt x="335480" y="380970"/>
                  </a:lnTo>
                  <a:lnTo>
                    <a:pt x="334337" y="380970"/>
                  </a:lnTo>
                  <a:lnTo>
                    <a:pt x="333261" y="380970"/>
                  </a:lnTo>
                  <a:lnTo>
                    <a:pt x="332118" y="380970"/>
                  </a:lnTo>
                  <a:lnTo>
                    <a:pt x="330984" y="380970"/>
                  </a:lnTo>
                  <a:lnTo>
                    <a:pt x="329908" y="380970"/>
                  </a:lnTo>
                  <a:lnTo>
                    <a:pt x="328765" y="380970"/>
                  </a:lnTo>
                  <a:lnTo>
                    <a:pt x="327631" y="380970"/>
                  </a:lnTo>
                  <a:lnTo>
                    <a:pt x="326555" y="380970"/>
                  </a:lnTo>
                  <a:lnTo>
                    <a:pt x="325412" y="380970"/>
                  </a:lnTo>
                  <a:lnTo>
                    <a:pt x="324279" y="380970"/>
                  </a:lnTo>
                  <a:lnTo>
                    <a:pt x="323203" y="380970"/>
                  </a:lnTo>
                  <a:lnTo>
                    <a:pt x="322060" y="380970"/>
                  </a:lnTo>
                  <a:lnTo>
                    <a:pt x="320916" y="380970"/>
                  </a:lnTo>
                  <a:lnTo>
                    <a:pt x="319840" y="380970"/>
                  </a:lnTo>
                  <a:lnTo>
                    <a:pt x="318706" y="380970"/>
                  </a:lnTo>
                  <a:lnTo>
                    <a:pt x="317563" y="380970"/>
                  </a:lnTo>
                  <a:lnTo>
                    <a:pt x="316487" y="380970"/>
                  </a:lnTo>
                  <a:lnTo>
                    <a:pt x="315354" y="380970"/>
                  </a:lnTo>
                  <a:lnTo>
                    <a:pt x="314211" y="380970"/>
                  </a:lnTo>
                  <a:lnTo>
                    <a:pt x="313135" y="380970"/>
                  </a:lnTo>
                  <a:lnTo>
                    <a:pt x="312001" y="380970"/>
                  </a:lnTo>
                  <a:lnTo>
                    <a:pt x="310858" y="380970"/>
                  </a:lnTo>
                  <a:lnTo>
                    <a:pt x="309782" y="380970"/>
                  </a:lnTo>
                  <a:lnTo>
                    <a:pt x="308639" y="380970"/>
                  </a:lnTo>
                  <a:lnTo>
                    <a:pt x="307505" y="380970"/>
                  </a:lnTo>
                  <a:lnTo>
                    <a:pt x="306362" y="380970"/>
                  </a:lnTo>
                  <a:lnTo>
                    <a:pt x="305286" y="380970"/>
                  </a:lnTo>
                  <a:lnTo>
                    <a:pt x="304153" y="380970"/>
                  </a:lnTo>
                  <a:lnTo>
                    <a:pt x="303010" y="380970"/>
                  </a:lnTo>
                  <a:lnTo>
                    <a:pt x="301933" y="380970"/>
                  </a:lnTo>
                  <a:lnTo>
                    <a:pt x="300790" y="380970"/>
                  </a:lnTo>
                  <a:lnTo>
                    <a:pt x="299656" y="380970"/>
                  </a:lnTo>
                  <a:lnTo>
                    <a:pt x="298580" y="380970"/>
                  </a:lnTo>
                  <a:lnTo>
                    <a:pt x="297437" y="380970"/>
                  </a:lnTo>
                  <a:lnTo>
                    <a:pt x="296304" y="380970"/>
                  </a:lnTo>
                  <a:lnTo>
                    <a:pt x="295228" y="380970"/>
                  </a:lnTo>
                  <a:lnTo>
                    <a:pt x="294085" y="380970"/>
                  </a:lnTo>
                  <a:lnTo>
                    <a:pt x="292951" y="380970"/>
                  </a:lnTo>
                  <a:lnTo>
                    <a:pt x="291875" y="380970"/>
                  </a:lnTo>
                  <a:lnTo>
                    <a:pt x="290732" y="380970"/>
                  </a:lnTo>
                  <a:lnTo>
                    <a:pt x="289589" y="380970"/>
                  </a:lnTo>
                  <a:lnTo>
                    <a:pt x="288512" y="380970"/>
                  </a:lnTo>
                  <a:lnTo>
                    <a:pt x="287379" y="380970"/>
                  </a:lnTo>
                  <a:lnTo>
                    <a:pt x="286236" y="380970"/>
                  </a:lnTo>
                  <a:lnTo>
                    <a:pt x="285160" y="380970"/>
                  </a:lnTo>
                  <a:lnTo>
                    <a:pt x="284026" y="380970"/>
                  </a:lnTo>
                  <a:lnTo>
                    <a:pt x="282883" y="380970"/>
                  </a:lnTo>
                  <a:lnTo>
                    <a:pt x="281807" y="380970"/>
                  </a:lnTo>
                  <a:lnTo>
                    <a:pt x="280673" y="380970"/>
                  </a:lnTo>
                  <a:lnTo>
                    <a:pt x="279530" y="380970"/>
                  </a:lnTo>
                  <a:lnTo>
                    <a:pt x="278454" y="380970"/>
                  </a:lnTo>
                  <a:lnTo>
                    <a:pt x="277311" y="380970"/>
                  </a:lnTo>
                  <a:lnTo>
                    <a:pt x="276178" y="380970"/>
                  </a:lnTo>
                  <a:lnTo>
                    <a:pt x="275101" y="380970"/>
                  </a:lnTo>
                  <a:lnTo>
                    <a:pt x="273958" y="380970"/>
                  </a:lnTo>
                  <a:lnTo>
                    <a:pt x="272825" y="380970"/>
                  </a:lnTo>
                  <a:lnTo>
                    <a:pt x="271748" y="380970"/>
                  </a:lnTo>
                  <a:lnTo>
                    <a:pt x="270605" y="380970"/>
                  </a:lnTo>
                  <a:lnTo>
                    <a:pt x="269462" y="380970"/>
                  </a:lnTo>
                  <a:lnTo>
                    <a:pt x="268386" y="380970"/>
                  </a:lnTo>
                  <a:lnTo>
                    <a:pt x="267252" y="380970"/>
                  </a:lnTo>
                  <a:lnTo>
                    <a:pt x="266110" y="380970"/>
                  </a:lnTo>
                  <a:lnTo>
                    <a:pt x="265033" y="380970"/>
                  </a:lnTo>
                  <a:lnTo>
                    <a:pt x="263900" y="380970"/>
                  </a:lnTo>
                  <a:lnTo>
                    <a:pt x="262757" y="380970"/>
                  </a:lnTo>
                  <a:lnTo>
                    <a:pt x="261680" y="380970"/>
                  </a:lnTo>
                  <a:lnTo>
                    <a:pt x="260537" y="380970"/>
                  </a:lnTo>
                  <a:lnTo>
                    <a:pt x="259404" y="380970"/>
                  </a:lnTo>
                  <a:lnTo>
                    <a:pt x="258327" y="380970"/>
                  </a:lnTo>
                  <a:lnTo>
                    <a:pt x="257184" y="380970"/>
                  </a:lnTo>
                  <a:lnTo>
                    <a:pt x="256051" y="380970"/>
                  </a:lnTo>
                  <a:lnTo>
                    <a:pt x="254975" y="380970"/>
                  </a:lnTo>
                  <a:lnTo>
                    <a:pt x="253832" y="380970"/>
                  </a:lnTo>
                  <a:lnTo>
                    <a:pt x="252698" y="380970"/>
                  </a:lnTo>
                  <a:lnTo>
                    <a:pt x="251622" y="380970"/>
                  </a:lnTo>
                  <a:lnTo>
                    <a:pt x="250479" y="380970"/>
                  </a:lnTo>
                  <a:lnTo>
                    <a:pt x="249336" y="380970"/>
                  </a:lnTo>
                  <a:lnTo>
                    <a:pt x="248259" y="380970"/>
                  </a:lnTo>
                  <a:lnTo>
                    <a:pt x="247126" y="380970"/>
                  </a:lnTo>
                  <a:lnTo>
                    <a:pt x="245983" y="380970"/>
                  </a:lnTo>
                  <a:lnTo>
                    <a:pt x="244907" y="380970"/>
                  </a:lnTo>
                  <a:lnTo>
                    <a:pt x="243773" y="380970"/>
                  </a:lnTo>
                  <a:lnTo>
                    <a:pt x="242630" y="380970"/>
                  </a:lnTo>
                  <a:lnTo>
                    <a:pt x="241554" y="380970"/>
                  </a:lnTo>
                  <a:lnTo>
                    <a:pt x="240420" y="380970"/>
                  </a:lnTo>
                  <a:lnTo>
                    <a:pt x="239277" y="380970"/>
                  </a:lnTo>
                  <a:lnTo>
                    <a:pt x="238201" y="380970"/>
                  </a:lnTo>
                  <a:lnTo>
                    <a:pt x="237058" y="380970"/>
                  </a:lnTo>
                  <a:lnTo>
                    <a:pt x="235925" y="380970"/>
                  </a:lnTo>
                  <a:lnTo>
                    <a:pt x="234849" y="380970"/>
                  </a:lnTo>
                  <a:lnTo>
                    <a:pt x="233706" y="380970"/>
                  </a:lnTo>
                  <a:lnTo>
                    <a:pt x="232572" y="380970"/>
                  </a:lnTo>
                  <a:lnTo>
                    <a:pt x="231496" y="380970"/>
                  </a:lnTo>
                  <a:lnTo>
                    <a:pt x="230352" y="380970"/>
                  </a:lnTo>
                  <a:lnTo>
                    <a:pt x="229209" y="380970"/>
                  </a:lnTo>
                  <a:lnTo>
                    <a:pt x="228076" y="380970"/>
                  </a:lnTo>
                  <a:lnTo>
                    <a:pt x="227000" y="380970"/>
                  </a:lnTo>
                  <a:lnTo>
                    <a:pt x="225857" y="380970"/>
                  </a:lnTo>
                  <a:lnTo>
                    <a:pt x="224723" y="380970"/>
                  </a:lnTo>
                  <a:lnTo>
                    <a:pt x="223647" y="380970"/>
                  </a:lnTo>
                  <a:lnTo>
                    <a:pt x="222504" y="380970"/>
                  </a:lnTo>
                  <a:lnTo>
                    <a:pt x="221370" y="380970"/>
                  </a:lnTo>
                  <a:lnTo>
                    <a:pt x="220294" y="380970"/>
                  </a:lnTo>
                  <a:lnTo>
                    <a:pt x="219151" y="380970"/>
                  </a:lnTo>
                  <a:lnTo>
                    <a:pt x="218008" y="380970"/>
                  </a:lnTo>
                  <a:lnTo>
                    <a:pt x="216932" y="380970"/>
                  </a:lnTo>
                  <a:lnTo>
                    <a:pt x="215799" y="380970"/>
                  </a:lnTo>
                  <a:lnTo>
                    <a:pt x="214656" y="380970"/>
                  </a:lnTo>
                  <a:lnTo>
                    <a:pt x="213579" y="380970"/>
                  </a:lnTo>
                  <a:lnTo>
                    <a:pt x="212446" y="380970"/>
                  </a:lnTo>
                  <a:lnTo>
                    <a:pt x="211302" y="380970"/>
                  </a:lnTo>
                  <a:lnTo>
                    <a:pt x="210226" y="380970"/>
                  </a:lnTo>
                  <a:lnTo>
                    <a:pt x="209093" y="380970"/>
                  </a:lnTo>
                  <a:lnTo>
                    <a:pt x="207950" y="380970"/>
                  </a:lnTo>
                  <a:lnTo>
                    <a:pt x="206874" y="380970"/>
                  </a:lnTo>
                  <a:lnTo>
                    <a:pt x="205731" y="380970"/>
                  </a:lnTo>
                  <a:lnTo>
                    <a:pt x="204597" y="380970"/>
                  </a:lnTo>
                  <a:lnTo>
                    <a:pt x="203521" y="380970"/>
                  </a:lnTo>
                  <a:lnTo>
                    <a:pt x="202378" y="380970"/>
                  </a:lnTo>
                  <a:lnTo>
                    <a:pt x="201244" y="380970"/>
                  </a:lnTo>
                  <a:lnTo>
                    <a:pt x="200168" y="380970"/>
                  </a:lnTo>
                  <a:lnTo>
                    <a:pt x="199025" y="380970"/>
                  </a:lnTo>
                  <a:lnTo>
                    <a:pt x="197882" y="380970"/>
                  </a:lnTo>
                  <a:lnTo>
                    <a:pt x="196806" y="380970"/>
                  </a:lnTo>
                  <a:lnTo>
                    <a:pt x="195672" y="380970"/>
                  </a:lnTo>
                  <a:lnTo>
                    <a:pt x="194529" y="380970"/>
                  </a:lnTo>
                  <a:lnTo>
                    <a:pt x="193453" y="380970"/>
                  </a:lnTo>
                  <a:lnTo>
                    <a:pt x="192319" y="380970"/>
                  </a:lnTo>
                  <a:lnTo>
                    <a:pt x="191176" y="380970"/>
                  </a:lnTo>
                  <a:lnTo>
                    <a:pt x="190100" y="380970"/>
                  </a:lnTo>
                  <a:lnTo>
                    <a:pt x="188967" y="380970"/>
                  </a:lnTo>
                  <a:lnTo>
                    <a:pt x="187824" y="380970"/>
                  </a:lnTo>
                  <a:lnTo>
                    <a:pt x="186747" y="380970"/>
                  </a:lnTo>
                  <a:lnTo>
                    <a:pt x="185604" y="380970"/>
                  </a:lnTo>
                  <a:lnTo>
                    <a:pt x="184471" y="380970"/>
                  </a:lnTo>
                  <a:lnTo>
                    <a:pt x="183394" y="380970"/>
                  </a:lnTo>
                  <a:lnTo>
                    <a:pt x="182251" y="380970"/>
                  </a:lnTo>
                  <a:lnTo>
                    <a:pt x="181118" y="380970"/>
                  </a:lnTo>
                  <a:lnTo>
                    <a:pt x="180042" y="380970"/>
                  </a:lnTo>
                  <a:lnTo>
                    <a:pt x="178899" y="380970"/>
                  </a:lnTo>
                  <a:lnTo>
                    <a:pt x="177756" y="380970"/>
                  </a:lnTo>
                  <a:lnTo>
                    <a:pt x="176689" y="380970"/>
                  </a:lnTo>
                  <a:lnTo>
                    <a:pt x="175546" y="380970"/>
                  </a:lnTo>
                  <a:lnTo>
                    <a:pt x="174403" y="380970"/>
                  </a:lnTo>
                  <a:lnTo>
                    <a:pt x="173326" y="380970"/>
                  </a:lnTo>
                  <a:lnTo>
                    <a:pt x="172193" y="380970"/>
                  </a:lnTo>
                  <a:lnTo>
                    <a:pt x="171050" y="380970"/>
                  </a:lnTo>
                  <a:lnTo>
                    <a:pt x="169974" y="380970"/>
                  </a:lnTo>
                  <a:lnTo>
                    <a:pt x="168840" y="380970"/>
                  </a:lnTo>
                  <a:lnTo>
                    <a:pt x="167697" y="380970"/>
                  </a:lnTo>
                  <a:lnTo>
                    <a:pt x="166621" y="380970"/>
                  </a:lnTo>
                  <a:lnTo>
                    <a:pt x="165478" y="380970"/>
                  </a:lnTo>
                  <a:lnTo>
                    <a:pt x="164344" y="380970"/>
                  </a:lnTo>
                  <a:lnTo>
                    <a:pt x="163268" y="380970"/>
                  </a:lnTo>
                  <a:lnTo>
                    <a:pt x="162125" y="380970"/>
                  </a:lnTo>
                  <a:lnTo>
                    <a:pt x="160992" y="380970"/>
                  </a:lnTo>
                  <a:lnTo>
                    <a:pt x="159915" y="380970"/>
                  </a:lnTo>
                  <a:lnTo>
                    <a:pt x="158772" y="380970"/>
                  </a:lnTo>
                  <a:lnTo>
                    <a:pt x="157639" y="380970"/>
                  </a:lnTo>
                  <a:lnTo>
                    <a:pt x="156563" y="380970"/>
                  </a:lnTo>
                  <a:lnTo>
                    <a:pt x="155419" y="380970"/>
                  </a:lnTo>
                  <a:lnTo>
                    <a:pt x="154276" y="380970"/>
                  </a:lnTo>
                  <a:lnTo>
                    <a:pt x="153200" y="380970"/>
                  </a:lnTo>
                  <a:lnTo>
                    <a:pt x="152066" y="380970"/>
                  </a:lnTo>
                  <a:lnTo>
                    <a:pt x="150924" y="380970"/>
                  </a:lnTo>
                  <a:lnTo>
                    <a:pt x="149790" y="380970"/>
                  </a:lnTo>
                  <a:lnTo>
                    <a:pt x="148714" y="380970"/>
                  </a:lnTo>
                  <a:lnTo>
                    <a:pt x="147571" y="380970"/>
                  </a:lnTo>
                  <a:lnTo>
                    <a:pt x="146428" y="380970"/>
                  </a:lnTo>
                  <a:lnTo>
                    <a:pt x="145361" y="380970"/>
                  </a:lnTo>
                  <a:lnTo>
                    <a:pt x="144218" y="380970"/>
                  </a:lnTo>
                  <a:lnTo>
                    <a:pt x="143075" y="380970"/>
                  </a:lnTo>
                  <a:lnTo>
                    <a:pt x="141999" y="380970"/>
                  </a:lnTo>
                  <a:lnTo>
                    <a:pt x="140865" y="380970"/>
                  </a:lnTo>
                  <a:lnTo>
                    <a:pt x="139722" y="380970"/>
                  </a:lnTo>
                  <a:lnTo>
                    <a:pt x="138646" y="380970"/>
                  </a:lnTo>
                  <a:lnTo>
                    <a:pt x="137513" y="380970"/>
                  </a:lnTo>
                  <a:lnTo>
                    <a:pt x="136369" y="380970"/>
                  </a:lnTo>
                  <a:lnTo>
                    <a:pt x="135293" y="380970"/>
                  </a:lnTo>
                  <a:lnTo>
                    <a:pt x="134150" y="380970"/>
                  </a:lnTo>
                  <a:lnTo>
                    <a:pt x="133016" y="380970"/>
                  </a:lnTo>
                  <a:lnTo>
                    <a:pt x="131940" y="380970"/>
                  </a:lnTo>
                  <a:lnTo>
                    <a:pt x="130797" y="380970"/>
                  </a:lnTo>
                  <a:lnTo>
                    <a:pt x="129664" y="380970"/>
                  </a:lnTo>
                  <a:lnTo>
                    <a:pt x="128588" y="380970"/>
                  </a:lnTo>
                  <a:lnTo>
                    <a:pt x="127445" y="380970"/>
                  </a:lnTo>
                  <a:lnTo>
                    <a:pt x="126302" y="380970"/>
                  </a:lnTo>
                  <a:lnTo>
                    <a:pt x="125225" y="380970"/>
                  </a:lnTo>
                  <a:lnTo>
                    <a:pt x="124092" y="380970"/>
                  </a:lnTo>
                  <a:lnTo>
                    <a:pt x="122948" y="380970"/>
                  </a:lnTo>
                  <a:lnTo>
                    <a:pt x="121872" y="380970"/>
                  </a:lnTo>
                  <a:lnTo>
                    <a:pt x="120739" y="380970"/>
                  </a:lnTo>
                  <a:lnTo>
                    <a:pt x="119596" y="380970"/>
                  </a:lnTo>
                  <a:lnTo>
                    <a:pt x="118520" y="380970"/>
                  </a:lnTo>
                  <a:lnTo>
                    <a:pt x="117386" y="380970"/>
                  </a:lnTo>
                  <a:lnTo>
                    <a:pt x="116243" y="380970"/>
                  </a:lnTo>
                  <a:lnTo>
                    <a:pt x="115167" y="380970"/>
                  </a:lnTo>
                  <a:lnTo>
                    <a:pt x="114024" y="380970"/>
                  </a:lnTo>
                  <a:lnTo>
                    <a:pt x="112890" y="380970"/>
                  </a:lnTo>
                  <a:lnTo>
                    <a:pt x="111814" y="380970"/>
                  </a:lnTo>
                  <a:lnTo>
                    <a:pt x="110671" y="380970"/>
                  </a:lnTo>
                  <a:lnTo>
                    <a:pt x="109538" y="380970"/>
                  </a:lnTo>
                  <a:lnTo>
                    <a:pt x="108461" y="380970"/>
                  </a:lnTo>
                  <a:lnTo>
                    <a:pt x="107318" y="380970"/>
                  </a:lnTo>
                  <a:lnTo>
                    <a:pt x="106175" y="380970"/>
                  </a:lnTo>
                  <a:lnTo>
                    <a:pt x="105108" y="380970"/>
                  </a:lnTo>
                  <a:lnTo>
                    <a:pt x="103965" y="380970"/>
                  </a:lnTo>
                  <a:lnTo>
                    <a:pt x="102822" y="380970"/>
                  </a:lnTo>
                  <a:lnTo>
                    <a:pt x="101746" y="380970"/>
                  </a:lnTo>
                  <a:lnTo>
                    <a:pt x="100613" y="380970"/>
                  </a:lnTo>
                  <a:lnTo>
                    <a:pt x="99470" y="380970"/>
                  </a:lnTo>
                  <a:lnTo>
                    <a:pt x="98393" y="380970"/>
                  </a:lnTo>
                  <a:lnTo>
                    <a:pt x="97260" y="380970"/>
                  </a:lnTo>
                  <a:lnTo>
                    <a:pt x="96117" y="380970"/>
                  </a:lnTo>
                  <a:lnTo>
                    <a:pt x="95040" y="380970"/>
                  </a:lnTo>
                  <a:lnTo>
                    <a:pt x="93897" y="380970"/>
                  </a:lnTo>
                  <a:lnTo>
                    <a:pt x="92764" y="380970"/>
                  </a:lnTo>
                  <a:lnTo>
                    <a:pt x="91688" y="380970"/>
                  </a:lnTo>
                  <a:lnTo>
                    <a:pt x="90545" y="380970"/>
                  </a:lnTo>
                  <a:lnTo>
                    <a:pt x="89411" y="380970"/>
                  </a:lnTo>
                  <a:lnTo>
                    <a:pt x="88335" y="380970"/>
                  </a:lnTo>
                  <a:lnTo>
                    <a:pt x="87192" y="380970"/>
                  </a:lnTo>
                  <a:lnTo>
                    <a:pt x="86058" y="380970"/>
                  </a:lnTo>
                  <a:lnTo>
                    <a:pt x="84982" y="380970"/>
                  </a:lnTo>
                  <a:lnTo>
                    <a:pt x="83839" y="380970"/>
                  </a:lnTo>
                  <a:lnTo>
                    <a:pt x="82696" y="380970"/>
                  </a:lnTo>
                  <a:lnTo>
                    <a:pt x="81620" y="380970"/>
                  </a:lnTo>
                  <a:lnTo>
                    <a:pt x="80487" y="380970"/>
                  </a:lnTo>
                  <a:lnTo>
                    <a:pt x="79343" y="380970"/>
                  </a:lnTo>
                  <a:lnTo>
                    <a:pt x="78267" y="380970"/>
                  </a:lnTo>
                  <a:lnTo>
                    <a:pt x="77133" y="380970"/>
                  </a:lnTo>
                  <a:lnTo>
                    <a:pt x="75990" y="380970"/>
                  </a:lnTo>
                  <a:lnTo>
                    <a:pt x="74847" y="380970"/>
                  </a:lnTo>
                  <a:lnTo>
                    <a:pt x="73781" y="380970"/>
                  </a:lnTo>
                  <a:lnTo>
                    <a:pt x="72638" y="380970"/>
                  </a:lnTo>
                  <a:lnTo>
                    <a:pt x="71495" y="380970"/>
                  </a:lnTo>
                  <a:lnTo>
                    <a:pt x="70419" y="380970"/>
                  </a:lnTo>
                  <a:lnTo>
                    <a:pt x="69285" y="380970"/>
                  </a:lnTo>
                  <a:lnTo>
                    <a:pt x="68142" y="380970"/>
                  </a:lnTo>
                  <a:lnTo>
                    <a:pt x="67066" y="380970"/>
                  </a:lnTo>
                  <a:lnTo>
                    <a:pt x="65932" y="380970"/>
                  </a:lnTo>
                  <a:lnTo>
                    <a:pt x="64789" y="380970"/>
                  </a:lnTo>
                  <a:lnTo>
                    <a:pt x="63713" y="380970"/>
                  </a:lnTo>
                  <a:lnTo>
                    <a:pt x="62570" y="380970"/>
                  </a:lnTo>
                  <a:lnTo>
                    <a:pt x="61437" y="380970"/>
                  </a:lnTo>
                  <a:lnTo>
                    <a:pt x="60360" y="380970"/>
                  </a:lnTo>
                  <a:lnTo>
                    <a:pt x="59217" y="380970"/>
                  </a:lnTo>
                  <a:lnTo>
                    <a:pt x="58083" y="380970"/>
                  </a:lnTo>
                  <a:lnTo>
                    <a:pt x="57007" y="380970"/>
                  </a:lnTo>
                  <a:lnTo>
                    <a:pt x="55864" y="380970"/>
                  </a:lnTo>
                  <a:lnTo>
                    <a:pt x="54721" y="380970"/>
                  </a:lnTo>
                  <a:lnTo>
                    <a:pt x="53654" y="380970"/>
                  </a:lnTo>
                  <a:lnTo>
                    <a:pt x="52512" y="380970"/>
                  </a:lnTo>
                  <a:lnTo>
                    <a:pt x="51369" y="380970"/>
                  </a:lnTo>
                  <a:lnTo>
                    <a:pt x="50292" y="380970"/>
                  </a:lnTo>
                  <a:lnTo>
                    <a:pt x="49159" y="380970"/>
                  </a:lnTo>
                  <a:lnTo>
                    <a:pt x="48016" y="380970"/>
                  </a:lnTo>
                  <a:lnTo>
                    <a:pt x="46939" y="380970"/>
                  </a:lnTo>
                  <a:lnTo>
                    <a:pt x="45806" y="380970"/>
                  </a:lnTo>
                  <a:lnTo>
                    <a:pt x="44663" y="380970"/>
                  </a:lnTo>
                  <a:lnTo>
                    <a:pt x="43586" y="380970"/>
                  </a:lnTo>
                  <a:lnTo>
                    <a:pt x="42444" y="380970"/>
                  </a:lnTo>
                  <a:lnTo>
                    <a:pt x="41310" y="380970"/>
                  </a:lnTo>
                  <a:lnTo>
                    <a:pt x="40234" y="380970"/>
                  </a:lnTo>
                  <a:lnTo>
                    <a:pt x="39091" y="380970"/>
                  </a:lnTo>
                  <a:lnTo>
                    <a:pt x="37957" y="380970"/>
                  </a:lnTo>
                  <a:lnTo>
                    <a:pt x="36881" y="380970"/>
                  </a:lnTo>
                  <a:lnTo>
                    <a:pt x="35738" y="380970"/>
                  </a:lnTo>
                  <a:lnTo>
                    <a:pt x="34604" y="380970"/>
                  </a:lnTo>
                  <a:lnTo>
                    <a:pt x="33528" y="380970"/>
                  </a:lnTo>
                  <a:lnTo>
                    <a:pt x="32385" y="380970"/>
                  </a:lnTo>
                  <a:lnTo>
                    <a:pt x="31242" y="380970"/>
                  </a:lnTo>
                  <a:lnTo>
                    <a:pt x="30166" y="380970"/>
                  </a:lnTo>
                  <a:lnTo>
                    <a:pt x="29032" y="380970"/>
                  </a:lnTo>
                  <a:lnTo>
                    <a:pt x="27889" y="380970"/>
                  </a:lnTo>
                  <a:lnTo>
                    <a:pt x="26813" y="380970"/>
                  </a:lnTo>
                  <a:lnTo>
                    <a:pt x="25679" y="380970"/>
                  </a:lnTo>
                  <a:lnTo>
                    <a:pt x="24536" y="380970"/>
                  </a:lnTo>
                  <a:lnTo>
                    <a:pt x="23460" y="380970"/>
                  </a:lnTo>
                  <a:lnTo>
                    <a:pt x="22327" y="380970"/>
                  </a:lnTo>
                  <a:lnTo>
                    <a:pt x="21184" y="380970"/>
                  </a:lnTo>
                  <a:lnTo>
                    <a:pt x="20107" y="380970"/>
                  </a:lnTo>
                  <a:lnTo>
                    <a:pt x="18964" y="380970"/>
                  </a:lnTo>
                  <a:lnTo>
                    <a:pt x="17831" y="380970"/>
                  </a:lnTo>
                  <a:lnTo>
                    <a:pt x="16754" y="380970"/>
                  </a:lnTo>
                  <a:lnTo>
                    <a:pt x="15611" y="380970"/>
                  </a:lnTo>
                  <a:lnTo>
                    <a:pt x="14478" y="380970"/>
                  </a:lnTo>
                  <a:lnTo>
                    <a:pt x="13402" y="380970"/>
                  </a:lnTo>
                  <a:lnTo>
                    <a:pt x="12259" y="380970"/>
                  </a:lnTo>
                  <a:lnTo>
                    <a:pt x="11116" y="380970"/>
                  </a:lnTo>
                  <a:lnTo>
                    <a:pt x="10049" y="380970"/>
                  </a:lnTo>
                  <a:lnTo>
                    <a:pt x="8906" y="380970"/>
                  </a:lnTo>
                  <a:lnTo>
                    <a:pt x="7763" y="380970"/>
                  </a:lnTo>
                  <a:lnTo>
                    <a:pt x="6686" y="380970"/>
                  </a:lnTo>
                  <a:lnTo>
                    <a:pt x="5553" y="380970"/>
                  </a:lnTo>
                  <a:lnTo>
                    <a:pt x="4410" y="380970"/>
                  </a:lnTo>
                  <a:lnTo>
                    <a:pt x="3334" y="380970"/>
                  </a:lnTo>
                  <a:lnTo>
                    <a:pt x="2200" y="380970"/>
                  </a:lnTo>
                  <a:lnTo>
                    <a:pt x="1057" y="380970"/>
                  </a:lnTo>
                  <a:lnTo>
                    <a:pt x="-19" y="380970"/>
                  </a:lnTo>
                  <a:close/>
                </a:path>
              </a:pathLst>
            </a:custGeom>
            <a:solidFill>
              <a:srgbClr val="E63946">
                <a:alpha val="50000"/>
              </a:srgbClr>
            </a:solidFill>
            <a:ln w="9525" cap="flat">
              <a:noFill/>
              <a:prstDash val="solid"/>
              <a:round/>
            </a:ln>
          </p:spPr>
          <p:txBody>
            <a:bodyPr/>
            <a:lstStyle/>
            <a:p>
              <a:endParaRPr lang="zh-CN" altLang="en-US" sz="2190"/>
            </a:p>
          </p:txBody>
        </p:sp>
        <p:sp>
          <p:nvSpPr>
            <p:cNvPr id="1063" name="任意多边形: 形状 1062"/>
            <p:cNvSpPr/>
            <p:nvPr/>
          </p:nvSpPr>
          <p:spPr>
            <a:xfrm>
              <a:off x="6167899" y="54218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64" name="任意多边形: 形状 1063"/>
            <p:cNvSpPr/>
            <p:nvPr/>
          </p:nvSpPr>
          <p:spPr>
            <a:xfrm>
              <a:off x="6053599" y="5155134"/>
              <a:ext cx="571500" cy="381000"/>
            </a:xfrm>
            <a:custGeom>
              <a:avLst/>
              <a:gdLst>
                <a:gd name="csX0" fmla="*/ -19 w 571500"/>
                <a:gd name="csY0" fmla="*/ 378684 h 381000"/>
                <a:gd name="csX1" fmla="*/ 1057 w 571500"/>
                <a:gd name="csY1" fmla="*/ 378236 h 381000"/>
                <a:gd name="csX2" fmla="*/ 2200 w 571500"/>
                <a:gd name="csY2" fmla="*/ 377665 h 381000"/>
                <a:gd name="csX3" fmla="*/ 3334 w 571500"/>
                <a:gd name="csY3" fmla="*/ 376970 h 381000"/>
                <a:gd name="csX4" fmla="*/ 4410 w 571500"/>
                <a:gd name="csY4" fmla="*/ 376141 h 381000"/>
                <a:gd name="csX5" fmla="*/ 5553 w 571500"/>
                <a:gd name="csY5" fmla="*/ 375188 h 381000"/>
                <a:gd name="csX6" fmla="*/ 6686 w 571500"/>
                <a:gd name="csY6" fmla="*/ 374112 h 381000"/>
                <a:gd name="csX7" fmla="*/ 7763 w 571500"/>
                <a:gd name="csY7" fmla="*/ 372836 h 381000"/>
                <a:gd name="csX8" fmla="*/ 8906 w 571500"/>
                <a:gd name="csY8" fmla="*/ 371378 h 381000"/>
                <a:gd name="csX9" fmla="*/ 10049 w 571500"/>
                <a:gd name="csY9" fmla="*/ 369721 h 381000"/>
                <a:gd name="csX10" fmla="*/ 11116 w 571500"/>
                <a:gd name="csY10" fmla="*/ 367749 h 381000"/>
                <a:gd name="csX11" fmla="*/ 12259 w 571500"/>
                <a:gd name="csY11" fmla="*/ 365463 h 381000"/>
                <a:gd name="csX12" fmla="*/ 13402 w 571500"/>
                <a:gd name="csY12" fmla="*/ 362987 h 381000"/>
                <a:gd name="csX13" fmla="*/ 14478 w 571500"/>
                <a:gd name="csY13" fmla="*/ 360129 h 381000"/>
                <a:gd name="csX14" fmla="*/ 15611 w 571500"/>
                <a:gd name="csY14" fmla="*/ 357015 h 381000"/>
                <a:gd name="csX15" fmla="*/ 16754 w 571500"/>
                <a:gd name="csY15" fmla="*/ 353395 h 381000"/>
                <a:gd name="csX16" fmla="*/ 17831 w 571500"/>
                <a:gd name="csY16" fmla="*/ 349328 h 381000"/>
                <a:gd name="csX17" fmla="*/ 18964 w 571500"/>
                <a:gd name="csY17" fmla="*/ 344880 h 381000"/>
                <a:gd name="csX18" fmla="*/ 20107 w 571500"/>
                <a:gd name="csY18" fmla="*/ 339984 h 381000"/>
                <a:gd name="csX19" fmla="*/ 21184 w 571500"/>
                <a:gd name="csY19" fmla="*/ 334583 h 381000"/>
                <a:gd name="csX20" fmla="*/ 22327 w 571500"/>
                <a:gd name="csY20" fmla="*/ 328611 h 381000"/>
                <a:gd name="csX21" fmla="*/ 23460 w 571500"/>
                <a:gd name="csY21" fmla="*/ 322134 h 381000"/>
                <a:gd name="csX22" fmla="*/ 24536 w 571500"/>
                <a:gd name="csY22" fmla="*/ 315076 h 381000"/>
                <a:gd name="csX23" fmla="*/ 25679 w 571500"/>
                <a:gd name="csY23" fmla="*/ 307513 h 381000"/>
                <a:gd name="csX24" fmla="*/ 26813 w 571500"/>
                <a:gd name="csY24" fmla="*/ 299379 h 381000"/>
                <a:gd name="csX25" fmla="*/ 27889 w 571500"/>
                <a:gd name="csY25" fmla="*/ 290549 h 381000"/>
                <a:gd name="csX26" fmla="*/ 29032 w 571500"/>
                <a:gd name="csY26" fmla="*/ 281205 h 381000"/>
                <a:gd name="csX27" fmla="*/ 30166 w 571500"/>
                <a:gd name="csY27" fmla="*/ 271299 h 381000"/>
                <a:gd name="csX28" fmla="*/ 31242 w 571500"/>
                <a:gd name="csY28" fmla="*/ 260936 h 381000"/>
                <a:gd name="csX29" fmla="*/ 32385 w 571500"/>
                <a:gd name="csY29" fmla="*/ 250011 h 381000"/>
                <a:gd name="csX30" fmla="*/ 33528 w 571500"/>
                <a:gd name="csY30" fmla="*/ 238571 h 381000"/>
                <a:gd name="csX31" fmla="*/ 34604 w 571500"/>
                <a:gd name="csY31" fmla="*/ 226693 h 381000"/>
                <a:gd name="csX32" fmla="*/ 35738 w 571500"/>
                <a:gd name="csY32" fmla="*/ 214426 h 381000"/>
                <a:gd name="csX33" fmla="*/ 36881 w 571500"/>
                <a:gd name="csY33" fmla="*/ 201843 h 381000"/>
                <a:gd name="csX34" fmla="*/ 37957 w 571500"/>
                <a:gd name="csY34" fmla="*/ 189013 h 381000"/>
                <a:gd name="csX35" fmla="*/ 39091 w 571500"/>
                <a:gd name="csY35" fmla="*/ 175983 h 381000"/>
                <a:gd name="csX36" fmla="*/ 40234 w 571500"/>
                <a:gd name="csY36" fmla="*/ 162762 h 381000"/>
                <a:gd name="csX37" fmla="*/ 41310 w 571500"/>
                <a:gd name="csY37" fmla="*/ 149617 h 381000"/>
                <a:gd name="csX38" fmla="*/ 42444 w 571500"/>
                <a:gd name="csY38" fmla="*/ 136463 h 381000"/>
                <a:gd name="csX39" fmla="*/ 43586 w 571500"/>
                <a:gd name="csY39" fmla="*/ 123367 h 381000"/>
                <a:gd name="csX40" fmla="*/ 44663 w 571500"/>
                <a:gd name="csY40" fmla="*/ 110593 h 381000"/>
                <a:gd name="csX41" fmla="*/ 45806 w 571500"/>
                <a:gd name="csY41" fmla="*/ 98144 h 381000"/>
                <a:gd name="csX42" fmla="*/ 46939 w 571500"/>
                <a:gd name="csY42" fmla="*/ 86133 h 381000"/>
                <a:gd name="csX43" fmla="*/ 48016 w 571500"/>
                <a:gd name="csY43" fmla="*/ 74503 h 381000"/>
                <a:gd name="csX44" fmla="*/ 49159 w 571500"/>
                <a:gd name="csY44" fmla="*/ 63511 h 381000"/>
                <a:gd name="csX45" fmla="*/ 50292 w 571500"/>
                <a:gd name="csY45" fmla="*/ 53215 h 381000"/>
                <a:gd name="csX46" fmla="*/ 51369 w 571500"/>
                <a:gd name="csY46" fmla="*/ 43747 h 381000"/>
                <a:gd name="csX47" fmla="*/ 52512 w 571500"/>
                <a:gd name="csY47" fmla="*/ 35041 h 381000"/>
                <a:gd name="csX48" fmla="*/ 53654 w 571500"/>
                <a:gd name="csY48" fmla="*/ 27164 h 381000"/>
                <a:gd name="csX49" fmla="*/ 54721 w 571500"/>
                <a:gd name="csY49" fmla="*/ 20115 h 381000"/>
                <a:gd name="csX50" fmla="*/ 55864 w 571500"/>
                <a:gd name="csY50" fmla="*/ 14267 h 381000"/>
                <a:gd name="csX51" fmla="*/ 57007 w 571500"/>
                <a:gd name="csY51" fmla="*/ 9371 h 381000"/>
                <a:gd name="csX52" fmla="*/ 58083 w 571500"/>
                <a:gd name="csY52" fmla="*/ 5504 h 381000"/>
                <a:gd name="csX53" fmla="*/ 59217 w 571500"/>
                <a:gd name="csY53" fmla="*/ 2637 h 381000"/>
                <a:gd name="csX54" fmla="*/ 60360 w 571500"/>
                <a:gd name="csY54" fmla="*/ 665 h 381000"/>
                <a:gd name="csX55" fmla="*/ 61437 w 571500"/>
                <a:gd name="csY55" fmla="*/ -30 h 381000"/>
                <a:gd name="csX56" fmla="*/ 62570 w 571500"/>
                <a:gd name="csY56" fmla="*/ 285 h 381000"/>
                <a:gd name="csX57" fmla="*/ 63713 w 571500"/>
                <a:gd name="csY57" fmla="*/ 1494 h 381000"/>
                <a:gd name="csX58" fmla="*/ 64789 w 571500"/>
                <a:gd name="csY58" fmla="*/ 3590 h 381000"/>
                <a:gd name="csX59" fmla="*/ 65932 w 571500"/>
                <a:gd name="csY59" fmla="*/ 6580 h 381000"/>
                <a:gd name="csX60" fmla="*/ 67066 w 571500"/>
                <a:gd name="csY60" fmla="*/ 10514 h 381000"/>
                <a:gd name="csX61" fmla="*/ 68142 w 571500"/>
                <a:gd name="csY61" fmla="*/ 15286 h 381000"/>
                <a:gd name="csX62" fmla="*/ 69285 w 571500"/>
                <a:gd name="csY62" fmla="*/ 20687 h 381000"/>
                <a:gd name="csX63" fmla="*/ 70419 w 571500"/>
                <a:gd name="csY63" fmla="*/ 26659 h 381000"/>
                <a:gd name="csX64" fmla="*/ 71495 w 571500"/>
                <a:gd name="csY64" fmla="*/ 33269 h 381000"/>
                <a:gd name="csX65" fmla="*/ 72638 w 571500"/>
                <a:gd name="csY65" fmla="*/ 40384 h 381000"/>
                <a:gd name="csX66" fmla="*/ 73781 w 571500"/>
                <a:gd name="csY66" fmla="*/ 47947 h 381000"/>
                <a:gd name="csX67" fmla="*/ 74857 w 571500"/>
                <a:gd name="csY67" fmla="*/ 55891 h 381000"/>
                <a:gd name="csX68" fmla="*/ 75990 w 571500"/>
                <a:gd name="csY68" fmla="*/ 64025 h 381000"/>
                <a:gd name="csX69" fmla="*/ 77133 w 571500"/>
                <a:gd name="csY69" fmla="*/ 72407 h 381000"/>
                <a:gd name="csX70" fmla="*/ 78267 w 571500"/>
                <a:gd name="csY70" fmla="*/ 80989 h 381000"/>
                <a:gd name="csX71" fmla="*/ 79343 w 571500"/>
                <a:gd name="csY71" fmla="*/ 89629 h 381000"/>
                <a:gd name="csX72" fmla="*/ 80487 w 571500"/>
                <a:gd name="csY72" fmla="*/ 98268 h 381000"/>
                <a:gd name="csX73" fmla="*/ 81620 w 571500"/>
                <a:gd name="csY73" fmla="*/ 106917 h 381000"/>
                <a:gd name="csX74" fmla="*/ 82706 w 571500"/>
                <a:gd name="csY74" fmla="*/ 115489 h 381000"/>
                <a:gd name="csX75" fmla="*/ 83839 w 571500"/>
                <a:gd name="csY75" fmla="*/ 123938 h 381000"/>
                <a:gd name="csX76" fmla="*/ 84982 w 571500"/>
                <a:gd name="csY76" fmla="*/ 132263 h 381000"/>
                <a:gd name="csX77" fmla="*/ 86058 w 571500"/>
                <a:gd name="csY77" fmla="*/ 140340 h 381000"/>
                <a:gd name="csX78" fmla="*/ 87192 w 571500"/>
                <a:gd name="csY78" fmla="*/ 148274 h 381000"/>
                <a:gd name="csX79" fmla="*/ 88335 w 571500"/>
                <a:gd name="csY79" fmla="*/ 155970 h 381000"/>
                <a:gd name="csX80" fmla="*/ 89411 w 571500"/>
                <a:gd name="csY80" fmla="*/ 163400 h 381000"/>
                <a:gd name="csX81" fmla="*/ 90545 w 571500"/>
                <a:gd name="csY81" fmla="*/ 170515 h 381000"/>
                <a:gd name="csX82" fmla="*/ 91688 w 571500"/>
                <a:gd name="csY82" fmla="*/ 177449 h 381000"/>
                <a:gd name="csX83" fmla="*/ 92764 w 571500"/>
                <a:gd name="csY83" fmla="*/ 184050 h 381000"/>
                <a:gd name="csX84" fmla="*/ 93907 w 571500"/>
                <a:gd name="csY84" fmla="*/ 190470 h 381000"/>
                <a:gd name="csX85" fmla="*/ 95040 w 571500"/>
                <a:gd name="csY85" fmla="*/ 196509 h 381000"/>
                <a:gd name="csX86" fmla="*/ 96117 w 571500"/>
                <a:gd name="csY86" fmla="*/ 202357 h 381000"/>
                <a:gd name="csX87" fmla="*/ 97260 w 571500"/>
                <a:gd name="csY87" fmla="*/ 207882 h 381000"/>
                <a:gd name="csX88" fmla="*/ 98393 w 571500"/>
                <a:gd name="csY88" fmla="*/ 213216 h 381000"/>
                <a:gd name="csX89" fmla="*/ 99470 w 571500"/>
                <a:gd name="csY89" fmla="*/ 218302 h 381000"/>
                <a:gd name="csX90" fmla="*/ 100613 w 571500"/>
                <a:gd name="csY90" fmla="*/ 223131 h 381000"/>
                <a:gd name="csX91" fmla="*/ 101756 w 571500"/>
                <a:gd name="csY91" fmla="*/ 227770 h 381000"/>
                <a:gd name="csX92" fmla="*/ 102822 w 571500"/>
                <a:gd name="csY92" fmla="*/ 232151 h 381000"/>
                <a:gd name="csX93" fmla="*/ 103965 w 571500"/>
                <a:gd name="csY93" fmla="*/ 236409 h 381000"/>
                <a:gd name="csX94" fmla="*/ 105108 w 571500"/>
                <a:gd name="csY94" fmla="*/ 240476 h 381000"/>
                <a:gd name="csX95" fmla="*/ 106185 w 571500"/>
                <a:gd name="csY95" fmla="*/ 244353 h 381000"/>
                <a:gd name="csX96" fmla="*/ 107318 w 571500"/>
                <a:gd name="csY96" fmla="*/ 248039 h 381000"/>
                <a:gd name="csX97" fmla="*/ 108461 w 571500"/>
                <a:gd name="csY97" fmla="*/ 251602 h 381000"/>
                <a:gd name="csX98" fmla="*/ 109538 w 571500"/>
                <a:gd name="csY98" fmla="*/ 255031 h 381000"/>
                <a:gd name="csX99" fmla="*/ 110671 w 571500"/>
                <a:gd name="csY99" fmla="*/ 258336 h 381000"/>
                <a:gd name="csX100" fmla="*/ 111814 w 571500"/>
                <a:gd name="csY100" fmla="*/ 261508 h 381000"/>
                <a:gd name="csX101" fmla="*/ 112890 w 571500"/>
                <a:gd name="csY101" fmla="*/ 264622 h 381000"/>
                <a:gd name="csX102" fmla="*/ 114033 w 571500"/>
                <a:gd name="csY102" fmla="*/ 267546 h 381000"/>
                <a:gd name="csX103" fmla="*/ 115167 w 571500"/>
                <a:gd name="csY103" fmla="*/ 270404 h 381000"/>
                <a:gd name="csX104" fmla="*/ 116243 w 571500"/>
                <a:gd name="csY104" fmla="*/ 273204 h 381000"/>
                <a:gd name="csX105" fmla="*/ 117386 w 571500"/>
                <a:gd name="csY105" fmla="*/ 275871 h 381000"/>
                <a:gd name="csX106" fmla="*/ 118520 w 571500"/>
                <a:gd name="csY106" fmla="*/ 278481 h 381000"/>
                <a:gd name="csX107" fmla="*/ 119596 w 571500"/>
                <a:gd name="csY107" fmla="*/ 280958 h 381000"/>
                <a:gd name="csX108" fmla="*/ 120739 w 571500"/>
                <a:gd name="csY108" fmla="*/ 283367 h 381000"/>
                <a:gd name="csX109" fmla="*/ 121872 w 571500"/>
                <a:gd name="csY109" fmla="*/ 285720 h 381000"/>
                <a:gd name="csX110" fmla="*/ 122948 w 571500"/>
                <a:gd name="csY110" fmla="*/ 288006 h 381000"/>
                <a:gd name="csX111" fmla="*/ 124092 w 571500"/>
                <a:gd name="csY111" fmla="*/ 290235 h 381000"/>
                <a:gd name="csX112" fmla="*/ 125235 w 571500"/>
                <a:gd name="csY112" fmla="*/ 292330 h 381000"/>
                <a:gd name="csX113" fmla="*/ 126311 w 571500"/>
                <a:gd name="csY113" fmla="*/ 294359 h 381000"/>
                <a:gd name="csX114" fmla="*/ 127445 w 571500"/>
                <a:gd name="csY114" fmla="*/ 296331 h 381000"/>
                <a:gd name="csX115" fmla="*/ 128588 w 571500"/>
                <a:gd name="csY115" fmla="*/ 298236 h 381000"/>
                <a:gd name="csX116" fmla="*/ 129664 w 571500"/>
                <a:gd name="csY116" fmla="*/ 300084 h 381000"/>
                <a:gd name="csX117" fmla="*/ 130797 w 571500"/>
                <a:gd name="csY117" fmla="*/ 301865 h 381000"/>
                <a:gd name="csX118" fmla="*/ 131940 w 571500"/>
                <a:gd name="csY118" fmla="*/ 303513 h 381000"/>
                <a:gd name="csX119" fmla="*/ 133016 w 571500"/>
                <a:gd name="csY119" fmla="*/ 305161 h 381000"/>
                <a:gd name="csX120" fmla="*/ 134150 w 571500"/>
                <a:gd name="csY120" fmla="*/ 306694 h 381000"/>
                <a:gd name="csX121" fmla="*/ 135293 w 571500"/>
                <a:gd name="csY121" fmla="*/ 308218 h 381000"/>
                <a:gd name="csX122" fmla="*/ 136369 w 571500"/>
                <a:gd name="csY122" fmla="*/ 309609 h 381000"/>
                <a:gd name="csX123" fmla="*/ 137513 w 571500"/>
                <a:gd name="csY123" fmla="*/ 311009 h 381000"/>
                <a:gd name="csX124" fmla="*/ 138646 w 571500"/>
                <a:gd name="csY124" fmla="*/ 312285 h 381000"/>
                <a:gd name="csX125" fmla="*/ 139722 w 571500"/>
                <a:gd name="csY125" fmla="*/ 313552 h 381000"/>
                <a:gd name="csX126" fmla="*/ 140865 w 571500"/>
                <a:gd name="csY126" fmla="*/ 314762 h 381000"/>
                <a:gd name="csX127" fmla="*/ 141999 w 571500"/>
                <a:gd name="csY127" fmla="*/ 315905 h 381000"/>
                <a:gd name="csX128" fmla="*/ 143075 w 571500"/>
                <a:gd name="csY128" fmla="*/ 316981 h 381000"/>
                <a:gd name="csX129" fmla="*/ 144218 w 571500"/>
                <a:gd name="csY129" fmla="*/ 318067 h 381000"/>
                <a:gd name="csX130" fmla="*/ 145361 w 571500"/>
                <a:gd name="csY130" fmla="*/ 319086 h 381000"/>
                <a:gd name="csX131" fmla="*/ 146428 w 571500"/>
                <a:gd name="csY131" fmla="*/ 320039 h 381000"/>
                <a:gd name="csX132" fmla="*/ 147571 w 571500"/>
                <a:gd name="csY132" fmla="*/ 320991 h 381000"/>
                <a:gd name="csX133" fmla="*/ 148714 w 571500"/>
                <a:gd name="csY133" fmla="*/ 321877 h 381000"/>
                <a:gd name="csX134" fmla="*/ 149790 w 571500"/>
                <a:gd name="csY134" fmla="*/ 322763 h 381000"/>
                <a:gd name="csX135" fmla="*/ 150924 w 571500"/>
                <a:gd name="csY135" fmla="*/ 323658 h 381000"/>
                <a:gd name="csX136" fmla="*/ 152066 w 571500"/>
                <a:gd name="csY136" fmla="*/ 324487 h 381000"/>
                <a:gd name="csX137" fmla="*/ 153200 w 571500"/>
                <a:gd name="csY137" fmla="*/ 325306 h 381000"/>
                <a:gd name="csX138" fmla="*/ 154276 w 571500"/>
                <a:gd name="csY138" fmla="*/ 326068 h 381000"/>
                <a:gd name="csX139" fmla="*/ 155419 w 571500"/>
                <a:gd name="csY139" fmla="*/ 326897 h 381000"/>
                <a:gd name="csX140" fmla="*/ 156563 w 571500"/>
                <a:gd name="csY140" fmla="*/ 327659 h 381000"/>
                <a:gd name="csX141" fmla="*/ 157639 w 571500"/>
                <a:gd name="csY141" fmla="*/ 328420 h 381000"/>
                <a:gd name="csX142" fmla="*/ 158772 w 571500"/>
                <a:gd name="csY142" fmla="*/ 329182 h 381000"/>
                <a:gd name="csX143" fmla="*/ 159915 w 571500"/>
                <a:gd name="csY143" fmla="*/ 329945 h 381000"/>
                <a:gd name="csX144" fmla="*/ 160992 w 571500"/>
                <a:gd name="csY144" fmla="*/ 330707 h 381000"/>
                <a:gd name="csX145" fmla="*/ 162125 w 571500"/>
                <a:gd name="csY145" fmla="*/ 331468 h 381000"/>
                <a:gd name="csX146" fmla="*/ 163268 w 571500"/>
                <a:gd name="csY146" fmla="*/ 332231 h 381000"/>
                <a:gd name="csX147" fmla="*/ 164344 w 571500"/>
                <a:gd name="csY147" fmla="*/ 332993 h 381000"/>
                <a:gd name="csX148" fmla="*/ 165478 w 571500"/>
                <a:gd name="csY148" fmla="*/ 333697 h 381000"/>
                <a:gd name="csX149" fmla="*/ 166621 w 571500"/>
                <a:gd name="csY149" fmla="*/ 334459 h 381000"/>
                <a:gd name="csX150" fmla="*/ 167697 w 571500"/>
                <a:gd name="csY150" fmla="*/ 335222 h 381000"/>
                <a:gd name="csX151" fmla="*/ 168840 w 571500"/>
                <a:gd name="csY151" fmla="*/ 335983 h 381000"/>
                <a:gd name="csX152" fmla="*/ 169974 w 571500"/>
                <a:gd name="csY152" fmla="*/ 336679 h 381000"/>
                <a:gd name="csX153" fmla="*/ 171050 w 571500"/>
                <a:gd name="csY153" fmla="*/ 337441 h 381000"/>
                <a:gd name="csX154" fmla="*/ 172193 w 571500"/>
                <a:gd name="csY154" fmla="*/ 338146 h 381000"/>
                <a:gd name="csX155" fmla="*/ 173326 w 571500"/>
                <a:gd name="csY155" fmla="*/ 338907 h 381000"/>
                <a:gd name="csX156" fmla="*/ 174403 w 571500"/>
                <a:gd name="csY156" fmla="*/ 339603 h 381000"/>
                <a:gd name="csX157" fmla="*/ 175546 w 571500"/>
                <a:gd name="csY157" fmla="*/ 340308 h 381000"/>
                <a:gd name="csX158" fmla="*/ 176689 w 571500"/>
                <a:gd name="csY158" fmla="*/ 341003 h 381000"/>
                <a:gd name="csX159" fmla="*/ 177756 w 571500"/>
                <a:gd name="csY159" fmla="*/ 341699 h 381000"/>
                <a:gd name="csX160" fmla="*/ 178899 w 571500"/>
                <a:gd name="csY160" fmla="*/ 342403 h 381000"/>
                <a:gd name="csX161" fmla="*/ 180042 w 571500"/>
                <a:gd name="csY161" fmla="*/ 343032 h 381000"/>
                <a:gd name="csX162" fmla="*/ 181118 w 571500"/>
                <a:gd name="csY162" fmla="*/ 343737 h 381000"/>
                <a:gd name="csX163" fmla="*/ 182251 w 571500"/>
                <a:gd name="csY163" fmla="*/ 344375 h 381000"/>
                <a:gd name="csX164" fmla="*/ 183394 w 571500"/>
                <a:gd name="csY164" fmla="*/ 345004 h 381000"/>
                <a:gd name="csX165" fmla="*/ 184471 w 571500"/>
                <a:gd name="csY165" fmla="*/ 345642 h 381000"/>
                <a:gd name="csX166" fmla="*/ 185604 w 571500"/>
                <a:gd name="csY166" fmla="*/ 346280 h 381000"/>
                <a:gd name="csX167" fmla="*/ 186747 w 571500"/>
                <a:gd name="csY167" fmla="*/ 346909 h 381000"/>
                <a:gd name="csX168" fmla="*/ 187824 w 571500"/>
                <a:gd name="csY168" fmla="*/ 347480 h 381000"/>
                <a:gd name="csX169" fmla="*/ 188967 w 571500"/>
                <a:gd name="csY169" fmla="*/ 348119 h 381000"/>
                <a:gd name="csX170" fmla="*/ 190100 w 571500"/>
                <a:gd name="csY170" fmla="*/ 348690 h 381000"/>
                <a:gd name="csX171" fmla="*/ 191176 w 571500"/>
                <a:gd name="csY171" fmla="*/ 349261 h 381000"/>
                <a:gd name="csX172" fmla="*/ 192319 w 571500"/>
                <a:gd name="csY172" fmla="*/ 349833 h 381000"/>
                <a:gd name="csX173" fmla="*/ 193453 w 571500"/>
                <a:gd name="csY173" fmla="*/ 350404 h 381000"/>
                <a:gd name="csX174" fmla="*/ 194529 w 571500"/>
                <a:gd name="csY174" fmla="*/ 350976 h 381000"/>
                <a:gd name="csX175" fmla="*/ 195672 w 571500"/>
                <a:gd name="csY175" fmla="*/ 351490 h 381000"/>
                <a:gd name="csX176" fmla="*/ 196806 w 571500"/>
                <a:gd name="csY176" fmla="*/ 352062 h 381000"/>
                <a:gd name="csX177" fmla="*/ 197882 w 571500"/>
                <a:gd name="csY177" fmla="*/ 352567 h 381000"/>
                <a:gd name="csX178" fmla="*/ 199025 w 571500"/>
                <a:gd name="csY178" fmla="*/ 353081 h 381000"/>
                <a:gd name="csX179" fmla="*/ 200168 w 571500"/>
                <a:gd name="csY179" fmla="*/ 353586 h 381000"/>
                <a:gd name="csX180" fmla="*/ 201244 w 571500"/>
                <a:gd name="csY180" fmla="*/ 354090 h 381000"/>
                <a:gd name="csX181" fmla="*/ 202378 w 571500"/>
                <a:gd name="csY181" fmla="*/ 354605 h 381000"/>
                <a:gd name="csX182" fmla="*/ 203521 w 571500"/>
                <a:gd name="csY182" fmla="*/ 355109 h 381000"/>
                <a:gd name="csX183" fmla="*/ 204597 w 571500"/>
                <a:gd name="csY183" fmla="*/ 355557 h 381000"/>
                <a:gd name="csX184" fmla="*/ 205731 w 571500"/>
                <a:gd name="csY184" fmla="*/ 355995 h 381000"/>
                <a:gd name="csX185" fmla="*/ 206874 w 571500"/>
                <a:gd name="csY185" fmla="*/ 356443 h 381000"/>
                <a:gd name="csX186" fmla="*/ 207950 w 571500"/>
                <a:gd name="csY186" fmla="*/ 356891 h 381000"/>
                <a:gd name="csX187" fmla="*/ 209093 w 571500"/>
                <a:gd name="csY187" fmla="*/ 357329 h 381000"/>
                <a:gd name="csX188" fmla="*/ 210226 w 571500"/>
                <a:gd name="csY188" fmla="*/ 357720 h 381000"/>
                <a:gd name="csX189" fmla="*/ 211302 w 571500"/>
                <a:gd name="csY189" fmla="*/ 358034 h 381000"/>
                <a:gd name="csX190" fmla="*/ 212446 w 571500"/>
                <a:gd name="csY190" fmla="*/ 358415 h 381000"/>
                <a:gd name="csX191" fmla="*/ 213579 w 571500"/>
                <a:gd name="csY191" fmla="*/ 358729 h 381000"/>
                <a:gd name="csX192" fmla="*/ 214656 w 571500"/>
                <a:gd name="csY192" fmla="*/ 359053 h 381000"/>
                <a:gd name="csX193" fmla="*/ 215799 w 571500"/>
                <a:gd name="csY193" fmla="*/ 359300 h 381000"/>
                <a:gd name="csX194" fmla="*/ 216932 w 571500"/>
                <a:gd name="csY194" fmla="*/ 359558 h 381000"/>
                <a:gd name="csX195" fmla="*/ 218008 w 571500"/>
                <a:gd name="csY195" fmla="*/ 359815 h 381000"/>
                <a:gd name="csX196" fmla="*/ 219151 w 571500"/>
                <a:gd name="csY196" fmla="*/ 360006 h 381000"/>
                <a:gd name="csX197" fmla="*/ 220294 w 571500"/>
                <a:gd name="csY197" fmla="*/ 360196 h 381000"/>
                <a:gd name="csX198" fmla="*/ 221370 w 571500"/>
                <a:gd name="csY198" fmla="*/ 360320 h 381000"/>
                <a:gd name="csX199" fmla="*/ 222504 w 571500"/>
                <a:gd name="csY199" fmla="*/ 360443 h 381000"/>
                <a:gd name="csX200" fmla="*/ 223647 w 571500"/>
                <a:gd name="csY200" fmla="*/ 360577 h 381000"/>
                <a:gd name="csX201" fmla="*/ 224723 w 571500"/>
                <a:gd name="csY201" fmla="*/ 360634 h 381000"/>
                <a:gd name="csX202" fmla="*/ 225857 w 571500"/>
                <a:gd name="csY202" fmla="*/ 360701 h 381000"/>
                <a:gd name="csX203" fmla="*/ 227000 w 571500"/>
                <a:gd name="csY203" fmla="*/ 360768 h 381000"/>
                <a:gd name="csX204" fmla="*/ 228076 w 571500"/>
                <a:gd name="csY204" fmla="*/ 360768 h 381000"/>
                <a:gd name="csX205" fmla="*/ 229219 w 571500"/>
                <a:gd name="csY205" fmla="*/ 360768 h 381000"/>
                <a:gd name="csX206" fmla="*/ 230352 w 571500"/>
                <a:gd name="csY206" fmla="*/ 360825 h 381000"/>
                <a:gd name="csX207" fmla="*/ 231496 w 571500"/>
                <a:gd name="csY207" fmla="*/ 360768 h 381000"/>
                <a:gd name="csX208" fmla="*/ 232572 w 571500"/>
                <a:gd name="csY208" fmla="*/ 360768 h 381000"/>
                <a:gd name="csX209" fmla="*/ 233706 w 571500"/>
                <a:gd name="csY209" fmla="*/ 360768 h 381000"/>
                <a:gd name="csX210" fmla="*/ 234849 w 571500"/>
                <a:gd name="csY210" fmla="*/ 360768 h 381000"/>
                <a:gd name="csX211" fmla="*/ 235925 w 571500"/>
                <a:gd name="csY211" fmla="*/ 360701 h 381000"/>
                <a:gd name="csX212" fmla="*/ 237068 w 571500"/>
                <a:gd name="csY212" fmla="*/ 360701 h 381000"/>
                <a:gd name="csX213" fmla="*/ 238201 w 571500"/>
                <a:gd name="csY213" fmla="*/ 360701 h 381000"/>
                <a:gd name="csX214" fmla="*/ 239277 w 571500"/>
                <a:gd name="csY214" fmla="*/ 360634 h 381000"/>
                <a:gd name="csX215" fmla="*/ 240420 w 571500"/>
                <a:gd name="csY215" fmla="*/ 360634 h 381000"/>
                <a:gd name="csX216" fmla="*/ 241554 w 571500"/>
                <a:gd name="csY216" fmla="*/ 360634 h 381000"/>
                <a:gd name="csX217" fmla="*/ 242630 w 571500"/>
                <a:gd name="csY217" fmla="*/ 360701 h 381000"/>
                <a:gd name="csX218" fmla="*/ 243773 w 571500"/>
                <a:gd name="csY218" fmla="*/ 360701 h 381000"/>
                <a:gd name="csX219" fmla="*/ 244907 w 571500"/>
                <a:gd name="csY219" fmla="*/ 360768 h 381000"/>
                <a:gd name="csX220" fmla="*/ 245983 w 571500"/>
                <a:gd name="csY220" fmla="*/ 360825 h 381000"/>
                <a:gd name="csX221" fmla="*/ 247126 w 571500"/>
                <a:gd name="csY221" fmla="*/ 360892 h 381000"/>
                <a:gd name="csX222" fmla="*/ 248269 w 571500"/>
                <a:gd name="csY222" fmla="*/ 360958 h 381000"/>
                <a:gd name="csX223" fmla="*/ 249345 w 571500"/>
                <a:gd name="csY223" fmla="*/ 361082 h 381000"/>
                <a:gd name="csX224" fmla="*/ 250479 w 571500"/>
                <a:gd name="csY224" fmla="*/ 361149 h 381000"/>
                <a:gd name="csX225" fmla="*/ 251622 w 571500"/>
                <a:gd name="csY225" fmla="*/ 361272 h 381000"/>
                <a:gd name="csX226" fmla="*/ 252698 w 571500"/>
                <a:gd name="csY226" fmla="*/ 361463 h 381000"/>
                <a:gd name="csX227" fmla="*/ 253832 w 571500"/>
                <a:gd name="csY227" fmla="*/ 361587 h 381000"/>
                <a:gd name="csX228" fmla="*/ 254975 w 571500"/>
                <a:gd name="csY228" fmla="*/ 361777 h 381000"/>
                <a:gd name="csX229" fmla="*/ 256051 w 571500"/>
                <a:gd name="csY229" fmla="*/ 361911 h 381000"/>
                <a:gd name="csX230" fmla="*/ 257184 w 571500"/>
                <a:gd name="csY230" fmla="*/ 362101 h 381000"/>
                <a:gd name="csX231" fmla="*/ 258327 w 571500"/>
                <a:gd name="csY231" fmla="*/ 362292 h 381000"/>
                <a:gd name="csX232" fmla="*/ 259404 w 571500"/>
                <a:gd name="csY232" fmla="*/ 362539 h 381000"/>
                <a:gd name="csX233" fmla="*/ 260547 w 571500"/>
                <a:gd name="csY233" fmla="*/ 362739 h 381000"/>
                <a:gd name="csX234" fmla="*/ 261680 w 571500"/>
                <a:gd name="csY234" fmla="*/ 362920 h 381000"/>
                <a:gd name="csX235" fmla="*/ 262757 w 571500"/>
                <a:gd name="csY235" fmla="*/ 363177 h 381000"/>
                <a:gd name="csX236" fmla="*/ 263900 w 571500"/>
                <a:gd name="csY236" fmla="*/ 363368 h 381000"/>
                <a:gd name="csX237" fmla="*/ 265033 w 571500"/>
                <a:gd name="csY237" fmla="*/ 363625 h 381000"/>
                <a:gd name="csX238" fmla="*/ 266110 w 571500"/>
                <a:gd name="csY238" fmla="*/ 363815 h 381000"/>
                <a:gd name="csX239" fmla="*/ 267252 w 571500"/>
                <a:gd name="csY239" fmla="*/ 364073 h 381000"/>
                <a:gd name="csX240" fmla="*/ 268386 w 571500"/>
                <a:gd name="csY240" fmla="*/ 364263 h 381000"/>
                <a:gd name="csX241" fmla="*/ 269462 w 571500"/>
                <a:gd name="csY241" fmla="*/ 364511 h 381000"/>
                <a:gd name="csX242" fmla="*/ 270605 w 571500"/>
                <a:gd name="csY242" fmla="*/ 364701 h 381000"/>
                <a:gd name="csX243" fmla="*/ 271748 w 571500"/>
                <a:gd name="csY243" fmla="*/ 364958 h 381000"/>
                <a:gd name="csX244" fmla="*/ 272825 w 571500"/>
                <a:gd name="csY244" fmla="*/ 365149 h 381000"/>
                <a:gd name="csX245" fmla="*/ 273958 w 571500"/>
                <a:gd name="csY245" fmla="*/ 365406 h 381000"/>
                <a:gd name="csX246" fmla="*/ 275101 w 571500"/>
                <a:gd name="csY246" fmla="*/ 365597 h 381000"/>
                <a:gd name="csX247" fmla="*/ 276178 w 571500"/>
                <a:gd name="csY247" fmla="*/ 365787 h 381000"/>
                <a:gd name="csX248" fmla="*/ 277311 w 571500"/>
                <a:gd name="csY248" fmla="*/ 365978 h 381000"/>
                <a:gd name="csX249" fmla="*/ 278454 w 571500"/>
                <a:gd name="csY249" fmla="*/ 366226 h 381000"/>
                <a:gd name="csX250" fmla="*/ 279530 w 571500"/>
                <a:gd name="csY250" fmla="*/ 366416 h 381000"/>
                <a:gd name="csX251" fmla="*/ 280673 w 571500"/>
                <a:gd name="csY251" fmla="*/ 366606 h 381000"/>
                <a:gd name="csX252" fmla="*/ 281807 w 571500"/>
                <a:gd name="csY252" fmla="*/ 366806 h 381000"/>
                <a:gd name="csX253" fmla="*/ 282883 w 571500"/>
                <a:gd name="csY253" fmla="*/ 366987 h 381000"/>
                <a:gd name="csX254" fmla="*/ 284026 w 571500"/>
                <a:gd name="csY254" fmla="*/ 367178 h 381000"/>
                <a:gd name="csX255" fmla="*/ 285160 w 571500"/>
                <a:gd name="csY255" fmla="*/ 367378 h 381000"/>
                <a:gd name="csX256" fmla="*/ 286236 w 571500"/>
                <a:gd name="csY256" fmla="*/ 367502 h 381000"/>
                <a:gd name="csX257" fmla="*/ 287379 w 571500"/>
                <a:gd name="csY257" fmla="*/ 367692 h 381000"/>
                <a:gd name="csX258" fmla="*/ 288512 w 571500"/>
                <a:gd name="csY258" fmla="*/ 367882 h 381000"/>
                <a:gd name="csX259" fmla="*/ 289589 w 571500"/>
                <a:gd name="csY259" fmla="*/ 368073 h 381000"/>
                <a:gd name="csX260" fmla="*/ 290732 w 571500"/>
                <a:gd name="csY260" fmla="*/ 368197 h 381000"/>
                <a:gd name="csX261" fmla="*/ 291875 w 571500"/>
                <a:gd name="csY261" fmla="*/ 368388 h 381000"/>
                <a:gd name="csX262" fmla="*/ 292951 w 571500"/>
                <a:gd name="csY262" fmla="*/ 368521 h 381000"/>
                <a:gd name="csX263" fmla="*/ 294085 w 571500"/>
                <a:gd name="csY263" fmla="*/ 368711 h 381000"/>
                <a:gd name="csX264" fmla="*/ 295228 w 571500"/>
                <a:gd name="csY264" fmla="*/ 368835 h 381000"/>
                <a:gd name="csX265" fmla="*/ 296304 w 571500"/>
                <a:gd name="csY265" fmla="*/ 368959 h 381000"/>
                <a:gd name="csX266" fmla="*/ 297437 w 571500"/>
                <a:gd name="csY266" fmla="*/ 369092 h 381000"/>
                <a:gd name="csX267" fmla="*/ 298580 w 571500"/>
                <a:gd name="csY267" fmla="*/ 369216 h 381000"/>
                <a:gd name="csX268" fmla="*/ 299656 w 571500"/>
                <a:gd name="csY268" fmla="*/ 369340 h 381000"/>
                <a:gd name="csX269" fmla="*/ 300790 w 571500"/>
                <a:gd name="csY269" fmla="*/ 369474 h 381000"/>
                <a:gd name="csX270" fmla="*/ 301933 w 571500"/>
                <a:gd name="csY270" fmla="*/ 369597 h 381000"/>
                <a:gd name="csX271" fmla="*/ 303010 w 571500"/>
                <a:gd name="csY271" fmla="*/ 369664 h 381000"/>
                <a:gd name="csX272" fmla="*/ 304153 w 571500"/>
                <a:gd name="csY272" fmla="*/ 369788 h 381000"/>
                <a:gd name="csX273" fmla="*/ 305286 w 571500"/>
                <a:gd name="csY273" fmla="*/ 369854 h 381000"/>
                <a:gd name="csX274" fmla="*/ 306362 w 571500"/>
                <a:gd name="csY274" fmla="*/ 369911 h 381000"/>
                <a:gd name="csX275" fmla="*/ 307505 w 571500"/>
                <a:gd name="csY275" fmla="*/ 370045 h 381000"/>
                <a:gd name="csX276" fmla="*/ 308639 w 571500"/>
                <a:gd name="csY276" fmla="*/ 370102 h 381000"/>
                <a:gd name="csX277" fmla="*/ 309782 w 571500"/>
                <a:gd name="csY277" fmla="*/ 370102 h 381000"/>
                <a:gd name="csX278" fmla="*/ 310858 w 571500"/>
                <a:gd name="csY278" fmla="*/ 370169 h 381000"/>
                <a:gd name="csX279" fmla="*/ 312001 w 571500"/>
                <a:gd name="csY279" fmla="*/ 370235 h 381000"/>
                <a:gd name="csX280" fmla="*/ 313135 w 571500"/>
                <a:gd name="csY280" fmla="*/ 370235 h 381000"/>
                <a:gd name="csX281" fmla="*/ 314211 w 571500"/>
                <a:gd name="csY281" fmla="*/ 370293 h 381000"/>
                <a:gd name="csX282" fmla="*/ 315354 w 571500"/>
                <a:gd name="csY282" fmla="*/ 370293 h 381000"/>
                <a:gd name="csX283" fmla="*/ 316487 w 571500"/>
                <a:gd name="csY283" fmla="*/ 370293 h 381000"/>
                <a:gd name="csX284" fmla="*/ 317563 w 571500"/>
                <a:gd name="csY284" fmla="*/ 370293 h 381000"/>
                <a:gd name="csX285" fmla="*/ 318706 w 571500"/>
                <a:gd name="csY285" fmla="*/ 370359 h 381000"/>
                <a:gd name="csX286" fmla="*/ 319840 w 571500"/>
                <a:gd name="csY286" fmla="*/ 370359 h 381000"/>
                <a:gd name="csX287" fmla="*/ 320916 w 571500"/>
                <a:gd name="csY287" fmla="*/ 370293 h 381000"/>
                <a:gd name="csX288" fmla="*/ 322060 w 571500"/>
                <a:gd name="csY288" fmla="*/ 370293 h 381000"/>
                <a:gd name="csX289" fmla="*/ 323203 w 571500"/>
                <a:gd name="csY289" fmla="*/ 370293 h 381000"/>
                <a:gd name="csX290" fmla="*/ 324279 w 571500"/>
                <a:gd name="csY290" fmla="*/ 370293 h 381000"/>
                <a:gd name="csX291" fmla="*/ 325412 w 571500"/>
                <a:gd name="csY291" fmla="*/ 370293 h 381000"/>
                <a:gd name="csX292" fmla="*/ 326555 w 571500"/>
                <a:gd name="csY292" fmla="*/ 370235 h 381000"/>
                <a:gd name="csX293" fmla="*/ 327631 w 571500"/>
                <a:gd name="csY293" fmla="*/ 370235 h 381000"/>
                <a:gd name="csX294" fmla="*/ 328765 w 571500"/>
                <a:gd name="csY294" fmla="*/ 370235 h 381000"/>
                <a:gd name="csX295" fmla="*/ 329908 w 571500"/>
                <a:gd name="csY295" fmla="*/ 370169 h 381000"/>
                <a:gd name="csX296" fmla="*/ 330984 w 571500"/>
                <a:gd name="csY296" fmla="*/ 370169 h 381000"/>
                <a:gd name="csX297" fmla="*/ 332118 w 571500"/>
                <a:gd name="csY297" fmla="*/ 370102 h 381000"/>
                <a:gd name="csX298" fmla="*/ 333261 w 571500"/>
                <a:gd name="csY298" fmla="*/ 370102 h 381000"/>
                <a:gd name="csX299" fmla="*/ 334337 w 571500"/>
                <a:gd name="csY299" fmla="*/ 370102 h 381000"/>
                <a:gd name="csX300" fmla="*/ 335480 w 571500"/>
                <a:gd name="csY300" fmla="*/ 370045 h 381000"/>
                <a:gd name="csX301" fmla="*/ 336613 w 571500"/>
                <a:gd name="csY301" fmla="*/ 370045 h 381000"/>
                <a:gd name="csX302" fmla="*/ 337690 w 571500"/>
                <a:gd name="csY302" fmla="*/ 369978 h 381000"/>
                <a:gd name="csX303" fmla="*/ 338833 w 571500"/>
                <a:gd name="csY303" fmla="*/ 369978 h 381000"/>
                <a:gd name="csX304" fmla="*/ 339966 w 571500"/>
                <a:gd name="csY304" fmla="*/ 369911 h 381000"/>
                <a:gd name="csX305" fmla="*/ 341043 w 571500"/>
                <a:gd name="csY305" fmla="*/ 369911 h 381000"/>
                <a:gd name="csX306" fmla="*/ 342186 w 571500"/>
                <a:gd name="csY306" fmla="*/ 369854 h 381000"/>
                <a:gd name="csX307" fmla="*/ 343329 w 571500"/>
                <a:gd name="csY307" fmla="*/ 369854 h 381000"/>
                <a:gd name="csX308" fmla="*/ 344395 w 571500"/>
                <a:gd name="csY308" fmla="*/ 369854 h 381000"/>
                <a:gd name="csX309" fmla="*/ 345538 w 571500"/>
                <a:gd name="csY309" fmla="*/ 369788 h 381000"/>
                <a:gd name="csX310" fmla="*/ 346681 w 571500"/>
                <a:gd name="csY310" fmla="*/ 369788 h 381000"/>
                <a:gd name="csX311" fmla="*/ 347758 w 571500"/>
                <a:gd name="csY311" fmla="*/ 369788 h 381000"/>
                <a:gd name="csX312" fmla="*/ 348891 w 571500"/>
                <a:gd name="csY312" fmla="*/ 369788 h 381000"/>
                <a:gd name="csX313" fmla="*/ 350034 w 571500"/>
                <a:gd name="csY313" fmla="*/ 369721 h 381000"/>
                <a:gd name="csX314" fmla="*/ 351111 w 571500"/>
                <a:gd name="csY314" fmla="*/ 369721 h 381000"/>
                <a:gd name="csX315" fmla="*/ 352244 w 571500"/>
                <a:gd name="csY315" fmla="*/ 369721 h 381000"/>
                <a:gd name="csX316" fmla="*/ 353387 w 571500"/>
                <a:gd name="csY316" fmla="*/ 369721 h 381000"/>
                <a:gd name="csX317" fmla="*/ 354463 w 571500"/>
                <a:gd name="csY317" fmla="*/ 369721 h 381000"/>
                <a:gd name="csX318" fmla="*/ 355606 w 571500"/>
                <a:gd name="csY318" fmla="*/ 369721 h 381000"/>
                <a:gd name="csX319" fmla="*/ 356740 w 571500"/>
                <a:gd name="csY319" fmla="*/ 369788 h 381000"/>
                <a:gd name="csX320" fmla="*/ 357816 w 571500"/>
                <a:gd name="csY320" fmla="*/ 369788 h 381000"/>
                <a:gd name="csX321" fmla="*/ 358959 w 571500"/>
                <a:gd name="csY321" fmla="*/ 369788 h 381000"/>
                <a:gd name="csX322" fmla="*/ 360093 w 571500"/>
                <a:gd name="csY322" fmla="*/ 369788 h 381000"/>
                <a:gd name="csX323" fmla="*/ 361169 w 571500"/>
                <a:gd name="csY323" fmla="*/ 369854 h 381000"/>
                <a:gd name="csX324" fmla="*/ 362312 w 571500"/>
                <a:gd name="csY324" fmla="*/ 369854 h 381000"/>
                <a:gd name="csX325" fmla="*/ 363455 w 571500"/>
                <a:gd name="csY325" fmla="*/ 369911 h 381000"/>
                <a:gd name="csX326" fmla="*/ 364531 w 571500"/>
                <a:gd name="csY326" fmla="*/ 369911 h 381000"/>
                <a:gd name="csX327" fmla="*/ 365665 w 571500"/>
                <a:gd name="csY327" fmla="*/ 369978 h 381000"/>
                <a:gd name="csX328" fmla="*/ 366808 w 571500"/>
                <a:gd name="csY328" fmla="*/ 370045 h 381000"/>
                <a:gd name="csX329" fmla="*/ 367884 w 571500"/>
                <a:gd name="csY329" fmla="*/ 370045 h 381000"/>
                <a:gd name="csX330" fmla="*/ 369018 w 571500"/>
                <a:gd name="csY330" fmla="*/ 370102 h 381000"/>
                <a:gd name="csX331" fmla="*/ 370161 w 571500"/>
                <a:gd name="csY331" fmla="*/ 370169 h 381000"/>
                <a:gd name="csX332" fmla="*/ 371237 w 571500"/>
                <a:gd name="csY332" fmla="*/ 370235 h 381000"/>
                <a:gd name="csX333" fmla="*/ 372370 w 571500"/>
                <a:gd name="csY333" fmla="*/ 370293 h 381000"/>
                <a:gd name="csX334" fmla="*/ 373513 w 571500"/>
                <a:gd name="csY334" fmla="*/ 370293 h 381000"/>
                <a:gd name="csX335" fmla="*/ 374590 w 571500"/>
                <a:gd name="csY335" fmla="*/ 370359 h 381000"/>
                <a:gd name="csX336" fmla="*/ 375732 w 571500"/>
                <a:gd name="csY336" fmla="*/ 370426 h 381000"/>
                <a:gd name="csX337" fmla="*/ 376866 w 571500"/>
                <a:gd name="csY337" fmla="*/ 370483 h 381000"/>
                <a:gd name="csX338" fmla="*/ 377943 w 571500"/>
                <a:gd name="csY338" fmla="*/ 370550 h 381000"/>
                <a:gd name="csX339" fmla="*/ 379086 w 571500"/>
                <a:gd name="csY339" fmla="*/ 370617 h 381000"/>
                <a:gd name="csX340" fmla="*/ 380219 w 571500"/>
                <a:gd name="csY340" fmla="*/ 370674 h 381000"/>
                <a:gd name="csX341" fmla="*/ 381296 w 571500"/>
                <a:gd name="csY341" fmla="*/ 370740 h 381000"/>
                <a:gd name="csX342" fmla="*/ 382438 w 571500"/>
                <a:gd name="csY342" fmla="*/ 370807 h 381000"/>
                <a:gd name="csX343" fmla="*/ 383581 w 571500"/>
                <a:gd name="csY343" fmla="*/ 370931 h 381000"/>
                <a:gd name="csX344" fmla="*/ 384715 w 571500"/>
                <a:gd name="csY344" fmla="*/ 370997 h 381000"/>
                <a:gd name="csX345" fmla="*/ 385791 w 571500"/>
                <a:gd name="csY345" fmla="*/ 371054 h 381000"/>
                <a:gd name="csX346" fmla="*/ 386934 w 571500"/>
                <a:gd name="csY346" fmla="*/ 371121 h 381000"/>
                <a:gd name="csX347" fmla="*/ 388068 w 571500"/>
                <a:gd name="csY347" fmla="*/ 371245 h 381000"/>
                <a:gd name="csX348" fmla="*/ 389144 w 571500"/>
                <a:gd name="csY348" fmla="*/ 371312 h 381000"/>
                <a:gd name="csX349" fmla="*/ 390287 w 571500"/>
                <a:gd name="csY349" fmla="*/ 371378 h 381000"/>
                <a:gd name="csX350" fmla="*/ 391420 w 571500"/>
                <a:gd name="csY350" fmla="*/ 371502 h 381000"/>
                <a:gd name="csX351" fmla="*/ 392497 w 571500"/>
                <a:gd name="csY351" fmla="*/ 371569 h 381000"/>
                <a:gd name="csX352" fmla="*/ 393640 w 571500"/>
                <a:gd name="csY352" fmla="*/ 371693 h 381000"/>
                <a:gd name="csX353" fmla="*/ 394782 w 571500"/>
                <a:gd name="csY353" fmla="*/ 371760 h 381000"/>
                <a:gd name="csX354" fmla="*/ 395859 w 571500"/>
                <a:gd name="csY354" fmla="*/ 371883 h 381000"/>
                <a:gd name="csX355" fmla="*/ 396993 w 571500"/>
                <a:gd name="csY355" fmla="*/ 371950 h 381000"/>
                <a:gd name="csX356" fmla="*/ 398136 w 571500"/>
                <a:gd name="csY356" fmla="*/ 372073 h 381000"/>
                <a:gd name="csX357" fmla="*/ 399212 w 571500"/>
                <a:gd name="csY357" fmla="*/ 372140 h 381000"/>
                <a:gd name="csX358" fmla="*/ 400346 w 571500"/>
                <a:gd name="csY358" fmla="*/ 372264 h 381000"/>
                <a:gd name="csX359" fmla="*/ 401488 w 571500"/>
                <a:gd name="csY359" fmla="*/ 372331 h 381000"/>
                <a:gd name="csX360" fmla="*/ 402565 w 571500"/>
                <a:gd name="csY360" fmla="*/ 372455 h 381000"/>
                <a:gd name="csX361" fmla="*/ 403698 w 571500"/>
                <a:gd name="csY361" fmla="*/ 372521 h 381000"/>
                <a:gd name="csX362" fmla="*/ 404841 w 571500"/>
                <a:gd name="csY362" fmla="*/ 372645 h 381000"/>
                <a:gd name="csX363" fmla="*/ 405917 w 571500"/>
                <a:gd name="csY363" fmla="*/ 372712 h 381000"/>
                <a:gd name="csX364" fmla="*/ 407060 w 571500"/>
                <a:gd name="csY364" fmla="*/ 372836 h 381000"/>
                <a:gd name="csX365" fmla="*/ 408194 w 571500"/>
                <a:gd name="csY365" fmla="*/ 372902 h 381000"/>
                <a:gd name="csX366" fmla="*/ 409270 w 571500"/>
                <a:gd name="csY366" fmla="*/ 372969 h 381000"/>
                <a:gd name="csX367" fmla="*/ 410414 w 571500"/>
                <a:gd name="csY367" fmla="*/ 373026 h 381000"/>
                <a:gd name="csX368" fmla="*/ 411547 w 571500"/>
                <a:gd name="csY368" fmla="*/ 373093 h 381000"/>
                <a:gd name="csX369" fmla="*/ 412623 w 571500"/>
                <a:gd name="csY369" fmla="*/ 373159 h 381000"/>
                <a:gd name="csX370" fmla="*/ 413766 w 571500"/>
                <a:gd name="csY370" fmla="*/ 373216 h 381000"/>
                <a:gd name="csX371" fmla="*/ 414909 w 571500"/>
                <a:gd name="csY371" fmla="*/ 373283 h 381000"/>
                <a:gd name="csX372" fmla="*/ 415976 w 571500"/>
                <a:gd name="csY372" fmla="*/ 373350 h 381000"/>
                <a:gd name="csX373" fmla="*/ 417119 w 571500"/>
                <a:gd name="csY373" fmla="*/ 373350 h 381000"/>
                <a:gd name="csX374" fmla="*/ 418262 w 571500"/>
                <a:gd name="csY374" fmla="*/ 373407 h 381000"/>
                <a:gd name="csX375" fmla="*/ 419338 w 571500"/>
                <a:gd name="csY375" fmla="*/ 373407 h 381000"/>
                <a:gd name="csX376" fmla="*/ 420472 w 571500"/>
                <a:gd name="csY376" fmla="*/ 373407 h 381000"/>
                <a:gd name="csX377" fmla="*/ 421615 w 571500"/>
                <a:gd name="csY377" fmla="*/ 373407 h 381000"/>
                <a:gd name="csX378" fmla="*/ 422691 w 571500"/>
                <a:gd name="csY378" fmla="*/ 373407 h 381000"/>
                <a:gd name="csX379" fmla="*/ 423824 w 571500"/>
                <a:gd name="csY379" fmla="*/ 373407 h 381000"/>
                <a:gd name="csX380" fmla="*/ 424967 w 571500"/>
                <a:gd name="csY380" fmla="*/ 373350 h 381000"/>
                <a:gd name="csX381" fmla="*/ 426044 w 571500"/>
                <a:gd name="csY381" fmla="*/ 373350 h 381000"/>
                <a:gd name="csX382" fmla="*/ 427187 w 571500"/>
                <a:gd name="csY382" fmla="*/ 373350 h 381000"/>
                <a:gd name="csX383" fmla="*/ 428320 w 571500"/>
                <a:gd name="csY383" fmla="*/ 373283 h 381000"/>
                <a:gd name="csX384" fmla="*/ 429397 w 571500"/>
                <a:gd name="csY384" fmla="*/ 373216 h 381000"/>
                <a:gd name="csX385" fmla="*/ 430540 w 571500"/>
                <a:gd name="csY385" fmla="*/ 373216 h 381000"/>
                <a:gd name="csX386" fmla="*/ 431673 w 571500"/>
                <a:gd name="csY386" fmla="*/ 373159 h 381000"/>
                <a:gd name="csX387" fmla="*/ 432749 w 571500"/>
                <a:gd name="csY387" fmla="*/ 373093 h 381000"/>
                <a:gd name="csX388" fmla="*/ 433892 w 571500"/>
                <a:gd name="csY388" fmla="*/ 373026 h 381000"/>
                <a:gd name="csX389" fmla="*/ 435035 w 571500"/>
                <a:gd name="csY389" fmla="*/ 373026 h 381000"/>
                <a:gd name="csX390" fmla="*/ 436102 w 571500"/>
                <a:gd name="csY390" fmla="*/ 372969 h 381000"/>
                <a:gd name="csX391" fmla="*/ 437245 w 571500"/>
                <a:gd name="csY391" fmla="*/ 372902 h 381000"/>
                <a:gd name="csX392" fmla="*/ 438388 w 571500"/>
                <a:gd name="csY392" fmla="*/ 372902 h 381000"/>
                <a:gd name="csX393" fmla="*/ 439465 w 571500"/>
                <a:gd name="csY393" fmla="*/ 372836 h 381000"/>
                <a:gd name="csX394" fmla="*/ 440598 w 571500"/>
                <a:gd name="csY394" fmla="*/ 372836 h 381000"/>
                <a:gd name="csX395" fmla="*/ 441741 w 571500"/>
                <a:gd name="csY395" fmla="*/ 372779 h 381000"/>
                <a:gd name="csX396" fmla="*/ 442817 w 571500"/>
                <a:gd name="csY396" fmla="*/ 372779 h 381000"/>
                <a:gd name="csX397" fmla="*/ 443951 w 571500"/>
                <a:gd name="csY397" fmla="*/ 372779 h 381000"/>
                <a:gd name="csX398" fmla="*/ 445094 w 571500"/>
                <a:gd name="csY398" fmla="*/ 372779 h 381000"/>
                <a:gd name="csX399" fmla="*/ 446170 w 571500"/>
                <a:gd name="csY399" fmla="*/ 372779 h 381000"/>
                <a:gd name="csX400" fmla="*/ 447313 w 571500"/>
                <a:gd name="csY400" fmla="*/ 372779 h 381000"/>
                <a:gd name="csX401" fmla="*/ 448447 w 571500"/>
                <a:gd name="csY401" fmla="*/ 372779 h 381000"/>
                <a:gd name="csX402" fmla="*/ 449523 w 571500"/>
                <a:gd name="csY402" fmla="*/ 372836 h 381000"/>
                <a:gd name="csX403" fmla="*/ 450666 w 571500"/>
                <a:gd name="csY403" fmla="*/ 372836 h 381000"/>
                <a:gd name="csX404" fmla="*/ 451799 w 571500"/>
                <a:gd name="csY404" fmla="*/ 372902 h 381000"/>
                <a:gd name="csX405" fmla="*/ 452875 w 571500"/>
                <a:gd name="csY405" fmla="*/ 372902 h 381000"/>
                <a:gd name="csX406" fmla="*/ 454019 w 571500"/>
                <a:gd name="csY406" fmla="*/ 372969 h 381000"/>
                <a:gd name="csX407" fmla="*/ 455152 w 571500"/>
                <a:gd name="csY407" fmla="*/ 373026 h 381000"/>
                <a:gd name="csX408" fmla="*/ 456229 w 571500"/>
                <a:gd name="csY408" fmla="*/ 373093 h 381000"/>
                <a:gd name="csX409" fmla="*/ 457372 w 571500"/>
                <a:gd name="csY409" fmla="*/ 373159 h 381000"/>
                <a:gd name="csX410" fmla="*/ 458515 w 571500"/>
                <a:gd name="csY410" fmla="*/ 373216 h 381000"/>
                <a:gd name="csX411" fmla="*/ 459591 w 571500"/>
                <a:gd name="csY411" fmla="*/ 373283 h 381000"/>
                <a:gd name="csX412" fmla="*/ 460724 w 571500"/>
                <a:gd name="csY412" fmla="*/ 373350 h 381000"/>
                <a:gd name="csX413" fmla="*/ 461867 w 571500"/>
                <a:gd name="csY413" fmla="*/ 373407 h 381000"/>
                <a:gd name="csX414" fmla="*/ 463001 w 571500"/>
                <a:gd name="csY414" fmla="*/ 373474 h 381000"/>
                <a:gd name="csX415" fmla="*/ 464077 w 571500"/>
                <a:gd name="csY415" fmla="*/ 373474 h 381000"/>
                <a:gd name="csX416" fmla="*/ 465220 w 571500"/>
                <a:gd name="csY416" fmla="*/ 373540 h 381000"/>
                <a:gd name="csX417" fmla="*/ 466363 w 571500"/>
                <a:gd name="csY417" fmla="*/ 373598 h 381000"/>
                <a:gd name="csX418" fmla="*/ 467430 w 571500"/>
                <a:gd name="csY418" fmla="*/ 373664 h 381000"/>
                <a:gd name="csX419" fmla="*/ 468573 w 571500"/>
                <a:gd name="csY419" fmla="*/ 373664 h 381000"/>
                <a:gd name="csX420" fmla="*/ 469716 w 571500"/>
                <a:gd name="csY420" fmla="*/ 373731 h 381000"/>
                <a:gd name="csX421" fmla="*/ 470792 w 571500"/>
                <a:gd name="csY421" fmla="*/ 373731 h 381000"/>
                <a:gd name="csX422" fmla="*/ 471925 w 571500"/>
                <a:gd name="csY422" fmla="*/ 373731 h 381000"/>
                <a:gd name="csX423" fmla="*/ 473069 w 571500"/>
                <a:gd name="csY423" fmla="*/ 373731 h 381000"/>
                <a:gd name="csX424" fmla="*/ 474145 w 571500"/>
                <a:gd name="csY424" fmla="*/ 373731 h 381000"/>
                <a:gd name="csX425" fmla="*/ 475279 w 571500"/>
                <a:gd name="csY425" fmla="*/ 373731 h 381000"/>
                <a:gd name="csX426" fmla="*/ 476422 w 571500"/>
                <a:gd name="csY426" fmla="*/ 373731 h 381000"/>
                <a:gd name="csX427" fmla="*/ 477498 w 571500"/>
                <a:gd name="csY427" fmla="*/ 373731 h 381000"/>
                <a:gd name="csX428" fmla="*/ 478641 w 571500"/>
                <a:gd name="csY428" fmla="*/ 373664 h 381000"/>
                <a:gd name="csX429" fmla="*/ 479774 w 571500"/>
                <a:gd name="csY429" fmla="*/ 373664 h 381000"/>
                <a:gd name="csX430" fmla="*/ 480851 w 571500"/>
                <a:gd name="csY430" fmla="*/ 373598 h 381000"/>
                <a:gd name="csX431" fmla="*/ 481993 w 571500"/>
                <a:gd name="csY431" fmla="*/ 373598 h 381000"/>
                <a:gd name="csX432" fmla="*/ 483127 w 571500"/>
                <a:gd name="csY432" fmla="*/ 373540 h 381000"/>
                <a:gd name="csX433" fmla="*/ 484203 w 571500"/>
                <a:gd name="csY433" fmla="*/ 373540 h 381000"/>
                <a:gd name="csX434" fmla="*/ 485346 w 571500"/>
                <a:gd name="csY434" fmla="*/ 373474 h 381000"/>
                <a:gd name="csX435" fmla="*/ 486480 w 571500"/>
                <a:gd name="csY435" fmla="*/ 373407 h 381000"/>
                <a:gd name="csX436" fmla="*/ 487556 w 571500"/>
                <a:gd name="csY436" fmla="*/ 373407 h 381000"/>
                <a:gd name="csX437" fmla="*/ 488699 w 571500"/>
                <a:gd name="csY437" fmla="*/ 373350 h 381000"/>
                <a:gd name="csX438" fmla="*/ 489842 w 571500"/>
                <a:gd name="csY438" fmla="*/ 373283 h 381000"/>
                <a:gd name="csX439" fmla="*/ 490918 w 571500"/>
                <a:gd name="csY439" fmla="*/ 373283 h 381000"/>
                <a:gd name="csX440" fmla="*/ 492052 w 571500"/>
                <a:gd name="csY440" fmla="*/ 373216 h 381000"/>
                <a:gd name="csX441" fmla="*/ 493195 w 571500"/>
                <a:gd name="csY441" fmla="*/ 373216 h 381000"/>
                <a:gd name="csX442" fmla="*/ 494271 w 571500"/>
                <a:gd name="csY442" fmla="*/ 373159 h 381000"/>
                <a:gd name="csX443" fmla="*/ 495405 w 571500"/>
                <a:gd name="csY443" fmla="*/ 373159 h 381000"/>
                <a:gd name="csX444" fmla="*/ 496548 w 571500"/>
                <a:gd name="csY444" fmla="*/ 373159 h 381000"/>
                <a:gd name="csX445" fmla="*/ 497624 w 571500"/>
                <a:gd name="csY445" fmla="*/ 373159 h 381000"/>
                <a:gd name="csX446" fmla="*/ 498767 w 571500"/>
                <a:gd name="csY446" fmla="*/ 373159 h 381000"/>
                <a:gd name="csX447" fmla="*/ 499901 w 571500"/>
                <a:gd name="csY447" fmla="*/ 373159 h 381000"/>
                <a:gd name="csX448" fmla="*/ 500977 w 571500"/>
                <a:gd name="csY448" fmla="*/ 373216 h 381000"/>
                <a:gd name="csX449" fmla="*/ 502120 w 571500"/>
                <a:gd name="csY449" fmla="*/ 373216 h 381000"/>
                <a:gd name="csX450" fmla="*/ 503253 w 571500"/>
                <a:gd name="csY450" fmla="*/ 373283 h 381000"/>
                <a:gd name="csX451" fmla="*/ 504330 w 571500"/>
                <a:gd name="csY451" fmla="*/ 373350 h 381000"/>
                <a:gd name="csX452" fmla="*/ 505473 w 571500"/>
                <a:gd name="csY452" fmla="*/ 373407 h 381000"/>
                <a:gd name="csX453" fmla="*/ 506606 w 571500"/>
                <a:gd name="csY453" fmla="*/ 373474 h 381000"/>
                <a:gd name="csX454" fmla="*/ 507683 w 571500"/>
                <a:gd name="csY454" fmla="*/ 373598 h 381000"/>
                <a:gd name="csX455" fmla="*/ 508826 w 571500"/>
                <a:gd name="csY455" fmla="*/ 373731 h 381000"/>
                <a:gd name="csX456" fmla="*/ 509968 w 571500"/>
                <a:gd name="csY456" fmla="*/ 373788 h 381000"/>
                <a:gd name="csX457" fmla="*/ 511045 w 571500"/>
                <a:gd name="csY457" fmla="*/ 373922 h 381000"/>
                <a:gd name="csX458" fmla="*/ 512178 w 571500"/>
                <a:gd name="csY458" fmla="*/ 374112 h 381000"/>
                <a:gd name="csX459" fmla="*/ 513321 w 571500"/>
                <a:gd name="csY459" fmla="*/ 374236 h 381000"/>
                <a:gd name="csX460" fmla="*/ 514398 w 571500"/>
                <a:gd name="csY460" fmla="*/ 374426 h 381000"/>
                <a:gd name="csX461" fmla="*/ 515531 w 571500"/>
                <a:gd name="csY461" fmla="*/ 374617 h 381000"/>
                <a:gd name="csX462" fmla="*/ 516674 w 571500"/>
                <a:gd name="csY462" fmla="*/ 374808 h 381000"/>
                <a:gd name="csX463" fmla="*/ 517751 w 571500"/>
                <a:gd name="csY463" fmla="*/ 374998 h 381000"/>
                <a:gd name="csX464" fmla="*/ 518894 w 571500"/>
                <a:gd name="csY464" fmla="*/ 375188 h 381000"/>
                <a:gd name="csX465" fmla="*/ 520027 w 571500"/>
                <a:gd name="csY465" fmla="*/ 375379 h 381000"/>
                <a:gd name="csX466" fmla="*/ 521103 w 571500"/>
                <a:gd name="csY466" fmla="*/ 375636 h 381000"/>
                <a:gd name="csX467" fmla="*/ 522246 w 571500"/>
                <a:gd name="csY467" fmla="*/ 375827 h 381000"/>
                <a:gd name="csX468" fmla="*/ 523380 w 571500"/>
                <a:gd name="csY468" fmla="*/ 376074 h 381000"/>
                <a:gd name="csX469" fmla="*/ 524456 w 571500"/>
                <a:gd name="csY469" fmla="*/ 376331 h 381000"/>
                <a:gd name="csX470" fmla="*/ 525599 w 571500"/>
                <a:gd name="csY470" fmla="*/ 376522 h 381000"/>
                <a:gd name="csX471" fmla="*/ 526733 w 571500"/>
                <a:gd name="csY471" fmla="*/ 376779 h 381000"/>
                <a:gd name="csX472" fmla="*/ 527809 w 571500"/>
                <a:gd name="csY472" fmla="*/ 377027 h 381000"/>
                <a:gd name="csX473" fmla="*/ 528952 w 571500"/>
                <a:gd name="csY473" fmla="*/ 377227 h 381000"/>
                <a:gd name="csX474" fmla="*/ 530095 w 571500"/>
                <a:gd name="csY474" fmla="*/ 377474 h 381000"/>
                <a:gd name="csX475" fmla="*/ 531171 w 571500"/>
                <a:gd name="csY475" fmla="*/ 377665 h 381000"/>
                <a:gd name="csX476" fmla="*/ 532305 w 571500"/>
                <a:gd name="csY476" fmla="*/ 377922 h 381000"/>
                <a:gd name="csX477" fmla="*/ 533448 w 571500"/>
                <a:gd name="csY477" fmla="*/ 378113 h 381000"/>
                <a:gd name="csX478" fmla="*/ 534524 w 571500"/>
                <a:gd name="csY478" fmla="*/ 378370 h 381000"/>
                <a:gd name="csX479" fmla="*/ 535658 w 571500"/>
                <a:gd name="csY479" fmla="*/ 378560 h 381000"/>
                <a:gd name="csX480" fmla="*/ 536801 w 571500"/>
                <a:gd name="csY480" fmla="*/ 378751 h 381000"/>
                <a:gd name="csX481" fmla="*/ 537944 w 571500"/>
                <a:gd name="csY481" fmla="*/ 378941 h 381000"/>
                <a:gd name="csX482" fmla="*/ 539010 w 571500"/>
                <a:gd name="csY482" fmla="*/ 379132 h 381000"/>
                <a:gd name="csX483" fmla="*/ 540153 w 571500"/>
                <a:gd name="csY483" fmla="*/ 379256 h 381000"/>
                <a:gd name="csX484" fmla="*/ 541296 w 571500"/>
                <a:gd name="csY484" fmla="*/ 379446 h 381000"/>
                <a:gd name="csX485" fmla="*/ 542372 w 571500"/>
                <a:gd name="csY485" fmla="*/ 379570 h 381000"/>
                <a:gd name="csX486" fmla="*/ 543506 w 571500"/>
                <a:gd name="csY486" fmla="*/ 379703 h 381000"/>
                <a:gd name="csX487" fmla="*/ 544649 w 571500"/>
                <a:gd name="csY487" fmla="*/ 379827 h 381000"/>
                <a:gd name="csX488" fmla="*/ 545726 w 571500"/>
                <a:gd name="csY488" fmla="*/ 379951 h 381000"/>
                <a:gd name="csX489" fmla="*/ 546859 w 571500"/>
                <a:gd name="csY489" fmla="*/ 380084 h 381000"/>
                <a:gd name="csX490" fmla="*/ 548002 w 571500"/>
                <a:gd name="csY490" fmla="*/ 380208 h 381000"/>
                <a:gd name="csX491" fmla="*/ 549078 w 571500"/>
                <a:gd name="csY491" fmla="*/ 380275 h 381000"/>
                <a:gd name="csX492" fmla="*/ 550221 w 571500"/>
                <a:gd name="csY492" fmla="*/ 380332 h 381000"/>
                <a:gd name="csX493" fmla="*/ 551355 w 571500"/>
                <a:gd name="csY493" fmla="*/ 380465 h 381000"/>
                <a:gd name="csX494" fmla="*/ 552431 w 571500"/>
                <a:gd name="csY494" fmla="*/ 380522 h 381000"/>
                <a:gd name="csX495" fmla="*/ 553574 w 571500"/>
                <a:gd name="csY495" fmla="*/ 380589 h 381000"/>
                <a:gd name="csX496" fmla="*/ 554708 w 571500"/>
                <a:gd name="csY496" fmla="*/ 380655 h 381000"/>
                <a:gd name="csX497" fmla="*/ 555784 w 571500"/>
                <a:gd name="csY497" fmla="*/ 380655 h 381000"/>
                <a:gd name="csX498" fmla="*/ 556927 w 571500"/>
                <a:gd name="csY498" fmla="*/ 380713 h 381000"/>
                <a:gd name="csX499" fmla="*/ 558060 w 571500"/>
                <a:gd name="csY499" fmla="*/ 380779 h 381000"/>
                <a:gd name="csX500" fmla="*/ 559136 w 571500"/>
                <a:gd name="csY500" fmla="*/ 380779 h 381000"/>
                <a:gd name="csX501" fmla="*/ 560279 w 571500"/>
                <a:gd name="csY501" fmla="*/ 380846 h 381000"/>
                <a:gd name="csX502" fmla="*/ 561422 w 571500"/>
                <a:gd name="csY502" fmla="*/ 380846 h 381000"/>
                <a:gd name="csX503" fmla="*/ 562499 w 571500"/>
                <a:gd name="csY503" fmla="*/ 380903 h 381000"/>
                <a:gd name="csX504" fmla="*/ 563633 w 571500"/>
                <a:gd name="csY504" fmla="*/ 380903 h 381000"/>
                <a:gd name="csX505" fmla="*/ 564776 w 571500"/>
                <a:gd name="csY505" fmla="*/ 380903 h 381000"/>
                <a:gd name="csX506" fmla="*/ 565852 w 571500"/>
                <a:gd name="csY506" fmla="*/ 380903 h 381000"/>
                <a:gd name="csX507" fmla="*/ 566985 w 571500"/>
                <a:gd name="csY507" fmla="*/ 380970 h 381000"/>
                <a:gd name="csX508" fmla="*/ 568128 w 571500"/>
                <a:gd name="csY508" fmla="*/ 380970 h 381000"/>
                <a:gd name="csX509" fmla="*/ 569204 w 571500"/>
                <a:gd name="csY509" fmla="*/ 380970 h 381000"/>
                <a:gd name="csX510" fmla="*/ 570347 w 571500"/>
                <a:gd name="csY510" fmla="*/ 380970 h 381000"/>
                <a:gd name="csX511" fmla="*/ 571481 w 57150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381000">
                  <a:moveTo>
                    <a:pt x="-19" y="378684"/>
                  </a:moveTo>
                  <a:lnTo>
                    <a:pt x="1057" y="378236"/>
                  </a:lnTo>
                  <a:lnTo>
                    <a:pt x="2200" y="377665"/>
                  </a:lnTo>
                  <a:lnTo>
                    <a:pt x="3334" y="376970"/>
                  </a:lnTo>
                  <a:lnTo>
                    <a:pt x="4410" y="376141"/>
                  </a:lnTo>
                  <a:lnTo>
                    <a:pt x="5553" y="375188"/>
                  </a:lnTo>
                  <a:lnTo>
                    <a:pt x="6686" y="374112"/>
                  </a:lnTo>
                  <a:lnTo>
                    <a:pt x="7763" y="372836"/>
                  </a:lnTo>
                  <a:lnTo>
                    <a:pt x="8906" y="371378"/>
                  </a:lnTo>
                  <a:lnTo>
                    <a:pt x="10049" y="369721"/>
                  </a:lnTo>
                  <a:lnTo>
                    <a:pt x="11116" y="367749"/>
                  </a:lnTo>
                  <a:lnTo>
                    <a:pt x="12259" y="365463"/>
                  </a:lnTo>
                  <a:lnTo>
                    <a:pt x="13402" y="362987"/>
                  </a:lnTo>
                  <a:lnTo>
                    <a:pt x="14478" y="360129"/>
                  </a:lnTo>
                  <a:lnTo>
                    <a:pt x="15611" y="357015"/>
                  </a:lnTo>
                  <a:lnTo>
                    <a:pt x="16754" y="353395"/>
                  </a:lnTo>
                  <a:lnTo>
                    <a:pt x="17831" y="349328"/>
                  </a:lnTo>
                  <a:lnTo>
                    <a:pt x="18964" y="344880"/>
                  </a:lnTo>
                  <a:lnTo>
                    <a:pt x="20107" y="339984"/>
                  </a:lnTo>
                  <a:lnTo>
                    <a:pt x="21184" y="334583"/>
                  </a:lnTo>
                  <a:lnTo>
                    <a:pt x="22327" y="328611"/>
                  </a:lnTo>
                  <a:lnTo>
                    <a:pt x="23460" y="322134"/>
                  </a:lnTo>
                  <a:lnTo>
                    <a:pt x="24536" y="315076"/>
                  </a:lnTo>
                  <a:lnTo>
                    <a:pt x="25679" y="307513"/>
                  </a:lnTo>
                  <a:lnTo>
                    <a:pt x="26813" y="299379"/>
                  </a:lnTo>
                  <a:lnTo>
                    <a:pt x="27889" y="290549"/>
                  </a:lnTo>
                  <a:lnTo>
                    <a:pt x="29032" y="281205"/>
                  </a:lnTo>
                  <a:lnTo>
                    <a:pt x="30166" y="271299"/>
                  </a:lnTo>
                  <a:lnTo>
                    <a:pt x="31242" y="260936"/>
                  </a:lnTo>
                  <a:lnTo>
                    <a:pt x="32385" y="250011"/>
                  </a:lnTo>
                  <a:lnTo>
                    <a:pt x="33528" y="238571"/>
                  </a:lnTo>
                  <a:lnTo>
                    <a:pt x="34604" y="226693"/>
                  </a:lnTo>
                  <a:lnTo>
                    <a:pt x="35738" y="214426"/>
                  </a:lnTo>
                  <a:lnTo>
                    <a:pt x="36881" y="201843"/>
                  </a:lnTo>
                  <a:lnTo>
                    <a:pt x="37957" y="189013"/>
                  </a:lnTo>
                  <a:lnTo>
                    <a:pt x="39091" y="175983"/>
                  </a:lnTo>
                  <a:lnTo>
                    <a:pt x="40234" y="162762"/>
                  </a:lnTo>
                  <a:lnTo>
                    <a:pt x="41310" y="149617"/>
                  </a:lnTo>
                  <a:lnTo>
                    <a:pt x="42444" y="136463"/>
                  </a:lnTo>
                  <a:lnTo>
                    <a:pt x="43586" y="123367"/>
                  </a:lnTo>
                  <a:lnTo>
                    <a:pt x="44663" y="110593"/>
                  </a:lnTo>
                  <a:lnTo>
                    <a:pt x="45806" y="98144"/>
                  </a:lnTo>
                  <a:lnTo>
                    <a:pt x="46939" y="86133"/>
                  </a:lnTo>
                  <a:lnTo>
                    <a:pt x="48016" y="74503"/>
                  </a:lnTo>
                  <a:lnTo>
                    <a:pt x="49159" y="63511"/>
                  </a:lnTo>
                  <a:lnTo>
                    <a:pt x="50292" y="53215"/>
                  </a:lnTo>
                  <a:lnTo>
                    <a:pt x="51369" y="43747"/>
                  </a:lnTo>
                  <a:lnTo>
                    <a:pt x="52512" y="35041"/>
                  </a:lnTo>
                  <a:lnTo>
                    <a:pt x="53654" y="27164"/>
                  </a:lnTo>
                  <a:lnTo>
                    <a:pt x="54721" y="20115"/>
                  </a:lnTo>
                  <a:lnTo>
                    <a:pt x="55864" y="14267"/>
                  </a:lnTo>
                  <a:lnTo>
                    <a:pt x="57007" y="9371"/>
                  </a:lnTo>
                  <a:lnTo>
                    <a:pt x="58083" y="5504"/>
                  </a:lnTo>
                  <a:lnTo>
                    <a:pt x="59217" y="2637"/>
                  </a:lnTo>
                  <a:lnTo>
                    <a:pt x="60360" y="665"/>
                  </a:lnTo>
                  <a:lnTo>
                    <a:pt x="61437" y="-30"/>
                  </a:lnTo>
                  <a:lnTo>
                    <a:pt x="62570" y="285"/>
                  </a:lnTo>
                  <a:lnTo>
                    <a:pt x="63713" y="1494"/>
                  </a:lnTo>
                  <a:lnTo>
                    <a:pt x="64789" y="3590"/>
                  </a:lnTo>
                  <a:lnTo>
                    <a:pt x="65932" y="6580"/>
                  </a:lnTo>
                  <a:lnTo>
                    <a:pt x="67066" y="10514"/>
                  </a:lnTo>
                  <a:lnTo>
                    <a:pt x="68142" y="15286"/>
                  </a:lnTo>
                  <a:lnTo>
                    <a:pt x="69285" y="20687"/>
                  </a:lnTo>
                  <a:lnTo>
                    <a:pt x="70419" y="26659"/>
                  </a:lnTo>
                  <a:lnTo>
                    <a:pt x="71495" y="33269"/>
                  </a:lnTo>
                  <a:lnTo>
                    <a:pt x="72638" y="40384"/>
                  </a:lnTo>
                  <a:lnTo>
                    <a:pt x="73781" y="47947"/>
                  </a:lnTo>
                  <a:lnTo>
                    <a:pt x="74857" y="55891"/>
                  </a:lnTo>
                  <a:lnTo>
                    <a:pt x="75990" y="64025"/>
                  </a:lnTo>
                  <a:lnTo>
                    <a:pt x="77133" y="72407"/>
                  </a:lnTo>
                  <a:lnTo>
                    <a:pt x="78267" y="80989"/>
                  </a:lnTo>
                  <a:lnTo>
                    <a:pt x="79343" y="89629"/>
                  </a:lnTo>
                  <a:lnTo>
                    <a:pt x="80487" y="98268"/>
                  </a:lnTo>
                  <a:lnTo>
                    <a:pt x="81620" y="106917"/>
                  </a:lnTo>
                  <a:lnTo>
                    <a:pt x="82706" y="115489"/>
                  </a:lnTo>
                  <a:lnTo>
                    <a:pt x="83839" y="123938"/>
                  </a:lnTo>
                  <a:lnTo>
                    <a:pt x="84982" y="132263"/>
                  </a:lnTo>
                  <a:lnTo>
                    <a:pt x="86058" y="140340"/>
                  </a:lnTo>
                  <a:lnTo>
                    <a:pt x="87192" y="148274"/>
                  </a:lnTo>
                  <a:lnTo>
                    <a:pt x="88335" y="155970"/>
                  </a:lnTo>
                  <a:lnTo>
                    <a:pt x="89411" y="163400"/>
                  </a:lnTo>
                  <a:lnTo>
                    <a:pt x="90545" y="170515"/>
                  </a:lnTo>
                  <a:lnTo>
                    <a:pt x="91688" y="177449"/>
                  </a:lnTo>
                  <a:lnTo>
                    <a:pt x="92764" y="184050"/>
                  </a:lnTo>
                  <a:lnTo>
                    <a:pt x="93907" y="190470"/>
                  </a:lnTo>
                  <a:lnTo>
                    <a:pt x="95040" y="196509"/>
                  </a:lnTo>
                  <a:lnTo>
                    <a:pt x="96117" y="202357"/>
                  </a:lnTo>
                  <a:lnTo>
                    <a:pt x="97260" y="207882"/>
                  </a:lnTo>
                  <a:lnTo>
                    <a:pt x="98393" y="213216"/>
                  </a:lnTo>
                  <a:lnTo>
                    <a:pt x="99470" y="218302"/>
                  </a:lnTo>
                  <a:lnTo>
                    <a:pt x="100613" y="223131"/>
                  </a:lnTo>
                  <a:lnTo>
                    <a:pt x="101756" y="227770"/>
                  </a:lnTo>
                  <a:lnTo>
                    <a:pt x="102822" y="232151"/>
                  </a:lnTo>
                  <a:lnTo>
                    <a:pt x="103965" y="236409"/>
                  </a:lnTo>
                  <a:lnTo>
                    <a:pt x="105108" y="240476"/>
                  </a:lnTo>
                  <a:lnTo>
                    <a:pt x="106185" y="244353"/>
                  </a:lnTo>
                  <a:lnTo>
                    <a:pt x="107318" y="248039"/>
                  </a:lnTo>
                  <a:lnTo>
                    <a:pt x="108461" y="251602"/>
                  </a:lnTo>
                  <a:lnTo>
                    <a:pt x="109538" y="255031"/>
                  </a:lnTo>
                  <a:lnTo>
                    <a:pt x="110671" y="258336"/>
                  </a:lnTo>
                  <a:lnTo>
                    <a:pt x="111814" y="261508"/>
                  </a:lnTo>
                  <a:lnTo>
                    <a:pt x="112890" y="264622"/>
                  </a:lnTo>
                  <a:lnTo>
                    <a:pt x="114033" y="267546"/>
                  </a:lnTo>
                  <a:lnTo>
                    <a:pt x="115167" y="270404"/>
                  </a:lnTo>
                  <a:lnTo>
                    <a:pt x="116243" y="273204"/>
                  </a:lnTo>
                  <a:lnTo>
                    <a:pt x="117386" y="275871"/>
                  </a:lnTo>
                  <a:lnTo>
                    <a:pt x="118520" y="278481"/>
                  </a:lnTo>
                  <a:lnTo>
                    <a:pt x="119596" y="280958"/>
                  </a:lnTo>
                  <a:lnTo>
                    <a:pt x="120739" y="283367"/>
                  </a:lnTo>
                  <a:lnTo>
                    <a:pt x="121872" y="285720"/>
                  </a:lnTo>
                  <a:lnTo>
                    <a:pt x="122948" y="288006"/>
                  </a:lnTo>
                  <a:lnTo>
                    <a:pt x="124092" y="290235"/>
                  </a:lnTo>
                  <a:lnTo>
                    <a:pt x="125235" y="292330"/>
                  </a:lnTo>
                  <a:lnTo>
                    <a:pt x="126311" y="294359"/>
                  </a:lnTo>
                  <a:lnTo>
                    <a:pt x="127445" y="296331"/>
                  </a:lnTo>
                  <a:lnTo>
                    <a:pt x="128588" y="298236"/>
                  </a:lnTo>
                  <a:lnTo>
                    <a:pt x="129664" y="300084"/>
                  </a:lnTo>
                  <a:lnTo>
                    <a:pt x="130797" y="301865"/>
                  </a:lnTo>
                  <a:lnTo>
                    <a:pt x="131940" y="303513"/>
                  </a:lnTo>
                  <a:lnTo>
                    <a:pt x="133016" y="305161"/>
                  </a:lnTo>
                  <a:lnTo>
                    <a:pt x="134150" y="306694"/>
                  </a:lnTo>
                  <a:lnTo>
                    <a:pt x="135293" y="308218"/>
                  </a:lnTo>
                  <a:lnTo>
                    <a:pt x="136369" y="309609"/>
                  </a:lnTo>
                  <a:lnTo>
                    <a:pt x="137513" y="311009"/>
                  </a:lnTo>
                  <a:lnTo>
                    <a:pt x="138646" y="312285"/>
                  </a:lnTo>
                  <a:lnTo>
                    <a:pt x="139722" y="313552"/>
                  </a:lnTo>
                  <a:lnTo>
                    <a:pt x="140865" y="314762"/>
                  </a:lnTo>
                  <a:lnTo>
                    <a:pt x="141999" y="315905"/>
                  </a:lnTo>
                  <a:lnTo>
                    <a:pt x="143075" y="316981"/>
                  </a:lnTo>
                  <a:lnTo>
                    <a:pt x="144218" y="318067"/>
                  </a:lnTo>
                  <a:lnTo>
                    <a:pt x="145361" y="319086"/>
                  </a:lnTo>
                  <a:lnTo>
                    <a:pt x="146428" y="320039"/>
                  </a:lnTo>
                  <a:lnTo>
                    <a:pt x="147571" y="320991"/>
                  </a:lnTo>
                  <a:lnTo>
                    <a:pt x="148714" y="321877"/>
                  </a:lnTo>
                  <a:lnTo>
                    <a:pt x="149790" y="322763"/>
                  </a:lnTo>
                  <a:lnTo>
                    <a:pt x="150924" y="323658"/>
                  </a:lnTo>
                  <a:lnTo>
                    <a:pt x="152066" y="324487"/>
                  </a:lnTo>
                  <a:lnTo>
                    <a:pt x="153200" y="325306"/>
                  </a:lnTo>
                  <a:lnTo>
                    <a:pt x="154276" y="326068"/>
                  </a:lnTo>
                  <a:lnTo>
                    <a:pt x="155419" y="326897"/>
                  </a:lnTo>
                  <a:lnTo>
                    <a:pt x="156563" y="327659"/>
                  </a:lnTo>
                  <a:lnTo>
                    <a:pt x="157639" y="328420"/>
                  </a:lnTo>
                  <a:lnTo>
                    <a:pt x="158772" y="329182"/>
                  </a:lnTo>
                  <a:lnTo>
                    <a:pt x="159915" y="329945"/>
                  </a:lnTo>
                  <a:lnTo>
                    <a:pt x="160992" y="330707"/>
                  </a:lnTo>
                  <a:lnTo>
                    <a:pt x="162125" y="331468"/>
                  </a:lnTo>
                  <a:lnTo>
                    <a:pt x="163268" y="332231"/>
                  </a:lnTo>
                  <a:lnTo>
                    <a:pt x="164344" y="332993"/>
                  </a:lnTo>
                  <a:lnTo>
                    <a:pt x="165478" y="333697"/>
                  </a:lnTo>
                  <a:lnTo>
                    <a:pt x="166621" y="334459"/>
                  </a:lnTo>
                  <a:lnTo>
                    <a:pt x="167697" y="335222"/>
                  </a:lnTo>
                  <a:lnTo>
                    <a:pt x="168840" y="335983"/>
                  </a:lnTo>
                  <a:lnTo>
                    <a:pt x="169974" y="336679"/>
                  </a:lnTo>
                  <a:lnTo>
                    <a:pt x="171050" y="337441"/>
                  </a:lnTo>
                  <a:lnTo>
                    <a:pt x="172193" y="338146"/>
                  </a:lnTo>
                  <a:lnTo>
                    <a:pt x="173326" y="338907"/>
                  </a:lnTo>
                  <a:lnTo>
                    <a:pt x="174403" y="339603"/>
                  </a:lnTo>
                  <a:lnTo>
                    <a:pt x="175546" y="340308"/>
                  </a:lnTo>
                  <a:lnTo>
                    <a:pt x="176689" y="341003"/>
                  </a:lnTo>
                  <a:lnTo>
                    <a:pt x="177756" y="341699"/>
                  </a:lnTo>
                  <a:lnTo>
                    <a:pt x="178899" y="342403"/>
                  </a:lnTo>
                  <a:lnTo>
                    <a:pt x="180042" y="343032"/>
                  </a:lnTo>
                  <a:lnTo>
                    <a:pt x="181118" y="343737"/>
                  </a:lnTo>
                  <a:lnTo>
                    <a:pt x="182251" y="344375"/>
                  </a:lnTo>
                  <a:lnTo>
                    <a:pt x="183394" y="345004"/>
                  </a:lnTo>
                  <a:lnTo>
                    <a:pt x="184471" y="345642"/>
                  </a:lnTo>
                  <a:lnTo>
                    <a:pt x="185604" y="346280"/>
                  </a:lnTo>
                  <a:lnTo>
                    <a:pt x="186747" y="346909"/>
                  </a:lnTo>
                  <a:lnTo>
                    <a:pt x="187824" y="347480"/>
                  </a:lnTo>
                  <a:lnTo>
                    <a:pt x="188967" y="348119"/>
                  </a:lnTo>
                  <a:lnTo>
                    <a:pt x="190100" y="348690"/>
                  </a:lnTo>
                  <a:lnTo>
                    <a:pt x="191176" y="349261"/>
                  </a:lnTo>
                  <a:lnTo>
                    <a:pt x="192319" y="349833"/>
                  </a:lnTo>
                  <a:lnTo>
                    <a:pt x="193453" y="350404"/>
                  </a:lnTo>
                  <a:lnTo>
                    <a:pt x="194529" y="350976"/>
                  </a:lnTo>
                  <a:lnTo>
                    <a:pt x="195672" y="351490"/>
                  </a:lnTo>
                  <a:lnTo>
                    <a:pt x="196806" y="352062"/>
                  </a:lnTo>
                  <a:lnTo>
                    <a:pt x="197882" y="352567"/>
                  </a:lnTo>
                  <a:lnTo>
                    <a:pt x="199025" y="353081"/>
                  </a:lnTo>
                  <a:lnTo>
                    <a:pt x="200168" y="353586"/>
                  </a:lnTo>
                  <a:lnTo>
                    <a:pt x="201244" y="354090"/>
                  </a:lnTo>
                  <a:lnTo>
                    <a:pt x="202378" y="354605"/>
                  </a:lnTo>
                  <a:lnTo>
                    <a:pt x="203521" y="355109"/>
                  </a:lnTo>
                  <a:lnTo>
                    <a:pt x="204597" y="355557"/>
                  </a:lnTo>
                  <a:lnTo>
                    <a:pt x="205731" y="355995"/>
                  </a:lnTo>
                  <a:lnTo>
                    <a:pt x="206874" y="356443"/>
                  </a:lnTo>
                  <a:lnTo>
                    <a:pt x="207950" y="356891"/>
                  </a:lnTo>
                  <a:lnTo>
                    <a:pt x="209093" y="357329"/>
                  </a:lnTo>
                  <a:lnTo>
                    <a:pt x="210226" y="357720"/>
                  </a:lnTo>
                  <a:lnTo>
                    <a:pt x="211302" y="358034"/>
                  </a:lnTo>
                  <a:lnTo>
                    <a:pt x="212446" y="358415"/>
                  </a:lnTo>
                  <a:lnTo>
                    <a:pt x="213579" y="358729"/>
                  </a:lnTo>
                  <a:lnTo>
                    <a:pt x="214656" y="359053"/>
                  </a:lnTo>
                  <a:lnTo>
                    <a:pt x="215799" y="359300"/>
                  </a:lnTo>
                  <a:lnTo>
                    <a:pt x="216932" y="359558"/>
                  </a:lnTo>
                  <a:lnTo>
                    <a:pt x="218008" y="359815"/>
                  </a:lnTo>
                  <a:lnTo>
                    <a:pt x="219151" y="360006"/>
                  </a:lnTo>
                  <a:lnTo>
                    <a:pt x="220294" y="360196"/>
                  </a:lnTo>
                  <a:lnTo>
                    <a:pt x="221370" y="360320"/>
                  </a:lnTo>
                  <a:lnTo>
                    <a:pt x="222504" y="360443"/>
                  </a:lnTo>
                  <a:lnTo>
                    <a:pt x="223647" y="360577"/>
                  </a:lnTo>
                  <a:lnTo>
                    <a:pt x="224723" y="360634"/>
                  </a:lnTo>
                  <a:lnTo>
                    <a:pt x="225857" y="360701"/>
                  </a:lnTo>
                  <a:lnTo>
                    <a:pt x="227000" y="360768"/>
                  </a:lnTo>
                  <a:lnTo>
                    <a:pt x="228076" y="360768"/>
                  </a:lnTo>
                  <a:lnTo>
                    <a:pt x="229219" y="360768"/>
                  </a:lnTo>
                  <a:lnTo>
                    <a:pt x="230352" y="360825"/>
                  </a:lnTo>
                  <a:lnTo>
                    <a:pt x="231496" y="360768"/>
                  </a:lnTo>
                  <a:lnTo>
                    <a:pt x="232572" y="360768"/>
                  </a:lnTo>
                  <a:lnTo>
                    <a:pt x="233706" y="360768"/>
                  </a:lnTo>
                  <a:lnTo>
                    <a:pt x="234849" y="360768"/>
                  </a:lnTo>
                  <a:lnTo>
                    <a:pt x="235925" y="360701"/>
                  </a:lnTo>
                  <a:lnTo>
                    <a:pt x="237068" y="360701"/>
                  </a:lnTo>
                  <a:lnTo>
                    <a:pt x="238201" y="360701"/>
                  </a:lnTo>
                  <a:lnTo>
                    <a:pt x="239277" y="360634"/>
                  </a:lnTo>
                  <a:lnTo>
                    <a:pt x="240420" y="360634"/>
                  </a:lnTo>
                  <a:lnTo>
                    <a:pt x="241554" y="360634"/>
                  </a:lnTo>
                  <a:lnTo>
                    <a:pt x="242630" y="360701"/>
                  </a:lnTo>
                  <a:lnTo>
                    <a:pt x="243773" y="360701"/>
                  </a:lnTo>
                  <a:lnTo>
                    <a:pt x="244907" y="360768"/>
                  </a:lnTo>
                  <a:lnTo>
                    <a:pt x="245983" y="360825"/>
                  </a:lnTo>
                  <a:lnTo>
                    <a:pt x="247126" y="360892"/>
                  </a:lnTo>
                  <a:lnTo>
                    <a:pt x="248269" y="360958"/>
                  </a:lnTo>
                  <a:lnTo>
                    <a:pt x="249345" y="361082"/>
                  </a:lnTo>
                  <a:lnTo>
                    <a:pt x="250479" y="361149"/>
                  </a:lnTo>
                  <a:lnTo>
                    <a:pt x="251622" y="361272"/>
                  </a:lnTo>
                  <a:lnTo>
                    <a:pt x="252698" y="361463"/>
                  </a:lnTo>
                  <a:lnTo>
                    <a:pt x="253832" y="361587"/>
                  </a:lnTo>
                  <a:lnTo>
                    <a:pt x="254975" y="361777"/>
                  </a:lnTo>
                  <a:lnTo>
                    <a:pt x="256051" y="361911"/>
                  </a:lnTo>
                  <a:lnTo>
                    <a:pt x="257184" y="362101"/>
                  </a:lnTo>
                  <a:lnTo>
                    <a:pt x="258327" y="362292"/>
                  </a:lnTo>
                  <a:lnTo>
                    <a:pt x="259404" y="362539"/>
                  </a:lnTo>
                  <a:lnTo>
                    <a:pt x="260547" y="362739"/>
                  </a:lnTo>
                  <a:lnTo>
                    <a:pt x="261680" y="362920"/>
                  </a:lnTo>
                  <a:lnTo>
                    <a:pt x="262757" y="363177"/>
                  </a:lnTo>
                  <a:lnTo>
                    <a:pt x="263900" y="363368"/>
                  </a:lnTo>
                  <a:lnTo>
                    <a:pt x="265033" y="363625"/>
                  </a:lnTo>
                  <a:lnTo>
                    <a:pt x="266110" y="363815"/>
                  </a:lnTo>
                  <a:lnTo>
                    <a:pt x="267252" y="364073"/>
                  </a:lnTo>
                  <a:lnTo>
                    <a:pt x="268386" y="364263"/>
                  </a:lnTo>
                  <a:lnTo>
                    <a:pt x="269462" y="364511"/>
                  </a:lnTo>
                  <a:lnTo>
                    <a:pt x="270605" y="364701"/>
                  </a:lnTo>
                  <a:lnTo>
                    <a:pt x="271748" y="364958"/>
                  </a:lnTo>
                  <a:lnTo>
                    <a:pt x="272825" y="365149"/>
                  </a:lnTo>
                  <a:lnTo>
                    <a:pt x="273958" y="365406"/>
                  </a:lnTo>
                  <a:lnTo>
                    <a:pt x="275101" y="365597"/>
                  </a:lnTo>
                  <a:lnTo>
                    <a:pt x="276178" y="365787"/>
                  </a:lnTo>
                  <a:lnTo>
                    <a:pt x="277311" y="365978"/>
                  </a:lnTo>
                  <a:lnTo>
                    <a:pt x="278454" y="366226"/>
                  </a:lnTo>
                  <a:lnTo>
                    <a:pt x="279530" y="366416"/>
                  </a:lnTo>
                  <a:lnTo>
                    <a:pt x="280673" y="366606"/>
                  </a:lnTo>
                  <a:lnTo>
                    <a:pt x="281807" y="366806"/>
                  </a:lnTo>
                  <a:lnTo>
                    <a:pt x="282883" y="366987"/>
                  </a:lnTo>
                  <a:lnTo>
                    <a:pt x="284026" y="367178"/>
                  </a:lnTo>
                  <a:lnTo>
                    <a:pt x="285160" y="367378"/>
                  </a:lnTo>
                  <a:lnTo>
                    <a:pt x="286236" y="367502"/>
                  </a:lnTo>
                  <a:lnTo>
                    <a:pt x="287379" y="367692"/>
                  </a:lnTo>
                  <a:lnTo>
                    <a:pt x="288512" y="367882"/>
                  </a:lnTo>
                  <a:lnTo>
                    <a:pt x="289589" y="368073"/>
                  </a:lnTo>
                  <a:lnTo>
                    <a:pt x="290732" y="368197"/>
                  </a:lnTo>
                  <a:lnTo>
                    <a:pt x="291875" y="368388"/>
                  </a:lnTo>
                  <a:lnTo>
                    <a:pt x="292951" y="368521"/>
                  </a:lnTo>
                  <a:lnTo>
                    <a:pt x="294085" y="368711"/>
                  </a:lnTo>
                  <a:lnTo>
                    <a:pt x="295228" y="368835"/>
                  </a:lnTo>
                  <a:lnTo>
                    <a:pt x="296304" y="368959"/>
                  </a:lnTo>
                  <a:lnTo>
                    <a:pt x="297437" y="369092"/>
                  </a:lnTo>
                  <a:lnTo>
                    <a:pt x="298580" y="369216"/>
                  </a:lnTo>
                  <a:lnTo>
                    <a:pt x="299656" y="369340"/>
                  </a:lnTo>
                  <a:lnTo>
                    <a:pt x="300790" y="369474"/>
                  </a:lnTo>
                  <a:lnTo>
                    <a:pt x="301933" y="369597"/>
                  </a:lnTo>
                  <a:lnTo>
                    <a:pt x="303010" y="369664"/>
                  </a:lnTo>
                  <a:lnTo>
                    <a:pt x="304153" y="369788"/>
                  </a:lnTo>
                  <a:lnTo>
                    <a:pt x="305286" y="369854"/>
                  </a:lnTo>
                  <a:lnTo>
                    <a:pt x="306362" y="369911"/>
                  </a:lnTo>
                  <a:lnTo>
                    <a:pt x="307505" y="370045"/>
                  </a:lnTo>
                  <a:lnTo>
                    <a:pt x="308639" y="370102"/>
                  </a:lnTo>
                  <a:lnTo>
                    <a:pt x="309782" y="370102"/>
                  </a:lnTo>
                  <a:lnTo>
                    <a:pt x="310858" y="370169"/>
                  </a:lnTo>
                  <a:lnTo>
                    <a:pt x="312001" y="370235"/>
                  </a:lnTo>
                  <a:lnTo>
                    <a:pt x="313135" y="370235"/>
                  </a:lnTo>
                  <a:lnTo>
                    <a:pt x="314211" y="370293"/>
                  </a:lnTo>
                  <a:lnTo>
                    <a:pt x="315354" y="370293"/>
                  </a:lnTo>
                  <a:lnTo>
                    <a:pt x="316487" y="370293"/>
                  </a:lnTo>
                  <a:lnTo>
                    <a:pt x="317563" y="370293"/>
                  </a:lnTo>
                  <a:lnTo>
                    <a:pt x="318706" y="370359"/>
                  </a:lnTo>
                  <a:lnTo>
                    <a:pt x="319840" y="370359"/>
                  </a:lnTo>
                  <a:lnTo>
                    <a:pt x="320916" y="370293"/>
                  </a:lnTo>
                  <a:lnTo>
                    <a:pt x="322060" y="370293"/>
                  </a:lnTo>
                  <a:lnTo>
                    <a:pt x="323203" y="370293"/>
                  </a:lnTo>
                  <a:lnTo>
                    <a:pt x="324279" y="370293"/>
                  </a:lnTo>
                  <a:lnTo>
                    <a:pt x="325412" y="370293"/>
                  </a:lnTo>
                  <a:lnTo>
                    <a:pt x="326555" y="370235"/>
                  </a:lnTo>
                  <a:lnTo>
                    <a:pt x="327631" y="370235"/>
                  </a:lnTo>
                  <a:lnTo>
                    <a:pt x="328765" y="370235"/>
                  </a:lnTo>
                  <a:lnTo>
                    <a:pt x="329908" y="370169"/>
                  </a:lnTo>
                  <a:lnTo>
                    <a:pt x="330984" y="370169"/>
                  </a:lnTo>
                  <a:lnTo>
                    <a:pt x="332118" y="370102"/>
                  </a:lnTo>
                  <a:lnTo>
                    <a:pt x="333261" y="370102"/>
                  </a:lnTo>
                  <a:lnTo>
                    <a:pt x="334337" y="370102"/>
                  </a:lnTo>
                  <a:lnTo>
                    <a:pt x="335480" y="370045"/>
                  </a:lnTo>
                  <a:lnTo>
                    <a:pt x="336613" y="370045"/>
                  </a:lnTo>
                  <a:lnTo>
                    <a:pt x="337690" y="369978"/>
                  </a:lnTo>
                  <a:lnTo>
                    <a:pt x="338833" y="369978"/>
                  </a:lnTo>
                  <a:lnTo>
                    <a:pt x="339966" y="369911"/>
                  </a:lnTo>
                  <a:lnTo>
                    <a:pt x="341043" y="369911"/>
                  </a:lnTo>
                  <a:lnTo>
                    <a:pt x="342186" y="369854"/>
                  </a:lnTo>
                  <a:lnTo>
                    <a:pt x="343329" y="369854"/>
                  </a:lnTo>
                  <a:lnTo>
                    <a:pt x="344395" y="369854"/>
                  </a:lnTo>
                  <a:lnTo>
                    <a:pt x="345538" y="369788"/>
                  </a:lnTo>
                  <a:lnTo>
                    <a:pt x="346681" y="369788"/>
                  </a:lnTo>
                  <a:lnTo>
                    <a:pt x="347758" y="369788"/>
                  </a:lnTo>
                  <a:lnTo>
                    <a:pt x="348891" y="369788"/>
                  </a:lnTo>
                  <a:lnTo>
                    <a:pt x="350034" y="369721"/>
                  </a:lnTo>
                  <a:lnTo>
                    <a:pt x="351111" y="369721"/>
                  </a:lnTo>
                  <a:lnTo>
                    <a:pt x="352244" y="369721"/>
                  </a:lnTo>
                  <a:lnTo>
                    <a:pt x="353387" y="369721"/>
                  </a:lnTo>
                  <a:lnTo>
                    <a:pt x="354463" y="369721"/>
                  </a:lnTo>
                  <a:lnTo>
                    <a:pt x="355606" y="369721"/>
                  </a:lnTo>
                  <a:lnTo>
                    <a:pt x="356740" y="369788"/>
                  </a:lnTo>
                  <a:lnTo>
                    <a:pt x="357816" y="369788"/>
                  </a:lnTo>
                  <a:lnTo>
                    <a:pt x="358959" y="369788"/>
                  </a:lnTo>
                  <a:lnTo>
                    <a:pt x="360093" y="369788"/>
                  </a:lnTo>
                  <a:lnTo>
                    <a:pt x="361169" y="369854"/>
                  </a:lnTo>
                  <a:lnTo>
                    <a:pt x="362312" y="369854"/>
                  </a:lnTo>
                  <a:lnTo>
                    <a:pt x="363455" y="369911"/>
                  </a:lnTo>
                  <a:lnTo>
                    <a:pt x="364531" y="369911"/>
                  </a:lnTo>
                  <a:lnTo>
                    <a:pt x="365665" y="369978"/>
                  </a:lnTo>
                  <a:lnTo>
                    <a:pt x="366808" y="370045"/>
                  </a:lnTo>
                  <a:lnTo>
                    <a:pt x="367884" y="370045"/>
                  </a:lnTo>
                  <a:lnTo>
                    <a:pt x="369018" y="370102"/>
                  </a:lnTo>
                  <a:lnTo>
                    <a:pt x="370161" y="370169"/>
                  </a:lnTo>
                  <a:lnTo>
                    <a:pt x="371237" y="370235"/>
                  </a:lnTo>
                  <a:lnTo>
                    <a:pt x="372370" y="370293"/>
                  </a:lnTo>
                  <a:lnTo>
                    <a:pt x="373513" y="370293"/>
                  </a:lnTo>
                  <a:lnTo>
                    <a:pt x="374590" y="370359"/>
                  </a:lnTo>
                  <a:lnTo>
                    <a:pt x="375732" y="370426"/>
                  </a:lnTo>
                  <a:lnTo>
                    <a:pt x="376866" y="370483"/>
                  </a:lnTo>
                  <a:lnTo>
                    <a:pt x="377943" y="370550"/>
                  </a:lnTo>
                  <a:lnTo>
                    <a:pt x="379086" y="370617"/>
                  </a:lnTo>
                  <a:lnTo>
                    <a:pt x="380219" y="370674"/>
                  </a:lnTo>
                  <a:lnTo>
                    <a:pt x="381296" y="370740"/>
                  </a:lnTo>
                  <a:lnTo>
                    <a:pt x="382438" y="370807"/>
                  </a:lnTo>
                  <a:lnTo>
                    <a:pt x="383581" y="370931"/>
                  </a:lnTo>
                  <a:lnTo>
                    <a:pt x="384715" y="370997"/>
                  </a:lnTo>
                  <a:lnTo>
                    <a:pt x="385791" y="371054"/>
                  </a:lnTo>
                  <a:lnTo>
                    <a:pt x="386934" y="371121"/>
                  </a:lnTo>
                  <a:lnTo>
                    <a:pt x="388068" y="371245"/>
                  </a:lnTo>
                  <a:lnTo>
                    <a:pt x="389144" y="371312"/>
                  </a:lnTo>
                  <a:lnTo>
                    <a:pt x="390287" y="371378"/>
                  </a:lnTo>
                  <a:lnTo>
                    <a:pt x="391420" y="371502"/>
                  </a:lnTo>
                  <a:lnTo>
                    <a:pt x="392497" y="371569"/>
                  </a:lnTo>
                  <a:lnTo>
                    <a:pt x="393640" y="371693"/>
                  </a:lnTo>
                  <a:lnTo>
                    <a:pt x="394782" y="371760"/>
                  </a:lnTo>
                  <a:lnTo>
                    <a:pt x="395859" y="371883"/>
                  </a:lnTo>
                  <a:lnTo>
                    <a:pt x="396993" y="371950"/>
                  </a:lnTo>
                  <a:lnTo>
                    <a:pt x="398136" y="372073"/>
                  </a:lnTo>
                  <a:lnTo>
                    <a:pt x="399212" y="372140"/>
                  </a:lnTo>
                  <a:lnTo>
                    <a:pt x="400346" y="372264"/>
                  </a:lnTo>
                  <a:lnTo>
                    <a:pt x="401488" y="372331"/>
                  </a:lnTo>
                  <a:lnTo>
                    <a:pt x="402565" y="372455"/>
                  </a:lnTo>
                  <a:lnTo>
                    <a:pt x="403698" y="372521"/>
                  </a:lnTo>
                  <a:lnTo>
                    <a:pt x="404841" y="372645"/>
                  </a:lnTo>
                  <a:lnTo>
                    <a:pt x="405917" y="372712"/>
                  </a:lnTo>
                  <a:lnTo>
                    <a:pt x="407060" y="372836"/>
                  </a:lnTo>
                  <a:lnTo>
                    <a:pt x="408194" y="372902"/>
                  </a:lnTo>
                  <a:lnTo>
                    <a:pt x="409270" y="372969"/>
                  </a:lnTo>
                  <a:lnTo>
                    <a:pt x="410414" y="373026"/>
                  </a:lnTo>
                  <a:lnTo>
                    <a:pt x="411547" y="373093"/>
                  </a:lnTo>
                  <a:lnTo>
                    <a:pt x="412623" y="373159"/>
                  </a:lnTo>
                  <a:lnTo>
                    <a:pt x="413766" y="373216"/>
                  </a:lnTo>
                  <a:lnTo>
                    <a:pt x="414909" y="373283"/>
                  </a:lnTo>
                  <a:lnTo>
                    <a:pt x="415976" y="373350"/>
                  </a:lnTo>
                  <a:lnTo>
                    <a:pt x="417119" y="373350"/>
                  </a:lnTo>
                  <a:lnTo>
                    <a:pt x="418262" y="373407"/>
                  </a:lnTo>
                  <a:lnTo>
                    <a:pt x="419338" y="373407"/>
                  </a:lnTo>
                  <a:lnTo>
                    <a:pt x="420472" y="373407"/>
                  </a:lnTo>
                  <a:lnTo>
                    <a:pt x="421615" y="373407"/>
                  </a:lnTo>
                  <a:lnTo>
                    <a:pt x="422691" y="373407"/>
                  </a:lnTo>
                  <a:lnTo>
                    <a:pt x="423824" y="373407"/>
                  </a:lnTo>
                  <a:lnTo>
                    <a:pt x="424967" y="373350"/>
                  </a:lnTo>
                  <a:lnTo>
                    <a:pt x="426044" y="373350"/>
                  </a:lnTo>
                  <a:lnTo>
                    <a:pt x="427187" y="373350"/>
                  </a:lnTo>
                  <a:lnTo>
                    <a:pt x="428320" y="373283"/>
                  </a:lnTo>
                  <a:lnTo>
                    <a:pt x="429397" y="373216"/>
                  </a:lnTo>
                  <a:lnTo>
                    <a:pt x="430540" y="373216"/>
                  </a:lnTo>
                  <a:lnTo>
                    <a:pt x="431673" y="373159"/>
                  </a:lnTo>
                  <a:lnTo>
                    <a:pt x="432749" y="373093"/>
                  </a:lnTo>
                  <a:lnTo>
                    <a:pt x="433892" y="373026"/>
                  </a:lnTo>
                  <a:lnTo>
                    <a:pt x="435035" y="373026"/>
                  </a:lnTo>
                  <a:lnTo>
                    <a:pt x="436102" y="372969"/>
                  </a:lnTo>
                  <a:lnTo>
                    <a:pt x="437245" y="372902"/>
                  </a:lnTo>
                  <a:lnTo>
                    <a:pt x="438388" y="372902"/>
                  </a:lnTo>
                  <a:lnTo>
                    <a:pt x="439465" y="372836"/>
                  </a:lnTo>
                  <a:lnTo>
                    <a:pt x="440598" y="372836"/>
                  </a:lnTo>
                  <a:lnTo>
                    <a:pt x="441741" y="372779"/>
                  </a:lnTo>
                  <a:lnTo>
                    <a:pt x="442817" y="372779"/>
                  </a:lnTo>
                  <a:lnTo>
                    <a:pt x="443951" y="372779"/>
                  </a:lnTo>
                  <a:lnTo>
                    <a:pt x="445094" y="372779"/>
                  </a:lnTo>
                  <a:lnTo>
                    <a:pt x="446170" y="372779"/>
                  </a:lnTo>
                  <a:lnTo>
                    <a:pt x="447313" y="372779"/>
                  </a:lnTo>
                  <a:lnTo>
                    <a:pt x="448447" y="372779"/>
                  </a:lnTo>
                  <a:lnTo>
                    <a:pt x="449523" y="372836"/>
                  </a:lnTo>
                  <a:lnTo>
                    <a:pt x="450666" y="372836"/>
                  </a:lnTo>
                  <a:lnTo>
                    <a:pt x="451799" y="372902"/>
                  </a:lnTo>
                  <a:lnTo>
                    <a:pt x="452875" y="372902"/>
                  </a:lnTo>
                  <a:lnTo>
                    <a:pt x="454019" y="372969"/>
                  </a:lnTo>
                  <a:lnTo>
                    <a:pt x="455152" y="373026"/>
                  </a:lnTo>
                  <a:lnTo>
                    <a:pt x="456229" y="373093"/>
                  </a:lnTo>
                  <a:lnTo>
                    <a:pt x="457372" y="373159"/>
                  </a:lnTo>
                  <a:lnTo>
                    <a:pt x="458515" y="373216"/>
                  </a:lnTo>
                  <a:lnTo>
                    <a:pt x="459591" y="373283"/>
                  </a:lnTo>
                  <a:lnTo>
                    <a:pt x="460724" y="373350"/>
                  </a:lnTo>
                  <a:lnTo>
                    <a:pt x="461867" y="373407"/>
                  </a:lnTo>
                  <a:lnTo>
                    <a:pt x="463001" y="373474"/>
                  </a:lnTo>
                  <a:lnTo>
                    <a:pt x="464077" y="373474"/>
                  </a:lnTo>
                  <a:lnTo>
                    <a:pt x="465220" y="373540"/>
                  </a:lnTo>
                  <a:lnTo>
                    <a:pt x="466363" y="373598"/>
                  </a:lnTo>
                  <a:lnTo>
                    <a:pt x="467430" y="373664"/>
                  </a:lnTo>
                  <a:lnTo>
                    <a:pt x="468573" y="373664"/>
                  </a:lnTo>
                  <a:lnTo>
                    <a:pt x="469716" y="373731"/>
                  </a:lnTo>
                  <a:lnTo>
                    <a:pt x="470792" y="373731"/>
                  </a:lnTo>
                  <a:lnTo>
                    <a:pt x="471925" y="373731"/>
                  </a:lnTo>
                  <a:lnTo>
                    <a:pt x="473069" y="373731"/>
                  </a:lnTo>
                  <a:lnTo>
                    <a:pt x="474145" y="373731"/>
                  </a:lnTo>
                  <a:lnTo>
                    <a:pt x="475279" y="373731"/>
                  </a:lnTo>
                  <a:lnTo>
                    <a:pt x="476422" y="373731"/>
                  </a:lnTo>
                  <a:lnTo>
                    <a:pt x="477498" y="373731"/>
                  </a:lnTo>
                  <a:lnTo>
                    <a:pt x="478641" y="373664"/>
                  </a:lnTo>
                  <a:lnTo>
                    <a:pt x="479774" y="373664"/>
                  </a:lnTo>
                  <a:lnTo>
                    <a:pt x="480851" y="373598"/>
                  </a:lnTo>
                  <a:lnTo>
                    <a:pt x="481993" y="373598"/>
                  </a:lnTo>
                  <a:lnTo>
                    <a:pt x="483127" y="373540"/>
                  </a:lnTo>
                  <a:lnTo>
                    <a:pt x="484203" y="373540"/>
                  </a:lnTo>
                  <a:lnTo>
                    <a:pt x="485346" y="373474"/>
                  </a:lnTo>
                  <a:lnTo>
                    <a:pt x="486480" y="373407"/>
                  </a:lnTo>
                  <a:lnTo>
                    <a:pt x="487556" y="373407"/>
                  </a:lnTo>
                  <a:lnTo>
                    <a:pt x="488699" y="373350"/>
                  </a:lnTo>
                  <a:lnTo>
                    <a:pt x="489842" y="373283"/>
                  </a:lnTo>
                  <a:lnTo>
                    <a:pt x="490918" y="373283"/>
                  </a:lnTo>
                  <a:lnTo>
                    <a:pt x="492052" y="373216"/>
                  </a:lnTo>
                  <a:lnTo>
                    <a:pt x="493195" y="373216"/>
                  </a:lnTo>
                  <a:lnTo>
                    <a:pt x="494271" y="373159"/>
                  </a:lnTo>
                  <a:lnTo>
                    <a:pt x="495405" y="373159"/>
                  </a:lnTo>
                  <a:lnTo>
                    <a:pt x="496548" y="373159"/>
                  </a:lnTo>
                  <a:lnTo>
                    <a:pt x="497624" y="373159"/>
                  </a:lnTo>
                  <a:lnTo>
                    <a:pt x="498767" y="373159"/>
                  </a:lnTo>
                  <a:lnTo>
                    <a:pt x="499901" y="373159"/>
                  </a:lnTo>
                  <a:lnTo>
                    <a:pt x="500977" y="373216"/>
                  </a:lnTo>
                  <a:lnTo>
                    <a:pt x="502120" y="373216"/>
                  </a:lnTo>
                  <a:lnTo>
                    <a:pt x="503253" y="373283"/>
                  </a:lnTo>
                  <a:lnTo>
                    <a:pt x="504330" y="373350"/>
                  </a:lnTo>
                  <a:lnTo>
                    <a:pt x="505473" y="373407"/>
                  </a:lnTo>
                  <a:lnTo>
                    <a:pt x="506606" y="373474"/>
                  </a:lnTo>
                  <a:lnTo>
                    <a:pt x="507683" y="373598"/>
                  </a:lnTo>
                  <a:lnTo>
                    <a:pt x="508826" y="373731"/>
                  </a:lnTo>
                  <a:lnTo>
                    <a:pt x="509968" y="373788"/>
                  </a:lnTo>
                  <a:lnTo>
                    <a:pt x="511045" y="373922"/>
                  </a:lnTo>
                  <a:lnTo>
                    <a:pt x="512178" y="374112"/>
                  </a:lnTo>
                  <a:lnTo>
                    <a:pt x="513321" y="374236"/>
                  </a:lnTo>
                  <a:lnTo>
                    <a:pt x="514398" y="374426"/>
                  </a:lnTo>
                  <a:lnTo>
                    <a:pt x="515531" y="374617"/>
                  </a:lnTo>
                  <a:lnTo>
                    <a:pt x="516674" y="374808"/>
                  </a:lnTo>
                  <a:lnTo>
                    <a:pt x="517751" y="374998"/>
                  </a:lnTo>
                  <a:lnTo>
                    <a:pt x="518894" y="375188"/>
                  </a:lnTo>
                  <a:lnTo>
                    <a:pt x="520027" y="375379"/>
                  </a:lnTo>
                  <a:lnTo>
                    <a:pt x="521103" y="375636"/>
                  </a:lnTo>
                  <a:lnTo>
                    <a:pt x="522246" y="375827"/>
                  </a:lnTo>
                  <a:lnTo>
                    <a:pt x="523380" y="376074"/>
                  </a:lnTo>
                  <a:lnTo>
                    <a:pt x="524456" y="376331"/>
                  </a:lnTo>
                  <a:lnTo>
                    <a:pt x="525599" y="376522"/>
                  </a:lnTo>
                  <a:lnTo>
                    <a:pt x="526733" y="376779"/>
                  </a:lnTo>
                  <a:lnTo>
                    <a:pt x="527809" y="377027"/>
                  </a:lnTo>
                  <a:lnTo>
                    <a:pt x="528952" y="377227"/>
                  </a:lnTo>
                  <a:lnTo>
                    <a:pt x="530095" y="377474"/>
                  </a:lnTo>
                  <a:lnTo>
                    <a:pt x="531171" y="377665"/>
                  </a:lnTo>
                  <a:lnTo>
                    <a:pt x="532305" y="377922"/>
                  </a:lnTo>
                  <a:lnTo>
                    <a:pt x="533448" y="378113"/>
                  </a:lnTo>
                  <a:lnTo>
                    <a:pt x="534524" y="378370"/>
                  </a:lnTo>
                  <a:lnTo>
                    <a:pt x="535658" y="378560"/>
                  </a:lnTo>
                  <a:lnTo>
                    <a:pt x="536801" y="378751"/>
                  </a:lnTo>
                  <a:lnTo>
                    <a:pt x="537944" y="378941"/>
                  </a:lnTo>
                  <a:lnTo>
                    <a:pt x="539010" y="379132"/>
                  </a:lnTo>
                  <a:lnTo>
                    <a:pt x="540153" y="379256"/>
                  </a:lnTo>
                  <a:lnTo>
                    <a:pt x="541296" y="379446"/>
                  </a:lnTo>
                  <a:lnTo>
                    <a:pt x="542372" y="379570"/>
                  </a:lnTo>
                  <a:lnTo>
                    <a:pt x="543506" y="379703"/>
                  </a:lnTo>
                  <a:lnTo>
                    <a:pt x="544649" y="379827"/>
                  </a:lnTo>
                  <a:lnTo>
                    <a:pt x="545726" y="379951"/>
                  </a:lnTo>
                  <a:lnTo>
                    <a:pt x="546859" y="380084"/>
                  </a:lnTo>
                  <a:lnTo>
                    <a:pt x="548002" y="380208"/>
                  </a:lnTo>
                  <a:lnTo>
                    <a:pt x="549078" y="380275"/>
                  </a:lnTo>
                  <a:lnTo>
                    <a:pt x="550221" y="380332"/>
                  </a:lnTo>
                  <a:lnTo>
                    <a:pt x="551355" y="380465"/>
                  </a:lnTo>
                  <a:lnTo>
                    <a:pt x="552431" y="380522"/>
                  </a:lnTo>
                  <a:lnTo>
                    <a:pt x="553574" y="380589"/>
                  </a:lnTo>
                  <a:lnTo>
                    <a:pt x="554708" y="380655"/>
                  </a:lnTo>
                  <a:lnTo>
                    <a:pt x="555784" y="380655"/>
                  </a:lnTo>
                  <a:lnTo>
                    <a:pt x="556927" y="380713"/>
                  </a:lnTo>
                  <a:lnTo>
                    <a:pt x="558060" y="380779"/>
                  </a:lnTo>
                  <a:lnTo>
                    <a:pt x="559136" y="380779"/>
                  </a:lnTo>
                  <a:lnTo>
                    <a:pt x="560279" y="380846"/>
                  </a:lnTo>
                  <a:lnTo>
                    <a:pt x="561422" y="380846"/>
                  </a:lnTo>
                  <a:lnTo>
                    <a:pt x="562499" y="380903"/>
                  </a:lnTo>
                  <a:lnTo>
                    <a:pt x="563633" y="380903"/>
                  </a:lnTo>
                  <a:lnTo>
                    <a:pt x="564776" y="380903"/>
                  </a:lnTo>
                  <a:lnTo>
                    <a:pt x="565852" y="380903"/>
                  </a:lnTo>
                  <a:lnTo>
                    <a:pt x="566985" y="380970"/>
                  </a:lnTo>
                  <a:lnTo>
                    <a:pt x="568128" y="380970"/>
                  </a:lnTo>
                  <a:lnTo>
                    <a:pt x="569204" y="380970"/>
                  </a:lnTo>
                  <a:lnTo>
                    <a:pt x="570347" y="380970"/>
                  </a:lnTo>
                  <a:lnTo>
                    <a:pt x="571481" y="380970"/>
                  </a:lnTo>
                </a:path>
              </a:pathLst>
            </a:custGeom>
            <a:noFill/>
            <a:ln w="7242" cap="flat">
              <a:solidFill>
                <a:srgbClr val="000000"/>
              </a:solidFill>
              <a:prstDash val="solid"/>
              <a:round/>
            </a:ln>
          </p:spPr>
          <p:txBody>
            <a:bodyPr/>
            <a:lstStyle/>
            <a:p>
              <a:endParaRPr lang="zh-CN" altLang="en-US" sz="2190"/>
            </a:p>
          </p:txBody>
        </p:sp>
        <p:sp>
          <p:nvSpPr>
            <p:cNvPr id="1065" name="任意多边形: 形状 1064"/>
            <p:cNvSpPr/>
            <p:nvPr/>
          </p:nvSpPr>
          <p:spPr>
            <a:xfrm>
              <a:off x="6048837" y="5302772"/>
              <a:ext cx="571500" cy="352425"/>
            </a:xfrm>
            <a:custGeom>
              <a:avLst/>
              <a:gdLst>
                <a:gd name="csX0" fmla="*/ -19 w 571500"/>
                <a:gd name="csY0" fmla="*/ 350481 h 352425"/>
                <a:gd name="csX1" fmla="*/ 1057 w 571500"/>
                <a:gd name="csY1" fmla="*/ 350033 h 352425"/>
                <a:gd name="csX2" fmla="*/ 2200 w 571500"/>
                <a:gd name="csY2" fmla="*/ 349585 h 352425"/>
                <a:gd name="csX3" fmla="*/ 3334 w 571500"/>
                <a:gd name="csY3" fmla="*/ 349014 h 352425"/>
                <a:gd name="csX4" fmla="*/ 4410 w 571500"/>
                <a:gd name="csY4" fmla="*/ 348375 h 352425"/>
                <a:gd name="csX5" fmla="*/ 5553 w 571500"/>
                <a:gd name="csY5" fmla="*/ 347547 h 352425"/>
                <a:gd name="csX6" fmla="*/ 6686 w 571500"/>
                <a:gd name="csY6" fmla="*/ 346594 h 352425"/>
                <a:gd name="csX7" fmla="*/ 7763 w 571500"/>
                <a:gd name="csY7" fmla="*/ 345566 h 352425"/>
                <a:gd name="csX8" fmla="*/ 8906 w 571500"/>
                <a:gd name="csY8" fmla="*/ 344289 h 352425"/>
                <a:gd name="csX9" fmla="*/ 10049 w 571500"/>
                <a:gd name="csY9" fmla="*/ 342955 h 352425"/>
                <a:gd name="csX10" fmla="*/ 11116 w 571500"/>
                <a:gd name="csY10" fmla="*/ 341299 h 352425"/>
                <a:gd name="csX11" fmla="*/ 12259 w 571500"/>
                <a:gd name="csY11" fmla="*/ 339384 h 352425"/>
                <a:gd name="csX12" fmla="*/ 13402 w 571500"/>
                <a:gd name="csY12" fmla="*/ 337279 h 352425"/>
                <a:gd name="csX13" fmla="*/ 14478 w 571500"/>
                <a:gd name="csY13" fmla="*/ 334850 h 352425"/>
                <a:gd name="csX14" fmla="*/ 15611 w 571500"/>
                <a:gd name="csY14" fmla="*/ 332174 h 352425"/>
                <a:gd name="csX15" fmla="*/ 16754 w 571500"/>
                <a:gd name="csY15" fmla="*/ 329106 h 352425"/>
                <a:gd name="csX16" fmla="*/ 17831 w 571500"/>
                <a:gd name="csY16" fmla="*/ 325668 h 352425"/>
                <a:gd name="csX17" fmla="*/ 18964 w 571500"/>
                <a:gd name="csY17" fmla="*/ 321896 h 352425"/>
                <a:gd name="csX18" fmla="*/ 20107 w 571500"/>
                <a:gd name="csY18" fmla="*/ 317686 h 352425"/>
                <a:gd name="csX19" fmla="*/ 21184 w 571500"/>
                <a:gd name="csY19" fmla="*/ 313161 h 352425"/>
                <a:gd name="csX20" fmla="*/ 22327 w 571500"/>
                <a:gd name="csY20" fmla="*/ 307990 h 352425"/>
                <a:gd name="csX21" fmla="*/ 23460 w 571500"/>
                <a:gd name="csY21" fmla="*/ 302436 h 352425"/>
                <a:gd name="csX22" fmla="*/ 24536 w 571500"/>
                <a:gd name="csY22" fmla="*/ 296379 h 352425"/>
                <a:gd name="csX23" fmla="*/ 25679 w 571500"/>
                <a:gd name="csY23" fmla="*/ 289806 h 352425"/>
                <a:gd name="csX24" fmla="*/ 26813 w 571500"/>
                <a:gd name="csY24" fmla="*/ 282786 h 352425"/>
                <a:gd name="csX25" fmla="*/ 27889 w 571500"/>
                <a:gd name="csY25" fmla="*/ 275195 h 352425"/>
                <a:gd name="csX26" fmla="*/ 29032 w 571500"/>
                <a:gd name="csY26" fmla="*/ 267032 h 352425"/>
                <a:gd name="csX27" fmla="*/ 30166 w 571500"/>
                <a:gd name="csY27" fmla="*/ 258421 h 352425"/>
                <a:gd name="csX28" fmla="*/ 31242 w 571500"/>
                <a:gd name="csY28" fmla="*/ 249363 h 352425"/>
                <a:gd name="csX29" fmla="*/ 32385 w 571500"/>
                <a:gd name="csY29" fmla="*/ 239857 h 352425"/>
                <a:gd name="csX30" fmla="*/ 33528 w 571500"/>
                <a:gd name="csY30" fmla="*/ 229770 h 352425"/>
                <a:gd name="csX31" fmla="*/ 34604 w 571500"/>
                <a:gd name="csY31" fmla="*/ 219245 h 352425"/>
                <a:gd name="csX32" fmla="*/ 35738 w 571500"/>
                <a:gd name="csY32" fmla="*/ 208406 h 352425"/>
                <a:gd name="csX33" fmla="*/ 36881 w 571500"/>
                <a:gd name="csY33" fmla="*/ 197233 h 352425"/>
                <a:gd name="csX34" fmla="*/ 37957 w 571500"/>
                <a:gd name="csY34" fmla="*/ 185755 h 352425"/>
                <a:gd name="csX35" fmla="*/ 39091 w 571500"/>
                <a:gd name="csY35" fmla="*/ 174077 h 352425"/>
                <a:gd name="csX36" fmla="*/ 40234 w 571500"/>
                <a:gd name="csY36" fmla="*/ 162143 h 352425"/>
                <a:gd name="csX37" fmla="*/ 41310 w 571500"/>
                <a:gd name="csY37" fmla="*/ 150217 h 352425"/>
                <a:gd name="csX38" fmla="*/ 42444 w 571500"/>
                <a:gd name="csY38" fmla="*/ 138226 h 352425"/>
                <a:gd name="csX39" fmla="*/ 43586 w 571500"/>
                <a:gd name="csY39" fmla="*/ 126224 h 352425"/>
                <a:gd name="csX40" fmla="*/ 44663 w 571500"/>
                <a:gd name="csY40" fmla="*/ 114422 h 352425"/>
                <a:gd name="csX41" fmla="*/ 45806 w 571500"/>
                <a:gd name="csY41" fmla="*/ 102811 h 352425"/>
                <a:gd name="csX42" fmla="*/ 46939 w 571500"/>
                <a:gd name="csY42" fmla="*/ 91524 h 352425"/>
                <a:gd name="csX43" fmla="*/ 48016 w 571500"/>
                <a:gd name="csY43" fmla="*/ 80552 h 352425"/>
                <a:gd name="csX44" fmla="*/ 49159 w 571500"/>
                <a:gd name="csY44" fmla="*/ 69960 h 352425"/>
                <a:gd name="csX45" fmla="*/ 50292 w 571500"/>
                <a:gd name="csY45" fmla="*/ 60006 h 352425"/>
                <a:gd name="csX46" fmla="*/ 51369 w 571500"/>
                <a:gd name="csY46" fmla="*/ 50691 h 352425"/>
                <a:gd name="csX47" fmla="*/ 52512 w 571500"/>
                <a:gd name="csY47" fmla="*/ 41947 h 352425"/>
                <a:gd name="csX48" fmla="*/ 53654 w 571500"/>
                <a:gd name="csY48" fmla="*/ 33907 h 352425"/>
                <a:gd name="csX49" fmla="*/ 54721 w 571500"/>
                <a:gd name="csY49" fmla="*/ 26574 h 352425"/>
                <a:gd name="csX50" fmla="*/ 55864 w 571500"/>
                <a:gd name="csY50" fmla="*/ 20134 h 352425"/>
                <a:gd name="csX51" fmla="*/ 57007 w 571500"/>
                <a:gd name="csY51" fmla="*/ 14648 h 352425"/>
                <a:gd name="csX52" fmla="*/ 58083 w 571500"/>
                <a:gd name="csY52" fmla="*/ 9923 h 352425"/>
                <a:gd name="csX53" fmla="*/ 59217 w 571500"/>
                <a:gd name="csY53" fmla="*/ 6095 h 352425"/>
                <a:gd name="csX54" fmla="*/ 60360 w 571500"/>
                <a:gd name="csY54" fmla="*/ 3094 h 352425"/>
                <a:gd name="csX55" fmla="*/ 61437 w 571500"/>
                <a:gd name="csY55" fmla="*/ 1180 h 352425"/>
                <a:gd name="csX56" fmla="*/ 62570 w 571500"/>
                <a:gd name="csY56" fmla="*/ 161 h 352425"/>
                <a:gd name="csX57" fmla="*/ 63713 w 571500"/>
                <a:gd name="csY57" fmla="*/ -30 h 352425"/>
                <a:gd name="csX58" fmla="*/ 64789 w 571500"/>
                <a:gd name="csY58" fmla="*/ 608 h 352425"/>
                <a:gd name="csX59" fmla="*/ 65932 w 571500"/>
                <a:gd name="csY59" fmla="*/ 2008 h 352425"/>
                <a:gd name="csX60" fmla="*/ 67066 w 571500"/>
                <a:gd name="csY60" fmla="*/ 4304 h 352425"/>
                <a:gd name="csX61" fmla="*/ 68142 w 571500"/>
                <a:gd name="csY61" fmla="*/ 7438 h 352425"/>
                <a:gd name="csX62" fmla="*/ 69285 w 571500"/>
                <a:gd name="csY62" fmla="*/ 11200 h 352425"/>
                <a:gd name="csX63" fmla="*/ 70419 w 571500"/>
                <a:gd name="csY63" fmla="*/ 15534 h 352425"/>
                <a:gd name="csX64" fmla="*/ 71495 w 571500"/>
                <a:gd name="csY64" fmla="*/ 20449 h 352425"/>
                <a:gd name="csX65" fmla="*/ 72638 w 571500"/>
                <a:gd name="csY65" fmla="*/ 26002 h 352425"/>
                <a:gd name="csX66" fmla="*/ 73781 w 571500"/>
                <a:gd name="csY66" fmla="*/ 31993 h 352425"/>
                <a:gd name="csX67" fmla="*/ 74847 w 571500"/>
                <a:gd name="csY67" fmla="*/ 38441 h 352425"/>
                <a:gd name="csX68" fmla="*/ 75990 w 571500"/>
                <a:gd name="csY68" fmla="*/ 45138 h 352425"/>
                <a:gd name="csX69" fmla="*/ 77133 w 571500"/>
                <a:gd name="csY69" fmla="*/ 52158 h 352425"/>
                <a:gd name="csX70" fmla="*/ 78267 w 571500"/>
                <a:gd name="csY70" fmla="*/ 59434 h 352425"/>
                <a:gd name="csX71" fmla="*/ 79343 w 571500"/>
                <a:gd name="csY71" fmla="*/ 66893 h 352425"/>
                <a:gd name="csX72" fmla="*/ 80487 w 571500"/>
                <a:gd name="csY72" fmla="*/ 74427 h 352425"/>
                <a:gd name="csX73" fmla="*/ 81620 w 571500"/>
                <a:gd name="csY73" fmla="*/ 82075 h 352425"/>
                <a:gd name="csX74" fmla="*/ 82696 w 571500"/>
                <a:gd name="csY74" fmla="*/ 89734 h 352425"/>
                <a:gd name="csX75" fmla="*/ 83839 w 571500"/>
                <a:gd name="csY75" fmla="*/ 97392 h 352425"/>
                <a:gd name="csX76" fmla="*/ 84982 w 571500"/>
                <a:gd name="csY76" fmla="*/ 104983 h 352425"/>
                <a:gd name="csX77" fmla="*/ 86058 w 571500"/>
                <a:gd name="csY77" fmla="*/ 112451 h 352425"/>
                <a:gd name="csX78" fmla="*/ 87192 w 571500"/>
                <a:gd name="csY78" fmla="*/ 119852 h 352425"/>
                <a:gd name="csX79" fmla="*/ 88335 w 571500"/>
                <a:gd name="csY79" fmla="*/ 127119 h 352425"/>
                <a:gd name="csX80" fmla="*/ 89411 w 571500"/>
                <a:gd name="csY80" fmla="*/ 134206 h 352425"/>
                <a:gd name="csX81" fmla="*/ 90545 w 571500"/>
                <a:gd name="csY81" fmla="*/ 141092 h 352425"/>
                <a:gd name="csX82" fmla="*/ 91688 w 571500"/>
                <a:gd name="csY82" fmla="*/ 147788 h 352425"/>
                <a:gd name="csX83" fmla="*/ 92764 w 571500"/>
                <a:gd name="csY83" fmla="*/ 154237 h 352425"/>
                <a:gd name="csX84" fmla="*/ 93897 w 571500"/>
                <a:gd name="csY84" fmla="*/ 160552 h 352425"/>
                <a:gd name="csX85" fmla="*/ 95040 w 571500"/>
                <a:gd name="csY85" fmla="*/ 166553 h 352425"/>
                <a:gd name="csX86" fmla="*/ 96117 w 571500"/>
                <a:gd name="csY86" fmla="*/ 172354 h 352425"/>
                <a:gd name="csX87" fmla="*/ 97260 w 571500"/>
                <a:gd name="csY87" fmla="*/ 177907 h 352425"/>
                <a:gd name="csX88" fmla="*/ 98393 w 571500"/>
                <a:gd name="csY88" fmla="*/ 183269 h 352425"/>
                <a:gd name="csX89" fmla="*/ 99470 w 571500"/>
                <a:gd name="csY89" fmla="*/ 188365 h 352425"/>
                <a:gd name="csX90" fmla="*/ 100613 w 571500"/>
                <a:gd name="csY90" fmla="*/ 193280 h 352425"/>
                <a:gd name="csX91" fmla="*/ 101746 w 571500"/>
                <a:gd name="csY91" fmla="*/ 197871 h 352425"/>
                <a:gd name="csX92" fmla="*/ 102822 w 571500"/>
                <a:gd name="csY92" fmla="*/ 202338 h 352425"/>
                <a:gd name="csX93" fmla="*/ 103965 w 571500"/>
                <a:gd name="csY93" fmla="*/ 206548 h 352425"/>
                <a:gd name="csX94" fmla="*/ 105108 w 571500"/>
                <a:gd name="csY94" fmla="*/ 210568 h 352425"/>
                <a:gd name="csX95" fmla="*/ 106175 w 571500"/>
                <a:gd name="csY95" fmla="*/ 214397 h 352425"/>
                <a:gd name="csX96" fmla="*/ 107318 w 571500"/>
                <a:gd name="csY96" fmla="*/ 217969 h 352425"/>
                <a:gd name="csX97" fmla="*/ 108461 w 571500"/>
                <a:gd name="csY97" fmla="*/ 221417 h 352425"/>
                <a:gd name="csX98" fmla="*/ 109538 w 571500"/>
                <a:gd name="csY98" fmla="*/ 224731 h 352425"/>
                <a:gd name="csX99" fmla="*/ 110671 w 571500"/>
                <a:gd name="csY99" fmla="*/ 227856 h 352425"/>
                <a:gd name="csX100" fmla="*/ 111814 w 571500"/>
                <a:gd name="csY100" fmla="*/ 230799 h 352425"/>
                <a:gd name="csX101" fmla="*/ 112890 w 571500"/>
                <a:gd name="csY101" fmla="*/ 233599 h 352425"/>
                <a:gd name="csX102" fmla="*/ 114024 w 571500"/>
                <a:gd name="csY102" fmla="*/ 236285 h 352425"/>
                <a:gd name="csX103" fmla="*/ 115167 w 571500"/>
                <a:gd name="csY103" fmla="*/ 238838 h 352425"/>
                <a:gd name="csX104" fmla="*/ 116243 w 571500"/>
                <a:gd name="csY104" fmla="*/ 241257 h 352425"/>
                <a:gd name="csX105" fmla="*/ 117386 w 571500"/>
                <a:gd name="csY105" fmla="*/ 243553 h 352425"/>
                <a:gd name="csX106" fmla="*/ 118520 w 571500"/>
                <a:gd name="csY106" fmla="*/ 245791 h 352425"/>
                <a:gd name="csX107" fmla="*/ 119596 w 571500"/>
                <a:gd name="csY107" fmla="*/ 247896 h 352425"/>
                <a:gd name="csX108" fmla="*/ 120739 w 571500"/>
                <a:gd name="csY108" fmla="*/ 249868 h 352425"/>
                <a:gd name="csX109" fmla="*/ 121872 w 571500"/>
                <a:gd name="csY109" fmla="*/ 251849 h 352425"/>
                <a:gd name="csX110" fmla="*/ 122948 w 571500"/>
                <a:gd name="csY110" fmla="*/ 253697 h 352425"/>
                <a:gd name="csX111" fmla="*/ 124092 w 571500"/>
                <a:gd name="csY111" fmla="*/ 255488 h 352425"/>
                <a:gd name="csX112" fmla="*/ 125225 w 571500"/>
                <a:gd name="csY112" fmla="*/ 257212 h 352425"/>
                <a:gd name="csX113" fmla="*/ 126302 w 571500"/>
                <a:gd name="csY113" fmla="*/ 258926 h 352425"/>
                <a:gd name="csX114" fmla="*/ 127445 w 571500"/>
                <a:gd name="csY114" fmla="*/ 260526 h 352425"/>
                <a:gd name="csX115" fmla="*/ 128588 w 571500"/>
                <a:gd name="csY115" fmla="*/ 262117 h 352425"/>
                <a:gd name="csX116" fmla="*/ 129664 w 571500"/>
                <a:gd name="csY116" fmla="*/ 263650 h 352425"/>
                <a:gd name="csX117" fmla="*/ 130797 w 571500"/>
                <a:gd name="csY117" fmla="*/ 265117 h 352425"/>
                <a:gd name="csX118" fmla="*/ 131940 w 571500"/>
                <a:gd name="csY118" fmla="*/ 266585 h 352425"/>
                <a:gd name="csX119" fmla="*/ 133016 w 571500"/>
                <a:gd name="csY119" fmla="*/ 268051 h 352425"/>
                <a:gd name="csX120" fmla="*/ 134150 w 571500"/>
                <a:gd name="csY120" fmla="*/ 269461 h 352425"/>
                <a:gd name="csX121" fmla="*/ 135293 w 571500"/>
                <a:gd name="csY121" fmla="*/ 270794 h 352425"/>
                <a:gd name="csX122" fmla="*/ 136369 w 571500"/>
                <a:gd name="csY122" fmla="*/ 272137 h 352425"/>
                <a:gd name="csX123" fmla="*/ 137513 w 571500"/>
                <a:gd name="csY123" fmla="*/ 273471 h 352425"/>
                <a:gd name="csX124" fmla="*/ 138646 w 571500"/>
                <a:gd name="csY124" fmla="*/ 274814 h 352425"/>
                <a:gd name="csX125" fmla="*/ 139722 w 571500"/>
                <a:gd name="csY125" fmla="*/ 276090 h 352425"/>
                <a:gd name="csX126" fmla="*/ 140865 w 571500"/>
                <a:gd name="csY126" fmla="*/ 277433 h 352425"/>
                <a:gd name="csX127" fmla="*/ 141999 w 571500"/>
                <a:gd name="csY127" fmla="*/ 278709 h 352425"/>
                <a:gd name="csX128" fmla="*/ 143075 w 571500"/>
                <a:gd name="csY128" fmla="*/ 279919 h 352425"/>
                <a:gd name="csX129" fmla="*/ 144218 w 571500"/>
                <a:gd name="csY129" fmla="*/ 281196 h 352425"/>
                <a:gd name="csX130" fmla="*/ 145361 w 571500"/>
                <a:gd name="csY130" fmla="*/ 282405 h 352425"/>
                <a:gd name="csX131" fmla="*/ 146428 w 571500"/>
                <a:gd name="csY131" fmla="*/ 283625 h 352425"/>
                <a:gd name="csX132" fmla="*/ 147571 w 571500"/>
                <a:gd name="csY132" fmla="*/ 284834 h 352425"/>
                <a:gd name="csX133" fmla="*/ 148714 w 571500"/>
                <a:gd name="csY133" fmla="*/ 286044 h 352425"/>
                <a:gd name="csX134" fmla="*/ 149790 w 571500"/>
                <a:gd name="csY134" fmla="*/ 287197 h 352425"/>
                <a:gd name="csX135" fmla="*/ 150924 w 571500"/>
                <a:gd name="csY135" fmla="*/ 288406 h 352425"/>
                <a:gd name="csX136" fmla="*/ 152066 w 571500"/>
                <a:gd name="csY136" fmla="*/ 289549 h 352425"/>
                <a:gd name="csX137" fmla="*/ 153200 w 571500"/>
                <a:gd name="csY137" fmla="*/ 290702 h 352425"/>
                <a:gd name="csX138" fmla="*/ 154276 w 571500"/>
                <a:gd name="csY138" fmla="*/ 291788 h 352425"/>
                <a:gd name="csX139" fmla="*/ 155419 w 571500"/>
                <a:gd name="csY139" fmla="*/ 292931 h 352425"/>
                <a:gd name="csX140" fmla="*/ 156563 w 571500"/>
                <a:gd name="csY140" fmla="*/ 294016 h 352425"/>
                <a:gd name="csX141" fmla="*/ 157639 w 571500"/>
                <a:gd name="csY141" fmla="*/ 295036 h 352425"/>
                <a:gd name="csX142" fmla="*/ 158772 w 571500"/>
                <a:gd name="csY142" fmla="*/ 296121 h 352425"/>
                <a:gd name="csX143" fmla="*/ 159915 w 571500"/>
                <a:gd name="csY143" fmla="*/ 297140 h 352425"/>
                <a:gd name="csX144" fmla="*/ 160992 w 571500"/>
                <a:gd name="csY144" fmla="*/ 298169 h 352425"/>
                <a:gd name="csX145" fmla="*/ 162125 w 571500"/>
                <a:gd name="csY145" fmla="*/ 299122 h 352425"/>
                <a:gd name="csX146" fmla="*/ 163268 w 571500"/>
                <a:gd name="csY146" fmla="*/ 300084 h 352425"/>
                <a:gd name="csX147" fmla="*/ 164344 w 571500"/>
                <a:gd name="csY147" fmla="*/ 301036 h 352425"/>
                <a:gd name="csX148" fmla="*/ 165478 w 571500"/>
                <a:gd name="csY148" fmla="*/ 301932 h 352425"/>
                <a:gd name="csX149" fmla="*/ 166621 w 571500"/>
                <a:gd name="csY149" fmla="*/ 302827 h 352425"/>
                <a:gd name="csX150" fmla="*/ 167697 w 571500"/>
                <a:gd name="csY150" fmla="*/ 303656 h 352425"/>
                <a:gd name="csX151" fmla="*/ 168840 w 571500"/>
                <a:gd name="csY151" fmla="*/ 304418 h 352425"/>
                <a:gd name="csX152" fmla="*/ 169974 w 571500"/>
                <a:gd name="csY152" fmla="*/ 305246 h 352425"/>
                <a:gd name="csX153" fmla="*/ 171050 w 571500"/>
                <a:gd name="csY153" fmla="*/ 305951 h 352425"/>
                <a:gd name="csX154" fmla="*/ 172193 w 571500"/>
                <a:gd name="csY154" fmla="*/ 306713 h 352425"/>
                <a:gd name="csX155" fmla="*/ 173326 w 571500"/>
                <a:gd name="csY155" fmla="*/ 307351 h 352425"/>
                <a:gd name="csX156" fmla="*/ 174403 w 571500"/>
                <a:gd name="csY156" fmla="*/ 308056 h 352425"/>
                <a:gd name="csX157" fmla="*/ 175546 w 571500"/>
                <a:gd name="csY157" fmla="*/ 308628 h 352425"/>
                <a:gd name="csX158" fmla="*/ 176689 w 571500"/>
                <a:gd name="csY158" fmla="*/ 309266 h 352425"/>
                <a:gd name="csX159" fmla="*/ 177756 w 571500"/>
                <a:gd name="csY159" fmla="*/ 309780 h 352425"/>
                <a:gd name="csX160" fmla="*/ 178899 w 571500"/>
                <a:gd name="csY160" fmla="*/ 310352 h 352425"/>
                <a:gd name="csX161" fmla="*/ 180042 w 571500"/>
                <a:gd name="csY161" fmla="*/ 310799 h 352425"/>
                <a:gd name="csX162" fmla="*/ 181118 w 571500"/>
                <a:gd name="csY162" fmla="*/ 311304 h 352425"/>
                <a:gd name="csX163" fmla="*/ 182251 w 571500"/>
                <a:gd name="csY163" fmla="*/ 311752 h 352425"/>
                <a:gd name="csX164" fmla="*/ 183394 w 571500"/>
                <a:gd name="csY164" fmla="*/ 312142 h 352425"/>
                <a:gd name="csX165" fmla="*/ 184471 w 571500"/>
                <a:gd name="csY165" fmla="*/ 312524 h 352425"/>
                <a:gd name="csX166" fmla="*/ 185604 w 571500"/>
                <a:gd name="csY166" fmla="*/ 312904 h 352425"/>
                <a:gd name="csX167" fmla="*/ 186747 w 571500"/>
                <a:gd name="csY167" fmla="*/ 313285 h 352425"/>
                <a:gd name="csX168" fmla="*/ 187824 w 571500"/>
                <a:gd name="csY168" fmla="*/ 313609 h 352425"/>
                <a:gd name="csX169" fmla="*/ 188967 w 571500"/>
                <a:gd name="csY169" fmla="*/ 313924 h 352425"/>
                <a:gd name="csX170" fmla="*/ 190100 w 571500"/>
                <a:gd name="csY170" fmla="*/ 314247 h 352425"/>
                <a:gd name="csX171" fmla="*/ 191176 w 571500"/>
                <a:gd name="csY171" fmla="*/ 314495 h 352425"/>
                <a:gd name="csX172" fmla="*/ 192319 w 571500"/>
                <a:gd name="csY172" fmla="*/ 314819 h 352425"/>
                <a:gd name="csX173" fmla="*/ 193453 w 571500"/>
                <a:gd name="csY173" fmla="*/ 315076 h 352425"/>
                <a:gd name="csX174" fmla="*/ 194529 w 571500"/>
                <a:gd name="csY174" fmla="*/ 315323 h 352425"/>
                <a:gd name="csX175" fmla="*/ 195672 w 571500"/>
                <a:gd name="csY175" fmla="*/ 315581 h 352425"/>
                <a:gd name="csX176" fmla="*/ 196806 w 571500"/>
                <a:gd name="csY176" fmla="*/ 315838 h 352425"/>
                <a:gd name="csX177" fmla="*/ 197882 w 571500"/>
                <a:gd name="csY177" fmla="*/ 316095 h 352425"/>
                <a:gd name="csX178" fmla="*/ 199025 w 571500"/>
                <a:gd name="csY178" fmla="*/ 316352 h 352425"/>
                <a:gd name="csX179" fmla="*/ 200168 w 571500"/>
                <a:gd name="csY179" fmla="*/ 316667 h 352425"/>
                <a:gd name="csX180" fmla="*/ 201244 w 571500"/>
                <a:gd name="csY180" fmla="*/ 316924 h 352425"/>
                <a:gd name="csX181" fmla="*/ 202378 w 571500"/>
                <a:gd name="csY181" fmla="*/ 317181 h 352425"/>
                <a:gd name="csX182" fmla="*/ 203521 w 571500"/>
                <a:gd name="csY182" fmla="*/ 317438 h 352425"/>
                <a:gd name="csX183" fmla="*/ 204597 w 571500"/>
                <a:gd name="csY183" fmla="*/ 317686 h 352425"/>
                <a:gd name="csX184" fmla="*/ 205731 w 571500"/>
                <a:gd name="csY184" fmla="*/ 318010 h 352425"/>
                <a:gd name="csX185" fmla="*/ 206874 w 571500"/>
                <a:gd name="csY185" fmla="*/ 318267 h 352425"/>
                <a:gd name="csX186" fmla="*/ 207950 w 571500"/>
                <a:gd name="csY186" fmla="*/ 318581 h 352425"/>
                <a:gd name="csX187" fmla="*/ 209093 w 571500"/>
                <a:gd name="csY187" fmla="*/ 318905 h 352425"/>
                <a:gd name="csX188" fmla="*/ 210226 w 571500"/>
                <a:gd name="csY188" fmla="*/ 319220 h 352425"/>
                <a:gd name="csX189" fmla="*/ 211302 w 571500"/>
                <a:gd name="csY189" fmla="*/ 319544 h 352425"/>
                <a:gd name="csX190" fmla="*/ 212446 w 571500"/>
                <a:gd name="csY190" fmla="*/ 319857 h 352425"/>
                <a:gd name="csX191" fmla="*/ 213579 w 571500"/>
                <a:gd name="csY191" fmla="*/ 320172 h 352425"/>
                <a:gd name="csX192" fmla="*/ 214656 w 571500"/>
                <a:gd name="csY192" fmla="*/ 320496 h 352425"/>
                <a:gd name="csX193" fmla="*/ 215799 w 571500"/>
                <a:gd name="csY193" fmla="*/ 320810 h 352425"/>
                <a:gd name="csX194" fmla="*/ 216932 w 571500"/>
                <a:gd name="csY194" fmla="*/ 321134 h 352425"/>
                <a:gd name="csX195" fmla="*/ 218008 w 571500"/>
                <a:gd name="csY195" fmla="*/ 321515 h 352425"/>
                <a:gd name="csX196" fmla="*/ 219151 w 571500"/>
                <a:gd name="csY196" fmla="*/ 321839 h 352425"/>
                <a:gd name="csX197" fmla="*/ 220294 w 571500"/>
                <a:gd name="csY197" fmla="*/ 322153 h 352425"/>
                <a:gd name="csX198" fmla="*/ 221370 w 571500"/>
                <a:gd name="csY198" fmla="*/ 322534 h 352425"/>
                <a:gd name="csX199" fmla="*/ 222504 w 571500"/>
                <a:gd name="csY199" fmla="*/ 322858 h 352425"/>
                <a:gd name="csX200" fmla="*/ 223647 w 571500"/>
                <a:gd name="csY200" fmla="*/ 323172 h 352425"/>
                <a:gd name="csX201" fmla="*/ 224723 w 571500"/>
                <a:gd name="csY201" fmla="*/ 323496 h 352425"/>
                <a:gd name="csX202" fmla="*/ 225857 w 571500"/>
                <a:gd name="csY202" fmla="*/ 323877 h 352425"/>
                <a:gd name="csX203" fmla="*/ 227000 w 571500"/>
                <a:gd name="csY203" fmla="*/ 324192 h 352425"/>
                <a:gd name="csX204" fmla="*/ 228076 w 571500"/>
                <a:gd name="csY204" fmla="*/ 324515 h 352425"/>
                <a:gd name="csX205" fmla="*/ 229209 w 571500"/>
                <a:gd name="csY205" fmla="*/ 324772 h 352425"/>
                <a:gd name="csX206" fmla="*/ 230352 w 571500"/>
                <a:gd name="csY206" fmla="*/ 325087 h 352425"/>
                <a:gd name="csX207" fmla="*/ 231496 w 571500"/>
                <a:gd name="csY207" fmla="*/ 325411 h 352425"/>
                <a:gd name="csX208" fmla="*/ 232572 w 571500"/>
                <a:gd name="csY208" fmla="*/ 325668 h 352425"/>
                <a:gd name="csX209" fmla="*/ 233706 w 571500"/>
                <a:gd name="csY209" fmla="*/ 325915 h 352425"/>
                <a:gd name="csX210" fmla="*/ 234849 w 571500"/>
                <a:gd name="csY210" fmla="*/ 326240 h 352425"/>
                <a:gd name="csX211" fmla="*/ 235925 w 571500"/>
                <a:gd name="csY211" fmla="*/ 326497 h 352425"/>
                <a:gd name="csX212" fmla="*/ 237058 w 571500"/>
                <a:gd name="csY212" fmla="*/ 326744 h 352425"/>
                <a:gd name="csX213" fmla="*/ 238201 w 571500"/>
                <a:gd name="csY213" fmla="*/ 327001 h 352425"/>
                <a:gd name="csX214" fmla="*/ 239277 w 571500"/>
                <a:gd name="csY214" fmla="*/ 327192 h 352425"/>
                <a:gd name="csX215" fmla="*/ 240420 w 571500"/>
                <a:gd name="csY215" fmla="*/ 327449 h 352425"/>
                <a:gd name="csX216" fmla="*/ 241554 w 571500"/>
                <a:gd name="csY216" fmla="*/ 327706 h 352425"/>
                <a:gd name="csX217" fmla="*/ 242630 w 571500"/>
                <a:gd name="csY217" fmla="*/ 327897 h 352425"/>
                <a:gd name="csX218" fmla="*/ 243773 w 571500"/>
                <a:gd name="csY218" fmla="*/ 328154 h 352425"/>
                <a:gd name="csX219" fmla="*/ 244907 w 571500"/>
                <a:gd name="csY219" fmla="*/ 328344 h 352425"/>
                <a:gd name="csX220" fmla="*/ 245983 w 571500"/>
                <a:gd name="csY220" fmla="*/ 328535 h 352425"/>
                <a:gd name="csX221" fmla="*/ 247126 w 571500"/>
                <a:gd name="csY221" fmla="*/ 328726 h 352425"/>
                <a:gd name="csX222" fmla="*/ 248259 w 571500"/>
                <a:gd name="csY222" fmla="*/ 328982 h 352425"/>
                <a:gd name="csX223" fmla="*/ 249336 w 571500"/>
                <a:gd name="csY223" fmla="*/ 329173 h 352425"/>
                <a:gd name="csX224" fmla="*/ 250479 w 571500"/>
                <a:gd name="csY224" fmla="*/ 329363 h 352425"/>
                <a:gd name="csX225" fmla="*/ 251622 w 571500"/>
                <a:gd name="csY225" fmla="*/ 329554 h 352425"/>
                <a:gd name="csX226" fmla="*/ 252698 w 571500"/>
                <a:gd name="csY226" fmla="*/ 329745 h 352425"/>
                <a:gd name="csX227" fmla="*/ 253832 w 571500"/>
                <a:gd name="csY227" fmla="*/ 330002 h 352425"/>
                <a:gd name="csX228" fmla="*/ 254975 w 571500"/>
                <a:gd name="csY228" fmla="*/ 330192 h 352425"/>
                <a:gd name="csX229" fmla="*/ 256051 w 571500"/>
                <a:gd name="csY229" fmla="*/ 330383 h 352425"/>
                <a:gd name="csX230" fmla="*/ 257184 w 571500"/>
                <a:gd name="csY230" fmla="*/ 330640 h 352425"/>
                <a:gd name="csX231" fmla="*/ 258327 w 571500"/>
                <a:gd name="csY231" fmla="*/ 330831 h 352425"/>
                <a:gd name="csX232" fmla="*/ 259404 w 571500"/>
                <a:gd name="csY232" fmla="*/ 331088 h 352425"/>
                <a:gd name="csX233" fmla="*/ 260537 w 571500"/>
                <a:gd name="csY233" fmla="*/ 331278 h 352425"/>
                <a:gd name="csX234" fmla="*/ 261680 w 571500"/>
                <a:gd name="csY234" fmla="*/ 331535 h 352425"/>
                <a:gd name="csX235" fmla="*/ 262757 w 571500"/>
                <a:gd name="csY235" fmla="*/ 331792 h 352425"/>
                <a:gd name="csX236" fmla="*/ 263900 w 571500"/>
                <a:gd name="csY236" fmla="*/ 332040 h 352425"/>
                <a:gd name="csX237" fmla="*/ 265033 w 571500"/>
                <a:gd name="csY237" fmla="*/ 332297 h 352425"/>
                <a:gd name="csX238" fmla="*/ 266110 w 571500"/>
                <a:gd name="csY238" fmla="*/ 332554 h 352425"/>
                <a:gd name="csX239" fmla="*/ 267252 w 571500"/>
                <a:gd name="csY239" fmla="*/ 332811 h 352425"/>
                <a:gd name="csX240" fmla="*/ 268386 w 571500"/>
                <a:gd name="csY240" fmla="*/ 333069 h 352425"/>
                <a:gd name="csX241" fmla="*/ 269462 w 571500"/>
                <a:gd name="csY241" fmla="*/ 333317 h 352425"/>
                <a:gd name="csX242" fmla="*/ 270605 w 571500"/>
                <a:gd name="csY242" fmla="*/ 333640 h 352425"/>
                <a:gd name="csX243" fmla="*/ 271748 w 571500"/>
                <a:gd name="csY243" fmla="*/ 333897 h 352425"/>
                <a:gd name="csX244" fmla="*/ 272825 w 571500"/>
                <a:gd name="csY244" fmla="*/ 334145 h 352425"/>
                <a:gd name="csX245" fmla="*/ 273958 w 571500"/>
                <a:gd name="csY245" fmla="*/ 334469 h 352425"/>
                <a:gd name="csX246" fmla="*/ 275101 w 571500"/>
                <a:gd name="csY246" fmla="*/ 334726 h 352425"/>
                <a:gd name="csX247" fmla="*/ 276178 w 571500"/>
                <a:gd name="csY247" fmla="*/ 335040 h 352425"/>
                <a:gd name="csX248" fmla="*/ 277311 w 571500"/>
                <a:gd name="csY248" fmla="*/ 335298 h 352425"/>
                <a:gd name="csX249" fmla="*/ 278454 w 571500"/>
                <a:gd name="csY249" fmla="*/ 335555 h 352425"/>
                <a:gd name="csX250" fmla="*/ 279530 w 571500"/>
                <a:gd name="csY250" fmla="*/ 335869 h 352425"/>
                <a:gd name="csX251" fmla="*/ 280673 w 571500"/>
                <a:gd name="csY251" fmla="*/ 336126 h 352425"/>
                <a:gd name="csX252" fmla="*/ 281807 w 571500"/>
                <a:gd name="csY252" fmla="*/ 336383 h 352425"/>
                <a:gd name="csX253" fmla="*/ 282883 w 571500"/>
                <a:gd name="csY253" fmla="*/ 336641 h 352425"/>
                <a:gd name="csX254" fmla="*/ 284026 w 571500"/>
                <a:gd name="csY254" fmla="*/ 336888 h 352425"/>
                <a:gd name="csX255" fmla="*/ 285160 w 571500"/>
                <a:gd name="csY255" fmla="*/ 337145 h 352425"/>
                <a:gd name="csX256" fmla="*/ 286236 w 571500"/>
                <a:gd name="csY256" fmla="*/ 337336 h 352425"/>
                <a:gd name="csX257" fmla="*/ 287379 w 571500"/>
                <a:gd name="csY257" fmla="*/ 337593 h 352425"/>
                <a:gd name="csX258" fmla="*/ 288512 w 571500"/>
                <a:gd name="csY258" fmla="*/ 337784 h 352425"/>
                <a:gd name="csX259" fmla="*/ 289589 w 571500"/>
                <a:gd name="csY259" fmla="*/ 337974 h 352425"/>
                <a:gd name="csX260" fmla="*/ 290732 w 571500"/>
                <a:gd name="csY260" fmla="*/ 338164 h 352425"/>
                <a:gd name="csX261" fmla="*/ 291875 w 571500"/>
                <a:gd name="csY261" fmla="*/ 338355 h 352425"/>
                <a:gd name="csX262" fmla="*/ 292951 w 571500"/>
                <a:gd name="csY262" fmla="*/ 338555 h 352425"/>
                <a:gd name="csX263" fmla="*/ 294085 w 571500"/>
                <a:gd name="csY263" fmla="*/ 338679 h 352425"/>
                <a:gd name="csX264" fmla="*/ 295228 w 571500"/>
                <a:gd name="csY264" fmla="*/ 338803 h 352425"/>
                <a:gd name="csX265" fmla="*/ 296304 w 571500"/>
                <a:gd name="csY265" fmla="*/ 338936 h 352425"/>
                <a:gd name="csX266" fmla="*/ 297437 w 571500"/>
                <a:gd name="csY266" fmla="*/ 339060 h 352425"/>
                <a:gd name="csX267" fmla="*/ 298580 w 571500"/>
                <a:gd name="csY267" fmla="*/ 339193 h 352425"/>
                <a:gd name="csX268" fmla="*/ 299656 w 571500"/>
                <a:gd name="csY268" fmla="*/ 339250 h 352425"/>
                <a:gd name="csX269" fmla="*/ 300790 w 571500"/>
                <a:gd name="csY269" fmla="*/ 339384 h 352425"/>
                <a:gd name="csX270" fmla="*/ 301933 w 571500"/>
                <a:gd name="csY270" fmla="*/ 339441 h 352425"/>
                <a:gd name="csX271" fmla="*/ 303010 w 571500"/>
                <a:gd name="csY271" fmla="*/ 339507 h 352425"/>
                <a:gd name="csX272" fmla="*/ 304153 w 571500"/>
                <a:gd name="csY272" fmla="*/ 339574 h 352425"/>
                <a:gd name="csX273" fmla="*/ 305286 w 571500"/>
                <a:gd name="csY273" fmla="*/ 339631 h 352425"/>
                <a:gd name="csX274" fmla="*/ 306362 w 571500"/>
                <a:gd name="csY274" fmla="*/ 339698 h 352425"/>
                <a:gd name="csX275" fmla="*/ 307505 w 571500"/>
                <a:gd name="csY275" fmla="*/ 339698 h 352425"/>
                <a:gd name="csX276" fmla="*/ 308639 w 571500"/>
                <a:gd name="csY276" fmla="*/ 339765 h 352425"/>
                <a:gd name="csX277" fmla="*/ 309782 w 571500"/>
                <a:gd name="csY277" fmla="*/ 339832 h 352425"/>
                <a:gd name="csX278" fmla="*/ 310858 w 571500"/>
                <a:gd name="csY278" fmla="*/ 339832 h 352425"/>
                <a:gd name="csX279" fmla="*/ 312001 w 571500"/>
                <a:gd name="csY279" fmla="*/ 339832 h 352425"/>
                <a:gd name="csX280" fmla="*/ 313135 w 571500"/>
                <a:gd name="csY280" fmla="*/ 339889 h 352425"/>
                <a:gd name="csX281" fmla="*/ 314211 w 571500"/>
                <a:gd name="csY281" fmla="*/ 339889 h 352425"/>
                <a:gd name="csX282" fmla="*/ 315354 w 571500"/>
                <a:gd name="csY282" fmla="*/ 339955 h 352425"/>
                <a:gd name="csX283" fmla="*/ 316487 w 571500"/>
                <a:gd name="csY283" fmla="*/ 339955 h 352425"/>
                <a:gd name="csX284" fmla="*/ 317563 w 571500"/>
                <a:gd name="csY284" fmla="*/ 340022 h 352425"/>
                <a:gd name="csX285" fmla="*/ 318706 w 571500"/>
                <a:gd name="csY285" fmla="*/ 340022 h 352425"/>
                <a:gd name="csX286" fmla="*/ 319840 w 571500"/>
                <a:gd name="csY286" fmla="*/ 340022 h 352425"/>
                <a:gd name="csX287" fmla="*/ 320916 w 571500"/>
                <a:gd name="csY287" fmla="*/ 340079 h 352425"/>
                <a:gd name="csX288" fmla="*/ 322060 w 571500"/>
                <a:gd name="csY288" fmla="*/ 340079 h 352425"/>
                <a:gd name="csX289" fmla="*/ 323203 w 571500"/>
                <a:gd name="csY289" fmla="*/ 340079 h 352425"/>
                <a:gd name="csX290" fmla="*/ 324279 w 571500"/>
                <a:gd name="csY290" fmla="*/ 340146 h 352425"/>
                <a:gd name="csX291" fmla="*/ 325412 w 571500"/>
                <a:gd name="csY291" fmla="*/ 340146 h 352425"/>
                <a:gd name="csX292" fmla="*/ 326555 w 571500"/>
                <a:gd name="csY292" fmla="*/ 340213 h 352425"/>
                <a:gd name="csX293" fmla="*/ 327631 w 571500"/>
                <a:gd name="csY293" fmla="*/ 340213 h 352425"/>
                <a:gd name="csX294" fmla="*/ 328765 w 571500"/>
                <a:gd name="csY294" fmla="*/ 340213 h 352425"/>
                <a:gd name="csX295" fmla="*/ 329908 w 571500"/>
                <a:gd name="csY295" fmla="*/ 340270 h 352425"/>
                <a:gd name="csX296" fmla="*/ 330984 w 571500"/>
                <a:gd name="csY296" fmla="*/ 340270 h 352425"/>
                <a:gd name="csX297" fmla="*/ 332118 w 571500"/>
                <a:gd name="csY297" fmla="*/ 340270 h 352425"/>
                <a:gd name="csX298" fmla="*/ 333261 w 571500"/>
                <a:gd name="csY298" fmla="*/ 340336 h 352425"/>
                <a:gd name="csX299" fmla="*/ 334337 w 571500"/>
                <a:gd name="csY299" fmla="*/ 340336 h 352425"/>
                <a:gd name="csX300" fmla="*/ 335480 w 571500"/>
                <a:gd name="csY300" fmla="*/ 340336 h 352425"/>
                <a:gd name="csX301" fmla="*/ 336613 w 571500"/>
                <a:gd name="csY301" fmla="*/ 340336 h 352425"/>
                <a:gd name="csX302" fmla="*/ 337690 w 571500"/>
                <a:gd name="csY302" fmla="*/ 340336 h 352425"/>
                <a:gd name="csX303" fmla="*/ 338833 w 571500"/>
                <a:gd name="csY303" fmla="*/ 340403 h 352425"/>
                <a:gd name="csX304" fmla="*/ 339966 w 571500"/>
                <a:gd name="csY304" fmla="*/ 340403 h 352425"/>
                <a:gd name="csX305" fmla="*/ 341043 w 571500"/>
                <a:gd name="csY305" fmla="*/ 340403 h 352425"/>
                <a:gd name="csX306" fmla="*/ 342186 w 571500"/>
                <a:gd name="csY306" fmla="*/ 340336 h 352425"/>
                <a:gd name="csX307" fmla="*/ 343329 w 571500"/>
                <a:gd name="csY307" fmla="*/ 340336 h 352425"/>
                <a:gd name="csX308" fmla="*/ 344395 w 571500"/>
                <a:gd name="csY308" fmla="*/ 340336 h 352425"/>
                <a:gd name="csX309" fmla="*/ 345538 w 571500"/>
                <a:gd name="csY309" fmla="*/ 340336 h 352425"/>
                <a:gd name="csX310" fmla="*/ 346681 w 571500"/>
                <a:gd name="csY310" fmla="*/ 340336 h 352425"/>
                <a:gd name="csX311" fmla="*/ 347758 w 571500"/>
                <a:gd name="csY311" fmla="*/ 340270 h 352425"/>
                <a:gd name="csX312" fmla="*/ 348891 w 571500"/>
                <a:gd name="csY312" fmla="*/ 340270 h 352425"/>
                <a:gd name="csX313" fmla="*/ 350034 w 571500"/>
                <a:gd name="csY313" fmla="*/ 340270 h 352425"/>
                <a:gd name="csX314" fmla="*/ 351111 w 571500"/>
                <a:gd name="csY314" fmla="*/ 340213 h 352425"/>
                <a:gd name="csX315" fmla="*/ 352244 w 571500"/>
                <a:gd name="csY315" fmla="*/ 340213 h 352425"/>
                <a:gd name="csX316" fmla="*/ 353387 w 571500"/>
                <a:gd name="csY316" fmla="*/ 340146 h 352425"/>
                <a:gd name="csX317" fmla="*/ 354463 w 571500"/>
                <a:gd name="csY317" fmla="*/ 340146 h 352425"/>
                <a:gd name="csX318" fmla="*/ 355606 w 571500"/>
                <a:gd name="csY318" fmla="*/ 340079 h 352425"/>
                <a:gd name="csX319" fmla="*/ 356740 w 571500"/>
                <a:gd name="csY319" fmla="*/ 340079 h 352425"/>
                <a:gd name="csX320" fmla="*/ 357816 w 571500"/>
                <a:gd name="csY320" fmla="*/ 340022 h 352425"/>
                <a:gd name="csX321" fmla="*/ 358959 w 571500"/>
                <a:gd name="csY321" fmla="*/ 340022 h 352425"/>
                <a:gd name="csX322" fmla="*/ 360093 w 571500"/>
                <a:gd name="csY322" fmla="*/ 339955 h 352425"/>
                <a:gd name="csX323" fmla="*/ 361169 w 571500"/>
                <a:gd name="csY323" fmla="*/ 339955 h 352425"/>
                <a:gd name="csX324" fmla="*/ 362312 w 571500"/>
                <a:gd name="csY324" fmla="*/ 339889 h 352425"/>
                <a:gd name="csX325" fmla="*/ 363445 w 571500"/>
                <a:gd name="csY325" fmla="*/ 339889 h 352425"/>
                <a:gd name="csX326" fmla="*/ 364522 w 571500"/>
                <a:gd name="csY326" fmla="*/ 339889 h 352425"/>
                <a:gd name="csX327" fmla="*/ 365665 w 571500"/>
                <a:gd name="csY327" fmla="*/ 339832 h 352425"/>
                <a:gd name="csX328" fmla="*/ 366808 w 571500"/>
                <a:gd name="csY328" fmla="*/ 339832 h 352425"/>
                <a:gd name="csX329" fmla="*/ 367884 w 571500"/>
                <a:gd name="csY329" fmla="*/ 339832 h 352425"/>
                <a:gd name="csX330" fmla="*/ 369018 w 571500"/>
                <a:gd name="csY330" fmla="*/ 339765 h 352425"/>
                <a:gd name="csX331" fmla="*/ 370161 w 571500"/>
                <a:gd name="csY331" fmla="*/ 339765 h 352425"/>
                <a:gd name="csX332" fmla="*/ 371237 w 571500"/>
                <a:gd name="csY332" fmla="*/ 339765 h 352425"/>
                <a:gd name="csX333" fmla="*/ 372370 w 571500"/>
                <a:gd name="csY333" fmla="*/ 339765 h 352425"/>
                <a:gd name="csX334" fmla="*/ 373513 w 571500"/>
                <a:gd name="csY334" fmla="*/ 339765 h 352425"/>
                <a:gd name="csX335" fmla="*/ 374590 w 571500"/>
                <a:gd name="csY335" fmla="*/ 339765 h 352425"/>
                <a:gd name="csX336" fmla="*/ 375723 w 571500"/>
                <a:gd name="csY336" fmla="*/ 339765 h 352425"/>
                <a:gd name="csX337" fmla="*/ 376866 w 571500"/>
                <a:gd name="csY337" fmla="*/ 339765 h 352425"/>
                <a:gd name="csX338" fmla="*/ 377943 w 571500"/>
                <a:gd name="csY338" fmla="*/ 339765 h 352425"/>
                <a:gd name="csX339" fmla="*/ 379086 w 571500"/>
                <a:gd name="csY339" fmla="*/ 339765 h 352425"/>
                <a:gd name="csX340" fmla="*/ 380219 w 571500"/>
                <a:gd name="csY340" fmla="*/ 339832 h 352425"/>
                <a:gd name="csX341" fmla="*/ 381296 w 571500"/>
                <a:gd name="csY341" fmla="*/ 339832 h 352425"/>
                <a:gd name="csX342" fmla="*/ 382438 w 571500"/>
                <a:gd name="csY342" fmla="*/ 339832 h 352425"/>
                <a:gd name="csX343" fmla="*/ 383572 w 571500"/>
                <a:gd name="csY343" fmla="*/ 339889 h 352425"/>
                <a:gd name="csX344" fmla="*/ 384715 w 571500"/>
                <a:gd name="csY344" fmla="*/ 339889 h 352425"/>
                <a:gd name="csX345" fmla="*/ 385791 w 571500"/>
                <a:gd name="csY345" fmla="*/ 339955 h 352425"/>
                <a:gd name="csX346" fmla="*/ 386934 w 571500"/>
                <a:gd name="csY346" fmla="*/ 340022 h 352425"/>
                <a:gd name="csX347" fmla="*/ 388068 w 571500"/>
                <a:gd name="csY347" fmla="*/ 340022 h 352425"/>
                <a:gd name="csX348" fmla="*/ 389144 w 571500"/>
                <a:gd name="csY348" fmla="*/ 340079 h 352425"/>
                <a:gd name="csX349" fmla="*/ 390287 w 571500"/>
                <a:gd name="csY349" fmla="*/ 340146 h 352425"/>
                <a:gd name="csX350" fmla="*/ 391420 w 571500"/>
                <a:gd name="csY350" fmla="*/ 340213 h 352425"/>
                <a:gd name="csX351" fmla="*/ 392497 w 571500"/>
                <a:gd name="csY351" fmla="*/ 340270 h 352425"/>
                <a:gd name="csX352" fmla="*/ 393640 w 571500"/>
                <a:gd name="csY352" fmla="*/ 340336 h 352425"/>
                <a:gd name="csX353" fmla="*/ 394773 w 571500"/>
                <a:gd name="csY353" fmla="*/ 340403 h 352425"/>
                <a:gd name="csX354" fmla="*/ 395849 w 571500"/>
                <a:gd name="csY354" fmla="*/ 340460 h 352425"/>
                <a:gd name="csX355" fmla="*/ 396993 w 571500"/>
                <a:gd name="csY355" fmla="*/ 340593 h 352425"/>
                <a:gd name="csX356" fmla="*/ 398136 w 571500"/>
                <a:gd name="csY356" fmla="*/ 340660 h 352425"/>
                <a:gd name="csX357" fmla="*/ 399212 w 571500"/>
                <a:gd name="csY357" fmla="*/ 340717 h 352425"/>
                <a:gd name="csX358" fmla="*/ 400346 w 571500"/>
                <a:gd name="csY358" fmla="*/ 340851 h 352425"/>
                <a:gd name="csX359" fmla="*/ 401488 w 571500"/>
                <a:gd name="csY359" fmla="*/ 340908 h 352425"/>
                <a:gd name="csX360" fmla="*/ 402565 w 571500"/>
                <a:gd name="csY360" fmla="*/ 341041 h 352425"/>
                <a:gd name="csX361" fmla="*/ 403698 w 571500"/>
                <a:gd name="csY361" fmla="*/ 341099 h 352425"/>
                <a:gd name="csX362" fmla="*/ 404841 w 571500"/>
                <a:gd name="csY362" fmla="*/ 341232 h 352425"/>
                <a:gd name="csX363" fmla="*/ 405917 w 571500"/>
                <a:gd name="csY363" fmla="*/ 341299 h 352425"/>
                <a:gd name="csX364" fmla="*/ 407060 w 571500"/>
                <a:gd name="csY364" fmla="*/ 341422 h 352425"/>
                <a:gd name="csX365" fmla="*/ 408194 w 571500"/>
                <a:gd name="csY365" fmla="*/ 341546 h 352425"/>
                <a:gd name="csX366" fmla="*/ 409270 w 571500"/>
                <a:gd name="csY366" fmla="*/ 341613 h 352425"/>
                <a:gd name="csX367" fmla="*/ 410414 w 571500"/>
                <a:gd name="csY367" fmla="*/ 341736 h 352425"/>
                <a:gd name="csX368" fmla="*/ 411547 w 571500"/>
                <a:gd name="csY368" fmla="*/ 341803 h 352425"/>
                <a:gd name="csX369" fmla="*/ 412623 w 571500"/>
                <a:gd name="csY369" fmla="*/ 341936 h 352425"/>
                <a:gd name="csX370" fmla="*/ 413766 w 571500"/>
                <a:gd name="csY370" fmla="*/ 341994 h 352425"/>
                <a:gd name="csX371" fmla="*/ 414899 w 571500"/>
                <a:gd name="csY371" fmla="*/ 342060 h 352425"/>
                <a:gd name="csX372" fmla="*/ 415976 w 571500"/>
                <a:gd name="csY372" fmla="*/ 342184 h 352425"/>
                <a:gd name="csX373" fmla="*/ 417119 w 571500"/>
                <a:gd name="csY373" fmla="*/ 342251 h 352425"/>
                <a:gd name="csX374" fmla="*/ 418262 w 571500"/>
                <a:gd name="csY374" fmla="*/ 342318 h 352425"/>
                <a:gd name="csX375" fmla="*/ 419338 w 571500"/>
                <a:gd name="csY375" fmla="*/ 342375 h 352425"/>
                <a:gd name="csX376" fmla="*/ 420472 w 571500"/>
                <a:gd name="csY376" fmla="*/ 342442 h 352425"/>
                <a:gd name="csX377" fmla="*/ 421615 w 571500"/>
                <a:gd name="csY377" fmla="*/ 342508 h 352425"/>
                <a:gd name="csX378" fmla="*/ 422691 w 571500"/>
                <a:gd name="csY378" fmla="*/ 342575 h 352425"/>
                <a:gd name="csX379" fmla="*/ 423824 w 571500"/>
                <a:gd name="csY379" fmla="*/ 342632 h 352425"/>
                <a:gd name="csX380" fmla="*/ 424967 w 571500"/>
                <a:gd name="csY380" fmla="*/ 342699 h 352425"/>
                <a:gd name="csX381" fmla="*/ 426044 w 571500"/>
                <a:gd name="csY381" fmla="*/ 342699 h 352425"/>
                <a:gd name="csX382" fmla="*/ 427187 w 571500"/>
                <a:gd name="csY382" fmla="*/ 342765 h 352425"/>
                <a:gd name="csX383" fmla="*/ 428320 w 571500"/>
                <a:gd name="csY383" fmla="*/ 342765 h 352425"/>
                <a:gd name="csX384" fmla="*/ 429397 w 571500"/>
                <a:gd name="csY384" fmla="*/ 342822 h 352425"/>
                <a:gd name="csX385" fmla="*/ 430540 w 571500"/>
                <a:gd name="csY385" fmla="*/ 342822 h 352425"/>
                <a:gd name="csX386" fmla="*/ 431673 w 571500"/>
                <a:gd name="csY386" fmla="*/ 342822 h 352425"/>
                <a:gd name="csX387" fmla="*/ 432749 w 571500"/>
                <a:gd name="csY387" fmla="*/ 342822 h 352425"/>
                <a:gd name="csX388" fmla="*/ 433892 w 571500"/>
                <a:gd name="csY388" fmla="*/ 342822 h 352425"/>
                <a:gd name="csX389" fmla="*/ 435026 w 571500"/>
                <a:gd name="csY389" fmla="*/ 342822 h 352425"/>
                <a:gd name="csX390" fmla="*/ 436102 w 571500"/>
                <a:gd name="csY390" fmla="*/ 342765 h 352425"/>
                <a:gd name="csX391" fmla="*/ 437245 w 571500"/>
                <a:gd name="csY391" fmla="*/ 342765 h 352425"/>
                <a:gd name="csX392" fmla="*/ 438388 w 571500"/>
                <a:gd name="csY392" fmla="*/ 342765 h 352425"/>
                <a:gd name="csX393" fmla="*/ 439465 w 571500"/>
                <a:gd name="csY393" fmla="*/ 342699 h 352425"/>
                <a:gd name="csX394" fmla="*/ 440598 w 571500"/>
                <a:gd name="csY394" fmla="*/ 342632 h 352425"/>
                <a:gd name="csX395" fmla="*/ 441741 w 571500"/>
                <a:gd name="csY395" fmla="*/ 342632 h 352425"/>
                <a:gd name="csX396" fmla="*/ 442817 w 571500"/>
                <a:gd name="csY396" fmla="*/ 342575 h 352425"/>
                <a:gd name="csX397" fmla="*/ 443951 w 571500"/>
                <a:gd name="csY397" fmla="*/ 342508 h 352425"/>
                <a:gd name="csX398" fmla="*/ 445094 w 571500"/>
                <a:gd name="csY398" fmla="*/ 342442 h 352425"/>
                <a:gd name="csX399" fmla="*/ 446170 w 571500"/>
                <a:gd name="csY399" fmla="*/ 342375 h 352425"/>
                <a:gd name="csX400" fmla="*/ 447313 w 571500"/>
                <a:gd name="csY400" fmla="*/ 342318 h 352425"/>
                <a:gd name="csX401" fmla="*/ 448447 w 571500"/>
                <a:gd name="csY401" fmla="*/ 342251 h 352425"/>
                <a:gd name="csX402" fmla="*/ 449523 w 571500"/>
                <a:gd name="csY402" fmla="*/ 342184 h 352425"/>
                <a:gd name="csX403" fmla="*/ 450666 w 571500"/>
                <a:gd name="csY403" fmla="*/ 342127 h 352425"/>
                <a:gd name="csX404" fmla="*/ 451799 w 571500"/>
                <a:gd name="csY404" fmla="*/ 342060 h 352425"/>
                <a:gd name="csX405" fmla="*/ 452875 w 571500"/>
                <a:gd name="csY405" fmla="*/ 341994 h 352425"/>
                <a:gd name="csX406" fmla="*/ 454019 w 571500"/>
                <a:gd name="csY406" fmla="*/ 341936 h 352425"/>
                <a:gd name="csX407" fmla="*/ 455152 w 571500"/>
                <a:gd name="csY407" fmla="*/ 341870 h 352425"/>
                <a:gd name="csX408" fmla="*/ 456229 w 571500"/>
                <a:gd name="csY408" fmla="*/ 341803 h 352425"/>
                <a:gd name="csX409" fmla="*/ 457372 w 571500"/>
                <a:gd name="csY409" fmla="*/ 341736 h 352425"/>
                <a:gd name="csX410" fmla="*/ 458515 w 571500"/>
                <a:gd name="csY410" fmla="*/ 341613 h 352425"/>
                <a:gd name="csX411" fmla="*/ 459591 w 571500"/>
                <a:gd name="csY411" fmla="*/ 341546 h 352425"/>
                <a:gd name="csX412" fmla="*/ 460724 w 571500"/>
                <a:gd name="csY412" fmla="*/ 341489 h 352425"/>
                <a:gd name="csX413" fmla="*/ 461867 w 571500"/>
                <a:gd name="csY413" fmla="*/ 341422 h 352425"/>
                <a:gd name="csX414" fmla="*/ 463001 w 571500"/>
                <a:gd name="csY414" fmla="*/ 341356 h 352425"/>
                <a:gd name="csX415" fmla="*/ 464077 w 571500"/>
                <a:gd name="csY415" fmla="*/ 341299 h 352425"/>
                <a:gd name="csX416" fmla="*/ 465220 w 571500"/>
                <a:gd name="csY416" fmla="*/ 341232 h 352425"/>
                <a:gd name="csX417" fmla="*/ 466354 w 571500"/>
                <a:gd name="csY417" fmla="*/ 341232 h 352425"/>
                <a:gd name="csX418" fmla="*/ 467430 w 571500"/>
                <a:gd name="csY418" fmla="*/ 341165 h 352425"/>
                <a:gd name="csX419" fmla="*/ 468573 w 571500"/>
                <a:gd name="csY419" fmla="*/ 341099 h 352425"/>
                <a:gd name="csX420" fmla="*/ 469716 w 571500"/>
                <a:gd name="csY420" fmla="*/ 341041 h 352425"/>
                <a:gd name="csX421" fmla="*/ 470792 w 571500"/>
                <a:gd name="csY421" fmla="*/ 340975 h 352425"/>
                <a:gd name="csX422" fmla="*/ 471925 w 571500"/>
                <a:gd name="csY422" fmla="*/ 340975 h 352425"/>
                <a:gd name="csX423" fmla="*/ 473069 w 571500"/>
                <a:gd name="csY423" fmla="*/ 340908 h 352425"/>
                <a:gd name="csX424" fmla="*/ 474145 w 571500"/>
                <a:gd name="csY424" fmla="*/ 340908 h 352425"/>
                <a:gd name="csX425" fmla="*/ 475279 w 571500"/>
                <a:gd name="csY425" fmla="*/ 340851 h 352425"/>
                <a:gd name="csX426" fmla="*/ 476422 w 571500"/>
                <a:gd name="csY426" fmla="*/ 340851 h 352425"/>
                <a:gd name="csX427" fmla="*/ 477498 w 571500"/>
                <a:gd name="csY427" fmla="*/ 340784 h 352425"/>
                <a:gd name="csX428" fmla="*/ 478641 w 571500"/>
                <a:gd name="csY428" fmla="*/ 340784 h 352425"/>
                <a:gd name="csX429" fmla="*/ 479774 w 571500"/>
                <a:gd name="csY429" fmla="*/ 340784 h 352425"/>
                <a:gd name="csX430" fmla="*/ 480851 w 571500"/>
                <a:gd name="csY430" fmla="*/ 340717 h 352425"/>
                <a:gd name="csX431" fmla="*/ 481993 w 571500"/>
                <a:gd name="csY431" fmla="*/ 340717 h 352425"/>
                <a:gd name="csX432" fmla="*/ 483127 w 571500"/>
                <a:gd name="csY432" fmla="*/ 340717 h 352425"/>
                <a:gd name="csX433" fmla="*/ 484203 w 571500"/>
                <a:gd name="csY433" fmla="*/ 340717 h 352425"/>
                <a:gd name="csX434" fmla="*/ 485346 w 571500"/>
                <a:gd name="csY434" fmla="*/ 340717 h 352425"/>
                <a:gd name="csX435" fmla="*/ 486480 w 571500"/>
                <a:gd name="csY435" fmla="*/ 340717 h 352425"/>
                <a:gd name="csX436" fmla="*/ 487556 w 571500"/>
                <a:gd name="csY436" fmla="*/ 340717 h 352425"/>
                <a:gd name="csX437" fmla="*/ 488699 w 571500"/>
                <a:gd name="csY437" fmla="*/ 340717 h 352425"/>
                <a:gd name="csX438" fmla="*/ 489842 w 571500"/>
                <a:gd name="csY438" fmla="*/ 340717 h 352425"/>
                <a:gd name="csX439" fmla="*/ 490918 w 571500"/>
                <a:gd name="csY439" fmla="*/ 340717 h 352425"/>
                <a:gd name="csX440" fmla="*/ 492052 w 571500"/>
                <a:gd name="csY440" fmla="*/ 340784 h 352425"/>
                <a:gd name="csX441" fmla="*/ 493195 w 571500"/>
                <a:gd name="csY441" fmla="*/ 340784 h 352425"/>
                <a:gd name="csX442" fmla="*/ 494271 w 571500"/>
                <a:gd name="csY442" fmla="*/ 340851 h 352425"/>
                <a:gd name="csX443" fmla="*/ 495405 w 571500"/>
                <a:gd name="csY443" fmla="*/ 340851 h 352425"/>
                <a:gd name="csX444" fmla="*/ 496548 w 571500"/>
                <a:gd name="csY444" fmla="*/ 340908 h 352425"/>
                <a:gd name="csX445" fmla="*/ 497624 w 571500"/>
                <a:gd name="csY445" fmla="*/ 340975 h 352425"/>
                <a:gd name="csX446" fmla="*/ 498758 w 571500"/>
                <a:gd name="csY446" fmla="*/ 341041 h 352425"/>
                <a:gd name="csX447" fmla="*/ 499901 w 571500"/>
                <a:gd name="csY447" fmla="*/ 341099 h 352425"/>
                <a:gd name="csX448" fmla="*/ 500977 w 571500"/>
                <a:gd name="csY448" fmla="*/ 341165 h 352425"/>
                <a:gd name="csX449" fmla="*/ 502120 w 571500"/>
                <a:gd name="csY449" fmla="*/ 341299 h 352425"/>
                <a:gd name="csX450" fmla="*/ 503253 w 571500"/>
                <a:gd name="csY450" fmla="*/ 341356 h 352425"/>
                <a:gd name="csX451" fmla="*/ 504330 w 571500"/>
                <a:gd name="csY451" fmla="*/ 341489 h 352425"/>
                <a:gd name="csX452" fmla="*/ 505473 w 571500"/>
                <a:gd name="csY452" fmla="*/ 341613 h 352425"/>
                <a:gd name="csX453" fmla="*/ 506606 w 571500"/>
                <a:gd name="csY453" fmla="*/ 341736 h 352425"/>
                <a:gd name="csX454" fmla="*/ 507683 w 571500"/>
                <a:gd name="csY454" fmla="*/ 341936 h 352425"/>
                <a:gd name="csX455" fmla="*/ 508826 w 571500"/>
                <a:gd name="csY455" fmla="*/ 342060 h 352425"/>
                <a:gd name="csX456" fmla="*/ 509968 w 571500"/>
                <a:gd name="csY456" fmla="*/ 342251 h 352425"/>
                <a:gd name="csX457" fmla="*/ 511045 w 571500"/>
                <a:gd name="csY457" fmla="*/ 342442 h 352425"/>
                <a:gd name="csX458" fmla="*/ 512178 w 571500"/>
                <a:gd name="csY458" fmla="*/ 342632 h 352425"/>
                <a:gd name="csX459" fmla="*/ 513321 w 571500"/>
                <a:gd name="csY459" fmla="*/ 342889 h 352425"/>
                <a:gd name="csX460" fmla="*/ 514398 w 571500"/>
                <a:gd name="csY460" fmla="*/ 343146 h 352425"/>
                <a:gd name="csX461" fmla="*/ 515531 w 571500"/>
                <a:gd name="csY461" fmla="*/ 343404 h 352425"/>
                <a:gd name="csX462" fmla="*/ 516674 w 571500"/>
                <a:gd name="csY462" fmla="*/ 343651 h 352425"/>
                <a:gd name="csX463" fmla="*/ 517751 w 571500"/>
                <a:gd name="csY463" fmla="*/ 343908 h 352425"/>
                <a:gd name="csX464" fmla="*/ 518884 w 571500"/>
                <a:gd name="csY464" fmla="*/ 344165 h 352425"/>
                <a:gd name="csX465" fmla="*/ 520027 w 571500"/>
                <a:gd name="csY465" fmla="*/ 344480 h 352425"/>
                <a:gd name="csX466" fmla="*/ 521103 w 571500"/>
                <a:gd name="csY466" fmla="*/ 344804 h 352425"/>
                <a:gd name="csX467" fmla="*/ 522246 w 571500"/>
                <a:gd name="csY467" fmla="*/ 345118 h 352425"/>
                <a:gd name="csX468" fmla="*/ 523380 w 571500"/>
                <a:gd name="csY468" fmla="*/ 345375 h 352425"/>
                <a:gd name="csX469" fmla="*/ 524456 w 571500"/>
                <a:gd name="csY469" fmla="*/ 345699 h 352425"/>
                <a:gd name="csX470" fmla="*/ 525599 w 571500"/>
                <a:gd name="csY470" fmla="*/ 346080 h 352425"/>
                <a:gd name="csX471" fmla="*/ 526733 w 571500"/>
                <a:gd name="csY471" fmla="*/ 346394 h 352425"/>
                <a:gd name="csX472" fmla="*/ 527809 w 571500"/>
                <a:gd name="csY472" fmla="*/ 346718 h 352425"/>
                <a:gd name="csX473" fmla="*/ 528952 w 571500"/>
                <a:gd name="csY473" fmla="*/ 347033 h 352425"/>
                <a:gd name="csX474" fmla="*/ 530085 w 571500"/>
                <a:gd name="csY474" fmla="*/ 347356 h 352425"/>
                <a:gd name="csX475" fmla="*/ 531162 w 571500"/>
                <a:gd name="csY475" fmla="*/ 347671 h 352425"/>
                <a:gd name="csX476" fmla="*/ 532305 w 571500"/>
                <a:gd name="csY476" fmla="*/ 347995 h 352425"/>
                <a:gd name="csX477" fmla="*/ 533448 w 571500"/>
                <a:gd name="csY477" fmla="*/ 348252 h 352425"/>
                <a:gd name="csX478" fmla="*/ 534524 w 571500"/>
                <a:gd name="csY478" fmla="*/ 348566 h 352425"/>
                <a:gd name="csX479" fmla="*/ 535658 w 571500"/>
                <a:gd name="csY479" fmla="*/ 348823 h 352425"/>
                <a:gd name="csX480" fmla="*/ 536801 w 571500"/>
                <a:gd name="csY480" fmla="*/ 349138 h 352425"/>
                <a:gd name="csX481" fmla="*/ 537934 w 571500"/>
                <a:gd name="csY481" fmla="*/ 349395 h 352425"/>
                <a:gd name="csX482" fmla="*/ 539010 w 571500"/>
                <a:gd name="csY482" fmla="*/ 349652 h 352425"/>
                <a:gd name="csX483" fmla="*/ 540153 w 571500"/>
                <a:gd name="csY483" fmla="*/ 349842 h 352425"/>
                <a:gd name="csX484" fmla="*/ 541296 w 571500"/>
                <a:gd name="csY484" fmla="*/ 350099 h 352425"/>
                <a:gd name="csX485" fmla="*/ 542363 w 571500"/>
                <a:gd name="csY485" fmla="*/ 350290 h 352425"/>
                <a:gd name="csX486" fmla="*/ 543506 w 571500"/>
                <a:gd name="csY486" fmla="*/ 350481 h 352425"/>
                <a:gd name="csX487" fmla="*/ 544649 w 571500"/>
                <a:gd name="csY487" fmla="*/ 350671 h 352425"/>
                <a:gd name="csX488" fmla="*/ 545726 w 571500"/>
                <a:gd name="csY488" fmla="*/ 350861 h 352425"/>
                <a:gd name="csX489" fmla="*/ 546859 w 571500"/>
                <a:gd name="csY489" fmla="*/ 350995 h 352425"/>
                <a:gd name="csX490" fmla="*/ 548002 w 571500"/>
                <a:gd name="csY490" fmla="*/ 351185 h 352425"/>
                <a:gd name="csX491" fmla="*/ 549078 w 571500"/>
                <a:gd name="csY491" fmla="*/ 351309 h 352425"/>
                <a:gd name="csX492" fmla="*/ 550212 w 571500"/>
                <a:gd name="csY492" fmla="*/ 351443 h 352425"/>
                <a:gd name="csX493" fmla="*/ 551355 w 571500"/>
                <a:gd name="csY493" fmla="*/ 351567 h 352425"/>
                <a:gd name="csX494" fmla="*/ 552431 w 571500"/>
                <a:gd name="csY494" fmla="*/ 351633 h 352425"/>
                <a:gd name="csX495" fmla="*/ 553574 w 571500"/>
                <a:gd name="csY495" fmla="*/ 351757 h 352425"/>
                <a:gd name="csX496" fmla="*/ 554708 w 571500"/>
                <a:gd name="csY496" fmla="*/ 351824 h 352425"/>
                <a:gd name="csX497" fmla="*/ 555784 w 571500"/>
                <a:gd name="csY497" fmla="*/ 351881 h 352425"/>
                <a:gd name="csX498" fmla="*/ 556927 w 571500"/>
                <a:gd name="csY498" fmla="*/ 351947 h 352425"/>
                <a:gd name="csX499" fmla="*/ 558060 w 571500"/>
                <a:gd name="csY499" fmla="*/ 352014 h 352425"/>
                <a:gd name="csX500" fmla="*/ 559136 w 571500"/>
                <a:gd name="csY500" fmla="*/ 352080 h 352425"/>
                <a:gd name="csX501" fmla="*/ 560279 w 571500"/>
                <a:gd name="csY501" fmla="*/ 352138 h 352425"/>
                <a:gd name="csX502" fmla="*/ 561422 w 571500"/>
                <a:gd name="csY502" fmla="*/ 352138 h 352425"/>
                <a:gd name="csX503" fmla="*/ 562499 w 571500"/>
                <a:gd name="csY503" fmla="*/ 352204 h 352425"/>
                <a:gd name="csX504" fmla="*/ 563633 w 571500"/>
                <a:gd name="csY504" fmla="*/ 352204 h 352425"/>
                <a:gd name="csX505" fmla="*/ 564776 w 571500"/>
                <a:gd name="csY505" fmla="*/ 352271 h 352425"/>
                <a:gd name="csX506" fmla="*/ 565852 w 571500"/>
                <a:gd name="csY506" fmla="*/ 352271 h 352425"/>
                <a:gd name="csX507" fmla="*/ 566985 w 571500"/>
                <a:gd name="csY507" fmla="*/ 352271 h 352425"/>
                <a:gd name="csX508" fmla="*/ 568128 w 571500"/>
                <a:gd name="csY508" fmla="*/ 352271 h 352425"/>
                <a:gd name="csX509" fmla="*/ 569204 w 571500"/>
                <a:gd name="csY509" fmla="*/ 352328 h 352425"/>
                <a:gd name="csX510" fmla="*/ 570338 w 571500"/>
                <a:gd name="csY510" fmla="*/ 352328 h 352425"/>
                <a:gd name="csX511" fmla="*/ 571481 w 571500"/>
                <a:gd name="csY511" fmla="*/ 352328 h 352425"/>
                <a:gd name="csX512" fmla="*/ 571481 w 571500"/>
                <a:gd name="csY512" fmla="*/ 352395 h 352425"/>
                <a:gd name="csX513" fmla="*/ 570338 w 571500"/>
                <a:gd name="csY513" fmla="*/ 352395 h 352425"/>
                <a:gd name="csX514" fmla="*/ 569204 w 571500"/>
                <a:gd name="csY514" fmla="*/ 352395 h 352425"/>
                <a:gd name="csX515" fmla="*/ 568128 w 571500"/>
                <a:gd name="csY515" fmla="*/ 352395 h 352425"/>
                <a:gd name="csX516" fmla="*/ 566985 w 571500"/>
                <a:gd name="csY516" fmla="*/ 352395 h 352425"/>
                <a:gd name="csX517" fmla="*/ 565852 w 571500"/>
                <a:gd name="csY517" fmla="*/ 352395 h 352425"/>
                <a:gd name="csX518" fmla="*/ 564776 w 571500"/>
                <a:gd name="csY518" fmla="*/ 352395 h 352425"/>
                <a:gd name="csX519" fmla="*/ 563633 w 571500"/>
                <a:gd name="csY519" fmla="*/ 352395 h 352425"/>
                <a:gd name="csX520" fmla="*/ 562499 w 571500"/>
                <a:gd name="csY520" fmla="*/ 352395 h 352425"/>
                <a:gd name="csX521" fmla="*/ 561422 w 571500"/>
                <a:gd name="csY521" fmla="*/ 352395 h 352425"/>
                <a:gd name="csX522" fmla="*/ 560279 w 571500"/>
                <a:gd name="csY522" fmla="*/ 352395 h 352425"/>
                <a:gd name="csX523" fmla="*/ 559136 w 571500"/>
                <a:gd name="csY523" fmla="*/ 352395 h 352425"/>
                <a:gd name="csX524" fmla="*/ 558060 w 571500"/>
                <a:gd name="csY524" fmla="*/ 352395 h 352425"/>
                <a:gd name="csX525" fmla="*/ 556927 w 571500"/>
                <a:gd name="csY525" fmla="*/ 352395 h 352425"/>
                <a:gd name="csX526" fmla="*/ 555784 w 571500"/>
                <a:gd name="csY526" fmla="*/ 352395 h 352425"/>
                <a:gd name="csX527" fmla="*/ 554708 w 571500"/>
                <a:gd name="csY527" fmla="*/ 352395 h 352425"/>
                <a:gd name="csX528" fmla="*/ 553574 w 571500"/>
                <a:gd name="csY528" fmla="*/ 352395 h 352425"/>
                <a:gd name="csX529" fmla="*/ 552431 w 571500"/>
                <a:gd name="csY529" fmla="*/ 352395 h 352425"/>
                <a:gd name="csX530" fmla="*/ 551355 w 571500"/>
                <a:gd name="csY530" fmla="*/ 352395 h 352425"/>
                <a:gd name="csX531" fmla="*/ 550212 w 571500"/>
                <a:gd name="csY531" fmla="*/ 352395 h 352425"/>
                <a:gd name="csX532" fmla="*/ 549078 w 571500"/>
                <a:gd name="csY532" fmla="*/ 352395 h 352425"/>
                <a:gd name="csX533" fmla="*/ 548002 w 571500"/>
                <a:gd name="csY533" fmla="*/ 352395 h 352425"/>
                <a:gd name="csX534" fmla="*/ 546859 w 571500"/>
                <a:gd name="csY534" fmla="*/ 352395 h 352425"/>
                <a:gd name="csX535" fmla="*/ 545726 w 571500"/>
                <a:gd name="csY535" fmla="*/ 352395 h 352425"/>
                <a:gd name="csX536" fmla="*/ 544649 w 571500"/>
                <a:gd name="csY536" fmla="*/ 352395 h 352425"/>
                <a:gd name="csX537" fmla="*/ 543506 w 571500"/>
                <a:gd name="csY537" fmla="*/ 352395 h 352425"/>
                <a:gd name="csX538" fmla="*/ 542363 w 571500"/>
                <a:gd name="csY538" fmla="*/ 352395 h 352425"/>
                <a:gd name="csX539" fmla="*/ 541296 w 571500"/>
                <a:gd name="csY539" fmla="*/ 352395 h 352425"/>
                <a:gd name="csX540" fmla="*/ 540153 w 571500"/>
                <a:gd name="csY540" fmla="*/ 352395 h 352425"/>
                <a:gd name="csX541" fmla="*/ 539010 w 571500"/>
                <a:gd name="csY541" fmla="*/ 352395 h 352425"/>
                <a:gd name="csX542" fmla="*/ 537934 w 571500"/>
                <a:gd name="csY542" fmla="*/ 352395 h 352425"/>
                <a:gd name="csX543" fmla="*/ 536801 w 571500"/>
                <a:gd name="csY543" fmla="*/ 352395 h 352425"/>
                <a:gd name="csX544" fmla="*/ 535658 w 571500"/>
                <a:gd name="csY544" fmla="*/ 352395 h 352425"/>
                <a:gd name="csX545" fmla="*/ 534524 w 571500"/>
                <a:gd name="csY545" fmla="*/ 352395 h 352425"/>
                <a:gd name="csX546" fmla="*/ 533448 w 571500"/>
                <a:gd name="csY546" fmla="*/ 352395 h 352425"/>
                <a:gd name="csX547" fmla="*/ 532305 w 571500"/>
                <a:gd name="csY547" fmla="*/ 352395 h 352425"/>
                <a:gd name="csX548" fmla="*/ 531162 w 571500"/>
                <a:gd name="csY548" fmla="*/ 352395 h 352425"/>
                <a:gd name="csX549" fmla="*/ 530085 w 571500"/>
                <a:gd name="csY549" fmla="*/ 352395 h 352425"/>
                <a:gd name="csX550" fmla="*/ 528952 w 571500"/>
                <a:gd name="csY550" fmla="*/ 352395 h 352425"/>
                <a:gd name="csX551" fmla="*/ 527809 w 571500"/>
                <a:gd name="csY551" fmla="*/ 352395 h 352425"/>
                <a:gd name="csX552" fmla="*/ 526733 w 571500"/>
                <a:gd name="csY552" fmla="*/ 352395 h 352425"/>
                <a:gd name="csX553" fmla="*/ 525599 w 571500"/>
                <a:gd name="csY553" fmla="*/ 352395 h 352425"/>
                <a:gd name="csX554" fmla="*/ 524456 w 571500"/>
                <a:gd name="csY554" fmla="*/ 352395 h 352425"/>
                <a:gd name="csX555" fmla="*/ 523380 w 571500"/>
                <a:gd name="csY555" fmla="*/ 352395 h 352425"/>
                <a:gd name="csX556" fmla="*/ 522246 w 571500"/>
                <a:gd name="csY556" fmla="*/ 352395 h 352425"/>
                <a:gd name="csX557" fmla="*/ 521103 w 571500"/>
                <a:gd name="csY557" fmla="*/ 352395 h 352425"/>
                <a:gd name="csX558" fmla="*/ 520027 w 571500"/>
                <a:gd name="csY558" fmla="*/ 352395 h 352425"/>
                <a:gd name="csX559" fmla="*/ 518884 w 571500"/>
                <a:gd name="csY559" fmla="*/ 352395 h 352425"/>
                <a:gd name="csX560" fmla="*/ 517751 w 571500"/>
                <a:gd name="csY560" fmla="*/ 352395 h 352425"/>
                <a:gd name="csX561" fmla="*/ 516674 w 571500"/>
                <a:gd name="csY561" fmla="*/ 352395 h 352425"/>
                <a:gd name="csX562" fmla="*/ 515531 w 571500"/>
                <a:gd name="csY562" fmla="*/ 352395 h 352425"/>
                <a:gd name="csX563" fmla="*/ 514398 w 571500"/>
                <a:gd name="csY563" fmla="*/ 352395 h 352425"/>
                <a:gd name="csX564" fmla="*/ 513321 w 571500"/>
                <a:gd name="csY564" fmla="*/ 352395 h 352425"/>
                <a:gd name="csX565" fmla="*/ 512178 w 571500"/>
                <a:gd name="csY565" fmla="*/ 352395 h 352425"/>
                <a:gd name="csX566" fmla="*/ 511045 w 571500"/>
                <a:gd name="csY566" fmla="*/ 352395 h 352425"/>
                <a:gd name="csX567" fmla="*/ 509968 w 571500"/>
                <a:gd name="csY567" fmla="*/ 352395 h 352425"/>
                <a:gd name="csX568" fmla="*/ 508826 w 571500"/>
                <a:gd name="csY568" fmla="*/ 352395 h 352425"/>
                <a:gd name="csX569" fmla="*/ 507683 w 571500"/>
                <a:gd name="csY569" fmla="*/ 352395 h 352425"/>
                <a:gd name="csX570" fmla="*/ 506606 w 571500"/>
                <a:gd name="csY570" fmla="*/ 352395 h 352425"/>
                <a:gd name="csX571" fmla="*/ 505473 w 571500"/>
                <a:gd name="csY571" fmla="*/ 352395 h 352425"/>
                <a:gd name="csX572" fmla="*/ 504330 w 571500"/>
                <a:gd name="csY572" fmla="*/ 352395 h 352425"/>
                <a:gd name="csX573" fmla="*/ 503253 w 571500"/>
                <a:gd name="csY573" fmla="*/ 352395 h 352425"/>
                <a:gd name="csX574" fmla="*/ 502120 w 571500"/>
                <a:gd name="csY574" fmla="*/ 352395 h 352425"/>
                <a:gd name="csX575" fmla="*/ 500977 w 571500"/>
                <a:gd name="csY575" fmla="*/ 352395 h 352425"/>
                <a:gd name="csX576" fmla="*/ 499901 w 571500"/>
                <a:gd name="csY576" fmla="*/ 352395 h 352425"/>
                <a:gd name="csX577" fmla="*/ 498758 w 571500"/>
                <a:gd name="csY577" fmla="*/ 352395 h 352425"/>
                <a:gd name="csX578" fmla="*/ 497624 w 571500"/>
                <a:gd name="csY578" fmla="*/ 352395 h 352425"/>
                <a:gd name="csX579" fmla="*/ 496548 w 571500"/>
                <a:gd name="csY579" fmla="*/ 352395 h 352425"/>
                <a:gd name="csX580" fmla="*/ 495405 w 571500"/>
                <a:gd name="csY580" fmla="*/ 352395 h 352425"/>
                <a:gd name="csX581" fmla="*/ 494271 w 571500"/>
                <a:gd name="csY581" fmla="*/ 352395 h 352425"/>
                <a:gd name="csX582" fmla="*/ 493195 w 571500"/>
                <a:gd name="csY582" fmla="*/ 352395 h 352425"/>
                <a:gd name="csX583" fmla="*/ 492052 w 571500"/>
                <a:gd name="csY583" fmla="*/ 352395 h 352425"/>
                <a:gd name="csX584" fmla="*/ 490918 w 571500"/>
                <a:gd name="csY584" fmla="*/ 352395 h 352425"/>
                <a:gd name="csX585" fmla="*/ 489842 w 571500"/>
                <a:gd name="csY585" fmla="*/ 352395 h 352425"/>
                <a:gd name="csX586" fmla="*/ 488699 w 571500"/>
                <a:gd name="csY586" fmla="*/ 352395 h 352425"/>
                <a:gd name="csX587" fmla="*/ 487556 w 571500"/>
                <a:gd name="csY587" fmla="*/ 352395 h 352425"/>
                <a:gd name="csX588" fmla="*/ 486480 w 571500"/>
                <a:gd name="csY588" fmla="*/ 352395 h 352425"/>
                <a:gd name="csX589" fmla="*/ 485346 w 571500"/>
                <a:gd name="csY589" fmla="*/ 352395 h 352425"/>
                <a:gd name="csX590" fmla="*/ 484203 w 571500"/>
                <a:gd name="csY590" fmla="*/ 352395 h 352425"/>
                <a:gd name="csX591" fmla="*/ 483127 w 571500"/>
                <a:gd name="csY591" fmla="*/ 352395 h 352425"/>
                <a:gd name="csX592" fmla="*/ 481993 w 571500"/>
                <a:gd name="csY592" fmla="*/ 352395 h 352425"/>
                <a:gd name="csX593" fmla="*/ 480851 w 571500"/>
                <a:gd name="csY593" fmla="*/ 352395 h 352425"/>
                <a:gd name="csX594" fmla="*/ 479774 w 571500"/>
                <a:gd name="csY594" fmla="*/ 352395 h 352425"/>
                <a:gd name="csX595" fmla="*/ 478641 w 571500"/>
                <a:gd name="csY595" fmla="*/ 352395 h 352425"/>
                <a:gd name="csX596" fmla="*/ 477498 w 571500"/>
                <a:gd name="csY596" fmla="*/ 352395 h 352425"/>
                <a:gd name="csX597" fmla="*/ 476422 w 571500"/>
                <a:gd name="csY597" fmla="*/ 352395 h 352425"/>
                <a:gd name="csX598" fmla="*/ 475279 w 571500"/>
                <a:gd name="csY598" fmla="*/ 352395 h 352425"/>
                <a:gd name="csX599" fmla="*/ 474145 w 571500"/>
                <a:gd name="csY599" fmla="*/ 352395 h 352425"/>
                <a:gd name="csX600" fmla="*/ 473069 w 571500"/>
                <a:gd name="csY600" fmla="*/ 352395 h 352425"/>
                <a:gd name="csX601" fmla="*/ 471925 w 571500"/>
                <a:gd name="csY601" fmla="*/ 352395 h 352425"/>
                <a:gd name="csX602" fmla="*/ 470792 w 571500"/>
                <a:gd name="csY602" fmla="*/ 352395 h 352425"/>
                <a:gd name="csX603" fmla="*/ 469716 w 571500"/>
                <a:gd name="csY603" fmla="*/ 352395 h 352425"/>
                <a:gd name="csX604" fmla="*/ 468573 w 571500"/>
                <a:gd name="csY604" fmla="*/ 352395 h 352425"/>
                <a:gd name="csX605" fmla="*/ 467430 w 571500"/>
                <a:gd name="csY605" fmla="*/ 352395 h 352425"/>
                <a:gd name="csX606" fmla="*/ 466354 w 571500"/>
                <a:gd name="csY606" fmla="*/ 352395 h 352425"/>
                <a:gd name="csX607" fmla="*/ 465220 w 571500"/>
                <a:gd name="csY607" fmla="*/ 352395 h 352425"/>
                <a:gd name="csX608" fmla="*/ 464077 w 571500"/>
                <a:gd name="csY608" fmla="*/ 352395 h 352425"/>
                <a:gd name="csX609" fmla="*/ 463001 w 571500"/>
                <a:gd name="csY609" fmla="*/ 352395 h 352425"/>
                <a:gd name="csX610" fmla="*/ 461867 w 571500"/>
                <a:gd name="csY610" fmla="*/ 352395 h 352425"/>
                <a:gd name="csX611" fmla="*/ 460724 w 571500"/>
                <a:gd name="csY611" fmla="*/ 352395 h 352425"/>
                <a:gd name="csX612" fmla="*/ 459591 w 571500"/>
                <a:gd name="csY612" fmla="*/ 352395 h 352425"/>
                <a:gd name="csX613" fmla="*/ 458515 w 571500"/>
                <a:gd name="csY613" fmla="*/ 352395 h 352425"/>
                <a:gd name="csX614" fmla="*/ 457372 w 571500"/>
                <a:gd name="csY614" fmla="*/ 352395 h 352425"/>
                <a:gd name="csX615" fmla="*/ 456229 w 571500"/>
                <a:gd name="csY615" fmla="*/ 352395 h 352425"/>
                <a:gd name="csX616" fmla="*/ 455152 w 571500"/>
                <a:gd name="csY616" fmla="*/ 352395 h 352425"/>
                <a:gd name="csX617" fmla="*/ 454019 w 571500"/>
                <a:gd name="csY617" fmla="*/ 352395 h 352425"/>
                <a:gd name="csX618" fmla="*/ 452875 w 571500"/>
                <a:gd name="csY618" fmla="*/ 352395 h 352425"/>
                <a:gd name="csX619" fmla="*/ 451799 w 571500"/>
                <a:gd name="csY619" fmla="*/ 352395 h 352425"/>
                <a:gd name="csX620" fmla="*/ 450666 w 571500"/>
                <a:gd name="csY620" fmla="*/ 352395 h 352425"/>
                <a:gd name="csX621" fmla="*/ 449523 w 571500"/>
                <a:gd name="csY621" fmla="*/ 352395 h 352425"/>
                <a:gd name="csX622" fmla="*/ 448447 w 571500"/>
                <a:gd name="csY622" fmla="*/ 352395 h 352425"/>
                <a:gd name="csX623" fmla="*/ 447313 w 571500"/>
                <a:gd name="csY623" fmla="*/ 352395 h 352425"/>
                <a:gd name="csX624" fmla="*/ 446170 w 571500"/>
                <a:gd name="csY624" fmla="*/ 352395 h 352425"/>
                <a:gd name="csX625" fmla="*/ 445094 w 571500"/>
                <a:gd name="csY625" fmla="*/ 352395 h 352425"/>
                <a:gd name="csX626" fmla="*/ 443951 w 571500"/>
                <a:gd name="csY626" fmla="*/ 352395 h 352425"/>
                <a:gd name="csX627" fmla="*/ 442817 w 571500"/>
                <a:gd name="csY627" fmla="*/ 352395 h 352425"/>
                <a:gd name="csX628" fmla="*/ 441741 w 571500"/>
                <a:gd name="csY628" fmla="*/ 352395 h 352425"/>
                <a:gd name="csX629" fmla="*/ 440598 w 571500"/>
                <a:gd name="csY629" fmla="*/ 352395 h 352425"/>
                <a:gd name="csX630" fmla="*/ 439465 w 571500"/>
                <a:gd name="csY630" fmla="*/ 352395 h 352425"/>
                <a:gd name="csX631" fmla="*/ 438388 w 571500"/>
                <a:gd name="csY631" fmla="*/ 352395 h 352425"/>
                <a:gd name="csX632" fmla="*/ 437245 w 571500"/>
                <a:gd name="csY632" fmla="*/ 352395 h 352425"/>
                <a:gd name="csX633" fmla="*/ 436102 w 571500"/>
                <a:gd name="csY633" fmla="*/ 352395 h 352425"/>
                <a:gd name="csX634" fmla="*/ 435026 w 571500"/>
                <a:gd name="csY634" fmla="*/ 352395 h 352425"/>
                <a:gd name="csX635" fmla="*/ 433892 w 571500"/>
                <a:gd name="csY635" fmla="*/ 352395 h 352425"/>
                <a:gd name="csX636" fmla="*/ 432749 w 571500"/>
                <a:gd name="csY636" fmla="*/ 352395 h 352425"/>
                <a:gd name="csX637" fmla="*/ 431673 w 571500"/>
                <a:gd name="csY637" fmla="*/ 352395 h 352425"/>
                <a:gd name="csX638" fmla="*/ 430540 w 571500"/>
                <a:gd name="csY638" fmla="*/ 352395 h 352425"/>
                <a:gd name="csX639" fmla="*/ 429397 w 571500"/>
                <a:gd name="csY639" fmla="*/ 352395 h 352425"/>
                <a:gd name="csX640" fmla="*/ 428320 w 571500"/>
                <a:gd name="csY640" fmla="*/ 352395 h 352425"/>
                <a:gd name="csX641" fmla="*/ 427187 w 571500"/>
                <a:gd name="csY641" fmla="*/ 352395 h 352425"/>
                <a:gd name="csX642" fmla="*/ 426044 w 571500"/>
                <a:gd name="csY642" fmla="*/ 352395 h 352425"/>
                <a:gd name="csX643" fmla="*/ 424967 w 571500"/>
                <a:gd name="csY643" fmla="*/ 352395 h 352425"/>
                <a:gd name="csX644" fmla="*/ 423824 w 571500"/>
                <a:gd name="csY644" fmla="*/ 352395 h 352425"/>
                <a:gd name="csX645" fmla="*/ 422691 w 571500"/>
                <a:gd name="csY645" fmla="*/ 352395 h 352425"/>
                <a:gd name="csX646" fmla="*/ 421615 w 571500"/>
                <a:gd name="csY646" fmla="*/ 352395 h 352425"/>
                <a:gd name="csX647" fmla="*/ 420472 w 571500"/>
                <a:gd name="csY647" fmla="*/ 352395 h 352425"/>
                <a:gd name="csX648" fmla="*/ 419338 w 571500"/>
                <a:gd name="csY648" fmla="*/ 352395 h 352425"/>
                <a:gd name="csX649" fmla="*/ 418262 w 571500"/>
                <a:gd name="csY649" fmla="*/ 352395 h 352425"/>
                <a:gd name="csX650" fmla="*/ 417119 w 571500"/>
                <a:gd name="csY650" fmla="*/ 352395 h 352425"/>
                <a:gd name="csX651" fmla="*/ 415976 w 571500"/>
                <a:gd name="csY651" fmla="*/ 352395 h 352425"/>
                <a:gd name="csX652" fmla="*/ 414899 w 571500"/>
                <a:gd name="csY652" fmla="*/ 352395 h 352425"/>
                <a:gd name="csX653" fmla="*/ 413766 w 571500"/>
                <a:gd name="csY653" fmla="*/ 352395 h 352425"/>
                <a:gd name="csX654" fmla="*/ 412623 w 571500"/>
                <a:gd name="csY654" fmla="*/ 352395 h 352425"/>
                <a:gd name="csX655" fmla="*/ 411547 w 571500"/>
                <a:gd name="csY655" fmla="*/ 352395 h 352425"/>
                <a:gd name="csX656" fmla="*/ 410414 w 571500"/>
                <a:gd name="csY656" fmla="*/ 352395 h 352425"/>
                <a:gd name="csX657" fmla="*/ 409270 w 571500"/>
                <a:gd name="csY657" fmla="*/ 352395 h 352425"/>
                <a:gd name="csX658" fmla="*/ 408194 w 571500"/>
                <a:gd name="csY658" fmla="*/ 352395 h 352425"/>
                <a:gd name="csX659" fmla="*/ 407060 w 571500"/>
                <a:gd name="csY659" fmla="*/ 352395 h 352425"/>
                <a:gd name="csX660" fmla="*/ 405917 w 571500"/>
                <a:gd name="csY660" fmla="*/ 352395 h 352425"/>
                <a:gd name="csX661" fmla="*/ 404841 w 571500"/>
                <a:gd name="csY661" fmla="*/ 352395 h 352425"/>
                <a:gd name="csX662" fmla="*/ 403698 w 571500"/>
                <a:gd name="csY662" fmla="*/ 352395 h 352425"/>
                <a:gd name="csX663" fmla="*/ 402565 w 571500"/>
                <a:gd name="csY663" fmla="*/ 352395 h 352425"/>
                <a:gd name="csX664" fmla="*/ 401488 w 571500"/>
                <a:gd name="csY664" fmla="*/ 352395 h 352425"/>
                <a:gd name="csX665" fmla="*/ 400346 w 571500"/>
                <a:gd name="csY665" fmla="*/ 352395 h 352425"/>
                <a:gd name="csX666" fmla="*/ 399212 w 571500"/>
                <a:gd name="csY666" fmla="*/ 352395 h 352425"/>
                <a:gd name="csX667" fmla="*/ 398136 w 571500"/>
                <a:gd name="csY667" fmla="*/ 352395 h 352425"/>
                <a:gd name="csX668" fmla="*/ 396993 w 571500"/>
                <a:gd name="csY668" fmla="*/ 352395 h 352425"/>
                <a:gd name="csX669" fmla="*/ 395849 w 571500"/>
                <a:gd name="csY669" fmla="*/ 352395 h 352425"/>
                <a:gd name="csX670" fmla="*/ 394773 w 571500"/>
                <a:gd name="csY670" fmla="*/ 352395 h 352425"/>
                <a:gd name="csX671" fmla="*/ 393640 w 571500"/>
                <a:gd name="csY671" fmla="*/ 352395 h 352425"/>
                <a:gd name="csX672" fmla="*/ 392497 w 571500"/>
                <a:gd name="csY672" fmla="*/ 352395 h 352425"/>
                <a:gd name="csX673" fmla="*/ 391420 w 571500"/>
                <a:gd name="csY673" fmla="*/ 352395 h 352425"/>
                <a:gd name="csX674" fmla="*/ 390287 w 571500"/>
                <a:gd name="csY674" fmla="*/ 352395 h 352425"/>
                <a:gd name="csX675" fmla="*/ 389144 w 571500"/>
                <a:gd name="csY675" fmla="*/ 352395 h 352425"/>
                <a:gd name="csX676" fmla="*/ 388068 w 571500"/>
                <a:gd name="csY676" fmla="*/ 352395 h 352425"/>
                <a:gd name="csX677" fmla="*/ 386934 w 571500"/>
                <a:gd name="csY677" fmla="*/ 352395 h 352425"/>
                <a:gd name="csX678" fmla="*/ 385791 w 571500"/>
                <a:gd name="csY678" fmla="*/ 352395 h 352425"/>
                <a:gd name="csX679" fmla="*/ 384715 w 571500"/>
                <a:gd name="csY679" fmla="*/ 352395 h 352425"/>
                <a:gd name="csX680" fmla="*/ 383572 w 571500"/>
                <a:gd name="csY680" fmla="*/ 352395 h 352425"/>
                <a:gd name="csX681" fmla="*/ 382438 w 571500"/>
                <a:gd name="csY681" fmla="*/ 352395 h 352425"/>
                <a:gd name="csX682" fmla="*/ 381296 w 571500"/>
                <a:gd name="csY682" fmla="*/ 352395 h 352425"/>
                <a:gd name="csX683" fmla="*/ 380219 w 571500"/>
                <a:gd name="csY683" fmla="*/ 352395 h 352425"/>
                <a:gd name="csX684" fmla="*/ 379086 w 571500"/>
                <a:gd name="csY684" fmla="*/ 352395 h 352425"/>
                <a:gd name="csX685" fmla="*/ 377943 w 571500"/>
                <a:gd name="csY685" fmla="*/ 352395 h 352425"/>
                <a:gd name="csX686" fmla="*/ 376866 w 571500"/>
                <a:gd name="csY686" fmla="*/ 352395 h 352425"/>
                <a:gd name="csX687" fmla="*/ 375723 w 571500"/>
                <a:gd name="csY687" fmla="*/ 352395 h 352425"/>
                <a:gd name="csX688" fmla="*/ 374590 w 571500"/>
                <a:gd name="csY688" fmla="*/ 352395 h 352425"/>
                <a:gd name="csX689" fmla="*/ 373513 w 571500"/>
                <a:gd name="csY689" fmla="*/ 352395 h 352425"/>
                <a:gd name="csX690" fmla="*/ 372370 w 571500"/>
                <a:gd name="csY690" fmla="*/ 352395 h 352425"/>
                <a:gd name="csX691" fmla="*/ 371237 w 571500"/>
                <a:gd name="csY691" fmla="*/ 352395 h 352425"/>
                <a:gd name="csX692" fmla="*/ 370161 w 571500"/>
                <a:gd name="csY692" fmla="*/ 352395 h 352425"/>
                <a:gd name="csX693" fmla="*/ 369018 w 571500"/>
                <a:gd name="csY693" fmla="*/ 352395 h 352425"/>
                <a:gd name="csX694" fmla="*/ 367884 w 571500"/>
                <a:gd name="csY694" fmla="*/ 352395 h 352425"/>
                <a:gd name="csX695" fmla="*/ 366808 w 571500"/>
                <a:gd name="csY695" fmla="*/ 352395 h 352425"/>
                <a:gd name="csX696" fmla="*/ 365665 w 571500"/>
                <a:gd name="csY696" fmla="*/ 352395 h 352425"/>
                <a:gd name="csX697" fmla="*/ 364522 w 571500"/>
                <a:gd name="csY697" fmla="*/ 352395 h 352425"/>
                <a:gd name="csX698" fmla="*/ 363445 w 571500"/>
                <a:gd name="csY698" fmla="*/ 352395 h 352425"/>
                <a:gd name="csX699" fmla="*/ 362312 w 571500"/>
                <a:gd name="csY699" fmla="*/ 352395 h 352425"/>
                <a:gd name="csX700" fmla="*/ 361169 w 571500"/>
                <a:gd name="csY700" fmla="*/ 352395 h 352425"/>
                <a:gd name="csX701" fmla="*/ 360093 w 571500"/>
                <a:gd name="csY701" fmla="*/ 352395 h 352425"/>
                <a:gd name="csX702" fmla="*/ 358959 w 571500"/>
                <a:gd name="csY702" fmla="*/ 352395 h 352425"/>
                <a:gd name="csX703" fmla="*/ 357816 w 571500"/>
                <a:gd name="csY703" fmla="*/ 352395 h 352425"/>
                <a:gd name="csX704" fmla="*/ 356740 w 571500"/>
                <a:gd name="csY704" fmla="*/ 352395 h 352425"/>
                <a:gd name="csX705" fmla="*/ 355606 w 571500"/>
                <a:gd name="csY705" fmla="*/ 352395 h 352425"/>
                <a:gd name="csX706" fmla="*/ 354463 w 571500"/>
                <a:gd name="csY706" fmla="*/ 352395 h 352425"/>
                <a:gd name="csX707" fmla="*/ 353387 w 571500"/>
                <a:gd name="csY707" fmla="*/ 352395 h 352425"/>
                <a:gd name="csX708" fmla="*/ 352244 w 571500"/>
                <a:gd name="csY708" fmla="*/ 352395 h 352425"/>
                <a:gd name="csX709" fmla="*/ 351111 w 571500"/>
                <a:gd name="csY709" fmla="*/ 352395 h 352425"/>
                <a:gd name="csX710" fmla="*/ 350034 w 571500"/>
                <a:gd name="csY710" fmla="*/ 352395 h 352425"/>
                <a:gd name="csX711" fmla="*/ 348891 w 571500"/>
                <a:gd name="csY711" fmla="*/ 352395 h 352425"/>
                <a:gd name="csX712" fmla="*/ 347758 w 571500"/>
                <a:gd name="csY712" fmla="*/ 352395 h 352425"/>
                <a:gd name="csX713" fmla="*/ 346681 w 571500"/>
                <a:gd name="csY713" fmla="*/ 352395 h 352425"/>
                <a:gd name="csX714" fmla="*/ 345538 w 571500"/>
                <a:gd name="csY714" fmla="*/ 352395 h 352425"/>
                <a:gd name="csX715" fmla="*/ 344395 w 571500"/>
                <a:gd name="csY715" fmla="*/ 352395 h 352425"/>
                <a:gd name="csX716" fmla="*/ 343329 w 571500"/>
                <a:gd name="csY716" fmla="*/ 352395 h 352425"/>
                <a:gd name="csX717" fmla="*/ 342186 w 571500"/>
                <a:gd name="csY717" fmla="*/ 352395 h 352425"/>
                <a:gd name="csX718" fmla="*/ 341043 w 571500"/>
                <a:gd name="csY718" fmla="*/ 352395 h 352425"/>
                <a:gd name="csX719" fmla="*/ 339966 w 571500"/>
                <a:gd name="csY719" fmla="*/ 352395 h 352425"/>
                <a:gd name="csX720" fmla="*/ 338833 w 571500"/>
                <a:gd name="csY720" fmla="*/ 352395 h 352425"/>
                <a:gd name="csX721" fmla="*/ 337690 w 571500"/>
                <a:gd name="csY721" fmla="*/ 352395 h 352425"/>
                <a:gd name="csX722" fmla="*/ 336613 w 571500"/>
                <a:gd name="csY722" fmla="*/ 352395 h 352425"/>
                <a:gd name="csX723" fmla="*/ 335480 w 571500"/>
                <a:gd name="csY723" fmla="*/ 352395 h 352425"/>
                <a:gd name="csX724" fmla="*/ 334337 w 571500"/>
                <a:gd name="csY724" fmla="*/ 352395 h 352425"/>
                <a:gd name="csX725" fmla="*/ 333261 w 571500"/>
                <a:gd name="csY725" fmla="*/ 352395 h 352425"/>
                <a:gd name="csX726" fmla="*/ 332118 w 571500"/>
                <a:gd name="csY726" fmla="*/ 352395 h 352425"/>
                <a:gd name="csX727" fmla="*/ 330984 w 571500"/>
                <a:gd name="csY727" fmla="*/ 352395 h 352425"/>
                <a:gd name="csX728" fmla="*/ 329908 w 571500"/>
                <a:gd name="csY728" fmla="*/ 352395 h 352425"/>
                <a:gd name="csX729" fmla="*/ 328765 w 571500"/>
                <a:gd name="csY729" fmla="*/ 352395 h 352425"/>
                <a:gd name="csX730" fmla="*/ 327631 w 571500"/>
                <a:gd name="csY730" fmla="*/ 352395 h 352425"/>
                <a:gd name="csX731" fmla="*/ 326555 w 571500"/>
                <a:gd name="csY731" fmla="*/ 352395 h 352425"/>
                <a:gd name="csX732" fmla="*/ 325412 w 571500"/>
                <a:gd name="csY732" fmla="*/ 352395 h 352425"/>
                <a:gd name="csX733" fmla="*/ 324279 w 571500"/>
                <a:gd name="csY733" fmla="*/ 352395 h 352425"/>
                <a:gd name="csX734" fmla="*/ 323203 w 571500"/>
                <a:gd name="csY734" fmla="*/ 352395 h 352425"/>
                <a:gd name="csX735" fmla="*/ 322060 w 571500"/>
                <a:gd name="csY735" fmla="*/ 352395 h 352425"/>
                <a:gd name="csX736" fmla="*/ 320916 w 571500"/>
                <a:gd name="csY736" fmla="*/ 352395 h 352425"/>
                <a:gd name="csX737" fmla="*/ 319840 w 571500"/>
                <a:gd name="csY737" fmla="*/ 352395 h 352425"/>
                <a:gd name="csX738" fmla="*/ 318706 w 571500"/>
                <a:gd name="csY738" fmla="*/ 352395 h 352425"/>
                <a:gd name="csX739" fmla="*/ 317563 w 571500"/>
                <a:gd name="csY739" fmla="*/ 352395 h 352425"/>
                <a:gd name="csX740" fmla="*/ 316487 w 571500"/>
                <a:gd name="csY740" fmla="*/ 352395 h 352425"/>
                <a:gd name="csX741" fmla="*/ 315354 w 571500"/>
                <a:gd name="csY741" fmla="*/ 352395 h 352425"/>
                <a:gd name="csX742" fmla="*/ 314211 w 571500"/>
                <a:gd name="csY742" fmla="*/ 352395 h 352425"/>
                <a:gd name="csX743" fmla="*/ 313135 w 571500"/>
                <a:gd name="csY743" fmla="*/ 352395 h 352425"/>
                <a:gd name="csX744" fmla="*/ 312001 w 571500"/>
                <a:gd name="csY744" fmla="*/ 352395 h 352425"/>
                <a:gd name="csX745" fmla="*/ 310858 w 571500"/>
                <a:gd name="csY745" fmla="*/ 352395 h 352425"/>
                <a:gd name="csX746" fmla="*/ 309782 w 571500"/>
                <a:gd name="csY746" fmla="*/ 352395 h 352425"/>
                <a:gd name="csX747" fmla="*/ 308639 w 571500"/>
                <a:gd name="csY747" fmla="*/ 352395 h 352425"/>
                <a:gd name="csX748" fmla="*/ 307505 w 571500"/>
                <a:gd name="csY748" fmla="*/ 352395 h 352425"/>
                <a:gd name="csX749" fmla="*/ 306362 w 571500"/>
                <a:gd name="csY749" fmla="*/ 352395 h 352425"/>
                <a:gd name="csX750" fmla="*/ 305286 w 571500"/>
                <a:gd name="csY750" fmla="*/ 352395 h 352425"/>
                <a:gd name="csX751" fmla="*/ 304153 w 571500"/>
                <a:gd name="csY751" fmla="*/ 352395 h 352425"/>
                <a:gd name="csX752" fmla="*/ 303010 w 571500"/>
                <a:gd name="csY752" fmla="*/ 352395 h 352425"/>
                <a:gd name="csX753" fmla="*/ 301933 w 571500"/>
                <a:gd name="csY753" fmla="*/ 352395 h 352425"/>
                <a:gd name="csX754" fmla="*/ 300790 w 571500"/>
                <a:gd name="csY754" fmla="*/ 352395 h 352425"/>
                <a:gd name="csX755" fmla="*/ 299656 w 571500"/>
                <a:gd name="csY755" fmla="*/ 352395 h 352425"/>
                <a:gd name="csX756" fmla="*/ 298580 w 571500"/>
                <a:gd name="csY756" fmla="*/ 352395 h 352425"/>
                <a:gd name="csX757" fmla="*/ 297437 w 571500"/>
                <a:gd name="csY757" fmla="*/ 352395 h 352425"/>
                <a:gd name="csX758" fmla="*/ 296304 w 571500"/>
                <a:gd name="csY758" fmla="*/ 352395 h 352425"/>
                <a:gd name="csX759" fmla="*/ 295228 w 571500"/>
                <a:gd name="csY759" fmla="*/ 352395 h 352425"/>
                <a:gd name="csX760" fmla="*/ 294085 w 571500"/>
                <a:gd name="csY760" fmla="*/ 352395 h 352425"/>
                <a:gd name="csX761" fmla="*/ 292951 w 571500"/>
                <a:gd name="csY761" fmla="*/ 352395 h 352425"/>
                <a:gd name="csX762" fmla="*/ 291875 w 571500"/>
                <a:gd name="csY762" fmla="*/ 352395 h 352425"/>
                <a:gd name="csX763" fmla="*/ 290732 w 571500"/>
                <a:gd name="csY763" fmla="*/ 352395 h 352425"/>
                <a:gd name="csX764" fmla="*/ 289589 w 571500"/>
                <a:gd name="csY764" fmla="*/ 352395 h 352425"/>
                <a:gd name="csX765" fmla="*/ 288512 w 571500"/>
                <a:gd name="csY765" fmla="*/ 352395 h 352425"/>
                <a:gd name="csX766" fmla="*/ 287379 w 571500"/>
                <a:gd name="csY766" fmla="*/ 352395 h 352425"/>
                <a:gd name="csX767" fmla="*/ 286236 w 571500"/>
                <a:gd name="csY767" fmla="*/ 352395 h 352425"/>
                <a:gd name="csX768" fmla="*/ 285160 w 571500"/>
                <a:gd name="csY768" fmla="*/ 352395 h 352425"/>
                <a:gd name="csX769" fmla="*/ 284026 w 571500"/>
                <a:gd name="csY769" fmla="*/ 352395 h 352425"/>
                <a:gd name="csX770" fmla="*/ 282883 w 571500"/>
                <a:gd name="csY770" fmla="*/ 352395 h 352425"/>
                <a:gd name="csX771" fmla="*/ 281807 w 571500"/>
                <a:gd name="csY771" fmla="*/ 352395 h 352425"/>
                <a:gd name="csX772" fmla="*/ 280673 w 571500"/>
                <a:gd name="csY772" fmla="*/ 352395 h 352425"/>
                <a:gd name="csX773" fmla="*/ 279530 w 571500"/>
                <a:gd name="csY773" fmla="*/ 352395 h 352425"/>
                <a:gd name="csX774" fmla="*/ 278454 w 571500"/>
                <a:gd name="csY774" fmla="*/ 352395 h 352425"/>
                <a:gd name="csX775" fmla="*/ 277311 w 571500"/>
                <a:gd name="csY775" fmla="*/ 352395 h 352425"/>
                <a:gd name="csX776" fmla="*/ 276178 w 571500"/>
                <a:gd name="csY776" fmla="*/ 352395 h 352425"/>
                <a:gd name="csX777" fmla="*/ 275101 w 571500"/>
                <a:gd name="csY777" fmla="*/ 352395 h 352425"/>
                <a:gd name="csX778" fmla="*/ 273958 w 571500"/>
                <a:gd name="csY778" fmla="*/ 352395 h 352425"/>
                <a:gd name="csX779" fmla="*/ 272825 w 571500"/>
                <a:gd name="csY779" fmla="*/ 352395 h 352425"/>
                <a:gd name="csX780" fmla="*/ 271748 w 571500"/>
                <a:gd name="csY780" fmla="*/ 352395 h 352425"/>
                <a:gd name="csX781" fmla="*/ 270605 w 571500"/>
                <a:gd name="csY781" fmla="*/ 352395 h 352425"/>
                <a:gd name="csX782" fmla="*/ 269462 w 571500"/>
                <a:gd name="csY782" fmla="*/ 352395 h 352425"/>
                <a:gd name="csX783" fmla="*/ 268386 w 571500"/>
                <a:gd name="csY783" fmla="*/ 352395 h 352425"/>
                <a:gd name="csX784" fmla="*/ 267252 w 571500"/>
                <a:gd name="csY784" fmla="*/ 352395 h 352425"/>
                <a:gd name="csX785" fmla="*/ 266110 w 571500"/>
                <a:gd name="csY785" fmla="*/ 352395 h 352425"/>
                <a:gd name="csX786" fmla="*/ 265033 w 571500"/>
                <a:gd name="csY786" fmla="*/ 352395 h 352425"/>
                <a:gd name="csX787" fmla="*/ 263900 w 571500"/>
                <a:gd name="csY787" fmla="*/ 352395 h 352425"/>
                <a:gd name="csX788" fmla="*/ 262757 w 571500"/>
                <a:gd name="csY788" fmla="*/ 352395 h 352425"/>
                <a:gd name="csX789" fmla="*/ 261680 w 571500"/>
                <a:gd name="csY789" fmla="*/ 352395 h 352425"/>
                <a:gd name="csX790" fmla="*/ 260537 w 571500"/>
                <a:gd name="csY790" fmla="*/ 352395 h 352425"/>
                <a:gd name="csX791" fmla="*/ 259404 w 571500"/>
                <a:gd name="csY791" fmla="*/ 352395 h 352425"/>
                <a:gd name="csX792" fmla="*/ 258327 w 571500"/>
                <a:gd name="csY792" fmla="*/ 352395 h 352425"/>
                <a:gd name="csX793" fmla="*/ 257184 w 571500"/>
                <a:gd name="csY793" fmla="*/ 352395 h 352425"/>
                <a:gd name="csX794" fmla="*/ 256051 w 571500"/>
                <a:gd name="csY794" fmla="*/ 352395 h 352425"/>
                <a:gd name="csX795" fmla="*/ 254975 w 571500"/>
                <a:gd name="csY795" fmla="*/ 352395 h 352425"/>
                <a:gd name="csX796" fmla="*/ 253832 w 571500"/>
                <a:gd name="csY796" fmla="*/ 352395 h 352425"/>
                <a:gd name="csX797" fmla="*/ 252698 w 571500"/>
                <a:gd name="csY797" fmla="*/ 352395 h 352425"/>
                <a:gd name="csX798" fmla="*/ 251622 w 571500"/>
                <a:gd name="csY798" fmla="*/ 352395 h 352425"/>
                <a:gd name="csX799" fmla="*/ 250479 w 571500"/>
                <a:gd name="csY799" fmla="*/ 352395 h 352425"/>
                <a:gd name="csX800" fmla="*/ 249336 w 571500"/>
                <a:gd name="csY800" fmla="*/ 352395 h 352425"/>
                <a:gd name="csX801" fmla="*/ 248259 w 571500"/>
                <a:gd name="csY801" fmla="*/ 352395 h 352425"/>
                <a:gd name="csX802" fmla="*/ 247126 w 571500"/>
                <a:gd name="csY802" fmla="*/ 352395 h 352425"/>
                <a:gd name="csX803" fmla="*/ 245983 w 571500"/>
                <a:gd name="csY803" fmla="*/ 352395 h 352425"/>
                <a:gd name="csX804" fmla="*/ 244907 w 571500"/>
                <a:gd name="csY804" fmla="*/ 352395 h 352425"/>
                <a:gd name="csX805" fmla="*/ 243773 w 571500"/>
                <a:gd name="csY805" fmla="*/ 352395 h 352425"/>
                <a:gd name="csX806" fmla="*/ 242630 w 571500"/>
                <a:gd name="csY806" fmla="*/ 352395 h 352425"/>
                <a:gd name="csX807" fmla="*/ 241554 w 571500"/>
                <a:gd name="csY807" fmla="*/ 352395 h 352425"/>
                <a:gd name="csX808" fmla="*/ 240420 w 571500"/>
                <a:gd name="csY808" fmla="*/ 352395 h 352425"/>
                <a:gd name="csX809" fmla="*/ 239277 w 571500"/>
                <a:gd name="csY809" fmla="*/ 352395 h 352425"/>
                <a:gd name="csX810" fmla="*/ 238201 w 571500"/>
                <a:gd name="csY810" fmla="*/ 352395 h 352425"/>
                <a:gd name="csX811" fmla="*/ 237058 w 571500"/>
                <a:gd name="csY811" fmla="*/ 352395 h 352425"/>
                <a:gd name="csX812" fmla="*/ 235925 w 571500"/>
                <a:gd name="csY812" fmla="*/ 352395 h 352425"/>
                <a:gd name="csX813" fmla="*/ 234849 w 571500"/>
                <a:gd name="csY813" fmla="*/ 352395 h 352425"/>
                <a:gd name="csX814" fmla="*/ 233706 w 571500"/>
                <a:gd name="csY814" fmla="*/ 352395 h 352425"/>
                <a:gd name="csX815" fmla="*/ 232572 w 571500"/>
                <a:gd name="csY815" fmla="*/ 352395 h 352425"/>
                <a:gd name="csX816" fmla="*/ 231496 w 571500"/>
                <a:gd name="csY816" fmla="*/ 352395 h 352425"/>
                <a:gd name="csX817" fmla="*/ 230352 w 571500"/>
                <a:gd name="csY817" fmla="*/ 352395 h 352425"/>
                <a:gd name="csX818" fmla="*/ 229209 w 571500"/>
                <a:gd name="csY818" fmla="*/ 352395 h 352425"/>
                <a:gd name="csX819" fmla="*/ 228076 w 571500"/>
                <a:gd name="csY819" fmla="*/ 352395 h 352425"/>
                <a:gd name="csX820" fmla="*/ 227000 w 571500"/>
                <a:gd name="csY820" fmla="*/ 352395 h 352425"/>
                <a:gd name="csX821" fmla="*/ 225857 w 571500"/>
                <a:gd name="csY821" fmla="*/ 352395 h 352425"/>
                <a:gd name="csX822" fmla="*/ 224723 w 571500"/>
                <a:gd name="csY822" fmla="*/ 352395 h 352425"/>
                <a:gd name="csX823" fmla="*/ 223647 w 571500"/>
                <a:gd name="csY823" fmla="*/ 352395 h 352425"/>
                <a:gd name="csX824" fmla="*/ 222504 w 571500"/>
                <a:gd name="csY824" fmla="*/ 352395 h 352425"/>
                <a:gd name="csX825" fmla="*/ 221370 w 571500"/>
                <a:gd name="csY825" fmla="*/ 352395 h 352425"/>
                <a:gd name="csX826" fmla="*/ 220294 w 571500"/>
                <a:gd name="csY826" fmla="*/ 352395 h 352425"/>
                <a:gd name="csX827" fmla="*/ 219151 w 571500"/>
                <a:gd name="csY827" fmla="*/ 352395 h 352425"/>
                <a:gd name="csX828" fmla="*/ 218008 w 571500"/>
                <a:gd name="csY828" fmla="*/ 352395 h 352425"/>
                <a:gd name="csX829" fmla="*/ 216932 w 571500"/>
                <a:gd name="csY829" fmla="*/ 352395 h 352425"/>
                <a:gd name="csX830" fmla="*/ 215799 w 571500"/>
                <a:gd name="csY830" fmla="*/ 352395 h 352425"/>
                <a:gd name="csX831" fmla="*/ 214656 w 571500"/>
                <a:gd name="csY831" fmla="*/ 352395 h 352425"/>
                <a:gd name="csX832" fmla="*/ 213579 w 571500"/>
                <a:gd name="csY832" fmla="*/ 352395 h 352425"/>
                <a:gd name="csX833" fmla="*/ 212446 w 571500"/>
                <a:gd name="csY833" fmla="*/ 352395 h 352425"/>
                <a:gd name="csX834" fmla="*/ 211302 w 571500"/>
                <a:gd name="csY834" fmla="*/ 352395 h 352425"/>
                <a:gd name="csX835" fmla="*/ 210226 w 571500"/>
                <a:gd name="csY835" fmla="*/ 352395 h 352425"/>
                <a:gd name="csX836" fmla="*/ 209093 w 571500"/>
                <a:gd name="csY836" fmla="*/ 352395 h 352425"/>
                <a:gd name="csX837" fmla="*/ 207950 w 571500"/>
                <a:gd name="csY837" fmla="*/ 352395 h 352425"/>
                <a:gd name="csX838" fmla="*/ 206874 w 571500"/>
                <a:gd name="csY838" fmla="*/ 352395 h 352425"/>
                <a:gd name="csX839" fmla="*/ 205731 w 571500"/>
                <a:gd name="csY839" fmla="*/ 352395 h 352425"/>
                <a:gd name="csX840" fmla="*/ 204597 w 571500"/>
                <a:gd name="csY840" fmla="*/ 352395 h 352425"/>
                <a:gd name="csX841" fmla="*/ 203521 w 571500"/>
                <a:gd name="csY841" fmla="*/ 352395 h 352425"/>
                <a:gd name="csX842" fmla="*/ 202378 w 571500"/>
                <a:gd name="csY842" fmla="*/ 352395 h 352425"/>
                <a:gd name="csX843" fmla="*/ 201244 w 571500"/>
                <a:gd name="csY843" fmla="*/ 352395 h 352425"/>
                <a:gd name="csX844" fmla="*/ 200168 w 571500"/>
                <a:gd name="csY844" fmla="*/ 352395 h 352425"/>
                <a:gd name="csX845" fmla="*/ 199025 w 571500"/>
                <a:gd name="csY845" fmla="*/ 352395 h 352425"/>
                <a:gd name="csX846" fmla="*/ 197882 w 571500"/>
                <a:gd name="csY846" fmla="*/ 352395 h 352425"/>
                <a:gd name="csX847" fmla="*/ 196806 w 571500"/>
                <a:gd name="csY847" fmla="*/ 352395 h 352425"/>
                <a:gd name="csX848" fmla="*/ 195672 w 571500"/>
                <a:gd name="csY848" fmla="*/ 352395 h 352425"/>
                <a:gd name="csX849" fmla="*/ 194529 w 571500"/>
                <a:gd name="csY849" fmla="*/ 352395 h 352425"/>
                <a:gd name="csX850" fmla="*/ 193453 w 571500"/>
                <a:gd name="csY850" fmla="*/ 352395 h 352425"/>
                <a:gd name="csX851" fmla="*/ 192319 w 571500"/>
                <a:gd name="csY851" fmla="*/ 352395 h 352425"/>
                <a:gd name="csX852" fmla="*/ 191176 w 571500"/>
                <a:gd name="csY852" fmla="*/ 352395 h 352425"/>
                <a:gd name="csX853" fmla="*/ 190100 w 571500"/>
                <a:gd name="csY853" fmla="*/ 352395 h 352425"/>
                <a:gd name="csX854" fmla="*/ 188967 w 571500"/>
                <a:gd name="csY854" fmla="*/ 352395 h 352425"/>
                <a:gd name="csX855" fmla="*/ 187824 w 571500"/>
                <a:gd name="csY855" fmla="*/ 352395 h 352425"/>
                <a:gd name="csX856" fmla="*/ 186747 w 571500"/>
                <a:gd name="csY856" fmla="*/ 352395 h 352425"/>
                <a:gd name="csX857" fmla="*/ 185604 w 571500"/>
                <a:gd name="csY857" fmla="*/ 352395 h 352425"/>
                <a:gd name="csX858" fmla="*/ 184471 w 571500"/>
                <a:gd name="csY858" fmla="*/ 352395 h 352425"/>
                <a:gd name="csX859" fmla="*/ 183394 w 571500"/>
                <a:gd name="csY859" fmla="*/ 352395 h 352425"/>
                <a:gd name="csX860" fmla="*/ 182251 w 571500"/>
                <a:gd name="csY860" fmla="*/ 352395 h 352425"/>
                <a:gd name="csX861" fmla="*/ 181118 w 571500"/>
                <a:gd name="csY861" fmla="*/ 352395 h 352425"/>
                <a:gd name="csX862" fmla="*/ 180042 w 571500"/>
                <a:gd name="csY862" fmla="*/ 352395 h 352425"/>
                <a:gd name="csX863" fmla="*/ 178899 w 571500"/>
                <a:gd name="csY863" fmla="*/ 352395 h 352425"/>
                <a:gd name="csX864" fmla="*/ 177756 w 571500"/>
                <a:gd name="csY864" fmla="*/ 352395 h 352425"/>
                <a:gd name="csX865" fmla="*/ 176689 w 571500"/>
                <a:gd name="csY865" fmla="*/ 352395 h 352425"/>
                <a:gd name="csX866" fmla="*/ 175546 w 571500"/>
                <a:gd name="csY866" fmla="*/ 352395 h 352425"/>
                <a:gd name="csX867" fmla="*/ 174403 w 571500"/>
                <a:gd name="csY867" fmla="*/ 352395 h 352425"/>
                <a:gd name="csX868" fmla="*/ 173326 w 571500"/>
                <a:gd name="csY868" fmla="*/ 352395 h 352425"/>
                <a:gd name="csX869" fmla="*/ 172193 w 571500"/>
                <a:gd name="csY869" fmla="*/ 352395 h 352425"/>
                <a:gd name="csX870" fmla="*/ 171050 w 571500"/>
                <a:gd name="csY870" fmla="*/ 352395 h 352425"/>
                <a:gd name="csX871" fmla="*/ 169974 w 571500"/>
                <a:gd name="csY871" fmla="*/ 352395 h 352425"/>
                <a:gd name="csX872" fmla="*/ 168840 w 571500"/>
                <a:gd name="csY872" fmla="*/ 352395 h 352425"/>
                <a:gd name="csX873" fmla="*/ 167697 w 571500"/>
                <a:gd name="csY873" fmla="*/ 352395 h 352425"/>
                <a:gd name="csX874" fmla="*/ 166621 w 571500"/>
                <a:gd name="csY874" fmla="*/ 352395 h 352425"/>
                <a:gd name="csX875" fmla="*/ 165478 w 571500"/>
                <a:gd name="csY875" fmla="*/ 352395 h 352425"/>
                <a:gd name="csX876" fmla="*/ 164344 w 571500"/>
                <a:gd name="csY876" fmla="*/ 352395 h 352425"/>
                <a:gd name="csX877" fmla="*/ 163268 w 571500"/>
                <a:gd name="csY877" fmla="*/ 352395 h 352425"/>
                <a:gd name="csX878" fmla="*/ 162125 w 571500"/>
                <a:gd name="csY878" fmla="*/ 352395 h 352425"/>
                <a:gd name="csX879" fmla="*/ 160992 w 571500"/>
                <a:gd name="csY879" fmla="*/ 352395 h 352425"/>
                <a:gd name="csX880" fmla="*/ 159915 w 571500"/>
                <a:gd name="csY880" fmla="*/ 352395 h 352425"/>
                <a:gd name="csX881" fmla="*/ 158772 w 571500"/>
                <a:gd name="csY881" fmla="*/ 352395 h 352425"/>
                <a:gd name="csX882" fmla="*/ 157639 w 571500"/>
                <a:gd name="csY882" fmla="*/ 352395 h 352425"/>
                <a:gd name="csX883" fmla="*/ 156563 w 571500"/>
                <a:gd name="csY883" fmla="*/ 352395 h 352425"/>
                <a:gd name="csX884" fmla="*/ 155419 w 571500"/>
                <a:gd name="csY884" fmla="*/ 352395 h 352425"/>
                <a:gd name="csX885" fmla="*/ 154276 w 571500"/>
                <a:gd name="csY885" fmla="*/ 352395 h 352425"/>
                <a:gd name="csX886" fmla="*/ 153200 w 571500"/>
                <a:gd name="csY886" fmla="*/ 352395 h 352425"/>
                <a:gd name="csX887" fmla="*/ 152066 w 571500"/>
                <a:gd name="csY887" fmla="*/ 352395 h 352425"/>
                <a:gd name="csX888" fmla="*/ 150924 w 571500"/>
                <a:gd name="csY888" fmla="*/ 352395 h 352425"/>
                <a:gd name="csX889" fmla="*/ 149790 w 571500"/>
                <a:gd name="csY889" fmla="*/ 352395 h 352425"/>
                <a:gd name="csX890" fmla="*/ 148714 w 571500"/>
                <a:gd name="csY890" fmla="*/ 352395 h 352425"/>
                <a:gd name="csX891" fmla="*/ 147571 w 571500"/>
                <a:gd name="csY891" fmla="*/ 352395 h 352425"/>
                <a:gd name="csX892" fmla="*/ 146428 w 571500"/>
                <a:gd name="csY892" fmla="*/ 352395 h 352425"/>
                <a:gd name="csX893" fmla="*/ 145361 w 571500"/>
                <a:gd name="csY893" fmla="*/ 352395 h 352425"/>
                <a:gd name="csX894" fmla="*/ 144218 w 571500"/>
                <a:gd name="csY894" fmla="*/ 352395 h 352425"/>
                <a:gd name="csX895" fmla="*/ 143075 w 571500"/>
                <a:gd name="csY895" fmla="*/ 352395 h 352425"/>
                <a:gd name="csX896" fmla="*/ 141999 w 571500"/>
                <a:gd name="csY896" fmla="*/ 352395 h 352425"/>
                <a:gd name="csX897" fmla="*/ 140865 w 571500"/>
                <a:gd name="csY897" fmla="*/ 352395 h 352425"/>
                <a:gd name="csX898" fmla="*/ 139722 w 571500"/>
                <a:gd name="csY898" fmla="*/ 352395 h 352425"/>
                <a:gd name="csX899" fmla="*/ 138646 w 571500"/>
                <a:gd name="csY899" fmla="*/ 352395 h 352425"/>
                <a:gd name="csX900" fmla="*/ 137513 w 571500"/>
                <a:gd name="csY900" fmla="*/ 352395 h 352425"/>
                <a:gd name="csX901" fmla="*/ 136369 w 571500"/>
                <a:gd name="csY901" fmla="*/ 352395 h 352425"/>
                <a:gd name="csX902" fmla="*/ 135293 w 571500"/>
                <a:gd name="csY902" fmla="*/ 352395 h 352425"/>
                <a:gd name="csX903" fmla="*/ 134150 w 571500"/>
                <a:gd name="csY903" fmla="*/ 352395 h 352425"/>
                <a:gd name="csX904" fmla="*/ 133016 w 571500"/>
                <a:gd name="csY904" fmla="*/ 352395 h 352425"/>
                <a:gd name="csX905" fmla="*/ 131940 w 571500"/>
                <a:gd name="csY905" fmla="*/ 352395 h 352425"/>
                <a:gd name="csX906" fmla="*/ 130797 w 571500"/>
                <a:gd name="csY906" fmla="*/ 352395 h 352425"/>
                <a:gd name="csX907" fmla="*/ 129664 w 571500"/>
                <a:gd name="csY907" fmla="*/ 352395 h 352425"/>
                <a:gd name="csX908" fmla="*/ 128588 w 571500"/>
                <a:gd name="csY908" fmla="*/ 352395 h 352425"/>
                <a:gd name="csX909" fmla="*/ 127445 w 571500"/>
                <a:gd name="csY909" fmla="*/ 352395 h 352425"/>
                <a:gd name="csX910" fmla="*/ 126302 w 571500"/>
                <a:gd name="csY910" fmla="*/ 352395 h 352425"/>
                <a:gd name="csX911" fmla="*/ 125225 w 571500"/>
                <a:gd name="csY911" fmla="*/ 352395 h 352425"/>
                <a:gd name="csX912" fmla="*/ 124092 w 571500"/>
                <a:gd name="csY912" fmla="*/ 352395 h 352425"/>
                <a:gd name="csX913" fmla="*/ 122948 w 571500"/>
                <a:gd name="csY913" fmla="*/ 352395 h 352425"/>
                <a:gd name="csX914" fmla="*/ 121872 w 571500"/>
                <a:gd name="csY914" fmla="*/ 352395 h 352425"/>
                <a:gd name="csX915" fmla="*/ 120739 w 571500"/>
                <a:gd name="csY915" fmla="*/ 352395 h 352425"/>
                <a:gd name="csX916" fmla="*/ 119596 w 571500"/>
                <a:gd name="csY916" fmla="*/ 352395 h 352425"/>
                <a:gd name="csX917" fmla="*/ 118520 w 571500"/>
                <a:gd name="csY917" fmla="*/ 352395 h 352425"/>
                <a:gd name="csX918" fmla="*/ 117386 w 571500"/>
                <a:gd name="csY918" fmla="*/ 352395 h 352425"/>
                <a:gd name="csX919" fmla="*/ 116243 w 571500"/>
                <a:gd name="csY919" fmla="*/ 352395 h 352425"/>
                <a:gd name="csX920" fmla="*/ 115167 w 571500"/>
                <a:gd name="csY920" fmla="*/ 352395 h 352425"/>
                <a:gd name="csX921" fmla="*/ 114024 w 571500"/>
                <a:gd name="csY921" fmla="*/ 352395 h 352425"/>
                <a:gd name="csX922" fmla="*/ 112890 w 571500"/>
                <a:gd name="csY922" fmla="*/ 352395 h 352425"/>
                <a:gd name="csX923" fmla="*/ 111814 w 571500"/>
                <a:gd name="csY923" fmla="*/ 352395 h 352425"/>
                <a:gd name="csX924" fmla="*/ 110671 w 571500"/>
                <a:gd name="csY924" fmla="*/ 352395 h 352425"/>
                <a:gd name="csX925" fmla="*/ 109538 w 571500"/>
                <a:gd name="csY925" fmla="*/ 352395 h 352425"/>
                <a:gd name="csX926" fmla="*/ 108461 w 571500"/>
                <a:gd name="csY926" fmla="*/ 352395 h 352425"/>
                <a:gd name="csX927" fmla="*/ 107318 w 571500"/>
                <a:gd name="csY927" fmla="*/ 352395 h 352425"/>
                <a:gd name="csX928" fmla="*/ 106175 w 571500"/>
                <a:gd name="csY928" fmla="*/ 352395 h 352425"/>
                <a:gd name="csX929" fmla="*/ 105108 w 571500"/>
                <a:gd name="csY929" fmla="*/ 352395 h 352425"/>
                <a:gd name="csX930" fmla="*/ 103965 w 571500"/>
                <a:gd name="csY930" fmla="*/ 352395 h 352425"/>
                <a:gd name="csX931" fmla="*/ 102822 w 571500"/>
                <a:gd name="csY931" fmla="*/ 352395 h 352425"/>
                <a:gd name="csX932" fmla="*/ 101746 w 571500"/>
                <a:gd name="csY932" fmla="*/ 352395 h 352425"/>
                <a:gd name="csX933" fmla="*/ 100613 w 571500"/>
                <a:gd name="csY933" fmla="*/ 352395 h 352425"/>
                <a:gd name="csX934" fmla="*/ 99470 w 571500"/>
                <a:gd name="csY934" fmla="*/ 352395 h 352425"/>
                <a:gd name="csX935" fmla="*/ 98393 w 571500"/>
                <a:gd name="csY935" fmla="*/ 352395 h 352425"/>
                <a:gd name="csX936" fmla="*/ 97260 w 571500"/>
                <a:gd name="csY936" fmla="*/ 352395 h 352425"/>
                <a:gd name="csX937" fmla="*/ 96117 w 571500"/>
                <a:gd name="csY937" fmla="*/ 352395 h 352425"/>
                <a:gd name="csX938" fmla="*/ 95040 w 571500"/>
                <a:gd name="csY938" fmla="*/ 352395 h 352425"/>
                <a:gd name="csX939" fmla="*/ 93897 w 571500"/>
                <a:gd name="csY939" fmla="*/ 352395 h 352425"/>
                <a:gd name="csX940" fmla="*/ 92764 w 571500"/>
                <a:gd name="csY940" fmla="*/ 352395 h 352425"/>
                <a:gd name="csX941" fmla="*/ 91688 w 571500"/>
                <a:gd name="csY941" fmla="*/ 352395 h 352425"/>
                <a:gd name="csX942" fmla="*/ 90545 w 571500"/>
                <a:gd name="csY942" fmla="*/ 352395 h 352425"/>
                <a:gd name="csX943" fmla="*/ 89411 w 571500"/>
                <a:gd name="csY943" fmla="*/ 352395 h 352425"/>
                <a:gd name="csX944" fmla="*/ 88335 w 571500"/>
                <a:gd name="csY944" fmla="*/ 352395 h 352425"/>
                <a:gd name="csX945" fmla="*/ 87192 w 571500"/>
                <a:gd name="csY945" fmla="*/ 352395 h 352425"/>
                <a:gd name="csX946" fmla="*/ 86058 w 571500"/>
                <a:gd name="csY946" fmla="*/ 352395 h 352425"/>
                <a:gd name="csX947" fmla="*/ 84982 w 571500"/>
                <a:gd name="csY947" fmla="*/ 352395 h 352425"/>
                <a:gd name="csX948" fmla="*/ 83839 w 571500"/>
                <a:gd name="csY948" fmla="*/ 352395 h 352425"/>
                <a:gd name="csX949" fmla="*/ 82696 w 571500"/>
                <a:gd name="csY949" fmla="*/ 352395 h 352425"/>
                <a:gd name="csX950" fmla="*/ 81620 w 571500"/>
                <a:gd name="csY950" fmla="*/ 352395 h 352425"/>
                <a:gd name="csX951" fmla="*/ 80487 w 571500"/>
                <a:gd name="csY951" fmla="*/ 352395 h 352425"/>
                <a:gd name="csX952" fmla="*/ 79343 w 571500"/>
                <a:gd name="csY952" fmla="*/ 352395 h 352425"/>
                <a:gd name="csX953" fmla="*/ 78267 w 571500"/>
                <a:gd name="csY953" fmla="*/ 352395 h 352425"/>
                <a:gd name="csX954" fmla="*/ 77133 w 571500"/>
                <a:gd name="csY954" fmla="*/ 352395 h 352425"/>
                <a:gd name="csX955" fmla="*/ 75990 w 571500"/>
                <a:gd name="csY955" fmla="*/ 352395 h 352425"/>
                <a:gd name="csX956" fmla="*/ 74847 w 571500"/>
                <a:gd name="csY956" fmla="*/ 352395 h 352425"/>
                <a:gd name="csX957" fmla="*/ 73781 w 571500"/>
                <a:gd name="csY957" fmla="*/ 352395 h 352425"/>
                <a:gd name="csX958" fmla="*/ 72638 w 571500"/>
                <a:gd name="csY958" fmla="*/ 352395 h 352425"/>
                <a:gd name="csX959" fmla="*/ 71495 w 571500"/>
                <a:gd name="csY959" fmla="*/ 352395 h 352425"/>
                <a:gd name="csX960" fmla="*/ 70419 w 571500"/>
                <a:gd name="csY960" fmla="*/ 352395 h 352425"/>
                <a:gd name="csX961" fmla="*/ 69285 w 571500"/>
                <a:gd name="csY961" fmla="*/ 352395 h 352425"/>
                <a:gd name="csX962" fmla="*/ 68142 w 571500"/>
                <a:gd name="csY962" fmla="*/ 352395 h 352425"/>
                <a:gd name="csX963" fmla="*/ 67066 w 571500"/>
                <a:gd name="csY963" fmla="*/ 352395 h 352425"/>
                <a:gd name="csX964" fmla="*/ 65932 w 571500"/>
                <a:gd name="csY964" fmla="*/ 352395 h 352425"/>
                <a:gd name="csX965" fmla="*/ 64789 w 571500"/>
                <a:gd name="csY965" fmla="*/ 352395 h 352425"/>
                <a:gd name="csX966" fmla="*/ 63713 w 571500"/>
                <a:gd name="csY966" fmla="*/ 352395 h 352425"/>
                <a:gd name="csX967" fmla="*/ 62570 w 571500"/>
                <a:gd name="csY967" fmla="*/ 352395 h 352425"/>
                <a:gd name="csX968" fmla="*/ 61437 w 571500"/>
                <a:gd name="csY968" fmla="*/ 352395 h 352425"/>
                <a:gd name="csX969" fmla="*/ 60360 w 571500"/>
                <a:gd name="csY969" fmla="*/ 352395 h 352425"/>
                <a:gd name="csX970" fmla="*/ 59217 w 571500"/>
                <a:gd name="csY970" fmla="*/ 352395 h 352425"/>
                <a:gd name="csX971" fmla="*/ 58083 w 571500"/>
                <a:gd name="csY971" fmla="*/ 352395 h 352425"/>
                <a:gd name="csX972" fmla="*/ 57007 w 571500"/>
                <a:gd name="csY972" fmla="*/ 352395 h 352425"/>
                <a:gd name="csX973" fmla="*/ 55864 w 571500"/>
                <a:gd name="csY973" fmla="*/ 352395 h 352425"/>
                <a:gd name="csX974" fmla="*/ 54721 w 571500"/>
                <a:gd name="csY974" fmla="*/ 352395 h 352425"/>
                <a:gd name="csX975" fmla="*/ 53654 w 571500"/>
                <a:gd name="csY975" fmla="*/ 352395 h 352425"/>
                <a:gd name="csX976" fmla="*/ 52512 w 571500"/>
                <a:gd name="csY976" fmla="*/ 352395 h 352425"/>
                <a:gd name="csX977" fmla="*/ 51369 w 571500"/>
                <a:gd name="csY977" fmla="*/ 352395 h 352425"/>
                <a:gd name="csX978" fmla="*/ 50292 w 571500"/>
                <a:gd name="csY978" fmla="*/ 352395 h 352425"/>
                <a:gd name="csX979" fmla="*/ 49159 w 571500"/>
                <a:gd name="csY979" fmla="*/ 352395 h 352425"/>
                <a:gd name="csX980" fmla="*/ 48016 w 571500"/>
                <a:gd name="csY980" fmla="*/ 352395 h 352425"/>
                <a:gd name="csX981" fmla="*/ 46939 w 571500"/>
                <a:gd name="csY981" fmla="*/ 352395 h 352425"/>
                <a:gd name="csX982" fmla="*/ 45806 w 571500"/>
                <a:gd name="csY982" fmla="*/ 352395 h 352425"/>
                <a:gd name="csX983" fmla="*/ 44663 w 571500"/>
                <a:gd name="csY983" fmla="*/ 352395 h 352425"/>
                <a:gd name="csX984" fmla="*/ 43586 w 571500"/>
                <a:gd name="csY984" fmla="*/ 352395 h 352425"/>
                <a:gd name="csX985" fmla="*/ 42444 w 571500"/>
                <a:gd name="csY985" fmla="*/ 352395 h 352425"/>
                <a:gd name="csX986" fmla="*/ 41310 w 571500"/>
                <a:gd name="csY986" fmla="*/ 352395 h 352425"/>
                <a:gd name="csX987" fmla="*/ 40234 w 571500"/>
                <a:gd name="csY987" fmla="*/ 352395 h 352425"/>
                <a:gd name="csX988" fmla="*/ 39091 w 571500"/>
                <a:gd name="csY988" fmla="*/ 352395 h 352425"/>
                <a:gd name="csX989" fmla="*/ 37957 w 571500"/>
                <a:gd name="csY989" fmla="*/ 352395 h 352425"/>
                <a:gd name="csX990" fmla="*/ 36881 w 571500"/>
                <a:gd name="csY990" fmla="*/ 352395 h 352425"/>
                <a:gd name="csX991" fmla="*/ 35738 w 571500"/>
                <a:gd name="csY991" fmla="*/ 352395 h 352425"/>
                <a:gd name="csX992" fmla="*/ 34604 w 571500"/>
                <a:gd name="csY992" fmla="*/ 352395 h 352425"/>
                <a:gd name="csX993" fmla="*/ 33528 w 571500"/>
                <a:gd name="csY993" fmla="*/ 352395 h 352425"/>
                <a:gd name="csX994" fmla="*/ 32385 w 571500"/>
                <a:gd name="csY994" fmla="*/ 352395 h 352425"/>
                <a:gd name="csX995" fmla="*/ 31242 w 571500"/>
                <a:gd name="csY995" fmla="*/ 352395 h 352425"/>
                <a:gd name="csX996" fmla="*/ 30166 w 571500"/>
                <a:gd name="csY996" fmla="*/ 352395 h 352425"/>
                <a:gd name="csX997" fmla="*/ 29032 w 571500"/>
                <a:gd name="csY997" fmla="*/ 352395 h 352425"/>
                <a:gd name="csX998" fmla="*/ 27889 w 571500"/>
                <a:gd name="csY998" fmla="*/ 352395 h 352425"/>
                <a:gd name="csX999" fmla="*/ 26813 w 571500"/>
                <a:gd name="csY999" fmla="*/ 352395 h 352425"/>
                <a:gd name="csX1000" fmla="*/ 25679 w 571500"/>
                <a:gd name="csY1000" fmla="*/ 352395 h 352425"/>
                <a:gd name="csX1001" fmla="*/ 24536 w 571500"/>
                <a:gd name="csY1001" fmla="*/ 352395 h 352425"/>
                <a:gd name="csX1002" fmla="*/ 23460 w 571500"/>
                <a:gd name="csY1002" fmla="*/ 352395 h 352425"/>
                <a:gd name="csX1003" fmla="*/ 22327 w 571500"/>
                <a:gd name="csY1003" fmla="*/ 352395 h 352425"/>
                <a:gd name="csX1004" fmla="*/ 21184 w 571500"/>
                <a:gd name="csY1004" fmla="*/ 352395 h 352425"/>
                <a:gd name="csX1005" fmla="*/ 20107 w 571500"/>
                <a:gd name="csY1005" fmla="*/ 352395 h 352425"/>
                <a:gd name="csX1006" fmla="*/ 18964 w 571500"/>
                <a:gd name="csY1006" fmla="*/ 352395 h 352425"/>
                <a:gd name="csX1007" fmla="*/ 17831 w 571500"/>
                <a:gd name="csY1007" fmla="*/ 352395 h 352425"/>
                <a:gd name="csX1008" fmla="*/ 16754 w 571500"/>
                <a:gd name="csY1008" fmla="*/ 352395 h 352425"/>
                <a:gd name="csX1009" fmla="*/ 15611 w 571500"/>
                <a:gd name="csY1009" fmla="*/ 352395 h 352425"/>
                <a:gd name="csX1010" fmla="*/ 14478 w 571500"/>
                <a:gd name="csY1010" fmla="*/ 352395 h 352425"/>
                <a:gd name="csX1011" fmla="*/ 13402 w 571500"/>
                <a:gd name="csY1011" fmla="*/ 352395 h 352425"/>
                <a:gd name="csX1012" fmla="*/ 12259 w 571500"/>
                <a:gd name="csY1012" fmla="*/ 352395 h 352425"/>
                <a:gd name="csX1013" fmla="*/ 11116 w 571500"/>
                <a:gd name="csY1013" fmla="*/ 352395 h 352425"/>
                <a:gd name="csX1014" fmla="*/ 10049 w 571500"/>
                <a:gd name="csY1014" fmla="*/ 352395 h 352425"/>
                <a:gd name="csX1015" fmla="*/ 8906 w 571500"/>
                <a:gd name="csY1015" fmla="*/ 352395 h 352425"/>
                <a:gd name="csX1016" fmla="*/ 7763 w 571500"/>
                <a:gd name="csY1016" fmla="*/ 352395 h 352425"/>
                <a:gd name="csX1017" fmla="*/ 6686 w 571500"/>
                <a:gd name="csY1017" fmla="*/ 352395 h 352425"/>
                <a:gd name="csX1018" fmla="*/ 5553 w 571500"/>
                <a:gd name="csY1018" fmla="*/ 352395 h 352425"/>
                <a:gd name="csX1019" fmla="*/ 4410 w 571500"/>
                <a:gd name="csY1019" fmla="*/ 352395 h 352425"/>
                <a:gd name="csX1020" fmla="*/ 3334 w 571500"/>
                <a:gd name="csY1020" fmla="*/ 352395 h 352425"/>
                <a:gd name="csX1021" fmla="*/ 2200 w 571500"/>
                <a:gd name="csY1021" fmla="*/ 352395 h 352425"/>
                <a:gd name="csX1022" fmla="*/ 1057 w 571500"/>
                <a:gd name="csY1022" fmla="*/ 352395 h 352425"/>
                <a:gd name="csX1023" fmla="*/ -19 w 57150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352425">
                  <a:moveTo>
                    <a:pt x="-19" y="350481"/>
                  </a:moveTo>
                  <a:lnTo>
                    <a:pt x="1057" y="350033"/>
                  </a:lnTo>
                  <a:lnTo>
                    <a:pt x="2200" y="349585"/>
                  </a:lnTo>
                  <a:lnTo>
                    <a:pt x="3334" y="349014"/>
                  </a:lnTo>
                  <a:lnTo>
                    <a:pt x="4410" y="348375"/>
                  </a:lnTo>
                  <a:lnTo>
                    <a:pt x="5553" y="347547"/>
                  </a:lnTo>
                  <a:lnTo>
                    <a:pt x="6686" y="346594"/>
                  </a:lnTo>
                  <a:lnTo>
                    <a:pt x="7763" y="345566"/>
                  </a:lnTo>
                  <a:lnTo>
                    <a:pt x="8906" y="344289"/>
                  </a:lnTo>
                  <a:lnTo>
                    <a:pt x="10049" y="342955"/>
                  </a:lnTo>
                  <a:lnTo>
                    <a:pt x="11116" y="341299"/>
                  </a:lnTo>
                  <a:lnTo>
                    <a:pt x="12259" y="339384"/>
                  </a:lnTo>
                  <a:lnTo>
                    <a:pt x="13402" y="337279"/>
                  </a:lnTo>
                  <a:lnTo>
                    <a:pt x="14478" y="334850"/>
                  </a:lnTo>
                  <a:lnTo>
                    <a:pt x="15611" y="332174"/>
                  </a:lnTo>
                  <a:lnTo>
                    <a:pt x="16754" y="329106"/>
                  </a:lnTo>
                  <a:lnTo>
                    <a:pt x="17831" y="325668"/>
                  </a:lnTo>
                  <a:lnTo>
                    <a:pt x="18964" y="321896"/>
                  </a:lnTo>
                  <a:lnTo>
                    <a:pt x="20107" y="317686"/>
                  </a:lnTo>
                  <a:lnTo>
                    <a:pt x="21184" y="313161"/>
                  </a:lnTo>
                  <a:lnTo>
                    <a:pt x="22327" y="307990"/>
                  </a:lnTo>
                  <a:lnTo>
                    <a:pt x="23460" y="302436"/>
                  </a:lnTo>
                  <a:lnTo>
                    <a:pt x="24536" y="296379"/>
                  </a:lnTo>
                  <a:lnTo>
                    <a:pt x="25679" y="289806"/>
                  </a:lnTo>
                  <a:lnTo>
                    <a:pt x="26813" y="282786"/>
                  </a:lnTo>
                  <a:lnTo>
                    <a:pt x="27889" y="275195"/>
                  </a:lnTo>
                  <a:lnTo>
                    <a:pt x="29032" y="267032"/>
                  </a:lnTo>
                  <a:lnTo>
                    <a:pt x="30166" y="258421"/>
                  </a:lnTo>
                  <a:lnTo>
                    <a:pt x="31242" y="249363"/>
                  </a:lnTo>
                  <a:lnTo>
                    <a:pt x="32385" y="239857"/>
                  </a:lnTo>
                  <a:lnTo>
                    <a:pt x="33528" y="229770"/>
                  </a:lnTo>
                  <a:lnTo>
                    <a:pt x="34604" y="219245"/>
                  </a:lnTo>
                  <a:lnTo>
                    <a:pt x="35738" y="208406"/>
                  </a:lnTo>
                  <a:lnTo>
                    <a:pt x="36881" y="197233"/>
                  </a:lnTo>
                  <a:lnTo>
                    <a:pt x="37957" y="185755"/>
                  </a:lnTo>
                  <a:lnTo>
                    <a:pt x="39091" y="174077"/>
                  </a:lnTo>
                  <a:lnTo>
                    <a:pt x="40234" y="162143"/>
                  </a:lnTo>
                  <a:lnTo>
                    <a:pt x="41310" y="150217"/>
                  </a:lnTo>
                  <a:lnTo>
                    <a:pt x="42444" y="138226"/>
                  </a:lnTo>
                  <a:lnTo>
                    <a:pt x="43586" y="126224"/>
                  </a:lnTo>
                  <a:lnTo>
                    <a:pt x="44663" y="114422"/>
                  </a:lnTo>
                  <a:lnTo>
                    <a:pt x="45806" y="102811"/>
                  </a:lnTo>
                  <a:lnTo>
                    <a:pt x="46939" y="91524"/>
                  </a:lnTo>
                  <a:lnTo>
                    <a:pt x="48016" y="80552"/>
                  </a:lnTo>
                  <a:lnTo>
                    <a:pt x="49159" y="69960"/>
                  </a:lnTo>
                  <a:lnTo>
                    <a:pt x="50292" y="60006"/>
                  </a:lnTo>
                  <a:lnTo>
                    <a:pt x="51369" y="50691"/>
                  </a:lnTo>
                  <a:lnTo>
                    <a:pt x="52512" y="41947"/>
                  </a:lnTo>
                  <a:lnTo>
                    <a:pt x="53654" y="33907"/>
                  </a:lnTo>
                  <a:lnTo>
                    <a:pt x="54721" y="26574"/>
                  </a:lnTo>
                  <a:lnTo>
                    <a:pt x="55864" y="20134"/>
                  </a:lnTo>
                  <a:lnTo>
                    <a:pt x="57007" y="14648"/>
                  </a:lnTo>
                  <a:lnTo>
                    <a:pt x="58083" y="9923"/>
                  </a:lnTo>
                  <a:lnTo>
                    <a:pt x="59217" y="6095"/>
                  </a:lnTo>
                  <a:lnTo>
                    <a:pt x="60360" y="3094"/>
                  </a:lnTo>
                  <a:lnTo>
                    <a:pt x="61437" y="1180"/>
                  </a:lnTo>
                  <a:lnTo>
                    <a:pt x="62570" y="161"/>
                  </a:lnTo>
                  <a:lnTo>
                    <a:pt x="63713" y="-30"/>
                  </a:lnTo>
                  <a:lnTo>
                    <a:pt x="64789" y="608"/>
                  </a:lnTo>
                  <a:lnTo>
                    <a:pt x="65932" y="2008"/>
                  </a:lnTo>
                  <a:lnTo>
                    <a:pt x="67066" y="4304"/>
                  </a:lnTo>
                  <a:lnTo>
                    <a:pt x="68142" y="7438"/>
                  </a:lnTo>
                  <a:lnTo>
                    <a:pt x="69285" y="11200"/>
                  </a:lnTo>
                  <a:lnTo>
                    <a:pt x="70419" y="15534"/>
                  </a:lnTo>
                  <a:lnTo>
                    <a:pt x="71495" y="20449"/>
                  </a:lnTo>
                  <a:lnTo>
                    <a:pt x="72638" y="26002"/>
                  </a:lnTo>
                  <a:lnTo>
                    <a:pt x="73781" y="31993"/>
                  </a:lnTo>
                  <a:lnTo>
                    <a:pt x="74847" y="38441"/>
                  </a:lnTo>
                  <a:lnTo>
                    <a:pt x="75990" y="45138"/>
                  </a:lnTo>
                  <a:lnTo>
                    <a:pt x="77133" y="52158"/>
                  </a:lnTo>
                  <a:lnTo>
                    <a:pt x="78267" y="59434"/>
                  </a:lnTo>
                  <a:lnTo>
                    <a:pt x="79343" y="66893"/>
                  </a:lnTo>
                  <a:lnTo>
                    <a:pt x="80487" y="74427"/>
                  </a:lnTo>
                  <a:lnTo>
                    <a:pt x="81620" y="82075"/>
                  </a:lnTo>
                  <a:lnTo>
                    <a:pt x="82696" y="89734"/>
                  </a:lnTo>
                  <a:lnTo>
                    <a:pt x="83839" y="97392"/>
                  </a:lnTo>
                  <a:lnTo>
                    <a:pt x="84982" y="104983"/>
                  </a:lnTo>
                  <a:lnTo>
                    <a:pt x="86058" y="112451"/>
                  </a:lnTo>
                  <a:lnTo>
                    <a:pt x="87192" y="119852"/>
                  </a:lnTo>
                  <a:lnTo>
                    <a:pt x="88335" y="127119"/>
                  </a:lnTo>
                  <a:lnTo>
                    <a:pt x="89411" y="134206"/>
                  </a:lnTo>
                  <a:lnTo>
                    <a:pt x="90545" y="141092"/>
                  </a:lnTo>
                  <a:lnTo>
                    <a:pt x="91688" y="147788"/>
                  </a:lnTo>
                  <a:lnTo>
                    <a:pt x="92764" y="154237"/>
                  </a:lnTo>
                  <a:lnTo>
                    <a:pt x="93897" y="160552"/>
                  </a:lnTo>
                  <a:lnTo>
                    <a:pt x="95040" y="166553"/>
                  </a:lnTo>
                  <a:lnTo>
                    <a:pt x="96117" y="172354"/>
                  </a:lnTo>
                  <a:lnTo>
                    <a:pt x="97260" y="177907"/>
                  </a:lnTo>
                  <a:lnTo>
                    <a:pt x="98393" y="183269"/>
                  </a:lnTo>
                  <a:lnTo>
                    <a:pt x="99470" y="188365"/>
                  </a:lnTo>
                  <a:lnTo>
                    <a:pt x="100613" y="193280"/>
                  </a:lnTo>
                  <a:lnTo>
                    <a:pt x="101746" y="197871"/>
                  </a:lnTo>
                  <a:lnTo>
                    <a:pt x="102822" y="202338"/>
                  </a:lnTo>
                  <a:lnTo>
                    <a:pt x="103965" y="206548"/>
                  </a:lnTo>
                  <a:lnTo>
                    <a:pt x="105108" y="210568"/>
                  </a:lnTo>
                  <a:lnTo>
                    <a:pt x="106175" y="214397"/>
                  </a:lnTo>
                  <a:lnTo>
                    <a:pt x="107318" y="217969"/>
                  </a:lnTo>
                  <a:lnTo>
                    <a:pt x="108461" y="221417"/>
                  </a:lnTo>
                  <a:lnTo>
                    <a:pt x="109538" y="224731"/>
                  </a:lnTo>
                  <a:lnTo>
                    <a:pt x="110671" y="227856"/>
                  </a:lnTo>
                  <a:lnTo>
                    <a:pt x="111814" y="230799"/>
                  </a:lnTo>
                  <a:lnTo>
                    <a:pt x="112890" y="233599"/>
                  </a:lnTo>
                  <a:lnTo>
                    <a:pt x="114024" y="236285"/>
                  </a:lnTo>
                  <a:lnTo>
                    <a:pt x="115167" y="238838"/>
                  </a:lnTo>
                  <a:lnTo>
                    <a:pt x="116243" y="241257"/>
                  </a:lnTo>
                  <a:lnTo>
                    <a:pt x="117386" y="243553"/>
                  </a:lnTo>
                  <a:lnTo>
                    <a:pt x="118520" y="245791"/>
                  </a:lnTo>
                  <a:lnTo>
                    <a:pt x="119596" y="247896"/>
                  </a:lnTo>
                  <a:lnTo>
                    <a:pt x="120739" y="249868"/>
                  </a:lnTo>
                  <a:lnTo>
                    <a:pt x="121872" y="251849"/>
                  </a:lnTo>
                  <a:lnTo>
                    <a:pt x="122948" y="253697"/>
                  </a:lnTo>
                  <a:lnTo>
                    <a:pt x="124092" y="255488"/>
                  </a:lnTo>
                  <a:lnTo>
                    <a:pt x="125225" y="257212"/>
                  </a:lnTo>
                  <a:lnTo>
                    <a:pt x="126302" y="258926"/>
                  </a:lnTo>
                  <a:lnTo>
                    <a:pt x="127445" y="260526"/>
                  </a:lnTo>
                  <a:lnTo>
                    <a:pt x="128588" y="262117"/>
                  </a:lnTo>
                  <a:lnTo>
                    <a:pt x="129664" y="263650"/>
                  </a:lnTo>
                  <a:lnTo>
                    <a:pt x="130797" y="265117"/>
                  </a:lnTo>
                  <a:lnTo>
                    <a:pt x="131940" y="266585"/>
                  </a:lnTo>
                  <a:lnTo>
                    <a:pt x="133016" y="268051"/>
                  </a:lnTo>
                  <a:lnTo>
                    <a:pt x="134150" y="269461"/>
                  </a:lnTo>
                  <a:lnTo>
                    <a:pt x="135293" y="270794"/>
                  </a:lnTo>
                  <a:lnTo>
                    <a:pt x="136369" y="272137"/>
                  </a:lnTo>
                  <a:lnTo>
                    <a:pt x="137513" y="273471"/>
                  </a:lnTo>
                  <a:lnTo>
                    <a:pt x="138646" y="274814"/>
                  </a:lnTo>
                  <a:lnTo>
                    <a:pt x="139722" y="276090"/>
                  </a:lnTo>
                  <a:lnTo>
                    <a:pt x="140865" y="277433"/>
                  </a:lnTo>
                  <a:lnTo>
                    <a:pt x="141999" y="278709"/>
                  </a:lnTo>
                  <a:lnTo>
                    <a:pt x="143075" y="279919"/>
                  </a:lnTo>
                  <a:lnTo>
                    <a:pt x="144218" y="281196"/>
                  </a:lnTo>
                  <a:lnTo>
                    <a:pt x="145361" y="282405"/>
                  </a:lnTo>
                  <a:lnTo>
                    <a:pt x="146428" y="283625"/>
                  </a:lnTo>
                  <a:lnTo>
                    <a:pt x="147571" y="284834"/>
                  </a:lnTo>
                  <a:lnTo>
                    <a:pt x="148714" y="286044"/>
                  </a:lnTo>
                  <a:lnTo>
                    <a:pt x="149790" y="287197"/>
                  </a:lnTo>
                  <a:lnTo>
                    <a:pt x="150924" y="288406"/>
                  </a:lnTo>
                  <a:lnTo>
                    <a:pt x="152066" y="289549"/>
                  </a:lnTo>
                  <a:lnTo>
                    <a:pt x="153200" y="290702"/>
                  </a:lnTo>
                  <a:lnTo>
                    <a:pt x="154276" y="291788"/>
                  </a:lnTo>
                  <a:lnTo>
                    <a:pt x="155419" y="292931"/>
                  </a:lnTo>
                  <a:lnTo>
                    <a:pt x="156563" y="294016"/>
                  </a:lnTo>
                  <a:lnTo>
                    <a:pt x="157639" y="295036"/>
                  </a:lnTo>
                  <a:lnTo>
                    <a:pt x="158772" y="296121"/>
                  </a:lnTo>
                  <a:lnTo>
                    <a:pt x="159915" y="297140"/>
                  </a:lnTo>
                  <a:lnTo>
                    <a:pt x="160992" y="298169"/>
                  </a:lnTo>
                  <a:lnTo>
                    <a:pt x="162125" y="299122"/>
                  </a:lnTo>
                  <a:lnTo>
                    <a:pt x="163268" y="300084"/>
                  </a:lnTo>
                  <a:lnTo>
                    <a:pt x="164344" y="301036"/>
                  </a:lnTo>
                  <a:lnTo>
                    <a:pt x="165478" y="301932"/>
                  </a:lnTo>
                  <a:lnTo>
                    <a:pt x="166621" y="302827"/>
                  </a:lnTo>
                  <a:lnTo>
                    <a:pt x="167697" y="303656"/>
                  </a:lnTo>
                  <a:lnTo>
                    <a:pt x="168840" y="304418"/>
                  </a:lnTo>
                  <a:lnTo>
                    <a:pt x="169974" y="305246"/>
                  </a:lnTo>
                  <a:lnTo>
                    <a:pt x="171050" y="305951"/>
                  </a:lnTo>
                  <a:lnTo>
                    <a:pt x="172193" y="306713"/>
                  </a:lnTo>
                  <a:lnTo>
                    <a:pt x="173326" y="307351"/>
                  </a:lnTo>
                  <a:lnTo>
                    <a:pt x="174403" y="308056"/>
                  </a:lnTo>
                  <a:lnTo>
                    <a:pt x="175546" y="308628"/>
                  </a:lnTo>
                  <a:lnTo>
                    <a:pt x="176689" y="309266"/>
                  </a:lnTo>
                  <a:lnTo>
                    <a:pt x="177756" y="309780"/>
                  </a:lnTo>
                  <a:lnTo>
                    <a:pt x="178899" y="310352"/>
                  </a:lnTo>
                  <a:lnTo>
                    <a:pt x="180042" y="310799"/>
                  </a:lnTo>
                  <a:lnTo>
                    <a:pt x="181118" y="311304"/>
                  </a:lnTo>
                  <a:lnTo>
                    <a:pt x="182251" y="311752"/>
                  </a:lnTo>
                  <a:lnTo>
                    <a:pt x="183394" y="312142"/>
                  </a:lnTo>
                  <a:lnTo>
                    <a:pt x="184471" y="312524"/>
                  </a:lnTo>
                  <a:lnTo>
                    <a:pt x="185604" y="312904"/>
                  </a:lnTo>
                  <a:lnTo>
                    <a:pt x="186747" y="313285"/>
                  </a:lnTo>
                  <a:lnTo>
                    <a:pt x="187824" y="313609"/>
                  </a:lnTo>
                  <a:lnTo>
                    <a:pt x="188967" y="313924"/>
                  </a:lnTo>
                  <a:lnTo>
                    <a:pt x="190100" y="314247"/>
                  </a:lnTo>
                  <a:lnTo>
                    <a:pt x="191176" y="314495"/>
                  </a:lnTo>
                  <a:lnTo>
                    <a:pt x="192319" y="314819"/>
                  </a:lnTo>
                  <a:lnTo>
                    <a:pt x="193453" y="315076"/>
                  </a:lnTo>
                  <a:lnTo>
                    <a:pt x="194529" y="315323"/>
                  </a:lnTo>
                  <a:lnTo>
                    <a:pt x="195672" y="315581"/>
                  </a:lnTo>
                  <a:lnTo>
                    <a:pt x="196806" y="315838"/>
                  </a:lnTo>
                  <a:lnTo>
                    <a:pt x="197882" y="316095"/>
                  </a:lnTo>
                  <a:lnTo>
                    <a:pt x="199025" y="316352"/>
                  </a:lnTo>
                  <a:lnTo>
                    <a:pt x="200168" y="316667"/>
                  </a:lnTo>
                  <a:lnTo>
                    <a:pt x="201244" y="316924"/>
                  </a:lnTo>
                  <a:lnTo>
                    <a:pt x="202378" y="317181"/>
                  </a:lnTo>
                  <a:lnTo>
                    <a:pt x="203521" y="317438"/>
                  </a:lnTo>
                  <a:lnTo>
                    <a:pt x="204597" y="317686"/>
                  </a:lnTo>
                  <a:lnTo>
                    <a:pt x="205731" y="318010"/>
                  </a:lnTo>
                  <a:lnTo>
                    <a:pt x="206874" y="318267"/>
                  </a:lnTo>
                  <a:lnTo>
                    <a:pt x="207950" y="318581"/>
                  </a:lnTo>
                  <a:lnTo>
                    <a:pt x="209093" y="318905"/>
                  </a:lnTo>
                  <a:lnTo>
                    <a:pt x="210226" y="319220"/>
                  </a:lnTo>
                  <a:lnTo>
                    <a:pt x="211302" y="319544"/>
                  </a:lnTo>
                  <a:lnTo>
                    <a:pt x="212446" y="319857"/>
                  </a:lnTo>
                  <a:lnTo>
                    <a:pt x="213579" y="320172"/>
                  </a:lnTo>
                  <a:lnTo>
                    <a:pt x="214656" y="320496"/>
                  </a:lnTo>
                  <a:lnTo>
                    <a:pt x="215799" y="320810"/>
                  </a:lnTo>
                  <a:lnTo>
                    <a:pt x="216932" y="321134"/>
                  </a:lnTo>
                  <a:lnTo>
                    <a:pt x="218008" y="321515"/>
                  </a:lnTo>
                  <a:lnTo>
                    <a:pt x="219151" y="321839"/>
                  </a:lnTo>
                  <a:lnTo>
                    <a:pt x="220294" y="322153"/>
                  </a:lnTo>
                  <a:lnTo>
                    <a:pt x="221370" y="322534"/>
                  </a:lnTo>
                  <a:lnTo>
                    <a:pt x="222504" y="322858"/>
                  </a:lnTo>
                  <a:lnTo>
                    <a:pt x="223647" y="323172"/>
                  </a:lnTo>
                  <a:lnTo>
                    <a:pt x="224723" y="323496"/>
                  </a:lnTo>
                  <a:lnTo>
                    <a:pt x="225857" y="323877"/>
                  </a:lnTo>
                  <a:lnTo>
                    <a:pt x="227000" y="324192"/>
                  </a:lnTo>
                  <a:lnTo>
                    <a:pt x="228076" y="324515"/>
                  </a:lnTo>
                  <a:lnTo>
                    <a:pt x="229209" y="324772"/>
                  </a:lnTo>
                  <a:lnTo>
                    <a:pt x="230352" y="325087"/>
                  </a:lnTo>
                  <a:lnTo>
                    <a:pt x="231496" y="325411"/>
                  </a:lnTo>
                  <a:lnTo>
                    <a:pt x="232572" y="325668"/>
                  </a:lnTo>
                  <a:lnTo>
                    <a:pt x="233706" y="325915"/>
                  </a:lnTo>
                  <a:lnTo>
                    <a:pt x="234849" y="326240"/>
                  </a:lnTo>
                  <a:lnTo>
                    <a:pt x="235925" y="326497"/>
                  </a:lnTo>
                  <a:lnTo>
                    <a:pt x="237058" y="326744"/>
                  </a:lnTo>
                  <a:lnTo>
                    <a:pt x="238201" y="327001"/>
                  </a:lnTo>
                  <a:lnTo>
                    <a:pt x="239277" y="327192"/>
                  </a:lnTo>
                  <a:lnTo>
                    <a:pt x="240420" y="327449"/>
                  </a:lnTo>
                  <a:lnTo>
                    <a:pt x="241554" y="327706"/>
                  </a:lnTo>
                  <a:lnTo>
                    <a:pt x="242630" y="327897"/>
                  </a:lnTo>
                  <a:lnTo>
                    <a:pt x="243773" y="328154"/>
                  </a:lnTo>
                  <a:lnTo>
                    <a:pt x="244907" y="328344"/>
                  </a:lnTo>
                  <a:lnTo>
                    <a:pt x="245983" y="328535"/>
                  </a:lnTo>
                  <a:lnTo>
                    <a:pt x="247126" y="328726"/>
                  </a:lnTo>
                  <a:lnTo>
                    <a:pt x="248259" y="328982"/>
                  </a:lnTo>
                  <a:lnTo>
                    <a:pt x="249336" y="329173"/>
                  </a:lnTo>
                  <a:lnTo>
                    <a:pt x="250479" y="329363"/>
                  </a:lnTo>
                  <a:lnTo>
                    <a:pt x="251622" y="329554"/>
                  </a:lnTo>
                  <a:lnTo>
                    <a:pt x="252698" y="329745"/>
                  </a:lnTo>
                  <a:lnTo>
                    <a:pt x="253832" y="330002"/>
                  </a:lnTo>
                  <a:lnTo>
                    <a:pt x="254975" y="330192"/>
                  </a:lnTo>
                  <a:lnTo>
                    <a:pt x="256051" y="330383"/>
                  </a:lnTo>
                  <a:lnTo>
                    <a:pt x="257184" y="330640"/>
                  </a:lnTo>
                  <a:lnTo>
                    <a:pt x="258327" y="330831"/>
                  </a:lnTo>
                  <a:lnTo>
                    <a:pt x="259404" y="331088"/>
                  </a:lnTo>
                  <a:lnTo>
                    <a:pt x="260537" y="331278"/>
                  </a:lnTo>
                  <a:lnTo>
                    <a:pt x="261680" y="331535"/>
                  </a:lnTo>
                  <a:lnTo>
                    <a:pt x="262757" y="331792"/>
                  </a:lnTo>
                  <a:lnTo>
                    <a:pt x="263900" y="332040"/>
                  </a:lnTo>
                  <a:lnTo>
                    <a:pt x="265033" y="332297"/>
                  </a:lnTo>
                  <a:lnTo>
                    <a:pt x="266110" y="332554"/>
                  </a:lnTo>
                  <a:lnTo>
                    <a:pt x="267252" y="332811"/>
                  </a:lnTo>
                  <a:lnTo>
                    <a:pt x="268386" y="333069"/>
                  </a:lnTo>
                  <a:lnTo>
                    <a:pt x="269462" y="333317"/>
                  </a:lnTo>
                  <a:lnTo>
                    <a:pt x="270605" y="333640"/>
                  </a:lnTo>
                  <a:lnTo>
                    <a:pt x="271748" y="333897"/>
                  </a:lnTo>
                  <a:lnTo>
                    <a:pt x="272825" y="334145"/>
                  </a:lnTo>
                  <a:lnTo>
                    <a:pt x="273958" y="334469"/>
                  </a:lnTo>
                  <a:lnTo>
                    <a:pt x="275101" y="334726"/>
                  </a:lnTo>
                  <a:lnTo>
                    <a:pt x="276178" y="335040"/>
                  </a:lnTo>
                  <a:lnTo>
                    <a:pt x="277311" y="335298"/>
                  </a:lnTo>
                  <a:lnTo>
                    <a:pt x="278454" y="335555"/>
                  </a:lnTo>
                  <a:lnTo>
                    <a:pt x="279530" y="335869"/>
                  </a:lnTo>
                  <a:lnTo>
                    <a:pt x="280673" y="336126"/>
                  </a:lnTo>
                  <a:lnTo>
                    <a:pt x="281807" y="336383"/>
                  </a:lnTo>
                  <a:lnTo>
                    <a:pt x="282883" y="336641"/>
                  </a:lnTo>
                  <a:lnTo>
                    <a:pt x="284026" y="336888"/>
                  </a:lnTo>
                  <a:lnTo>
                    <a:pt x="285160" y="337145"/>
                  </a:lnTo>
                  <a:lnTo>
                    <a:pt x="286236" y="337336"/>
                  </a:lnTo>
                  <a:lnTo>
                    <a:pt x="287379" y="337593"/>
                  </a:lnTo>
                  <a:lnTo>
                    <a:pt x="288512" y="337784"/>
                  </a:lnTo>
                  <a:lnTo>
                    <a:pt x="289589" y="337974"/>
                  </a:lnTo>
                  <a:lnTo>
                    <a:pt x="290732" y="338164"/>
                  </a:lnTo>
                  <a:lnTo>
                    <a:pt x="291875" y="338355"/>
                  </a:lnTo>
                  <a:lnTo>
                    <a:pt x="292951" y="338555"/>
                  </a:lnTo>
                  <a:lnTo>
                    <a:pt x="294085" y="338679"/>
                  </a:lnTo>
                  <a:lnTo>
                    <a:pt x="295228" y="338803"/>
                  </a:lnTo>
                  <a:lnTo>
                    <a:pt x="296304" y="338936"/>
                  </a:lnTo>
                  <a:lnTo>
                    <a:pt x="297437" y="339060"/>
                  </a:lnTo>
                  <a:lnTo>
                    <a:pt x="298580" y="339193"/>
                  </a:lnTo>
                  <a:lnTo>
                    <a:pt x="299656" y="339250"/>
                  </a:lnTo>
                  <a:lnTo>
                    <a:pt x="300790" y="339384"/>
                  </a:lnTo>
                  <a:lnTo>
                    <a:pt x="301933" y="339441"/>
                  </a:lnTo>
                  <a:lnTo>
                    <a:pt x="303010" y="339507"/>
                  </a:lnTo>
                  <a:lnTo>
                    <a:pt x="304153" y="339574"/>
                  </a:lnTo>
                  <a:lnTo>
                    <a:pt x="305286" y="339631"/>
                  </a:lnTo>
                  <a:lnTo>
                    <a:pt x="306362" y="339698"/>
                  </a:lnTo>
                  <a:lnTo>
                    <a:pt x="307505" y="339698"/>
                  </a:lnTo>
                  <a:lnTo>
                    <a:pt x="308639" y="339765"/>
                  </a:lnTo>
                  <a:lnTo>
                    <a:pt x="309782" y="339832"/>
                  </a:lnTo>
                  <a:lnTo>
                    <a:pt x="310858" y="339832"/>
                  </a:lnTo>
                  <a:lnTo>
                    <a:pt x="312001" y="339832"/>
                  </a:lnTo>
                  <a:lnTo>
                    <a:pt x="313135" y="339889"/>
                  </a:lnTo>
                  <a:lnTo>
                    <a:pt x="314211" y="339889"/>
                  </a:lnTo>
                  <a:lnTo>
                    <a:pt x="315354" y="339955"/>
                  </a:lnTo>
                  <a:lnTo>
                    <a:pt x="316487" y="339955"/>
                  </a:lnTo>
                  <a:lnTo>
                    <a:pt x="317563" y="340022"/>
                  </a:lnTo>
                  <a:lnTo>
                    <a:pt x="318706" y="340022"/>
                  </a:lnTo>
                  <a:lnTo>
                    <a:pt x="319840" y="340022"/>
                  </a:lnTo>
                  <a:lnTo>
                    <a:pt x="320916" y="340079"/>
                  </a:lnTo>
                  <a:lnTo>
                    <a:pt x="322060" y="340079"/>
                  </a:lnTo>
                  <a:lnTo>
                    <a:pt x="323203" y="340079"/>
                  </a:lnTo>
                  <a:lnTo>
                    <a:pt x="324279" y="340146"/>
                  </a:lnTo>
                  <a:lnTo>
                    <a:pt x="325412" y="340146"/>
                  </a:lnTo>
                  <a:lnTo>
                    <a:pt x="326555" y="340213"/>
                  </a:lnTo>
                  <a:lnTo>
                    <a:pt x="327631" y="340213"/>
                  </a:lnTo>
                  <a:lnTo>
                    <a:pt x="328765" y="340213"/>
                  </a:lnTo>
                  <a:lnTo>
                    <a:pt x="329908" y="340270"/>
                  </a:lnTo>
                  <a:lnTo>
                    <a:pt x="330984" y="340270"/>
                  </a:lnTo>
                  <a:lnTo>
                    <a:pt x="332118" y="340270"/>
                  </a:lnTo>
                  <a:lnTo>
                    <a:pt x="333261" y="340336"/>
                  </a:lnTo>
                  <a:lnTo>
                    <a:pt x="334337" y="340336"/>
                  </a:lnTo>
                  <a:lnTo>
                    <a:pt x="335480" y="340336"/>
                  </a:lnTo>
                  <a:lnTo>
                    <a:pt x="336613" y="340336"/>
                  </a:lnTo>
                  <a:lnTo>
                    <a:pt x="337690" y="340336"/>
                  </a:lnTo>
                  <a:lnTo>
                    <a:pt x="338833" y="340403"/>
                  </a:lnTo>
                  <a:lnTo>
                    <a:pt x="339966" y="340403"/>
                  </a:lnTo>
                  <a:lnTo>
                    <a:pt x="341043" y="340403"/>
                  </a:lnTo>
                  <a:lnTo>
                    <a:pt x="342186" y="340336"/>
                  </a:lnTo>
                  <a:lnTo>
                    <a:pt x="343329" y="340336"/>
                  </a:lnTo>
                  <a:lnTo>
                    <a:pt x="344395" y="340336"/>
                  </a:lnTo>
                  <a:lnTo>
                    <a:pt x="345538" y="340336"/>
                  </a:lnTo>
                  <a:lnTo>
                    <a:pt x="346681" y="340336"/>
                  </a:lnTo>
                  <a:lnTo>
                    <a:pt x="347758" y="340270"/>
                  </a:lnTo>
                  <a:lnTo>
                    <a:pt x="348891" y="340270"/>
                  </a:lnTo>
                  <a:lnTo>
                    <a:pt x="350034" y="340270"/>
                  </a:lnTo>
                  <a:lnTo>
                    <a:pt x="351111" y="340213"/>
                  </a:lnTo>
                  <a:lnTo>
                    <a:pt x="352244" y="340213"/>
                  </a:lnTo>
                  <a:lnTo>
                    <a:pt x="353387" y="340146"/>
                  </a:lnTo>
                  <a:lnTo>
                    <a:pt x="354463" y="340146"/>
                  </a:lnTo>
                  <a:lnTo>
                    <a:pt x="355606" y="340079"/>
                  </a:lnTo>
                  <a:lnTo>
                    <a:pt x="356740" y="340079"/>
                  </a:lnTo>
                  <a:lnTo>
                    <a:pt x="357816" y="340022"/>
                  </a:lnTo>
                  <a:lnTo>
                    <a:pt x="358959" y="340022"/>
                  </a:lnTo>
                  <a:lnTo>
                    <a:pt x="360093" y="339955"/>
                  </a:lnTo>
                  <a:lnTo>
                    <a:pt x="361169" y="339955"/>
                  </a:lnTo>
                  <a:lnTo>
                    <a:pt x="362312" y="339889"/>
                  </a:lnTo>
                  <a:lnTo>
                    <a:pt x="363445" y="339889"/>
                  </a:lnTo>
                  <a:lnTo>
                    <a:pt x="364522" y="339889"/>
                  </a:lnTo>
                  <a:lnTo>
                    <a:pt x="365665" y="339832"/>
                  </a:lnTo>
                  <a:lnTo>
                    <a:pt x="366808" y="339832"/>
                  </a:lnTo>
                  <a:lnTo>
                    <a:pt x="367884" y="339832"/>
                  </a:lnTo>
                  <a:lnTo>
                    <a:pt x="369018" y="339765"/>
                  </a:lnTo>
                  <a:lnTo>
                    <a:pt x="370161" y="339765"/>
                  </a:lnTo>
                  <a:lnTo>
                    <a:pt x="371237" y="339765"/>
                  </a:lnTo>
                  <a:lnTo>
                    <a:pt x="372370" y="339765"/>
                  </a:lnTo>
                  <a:lnTo>
                    <a:pt x="373513" y="339765"/>
                  </a:lnTo>
                  <a:lnTo>
                    <a:pt x="374590" y="339765"/>
                  </a:lnTo>
                  <a:lnTo>
                    <a:pt x="375723" y="339765"/>
                  </a:lnTo>
                  <a:lnTo>
                    <a:pt x="376866" y="339765"/>
                  </a:lnTo>
                  <a:lnTo>
                    <a:pt x="377943" y="339765"/>
                  </a:lnTo>
                  <a:lnTo>
                    <a:pt x="379086" y="339765"/>
                  </a:lnTo>
                  <a:lnTo>
                    <a:pt x="380219" y="339832"/>
                  </a:lnTo>
                  <a:lnTo>
                    <a:pt x="381296" y="339832"/>
                  </a:lnTo>
                  <a:lnTo>
                    <a:pt x="382438" y="339832"/>
                  </a:lnTo>
                  <a:lnTo>
                    <a:pt x="383572" y="339889"/>
                  </a:lnTo>
                  <a:lnTo>
                    <a:pt x="384715" y="339889"/>
                  </a:lnTo>
                  <a:lnTo>
                    <a:pt x="385791" y="339955"/>
                  </a:lnTo>
                  <a:lnTo>
                    <a:pt x="386934" y="340022"/>
                  </a:lnTo>
                  <a:lnTo>
                    <a:pt x="388068" y="340022"/>
                  </a:lnTo>
                  <a:lnTo>
                    <a:pt x="389144" y="340079"/>
                  </a:lnTo>
                  <a:lnTo>
                    <a:pt x="390287" y="340146"/>
                  </a:lnTo>
                  <a:lnTo>
                    <a:pt x="391420" y="340213"/>
                  </a:lnTo>
                  <a:lnTo>
                    <a:pt x="392497" y="340270"/>
                  </a:lnTo>
                  <a:lnTo>
                    <a:pt x="393640" y="340336"/>
                  </a:lnTo>
                  <a:lnTo>
                    <a:pt x="394773" y="340403"/>
                  </a:lnTo>
                  <a:lnTo>
                    <a:pt x="395849" y="340460"/>
                  </a:lnTo>
                  <a:lnTo>
                    <a:pt x="396993" y="340593"/>
                  </a:lnTo>
                  <a:lnTo>
                    <a:pt x="398136" y="340660"/>
                  </a:lnTo>
                  <a:lnTo>
                    <a:pt x="399212" y="340717"/>
                  </a:lnTo>
                  <a:lnTo>
                    <a:pt x="400346" y="340851"/>
                  </a:lnTo>
                  <a:lnTo>
                    <a:pt x="401488" y="340908"/>
                  </a:lnTo>
                  <a:lnTo>
                    <a:pt x="402565" y="341041"/>
                  </a:lnTo>
                  <a:lnTo>
                    <a:pt x="403698" y="341099"/>
                  </a:lnTo>
                  <a:lnTo>
                    <a:pt x="404841" y="341232"/>
                  </a:lnTo>
                  <a:lnTo>
                    <a:pt x="405917" y="341299"/>
                  </a:lnTo>
                  <a:lnTo>
                    <a:pt x="407060" y="341422"/>
                  </a:lnTo>
                  <a:lnTo>
                    <a:pt x="408194" y="341546"/>
                  </a:lnTo>
                  <a:lnTo>
                    <a:pt x="409270" y="341613"/>
                  </a:lnTo>
                  <a:lnTo>
                    <a:pt x="410414" y="341736"/>
                  </a:lnTo>
                  <a:lnTo>
                    <a:pt x="411547" y="341803"/>
                  </a:lnTo>
                  <a:lnTo>
                    <a:pt x="412623" y="341936"/>
                  </a:lnTo>
                  <a:lnTo>
                    <a:pt x="413766" y="341994"/>
                  </a:lnTo>
                  <a:lnTo>
                    <a:pt x="414899" y="342060"/>
                  </a:lnTo>
                  <a:lnTo>
                    <a:pt x="415976" y="342184"/>
                  </a:lnTo>
                  <a:lnTo>
                    <a:pt x="417119" y="342251"/>
                  </a:lnTo>
                  <a:lnTo>
                    <a:pt x="418262" y="342318"/>
                  </a:lnTo>
                  <a:lnTo>
                    <a:pt x="419338" y="342375"/>
                  </a:lnTo>
                  <a:lnTo>
                    <a:pt x="420472" y="342442"/>
                  </a:lnTo>
                  <a:lnTo>
                    <a:pt x="421615" y="342508"/>
                  </a:lnTo>
                  <a:lnTo>
                    <a:pt x="422691" y="342575"/>
                  </a:lnTo>
                  <a:lnTo>
                    <a:pt x="423824" y="342632"/>
                  </a:lnTo>
                  <a:lnTo>
                    <a:pt x="424967" y="342699"/>
                  </a:lnTo>
                  <a:lnTo>
                    <a:pt x="426044" y="342699"/>
                  </a:lnTo>
                  <a:lnTo>
                    <a:pt x="427187" y="342765"/>
                  </a:lnTo>
                  <a:lnTo>
                    <a:pt x="428320" y="342765"/>
                  </a:lnTo>
                  <a:lnTo>
                    <a:pt x="429397" y="342822"/>
                  </a:lnTo>
                  <a:lnTo>
                    <a:pt x="430540" y="342822"/>
                  </a:lnTo>
                  <a:lnTo>
                    <a:pt x="431673" y="342822"/>
                  </a:lnTo>
                  <a:lnTo>
                    <a:pt x="432749" y="342822"/>
                  </a:lnTo>
                  <a:lnTo>
                    <a:pt x="433892" y="342822"/>
                  </a:lnTo>
                  <a:lnTo>
                    <a:pt x="435026" y="342822"/>
                  </a:lnTo>
                  <a:lnTo>
                    <a:pt x="436102" y="342765"/>
                  </a:lnTo>
                  <a:lnTo>
                    <a:pt x="437245" y="342765"/>
                  </a:lnTo>
                  <a:lnTo>
                    <a:pt x="438388" y="342765"/>
                  </a:lnTo>
                  <a:lnTo>
                    <a:pt x="439465" y="342699"/>
                  </a:lnTo>
                  <a:lnTo>
                    <a:pt x="440598" y="342632"/>
                  </a:lnTo>
                  <a:lnTo>
                    <a:pt x="441741" y="342632"/>
                  </a:lnTo>
                  <a:lnTo>
                    <a:pt x="442817" y="342575"/>
                  </a:lnTo>
                  <a:lnTo>
                    <a:pt x="443951" y="342508"/>
                  </a:lnTo>
                  <a:lnTo>
                    <a:pt x="445094" y="342442"/>
                  </a:lnTo>
                  <a:lnTo>
                    <a:pt x="446170" y="342375"/>
                  </a:lnTo>
                  <a:lnTo>
                    <a:pt x="447313" y="342318"/>
                  </a:lnTo>
                  <a:lnTo>
                    <a:pt x="448447" y="342251"/>
                  </a:lnTo>
                  <a:lnTo>
                    <a:pt x="449523" y="342184"/>
                  </a:lnTo>
                  <a:lnTo>
                    <a:pt x="450666" y="342127"/>
                  </a:lnTo>
                  <a:lnTo>
                    <a:pt x="451799" y="342060"/>
                  </a:lnTo>
                  <a:lnTo>
                    <a:pt x="452875" y="341994"/>
                  </a:lnTo>
                  <a:lnTo>
                    <a:pt x="454019" y="341936"/>
                  </a:lnTo>
                  <a:lnTo>
                    <a:pt x="455152" y="341870"/>
                  </a:lnTo>
                  <a:lnTo>
                    <a:pt x="456229" y="341803"/>
                  </a:lnTo>
                  <a:lnTo>
                    <a:pt x="457372" y="341736"/>
                  </a:lnTo>
                  <a:lnTo>
                    <a:pt x="458515" y="341613"/>
                  </a:lnTo>
                  <a:lnTo>
                    <a:pt x="459591" y="341546"/>
                  </a:lnTo>
                  <a:lnTo>
                    <a:pt x="460724" y="341489"/>
                  </a:lnTo>
                  <a:lnTo>
                    <a:pt x="461867" y="341422"/>
                  </a:lnTo>
                  <a:lnTo>
                    <a:pt x="463001" y="341356"/>
                  </a:lnTo>
                  <a:lnTo>
                    <a:pt x="464077" y="341299"/>
                  </a:lnTo>
                  <a:lnTo>
                    <a:pt x="465220" y="341232"/>
                  </a:lnTo>
                  <a:lnTo>
                    <a:pt x="466354" y="341232"/>
                  </a:lnTo>
                  <a:lnTo>
                    <a:pt x="467430" y="341165"/>
                  </a:lnTo>
                  <a:lnTo>
                    <a:pt x="468573" y="341099"/>
                  </a:lnTo>
                  <a:lnTo>
                    <a:pt x="469716" y="341041"/>
                  </a:lnTo>
                  <a:lnTo>
                    <a:pt x="470792" y="340975"/>
                  </a:lnTo>
                  <a:lnTo>
                    <a:pt x="471925" y="340975"/>
                  </a:lnTo>
                  <a:lnTo>
                    <a:pt x="473069" y="340908"/>
                  </a:lnTo>
                  <a:lnTo>
                    <a:pt x="474145" y="340908"/>
                  </a:lnTo>
                  <a:lnTo>
                    <a:pt x="475279" y="340851"/>
                  </a:lnTo>
                  <a:lnTo>
                    <a:pt x="476422" y="340851"/>
                  </a:lnTo>
                  <a:lnTo>
                    <a:pt x="477498" y="340784"/>
                  </a:lnTo>
                  <a:lnTo>
                    <a:pt x="478641" y="340784"/>
                  </a:lnTo>
                  <a:lnTo>
                    <a:pt x="479774" y="340784"/>
                  </a:lnTo>
                  <a:lnTo>
                    <a:pt x="480851" y="340717"/>
                  </a:lnTo>
                  <a:lnTo>
                    <a:pt x="481993" y="340717"/>
                  </a:lnTo>
                  <a:lnTo>
                    <a:pt x="483127" y="340717"/>
                  </a:lnTo>
                  <a:lnTo>
                    <a:pt x="484203" y="340717"/>
                  </a:lnTo>
                  <a:lnTo>
                    <a:pt x="485346" y="340717"/>
                  </a:lnTo>
                  <a:lnTo>
                    <a:pt x="486480" y="340717"/>
                  </a:lnTo>
                  <a:lnTo>
                    <a:pt x="487556" y="340717"/>
                  </a:lnTo>
                  <a:lnTo>
                    <a:pt x="488699" y="340717"/>
                  </a:lnTo>
                  <a:lnTo>
                    <a:pt x="489842" y="340717"/>
                  </a:lnTo>
                  <a:lnTo>
                    <a:pt x="490918" y="340717"/>
                  </a:lnTo>
                  <a:lnTo>
                    <a:pt x="492052" y="340784"/>
                  </a:lnTo>
                  <a:lnTo>
                    <a:pt x="493195" y="340784"/>
                  </a:lnTo>
                  <a:lnTo>
                    <a:pt x="494271" y="340851"/>
                  </a:lnTo>
                  <a:lnTo>
                    <a:pt x="495405" y="340851"/>
                  </a:lnTo>
                  <a:lnTo>
                    <a:pt x="496548" y="340908"/>
                  </a:lnTo>
                  <a:lnTo>
                    <a:pt x="497624" y="340975"/>
                  </a:lnTo>
                  <a:lnTo>
                    <a:pt x="498758" y="341041"/>
                  </a:lnTo>
                  <a:lnTo>
                    <a:pt x="499901" y="341099"/>
                  </a:lnTo>
                  <a:lnTo>
                    <a:pt x="500977" y="341165"/>
                  </a:lnTo>
                  <a:lnTo>
                    <a:pt x="502120" y="341299"/>
                  </a:lnTo>
                  <a:lnTo>
                    <a:pt x="503253" y="341356"/>
                  </a:lnTo>
                  <a:lnTo>
                    <a:pt x="504330" y="341489"/>
                  </a:lnTo>
                  <a:lnTo>
                    <a:pt x="505473" y="341613"/>
                  </a:lnTo>
                  <a:lnTo>
                    <a:pt x="506606" y="341736"/>
                  </a:lnTo>
                  <a:lnTo>
                    <a:pt x="507683" y="341936"/>
                  </a:lnTo>
                  <a:lnTo>
                    <a:pt x="508826" y="342060"/>
                  </a:lnTo>
                  <a:lnTo>
                    <a:pt x="509968" y="342251"/>
                  </a:lnTo>
                  <a:lnTo>
                    <a:pt x="511045" y="342442"/>
                  </a:lnTo>
                  <a:lnTo>
                    <a:pt x="512178" y="342632"/>
                  </a:lnTo>
                  <a:lnTo>
                    <a:pt x="513321" y="342889"/>
                  </a:lnTo>
                  <a:lnTo>
                    <a:pt x="514398" y="343146"/>
                  </a:lnTo>
                  <a:lnTo>
                    <a:pt x="515531" y="343404"/>
                  </a:lnTo>
                  <a:lnTo>
                    <a:pt x="516674" y="343651"/>
                  </a:lnTo>
                  <a:lnTo>
                    <a:pt x="517751" y="343908"/>
                  </a:lnTo>
                  <a:lnTo>
                    <a:pt x="518884" y="344165"/>
                  </a:lnTo>
                  <a:lnTo>
                    <a:pt x="520027" y="344480"/>
                  </a:lnTo>
                  <a:lnTo>
                    <a:pt x="521103" y="344804"/>
                  </a:lnTo>
                  <a:lnTo>
                    <a:pt x="522246" y="345118"/>
                  </a:lnTo>
                  <a:lnTo>
                    <a:pt x="523380" y="345375"/>
                  </a:lnTo>
                  <a:lnTo>
                    <a:pt x="524456" y="345699"/>
                  </a:lnTo>
                  <a:lnTo>
                    <a:pt x="525599" y="346080"/>
                  </a:lnTo>
                  <a:lnTo>
                    <a:pt x="526733" y="346394"/>
                  </a:lnTo>
                  <a:lnTo>
                    <a:pt x="527809" y="346718"/>
                  </a:lnTo>
                  <a:lnTo>
                    <a:pt x="528952" y="347033"/>
                  </a:lnTo>
                  <a:lnTo>
                    <a:pt x="530085" y="347356"/>
                  </a:lnTo>
                  <a:lnTo>
                    <a:pt x="531162" y="347671"/>
                  </a:lnTo>
                  <a:lnTo>
                    <a:pt x="532305" y="347995"/>
                  </a:lnTo>
                  <a:lnTo>
                    <a:pt x="533448" y="348252"/>
                  </a:lnTo>
                  <a:lnTo>
                    <a:pt x="534524" y="348566"/>
                  </a:lnTo>
                  <a:lnTo>
                    <a:pt x="535658" y="348823"/>
                  </a:lnTo>
                  <a:lnTo>
                    <a:pt x="536801" y="349138"/>
                  </a:lnTo>
                  <a:lnTo>
                    <a:pt x="537934" y="349395"/>
                  </a:lnTo>
                  <a:lnTo>
                    <a:pt x="539010" y="349652"/>
                  </a:lnTo>
                  <a:lnTo>
                    <a:pt x="540153" y="349842"/>
                  </a:lnTo>
                  <a:lnTo>
                    <a:pt x="541296" y="350099"/>
                  </a:lnTo>
                  <a:lnTo>
                    <a:pt x="542363" y="350290"/>
                  </a:lnTo>
                  <a:lnTo>
                    <a:pt x="543506" y="350481"/>
                  </a:lnTo>
                  <a:lnTo>
                    <a:pt x="544649" y="350671"/>
                  </a:lnTo>
                  <a:lnTo>
                    <a:pt x="545726" y="350861"/>
                  </a:lnTo>
                  <a:lnTo>
                    <a:pt x="546859" y="350995"/>
                  </a:lnTo>
                  <a:lnTo>
                    <a:pt x="548002" y="351185"/>
                  </a:lnTo>
                  <a:lnTo>
                    <a:pt x="549078" y="351309"/>
                  </a:lnTo>
                  <a:lnTo>
                    <a:pt x="550212" y="351443"/>
                  </a:lnTo>
                  <a:lnTo>
                    <a:pt x="551355" y="351567"/>
                  </a:lnTo>
                  <a:lnTo>
                    <a:pt x="552431" y="351633"/>
                  </a:lnTo>
                  <a:lnTo>
                    <a:pt x="553574" y="351757"/>
                  </a:lnTo>
                  <a:lnTo>
                    <a:pt x="554708" y="351824"/>
                  </a:lnTo>
                  <a:lnTo>
                    <a:pt x="555784" y="351881"/>
                  </a:lnTo>
                  <a:lnTo>
                    <a:pt x="556927" y="351947"/>
                  </a:lnTo>
                  <a:lnTo>
                    <a:pt x="558060" y="352014"/>
                  </a:lnTo>
                  <a:lnTo>
                    <a:pt x="559136" y="352080"/>
                  </a:lnTo>
                  <a:lnTo>
                    <a:pt x="560279" y="352138"/>
                  </a:lnTo>
                  <a:lnTo>
                    <a:pt x="561422" y="352138"/>
                  </a:lnTo>
                  <a:lnTo>
                    <a:pt x="562499" y="352204"/>
                  </a:lnTo>
                  <a:lnTo>
                    <a:pt x="563633" y="352204"/>
                  </a:lnTo>
                  <a:lnTo>
                    <a:pt x="564776" y="352271"/>
                  </a:lnTo>
                  <a:lnTo>
                    <a:pt x="565852" y="352271"/>
                  </a:lnTo>
                  <a:lnTo>
                    <a:pt x="566985" y="352271"/>
                  </a:lnTo>
                  <a:lnTo>
                    <a:pt x="568128" y="352271"/>
                  </a:lnTo>
                  <a:lnTo>
                    <a:pt x="569204" y="352328"/>
                  </a:lnTo>
                  <a:lnTo>
                    <a:pt x="570338" y="352328"/>
                  </a:lnTo>
                  <a:lnTo>
                    <a:pt x="571481" y="352328"/>
                  </a:lnTo>
                  <a:lnTo>
                    <a:pt x="571481" y="352395"/>
                  </a:lnTo>
                  <a:lnTo>
                    <a:pt x="570338" y="352395"/>
                  </a:lnTo>
                  <a:lnTo>
                    <a:pt x="569204" y="352395"/>
                  </a:lnTo>
                  <a:lnTo>
                    <a:pt x="568128" y="352395"/>
                  </a:lnTo>
                  <a:lnTo>
                    <a:pt x="566985" y="352395"/>
                  </a:lnTo>
                  <a:lnTo>
                    <a:pt x="565852" y="352395"/>
                  </a:lnTo>
                  <a:lnTo>
                    <a:pt x="564776" y="352395"/>
                  </a:lnTo>
                  <a:lnTo>
                    <a:pt x="563633" y="352395"/>
                  </a:lnTo>
                  <a:lnTo>
                    <a:pt x="562499" y="352395"/>
                  </a:lnTo>
                  <a:lnTo>
                    <a:pt x="561422" y="352395"/>
                  </a:lnTo>
                  <a:lnTo>
                    <a:pt x="560279" y="352395"/>
                  </a:lnTo>
                  <a:lnTo>
                    <a:pt x="559136" y="352395"/>
                  </a:lnTo>
                  <a:lnTo>
                    <a:pt x="558060" y="352395"/>
                  </a:lnTo>
                  <a:lnTo>
                    <a:pt x="556927" y="352395"/>
                  </a:lnTo>
                  <a:lnTo>
                    <a:pt x="555784" y="352395"/>
                  </a:lnTo>
                  <a:lnTo>
                    <a:pt x="554708" y="352395"/>
                  </a:lnTo>
                  <a:lnTo>
                    <a:pt x="553574" y="352395"/>
                  </a:lnTo>
                  <a:lnTo>
                    <a:pt x="552431" y="352395"/>
                  </a:lnTo>
                  <a:lnTo>
                    <a:pt x="551355" y="352395"/>
                  </a:lnTo>
                  <a:lnTo>
                    <a:pt x="550212" y="352395"/>
                  </a:lnTo>
                  <a:lnTo>
                    <a:pt x="549078" y="352395"/>
                  </a:lnTo>
                  <a:lnTo>
                    <a:pt x="548002" y="352395"/>
                  </a:lnTo>
                  <a:lnTo>
                    <a:pt x="546859" y="352395"/>
                  </a:lnTo>
                  <a:lnTo>
                    <a:pt x="545726" y="352395"/>
                  </a:lnTo>
                  <a:lnTo>
                    <a:pt x="544649" y="352395"/>
                  </a:lnTo>
                  <a:lnTo>
                    <a:pt x="543506" y="352395"/>
                  </a:lnTo>
                  <a:lnTo>
                    <a:pt x="542363" y="352395"/>
                  </a:lnTo>
                  <a:lnTo>
                    <a:pt x="541296" y="352395"/>
                  </a:lnTo>
                  <a:lnTo>
                    <a:pt x="540153" y="352395"/>
                  </a:lnTo>
                  <a:lnTo>
                    <a:pt x="539010" y="352395"/>
                  </a:lnTo>
                  <a:lnTo>
                    <a:pt x="537934" y="352395"/>
                  </a:lnTo>
                  <a:lnTo>
                    <a:pt x="536801" y="352395"/>
                  </a:lnTo>
                  <a:lnTo>
                    <a:pt x="535658" y="352395"/>
                  </a:lnTo>
                  <a:lnTo>
                    <a:pt x="534524" y="352395"/>
                  </a:lnTo>
                  <a:lnTo>
                    <a:pt x="533448" y="352395"/>
                  </a:lnTo>
                  <a:lnTo>
                    <a:pt x="532305" y="352395"/>
                  </a:lnTo>
                  <a:lnTo>
                    <a:pt x="531162" y="352395"/>
                  </a:lnTo>
                  <a:lnTo>
                    <a:pt x="530085" y="352395"/>
                  </a:lnTo>
                  <a:lnTo>
                    <a:pt x="528952" y="352395"/>
                  </a:lnTo>
                  <a:lnTo>
                    <a:pt x="527809" y="352395"/>
                  </a:lnTo>
                  <a:lnTo>
                    <a:pt x="526733" y="352395"/>
                  </a:lnTo>
                  <a:lnTo>
                    <a:pt x="525599" y="352395"/>
                  </a:lnTo>
                  <a:lnTo>
                    <a:pt x="524456" y="352395"/>
                  </a:lnTo>
                  <a:lnTo>
                    <a:pt x="523380" y="352395"/>
                  </a:lnTo>
                  <a:lnTo>
                    <a:pt x="522246" y="352395"/>
                  </a:lnTo>
                  <a:lnTo>
                    <a:pt x="521103" y="352395"/>
                  </a:lnTo>
                  <a:lnTo>
                    <a:pt x="520027" y="352395"/>
                  </a:lnTo>
                  <a:lnTo>
                    <a:pt x="518884" y="352395"/>
                  </a:lnTo>
                  <a:lnTo>
                    <a:pt x="517751" y="352395"/>
                  </a:lnTo>
                  <a:lnTo>
                    <a:pt x="516674" y="352395"/>
                  </a:lnTo>
                  <a:lnTo>
                    <a:pt x="515531" y="352395"/>
                  </a:lnTo>
                  <a:lnTo>
                    <a:pt x="514398" y="352395"/>
                  </a:lnTo>
                  <a:lnTo>
                    <a:pt x="513321" y="352395"/>
                  </a:lnTo>
                  <a:lnTo>
                    <a:pt x="512178" y="352395"/>
                  </a:lnTo>
                  <a:lnTo>
                    <a:pt x="511045" y="352395"/>
                  </a:lnTo>
                  <a:lnTo>
                    <a:pt x="509968" y="352395"/>
                  </a:lnTo>
                  <a:lnTo>
                    <a:pt x="508826" y="352395"/>
                  </a:lnTo>
                  <a:lnTo>
                    <a:pt x="507683" y="352395"/>
                  </a:lnTo>
                  <a:lnTo>
                    <a:pt x="506606" y="352395"/>
                  </a:lnTo>
                  <a:lnTo>
                    <a:pt x="505473" y="352395"/>
                  </a:lnTo>
                  <a:lnTo>
                    <a:pt x="504330" y="352395"/>
                  </a:lnTo>
                  <a:lnTo>
                    <a:pt x="503253" y="352395"/>
                  </a:lnTo>
                  <a:lnTo>
                    <a:pt x="502120" y="352395"/>
                  </a:lnTo>
                  <a:lnTo>
                    <a:pt x="500977" y="352395"/>
                  </a:lnTo>
                  <a:lnTo>
                    <a:pt x="499901" y="352395"/>
                  </a:lnTo>
                  <a:lnTo>
                    <a:pt x="498758" y="352395"/>
                  </a:lnTo>
                  <a:lnTo>
                    <a:pt x="497624" y="352395"/>
                  </a:lnTo>
                  <a:lnTo>
                    <a:pt x="496548" y="352395"/>
                  </a:lnTo>
                  <a:lnTo>
                    <a:pt x="495405" y="352395"/>
                  </a:lnTo>
                  <a:lnTo>
                    <a:pt x="494271" y="352395"/>
                  </a:lnTo>
                  <a:lnTo>
                    <a:pt x="493195" y="352395"/>
                  </a:lnTo>
                  <a:lnTo>
                    <a:pt x="492052" y="352395"/>
                  </a:lnTo>
                  <a:lnTo>
                    <a:pt x="490918" y="352395"/>
                  </a:lnTo>
                  <a:lnTo>
                    <a:pt x="489842" y="352395"/>
                  </a:lnTo>
                  <a:lnTo>
                    <a:pt x="488699" y="352395"/>
                  </a:lnTo>
                  <a:lnTo>
                    <a:pt x="487556" y="352395"/>
                  </a:lnTo>
                  <a:lnTo>
                    <a:pt x="486480" y="352395"/>
                  </a:lnTo>
                  <a:lnTo>
                    <a:pt x="485346" y="352395"/>
                  </a:lnTo>
                  <a:lnTo>
                    <a:pt x="484203" y="352395"/>
                  </a:lnTo>
                  <a:lnTo>
                    <a:pt x="483127" y="352395"/>
                  </a:lnTo>
                  <a:lnTo>
                    <a:pt x="481993" y="352395"/>
                  </a:lnTo>
                  <a:lnTo>
                    <a:pt x="480851" y="352395"/>
                  </a:lnTo>
                  <a:lnTo>
                    <a:pt x="479774" y="352395"/>
                  </a:lnTo>
                  <a:lnTo>
                    <a:pt x="478641" y="352395"/>
                  </a:lnTo>
                  <a:lnTo>
                    <a:pt x="477498" y="352395"/>
                  </a:lnTo>
                  <a:lnTo>
                    <a:pt x="476422" y="352395"/>
                  </a:lnTo>
                  <a:lnTo>
                    <a:pt x="475279" y="352395"/>
                  </a:lnTo>
                  <a:lnTo>
                    <a:pt x="474145" y="352395"/>
                  </a:lnTo>
                  <a:lnTo>
                    <a:pt x="473069" y="352395"/>
                  </a:lnTo>
                  <a:lnTo>
                    <a:pt x="471925" y="352395"/>
                  </a:lnTo>
                  <a:lnTo>
                    <a:pt x="470792" y="352395"/>
                  </a:lnTo>
                  <a:lnTo>
                    <a:pt x="469716" y="352395"/>
                  </a:lnTo>
                  <a:lnTo>
                    <a:pt x="468573" y="352395"/>
                  </a:lnTo>
                  <a:lnTo>
                    <a:pt x="467430" y="352395"/>
                  </a:lnTo>
                  <a:lnTo>
                    <a:pt x="466354" y="352395"/>
                  </a:lnTo>
                  <a:lnTo>
                    <a:pt x="465220" y="352395"/>
                  </a:lnTo>
                  <a:lnTo>
                    <a:pt x="464077" y="352395"/>
                  </a:lnTo>
                  <a:lnTo>
                    <a:pt x="463001" y="352395"/>
                  </a:lnTo>
                  <a:lnTo>
                    <a:pt x="461867" y="352395"/>
                  </a:lnTo>
                  <a:lnTo>
                    <a:pt x="460724" y="352395"/>
                  </a:lnTo>
                  <a:lnTo>
                    <a:pt x="459591" y="352395"/>
                  </a:lnTo>
                  <a:lnTo>
                    <a:pt x="458515" y="352395"/>
                  </a:lnTo>
                  <a:lnTo>
                    <a:pt x="457372" y="352395"/>
                  </a:lnTo>
                  <a:lnTo>
                    <a:pt x="456229" y="352395"/>
                  </a:lnTo>
                  <a:lnTo>
                    <a:pt x="455152" y="352395"/>
                  </a:lnTo>
                  <a:lnTo>
                    <a:pt x="454019" y="352395"/>
                  </a:lnTo>
                  <a:lnTo>
                    <a:pt x="452875" y="352395"/>
                  </a:lnTo>
                  <a:lnTo>
                    <a:pt x="451799" y="352395"/>
                  </a:lnTo>
                  <a:lnTo>
                    <a:pt x="450666" y="352395"/>
                  </a:lnTo>
                  <a:lnTo>
                    <a:pt x="449523" y="352395"/>
                  </a:lnTo>
                  <a:lnTo>
                    <a:pt x="448447" y="352395"/>
                  </a:lnTo>
                  <a:lnTo>
                    <a:pt x="447313" y="352395"/>
                  </a:lnTo>
                  <a:lnTo>
                    <a:pt x="446170" y="352395"/>
                  </a:lnTo>
                  <a:lnTo>
                    <a:pt x="445094" y="352395"/>
                  </a:lnTo>
                  <a:lnTo>
                    <a:pt x="443951" y="352395"/>
                  </a:lnTo>
                  <a:lnTo>
                    <a:pt x="442817" y="352395"/>
                  </a:lnTo>
                  <a:lnTo>
                    <a:pt x="441741" y="352395"/>
                  </a:lnTo>
                  <a:lnTo>
                    <a:pt x="440598" y="352395"/>
                  </a:lnTo>
                  <a:lnTo>
                    <a:pt x="439465" y="352395"/>
                  </a:lnTo>
                  <a:lnTo>
                    <a:pt x="438388" y="352395"/>
                  </a:lnTo>
                  <a:lnTo>
                    <a:pt x="437245" y="352395"/>
                  </a:lnTo>
                  <a:lnTo>
                    <a:pt x="436102" y="352395"/>
                  </a:lnTo>
                  <a:lnTo>
                    <a:pt x="435026" y="352395"/>
                  </a:lnTo>
                  <a:lnTo>
                    <a:pt x="433892" y="352395"/>
                  </a:lnTo>
                  <a:lnTo>
                    <a:pt x="432749" y="352395"/>
                  </a:lnTo>
                  <a:lnTo>
                    <a:pt x="431673" y="352395"/>
                  </a:lnTo>
                  <a:lnTo>
                    <a:pt x="430540" y="352395"/>
                  </a:lnTo>
                  <a:lnTo>
                    <a:pt x="429397" y="352395"/>
                  </a:lnTo>
                  <a:lnTo>
                    <a:pt x="428320" y="352395"/>
                  </a:lnTo>
                  <a:lnTo>
                    <a:pt x="427187" y="352395"/>
                  </a:lnTo>
                  <a:lnTo>
                    <a:pt x="426044" y="352395"/>
                  </a:lnTo>
                  <a:lnTo>
                    <a:pt x="424967" y="352395"/>
                  </a:lnTo>
                  <a:lnTo>
                    <a:pt x="423824" y="352395"/>
                  </a:lnTo>
                  <a:lnTo>
                    <a:pt x="422691" y="352395"/>
                  </a:lnTo>
                  <a:lnTo>
                    <a:pt x="421615" y="352395"/>
                  </a:lnTo>
                  <a:lnTo>
                    <a:pt x="420472" y="352395"/>
                  </a:lnTo>
                  <a:lnTo>
                    <a:pt x="419338" y="352395"/>
                  </a:lnTo>
                  <a:lnTo>
                    <a:pt x="418262" y="352395"/>
                  </a:lnTo>
                  <a:lnTo>
                    <a:pt x="417119" y="352395"/>
                  </a:lnTo>
                  <a:lnTo>
                    <a:pt x="415976" y="352395"/>
                  </a:lnTo>
                  <a:lnTo>
                    <a:pt x="414899" y="352395"/>
                  </a:lnTo>
                  <a:lnTo>
                    <a:pt x="413766" y="352395"/>
                  </a:lnTo>
                  <a:lnTo>
                    <a:pt x="412623" y="352395"/>
                  </a:lnTo>
                  <a:lnTo>
                    <a:pt x="411547" y="352395"/>
                  </a:lnTo>
                  <a:lnTo>
                    <a:pt x="410414" y="352395"/>
                  </a:lnTo>
                  <a:lnTo>
                    <a:pt x="409270" y="352395"/>
                  </a:lnTo>
                  <a:lnTo>
                    <a:pt x="408194" y="352395"/>
                  </a:lnTo>
                  <a:lnTo>
                    <a:pt x="407060" y="352395"/>
                  </a:lnTo>
                  <a:lnTo>
                    <a:pt x="405917" y="352395"/>
                  </a:lnTo>
                  <a:lnTo>
                    <a:pt x="404841" y="352395"/>
                  </a:lnTo>
                  <a:lnTo>
                    <a:pt x="403698" y="352395"/>
                  </a:lnTo>
                  <a:lnTo>
                    <a:pt x="402565" y="352395"/>
                  </a:lnTo>
                  <a:lnTo>
                    <a:pt x="401488" y="352395"/>
                  </a:lnTo>
                  <a:lnTo>
                    <a:pt x="400346" y="352395"/>
                  </a:lnTo>
                  <a:lnTo>
                    <a:pt x="399212" y="352395"/>
                  </a:lnTo>
                  <a:lnTo>
                    <a:pt x="398136" y="352395"/>
                  </a:lnTo>
                  <a:lnTo>
                    <a:pt x="396993" y="352395"/>
                  </a:lnTo>
                  <a:lnTo>
                    <a:pt x="395849" y="352395"/>
                  </a:lnTo>
                  <a:lnTo>
                    <a:pt x="394773" y="352395"/>
                  </a:lnTo>
                  <a:lnTo>
                    <a:pt x="393640" y="352395"/>
                  </a:lnTo>
                  <a:lnTo>
                    <a:pt x="392497" y="352395"/>
                  </a:lnTo>
                  <a:lnTo>
                    <a:pt x="391420" y="352395"/>
                  </a:lnTo>
                  <a:lnTo>
                    <a:pt x="390287" y="352395"/>
                  </a:lnTo>
                  <a:lnTo>
                    <a:pt x="389144" y="352395"/>
                  </a:lnTo>
                  <a:lnTo>
                    <a:pt x="388068" y="352395"/>
                  </a:lnTo>
                  <a:lnTo>
                    <a:pt x="386934" y="352395"/>
                  </a:lnTo>
                  <a:lnTo>
                    <a:pt x="385791" y="352395"/>
                  </a:lnTo>
                  <a:lnTo>
                    <a:pt x="384715" y="352395"/>
                  </a:lnTo>
                  <a:lnTo>
                    <a:pt x="383572" y="352395"/>
                  </a:lnTo>
                  <a:lnTo>
                    <a:pt x="382438" y="352395"/>
                  </a:lnTo>
                  <a:lnTo>
                    <a:pt x="381296" y="352395"/>
                  </a:lnTo>
                  <a:lnTo>
                    <a:pt x="380219" y="352395"/>
                  </a:lnTo>
                  <a:lnTo>
                    <a:pt x="379086" y="352395"/>
                  </a:lnTo>
                  <a:lnTo>
                    <a:pt x="377943" y="352395"/>
                  </a:lnTo>
                  <a:lnTo>
                    <a:pt x="376866" y="352395"/>
                  </a:lnTo>
                  <a:lnTo>
                    <a:pt x="375723" y="352395"/>
                  </a:lnTo>
                  <a:lnTo>
                    <a:pt x="374590" y="352395"/>
                  </a:lnTo>
                  <a:lnTo>
                    <a:pt x="373513" y="352395"/>
                  </a:lnTo>
                  <a:lnTo>
                    <a:pt x="372370" y="352395"/>
                  </a:lnTo>
                  <a:lnTo>
                    <a:pt x="371237" y="352395"/>
                  </a:lnTo>
                  <a:lnTo>
                    <a:pt x="370161" y="352395"/>
                  </a:lnTo>
                  <a:lnTo>
                    <a:pt x="369018" y="352395"/>
                  </a:lnTo>
                  <a:lnTo>
                    <a:pt x="367884" y="352395"/>
                  </a:lnTo>
                  <a:lnTo>
                    <a:pt x="366808" y="352395"/>
                  </a:lnTo>
                  <a:lnTo>
                    <a:pt x="365665" y="352395"/>
                  </a:lnTo>
                  <a:lnTo>
                    <a:pt x="364522" y="352395"/>
                  </a:lnTo>
                  <a:lnTo>
                    <a:pt x="363445" y="352395"/>
                  </a:lnTo>
                  <a:lnTo>
                    <a:pt x="362312" y="352395"/>
                  </a:lnTo>
                  <a:lnTo>
                    <a:pt x="361169" y="352395"/>
                  </a:lnTo>
                  <a:lnTo>
                    <a:pt x="360093" y="352395"/>
                  </a:lnTo>
                  <a:lnTo>
                    <a:pt x="358959" y="352395"/>
                  </a:lnTo>
                  <a:lnTo>
                    <a:pt x="357816" y="352395"/>
                  </a:lnTo>
                  <a:lnTo>
                    <a:pt x="356740" y="352395"/>
                  </a:lnTo>
                  <a:lnTo>
                    <a:pt x="355606" y="352395"/>
                  </a:lnTo>
                  <a:lnTo>
                    <a:pt x="354463" y="352395"/>
                  </a:lnTo>
                  <a:lnTo>
                    <a:pt x="353387" y="352395"/>
                  </a:lnTo>
                  <a:lnTo>
                    <a:pt x="352244" y="352395"/>
                  </a:lnTo>
                  <a:lnTo>
                    <a:pt x="351111" y="352395"/>
                  </a:lnTo>
                  <a:lnTo>
                    <a:pt x="350034" y="352395"/>
                  </a:lnTo>
                  <a:lnTo>
                    <a:pt x="348891" y="352395"/>
                  </a:lnTo>
                  <a:lnTo>
                    <a:pt x="347758" y="352395"/>
                  </a:lnTo>
                  <a:lnTo>
                    <a:pt x="346681" y="352395"/>
                  </a:lnTo>
                  <a:lnTo>
                    <a:pt x="345538" y="352395"/>
                  </a:lnTo>
                  <a:lnTo>
                    <a:pt x="344395" y="352395"/>
                  </a:lnTo>
                  <a:lnTo>
                    <a:pt x="343329" y="352395"/>
                  </a:lnTo>
                  <a:lnTo>
                    <a:pt x="342186" y="352395"/>
                  </a:lnTo>
                  <a:lnTo>
                    <a:pt x="341043" y="352395"/>
                  </a:lnTo>
                  <a:lnTo>
                    <a:pt x="339966" y="352395"/>
                  </a:lnTo>
                  <a:lnTo>
                    <a:pt x="338833" y="352395"/>
                  </a:lnTo>
                  <a:lnTo>
                    <a:pt x="337690" y="352395"/>
                  </a:lnTo>
                  <a:lnTo>
                    <a:pt x="336613" y="352395"/>
                  </a:lnTo>
                  <a:lnTo>
                    <a:pt x="335480" y="352395"/>
                  </a:lnTo>
                  <a:lnTo>
                    <a:pt x="334337" y="352395"/>
                  </a:lnTo>
                  <a:lnTo>
                    <a:pt x="333261" y="352395"/>
                  </a:lnTo>
                  <a:lnTo>
                    <a:pt x="332118" y="352395"/>
                  </a:lnTo>
                  <a:lnTo>
                    <a:pt x="330984" y="352395"/>
                  </a:lnTo>
                  <a:lnTo>
                    <a:pt x="329908" y="352395"/>
                  </a:lnTo>
                  <a:lnTo>
                    <a:pt x="328765" y="352395"/>
                  </a:lnTo>
                  <a:lnTo>
                    <a:pt x="327631" y="352395"/>
                  </a:lnTo>
                  <a:lnTo>
                    <a:pt x="326555" y="352395"/>
                  </a:lnTo>
                  <a:lnTo>
                    <a:pt x="325412" y="352395"/>
                  </a:lnTo>
                  <a:lnTo>
                    <a:pt x="324279" y="352395"/>
                  </a:lnTo>
                  <a:lnTo>
                    <a:pt x="323203" y="352395"/>
                  </a:lnTo>
                  <a:lnTo>
                    <a:pt x="322060" y="352395"/>
                  </a:lnTo>
                  <a:lnTo>
                    <a:pt x="320916" y="352395"/>
                  </a:lnTo>
                  <a:lnTo>
                    <a:pt x="319840" y="352395"/>
                  </a:lnTo>
                  <a:lnTo>
                    <a:pt x="318706" y="352395"/>
                  </a:lnTo>
                  <a:lnTo>
                    <a:pt x="317563" y="352395"/>
                  </a:lnTo>
                  <a:lnTo>
                    <a:pt x="316487" y="352395"/>
                  </a:lnTo>
                  <a:lnTo>
                    <a:pt x="315354" y="352395"/>
                  </a:lnTo>
                  <a:lnTo>
                    <a:pt x="314211" y="352395"/>
                  </a:lnTo>
                  <a:lnTo>
                    <a:pt x="313135" y="352395"/>
                  </a:lnTo>
                  <a:lnTo>
                    <a:pt x="312001" y="352395"/>
                  </a:lnTo>
                  <a:lnTo>
                    <a:pt x="310858" y="352395"/>
                  </a:lnTo>
                  <a:lnTo>
                    <a:pt x="309782" y="352395"/>
                  </a:lnTo>
                  <a:lnTo>
                    <a:pt x="308639" y="352395"/>
                  </a:lnTo>
                  <a:lnTo>
                    <a:pt x="307505" y="352395"/>
                  </a:lnTo>
                  <a:lnTo>
                    <a:pt x="306362" y="352395"/>
                  </a:lnTo>
                  <a:lnTo>
                    <a:pt x="305286" y="352395"/>
                  </a:lnTo>
                  <a:lnTo>
                    <a:pt x="304153" y="352395"/>
                  </a:lnTo>
                  <a:lnTo>
                    <a:pt x="303010" y="352395"/>
                  </a:lnTo>
                  <a:lnTo>
                    <a:pt x="301933" y="352395"/>
                  </a:lnTo>
                  <a:lnTo>
                    <a:pt x="300790" y="352395"/>
                  </a:lnTo>
                  <a:lnTo>
                    <a:pt x="299656" y="352395"/>
                  </a:lnTo>
                  <a:lnTo>
                    <a:pt x="298580" y="352395"/>
                  </a:lnTo>
                  <a:lnTo>
                    <a:pt x="297437" y="352395"/>
                  </a:lnTo>
                  <a:lnTo>
                    <a:pt x="296304" y="352395"/>
                  </a:lnTo>
                  <a:lnTo>
                    <a:pt x="295228" y="352395"/>
                  </a:lnTo>
                  <a:lnTo>
                    <a:pt x="294085" y="352395"/>
                  </a:lnTo>
                  <a:lnTo>
                    <a:pt x="292951" y="352395"/>
                  </a:lnTo>
                  <a:lnTo>
                    <a:pt x="291875" y="352395"/>
                  </a:lnTo>
                  <a:lnTo>
                    <a:pt x="290732" y="352395"/>
                  </a:lnTo>
                  <a:lnTo>
                    <a:pt x="289589" y="352395"/>
                  </a:lnTo>
                  <a:lnTo>
                    <a:pt x="288512" y="352395"/>
                  </a:lnTo>
                  <a:lnTo>
                    <a:pt x="287379" y="352395"/>
                  </a:lnTo>
                  <a:lnTo>
                    <a:pt x="286236" y="352395"/>
                  </a:lnTo>
                  <a:lnTo>
                    <a:pt x="285160" y="352395"/>
                  </a:lnTo>
                  <a:lnTo>
                    <a:pt x="284026" y="352395"/>
                  </a:lnTo>
                  <a:lnTo>
                    <a:pt x="282883" y="352395"/>
                  </a:lnTo>
                  <a:lnTo>
                    <a:pt x="281807" y="352395"/>
                  </a:lnTo>
                  <a:lnTo>
                    <a:pt x="280673" y="352395"/>
                  </a:lnTo>
                  <a:lnTo>
                    <a:pt x="279530" y="352395"/>
                  </a:lnTo>
                  <a:lnTo>
                    <a:pt x="278454" y="352395"/>
                  </a:lnTo>
                  <a:lnTo>
                    <a:pt x="277311" y="352395"/>
                  </a:lnTo>
                  <a:lnTo>
                    <a:pt x="276178" y="352395"/>
                  </a:lnTo>
                  <a:lnTo>
                    <a:pt x="275101" y="352395"/>
                  </a:lnTo>
                  <a:lnTo>
                    <a:pt x="273958" y="352395"/>
                  </a:lnTo>
                  <a:lnTo>
                    <a:pt x="272825" y="352395"/>
                  </a:lnTo>
                  <a:lnTo>
                    <a:pt x="271748" y="352395"/>
                  </a:lnTo>
                  <a:lnTo>
                    <a:pt x="270605" y="352395"/>
                  </a:lnTo>
                  <a:lnTo>
                    <a:pt x="269462" y="352395"/>
                  </a:lnTo>
                  <a:lnTo>
                    <a:pt x="268386" y="352395"/>
                  </a:lnTo>
                  <a:lnTo>
                    <a:pt x="267252" y="352395"/>
                  </a:lnTo>
                  <a:lnTo>
                    <a:pt x="266110" y="352395"/>
                  </a:lnTo>
                  <a:lnTo>
                    <a:pt x="265033" y="352395"/>
                  </a:lnTo>
                  <a:lnTo>
                    <a:pt x="263900" y="352395"/>
                  </a:lnTo>
                  <a:lnTo>
                    <a:pt x="262757" y="352395"/>
                  </a:lnTo>
                  <a:lnTo>
                    <a:pt x="261680" y="352395"/>
                  </a:lnTo>
                  <a:lnTo>
                    <a:pt x="260537" y="352395"/>
                  </a:lnTo>
                  <a:lnTo>
                    <a:pt x="259404" y="352395"/>
                  </a:lnTo>
                  <a:lnTo>
                    <a:pt x="258327" y="352395"/>
                  </a:lnTo>
                  <a:lnTo>
                    <a:pt x="257184" y="352395"/>
                  </a:lnTo>
                  <a:lnTo>
                    <a:pt x="256051" y="352395"/>
                  </a:lnTo>
                  <a:lnTo>
                    <a:pt x="254975" y="352395"/>
                  </a:lnTo>
                  <a:lnTo>
                    <a:pt x="253832" y="352395"/>
                  </a:lnTo>
                  <a:lnTo>
                    <a:pt x="252698" y="352395"/>
                  </a:lnTo>
                  <a:lnTo>
                    <a:pt x="251622" y="352395"/>
                  </a:lnTo>
                  <a:lnTo>
                    <a:pt x="250479" y="352395"/>
                  </a:lnTo>
                  <a:lnTo>
                    <a:pt x="249336" y="352395"/>
                  </a:lnTo>
                  <a:lnTo>
                    <a:pt x="248259" y="352395"/>
                  </a:lnTo>
                  <a:lnTo>
                    <a:pt x="247126" y="352395"/>
                  </a:lnTo>
                  <a:lnTo>
                    <a:pt x="245983" y="352395"/>
                  </a:lnTo>
                  <a:lnTo>
                    <a:pt x="244907" y="352395"/>
                  </a:lnTo>
                  <a:lnTo>
                    <a:pt x="243773" y="352395"/>
                  </a:lnTo>
                  <a:lnTo>
                    <a:pt x="242630" y="352395"/>
                  </a:lnTo>
                  <a:lnTo>
                    <a:pt x="241554" y="352395"/>
                  </a:lnTo>
                  <a:lnTo>
                    <a:pt x="240420" y="352395"/>
                  </a:lnTo>
                  <a:lnTo>
                    <a:pt x="239277" y="352395"/>
                  </a:lnTo>
                  <a:lnTo>
                    <a:pt x="238201" y="352395"/>
                  </a:lnTo>
                  <a:lnTo>
                    <a:pt x="237058" y="352395"/>
                  </a:lnTo>
                  <a:lnTo>
                    <a:pt x="235925" y="352395"/>
                  </a:lnTo>
                  <a:lnTo>
                    <a:pt x="234849" y="352395"/>
                  </a:lnTo>
                  <a:lnTo>
                    <a:pt x="233706" y="352395"/>
                  </a:lnTo>
                  <a:lnTo>
                    <a:pt x="232572" y="352395"/>
                  </a:lnTo>
                  <a:lnTo>
                    <a:pt x="231496" y="352395"/>
                  </a:lnTo>
                  <a:lnTo>
                    <a:pt x="230352" y="352395"/>
                  </a:lnTo>
                  <a:lnTo>
                    <a:pt x="229209" y="352395"/>
                  </a:lnTo>
                  <a:lnTo>
                    <a:pt x="228076" y="352395"/>
                  </a:lnTo>
                  <a:lnTo>
                    <a:pt x="227000" y="352395"/>
                  </a:lnTo>
                  <a:lnTo>
                    <a:pt x="225857" y="352395"/>
                  </a:lnTo>
                  <a:lnTo>
                    <a:pt x="224723" y="352395"/>
                  </a:lnTo>
                  <a:lnTo>
                    <a:pt x="223647" y="352395"/>
                  </a:lnTo>
                  <a:lnTo>
                    <a:pt x="222504" y="352395"/>
                  </a:lnTo>
                  <a:lnTo>
                    <a:pt x="221370" y="352395"/>
                  </a:lnTo>
                  <a:lnTo>
                    <a:pt x="220294" y="352395"/>
                  </a:lnTo>
                  <a:lnTo>
                    <a:pt x="219151" y="352395"/>
                  </a:lnTo>
                  <a:lnTo>
                    <a:pt x="218008" y="352395"/>
                  </a:lnTo>
                  <a:lnTo>
                    <a:pt x="216932" y="352395"/>
                  </a:lnTo>
                  <a:lnTo>
                    <a:pt x="215799" y="352395"/>
                  </a:lnTo>
                  <a:lnTo>
                    <a:pt x="214656" y="352395"/>
                  </a:lnTo>
                  <a:lnTo>
                    <a:pt x="213579" y="352395"/>
                  </a:lnTo>
                  <a:lnTo>
                    <a:pt x="212446" y="352395"/>
                  </a:lnTo>
                  <a:lnTo>
                    <a:pt x="211302" y="352395"/>
                  </a:lnTo>
                  <a:lnTo>
                    <a:pt x="210226" y="352395"/>
                  </a:lnTo>
                  <a:lnTo>
                    <a:pt x="209093" y="352395"/>
                  </a:lnTo>
                  <a:lnTo>
                    <a:pt x="207950" y="352395"/>
                  </a:lnTo>
                  <a:lnTo>
                    <a:pt x="206874" y="352395"/>
                  </a:lnTo>
                  <a:lnTo>
                    <a:pt x="205731" y="352395"/>
                  </a:lnTo>
                  <a:lnTo>
                    <a:pt x="204597" y="352395"/>
                  </a:lnTo>
                  <a:lnTo>
                    <a:pt x="203521" y="352395"/>
                  </a:lnTo>
                  <a:lnTo>
                    <a:pt x="202378" y="352395"/>
                  </a:lnTo>
                  <a:lnTo>
                    <a:pt x="201244" y="352395"/>
                  </a:lnTo>
                  <a:lnTo>
                    <a:pt x="200168" y="352395"/>
                  </a:lnTo>
                  <a:lnTo>
                    <a:pt x="199025" y="352395"/>
                  </a:lnTo>
                  <a:lnTo>
                    <a:pt x="197882" y="352395"/>
                  </a:lnTo>
                  <a:lnTo>
                    <a:pt x="196806" y="352395"/>
                  </a:lnTo>
                  <a:lnTo>
                    <a:pt x="195672" y="352395"/>
                  </a:lnTo>
                  <a:lnTo>
                    <a:pt x="194529" y="352395"/>
                  </a:lnTo>
                  <a:lnTo>
                    <a:pt x="193453" y="352395"/>
                  </a:lnTo>
                  <a:lnTo>
                    <a:pt x="192319" y="352395"/>
                  </a:lnTo>
                  <a:lnTo>
                    <a:pt x="191176" y="352395"/>
                  </a:lnTo>
                  <a:lnTo>
                    <a:pt x="190100" y="352395"/>
                  </a:lnTo>
                  <a:lnTo>
                    <a:pt x="188967" y="352395"/>
                  </a:lnTo>
                  <a:lnTo>
                    <a:pt x="187824" y="352395"/>
                  </a:lnTo>
                  <a:lnTo>
                    <a:pt x="186747" y="352395"/>
                  </a:lnTo>
                  <a:lnTo>
                    <a:pt x="185604" y="352395"/>
                  </a:lnTo>
                  <a:lnTo>
                    <a:pt x="184471" y="352395"/>
                  </a:lnTo>
                  <a:lnTo>
                    <a:pt x="183394" y="352395"/>
                  </a:lnTo>
                  <a:lnTo>
                    <a:pt x="182251" y="352395"/>
                  </a:lnTo>
                  <a:lnTo>
                    <a:pt x="181118" y="352395"/>
                  </a:lnTo>
                  <a:lnTo>
                    <a:pt x="180042" y="352395"/>
                  </a:lnTo>
                  <a:lnTo>
                    <a:pt x="178899" y="352395"/>
                  </a:lnTo>
                  <a:lnTo>
                    <a:pt x="177756" y="352395"/>
                  </a:lnTo>
                  <a:lnTo>
                    <a:pt x="176689" y="352395"/>
                  </a:lnTo>
                  <a:lnTo>
                    <a:pt x="175546" y="352395"/>
                  </a:lnTo>
                  <a:lnTo>
                    <a:pt x="174403" y="352395"/>
                  </a:lnTo>
                  <a:lnTo>
                    <a:pt x="173326" y="352395"/>
                  </a:lnTo>
                  <a:lnTo>
                    <a:pt x="172193" y="352395"/>
                  </a:lnTo>
                  <a:lnTo>
                    <a:pt x="171050" y="352395"/>
                  </a:lnTo>
                  <a:lnTo>
                    <a:pt x="169974" y="352395"/>
                  </a:lnTo>
                  <a:lnTo>
                    <a:pt x="168840" y="352395"/>
                  </a:lnTo>
                  <a:lnTo>
                    <a:pt x="167697" y="352395"/>
                  </a:lnTo>
                  <a:lnTo>
                    <a:pt x="166621" y="352395"/>
                  </a:lnTo>
                  <a:lnTo>
                    <a:pt x="165478" y="352395"/>
                  </a:lnTo>
                  <a:lnTo>
                    <a:pt x="164344" y="352395"/>
                  </a:lnTo>
                  <a:lnTo>
                    <a:pt x="163268" y="352395"/>
                  </a:lnTo>
                  <a:lnTo>
                    <a:pt x="162125" y="352395"/>
                  </a:lnTo>
                  <a:lnTo>
                    <a:pt x="160992" y="352395"/>
                  </a:lnTo>
                  <a:lnTo>
                    <a:pt x="159915" y="352395"/>
                  </a:lnTo>
                  <a:lnTo>
                    <a:pt x="158772" y="352395"/>
                  </a:lnTo>
                  <a:lnTo>
                    <a:pt x="157639" y="352395"/>
                  </a:lnTo>
                  <a:lnTo>
                    <a:pt x="156563" y="352395"/>
                  </a:lnTo>
                  <a:lnTo>
                    <a:pt x="155419" y="352395"/>
                  </a:lnTo>
                  <a:lnTo>
                    <a:pt x="154276" y="352395"/>
                  </a:lnTo>
                  <a:lnTo>
                    <a:pt x="153200" y="352395"/>
                  </a:lnTo>
                  <a:lnTo>
                    <a:pt x="152066" y="352395"/>
                  </a:lnTo>
                  <a:lnTo>
                    <a:pt x="150924" y="352395"/>
                  </a:lnTo>
                  <a:lnTo>
                    <a:pt x="149790" y="352395"/>
                  </a:lnTo>
                  <a:lnTo>
                    <a:pt x="148714" y="352395"/>
                  </a:lnTo>
                  <a:lnTo>
                    <a:pt x="147571" y="352395"/>
                  </a:lnTo>
                  <a:lnTo>
                    <a:pt x="146428" y="352395"/>
                  </a:lnTo>
                  <a:lnTo>
                    <a:pt x="145361" y="352395"/>
                  </a:lnTo>
                  <a:lnTo>
                    <a:pt x="144218" y="352395"/>
                  </a:lnTo>
                  <a:lnTo>
                    <a:pt x="143075" y="352395"/>
                  </a:lnTo>
                  <a:lnTo>
                    <a:pt x="141999" y="352395"/>
                  </a:lnTo>
                  <a:lnTo>
                    <a:pt x="140865" y="352395"/>
                  </a:lnTo>
                  <a:lnTo>
                    <a:pt x="139722" y="352395"/>
                  </a:lnTo>
                  <a:lnTo>
                    <a:pt x="138646" y="352395"/>
                  </a:lnTo>
                  <a:lnTo>
                    <a:pt x="137513" y="352395"/>
                  </a:lnTo>
                  <a:lnTo>
                    <a:pt x="136369" y="352395"/>
                  </a:lnTo>
                  <a:lnTo>
                    <a:pt x="135293" y="352395"/>
                  </a:lnTo>
                  <a:lnTo>
                    <a:pt x="134150" y="352395"/>
                  </a:lnTo>
                  <a:lnTo>
                    <a:pt x="133016" y="352395"/>
                  </a:lnTo>
                  <a:lnTo>
                    <a:pt x="131940" y="352395"/>
                  </a:lnTo>
                  <a:lnTo>
                    <a:pt x="130797" y="352395"/>
                  </a:lnTo>
                  <a:lnTo>
                    <a:pt x="129664" y="352395"/>
                  </a:lnTo>
                  <a:lnTo>
                    <a:pt x="128588" y="352395"/>
                  </a:lnTo>
                  <a:lnTo>
                    <a:pt x="127445" y="352395"/>
                  </a:lnTo>
                  <a:lnTo>
                    <a:pt x="126302" y="352395"/>
                  </a:lnTo>
                  <a:lnTo>
                    <a:pt x="125225" y="352395"/>
                  </a:lnTo>
                  <a:lnTo>
                    <a:pt x="124092" y="352395"/>
                  </a:lnTo>
                  <a:lnTo>
                    <a:pt x="122948" y="352395"/>
                  </a:lnTo>
                  <a:lnTo>
                    <a:pt x="121872" y="352395"/>
                  </a:lnTo>
                  <a:lnTo>
                    <a:pt x="120739" y="352395"/>
                  </a:lnTo>
                  <a:lnTo>
                    <a:pt x="119596" y="352395"/>
                  </a:lnTo>
                  <a:lnTo>
                    <a:pt x="118520" y="352395"/>
                  </a:lnTo>
                  <a:lnTo>
                    <a:pt x="117386" y="352395"/>
                  </a:lnTo>
                  <a:lnTo>
                    <a:pt x="116243" y="352395"/>
                  </a:lnTo>
                  <a:lnTo>
                    <a:pt x="115167" y="352395"/>
                  </a:lnTo>
                  <a:lnTo>
                    <a:pt x="114024" y="352395"/>
                  </a:lnTo>
                  <a:lnTo>
                    <a:pt x="112890" y="352395"/>
                  </a:lnTo>
                  <a:lnTo>
                    <a:pt x="111814" y="352395"/>
                  </a:lnTo>
                  <a:lnTo>
                    <a:pt x="110671" y="352395"/>
                  </a:lnTo>
                  <a:lnTo>
                    <a:pt x="109538" y="352395"/>
                  </a:lnTo>
                  <a:lnTo>
                    <a:pt x="108461" y="352395"/>
                  </a:lnTo>
                  <a:lnTo>
                    <a:pt x="107318" y="352395"/>
                  </a:lnTo>
                  <a:lnTo>
                    <a:pt x="106175" y="352395"/>
                  </a:lnTo>
                  <a:lnTo>
                    <a:pt x="105108" y="352395"/>
                  </a:lnTo>
                  <a:lnTo>
                    <a:pt x="103965" y="352395"/>
                  </a:lnTo>
                  <a:lnTo>
                    <a:pt x="102822" y="352395"/>
                  </a:lnTo>
                  <a:lnTo>
                    <a:pt x="101746" y="352395"/>
                  </a:lnTo>
                  <a:lnTo>
                    <a:pt x="100613" y="352395"/>
                  </a:lnTo>
                  <a:lnTo>
                    <a:pt x="99470" y="352395"/>
                  </a:lnTo>
                  <a:lnTo>
                    <a:pt x="98393" y="352395"/>
                  </a:lnTo>
                  <a:lnTo>
                    <a:pt x="97260" y="352395"/>
                  </a:lnTo>
                  <a:lnTo>
                    <a:pt x="96117" y="352395"/>
                  </a:lnTo>
                  <a:lnTo>
                    <a:pt x="95040" y="352395"/>
                  </a:lnTo>
                  <a:lnTo>
                    <a:pt x="93897" y="352395"/>
                  </a:lnTo>
                  <a:lnTo>
                    <a:pt x="92764" y="352395"/>
                  </a:lnTo>
                  <a:lnTo>
                    <a:pt x="91688" y="352395"/>
                  </a:lnTo>
                  <a:lnTo>
                    <a:pt x="90545" y="352395"/>
                  </a:lnTo>
                  <a:lnTo>
                    <a:pt x="89411" y="352395"/>
                  </a:lnTo>
                  <a:lnTo>
                    <a:pt x="88335" y="352395"/>
                  </a:lnTo>
                  <a:lnTo>
                    <a:pt x="87192" y="352395"/>
                  </a:lnTo>
                  <a:lnTo>
                    <a:pt x="86058" y="352395"/>
                  </a:lnTo>
                  <a:lnTo>
                    <a:pt x="84982" y="352395"/>
                  </a:lnTo>
                  <a:lnTo>
                    <a:pt x="83839" y="352395"/>
                  </a:lnTo>
                  <a:lnTo>
                    <a:pt x="82696" y="352395"/>
                  </a:lnTo>
                  <a:lnTo>
                    <a:pt x="81620" y="352395"/>
                  </a:lnTo>
                  <a:lnTo>
                    <a:pt x="80487" y="352395"/>
                  </a:lnTo>
                  <a:lnTo>
                    <a:pt x="79343" y="352395"/>
                  </a:lnTo>
                  <a:lnTo>
                    <a:pt x="78267" y="352395"/>
                  </a:lnTo>
                  <a:lnTo>
                    <a:pt x="77133" y="352395"/>
                  </a:lnTo>
                  <a:lnTo>
                    <a:pt x="75990" y="352395"/>
                  </a:lnTo>
                  <a:lnTo>
                    <a:pt x="74847" y="352395"/>
                  </a:lnTo>
                  <a:lnTo>
                    <a:pt x="73781" y="352395"/>
                  </a:lnTo>
                  <a:lnTo>
                    <a:pt x="72638" y="352395"/>
                  </a:lnTo>
                  <a:lnTo>
                    <a:pt x="71495" y="352395"/>
                  </a:lnTo>
                  <a:lnTo>
                    <a:pt x="70419" y="352395"/>
                  </a:lnTo>
                  <a:lnTo>
                    <a:pt x="69285" y="352395"/>
                  </a:lnTo>
                  <a:lnTo>
                    <a:pt x="68142" y="352395"/>
                  </a:lnTo>
                  <a:lnTo>
                    <a:pt x="67066" y="352395"/>
                  </a:lnTo>
                  <a:lnTo>
                    <a:pt x="65932" y="352395"/>
                  </a:lnTo>
                  <a:lnTo>
                    <a:pt x="64789" y="352395"/>
                  </a:lnTo>
                  <a:lnTo>
                    <a:pt x="63713" y="352395"/>
                  </a:lnTo>
                  <a:lnTo>
                    <a:pt x="62570" y="352395"/>
                  </a:lnTo>
                  <a:lnTo>
                    <a:pt x="61437" y="352395"/>
                  </a:lnTo>
                  <a:lnTo>
                    <a:pt x="60360" y="352395"/>
                  </a:lnTo>
                  <a:lnTo>
                    <a:pt x="59217" y="352395"/>
                  </a:lnTo>
                  <a:lnTo>
                    <a:pt x="58083" y="352395"/>
                  </a:lnTo>
                  <a:lnTo>
                    <a:pt x="57007" y="352395"/>
                  </a:lnTo>
                  <a:lnTo>
                    <a:pt x="55864" y="352395"/>
                  </a:lnTo>
                  <a:lnTo>
                    <a:pt x="54721" y="352395"/>
                  </a:lnTo>
                  <a:lnTo>
                    <a:pt x="53654" y="352395"/>
                  </a:lnTo>
                  <a:lnTo>
                    <a:pt x="52512" y="352395"/>
                  </a:lnTo>
                  <a:lnTo>
                    <a:pt x="51369" y="352395"/>
                  </a:lnTo>
                  <a:lnTo>
                    <a:pt x="50292" y="352395"/>
                  </a:lnTo>
                  <a:lnTo>
                    <a:pt x="49159" y="352395"/>
                  </a:lnTo>
                  <a:lnTo>
                    <a:pt x="48016" y="352395"/>
                  </a:lnTo>
                  <a:lnTo>
                    <a:pt x="46939" y="352395"/>
                  </a:lnTo>
                  <a:lnTo>
                    <a:pt x="45806" y="352395"/>
                  </a:lnTo>
                  <a:lnTo>
                    <a:pt x="44663" y="352395"/>
                  </a:lnTo>
                  <a:lnTo>
                    <a:pt x="43586" y="352395"/>
                  </a:lnTo>
                  <a:lnTo>
                    <a:pt x="42444" y="352395"/>
                  </a:lnTo>
                  <a:lnTo>
                    <a:pt x="41310" y="352395"/>
                  </a:lnTo>
                  <a:lnTo>
                    <a:pt x="40234" y="352395"/>
                  </a:lnTo>
                  <a:lnTo>
                    <a:pt x="39091" y="352395"/>
                  </a:lnTo>
                  <a:lnTo>
                    <a:pt x="37957" y="352395"/>
                  </a:lnTo>
                  <a:lnTo>
                    <a:pt x="36881" y="352395"/>
                  </a:lnTo>
                  <a:lnTo>
                    <a:pt x="35738" y="352395"/>
                  </a:lnTo>
                  <a:lnTo>
                    <a:pt x="34604" y="352395"/>
                  </a:lnTo>
                  <a:lnTo>
                    <a:pt x="33528" y="352395"/>
                  </a:lnTo>
                  <a:lnTo>
                    <a:pt x="32385" y="352395"/>
                  </a:lnTo>
                  <a:lnTo>
                    <a:pt x="31242" y="352395"/>
                  </a:lnTo>
                  <a:lnTo>
                    <a:pt x="30166" y="352395"/>
                  </a:lnTo>
                  <a:lnTo>
                    <a:pt x="29032" y="352395"/>
                  </a:lnTo>
                  <a:lnTo>
                    <a:pt x="27889" y="352395"/>
                  </a:lnTo>
                  <a:lnTo>
                    <a:pt x="26813" y="352395"/>
                  </a:lnTo>
                  <a:lnTo>
                    <a:pt x="25679" y="352395"/>
                  </a:lnTo>
                  <a:lnTo>
                    <a:pt x="24536" y="352395"/>
                  </a:lnTo>
                  <a:lnTo>
                    <a:pt x="23460" y="352395"/>
                  </a:lnTo>
                  <a:lnTo>
                    <a:pt x="22327" y="352395"/>
                  </a:lnTo>
                  <a:lnTo>
                    <a:pt x="21184" y="352395"/>
                  </a:lnTo>
                  <a:lnTo>
                    <a:pt x="20107" y="352395"/>
                  </a:lnTo>
                  <a:lnTo>
                    <a:pt x="18964" y="352395"/>
                  </a:lnTo>
                  <a:lnTo>
                    <a:pt x="17831" y="352395"/>
                  </a:lnTo>
                  <a:lnTo>
                    <a:pt x="16754" y="352395"/>
                  </a:lnTo>
                  <a:lnTo>
                    <a:pt x="15611" y="352395"/>
                  </a:lnTo>
                  <a:lnTo>
                    <a:pt x="14478" y="352395"/>
                  </a:lnTo>
                  <a:lnTo>
                    <a:pt x="13402" y="352395"/>
                  </a:lnTo>
                  <a:lnTo>
                    <a:pt x="12259" y="352395"/>
                  </a:lnTo>
                  <a:lnTo>
                    <a:pt x="11116" y="352395"/>
                  </a:lnTo>
                  <a:lnTo>
                    <a:pt x="10049" y="352395"/>
                  </a:lnTo>
                  <a:lnTo>
                    <a:pt x="8906" y="352395"/>
                  </a:lnTo>
                  <a:lnTo>
                    <a:pt x="7763" y="352395"/>
                  </a:lnTo>
                  <a:lnTo>
                    <a:pt x="6686" y="352395"/>
                  </a:lnTo>
                  <a:lnTo>
                    <a:pt x="5553" y="352395"/>
                  </a:lnTo>
                  <a:lnTo>
                    <a:pt x="4410" y="352395"/>
                  </a:lnTo>
                  <a:lnTo>
                    <a:pt x="3334" y="352395"/>
                  </a:lnTo>
                  <a:lnTo>
                    <a:pt x="2200" y="352395"/>
                  </a:lnTo>
                  <a:lnTo>
                    <a:pt x="1057" y="352395"/>
                  </a:lnTo>
                  <a:lnTo>
                    <a:pt x="-19" y="352395"/>
                  </a:lnTo>
                  <a:close/>
                </a:path>
              </a:pathLst>
            </a:custGeom>
            <a:solidFill>
              <a:srgbClr val="457B9D">
                <a:alpha val="50000"/>
              </a:srgbClr>
            </a:solidFill>
            <a:ln w="9525" cap="flat">
              <a:noFill/>
              <a:prstDash val="solid"/>
              <a:round/>
            </a:ln>
          </p:spPr>
          <p:txBody>
            <a:bodyPr/>
            <a:lstStyle/>
            <a:p>
              <a:endParaRPr lang="zh-CN" altLang="en-US" sz="2190"/>
            </a:p>
          </p:txBody>
        </p:sp>
        <p:sp>
          <p:nvSpPr>
            <p:cNvPr id="1066" name="任意多边形: 形状 1065"/>
            <p:cNvSpPr/>
            <p:nvPr/>
          </p:nvSpPr>
          <p:spPr>
            <a:xfrm>
              <a:off x="6177424" y="5564709"/>
              <a:ext cx="9525" cy="95250"/>
            </a:xfrm>
            <a:custGeom>
              <a:avLst/>
              <a:gdLst>
                <a:gd name="csX0" fmla="*/ -19 w 9525"/>
                <a:gd name="csY0" fmla="*/ 95220 h 95250"/>
                <a:gd name="csX1" fmla="*/ -19 w 9525"/>
                <a:gd name="csY1" fmla="*/ -30 h 95250"/>
              </a:gdLst>
              <a:ahLst/>
              <a:cxnLst>
                <a:cxn ang="0">
                  <a:pos x="csX0" y="csY0"/>
                </a:cxn>
                <a:cxn ang="0">
                  <a:pos x="csX1" y="csY1"/>
                </a:cxn>
              </a:cxnLst>
              <a:rect l="l" t="t" r="r" b="b"/>
              <a:pathLst>
                <a:path w="9525" h="95250">
                  <a:moveTo>
                    <a:pt x="-19" y="95220"/>
                  </a:moveTo>
                  <a:lnTo>
                    <a:pt x="-19" y="-30"/>
                  </a:lnTo>
                </a:path>
              </a:pathLst>
            </a:custGeom>
            <a:noFill/>
            <a:ln w="7242" cap="flat">
              <a:solidFill>
                <a:srgbClr val="000000"/>
              </a:solidFill>
              <a:prstDash val="solid"/>
              <a:round/>
            </a:ln>
          </p:spPr>
          <p:txBody>
            <a:bodyPr/>
            <a:lstStyle/>
            <a:p>
              <a:endParaRPr lang="zh-CN" altLang="en-US" sz="2190"/>
            </a:p>
          </p:txBody>
        </p:sp>
        <p:sp>
          <p:nvSpPr>
            <p:cNvPr id="1067" name="任意多边形: 形状 1066"/>
            <p:cNvSpPr/>
            <p:nvPr/>
          </p:nvSpPr>
          <p:spPr>
            <a:xfrm>
              <a:off x="6053599" y="5307534"/>
              <a:ext cx="571500" cy="352425"/>
            </a:xfrm>
            <a:custGeom>
              <a:avLst/>
              <a:gdLst>
                <a:gd name="csX0" fmla="*/ -19 w 571500"/>
                <a:gd name="csY0" fmla="*/ 350547 h 352425"/>
                <a:gd name="csX1" fmla="*/ 1057 w 571500"/>
                <a:gd name="csY1" fmla="*/ 350099 h 352425"/>
                <a:gd name="csX2" fmla="*/ 2200 w 571500"/>
                <a:gd name="csY2" fmla="*/ 349652 h 352425"/>
                <a:gd name="csX3" fmla="*/ 3334 w 571500"/>
                <a:gd name="csY3" fmla="*/ 349080 h 352425"/>
                <a:gd name="csX4" fmla="*/ 4410 w 571500"/>
                <a:gd name="csY4" fmla="*/ 348442 h 352425"/>
                <a:gd name="csX5" fmla="*/ 5553 w 571500"/>
                <a:gd name="csY5" fmla="*/ 347613 h 352425"/>
                <a:gd name="csX6" fmla="*/ 6686 w 571500"/>
                <a:gd name="csY6" fmla="*/ 346651 h 352425"/>
                <a:gd name="csX7" fmla="*/ 7763 w 571500"/>
                <a:gd name="csY7" fmla="*/ 345632 h 352425"/>
                <a:gd name="csX8" fmla="*/ 8906 w 571500"/>
                <a:gd name="csY8" fmla="*/ 344356 h 352425"/>
                <a:gd name="csX9" fmla="*/ 10049 w 571500"/>
                <a:gd name="csY9" fmla="*/ 343013 h 352425"/>
                <a:gd name="csX10" fmla="*/ 11116 w 571500"/>
                <a:gd name="csY10" fmla="*/ 341356 h 352425"/>
                <a:gd name="csX11" fmla="*/ 12259 w 571500"/>
                <a:gd name="csY11" fmla="*/ 339441 h 352425"/>
                <a:gd name="csX12" fmla="*/ 13402 w 571500"/>
                <a:gd name="csY12" fmla="*/ 337336 h 352425"/>
                <a:gd name="csX13" fmla="*/ 14478 w 571500"/>
                <a:gd name="csY13" fmla="*/ 334916 h 352425"/>
                <a:gd name="csX14" fmla="*/ 15611 w 571500"/>
                <a:gd name="csY14" fmla="*/ 332231 h 352425"/>
                <a:gd name="csX15" fmla="*/ 16754 w 571500"/>
                <a:gd name="csY15" fmla="*/ 329173 h 352425"/>
                <a:gd name="csX16" fmla="*/ 17831 w 571500"/>
                <a:gd name="csY16" fmla="*/ 325725 h 352425"/>
                <a:gd name="csX17" fmla="*/ 18964 w 571500"/>
                <a:gd name="csY17" fmla="*/ 321963 h 352425"/>
                <a:gd name="csX18" fmla="*/ 20107 w 571500"/>
                <a:gd name="csY18" fmla="*/ 317743 h 352425"/>
                <a:gd name="csX19" fmla="*/ 21184 w 571500"/>
                <a:gd name="csY19" fmla="*/ 313219 h 352425"/>
                <a:gd name="csX20" fmla="*/ 22327 w 571500"/>
                <a:gd name="csY20" fmla="*/ 308047 h 352425"/>
                <a:gd name="csX21" fmla="*/ 23460 w 571500"/>
                <a:gd name="csY21" fmla="*/ 302493 h 352425"/>
                <a:gd name="csX22" fmla="*/ 24536 w 571500"/>
                <a:gd name="csY22" fmla="*/ 296436 h 352425"/>
                <a:gd name="csX23" fmla="*/ 25679 w 571500"/>
                <a:gd name="csY23" fmla="*/ 289863 h 352425"/>
                <a:gd name="csX24" fmla="*/ 26813 w 571500"/>
                <a:gd name="csY24" fmla="*/ 282843 h 352425"/>
                <a:gd name="csX25" fmla="*/ 27889 w 571500"/>
                <a:gd name="csY25" fmla="*/ 275252 h 352425"/>
                <a:gd name="csX26" fmla="*/ 29032 w 571500"/>
                <a:gd name="csY26" fmla="*/ 267080 h 352425"/>
                <a:gd name="csX27" fmla="*/ 30166 w 571500"/>
                <a:gd name="csY27" fmla="*/ 258469 h 352425"/>
                <a:gd name="csX28" fmla="*/ 31242 w 571500"/>
                <a:gd name="csY28" fmla="*/ 249411 h 352425"/>
                <a:gd name="csX29" fmla="*/ 32385 w 571500"/>
                <a:gd name="csY29" fmla="*/ 239895 h 352425"/>
                <a:gd name="csX30" fmla="*/ 33528 w 571500"/>
                <a:gd name="csY30" fmla="*/ 229818 h 352425"/>
                <a:gd name="csX31" fmla="*/ 34604 w 571500"/>
                <a:gd name="csY31" fmla="*/ 219283 h 352425"/>
                <a:gd name="csX32" fmla="*/ 35738 w 571500"/>
                <a:gd name="csY32" fmla="*/ 208444 h 352425"/>
                <a:gd name="csX33" fmla="*/ 36881 w 571500"/>
                <a:gd name="csY33" fmla="*/ 197271 h 352425"/>
                <a:gd name="csX34" fmla="*/ 37957 w 571500"/>
                <a:gd name="csY34" fmla="*/ 185784 h 352425"/>
                <a:gd name="csX35" fmla="*/ 39091 w 571500"/>
                <a:gd name="csY35" fmla="*/ 174106 h 352425"/>
                <a:gd name="csX36" fmla="*/ 40234 w 571500"/>
                <a:gd name="csY36" fmla="*/ 162181 h 352425"/>
                <a:gd name="csX37" fmla="*/ 41310 w 571500"/>
                <a:gd name="csY37" fmla="*/ 150246 h 352425"/>
                <a:gd name="csX38" fmla="*/ 42444 w 571500"/>
                <a:gd name="csY38" fmla="*/ 138245 h 352425"/>
                <a:gd name="csX39" fmla="*/ 43586 w 571500"/>
                <a:gd name="csY39" fmla="*/ 126252 h 352425"/>
                <a:gd name="csX40" fmla="*/ 44663 w 571500"/>
                <a:gd name="csY40" fmla="*/ 114451 h 352425"/>
                <a:gd name="csX41" fmla="*/ 45806 w 571500"/>
                <a:gd name="csY41" fmla="*/ 102831 h 352425"/>
                <a:gd name="csX42" fmla="*/ 46939 w 571500"/>
                <a:gd name="csY42" fmla="*/ 91543 h 352425"/>
                <a:gd name="csX43" fmla="*/ 48016 w 571500"/>
                <a:gd name="csY43" fmla="*/ 80561 h 352425"/>
                <a:gd name="csX44" fmla="*/ 49159 w 571500"/>
                <a:gd name="csY44" fmla="*/ 69969 h 352425"/>
                <a:gd name="csX45" fmla="*/ 50292 w 571500"/>
                <a:gd name="csY45" fmla="*/ 60016 h 352425"/>
                <a:gd name="csX46" fmla="*/ 51369 w 571500"/>
                <a:gd name="csY46" fmla="*/ 50700 h 352425"/>
                <a:gd name="csX47" fmla="*/ 52512 w 571500"/>
                <a:gd name="csY47" fmla="*/ 41956 h 352425"/>
                <a:gd name="csX48" fmla="*/ 53654 w 571500"/>
                <a:gd name="csY48" fmla="*/ 33917 h 352425"/>
                <a:gd name="csX49" fmla="*/ 54721 w 571500"/>
                <a:gd name="csY49" fmla="*/ 26583 h 352425"/>
                <a:gd name="csX50" fmla="*/ 55864 w 571500"/>
                <a:gd name="csY50" fmla="*/ 20134 h 352425"/>
                <a:gd name="csX51" fmla="*/ 57007 w 571500"/>
                <a:gd name="csY51" fmla="*/ 14648 h 352425"/>
                <a:gd name="csX52" fmla="*/ 58083 w 571500"/>
                <a:gd name="csY52" fmla="*/ 9923 h 352425"/>
                <a:gd name="csX53" fmla="*/ 59217 w 571500"/>
                <a:gd name="csY53" fmla="*/ 6095 h 352425"/>
                <a:gd name="csX54" fmla="*/ 60360 w 571500"/>
                <a:gd name="csY54" fmla="*/ 3094 h 352425"/>
                <a:gd name="csX55" fmla="*/ 61437 w 571500"/>
                <a:gd name="csY55" fmla="*/ 1180 h 352425"/>
                <a:gd name="csX56" fmla="*/ 62570 w 571500"/>
                <a:gd name="csY56" fmla="*/ 161 h 352425"/>
                <a:gd name="csX57" fmla="*/ 63713 w 571500"/>
                <a:gd name="csY57" fmla="*/ -30 h 352425"/>
                <a:gd name="csX58" fmla="*/ 64789 w 571500"/>
                <a:gd name="csY58" fmla="*/ 608 h 352425"/>
                <a:gd name="csX59" fmla="*/ 65932 w 571500"/>
                <a:gd name="csY59" fmla="*/ 2008 h 352425"/>
                <a:gd name="csX60" fmla="*/ 67066 w 571500"/>
                <a:gd name="csY60" fmla="*/ 4313 h 352425"/>
                <a:gd name="csX61" fmla="*/ 68142 w 571500"/>
                <a:gd name="csY61" fmla="*/ 7438 h 352425"/>
                <a:gd name="csX62" fmla="*/ 69285 w 571500"/>
                <a:gd name="csY62" fmla="*/ 11200 h 352425"/>
                <a:gd name="csX63" fmla="*/ 70419 w 571500"/>
                <a:gd name="csY63" fmla="*/ 15543 h 352425"/>
                <a:gd name="csX64" fmla="*/ 71495 w 571500"/>
                <a:gd name="csY64" fmla="*/ 20458 h 352425"/>
                <a:gd name="csX65" fmla="*/ 72638 w 571500"/>
                <a:gd name="csY65" fmla="*/ 26002 h 352425"/>
                <a:gd name="csX66" fmla="*/ 73781 w 571500"/>
                <a:gd name="csY66" fmla="*/ 32002 h 352425"/>
                <a:gd name="csX67" fmla="*/ 74857 w 571500"/>
                <a:gd name="csY67" fmla="*/ 38451 h 352425"/>
                <a:gd name="csX68" fmla="*/ 75990 w 571500"/>
                <a:gd name="csY68" fmla="*/ 45147 h 352425"/>
                <a:gd name="csX69" fmla="*/ 77133 w 571500"/>
                <a:gd name="csY69" fmla="*/ 52167 h 352425"/>
                <a:gd name="csX70" fmla="*/ 78267 w 571500"/>
                <a:gd name="csY70" fmla="*/ 59444 h 352425"/>
                <a:gd name="csX71" fmla="*/ 79343 w 571500"/>
                <a:gd name="csY71" fmla="*/ 66912 h 352425"/>
                <a:gd name="csX72" fmla="*/ 80487 w 571500"/>
                <a:gd name="csY72" fmla="*/ 74436 h 352425"/>
                <a:gd name="csX73" fmla="*/ 81620 w 571500"/>
                <a:gd name="csY73" fmla="*/ 82095 h 352425"/>
                <a:gd name="csX74" fmla="*/ 82706 w 571500"/>
                <a:gd name="csY74" fmla="*/ 89753 h 352425"/>
                <a:gd name="csX75" fmla="*/ 83839 w 571500"/>
                <a:gd name="csY75" fmla="*/ 97411 h 352425"/>
                <a:gd name="csX76" fmla="*/ 84982 w 571500"/>
                <a:gd name="csY76" fmla="*/ 105002 h 352425"/>
                <a:gd name="csX77" fmla="*/ 86058 w 571500"/>
                <a:gd name="csY77" fmla="*/ 112470 h 352425"/>
                <a:gd name="csX78" fmla="*/ 87192 w 571500"/>
                <a:gd name="csY78" fmla="*/ 119871 h 352425"/>
                <a:gd name="csX79" fmla="*/ 88335 w 571500"/>
                <a:gd name="csY79" fmla="*/ 127148 h 352425"/>
                <a:gd name="csX80" fmla="*/ 89411 w 571500"/>
                <a:gd name="csY80" fmla="*/ 134225 h 352425"/>
                <a:gd name="csX81" fmla="*/ 90545 w 571500"/>
                <a:gd name="csY81" fmla="*/ 141121 h 352425"/>
                <a:gd name="csX82" fmla="*/ 91688 w 571500"/>
                <a:gd name="csY82" fmla="*/ 147817 h 352425"/>
                <a:gd name="csX83" fmla="*/ 92764 w 571500"/>
                <a:gd name="csY83" fmla="*/ 154265 h 352425"/>
                <a:gd name="csX84" fmla="*/ 93907 w 571500"/>
                <a:gd name="csY84" fmla="*/ 160581 h 352425"/>
                <a:gd name="csX85" fmla="*/ 95040 w 571500"/>
                <a:gd name="csY85" fmla="*/ 166581 h 352425"/>
                <a:gd name="csX86" fmla="*/ 96117 w 571500"/>
                <a:gd name="csY86" fmla="*/ 172391 h 352425"/>
                <a:gd name="csX87" fmla="*/ 97260 w 571500"/>
                <a:gd name="csY87" fmla="*/ 177935 h 352425"/>
                <a:gd name="csX88" fmla="*/ 98393 w 571500"/>
                <a:gd name="csY88" fmla="*/ 183298 h 352425"/>
                <a:gd name="csX89" fmla="*/ 99470 w 571500"/>
                <a:gd name="csY89" fmla="*/ 188403 h 352425"/>
                <a:gd name="csX90" fmla="*/ 100613 w 571500"/>
                <a:gd name="csY90" fmla="*/ 193318 h 352425"/>
                <a:gd name="csX91" fmla="*/ 101756 w 571500"/>
                <a:gd name="csY91" fmla="*/ 197909 h 352425"/>
                <a:gd name="csX92" fmla="*/ 102822 w 571500"/>
                <a:gd name="csY92" fmla="*/ 202376 h 352425"/>
                <a:gd name="csX93" fmla="*/ 103965 w 571500"/>
                <a:gd name="csY93" fmla="*/ 206586 h 352425"/>
                <a:gd name="csX94" fmla="*/ 105108 w 571500"/>
                <a:gd name="csY94" fmla="*/ 210606 h 352425"/>
                <a:gd name="csX95" fmla="*/ 106185 w 571500"/>
                <a:gd name="csY95" fmla="*/ 214435 h 352425"/>
                <a:gd name="csX96" fmla="*/ 107318 w 571500"/>
                <a:gd name="csY96" fmla="*/ 218007 h 352425"/>
                <a:gd name="csX97" fmla="*/ 108461 w 571500"/>
                <a:gd name="csY97" fmla="*/ 221455 h 352425"/>
                <a:gd name="csX98" fmla="*/ 109538 w 571500"/>
                <a:gd name="csY98" fmla="*/ 224779 h 352425"/>
                <a:gd name="csX99" fmla="*/ 110671 w 571500"/>
                <a:gd name="csY99" fmla="*/ 227903 h 352425"/>
                <a:gd name="csX100" fmla="*/ 111814 w 571500"/>
                <a:gd name="csY100" fmla="*/ 230837 h 352425"/>
                <a:gd name="csX101" fmla="*/ 112890 w 571500"/>
                <a:gd name="csY101" fmla="*/ 233647 h 352425"/>
                <a:gd name="csX102" fmla="*/ 114033 w 571500"/>
                <a:gd name="csY102" fmla="*/ 236324 h 352425"/>
                <a:gd name="csX103" fmla="*/ 115167 w 571500"/>
                <a:gd name="csY103" fmla="*/ 238876 h 352425"/>
                <a:gd name="csX104" fmla="*/ 116243 w 571500"/>
                <a:gd name="csY104" fmla="*/ 241305 h 352425"/>
                <a:gd name="csX105" fmla="*/ 117386 w 571500"/>
                <a:gd name="csY105" fmla="*/ 243600 h 352425"/>
                <a:gd name="csX106" fmla="*/ 118520 w 571500"/>
                <a:gd name="csY106" fmla="*/ 245829 h 352425"/>
                <a:gd name="csX107" fmla="*/ 119596 w 571500"/>
                <a:gd name="csY107" fmla="*/ 247935 h 352425"/>
                <a:gd name="csX108" fmla="*/ 120739 w 571500"/>
                <a:gd name="csY108" fmla="*/ 249916 h 352425"/>
                <a:gd name="csX109" fmla="*/ 121872 w 571500"/>
                <a:gd name="csY109" fmla="*/ 251896 h 352425"/>
                <a:gd name="csX110" fmla="*/ 122948 w 571500"/>
                <a:gd name="csY110" fmla="*/ 253745 h 352425"/>
                <a:gd name="csX111" fmla="*/ 124092 w 571500"/>
                <a:gd name="csY111" fmla="*/ 255535 h 352425"/>
                <a:gd name="csX112" fmla="*/ 125235 w 571500"/>
                <a:gd name="csY112" fmla="*/ 257250 h 352425"/>
                <a:gd name="csX113" fmla="*/ 126311 w 571500"/>
                <a:gd name="csY113" fmla="*/ 258974 h 352425"/>
                <a:gd name="csX114" fmla="*/ 127445 w 571500"/>
                <a:gd name="csY114" fmla="*/ 260574 h 352425"/>
                <a:gd name="csX115" fmla="*/ 128588 w 571500"/>
                <a:gd name="csY115" fmla="*/ 262164 h 352425"/>
                <a:gd name="csX116" fmla="*/ 129664 w 571500"/>
                <a:gd name="csY116" fmla="*/ 263698 h 352425"/>
                <a:gd name="csX117" fmla="*/ 130797 w 571500"/>
                <a:gd name="csY117" fmla="*/ 265165 h 352425"/>
                <a:gd name="csX118" fmla="*/ 131940 w 571500"/>
                <a:gd name="csY118" fmla="*/ 266632 h 352425"/>
                <a:gd name="csX119" fmla="*/ 133016 w 571500"/>
                <a:gd name="csY119" fmla="*/ 268099 h 352425"/>
                <a:gd name="csX120" fmla="*/ 134150 w 571500"/>
                <a:gd name="csY120" fmla="*/ 269508 h 352425"/>
                <a:gd name="csX121" fmla="*/ 135293 w 571500"/>
                <a:gd name="csY121" fmla="*/ 270842 h 352425"/>
                <a:gd name="csX122" fmla="*/ 136369 w 571500"/>
                <a:gd name="csY122" fmla="*/ 272185 h 352425"/>
                <a:gd name="csX123" fmla="*/ 137513 w 571500"/>
                <a:gd name="csY123" fmla="*/ 273528 h 352425"/>
                <a:gd name="csX124" fmla="*/ 138646 w 571500"/>
                <a:gd name="csY124" fmla="*/ 274871 h 352425"/>
                <a:gd name="csX125" fmla="*/ 139722 w 571500"/>
                <a:gd name="csY125" fmla="*/ 276138 h 352425"/>
                <a:gd name="csX126" fmla="*/ 140865 w 571500"/>
                <a:gd name="csY126" fmla="*/ 277481 h 352425"/>
                <a:gd name="csX127" fmla="*/ 141999 w 571500"/>
                <a:gd name="csY127" fmla="*/ 278757 h 352425"/>
                <a:gd name="csX128" fmla="*/ 143075 w 571500"/>
                <a:gd name="csY128" fmla="*/ 279967 h 352425"/>
                <a:gd name="csX129" fmla="*/ 144218 w 571500"/>
                <a:gd name="csY129" fmla="*/ 281244 h 352425"/>
                <a:gd name="csX130" fmla="*/ 145361 w 571500"/>
                <a:gd name="csY130" fmla="*/ 282463 h 352425"/>
                <a:gd name="csX131" fmla="*/ 146428 w 571500"/>
                <a:gd name="csY131" fmla="*/ 283672 h 352425"/>
                <a:gd name="csX132" fmla="*/ 147571 w 571500"/>
                <a:gd name="csY132" fmla="*/ 284882 h 352425"/>
                <a:gd name="csX133" fmla="*/ 148714 w 571500"/>
                <a:gd name="csY133" fmla="*/ 286101 h 352425"/>
                <a:gd name="csX134" fmla="*/ 149790 w 571500"/>
                <a:gd name="csY134" fmla="*/ 287244 h 352425"/>
                <a:gd name="csX135" fmla="*/ 150924 w 571500"/>
                <a:gd name="csY135" fmla="*/ 288454 h 352425"/>
                <a:gd name="csX136" fmla="*/ 152066 w 571500"/>
                <a:gd name="csY136" fmla="*/ 289606 h 352425"/>
                <a:gd name="csX137" fmla="*/ 153200 w 571500"/>
                <a:gd name="csY137" fmla="*/ 290759 h 352425"/>
                <a:gd name="csX138" fmla="*/ 154276 w 571500"/>
                <a:gd name="csY138" fmla="*/ 291845 h 352425"/>
                <a:gd name="csX139" fmla="*/ 155419 w 571500"/>
                <a:gd name="csY139" fmla="*/ 292988 h 352425"/>
                <a:gd name="csX140" fmla="*/ 156563 w 571500"/>
                <a:gd name="csY140" fmla="*/ 294074 h 352425"/>
                <a:gd name="csX141" fmla="*/ 157639 w 571500"/>
                <a:gd name="csY141" fmla="*/ 295093 h 352425"/>
                <a:gd name="csX142" fmla="*/ 158772 w 571500"/>
                <a:gd name="csY142" fmla="*/ 296179 h 352425"/>
                <a:gd name="csX143" fmla="*/ 159915 w 571500"/>
                <a:gd name="csY143" fmla="*/ 297198 h 352425"/>
                <a:gd name="csX144" fmla="*/ 160992 w 571500"/>
                <a:gd name="csY144" fmla="*/ 298217 h 352425"/>
                <a:gd name="csX145" fmla="*/ 162125 w 571500"/>
                <a:gd name="csY145" fmla="*/ 299179 h 352425"/>
                <a:gd name="csX146" fmla="*/ 163268 w 571500"/>
                <a:gd name="csY146" fmla="*/ 300131 h 352425"/>
                <a:gd name="csX147" fmla="*/ 164344 w 571500"/>
                <a:gd name="csY147" fmla="*/ 301093 h 352425"/>
                <a:gd name="csX148" fmla="*/ 165478 w 571500"/>
                <a:gd name="csY148" fmla="*/ 301989 h 352425"/>
                <a:gd name="csX149" fmla="*/ 166621 w 571500"/>
                <a:gd name="csY149" fmla="*/ 302884 h 352425"/>
                <a:gd name="csX150" fmla="*/ 167697 w 571500"/>
                <a:gd name="csY150" fmla="*/ 303713 h 352425"/>
                <a:gd name="csX151" fmla="*/ 168840 w 571500"/>
                <a:gd name="csY151" fmla="*/ 304475 h 352425"/>
                <a:gd name="csX152" fmla="*/ 169974 w 571500"/>
                <a:gd name="csY152" fmla="*/ 305304 h 352425"/>
                <a:gd name="csX153" fmla="*/ 171050 w 571500"/>
                <a:gd name="csY153" fmla="*/ 306008 h 352425"/>
                <a:gd name="csX154" fmla="*/ 172193 w 571500"/>
                <a:gd name="csY154" fmla="*/ 306770 h 352425"/>
                <a:gd name="csX155" fmla="*/ 173326 w 571500"/>
                <a:gd name="csY155" fmla="*/ 307408 h 352425"/>
                <a:gd name="csX156" fmla="*/ 174403 w 571500"/>
                <a:gd name="csY156" fmla="*/ 308113 h 352425"/>
                <a:gd name="csX157" fmla="*/ 175546 w 571500"/>
                <a:gd name="csY157" fmla="*/ 308685 h 352425"/>
                <a:gd name="csX158" fmla="*/ 176689 w 571500"/>
                <a:gd name="csY158" fmla="*/ 309323 h 352425"/>
                <a:gd name="csX159" fmla="*/ 177756 w 571500"/>
                <a:gd name="csY159" fmla="*/ 309837 h 352425"/>
                <a:gd name="csX160" fmla="*/ 178899 w 571500"/>
                <a:gd name="csY160" fmla="*/ 310409 h 352425"/>
                <a:gd name="csX161" fmla="*/ 180042 w 571500"/>
                <a:gd name="csY161" fmla="*/ 310856 h 352425"/>
                <a:gd name="csX162" fmla="*/ 181118 w 571500"/>
                <a:gd name="csY162" fmla="*/ 311361 h 352425"/>
                <a:gd name="csX163" fmla="*/ 182251 w 571500"/>
                <a:gd name="csY163" fmla="*/ 311809 h 352425"/>
                <a:gd name="csX164" fmla="*/ 183394 w 571500"/>
                <a:gd name="csY164" fmla="*/ 312200 h 352425"/>
                <a:gd name="csX165" fmla="*/ 184471 w 571500"/>
                <a:gd name="csY165" fmla="*/ 312581 h 352425"/>
                <a:gd name="csX166" fmla="*/ 185604 w 571500"/>
                <a:gd name="csY166" fmla="*/ 312961 h 352425"/>
                <a:gd name="csX167" fmla="*/ 186747 w 571500"/>
                <a:gd name="csY167" fmla="*/ 313343 h 352425"/>
                <a:gd name="csX168" fmla="*/ 187824 w 571500"/>
                <a:gd name="csY168" fmla="*/ 313667 h 352425"/>
                <a:gd name="csX169" fmla="*/ 188967 w 571500"/>
                <a:gd name="csY169" fmla="*/ 313980 h 352425"/>
                <a:gd name="csX170" fmla="*/ 190100 w 571500"/>
                <a:gd name="csY170" fmla="*/ 314304 h 352425"/>
                <a:gd name="csX171" fmla="*/ 191176 w 571500"/>
                <a:gd name="csY171" fmla="*/ 314552 h 352425"/>
                <a:gd name="csX172" fmla="*/ 192319 w 571500"/>
                <a:gd name="csY172" fmla="*/ 314876 h 352425"/>
                <a:gd name="csX173" fmla="*/ 193453 w 571500"/>
                <a:gd name="csY173" fmla="*/ 315133 h 352425"/>
                <a:gd name="csX174" fmla="*/ 194529 w 571500"/>
                <a:gd name="csY174" fmla="*/ 315390 h 352425"/>
                <a:gd name="csX175" fmla="*/ 195672 w 571500"/>
                <a:gd name="csY175" fmla="*/ 315638 h 352425"/>
                <a:gd name="csX176" fmla="*/ 196806 w 571500"/>
                <a:gd name="csY176" fmla="*/ 315895 h 352425"/>
                <a:gd name="csX177" fmla="*/ 197882 w 571500"/>
                <a:gd name="csY177" fmla="*/ 316152 h 352425"/>
                <a:gd name="csX178" fmla="*/ 199025 w 571500"/>
                <a:gd name="csY178" fmla="*/ 316409 h 352425"/>
                <a:gd name="csX179" fmla="*/ 200168 w 571500"/>
                <a:gd name="csY179" fmla="*/ 316724 h 352425"/>
                <a:gd name="csX180" fmla="*/ 201244 w 571500"/>
                <a:gd name="csY180" fmla="*/ 316981 h 352425"/>
                <a:gd name="csX181" fmla="*/ 202378 w 571500"/>
                <a:gd name="csY181" fmla="*/ 317238 h 352425"/>
                <a:gd name="csX182" fmla="*/ 203521 w 571500"/>
                <a:gd name="csY182" fmla="*/ 317495 h 352425"/>
                <a:gd name="csX183" fmla="*/ 204597 w 571500"/>
                <a:gd name="csY183" fmla="*/ 317743 h 352425"/>
                <a:gd name="csX184" fmla="*/ 205731 w 571500"/>
                <a:gd name="csY184" fmla="*/ 318067 h 352425"/>
                <a:gd name="csX185" fmla="*/ 206874 w 571500"/>
                <a:gd name="csY185" fmla="*/ 318324 h 352425"/>
                <a:gd name="csX186" fmla="*/ 207950 w 571500"/>
                <a:gd name="csY186" fmla="*/ 318638 h 352425"/>
                <a:gd name="csX187" fmla="*/ 209093 w 571500"/>
                <a:gd name="csY187" fmla="*/ 318962 h 352425"/>
                <a:gd name="csX188" fmla="*/ 210226 w 571500"/>
                <a:gd name="csY188" fmla="*/ 319277 h 352425"/>
                <a:gd name="csX189" fmla="*/ 211302 w 571500"/>
                <a:gd name="csY189" fmla="*/ 319601 h 352425"/>
                <a:gd name="csX190" fmla="*/ 212446 w 571500"/>
                <a:gd name="csY190" fmla="*/ 319915 h 352425"/>
                <a:gd name="csX191" fmla="*/ 213579 w 571500"/>
                <a:gd name="csY191" fmla="*/ 320239 h 352425"/>
                <a:gd name="csX192" fmla="*/ 214656 w 571500"/>
                <a:gd name="csY192" fmla="*/ 320553 h 352425"/>
                <a:gd name="csX193" fmla="*/ 215799 w 571500"/>
                <a:gd name="csY193" fmla="*/ 320877 h 352425"/>
                <a:gd name="csX194" fmla="*/ 216932 w 571500"/>
                <a:gd name="csY194" fmla="*/ 321191 h 352425"/>
                <a:gd name="csX195" fmla="*/ 218008 w 571500"/>
                <a:gd name="csY195" fmla="*/ 321572 h 352425"/>
                <a:gd name="csX196" fmla="*/ 219151 w 571500"/>
                <a:gd name="csY196" fmla="*/ 321896 h 352425"/>
                <a:gd name="csX197" fmla="*/ 220294 w 571500"/>
                <a:gd name="csY197" fmla="*/ 322210 h 352425"/>
                <a:gd name="csX198" fmla="*/ 221370 w 571500"/>
                <a:gd name="csY198" fmla="*/ 322601 h 352425"/>
                <a:gd name="csX199" fmla="*/ 222504 w 571500"/>
                <a:gd name="csY199" fmla="*/ 322915 h 352425"/>
                <a:gd name="csX200" fmla="*/ 223647 w 571500"/>
                <a:gd name="csY200" fmla="*/ 323239 h 352425"/>
                <a:gd name="csX201" fmla="*/ 224723 w 571500"/>
                <a:gd name="csY201" fmla="*/ 323553 h 352425"/>
                <a:gd name="csX202" fmla="*/ 225857 w 571500"/>
                <a:gd name="csY202" fmla="*/ 323935 h 352425"/>
                <a:gd name="csX203" fmla="*/ 227000 w 571500"/>
                <a:gd name="csY203" fmla="*/ 324258 h 352425"/>
                <a:gd name="csX204" fmla="*/ 228076 w 571500"/>
                <a:gd name="csY204" fmla="*/ 324572 h 352425"/>
                <a:gd name="csX205" fmla="*/ 229219 w 571500"/>
                <a:gd name="csY205" fmla="*/ 324830 h 352425"/>
                <a:gd name="csX206" fmla="*/ 230352 w 571500"/>
                <a:gd name="csY206" fmla="*/ 325144 h 352425"/>
                <a:gd name="csX207" fmla="*/ 231496 w 571500"/>
                <a:gd name="csY207" fmla="*/ 325468 h 352425"/>
                <a:gd name="csX208" fmla="*/ 232572 w 571500"/>
                <a:gd name="csY208" fmla="*/ 325725 h 352425"/>
                <a:gd name="csX209" fmla="*/ 233706 w 571500"/>
                <a:gd name="csY209" fmla="*/ 325982 h 352425"/>
                <a:gd name="csX210" fmla="*/ 234849 w 571500"/>
                <a:gd name="csY210" fmla="*/ 326297 h 352425"/>
                <a:gd name="csX211" fmla="*/ 235925 w 571500"/>
                <a:gd name="csY211" fmla="*/ 326554 h 352425"/>
                <a:gd name="csX212" fmla="*/ 237068 w 571500"/>
                <a:gd name="csY212" fmla="*/ 326811 h 352425"/>
                <a:gd name="csX213" fmla="*/ 238201 w 571500"/>
                <a:gd name="csY213" fmla="*/ 327059 h 352425"/>
                <a:gd name="csX214" fmla="*/ 239277 w 571500"/>
                <a:gd name="csY214" fmla="*/ 327259 h 352425"/>
                <a:gd name="csX215" fmla="*/ 240420 w 571500"/>
                <a:gd name="csY215" fmla="*/ 327506 h 352425"/>
                <a:gd name="csX216" fmla="*/ 241554 w 571500"/>
                <a:gd name="csY216" fmla="*/ 327763 h 352425"/>
                <a:gd name="csX217" fmla="*/ 242630 w 571500"/>
                <a:gd name="csY217" fmla="*/ 327954 h 352425"/>
                <a:gd name="csX218" fmla="*/ 243773 w 571500"/>
                <a:gd name="csY218" fmla="*/ 328211 h 352425"/>
                <a:gd name="csX219" fmla="*/ 244907 w 571500"/>
                <a:gd name="csY219" fmla="*/ 328402 h 352425"/>
                <a:gd name="csX220" fmla="*/ 245983 w 571500"/>
                <a:gd name="csY220" fmla="*/ 328592 h 352425"/>
                <a:gd name="csX221" fmla="*/ 247126 w 571500"/>
                <a:gd name="csY221" fmla="*/ 328783 h 352425"/>
                <a:gd name="csX222" fmla="*/ 248269 w 571500"/>
                <a:gd name="csY222" fmla="*/ 329039 h 352425"/>
                <a:gd name="csX223" fmla="*/ 249345 w 571500"/>
                <a:gd name="csY223" fmla="*/ 329230 h 352425"/>
                <a:gd name="csX224" fmla="*/ 250479 w 571500"/>
                <a:gd name="csY224" fmla="*/ 329421 h 352425"/>
                <a:gd name="csX225" fmla="*/ 251622 w 571500"/>
                <a:gd name="csY225" fmla="*/ 329611 h 352425"/>
                <a:gd name="csX226" fmla="*/ 252698 w 571500"/>
                <a:gd name="csY226" fmla="*/ 329812 h 352425"/>
                <a:gd name="csX227" fmla="*/ 253832 w 571500"/>
                <a:gd name="csY227" fmla="*/ 330059 h 352425"/>
                <a:gd name="csX228" fmla="*/ 254975 w 571500"/>
                <a:gd name="csY228" fmla="*/ 330259 h 352425"/>
                <a:gd name="csX229" fmla="*/ 256051 w 571500"/>
                <a:gd name="csY229" fmla="*/ 330449 h 352425"/>
                <a:gd name="csX230" fmla="*/ 257184 w 571500"/>
                <a:gd name="csY230" fmla="*/ 330697 h 352425"/>
                <a:gd name="csX231" fmla="*/ 258327 w 571500"/>
                <a:gd name="csY231" fmla="*/ 330888 h 352425"/>
                <a:gd name="csX232" fmla="*/ 259404 w 571500"/>
                <a:gd name="csY232" fmla="*/ 331145 h 352425"/>
                <a:gd name="csX233" fmla="*/ 260547 w 571500"/>
                <a:gd name="csY233" fmla="*/ 331335 h 352425"/>
                <a:gd name="csX234" fmla="*/ 261680 w 571500"/>
                <a:gd name="csY234" fmla="*/ 331592 h 352425"/>
                <a:gd name="csX235" fmla="*/ 262757 w 571500"/>
                <a:gd name="csY235" fmla="*/ 331850 h 352425"/>
                <a:gd name="csX236" fmla="*/ 263900 w 571500"/>
                <a:gd name="csY236" fmla="*/ 332107 h 352425"/>
                <a:gd name="csX237" fmla="*/ 265033 w 571500"/>
                <a:gd name="csY237" fmla="*/ 332364 h 352425"/>
                <a:gd name="csX238" fmla="*/ 266110 w 571500"/>
                <a:gd name="csY238" fmla="*/ 332611 h 352425"/>
                <a:gd name="csX239" fmla="*/ 267252 w 571500"/>
                <a:gd name="csY239" fmla="*/ 332869 h 352425"/>
                <a:gd name="csX240" fmla="*/ 268386 w 571500"/>
                <a:gd name="csY240" fmla="*/ 333126 h 352425"/>
                <a:gd name="csX241" fmla="*/ 269462 w 571500"/>
                <a:gd name="csY241" fmla="*/ 333383 h 352425"/>
                <a:gd name="csX242" fmla="*/ 270605 w 571500"/>
                <a:gd name="csY242" fmla="*/ 333697 h 352425"/>
                <a:gd name="csX243" fmla="*/ 271748 w 571500"/>
                <a:gd name="csY243" fmla="*/ 333955 h 352425"/>
                <a:gd name="csX244" fmla="*/ 272825 w 571500"/>
                <a:gd name="csY244" fmla="*/ 334212 h 352425"/>
                <a:gd name="csX245" fmla="*/ 273958 w 571500"/>
                <a:gd name="csY245" fmla="*/ 334526 h 352425"/>
                <a:gd name="csX246" fmla="*/ 275101 w 571500"/>
                <a:gd name="csY246" fmla="*/ 334783 h 352425"/>
                <a:gd name="csX247" fmla="*/ 276178 w 571500"/>
                <a:gd name="csY247" fmla="*/ 335107 h 352425"/>
                <a:gd name="csX248" fmla="*/ 277311 w 571500"/>
                <a:gd name="csY248" fmla="*/ 335355 h 352425"/>
                <a:gd name="csX249" fmla="*/ 278454 w 571500"/>
                <a:gd name="csY249" fmla="*/ 335612 h 352425"/>
                <a:gd name="csX250" fmla="*/ 279530 w 571500"/>
                <a:gd name="csY250" fmla="*/ 335936 h 352425"/>
                <a:gd name="csX251" fmla="*/ 280673 w 571500"/>
                <a:gd name="csY251" fmla="*/ 336183 h 352425"/>
                <a:gd name="csX252" fmla="*/ 281807 w 571500"/>
                <a:gd name="csY252" fmla="*/ 336441 h 352425"/>
                <a:gd name="csX253" fmla="*/ 282883 w 571500"/>
                <a:gd name="csY253" fmla="*/ 336698 h 352425"/>
                <a:gd name="csX254" fmla="*/ 284026 w 571500"/>
                <a:gd name="csY254" fmla="*/ 336955 h 352425"/>
                <a:gd name="csX255" fmla="*/ 285160 w 571500"/>
                <a:gd name="csY255" fmla="*/ 337212 h 352425"/>
                <a:gd name="csX256" fmla="*/ 286236 w 571500"/>
                <a:gd name="csY256" fmla="*/ 337403 h 352425"/>
                <a:gd name="csX257" fmla="*/ 287379 w 571500"/>
                <a:gd name="csY257" fmla="*/ 337660 h 352425"/>
                <a:gd name="csX258" fmla="*/ 288512 w 571500"/>
                <a:gd name="csY258" fmla="*/ 337851 h 352425"/>
                <a:gd name="csX259" fmla="*/ 289589 w 571500"/>
                <a:gd name="csY259" fmla="*/ 338041 h 352425"/>
                <a:gd name="csX260" fmla="*/ 290732 w 571500"/>
                <a:gd name="csY260" fmla="*/ 338231 h 352425"/>
                <a:gd name="csX261" fmla="*/ 291875 w 571500"/>
                <a:gd name="csY261" fmla="*/ 338422 h 352425"/>
                <a:gd name="csX262" fmla="*/ 292951 w 571500"/>
                <a:gd name="csY262" fmla="*/ 338612 h 352425"/>
                <a:gd name="csX263" fmla="*/ 294085 w 571500"/>
                <a:gd name="csY263" fmla="*/ 338736 h 352425"/>
                <a:gd name="csX264" fmla="*/ 295228 w 571500"/>
                <a:gd name="csY264" fmla="*/ 338870 h 352425"/>
                <a:gd name="csX265" fmla="*/ 296304 w 571500"/>
                <a:gd name="csY265" fmla="*/ 338994 h 352425"/>
                <a:gd name="csX266" fmla="*/ 297437 w 571500"/>
                <a:gd name="csY266" fmla="*/ 339127 h 352425"/>
                <a:gd name="csX267" fmla="*/ 298580 w 571500"/>
                <a:gd name="csY267" fmla="*/ 339250 h 352425"/>
                <a:gd name="csX268" fmla="*/ 299656 w 571500"/>
                <a:gd name="csY268" fmla="*/ 339317 h 352425"/>
                <a:gd name="csX269" fmla="*/ 300790 w 571500"/>
                <a:gd name="csY269" fmla="*/ 339441 h 352425"/>
                <a:gd name="csX270" fmla="*/ 301933 w 571500"/>
                <a:gd name="csY270" fmla="*/ 339507 h 352425"/>
                <a:gd name="csX271" fmla="*/ 303010 w 571500"/>
                <a:gd name="csY271" fmla="*/ 339574 h 352425"/>
                <a:gd name="csX272" fmla="*/ 304153 w 571500"/>
                <a:gd name="csY272" fmla="*/ 339631 h 352425"/>
                <a:gd name="csX273" fmla="*/ 305286 w 571500"/>
                <a:gd name="csY273" fmla="*/ 339698 h 352425"/>
                <a:gd name="csX274" fmla="*/ 306362 w 571500"/>
                <a:gd name="csY274" fmla="*/ 339765 h 352425"/>
                <a:gd name="csX275" fmla="*/ 307505 w 571500"/>
                <a:gd name="csY275" fmla="*/ 339765 h 352425"/>
                <a:gd name="csX276" fmla="*/ 308639 w 571500"/>
                <a:gd name="csY276" fmla="*/ 339822 h 352425"/>
                <a:gd name="csX277" fmla="*/ 309782 w 571500"/>
                <a:gd name="csY277" fmla="*/ 339889 h 352425"/>
                <a:gd name="csX278" fmla="*/ 310858 w 571500"/>
                <a:gd name="csY278" fmla="*/ 339889 h 352425"/>
                <a:gd name="csX279" fmla="*/ 312001 w 571500"/>
                <a:gd name="csY279" fmla="*/ 339889 h 352425"/>
                <a:gd name="csX280" fmla="*/ 313135 w 571500"/>
                <a:gd name="csY280" fmla="*/ 339955 h 352425"/>
                <a:gd name="csX281" fmla="*/ 314211 w 571500"/>
                <a:gd name="csY281" fmla="*/ 339955 h 352425"/>
                <a:gd name="csX282" fmla="*/ 315354 w 571500"/>
                <a:gd name="csY282" fmla="*/ 340022 h 352425"/>
                <a:gd name="csX283" fmla="*/ 316487 w 571500"/>
                <a:gd name="csY283" fmla="*/ 340022 h 352425"/>
                <a:gd name="csX284" fmla="*/ 317563 w 571500"/>
                <a:gd name="csY284" fmla="*/ 340079 h 352425"/>
                <a:gd name="csX285" fmla="*/ 318706 w 571500"/>
                <a:gd name="csY285" fmla="*/ 340079 h 352425"/>
                <a:gd name="csX286" fmla="*/ 319840 w 571500"/>
                <a:gd name="csY286" fmla="*/ 340079 h 352425"/>
                <a:gd name="csX287" fmla="*/ 320916 w 571500"/>
                <a:gd name="csY287" fmla="*/ 340146 h 352425"/>
                <a:gd name="csX288" fmla="*/ 322060 w 571500"/>
                <a:gd name="csY288" fmla="*/ 340146 h 352425"/>
                <a:gd name="csX289" fmla="*/ 323203 w 571500"/>
                <a:gd name="csY289" fmla="*/ 340146 h 352425"/>
                <a:gd name="csX290" fmla="*/ 324279 w 571500"/>
                <a:gd name="csY290" fmla="*/ 340213 h 352425"/>
                <a:gd name="csX291" fmla="*/ 325412 w 571500"/>
                <a:gd name="csY291" fmla="*/ 340213 h 352425"/>
                <a:gd name="csX292" fmla="*/ 326555 w 571500"/>
                <a:gd name="csY292" fmla="*/ 340270 h 352425"/>
                <a:gd name="csX293" fmla="*/ 327631 w 571500"/>
                <a:gd name="csY293" fmla="*/ 340270 h 352425"/>
                <a:gd name="csX294" fmla="*/ 328765 w 571500"/>
                <a:gd name="csY294" fmla="*/ 340270 h 352425"/>
                <a:gd name="csX295" fmla="*/ 329908 w 571500"/>
                <a:gd name="csY295" fmla="*/ 340336 h 352425"/>
                <a:gd name="csX296" fmla="*/ 330984 w 571500"/>
                <a:gd name="csY296" fmla="*/ 340336 h 352425"/>
                <a:gd name="csX297" fmla="*/ 332118 w 571500"/>
                <a:gd name="csY297" fmla="*/ 340336 h 352425"/>
                <a:gd name="csX298" fmla="*/ 333261 w 571500"/>
                <a:gd name="csY298" fmla="*/ 340403 h 352425"/>
                <a:gd name="csX299" fmla="*/ 334337 w 571500"/>
                <a:gd name="csY299" fmla="*/ 340403 h 352425"/>
                <a:gd name="csX300" fmla="*/ 335480 w 571500"/>
                <a:gd name="csY300" fmla="*/ 340403 h 352425"/>
                <a:gd name="csX301" fmla="*/ 336613 w 571500"/>
                <a:gd name="csY301" fmla="*/ 340403 h 352425"/>
                <a:gd name="csX302" fmla="*/ 337690 w 571500"/>
                <a:gd name="csY302" fmla="*/ 340403 h 352425"/>
                <a:gd name="csX303" fmla="*/ 338833 w 571500"/>
                <a:gd name="csY303" fmla="*/ 340460 h 352425"/>
                <a:gd name="csX304" fmla="*/ 339966 w 571500"/>
                <a:gd name="csY304" fmla="*/ 340460 h 352425"/>
                <a:gd name="csX305" fmla="*/ 341043 w 571500"/>
                <a:gd name="csY305" fmla="*/ 340460 h 352425"/>
                <a:gd name="csX306" fmla="*/ 342186 w 571500"/>
                <a:gd name="csY306" fmla="*/ 340403 h 352425"/>
                <a:gd name="csX307" fmla="*/ 343329 w 571500"/>
                <a:gd name="csY307" fmla="*/ 340403 h 352425"/>
                <a:gd name="csX308" fmla="*/ 344395 w 571500"/>
                <a:gd name="csY308" fmla="*/ 340403 h 352425"/>
                <a:gd name="csX309" fmla="*/ 345538 w 571500"/>
                <a:gd name="csY309" fmla="*/ 340403 h 352425"/>
                <a:gd name="csX310" fmla="*/ 346681 w 571500"/>
                <a:gd name="csY310" fmla="*/ 340403 h 352425"/>
                <a:gd name="csX311" fmla="*/ 347758 w 571500"/>
                <a:gd name="csY311" fmla="*/ 340336 h 352425"/>
                <a:gd name="csX312" fmla="*/ 348891 w 571500"/>
                <a:gd name="csY312" fmla="*/ 340336 h 352425"/>
                <a:gd name="csX313" fmla="*/ 350034 w 571500"/>
                <a:gd name="csY313" fmla="*/ 340336 h 352425"/>
                <a:gd name="csX314" fmla="*/ 351111 w 571500"/>
                <a:gd name="csY314" fmla="*/ 340270 h 352425"/>
                <a:gd name="csX315" fmla="*/ 352244 w 571500"/>
                <a:gd name="csY315" fmla="*/ 340270 h 352425"/>
                <a:gd name="csX316" fmla="*/ 353387 w 571500"/>
                <a:gd name="csY316" fmla="*/ 340213 h 352425"/>
                <a:gd name="csX317" fmla="*/ 354463 w 571500"/>
                <a:gd name="csY317" fmla="*/ 340213 h 352425"/>
                <a:gd name="csX318" fmla="*/ 355606 w 571500"/>
                <a:gd name="csY318" fmla="*/ 340146 h 352425"/>
                <a:gd name="csX319" fmla="*/ 356740 w 571500"/>
                <a:gd name="csY319" fmla="*/ 340146 h 352425"/>
                <a:gd name="csX320" fmla="*/ 357816 w 571500"/>
                <a:gd name="csY320" fmla="*/ 340079 h 352425"/>
                <a:gd name="csX321" fmla="*/ 358959 w 571500"/>
                <a:gd name="csY321" fmla="*/ 340079 h 352425"/>
                <a:gd name="csX322" fmla="*/ 360093 w 571500"/>
                <a:gd name="csY322" fmla="*/ 340022 h 352425"/>
                <a:gd name="csX323" fmla="*/ 361169 w 571500"/>
                <a:gd name="csY323" fmla="*/ 340022 h 352425"/>
                <a:gd name="csX324" fmla="*/ 362312 w 571500"/>
                <a:gd name="csY324" fmla="*/ 339955 h 352425"/>
                <a:gd name="csX325" fmla="*/ 363455 w 571500"/>
                <a:gd name="csY325" fmla="*/ 339955 h 352425"/>
                <a:gd name="csX326" fmla="*/ 364531 w 571500"/>
                <a:gd name="csY326" fmla="*/ 339955 h 352425"/>
                <a:gd name="csX327" fmla="*/ 365665 w 571500"/>
                <a:gd name="csY327" fmla="*/ 339889 h 352425"/>
                <a:gd name="csX328" fmla="*/ 366808 w 571500"/>
                <a:gd name="csY328" fmla="*/ 339889 h 352425"/>
                <a:gd name="csX329" fmla="*/ 367884 w 571500"/>
                <a:gd name="csY329" fmla="*/ 339889 h 352425"/>
                <a:gd name="csX330" fmla="*/ 369018 w 571500"/>
                <a:gd name="csY330" fmla="*/ 339822 h 352425"/>
                <a:gd name="csX331" fmla="*/ 370161 w 571500"/>
                <a:gd name="csY331" fmla="*/ 339822 h 352425"/>
                <a:gd name="csX332" fmla="*/ 371237 w 571500"/>
                <a:gd name="csY332" fmla="*/ 339822 h 352425"/>
                <a:gd name="csX333" fmla="*/ 372370 w 571500"/>
                <a:gd name="csY333" fmla="*/ 339822 h 352425"/>
                <a:gd name="csX334" fmla="*/ 373513 w 571500"/>
                <a:gd name="csY334" fmla="*/ 339822 h 352425"/>
                <a:gd name="csX335" fmla="*/ 374590 w 571500"/>
                <a:gd name="csY335" fmla="*/ 339822 h 352425"/>
                <a:gd name="csX336" fmla="*/ 375732 w 571500"/>
                <a:gd name="csY336" fmla="*/ 339822 h 352425"/>
                <a:gd name="csX337" fmla="*/ 376866 w 571500"/>
                <a:gd name="csY337" fmla="*/ 339822 h 352425"/>
                <a:gd name="csX338" fmla="*/ 377943 w 571500"/>
                <a:gd name="csY338" fmla="*/ 339822 h 352425"/>
                <a:gd name="csX339" fmla="*/ 379086 w 571500"/>
                <a:gd name="csY339" fmla="*/ 339822 h 352425"/>
                <a:gd name="csX340" fmla="*/ 380219 w 571500"/>
                <a:gd name="csY340" fmla="*/ 339889 h 352425"/>
                <a:gd name="csX341" fmla="*/ 381296 w 571500"/>
                <a:gd name="csY341" fmla="*/ 339889 h 352425"/>
                <a:gd name="csX342" fmla="*/ 382438 w 571500"/>
                <a:gd name="csY342" fmla="*/ 339889 h 352425"/>
                <a:gd name="csX343" fmla="*/ 383581 w 571500"/>
                <a:gd name="csY343" fmla="*/ 339955 h 352425"/>
                <a:gd name="csX344" fmla="*/ 384715 w 571500"/>
                <a:gd name="csY344" fmla="*/ 339955 h 352425"/>
                <a:gd name="csX345" fmla="*/ 385791 w 571500"/>
                <a:gd name="csY345" fmla="*/ 340022 h 352425"/>
                <a:gd name="csX346" fmla="*/ 386934 w 571500"/>
                <a:gd name="csY346" fmla="*/ 340079 h 352425"/>
                <a:gd name="csX347" fmla="*/ 388068 w 571500"/>
                <a:gd name="csY347" fmla="*/ 340079 h 352425"/>
                <a:gd name="csX348" fmla="*/ 389144 w 571500"/>
                <a:gd name="csY348" fmla="*/ 340146 h 352425"/>
                <a:gd name="csX349" fmla="*/ 390287 w 571500"/>
                <a:gd name="csY349" fmla="*/ 340213 h 352425"/>
                <a:gd name="csX350" fmla="*/ 391420 w 571500"/>
                <a:gd name="csY350" fmla="*/ 340270 h 352425"/>
                <a:gd name="csX351" fmla="*/ 392497 w 571500"/>
                <a:gd name="csY351" fmla="*/ 340336 h 352425"/>
                <a:gd name="csX352" fmla="*/ 393640 w 571500"/>
                <a:gd name="csY352" fmla="*/ 340403 h 352425"/>
                <a:gd name="csX353" fmla="*/ 394782 w 571500"/>
                <a:gd name="csY353" fmla="*/ 340460 h 352425"/>
                <a:gd name="csX354" fmla="*/ 395859 w 571500"/>
                <a:gd name="csY354" fmla="*/ 340527 h 352425"/>
                <a:gd name="csX355" fmla="*/ 396993 w 571500"/>
                <a:gd name="csY355" fmla="*/ 340651 h 352425"/>
                <a:gd name="csX356" fmla="*/ 398136 w 571500"/>
                <a:gd name="csY356" fmla="*/ 340717 h 352425"/>
                <a:gd name="csX357" fmla="*/ 399212 w 571500"/>
                <a:gd name="csY357" fmla="*/ 340784 h 352425"/>
                <a:gd name="csX358" fmla="*/ 400346 w 571500"/>
                <a:gd name="csY358" fmla="*/ 340908 h 352425"/>
                <a:gd name="csX359" fmla="*/ 401488 w 571500"/>
                <a:gd name="csY359" fmla="*/ 340975 h 352425"/>
                <a:gd name="csX360" fmla="*/ 402565 w 571500"/>
                <a:gd name="csY360" fmla="*/ 341099 h 352425"/>
                <a:gd name="csX361" fmla="*/ 403698 w 571500"/>
                <a:gd name="csY361" fmla="*/ 341165 h 352425"/>
                <a:gd name="csX362" fmla="*/ 404841 w 571500"/>
                <a:gd name="csY362" fmla="*/ 341289 h 352425"/>
                <a:gd name="csX363" fmla="*/ 405917 w 571500"/>
                <a:gd name="csY363" fmla="*/ 341356 h 352425"/>
                <a:gd name="csX364" fmla="*/ 407060 w 571500"/>
                <a:gd name="csY364" fmla="*/ 341489 h 352425"/>
                <a:gd name="csX365" fmla="*/ 408194 w 571500"/>
                <a:gd name="csY365" fmla="*/ 341613 h 352425"/>
                <a:gd name="csX366" fmla="*/ 409270 w 571500"/>
                <a:gd name="csY366" fmla="*/ 341679 h 352425"/>
                <a:gd name="csX367" fmla="*/ 410414 w 571500"/>
                <a:gd name="csY367" fmla="*/ 341803 h 352425"/>
                <a:gd name="csX368" fmla="*/ 411547 w 571500"/>
                <a:gd name="csY368" fmla="*/ 341870 h 352425"/>
                <a:gd name="csX369" fmla="*/ 412623 w 571500"/>
                <a:gd name="csY369" fmla="*/ 341994 h 352425"/>
                <a:gd name="csX370" fmla="*/ 413766 w 571500"/>
                <a:gd name="csY370" fmla="*/ 342060 h 352425"/>
                <a:gd name="csX371" fmla="*/ 414909 w 571500"/>
                <a:gd name="csY371" fmla="*/ 342127 h 352425"/>
                <a:gd name="csX372" fmla="*/ 415976 w 571500"/>
                <a:gd name="csY372" fmla="*/ 342251 h 352425"/>
                <a:gd name="csX373" fmla="*/ 417119 w 571500"/>
                <a:gd name="csY373" fmla="*/ 342318 h 352425"/>
                <a:gd name="csX374" fmla="*/ 418262 w 571500"/>
                <a:gd name="csY374" fmla="*/ 342375 h 352425"/>
                <a:gd name="csX375" fmla="*/ 419338 w 571500"/>
                <a:gd name="csY375" fmla="*/ 342442 h 352425"/>
                <a:gd name="csX376" fmla="*/ 420472 w 571500"/>
                <a:gd name="csY376" fmla="*/ 342508 h 352425"/>
                <a:gd name="csX377" fmla="*/ 421615 w 571500"/>
                <a:gd name="csY377" fmla="*/ 342565 h 352425"/>
                <a:gd name="csX378" fmla="*/ 422691 w 571500"/>
                <a:gd name="csY378" fmla="*/ 342632 h 352425"/>
                <a:gd name="csX379" fmla="*/ 423824 w 571500"/>
                <a:gd name="csY379" fmla="*/ 342699 h 352425"/>
                <a:gd name="csX380" fmla="*/ 424967 w 571500"/>
                <a:gd name="csY380" fmla="*/ 342765 h 352425"/>
                <a:gd name="csX381" fmla="*/ 426044 w 571500"/>
                <a:gd name="csY381" fmla="*/ 342765 h 352425"/>
                <a:gd name="csX382" fmla="*/ 427187 w 571500"/>
                <a:gd name="csY382" fmla="*/ 342822 h 352425"/>
                <a:gd name="csX383" fmla="*/ 428320 w 571500"/>
                <a:gd name="csY383" fmla="*/ 342822 h 352425"/>
                <a:gd name="csX384" fmla="*/ 429397 w 571500"/>
                <a:gd name="csY384" fmla="*/ 342889 h 352425"/>
                <a:gd name="csX385" fmla="*/ 430540 w 571500"/>
                <a:gd name="csY385" fmla="*/ 342889 h 352425"/>
                <a:gd name="csX386" fmla="*/ 431673 w 571500"/>
                <a:gd name="csY386" fmla="*/ 342889 h 352425"/>
                <a:gd name="csX387" fmla="*/ 432749 w 571500"/>
                <a:gd name="csY387" fmla="*/ 342889 h 352425"/>
                <a:gd name="csX388" fmla="*/ 433892 w 571500"/>
                <a:gd name="csY388" fmla="*/ 342889 h 352425"/>
                <a:gd name="csX389" fmla="*/ 435035 w 571500"/>
                <a:gd name="csY389" fmla="*/ 342889 h 352425"/>
                <a:gd name="csX390" fmla="*/ 436102 w 571500"/>
                <a:gd name="csY390" fmla="*/ 342822 h 352425"/>
                <a:gd name="csX391" fmla="*/ 437245 w 571500"/>
                <a:gd name="csY391" fmla="*/ 342822 h 352425"/>
                <a:gd name="csX392" fmla="*/ 438388 w 571500"/>
                <a:gd name="csY392" fmla="*/ 342822 h 352425"/>
                <a:gd name="csX393" fmla="*/ 439465 w 571500"/>
                <a:gd name="csY393" fmla="*/ 342765 h 352425"/>
                <a:gd name="csX394" fmla="*/ 440598 w 571500"/>
                <a:gd name="csY394" fmla="*/ 342699 h 352425"/>
                <a:gd name="csX395" fmla="*/ 441741 w 571500"/>
                <a:gd name="csY395" fmla="*/ 342699 h 352425"/>
                <a:gd name="csX396" fmla="*/ 442817 w 571500"/>
                <a:gd name="csY396" fmla="*/ 342632 h 352425"/>
                <a:gd name="csX397" fmla="*/ 443951 w 571500"/>
                <a:gd name="csY397" fmla="*/ 342565 h 352425"/>
                <a:gd name="csX398" fmla="*/ 445094 w 571500"/>
                <a:gd name="csY398" fmla="*/ 342508 h 352425"/>
                <a:gd name="csX399" fmla="*/ 446170 w 571500"/>
                <a:gd name="csY399" fmla="*/ 342442 h 352425"/>
                <a:gd name="csX400" fmla="*/ 447313 w 571500"/>
                <a:gd name="csY400" fmla="*/ 342375 h 352425"/>
                <a:gd name="csX401" fmla="*/ 448447 w 571500"/>
                <a:gd name="csY401" fmla="*/ 342318 h 352425"/>
                <a:gd name="csX402" fmla="*/ 449523 w 571500"/>
                <a:gd name="csY402" fmla="*/ 342251 h 352425"/>
                <a:gd name="csX403" fmla="*/ 450666 w 571500"/>
                <a:gd name="csY403" fmla="*/ 342184 h 352425"/>
                <a:gd name="csX404" fmla="*/ 451799 w 571500"/>
                <a:gd name="csY404" fmla="*/ 342127 h 352425"/>
                <a:gd name="csX405" fmla="*/ 452875 w 571500"/>
                <a:gd name="csY405" fmla="*/ 342060 h 352425"/>
                <a:gd name="csX406" fmla="*/ 454019 w 571500"/>
                <a:gd name="csY406" fmla="*/ 341994 h 352425"/>
                <a:gd name="csX407" fmla="*/ 455152 w 571500"/>
                <a:gd name="csY407" fmla="*/ 341927 h 352425"/>
                <a:gd name="csX408" fmla="*/ 456229 w 571500"/>
                <a:gd name="csY408" fmla="*/ 341870 h 352425"/>
                <a:gd name="csX409" fmla="*/ 457372 w 571500"/>
                <a:gd name="csY409" fmla="*/ 341803 h 352425"/>
                <a:gd name="csX410" fmla="*/ 458515 w 571500"/>
                <a:gd name="csY410" fmla="*/ 341679 h 352425"/>
                <a:gd name="csX411" fmla="*/ 459591 w 571500"/>
                <a:gd name="csY411" fmla="*/ 341613 h 352425"/>
                <a:gd name="csX412" fmla="*/ 460724 w 571500"/>
                <a:gd name="csY412" fmla="*/ 341546 h 352425"/>
                <a:gd name="csX413" fmla="*/ 461867 w 571500"/>
                <a:gd name="csY413" fmla="*/ 341489 h 352425"/>
                <a:gd name="csX414" fmla="*/ 463001 w 571500"/>
                <a:gd name="csY414" fmla="*/ 341422 h 352425"/>
                <a:gd name="csX415" fmla="*/ 464077 w 571500"/>
                <a:gd name="csY415" fmla="*/ 341356 h 352425"/>
                <a:gd name="csX416" fmla="*/ 465220 w 571500"/>
                <a:gd name="csY416" fmla="*/ 341289 h 352425"/>
                <a:gd name="csX417" fmla="*/ 466363 w 571500"/>
                <a:gd name="csY417" fmla="*/ 341289 h 352425"/>
                <a:gd name="csX418" fmla="*/ 467430 w 571500"/>
                <a:gd name="csY418" fmla="*/ 341232 h 352425"/>
                <a:gd name="csX419" fmla="*/ 468573 w 571500"/>
                <a:gd name="csY419" fmla="*/ 341165 h 352425"/>
                <a:gd name="csX420" fmla="*/ 469716 w 571500"/>
                <a:gd name="csY420" fmla="*/ 341099 h 352425"/>
                <a:gd name="csX421" fmla="*/ 470792 w 571500"/>
                <a:gd name="csY421" fmla="*/ 341041 h 352425"/>
                <a:gd name="csX422" fmla="*/ 471925 w 571500"/>
                <a:gd name="csY422" fmla="*/ 341041 h 352425"/>
                <a:gd name="csX423" fmla="*/ 473069 w 571500"/>
                <a:gd name="csY423" fmla="*/ 340975 h 352425"/>
                <a:gd name="csX424" fmla="*/ 474145 w 571500"/>
                <a:gd name="csY424" fmla="*/ 340975 h 352425"/>
                <a:gd name="csX425" fmla="*/ 475279 w 571500"/>
                <a:gd name="csY425" fmla="*/ 340908 h 352425"/>
                <a:gd name="csX426" fmla="*/ 476422 w 571500"/>
                <a:gd name="csY426" fmla="*/ 340908 h 352425"/>
                <a:gd name="csX427" fmla="*/ 477498 w 571500"/>
                <a:gd name="csY427" fmla="*/ 340851 h 352425"/>
                <a:gd name="csX428" fmla="*/ 478641 w 571500"/>
                <a:gd name="csY428" fmla="*/ 340851 h 352425"/>
                <a:gd name="csX429" fmla="*/ 479774 w 571500"/>
                <a:gd name="csY429" fmla="*/ 340851 h 352425"/>
                <a:gd name="csX430" fmla="*/ 480851 w 571500"/>
                <a:gd name="csY430" fmla="*/ 340784 h 352425"/>
                <a:gd name="csX431" fmla="*/ 481993 w 571500"/>
                <a:gd name="csY431" fmla="*/ 340784 h 352425"/>
                <a:gd name="csX432" fmla="*/ 483127 w 571500"/>
                <a:gd name="csY432" fmla="*/ 340784 h 352425"/>
                <a:gd name="csX433" fmla="*/ 484203 w 571500"/>
                <a:gd name="csY433" fmla="*/ 340784 h 352425"/>
                <a:gd name="csX434" fmla="*/ 485346 w 571500"/>
                <a:gd name="csY434" fmla="*/ 340784 h 352425"/>
                <a:gd name="csX435" fmla="*/ 486480 w 571500"/>
                <a:gd name="csY435" fmla="*/ 340784 h 352425"/>
                <a:gd name="csX436" fmla="*/ 487556 w 571500"/>
                <a:gd name="csY436" fmla="*/ 340784 h 352425"/>
                <a:gd name="csX437" fmla="*/ 488699 w 571500"/>
                <a:gd name="csY437" fmla="*/ 340784 h 352425"/>
                <a:gd name="csX438" fmla="*/ 489842 w 571500"/>
                <a:gd name="csY438" fmla="*/ 340784 h 352425"/>
                <a:gd name="csX439" fmla="*/ 490918 w 571500"/>
                <a:gd name="csY439" fmla="*/ 340784 h 352425"/>
                <a:gd name="csX440" fmla="*/ 492052 w 571500"/>
                <a:gd name="csY440" fmla="*/ 340851 h 352425"/>
                <a:gd name="csX441" fmla="*/ 493195 w 571500"/>
                <a:gd name="csY441" fmla="*/ 340851 h 352425"/>
                <a:gd name="csX442" fmla="*/ 494271 w 571500"/>
                <a:gd name="csY442" fmla="*/ 340908 h 352425"/>
                <a:gd name="csX443" fmla="*/ 495405 w 571500"/>
                <a:gd name="csY443" fmla="*/ 340908 h 352425"/>
                <a:gd name="csX444" fmla="*/ 496548 w 571500"/>
                <a:gd name="csY444" fmla="*/ 340975 h 352425"/>
                <a:gd name="csX445" fmla="*/ 497624 w 571500"/>
                <a:gd name="csY445" fmla="*/ 341041 h 352425"/>
                <a:gd name="csX446" fmla="*/ 498767 w 571500"/>
                <a:gd name="csY446" fmla="*/ 341099 h 352425"/>
                <a:gd name="csX447" fmla="*/ 499901 w 571500"/>
                <a:gd name="csY447" fmla="*/ 341165 h 352425"/>
                <a:gd name="csX448" fmla="*/ 500977 w 571500"/>
                <a:gd name="csY448" fmla="*/ 341232 h 352425"/>
                <a:gd name="csX449" fmla="*/ 502120 w 571500"/>
                <a:gd name="csY449" fmla="*/ 341356 h 352425"/>
                <a:gd name="csX450" fmla="*/ 503253 w 571500"/>
                <a:gd name="csY450" fmla="*/ 341422 h 352425"/>
                <a:gd name="csX451" fmla="*/ 504330 w 571500"/>
                <a:gd name="csY451" fmla="*/ 341546 h 352425"/>
                <a:gd name="csX452" fmla="*/ 505473 w 571500"/>
                <a:gd name="csY452" fmla="*/ 341679 h 352425"/>
                <a:gd name="csX453" fmla="*/ 506606 w 571500"/>
                <a:gd name="csY453" fmla="*/ 341803 h 352425"/>
                <a:gd name="csX454" fmla="*/ 507683 w 571500"/>
                <a:gd name="csY454" fmla="*/ 341994 h 352425"/>
                <a:gd name="csX455" fmla="*/ 508826 w 571500"/>
                <a:gd name="csY455" fmla="*/ 342127 h 352425"/>
                <a:gd name="csX456" fmla="*/ 509968 w 571500"/>
                <a:gd name="csY456" fmla="*/ 342318 h 352425"/>
                <a:gd name="csX457" fmla="*/ 511045 w 571500"/>
                <a:gd name="csY457" fmla="*/ 342508 h 352425"/>
                <a:gd name="csX458" fmla="*/ 512178 w 571500"/>
                <a:gd name="csY458" fmla="*/ 342699 h 352425"/>
                <a:gd name="csX459" fmla="*/ 513321 w 571500"/>
                <a:gd name="csY459" fmla="*/ 342955 h 352425"/>
                <a:gd name="csX460" fmla="*/ 514398 w 571500"/>
                <a:gd name="csY460" fmla="*/ 343203 h 352425"/>
                <a:gd name="csX461" fmla="*/ 515531 w 571500"/>
                <a:gd name="csY461" fmla="*/ 343461 h 352425"/>
                <a:gd name="csX462" fmla="*/ 516674 w 571500"/>
                <a:gd name="csY462" fmla="*/ 343718 h 352425"/>
                <a:gd name="csX463" fmla="*/ 517751 w 571500"/>
                <a:gd name="csY463" fmla="*/ 343975 h 352425"/>
                <a:gd name="csX464" fmla="*/ 518894 w 571500"/>
                <a:gd name="csY464" fmla="*/ 344232 h 352425"/>
                <a:gd name="csX465" fmla="*/ 520027 w 571500"/>
                <a:gd name="csY465" fmla="*/ 344547 h 352425"/>
                <a:gd name="csX466" fmla="*/ 521103 w 571500"/>
                <a:gd name="csY466" fmla="*/ 344870 h 352425"/>
                <a:gd name="csX467" fmla="*/ 522246 w 571500"/>
                <a:gd name="csY467" fmla="*/ 345184 h 352425"/>
                <a:gd name="csX468" fmla="*/ 523380 w 571500"/>
                <a:gd name="csY468" fmla="*/ 345442 h 352425"/>
                <a:gd name="csX469" fmla="*/ 524456 w 571500"/>
                <a:gd name="csY469" fmla="*/ 345756 h 352425"/>
                <a:gd name="csX470" fmla="*/ 525599 w 571500"/>
                <a:gd name="csY470" fmla="*/ 346147 h 352425"/>
                <a:gd name="csX471" fmla="*/ 526733 w 571500"/>
                <a:gd name="csY471" fmla="*/ 346461 h 352425"/>
                <a:gd name="csX472" fmla="*/ 527809 w 571500"/>
                <a:gd name="csY472" fmla="*/ 346785 h 352425"/>
                <a:gd name="csX473" fmla="*/ 528952 w 571500"/>
                <a:gd name="csY473" fmla="*/ 347099 h 352425"/>
                <a:gd name="csX474" fmla="*/ 530095 w 571500"/>
                <a:gd name="csY474" fmla="*/ 347423 h 352425"/>
                <a:gd name="csX475" fmla="*/ 531171 w 571500"/>
                <a:gd name="csY475" fmla="*/ 347737 h 352425"/>
                <a:gd name="csX476" fmla="*/ 532305 w 571500"/>
                <a:gd name="csY476" fmla="*/ 348052 h 352425"/>
                <a:gd name="csX477" fmla="*/ 533448 w 571500"/>
                <a:gd name="csY477" fmla="*/ 348309 h 352425"/>
                <a:gd name="csX478" fmla="*/ 534524 w 571500"/>
                <a:gd name="csY478" fmla="*/ 348632 h 352425"/>
                <a:gd name="csX479" fmla="*/ 535658 w 571500"/>
                <a:gd name="csY479" fmla="*/ 348890 h 352425"/>
                <a:gd name="csX480" fmla="*/ 536801 w 571500"/>
                <a:gd name="csY480" fmla="*/ 349204 h 352425"/>
                <a:gd name="csX481" fmla="*/ 537944 w 571500"/>
                <a:gd name="csY481" fmla="*/ 349461 h 352425"/>
                <a:gd name="csX482" fmla="*/ 539010 w 571500"/>
                <a:gd name="csY482" fmla="*/ 349718 h 352425"/>
                <a:gd name="csX483" fmla="*/ 540153 w 571500"/>
                <a:gd name="csY483" fmla="*/ 349909 h 352425"/>
                <a:gd name="csX484" fmla="*/ 541296 w 571500"/>
                <a:gd name="csY484" fmla="*/ 350166 h 352425"/>
                <a:gd name="csX485" fmla="*/ 542372 w 571500"/>
                <a:gd name="csY485" fmla="*/ 350357 h 352425"/>
                <a:gd name="csX486" fmla="*/ 543506 w 571500"/>
                <a:gd name="csY486" fmla="*/ 350547 h 352425"/>
                <a:gd name="csX487" fmla="*/ 544649 w 571500"/>
                <a:gd name="csY487" fmla="*/ 350738 h 352425"/>
                <a:gd name="csX488" fmla="*/ 545726 w 571500"/>
                <a:gd name="csY488" fmla="*/ 350928 h 352425"/>
                <a:gd name="csX489" fmla="*/ 546859 w 571500"/>
                <a:gd name="csY489" fmla="*/ 351052 h 352425"/>
                <a:gd name="csX490" fmla="*/ 548002 w 571500"/>
                <a:gd name="csY490" fmla="*/ 351252 h 352425"/>
                <a:gd name="csX491" fmla="*/ 549078 w 571500"/>
                <a:gd name="csY491" fmla="*/ 351376 h 352425"/>
                <a:gd name="csX492" fmla="*/ 550221 w 571500"/>
                <a:gd name="csY492" fmla="*/ 351500 h 352425"/>
                <a:gd name="csX493" fmla="*/ 551355 w 571500"/>
                <a:gd name="csY493" fmla="*/ 351633 h 352425"/>
                <a:gd name="csX494" fmla="*/ 552431 w 571500"/>
                <a:gd name="csY494" fmla="*/ 351690 h 352425"/>
                <a:gd name="csX495" fmla="*/ 553574 w 571500"/>
                <a:gd name="csY495" fmla="*/ 351824 h 352425"/>
                <a:gd name="csX496" fmla="*/ 554708 w 571500"/>
                <a:gd name="csY496" fmla="*/ 351890 h 352425"/>
                <a:gd name="csX497" fmla="*/ 555784 w 571500"/>
                <a:gd name="csY497" fmla="*/ 351947 h 352425"/>
                <a:gd name="csX498" fmla="*/ 556927 w 571500"/>
                <a:gd name="csY498" fmla="*/ 352014 h 352425"/>
                <a:gd name="csX499" fmla="*/ 558060 w 571500"/>
                <a:gd name="csY499" fmla="*/ 352080 h 352425"/>
                <a:gd name="csX500" fmla="*/ 559136 w 571500"/>
                <a:gd name="csY500" fmla="*/ 352138 h 352425"/>
                <a:gd name="csX501" fmla="*/ 560279 w 571500"/>
                <a:gd name="csY501" fmla="*/ 352204 h 352425"/>
                <a:gd name="csX502" fmla="*/ 561422 w 571500"/>
                <a:gd name="csY502" fmla="*/ 352204 h 352425"/>
                <a:gd name="csX503" fmla="*/ 562499 w 571500"/>
                <a:gd name="csY503" fmla="*/ 352271 h 352425"/>
                <a:gd name="csX504" fmla="*/ 563633 w 571500"/>
                <a:gd name="csY504" fmla="*/ 352271 h 352425"/>
                <a:gd name="csX505" fmla="*/ 564776 w 571500"/>
                <a:gd name="csY505" fmla="*/ 352328 h 352425"/>
                <a:gd name="csX506" fmla="*/ 565852 w 571500"/>
                <a:gd name="csY506" fmla="*/ 352328 h 352425"/>
                <a:gd name="csX507" fmla="*/ 566985 w 571500"/>
                <a:gd name="csY507" fmla="*/ 352328 h 352425"/>
                <a:gd name="csX508" fmla="*/ 568128 w 571500"/>
                <a:gd name="csY508" fmla="*/ 352328 h 352425"/>
                <a:gd name="csX509" fmla="*/ 569204 w 571500"/>
                <a:gd name="csY509" fmla="*/ 352395 h 352425"/>
                <a:gd name="csX510" fmla="*/ 570347 w 571500"/>
                <a:gd name="csY510" fmla="*/ 352395 h 352425"/>
                <a:gd name="csX511" fmla="*/ 571481 w 57150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352425">
                  <a:moveTo>
                    <a:pt x="-19" y="350547"/>
                  </a:moveTo>
                  <a:lnTo>
                    <a:pt x="1057" y="350099"/>
                  </a:lnTo>
                  <a:lnTo>
                    <a:pt x="2200" y="349652"/>
                  </a:lnTo>
                  <a:lnTo>
                    <a:pt x="3334" y="349080"/>
                  </a:lnTo>
                  <a:lnTo>
                    <a:pt x="4410" y="348442"/>
                  </a:lnTo>
                  <a:lnTo>
                    <a:pt x="5553" y="347613"/>
                  </a:lnTo>
                  <a:lnTo>
                    <a:pt x="6686" y="346651"/>
                  </a:lnTo>
                  <a:lnTo>
                    <a:pt x="7763" y="345632"/>
                  </a:lnTo>
                  <a:lnTo>
                    <a:pt x="8906" y="344356"/>
                  </a:lnTo>
                  <a:lnTo>
                    <a:pt x="10049" y="343013"/>
                  </a:lnTo>
                  <a:lnTo>
                    <a:pt x="11116" y="341356"/>
                  </a:lnTo>
                  <a:lnTo>
                    <a:pt x="12259" y="339441"/>
                  </a:lnTo>
                  <a:lnTo>
                    <a:pt x="13402" y="337336"/>
                  </a:lnTo>
                  <a:lnTo>
                    <a:pt x="14478" y="334916"/>
                  </a:lnTo>
                  <a:lnTo>
                    <a:pt x="15611" y="332231"/>
                  </a:lnTo>
                  <a:lnTo>
                    <a:pt x="16754" y="329173"/>
                  </a:lnTo>
                  <a:lnTo>
                    <a:pt x="17831" y="325725"/>
                  </a:lnTo>
                  <a:lnTo>
                    <a:pt x="18964" y="321963"/>
                  </a:lnTo>
                  <a:lnTo>
                    <a:pt x="20107" y="317743"/>
                  </a:lnTo>
                  <a:lnTo>
                    <a:pt x="21184" y="313219"/>
                  </a:lnTo>
                  <a:lnTo>
                    <a:pt x="22327" y="308047"/>
                  </a:lnTo>
                  <a:lnTo>
                    <a:pt x="23460" y="302493"/>
                  </a:lnTo>
                  <a:lnTo>
                    <a:pt x="24536" y="296436"/>
                  </a:lnTo>
                  <a:lnTo>
                    <a:pt x="25679" y="289863"/>
                  </a:lnTo>
                  <a:lnTo>
                    <a:pt x="26813" y="282843"/>
                  </a:lnTo>
                  <a:lnTo>
                    <a:pt x="27889" y="275252"/>
                  </a:lnTo>
                  <a:lnTo>
                    <a:pt x="29032" y="267080"/>
                  </a:lnTo>
                  <a:lnTo>
                    <a:pt x="30166" y="258469"/>
                  </a:lnTo>
                  <a:lnTo>
                    <a:pt x="31242" y="249411"/>
                  </a:lnTo>
                  <a:lnTo>
                    <a:pt x="32385" y="239895"/>
                  </a:lnTo>
                  <a:lnTo>
                    <a:pt x="33528" y="229818"/>
                  </a:lnTo>
                  <a:lnTo>
                    <a:pt x="34604" y="219283"/>
                  </a:lnTo>
                  <a:lnTo>
                    <a:pt x="35738" y="208444"/>
                  </a:lnTo>
                  <a:lnTo>
                    <a:pt x="36881" y="197271"/>
                  </a:lnTo>
                  <a:lnTo>
                    <a:pt x="37957" y="185784"/>
                  </a:lnTo>
                  <a:lnTo>
                    <a:pt x="39091" y="174106"/>
                  </a:lnTo>
                  <a:lnTo>
                    <a:pt x="40234" y="162181"/>
                  </a:lnTo>
                  <a:lnTo>
                    <a:pt x="41310" y="150246"/>
                  </a:lnTo>
                  <a:lnTo>
                    <a:pt x="42444" y="138245"/>
                  </a:lnTo>
                  <a:lnTo>
                    <a:pt x="43586" y="126252"/>
                  </a:lnTo>
                  <a:lnTo>
                    <a:pt x="44663" y="114451"/>
                  </a:lnTo>
                  <a:lnTo>
                    <a:pt x="45806" y="102831"/>
                  </a:lnTo>
                  <a:lnTo>
                    <a:pt x="46939" y="91543"/>
                  </a:lnTo>
                  <a:lnTo>
                    <a:pt x="48016" y="80561"/>
                  </a:lnTo>
                  <a:lnTo>
                    <a:pt x="49159" y="69969"/>
                  </a:lnTo>
                  <a:lnTo>
                    <a:pt x="50292" y="60016"/>
                  </a:lnTo>
                  <a:lnTo>
                    <a:pt x="51369" y="50700"/>
                  </a:lnTo>
                  <a:lnTo>
                    <a:pt x="52512" y="41956"/>
                  </a:lnTo>
                  <a:lnTo>
                    <a:pt x="53654" y="33917"/>
                  </a:lnTo>
                  <a:lnTo>
                    <a:pt x="54721" y="26583"/>
                  </a:lnTo>
                  <a:lnTo>
                    <a:pt x="55864" y="20134"/>
                  </a:lnTo>
                  <a:lnTo>
                    <a:pt x="57007" y="14648"/>
                  </a:lnTo>
                  <a:lnTo>
                    <a:pt x="58083" y="9923"/>
                  </a:lnTo>
                  <a:lnTo>
                    <a:pt x="59217" y="6095"/>
                  </a:lnTo>
                  <a:lnTo>
                    <a:pt x="60360" y="3094"/>
                  </a:lnTo>
                  <a:lnTo>
                    <a:pt x="61437" y="1180"/>
                  </a:lnTo>
                  <a:lnTo>
                    <a:pt x="62570" y="161"/>
                  </a:lnTo>
                  <a:lnTo>
                    <a:pt x="63713" y="-30"/>
                  </a:lnTo>
                  <a:lnTo>
                    <a:pt x="64789" y="608"/>
                  </a:lnTo>
                  <a:lnTo>
                    <a:pt x="65932" y="2008"/>
                  </a:lnTo>
                  <a:lnTo>
                    <a:pt x="67066" y="4313"/>
                  </a:lnTo>
                  <a:lnTo>
                    <a:pt x="68142" y="7438"/>
                  </a:lnTo>
                  <a:lnTo>
                    <a:pt x="69285" y="11200"/>
                  </a:lnTo>
                  <a:lnTo>
                    <a:pt x="70419" y="15543"/>
                  </a:lnTo>
                  <a:lnTo>
                    <a:pt x="71495" y="20458"/>
                  </a:lnTo>
                  <a:lnTo>
                    <a:pt x="72638" y="26002"/>
                  </a:lnTo>
                  <a:lnTo>
                    <a:pt x="73781" y="32002"/>
                  </a:lnTo>
                  <a:lnTo>
                    <a:pt x="74857" y="38451"/>
                  </a:lnTo>
                  <a:lnTo>
                    <a:pt x="75990" y="45147"/>
                  </a:lnTo>
                  <a:lnTo>
                    <a:pt x="77133" y="52167"/>
                  </a:lnTo>
                  <a:lnTo>
                    <a:pt x="78267" y="59444"/>
                  </a:lnTo>
                  <a:lnTo>
                    <a:pt x="79343" y="66912"/>
                  </a:lnTo>
                  <a:lnTo>
                    <a:pt x="80487" y="74436"/>
                  </a:lnTo>
                  <a:lnTo>
                    <a:pt x="81620" y="82095"/>
                  </a:lnTo>
                  <a:lnTo>
                    <a:pt x="82706" y="89753"/>
                  </a:lnTo>
                  <a:lnTo>
                    <a:pt x="83839" y="97411"/>
                  </a:lnTo>
                  <a:lnTo>
                    <a:pt x="84982" y="105002"/>
                  </a:lnTo>
                  <a:lnTo>
                    <a:pt x="86058" y="112470"/>
                  </a:lnTo>
                  <a:lnTo>
                    <a:pt x="87192" y="119871"/>
                  </a:lnTo>
                  <a:lnTo>
                    <a:pt x="88335" y="127148"/>
                  </a:lnTo>
                  <a:lnTo>
                    <a:pt x="89411" y="134225"/>
                  </a:lnTo>
                  <a:lnTo>
                    <a:pt x="90545" y="141121"/>
                  </a:lnTo>
                  <a:lnTo>
                    <a:pt x="91688" y="147817"/>
                  </a:lnTo>
                  <a:lnTo>
                    <a:pt x="92764" y="154265"/>
                  </a:lnTo>
                  <a:lnTo>
                    <a:pt x="93907" y="160581"/>
                  </a:lnTo>
                  <a:lnTo>
                    <a:pt x="95040" y="166581"/>
                  </a:lnTo>
                  <a:lnTo>
                    <a:pt x="96117" y="172391"/>
                  </a:lnTo>
                  <a:lnTo>
                    <a:pt x="97260" y="177935"/>
                  </a:lnTo>
                  <a:lnTo>
                    <a:pt x="98393" y="183298"/>
                  </a:lnTo>
                  <a:lnTo>
                    <a:pt x="99470" y="188403"/>
                  </a:lnTo>
                  <a:lnTo>
                    <a:pt x="100613" y="193318"/>
                  </a:lnTo>
                  <a:lnTo>
                    <a:pt x="101756" y="197909"/>
                  </a:lnTo>
                  <a:lnTo>
                    <a:pt x="102822" y="202376"/>
                  </a:lnTo>
                  <a:lnTo>
                    <a:pt x="103965" y="206586"/>
                  </a:lnTo>
                  <a:lnTo>
                    <a:pt x="105108" y="210606"/>
                  </a:lnTo>
                  <a:lnTo>
                    <a:pt x="106185" y="214435"/>
                  </a:lnTo>
                  <a:lnTo>
                    <a:pt x="107318" y="218007"/>
                  </a:lnTo>
                  <a:lnTo>
                    <a:pt x="108461" y="221455"/>
                  </a:lnTo>
                  <a:lnTo>
                    <a:pt x="109538" y="224779"/>
                  </a:lnTo>
                  <a:lnTo>
                    <a:pt x="110671" y="227903"/>
                  </a:lnTo>
                  <a:lnTo>
                    <a:pt x="111814" y="230837"/>
                  </a:lnTo>
                  <a:lnTo>
                    <a:pt x="112890" y="233647"/>
                  </a:lnTo>
                  <a:lnTo>
                    <a:pt x="114033" y="236324"/>
                  </a:lnTo>
                  <a:lnTo>
                    <a:pt x="115167" y="238876"/>
                  </a:lnTo>
                  <a:lnTo>
                    <a:pt x="116243" y="241305"/>
                  </a:lnTo>
                  <a:lnTo>
                    <a:pt x="117386" y="243600"/>
                  </a:lnTo>
                  <a:lnTo>
                    <a:pt x="118520" y="245829"/>
                  </a:lnTo>
                  <a:lnTo>
                    <a:pt x="119596" y="247935"/>
                  </a:lnTo>
                  <a:lnTo>
                    <a:pt x="120739" y="249916"/>
                  </a:lnTo>
                  <a:lnTo>
                    <a:pt x="121872" y="251896"/>
                  </a:lnTo>
                  <a:lnTo>
                    <a:pt x="122948" y="253745"/>
                  </a:lnTo>
                  <a:lnTo>
                    <a:pt x="124092" y="255535"/>
                  </a:lnTo>
                  <a:lnTo>
                    <a:pt x="125235" y="257250"/>
                  </a:lnTo>
                  <a:lnTo>
                    <a:pt x="126311" y="258974"/>
                  </a:lnTo>
                  <a:lnTo>
                    <a:pt x="127445" y="260574"/>
                  </a:lnTo>
                  <a:lnTo>
                    <a:pt x="128588" y="262164"/>
                  </a:lnTo>
                  <a:lnTo>
                    <a:pt x="129664" y="263698"/>
                  </a:lnTo>
                  <a:lnTo>
                    <a:pt x="130797" y="265165"/>
                  </a:lnTo>
                  <a:lnTo>
                    <a:pt x="131940" y="266632"/>
                  </a:lnTo>
                  <a:lnTo>
                    <a:pt x="133016" y="268099"/>
                  </a:lnTo>
                  <a:lnTo>
                    <a:pt x="134150" y="269508"/>
                  </a:lnTo>
                  <a:lnTo>
                    <a:pt x="135293" y="270842"/>
                  </a:lnTo>
                  <a:lnTo>
                    <a:pt x="136369" y="272185"/>
                  </a:lnTo>
                  <a:lnTo>
                    <a:pt x="137513" y="273528"/>
                  </a:lnTo>
                  <a:lnTo>
                    <a:pt x="138646" y="274871"/>
                  </a:lnTo>
                  <a:lnTo>
                    <a:pt x="139722" y="276138"/>
                  </a:lnTo>
                  <a:lnTo>
                    <a:pt x="140865" y="277481"/>
                  </a:lnTo>
                  <a:lnTo>
                    <a:pt x="141999" y="278757"/>
                  </a:lnTo>
                  <a:lnTo>
                    <a:pt x="143075" y="279967"/>
                  </a:lnTo>
                  <a:lnTo>
                    <a:pt x="144218" y="281244"/>
                  </a:lnTo>
                  <a:lnTo>
                    <a:pt x="145361" y="282463"/>
                  </a:lnTo>
                  <a:lnTo>
                    <a:pt x="146428" y="283672"/>
                  </a:lnTo>
                  <a:lnTo>
                    <a:pt x="147571" y="284882"/>
                  </a:lnTo>
                  <a:lnTo>
                    <a:pt x="148714" y="286101"/>
                  </a:lnTo>
                  <a:lnTo>
                    <a:pt x="149790" y="287244"/>
                  </a:lnTo>
                  <a:lnTo>
                    <a:pt x="150924" y="288454"/>
                  </a:lnTo>
                  <a:lnTo>
                    <a:pt x="152066" y="289606"/>
                  </a:lnTo>
                  <a:lnTo>
                    <a:pt x="153200" y="290759"/>
                  </a:lnTo>
                  <a:lnTo>
                    <a:pt x="154276" y="291845"/>
                  </a:lnTo>
                  <a:lnTo>
                    <a:pt x="155419" y="292988"/>
                  </a:lnTo>
                  <a:lnTo>
                    <a:pt x="156563" y="294074"/>
                  </a:lnTo>
                  <a:lnTo>
                    <a:pt x="157639" y="295093"/>
                  </a:lnTo>
                  <a:lnTo>
                    <a:pt x="158772" y="296179"/>
                  </a:lnTo>
                  <a:lnTo>
                    <a:pt x="159915" y="297198"/>
                  </a:lnTo>
                  <a:lnTo>
                    <a:pt x="160992" y="298217"/>
                  </a:lnTo>
                  <a:lnTo>
                    <a:pt x="162125" y="299179"/>
                  </a:lnTo>
                  <a:lnTo>
                    <a:pt x="163268" y="300131"/>
                  </a:lnTo>
                  <a:lnTo>
                    <a:pt x="164344" y="301093"/>
                  </a:lnTo>
                  <a:lnTo>
                    <a:pt x="165478" y="301989"/>
                  </a:lnTo>
                  <a:lnTo>
                    <a:pt x="166621" y="302884"/>
                  </a:lnTo>
                  <a:lnTo>
                    <a:pt x="167697" y="303713"/>
                  </a:lnTo>
                  <a:lnTo>
                    <a:pt x="168840" y="304475"/>
                  </a:lnTo>
                  <a:lnTo>
                    <a:pt x="169974" y="305304"/>
                  </a:lnTo>
                  <a:lnTo>
                    <a:pt x="171050" y="306008"/>
                  </a:lnTo>
                  <a:lnTo>
                    <a:pt x="172193" y="306770"/>
                  </a:lnTo>
                  <a:lnTo>
                    <a:pt x="173326" y="307408"/>
                  </a:lnTo>
                  <a:lnTo>
                    <a:pt x="174403" y="308113"/>
                  </a:lnTo>
                  <a:lnTo>
                    <a:pt x="175546" y="308685"/>
                  </a:lnTo>
                  <a:lnTo>
                    <a:pt x="176689" y="309323"/>
                  </a:lnTo>
                  <a:lnTo>
                    <a:pt x="177756" y="309837"/>
                  </a:lnTo>
                  <a:lnTo>
                    <a:pt x="178899" y="310409"/>
                  </a:lnTo>
                  <a:lnTo>
                    <a:pt x="180042" y="310856"/>
                  </a:lnTo>
                  <a:lnTo>
                    <a:pt x="181118" y="311361"/>
                  </a:lnTo>
                  <a:lnTo>
                    <a:pt x="182251" y="311809"/>
                  </a:lnTo>
                  <a:lnTo>
                    <a:pt x="183394" y="312200"/>
                  </a:lnTo>
                  <a:lnTo>
                    <a:pt x="184471" y="312581"/>
                  </a:lnTo>
                  <a:lnTo>
                    <a:pt x="185604" y="312961"/>
                  </a:lnTo>
                  <a:lnTo>
                    <a:pt x="186747" y="313343"/>
                  </a:lnTo>
                  <a:lnTo>
                    <a:pt x="187824" y="313667"/>
                  </a:lnTo>
                  <a:lnTo>
                    <a:pt x="188967" y="313980"/>
                  </a:lnTo>
                  <a:lnTo>
                    <a:pt x="190100" y="314304"/>
                  </a:lnTo>
                  <a:lnTo>
                    <a:pt x="191176" y="314552"/>
                  </a:lnTo>
                  <a:lnTo>
                    <a:pt x="192319" y="314876"/>
                  </a:lnTo>
                  <a:lnTo>
                    <a:pt x="193453" y="315133"/>
                  </a:lnTo>
                  <a:lnTo>
                    <a:pt x="194529" y="315390"/>
                  </a:lnTo>
                  <a:lnTo>
                    <a:pt x="195672" y="315638"/>
                  </a:lnTo>
                  <a:lnTo>
                    <a:pt x="196806" y="315895"/>
                  </a:lnTo>
                  <a:lnTo>
                    <a:pt x="197882" y="316152"/>
                  </a:lnTo>
                  <a:lnTo>
                    <a:pt x="199025" y="316409"/>
                  </a:lnTo>
                  <a:lnTo>
                    <a:pt x="200168" y="316724"/>
                  </a:lnTo>
                  <a:lnTo>
                    <a:pt x="201244" y="316981"/>
                  </a:lnTo>
                  <a:lnTo>
                    <a:pt x="202378" y="317238"/>
                  </a:lnTo>
                  <a:lnTo>
                    <a:pt x="203521" y="317495"/>
                  </a:lnTo>
                  <a:lnTo>
                    <a:pt x="204597" y="317743"/>
                  </a:lnTo>
                  <a:lnTo>
                    <a:pt x="205731" y="318067"/>
                  </a:lnTo>
                  <a:lnTo>
                    <a:pt x="206874" y="318324"/>
                  </a:lnTo>
                  <a:lnTo>
                    <a:pt x="207950" y="318638"/>
                  </a:lnTo>
                  <a:lnTo>
                    <a:pt x="209093" y="318962"/>
                  </a:lnTo>
                  <a:lnTo>
                    <a:pt x="210226" y="319277"/>
                  </a:lnTo>
                  <a:lnTo>
                    <a:pt x="211302" y="319601"/>
                  </a:lnTo>
                  <a:lnTo>
                    <a:pt x="212446" y="319915"/>
                  </a:lnTo>
                  <a:lnTo>
                    <a:pt x="213579" y="320239"/>
                  </a:lnTo>
                  <a:lnTo>
                    <a:pt x="214656" y="320553"/>
                  </a:lnTo>
                  <a:lnTo>
                    <a:pt x="215799" y="320877"/>
                  </a:lnTo>
                  <a:lnTo>
                    <a:pt x="216932" y="321191"/>
                  </a:lnTo>
                  <a:lnTo>
                    <a:pt x="218008" y="321572"/>
                  </a:lnTo>
                  <a:lnTo>
                    <a:pt x="219151" y="321896"/>
                  </a:lnTo>
                  <a:lnTo>
                    <a:pt x="220294" y="322210"/>
                  </a:lnTo>
                  <a:lnTo>
                    <a:pt x="221370" y="322601"/>
                  </a:lnTo>
                  <a:lnTo>
                    <a:pt x="222504" y="322915"/>
                  </a:lnTo>
                  <a:lnTo>
                    <a:pt x="223647" y="323239"/>
                  </a:lnTo>
                  <a:lnTo>
                    <a:pt x="224723" y="323553"/>
                  </a:lnTo>
                  <a:lnTo>
                    <a:pt x="225857" y="323935"/>
                  </a:lnTo>
                  <a:lnTo>
                    <a:pt x="227000" y="324258"/>
                  </a:lnTo>
                  <a:lnTo>
                    <a:pt x="228076" y="324572"/>
                  </a:lnTo>
                  <a:lnTo>
                    <a:pt x="229219" y="324830"/>
                  </a:lnTo>
                  <a:lnTo>
                    <a:pt x="230352" y="325144"/>
                  </a:lnTo>
                  <a:lnTo>
                    <a:pt x="231496" y="325468"/>
                  </a:lnTo>
                  <a:lnTo>
                    <a:pt x="232572" y="325725"/>
                  </a:lnTo>
                  <a:lnTo>
                    <a:pt x="233706" y="325982"/>
                  </a:lnTo>
                  <a:lnTo>
                    <a:pt x="234849" y="326297"/>
                  </a:lnTo>
                  <a:lnTo>
                    <a:pt x="235925" y="326554"/>
                  </a:lnTo>
                  <a:lnTo>
                    <a:pt x="237068" y="326811"/>
                  </a:lnTo>
                  <a:lnTo>
                    <a:pt x="238201" y="327059"/>
                  </a:lnTo>
                  <a:lnTo>
                    <a:pt x="239277" y="327259"/>
                  </a:lnTo>
                  <a:lnTo>
                    <a:pt x="240420" y="327506"/>
                  </a:lnTo>
                  <a:lnTo>
                    <a:pt x="241554" y="327763"/>
                  </a:lnTo>
                  <a:lnTo>
                    <a:pt x="242630" y="327954"/>
                  </a:lnTo>
                  <a:lnTo>
                    <a:pt x="243773" y="328211"/>
                  </a:lnTo>
                  <a:lnTo>
                    <a:pt x="244907" y="328402"/>
                  </a:lnTo>
                  <a:lnTo>
                    <a:pt x="245983" y="328592"/>
                  </a:lnTo>
                  <a:lnTo>
                    <a:pt x="247126" y="328783"/>
                  </a:lnTo>
                  <a:lnTo>
                    <a:pt x="248269" y="329039"/>
                  </a:lnTo>
                  <a:lnTo>
                    <a:pt x="249345" y="329230"/>
                  </a:lnTo>
                  <a:lnTo>
                    <a:pt x="250479" y="329421"/>
                  </a:lnTo>
                  <a:lnTo>
                    <a:pt x="251622" y="329611"/>
                  </a:lnTo>
                  <a:lnTo>
                    <a:pt x="252698" y="329812"/>
                  </a:lnTo>
                  <a:lnTo>
                    <a:pt x="253832" y="330059"/>
                  </a:lnTo>
                  <a:lnTo>
                    <a:pt x="254975" y="330259"/>
                  </a:lnTo>
                  <a:lnTo>
                    <a:pt x="256051" y="330449"/>
                  </a:lnTo>
                  <a:lnTo>
                    <a:pt x="257184" y="330697"/>
                  </a:lnTo>
                  <a:lnTo>
                    <a:pt x="258327" y="330888"/>
                  </a:lnTo>
                  <a:lnTo>
                    <a:pt x="259404" y="331145"/>
                  </a:lnTo>
                  <a:lnTo>
                    <a:pt x="260547" y="331335"/>
                  </a:lnTo>
                  <a:lnTo>
                    <a:pt x="261680" y="331592"/>
                  </a:lnTo>
                  <a:lnTo>
                    <a:pt x="262757" y="331850"/>
                  </a:lnTo>
                  <a:lnTo>
                    <a:pt x="263900" y="332107"/>
                  </a:lnTo>
                  <a:lnTo>
                    <a:pt x="265033" y="332364"/>
                  </a:lnTo>
                  <a:lnTo>
                    <a:pt x="266110" y="332611"/>
                  </a:lnTo>
                  <a:lnTo>
                    <a:pt x="267252" y="332869"/>
                  </a:lnTo>
                  <a:lnTo>
                    <a:pt x="268386" y="333126"/>
                  </a:lnTo>
                  <a:lnTo>
                    <a:pt x="269462" y="333383"/>
                  </a:lnTo>
                  <a:lnTo>
                    <a:pt x="270605" y="333697"/>
                  </a:lnTo>
                  <a:lnTo>
                    <a:pt x="271748" y="333955"/>
                  </a:lnTo>
                  <a:lnTo>
                    <a:pt x="272825" y="334212"/>
                  </a:lnTo>
                  <a:lnTo>
                    <a:pt x="273958" y="334526"/>
                  </a:lnTo>
                  <a:lnTo>
                    <a:pt x="275101" y="334783"/>
                  </a:lnTo>
                  <a:lnTo>
                    <a:pt x="276178" y="335107"/>
                  </a:lnTo>
                  <a:lnTo>
                    <a:pt x="277311" y="335355"/>
                  </a:lnTo>
                  <a:lnTo>
                    <a:pt x="278454" y="335612"/>
                  </a:lnTo>
                  <a:lnTo>
                    <a:pt x="279530" y="335936"/>
                  </a:lnTo>
                  <a:lnTo>
                    <a:pt x="280673" y="336183"/>
                  </a:lnTo>
                  <a:lnTo>
                    <a:pt x="281807" y="336441"/>
                  </a:lnTo>
                  <a:lnTo>
                    <a:pt x="282883" y="336698"/>
                  </a:lnTo>
                  <a:lnTo>
                    <a:pt x="284026" y="336955"/>
                  </a:lnTo>
                  <a:lnTo>
                    <a:pt x="285160" y="337212"/>
                  </a:lnTo>
                  <a:lnTo>
                    <a:pt x="286236" y="337403"/>
                  </a:lnTo>
                  <a:lnTo>
                    <a:pt x="287379" y="337660"/>
                  </a:lnTo>
                  <a:lnTo>
                    <a:pt x="288512" y="337851"/>
                  </a:lnTo>
                  <a:lnTo>
                    <a:pt x="289589" y="338041"/>
                  </a:lnTo>
                  <a:lnTo>
                    <a:pt x="290732" y="338231"/>
                  </a:lnTo>
                  <a:lnTo>
                    <a:pt x="291875" y="338422"/>
                  </a:lnTo>
                  <a:lnTo>
                    <a:pt x="292951" y="338612"/>
                  </a:lnTo>
                  <a:lnTo>
                    <a:pt x="294085" y="338736"/>
                  </a:lnTo>
                  <a:lnTo>
                    <a:pt x="295228" y="338870"/>
                  </a:lnTo>
                  <a:lnTo>
                    <a:pt x="296304" y="338994"/>
                  </a:lnTo>
                  <a:lnTo>
                    <a:pt x="297437" y="339127"/>
                  </a:lnTo>
                  <a:lnTo>
                    <a:pt x="298580" y="339250"/>
                  </a:lnTo>
                  <a:lnTo>
                    <a:pt x="299656" y="339317"/>
                  </a:lnTo>
                  <a:lnTo>
                    <a:pt x="300790" y="339441"/>
                  </a:lnTo>
                  <a:lnTo>
                    <a:pt x="301933" y="339507"/>
                  </a:lnTo>
                  <a:lnTo>
                    <a:pt x="303010" y="339574"/>
                  </a:lnTo>
                  <a:lnTo>
                    <a:pt x="304153" y="339631"/>
                  </a:lnTo>
                  <a:lnTo>
                    <a:pt x="305286" y="339698"/>
                  </a:lnTo>
                  <a:lnTo>
                    <a:pt x="306362" y="339765"/>
                  </a:lnTo>
                  <a:lnTo>
                    <a:pt x="307505" y="339765"/>
                  </a:lnTo>
                  <a:lnTo>
                    <a:pt x="308639" y="339822"/>
                  </a:lnTo>
                  <a:lnTo>
                    <a:pt x="309782" y="339889"/>
                  </a:lnTo>
                  <a:lnTo>
                    <a:pt x="310858" y="339889"/>
                  </a:lnTo>
                  <a:lnTo>
                    <a:pt x="312001" y="339889"/>
                  </a:lnTo>
                  <a:lnTo>
                    <a:pt x="313135" y="339955"/>
                  </a:lnTo>
                  <a:lnTo>
                    <a:pt x="314211" y="339955"/>
                  </a:lnTo>
                  <a:lnTo>
                    <a:pt x="315354" y="340022"/>
                  </a:lnTo>
                  <a:lnTo>
                    <a:pt x="316487" y="340022"/>
                  </a:lnTo>
                  <a:lnTo>
                    <a:pt x="317563" y="340079"/>
                  </a:lnTo>
                  <a:lnTo>
                    <a:pt x="318706" y="340079"/>
                  </a:lnTo>
                  <a:lnTo>
                    <a:pt x="319840" y="340079"/>
                  </a:lnTo>
                  <a:lnTo>
                    <a:pt x="320916" y="340146"/>
                  </a:lnTo>
                  <a:lnTo>
                    <a:pt x="322060" y="340146"/>
                  </a:lnTo>
                  <a:lnTo>
                    <a:pt x="323203" y="340146"/>
                  </a:lnTo>
                  <a:lnTo>
                    <a:pt x="324279" y="340213"/>
                  </a:lnTo>
                  <a:lnTo>
                    <a:pt x="325412" y="340213"/>
                  </a:lnTo>
                  <a:lnTo>
                    <a:pt x="326555" y="340270"/>
                  </a:lnTo>
                  <a:lnTo>
                    <a:pt x="327631" y="340270"/>
                  </a:lnTo>
                  <a:lnTo>
                    <a:pt x="328765" y="340270"/>
                  </a:lnTo>
                  <a:lnTo>
                    <a:pt x="329908" y="340336"/>
                  </a:lnTo>
                  <a:lnTo>
                    <a:pt x="330984" y="340336"/>
                  </a:lnTo>
                  <a:lnTo>
                    <a:pt x="332118" y="340336"/>
                  </a:lnTo>
                  <a:lnTo>
                    <a:pt x="333261" y="340403"/>
                  </a:lnTo>
                  <a:lnTo>
                    <a:pt x="334337" y="340403"/>
                  </a:lnTo>
                  <a:lnTo>
                    <a:pt x="335480" y="340403"/>
                  </a:lnTo>
                  <a:lnTo>
                    <a:pt x="336613" y="340403"/>
                  </a:lnTo>
                  <a:lnTo>
                    <a:pt x="337690" y="340403"/>
                  </a:lnTo>
                  <a:lnTo>
                    <a:pt x="338833" y="340460"/>
                  </a:lnTo>
                  <a:lnTo>
                    <a:pt x="339966" y="340460"/>
                  </a:lnTo>
                  <a:lnTo>
                    <a:pt x="341043" y="340460"/>
                  </a:lnTo>
                  <a:lnTo>
                    <a:pt x="342186" y="340403"/>
                  </a:lnTo>
                  <a:lnTo>
                    <a:pt x="343329" y="340403"/>
                  </a:lnTo>
                  <a:lnTo>
                    <a:pt x="344395" y="340403"/>
                  </a:lnTo>
                  <a:lnTo>
                    <a:pt x="345538" y="340403"/>
                  </a:lnTo>
                  <a:lnTo>
                    <a:pt x="346681" y="340403"/>
                  </a:lnTo>
                  <a:lnTo>
                    <a:pt x="347758" y="340336"/>
                  </a:lnTo>
                  <a:lnTo>
                    <a:pt x="348891" y="340336"/>
                  </a:lnTo>
                  <a:lnTo>
                    <a:pt x="350034" y="340336"/>
                  </a:lnTo>
                  <a:lnTo>
                    <a:pt x="351111" y="340270"/>
                  </a:lnTo>
                  <a:lnTo>
                    <a:pt x="352244" y="340270"/>
                  </a:lnTo>
                  <a:lnTo>
                    <a:pt x="353387" y="340213"/>
                  </a:lnTo>
                  <a:lnTo>
                    <a:pt x="354463" y="340213"/>
                  </a:lnTo>
                  <a:lnTo>
                    <a:pt x="355606" y="340146"/>
                  </a:lnTo>
                  <a:lnTo>
                    <a:pt x="356740" y="340146"/>
                  </a:lnTo>
                  <a:lnTo>
                    <a:pt x="357816" y="340079"/>
                  </a:lnTo>
                  <a:lnTo>
                    <a:pt x="358959" y="340079"/>
                  </a:lnTo>
                  <a:lnTo>
                    <a:pt x="360093" y="340022"/>
                  </a:lnTo>
                  <a:lnTo>
                    <a:pt x="361169" y="340022"/>
                  </a:lnTo>
                  <a:lnTo>
                    <a:pt x="362312" y="339955"/>
                  </a:lnTo>
                  <a:lnTo>
                    <a:pt x="363455" y="339955"/>
                  </a:lnTo>
                  <a:lnTo>
                    <a:pt x="364531" y="339955"/>
                  </a:lnTo>
                  <a:lnTo>
                    <a:pt x="365665" y="339889"/>
                  </a:lnTo>
                  <a:lnTo>
                    <a:pt x="366808" y="339889"/>
                  </a:lnTo>
                  <a:lnTo>
                    <a:pt x="367884" y="339889"/>
                  </a:lnTo>
                  <a:lnTo>
                    <a:pt x="369018" y="339822"/>
                  </a:lnTo>
                  <a:lnTo>
                    <a:pt x="370161" y="339822"/>
                  </a:lnTo>
                  <a:lnTo>
                    <a:pt x="371237" y="339822"/>
                  </a:lnTo>
                  <a:lnTo>
                    <a:pt x="372370" y="339822"/>
                  </a:lnTo>
                  <a:lnTo>
                    <a:pt x="373513" y="339822"/>
                  </a:lnTo>
                  <a:lnTo>
                    <a:pt x="374590" y="339822"/>
                  </a:lnTo>
                  <a:lnTo>
                    <a:pt x="375732" y="339822"/>
                  </a:lnTo>
                  <a:lnTo>
                    <a:pt x="376866" y="339822"/>
                  </a:lnTo>
                  <a:lnTo>
                    <a:pt x="377943" y="339822"/>
                  </a:lnTo>
                  <a:lnTo>
                    <a:pt x="379086" y="339822"/>
                  </a:lnTo>
                  <a:lnTo>
                    <a:pt x="380219" y="339889"/>
                  </a:lnTo>
                  <a:lnTo>
                    <a:pt x="381296" y="339889"/>
                  </a:lnTo>
                  <a:lnTo>
                    <a:pt x="382438" y="339889"/>
                  </a:lnTo>
                  <a:lnTo>
                    <a:pt x="383581" y="339955"/>
                  </a:lnTo>
                  <a:lnTo>
                    <a:pt x="384715" y="339955"/>
                  </a:lnTo>
                  <a:lnTo>
                    <a:pt x="385791" y="340022"/>
                  </a:lnTo>
                  <a:lnTo>
                    <a:pt x="386934" y="340079"/>
                  </a:lnTo>
                  <a:lnTo>
                    <a:pt x="388068" y="340079"/>
                  </a:lnTo>
                  <a:lnTo>
                    <a:pt x="389144" y="340146"/>
                  </a:lnTo>
                  <a:lnTo>
                    <a:pt x="390287" y="340213"/>
                  </a:lnTo>
                  <a:lnTo>
                    <a:pt x="391420" y="340270"/>
                  </a:lnTo>
                  <a:lnTo>
                    <a:pt x="392497" y="340336"/>
                  </a:lnTo>
                  <a:lnTo>
                    <a:pt x="393640" y="340403"/>
                  </a:lnTo>
                  <a:lnTo>
                    <a:pt x="394782" y="340460"/>
                  </a:lnTo>
                  <a:lnTo>
                    <a:pt x="395859" y="340527"/>
                  </a:lnTo>
                  <a:lnTo>
                    <a:pt x="396993" y="340651"/>
                  </a:lnTo>
                  <a:lnTo>
                    <a:pt x="398136" y="340717"/>
                  </a:lnTo>
                  <a:lnTo>
                    <a:pt x="399212" y="340784"/>
                  </a:lnTo>
                  <a:lnTo>
                    <a:pt x="400346" y="340908"/>
                  </a:lnTo>
                  <a:lnTo>
                    <a:pt x="401488" y="340975"/>
                  </a:lnTo>
                  <a:lnTo>
                    <a:pt x="402565" y="341099"/>
                  </a:lnTo>
                  <a:lnTo>
                    <a:pt x="403698" y="341165"/>
                  </a:lnTo>
                  <a:lnTo>
                    <a:pt x="404841" y="341289"/>
                  </a:lnTo>
                  <a:lnTo>
                    <a:pt x="405917" y="341356"/>
                  </a:lnTo>
                  <a:lnTo>
                    <a:pt x="407060" y="341489"/>
                  </a:lnTo>
                  <a:lnTo>
                    <a:pt x="408194" y="341613"/>
                  </a:lnTo>
                  <a:lnTo>
                    <a:pt x="409270" y="341679"/>
                  </a:lnTo>
                  <a:lnTo>
                    <a:pt x="410414" y="341803"/>
                  </a:lnTo>
                  <a:lnTo>
                    <a:pt x="411547" y="341870"/>
                  </a:lnTo>
                  <a:lnTo>
                    <a:pt x="412623" y="341994"/>
                  </a:lnTo>
                  <a:lnTo>
                    <a:pt x="413766" y="342060"/>
                  </a:lnTo>
                  <a:lnTo>
                    <a:pt x="414909" y="342127"/>
                  </a:lnTo>
                  <a:lnTo>
                    <a:pt x="415976" y="342251"/>
                  </a:lnTo>
                  <a:lnTo>
                    <a:pt x="417119" y="342318"/>
                  </a:lnTo>
                  <a:lnTo>
                    <a:pt x="418262" y="342375"/>
                  </a:lnTo>
                  <a:lnTo>
                    <a:pt x="419338" y="342442"/>
                  </a:lnTo>
                  <a:lnTo>
                    <a:pt x="420472" y="342508"/>
                  </a:lnTo>
                  <a:lnTo>
                    <a:pt x="421615" y="342565"/>
                  </a:lnTo>
                  <a:lnTo>
                    <a:pt x="422691" y="342632"/>
                  </a:lnTo>
                  <a:lnTo>
                    <a:pt x="423824" y="342699"/>
                  </a:lnTo>
                  <a:lnTo>
                    <a:pt x="424967" y="342765"/>
                  </a:lnTo>
                  <a:lnTo>
                    <a:pt x="426044" y="342765"/>
                  </a:lnTo>
                  <a:lnTo>
                    <a:pt x="427187" y="342822"/>
                  </a:lnTo>
                  <a:lnTo>
                    <a:pt x="428320" y="342822"/>
                  </a:lnTo>
                  <a:lnTo>
                    <a:pt x="429397" y="342889"/>
                  </a:lnTo>
                  <a:lnTo>
                    <a:pt x="430540" y="342889"/>
                  </a:lnTo>
                  <a:lnTo>
                    <a:pt x="431673" y="342889"/>
                  </a:lnTo>
                  <a:lnTo>
                    <a:pt x="432749" y="342889"/>
                  </a:lnTo>
                  <a:lnTo>
                    <a:pt x="433892" y="342889"/>
                  </a:lnTo>
                  <a:lnTo>
                    <a:pt x="435035" y="342889"/>
                  </a:lnTo>
                  <a:lnTo>
                    <a:pt x="436102" y="342822"/>
                  </a:lnTo>
                  <a:lnTo>
                    <a:pt x="437245" y="342822"/>
                  </a:lnTo>
                  <a:lnTo>
                    <a:pt x="438388" y="342822"/>
                  </a:lnTo>
                  <a:lnTo>
                    <a:pt x="439465" y="342765"/>
                  </a:lnTo>
                  <a:lnTo>
                    <a:pt x="440598" y="342699"/>
                  </a:lnTo>
                  <a:lnTo>
                    <a:pt x="441741" y="342699"/>
                  </a:lnTo>
                  <a:lnTo>
                    <a:pt x="442817" y="342632"/>
                  </a:lnTo>
                  <a:lnTo>
                    <a:pt x="443951" y="342565"/>
                  </a:lnTo>
                  <a:lnTo>
                    <a:pt x="445094" y="342508"/>
                  </a:lnTo>
                  <a:lnTo>
                    <a:pt x="446170" y="342442"/>
                  </a:lnTo>
                  <a:lnTo>
                    <a:pt x="447313" y="342375"/>
                  </a:lnTo>
                  <a:lnTo>
                    <a:pt x="448447" y="342318"/>
                  </a:lnTo>
                  <a:lnTo>
                    <a:pt x="449523" y="342251"/>
                  </a:lnTo>
                  <a:lnTo>
                    <a:pt x="450666" y="342184"/>
                  </a:lnTo>
                  <a:lnTo>
                    <a:pt x="451799" y="342127"/>
                  </a:lnTo>
                  <a:lnTo>
                    <a:pt x="452875" y="342060"/>
                  </a:lnTo>
                  <a:lnTo>
                    <a:pt x="454019" y="341994"/>
                  </a:lnTo>
                  <a:lnTo>
                    <a:pt x="455152" y="341927"/>
                  </a:lnTo>
                  <a:lnTo>
                    <a:pt x="456229" y="341870"/>
                  </a:lnTo>
                  <a:lnTo>
                    <a:pt x="457372" y="341803"/>
                  </a:lnTo>
                  <a:lnTo>
                    <a:pt x="458515" y="341679"/>
                  </a:lnTo>
                  <a:lnTo>
                    <a:pt x="459591" y="341613"/>
                  </a:lnTo>
                  <a:lnTo>
                    <a:pt x="460724" y="341546"/>
                  </a:lnTo>
                  <a:lnTo>
                    <a:pt x="461867" y="341489"/>
                  </a:lnTo>
                  <a:lnTo>
                    <a:pt x="463001" y="341422"/>
                  </a:lnTo>
                  <a:lnTo>
                    <a:pt x="464077" y="341356"/>
                  </a:lnTo>
                  <a:lnTo>
                    <a:pt x="465220" y="341289"/>
                  </a:lnTo>
                  <a:lnTo>
                    <a:pt x="466363" y="341289"/>
                  </a:lnTo>
                  <a:lnTo>
                    <a:pt x="467430" y="341232"/>
                  </a:lnTo>
                  <a:lnTo>
                    <a:pt x="468573" y="341165"/>
                  </a:lnTo>
                  <a:lnTo>
                    <a:pt x="469716" y="341099"/>
                  </a:lnTo>
                  <a:lnTo>
                    <a:pt x="470792" y="341041"/>
                  </a:lnTo>
                  <a:lnTo>
                    <a:pt x="471925" y="341041"/>
                  </a:lnTo>
                  <a:lnTo>
                    <a:pt x="473069" y="340975"/>
                  </a:lnTo>
                  <a:lnTo>
                    <a:pt x="474145" y="340975"/>
                  </a:lnTo>
                  <a:lnTo>
                    <a:pt x="475279" y="340908"/>
                  </a:lnTo>
                  <a:lnTo>
                    <a:pt x="476422" y="340908"/>
                  </a:lnTo>
                  <a:lnTo>
                    <a:pt x="477498" y="340851"/>
                  </a:lnTo>
                  <a:lnTo>
                    <a:pt x="478641" y="340851"/>
                  </a:lnTo>
                  <a:lnTo>
                    <a:pt x="479774" y="340851"/>
                  </a:lnTo>
                  <a:lnTo>
                    <a:pt x="480851" y="340784"/>
                  </a:lnTo>
                  <a:lnTo>
                    <a:pt x="481993" y="340784"/>
                  </a:lnTo>
                  <a:lnTo>
                    <a:pt x="483127" y="340784"/>
                  </a:lnTo>
                  <a:lnTo>
                    <a:pt x="484203" y="340784"/>
                  </a:lnTo>
                  <a:lnTo>
                    <a:pt x="485346" y="340784"/>
                  </a:lnTo>
                  <a:lnTo>
                    <a:pt x="486480" y="340784"/>
                  </a:lnTo>
                  <a:lnTo>
                    <a:pt x="487556" y="340784"/>
                  </a:lnTo>
                  <a:lnTo>
                    <a:pt x="488699" y="340784"/>
                  </a:lnTo>
                  <a:lnTo>
                    <a:pt x="489842" y="340784"/>
                  </a:lnTo>
                  <a:lnTo>
                    <a:pt x="490918" y="340784"/>
                  </a:lnTo>
                  <a:lnTo>
                    <a:pt x="492052" y="340851"/>
                  </a:lnTo>
                  <a:lnTo>
                    <a:pt x="493195" y="340851"/>
                  </a:lnTo>
                  <a:lnTo>
                    <a:pt x="494271" y="340908"/>
                  </a:lnTo>
                  <a:lnTo>
                    <a:pt x="495405" y="340908"/>
                  </a:lnTo>
                  <a:lnTo>
                    <a:pt x="496548" y="340975"/>
                  </a:lnTo>
                  <a:lnTo>
                    <a:pt x="497624" y="341041"/>
                  </a:lnTo>
                  <a:lnTo>
                    <a:pt x="498767" y="341099"/>
                  </a:lnTo>
                  <a:lnTo>
                    <a:pt x="499901" y="341165"/>
                  </a:lnTo>
                  <a:lnTo>
                    <a:pt x="500977" y="341232"/>
                  </a:lnTo>
                  <a:lnTo>
                    <a:pt x="502120" y="341356"/>
                  </a:lnTo>
                  <a:lnTo>
                    <a:pt x="503253" y="341422"/>
                  </a:lnTo>
                  <a:lnTo>
                    <a:pt x="504330" y="341546"/>
                  </a:lnTo>
                  <a:lnTo>
                    <a:pt x="505473" y="341679"/>
                  </a:lnTo>
                  <a:lnTo>
                    <a:pt x="506606" y="341803"/>
                  </a:lnTo>
                  <a:lnTo>
                    <a:pt x="507683" y="341994"/>
                  </a:lnTo>
                  <a:lnTo>
                    <a:pt x="508826" y="342127"/>
                  </a:lnTo>
                  <a:lnTo>
                    <a:pt x="509968" y="342318"/>
                  </a:lnTo>
                  <a:lnTo>
                    <a:pt x="511045" y="342508"/>
                  </a:lnTo>
                  <a:lnTo>
                    <a:pt x="512178" y="342699"/>
                  </a:lnTo>
                  <a:lnTo>
                    <a:pt x="513321" y="342955"/>
                  </a:lnTo>
                  <a:lnTo>
                    <a:pt x="514398" y="343203"/>
                  </a:lnTo>
                  <a:lnTo>
                    <a:pt x="515531" y="343461"/>
                  </a:lnTo>
                  <a:lnTo>
                    <a:pt x="516674" y="343718"/>
                  </a:lnTo>
                  <a:lnTo>
                    <a:pt x="517751" y="343975"/>
                  </a:lnTo>
                  <a:lnTo>
                    <a:pt x="518894" y="344232"/>
                  </a:lnTo>
                  <a:lnTo>
                    <a:pt x="520027" y="344547"/>
                  </a:lnTo>
                  <a:lnTo>
                    <a:pt x="521103" y="344870"/>
                  </a:lnTo>
                  <a:lnTo>
                    <a:pt x="522246" y="345184"/>
                  </a:lnTo>
                  <a:lnTo>
                    <a:pt x="523380" y="345442"/>
                  </a:lnTo>
                  <a:lnTo>
                    <a:pt x="524456" y="345756"/>
                  </a:lnTo>
                  <a:lnTo>
                    <a:pt x="525599" y="346147"/>
                  </a:lnTo>
                  <a:lnTo>
                    <a:pt x="526733" y="346461"/>
                  </a:lnTo>
                  <a:lnTo>
                    <a:pt x="527809" y="346785"/>
                  </a:lnTo>
                  <a:lnTo>
                    <a:pt x="528952" y="347099"/>
                  </a:lnTo>
                  <a:lnTo>
                    <a:pt x="530095" y="347423"/>
                  </a:lnTo>
                  <a:lnTo>
                    <a:pt x="531171" y="347737"/>
                  </a:lnTo>
                  <a:lnTo>
                    <a:pt x="532305" y="348052"/>
                  </a:lnTo>
                  <a:lnTo>
                    <a:pt x="533448" y="348309"/>
                  </a:lnTo>
                  <a:lnTo>
                    <a:pt x="534524" y="348632"/>
                  </a:lnTo>
                  <a:lnTo>
                    <a:pt x="535658" y="348890"/>
                  </a:lnTo>
                  <a:lnTo>
                    <a:pt x="536801" y="349204"/>
                  </a:lnTo>
                  <a:lnTo>
                    <a:pt x="537944" y="349461"/>
                  </a:lnTo>
                  <a:lnTo>
                    <a:pt x="539010" y="349718"/>
                  </a:lnTo>
                  <a:lnTo>
                    <a:pt x="540153" y="349909"/>
                  </a:lnTo>
                  <a:lnTo>
                    <a:pt x="541296" y="350166"/>
                  </a:lnTo>
                  <a:lnTo>
                    <a:pt x="542372" y="350357"/>
                  </a:lnTo>
                  <a:lnTo>
                    <a:pt x="543506" y="350547"/>
                  </a:lnTo>
                  <a:lnTo>
                    <a:pt x="544649" y="350738"/>
                  </a:lnTo>
                  <a:lnTo>
                    <a:pt x="545726" y="350928"/>
                  </a:lnTo>
                  <a:lnTo>
                    <a:pt x="546859" y="351052"/>
                  </a:lnTo>
                  <a:lnTo>
                    <a:pt x="548002" y="351252"/>
                  </a:lnTo>
                  <a:lnTo>
                    <a:pt x="549078" y="351376"/>
                  </a:lnTo>
                  <a:lnTo>
                    <a:pt x="550221" y="351500"/>
                  </a:lnTo>
                  <a:lnTo>
                    <a:pt x="551355" y="351633"/>
                  </a:lnTo>
                  <a:lnTo>
                    <a:pt x="552431" y="351690"/>
                  </a:lnTo>
                  <a:lnTo>
                    <a:pt x="553574" y="351824"/>
                  </a:lnTo>
                  <a:lnTo>
                    <a:pt x="554708" y="351890"/>
                  </a:lnTo>
                  <a:lnTo>
                    <a:pt x="555784" y="351947"/>
                  </a:lnTo>
                  <a:lnTo>
                    <a:pt x="556927" y="352014"/>
                  </a:lnTo>
                  <a:lnTo>
                    <a:pt x="558060" y="352080"/>
                  </a:lnTo>
                  <a:lnTo>
                    <a:pt x="559136" y="352138"/>
                  </a:lnTo>
                  <a:lnTo>
                    <a:pt x="560279" y="352204"/>
                  </a:lnTo>
                  <a:lnTo>
                    <a:pt x="561422" y="352204"/>
                  </a:lnTo>
                  <a:lnTo>
                    <a:pt x="562499" y="352271"/>
                  </a:lnTo>
                  <a:lnTo>
                    <a:pt x="563633" y="352271"/>
                  </a:lnTo>
                  <a:lnTo>
                    <a:pt x="564776" y="352328"/>
                  </a:lnTo>
                  <a:lnTo>
                    <a:pt x="565852" y="352328"/>
                  </a:lnTo>
                  <a:lnTo>
                    <a:pt x="566985" y="352328"/>
                  </a:lnTo>
                  <a:lnTo>
                    <a:pt x="568128" y="352328"/>
                  </a:lnTo>
                  <a:lnTo>
                    <a:pt x="569204" y="352395"/>
                  </a:lnTo>
                  <a:lnTo>
                    <a:pt x="570347" y="352395"/>
                  </a:lnTo>
                  <a:lnTo>
                    <a:pt x="571481" y="352395"/>
                  </a:lnTo>
                </a:path>
              </a:pathLst>
            </a:custGeom>
            <a:noFill/>
            <a:ln w="7242" cap="flat">
              <a:solidFill>
                <a:srgbClr val="000000"/>
              </a:solidFill>
              <a:prstDash val="solid"/>
              <a:round/>
            </a:ln>
          </p:spPr>
          <p:txBody>
            <a:bodyPr/>
            <a:lstStyle/>
            <a:p>
              <a:endParaRPr lang="zh-CN" altLang="en-US" sz="2190"/>
            </a:p>
          </p:txBody>
        </p:sp>
        <p:sp>
          <p:nvSpPr>
            <p:cNvPr id="1068" name="任意多边形: 形状 1067"/>
            <p:cNvSpPr/>
            <p:nvPr/>
          </p:nvSpPr>
          <p:spPr>
            <a:xfrm>
              <a:off x="6048837" y="5493272"/>
              <a:ext cx="571500" cy="285750"/>
            </a:xfrm>
            <a:custGeom>
              <a:avLst/>
              <a:gdLst>
                <a:gd name="csX0" fmla="*/ -19 w 571500"/>
                <a:gd name="csY0" fmla="*/ 284177 h 285750"/>
                <a:gd name="csX1" fmla="*/ 1057 w 571500"/>
                <a:gd name="csY1" fmla="*/ 283806 h 285750"/>
                <a:gd name="csX2" fmla="*/ 2200 w 571500"/>
                <a:gd name="csY2" fmla="*/ 283434 h 285750"/>
                <a:gd name="csX3" fmla="*/ 3334 w 571500"/>
                <a:gd name="csY3" fmla="*/ 282996 h 285750"/>
                <a:gd name="csX4" fmla="*/ 4410 w 571500"/>
                <a:gd name="csY4" fmla="*/ 282443 h 285750"/>
                <a:gd name="csX5" fmla="*/ 5553 w 571500"/>
                <a:gd name="csY5" fmla="*/ 281767 h 285750"/>
                <a:gd name="csX6" fmla="*/ 6686 w 571500"/>
                <a:gd name="csY6" fmla="*/ 281024 h 285750"/>
                <a:gd name="csX7" fmla="*/ 7763 w 571500"/>
                <a:gd name="csY7" fmla="*/ 280158 h 285750"/>
                <a:gd name="csX8" fmla="*/ 8906 w 571500"/>
                <a:gd name="csY8" fmla="*/ 279167 h 285750"/>
                <a:gd name="csX9" fmla="*/ 10049 w 571500"/>
                <a:gd name="csY9" fmla="*/ 278052 h 285750"/>
                <a:gd name="csX10" fmla="*/ 11116 w 571500"/>
                <a:gd name="csY10" fmla="*/ 276700 h 285750"/>
                <a:gd name="csX11" fmla="*/ 12259 w 571500"/>
                <a:gd name="csY11" fmla="*/ 275147 h 285750"/>
                <a:gd name="csX12" fmla="*/ 13402 w 571500"/>
                <a:gd name="csY12" fmla="*/ 273423 h 285750"/>
                <a:gd name="csX13" fmla="*/ 14478 w 571500"/>
                <a:gd name="csY13" fmla="*/ 271509 h 285750"/>
                <a:gd name="csX14" fmla="*/ 15611 w 571500"/>
                <a:gd name="csY14" fmla="*/ 269337 h 285750"/>
                <a:gd name="csX15" fmla="*/ 16754 w 571500"/>
                <a:gd name="csY15" fmla="*/ 266803 h 285750"/>
                <a:gd name="csX16" fmla="*/ 17831 w 571500"/>
                <a:gd name="csY16" fmla="*/ 264022 h 285750"/>
                <a:gd name="csX17" fmla="*/ 18964 w 571500"/>
                <a:gd name="csY17" fmla="*/ 260936 h 285750"/>
                <a:gd name="csX18" fmla="*/ 20107 w 571500"/>
                <a:gd name="csY18" fmla="*/ 257536 h 285750"/>
                <a:gd name="csX19" fmla="*/ 21184 w 571500"/>
                <a:gd name="csY19" fmla="*/ 253830 h 285750"/>
                <a:gd name="csX20" fmla="*/ 22327 w 571500"/>
                <a:gd name="csY20" fmla="*/ 249687 h 285750"/>
                <a:gd name="csX21" fmla="*/ 23460 w 571500"/>
                <a:gd name="csY21" fmla="*/ 245115 h 285750"/>
                <a:gd name="csX22" fmla="*/ 24536 w 571500"/>
                <a:gd name="csY22" fmla="*/ 240229 h 285750"/>
                <a:gd name="csX23" fmla="*/ 25679 w 571500"/>
                <a:gd name="csY23" fmla="*/ 234914 h 285750"/>
                <a:gd name="csX24" fmla="*/ 26813 w 571500"/>
                <a:gd name="csY24" fmla="*/ 229227 h 285750"/>
                <a:gd name="csX25" fmla="*/ 27889 w 571500"/>
                <a:gd name="csY25" fmla="*/ 223045 h 285750"/>
                <a:gd name="csX26" fmla="*/ 29032 w 571500"/>
                <a:gd name="csY26" fmla="*/ 216435 h 285750"/>
                <a:gd name="csX27" fmla="*/ 30166 w 571500"/>
                <a:gd name="csY27" fmla="*/ 209387 h 285750"/>
                <a:gd name="csX28" fmla="*/ 31242 w 571500"/>
                <a:gd name="csY28" fmla="*/ 202033 h 285750"/>
                <a:gd name="csX29" fmla="*/ 32385 w 571500"/>
                <a:gd name="csY29" fmla="*/ 194299 h 285750"/>
                <a:gd name="csX30" fmla="*/ 33528 w 571500"/>
                <a:gd name="csY30" fmla="*/ 186079 h 285750"/>
                <a:gd name="csX31" fmla="*/ 34604 w 571500"/>
                <a:gd name="csY31" fmla="*/ 177554 h 285750"/>
                <a:gd name="csX32" fmla="*/ 35738 w 571500"/>
                <a:gd name="csY32" fmla="*/ 168715 h 285750"/>
                <a:gd name="csX33" fmla="*/ 36881 w 571500"/>
                <a:gd name="csY33" fmla="*/ 159685 h 285750"/>
                <a:gd name="csX34" fmla="*/ 37957 w 571500"/>
                <a:gd name="csY34" fmla="*/ 150351 h 285750"/>
                <a:gd name="csX35" fmla="*/ 39091 w 571500"/>
                <a:gd name="csY35" fmla="*/ 140835 h 285750"/>
                <a:gd name="csX36" fmla="*/ 40234 w 571500"/>
                <a:gd name="csY36" fmla="*/ 131196 h 285750"/>
                <a:gd name="csX37" fmla="*/ 41310 w 571500"/>
                <a:gd name="csY37" fmla="*/ 121490 h 285750"/>
                <a:gd name="csX38" fmla="*/ 42444 w 571500"/>
                <a:gd name="csY38" fmla="*/ 111727 h 285750"/>
                <a:gd name="csX39" fmla="*/ 43586 w 571500"/>
                <a:gd name="csY39" fmla="*/ 102021 h 285750"/>
                <a:gd name="csX40" fmla="*/ 44663 w 571500"/>
                <a:gd name="csY40" fmla="*/ 92439 h 285750"/>
                <a:gd name="csX41" fmla="*/ 45806 w 571500"/>
                <a:gd name="csY41" fmla="*/ 83047 h 285750"/>
                <a:gd name="csX42" fmla="*/ 46939 w 571500"/>
                <a:gd name="csY42" fmla="*/ 73836 h 285750"/>
                <a:gd name="csX43" fmla="*/ 48016 w 571500"/>
                <a:gd name="csY43" fmla="*/ 64997 h 285750"/>
                <a:gd name="csX44" fmla="*/ 49159 w 571500"/>
                <a:gd name="csY44" fmla="*/ 56406 h 285750"/>
                <a:gd name="csX45" fmla="*/ 50292 w 571500"/>
                <a:gd name="csY45" fmla="*/ 48366 h 285750"/>
                <a:gd name="csX46" fmla="*/ 51369 w 571500"/>
                <a:gd name="csY46" fmla="*/ 40766 h 285750"/>
                <a:gd name="csX47" fmla="*/ 52512 w 571500"/>
                <a:gd name="csY47" fmla="*/ 33717 h 285750"/>
                <a:gd name="csX48" fmla="*/ 53654 w 571500"/>
                <a:gd name="csY48" fmla="*/ 27231 h 285750"/>
                <a:gd name="csX49" fmla="*/ 54721 w 571500"/>
                <a:gd name="csY49" fmla="*/ 21297 h 285750"/>
                <a:gd name="csX50" fmla="*/ 55864 w 571500"/>
                <a:gd name="csY50" fmla="*/ 16105 h 285750"/>
                <a:gd name="csX51" fmla="*/ 57007 w 571500"/>
                <a:gd name="csY51" fmla="*/ 11657 h 285750"/>
                <a:gd name="csX52" fmla="*/ 58083 w 571500"/>
                <a:gd name="csY52" fmla="*/ 7885 h 285750"/>
                <a:gd name="csX53" fmla="*/ 59217 w 571500"/>
                <a:gd name="csY53" fmla="*/ 4789 h 285750"/>
                <a:gd name="csX54" fmla="*/ 60360 w 571500"/>
                <a:gd name="csY54" fmla="*/ 2447 h 285750"/>
                <a:gd name="csX55" fmla="*/ 61437 w 571500"/>
                <a:gd name="csY55" fmla="*/ 894 h 285750"/>
                <a:gd name="csX56" fmla="*/ 62570 w 571500"/>
                <a:gd name="csY56" fmla="*/ 94 h 285750"/>
                <a:gd name="csX57" fmla="*/ 63713 w 571500"/>
                <a:gd name="csY57" fmla="*/ -30 h 285750"/>
                <a:gd name="csX58" fmla="*/ 64789 w 571500"/>
                <a:gd name="csY58" fmla="*/ 465 h 285750"/>
                <a:gd name="csX59" fmla="*/ 65932 w 571500"/>
                <a:gd name="csY59" fmla="*/ 1637 h 285750"/>
                <a:gd name="csX60" fmla="*/ 67066 w 571500"/>
                <a:gd name="csY60" fmla="*/ 3494 h 285750"/>
                <a:gd name="csX61" fmla="*/ 68142 w 571500"/>
                <a:gd name="csY61" fmla="*/ 6028 h 285750"/>
                <a:gd name="csX62" fmla="*/ 69285 w 571500"/>
                <a:gd name="csY62" fmla="*/ 9057 h 285750"/>
                <a:gd name="csX63" fmla="*/ 70419 w 571500"/>
                <a:gd name="csY63" fmla="*/ 12515 h 285750"/>
                <a:gd name="csX64" fmla="*/ 71495 w 571500"/>
                <a:gd name="csY64" fmla="*/ 16477 h 285750"/>
                <a:gd name="csX65" fmla="*/ 72638 w 571500"/>
                <a:gd name="csY65" fmla="*/ 20925 h 285750"/>
                <a:gd name="csX66" fmla="*/ 73781 w 571500"/>
                <a:gd name="csY66" fmla="*/ 25688 h 285750"/>
                <a:gd name="csX67" fmla="*/ 74847 w 571500"/>
                <a:gd name="csY67" fmla="*/ 30812 h 285750"/>
                <a:gd name="csX68" fmla="*/ 75990 w 571500"/>
                <a:gd name="csY68" fmla="*/ 36127 h 285750"/>
                <a:gd name="csX69" fmla="*/ 77133 w 571500"/>
                <a:gd name="csY69" fmla="*/ 41633 h 285750"/>
                <a:gd name="csX70" fmla="*/ 78267 w 571500"/>
                <a:gd name="csY70" fmla="*/ 47376 h 285750"/>
                <a:gd name="csX71" fmla="*/ 79343 w 571500"/>
                <a:gd name="csY71" fmla="*/ 53253 h 285750"/>
                <a:gd name="csX72" fmla="*/ 80487 w 571500"/>
                <a:gd name="csY72" fmla="*/ 59120 h 285750"/>
                <a:gd name="csX73" fmla="*/ 81620 w 571500"/>
                <a:gd name="csY73" fmla="*/ 65121 h 285750"/>
                <a:gd name="csX74" fmla="*/ 82696 w 571500"/>
                <a:gd name="csY74" fmla="*/ 71055 h 285750"/>
                <a:gd name="csX75" fmla="*/ 83839 w 571500"/>
                <a:gd name="csY75" fmla="*/ 76989 h 285750"/>
                <a:gd name="csX76" fmla="*/ 84982 w 571500"/>
                <a:gd name="csY76" fmla="*/ 82799 h 285750"/>
                <a:gd name="csX77" fmla="*/ 86058 w 571500"/>
                <a:gd name="csY77" fmla="*/ 88543 h 285750"/>
                <a:gd name="csX78" fmla="*/ 87192 w 571500"/>
                <a:gd name="csY78" fmla="*/ 94172 h 285750"/>
                <a:gd name="csX79" fmla="*/ 88335 w 571500"/>
                <a:gd name="csY79" fmla="*/ 99735 h 285750"/>
                <a:gd name="csX80" fmla="*/ 89411 w 571500"/>
                <a:gd name="csY80" fmla="*/ 105050 h 285750"/>
                <a:gd name="csX81" fmla="*/ 90545 w 571500"/>
                <a:gd name="csY81" fmla="*/ 110241 h 285750"/>
                <a:gd name="csX82" fmla="*/ 91688 w 571500"/>
                <a:gd name="csY82" fmla="*/ 115251 h 285750"/>
                <a:gd name="csX83" fmla="*/ 92764 w 571500"/>
                <a:gd name="csY83" fmla="*/ 120071 h 285750"/>
                <a:gd name="csX84" fmla="*/ 93897 w 571500"/>
                <a:gd name="csY84" fmla="*/ 124700 h 285750"/>
                <a:gd name="csX85" fmla="*/ 95040 w 571500"/>
                <a:gd name="csY85" fmla="*/ 129157 h 285750"/>
                <a:gd name="csX86" fmla="*/ 96117 w 571500"/>
                <a:gd name="csY86" fmla="*/ 133358 h 285750"/>
                <a:gd name="csX87" fmla="*/ 97260 w 571500"/>
                <a:gd name="csY87" fmla="*/ 137435 h 285750"/>
                <a:gd name="csX88" fmla="*/ 98393 w 571500"/>
                <a:gd name="csY88" fmla="*/ 141331 h 285750"/>
                <a:gd name="csX89" fmla="*/ 99470 w 571500"/>
                <a:gd name="csY89" fmla="*/ 144979 h 285750"/>
                <a:gd name="csX90" fmla="*/ 100613 w 571500"/>
                <a:gd name="csY90" fmla="*/ 148503 h 285750"/>
                <a:gd name="csX91" fmla="*/ 101746 w 571500"/>
                <a:gd name="csY91" fmla="*/ 151836 h 285750"/>
                <a:gd name="csX92" fmla="*/ 102822 w 571500"/>
                <a:gd name="csY92" fmla="*/ 154990 h 285750"/>
                <a:gd name="csX93" fmla="*/ 103965 w 571500"/>
                <a:gd name="csY93" fmla="*/ 157961 h 285750"/>
                <a:gd name="csX94" fmla="*/ 105108 w 571500"/>
                <a:gd name="csY94" fmla="*/ 160867 h 285750"/>
                <a:gd name="csX95" fmla="*/ 106175 w 571500"/>
                <a:gd name="csY95" fmla="*/ 163524 h 285750"/>
                <a:gd name="csX96" fmla="*/ 107318 w 571500"/>
                <a:gd name="csY96" fmla="*/ 166115 h 285750"/>
                <a:gd name="csX97" fmla="*/ 108461 w 571500"/>
                <a:gd name="csY97" fmla="*/ 168524 h 285750"/>
                <a:gd name="csX98" fmla="*/ 109538 w 571500"/>
                <a:gd name="csY98" fmla="*/ 170877 h 285750"/>
                <a:gd name="csX99" fmla="*/ 110671 w 571500"/>
                <a:gd name="csY99" fmla="*/ 173106 h 285750"/>
                <a:gd name="csX100" fmla="*/ 111814 w 571500"/>
                <a:gd name="csY100" fmla="*/ 175201 h 285750"/>
                <a:gd name="csX101" fmla="*/ 112890 w 571500"/>
                <a:gd name="csY101" fmla="*/ 177182 h 285750"/>
                <a:gd name="csX102" fmla="*/ 114024 w 571500"/>
                <a:gd name="csY102" fmla="*/ 179097 h 285750"/>
                <a:gd name="csX103" fmla="*/ 115167 w 571500"/>
                <a:gd name="csY103" fmla="*/ 180954 h 285750"/>
                <a:gd name="csX104" fmla="*/ 116243 w 571500"/>
                <a:gd name="csY104" fmla="*/ 182679 h 285750"/>
                <a:gd name="csX105" fmla="*/ 117386 w 571500"/>
                <a:gd name="csY105" fmla="*/ 184355 h 285750"/>
                <a:gd name="csX106" fmla="*/ 118520 w 571500"/>
                <a:gd name="csY106" fmla="*/ 185955 h 285750"/>
                <a:gd name="csX107" fmla="*/ 119596 w 571500"/>
                <a:gd name="csY107" fmla="*/ 187498 h 285750"/>
                <a:gd name="csX108" fmla="*/ 120739 w 571500"/>
                <a:gd name="csY108" fmla="*/ 188984 h 285750"/>
                <a:gd name="csX109" fmla="*/ 121872 w 571500"/>
                <a:gd name="csY109" fmla="*/ 190470 h 285750"/>
                <a:gd name="csX110" fmla="*/ 122948 w 571500"/>
                <a:gd name="csY110" fmla="*/ 191832 h 285750"/>
                <a:gd name="csX111" fmla="*/ 124092 w 571500"/>
                <a:gd name="csY111" fmla="*/ 193194 h 285750"/>
                <a:gd name="csX112" fmla="*/ 125225 w 571500"/>
                <a:gd name="csY112" fmla="*/ 194490 h 285750"/>
                <a:gd name="csX113" fmla="*/ 126302 w 571500"/>
                <a:gd name="csY113" fmla="*/ 195728 h 285750"/>
                <a:gd name="csX114" fmla="*/ 127445 w 571500"/>
                <a:gd name="csY114" fmla="*/ 196957 h 285750"/>
                <a:gd name="csX115" fmla="*/ 128588 w 571500"/>
                <a:gd name="csY115" fmla="*/ 198138 h 285750"/>
                <a:gd name="csX116" fmla="*/ 129664 w 571500"/>
                <a:gd name="csY116" fmla="*/ 199252 h 285750"/>
                <a:gd name="csX117" fmla="*/ 130797 w 571500"/>
                <a:gd name="csY117" fmla="*/ 200423 h 285750"/>
                <a:gd name="csX118" fmla="*/ 131940 w 571500"/>
                <a:gd name="csY118" fmla="*/ 201472 h 285750"/>
                <a:gd name="csX119" fmla="*/ 133016 w 571500"/>
                <a:gd name="csY119" fmla="*/ 202586 h 285750"/>
                <a:gd name="csX120" fmla="*/ 134150 w 571500"/>
                <a:gd name="csY120" fmla="*/ 203576 h 285750"/>
                <a:gd name="csX121" fmla="*/ 135293 w 571500"/>
                <a:gd name="csY121" fmla="*/ 204624 h 285750"/>
                <a:gd name="csX122" fmla="*/ 136369 w 571500"/>
                <a:gd name="csY122" fmla="*/ 205615 h 285750"/>
                <a:gd name="csX123" fmla="*/ 137513 w 571500"/>
                <a:gd name="csY123" fmla="*/ 206605 h 285750"/>
                <a:gd name="csX124" fmla="*/ 138646 w 571500"/>
                <a:gd name="csY124" fmla="*/ 207529 h 285750"/>
                <a:gd name="csX125" fmla="*/ 139722 w 571500"/>
                <a:gd name="csY125" fmla="*/ 208453 h 285750"/>
                <a:gd name="csX126" fmla="*/ 140865 w 571500"/>
                <a:gd name="csY126" fmla="*/ 209387 h 285750"/>
                <a:gd name="csX127" fmla="*/ 141999 w 571500"/>
                <a:gd name="csY127" fmla="*/ 210311 h 285750"/>
                <a:gd name="csX128" fmla="*/ 143075 w 571500"/>
                <a:gd name="csY128" fmla="*/ 211177 h 285750"/>
                <a:gd name="csX129" fmla="*/ 144218 w 571500"/>
                <a:gd name="csY129" fmla="*/ 212044 h 285750"/>
                <a:gd name="csX130" fmla="*/ 145361 w 571500"/>
                <a:gd name="csY130" fmla="*/ 212911 h 285750"/>
                <a:gd name="csX131" fmla="*/ 146428 w 571500"/>
                <a:gd name="csY131" fmla="*/ 213711 h 285750"/>
                <a:gd name="csX132" fmla="*/ 147571 w 571500"/>
                <a:gd name="csY132" fmla="*/ 214578 h 285750"/>
                <a:gd name="csX133" fmla="*/ 148714 w 571500"/>
                <a:gd name="csY133" fmla="*/ 215378 h 285750"/>
                <a:gd name="csX134" fmla="*/ 149790 w 571500"/>
                <a:gd name="csY134" fmla="*/ 216121 h 285750"/>
                <a:gd name="csX135" fmla="*/ 150924 w 571500"/>
                <a:gd name="csY135" fmla="*/ 216921 h 285750"/>
                <a:gd name="csX136" fmla="*/ 152066 w 571500"/>
                <a:gd name="csY136" fmla="*/ 217664 h 285750"/>
                <a:gd name="csX137" fmla="*/ 153200 w 571500"/>
                <a:gd name="csY137" fmla="*/ 218407 h 285750"/>
                <a:gd name="csX138" fmla="*/ 154276 w 571500"/>
                <a:gd name="csY138" fmla="*/ 219150 h 285750"/>
                <a:gd name="csX139" fmla="*/ 155419 w 571500"/>
                <a:gd name="csY139" fmla="*/ 219893 h 285750"/>
                <a:gd name="csX140" fmla="*/ 156563 w 571500"/>
                <a:gd name="csY140" fmla="*/ 220636 h 285750"/>
                <a:gd name="csX141" fmla="*/ 157639 w 571500"/>
                <a:gd name="csY141" fmla="*/ 221312 h 285750"/>
                <a:gd name="csX142" fmla="*/ 158772 w 571500"/>
                <a:gd name="csY142" fmla="*/ 222055 h 285750"/>
                <a:gd name="csX143" fmla="*/ 159915 w 571500"/>
                <a:gd name="csY143" fmla="*/ 222731 h 285750"/>
                <a:gd name="csX144" fmla="*/ 160992 w 571500"/>
                <a:gd name="csY144" fmla="*/ 223417 h 285750"/>
                <a:gd name="csX145" fmla="*/ 162125 w 571500"/>
                <a:gd name="csY145" fmla="*/ 224094 h 285750"/>
                <a:gd name="csX146" fmla="*/ 163268 w 571500"/>
                <a:gd name="csY146" fmla="*/ 224779 h 285750"/>
                <a:gd name="csX147" fmla="*/ 164344 w 571500"/>
                <a:gd name="csY147" fmla="*/ 225398 h 285750"/>
                <a:gd name="csX148" fmla="*/ 165478 w 571500"/>
                <a:gd name="csY148" fmla="*/ 226074 h 285750"/>
                <a:gd name="csX149" fmla="*/ 166621 w 571500"/>
                <a:gd name="csY149" fmla="*/ 226693 h 285750"/>
                <a:gd name="csX150" fmla="*/ 167697 w 571500"/>
                <a:gd name="csY150" fmla="*/ 227370 h 285750"/>
                <a:gd name="csX151" fmla="*/ 168840 w 571500"/>
                <a:gd name="csY151" fmla="*/ 227989 h 285750"/>
                <a:gd name="csX152" fmla="*/ 169974 w 571500"/>
                <a:gd name="csY152" fmla="*/ 228608 h 285750"/>
                <a:gd name="csX153" fmla="*/ 171050 w 571500"/>
                <a:gd name="csY153" fmla="*/ 229284 h 285750"/>
                <a:gd name="csX154" fmla="*/ 172193 w 571500"/>
                <a:gd name="csY154" fmla="*/ 229904 h 285750"/>
                <a:gd name="csX155" fmla="*/ 173326 w 571500"/>
                <a:gd name="csY155" fmla="*/ 230523 h 285750"/>
                <a:gd name="csX156" fmla="*/ 174403 w 571500"/>
                <a:gd name="csY156" fmla="*/ 231142 h 285750"/>
                <a:gd name="csX157" fmla="*/ 175546 w 571500"/>
                <a:gd name="csY157" fmla="*/ 231761 h 285750"/>
                <a:gd name="csX158" fmla="*/ 176689 w 571500"/>
                <a:gd name="csY158" fmla="*/ 232380 h 285750"/>
                <a:gd name="csX159" fmla="*/ 177756 w 571500"/>
                <a:gd name="csY159" fmla="*/ 232999 h 285750"/>
                <a:gd name="csX160" fmla="*/ 178899 w 571500"/>
                <a:gd name="csY160" fmla="*/ 233552 h 285750"/>
                <a:gd name="csX161" fmla="*/ 180042 w 571500"/>
                <a:gd name="csY161" fmla="*/ 234171 h 285750"/>
                <a:gd name="csX162" fmla="*/ 181118 w 571500"/>
                <a:gd name="csY162" fmla="*/ 234790 h 285750"/>
                <a:gd name="csX163" fmla="*/ 182251 w 571500"/>
                <a:gd name="csY163" fmla="*/ 235342 h 285750"/>
                <a:gd name="csX164" fmla="*/ 183394 w 571500"/>
                <a:gd name="csY164" fmla="*/ 235961 h 285750"/>
                <a:gd name="csX165" fmla="*/ 184471 w 571500"/>
                <a:gd name="csY165" fmla="*/ 236524 h 285750"/>
                <a:gd name="csX166" fmla="*/ 185604 w 571500"/>
                <a:gd name="csY166" fmla="*/ 237076 h 285750"/>
                <a:gd name="csX167" fmla="*/ 186747 w 571500"/>
                <a:gd name="csY167" fmla="*/ 237628 h 285750"/>
                <a:gd name="csX168" fmla="*/ 187824 w 571500"/>
                <a:gd name="csY168" fmla="*/ 238190 h 285750"/>
                <a:gd name="csX169" fmla="*/ 188967 w 571500"/>
                <a:gd name="csY169" fmla="*/ 238743 h 285750"/>
                <a:gd name="csX170" fmla="*/ 190100 w 571500"/>
                <a:gd name="csY170" fmla="*/ 239305 h 285750"/>
                <a:gd name="csX171" fmla="*/ 191176 w 571500"/>
                <a:gd name="csY171" fmla="*/ 239800 h 285750"/>
                <a:gd name="csX172" fmla="*/ 192319 w 571500"/>
                <a:gd name="csY172" fmla="*/ 240352 h 285750"/>
                <a:gd name="csX173" fmla="*/ 193453 w 571500"/>
                <a:gd name="csY173" fmla="*/ 240848 h 285750"/>
                <a:gd name="csX174" fmla="*/ 194529 w 571500"/>
                <a:gd name="csY174" fmla="*/ 241343 h 285750"/>
                <a:gd name="csX175" fmla="*/ 195672 w 571500"/>
                <a:gd name="csY175" fmla="*/ 241838 h 285750"/>
                <a:gd name="csX176" fmla="*/ 196806 w 571500"/>
                <a:gd name="csY176" fmla="*/ 242334 h 285750"/>
                <a:gd name="csX177" fmla="*/ 197882 w 571500"/>
                <a:gd name="csY177" fmla="*/ 242819 h 285750"/>
                <a:gd name="csX178" fmla="*/ 199025 w 571500"/>
                <a:gd name="csY178" fmla="*/ 243257 h 285750"/>
                <a:gd name="csX179" fmla="*/ 200168 w 571500"/>
                <a:gd name="csY179" fmla="*/ 243686 h 285750"/>
                <a:gd name="csX180" fmla="*/ 201244 w 571500"/>
                <a:gd name="csY180" fmla="*/ 244181 h 285750"/>
                <a:gd name="csX181" fmla="*/ 202378 w 571500"/>
                <a:gd name="csY181" fmla="*/ 244620 h 285750"/>
                <a:gd name="csX182" fmla="*/ 203521 w 571500"/>
                <a:gd name="csY182" fmla="*/ 245048 h 285750"/>
                <a:gd name="csX183" fmla="*/ 204597 w 571500"/>
                <a:gd name="csY183" fmla="*/ 245420 h 285750"/>
                <a:gd name="csX184" fmla="*/ 205731 w 571500"/>
                <a:gd name="csY184" fmla="*/ 245849 h 285750"/>
                <a:gd name="csX185" fmla="*/ 206874 w 571500"/>
                <a:gd name="csY185" fmla="*/ 246220 h 285750"/>
                <a:gd name="csX186" fmla="*/ 207950 w 571500"/>
                <a:gd name="csY186" fmla="*/ 246658 h 285750"/>
                <a:gd name="csX187" fmla="*/ 209093 w 571500"/>
                <a:gd name="csY187" fmla="*/ 247029 h 285750"/>
                <a:gd name="csX188" fmla="*/ 210226 w 571500"/>
                <a:gd name="csY188" fmla="*/ 247401 h 285750"/>
                <a:gd name="csX189" fmla="*/ 211302 w 571500"/>
                <a:gd name="csY189" fmla="*/ 247772 h 285750"/>
                <a:gd name="csX190" fmla="*/ 212446 w 571500"/>
                <a:gd name="csY190" fmla="*/ 248144 h 285750"/>
                <a:gd name="csX191" fmla="*/ 213579 w 571500"/>
                <a:gd name="csY191" fmla="*/ 248506 h 285750"/>
                <a:gd name="csX192" fmla="*/ 214656 w 571500"/>
                <a:gd name="csY192" fmla="*/ 248820 h 285750"/>
                <a:gd name="csX193" fmla="*/ 215799 w 571500"/>
                <a:gd name="csY193" fmla="*/ 249191 h 285750"/>
                <a:gd name="csX194" fmla="*/ 216932 w 571500"/>
                <a:gd name="csY194" fmla="*/ 249497 h 285750"/>
                <a:gd name="csX195" fmla="*/ 218008 w 571500"/>
                <a:gd name="csY195" fmla="*/ 249811 h 285750"/>
                <a:gd name="csX196" fmla="*/ 219151 w 571500"/>
                <a:gd name="csY196" fmla="*/ 250116 h 285750"/>
                <a:gd name="csX197" fmla="*/ 220294 w 571500"/>
                <a:gd name="csY197" fmla="*/ 250430 h 285750"/>
                <a:gd name="csX198" fmla="*/ 221370 w 571500"/>
                <a:gd name="csY198" fmla="*/ 250735 h 285750"/>
                <a:gd name="csX199" fmla="*/ 222504 w 571500"/>
                <a:gd name="csY199" fmla="*/ 251049 h 285750"/>
                <a:gd name="csX200" fmla="*/ 223647 w 571500"/>
                <a:gd name="csY200" fmla="*/ 251354 h 285750"/>
                <a:gd name="csX201" fmla="*/ 224723 w 571500"/>
                <a:gd name="csY201" fmla="*/ 251659 h 285750"/>
                <a:gd name="csX202" fmla="*/ 225857 w 571500"/>
                <a:gd name="csY202" fmla="*/ 251906 h 285750"/>
                <a:gd name="csX203" fmla="*/ 227000 w 571500"/>
                <a:gd name="csY203" fmla="*/ 252154 h 285750"/>
                <a:gd name="csX204" fmla="*/ 228076 w 571500"/>
                <a:gd name="csY204" fmla="*/ 252468 h 285750"/>
                <a:gd name="csX205" fmla="*/ 229209 w 571500"/>
                <a:gd name="csY205" fmla="*/ 252716 h 285750"/>
                <a:gd name="csX206" fmla="*/ 230352 w 571500"/>
                <a:gd name="csY206" fmla="*/ 252963 h 285750"/>
                <a:gd name="csX207" fmla="*/ 231496 w 571500"/>
                <a:gd name="csY207" fmla="*/ 253211 h 285750"/>
                <a:gd name="csX208" fmla="*/ 232572 w 571500"/>
                <a:gd name="csY208" fmla="*/ 253459 h 285750"/>
                <a:gd name="csX209" fmla="*/ 233706 w 571500"/>
                <a:gd name="csY209" fmla="*/ 253706 h 285750"/>
                <a:gd name="csX210" fmla="*/ 234849 w 571500"/>
                <a:gd name="csY210" fmla="*/ 253888 h 285750"/>
                <a:gd name="csX211" fmla="*/ 235925 w 571500"/>
                <a:gd name="csY211" fmla="*/ 254135 h 285750"/>
                <a:gd name="csX212" fmla="*/ 237058 w 571500"/>
                <a:gd name="csY212" fmla="*/ 254316 h 285750"/>
                <a:gd name="csX213" fmla="*/ 238201 w 571500"/>
                <a:gd name="csY213" fmla="*/ 254564 h 285750"/>
                <a:gd name="csX214" fmla="*/ 239277 w 571500"/>
                <a:gd name="csY214" fmla="*/ 254754 h 285750"/>
                <a:gd name="csX215" fmla="*/ 240420 w 571500"/>
                <a:gd name="csY215" fmla="*/ 254935 h 285750"/>
                <a:gd name="csX216" fmla="*/ 241554 w 571500"/>
                <a:gd name="csY216" fmla="*/ 255183 h 285750"/>
                <a:gd name="csX217" fmla="*/ 242630 w 571500"/>
                <a:gd name="csY217" fmla="*/ 255374 h 285750"/>
                <a:gd name="csX218" fmla="*/ 243773 w 571500"/>
                <a:gd name="csY218" fmla="*/ 255554 h 285750"/>
                <a:gd name="csX219" fmla="*/ 244907 w 571500"/>
                <a:gd name="csY219" fmla="*/ 255745 h 285750"/>
                <a:gd name="csX220" fmla="*/ 245983 w 571500"/>
                <a:gd name="csY220" fmla="*/ 255926 h 285750"/>
                <a:gd name="csX221" fmla="*/ 247126 w 571500"/>
                <a:gd name="csY221" fmla="*/ 256117 h 285750"/>
                <a:gd name="csX222" fmla="*/ 248259 w 571500"/>
                <a:gd name="csY222" fmla="*/ 256297 h 285750"/>
                <a:gd name="csX223" fmla="*/ 249336 w 571500"/>
                <a:gd name="csY223" fmla="*/ 256488 h 285750"/>
                <a:gd name="csX224" fmla="*/ 250479 w 571500"/>
                <a:gd name="csY224" fmla="*/ 256611 h 285750"/>
                <a:gd name="csX225" fmla="*/ 251622 w 571500"/>
                <a:gd name="csY225" fmla="*/ 256793 h 285750"/>
                <a:gd name="csX226" fmla="*/ 252698 w 571500"/>
                <a:gd name="csY226" fmla="*/ 256974 h 285750"/>
                <a:gd name="csX227" fmla="*/ 253832 w 571500"/>
                <a:gd name="csY227" fmla="*/ 257164 h 285750"/>
                <a:gd name="csX228" fmla="*/ 254975 w 571500"/>
                <a:gd name="csY228" fmla="*/ 257345 h 285750"/>
                <a:gd name="csX229" fmla="*/ 256051 w 571500"/>
                <a:gd name="csY229" fmla="*/ 257536 h 285750"/>
                <a:gd name="csX230" fmla="*/ 257184 w 571500"/>
                <a:gd name="csY230" fmla="*/ 257716 h 285750"/>
                <a:gd name="csX231" fmla="*/ 258327 w 571500"/>
                <a:gd name="csY231" fmla="*/ 257907 h 285750"/>
                <a:gd name="csX232" fmla="*/ 259404 w 571500"/>
                <a:gd name="csY232" fmla="*/ 258088 h 285750"/>
                <a:gd name="csX233" fmla="*/ 260537 w 571500"/>
                <a:gd name="csY233" fmla="*/ 258279 h 285750"/>
                <a:gd name="csX234" fmla="*/ 261680 w 571500"/>
                <a:gd name="csY234" fmla="*/ 258459 h 285750"/>
                <a:gd name="csX235" fmla="*/ 262757 w 571500"/>
                <a:gd name="csY235" fmla="*/ 258650 h 285750"/>
                <a:gd name="csX236" fmla="*/ 263900 w 571500"/>
                <a:gd name="csY236" fmla="*/ 258831 h 285750"/>
                <a:gd name="csX237" fmla="*/ 265033 w 571500"/>
                <a:gd name="csY237" fmla="*/ 259022 h 285750"/>
                <a:gd name="csX238" fmla="*/ 266110 w 571500"/>
                <a:gd name="csY238" fmla="*/ 259202 h 285750"/>
                <a:gd name="csX239" fmla="*/ 267252 w 571500"/>
                <a:gd name="csY239" fmla="*/ 259393 h 285750"/>
                <a:gd name="csX240" fmla="*/ 268386 w 571500"/>
                <a:gd name="csY240" fmla="*/ 259574 h 285750"/>
                <a:gd name="csX241" fmla="*/ 269462 w 571500"/>
                <a:gd name="csY241" fmla="*/ 259765 h 285750"/>
                <a:gd name="csX242" fmla="*/ 270605 w 571500"/>
                <a:gd name="csY242" fmla="*/ 259945 h 285750"/>
                <a:gd name="csX243" fmla="*/ 271748 w 571500"/>
                <a:gd name="csY243" fmla="*/ 260069 h 285750"/>
                <a:gd name="csX244" fmla="*/ 272825 w 571500"/>
                <a:gd name="csY244" fmla="*/ 260250 h 285750"/>
                <a:gd name="csX245" fmla="*/ 273958 w 571500"/>
                <a:gd name="csY245" fmla="*/ 260441 h 285750"/>
                <a:gd name="csX246" fmla="*/ 275101 w 571500"/>
                <a:gd name="csY246" fmla="*/ 260565 h 285750"/>
                <a:gd name="csX247" fmla="*/ 276178 w 571500"/>
                <a:gd name="csY247" fmla="*/ 260688 h 285750"/>
                <a:gd name="csX248" fmla="*/ 277311 w 571500"/>
                <a:gd name="csY248" fmla="*/ 260869 h 285750"/>
                <a:gd name="csX249" fmla="*/ 278454 w 571500"/>
                <a:gd name="csY249" fmla="*/ 260993 h 285750"/>
                <a:gd name="csX250" fmla="*/ 279530 w 571500"/>
                <a:gd name="csY250" fmla="*/ 261060 h 285750"/>
                <a:gd name="csX251" fmla="*/ 280673 w 571500"/>
                <a:gd name="csY251" fmla="*/ 261184 h 285750"/>
                <a:gd name="csX252" fmla="*/ 281807 w 571500"/>
                <a:gd name="csY252" fmla="*/ 261308 h 285750"/>
                <a:gd name="csX253" fmla="*/ 282883 w 571500"/>
                <a:gd name="csY253" fmla="*/ 261365 h 285750"/>
                <a:gd name="csX254" fmla="*/ 284026 w 571500"/>
                <a:gd name="csY254" fmla="*/ 261431 h 285750"/>
                <a:gd name="csX255" fmla="*/ 285160 w 571500"/>
                <a:gd name="csY255" fmla="*/ 261488 h 285750"/>
                <a:gd name="csX256" fmla="*/ 286236 w 571500"/>
                <a:gd name="csY256" fmla="*/ 261555 h 285750"/>
                <a:gd name="csX257" fmla="*/ 287379 w 571500"/>
                <a:gd name="csY257" fmla="*/ 261612 h 285750"/>
                <a:gd name="csX258" fmla="*/ 288512 w 571500"/>
                <a:gd name="csY258" fmla="*/ 261679 h 285750"/>
                <a:gd name="csX259" fmla="*/ 289589 w 571500"/>
                <a:gd name="csY259" fmla="*/ 261679 h 285750"/>
                <a:gd name="csX260" fmla="*/ 290732 w 571500"/>
                <a:gd name="csY260" fmla="*/ 261679 h 285750"/>
                <a:gd name="csX261" fmla="*/ 291875 w 571500"/>
                <a:gd name="csY261" fmla="*/ 261736 h 285750"/>
                <a:gd name="csX262" fmla="*/ 292951 w 571500"/>
                <a:gd name="csY262" fmla="*/ 261736 h 285750"/>
                <a:gd name="csX263" fmla="*/ 294085 w 571500"/>
                <a:gd name="csY263" fmla="*/ 261736 h 285750"/>
                <a:gd name="csX264" fmla="*/ 295228 w 571500"/>
                <a:gd name="csY264" fmla="*/ 261679 h 285750"/>
                <a:gd name="csX265" fmla="*/ 296304 w 571500"/>
                <a:gd name="csY265" fmla="*/ 261679 h 285750"/>
                <a:gd name="csX266" fmla="*/ 297437 w 571500"/>
                <a:gd name="csY266" fmla="*/ 261679 h 285750"/>
                <a:gd name="csX267" fmla="*/ 298580 w 571500"/>
                <a:gd name="csY267" fmla="*/ 261679 h 285750"/>
                <a:gd name="csX268" fmla="*/ 299656 w 571500"/>
                <a:gd name="csY268" fmla="*/ 261679 h 285750"/>
                <a:gd name="csX269" fmla="*/ 300790 w 571500"/>
                <a:gd name="csY269" fmla="*/ 261612 h 285750"/>
                <a:gd name="csX270" fmla="*/ 301933 w 571500"/>
                <a:gd name="csY270" fmla="*/ 261612 h 285750"/>
                <a:gd name="csX271" fmla="*/ 303010 w 571500"/>
                <a:gd name="csY271" fmla="*/ 261612 h 285750"/>
                <a:gd name="csX272" fmla="*/ 304153 w 571500"/>
                <a:gd name="csY272" fmla="*/ 261612 h 285750"/>
                <a:gd name="csX273" fmla="*/ 305286 w 571500"/>
                <a:gd name="csY273" fmla="*/ 261612 h 285750"/>
                <a:gd name="csX274" fmla="*/ 306362 w 571500"/>
                <a:gd name="csY274" fmla="*/ 261612 h 285750"/>
                <a:gd name="csX275" fmla="*/ 307505 w 571500"/>
                <a:gd name="csY275" fmla="*/ 261612 h 285750"/>
                <a:gd name="csX276" fmla="*/ 308639 w 571500"/>
                <a:gd name="csY276" fmla="*/ 261679 h 285750"/>
                <a:gd name="csX277" fmla="*/ 309782 w 571500"/>
                <a:gd name="csY277" fmla="*/ 261679 h 285750"/>
                <a:gd name="csX278" fmla="*/ 310858 w 571500"/>
                <a:gd name="csY278" fmla="*/ 261736 h 285750"/>
                <a:gd name="csX279" fmla="*/ 312001 w 571500"/>
                <a:gd name="csY279" fmla="*/ 261803 h 285750"/>
                <a:gd name="csX280" fmla="*/ 313135 w 571500"/>
                <a:gd name="csY280" fmla="*/ 261860 h 285750"/>
                <a:gd name="csX281" fmla="*/ 314211 w 571500"/>
                <a:gd name="csY281" fmla="*/ 261927 h 285750"/>
                <a:gd name="csX282" fmla="*/ 315354 w 571500"/>
                <a:gd name="csY282" fmla="*/ 261984 h 285750"/>
                <a:gd name="csX283" fmla="*/ 316487 w 571500"/>
                <a:gd name="csY283" fmla="*/ 262107 h 285750"/>
                <a:gd name="csX284" fmla="*/ 317563 w 571500"/>
                <a:gd name="csY284" fmla="*/ 262231 h 285750"/>
                <a:gd name="csX285" fmla="*/ 318706 w 571500"/>
                <a:gd name="csY285" fmla="*/ 262298 h 285750"/>
                <a:gd name="csX286" fmla="*/ 319840 w 571500"/>
                <a:gd name="csY286" fmla="*/ 262479 h 285750"/>
                <a:gd name="csX287" fmla="*/ 320916 w 571500"/>
                <a:gd name="csY287" fmla="*/ 262603 h 285750"/>
                <a:gd name="csX288" fmla="*/ 322060 w 571500"/>
                <a:gd name="csY288" fmla="*/ 262727 h 285750"/>
                <a:gd name="csX289" fmla="*/ 323203 w 571500"/>
                <a:gd name="csY289" fmla="*/ 262907 h 285750"/>
                <a:gd name="csX290" fmla="*/ 324279 w 571500"/>
                <a:gd name="csY290" fmla="*/ 263098 h 285750"/>
                <a:gd name="csX291" fmla="*/ 325412 w 571500"/>
                <a:gd name="csY291" fmla="*/ 263279 h 285750"/>
                <a:gd name="csX292" fmla="*/ 326555 w 571500"/>
                <a:gd name="csY292" fmla="*/ 263470 h 285750"/>
                <a:gd name="csX293" fmla="*/ 327631 w 571500"/>
                <a:gd name="csY293" fmla="*/ 263650 h 285750"/>
                <a:gd name="csX294" fmla="*/ 328765 w 571500"/>
                <a:gd name="csY294" fmla="*/ 263841 h 285750"/>
                <a:gd name="csX295" fmla="*/ 329908 w 571500"/>
                <a:gd name="csY295" fmla="*/ 264022 h 285750"/>
                <a:gd name="csX296" fmla="*/ 330984 w 571500"/>
                <a:gd name="csY296" fmla="*/ 264270 h 285750"/>
                <a:gd name="csX297" fmla="*/ 332118 w 571500"/>
                <a:gd name="csY297" fmla="*/ 264460 h 285750"/>
                <a:gd name="csX298" fmla="*/ 333261 w 571500"/>
                <a:gd name="csY298" fmla="*/ 264708 h 285750"/>
                <a:gd name="csX299" fmla="*/ 334337 w 571500"/>
                <a:gd name="csY299" fmla="*/ 264889 h 285750"/>
                <a:gd name="csX300" fmla="*/ 335480 w 571500"/>
                <a:gd name="csY300" fmla="*/ 265136 h 285750"/>
                <a:gd name="csX301" fmla="*/ 336613 w 571500"/>
                <a:gd name="csY301" fmla="*/ 265327 h 285750"/>
                <a:gd name="csX302" fmla="*/ 337690 w 571500"/>
                <a:gd name="csY302" fmla="*/ 265508 h 285750"/>
                <a:gd name="csX303" fmla="*/ 338833 w 571500"/>
                <a:gd name="csY303" fmla="*/ 265756 h 285750"/>
                <a:gd name="csX304" fmla="*/ 339966 w 571500"/>
                <a:gd name="csY304" fmla="*/ 265946 h 285750"/>
                <a:gd name="csX305" fmla="*/ 341043 w 571500"/>
                <a:gd name="csY305" fmla="*/ 266127 h 285750"/>
                <a:gd name="csX306" fmla="*/ 342186 w 571500"/>
                <a:gd name="csY306" fmla="*/ 266375 h 285750"/>
                <a:gd name="csX307" fmla="*/ 343329 w 571500"/>
                <a:gd name="csY307" fmla="*/ 266555 h 285750"/>
                <a:gd name="csX308" fmla="*/ 344395 w 571500"/>
                <a:gd name="csY308" fmla="*/ 266746 h 285750"/>
                <a:gd name="csX309" fmla="*/ 345538 w 571500"/>
                <a:gd name="csY309" fmla="*/ 266927 h 285750"/>
                <a:gd name="csX310" fmla="*/ 346681 w 571500"/>
                <a:gd name="csY310" fmla="*/ 267051 h 285750"/>
                <a:gd name="csX311" fmla="*/ 347758 w 571500"/>
                <a:gd name="csY311" fmla="*/ 267241 h 285750"/>
                <a:gd name="csX312" fmla="*/ 348891 w 571500"/>
                <a:gd name="csY312" fmla="*/ 267422 h 285750"/>
                <a:gd name="csX313" fmla="*/ 350034 w 571500"/>
                <a:gd name="csY313" fmla="*/ 267546 h 285750"/>
                <a:gd name="csX314" fmla="*/ 351111 w 571500"/>
                <a:gd name="csY314" fmla="*/ 267670 h 285750"/>
                <a:gd name="csX315" fmla="*/ 352244 w 571500"/>
                <a:gd name="csY315" fmla="*/ 267861 h 285750"/>
                <a:gd name="csX316" fmla="*/ 353387 w 571500"/>
                <a:gd name="csY316" fmla="*/ 267984 h 285750"/>
                <a:gd name="csX317" fmla="*/ 354463 w 571500"/>
                <a:gd name="csY317" fmla="*/ 268108 h 285750"/>
                <a:gd name="csX318" fmla="*/ 355606 w 571500"/>
                <a:gd name="csY318" fmla="*/ 268165 h 285750"/>
                <a:gd name="csX319" fmla="*/ 356740 w 571500"/>
                <a:gd name="csY319" fmla="*/ 268289 h 285750"/>
                <a:gd name="csX320" fmla="*/ 357816 w 571500"/>
                <a:gd name="csY320" fmla="*/ 268413 h 285750"/>
                <a:gd name="csX321" fmla="*/ 358959 w 571500"/>
                <a:gd name="csY321" fmla="*/ 268537 h 285750"/>
                <a:gd name="csX322" fmla="*/ 360093 w 571500"/>
                <a:gd name="csY322" fmla="*/ 268604 h 285750"/>
                <a:gd name="csX323" fmla="*/ 361169 w 571500"/>
                <a:gd name="csY323" fmla="*/ 268661 h 285750"/>
                <a:gd name="csX324" fmla="*/ 362312 w 571500"/>
                <a:gd name="csY324" fmla="*/ 268784 h 285750"/>
                <a:gd name="csX325" fmla="*/ 363445 w 571500"/>
                <a:gd name="csY325" fmla="*/ 268842 h 285750"/>
                <a:gd name="csX326" fmla="*/ 364522 w 571500"/>
                <a:gd name="csY326" fmla="*/ 268908 h 285750"/>
                <a:gd name="csX327" fmla="*/ 365665 w 571500"/>
                <a:gd name="csY327" fmla="*/ 268966 h 285750"/>
                <a:gd name="csX328" fmla="*/ 366808 w 571500"/>
                <a:gd name="csY328" fmla="*/ 269090 h 285750"/>
                <a:gd name="csX329" fmla="*/ 367884 w 571500"/>
                <a:gd name="csY329" fmla="*/ 269156 h 285750"/>
                <a:gd name="csX330" fmla="*/ 369018 w 571500"/>
                <a:gd name="csY330" fmla="*/ 269213 h 285750"/>
                <a:gd name="csX331" fmla="*/ 370161 w 571500"/>
                <a:gd name="csY331" fmla="*/ 269280 h 285750"/>
                <a:gd name="csX332" fmla="*/ 371237 w 571500"/>
                <a:gd name="csY332" fmla="*/ 269337 h 285750"/>
                <a:gd name="csX333" fmla="*/ 372370 w 571500"/>
                <a:gd name="csY333" fmla="*/ 269404 h 285750"/>
                <a:gd name="csX334" fmla="*/ 373513 w 571500"/>
                <a:gd name="csY334" fmla="*/ 269461 h 285750"/>
                <a:gd name="csX335" fmla="*/ 374590 w 571500"/>
                <a:gd name="csY335" fmla="*/ 269527 h 285750"/>
                <a:gd name="csX336" fmla="*/ 375723 w 571500"/>
                <a:gd name="csY336" fmla="*/ 269651 h 285750"/>
                <a:gd name="csX337" fmla="*/ 376866 w 571500"/>
                <a:gd name="csY337" fmla="*/ 269708 h 285750"/>
                <a:gd name="csX338" fmla="*/ 377943 w 571500"/>
                <a:gd name="csY338" fmla="*/ 269775 h 285750"/>
                <a:gd name="csX339" fmla="*/ 379086 w 571500"/>
                <a:gd name="csY339" fmla="*/ 269832 h 285750"/>
                <a:gd name="csX340" fmla="*/ 380219 w 571500"/>
                <a:gd name="csY340" fmla="*/ 269956 h 285750"/>
                <a:gd name="csX341" fmla="*/ 381296 w 571500"/>
                <a:gd name="csY341" fmla="*/ 270023 h 285750"/>
                <a:gd name="csX342" fmla="*/ 382438 w 571500"/>
                <a:gd name="csY342" fmla="*/ 270080 h 285750"/>
                <a:gd name="csX343" fmla="*/ 383572 w 571500"/>
                <a:gd name="csY343" fmla="*/ 270204 h 285750"/>
                <a:gd name="csX344" fmla="*/ 384715 w 571500"/>
                <a:gd name="csY344" fmla="*/ 270270 h 285750"/>
                <a:gd name="csX345" fmla="*/ 385791 w 571500"/>
                <a:gd name="csY345" fmla="*/ 270394 h 285750"/>
                <a:gd name="csX346" fmla="*/ 386934 w 571500"/>
                <a:gd name="csY346" fmla="*/ 270451 h 285750"/>
                <a:gd name="csX347" fmla="*/ 388068 w 571500"/>
                <a:gd name="csY347" fmla="*/ 270575 h 285750"/>
                <a:gd name="csX348" fmla="*/ 389144 w 571500"/>
                <a:gd name="csY348" fmla="*/ 270642 h 285750"/>
                <a:gd name="csX349" fmla="*/ 390287 w 571500"/>
                <a:gd name="csY349" fmla="*/ 270766 h 285750"/>
                <a:gd name="csX350" fmla="*/ 391420 w 571500"/>
                <a:gd name="csY350" fmla="*/ 270890 h 285750"/>
                <a:gd name="csX351" fmla="*/ 392497 w 571500"/>
                <a:gd name="csY351" fmla="*/ 270946 h 285750"/>
                <a:gd name="csX352" fmla="*/ 393640 w 571500"/>
                <a:gd name="csY352" fmla="*/ 271070 h 285750"/>
                <a:gd name="csX353" fmla="*/ 394773 w 571500"/>
                <a:gd name="csY353" fmla="*/ 271194 h 285750"/>
                <a:gd name="csX354" fmla="*/ 395849 w 571500"/>
                <a:gd name="csY354" fmla="*/ 271261 h 285750"/>
                <a:gd name="csX355" fmla="*/ 396993 w 571500"/>
                <a:gd name="csY355" fmla="*/ 271385 h 285750"/>
                <a:gd name="csX356" fmla="*/ 398136 w 571500"/>
                <a:gd name="csY356" fmla="*/ 271442 h 285750"/>
                <a:gd name="csX357" fmla="*/ 399212 w 571500"/>
                <a:gd name="csY357" fmla="*/ 271566 h 285750"/>
                <a:gd name="csX358" fmla="*/ 400346 w 571500"/>
                <a:gd name="csY358" fmla="*/ 271633 h 285750"/>
                <a:gd name="csX359" fmla="*/ 401488 w 571500"/>
                <a:gd name="csY359" fmla="*/ 271747 h 285750"/>
                <a:gd name="csX360" fmla="*/ 402565 w 571500"/>
                <a:gd name="csY360" fmla="*/ 271813 h 285750"/>
                <a:gd name="csX361" fmla="*/ 403698 w 571500"/>
                <a:gd name="csY361" fmla="*/ 271937 h 285750"/>
                <a:gd name="csX362" fmla="*/ 404841 w 571500"/>
                <a:gd name="csY362" fmla="*/ 271995 h 285750"/>
                <a:gd name="csX363" fmla="*/ 405917 w 571500"/>
                <a:gd name="csY363" fmla="*/ 272061 h 285750"/>
                <a:gd name="csX364" fmla="*/ 407060 w 571500"/>
                <a:gd name="csY364" fmla="*/ 272119 h 285750"/>
                <a:gd name="csX365" fmla="*/ 408194 w 571500"/>
                <a:gd name="csY365" fmla="*/ 272119 h 285750"/>
                <a:gd name="csX366" fmla="*/ 409270 w 571500"/>
                <a:gd name="csY366" fmla="*/ 272185 h 285750"/>
                <a:gd name="csX367" fmla="*/ 410414 w 571500"/>
                <a:gd name="csY367" fmla="*/ 272242 h 285750"/>
                <a:gd name="csX368" fmla="*/ 411547 w 571500"/>
                <a:gd name="csY368" fmla="*/ 272242 h 285750"/>
                <a:gd name="csX369" fmla="*/ 412623 w 571500"/>
                <a:gd name="csY369" fmla="*/ 272242 h 285750"/>
                <a:gd name="csX370" fmla="*/ 413766 w 571500"/>
                <a:gd name="csY370" fmla="*/ 272242 h 285750"/>
                <a:gd name="csX371" fmla="*/ 414899 w 571500"/>
                <a:gd name="csY371" fmla="*/ 272242 h 285750"/>
                <a:gd name="csX372" fmla="*/ 415976 w 571500"/>
                <a:gd name="csY372" fmla="*/ 272242 h 285750"/>
                <a:gd name="csX373" fmla="*/ 417119 w 571500"/>
                <a:gd name="csY373" fmla="*/ 272185 h 285750"/>
                <a:gd name="csX374" fmla="*/ 418262 w 571500"/>
                <a:gd name="csY374" fmla="*/ 272185 h 285750"/>
                <a:gd name="csX375" fmla="*/ 419338 w 571500"/>
                <a:gd name="csY375" fmla="*/ 272119 h 285750"/>
                <a:gd name="csX376" fmla="*/ 420472 w 571500"/>
                <a:gd name="csY376" fmla="*/ 272061 h 285750"/>
                <a:gd name="csX377" fmla="*/ 421615 w 571500"/>
                <a:gd name="csY377" fmla="*/ 271995 h 285750"/>
                <a:gd name="csX378" fmla="*/ 422691 w 571500"/>
                <a:gd name="csY378" fmla="*/ 271871 h 285750"/>
                <a:gd name="csX379" fmla="*/ 423824 w 571500"/>
                <a:gd name="csY379" fmla="*/ 271813 h 285750"/>
                <a:gd name="csX380" fmla="*/ 424967 w 571500"/>
                <a:gd name="csY380" fmla="*/ 271689 h 285750"/>
                <a:gd name="csX381" fmla="*/ 426044 w 571500"/>
                <a:gd name="csY381" fmla="*/ 271566 h 285750"/>
                <a:gd name="csX382" fmla="*/ 427187 w 571500"/>
                <a:gd name="csY382" fmla="*/ 271442 h 285750"/>
                <a:gd name="csX383" fmla="*/ 428320 w 571500"/>
                <a:gd name="csY383" fmla="*/ 271318 h 285750"/>
                <a:gd name="csX384" fmla="*/ 429397 w 571500"/>
                <a:gd name="csY384" fmla="*/ 271194 h 285750"/>
                <a:gd name="csX385" fmla="*/ 430540 w 571500"/>
                <a:gd name="csY385" fmla="*/ 271070 h 285750"/>
                <a:gd name="csX386" fmla="*/ 431673 w 571500"/>
                <a:gd name="csY386" fmla="*/ 270946 h 285750"/>
                <a:gd name="csX387" fmla="*/ 432749 w 571500"/>
                <a:gd name="csY387" fmla="*/ 270766 h 285750"/>
                <a:gd name="csX388" fmla="*/ 433892 w 571500"/>
                <a:gd name="csY388" fmla="*/ 270642 h 285750"/>
                <a:gd name="csX389" fmla="*/ 435026 w 571500"/>
                <a:gd name="csY389" fmla="*/ 270451 h 285750"/>
                <a:gd name="csX390" fmla="*/ 436102 w 571500"/>
                <a:gd name="csY390" fmla="*/ 270270 h 285750"/>
                <a:gd name="csX391" fmla="*/ 437245 w 571500"/>
                <a:gd name="csY391" fmla="*/ 270147 h 285750"/>
                <a:gd name="csX392" fmla="*/ 438388 w 571500"/>
                <a:gd name="csY392" fmla="*/ 269956 h 285750"/>
                <a:gd name="csX393" fmla="*/ 439465 w 571500"/>
                <a:gd name="csY393" fmla="*/ 269775 h 285750"/>
                <a:gd name="csX394" fmla="*/ 440598 w 571500"/>
                <a:gd name="csY394" fmla="*/ 269651 h 285750"/>
                <a:gd name="csX395" fmla="*/ 441741 w 571500"/>
                <a:gd name="csY395" fmla="*/ 269461 h 285750"/>
                <a:gd name="csX396" fmla="*/ 442817 w 571500"/>
                <a:gd name="csY396" fmla="*/ 269337 h 285750"/>
                <a:gd name="csX397" fmla="*/ 443951 w 571500"/>
                <a:gd name="csY397" fmla="*/ 269156 h 285750"/>
                <a:gd name="csX398" fmla="*/ 445094 w 571500"/>
                <a:gd name="csY398" fmla="*/ 269032 h 285750"/>
                <a:gd name="csX399" fmla="*/ 446170 w 571500"/>
                <a:gd name="csY399" fmla="*/ 268842 h 285750"/>
                <a:gd name="csX400" fmla="*/ 447313 w 571500"/>
                <a:gd name="csY400" fmla="*/ 268727 h 285750"/>
                <a:gd name="csX401" fmla="*/ 448447 w 571500"/>
                <a:gd name="csY401" fmla="*/ 268604 h 285750"/>
                <a:gd name="csX402" fmla="*/ 449523 w 571500"/>
                <a:gd name="csY402" fmla="*/ 268413 h 285750"/>
                <a:gd name="csX403" fmla="*/ 450666 w 571500"/>
                <a:gd name="csY403" fmla="*/ 268289 h 285750"/>
                <a:gd name="csX404" fmla="*/ 451799 w 571500"/>
                <a:gd name="csY404" fmla="*/ 268165 h 285750"/>
                <a:gd name="csX405" fmla="*/ 452875 w 571500"/>
                <a:gd name="csY405" fmla="*/ 268041 h 285750"/>
                <a:gd name="csX406" fmla="*/ 454019 w 571500"/>
                <a:gd name="csY406" fmla="*/ 267984 h 285750"/>
                <a:gd name="csX407" fmla="*/ 455152 w 571500"/>
                <a:gd name="csY407" fmla="*/ 267861 h 285750"/>
                <a:gd name="csX408" fmla="*/ 456229 w 571500"/>
                <a:gd name="csY408" fmla="*/ 267737 h 285750"/>
                <a:gd name="csX409" fmla="*/ 457372 w 571500"/>
                <a:gd name="csY409" fmla="*/ 267670 h 285750"/>
                <a:gd name="csX410" fmla="*/ 458515 w 571500"/>
                <a:gd name="csY410" fmla="*/ 267546 h 285750"/>
                <a:gd name="csX411" fmla="*/ 459591 w 571500"/>
                <a:gd name="csY411" fmla="*/ 267489 h 285750"/>
                <a:gd name="csX412" fmla="*/ 460724 w 571500"/>
                <a:gd name="csY412" fmla="*/ 267422 h 285750"/>
                <a:gd name="csX413" fmla="*/ 461867 w 571500"/>
                <a:gd name="csY413" fmla="*/ 267298 h 285750"/>
                <a:gd name="csX414" fmla="*/ 463001 w 571500"/>
                <a:gd name="csY414" fmla="*/ 267241 h 285750"/>
                <a:gd name="csX415" fmla="*/ 464077 w 571500"/>
                <a:gd name="csY415" fmla="*/ 267175 h 285750"/>
                <a:gd name="csX416" fmla="*/ 465220 w 571500"/>
                <a:gd name="csY416" fmla="*/ 267118 h 285750"/>
                <a:gd name="csX417" fmla="*/ 466354 w 571500"/>
                <a:gd name="csY417" fmla="*/ 267051 h 285750"/>
                <a:gd name="csX418" fmla="*/ 467430 w 571500"/>
                <a:gd name="csY418" fmla="*/ 266994 h 285750"/>
                <a:gd name="csX419" fmla="*/ 468573 w 571500"/>
                <a:gd name="csY419" fmla="*/ 266927 h 285750"/>
                <a:gd name="csX420" fmla="*/ 469716 w 571500"/>
                <a:gd name="csY420" fmla="*/ 266803 h 285750"/>
                <a:gd name="csX421" fmla="*/ 470792 w 571500"/>
                <a:gd name="csY421" fmla="*/ 266746 h 285750"/>
                <a:gd name="csX422" fmla="*/ 471925 w 571500"/>
                <a:gd name="csY422" fmla="*/ 266679 h 285750"/>
                <a:gd name="csX423" fmla="*/ 473069 w 571500"/>
                <a:gd name="csY423" fmla="*/ 266622 h 285750"/>
                <a:gd name="csX424" fmla="*/ 474145 w 571500"/>
                <a:gd name="csY424" fmla="*/ 266499 h 285750"/>
                <a:gd name="csX425" fmla="*/ 475279 w 571500"/>
                <a:gd name="csY425" fmla="*/ 266432 h 285750"/>
                <a:gd name="csX426" fmla="*/ 476422 w 571500"/>
                <a:gd name="csY426" fmla="*/ 266375 h 285750"/>
                <a:gd name="csX427" fmla="*/ 477498 w 571500"/>
                <a:gd name="csY427" fmla="*/ 266251 h 285750"/>
                <a:gd name="csX428" fmla="*/ 478641 w 571500"/>
                <a:gd name="csY428" fmla="*/ 266127 h 285750"/>
                <a:gd name="csX429" fmla="*/ 479774 w 571500"/>
                <a:gd name="csY429" fmla="*/ 266003 h 285750"/>
                <a:gd name="csX430" fmla="*/ 480851 w 571500"/>
                <a:gd name="csY430" fmla="*/ 265946 h 285750"/>
                <a:gd name="csX431" fmla="*/ 481993 w 571500"/>
                <a:gd name="csY431" fmla="*/ 265813 h 285750"/>
                <a:gd name="csX432" fmla="*/ 483127 w 571500"/>
                <a:gd name="csY432" fmla="*/ 265689 h 285750"/>
                <a:gd name="csX433" fmla="*/ 484203 w 571500"/>
                <a:gd name="csY433" fmla="*/ 265508 h 285750"/>
                <a:gd name="csX434" fmla="*/ 485346 w 571500"/>
                <a:gd name="csY434" fmla="*/ 265384 h 285750"/>
                <a:gd name="csX435" fmla="*/ 486480 w 571500"/>
                <a:gd name="csY435" fmla="*/ 265260 h 285750"/>
                <a:gd name="csX436" fmla="*/ 487556 w 571500"/>
                <a:gd name="csY436" fmla="*/ 265079 h 285750"/>
                <a:gd name="csX437" fmla="*/ 488699 w 571500"/>
                <a:gd name="csY437" fmla="*/ 264956 h 285750"/>
                <a:gd name="csX438" fmla="*/ 489842 w 571500"/>
                <a:gd name="csY438" fmla="*/ 264765 h 285750"/>
                <a:gd name="csX439" fmla="*/ 490918 w 571500"/>
                <a:gd name="csY439" fmla="*/ 264641 h 285750"/>
                <a:gd name="csX440" fmla="*/ 492052 w 571500"/>
                <a:gd name="csY440" fmla="*/ 264460 h 285750"/>
                <a:gd name="csX441" fmla="*/ 493195 w 571500"/>
                <a:gd name="csY441" fmla="*/ 264336 h 285750"/>
                <a:gd name="csX442" fmla="*/ 494271 w 571500"/>
                <a:gd name="csY442" fmla="*/ 264213 h 285750"/>
                <a:gd name="csX443" fmla="*/ 495405 w 571500"/>
                <a:gd name="csY443" fmla="*/ 264089 h 285750"/>
                <a:gd name="csX444" fmla="*/ 496548 w 571500"/>
                <a:gd name="csY444" fmla="*/ 263965 h 285750"/>
                <a:gd name="csX445" fmla="*/ 497624 w 571500"/>
                <a:gd name="csY445" fmla="*/ 263841 h 285750"/>
                <a:gd name="csX446" fmla="*/ 498758 w 571500"/>
                <a:gd name="csY446" fmla="*/ 263717 h 285750"/>
                <a:gd name="csX447" fmla="*/ 499901 w 571500"/>
                <a:gd name="csY447" fmla="*/ 263650 h 285750"/>
                <a:gd name="csX448" fmla="*/ 500977 w 571500"/>
                <a:gd name="csY448" fmla="*/ 263593 h 285750"/>
                <a:gd name="csX449" fmla="*/ 502120 w 571500"/>
                <a:gd name="csY449" fmla="*/ 263593 h 285750"/>
                <a:gd name="csX450" fmla="*/ 503253 w 571500"/>
                <a:gd name="csY450" fmla="*/ 263593 h 285750"/>
                <a:gd name="csX451" fmla="*/ 504330 w 571500"/>
                <a:gd name="csY451" fmla="*/ 263650 h 285750"/>
                <a:gd name="csX452" fmla="*/ 505473 w 571500"/>
                <a:gd name="csY452" fmla="*/ 263717 h 285750"/>
                <a:gd name="csX453" fmla="*/ 506606 w 571500"/>
                <a:gd name="csY453" fmla="*/ 263774 h 285750"/>
                <a:gd name="csX454" fmla="*/ 507683 w 571500"/>
                <a:gd name="csY454" fmla="*/ 263965 h 285750"/>
                <a:gd name="csX455" fmla="*/ 508826 w 571500"/>
                <a:gd name="csY455" fmla="*/ 264089 h 285750"/>
                <a:gd name="csX456" fmla="*/ 509968 w 571500"/>
                <a:gd name="csY456" fmla="*/ 264336 h 285750"/>
                <a:gd name="csX457" fmla="*/ 511045 w 571500"/>
                <a:gd name="csY457" fmla="*/ 264584 h 285750"/>
                <a:gd name="csX458" fmla="*/ 512178 w 571500"/>
                <a:gd name="csY458" fmla="*/ 264889 h 285750"/>
                <a:gd name="csX459" fmla="*/ 513321 w 571500"/>
                <a:gd name="csY459" fmla="*/ 265203 h 285750"/>
                <a:gd name="csX460" fmla="*/ 514398 w 571500"/>
                <a:gd name="csY460" fmla="*/ 265632 h 285750"/>
                <a:gd name="csX461" fmla="*/ 515531 w 571500"/>
                <a:gd name="csY461" fmla="*/ 266003 h 285750"/>
                <a:gd name="csX462" fmla="*/ 516674 w 571500"/>
                <a:gd name="csY462" fmla="*/ 266499 h 285750"/>
                <a:gd name="csX463" fmla="*/ 517751 w 571500"/>
                <a:gd name="csY463" fmla="*/ 266994 h 285750"/>
                <a:gd name="csX464" fmla="*/ 518884 w 571500"/>
                <a:gd name="csY464" fmla="*/ 267489 h 285750"/>
                <a:gd name="csX465" fmla="*/ 520027 w 571500"/>
                <a:gd name="csY465" fmla="*/ 268108 h 285750"/>
                <a:gd name="csX466" fmla="*/ 521103 w 571500"/>
                <a:gd name="csY466" fmla="*/ 268661 h 285750"/>
                <a:gd name="csX467" fmla="*/ 522246 w 571500"/>
                <a:gd name="csY467" fmla="*/ 269280 h 285750"/>
                <a:gd name="csX468" fmla="*/ 523380 w 571500"/>
                <a:gd name="csY468" fmla="*/ 269956 h 285750"/>
                <a:gd name="csX469" fmla="*/ 524456 w 571500"/>
                <a:gd name="csY469" fmla="*/ 270575 h 285750"/>
                <a:gd name="csX470" fmla="*/ 525599 w 571500"/>
                <a:gd name="csY470" fmla="*/ 271261 h 285750"/>
                <a:gd name="csX471" fmla="*/ 526733 w 571500"/>
                <a:gd name="csY471" fmla="*/ 271995 h 285750"/>
                <a:gd name="csX472" fmla="*/ 527809 w 571500"/>
                <a:gd name="csY472" fmla="*/ 272680 h 285750"/>
                <a:gd name="csX473" fmla="*/ 528952 w 571500"/>
                <a:gd name="csY473" fmla="*/ 273357 h 285750"/>
                <a:gd name="csX474" fmla="*/ 530085 w 571500"/>
                <a:gd name="csY474" fmla="*/ 274100 h 285750"/>
                <a:gd name="csX475" fmla="*/ 531162 w 571500"/>
                <a:gd name="csY475" fmla="*/ 274785 h 285750"/>
                <a:gd name="csX476" fmla="*/ 532305 w 571500"/>
                <a:gd name="csY476" fmla="*/ 275461 h 285750"/>
                <a:gd name="csX477" fmla="*/ 533448 w 571500"/>
                <a:gd name="csY477" fmla="*/ 276138 h 285750"/>
                <a:gd name="csX478" fmla="*/ 534524 w 571500"/>
                <a:gd name="csY478" fmla="*/ 276823 h 285750"/>
                <a:gd name="csX479" fmla="*/ 535658 w 571500"/>
                <a:gd name="csY479" fmla="*/ 277433 h 285750"/>
                <a:gd name="csX480" fmla="*/ 536801 w 571500"/>
                <a:gd name="csY480" fmla="*/ 278052 h 285750"/>
                <a:gd name="csX481" fmla="*/ 537934 w 571500"/>
                <a:gd name="csY481" fmla="*/ 278672 h 285750"/>
                <a:gd name="csX482" fmla="*/ 539010 w 571500"/>
                <a:gd name="csY482" fmla="*/ 279233 h 285750"/>
                <a:gd name="csX483" fmla="*/ 540153 w 571500"/>
                <a:gd name="csY483" fmla="*/ 279786 h 285750"/>
                <a:gd name="csX484" fmla="*/ 541296 w 571500"/>
                <a:gd name="csY484" fmla="*/ 280338 h 285750"/>
                <a:gd name="csX485" fmla="*/ 542363 w 571500"/>
                <a:gd name="csY485" fmla="*/ 280834 h 285750"/>
                <a:gd name="csX486" fmla="*/ 543506 w 571500"/>
                <a:gd name="csY486" fmla="*/ 281272 h 285750"/>
                <a:gd name="csX487" fmla="*/ 544649 w 571500"/>
                <a:gd name="csY487" fmla="*/ 281700 h 285750"/>
                <a:gd name="csX488" fmla="*/ 545726 w 571500"/>
                <a:gd name="csY488" fmla="*/ 282139 h 285750"/>
                <a:gd name="csX489" fmla="*/ 546859 w 571500"/>
                <a:gd name="csY489" fmla="*/ 282510 h 285750"/>
                <a:gd name="csX490" fmla="*/ 548002 w 571500"/>
                <a:gd name="csY490" fmla="*/ 282815 h 285750"/>
                <a:gd name="csX491" fmla="*/ 549078 w 571500"/>
                <a:gd name="csY491" fmla="*/ 283186 h 285750"/>
                <a:gd name="csX492" fmla="*/ 550212 w 571500"/>
                <a:gd name="csY492" fmla="*/ 283434 h 285750"/>
                <a:gd name="csX493" fmla="*/ 551355 w 571500"/>
                <a:gd name="csY493" fmla="*/ 283739 h 285750"/>
                <a:gd name="csX494" fmla="*/ 552431 w 571500"/>
                <a:gd name="csY494" fmla="*/ 283929 h 285750"/>
                <a:gd name="csX495" fmla="*/ 553574 w 571500"/>
                <a:gd name="csY495" fmla="*/ 284177 h 285750"/>
                <a:gd name="csX496" fmla="*/ 554708 w 571500"/>
                <a:gd name="csY496" fmla="*/ 284358 h 285750"/>
                <a:gd name="csX497" fmla="*/ 555784 w 571500"/>
                <a:gd name="csY497" fmla="*/ 284549 h 285750"/>
                <a:gd name="csX498" fmla="*/ 556927 w 571500"/>
                <a:gd name="csY498" fmla="*/ 284672 h 285750"/>
                <a:gd name="csX499" fmla="*/ 558060 w 571500"/>
                <a:gd name="csY499" fmla="*/ 284853 h 285750"/>
                <a:gd name="csX500" fmla="*/ 559136 w 571500"/>
                <a:gd name="csY500" fmla="*/ 284977 h 285750"/>
                <a:gd name="csX501" fmla="*/ 560279 w 571500"/>
                <a:gd name="csY501" fmla="*/ 285044 h 285750"/>
                <a:gd name="csX502" fmla="*/ 561422 w 571500"/>
                <a:gd name="csY502" fmla="*/ 285168 h 285750"/>
                <a:gd name="csX503" fmla="*/ 562499 w 571500"/>
                <a:gd name="csY503" fmla="*/ 285225 h 285750"/>
                <a:gd name="csX504" fmla="*/ 563633 w 571500"/>
                <a:gd name="csY504" fmla="*/ 285292 h 285750"/>
                <a:gd name="csX505" fmla="*/ 564776 w 571500"/>
                <a:gd name="csY505" fmla="*/ 285349 h 285750"/>
                <a:gd name="csX506" fmla="*/ 565852 w 571500"/>
                <a:gd name="csY506" fmla="*/ 285415 h 285750"/>
                <a:gd name="csX507" fmla="*/ 566985 w 571500"/>
                <a:gd name="csY507" fmla="*/ 285472 h 285750"/>
                <a:gd name="csX508" fmla="*/ 568128 w 571500"/>
                <a:gd name="csY508" fmla="*/ 285539 h 285750"/>
                <a:gd name="csX509" fmla="*/ 569204 w 571500"/>
                <a:gd name="csY509" fmla="*/ 285539 h 285750"/>
                <a:gd name="csX510" fmla="*/ 570338 w 571500"/>
                <a:gd name="csY510" fmla="*/ 285596 h 285750"/>
                <a:gd name="csX511" fmla="*/ 571481 w 571500"/>
                <a:gd name="csY511" fmla="*/ 285596 h 285750"/>
                <a:gd name="csX512" fmla="*/ 571481 w 571500"/>
                <a:gd name="csY512" fmla="*/ 285720 h 285750"/>
                <a:gd name="csX513" fmla="*/ 570338 w 571500"/>
                <a:gd name="csY513" fmla="*/ 285720 h 285750"/>
                <a:gd name="csX514" fmla="*/ 569204 w 571500"/>
                <a:gd name="csY514" fmla="*/ 285720 h 285750"/>
                <a:gd name="csX515" fmla="*/ 568128 w 571500"/>
                <a:gd name="csY515" fmla="*/ 285720 h 285750"/>
                <a:gd name="csX516" fmla="*/ 566985 w 571500"/>
                <a:gd name="csY516" fmla="*/ 285720 h 285750"/>
                <a:gd name="csX517" fmla="*/ 565852 w 571500"/>
                <a:gd name="csY517" fmla="*/ 285720 h 285750"/>
                <a:gd name="csX518" fmla="*/ 564776 w 571500"/>
                <a:gd name="csY518" fmla="*/ 285720 h 285750"/>
                <a:gd name="csX519" fmla="*/ 563633 w 571500"/>
                <a:gd name="csY519" fmla="*/ 285720 h 285750"/>
                <a:gd name="csX520" fmla="*/ 562499 w 571500"/>
                <a:gd name="csY520" fmla="*/ 285720 h 285750"/>
                <a:gd name="csX521" fmla="*/ 561422 w 571500"/>
                <a:gd name="csY521" fmla="*/ 285720 h 285750"/>
                <a:gd name="csX522" fmla="*/ 560279 w 571500"/>
                <a:gd name="csY522" fmla="*/ 285720 h 285750"/>
                <a:gd name="csX523" fmla="*/ 559136 w 571500"/>
                <a:gd name="csY523" fmla="*/ 285720 h 285750"/>
                <a:gd name="csX524" fmla="*/ 558060 w 571500"/>
                <a:gd name="csY524" fmla="*/ 285720 h 285750"/>
                <a:gd name="csX525" fmla="*/ 556927 w 571500"/>
                <a:gd name="csY525" fmla="*/ 285720 h 285750"/>
                <a:gd name="csX526" fmla="*/ 555784 w 571500"/>
                <a:gd name="csY526" fmla="*/ 285720 h 285750"/>
                <a:gd name="csX527" fmla="*/ 554708 w 571500"/>
                <a:gd name="csY527" fmla="*/ 285720 h 285750"/>
                <a:gd name="csX528" fmla="*/ 553574 w 571500"/>
                <a:gd name="csY528" fmla="*/ 285720 h 285750"/>
                <a:gd name="csX529" fmla="*/ 552431 w 571500"/>
                <a:gd name="csY529" fmla="*/ 285720 h 285750"/>
                <a:gd name="csX530" fmla="*/ 551355 w 571500"/>
                <a:gd name="csY530" fmla="*/ 285720 h 285750"/>
                <a:gd name="csX531" fmla="*/ 550212 w 571500"/>
                <a:gd name="csY531" fmla="*/ 285720 h 285750"/>
                <a:gd name="csX532" fmla="*/ 549078 w 571500"/>
                <a:gd name="csY532" fmla="*/ 285720 h 285750"/>
                <a:gd name="csX533" fmla="*/ 548002 w 571500"/>
                <a:gd name="csY533" fmla="*/ 285720 h 285750"/>
                <a:gd name="csX534" fmla="*/ 546859 w 571500"/>
                <a:gd name="csY534" fmla="*/ 285720 h 285750"/>
                <a:gd name="csX535" fmla="*/ 545726 w 571500"/>
                <a:gd name="csY535" fmla="*/ 285720 h 285750"/>
                <a:gd name="csX536" fmla="*/ 544649 w 571500"/>
                <a:gd name="csY536" fmla="*/ 285720 h 285750"/>
                <a:gd name="csX537" fmla="*/ 543506 w 571500"/>
                <a:gd name="csY537" fmla="*/ 285720 h 285750"/>
                <a:gd name="csX538" fmla="*/ 542363 w 571500"/>
                <a:gd name="csY538" fmla="*/ 285720 h 285750"/>
                <a:gd name="csX539" fmla="*/ 541296 w 571500"/>
                <a:gd name="csY539" fmla="*/ 285720 h 285750"/>
                <a:gd name="csX540" fmla="*/ 540153 w 571500"/>
                <a:gd name="csY540" fmla="*/ 285720 h 285750"/>
                <a:gd name="csX541" fmla="*/ 539010 w 571500"/>
                <a:gd name="csY541" fmla="*/ 285720 h 285750"/>
                <a:gd name="csX542" fmla="*/ 537934 w 571500"/>
                <a:gd name="csY542" fmla="*/ 285720 h 285750"/>
                <a:gd name="csX543" fmla="*/ 536801 w 571500"/>
                <a:gd name="csY543" fmla="*/ 285720 h 285750"/>
                <a:gd name="csX544" fmla="*/ 535658 w 571500"/>
                <a:gd name="csY544" fmla="*/ 285720 h 285750"/>
                <a:gd name="csX545" fmla="*/ 534524 w 571500"/>
                <a:gd name="csY545" fmla="*/ 285720 h 285750"/>
                <a:gd name="csX546" fmla="*/ 533448 w 571500"/>
                <a:gd name="csY546" fmla="*/ 285720 h 285750"/>
                <a:gd name="csX547" fmla="*/ 532305 w 571500"/>
                <a:gd name="csY547" fmla="*/ 285720 h 285750"/>
                <a:gd name="csX548" fmla="*/ 531162 w 571500"/>
                <a:gd name="csY548" fmla="*/ 285720 h 285750"/>
                <a:gd name="csX549" fmla="*/ 530085 w 571500"/>
                <a:gd name="csY549" fmla="*/ 285720 h 285750"/>
                <a:gd name="csX550" fmla="*/ 528952 w 571500"/>
                <a:gd name="csY550" fmla="*/ 285720 h 285750"/>
                <a:gd name="csX551" fmla="*/ 527809 w 571500"/>
                <a:gd name="csY551" fmla="*/ 285720 h 285750"/>
                <a:gd name="csX552" fmla="*/ 526733 w 571500"/>
                <a:gd name="csY552" fmla="*/ 285720 h 285750"/>
                <a:gd name="csX553" fmla="*/ 525599 w 571500"/>
                <a:gd name="csY553" fmla="*/ 285720 h 285750"/>
                <a:gd name="csX554" fmla="*/ 524456 w 571500"/>
                <a:gd name="csY554" fmla="*/ 285720 h 285750"/>
                <a:gd name="csX555" fmla="*/ 523380 w 571500"/>
                <a:gd name="csY555" fmla="*/ 285720 h 285750"/>
                <a:gd name="csX556" fmla="*/ 522246 w 571500"/>
                <a:gd name="csY556" fmla="*/ 285720 h 285750"/>
                <a:gd name="csX557" fmla="*/ 521103 w 571500"/>
                <a:gd name="csY557" fmla="*/ 285720 h 285750"/>
                <a:gd name="csX558" fmla="*/ 520027 w 571500"/>
                <a:gd name="csY558" fmla="*/ 285720 h 285750"/>
                <a:gd name="csX559" fmla="*/ 518884 w 571500"/>
                <a:gd name="csY559" fmla="*/ 285720 h 285750"/>
                <a:gd name="csX560" fmla="*/ 517751 w 571500"/>
                <a:gd name="csY560" fmla="*/ 285720 h 285750"/>
                <a:gd name="csX561" fmla="*/ 516674 w 571500"/>
                <a:gd name="csY561" fmla="*/ 285720 h 285750"/>
                <a:gd name="csX562" fmla="*/ 515531 w 571500"/>
                <a:gd name="csY562" fmla="*/ 285720 h 285750"/>
                <a:gd name="csX563" fmla="*/ 514398 w 571500"/>
                <a:gd name="csY563" fmla="*/ 285720 h 285750"/>
                <a:gd name="csX564" fmla="*/ 513321 w 571500"/>
                <a:gd name="csY564" fmla="*/ 285720 h 285750"/>
                <a:gd name="csX565" fmla="*/ 512178 w 571500"/>
                <a:gd name="csY565" fmla="*/ 285720 h 285750"/>
                <a:gd name="csX566" fmla="*/ 511045 w 571500"/>
                <a:gd name="csY566" fmla="*/ 285720 h 285750"/>
                <a:gd name="csX567" fmla="*/ 509968 w 571500"/>
                <a:gd name="csY567" fmla="*/ 285720 h 285750"/>
                <a:gd name="csX568" fmla="*/ 508826 w 571500"/>
                <a:gd name="csY568" fmla="*/ 285720 h 285750"/>
                <a:gd name="csX569" fmla="*/ 507683 w 571500"/>
                <a:gd name="csY569" fmla="*/ 285720 h 285750"/>
                <a:gd name="csX570" fmla="*/ 506606 w 571500"/>
                <a:gd name="csY570" fmla="*/ 285720 h 285750"/>
                <a:gd name="csX571" fmla="*/ 505473 w 571500"/>
                <a:gd name="csY571" fmla="*/ 285720 h 285750"/>
                <a:gd name="csX572" fmla="*/ 504330 w 571500"/>
                <a:gd name="csY572" fmla="*/ 285720 h 285750"/>
                <a:gd name="csX573" fmla="*/ 503253 w 571500"/>
                <a:gd name="csY573" fmla="*/ 285720 h 285750"/>
                <a:gd name="csX574" fmla="*/ 502120 w 571500"/>
                <a:gd name="csY574" fmla="*/ 285720 h 285750"/>
                <a:gd name="csX575" fmla="*/ 500977 w 571500"/>
                <a:gd name="csY575" fmla="*/ 285720 h 285750"/>
                <a:gd name="csX576" fmla="*/ 499901 w 571500"/>
                <a:gd name="csY576" fmla="*/ 285720 h 285750"/>
                <a:gd name="csX577" fmla="*/ 498758 w 571500"/>
                <a:gd name="csY577" fmla="*/ 285720 h 285750"/>
                <a:gd name="csX578" fmla="*/ 497624 w 571500"/>
                <a:gd name="csY578" fmla="*/ 285720 h 285750"/>
                <a:gd name="csX579" fmla="*/ 496548 w 571500"/>
                <a:gd name="csY579" fmla="*/ 285720 h 285750"/>
                <a:gd name="csX580" fmla="*/ 495405 w 571500"/>
                <a:gd name="csY580" fmla="*/ 285720 h 285750"/>
                <a:gd name="csX581" fmla="*/ 494271 w 571500"/>
                <a:gd name="csY581" fmla="*/ 285720 h 285750"/>
                <a:gd name="csX582" fmla="*/ 493195 w 571500"/>
                <a:gd name="csY582" fmla="*/ 285720 h 285750"/>
                <a:gd name="csX583" fmla="*/ 492052 w 571500"/>
                <a:gd name="csY583" fmla="*/ 285720 h 285750"/>
                <a:gd name="csX584" fmla="*/ 490918 w 571500"/>
                <a:gd name="csY584" fmla="*/ 285720 h 285750"/>
                <a:gd name="csX585" fmla="*/ 489842 w 571500"/>
                <a:gd name="csY585" fmla="*/ 285720 h 285750"/>
                <a:gd name="csX586" fmla="*/ 488699 w 571500"/>
                <a:gd name="csY586" fmla="*/ 285720 h 285750"/>
                <a:gd name="csX587" fmla="*/ 487556 w 571500"/>
                <a:gd name="csY587" fmla="*/ 285720 h 285750"/>
                <a:gd name="csX588" fmla="*/ 486480 w 571500"/>
                <a:gd name="csY588" fmla="*/ 285720 h 285750"/>
                <a:gd name="csX589" fmla="*/ 485346 w 571500"/>
                <a:gd name="csY589" fmla="*/ 285720 h 285750"/>
                <a:gd name="csX590" fmla="*/ 484203 w 571500"/>
                <a:gd name="csY590" fmla="*/ 285720 h 285750"/>
                <a:gd name="csX591" fmla="*/ 483127 w 571500"/>
                <a:gd name="csY591" fmla="*/ 285720 h 285750"/>
                <a:gd name="csX592" fmla="*/ 481993 w 571500"/>
                <a:gd name="csY592" fmla="*/ 285720 h 285750"/>
                <a:gd name="csX593" fmla="*/ 480851 w 571500"/>
                <a:gd name="csY593" fmla="*/ 285720 h 285750"/>
                <a:gd name="csX594" fmla="*/ 479774 w 571500"/>
                <a:gd name="csY594" fmla="*/ 285720 h 285750"/>
                <a:gd name="csX595" fmla="*/ 478641 w 571500"/>
                <a:gd name="csY595" fmla="*/ 285720 h 285750"/>
                <a:gd name="csX596" fmla="*/ 477498 w 571500"/>
                <a:gd name="csY596" fmla="*/ 285720 h 285750"/>
                <a:gd name="csX597" fmla="*/ 476422 w 571500"/>
                <a:gd name="csY597" fmla="*/ 285720 h 285750"/>
                <a:gd name="csX598" fmla="*/ 475279 w 571500"/>
                <a:gd name="csY598" fmla="*/ 285720 h 285750"/>
                <a:gd name="csX599" fmla="*/ 474145 w 571500"/>
                <a:gd name="csY599" fmla="*/ 285720 h 285750"/>
                <a:gd name="csX600" fmla="*/ 473069 w 571500"/>
                <a:gd name="csY600" fmla="*/ 285720 h 285750"/>
                <a:gd name="csX601" fmla="*/ 471925 w 571500"/>
                <a:gd name="csY601" fmla="*/ 285720 h 285750"/>
                <a:gd name="csX602" fmla="*/ 470792 w 571500"/>
                <a:gd name="csY602" fmla="*/ 285720 h 285750"/>
                <a:gd name="csX603" fmla="*/ 469716 w 571500"/>
                <a:gd name="csY603" fmla="*/ 285720 h 285750"/>
                <a:gd name="csX604" fmla="*/ 468573 w 571500"/>
                <a:gd name="csY604" fmla="*/ 285720 h 285750"/>
                <a:gd name="csX605" fmla="*/ 467430 w 571500"/>
                <a:gd name="csY605" fmla="*/ 285720 h 285750"/>
                <a:gd name="csX606" fmla="*/ 466354 w 571500"/>
                <a:gd name="csY606" fmla="*/ 285720 h 285750"/>
                <a:gd name="csX607" fmla="*/ 465220 w 571500"/>
                <a:gd name="csY607" fmla="*/ 285720 h 285750"/>
                <a:gd name="csX608" fmla="*/ 464077 w 571500"/>
                <a:gd name="csY608" fmla="*/ 285720 h 285750"/>
                <a:gd name="csX609" fmla="*/ 463001 w 571500"/>
                <a:gd name="csY609" fmla="*/ 285720 h 285750"/>
                <a:gd name="csX610" fmla="*/ 461867 w 571500"/>
                <a:gd name="csY610" fmla="*/ 285720 h 285750"/>
                <a:gd name="csX611" fmla="*/ 460724 w 571500"/>
                <a:gd name="csY611" fmla="*/ 285720 h 285750"/>
                <a:gd name="csX612" fmla="*/ 459591 w 571500"/>
                <a:gd name="csY612" fmla="*/ 285720 h 285750"/>
                <a:gd name="csX613" fmla="*/ 458515 w 571500"/>
                <a:gd name="csY613" fmla="*/ 285720 h 285750"/>
                <a:gd name="csX614" fmla="*/ 457372 w 571500"/>
                <a:gd name="csY614" fmla="*/ 285720 h 285750"/>
                <a:gd name="csX615" fmla="*/ 456229 w 571500"/>
                <a:gd name="csY615" fmla="*/ 285720 h 285750"/>
                <a:gd name="csX616" fmla="*/ 455152 w 571500"/>
                <a:gd name="csY616" fmla="*/ 285720 h 285750"/>
                <a:gd name="csX617" fmla="*/ 454019 w 571500"/>
                <a:gd name="csY617" fmla="*/ 285720 h 285750"/>
                <a:gd name="csX618" fmla="*/ 452875 w 571500"/>
                <a:gd name="csY618" fmla="*/ 285720 h 285750"/>
                <a:gd name="csX619" fmla="*/ 451799 w 571500"/>
                <a:gd name="csY619" fmla="*/ 285720 h 285750"/>
                <a:gd name="csX620" fmla="*/ 450666 w 571500"/>
                <a:gd name="csY620" fmla="*/ 285720 h 285750"/>
                <a:gd name="csX621" fmla="*/ 449523 w 571500"/>
                <a:gd name="csY621" fmla="*/ 285720 h 285750"/>
                <a:gd name="csX622" fmla="*/ 448447 w 571500"/>
                <a:gd name="csY622" fmla="*/ 285720 h 285750"/>
                <a:gd name="csX623" fmla="*/ 447313 w 571500"/>
                <a:gd name="csY623" fmla="*/ 285720 h 285750"/>
                <a:gd name="csX624" fmla="*/ 446170 w 571500"/>
                <a:gd name="csY624" fmla="*/ 285720 h 285750"/>
                <a:gd name="csX625" fmla="*/ 445094 w 571500"/>
                <a:gd name="csY625" fmla="*/ 285720 h 285750"/>
                <a:gd name="csX626" fmla="*/ 443951 w 571500"/>
                <a:gd name="csY626" fmla="*/ 285720 h 285750"/>
                <a:gd name="csX627" fmla="*/ 442817 w 571500"/>
                <a:gd name="csY627" fmla="*/ 285720 h 285750"/>
                <a:gd name="csX628" fmla="*/ 441741 w 571500"/>
                <a:gd name="csY628" fmla="*/ 285720 h 285750"/>
                <a:gd name="csX629" fmla="*/ 440598 w 571500"/>
                <a:gd name="csY629" fmla="*/ 285720 h 285750"/>
                <a:gd name="csX630" fmla="*/ 439465 w 571500"/>
                <a:gd name="csY630" fmla="*/ 285720 h 285750"/>
                <a:gd name="csX631" fmla="*/ 438388 w 571500"/>
                <a:gd name="csY631" fmla="*/ 285720 h 285750"/>
                <a:gd name="csX632" fmla="*/ 437245 w 571500"/>
                <a:gd name="csY632" fmla="*/ 285720 h 285750"/>
                <a:gd name="csX633" fmla="*/ 436102 w 571500"/>
                <a:gd name="csY633" fmla="*/ 285720 h 285750"/>
                <a:gd name="csX634" fmla="*/ 435026 w 571500"/>
                <a:gd name="csY634" fmla="*/ 285720 h 285750"/>
                <a:gd name="csX635" fmla="*/ 433892 w 571500"/>
                <a:gd name="csY635" fmla="*/ 285720 h 285750"/>
                <a:gd name="csX636" fmla="*/ 432749 w 571500"/>
                <a:gd name="csY636" fmla="*/ 285720 h 285750"/>
                <a:gd name="csX637" fmla="*/ 431673 w 571500"/>
                <a:gd name="csY637" fmla="*/ 285720 h 285750"/>
                <a:gd name="csX638" fmla="*/ 430540 w 571500"/>
                <a:gd name="csY638" fmla="*/ 285720 h 285750"/>
                <a:gd name="csX639" fmla="*/ 429397 w 571500"/>
                <a:gd name="csY639" fmla="*/ 285720 h 285750"/>
                <a:gd name="csX640" fmla="*/ 428320 w 571500"/>
                <a:gd name="csY640" fmla="*/ 285720 h 285750"/>
                <a:gd name="csX641" fmla="*/ 427187 w 571500"/>
                <a:gd name="csY641" fmla="*/ 285720 h 285750"/>
                <a:gd name="csX642" fmla="*/ 426044 w 571500"/>
                <a:gd name="csY642" fmla="*/ 285720 h 285750"/>
                <a:gd name="csX643" fmla="*/ 424967 w 571500"/>
                <a:gd name="csY643" fmla="*/ 285720 h 285750"/>
                <a:gd name="csX644" fmla="*/ 423824 w 571500"/>
                <a:gd name="csY644" fmla="*/ 285720 h 285750"/>
                <a:gd name="csX645" fmla="*/ 422691 w 571500"/>
                <a:gd name="csY645" fmla="*/ 285720 h 285750"/>
                <a:gd name="csX646" fmla="*/ 421615 w 571500"/>
                <a:gd name="csY646" fmla="*/ 285720 h 285750"/>
                <a:gd name="csX647" fmla="*/ 420472 w 571500"/>
                <a:gd name="csY647" fmla="*/ 285720 h 285750"/>
                <a:gd name="csX648" fmla="*/ 419338 w 571500"/>
                <a:gd name="csY648" fmla="*/ 285720 h 285750"/>
                <a:gd name="csX649" fmla="*/ 418262 w 571500"/>
                <a:gd name="csY649" fmla="*/ 285720 h 285750"/>
                <a:gd name="csX650" fmla="*/ 417119 w 571500"/>
                <a:gd name="csY650" fmla="*/ 285720 h 285750"/>
                <a:gd name="csX651" fmla="*/ 415976 w 571500"/>
                <a:gd name="csY651" fmla="*/ 285720 h 285750"/>
                <a:gd name="csX652" fmla="*/ 414899 w 571500"/>
                <a:gd name="csY652" fmla="*/ 285720 h 285750"/>
                <a:gd name="csX653" fmla="*/ 413766 w 571500"/>
                <a:gd name="csY653" fmla="*/ 285720 h 285750"/>
                <a:gd name="csX654" fmla="*/ 412623 w 571500"/>
                <a:gd name="csY654" fmla="*/ 285720 h 285750"/>
                <a:gd name="csX655" fmla="*/ 411547 w 571500"/>
                <a:gd name="csY655" fmla="*/ 285720 h 285750"/>
                <a:gd name="csX656" fmla="*/ 410414 w 571500"/>
                <a:gd name="csY656" fmla="*/ 285720 h 285750"/>
                <a:gd name="csX657" fmla="*/ 409270 w 571500"/>
                <a:gd name="csY657" fmla="*/ 285720 h 285750"/>
                <a:gd name="csX658" fmla="*/ 408194 w 571500"/>
                <a:gd name="csY658" fmla="*/ 285720 h 285750"/>
                <a:gd name="csX659" fmla="*/ 407060 w 571500"/>
                <a:gd name="csY659" fmla="*/ 285720 h 285750"/>
                <a:gd name="csX660" fmla="*/ 405917 w 571500"/>
                <a:gd name="csY660" fmla="*/ 285720 h 285750"/>
                <a:gd name="csX661" fmla="*/ 404841 w 571500"/>
                <a:gd name="csY661" fmla="*/ 285720 h 285750"/>
                <a:gd name="csX662" fmla="*/ 403698 w 571500"/>
                <a:gd name="csY662" fmla="*/ 285720 h 285750"/>
                <a:gd name="csX663" fmla="*/ 402565 w 571500"/>
                <a:gd name="csY663" fmla="*/ 285720 h 285750"/>
                <a:gd name="csX664" fmla="*/ 401488 w 571500"/>
                <a:gd name="csY664" fmla="*/ 285720 h 285750"/>
                <a:gd name="csX665" fmla="*/ 400346 w 571500"/>
                <a:gd name="csY665" fmla="*/ 285720 h 285750"/>
                <a:gd name="csX666" fmla="*/ 399212 w 571500"/>
                <a:gd name="csY666" fmla="*/ 285720 h 285750"/>
                <a:gd name="csX667" fmla="*/ 398136 w 571500"/>
                <a:gd name="csY667" fmla="*/ 285720 h 285750"/>
                <a:gd name="csX668" fmla="*/ 396993 w 571500"/>
                <a:gd name="csY668" fmla="*/ 285720 h 285750"/>
                <a:gd name="csX669" fmla="*/ 395849 w 571500"/>
                <a:gd name="csY669" fmla="*/ 285720 h 285750"/>
                <a:gd name="csX670" fmla="*/ 394773 w 571500"/>
                <a:gd name="csY670" fmla="*/ 285720 h 285750"/>
                <a:gd name="csX671" fmla="*/ 393640 w 571500"/>
                <a:gd name="csY671" fmla="*/ 285720 h 285750"/>
                <a:gd name="csX672" fmla="*/ 392497 w 571500"/>
                <a:gd name="csY672" fmla="*/ 285720 h 285750"/>
                <a:gd name="csX673" fmla="*/ 391420 w 571500"/>
                <a:gd name="csY673" fmla="*/ 285720 h 285750"/>
                <a:gd name="csX674" fmla="*/ 390287 w 571500"/>
                <a:gd name="csY674" fmla="*/ 285720 h 285750"/>
                <a:gd name="csX675" fmla="*/ 389144 w 571500"/>
                <a:gd name="csY675" fmla="*/ 285720 h 285750"/>
                <a:gd name="csX676" fmla="*/ 388068 w 571500"/>
                <a:gd name="csY676" fmla="*/ 285720 h 285750"/>
                <a:gd name="csX677" fmla="*/ 386934 w 571500"/>
                <a:gd name="csY677" fmla="*/ 285720 h 285750"/>
                <a:gd name="csX678" fmla="*/ 385791 w 571500"/>
                <a:gd name="csY678" fmla="*/ 285720 h 285750"/>
                <a:gd name="csX679" fmla="*/ 384715 w 571500"/>
                <a:gd name="csY679" fmla="*/ 285720 h 285750"/>
                <a:gd name="csX680" fmla="*/ 383572 w 571500"/>
                <a:gd name="csY680" fmla="*/ 285720 h 285750"/>
                <a:gd name="csX681" fmla="*/ 382438 w 571500"/>
                <a:gd name="csY681" fmla="*/ 285720 h 285750"/>
                <a:gd name="csX682" fmla="*/ 381296 w 571500"/>
                <a:gd name="csY682" fmla="*/ 285720 h 285750"/>
                <a:gd name="csX683" fmla="*/ 380219 w 571500"/>
                <a:gd name="csY683" fmla="*/ 285720 h 285750"/>
                <a:gd name="csX684" fmla="*/ 379086 w 571500"/>
                <a:gd name="csY684" fmla="*/ 285720 h 285750"/>
                <a:gd name="csX685" fmla="*/ 377943 w 571500"/>
                <a:gd name="csY685" fmla="*/ 285720 h 285750"/>
                <a:gd name="csX686" fmla="*/ 376866 w 571500"/>
                <a:gd name="csY686" fmla="*/ 285720 h 285750"/>
                <a:gd name="csX687" fmla="*/ 375723 w 571500"/>
                <a:gd name="csY687" fmla="*/ 285720 h 285750"/>
                <a:gd name="csX688" fmla="*/ 374590 w 571500"/>
                <a:gd name="csY688" fmla="*/ 285720 h 285750"/>
                <a:gd name="csX689" fmla="*/ 373513 w 571500"/>
                <a:gd name="csY689" fmla="*/ 285720 h 285750"/>
                <a:gd name="csX690" fmla="*/ 372370 w 571500"/>
                <a:gd name="csY690" fmla="*/ 285720 h 285750"/>
                <a:gd name="csX691" fmla="*/ 371237 w 571500"/>
                <a:gd name="csY691" fmla="*/ 285720 h 285750"/>
                <a:gd name="csX692" fmla="*/ 370161 w 571500"/>
                <a:gd name="csY692" fmla="*/ 285720 h 285750"/>
                <a:gd name="csX693" fmla="*/ 369018 w 571500"/>
                <a:gd name="csY693" fmla="*/ 285720 h 285750"/>
                <a:gd name="csX694" fmla="*/ 367884 w 571500"/>
                <a:gd name="csY694" fmla="*/ 285720 h 285750"/>
                <a:gd name="csX695" fmla="*/ 366808 w 571500"/>
                <a:gd name="csY695" fmla="*/ 285720 h 285750"/>
                <a:gd name="csX696" fmla="*/ 365665 w 571500"/>
                <a:gd name="csY696" fmla="*/ 285720 h 285750"/>
                <a:gd name="csX697" fmla="*/ 364522 w 571500"/>
                <a:gd name="csY697" fmla="*/ 285720 h 285750"/>
                <a:gd name="csX698" fmla="*/ 363445 w 571500"/>
                <a:gd name="csY698" fmla="*/ 285720 h 285750"/>
                <a:gd name="csX699" fmla="*/ 362312 w 571500"/>
                <a:gd name="csY699" fmla="*/ 285720 h 285750"/>
                <a:gd name="csX700" fmla="*/ 361169 w 571500"/>
                <a:gd name="csY700" fmla="*/ 285720 h 285750"/>
                <a:gd name="csX701" fmla="*/ 360093 w 571500"/>
                <a:gd name="csY701" fmla="*/ 285720 h 285750"/>
                <a:gd name="csX702" fmla="*/ 358959 w 571500"/>
                <a:gd name="csY702" fmla="*/ 285720 h 285750"/>
                <a:gd name="csX703" fmla="*/ 357816 w 571500"/>
                <a:gd name="csY703" fmla="*/ 285720 h 285750"/>
                <a:gd name="csX704" fmla="*/ 356740 w 571500"/>
                <a:gd name="csY704" fmla="*/ 285720 h 285750"/>
                <a:gd name="csX705" fmla="*/ 355606 w 571500"/>
                <a:gd name="csY705" fmla="*/ 285720 h 285750"/>
                <a:gd name="csX706" fmla="*/ 354463 w 571500"/>
                <a:gd name="csY706" fmla="*/ 285720 h 285750"/>
                <a:gd name="csX707" fmla="*/ 353387 w 571500"/>
                <a:gd name="csY707" fmla="*/ 285720 h 285750"/>
                <a:gd name="csX708" fmla="*/ 352244 w 571500"/>
                <a:gd name="csY708" fmla="*/ 285720 h 285750"/>
                <a:gd name="csX709" fmla="*/ 351111 w 571500"/>
                <a:gd name="csY709" fmla="*/ 285720 h 285750"/>
                <a:gd name="csX710" fmla="*/ 350034 w 571500"/>
                <a:gd name="csY710" fmla="*/ 285720 h 285750"/>
                <a:gd name="csX711" fmla="*/ 348891 w 571500"/>
                <a:gd name="csY711" fmla="*/ 285720 h 285750"/>
                <a:gd name="csX712" fmla="*/ 347758 w 571500"/>
                <a:gd name="csY712" fmla="*/ 285720 h 285750"/>
                <a:gd name="csX713" fmla="*/ 346681 w 571500"/>
                <a:gd name="csY713" fmla="*/ 285720 h 285750"/>
                <a:gd name="csX714" fmla="*/ 345538 w 571500"/>
                <a:gd name="csY714" fmla="*/ 285720 h 285750"/>
                <a:gd name="csX715" fmla="*/ 344395 w 571500"/>
                <a:gd name="csY715" fmla="*/ 285720 h 285750"/>
                <a:gd name="csX716" fmla="*/ 343329 w 571500"/>
                <a:gd name="csY716" fmla="*/ 285720 h 285750"/>
                <a:gd name="csX717" fmla="*/ 342186 w 571500"/>
                <a:gd name="csY717" fmla="*/ 285720 h 285750"/>
                <a:gd name="csX718" fmla="*/ 341043 w 571500"/>
                <a:gd name="csY718" fmla="*/ 285720 h 285750"/>
                <a:gd name="csX719" fmla="*/ 339966 w 571500"/>
                <a:gd name="csY719" fmla="*/ 285720 h 285750"/>
                <a:gd name="csX720" fmla="*/ 338833 w 571500"/>
                <a:gd name="csY720" fmla="*/ 285720 h 285750"/>
                <a:gd name="csX721" fmla="*/ 337690 w 571500"/>
                <a:gd name="csY721" fmla="*/ 285720 h 285750"/>
                <a:gd name="csX722" fmla="*/ 336613 w 571500"/>
                <a:gd name="csY722" fmla="*/ 285720 h 285750"/>
                <a:gd name="csX723" fmla="*/ 335480 w 571500"/>
                <a:gd name="csY723" fmla="*/ 285720 h 285750"/>
                <a:gd name="csX724" fmla="*/ 334337 w 571500"/>
                <a:gd name="csY724" fmla="*/ 285720 h 285750"/>
                <a:gd name="csX725" fmla="*/ 333261 w 571500"/>
                <a:gd name="csY725" fmla="*/ 285720 h 285750"/>
                <a:gd name="csX726" fmla="*/ 332118 w 571500"/>
                <a:gd name="csY726" fmla="*/ 285720 h 285750"/>
                <a:gd name="csX727" fmla="*/ 330984 w 571500"/>
                <a:gd name="csY727" fmla="*/ 285720 h 285750"/>
                <a:gd name="csX728" fmla="*/ 329908 w 571500"/>
                <a:gd name="csY728" fmla="*/ 285720 h 285750"/>
                <a:gd name="csX729" fmla="*/ 328765 w 571500"/>
                <a:gd name="csY729" fmla="*/ 285720 h 285750"/>
                <a:gd name="csX730" fmla="*/ 327631 w 571500"/>
                <a:gd name="csY730" fmla="*/ 285720 h 285750"/>
                <a:gd name="csX731" fmla="*/ 326555 w 571500"/>
                <a:gd name="csY731" fmla="*/ 285720 h 285750"/>
                <a:gd name="csX732" fmla="*/ 325412 w 571500"/>
                <a:gd name="csY732" fmla="*/ 285720 h 285750"/>
                <a:gd name="csX733" fmla="*/ 324279 w 571500"/>
                <a:gd name="csY733" fmla="*/ 285720 h 285750"/>
                <a:gd name="csX734" fmla="*/ 323203 w 571500"/>
                <a:gd name="csY734" fmla="*/ 285720 h 285750"/>
                <a:gd name="csX735" fmla="*/ 322060 w 571500"/>
                <a:gd name="csY735" fmla="*/ 285720 h 285750"/>
                <a:gd name="csX736" fmla="*/ 320916 w 571500"/>
                <a:gd name="csY736" fmla="*/ 285720 h 285750"/>
                <a:gd name="csX737" fmla="*/ 319840 w 571500"/>
                <a:gd name="csY737" fmla="*/ 285720 h 285750"/>
                <a:gd name="csX738" fmla="*/ 318706 w 571500"/>
                <a:gd name="csY738" fmla="*/ 285720 h 285750"/>
                <a:gd name="csX739" fmla="*/ 317563 w 571500"/>
                <a:gd name="csY739" fmla="*/ 285720 h 285750"/>
                <a:gd name="csX740" fmla="*/ 316487 w 571500"/>
                <a:gd name="csY740" fmla="*/ 285720 h 285750"/>
                <a:gd name="csX741" fmla="*/ 315354 w 571500"/>
                <a:gd name="csY741" fmla="*/ 285720 h 285750"/>
                <a:gd name="csX742" fmla="*/ 314211 w 571500"/>
                <a:gd name="csY742" fmla="*/ 285720 h 285750"/>
                <a:gd name="csX743" fmla="*/ 313135 w 571500"/>
                <a:gd name="csY743" fmla="*/ 285720 h 285750"/>
                <a:gd name="csX744" fmla="*/ 312001 w 571500"/>
                <a:gd name="csY744" fmla="*/ 285720 h 285750"/>
                <a:gd name="csX745" fmla="*/ 310858 w 571500"/>
                <a:gd name="csY745" fmla="*/ 285720 h 285750"/>
                <a:gd name="csX746" fmla="*/ 309782 w 571500"/>
                <a:gd name="csY746" fmla="*/ 285720 h 285750"/>
                <a:gd name="csX747" fmla="*/ 308639 w 571500"/>
                <a:gd name="csY747" fmla="*/ 285720 h 285750"/>
                <a:gd name="csX748" fmla="*/ 307505 w 571500"/>
                <a:gd name="csY748" fmla="*/ 285720 h 285750"/>
                <a:gd name="csX749" fmla="*/ 306362 w 571500"/>
                <a:gd name="csY749" fmla="*/ 285720 h 285750"/>
                <a:gd name="csX750" fmla="*/ 305286 w 571500"/>
                <a:gd name="csY750" fmla="*/ 285720 h 285750"/>
                <a:gd name="csX751" fmla="*/ 304153 w 571500"/>
                <a:gd name="csY751" fmla="*/ 285720 h 285750"/>
                <a:gd name="csX752" fmla="*/ 303010 w 571500"/>
                <a:gd name="csY752" fmla="*/ 285720 h 285750"/>
                <a:gd name="csX753" fmla="*/ 301933 w 571500"/>
                <a:gd name="csY753" fmla="*/ 285720 h 285750"/>
                <a:gd name="csX754" fmla="*/ 300790 w 571500"/>
                <a:gd name="csY754" fmla="*/ 285720 h 285750"/>
                <a:gd name="csX755" fmla="*/ 299656 w 571500"/>
                <a:gd name="csY755" fmla="*/ 285720 h 285750"/>
                <a:gd name="csX756" fmla="*/ 298580 w 571500"/>
                <a:gd name="csY756" fmla="*/ 285720 h 285750"/>
                <a:gd name="csX757" fmla="*/ 297437 w 571500"/>
                <a:gd name="csY757" fmla="*/ 285720 h 285750"/>
                <a:gd name="csX758" fmla="*/ 296304 w 571500"/>
                <a:gd name="csY758" fmla="*/ 285720 h 285750"/>
                <a:gd name="csX759" fmla="*/ 295228 w 571500"/>
                <a:gd name="csY759" fmla="*/ 285720 h 285750"/>
                <a:gd name="csX760" fmla="*/ 294085 w 571500"/>
                <a:gd name="csY760" fmla="*/ 285720 h 285750"/>
                <a:gd name="csX761" fmla="*/ 292951 w 571500"/>
                <a:gd name="csY761" fmla="*/ 285720 h 285750"/>
                <a:gd name="csX762" fmla="*/ 291875 w 571500"/>
                <a:gd name="csY762" fmla="*/ 285720 h 285750"/>
                <a:gd name="csX763" fmla="*/ 290732 w 571500"/>
                <a:gd name="csY763" fmla="*/ 285720 h 285750"/>
                <a:gd name="csX764" fmla="*/ 289589 w 571500"/>
                <a:gd name="csY764" fmla="*/ 285720 h 285750"/>
                <a:gd name="csX765" fmla="*/ 288512 w 571500"/>
                <a:gd name="csY765" fmla="*/ 285720 h 285750"/>
                <a:gd name="csX766" fmla="*/ 287379 w 571500"/>
                <a:gd name="csY766" fmla="*/ 285720 h 285750"/>
                <a:gd name="csX767" fmla="*/ 286236 w 571500"/>
                <a:gd name="csY767" fmla="*/ 285720 h 285750"/>
                <a:gd name="csX768" fmla="*/ 285160 w 571500"/>
                <a:gd name="csY768" fmla="*/ 285720 h 285750"/>
                <a:gd name="csX769" fmla="*/ 284026 w 571500"/>
                <a:gd name="csY769" fmla="*/ 285720 h 285750"/>
                <a:gd name="csX770" fmla="*/ 282883 w 571500"/>
                <a:gd name="csY770" fmla="*/ 285720 h 285750"/>
                <a:gd name="csX771" fmla="*/ 281807 w 571500"/>
                <a:gd name="csY771" fmla="*/ 285720 h 285750"/>
                <a:gd name="csX772" fmla="*/ 280673 w 571500"/>
                <a:gd name="csY772" fmla="*/ 285720 h 285750"/>
                <a:gd name="csX773" fmla="*/ 279530 w 571500"/>
                <a:gd name="csY773" fmla="*/ 285720 h 285750"/>
                <a:gd name="csX774" fmla="*/ 278454 w 571500"/>
                <a:gd name="csY774" fmla="*/ 285720 h 285750"/>
                <a:gd name="csX775" fmla="*/ 277311 w 571500"/>
                <a:gd name="csY775" fmla="*/ 285720 h 285750"/>
                <a:gd name="csX776" fmla="*/ 276178 w 571500"/>
                <a:gd name="csY776" fmla="*/ 285720 h 285750"/>
                <a:gd name="csX777" fmla="*/ 275101 w 571500"/>
                <a:gd name="csY777" fmla="*/ 285720 h 285750"/>
                <a:gd name="csX778" fmla="*/ 273958 w 571500"/>
                <a:gd name="csY778" fmla="*/ 285720 h 285750"/>
                <a:gd name="csX779" fmla="*/ 272825 w 571500"/>
                <a:gd name="csY779" fmla="*/ 285720 h 285750"/>
                <a:gd name="csX780" fmla="*/ 271748 w 571500"/>
                <a:gd name="csY780" fmla="*/ 285720 h 285750"/>
                <a:gd name="csX781" fmla="*/ 270605 w 571500"/>
                <a:gd name="csY781" fmla="*/ 285720 h 285750"/>
                <a:gd name="csX782" fmla="*/ 269462 w 571500"/>
                <a:gd name="csY782" fmla="*/ 285720 h 285750"/>
                <a:gd name="csX783" fmla="*/ 268386 w 571500"/>
                <a:gd name="csY783" fmla="*/ 285720 h 285750"/>
                <a:gd name="csX784" fmla="*/ 267252 w 571500"/>
                <a:gd name="csY784" fmla="*/ 285720 h 285750"/>
                <a:gd name="csX785" fmla="*/ 266110 w 571500"/>
                <a:gd name="csY785" fmla="*/ 285720 h 285750"/>
                <a:gd name="csX786" fmla="*/ 265033 w 571500"/>
                <a:gd name="csY786" fmla="*/ 285720 h 285750"/>
                <a:gd name="csX787" fmla="*/ 263900 w 571500"/>
                <a:gd name="csY787" fmla="*/ 285720 h 285750"/>
                <a:gd name="csX788" fmla="*/ 262757 w 571500"/>
                <a:gd name="csY788" fmla="*/ 285720 h 285750"/>
                <a:gd name="csX789" fmla="*/ 261680 w 571500"/>
                <a:gd name="csY789" fmla="*/ 285720 h 285750"/>
                <a:gd name="csX790" fmla="*/ 260537 w 571500"/>
                <a:gd name="csY790" fmla="*/ 285720 h 285750"/>
                <a:gd name="csX791" fmla="*/ 259404 w 571500"/>
                <a:gd name="csY791" fmla="*/ 285720 h 285750"/>
                <a:gd name="csX792" fmla="*/ 258327 w 571500"/>
                <a:gd name="csY792" fmla="*/ 285720 h 285750"/>
                <a:gd name="csX793" fmla="*/ 257184 w 571500"/>
                <a:gd name="csY793" fmla="*/ 285720 h 285750"/>
                <a:gd name="csX794" fmla="*/ 256051 w 571500"/>
                <a:gd name="csY794" fmla="*/ 285720 h 285750"/>
                <a:gd name="csX795" fmla="*/ 254975 w 571500"/>
                <a:gd name="csY795" fmla="*/ 285720 h 285750"/>
                <a:gd name="csX796" fmla="*/ 253832 w 571500"/>
                <a:gd name="csY796" fmla="*/ 285720 h 285750"/>
                <a:gd name="csX797" fmla="*/ 252698 w 571500"/>
                <a:gd name="csY797" fmla="*/ 285720 h 285750"/>
                <a:gd name="csX798" fmla="*/ 251622 w 571500"/>
                <a:gd name="csY798" fmla="*/ 285720 h 285750"/>
                <a:gd name="csX799" fmla="*/ 250479 w 571500"/>
                <a:gd name="csY799" fmla="*/ 285720 h 285750"/>
                <a:gd name="csX800" fmla="*/ 249336 w 571500"/>
                <a:gd name="csY800" fmla="*/ 285720 h 285750"/>
                <a:gd name="csX801" fmla="*/ 248259 w 571500"/>
                <a:gd name="csY801" fmla="*/ 285720 h 285750"/>
                <a:gd name="csX802" fmla="*/ 247126 w 571500"/>
                <a:gd name="csY802" fmla="*/ 285720 h 285750"/>
                <a:gd name="csX803" fmla="*/ 245983 w 571500"/>
                <a:gd name="csY803" fmla="*/ 285720 h 285750"/>
                <a:gd name="csX804" fmla="*/ 244907 w 571500"/>
                <a:gd name="csY804" fmla="*/ 285720 h 285750"/>
                <a:gd name="csX805" fmla="*/ 243773 w 571500"/>
                <a:gd name="csY805" fmla="*/ 285720 h 285750"/>
                <a:gd name="csX806" fmla="*/ 242630 w 571500"/>
                <a:gd name="csY806" fmla="*/ 285720 h 285750"/>
                <a:gd name="csX807" fmla="*/ 241554 w 571500"/>
                <a:gd name="csY807" fmla="*/ 285720 h 285750"/>
                <a:gd name="csX808" fmla="*/ 240420 w 571500"/>
                <a:gd name="csY808" fmla="*/ 285720 h 285750"/>
                <a:gd name="csX809" fmla="*/ 239277 w 571500"/>
                <a:gd name="csY809" fmla="*/ 285720 h 285750"/>
                <a:gd name="csX810" fmla="*/ 238201 w 571500"/>
                <a:gd name="csY810" fmla="*/ 285720 h 285750"/>
                <a:gd name="csX811" fmla="*/ 237058 w 571500"/>
                <a:gd name="csY811" fmla="*/ 285720 h 285750"/>
                <a:gd name="csX812" fmla="*/ 235925 w 571500"/>
                <a:gd name="csY812" fmla="*/ 285720 h 285750"/>
                <a:gd name="csX813" fmla="*/ 234849 w 571500"/>
                <a:gd name="csY813" fmla="*/ 285720 h 285750"/>
                <a:gd name="csX814" fmla="*/ 233706 w 571500"/>
                <a:gd name="csY814" fmla="*/ 285720 h 285750"/>
                <a:gd name="csX815" fmla="*/ 232572 w 571500"/>
                <a:gd name="csY815" fmla="*/ 285720 h 285750"/>
                <a:gd name="csX816" fmla="*/ 231496 w 571500"/>
                <a:gd name="csY816" fmla="*/ 285720 h 285750"/>
                <a:gd name="csX817" fmla="*/ 230352 w 571500"/>
                <a:gd name="csY817" fmla="*/ 285720 h 285750"/>
                <a:gd name="csX818" fmla="*/ 229209 w 571500"/>
                <a:gd name="csY818" fmla="*/ 285720 h 285750"/>
                <a:gd name="csX819" fmla="*/ 228076 w 571500"/>
                <a:gd name="csY819" fmla="*/ 285720 h 285750"/>
                <a:gd name="csX820" fmla="*/ 227000 w 571500"/>
                <a:gd name="csY820" fmla="*/ 285720 h 285750"/>
                <a:gd name="csX821" fmla="*/ 225857 w 571500"/>
                <a:gd name="csY821" fmla="*/ 285720 h 285750"/>
                <a:gd name="csX822" fmla="*/ 224723 w 571500"/>
                <a:gd name="csY822" fmla="*/ 285720 h 285750"/>
                <a:gd name="csX823" fmla="*/ 223647 w 571500"/>
                <a:gd name="csY823" fmla="*/ 285720 h 285750"/>
                <a:gd name="csX824" fmla="*/ 222504 w 571500"/>
                <a:gd name="csY824" fmla="*/ 285720 h 285750"/>
                <a:gd name="csX825" fmla="*/ 221370 w 571500"/>
                <a:gd name="csY825" fmla="*/ 285720 h 285750"/>
                <a:gd name="csX826" fmla="*/ 220294 w 571500"/>
                <a:gd name="csY826" fmla="*/ 285720 h 285750"/>
                <a:gd name="csX827" fmla="*/ 219151 w 571500"/>
                <a:gd name="csY827" fmla="*/ 285720 h 285750"/>
                <a:gd name="csX828" fmla="*/ 218008 w 571500"/>
                <a:gd name="csY828" fmla="*/ 285720 h 285750"/>
                <a:gd name="csX829" fmla="*/ 216932 w 571500"/>
                <a:gd name="csY829" fmla="*/ 285720 h 285750"/>
                <a:gd name="csX830" fmla="*/ 215799 w 571500"/>
                <a:gd name="csY830" fmla="*/ 285720 h 285750"/>
                <a:gd name="csX831" fmla="*/ 214656 w 571500"/>
                <a:gd name="csY831" fmla="*/ 285720 h 285750"/>
                <a:gd name="csX832" fmla="*/ 213579 w 571500"/>
                <a:gd name="csY832" fmla="*/ 285720 h 285750"/>
                <a:gd name="csX833" fmla="*/ 212446 w 571500"/>
                <a:gd name="csY833" fmla="*/ 285720 h 285750"/>
                <a:gd name="csX834" fmla="*/ 211302 w 571500"/>
                <a:gd name="csY834" fmla="*/ 285720 h 285750"/>
                <a:gd name="csX835" fmla="*/ 210226 w 571500"/>
                <a:gd name="csY835" fmla="*/ 285720 h 285750"/>
                <a:gd name="csX836" fmla="*/ 209093 w 571500"/>
                <a:gd name="csY836" fmla="*/ 285720 h 285750"/>
                <a:gd name="csX837" fmla="*/ 207950 w 571500"/>
                <a:gd name="csY837" fmla="*/ 285720 h 285750"/>
                <a:gd name="csX838" fmla="*/ 206874 w 571500"/>
                <a:gd name="csY838" fmla="*/ 285720 h 285750"/>
                <a:gd name="csX839" fmla="*/ 205731 w 571500"/>
                <a:gd name="csY839" fmla="*/ 285720 h 285750"/>
                <a:gd name="csX840" fmla="*/ 204597 w 571500"/>
                <a:gd name="csY840" fmla="*/ 285720 h 285750"/>
                <a:gd name="csX841" fmla="*/ 203521 w 571500"/>
                <a:gd name="csY841" fmla="*/ 285720 h 285750"/>
                <a:gd name="csX842" fmla="*/ 202378 w 571500"/>
                <a:gd name="csY842" fmla="*/ 285720 h 285750"/>
                <a:gd name="csX843" fmla="*/ 201244 w 571500"/>
                <a:gd name="csY843" fmla="*/ 285720 h 285750"/>
                <a:gd name="csX844" fmla="*/ 200168 w 571500"/>
                <a:gd name="csY844" fmla="*/ 285720 h 285750"/>
                <a:gd name="csX845" fmla="*/ 199025 w 571500"/>
                <a:gd name="csY845" fmla="*/ 285720 h 285750"/>
                <a:gd name="csX846" fmla="*/ 197882 w 571500"/>
                <a:gd name="csY846" fmla="*/ 285720 h 285750"/>
                <a:gd name="csX847" fmla="*/ 196806 w 571500"/>
                <a:gd name="csY847" fmla="*/ 285720 h 285750"/>
                <a:gd name="csX848" fmla="*/ 195672 w 571500"/>
                <a:gd name="csY848" fmla="*/ 285720 h 285750"/>
                <a:gd name="csX849" fmla="*/ 194529 w 571500"/>
                <a:gd name="csY849" fmla="*/ 285720 h 285750"/>
                <a:gd name="csX850" fmla="*/ 193453 w 571500"/>
                <a:gd name="csY850" fmla="*/ 285720 h 285750"/>
                <a:gd name="csX851" fmla="*/ 192319 w 571500"/>
                <a:gd name="csY851" fmla="*/ 285720 h 285750"/>
                <a:gd name="csX852" fmla="*/ 191176 w 571500"/>
                <a:gd name="csY852" fmla="*/ 285720 h 285750"/>
                <a:gd name="csX853" fmla="*/ 190100 w 571500"/>
                <a:gd name="csY853" fmla="*/ 285720 h 285750"/>
                <a:gd name="csX854" fmla="*/ 188967 w 571500"/>
                <a:gd name="csY854" fmla="*/ 285720 h 285750"/>
                <a:gd name="csX855" fmla="*/ 187824 w 571500"/>
                <a:gd name="csY855" fmla="*/ 285720 h 285750"/>
                <a:gd name="csX856" fmla="*/ 186747 w 571500"/>
                <a:gd name="csY856" fmla="*/ 285720 h 285750"/>
                <a:gd name="csX857" fmla="*/ 185604 w 571500"/>
                <a:gd name="csY857" fmla="*/ 285720 h 285750"/>
                <a:gd name="csX858" fmla="*/ 184471 w 571500"/>
                <a:gd name="csY858" fmla="*/ 285720 h 285750"/>
                <a:gd name="csX859" fmla="*/ 183394 w 571500"/>
                <a:gd name="csY859" fmla="*/ 285720 h 285750"/>
                <a:gd name="csX860" fmla="*/ 182251 w 571500"/>
                <a:gd name="csY860" fmla="*/ 285720 h 285750"/>
                <a:gd name="csX861" fmla="*/ 181118 w 571500"/>
                <a:gd name="csY861" fmla="*/ 285720 h 285750"/>
                <a:gd name="csX862" fmla="*/ 180042 w 571500"/>
                <a:gd name="csY862" fmla="*/ 285720 h 285750"/>
                <a:gd name="csX863" fmla="*/ 178899 w 571500"/>
                <a:gd name="csY863" fmla="*/ 285720 h 285750"/>
                <a:gd name="csX864" fmla="*/ 177756 w 571500"/>
                <a:gd name="csY864" fmla="*/ 285720 h 285750"/>
                <a:gd name="csX865" fmla="*/ 176689 w 571500"/>
                <a:gd name="csY865" fmla="*/ 285720 h 285750"/>
                <a:gd name="csX866" fmla="*/ 175546 w 571500"/>
                <a:gd name="csY866" fmla="*/ 285720 h 285750"/>
                <a:gd name="csX867" fmla="*/ 174403 w 571500"/>
                <a:gd name="csY867" fmla="*/ 285720 h 285750"/>
                <a:gd name="csX868" fmla="*/ 173326 w 571500"/>
                <a:gd name="csY868" fmla="*/ 285720 h 285750"/>
                <a:gd name="csX869" fmla="*/ 172193 w 571500"/>
                <a:gd name="csY869" fmla="*/ 285720 h 285750"/>
                <a:gd name="csX870" fmla="*/ 171050 w 571500"/>
                <a:gd name="csY870" fmla="*/ 285720 h 285750"/>
                <a:gd name="csX871" fmla="*/ 169974 w 571500"/>
                <a:gd name="csY871" fmla="*/ 285720 h 285750"/>
                <a:gd name="csX872" fmla="*/ 168840 w 571500"/>
                <a:gd name="csY872" fmla="*/ 285720 h 285750"/>
                <a:gd name="csX873" fmla="*/ 167697 w 571500"/>
                <a:gd name="csY873" fmla="*/ 285720 h 285750"/>
                <a:gd name="csX874" fmla="*/ 166621 w 571500"/>
                <a:gd name="csY874" fmla="*/ 285720 h 285750"/>
                <a:gd name="csX875" fmla="*/ 165478 w 571500"/>
                <a:gd name="csY875" fmla="*/ 285720 h 285750"/>
                <a:gd name="csX876" fmla="*/ 164344 w 571500"/>
                <a:gd name="csY876" fmla="*/ 285720 h 285750"/>
                <a:gd name="csX877" fmla="*/ 163268 w 571500"/>
                <a:gd name="csY877" fmla="*/ 285720 h 285750"/>
                <a:gd name="csX878" fmla="*/ 162125 w 571500"/>
                <a:gd name="csY878" fmla="*/ 285720 h 285750"/>
                <a:gd name="csX879" fmla="*/ 160992 w 571500"/>
                <a:gd name="csY879" fmla="*/ 285720 h 285750"/>
                <a:gd name="csX880" fmla="*/ 159915 w 571500"/>
                <a:gd name="csY880" fmla="*/ 285720 h 285750"/>
                <a:gd name="csX881" fmla="*/ 158772 w 571500"/>
                <a:gd name="csY881" fmla="*/ 285720 h 285750"/>
                <a:gd name="csX882" fmla="*/ 157639 w 571500"/>
                <a:gd name="csY882" fmla="*/ 285720 h 285750"/>
                <a:gd name="csX883" fmla="*/ 156563 w 571500"/>
                <a:gd name="csY883" fmla="*/ 285720 h 285750"/>
                <a:gd name="csX884" fmla="*/ 155419 w 571500"/>
                <a:gd name="csY884" fmla="*/ 285720 h 285750"/>
                <a:gd name="csX885" fmla="*/ 154276 w 571500"/>
                <a:gd name="csY885" fmla="*/ 285720 h 285750"/>
                <a:gd name="csX886" fmla="*/ 153200 w 571500"/>
                <a:gd name="csY886" fmla="*/ 285720 h 285750"/>
                <a:gd name="csX887" fmla="*/ 152066 w 571500"/>
                <a:gd name="csY887" fmla="*/ 285720 h 285750"/>
                <a:gd name="csX888" fmla="*/ 150924 w 571500"/>
                <a:gd name="csY888" fmla="*/ 285720 h 285750"/>
                <a:gd name="csX889" fmla="*/ 149790 w 571500"/>
                <a:gd name="csY889" fmla="*/ 285720 h 285750"/>
                <a:gd name="csX890" fmla="*/ 148714 w 571500"/>
                <a:gd name="csY890" fmla="*/ 285720 h 285750"/>
                <a:gd name="csX891" fmla="*/ 147571 w 571500"/>
                <a:gd name="csY891" fmla="*/ 285720 h 285750"/>
                <a:gd name="csX892" fmla="*/ 146428 w 571500"/>
                <a:gd name="csY892" fmla="*/ 285720 h 285750"/>
                <a:gd name="csX893" fmla="*/ 145361 w 571500"/>
                <a:gd name="csY893" fmla="*/ 285720 h 285750"/>
                <a:gd name="csX894" fmla="*/ 144218 w 571500"/>
                <a:gd name="csY894" fmla="*/ 285720 h 285750"/>
                <a:gd name="csX895" fmla="*/ 143075 w 571500"/>
                <a:gd name="csY895" fmla="*/ 285720 h 285750"/>
                <a:gd name="csX896" fmla="*/ 141999 w 571500"/>
                <a:gd name="csY896" fmla="*/ 285720 h 285750"/>
                <a:gd name="csX897" fmla="*/ 140865 w 571500"/>
                <a:gd name="csY897" fmla="*/ 285720 h 285750"/>
                <a:gd name="csX898" fmla="*/ 139722 w 571500"/>
                <a:gd name="csY898" fmla="*/ 285720 h 285750"/>
                <a:gd name="csX899" fmla="*/ 138646 w 571500"/>
                <a:gd name="csY899" fmla="*/ 285720 h 285750"/>
                <a:gd name="csX900" fmla="*/ 137513 w 571500"/>
                <a:gd name="csY900" fmla="*/ 285720 h 285750"/>
                <a:gd name="csX901" fmla="*/ 136369 w 571500"/>
                <a:gd name="csY901" fmla="*/ 285720 h 285750"/>
                <a:gd name="csX902" fmla="*/ 135293 w 571500"/>
                <a:gd name="csY902" fmla="*/ 285720 h 285750"/>
                <a:gd name="csX903" fmla="*/ 134150 w 571500"/>
                <a:gd name="csY903" fmla="*/ 285720 h 285750"/>
                <a:gd name="csX904" fmla="*/ 133016 w 571500"/>
                <a:gd name="csY904" fmla="*/ 285720 h 285750"/>
                <a:gd name="csX905" fmla="*/ 131940 w 571500"/>
                <a:gd name="csY905" fmla="*/ 285720 h 285750"/>
                <a:gd name="csX906" fmla="*/ 130797 w 571500"/>
                <a:gd name="csY906" fmla="*/ 285720 h 285750"/>
                <a:gd name="csX907" fmla="*/ 129664 w 571500"/>
                <a:gd name="csY907" fmla="*/ 285720 h 285750"/>
                <a:gd name="csX908" fmla="*/ 128588 w 571500"/>
                <a:gd name="csY908" fmla="*/ 285720 h 285750"/>
                <a:gd name="csX909" fmla="*/ 127445 w 571500"/>
                <a:gd name="csY909" fmla="*/ 285720 h 285750"/>
                <a:gd name="csX910" fmla="*/ 126302 w 571500"/>
                <a:gd name="csY910" fmla="*/ 285720 h 285750"/>
                <a:gd name="csX911" fmla="*/ 125225 w 571500"/>
                <a:gd name="csY911" fmla="*/ 285720 h 285750"/>
                <a:gd name="csX912" fmla="*/ 124092 w 571500"/>
                <a:gd name="csY912" fmla="*/ 285720 h 285750"/>
                <a:gd name="csX913" fmla="*/ 122948 w 571500"/>
                <a:gd name="csY913" fmla="*/ 285720 h 285750"/>
                <a:gd name="csX914" fmla="*/ 121872 w 571500"/>
                <a:gd name="csY914" fmla="*/ 285720 h 285750"/>
                <a:gd name="csX915" fmla="*/ 120739 w 571500"/>
                <a:gd name="csY915" fmla="*/ 285720 h 285750"/>
                <a:gd name="csX916" fmla="*/ 119596 w 571500"/>
                <a:gd name="csY916" fmla="*/ 285720 h 285750"/>
                <a:gd name="csX917" fmla="*/ 118520 w 571500"/>
                <a:gd name="csY917" fmla="*/ 285720 h 285750"/>
                <a:gd name="csX918" fmla="*/ 117386 w 571500"/>
                <a:gd name="csY918" fmla="*/ 285720 h 285750"/>
                <a:gd name="csX919" fmla="*/ 116243 w 571500"/>
                <a:gd name="csY919" fmla="*/ 285720 h 285750"/>
                <a:gd name="csX920" fmla="*/ 115167 w 571500"/>
                <a:gd name="csY920" fmla="*/ 285720 h 285750"/>
                <a:gd name="csX921" fmla="*/ 114024 w 571500"/>
                <a:gd name="csY921" fmla="*/ 285720 h 285750"/>
                <a:gd name="csX922" fmla="*/ 112890 w 571500"/>
                <a:gd name="csY922" fmla="*/ 285720 h 285750"/>
                <a:gd name="csX923" fmla="*/ 111814 w 571500"/>
                <a:gd name="csY923" fmla="*/ 285720 h 285750"/>
                <a:gd name="csX924" fmla="*/ 110671 w 571500"/>
                <a:gd name="csY924" fmla="*/ 285720 h 285750"/>
                <a:gd name="csX925" fmla="*/ 109538 w 571500"/>
                <a:gd name="csY925" fmla="*/ 285720 h 285750"/>
                <a:gd name="csX926" fmla="*/ 108461 w 571500"/>
                <a:gd name="csY926" fmla="*/ 285720 h 285750"/>
                <a:gd name="csX927" fmla="*/ 107318 w 571500"/>
                <a:gd name="csY927" fmla="*/ 285720 h 285750"/>
                <a:gd name="csX928" fmla="*/ 106175 w 571500"/>
                <a:gd name="csY928" fmla="*/ 285720 h 285750"/>
                <a:gd name="csX929" fmla="*/ 105108 w 571500"/>
                <a:gd name="csY929" fmla="*/ 285720 h 285750"/>
                <a:gd name="csX930" fmla="*/ 103965 w 571500"/>
                <a:gd name="csY930" fmla="*/ 285720 h 285750"/>
                <a:gd name="csX931" fmla="*/ 102822 w 571500"/>
                <a:gd name="csY931" fmla="*/ 285720 h 285750"/>
                <a:gd name="csX932" fmla="*/ 101746 w 571500"/>
                <a:gd name="csY932" fmla="*/ 285720 h 285750"/>
                <a:gd name="csX933" fmla="*/ 100613 w 571500"/>
                <a:gd name="csY933" fmla="*/ 285720 h 285750"/>
                <a:gd name="csX934" fmla="*/ 99470 w 571500"/>
                <a:gd name="csY934" fmla="*/ 285720 h 285750"/>
                <a:gd name="csX935" fmla="*/ 98393 w 571500"/>
                <a:gd name="csY935" fmla="*/ 285720 h 285750"/>
                <a:gd name="csX936" fmla="*/ 97260 w 571500"/>
                <a:gd name="csY936" fmla="*/ 285720 h 285750"/>
                <a:gd name="csX937" fmla="*/ 96117 w 571500"/>
                <a:gd name="csY937" fmla="*/ 285720 h 285750"/>
                <a:gd name="csX938" fmla="*/ 95040 w 571500"/>
                <a:gd name="csY938" fmla="*/ 285720 h 285750"/>
                <a:gd name="csX939" fmla="*/ 93897 w 571500"/>
                <a:gd name="csY939" fmla="*/ 285720 h 285750"/>
                <a:gd name="csX940" fmla="*/ 92764 w 571500"/>
                <a:gd name="csY940" fmla="*/ 285720 h 285750"/>
                <a:gd name="csX941" fmla="*/ 91688 w 571500"/>
                <a:gd name="csY941" fmla="*/ 285720 h 285750"/>
                <a:gd name="csX942" fmla="*/ 90545 w 571500"/>
                <a:gd name="csY942" fmla="*/ 285720 h 285750"/>
                <a:gd name="csX943" fmla="*/ 89411 w 571500"/>
                <a:gd name="csY943" fmla="*/ 285720 h 285750"/>
                <a:gd name="csX944" fmla="*/ 88335 w 571500"/>
                <a:gd name="csY944" fmla="*/ 285720 h 285750"/>
                <a:gd name="csX945" fmla="*/ 87192 w 571500"/>
                <a:gd name="csY945" fmla="*/ 285720 h 285750"/>
                <a:gd name="csX946" fmla="*/ 86058 w 571500"/>
                <a:gd name="csY946" fmla="*/ 285720 h 285750"/>
                <a:gd name="csX947" fmla="*/ 84982 w 571500"/>
                <a:gd name="csY947" fmla="*/ 285720 h 285750"/>
                <a:gd name="csX948" fmla="*/ 83839 w 571500"/>
                <a:gd name="csY948" fmla="*/ 285720 h 285750"/>
                <a:gd name="csX949" fmla="*/ 82696 w 571500"/>
                <a:gd name="csY949" fmla="*/ 285720 h 285750"/>
                <a:gd name="csX950" fmla="*/ 81620 w 571500"/>
                <a:gd name="csY950" fmla="*/ 285720 h 285750"/>
                <a:gd name="csX951" fmla="*/ 80487 w 571500"/>
                <a:gd name="csY951" fmla="*/ 285720 h 285750"/>
                <a:gd name="csX952" fmla="*/ 79343 w 571500"/>
                <a:gd name="csY952" fmla="*/ 285720 h 285750"/>
                <a:gd name="csX953" fmla="*/ 78267 w 571500"/>
                <a:gd name="csY953" fmla="*/ 285720 h 285750"/>
                <a:gd name="csX954" fmla="*/ 77133 w 571500"/>
                <a:gd name="csY954" fmla="*/ 285720 h 285750"/>
                <a:gd name="csX955" fmla="*/ 75990 w 571500"/>
                <a:gd name="csY955" fmla="*/ 285720 h 285750"/>
                <a:gd name="csX956" fmla="*/ 74847 w 571500"/>
                <a:gd name="csY956" fmla="*/ 285720 h 285750"/>
                <a:gd name="csX957" fmla="*/ 73781 w 571500"/>
                <a:gd name="csY957" fmla="*/ 285720 h 285750"/>
                <a:gd name="csX958" fmla="*/ 72638 w 571500"/>
                <a:gd name="csY958" fmla="*/ 285720 h 285750"/>
                <a:gd name="csX959" fmla="*/ 71495 w 571500"/>
                <a:gd name="csY959" fmla="*/ 285720 h 285750"/>
                <a:gd name="csX960" fmla="*/ 70419 w 571500"/>
                <a:gd name="csY960" fmla="*/ 285720 h 285750"/>
                <a:gd name="csX961" fmla="*/ 69285 w 571500"/>
                <a:gd name="csY961" fmla="*/ 285720 h 285750"/>
                <a:gd name="csX962" fmla="*/ 68142 w 571500"/>
                <a:gd name="csY962" fmla="*/ 285720 h 285750"/>
                <a:gd name="csX963" fmla="*/ 67066 w 571500"/>
                <a:gd name="csY963" fmla="*/ 285720 h 285750"/>
                <a:gd name="csX964" fmla="*/ 65932 w 571500"/>
                <a:gd name="csY964" fmla="*/ 285720 h 285750"/>
                <a:gd name="csX965" fmla="*/ 64789 w 571500"/>
                <a:gd name="csY965" fmla="*/ 285720 h 285750"/>
                <a:gd name="csX966" fmla="*/ 63713 w 571500"/>
                <a:gd name="csY966" fmla="*/ 285720 h 285750"/>
                <a:gd name="csX967" fmla="*/ 62570 w 571500"/>
                <a:gd name="csY967" fmla="*/ 285720 h 285750"/>
                <a:gd name="csX968" fmla="*/ 61437 w 571500"/>
                <a:gd name="csY968" fmla="*/ 285720 h 285750"/>
                <a:gd name="csX969" fmla="*/ 60360 w 571500"/>
                <a:gd name="csY969" fmla="*/ 285720 h 285750"/>
                <a:gd name="csX970" fmla="*/ 59217 w 571500"/>
                <a:gd name="csY970" fmla="*/ 285720 h 285750"/>
                <a:gd name="csX971" fmla="*/ 58083 w 571500"/>
                <a:gd name="csY971" fmla="*/ 285720 h 285750"/>
                <a:gd name="csX972" fmla="*/ 57007 w 571500"/>
                <a:gd name="csY972" fmla="*/ 285720 h 285750"/>
                <a:gd name="csX973" fmla="*/ 55864 w 571500"/>
                <a:gd name="csY973" fmla="*/ 285720 h 285750"/>
                <a:gd name="csX974" fmla="*/ 54721 w 571500"/>
                <a:gd name="csY974" fmla="*/ 285720 h 285750"/>
                <a:gd name="csX975" fmla="*/ 53654 w 571500"/>
                <a:gd name="csY975" fmla="*/ 285720 h 285750"/>
                <a:gd name="csX976" fmla="*/ 52512 w 571500"/>
                <a:gd name="csY976" fmla="*/ 285720 h 285750"/>
                <a:gd name="csX977" fmla="*/ 51369 w 571500"/>
                <a:gd name="csY977" fmla="*/ 285720 h 285750"/>
                <a:gd name="csX978" fmla="*/ 50292 w 571500"/>
                <a:gd name="csY978" fmla="*/ 285720 h 285750"/>
                <a:gd name="csX979" fmla="*/ 49159 w 571500"/>
                <a:gd name="csY979" fmla="*/ 285720 h 285750"/>
                <a:gd name="csX980" fmla="*/ 48016 w 571500"/>
                <a:gd name="csY980" fmla="*/ 285720 h 285750"/>
                <a:gd name="csX981" fmla="*/ 46939 w 571500"/>
                <a:gd name="csY981" fmla="*/ 285720 h 285750"/>
                <a:gd name="csX982" fmla="*/ 45806 w 571500"/>
                <a:gd name="csY982" fmla="*/ 285720 h 285750"/>
                <a:gd name="csX983" fmla="*/ 44663 w 571500"/>
                <a:gd name="csY983" fmla="*/ 285720 h 285750"/>
                <a:gd name="csX984" fmla="*/ 43586 w 571500"/>
                <a:gd name="csY984" fmla="*/ 285720 h 285750"/>
                <a:gd name="csX985" fmla="*/ 42444 w 571500"/>
                <a:gd name="csY985" fmla="*/ 285720 h 285750"/>
                <a:gd name="csX986" fmla="*/ 41310 w 571500"/>
                <a:gd name="csY986" fmla="*/ 285720 h 285750"/>
                <a:gd name="csX987" fmla="*/ 40234 w 571500"/>
                <a:gd name="csY987" fmla="*/ 285720 h 285750"/>
                <a:gd name="csX988" fmla="*/ 39091 w 571500"/>
                <a:gd name="csY988" fmla="*/ 285720 h 285750"/>
                <a:gd name="csX989" fmla="*/ 37957 w 571500"/>
                <a:gd name="csY989" fmla="*/ 285720 h 285750"/>
                <a:gd name="csX990" fmla="*/ 36881 w 571500"/>
                <a:gd name="csY990" fmla="*/ 285720 h 285750"/>
                <a:gd name="csX991" fmla="*/ 35738 w 571500"/>
                <a:gd name="csY991" fmla="*/ 285720 h 285750"/>
                <a:gd name="csX992" fmla="*/ 34604 w 571500"/>
                <a:gd name="csY992" fmla="*/ 285720 h 285750"/>
                <a:gd name="csX993" fmla="*/ 33528 w 571500"/>
                <a:gd name="csY993" fmla="*/ 285720 h 285750"/>
                <a:gd name="csX994" fmla="*/ 32385 w 571500"/>
                <a:gd name="csY994" fmla="*/ 285720 h 285750"/>
                <a:gd name="csX995" fmla="*/ 31242 w 571500"/>
                <a:gd name="csY995" fmla="*/ 285720 h 285750"/>
                <a:gd name="csX996" fmla="*/ 30166 w 571500"/>
                <a:gd name="csY996" fmla="*/ 285720 h 285750"/>
                <a:gd name="csX997" fmla="*/ 29032 w 571500"/>
                <a:gd name="csY997" fmla="*/ 285720 h 285750"/>
                <a:gd name="csX998" fmla="*/ 27889 w 571500"/>
                <a:gd name="csY998" fmla="*/ 285720 h 285750"/>
                <a:gd name="csX999" fmla="*/ 26813 w 571500"/>
                <a:gd name="csY999" fmla="*/ 285720 h 285750"/>
                <a:gd name="csX1000" fmla="*/ 25679 w 571500"/>
                <a:gd name="csY1000" fmla="*/ 285720 h 285750"/>
                <a:gd name="csX1001" fmla="*/ 24536 w 571500"/>
                <a:gd name="csY1001" fmla="*/ 285720 h 285750"/>
                <a:gd name="csX1002" fmla="*/ 23460 w 571500"/>
                <a:gd name="csY1002" fmla="*/ 285720 h 285750"/>
                <a:gd name="csX1003" fmla="*/ 22327 w 571500"/>
                <a:gd name="csY1003" fmla="*/ 285720 h 285750"/>
                <a:gd name="csX1004" fmla="*/ 21184 w 571500"/>
                <a:gd name="csY1004" fmla="*/ 285720 h 285750"/>
                <a:gd name="csX1005" fmla="*/ 20107 w 571500"/>
                <a:gd name="csY1005" fmla="*/ 285720 h 285750"/>
                <a:gd name="csX1006" fmla="*/ 18964 w 571500"/>
                <a:gd name="csY1006" fmla="*/ 285720 h 285750"/>
                <a:gd name="csX1007" fmla="*/ 17831 w 571500"/>
                <a:gd name="csY1007" fmla="*/ 285720 h 285750"/>
                <a:gd name="csX1008" fmla="*/ 16754 w 571500"/>
                <a:gd name="csY1008" fmla="*/ 285720 h 285750"/>
                <a:gd name="csX1009" fmla="*/ 15611 w 571500"/>
                <a:gd name="csY1009" fmla="*/ 285720 h 285750"/>
                <a:gd name="csX1010" fmla="*/ 14478 w 571500"/>
                <a:gd name="csY1010" fmla="*/ 285720 h 285750"/>
                <a:gd name="csX1011" fmla="*/ 13402 w 571500"/>
                <a:gd name="csY1011" fmla="*/ 285720 h 285750"/>
                <a:gd name="csX1012" fmla="*/ 12259 w 571500"/>
                <a:gd name="csY1012" fmla="*/ 285720 h 285750"/>
                <a:gd name="csX1013" fmla="*/ 11116 w 571500"/>
                <a:gd name="csY1013" fmla="*/ 285720 h 285750"/>
                <a:gd name="csX1014" fmla="*/ 10049 w 571500"/>
                <a:gd name="csY1014" fmla="*/ 285720 h 285750"/>
                <a:gd name="csX1015" fmla="*/ 8906 w 571500"/>
                <a:gd name="csY1015" fmla="*/ 285720 h 285750"/>
                <a:gd name="csX1016" fmla="*/ 7763 w 571500"/>
                <a:gd name="csY1016" fmla="*/ 285720 h 285750"/>
                <a:gd name="csX1017" fmla="*/ 6686 w 571500"/>
                <a:gd name="csY1017" fmla="*/ 285720 h 285750"/>
                <a:gd name="csX1018" fmla="*/ 5553 w 571500"/>
                <a:gd name="csY1018" fmla="*/ 285720 h 285750"/>
                <a:gd name="csX1019" fmla="*/ 4410 w 571500"/>
                <a:gd name="csY1019" fmla="*/ 285720 h 285750"/>
                <a:gd name="csX1020" fmla="*/ 3334 w 571500"/>
                <a:gd name="csY1020" fmla="*/ 285720 h 285750"/>
                <a:gd name="csX1021" fmla="*/ 2200 w 571500"/>
                <a:gd name="csY1021" fmla="*/ 285720 h 285750"/>
                <a:gd name="csX1022" fmla="*/ 1057 w 571500"/>
                <a:gd name="csY1022" fmla="*/ 285720 h 285750"/>
                <a:gd name="csX1023" fmla="*/ -19 w 57150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285750">
                  <a:moveTo>
                    <a:pt x="-19" y="284177"/>
                  </a:moveTo>
                  <a:lnTo>
                    <a:pt x="1057" y="283806"/>
                  </a:lnTo>
                  <a:lnTo>
                    <a:pt x="2200" y="283434"/>
                  </a:lnTo>
                  <a:lnTo>
                    <a:pt x="3334" y="282996"/>
                  </a:lnTo>
                  <a:lnTo>
                    <a:pt x="4410" y="282443"/>
                  </a:lnTo>
                  <a:lnTo>
                    <a:pt x="5553" y="281767"/>
                  </a:lnTo>
                  <a:lnTo>
                    <a:pt x="6686" y="281024"/>
                  </a:lnTo>
                  <a:lnTo>
                    <a:pt x="7763" y="280158"/>
                  </a:lnTo>
                  <a:lnTo>
                    <a:pt x="8906" y="279167"/>
                  </a:lnTo>
                  <a:lnTo>
                    <a:pt x="10049" y="278052"/>
                  </a:lnTo>
                  <a:lnTo>
                    <a:pt x="11116" y="276700"/>
                  </a:lnTo>
                  <a:lnTo>
                    <a:pt x="12259" y="275147"/>
                  </a:lnTo>
                  <a:lnTo>
                    <a:pt x="13402" y="273423"/>
                  </a:lnTo>
                  <a:lnTo>
                    <a:pt x="14478" y="271509"/>
                  </a:lnTo>
                  <a:lnTo>
                    <a:pt x="15611" y="269337"/>
                  </a:lnTo>
                  <a:lnTo>
                    <a:pt x="16754" y="266803"/>
                  </a:lnTo>
                  <a:lnTo>
                    <a:pt x="17831" y="264022"/>
                  </a:lnTo>
                  <a:lnTo>
                    <a:pt x="18964" y="260936"/>
                  </a:lnTo>
                  <a:lnTo>
                    <a:pt x="20107" y="257536"/>
                  </a:lnTo>
                  <a:lnTo>
                    <a:pt x="21184" y="253830"/>
                  </a:lnTo>
                  <a:lnTo>
                    <a:pt x="22327" y="249687"/>
                  </a:lnTo>
                  <a:lnTo>
                    <a:pt x="23460" y="245115"/>
                  </a:lnTo>
                  <a:lnTo>
                    <a:pt x="24536" y="240229"/>
                  </a:lnTo>
                  <a:lnTo>
                    <a:pt x="25679" y="234914"/>
                  </a:lnTo>
                  <a:lnTo>
                    <a:pt x="26813" y="229227"/>
                  </a:lnTo>
                  <a:lnTo>
                    <a:pt x="27889" y="223045"/>
                  </a:lnTo>
                  <a:lnTo>
                    <a:pt x="29032" y="216435"/>
                  </a:lnTo>
                  <a:lnTo>
                    <a:pt x="30166" y="209387"/>
                  </a:lnTo>
                  <a:lnTo>
                    <a:pt x="31242" y="202033"/>
                  </a:lnTo>
                  <a:lnTo>
                    <a:pt x="32385" y="194299"/>
                  </a:lnTo>
                  <a:lnTo>
                    <a:pt x="33528" y="186079"/>
                  </a:lnTo>
                  <a:lnTo>
                    <a:pt x="34604" y="177554"/>
                  </a:lnTo>
                  <a:lnTo>
                    <a:pt x="35738" y="168715"/>
                  </a:lnTo>
                  <a:lnTo>
                    <a:pt x="36881" y="159685"/>
                  </a:lnTo>
                  <a:lnTo>
                    <a:pt x="37957" y="150351"/>
                  </a:lnTo>
                  <a:lnTo>
                    <a:pt x="39091" y="140835"/>
                  </a:lnTo>
                  <a:lnTo>
                    <a:pt x="40234" y="131196"/>
                  </a:lnTo>
                  <a:lnTo>
                    <a:pt x="41310" y="121490"/>
                  </a:lnTo>
                  <a:lnTo>
                    <a:pt x="42444" y="111727"/>
                  </a:lnTo>
                  <a:lnTo>
                    <a:pt x="43586" y="102021"/>
                  </a:lnTo>
                  <a:lnTo>
                    <a:pt x="44663" y="92439"/>
                  </a:lnTo>
                  <a:lnTo>
                    <a:pt x="45806" y="83047"/>
                  </a:lnTo>
                  <a:lnTo>
                    <a:pt x="46939" y="73836"/>
                  </a:lnTo>
                  <a:lnTo>
                    <a:pt x="48016" y="64997"/>
                  </a:lnTo>
                  <a:lnTo>
                    <a:pt x="49159" y="56406"/>
                  </a:lnTo>
                  <a:lnTo>
                    <a:pt x="50292" y="48366"/>
                  </a:lnTo>
                  <a:lnTo>
                    <a:pt x="51369" y="40766"/>
                  </a:lnTo>
                  <a:lnTo>
                    <a:pt x="52512" y="33717"/>
                  </a:lnTo>
                  <a:lnTo>
                    <a:pt x="53654" y="27231"/>
                  </a:lnTo>
                  <a:lnTo>
                    <a:pt x="54721" y="21297"/>
                  </a:lnTo>
                  <a:lnTo>
                    <a:pt x="55864" y="16105"/>
                  </a:lnTo>
                  <a:lnTo>
                    <a:pt x="57007" y="11657"/>
                  </a:lnTo>
                  <a:lnTo>
                    <a:pt x="58083" y="7885"/>
                  </a:lnTo>
                  <a:lnTo>
                    <a:pt x="59217" y="4789"/>
                  </a:lnTo>
                  <a:lnTo>
                    <a:pt x="60360" y="2447"/>
                  </a:lnTo>
                  <a:lnTo>
                    <a:pt x="61437" y="894"/>
                  </a:lnTo>
                  <a:lnTo>
                    <a:pt x="62570" y="94"/>
                  </a:lnTo>
                  <a:lnTo>
                    <a:pt x="63713" y="-30"/>
                  </a:lnTo>
                  <a:lnTo>
                    <a:pt x="64789" y="465"/>
                  </a:lnTo>
                  <a:lnTo>
                    <a:pt x="65932" y="1637"/>
                  </a:lnTo>
                  <a:lnTo>
                    <a:pt x="67066" y="3494"/>
                  </a:lnTo>
                  <a:lnTo>
                    <a:pt x="68142" y="6028"/>
                  </a:lnTo>
                  <a:lnTo>
                    <a:pt x="69285" y="9057"/>
                  </a:lnTo>
                  <a:lnTo>
                    <a:pt x="70419" y="12515"/>
                  </a:lnTo>
                  <a:lnTo>
                    <a:pt x="71495" y="16477"/>
                  </a:lnTo>
                  <a:lnTo>
                    <a:pt x="72638" y="20925"/>
                  </a:lnTo>
                  <a:lnTo>
                    <a:pt x="73781" y="25688"/>
                  </a:lnTo>
                  <a:lnTo>
                    <a:pt x="74847" y="30812"/>
                  </a:lnTo>
                  <a:lnTo>
                    <a:pt x="75990" y="36127"/>
                  </a:lnTo>
                  <a:lnTo>
                    <a:pt x="77133" y="41633"/>
                  </a:lnTo>
                  <a:lnTo>
                    <a:pt x="78267" y="47376"/>
                  </a:lnTo>
                  <a:lnTo>
                    <a:pt x="79343" y="53253"/>
                  </a:lnTo>
                  <a:lnTo>
                    <a:pt x="80487" y="59120"/>
                  </a:lnTo>
                  <a:lnTo>
                    <a:pt x="81620" y="65121"/>
                  </a:lnTo>
                  <a:lnTo>
                    <a:pt x="82696" y="71055"/>
                  </a:lnTo>
                  <a:lnTo>
                    <a:pt x="83839" y="76989"/>
                  </a:lnTo>
                  <a:lnTo>
                    <a:pt x="84982" y="82799"/>
                  </a:lnTo>
                  <a:lnTo>
                    <a:pt x="86058" y="88543"/>
                  </a:lnTo>
                  <a:lnTo>
                    <a:pt x="87192" y="94172"/>
                  </a:lnTo>
                  <a:lnTo>
                    <a:pt x="88335" y="99735"/>
                  </a:lnTo>
                  <a:lnTo>
                    <a:pt x="89411" y="105050"/>
                  </a:lnTo>
                  <a:lnTo>
                    <a:pt x="90545" y="110241"/>
                  </a:lnTo>
                  <a:lnTo>
                    <a:pt x="91688" y="115251"/>
                  </a:lnTo>
                  <a:lnTo>
                    <a:pt x="92764" y="120071"/>
                  </a:lnTo>
                  <a:lnTo>
                    <a:pt x="93897" y="124700"/>
                  </a:lnTo>
                  <a:lnTo>
                    <a:pt x="95040" y="129157"/>
                  </a:lnTo>
                  <a:lnTo>
                    <a:pt x="96117" y="133358"/>
                  </a:lnTo>
                  <a:lnTo>
                    <a:pt x="97260" y="137435"/>
                  </a:lnTo>
                  <a:lnTo>
                    <a:pt x="98393" y="141331"/>
                  </a:lnTo>
                  <a:lnTo>
                    <a:pt x="99470" y="144979"/>
                  </a:lnTo>
                  <a:lnTo>
                    <a:pt x="100613" y="148503"/>
                  </a:lnTo>
                  <a:lnTo>
                    <a:pt x="101746" y="151836"/>
                  </a:lnTo>
                  <a:lnTo>
                    <a:pt x="102822" y="154990"/>
                  </a:lnTo>
                  <a:lnTo>
                    <a:pt x="103965" y="157961"/>
                  </a:lnTo>
                  <a:lnTo>
                    <a:pt x="105108" y="160867"/>
                  </a:lnTo>
                  <a:lnTo>
                    <a:pt x="106175" y="163524"/>
                  </a:lnTo>
                  <a:lnTo>
                    <a:pt x="107318" y="166115"/>
                  </a:lnTo>
                  <a:lnTo>
                    <a:pt x="108461" y="168524"/>
                  </a:lnTo>
                  <a:lnTo>
                    <a:pt x="109538" y="170877"/>
                  </a:lnTo>
                  <a:lnTo>
                    <a:pt x="110671" y="173106"/>
                  </a:lnTo>
                  <a:lnTo>
                    <a:pt x="111814" y="175201"/>
                  </a:lnTo>
                  <a:lnTo>
                    <a:pt x="112890" y="177182"/>
                  </a:lnTo>
                  <a:lnTo>
                    <a:pt x="114024" y="179097"/>
                  </a:lnTo>
                  <a:lnTo>
                    <a:pt x="115167" y="180954"/>
                  </a:lnTo>
                  <a:lnTo>
                    <a:pt x="116243" y="182679"/>
                  </a:lnTo>
                  <a:lnTo>
                    <a:pt x="117386" y="184355"/>
                  </a:lnTo>
                  <a:lnTo>
                    <a:pt x="118520" y="185955"/>
                  </a:lnTo>
                  <a:lnTo>
                    <a:pt x="119596" y="187498"/>
                  </a:lnTo>
                  <a:lnTo>
                    <a:pt x="120739" y="188984"/>
                  </a:lnTo>
                  <a:lnTo>
                    <a:pt x="121872" y="190470"/>
                  </a:lnTo>
                  <a:lnTo>
                    <a:pt x="122948" y="191832"/>
                  </a:lnTo>
                  <a:lnTo>
                    <a:pt x="124092" y="193194"/>
                  </a:lnTo>
                  <a:lnTo>
                    <a:pt x="125225" y="194490"/>
                  </a:lnTo>
                  <a:lnTo>
                    <a:pt x="126302" y="195728"/>
                  </a:lnTo>
                  <a:lnTo>
                    <a:pt x="127445" y="196957"/>
                  </a:lnTo>
                  <a:lnTo>
                    <a:pt x="128588" y="198138"/>
                  </a:lnTo>
                  <a:lnTo>
                    <a:pt x="129664" y="199252"/>
                  </a:lnTo>
                  <a:lnTo>
                    <a:pt x="130797" y="200423"/>
                  </a:lnTo>
                  <a:lnTo>
                    <a:pt x="131940" y="201472"/>
                  </a:lnTo>
                  <a:lnTo>
                    <a:pt x="133016" y="202586"/>
                  </a:lnTo>
                  <a:lnTo>
                    <a:pt x="134150" y="203576"/>
                  </a:lnTo>
                  <a:lnTo>
                    <a:pt x="135293" y="204624"/>
                  </a:lnTo>
                  <a:lnTo>
                    <a:pt x="136369" y="205615"/>
                  </a:lnTo>
                  <a:lnTo>
                    <a:pt x="137513" y="206605"/>
                  </a:lnTo>
                  <a:lnTo>
                    <a:pt x="138646" y="207529"/>
                  </a:lnTo>
                  <a:lnTo>
                    <a:pt x="139722" y="208453"/>
                  </a:lnTo>
                  <a:lnTo>
                    <a:pt x="140865" y="209387"/>
                  </a:lnTo>
                  <a:lnTo>
                    <a:pt x="141999" y="210311"/>
                  </a:lnTo>
                  <a:lnTo>
                    <a:pt x="143075" y="211177"/>
                  </a:lnTo>
                  <a:lnTo>
                    <a:pt x="144218" y="212044"/>
                  </a:lnTo>
                  <a:lnTo>
                    <a:pt x="145361" y="212911"/>
                  </a:lnTo>
                  <a:lnTo>
                    <a:pt x="146428" y="213711"/>
                  </a:lnTo>
                  <a:lnTo>
                    <a:pt x="147571" y="214578"/>
                  </a:lnTo>
                  <a:lnTo>
                    <a:pt x="148714" y="215378"/>
                  </a:lnTo>
                  <a:lnTo>
                    <a:pt x="149790" y="216121"/>
                  </a:lnTo>
                  <a:lnTo>
                    <a:pt x="150924" y="216921"/>
                  </a:lnTo>
                  <a:lnTo>
                    <a:pt x="152066" y="217664"/>
                  </a:lnTo>
                  <a:lnTo>
                    <a:pt x="153200" y="218407"/>
                  </a:lnTo>
                  <a:lnTo>
                    <a:pt x="154276" y="219150"/>
                  </a:lnTo>
                  <a:lnTo>
                    <a:pt x="155419" y="219893"/>
                  </a:lnTo>
                  <a:lnTo>
                    <a:pt x="156563" y="220636"/>
                  </a:lnTo>
                  <a:lnTo>
                    <a:pt x="157639" y="221312"/>
                  </a:lnTo>
                  <a:lnTo>
                    <a:pt x="158772" y="222055"/>
                  </a:lnTo>
                  <a:lnTo>
                    <a:pt x="159915" y="222731"/>
                  </a:lnTo>
                  <a:lnTo>
                    <a:pt x="160992" y="223417"/>
                  </a:lnTo>
                  <a:lnTo>
                    <a:pt x="162125" y="224094"/>
                  </a:lnTo>
                  <a:lnTo>
                    <a:pt x="163268" y="224779"/>
                  </a:lnTo>
                  <a:lnTo>
                    <a:pt x="164344" y="225398"/>
                  </a:lnTo>
                  <a:lnTo>
                    <a:pt x="165478" y="226074"/>
                  </a:lnTo>
                  <a:lnTo>
                    <a:pt x="166621" y="226693"/>
                  </a:lnTo>
                  <a:lnTo>
                    <a:pt x="167697" y="227370"/>
                  </a:lnTo>
                  <a:lnTo>
                    <a:pt x="168840" y="227989"/>
                  </a:lnTo>
                  <a:lnTo>
                    <a:pt x="169974" y="228608"/>
                  </a:lnTo>
                  <a:lnTo>
                    <a:pt x="171050" y="229284"/>
                  </a:lnTo>
                  <a:lnTo>
                    <a:pt x="172193" y="229904"/>
                  </a:lnTo>
                  <a:lnTo>
                    <a:pt x="173326" y="230523"/>
                  </a:lnTo>
                  <a:lnTo>
                    <a:pt x="174403" y="231142"/>
                  </a:lnTo>
                  <a:lnTo>
                    <a:pt x="175546" y="231761"/>
                  </a:lnTo>
                  <a:lnTo>
                    <a:pt x="176689" y="232380"/>
                  </a:lnTo>
                  <a:lnTo>
                    <a:pt x="177756" y="232999"/>
                  </a:lnTo>
                  <a:lnTo>
                    <a:pt x="178899" y="233552"/>
                  </a:lnTo>
                  <a:lnTo>
                    <a:pt x="180042" y="234171"/>
                  </a:lnTo>
                  <a:lnTo>
                    <a:pt x="181118" y="234790"/>
                  </a:lnTo>
                  <a:lnTo>
                    <a:pt x="182251" y="235342"/>
                  </a:lnTo>
                  <a:lnTo>
                    <a:pt x="183394" y="235961"/>
                  </a:lnTo>
                  <a:lnTo>
                    <a:pt x="184471" y="236524"/>
                  </a:lnTo>
                  <a:lnTo>
                    <a:pt x="185604" y="237076"/>
                  </a:lnTo>
                  <a:lnTo>
                    <a:pt x="186747" y="237628"/>
                  </a:lnTo>
                  <a:lnTo>
                    <a:pt x="187824" y="238190"/>
                  </a:lnTo>
                  <a:lnTo>
                    <a:pt x="188967" y="238743"/>
                  </a:lnTo>
                  <a:lnTo>
                    <a:pt x="190100" y="239305"/>
                  </a:lnTo>
                  <a:lnTo>
                    <a:pt x="191176" y="239800"/>
                  </a:lnTo>
                  <a:lnTo>
                    <a:pt x="192319" y="240352"/>
                  </a:lnTo>
                  <a:lnTo>
                    <a:pt x="193453" y="240848"/>
                  </a:lnTo>
                  <a:lnTo>
                    <a:pt x="194529" y="241343"/>
                  </a:lnTo>
                  <a:lnTo>
                    <a:pt x="195672" y="241838"/>
                  </a:lnTo>
                  <a:lnTo>
                    <a:pt x="196806" y="242334"/>
                  </a:lnTo>
                  <a:lnTo>
                    <a:pt x="197882" y="242819"/>
                  </a:lnTo>
                  <a:lnTo>
                    <a:pt x="199025" y="243257"/>
                  </a:lnTo>
                  <a:lnTo>
                    <a:pt x="200168" y="243686"/>
                  </a:lnTo>
                  <a:lnTo>
                    <a:pt x="201244" y="244181"/>
                  </a:lnTo>
                  <a:lnTo>
                    <a:pt x="202378" y="244620"/>
                  </a:lnTo>
                  <a:lnTo>
                    <a:pt x="203521" y="245048"/>
                  </a:lnTo>
                  <a:lnTo>
                    <a:pt x="204597" y="245420"/>
                  </a:lnTo>
                  <a:lnTo>
                    <a:pt x="205731" y="245849"/>
                  </a:lnTo>
                  <a:lnTo>
                    <a:pt x="206874" y="246220"/>
                  </a:lnTo>
                  <a:lnTo>
                    <a:pt x="207950" y="246658"/>
                  </a:lnTo>
                  <a:lnTo>
                    <a:pt x="209093" y="247029"/>
                  </a:lnTo>
                  <a:lnTo>
                    <a:pt x="210226" y="247401"/>
                  </a:lnTo>
                  <a:lnTo>
                    <a:pt x="211302" y="247772"/>
                  </a:lnTo>
                  <a:lnTo>
                    <a:pt x="212446" y="248144"/>
                  </a:lnTo>
                  <a:lnTo>
                    <a:pt x="213579" y="248506"/>
                  </a:lnTo>
                  <a:lnTo>
                    <a:pt x="214656" y="248820"/>
                  </a:lnTo>
                  <a:lnTo>
                    <a:pt x="215799" y="249191"/>
                  </a:lnTo>
                  <a:lnTo>
                    <a:pt x="216932" y="249497"/>
                  </a:lnTo>
                  <a:lnTo>
                    <a:pt x="218008" y="249811"/>
                  </a:lnTo>
                  <a:lnTo>
                    <a:pt x="219151" y="250116"/>
                  </a:lnTo>
                  <a:lnTo>
                    <a:pt x="220294" y="250430"/>
                  </a:lnTo>
                  <a:lnTo>
                    <a:pt x="221370" y="250735"/>
                  </a:lnTo>
                  <a:lnTo>
                    <a:pt x="222504" y="251049"/>
                  </a:lnTo>
                  <a:lnTo>
                    <a:pt x="223647" y="251354"/>
                  </a:lnTo>
                  <a:lnTo>
                    <a:pt x="224723" y="251659"/>
                  </a:lnTo>
                  <a:lnTo>
                    <a:pt x="225857" y="251906"/>
                  </a:lnTo>
                  <a:lnTo>
                    <a:pt x="227000" y="252154"/>
                  </a:lnTo>
                  <a:lnTo>
                    <a:pt x="228076" y="252468"/>
                  </a:lnTo>
                  <a:lnTo>
                    <a:pt x="229209" y="252716"/>
                  </a:lnTo>
                  <a:lnTo>
                    <a:pt x="230352" y="252963"/>
                  </a:lnTo>
                  <a:lnTo>
                    <a:pt x="231496" y="253211"/>
                  </a:lnTo>
                  <a:lnTo>
                    <a:pt x="232572" y="253459"/>
                  </a:lnTo>
                  <a:lnTo>
                    <a:pt x="233706" y="253706"/>
                  </a:lnTo>
                  <a:lnTo>
                    <a:pt x="234849" y="253888"/>
                  </a:lnTo>
                  <a:lnTo>
                    <a:pt x="235925" y="254135"/>
                  </a:lnTo>
                  <a:lnTo>
                    <a:pt x="237058" y="254316"/>
                  </a:lnTo>
                  <a:lnTo>
                    <a:pt x="238201" y="254564"/>
                  </a:lnTo>
                  <a:lnTo>
                    <a:pt x="239277" y="254754"/>
                  </a:lnTo>
                  <a:lnTo>
                    <a:pt x="240420" y="254935"/>
                  </a:lnTo>
                  <a:lnTo>
                    <a:pt x="241554" y="255183"/>
                  </a:lnTo>
                  <a:lnTo>
                    <a:pt x="242630" y="255374"/>
                  </a:lnTo>
                  <a:lnTo>
                    <a:pt x="243773" y="255554"/>
                  </a:lnTo>
                  <a:lnTo>
                    <a:pt x="244907" y="255745"/>
                  </a:lnTo>
                  <a:lnTo>
                    <a:pt x="245983" y="255926"/>
                  </a:lnTo>
                  <a:lnTo>
                    <a:pt x="247126" y="256117"/>
                  </a:lnTo>
                  <a:lnTo>
                    <a:pt x="248259" y="256297"/>
                  </a:lnTo>
                  <a:lnTo>
                    <a:pt x="249336" y="256488"/>
                  </a:lnTo>
                  <a:lnTo>
                    <a:pt x="250479" y="256611"/>
                  </a:lnTo>
                  <a:lnTo>
                    <a:pt x="251622" y="256793"/>
                  </a:lnTo>
                  <a:lnTo>
                    <a:pt x="252698" y="256974"/>
                  </a:lnTo>
                  <a:lnTo>
                    <a:pt x="253832" y="257164"/>
                  </a:lnTo>
                  <a:lnTo>
                    <a:pt x="254975" y="257345"/>
                  </a:lnTo>
                  <a:lnTo>
                    <a:pt x="256051" y="257536"/>
                  </a:lnTo>
                  <a:lnTo>
                    <a:pt x="257184" y="257716"/>
                  </a:lnTo>
                  <a:lnTo>
                    <a:pt x="258327" y="257907"/>
                  </a:lnTo>
                  <a:lnTo>
                    <a:pt x="259404" y="258088"/>
                  </a:lnTo>
                  <a:lnTo>
                    <a:pt x="260537" y="258279"/>
                  </a:lnTo>
                  <a:lnTo>
                    <a:pt x="261680" y="258459"/>
                  </a:lnTo>
                  <a:lnTo>
                    <a:pt x="262757" y="258650"/>
                  </a:lnTo>
                  <a:lnTo>
                    <a:pt x="263900" y="258831"/>
                  </a:lnTo>
                  <a:lnTo>
                    <a:pt x="265033" y="259022"/>
                  </a:lnTo>
                  <a:lnTo>
                    <a:pt x="266110" y="259202"/>
                  </a:lnTo>
                  <a:lnTo>
                    <a:pt x="267252" y="259393"/>
                  </a:lnTo>
                  <a:lnTo>
                    <a:pt x="268386" y="259574"/>
                  </a:lnTo>
                  <a:lnTo>
                    <a:pt x="269462" y="259765"/>
                  </a:lnTo>
                  <a:lnTo>
                    <a:pt x="270605" y="259945"/>
                  </a:lnTo>
                  <a:lnTo>
                    <a:pt x="271748" y="260069"/>
                  </a:lnTo>
                  <a:lnTo>
                    <a:pt x="272825" y="260250"/>
                  </a:lnTo>
                  <a:lnTo>
                    <a:pt x="273958" y="260441"/>
                  </a:lnTo>
                  <a:lnTo>
                    <a:pt x="275101" y="260565"/>
                  </a:lnTo>
                  <a:lnTo>
                    <a:pt x="276178" y="260688"/>
                  </a:lnTo>
                  <a:lnTo>
                    <a:pt x="277311" y="260869"/>
                  </a:lnTo>
                  <a:lnTo>
                    <a:pt x="278454" y="260993"/>
                  </a:lnTo>
                  <a:lnTo>
                    <a:pt x="279530" y="261060"/>
                  </a:lnTo>
                  <a:lnTo>
                    <a:pt x="280673" y="261184"/>
                  </a:lnTo>
                  <a:lnTo>
                    <a:pt x="281807" y="261308"/>
                  </a:lnTo>
                  <a:lnTo>
                    <a:pt x="282883" y="261365"/>
                  </a:lnTo>
                  <a:lnTo>
                    <a:pt x="284026" y="261431"/>
                  </a:lnTo>
                  <a:lnTo>
                    <a:pt x="285160" y="261488"/>
                  </a:lnTo>
                  <a:lnTo>
                    <a:pt x="286236" y="261555"/>
                  </a:lnTo>
                  <a:lnTo>
                    <a:pt x="287379" y="261612"/>
                  </a:lnTo>
                  <a:lnTo>
                    <a:pt x="288512" y="261679"/>
                  </a:lnTo>
                  <a:lnTo>
                    <a:pt x="289589" y="261679"/>
                  </a:lnTo>
                  <a:lnTo>
                    <a:pt x="290732" y="261679"/>
                  </a:lnTo>
                  <a:lnTo>
                    <a:pt x="291875" y="261736"/>
                  </a:lnTo>
                  <a:lnTo>
                    <a:pt x="292951" y="261736"/>
                  </a:lnTo>
                  <a:lnTo>
                    <a:pt x="294085" y="261736"/>
                  </a:lnTo>
                  <a:lnTo>
                    <a:pt x="295228" y="261679"/>
                  </a:lnTo>
                  <a:lnTo>
                    <a:pt x="296304" y="261679"/>
                  </a:lnTo>
                  <a:lnTo>
                    <a:pt x="297437" y="261679"/>
                  </a:lnTo>
                  <a:lnTo>
                    <a:pt x="298580" y="261679"/>
                  </a:lnTo>
                  <a:lnTo>
                    <a:pt x="299656" y="261679"/>
                  </a:lnTo>
                  <a:lnTo>
                    <a:pt x="300790" y="261612"/>
                  </a:lnTo>
                  <a:lnTo>
                    <a:pt x="301933" y="261612"/>
                  </a:lnTo>
                  <a:lnTo>
                    <a:pt x="303010" y="261612"/>
                  </a:lnTo>
                  <a:lnTo>
                    <a:pt x="304153" y="261612"/>
                  </a:lnTo>
                  <a:lnTo>
                    <a:pt x="305286" y="261612"/>
                  </a:lnTo>
                  <a:lnTo>
                    <a:pt x="306362" y="261612"/>
                  </a:lnTo>
                  <a:lnTo>
                    <a:pt x="307505" y="261612"/>
                  </a:lnTo>
                  <a:lnTo>
                    <a:pt x="308639" y="261679"/>
                  </a:lnTo>
                  <a:lnTo>
                    <a:pt x="309782" y="261679"/>
                  </a:lnTo>
                  <a:lnTo>
                    <a:pt x="310858" y="261736"/>
                  </a:lnTo>
                  <a:lnTo>
                    <a:pt x="312001" y="261803"/>
                  </a:lnTo>
                  <a:lnTo>
                    <a:pt x="313135" y="261860"/>
                  </a:lnTo>
                  <a:lnTo>
                    <a:pt x="314211" y="261927"/>
                  </a:lnTo>
                  <a:lnTo>
                    <a:pt x="315354" y="261984"/>
                  </a:lnTo>
                  <a:lnTo>
                    <a:pt x="316487" y="262107"/>
                  </a:lnTo>
                  <a:lnTo>
                    <a:pt x="317563" y="262231"/>
                  </a:lnTo>
                  <a:lnTo>
                    <a:pt x="318706" y="262298"/>
                  </a:lnTo>
                  <a:lnTo>
                    <a:pt x="319840" y="262479"/>
                  </a:lnTo>
                  <a:lnTo>
                    <a:pt x="320916" y="262603"/>
                  </a:lnTo>
                  <a:lnTo>
                    <a:pt x="322060" y="262727"/>
                  </a:lnTo>
                  <a:lnTo>
                    <a:pt x="323203" y="262907"/>
                  </a:lnTo>
                  <a:lnTo>
                    <a:pt x="324279" y="263098"/>
                  </a:lnTo>
                  <a:lnTo>
                    <a:pt x="325412" y="263279"/>
                  </a:lnTo>
                  <a:lnTo>
                    <a:pt x="326555" y="263470"/>
                  </a:lnTo>
                  <a:lnTo>
                    <a:pt x="327631" y="263650"/>
                  </a:lnTo>
                  <a:lnTo>
                    <a:pt x="328765" y="263841"/>
                  </a:lnTo>
                  <a:lnTo>
                    <a:pt x="329908" y="264022"/>
                  </a:lnTo>
                  <a:lnTo>
                    <a:pt x="330984" y="264270"/>
                  </a:lnTo>
                  <a:lnTo>
                    <a:pt x="332118" y="264460"/>
                  </a:lnTo>
                  <a:lnTo>
                    <a:pt x="333261" y="264708"/>
                  </a:lnTo>
                  <a:lnTo>
                    <a:pt x="334337" y="264889"/>
                  </a:lnTo>
                  <a:lnTo>
                    <a:pt x="335480" y="265136"/>
                  </a:lnTo>
                  <a:lnTo>
                    <a:pt x="336613" y="265327"/>
                  </a:lnTo>
                  <a:lnTo>
                    <a:pt x="337690" y="265508"/>
                  </a:lnTo>
                  <a:lnTo>
                    <a:pt x="338833" y="265756"/>
                  </a:lnTo>
                  <a:lnTo>
                    <a:pt x="339966" y="265946"/>
                  </a:lnTo>
                  <a:lnTo>
                    <a:pt x="341043" y="266127"/>
                  </a:lnTo>
                  <a:lnTo>
                    <a:pt x="342186" y="266375"/>
                  </a:lnTo>
                  <a:lnTo>
                    <a:pt x="343329" y="266555"/>
                  </a:lnTo>
                  <a:lnTo>
                    <a:pt x="344395" y="266746"/>
                  </a:lnTo>
                  <a:lnTo>
                    <a:pt x="345538" y="266927"/>
                  </a:lnTo>
                  <a:lnTo>
                    <a:pt x="346681" y="267051"/>
                  </a:lnTo>
                  <a:lnTo>
                    <a:pt x="347758" y="267241"/>
                  </a:lnTo>
                  <a:lnTo>
                    <a:pt x="348891" y="267422"/>
                  </a:lnTo>
                  <a:lnTo>
                    <a:pt x="350034" y="267546"/>
                  </a:lnTo>
                  <a:lnTo>
                    <a:pt x="351111" y="267670"/>
                  </a:lnTo>
                  <a:lnTo>
                    <a:pt x="352244" y="267861"/>
                  </a:lnTo>
                  <a:lnTo>
                    <a:pt x="353387" y="267984"/>
                  </a:lnTo>
                  <a:lnTo>
                    <a:pt x="354463" y="268108"/>
                  </a:lnTo>
                  <a:lnTo>
                    <a:pt x="355606" y="268165"/>
                  </a:lnTo>
                  <a:lnTo>
                    <a:pt x="356740" y="268289"/>
                  </a:lnTo>
                  <a:lnTo>
                    <a:pt x="357816" y="268413"/>
                  </a:lnTo>
                  <a:lnTo>
                    <a:pt x="358959" y="268537"/>
                  </a:lnTo>
                  <a:lnTo>
                    <a:pt x="360093" y="268604"/>
                  </a:lnTo>
                  <a:lnTo>
                    <a:pt x="361169" y="268661"/>
                  </a:lnTo>
                  <a:lnTo>
                    <a:pt x="362312" y="268784"/>
                  </a:lnTo>
                  <a:lnTo>
                    <a:pt x="363445" y="268842"/>
                  </a:lnTo>
                  <a:lnTo>
                    <a:pt x="364522" y="268908"/>
                  </a:lnTo>
                  <a:lnTo>
                    <a:pt x="365665" y="268966"/>
                  </a:lnTo>
                  <a:lnTo>
                    <a:pt x="366808" y="269090"/>
                  </a:lnTo>
                  <a:lnTo>
                    <a:pt x="367884" y="269156"/>
                  </a:lnTo>
                  <a:lnTo>
                    <a:pt x="369018" y="269213"/>
                  </a:lnTo>
                  <a:lnTo>
                    <a:pt x="370161" y="269280"/>
                  </a:lnTo>
                  <a:lnTo>
                    <a:pt x="371237" y="269337"/>
                  </a:lnTo>
                  <a:lnTo>
                    <a:pt x="372370" y="269404"/>
                  </a:lnTo>
                  <a:lnTo>
                    <a:pt x="373513" y="269461"/>
                  </a:lnTo>
                  <a:lnTo>
                    <a:pt x="374590" y="269527"/>
                  </a:lnTo>
                  <a:lnTo>
                    <a:pt x="375723" y="269651"/>
                  </a:lnTo>
                  <a:lnTo>
                    <a:pt x="376866" y="269708"/>
                  </a:lnTo>
                  <a:lnTo>
                    <a:pt x="377943" y="269775"/>
                  </a:lnTo>
                  <a:lnTo>
                    <a:pt x="379086" y="269832"/>
                  </a:lnTo>
                  <a:lnTo>
                    <a:pt x="380219" y="269956"/>
                  </a:lnTo>
                  <a:lnTo>
                    <a:pt x="381296" y="270023"/>
                  </a:lnTo>
                  <a:lnTo>
                    <a:pt x="382438" y="270080"/>
                  </a:lnTo>
                  <a:lnTo>
                    <a:pt x="383572" y="270204"/>
                  </a:lnTo>
                  <a:lnTo>
                    <a:pt x="384715" y="270270"/>
                  </a:lnTo>
                  <a:lnTo>
                    <a:pt x="385791" y="270394"/>
                  </a:lnTo>
                  <a:lnTo>
                    <a:pt x="386934" y="270451"/>
                  </a:lnTo>
                  <a:lnTo>
                    <a:pt x="388068" y="270575"/>
                  </a:lnTo>
                  <a:lnTo>
                    <a:pt x="389144" y="270642"/>
                  </a:lnTo>
                  <a:lnTo>
                    <a:pt x="390287" y="270766"/>
                  </a:lnTo>
                  <a:lnTo>
                    <a:pt x="391420" y="270890"/>
                  </a:lnTo>
                  <a:lnTo>
                    <a:pt x="392497" y="270946"/>
                  </a:lnTo>
                  <a:lnTo>
                    <a:pt x="393640" y="271070"/>
                  </a:lnTo>
                  <a:lnTo>
                    <a:pt x="394773" y="271194"/>
                  </a:lnTo>
                  <a:lnTo>
                    <a:pt x="395849" y="271261"/>
                  </a:lnTo>
                  <a:lnTo>
                    <a:pt x="396993" y="271385"/>
                  </a:lnTo>
                  <a:lnTo>
                    <a:pt x="398136" y="271442"/>
                  </a:lnTo>
                  <a:lnTo>
                    <a:pt x="399212" y="271566"/>
                  </a:lnTo>
                  <a:lnTo>
                    <a:pt x="400346" y="271633"/>
                  </a:lnTo>
                  <a:lnTo>
                    <a:pt x="401488" y="271747"/>
                  </a:lnTo>
                  <a:lnTo>
                    <a:pt x="402565" y="271813"/>
                  </a:lnTo>
                  <a:lnTo>
                    <a:pt x="403698" y="271937"/>
                  </a:lnTo>
                  <a:lnTo>
                    <a:pt x="404841" y="271995"/>
                  </a:lnTo>
                  <a:lnTo>
                    <a:pt x="405917" y="272061"/>
                  </a:lnTo>
                  <a:lnTo>
                    <a:pt x="407060" y="272119"/>
                  </a:lnTo>
                  <a:lnTo>
                    <a:pt x="408194" y="272119"/>
                  </a:lnTo>
                  <a:lnTo>
                    <a:pt x="409270" y="272185"/>
                  </a:lnTo>
                  <a:lnTo>
                    <a:pt x="410414" y="272242"/>
                  </a:lnTo>
                  <a:lnTo>
                    <a:pt x="411547" y="272242"/>
                  </a:lnTo>
                  <a:lnTo>
                    <a:pt x="412623" y="272242"/>
                  </a:lnTo>
                  <a:lnTo>
                    <a:pt x="413766" y="272242"/>
                  </a:lnTo>
                  <a:lnTo>
                    <a:pt x="414899" y="272242"/>
                  </a:lnTo>
                  <a:lnTo>
                    <a:pt x="415976" y="272242"/>
                  </a:lnTo>
                  <a:lnTo>
                    <a:pt x="417119" y="272185"/>
                  </a:lnTo>
                  <a:lnTo>
                    <a:pt x="418262" y="272185"/>
                  </a:lnTo>
                  <a:lnTo>
                    <a:pt x="419338" y="272119"/>
                  </a:lnTo>
                  <a:lnTo>
                    <a:pt x="420472" y="272061"/>
                  </a:lnTo>
                  <a:lnTo>
                    <a:pt x="421615" y="271995"/>
                  </a:lnTo>
                  <a:lnTo>
                    <a:pt x="422691" y="271871"/>
                  </a:lnTo>
                  <a:lnTo>
                    <a:pt x="423824" y="271813"/>
                  </a:lnTo>
                  <a:lnTo>
                    <a:pt x="424967" y="271689"/>
                  </a:lnTo>
                  <a:lnTo>
                    <a:pt x="426044" y="271566"/>
                  </a:lnTo>
                  <a:lnTo>
                    <a:pt x="427187" y="271442"/>
                  </a:lnTo>
                  <a:lnTo>
                    <a:pt x="428320" y="271318"/>
                  </a:lnTo>
                  <a:lnTo>
                    <a:pt x="429397" y="271194"/>
                  </a:lnTo>
                  <a:lnTo>
                    <a:pt x="430540" y="271070"/>
                  </a:lnTo>
                  <a:lnTo>
                    <a:pt x="431673" y="270946"/>
                  </a:lnTo>
                  <a:lnTo>
                    <a:pt x="432749" y="270766"/>
                  </a:lnTo>
                  <a:lnTo>
                    <a:pt x="433892" y="270642"/>
                  </a:lnTo>
                  <a:lnTo>
                    <a:pt x="435026" y="270451"/>
                  </a:lnTo>
                  <a:lnTo>
                    <a:pt x="436102" y="270270"/>
                  </a:lnTo>
                  <a:lnTo>
                    <a:pt x="437245" y="270147"/>
                  </a:lnTo>
                  <a:lnTo>
                    <a:pt x="438388" y="269956"/>
                  </a:lnTo>
                  <a:lnTo>
                    <a:pt x="439465" y="269775"/>
                  </a:lnTo>
                  <a:lnTo>
                    <a:pt x="440598" y="269651"/>
                  </a:lnTo>
                  <a:lnTo>
                    <a:pt x="441741" y="269461"/>
                  </a:lnTo>
                  <a:lnTo>
                    <a:pt x="442817" y="269337"/>
                  </a:lnTo>
                  <a:lnTo>
                    <a:pt x="443951" y="269156"/>
                  </a:lnTo>
                  <a:lnTo>
                    <a:pt x="445094" y="269032"/>
                  </a:lnTo>
                  <a:lnTo>
                    <a:pt x="446170" y="268842"/>
                  </a:lnTo>
                  <a:lnTo>
                    <a:pt x="447313" y="268727"/>
                  </a:lnTo>
                  <a:lnTo>
                    <a:pt x="448447" y="268604"/>
                  </a:lnTo>
                  <a:lnTo>
                    <a:pt x="449523" y="268413"/>
                  </a:lnTo>
                  <a:lnTo>
                    <a:pt x="450666" y="268289"/>
                  </a:lnTo>
                  <a:lnTo>
                    <a:pt x="451799" y="268165"/>
                  </a:lnTo>
                  <a:lnTo>
                    <a:pt x="452875" y="268041"/>
                  </a:lnTo>
                  <a:lnTo>
                    <a:pt x="454019" y="267984"/>
                  </a:lnTo>
                  <a:lnTo>
                    <a:pt x="455152" y="267861"/>
                  </a:lnTo>
                  <a:lnTo>
                    <a:pt x="456229" y="267737"/>
                  </a:lnTo>
                  <a:lnTo>
                    <a:pt x="457372" y="267670"/>
                  </a:lnTo>
                  <a:lnTo>
                    <a:pt x="458515" y="267546"/>
                  </a:lnTo>
                  <a:lnTo>
                    <a:pt x="459591" y="267489"/>
                  </a:lnTo>
                  <a:lnTo>
                    <a:pt x="460724" y="267422"/>
                  </a:lnTo>
                  <a:lnTo>
                    <a:pt x="461867" y="267298"/>
                  </a:lnTo>
                  <a:lnTo>
                    <a:pt x="463001" y="267241"/>
                  </a:lnTo>
                  <a:lnTo>
                    <a:pt x="464077" y="267175"/>
                  </a:lnTo>
                  <a:lnTo>
                    <a:pt x="465220" y="267118"/>
                  </a:lnTo>
                  <a:lnTo>
                    <a:pt x="466354" y="267051"/>
                  </a:lnTo>
                  <a:lnTo>
                    <a:pt x="467430" y="266994"/>
                  </a:lnTo>
                  <a:lnTo>
                    <a:pt x="468573" y="266927"/>
                  </a:lnTo>
                  <a:lnTo>
                    <a:pt x="469716" y="266803"/>
                  </a:lnTo>
                  <a:lnTo>
                    <a:pt x="470792" y="266746"/>
                  </a:lnTo>
                  <a:lnTo>
                    <a:pt x="471925" y="266679"/>
                  </a:lnTo>
                  <a:lnTo>
                    <a:pt x="473069" y="266622"/>
                  </a:lnTo>
                  <a:lnTo>
                    <a:pt x="474145" y="266499"/>
                  </a:lnTo>
                  <a:lnTo>
                    <a:pt x="475279" y="266432"/>
                  </a:lnTo>
                  <a:lnTo>
                    <a:pt x="476422" y="266375"/>
                  </a:lnTo>
                  <a:lnTo>
                    <a:pt x="477498" y="266251"/>
                  </a:lnTo>
                  <a:lnTo>
                    <a:pt x="478641" y="266127"/>
                  </a:lnTo>
                  <a:lnTo>
                    <a:pt x="479774" y="266003"/>
                  </a:lnTo>
                  <a:lnTo>
                    <a:pt x="480851" y="265946"/>
                  </a:lnTo>
                  <a:lnTo>
                    <a:pt x="481993" y="265813"/>
                  </a:lnTo>
                  <a:lnTo>
                    <a:pt x="483127" y="265689"/>
                  </a:lnTo>
                  <a:lnTo>
                    <a:pt x="484203" y="265508"/>
                  </a:lnTo>
                  <a:lnTo>
                    <a:pt x="485346" y="265384"/>
                  </a:lnTo>
                  <a:lnTo>
                    <a:pt x="486480" y="265260"/>
                  </a:lnTo>
                  <a:lnTo>
                    <a:pt x="487556" y="265079"/>
                  </a:lnTo>
                  <a:lnTo>
                    <a:pt x="488699" y="264956"/>
                  </a:lnTo>
                  <a:lnTo>
                    <a:pt x="489842" y="264765"/>
                  </a:lnTo>
                  <a:lnTo>
                    <a:pt x="490918" y="264641"/>
                  </a:lnTo>
                  <a:lnTo>
                    <a:pt x="492052" y="264460"/>
                  </a:lnTo>
                  <a:lnTo>
                    <a:pt x="493195" y="264336"/>
                  </a:lnTo>
                  <a:lnTo>
                    <a:pt x="494271" y="264213"/>
                  </a:lnTo>
                  <a:lnTo>
                    <a:pt x="495405" y="264089"/>
                  </a:lnTo>
                  <a:lnTo>
                    <a:pt x="496548" y="263965"/>
                  </a:lnTo>
                  <a:lnTo>
                    <a:pt x="497624" y="263841"/>
                  </a:lnTo>
                  <a:lnTo>
                    <a:pt x="498758" y="263717"/>
                  </a:lnTo>
                  <a:lnTo>
                    <a:pt x="499901" y="263650"/>
                  </a:lnTo>
                  <a:lnTo>
                    <a:pt x="500977" y="263593"/>
                  </a:lnTo>
                  <a:lnTo>
                    <a:pt x="502120" y="263593"/>
                  </a:lnTo>
                  <a:lnTo>
                    <a:pt x="503253" y="263593"/>
                  </a:lnTo>
                  <a:lnTo>
                    <a:pt x="504330" y="263650"/>
                  </a:lnTo>
                  <a:lnTo>
                    <a:pt x="505473" y="263717"/>
                  </a:lnTo>
                  <a:lnTo>
                    <a:pt x="506606" y="263774"/>
                  </a:lnTo>
                  <a:lnTo>
                    <a:pt x="507683" y="263965"/>
                  </a:lnTo>
                  <a:lnTo>
                    <a:pt x="508826" y="264089"/>
                  </a:lnTo>
                  <a:lnTo>
                    <a:pt x="509968" y="264336"/>
                  </a:lnTo>
                  <a:lnTo>
                    <a:pt x="511045" y="264584"/>
                  </a:lnTo>
                  <a:lnTo>
                    <a:pt x="512178" y="264889"/>
                  </a:lnTo>
                  <a:lnTo>
                    <a:pt x="513321" y="265203"/>
                  </a:lnTo>
                  <a:lnTo>
                    <a:pt x="514398" y="265632"/>
                  </a:lnTo>
                  <a:lnTo>
                    <a:pt x="515531" y="266003"/>
                  </a:lnTo>
                  <a:lnTo>
                    <a:pt x="516674" y="266499"/>
                  </a:lnTo>
                  <a:lnTo>
                    <a:pt x="517751" y="266994"/>
                  </a:lnTo>
                  <a:lnTo>
                    <a:pt x="518884" y="267489"/>
                  </a:lnTo>
                  <a:lnTo>
                    <a:pt x="520027" y="268108"/>
                  </a:lnTo>
                  <a:lnTo>
                    <a:pt x="521103" y="268661"/>
                  </a:lnTo>
                  <a:lnTo>
                    <a:pt x="522246" y="269280"/>
                  </a:lnTo>
                  <a:lnTo>
                    <a:pt x="523380" y="269956"/>
                  </a:lnTo>
                  <a:lnTo>
                    <a:pt x="524456" y="270575"/>
                  </a:lnTo>
                  <a:lnTo>
                    <a:pt x="525599" y="271261"/>
                  </a:lnTo>
                  <a:lnTo>
                    <a:pt x="526733" y="271995"/>
                  </a:lnTo>
                  <a:lnTo>
                    <a:pt x="527809" y="272680"/>
                  </a:lnTo>
                  <a:lnTo>
                    <a:pt x="528952" y="273357"/>
                  </a:lnTo>
                  <a:lnTo>
                    <a:pt x="530085" y="274100"/>
                  </a:lnTo>
                  <a:lnTo>
                    <a:pt x="531162" y="274785"/>
                  </a:lnTo>
                  <a:lnTo>
                    <a:pt x="532305" y="275461"/>
                  </a:lnTo>
                  <a:lnTo>
                    <a:pt x="533448" y="276138"/>
                  </a:lnTo>
                  <a:lnTo>
                    <a:pt x="534524" y="276823"/>
                  </a:lnTo>
                  <a:lnTo>
                    <a:pt x="535658" y="277433"/>
                  </a:lnTo>
                  <a:lnTo>
                    <a:pt x="536801" y="278052"/>
                  </a:lnTo>
                  <a:lnTo>
                    <a:pt x="537934" y="278672"/>
                  </a:lnTo>
                  <a:lnTo>
                    <a:pt x="539010" y="279233"/>
                  </a:lnTo>
                  <a:lnTo>
                    <a:pt x="540153" y="279786"/>
                  </a:lnTo>
                  <a:lnTo>
                    <a:pt x="541296" y="280338"/>
                  </a:lnTo>
                  <a:lnTo>
                    <a:pt x="542363" y="280834"/>
                  </a:lnTo>
                  <a:lnTo>
                    <a:pt x="543506" y="281272"/>
                  </a:lnTo>
                  <a:lnTo>
                    <a:pt x="544649" y="281700"/>
                  </a:lnTo>
                  <a:lnTo>
                    <a:pt x="545726" y="282139"/>
                  </a:lnTo>
                  <a:lnTo>
                    <a:pt x="546859" y="282510"/>
                  </a:lnTo>
                  <a:lnTo>
                    <a:pt x="548002" y="282815"/>
                  </a:lnTo>
                  <a:lnTo>
                    <a:pt x="549078" y="283186"/>
                  </a:lnTo>
                  <a:lnTo>
                    <a:pt x="550212" y="283434"/>
                  </a:lnTo>
                  <a:lnTo>
                    <a:pt x="551355" y="283739"/>
                  </a:lnTo>
                  <a:lnTo>
                    <a:pt x="552431" y="283929"/>
                  </a:lnTo>
                  <a:lnTo>
                    <a:pt x="553574" y="284177"/>
                  </a:lnTo>
                  <a:lnTo>
                    <a:pt x="554708" y="284358"/>
                  </a:lnTo>
                  <a:lnTo>
                    <a:pt x="555784" y="284549"/>
                  </a:lnTo>
                  <a:lnTo>
                    <a:pt x="556927" y="284672"/>
                  </a:lnTo>
                  <a:lnTo>
                    <a:pt x="558060" y="284853"/>
                  </a:lnTo>
                  <a:lnTo>
                    <a:pt x="559136" y="284977"/>
                  </a:lnTo>
                  <a:lnTo>
                    <a:pt x="560279" y="285044"/>
                  </a:lnTo>
                  <a:lnTo>
                    <a:pt x="561422" y="285168"/>
                  </a:lnTo>
                  <a:lnTo>
                    <a:pt x="562499" y="285225"/>
                  </a:lnTo>
                  <a:lnTo>
                    <a:pt x="563633" y="285292"/>
                  </a:lnTo>
                  <a:lnTo>
                    <a:pt x="564776" y="285349"/>
                  </a:lnTo>
                  <a:lnTo>
                    <a:pt x="565852" y="285415"/>
                  </a:lnTo>
                  <a:lnTo>
                    <a:pt x="566985" y="285472"/>
                  </a:lnTo>
                  <a:lnTo>
                    <a:pt x="568128" y="285539"/>
                  </a:lnTo>
                  <a:lnTo>
                    <a:pt x="569204" y="285539"/>
                  </a:lnTo>
                  <a:lnTo>
                    <a:pt x="570338" y="285596"/>
                  </a:lnTo>
                  <a:lnTo>
                    <a:pt x="571481" y="285596"/>
                  </a:lnTo>
                  <a:lnTo>
                    <a:pt x="571481" y="285720"/>
                  </a:lnTo>
                  <a:lnTo>
                    <a:pt x="570338" y="285720"/>
                  </a:lnTo>
                  <a:lnTo>
                    <a:pt x="569204" y="285720"/>
                  </a:lnTo>
                  <a:lnTo>
                    <a:pt x="568128" y="285720"/>
                  </a:lnTo>
                  <a:lnTo>
                    <a:pt x="566985" y="285720"/>
                  </a:lnTo>
                  <a:lnTo>
                    <a:pt x="565852" y="285720"/>
                  </a:lnTo>
                  <a:lnTo>
                    <a:pt x="564776" y="285720"/>
                  </a:lnTo>
                  <a:lnTo>
                    <a:pt x="563633" y="285720"/>
                  </a:lnTo>
                  <a:lnTo>
                    <a:pt x="562499" y="285720"/>
                  </a:lnTo>
                  <a:lnTo>
                    <a:pt x="561422" y="285720"/>
                  </a:lnTo>
                  <a:lnTo>
                    <a:pt x="560279" y="285720"/>
                  </a:lnTo>
                  <a:lnTo>
                    <a:pt x="559136" y="285720"/>
                  </a:lnTo>
                  <a:lnTo>
                    <a:pt x="558060" y="285720"/>
                  </a:lnTo>
                  <a:lnTo>
                    <a:pt x="556927" y="285720"/>
                  </a:lnTo>
                  <a:lnTo>
                    <a:pt x="555784" y="285720"/>
                  </a:lnTo>
                  <a:lnTo>
                    <a:pt x="554708" y="285720"/>
                  </a:lnTo>
                  <a:lnTo>
                    <a:pt x="553574" y="285720"/>
                  </a:lnTo>
                  <a:lnTo>
                    <a:pt x="552431" y="285720"/>
                  </a:lnTo>
                  <a:lnTo>
                    <a:pt x="551355" y="285720"/>
                  </a:lnTo>
                  <a:lnTo>
                    <a:pt x="550212" y="285720"/>
                  </a:lnTo>
                  <a:lnTo>
                    <a:pt x="549078" y="285720"/>
                  </a:lnTo>
                  <a:lnTo>
                    <a:pt x="548002" y="285720"/>
                  </a:lnTo>
                  <a:lnTo>
                    <a:pt x="546859" y="285720"/>
                  </a:lnTo>
                  <a:lnTo>
                    <a:pt x="545726" y="285720"/>
                  </a:lnTo>
                  <a:lnTo>
                    <a:pt x="544649" y="285720"/>
                  </a:lnTo>
                  <a:lnTo>
                    <a:pt x="543506" y="285720"/>
                  </a:lnTo>
                  <a:lnTo>
                    <a:pt x="542363" y="285720"/>
                  </a:lnTo>
                  <a:lnTo>
                    <a:pt x="541296" y="285720"/>
                  </a:lnTo>
                  <a:lnTo>
                    <a:pt x="540153" y="285720"/>
                  </a:lnTo>
                  <a:lnTo>
                    <a:pt x="539010" y="285720"/>
                  </a:lnTo>
                  <a:lnTo>
                    <a:pt x="537934" y="285720"/>
                  </a:lnTo>
                  <a:lnTo>
                    <a:pt x="536801" y="285720"/>
                  </a:lnTo>
                  <a:lnTo>
                    <a:pt x="535658" y="285720"/>
                  </a:lnTo>
                  <a:lnTo>
                    <a:pt x="534524" y="285720"/>
                  </a:lnTo>
                  <a:lnTo>
                    <a:pt x="533448" y="285720"/>
                  </a:lnTo>
                  <a:lnTo>
                    <a:pt x="532305" y="285720"/>
                  </a:lnTo>
                  <a:lnTo>
                    <a:pt x="531162" y="285720"/>
                  </a:lnTo>
                  <a:lnTo>
                    <a:pt x="530085" y="285720"/>
                  </a:lnTo>
                  <a:lnTo>
                    <a:pt x="528952" y="285720"/>
                  </a:lnTo>
                  <a:lnTo>
                    <a:pt x="527809" y="285720"/>
                  </a:lnTo>
                  <a:lnTo>
                    <a:pt x="526733" y="285720"/>
                  </a:lnTo>
                  <a:lnTo>
                    <a:pt x="525599" y="285720"/>
                  </a:lnTo>
                  <a:lnTo>
                    <a:pt x="524456" y="285720"/>
                  </a:lnTo>
                  <a:lnTo>
                    <a:pt x="523380" y="285720"/>
                  </a:lnTo>
                  <a:lnTo>
                    <a:pt x="522246" y="285720"/>
                  </a:lnTo>
                  <a:lnTo>
                    <a:pt x="521103" y="285720"/>
                  </a:lnTo>
                  <a:lnTo>
                    <a:pt x="520027" y="285720"/>
                  </a:lnTo>
                  <a:lnTo>
                    <a:pt x="518884" y="285720"/>
                  </a:lnTo>
                  <a:lnTo>
                    <a:pt x="517751" y="285720"/>
                  </a:lnTo>
                  <a:lnTo>
                    <a:pt x="516674" y="285720"/>
                  </a:lnTo>
                  <a:lnTo>
                    <a:pt x="515531" y="285720"/>
                  </a:lnTo>
                  <a:lnTo>
                    <a:pt x="514398" y="285720"/>
                  </a:lnTo>
                  <a:lnTo>
                    <a:pt x="513321" y="285720"/>
                  </a:lnTo>
                  <a:lnTo>
                    <a:pt x="512178" y="285720"/>
                  </a:lnTo>
                  <a:lnTo>
                    <a:pt x="511045" y="285720"/>
                  </a:lnTo>
                  <a:lnTo>
                    <a:pt x="509968" y="285720"/>
                  </a:lnTo>
                  <a:lnTo>
                    <a:pt x="508826" y="285720"/>
                  </a:lnTo>
                  <a:lnTo>
                    <a:pt x="507683" y="285720"/>
                  </a:lnTo>
                  <a:lnTo>
                    <a:pt x="506606" y="285720"/>
                  </a:lnTo>
                  <a:lnTo>
                    <a:pt x="505473" y="285720"/>
                  </a:lnTo>
                  <a:lnTo>
                    <a:pt x="504330" y="285720"/>
                  </a:lnTo>
                  <a:lnTo>
                    <a:pt x="503253" y="285720"/>
                  </a:lnTo>
                  <a:lnTo>
                    <a:pt x="502120" y="285720"/>
                  </a:lnTo>
                  <a:lnTo>
                    <a:pt x="500977" y="285720"/>
                  </a:lnTo>
                  <a:lnTo>
                    <a:pt x="499901" y="285720"/>
                  </a:lnTo>
                  <a:lnTo>
                    <a:pt x="498758" y="285720"/>
                  </a:lnTo>
                  <a:lnTo>
                    <a:pt x="497624" y="285720"/>
                  </a:lnTo>
                  <a:lnTo>
                    <a:pt x="496548" y="285720"/>
                  </a:lnTo>
                  <a:lnTo>
                    <a:pt x="495405" y="285720"/>
                  </a:lnTo>
                  <a:lnTo>
                    <a:pt x="494271" y="285720"/>
                  </a:lnTo>
                  <a:lnTo>
                    <a:pt x="493195" y="285720"/>
                  </a:lnTo>
                  <a:lnTo>
                    <a:pt x="492052" y="285720"/>
                  </a:lnTo>
                  <a:lnTo>
                    <a:pt x="490918" y="285720"/>
                  </a:lnTo>
                  <a:lnTo>
                    <a:pt x="489842" y="285720"/>
                  </a:lnTo>
                  <a:lnTo>
                    <a:pt x="488699" y="285720"/>
                  </a:lnTo>
                  <a:lnTo>
                    <a:pt x="487556" y="285720"/>
                  </a:lnTo>
                  <a:lnTo>
                    <a:pt x="486480" y="285720"/>
                  </a:lnTo>
                  <a:lnTo>
                    <a:pt x="485346" y="285720"/>
                  </a:lnTo>
                  <a:lnTo>
                    <a:pt x="484203" y="285720"/>
                  </a:lnTo>
                  <a:lnTo>
                    <a:pt x="483127" y="285720"/>
                  </a:lnTo>
                  <a:lnTo>
                    <a:pt x="481993" y="285720"/>
                  </a:lnTo>
                  <a:lnTo>
                    <a:pt x="480851" y="285720"/>
                  </a:lnTo>
                  <a:lnTo>
                    <a:pt x="479774" y="285720"/>
                  </a:lnTo>
                  <a:lnTo>
                    <a:pt x="478641" y="285720"/>
                  </a:lnTo>
                  <a:lnTo>
                    <a:pt x="477498" y="285720"/>
                  </a:lnTo>
                  <a:lnTo>
                    <a:pt x="476422" y="285720"/>
                  </a:lnTo>
                  <a:lnTo>
                    <a:pt x="475279" y="285720"/>
                  </a:lnTo>
                  <a:lnTo>
                    <a:pt x="474145" y="285720"/>
                  </a:lnTo>
                  <a:lnTo>
                    <a:pt x="473069" y="285720"/>
                  </a:lnTo>
                  <a:lnTo>
                    <a:pt x="471925" y="285720"/>
                  </a:lnTo>
                  <a:lnTo>
                    <a:pt x="470792" y="285720"/>
                  </a:lnTo>
                  <a:lnTo>
                    <a:pt x="469716" y="285720"/>
                  </a:lnTo>
                  <a:lnTo>
                    <a:pt x="468573" y="285720"/>
                  </a:lnTo>
                  <a:lnTo>
                    <a:pt x="467430" y="285720"/>
                  </a:lnTo>
                  <a:lnTo>
                    <a:pt x="466354" y="285720"/>
                  </a:lnTo>
                  <a:lnTo>
                    <a:pt x="465220" y="285720"/>
                  </a:lnTo>
                  <a:lnTo>
                    <a:pt x="464077" y="285720"/>
                  </a:lnTo>
                  <a:lnTo>
                    <a:pt x="463001" y="285720"/>
                  </a:lnTo>
                  <a:lnTo>
                    <a:pt x="461867" y="285720"/>
                  </a:lnTo>
                  <a:lnTo>
                    <a:pt x="460724" y="285720"/>
                  </a:lnTo>
                  <a:lnTo>
                    <a:pt x="459591" y="285720"/>
                  </a:lnTo>
                  <a:lnTo>
                    <a:pt x="458515" y="285720"/>
                  </a:lnTo>
                  <a:lnTo>
                    <a:pt x="457372" y="285720"/>
                  </a:lnTo>
                  <a:lnTo>
                    <a:pt x="456229" y="285720"/>
                  </a:lnTo>
                  <a:lnTo>
                    <a:pt x="455152" y="285720"/>
                  </a:lnTo>
                  <a:lnTo>
                    <a:pt x="454019" y="285720"/>
                  </a:lnTo>
                  <a:lnTo>
                    <a:pt x="452875" y="285720"/>
                  </a:lnTo>
                  <a:lnTo>
                    <a:pt x="451799" y="285720"/>
                  </a:lnTo>
                  <a:lnTo>
                    <a:pt x="450666" y="285720"/>
                  </a:lnTo>
                  <a:lnTo>
                    <a:pt x="449523" y="285720"/>
                  </a:lnTo>
                  <a:lnTo>
                    <a:pt x="448447" y="285720"/>
                  </a:lnTo>
                  <a:lnTo>
                    <a:pt x="447313" y="285720"/>
                  </a:lnTo>
                  <a:lnTo>
                    <a:pt x="446170" y="285720"/>
                  </a:lnTo>
                  <a:lnTo>
                    <a:pt x="445094" y="285720"/>
                  </a:lnTo>
                  <a:lnTo>
                    <a:pt x="443951" y="285720"/>
                  </a:lnTo>
                  <a:lnTo>
                    <a:pt x="442817" y="285720"/>
                  </a:lnTo>
                  <a:lnTo>
                    <a:pt x="441741" y="285720"/>
                  </a:lnTo>
                  <a:lnTo>
                    <a:pt x="440598" y="285720"/>
                  </a:lnTo>
                  <a:lnTo>
                    <a:pt x="439465" y="285720"/>
                  </a:lnTo>
                  <a:lnTo>
                    <a:pt x="438388" y="285720"/>
                  </a:lnTo>
                  <a:lnTo>
                    <a:pt x="437245" y="285720"/>
                  </a:lnTo>
                  <a:lnTo>
                    <a:pt x="436102" y="285720"/>
                  </a:lnTo>
                  <a:lnTo>
                    <a:pt x="435026" y="285720"/>
                  </a:lnTo>
                  <a:lnTo>
                    <a:pt x="433892" y="285720"/>
                  </a:lnTo>
                  <a:lnTo>
                    <a:pt x="432749" y="285720"/>
                  </a:lnTo>
                  <a:lnTo>
                    <a:pt x="431673" y="285720"/>
                  </a:lnTo>
                  <a:lnTo>
                    <a:pt x="430540" y="285720"/>
                  </a:lnTo>
                  <a:lnTo>
                    <a:pt x="429397" y="285720"/>
                  </a:lnTo>
                  <a:lnTo>
                    <a:pt x="428320" y="285720"/>
                  </a:lnTo>
                  <a:lnTo>
                    <a:pt x="427187" y="285720"/>
                  </a:lnTo>
                  <a:lnTo>
                    <a:pt x="426044" y="285720"/>
                  </a:lnTo>
                  <a:lnTo>
                    <a:pt x="424967" y="285720"/>
                  </a:lnTo>
                  <a:lnTo>
                    <a:pt x="423824" y="285720"/>
                  </a:lnTo>
                  <a:lnTo>
                    <a:pt x="422691" y="285720"/>
                  </a:lnTo>
                  <a:lnTo>
                    <a:pt x="421615" y="285720"/>
                  </a:lnTo>
                  <a:lnTo>
                    <a:pt x="420472" y="285720"/>
                  </a:lnTo>
                  <a:lnTo>
                    <a:pt x="419338" y="285720"/>
                  </a:lnTo>
                  <a:lnTo>
                    <a:pt x="418262" y="285720"/>
                  </a:lnTo>
                  <a:lnTo>
                    <a:pt x="417119" y="285720"/>
                  </a:lnTo>
                  <a:lnTo>
                    <a:pt x="415976" y="285720"/>
                  </a:lnTo>
                  <a:lnTo>
                    <a:pt x="414899" y="285720"/>
                  </a:lnTo>
                  <a:lnTo>
                    <a:pt x="413766" y="285720"/>
                  </a:lnTo>
                  <a:lnTo>
                    <a:pt x="412623" y="285720"/>
                  </a:lnTo>
                  <a:lnTo>
                    <a:pt x="411547" y="285720"/>
                  </a:lnTo>
                  <a:lnTo>
                    <a:pt x="410414" y="285720"/>
                  </a:lnTo>
                  <a:lnTo>
                    <a:pt x="409270" y="285720"/>
                  </a:lnTo>
                  <a:lnTo>
                    <a:pt x="408194" y="285720"/>
                  </a:lnTo>
                  <a:lnTo>
                    <a:pt x="407060" y="285720"/>
                  </a:lnTo>
                  <a:lnTo>
                    <a:pt x="405917" y="285720"/>
                  </a:lnTo>
                  <a:lnTo>
                    <a:pt x="404841" y="285720"/>
                  </a:lnTo>
                  <a:lnTo>
                    <a:pt x="403698" y="285720"/>
                  </a:lnTo>
                  <a:lnTo>
                    <a:pt x="402565" y="285720"/>
                  </a:lnTo>
                  <a:lnTo>
                    <a:pt x="401488" y="285720"/>
                  </a:lnTo>
                  <a:lnTo>
                    <a:pt x="400346" y="285720"/>
                  </a:lnTo>
                  <a:lnTo>
                    <a:pt x="399212" y="285720"/>
                  </a:lnTo>
                  <a:lnTo>
                    <a:pt x="398136" y="285720"/>
                  </a:lnTo>
                  <a:lnTo>
                    <a:pt x="396993" y="285720"/>
                  </a:lnTo>
                  <a:lnTo>
                    <a:pt x="395849" y="285720"/>
                  </a:lnTo>
                  <a:lnTo>
                    <a:pt x="394773" y="285720"/>
                  </a:lnTo>
                  <a:lnTo>
                    <a:pt x="393640" y="285720"/>
                  </a:lnTo>
                  <a:lnTo>
                    <a:pt x="392497" y="285720"/>
                  </a:lnTo>
                  <a:lnTo>
                    <a:pt x="391420" y="285720"/>
                  </a:lnTo>
                  <a:lnTo>
                    <a:pt x="390287" y="285720"/>
                  </a:lnTo>
                  <a:lnTo>
                    <a:pt x="389144" y="285720"/>
                  </a:lnTo>
                  <a:lnTo>
                    <a:pt x="388068" y="285720"/>
                  </a:lnTo>
                  <a:lnTo>
                    <a:pt x="386934" y="285720"/>
                  </a:lnTo>
                  <a:lnTo>
                    <a:pt x="385791" y="285720"/>
                  </a:lnTo>
                  <a:lnTo>
                    <a:pt x="384715" y="285720"/>
                  </a:lnTo>
                  <a:lnTo>
                    <a:pt x="383572" y="285720"/>
                  </a:lnTo>
                  <a:lnTo>
                    <a:pt x="382438" y="285720"/>
                  </a:lnTo>
                  <a:lnTo>
                    <a:pt x="381296" y="285720"/>
                  </a:lnTo>
                  <a:lnTo>
                    <a:pt x="380219" y="285720"/>
                  </a:lnTo>
                  <a:lnTo>
                    <a:pt x="379086" y="285720"/>
                  </a:lnTo>
                  <a:lnTo>
                    <a:pt x="377943" y="285720"/>
                  </a:lnTo>
                  <a:lnTo>
                    <a:pt x="376866" y="285720"/>
                  </a:lnTo>
                  <a:lnTo>
                    <a:pt x="375723" y="285720"/>
                  </a:lnTo>
                  <a:lnTo>
                    <a:pt x="374590" y="285720"/>
                  </a:lnTo>
                  <a:lnTo>
                    <a:pt x="373513" y="285720"/>
                  </a:lnTo>
                  <a:lnTo>
                    <a:pt x="372370" y="285720"/>
                  </a:lnTo>
                  <a:lnTo>
                    <a:pt x="371237" y="285720"/>
                  </a:lnTo>
                  <a:lnTo>
                    <a:pt x="370161" y="285720"/>
                  </a:lnTo>
                  <a:lnTo>
                    <a:pt x="369018" y="285720"/>
                  </a:lnTo>
                  <a:lnTo>
                    <a:pt x="367884" y="285720"/>
                  </a:lnTo>
                  <a:lnTo>
                    <a:pt x="366808" y="285720"/>
                  </a:lnTo>
                  <a:lnTo>
                    <a:pt x="365665" y="285720"/>
                  </a:lnTo>
                  <a:lnTo>
                    <a:pt x="364522" y="285720"/>
                  </a:lnTo>
                  <a:lnTo>
                    <a:pt x="363445" y="285720"/>
                  </a:lnTo>
                  <a:lnTo>
                    <a:pt x="362312" y="285720"/>
                  </a:lnTo>
                  <a:lnTo>
                    <a:pt x="361169" y="285720"/>
                  </a:lnTo>
                  <a:lnTo>
                    <a:pt x="360093" y="285720"/>
                  </a:lnTo>
                  <a:lnTo>
                    <a:pt x="358959" y="285720"/>
                  </a:lnTo>
                  <a:lnTo>
                    <a:pt x="357816" y="285720"/>
                  </a:lnTo>
                  <a:lnTo>
                    <a:pt x="356740" y="285720"/>
                  </a:lnTo>
                  <a:lnTo>
                    <a:pt x="355606" y="285720"/>
                  </a:lnTo>
                  <a:lnTo>
                    <a:pt x="354463" y="285720"/>
                  </a:lnTo>
                  <a:lnTo>
                    <a:pt x="353387" y="285720"/>
                  </a:lnTo>
                  <a:lnTo>
                    <a:pt x="352244" y="285720"/>
                  </a:lnTo>
                  <a:lnTo>
                    <a:pt x="351111" y="285720"/>
                  </a:lnTo>
                  <a:lnTo>
                    <a:pt x="350034" y="285720"/>
                  </a:lnTo>
                  <a:lnTo>
                    <a:pt x="348891" y="285720"/>
                  </a:lnTo>
                  <a:lnTo>
                    <a:pt x="347758" y="285720"/>
                  </a:lnTo>
                  <a:lnTo>
                    <a:pt x="346681" y="285720"/>
                  </a:lnTo>
                  <a:lnTo>
                    <a:pt x="345538" y="285720"/>
                  </a:lnTo>
                  <a:lnTo>
                    <a:pt x="344395" y="285720"/>
                  </a:lnTo>
                  <a:lnTo>
                    <a:pt x="343329" y="285720"/>
                  </a:lnTo>
                  <a:lnTo>
                    <a:pt x="342186" y="285720"/>
                  </a:lnTo>
                  <a:lnTo>
                    <a:pt x="341043" y="285720"/>
                  </a:lnTo>
                  <a:lnTo>
                    <a:pt x="339966" y="285720"/>
                  </a:lnTo>
                  <a:lnTo>
                    <a:pt x="338833" y="285720"/>
                  </a:lnTo>
                  <a:lnTo>
                    <a:pt x="337690" y="285720"/>
                  </a:lnTo>
                  <a:lnTo>
                    <a:pt x="336613" y="285720"/>
                  </a:lnTo>
                  <a:lnTo>
                    <a:pt x="335480" y="285720"/>
                  </a:lnTo>
                  <a:lnTo>
                    <a:pt x="334337" y="285720"/>
                  </a:lnTo>
                  <a:lnTo>
                    <a:pt x="333261" y="285720"/>
                  </a:lnTo>
                  <a:lnTo>
                    <a:pt x="332118" y="285720"/>
                  </a:lnTo>
                  <a:lnTo>
                    <a:pt x="330984" y="285720"/>
                  </a:lnTo>
                  <a:lnTo>
                    <a:pt x="329908" y="285720"/>
                  </a:lnTo>
                  <a:lnTo>
                    <a:pt x="328765" y="285720"/>
                  </a:lnTo>
                  <a:lnTo>
                    <a:pt x="327631" y="285720"/>
                  </a:lnTo>
                  <a:lnTo>
                    <a:pt x="326555" y="285720"/>
                  </a:lnTo>
                  <a:lnTo>
                    <a:pt x="325412" y="285720"/>
                  </a:lnTo>
                  <a:lnTo>
                    <a:pt x="324279" y="285720"/>
                  </a:lnTo>
                  <a:lnTo>
                    <a:pt x="323203" y="285720"/>
                  </a:lnTo>
                  <a:lnTo>
                    <a:pt x="322060" y="285720"/>
                  </a:lnTo>
                  <a:lnTo>
                    <a:pt x="320916" y="285720"/>
                  </a:lnTo>
                  <a:lnTo>
                    <a:pt x="319840" y="285720"/>
                  </a:lnTo>
                  <a:lnTo>
                    <a:pt x="318706" y="285720"/>
                  </a:lnTo>
                  <a:lnTo>
                    <a:pt x="317563" y="285720"/>
                  </a:lnTo>
                  <a:lnTo>
                    <a:pt x="316487" y="285720"/>
                  </a:lnTo>
                  <a:lnTo>
                    <a:pt x="315354" y="285720"/>
                  </a:lnTo>
                  <a:lnTo>
                    <a:pt x="314211" y="285720"/>
                  </a:lnTo>
                  <a:lnTo>
                    <a:pt x="313135" y="285720"/>
                  </a:lnTo>
                  <a:lnTo>
                    <a:pt x="312001" y="285720"/>
                  </a:lnTo>
                  <a:lnTo>
                    <a:pt x="310858" y="285720"/>
                  </a:lnTo>
                  <a:lnTo>
                    <a:pt x="309782" y="285720"/>
                  </a:lnTo>
                  <a:lnTo>
                    <a:pt x="308639" y="285720"/>
                  </a:lnTo>
                  <a:lnTo>
                    <a:pt x="307505" y="285720"/>
                  </a:lnTo>
                  <a:lnTo>
                    <a:pt x="306362" y="285720"/>
                  </a:lnTo>
                  <a:lnTo>
                    <a:pt x="305286" y="285720"/>
                  </a:lnTo>
                  <a:lnTo>
                    <a:pt x="304153" y="285720"/>
                  </a:lnTo>
                  <a:lnTo>
                    <a:pt x="303010" y="285720"/>
                  </a:lnTo>
                  <a:lnTo>
                    <a:pt x="301933" y="285720"/>
                  </a:lnTo>
                  <a:lnTo>
                    <a:pt x="300790" y="285720"/>
                  </a:lnTo>
                  <a:lnTo>
                    <a:pt x="299656" y="285720"/>
                  </a:lnTo>
                  <a:lnTo>
                    <a:pt x="298580" y="285720"/>
                  </a:lnTo>
                  <a:lnTo>
                    <a:pt x="297437" y="285720"/>
                  </a:lnTo>
                  <a:lnTo>
                    <a:pt x="296304" y="285720"/>
                  </a:lnTo>
                  <a:lnTo>
                    <a:pt x="295228" y="285720"/>
                  </a:lnTo>
                  <a:lnTo>
                    <a:pt x="294085" y="285720"/>
                  </a:lnTo>
                  <a:lnTo>
                    <a:pt x="292951" y="285720"/>
                  </a:lnTo>
                  <a:lnTo>
                    <a:pt x="291875" y="285720"/>
                  </a:lnTo>
                  <a:lnTo>
                    <a:pt x="290732" y="285720"/>
                  </a:lnTo>
                  <a:lnTo>
                    <a:pt x="289589" y="285720"/>
                  </a:lnTo>
                  <a:lnTo>
                    <a:pt x="288512" y="285720"/>
                  </a:lnTo>
                  <a:lnTo>
                    <a:pt x="287379" y="285720"/>
                  </a:lnTo>
                  <a:lnTo>
                    <a:pt x="286236" y="285720"/>
                  </a:lnTo>
                  <a:lnTo>
                    <a:pt x="285160" y="285720"/>
                  </a:lnTo>
                  <a:lnTo>
                    <a:pt x="284026" y="285720"/>
                  </a:lnTo>
                  <a:lnTo>
                    <a:pt x="282883" y="285720"/>
                  </a:lnTo>
                  <a:lnTo>
                    <a:pt x="281807" y="285720"/>
                  </a:lnTo>
                  <a:lnTo>
                    <a:pt x="280673" y="285720"/>
                  </a:lnTo>
                  <a:lnTo>
                    <a:pt x="279530" y="285720"/>
                  </a:lnTo>
                  <a:lnTo>
                    <a:pt x="278454" y="285720"/>
                  </a:lnTo>
                  <a:lnTo>
                    <a:pt x="277311" y="285720"/>
                  </a:lnTo>
                  <a:lnTo>
                    <a:pt x="276178" y="285720"/>
                  </a:lnTo>
                  <a:lnTo>
                    <a:pt x="275101" y="285720"/>
                  </a:lnTo>
                  <a:lnTo>
                    <a:pt x="273958" y="285720"/>
                  </a:lnTo>
                  <a:lnTo>
                    <a:pt x="272825" y="285720"/>
                  </a:lnTo>
                  <a:lnTo>
                    <a:pt x="271748" y="285720"/>
                  </a:lnTo>
                  <a:lnTo>
                    <a:pt x="270605" y="285720"/>
                  </a:lnTo>
                  <a:lnTo>
                    <a:pt x="269462" y="285720"/>
                  </a:lnTo>
                  <a:lnTo>
                    <a:pt x="268386" y="285720"/>
                  </a:lnTo>
                  <a:lnTo>
                    <a:pt x="267252" y="285720"/>
                  </a:lnTo>
                  <a:lnTo>
                    <a:pt x="266110" y="285720"/>
                  </a:lnTo>
                  <a:lnTo>
                    <a:pt x="265033" y="285720"/>
                  </a:lnTo>
                  <a:lnTo>
                    <a:pt x="263900" y="285720"/>
                  </a:lnTo>
                  <a:lnTo>
                    <a:pt x="262757" y="285720"/>
                  </a:lnTo>
                  <a:lnTo>
                    <a:pt x="261680" y="285720"/>
                  </a:lnTo>
                  <a:lnTo>
                    <a:pt x="260537" y="285720"/>
                  </a:lnTo>
                  <a:lnTo>
                    <a:pt x="259404" y="285720"/>
                  </a:lnTo>
                  <a:lnTo>
                    <a:pt x="258327" y="285720"/>
                  </a:lnTo>
                  <a:lnTo>
                    <a:pt x="257184" y="285720"/>
                  </a:lnTo>
                  <a:lnTo>
                    <a:pt x="256051" y="285720"/>
                  </a:lnTo>
                  <a:lnTo>
                    <a:pt x="254975" y="285720"/>
                  </a:lnTo>
                  <a:lnTo>
                    <a:pt x="253832" y="285720"/>
                  </a:lnTo>
                  <a:lnTo>
                    <a:pt x="252698" y="285720"/>
                  </a:lnTo>
                  <a:lnTo>
                    <a:pt x="251622" y="285720"/>
                  </a:lnTo>
                  <a:lnTo>
                    <a:pt x="250479" y="285720"/>
                  </a:lnTo>
                  <a:lnTo>
                    <a:pt x="249336" y="285720"/>
                  </a:lnTo>
                  <a:lnTo>
                    <a:pt x="248259" y="285720"/>
                  </a:lnTo>
                  <a:lnTo>
                    <a:pt x="247126" y="285720"/>
                  </a:lnTo>
                  <a:lnTo>
                    <a:pt x="245983" y="285720"/>
                  </a:lnTo>
                  <a:lnTo>
                    <a:pt x="244907" y="285720"/>
                  </a:lnTo>
                  <a:lnTo>
                    <a:pt x="243773" y="285720"/>
                  </a:lnTo>
                  <a:lnTo>
                    <a:pt x="242630" y="285720"/>
                  </a:lnTo>
                  <a:lnTo>
                    <a:pt x="241554" y="285720"/>
                  </a:lnTo>
                  <a:lnTo>
                    <a:pt x="240420" y="285720"/>
                  </a:lnTo>
                  <a:lnTo>
                    <a:pt x="239277" y="285720"/>
                  </a:lnTo>
                  <a:lnTo>
                    <a:pt x="238201" y="285720"/>
                  </a:lnTo>
                  <a:lnTo>
                    <a:pt x="237058" y="285720"/>
                  </a:lnTo>
                  <a:lnTo>
                    <a:pt x="235925" y="285720"/>
                  </a:lnTo>
                  <a:lnTo>
                    <a:pt x="234849" y="285720"/>
                  </a:lnTo>
                  <a:lnTo>
                    <a:pt x="233706" y="285720"/>
                  </a:lnTo>
                  <a:lnTo>
                    <a:pt x="232572" y="285720"/>
                  </a:lnTo>
                  <a:lnTo>
                    <a:pt x="231496" y="285720"/>
                  </a:lnTo>
                  <a:lnTo>
                    <a:pt x="230352" y="285720"/>
                  </a:lnTo>
                  <a:lnTo>
                    <a:pt x="229209" y="285720"/>
                  </a:lnTo>
                  <a:lnTo>
                    <a:pt x="228076" y="285720"/>
                  </a:lnTo>
                  <a:lnTo>
                    <a:pt x="227000" y="285720"/>
                  </a:lnTo>
                  <a:lnTo>
                    <a:pt x="225857" y="285720"/>
                  </a:lnTo>
                  <a:lnTo>
                    <a:pt x="224723" y="285720"/>
                  </a:lnTo>
                  <a:lnTo>
                    <a:pt x="223647" y="285720"/>
                  </a:lnTo>
                  <a:lnTo>
                    <a:pt x="222504" y="285720"/>
                  </a:lnTo>
                  <a:lnTo>
                    <a:pt x="221370" y="285720"/>
                  </a:lnTo>
                  <a:lnTo>
                    <a:pt x="220294" y="285720"/>
                  </a:lnTo>
                  <a:lnTo>
                    <a:pt x="219151" y="285720"/>
                  </a:lnTo>
                  <a:lnTo>
                    <a:pt x="218008" y="285720"/>
                  </a:lnTo>
                  <a:lnTo>
                    <a:pt x="216932" y="285720"/>
                  </a:lnTo>
                  <a:lnTo>
                    <a:pt x="215799" y="285720"/>
                  </a:lnTo>
                  <a:lnTo>
                    <a:pt x="214656" y="285720"/>
                  </a:lnTo>
                  <a:lnTo>
                    <a:pt x="213579" y="285720"/>
                  </a:lnTo>
                  <a:lnTo>
                    <a:pt x="212446" y="285720"/>
                  </a:lnTo>
                  <a:lnTo>
                    <a:pt x="211302" y="285720"/>
                  </a:lnTo>
                  <a:lnTo>
                    <a:pt x="210226" y="285720"/>
                  </a:lnTo>
                  <a:lnTo>
                    <a:pt x="209093" y="285720"/>
                  </a:lnTo>
                  <a:lnTo>
                    <a:pt x="207950" y="285720"/>
                  </a:lnTo>
                  <a:lnTo>
                    <a:pt x="206874" y="285720"/>
                  </a:lnTo>
                  <a:lnTo>
                    <a:pt x="205731" y="285720"/>
                  </a:lnTo>
                  <a:lnTo>
                    <a:pt x="204597" y="285720"/>
                  </a:lnTo>
                  <a:lnTo>
                    <a:pt x="203521" y="285720"/>
                  </a:lnTo>
                  <a:lnTo>
                    <a:pt x="202378" y="285720"/>
                  </a:lnTo>
                  <a:lnTo>
                    <a:pt x="201244" y="285720"/>
                  </a:lnTo>
                  <a:lnTo>
                    <a:pt x="200168" y="285720"/>
                  </a:lnTo>
                  <a:lnTo>
                    <a:pt x="199025" y="285720"/>
                  </a:lnTo>
                  <a:lnTo>
                    <a:pt x="197882" y="285720"/>
                  </a:lnTo>
                  <a:lnTo>
                    <a:pt x="196806" y="285720"/>
                  </a:lnTo>
                  <a:lnTo>
                    <a:pt x="195672" y="285720"/>
                  </a:lnTo>
                  <a:lnTo>
                    <a:pt x="194529" y="285720"/>
                  </a:lnTo>
                  <a:lnTo>
                    <a:pt x="193453" y="285720"/>
                  </a:lnTo>
                  <a:lnTo>
                    <a:pt x="192319" y="285720"/>
                  </a:lnTo>
                  <a:lnTo>
                    <a:pt x="191176" y="285720"/>
                  </a:lnTo>
                  <a:lnTo>
                    <a:pt x="190100" y="285720"/>
                  </a:lnTo>
                  <a:lnTo>
                    <a:pt x="188967" y="285720"/>
                  </a:lnTo>
                  <a:lnTo>
                    <a:pt x="187824" y="285720"/>
                  </a:lnTo>
                  <a:lnTo>
                    <a:pt x="186747" y="285720"/>
                  </a:lnTo>
                  <a:lnTo>
                    <a:pt x="185604" y="285720"/>
                  </a:lnTo>
                  <a:lnTo>
                    <a:pt x="184471" y="285720"/>
                  </a:lnTo>
                  <a:lnTo>
                    <a:pt x="183394" y="285720"/>
                  </a:lnTo>
                  <a:lnTo>
                    <a:pt x="182251" y="285720"/>
                  </a:lnTo>
                  <a:lnTo>
                    <a:pt x="181118" y="285720"/>
                  </a:lnTo>
                  <a:lnTo>
                    <a:pt x="180042" y="285720"/>
                  </a:lnTo>
                  <a:lnTo>
                    <a:pt x="178899" y="285720"/>
                  </a:lnTo>
                  <a:lnTo>
                    <a:pt x="177756" y="285720"/>
                  </a:lnTo>
                  <a:lnTo>
                    <a:pt x="176689" y="285720"/>
                  </a:lnTo>
                  <a:lnTo>
                    <a:pt x="175546" y="285720"/>
                  </a:lnTo>
                  <a:lnTo>
                    <a:pt x="174403" y="285720"/>
                  </a:lnTo>
                  <a:lnTo>
                    <a:pt x="173326" y="285720"/>
                  </a:lnTo>
                  <a:lnTo>
                    <a:pt x="172193" y="285720"/>
                  </a:lnTo>
                  <a:lnTo>
                    <a:pt x="171050" y="285720"/>
                  </a:lnTo>
                  <a:lnTo>
                    <a:pt x="169974" y="285720"/>
                  </a:lnTo>
                  <a:lnTo>
                    <a:pt x="168840" y="285720"/>
                  </a:lnTo>
                  <a:lnTo>
                    <a:pt x="167697" y="285720"/>
                  </a:lnTo>
                  <a:lnTo>
                    <a:pt x="166621" y="285720"/>
                  </a:lnTo>
                  <a:lnTo>
                    <a:pt x="165478" y="285720"/>
                  </a:lnTo>
                  <a:lnTo>
                    <a:pt x="164344" y="285720"/>
                  </a:lnTo>
                  <a:lnTo>
                    <a:pt x="163268" y="285720"/>
                  </a:lnTo>
                  <a:lnTo>
                    <a:pt x="162125" y="285720"/>
                  </a:lnTo>
                  <a:lnTo>
                    <a:pt x="160992" y="285720"/>
                  </a:lnTo>
                  <a:lnTo>
                    <a:pt x="159915" y="285720"/>
                  </a:lnTo>
                  <a:lnTo>
                    <a:pt x="158772" y="285720"/>
                  </a:lnTo>
                  <a:lnTo>
                    <a:pt x="157639" y="285720"/>
                  </a:lnTo>
                  <a:lnTo>
                    <a:pt x="156563" y="285720"/>
                  </a:lnTo>
                  <a:lnTo>
                    <a:pt x="155419" y="285720"/>
                  </a:lnTo>
                  <a:lnTo>
                    <a:pt x="154276" y="285720"/>
                  </a:lnTo>
                  <a:lnTo>
                    <a:pt x="153200" y="285720"/>
                  </a:lnTo>
                  <a:lnTo>
                    <a:pt x="152066" y="285720"/>
                  </a:lnTo>
                  <a:lnTo>
                    <a:pt x="150924" y="285720"/>
                  </a:lnTo>
                  <a:lnTo>
                    <a:pt x="149790" y="285720"/>
                  </a:lnTo>
                  <a:lnTo>
                    <a:pt x="148714" y="285720"/>
                  </a:lnTo>
                  <a:lnTo>
                    <a:pt x="147571" y="285720"/>
                  </a:lnTo>
                  <a:lnTo>
                    <a:pt x="146428" y="285720"/>
                  </a:lnTo>
                  <a:lnTo>
                    <a:pt x="145361" y="285720"/>
                  </a:lnTo>
                  <a:lnTo>
                    <a:pt x="144218" y="285720"/>
                  </a:lnTo>
                  <a:lnTo>
                    <a:pt x="143075" y="285720"/>
                  </a:lnTo>
                  <a:lnTo>
                    <a:pt x="141999" y="285720"/>
                  </a:lnTo>
                  <a:lnTo>
                    <a:pt x="140865" y="285720"/>
                  </a:lnTo>
                  <a:lnTo>
                    <a:pt x="139722" y="285720"/>
                  </a:lnTo>
                  <a:lnTo>
                    <a:pt x="138646" y="285720"/>
                  </a:lnTo>
                  <a:lnTo>
                    <a:pt x="137513" y="285720"/>
                  </a:lnTo>
                  <a:lnTo>
                    <a:pt x="136369" y="285720"/>
                  </a:lnTo>
                  <a:lnTo>
                    <a:pt x="135293" y="285720"/>
                  </a:lnTo>
                  <a:lnTo>
                    <a:pt x="134150" y="285720"/>
                  </a:lnTo>
                  <a:lnTo>
                    <a:pt x="133016" y="285720"/>
                  </a:lnTo>
                  <a:lnTo>
                    <a:pt x="131940" y="285720"/>
                  </a:lnTo>
                  <a:lnTo>
                    <a:pt x="130797" y="285720"/>
                  </a:lnTo>
                  <a:lnTo>
                    <a:pt x="129664" y="285720"/>
                  </a:lnTo>
                  <a:lnTo>
                    <a:pt x="128588" y="285720"/>
                  </a:lnTo>
                  <a:lnTo>
                    <a:pt x="127445" y="285720"/>
                  </a:lnTo>
                  <a:lnTo>
                    <a:pt x="126302" y="285720"/>
                  </a:lnTo>
                  <a:lnTo>
                    <a:pt x="125225" y="285720"/>
                  </a:lnTo>
                  <a:lnTo>
                    <a:pt x="124092" y="285720"/>
                  </a:lnTo>
                  <a:lnTo>
                    <a:pt x="122948" y="285720"/>
                  </a:lnTo>
                  <a:lnTo>
                    <a:pt x="121872" y="285720"/>
                  </a:lnTo>
                  <a:lnTo>
                    <a:pt x="120739" y="285720"/>
                  </a:lnTo>
                  <a:lnTo>
                    <a:pt x="119596" y="285720"/>
                  </a:lnTo>
                  <a:lnTo>
                    <a:pt x="118520" y="285720"/>
                  </a:lnTo>
                  <a:lnTo>
                    <a:pt x="117386" y="285720"/>
                  </a:lnTo>
                  <a:lnTo>
                    <a:pt x="116243" y="285720"/>
                  </a:lnTo>
                  <a:lnTo>
                    <a:pt x="115167" y="285720"/>
                  </a:lnTo>
                  <a:lnTo>
                    <a:pt x="114024" y="285720"/>
                  </a:lnTo>
                  <a:lnTo>
                    <a:pt x="112890" y="285720"/>
                  </a:lnTo>
                  <a:lnTo>
                    <a:pt x="111814" y="285720"/>
                  </a:lnTo>
                  <a:lnTo>
                    <a:pt x="110671" y="285720"/>
                  </a:lnTo>
                  <a:lnTo>
                    <a:pt x="109538" y="285720"/>
                  </a:lnTo>
                  <a:lnTo>
                    <a:pt x="108461" y="285720"/>
                  </a:lnTo>
                  <a:lnTo>
                    <a:pt x="107318" y="285720"/>
                  </a:lnTo>
                  <a:lnTo>
                    <a:pt x="106175" y="285720"/>
                  </a:lnTo>
                  <a:lnTo>
                    <a:pt x="105108" y="285720"/>
                  </a:lnTo>
                  <a:lnTo>
                    <a:pt x="103965" y="285720"/>
                  </a:lnTo>
                  <a:lnTo>
                    <a:pt x="102822" y="285720"/>
                  </a:lnTo>
                  <a:lnTo>
                    <a:pt x="101746" y="285720"/>
                  </a:lnTo>
                  <a:lnTo>
                    <a:pt x="100613" y="285720"/>
                  </a:lnTo>
                  <a:lnTo>
                    <a:pt x="99470" y="285720"/>
                  </a:lnTo>
                  <a:lnTo>
                    <a:pt x="98393" y="285720"/>
                  </a:lnTo>
                  <a:lnTo>
                    <a:pt x="97260" y="285720"/>
                  </a:lnTo>
                  <a:lnTo>
                    <a:pt x="96117" y="285720"/>
                  </a:lnTo>
                  <a:lnTo>
                    <a:pt x="95040" y="285720"/>
                  </a:lnTo>
                  <a:lnTo>
                    <a:pt x="93897" y="285720"/>
                  </a:lnTo>
                  <a:lnTo>
                    <a:pt x="92764" y="285720"/>
                  </a:lnTo>
                  <a:lnTo>
                    <a:pt x="91688" y="285720"/>
                  </a:lnTo>
                  <a:lnTo>
                    <a:pt x="90545" y="285720"/>
                  </a:lnTo>
                  <a:lnTo>
                    <a:pt x="89411" y="285720"/>
                  </a:lnTo>
                  <a:lnTo>
                    <a:pt x="88335" y="285720"/>
                  </a:lnTo>
                  <a:lnTo>
                    <a:pt x="87192" y="285720"/>
                  </a:lnTo>
                  <a:lnTo>
                    <a:pt x="86058" y="285720"/>
                  </a:lnTo>
                  <a:lnTo>
                    <a:pt x="84982" y="285720"/>
                  </a:lnTo>
                  <a:lnTo>
                    <a:pt x="83839" y="285720"/>
                  </a:lnTo>
                  <a:lnTo>
                    <a:pt x="82696" y="285720"/>
                  </a:lnTo>
                  <a:lnTo>
                    <a:pt x="81620" y="285720"/>
                  </a:lnTo>
                  <a:lnTo>
                    <a:pt x="80487" y="285720"/>
                  </a:lnTo>
                  <a:lnTo>
                    <a:pt x="79343" y="285720"/>
                  </a:lnTo>
                  <a:lnTo>
                    <a:pt x="78267" y="285720"/>
                  </a:lnTo>
                  <a:lnTo>
                    <a:pt x="77133" y="285720"/>
                  </a:lnTo>
                  <a:lnTo>
                    <a:pt x="75990" y="285720"/>
                  </a:lnTo>
                  <a:lnTo>
                    <a:pt x="74847" y="285720"/>
                  </a:lnTo>
                  <a:lnTo>
                    <a:pt x="73781" y="285720"/>
                  </a:lnTo>
                  <a:lnTo>
                    <a:pt x="72638" y="285720"/>
                  </a:lnTo>
                  <a:lnTo>
                    <a:pt x="71495" y="285720"/>
                  </a:lnTo>
                  <a:lnTo>
                    <a:pt x="70419" y="285720"/>
                  </a:lnTo>
                  <a:lnTo>
                    <a:pt x="69285" y="285720"/>
                  </a:lnTo>
                  <a:lnTo>
                    <a:pt x="68142" y="285720"/>
                  </a:lnTo>
                  <a:lnTo>
                    <a:pt x="67066" y="285720"/>
                  </a:lnTo>
                  <a:lnTo>
                    <a:pt x="65932" y="285720"/>
                  </a:lnTo>
                  <a:lnTo>
                    <a:pt x="64789" y="285720"/>
                  </a:lnTo>
                  <a:lnTo>
                    <a:pt x="63713" y="285720"/>
                  </a:lnTo>
                  <a:lnTo>
                    <a:pt x="62570" y="285720"/>
                  </a:lnTo>
                  <a:lnTo>
                    <a:pt x="61437" y="285720"/>
                  </a:lnTo>
                  <a:lnTo>
                    <a:pt x="60360" y="285720"/>
                  </a:lnTo>
                  <a:lnTo>
                    <a:pt x="59217" y="285720"/>
                  </a:lnTo>
                  <a:lnTo>
                    <a:pt x="58083" y="285720"/>
                  </a:lnTo>
                  <a:lnTo>
                    <a:pt x="57007" y="285720"/>
                  </a:lnTo>
                  <a:lnTo>
                    <a:pt x="55864" y="285720"/>
                  </a:lnTo>
                  <a:lnTo>
                    <a:pt x="54721" y="285720"/>
                  </a:lnTo>
                  <a:lnTo>
                    <a:pt x="53654" y="285720"/>
                  </a:lnTo>
                  <a:lnTo>
                    <a:pt x="52512" y="285720"/>
                  </a:lnTo>
                  <a:lnTo>
                    <a:pt x="51369" y="285720"/>
                  </a:lnTo>
                  <a:lnTo>
                    <a:pt x="50292" y="285720"/>
                  </a:lnTo>
                  <a:lnTo>
                    <a:pt x="49159" y="285720"/>
                  </a:lnTo>
                  <a:lnTo>
                    <a:pt x="48016" y="285720"/>
                  </a:lnTo>
                  <a:lnTo>
                    <a:pt x="46939" y="285720"/>
                  </a:lnTo>
                  <a:lnTo>
                    <a:pt x="45806" y="285720"/>
                  </a:lnTo>
                  <a:lnTo>
                    <a:pt x="44663" y="285720"/>
                  </a:lnTo>
                  <a:lnTo>
                    <a:pt x="43586" y="285720"/>
                  </a:lnTo>
                  <a:lnTo>
                    <a:pt x="42444" y="285720"/>
                  </a:lnTo>
                  <a:lnTo>
                    <a:pt x="41310" y="285720"/>
                  </a:lnTo>
                  <a:lnTo>
                    <a:pt x="40234" y="285720"/>
                  </a:lnTo>
                  <a:lnTo>
                    <a:pt x="39091" y="285720"/>
                  </a:lnTo>
                  <a:lnTo>
                    <a:pt x="37957" y="285720"/>
                  </a:lnTo>
                  <a:lnTo>
                    <a:pt x="36881" y="285720"/>
                  </a:lnTo>
                  <a:lnTo>
                    <a:pt x="35738" y="285720"/>
                  </a:lnTo>
                  <a:lnTo>
                    <a:pt x="34604" y="285720"/>
                  </a:lnTo>
                  <a:lnTo>
                    <a:pt x="33528" y="285720"/>
                  </a:lnTo>
                  <a:lnTo>
                    <a:pt x="32385" y="285720"/>
                  </a:lnTo>
                  <a:lnTo>
                    <a:pt x="31242" y="285720"/>
                  </a:lnTo>
                  <a:lnTo>
                    <a:pt x="30166" y="285720"/>
                  </a:lnTo>
                  <a:lnTo>
                    <a:pt x="29032" y="285720"/>
                  </a:lnTo>
                  <a:lnTo>
                    <a:pt x="27889" y="285720"/>
                  </a:lnTo>
                  <a:lnTo>
                    <a:pt x="26813" y="285720"/>
                  </a:lnTo>
                  <a:lnTo>
                    <a:pt x="25679" y="285720"/>
                  </a:lnTo>
                  <a:lnTo>
                    <a:pt x="24536" y="285720"/>
                  </a:lnTo>
                  <a:lnTo>
                    <a:pt x="23460" y="285720"/>
                  </a:lnTo>
                  <a:lnTo>
                    <a:pt x="22327" y="285720"/>
                  </a:lnTo>
                  <a:lnTo>
                    <a:pt x="21184" y="285720"/>
                  </a:lnTo>
                  <a:lnTo>
                    <a:pt x="20107" y="285720"/>
                  </a:lnTo>
                  <a:lnTo>
                    <a:pt x="18964" y="285720"/>
                  </a:lnTo>
                  <a:lnTo>
                    <a:pt x="17831" y="285720"/>
                  </a:lnTo>
                  <a:lnTo>
                    <a:pt x="16754" y="285720"/>
                  </a:lnTo>
                  <a:lnTo>
                    <a:pt x="15611" y="285720"/>
                  </a:lnTo>
                  <a:lnTo>
                    <a:pt x="14478" y="285720"/>
                  </a:lnTo>
                  <a:lnTo>
                    <a:pt x="13402" y="285720"/>
                  </a:lnTo>
                  <a:lnTo>
                    <a:pt x="12259" y="285720"/>
                  </a:lnTo>
                  <a:lnTo>
                    <a:pt x="11116" y="285720"/>
                  </a:lnTo>
                  <a:lnTo>
                    <a:pt x="10049" y="285720"/>
                  </a:lnTo>
                  <a:lnTo>
                    <a:pt x="8906" y="285720"/>
                  </a:lnTo>
                  <a:lnTo>
                    <a:pt x="7763" y="285720"/>
                  </a:lnTo>
                  <a:lnTo>
                    <a:pt x="6686" y="285720"/>
                  </a:lnTo>
                  <a:lnTo>
                    <a:pt x="5553" y="285720"/>
                  </a:lnTo>
                  <a:lnTo>
                    <a:pt x="4410" y="285720"/>
                  </a:lnTo>
                  <a:lnTo>
                    <a:pt x="3334" y="285720"/>
                  </a:lnTo>
                  <a:lnTo>
                    <a:pt x="2200" y="285720"/>
                  </a:lnTo>
                  <a:lnTo>
                    <a:pt x="1057" y="285720"/>
                  </a:lnTo>
                  <a:lnTo>
                    <a:pt x="-19" y="285720"/>
                  </a:lnTo>
                  <a:close/>
                </a:path>
              </a:pathLst>
            </a:custGeom>
            <a:solidFill>
              <a:srgbClr val="A8DADC">
                <a:alpha val="50000"/>
              </a:srgbClr>
            </a:solidFill>
            <a:ln w="9525" cap="flat">
              <a:noFill/>
              <a:prstDash val="solid"/>
              <a:round/>
            </a:ln>
          </p:spPr>
          <p:txBody>
            <a:bodyPr/>
            <a:lstStyle/>
            <a:p>
              <a:endParaRPr lang="zh-CN" altLang="en-US" sz="2190"/>
            </a:p>
          </p:txBody>
        </p:sp>
        <p:sp>
          <p:nvSpPr>
            <p:cNvPr id="1069" name="任意多边形: 形状 1068"/>
            <p:cNvSpPr/>
            <p:nvPr/>
          </p:nvSpPr>
          <p:spPr>
            <a:xfrm>
              <a:off x="6205999" y="5717109"/>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1070" name="任意多边形: 形状 1069"/>
            <p:cNvSpPr/>
            <p:nvPr/>
          </p:nvSpPr>
          <p:spPr>
            <a:xfrm>
              <a:off x="6053599" y="5498034"/>
              <a:ext cx="571500" cy="285750"/>
            </a:xfrm>
            <a:custGeom>
              <a:avLst/>
              <a:gdLst>
                <a:gd name="csX0" fmla="*/ -19 w 571500"/>
                <a:gd name="csY0" fmla="*/ 284301 h 285750"/>
                <a:gd name="csX1" fmla="*/ 1057 w 571500"/>
                <a:gd name="csY1" fmla="*/ 283929 h 285750"/>
                <a:gd name="csX2" fmla="*/ 2200 w 571500"/>
                <a:gd name="csY2" fmla="*/ 283558 h 285750"/>
                <a:gd name="csX3" fmla="*/ 3334 w 571500"/>
                <a:gd name="csY3" fmla="*/ 283120 h 285750"/>
                <a:gd name="csX4" fmla="*/ 4410 w 571500"/>
                <a:gd name="csY4" fmla="*/ 282567 h 285750"/>
                <a:gd name="csX5" fmla="*/ 5553 w 571500"/>
                <a:gd name="csY5" fmla="*/ 281891 h 285750"/>
                <a:gd name="csX6" fmla="*/ 6686 w 571500"/>
                <a:gd name="csY6" fmla="*/ 281148 h 285750"/>
                <a:gd name="csX7" fmla="*/ 7763 w 571500"/>
                <a:gd name="csY7" fmla="*/ 280281 h 285750"/>
                <a:gd name="csX8" fmla="*/ 8906 w 571500"/>
                <a:gd name="csY8" fmla="*/ 279291 h 285750"/>
                <a:gd name="csX9" fmla="*/ 10049 w 571500"/>
                <a:gd name="csY9" fmla="*/ 278176 h 285750"/>
                <a:gd name="csX10" fmla="*/ 11116 w 571500"/>
                <a:gd name="csY10" fmla="*/ 276814 h 285750"/>
                <a:gd name="csX11" fmla="*/ 12259 w 571500"/>
                <a:gd name="csY11" fmla="*/ 275271 h 285750"/>
                <a:gd name="csX12" fmla="*/ 13402 w 571500"/>
                <a:gd name="csY12" fmla="*/ 273538 h 285750"/>
                <a:gd name="csX13" fmla="*/ 14478 w 571500"/>
                <a:gd name="csY13" fmla="*/ 271623 h 285750"/>
                <a:gd name="csX14" fmla="*/ 15611 w 571500"/>
                <a:gd name="csY14" fmla="*/ 269461 h 285750"/>
                <a:gd name="csX15" fmla="*/ 16754 w 571500"/>
                <a:gd name="csY15" fmla="*/ 266918 h 285750"/>
                <a:gd name="csX16" fmla="*/ 17831 w 571500"/>
                <a:gd name="csY16" fmla="*/ 264136 h 285750"/>
                <a:gd name="csX17" fmla="*/ 18964 w 571500"/>
                <a:gd name="csY17" fmla="*/ 261050 h 285750"/>
                <a:gd name="csX18" fmla="*/ 20107 w 571500"/>
                <a:gd name="csY18" fmla="*/ 257650 h 285750"/>
                <a:gd name="csX19" fmla="*/ 21184 w 571500"/>
                <a:gd name="csY19" fmla="*/ 253935 h 285750"/>
                <a:gd name="csX20" fmla="*/ 22327 w 571500"/>
                <a:gd name="csY20" fmla="*/ 249792 h 285750"/>
                <a:gd name="csX21" fmla="*/ 23460 w 571500"/>
                <a:gd name="csY21" fmla="*/ 245220 h 285750"/>
                <a:gd name="csX22" fmla="*/ 24536 w 571500"/>
                <a:gd name="csY22" fmla="*/ 240333 h 285750"/>
                <a:gd name="csX23" fmla="*/ 25679 w 571500"/>
                <a:gd name="csY23" fmla="*/ 235018 h 285750"/>
                <a:gd name="csX24" fmla="*/ 26813 w 571500"/>
                <a:gd name="csY24" fmla="*/ 229322 h 285750"/>
                <a:gd name="csX25" fmla="*/ 27889 w 571500"/>
                <a:gd name="csY25" fmla="*/ 223141 h 285750"/>
                <a:gd name="csX26" fmla="*/ 29032 w 571500"/>
                <a:gd name="csY26" fmla="*/ 216521 h 285750"/>
                <a:gd name="csX27" fmla="*/ 30166 w 571500"/>
                <a:gd name="csY27" fmla="*/ 209472 h 285750"/>
                <a:gd name="csX28" fmla="*/ 31242 w 571500"/>
                <a:gd name="csY28" fmla="*/ 202119 h 285750"/>
                <a:gd name="csX29" fmla="*/ 32385 w 571500"/>
                <a:gd name="csY29" fmla="*/ 194385 h 285750"/>
                <a:gd name="csX30" fmla="*/ 33528 w 571500"/>
                <a:gd name="csY30" fmla="*/ 186164 h 285750"/>
                <a:gd name="csX31" fmla="*/ 34604 w 571500"/>
                <a:gd name="csY31" fmla="*/ 177630 h 285750"/>
                <a:gd name="csX32" fmla="*/ 35738 w 571500"/>
                <a:gd name="csY32" fmla="*/ 168791 h 285750"/>
                <a:gd name="csX33" fmla="*/ 36881 w 571500"/>
                <a:gd name="csY33" fmla="*/ 159761 h 285750"/>
                <a:gd name="csX34" fmla="*/ 37957 w 571500"/>
                <a:gd name="csY34" fmla="*/ 150417 h 285750"/>
                <a:gd name="csX35" fmla="*/ 39091 w 571500"/>
                <a:gd name="csY35" fmla="*/ 140902 h 285750"/>
                <a:gd name="csX36" fmla="*/ 40234 w 571500"/>
                <a:gd name="csY36" fmla="*/ 131253 h 285750"/>
                <a:gd name="csX37" fmla="*/ 41310 w 571500"/>
                <a:gd name="csY37" fmla="*/ 121547 h 285750"/>
                <a:gd name="csX38" fmla="*/ 42444 w 571500"/>
                <a:gd name="csY38" fmla="*/ 111774 h 285750"/>
                <a:gd name="csX39" fmla="*/ 43586 w 571500"/>
                <a:gd name="csY39" fmla="*/ 102068 h 285750"/>
                <a:gd name="csX40" fmla="*/ 44663 w 571500"/>
                <a:gd name="csY40" fmla="*/ 92477 h 285750"/>
                <a:gd name="csX41" fmla="*/ 45806 w 571500"/>
                <a:gd name="csY41" fmla="*/ 83075 h 285750"/>
                <a:gd name="csX42" fmla="*/ 46939 w 571500"/>
                <a:gd name="csY42" fmla="*/ 73865 h 285750"/>
                <a:gd name="csX43" fmla="*/ 48016 w 571500"/>
                <a:gd name="csY43" fmla="*/ 65026 h 285750"/>
                <a:gd name="csX44" fmla="*/ 49159 w 571500"/>
                <a:gd name="csY44" fmla="*/ 56425 h 285750"/>
                <a:gd name="csX45" fmla="*/ 50292 w 571500"/>
                <a:gd name="csY45" fmla="*/ 48386 h 285750"/>
                <a:gd name="csX46" fmla="*/ 51369 w 571500"/>
                <a:gd name="csY46" fmla="*/ 40784 h 285750"/>
                <a:gd name="csX47" fmla="*/ 52512 w 571500"/>
                <a:gd name="csY47" fmla="*/ 33736 h 285750"/>
                <a:gd name="csX48" fmla="*/ 53654 w 571500"/>
                <a:gd name="csY48" fmla="*/ 27240 h 285750"/>
                <a:gd name="csX49" fmla="*/ 54721 w 571500"/>
                <a:gd name="csY49" fmla="*/ 21306 h 285750"/>
                <a:gd name="csX50" fmla="*/ 55864 w 571500"/>
                <a:gd name="csY50" fmla="*/ 16105 h 285750"/>
                <a:gd name="csX51" fmla="*/ 57007 w 571500"/>
                <a:gd name="csY51" fmla="*/ 11657 h 285750"/>
                <a:gd name="csX52" fmla="*/ 58083 w 571500"/>
                <a:gd name="csY52" fmla="*/ 7885 h 285750"/>
                <a:gd name="csX53" fmla="*/ 59217 w 571500"/>
                <a:gd name="csY53" fmla="*/ 4789 h 285750"/>
                <a:gd name="csX54" fmla="*/ 60360 w 571500"/>
                <a:gd name="csY54" fmla="*/ 2447 h 285750"/>
                <a:gd name="csX55" fmla="*/ 61437 w 571500"/>
                <a:gd name="csY55" fmla="*/ 894 h 285750"/>
                <a:gd name="csX56" fmla="*/ 62570 w 571500"/>
                <a:gd name="csY56" fmla="*/ 94 h 285750"/>
                <a:gd name="csX57" fmla="*/ 63713 w 571500"/>
                <a:gd name="csY57" fmla="*/ -30 h 285750"/>
                <a:gd name="csX58" fmla="*/ 64789 w 571500"/>
                <a:gd name="csY58" fmla="*/ 465 h 285750"/>
                <a:gd name="csX59" fmla="*/ 65932 w 571500"/>
                <a:gd name="csY59" fmla="*/ 1637 h 285750"/>
                <a:gd name="csX60" fmla="*/ 67066 w 571500"/>
                <a:gd name="csY60" fmla="*/ 3494 h 285750"/>
                <a:gd name="csX61" fmla="*/ 68142 w 571500"/>
                <a:gd name="csY61" fmla="*/ 6028 h 285750"/>
                <a:gd name="csX62" fmla="*/ 69285 w 571500"/>
                <a:gd name="csY62" fmla="*/ 9057 h 285750"/>
                <a:gd name="csX63" fmla="*/ 70419 w 571500"/>
                <a:gd name="csY63" fmla="*/ 12524 h 285750"/>
                <a:gd name="csX64" fmla="*/ 71495 w 571500"/>
                <a:gd name="csY64" fmla="*/ 16477 h 285750"/>
                <a:gd name="csX65" fmla="*/ 72638 w 571500"/>
                <a:gd name="csY65" fmla="*/ 20934 h 285750"/>
                <a:gd name="csX66" fmla="*/ 73781 w 571500"/>
                <a:gd name="csY66" fmla="*/ 25697 h 285750"/>
                <a:gd name="csX67" fmla="*/ 74857 w 571500"/>
                <a:gd name="csY67" fmla="*/ 30831 h 285750"/>
                <a:gd name="csX68" fmla="*/ 75990 w 571500"/>
                <a:gd name="csY68" fmla="*/ 36146 h 285750"/>
                <a:gd name="csX69" fmla="*/ 77133 w 571500"/>
                <a:gd name="csY69" fmla="*/ 41651 h 285750"/>
                <a:gd name="csX70" fmla="*/ 78267 w 571500"/>
                <a:gd name="csY70" fmla="*/ 47395 h 285750"/>
                <a:gd name="csX71" fmla="*/ 79343 w 571500"/>
                <a:gd name="csY71" fmla="*/ 53272 h 285750"/>
                <a:gd name="csX72" fmla="*/ 80487 w 571500"/>
                <a:gd name="csY72" fmla="*/ 59149 h 285750"/>
                <a:gd name="csX73" fmla="*/ 81620 w 571500"/>
                <a:gd name="csY73" fmla="*/ 65150 h 285750"/>
                <a:gd name="csX74" fmla="*/ 82706 w 571500"/>
                <a:gd name="csY74" fmla="*/ 71084 h 285750"/>
                <a:gd name="csX75" fmla="*/ 83839 w 571500"/>
                <a:gd name="csY75" fmla="*/ 77018 h 285750"/>
                <a:gd name="csX76" fmla="*/ 84982 w 571500"/>
                <a:gd name="csY76" fmla="*/ 82838 h 285750"/>
                <a:gd name="csX77" fmla="*/ 86058 w 571500"/>
                <a:gd name="csY77" fmla="*/ 88581 h 285750"/>
                <a:gd name="csX78" fmla="*/ 87192 w 571500"/>
                <a:gd name="csY78" fmla="*/ 94210 h 285750"/>
                <a:gd name="csX79" fmla="*/ 88335 w 571500"/>
                <a:gd name="csY79" fmla="*/ 99773 h 285750"/>
                <a:gd name="csX80" fmla="*/ 89411 w 571500"/>
                <a:gd name="csY80" fmla="*/ 105097 h 285750"/>
                <a:gd name="csX81" fmla="*/ 90545 w 571500"/>
                <a:gd name="csY81" fmla="*/ 110288 h 285750"/>
                <a:gd name="csX82" fmla="*/ 91688 w 571500"/>
                <a:gd name="csY82" fmla="*/ 115298 h 285750"/>
                <a:gd name="csX83" fmla="*/ 92764 w 571500"/>
                <a:gd name="csY83" fmla="*/ 120118 h 285750"/>
                <a:gd name="csX84" fmla="*/ 93907 w 571500"/>
                <a:gd name="csY84" fmla="*/ 124757 h 285750"/>
                <a:gd name="csX85" fmla="*/ 95040 w 571500"/>
                <a:gd name="csY85" fmla="*/ 129214 h 285750"/>
                <a:gd name="csX86" fmla="*/ 96117 w 571500"/>
                <a:gd name="csY86" fmla="*/ 133415 h 285750"/>
                <a:gd name="csX87" fmla="*/ 97260 w 571500"/>
                <a:gd name="csY87" fmla="*/ 137502 h 285750"/>
                <a:gd name="csX88" fmla="*/ 98393 w 571500"/>
                <a:gd name="csY88" fmla="*/ 141397 h 285750"/>
                <a:gd name="csX89" fmla="*/ 99470 w 571500"/>
                <a:gd name="csY89" fmla="*/ 145045 h 285750"/>
                <a:gd name="csX90" fmla="*/ 100613 w 571500"/>
                <a:gd name="csY90" fmla="*/ 148570 h 285750"/>
                <a:gd name="csX91" fmla="*/ 101756 w 571500"/>
                <a:gd name="csY91" fmla="*/ 151903 h 285750"/>
                <a:gd name="csX92" fmla="*/ 102822 w 571500"/>
                <a:gd name="csY92" fmla="*/ 155056 h 285750"/>
                <a:gd name="csX93" fmla="*/ 103965 w 571500"/>
                <a:gd name="csY93" fmla="*/ 158028 h 285750"/>
                <a:gd name="csX94" fmla="*/ 105108 w 571500"/>
                <a:gd name="csY94" fmla="*/ 160933 h 285750"/>
                <a:gd name="csX95" fmla="*/ 106185 w 571500"/>
                <a:gd name="csY95" fmla="*/ 163590 h 285750"/>
                <a:gd name="csX96" fmla="*/ 107318 w 571500"/>
                <a:gd name="csY96" fmla="*/ 166191 h 285750"/>
                <a:gd name="csX97" fmla="*/ 108461 w 571500"/>
                <a:gd name="csY97" fmla="*/ 168600 h 285750"/>
                <a:gd name="csX98" fmla="*/ 109538 w 571500"/>
                <a:gd name="csY98" fmla="*/ 170953 h 285750"/>
                <a:gd name="csX99" fmla="*/ 110671 w 571500"/>
                <a:gd name="csY99" fmla="*/ 173173 h 285750"/>
                <a:gd name="csX100" fmla="*/ 111814 w 571500"/>
                <a:gd name="csY100" fmla="*/ 175278 h 285750"/>
                <a:gd name="csX101" fmla="*/ 112890 w 571500"/>
                <a:gd name="csY101" fmla="*/ 177259 h 285750"/>
                <a:gd name="csX102" fmla="*/ 114033 w 571500"/>
                <a:gd name="csY102" fmla="*/ 179174 h 285750"/>
                <a:gd name="csX103" fmla="*/ 115167 w 571500"/>
                <a:gd name="csY103" fmla="*/ 181030 h 285750"/>
                <a:gd name="csX104" fmla="*/ 116243 w 571500"/>
                <a:gd name="csY104" fmla="*/ 182764 h 285750"/>
                <a:gd name="csX105" fmla="*/ 117386 w 571500"/>
                <a:gd name="csY105" fmla="*/ 184431 h 285750"/>
                <a:gd name="csX106" fmla="*/ 118520 w 571500"/>
                <a:gd name="csY106" fmla="*/ 186041 h 285750"/>
                <a:gd name="csX107" fmla="*/ 119596 w 571500"/>
                <a:gd name="csY107" fmla="*/ 187584 h 285750"/>
                <a:gd name="csX108" fmla="*/ 120739 w 571500"/>
                <a:gd name="csY108" fmla="*/ 189070 h 285750"/>
                <a:gd name="csX109" fmla="*/ 121872 w 571500"/>
                <a:gd name="csY109" fmla="*/ 190555 h 285750"/>
                <a:gd name="csX110" fmla="*/ 122948 w 571500"/>
                <a:gd name="csY110" fmla="*/ 191918 h 285750"/>
                <a:gd name="csX111" fmla="*/ 124092 w 571500"/>
                <a:gd name="csY111" fmla="*/ 193270 h 285750"/>
                <a:gd name="csX112" fmla="*/ 125235 w 571500"/>
                <a:gd name="csY112" fmla="*/ 194576 h 285750"/>
                <a:gd name="csX113" fmla="*/ 126311 w 571500"/>
                <a:gd name="csY113" fmla="*/ 195813 h 285750"/>
                <a:gd name="csX114" fmla="*/ 127445 w 571500"/>
                <a:gd name="csY114" fmla="*/ 197042 h 285750"/>
                <a:gd name="csX115" fmla="*/ 128588 w 571500"/>
                <a:gd name="csY115" fmla="*/ 198224 h 285750"/>
                <a:gd name="csX116" fmla="*/ 129664 w 571500"/>
                <a:gd name="csY116" fmla="*/ 199338 h 285750"/>
                <a:gd name="csX117" fmla="*/ 130797 w 571500"/>
                <a:gd name="csY117" fmla="*/ 200510 h 285750"/>
                <a:gd name="csX118" fmla="*/ 131940 w 571500"/>
                <a:gd name="csY118" fmla="*/ 201557 h 285750"/>
                <a:gd name="csX119" fmla="*/ 133016 w 571500"/>
                <a:gd name="csY119" fmla="*/ 202672 h 285750"/>
                <a:gd name="csX120" fmla="*/ 134150 w 571500"/>
                <a:gd name="csY120" fmla="*/ 203662 h 285750"/>
                <a:gd name="csX121" fmla="*/ 135293 w 571500"/>
                <a:gd name="csY121" fmla="*/ 204710 h 285750"/>
                <a:gd name="csX122" fmla="*/ 136369 w 571500"/>
                <a:gd name="csY122" fmla="*/ 205700 h 285750"/>
                <a:gd name="csX123" fmla="*/ 137513 w 571500"/>
                <a:gd name="csY123" fmla="*/ 206691 h 285750"/>
                <a:gd name="csX124" fmla="*/ 138646 w 571500"/>
                <a:gd name="csY124" fmla="*/ 207625 h 285750"/>
                <a:gd name="csX125" fmla="*/ 139722 w 571500"/>
                <a:gd name="csY125" fmla="*/ 208549 h 285750"/>
                <a:gd name="csX126" fmla="*/ 140865 w 571500"/>
                <a:gd name="csY126" fmla="*/ 209472 h 285750"/>
                <a:gd name="csX127" fmla="*/ 141999 w 571500"/>
                <a:gd name="csY127" fmla="*/ 210406 h 285750"/>
                <a:gd name="csX128" fmla="*/ 143075 w 571500"/>
                <a:gd name="csY128" fmla="*/ 211273 h 285750"/>
                <a:gd name="csX129" fmla="*/ 144218 w 571500"/>
                <a:gd name="csY129" fmla="*/ 212140 h 285750"/>
                <a:gd name="csX130" fmla="*/ 145361 w 571500"/>
                <a:gd name="csY130" fmla="*/ 212997 h 285750"/>
                <a:gd name="csX131" fmla="*/ 146428 w 571500"/>
                <a:gd name="csY131" fmla="*/ 213806 h 285750"/>
                <a:gd name="csX132" fmla="*/ 147571 w 571500"/>
                <a:gd name="csY132" fmla="*/ 214673 h 285750"/>
                <a:gd name="csX133" fmla="*/ 148714 w 571500"/>
                <a:gd name="csY133" fmla="*/ 215473 h 285750"/>
                <a:gd name="csX134" fmla="*/ 149790 w 571500"/>
                <a:gd name="csY134" fmla="*/ 216216 h 285750"/>
                <a:gd name="csX135" fmla="*/ 150924 w 571500"/>
                <a:gd name="csY135" fmla="*/ 217016 h 285750"/>
                <a:gd name="csX136" fmla="*/ 152066 w 571500"/>
                <a:gd name="csY136" fmla="*/ 217759 h 285750"/>
                <a:gd name="csX137" fmla="*/ 153200 w 571500"/>
                <a:gd name="csY137" fmla="*/ 218502 h 285750"/>
                <a:gd name="csX138" fmla="*/ 154276 w 571500"/>
                <a:gd name="csY138" fmla="*/ 219245 h 285750"/>
                <a:gd name="csX139" fmla="*/ 155419 w 571500"/>
                <a:gd name="csY139" fmla="*/ 219988 h 285750"/>
                <a:gd name="csX140" fmla="*/ 156563 w 571500"/>
                <a:gd name="csY140" fmla="*/ 220731 h 285750"/>
                <a:gd name="csX141" fmla="*/ 157639 w 571500"/>
                <a:gd name="csY141" fmla="*/ 221407 h 285750"/>
                <a:gd name="csX142" fmla="*/ 158772 w 571500"/>
                <a:gd name="csY142" fmla="*/ 222150 h 285750"/>
                <a:gd name="csX143" fmla="*/ 159915 w 571500"/>
                <a:gd name="csY143" fmla="*/ 222836 h 285750"/>
                <a:gd name="csX144" fmla="*/ 160992 w 571500"/>
                <a:gd name="csY144" fmla="*/ 223512 h 285750"/>
                <a:gd name="csX145" fmla="*/ 162125 w 571500"/>
                <a:gd name="csY145" fmla="*/ 224198 h 285750"/>
                <a:gd name="csX146" fmla="*/ 163268 w 571500"/>
                <a:gd name="csY146" fmla="*/ 224874 h 285750"/>
                <a:gd name="csX147" fmla="*/ 164344 w 571500"/>
                <a:gd name="csY147" fmla="*/ 225493 h 285750"/>
                <a:gd name="csX148" fmla="*/ 165478 w 571500"/>
                <a:gd name="csY148" fmla="*/ 226170 h 285750"/>
                <a:gd name="csX149" fmla="*/ 166621 w 571500"/>
                <a:gd name="csY149" fmla="*/ 226789 h 285750"/>
                <a:gd name="csX150" fmla="*/ 167697 w 571500"/>
                <a:gd name="csY150" fmla="*/ 227475 h 285750"/>
                <a:gd name="csX151" fmla="*/ 168840 w 571500"/>
                <a:gd name="csY151" fmla="*/ 228084 h 285750"/>
                <a:gd name="csX152" fmla="*/ 169974 w 571500"/>
                <a:gd name="csY152" fmla="*/ 228703 h 285750"/>
                <a:gd name="csX153" fmla="*/ 171050 w 571500"/>
                <a:gd name="csY153" fmla="*/ 229389 h 285750"/>
                <a:gd name="csX154" fmla="*/ 172193 w 571500"/>
                <a:gd name="csY154" fmla="*/ 230008 h 285750"/>
                <a:gd name="csX155" fmla="*/ 173326 w 571500"/>
                <a:gd name="csY155" fmla="*/ 230627 h 285750"/>
                <a:gd name="csX156" fmla="*/ 174403 w 571500"/>
                <a:gd name="csY156" fmla="*/ 231247 h 285750"/>
                <a:gd name="csX157" fmla="*/ 175546 w 571500"/>
                <a:gd name="csY157" fmla="*/ 231866 h 285750"/>
                <a:gd name="csX158" fmla="*/ 176689 w 571500"/>
                <a:gd name="csY158" fmla="*/ 232475 h 285750"/>
                <a:gd name="csX159" fmla="*/ 177756 w 571500"/>
                <a:gd name="csY159" fmla="*/ 233094 h 285750"/>
                <a:gd name="csX160" fmla="*/ 178899 w 571500"/>
                <a:gd name="csY160" fmla="*/ 233656 h 285750"/>
                <a:gd name="csX161" fmla="*/ 180042 w 571500"/>
                <a:gd name="csY161" fmla="*/ 234275 h 285750"/>
                <a:gd name="csX162" fmla="*/ 181118 w 571500"/>
                <a:gd name="csY162" fmla="*/ 234895 h 285750"/>
                <a:gd name="csX163" fmla="*/ 182251 w 571500"/>
                <a:gd name="csY163" fmla="*/ 235447 h 285750"/>
                <a:gd name="csX164" fmla="*/ 183394 w 571500"/>
                <a:gd name="csY164" fmla="*/ 236066 h 285750"/>
                <a:gd name="csX165" fmla="*/ 184471 w 571500"/>
                <a:gd name="csY165" fmla="*/ 236618 h 285750"/>
                <a:gd name="csX166" fmla="*/ 185604 w 571500"/>
                <a:gd name="csY166" fmla="*/ 237181 h 285750"/>
                <a:gd name="csX167" fmla="*/ 186747 w 571500"/>
                <a:gd name="csY167" fmla="*/ 237733 h 285750"/>
                <a:gd name="csX168" fmla="*/ 187824 w 571500"/>
                <a:gd name="csY168" fmla="*/ 238295 h 285750"/>
                <a:gd name="csX169" fmla="*/ 188967 w 571500"/>
                <a:gd name="csY169" fmla="*/ 238847 h 285750"/>
                <a:gd name="csX170" fmla="*/ 190100 w 571500"/>
                <a:gd name="csY170" fmla="*/ 239409 h 285750"/>
                <a:gd name="csX171" fmla="*/ 191176 w 571500"/>
                <a:gd name="csY171" fmla="*/ 239905 h 285750"/>
                <a:gd name="csX172" fmla="*/ 192319 w 571500"/>
                <a:gd name="csY172" fmla="*/ 240457 h 285750"/>
                <a:gd name="csX173" fmla="*/ 193453 w 571500"/>
                <a:gd name="csY173" fmla="*/ 240952 h 285750"/>
                <a:gd name="csX174" fmla="*/ 194529 w 571500"/>
                <a:gd name="csY174" fmla="*/ 241448 h 285750"/>
                <a:gd name="csX175" fmla="*/ 195672 w 571500"/>
                <a:gd name="csY175" fmla="*/ 241943 h 285750"/>
                <a:gd name="csX176" fmla="*/ 196806 w 571500"/>
                <a:gd name="csY176" fmla="*/ 242438 h 285750"/>
                <a:gd name="csX177" fmla="*/ 197882 w 571500"/>
                <a:gd name="csY177" fmla="*/ 242934 h 285750"/>
                <a:gd name="csX178" fmla="*/ 199025 w 571500"/>
                <a:gd name="csY178" fmla="*/ 243362 h 285750"/>
                <a:gd name="csX179" fmla="*/ 200168 w 571500"/>
                <a:gd name="csY179" fmla="*/ 243800 h 285750"/>
                <a:gd name="csX180" fmla="*/ 201244 w 571500"/>
                <a:gd name="csY180" fmla="*/ 244286 h 285750"/>
                <a:gd name="csX181" fmla="*/ 202378 w 571500"/>
                <a:gd name="csY181" fmla="*/ 244724 h 285750"/>
                <a:gd name="csX182" fmla="*/ 203521 w 571500"/>
                <a:gd name="csY182" fmla="*/ 245153 h 285750"/>
                <a:gd name="csX183" fmla="*/ 204597 w 571500"/>
                <a:gd name="csY183" fmla="*/ 245525 h 285750"/>
                <a:gd name="csX184" fmla="*/ 205731 w 571500"/>
                <a:gd name="csY184" fmla="*/ 245963 h 285750"/>
                <a:gd name="csX185" fmla="*/ 206874 w 571500"/>
                <a:gd name="csY185" fmla="*/ 246334 h 285750"/>
                <a:gd name="csX186" fmla="*/ 207950 w 571500"/>
                <a:gd name="csY186" fmla="*/ 246763 h 285750"/>
                <a:gd name="csX187" fmla="*/ 209093 w 571500"/>
                <a:gd name="csY187" fmla="*/ 247134 h 285750"/>
                <a:gd name="csX188" fmla="*/ 210226 w 571500"/>
                <a:gd name="csY188" fmla="*/ 247505 h 285750"/>
                <a:gd name="csX189" fmla="*/ 211302 w 571500"/>
                <a:gd name="csY189" fmla="*/ 247877 h 285750"/>
                <a:gd name="csX190" fmla="*/ 212446 w 571500"/>
                <a:gd name="csY190" fmla="*/ 248248 h 285750"/>
                <a:gd name="csX191" fmla="*/ 213579 w 571500"/>
                <a:gd name="csY191" fmla="*/ 248620 h 285750"/>
                <a:gd name="csX192" fmla="*/ 214656 w 571500"/>
                <a:gd name="csY192" fmla="*/ 248925 h 285750"/>
                <a:gd name="csX193" fmla="*/ 215799 w 571500"/>
                <a:gd name="csY193" fmla="*/ 249297 h 285750"/>
                <a:gd name="csX194" fmla="*/ 216932 w 571500"/>
                <a:gd name="csY194" fmla="*/ 249611 h 285750"/>
                <a:gd name="csX195" fmla="*/ 218008 w 571500"/>
                <a:gd name="csY195" fmla="*/ 249916 h 285750"/>
                <a:gd name="csX196" fmla="*/ 219151 w 571500"/>
                <a:gd name="csY196" fmla="*/ 250230 h 285750"/>
                <a:gd name="csX197" fmla="*/ 220294 w 571500"/>
                <a:gd name="csY197" fmla="*/ 250535 h 285750"/>
                <a:gd name="csX198" fmla="*/ 221370 w 571500"/>
                <a:gd name="csY198" fmla="*/ 250849 h 285750"/>
                <a:gd name="csX199" fmla="*/ 222504 w 571500"/>
                <a:gd name="csY199" fmla="*/ 251154 h 285750"/>
                <a:gd name="csX200" fmla="*/ 223647 w 571500"/>
                <a:gd name="csY200" fmla="*/ 251468 h 285750"/>
                <a:gd name="csX201" fmla="*/ 224723 w 571500"/>
                <a:gd name="csY201" fmla="*/ 251773 h 285750"/>
                <a:gd name="csX202" fmla="*/ 225857 w 571500"/>
                <a:gd name="csY202" fmla="*/ 252020 h 285750"/>
                <a:gd name="csX203" fmla="*/ 227000 w 571500"/>
                <a:gd name="csY203" fmla="*/ 252268 h 285750"/>
                <a:gd name="csX204" fmla="*/ 228076 w 571500"/>
                <a:gd name="csY204" fmla="*/ 252573 h 285750"/>
                <a:gd name="csX205" fmla="*/ 229219 w 571500"/>
                <a:gd name="csY205" fmla="*/ 252821 h 285750"/>
                <a:gd name="csX206" fmla="*/ 230352 w 571500"/>
                <a:gd name="csY206" fmla="*/ 253069 h 285750"/>
                <a:gd name="csX207" fmla="*/ 231496 w 571500"/>
                <a:gd name="csY207" fmla="*/ 253316 h 285750"/>
                <a:gd name="csX208" fmla="*/ 232572 w 571500"/>
                <a:gd name="csY208" fmla="*/ 253564 h 285750"/>
                <a:gd name="csX209" fmla="*/ 233706 w 571500"/>
                <a:gd name="csY209" fmla="*/ 253811 h 285750"/>
                <a:gd name="csX210" fmla="*/ 234849 w 571500"/>
                <a:gd name="csY210" fmla="*/ 254002 h 285750"/>
                <a:gd name="csX211" fmla="*/ 235925 w 571500"/>
                <a:gd name="csY211" fmla="*/ 254249 h 285750"/>
                <a:gd name="csX212" fmla="*/ 237068 w 571500"/>
                <a:gd name="csY212" fmla="*/ 254431 h 285750"/>
                <a:gd name="csX213" fmla="*/ 238201 w 571500"/>
                <a:gd name="csY213" fmla="*/ 254678 h 285750"/>
                <a:gd name="csX214" fmla="*/ 239277 w 571500"/>
                <a:gd name="csY214" fmla="*/ 254868 h 285750"/>
                <a:gd name="csX215" fmla="*/ 240420 w 571500"/>
                <a:gd name="csY215" fmla="*/ 255050 h 285750"/>
                <a:gd name="csX216" fmla="*/ 241554 w 571500"/>
                <a:gd name="csY216" fmla="*/ 255297 h 285750"/>
                <a:gd name="csX217" fmla="*/ 242630 w 571500"/>
                <a:gd name="csY217" fmla="*/ 255488 h 285750"/>
                <a:gd name="csX218" fmla="*/ 243773 w 571500"/>
                <a:gd name="csY218" fmla="*/ 255668 h 285750"/>
                <a:gd name="csX219" fmla="*/ 244907 w 571500"/>
                <a:gd name="csY219" fmla="*/ 255859 h 285750"/>
                <a:gd name="csX220" fmla="*/ 245983 w 571500"/>
                <a:gd name="csY220" fmla="*/ 256040 h 285750"/>
                <a:gd name="csX221" fmla="*/ 247126 w 571500"/>
                <a:gd name="csY221" fmla="*/ 256221 h 285750"/>
                <a:gd name="csX222" fmla="*/ 248269 w 571500"/>
                <a:gd name="csY222" fmla="*/ 256411 h 285750"/>
                <a:gd name="csX223" fmla="*/ 249345 w 571500"/>
                <a:gd name="csY223" fmla="*/ 256593 h 285750"/>
                <a:gd name="csX224" fmla="*/ 250479 w 571500"/>
                <a:gd name="csY224" fmla="*/ 256717 h 285750"/>
                <a:gd name="csX225" fmla="*/ 251622 w 571500"/>
                <a:gd name="csY225" fmla="*/ 256907 h 285750"/>
                <a:gd name="csX226" fmla="*/ 252698 w 571500"/>
                <a:gd name="csY226" fmla="*/ 257088 h 285750"/>
                <a:gd name="csX227" fmla="*/ 253832 w 571500"/>
                <a:gd name="csY227" fmla="*/ 257278 h 285750"/>
                <a:gd name="csX228" fmla="*/ 254975 w 571500"/>
                <a:gd name="csY228" fmla="*/ 257460 h 285750"/>
                <a:gd name="csX229" fmla="*/ 256051 w 571500"/>
                <a:gd name="csY229" fmla="*/ 257650 h 285750"/>
                <a:gd name="csX230" fmla="*/ 257184 w 571500"/>
                <a:gd name="csY230" fmla="*/ 257831 h 285750"/>
                <a:gd name="csX231" fmla="*/ 258327 w 571500"/>
                <a:gd name="csY231" fmla="*/ 258021 h 285750"/>
                <a:gd name="csX232" fmla="*/ 259404 w 571500"/>
                <a:gd name="csY232" fmla="*/ 258203 h 285750"/>
                <a:gd name="csX233" fmla="*/ 260547 w 571500"/>
                <a:gd name="csY233" fmla="*/ 258393 h 285750"/>
                <a:gd name="csX234" fmla="*/ 261680 w 571500"/>
                <a:gd name="csY234" fmla="*/ 258574 h 285750"/>
                <a:gd name="csX235" fmla="*/ 262757 w 571500"/>
                <a:gd name="csY235" fmla="*/ 258764 h 285750"/>
                <a:gd name="csX236" fmla="*/ 263900 w 571500"/>
                <a:gd name="csY236" fmla="*/ 258945 h 285750"/>
                <a:gd name="csX237" fmla="*/ 265033 w 571500"/>
                <a:gd name="csY237" fmla="*/ 259126 h 285750"/>
                <a:gd name="csX238" fmla="*/ 266110 w 571500"/>
                <a:gd name="csY238" fmla="*/ 259317 h 285750"/>
                <a:gd name="csX239" fmla="*/ 267252 w 571500"/>
                <a:gd name="csY239" fmla="*/ 259498 h 285750"/>
                <a:gd name="csX240" fmla="*/ 268386 w 571500"/>
                <a:gd name="csY240" fmla="*/ 259688 h 285750"/>
                <a:gd name="csX241" fmla="*/ 269462 w 571500"/>
                <a:gd name="csY241" fmla="*/ 259869 h 285750"/>
                <a:gd name="csX242" fmla="*/ 270605 w 571500"/>
                <a:gd name="csY242" fmla="*/ 260060 h 285750"/>
                <a:gd name="csX243" fmla="*/ 271748 w 571500"/>
                <a:gd name="csY243" fmla="*/ 260183 h 285750"/>
                <a:gd name="csX244" fmla="*/ 272825 w 571500"/>
                <a:gd name="csY244" fmla="*/ 260365 h 285750"/>
                <a:gd name="csX245" fmla="*/ 273958 w 571500"/>
                <a:gd name="csY245" fmla="*/ 260555 h 285750"/>
                <a:gd name="csX246" fmla="*/ 275101 w 571500"/>
                <a:gd name="csY246" fmla="*/ 260679 h 285750"/>
                <a:gd name="csX247" fmla="*/ 276178 w 571500"/>
                <a:gd name="csY247" fmla="*/ 260802 h 285750"/>
                <a:gd name="csX248" fmla="*/ 277311 w 571500"/>
                <a:gd name="csY248" fmla="*/ 260984 h 285750"/>
                <a:gd name="csX249" fmla="*/ 278454 w 571500"/>
                <a:gd name="csY249" fmla="*/ 261108 h 285750"/>
                <a:gd name="csX250" fmla="*/ 279530 w 571500"/>
                <a:gd name="csY250" fmla="*/ 261174 h 285750"/>
                <a:gd name="csX251" fmla="*/ 280673 w 571500"/>
                <a:gd name="csY251" fmla="*/ 261298 h 285750"/>
                <a:gd name="csX252" fmla="*/ 281807 w 571500"/>
                <a:gd name="csY252" fmla="*/ 261421 h 285750"/>
                <a:gd name="csX253" fmla="*/ 282883 w 571500"/>
                <a:gd name="csY253" fmla="*/ 261479 h 285750"/>
                <a:gd name="csX254" fmla="*/ 284026 w 571500"/>
                <a:gd name="csY254" fmla="*/ 261545 h 285750"/>
                <a:gd name="csX255" fmla="*/ 285160 w 571500"/>
                <a:gd name="csY255" fmla="*/ 261603 h 285750"/>
                <a:gd name="csX256" fmla="*/ 286236 w 571500"/>
                <a:gd name="csY256" fmla="*/ 261669 h 285750"/>
                <a:gd name="csX257" fmla="*/ 287379 w 571500"/>
                <a:gd name="csY257" fmla="*/ 261727 h 285750"/>
                <a:gd name="csX258" fmla="*/ 288512 w 571500"/>
                <a:gd name="csY258" fmla="*/ 261793 h 285750"/>
                <a:gd name="csX259" fmla="*/ 289589 w 571500"/>
                <a:gd name="csY259" fmla="*/ 261793 h 285750"/>
                <a:gd name="csX260" fmla="*/ 290732 w 571500"/>
                <a:gd name="csY260" fmla="*/ 261793 h 285750"/>
                <a:gd name="csX261" fmla="*/ 291875 w 571500"/>
                <a:gd name="csY261" fmla="*/ 261851 h 285750"/>
                <a:gd name="csX262" fmla="*/ 292951 w 571500"/>
                <a:gd name="csY262" fmla="*/ 261851 h 285750"/>
                <a:gd name="csX263" fmla="*/ 294085 w 571500"/>
                <a:gd name="csY263" fmla="*/ 261851 h 285750"/>
                <a:gd name="csX264" fmla="*/ 295228 w 571500"/>
                <a:gd name="csY264" fmla="*/ 261793 h 285750"/>
                <a:gd name="csX265" fmla="*/ 296304 w 571500"/>
                <a:gd name="csY265" fmla="*/ 261793 h 285750"/>
                <a:gd name="csX266" fmla="*/ 297437 w 571500"/>
                <a:gd name="csY266" fmla="*/ 261793 h 285750"/>
                <a:gd name="csX267" fmla="*/ 298580 w 571500"/>
                <a:gd name="csY267" fmla="*/ 261793 h 285750"/>
                <a:gd name="csX268" fmla="*/ 299656 w 571500"/>
                <a:gd name="csY268" fmla="*/ 261793 h 285750"/>
                <a:gd name="csX269" fmla="*/ 300790 w 571500"/>
                <a:gd name="csY269" fmla="*/ 261727 h 285750"/>
                <a:gd name="csX270" fmla="*/ 301933 w 571500"/>
                <a:gd name="csY270" fmla="*/ 261727 h 285750"/>
                <a:gd name="csX271" fmla="*/ 303010 w 571500"/>
                <a:gd name="csY271" fmla="*/ 261727 h 285750"/>
                <a:gd name="csX272" fmla="*/ 304153 w 571500"/>
                <a:gd name="csY272" fmla="*/ 261727 h 285750"/>
                <a:gd name="csX273" fmla="*/ 305286 w 571500"/>
                <a:gd name="csY273" fmla="*/ 261727 h 285750"/>
                <a:gd name="csX274" fmla="*/ 306362 w 571500"/>
                <a:gd name="csY274" fmla="*/ 261727 h 285750"/>
                <a:gd name="csX275" fmla="*/ 307505 w 571500"/>
                <a:gd name="csY275" fmla="*/ 261727 h 285750"/>
                <a:gd name="csX276" fmla="*/ 308639 w 571500"/>
                <a:gd name="csY276" fmla="*/ 261793 h 285750"/>
                <a:gd name="csX277" fmla="*/ 309782 w 571500"/>
                <a:gd name="csY277" fmla="*/ 261793 h 285750"/>
                <a:gd name="csX278" fmla="*/ 310858 w 571500"/>
                <a:gd name="csY278" fmla="*/ 261851 h 285750"/>
                <a:gd name="csX279" fmla="*/ 312001 w 571500"/>
                <a:gd name="csY279" fmla="*/ 261917 h 285750"/>
                <a:gd name="csX280" fmla="*/ 313135 w 571500"/>
                <a:gd name="csY280" fmla="*/ 261974 h 285750"/>
                <a:gd name="csX281" fmla="*/ 314211 w 571500"/>
                <a:gd name="csY281" fmla="*/ 262041 h 285750"/>
                <a:gd name="csX282" fmla="*/ 315354 w 571500"/>
                <a:gd name="csY282" fmla="*/ 262098 h 285750"/>
                <a:gd name="csX283" fmla="*/ 316487 w 571500"/>
                <a:gd name="csY283" fmla="*/ 262222 h 285750"/>
                <a:gd name="csX284" fmla="*/ 317563 w 571500"/>
                <a:gd name="csY284" fmla="*/ 262346 h 285750"/>
                <a:gd name="csX285" fmla="*/ 318706 w 571500"/>
                <a:gd name="csY285" fmla="*/ 262412 h 285750"/>
                <a:gd name="csX286" fmla="*/ 319840 w 571500"/>
                <a:gd name="csY286" fmla="*/ 262594 h 285750"/>
                <a:gd name="csX287" fmla="*/ 320916 w 571500"/>
                <a:gd name="csY287" fmla="*/ 262717 h 285750"/>
                <a:gd name="csX288" fmla="*/ 322060 w 571500"/>
                <a:gd name="csY288" fmla="*/ 262841 h 285750"/>
                <a:gd name="csX289" fmla="*/ 323203 w 571500"/>
                <a:gd name="csY289" fmla="*/ 263022 h 285750"/>
                <a:gd name="csX290" fmla="*/ 324279 w 571500"/>
                <a:gd name="csY290" fmla="*/ 263213 h 285750"/>
                <a:gd name="csX291" fmla="*/ 325412 w 571500"/>
                <a:gd name="csY291" fmla="*/ 263393 h 285750"/>
                <a:gd name="csX292" fmla="*/ 326555 w 571500"/>
                <a:gd name="csY292" fmla="*/ 263584 h 285750"/>
                <a:gd name="csX293" fmla="*/ 327631 w 571500"/>
                <a:gd name="csY293" fmla="*/ 263765 h 285750"/>
                <a:gd name="csX294" fmla="*/ 328765 w 571500"/>
                <a:gd name="csY294" fmla="*/ 263956 h 285750"/>
                <a:gd name="csX295" fmla="*/ 329908 w 571500"/>
                <a:gd name="csY295" fmla="*/ 264136 h 285750"/>
                <a:gd name="csX296" fmla="*/ 330984 w 571500"/>
                <a:gd name="csY296" fmla="*/ 264384 h 285750"/>
                <a:gd name="csX297" fmla="*/ 332118 w 571500"/>
                <a:gd name="csY297" fmla="*/ 264575 h 285750"/>
                <a:gd name="csX298" fmla="*/ 333261 w 571500"/>
                <a:gd name="csY298" fmla="*/ 264822 h 285750"/>
                <a:gd name="csX299" fmla="*/ 334337 w 571500"/>
                <a:gd name="csY299" fmla="*/ 265003 h 285750"/>
                <a:gd name="csX300" fmla="*/ 335480 w 571500"/>
                <a:gd name="csY300" fmla="*/ 265251 h 285750"/>
                <a:gd name="csX301" fmla="*/ 336613 w 571500"/>
                <a:gd name="csY301" fmla="*/ 265441 h 285750"/>
                <a:gd name="csX302" fmla="*/ 337690 w 571500"/>
                <a:gd name="csY302" fmla="*/ 265622 h 285750"/>
                <a:gd name="csX303" fmla="*/ 338833 w 571500"/>
                <a:gd name="csY303" fmla="*/ 265870 h 285750"/>
                <a:gd name="csX304" fmla="*/ 339966 w 571500"/>
                <a:gd name="csY304" fmla="*/ 266060 h 285750"/>
                <a:gd name="csX305" fmla="*/ 341043 w 571500"/>
                <a:gd name="csY305" fmla="*/ 266242 h 285750"/>
                <a:gd name="csX306" fmla="*/ 342186 w 571500"/>
                <a:gd name="csY306" fmla="*/ 266489 h 285750"/>
                <a:gd name="csX307" fmla="*/ 343329 w 571500"/>
                <a:gd name="csY307" fmla="*/ 266679 h 285750"/>
                <a:gd name="csX308" fmla="*/ 344395 w 571500"/>
                <a:gd name="csY308" fmla="*/ 266861 h 285750"/>
                <a:gd name="csX309" fmla="*/ 345538 w 571500"/>
                <a:gd name="csY309" fmla="*/ 267051 h 285750"/>
                <a:gd name="csX310" fmla="*/ 346681 w 571500"/>
                <a:gd name="csY310" fmla="*/ 267165 h 285750"/>
                <a:gd name="csX311" fmla="*/ 347758 w 571500"/>
                <a:gd name="csY311" fmla="*/ 267356 h 285750"/>
                <a:gd name="csX312" fmla="*/ 348891 w 571500"/>
                <a:gd name="csY312" fmla="*/ 267537 h 285750"/>
                <a:gd name="csX313" fmla="*/ 350034 w 571500"/>
                <a:gd name="csY313" fmla="*/ 267661 h 285750"/>
                <a:gd name="csX314" fmla="*/ 351111 w 571500"/>
                <a:gd name="csY314" fmla="*/ 267784 h 285750"/>
                <a:gd name="csX315" fmla="*/ 352244 w 571500"/>
                <a:gd name="csY315" fmla="*/ 267975 h 285750"/>
                <a:gd name="csX316" fmla="*/ 353387 w 571500"/>
                <a:gd name="csY316" fmla="*/ 268099 h 285750"/>
                <a:gd name="csX317" fmla="*/ 354463 w 571500"/>
                <a:gd name="csY317" fmla="*/ 268223 h 285750"/>
                <a:gd name="csX318" fmla="*/ 355606 w 571500"/>
                <a:gd name="csY318" fmla="*/ 268280 h 285750"/>
                <a:gd name="csX319" fmla="*/ 356740 w 571500"/>
                <a:gd name="csY319" fmla="*/ 268404 h 285750"/>
                <a:gd name="csX320" fmla="*/ 357816 w 571500"/>
                <a:gd name="csY320" fmla="*/ 268527 h 285750"/>
                <a:gd name="csX321" fmla="*/ 358959 w 571500"/>
                <a:gd name="csY321" fmla="*/ 268651 h 285750"/>
                <a:gd name="csX322" fmla="*/ 360093 w 571500"/>
                <a:gd name="csY322" fmla="*/ 268718 h 285750"/>
                <a:gd name="csX323" fmla="*/ 361169 w 571500"/>
                <a:gd name="csY323" fmla="*/ 268775 h 285750"/>
                <a:gd name="csX324" fmla="*/ 362312 w 571500"/>
                <a:gd name="csY324" fmla="*/ 268899 h 285750"/>
                <a:gd name="csX325" fmla="*/ 363455 w 571500"/>
                <a:gd name="csY325" fmla="*/ 268966 h 285750"/>
                <a:gd name="csX326" fmla="*/ 364531 w 571500"/>
                <a:gd name="csY326" fmla="*/ 269023 h 285750"/>
                <a:gd name="csX327" fmla="*/ 365665 w 571500"/>
                <a:gd name="csY327" fmla="*/ 269090 h 285750"/>
                <a:gd name="csX328" fmla="*/ 366808 w 571500"/>
                <a:gd name="csY328" fmla="*/ 269213 h 285750"/>
                <a:gd name="csX329" fmla="*/ 367884 w 571500"/>
                <a:gd name="csY329" fmla="*/ 269270 h 285750"/>
                <a:gd name="csX330" fmla="*/ 369018 w 571500"/>
                <a:gd name="csY330" fmla="*/ 269337 h 285750"/>
                <a:gd name="csX331" fmla="*/ 370161 w 571500"/>
                <a:gd name="csY331" fmla="*/ 269394 h 285750"/>
                <a:gd name="csX332" fmla="*/ 371237 w 571500"/>
                <a:gd name="csY332" fmla="*/ 269461 h 285750"/>
                <a:gd name="csX333" fmla="*/ 372370 w 571500"/>
                <a:gd name="csY333" fmla="*/ 269518 h 285750"/>
                <a:gd name="csX334" fmla="*/ 373513 w 571500"/>
                <a:gd name="csY334" fmla="*/ 269585 h 285750"/>
                <a:gd name="csX335" fmla="*/ 374590 w 571500"/>
                <a:gd name="csY335" fmla="*/ 269642 h 285750"/>
                <a:gd name="csX336" fmla="*/ 375732 w 571500"/>
                <a:gd name="csY336" fmla="*/ 269766 h 285750"/>
                <a:gd name="csX337" fmla="*/ 376866 w 571500"/>
                <a:gd name="csY337" fmla="*/ 269832 h 285750"/>
                <a:gd name="csX338" fmla="*/ 377943 w 571500"/>
                <a:gd name="csY338" fmla="*/ 269890 h 285750"/>
                <a:gd name="csX339" fmla="*/ 379086 w 571500"/>
                <a:gd name="csY339" fmla="*/ 269956 h 285750"/>
                <a:gd name="csX340" fmla="*/ 380219 w 571500"/>
                <a:gd name="csY340" fmla="*/ 270080 h 285750"/>
                <a:gd name="csX341" fmla="*/ 381296 w 571500"/>
                <a:gd name="csY341" fmla="*/ 270137 h 285750"/>
                <a:gd name="csX342" fmla="*/ 382438 w 571500"/>
                <a:gd name="csY342" fmla="*/ 270204 h 285750"/>
                <a:gd name="csX343" fmla="*/ 383581 w 571500"/>
                <a:gd name="csY343" fmla="*/ 270327 h 285750"/>
                <a:gd name="csX344" fmla="*/ 384715 w 571500"/>
                <a:gd name="csY344" fmla="*/ 270385 h 285750"/>
                <a:gd name="csX345" fmla="*/ 385791 w 571500"/>
                <a:gd name="csY345" fmla="*/ 270509 h 285750"/>
                <a:gd name="csX346" fmla="*/ 386934 w 571500"/>
                <a:gd name="csY346" fmla="*/ 270575 h 285750"/>
                <a:gd name="csX347" fmla="*/ 388068 w 571500"/>
                <a:gd name="csY347" fmla="*/ 270699 h 285750"/>
                <a:gd name="csX348" fmla="*/ 389144 w 571500"/>
                <a:gd name="csY348" fmla="*/ 270756 h 285750"/>
                <a:gd name="csX349" fmla="*/ 390287 w 571500"/>
                <a:gd name="csY349" fmla="*/ 270880 h 285750"/>
                <a:gd name="csX350" fmla="*/ 391420 w 571500"/>
                <a:gd name="csY350" fmla="*/ 271004 h 285750"/>
                <a:gd name="csX351" fmla="*/ 392497 w 571500"/>
                <a:gd name="csY351" fmla="*/ 271061 h 285750"/>
                <a:gd name="csX352" fmla="*/ 393640 w 571500"/>
                <a:gd name="csY352" fmla="*/ 271185 h 285750"/>
                <a:gd name="csX353" fmla="*/ 394782 w 571500"/>
                <a:gd name="csY353" fmla="*/ 271309 h 285750"/>
                <a:gd name="csX354" fmla="*/ 395859 w 571500"/>
                <a:gd name="csY354" fmla="*/ 271376 h 285750"/>
                <a:gd name="csX355" fmla="*/ 396993 w 571500"/>
                <a:gd name="csY355" fmla="*/ 271499 h 285750"/>
                <a:gd name="csX356" fmla="*/ 398136 w 571500"/>
                <a:gd name="csY356" fmla="*/ 271556 h 285750"/>
                <a:gd name="csX357" fmla="*/ 399212 w 571500"/>
                <a:gd name="csY357" fmla="*/ 271680 h 285750"/>
                <a:gd name="csX358" fmla="*/ 400346 w 571500"/>
                <a:gd name="csY358" fmla="*/ 271747 h 285750"/>
                <a:gd name="csX359" fmla="*/ 401488 w 571500"/>
                <a:gd name="csY359" fmla="*/ 271871 h 285750"/>
                <a:gd name="csX360" fmla="*/ 402565 w 571500"/>
                <a:gd name="csY360" fmla="*/ 271928 h 285750"/>
                <a:gd name="csX361" fmla="*/ 403698 w 571500"/>
                <a:gd name="csY361" fmla="*/ 272052 h 285750"/>
                <a:gd name="csX362" fmla="*/ 404841 w 571500"/>
                <a:gd name="csY362" fmla="*/ 272119 h 285750"/>
                <a:gd name="csX363" fmla="*/ 405917 w 571500"/>
                <a:gd name="csY363" fmla="*/ 272175 h 285750"/>
                <a:gd name="csX364" fmla="*/ 407060 w 571500"/>
                <a:gd name="csY364" fmla="*/ 272242 h 285750"/>
                <a:gd name="csX365" fmla="*/ 408194 w 571500"/>
                <a:gd name="csY365" fmla="*/ 272242 h 285750"/>
                <a:gd name="csX366" fmla="*/ 409270 w 571500"/>
                <a:gd name="csY366" fmla="*/ 272299 h 285750"/>
                <a:gd name="csX367" fmla="*/ 410414 w 571500"/>
                <a:gd name="csY367" fmla="*/ 272366 h 285750"/>
                <a:gd name="csX368" fmla="*/ 411547 w 571500"/>
                <a:gd name="csY368" fmla="*/ 272366 h 285750"/>
                <a:gd name="csX369" fmla="*/ 412623 w 571500"/>
                <a:gd name="csY369" fmla="*/ 272366 h 285750"/>
                <a:gd name="csX370" fmla="*/ 413766 w 571500"/>
                <a:gd name="csY370" fmla="*/ 272366 h 285750"/>
                <a:gd name="csX371" fmla="*/ 414909 w 571500"/>
                <a:gd name="csY371" fmla="*/ 272366 h 285750"/>
                <a:gd name="csX372" fmla="*/ 415976 w 571500"/>
                <a:gd name="csY372" fmla="*/ 272366 h 285750"/>
                <a:gd name="csX373" fmla="*/ 417119 w 571500"/>
                <a:gd name="csY373" fmla="*/ 272299 h 285750"/>
                <a:gd name="csX374" fmla="*/ 418262 w 571500"/>
                <a:gd name="csY374" fmla="*/ 272299 h 285750"/>
                <a:gd name="csX375" fmla="*/ 419338 w 571500"/>
                <a:gd name="csY375" fmla="*/ 272242 h 285750"/>
                <a:gd name="csX376" fmla="*/ 420472 w 571500"/>
                <a:gd name="csY376" fmla="*/ 272175 h 285750"/>
                <a:gd name="csX377" fmla="*/ 421615 w 571500"/>
                <a:gd name="csY377" fmla="*/ 272119 h 285750"/>
                <a:gd name="csX378" fmla="*/ 422691 w 571500"/>
                <a:gd name="csY378" fmla="*/ 271995 h 285750"/>
                <a:gd name="csX379" fmla="*/ 423824 w 571500"/>
                <a:gd name="csY379" fmla="*/ 271928 h 285750"/>
                <a:gd name="csX380" fmla="*/ 424967 w 571500"/>
                <a:gd name="csY380" fmla="*/ 271804 h 285750"/>
                <a:gd name="csX381" fmla="*/ 426044 w 571500"/>
                <a:gd name="csY381" fmla="*/ 271680 h 285750"/>
                <a:gd name="csX382" fmla="*/ 427187 w 571500"/>
                <a:gd name="csY382" fmla="*/ 271556 h 285750"/>
                <a:gd name="csX383" fmla="*/ 428320 w 571500"/>
                <a:gd name="csY383" fmla="*/ 271433 h 285750"/>
                <a:gd name="csX384" fmla="*/ 429397 w 571500"/>
                <a:gd name="csY384" fmla="*/ 271309 h 285750"/>
                <a:gd name="csX385" fmla="*/ 430540 w 571500"/>
                <a:gd name="csY385" fmla="*/ 271185 h 285750"/>
                <a:gd name="csX386" fmla="*/ 431673 w 571500"/>
                <a:gd name="csY386" fmla="*/ 271061 h 285750"/>
                <a:gd name="csX387" fmla="*/ 432749 w 571500"/>
                <a:gd name="csY387" fmla="*/ 270880 h 285750"/>
                <a:gd name="csX388" fmla="*/ 433892 w 571500"/>
                <a:gd name="csY388" fmla="*/ 270756 h 285750"/>
                <a:gd name="csX389" fmla="*/ 435035 w 571500"/>
                <a:gd name="csY389" fmla="*/ 270575 h 285750"/>
                <a:gd name="csX390" fmla="*/ 436102 w 571500"/>
                <a:gd name="csY390" fmla="*/ 270385 h 285750"/>
                <a:gd name="csX391" fmla="*/ 437245 w 571500"/>
                <a:gd name="csY391" fmla="*/ 270261 h 285750"/>
                <a:gd name="csX392" fmla="*/ 438388 w 571500"/>
                <a:gd name="csY392" fmla="*/ 270080 h 285750"/>
                <a:gd name="csX393" fmla="*/ 439465 w 571500"/>
                <a:gd name="csY393" fmla="*/ 269890 h 285750"/>
                <a:gd name="csX394" fmla="*/ 440598 w 571500"/>
                <a:gd name="csY394" fmla="*/ 269766 h 285750"/>
                <a:gd name="csX395" fmla="*/ 441741 w 571500"/>
                <a:gd name="csY395" fmla="*/ 269585 h 285750"/>
                <a:gd name="csX396" fmla="*/ 442817 w 571500"/>
                <a:gd name="csY396" fmla="*/ 269461 h 285750"/>
                <a:gd name="csX397" fmla="*/ 443951 w 571500"/>
                <a:gd name="csY397" fmla="*/ 269270 h 285750"/>
                <a:gd name="csX398" fmla="*/ 445094 w 571500"/>
                <a:gd name="csY398" fmla="*/ 269147 h 285750"/>
                <a:gd name="csX399" fmla="*/ 446170 w 571500"/>
                <a:gd name="csY399" fmla="*/ 268966 h 285750"/>
                <a:gd name="csX400" fmla="*/ 447313 w 571500"/>
                <a:gd name="csY400" fmla="*/ 268842 h 285750"/>
                <a:gd name="csX401" fmla="*/ 448447 w 571500"/>
                <a:gd name="csY401" fmla="*/ 268718 h 285750"/>
                <a:gd name="csX402" fmla="*/ 449523 w 571500"/>
                <a:gd name="csY402" fmla="*/ 268527 h 285750"/>
                <a:gd name="csX403" fmla="*/ 450666 w 571500"/>
                <a:gd name="csY403" fmla="*/ 268404 h 285750"/>
                <a:gd name="csX404" fmla="*/ 451799 w 571500"/>
                <a:gd name="csY404" fmla="*/ 268280 h 285750"/>
                <a:gd name="csX405" fmla="*/ 452875 w 571500"/>
                <a:gd name="csY405" fmla="*/ 268156 h 285750"/>
                <a:gd name="csX406" fmla="*/ 454019 w 571500"/>
                <a:gd name="csY406" fmla="*/ 268099 h 285750"/>
                <a:gd name="csX407" fmla="*/ 455152 w 571500"/>
                <a:gd name="csY407" fmla="*/ 267975 h 285750"/>
                <a:gd name="csX408" fmla="*/ 456229 w 571500"/>
                <a:gd name="csY408" fmla="*/ 267851 h 285750"/>
                <a:gd name="csX409" fmla="*/ 457372 w 571500"/>
                <a:gd name="csY409" fmla="*/ 267784 h 285750"/>
                <a:gd name="csX410" fmla="*/ 458515 w 571500"/>
                <a:gd name="csY410" fmla="*/ 267661 h 285750"/>
                <a:gd name="csX411" fmla="*/ 459591 w 571500"/>
                <a:gd name="csY411" fmla="*/ 267604 h 285750"/>
                <a:gd name="csX412" fmla="*/ 460724 w 571500"/>
                <a:gd name="csY412" fmla="*/ 267537 h 285750"/>
                <a:gd name="csX413" fmla="*/ 461867 w 571500"/>
                <a:gd name="csY413" fmla="*/ 267413 h 285750"/>
                <a:gd name="csX414" fmla="*/ 463001 w 571500"/>
                <a:gd name="csY414" fmla="*/ 267356 h 285750"/>
                <a:gd name="csX415" fmla="*/ 464077 w 571500"/>
                <a:gd name="csY415" fmla="*/ 267289 h 285750"/>
                <a:gd name="csX416" fmla="*/ 465220 w 571500"/>
                <a:gd name="csY416" fmla="*/ 267232 h 285750"/>
                <a:gd name="csX417" fmla="*/ 466363 w 571500"/>
                <a:gd name="csY417" fmla="*/ 267165 h 285750"/>
                <a:gd name="csX418" fmla="*/ 467430 w 571500"/>
                <a:gd name="csY418" fmla="*/ 267108 h 285750"/>
                <a:gd name="csX419" fmla="*/ 468573 w 571500"/>
                <a:gd name="csY419" fmla="*/ 267051 h 285750"/>
                <a:gd name="csX420" fmla="*/ 469716 w 571500"/>
                <a:gd name="csY420" fmla="*/ 266918 h 285750"/>
                <a:gd name="csX421" fmla="*/ 470792 w 571500"/>
                <a:gd name="csY421" fmla="*/ 266861 h 285750"/>
                <a:gd name="csX422" fmla="*/ 471925 w 571500"/>
                <a:gd name="csY422" fmla="*/ 266803 h 285750"/>
                <a:gd name="csX423" fmla="*/ 473069 w 571500"/>
                <a:gd name="csY423" fmla="*/ 266737 h 285750"/>
                <a:gd name="csX424" fmla="*/ 474145 w 571500"/>
                <a:gd name="csY424" fmla="*/ 266613 h 285750"/>
                <a:gd name="csX425" fmla="*/ 475279 w 571500"/>
                <a:gd name="csY425" fmla="*/ 266555 h 285750"/>
                <a:gd name="csX426" fmla="*/ 476422 w 571500"/>
                <a:gd name="csY426" fmla="*/ 266489 h 285750"/>
                <a:gd name="csX427" fmla="*/ 477498 w 571500"/>
                <a:gd name="csY427" fmla="*/ 266365 h 285750"/>
                <a:gd name="csX428" fmla="*/ 478641 w 571500"/>
                <a:gd name="csY428" fmla="*/ 266242 h 285750"/>
                <a:gd name="csX429" fmla="*/ 479774 w 571500"/>
                <a:gd name="csY429" fmla="*/ 266118 h 285750"/>
                <a:gd name="csX430" fmla="*/ 480851 w 571500"/>
                <a:gd name="csY430" fmla="*/ 266060 h 285750"/>
                <a:gd name="csX431" fmla="*/ 481993 w 571500"/>
                <a:gd name="csY431" fmla="*/ 265936 h 285750"/>
                <a:gd name="csX432" fmla="*/ 483127 w 571500"/>
                <a:gd name="csY432" fmla="*/ 265813 h 285750"/>
                <a:gd name="csX433" fmla="*/ 484203 w 571500"/>
                <a:gd name="csY433" fmla="*/ 265622 h 285750"/>
                <a:gd name="csX434" fmla="*/ 485346 w 571500"/>
                <a:gd name="csY434" fmla="*/ 265499 h 285750"/>
                <a:gd name="csX435" fmla="*/ 486480 w 571500"/>
                <a:gd name="csY435" fmla="*/ 265375 h 285750"/>
                <a:gd name="csX436" fmla="*/ 487556 w 571500"/>
                <a:gd name="csY436" fmla="*/ 265193 h 285750"/>
                <a:gd name="csX437" fmla="*/ 488699 w 571500"/>
                <a:gd name="csY437" fmla="*/ 265070 h 285750"/>
                <a:gd name="csX438" fmla="*/ 489842 w 571500"/>
                <a:gd name="csY438" fmla="*/ 264879 h 285750"/>
                <a:gd name="csX439" fmla="*/ 490918 w 571500"/>
                <a:gd name="csY439" fmla="*/ 264756 h 285750"/>
                <a:gd name="csX440" fmla="*/ 492052 w 571500"/>
                <a:gd name="csY440" fmla="*/ 264575 h 285750"/>
                <a:gd name="csX441" fmla="*/ 493195 w 571500"/>
                <a:gd name="csY441" fmla="*/ 264451 h 285750"/>
                <a:gd name="csX442" fmla="*/ 494271 w 571500"/>
                <a:gd name="csY442" fmla="*/ 264327 h 285750"/>
                <a:gd name="csX443" fmla="*/ 495405 w 571500"/>
                <a:gd name="csY443" fmla="*/ 264203 h 285750"/>
                <a:gd name="csX444" fmla="*/ 496548 w 571500"/>
                <a:gd name="csY444" fmla="*/ 264079 h 285750"/>
                <a:gd name="csX445" fmla="*/ 497624 w 571500"/>
                <a:gd name="csY445" fmla="*/ 263956 h 285750"/>
                <a:gd name="csX446" fmla="*/ 498767 w 571500"/>
                <a:gd name="csY446" fmla="*/ 263832 h 285750"/>
                <a:gd name="csX447" fmla="*/ 499901 w 571500"/>
                <a:gd name="csY447" fmla="*/ 263765 h 285750"/>
                <a:gd name="csX448" fmla="*/ 500977 w 571500"/>
                <a:gd name="csY448" fmla="*/ 263708 h 285750"/>
                <a:gd name="csX449" fmla="*/ 502120 w 571500"/>
                <a:gd name="csY449" fmla="*/ 263708 h 285750"/>
                <a:gd name="csX450" fmla="*/ 503253 w 571500"/>
                <a:gd name="csY450" fmla="*/ 263708 h 285750"/>
                <a:gd name="csX451" fmla="*/ 504330 w 571500"/>
                <a:gd name="csY451" fmla="*/ 263765 h 285750"/>
                <a:gd name="csX452" fmla="*/ 505473 w 571500"/>
                <a:gd name="csY452" fmla="*/ 263832 h 285750"/>
                <a:gd name="csX453" fmla="*/ 506606 w 571500"/>
                <a:gd name="csY453" fmla="*/ 263889 h 285750"/>
                <a:gd name="csX454" fmla="*/ 507683 w 571500"/>
                <a:gd name="csY454" fmla="*/ 264079 h 285750"/>
                <a:gd name="csX455" fmla="*/ 508826 w 571500"/>
                <a:gd name="csY455" fmla="*/ 264203 h 285750"/>
                <a:gd name="csX456" fmla="*/ 509968 w 571500"/>
                <a:gd name="csY456" fmla="*/ 264451 h 285750"/>
                <a:gd name="csX457" fmla="*/ 511045 w 571500"/>
                <a:gd name="csY457" fmla="*/ 264699 h 285750"/>
                <a:gd name="csX458" fmla="*/ 512178 w 571500"/>
                <a:gd name="csY458" fmla="*/ 265003 h 285750"/>
                <a:gd name="csX459" fmla="*/ 513321 w 571500"/>
                <a:gd name="csY459" fmla="*/ 265317 h 285750"/>
                <a:gd name="csX460" fmla="*/ 514398 w 571500"/>
                <a:gd name="csY460" fmla="*/ 265746 h 285750"/>
                <a:gd name="csX461" fmla="*/ 515531 w 571500"/>
                <a:gd name="csY461" fmla="*/ 266118 h 285750"/>
                <a:gd name="csX462" fmla="*/ 516674 w 571500"/>
                <a:gd name="csY462" fmla="*/ 266613 h 285750"/>
                <a:gd name="csX463" fmla="*/ 517751 w 571500"/>
                <a:gd name="csY463" fmla="*/ 267108 h 285750"/>
                <a:gd name="csX464" fmla="*/ 518894 w 571500"/>
                <a:gd name="csY464" fmla="*/ 267604 h 285750"/>
                <a:gd name="csX465" fmla="*/ 520027 w 571500"/>
                <a:gd name="csY465" fmla="*/ 268223 h 285750"/>
                <a:gd name="csX466" fmla="*/ 521103 w 571500"/>
                <a:gd name="csY466" fmla="*/ 268775 h 285750"/>
                <a:gd name="csX467" fmla="*/ 522246 w 571500"/>
                <a:gd name="csY467" fmla="*/ 269394 h 285750"/>
                <a:gd name="csX468" fmla="*/ 523380 w 571500"/>
                <a:gd name="csY468" fmla="*/ 270080 h 285750"/>
                <a:gd name="csX469" fmla="*/ 524456 w 571500"/>
                <a:gd name="csY469" fmla="*/ 270699 h 285750"/>
                <a:gd name="csX470" fmla="*/ 525599 w 571500"/>
                <a:gd name="csY470" fmla="*/ 271376 h 285750"/>
                <a:gd name="csX471" fmla="*/ 526733 w 571500"/>
                <a:gd name="csY471" fmla="*/ 272119 h 285750"/>
                <a:gd name="csX472" fmla="*/ 527809 w 571500"/>
                <a:gd name="csY472" fmla="*/ 272795 h 285750"/>
                <a:gd name="csX473" fmla="*/ 528952 w 571500"/>
                <a:gd name="csY473" fmla="*/ 273481 h 285750"/>
                <a:gd name="csX474" fmla="*/ 530095 w 571500"/>
                <a:gd name="csY474" fmla="*/ 274224 h 285750"/>
                <a:gd name="csX475" fmla="*/ 531171 w 571500"/>
                <a:gd name="csY475" fmla="*/ 274900 h 285750"/>
                <a:gd name="csX476" fmla="*/ 532305 w 571500"/>
                <a:gd name="csY476" fmla="*/ 275576 h 285750"/>
                <a:gd name="csX477" fmla="*/ 533448 w 571500"/>
                <a:gd name="csY477" fmla="*/ 276262 h 285750"/>
                <a:gd name="csX478" fmla="*/ 534524 w 571500"/>
                <a:gd name="csY478" fmla="*/ 276938 h 285750"/>
                <a:gd name="csX479" fmla="*/ 535658 w 571500"/>
                <a:gd name="csY479" fmla="*/ 277557 h 285750"/>
                <a:gd name="csX480" fmla="*/ 536801 w 571500"/>
                <a:gd name="csY480" fmla="*/ 278176 h 285750"/>
                <a:gd name="csX481" fmla="*/ 537944 w 571500"/>
                <a:gd name="csY481" fmla="*/ 278795 h 285750"/>
                <a:gd name="csX482" fmla="*/ 539010 w 571500"/>
                <a:gd name="csY482" fmla="*/ 279348 h 285750"/>
                <a:gd name="csX483" fmla="*/ 540153 w 571500"/>
                <a:gd name="csY483" fmla="*/ 279910 h 285750"/>
                <a:gd name="csX484" fmla="*/ 541296 w 571500"/>
                <a:gd name="csY484" fmla="*/ 280462 h 285750"/>
                <a:gd name="csX485" fmla="*/ 542372 w 571500"/>
                <a:gd name="csY485" fmla="*/ 280958 h 285750"/>
                <a:gd name="csX486" fmla="*/ 543506 w 571500"/>
                <a:gd name="csY486" fmla="*/ 281396 h 285750"/>
                <a:gd name="csX487" fmla="*/ 544649 w 571500"/>
                <a:gd name="csY487" fmla="*/ 281824 h 285750"/>
                <a:gd name="csX488" fmla="*/ 545726 w 571500"/>
                <a:gd name="csY488" fmla="*/ 282263 h 285750"/>
                <a:gd name="csX489" fmla="*/ 546859 w 571500"/>
                <a:gd name="csY489" fmla="*/ 282634 h 285750"/>
                <a:gd name="csX490" fmla="*/ 548002 w 571500"/>
                <a:gd name="csY490" fmla="*/ 282939 h 285750"/>
                <a:gd name="csX491" fmla="*/ 549078 w 571500"/>
                <a:gd name="csY491" fmla="*/ 283310 h 285750"/>
                <a:gd name="csX492" fmla="*/ 550221 w 571500"/>
                <a:gd name="csY492" fmla="*/ 283558 h 285750"/>
                <a:gd name="csX493" fmla="*/ 551355 w 571500"/>
                <a:gd name="csY493" fmla="*/ 283863 h 285750"/>
                <a:gd name="csX494" fmla="*/ 552431 w 571500"/>
                <a:gd name="csY494" fmla="*/ 284053 h 285750"/>
                <a:gd name="csX495" fmla="*/ 553574 w 571500"/>
                <a:gd name="csY495" fmla="*/ 284301 h 285750"/>
                <a:gd name="csX496" fmla="*/ 554708 w 571500"/>
                <a:gd name="csY496" fmla="*/ 284482 h 285750"/>
                <a:gd name="csX497" fmla="*/ 555784 w 571500"/>
                <a:gd name="csY497" fmla="*/ 284672 h 285750"/>
                <a:gd name="csX498" fmla="*/ 556927 w 571500"/>
                <a:gd name="csY498" fmla="*/ 284796 h 285750"/>
                <a:gd name="csX499" fmla="*/ 558060 w 571500"/>
                <a:gd name="csY499" fmla="*/ 284977 h 285750"/>
                <a:gd name="csX500" fmla="*/ 559136 w 571500"/>
                <a:gd name="csY500" fmla="*/ 285101 h 285750"/>
                <a:gd name="csX501" fmla="*/ 560279 w 571500"/>
                <a:gd name="csY501" fmla="*/ 285168 h 285750"/>
                <a:gd name="csX502" fmla="*/ 561422 w 571500"/>
                <a:gd name="csY502" fmla="*/ 285292 h 285750"/>
                <a:gd name="csX503" fmla="*/ 562499 w 571500"/>
                <a:gd name="csY503" fmla="*/ 285349 h 285750"/>
                <a:gd name="csX504" fmla="*/ 563633 w 571500"/>
                <a:gd name="csY504" fmla="*/ 285415 h 285750"/>
                <a:gd name="csX505" fmla="*/ 564776 w 571500"/>
                <a:gd name="csY505" fmla="*/ 285472 h 285750"/>
                <a:gd name="csX506" fmla="*/ 565852 w 571500"/>
                <a:gd name="csY506" fmla="*/ 285539 h 285750"/>
                <a:gd name="csX507" fmla="*/ 566985 w 571500"/>
                <a:gd name="csY507" fmla="*/ 285596 h 285750"/>
                <a:gd name="csX508" fmla="*/ 568128 w 571500"/>
                <a:gd name="csY508" fmla="*/ 285663 h 285750"/>
                <a:gd name="csX509" fmla="*/ 569204 w 571500"/>
                <a:gd name="csY509" fmla="*/ 285663 h 285750"/>
                <a:gd name="csX510" fmla="*/ 570347 w 571500"/>
                <a:gd name="csY510" fmla="*/ 285720 h 285750"/>
                <a:gd name="csX511" fmla="*/ 571481 w 571500"/>
                <a:gd name="csY511"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285750">
                  <a:moveTo>
                    <a:pt x="-19" y="284301"/>
                  </a:moveTo>
                  <a:lnTo>
                    <a:pt x="1057" y="283929"/>
                  </a:lnTo>
                  <a:lnTo>
                    <a:pt x="2200" y="283558"/>
                  </a:lnTo>
                  <a:lnTo>
                    <a:pt x="3334" y="283120"/>
                  </a:lnTo>
                  <a:lnTo>
                    <a:pt x="4410" y="282567"/>
                  </a:lnTo>
                  <a:lnTo>
                    <a:pt x="5553" y="281891"/>
                  </a:lnTo>
                  <a:lnTo>
                    <a:pt x="6686" y="281148"/>
                  </a:lnTo>
                  <a:lnTo>
                    <a:pt x="7763" y="280281"/>
                  </a:lnTo>
                  <a:lnTo>
                    <a:pt x="8906" y="279291"/>
                  </a:lnTo>
                  <a:lnTo>
                    <a:pt x="10049" y="278176"/>
                  </a:lnTo>
                  <a:lnTo>
                    <a:pt x="11116" y="276814"/>
                  </a:lnTo>
                  <a:lnTo>
                    <a:pt x="12259" y="275271"/>
                  </a:lnTo>
                  <a:lnTo>
                    <a:pt x="13402" y="273538"/>
                  </a:lnTo>
                  <a:lnTo>
                    <a:pt x="14478" y="271623"/>
                  </a:lnTo>
                  <a:lnTo>
                    <a:pt x="15611" y="269461"/>
                  </a:lnTo>
                  <a:lnTo>
                    <a:pt x="16754" y="266918"/>
                  </a:lnTo>
                  <a:lnTo>
                    <a:pt x="17831" y="264136"/>
                  </a:lnTo>
                  <a:lnTo>
                    <a:pt x="18964" y="261050"/>
                  </a:lnTo>
                  <a:lnTo>
                    <a:pt x="20107" y="257650"/>
                  </a:lnTo>
                  <a:lnTo>
                    <a:pt x="21184" y="253935"/>
                  </a:lnTo>
                  <a:lnTo>
                    <a:pt x="22327" y="249792"/>
                  </a:lnTo>
                  <a:lnTo>
                    <a:pt x="23460" y="245220"/>
                  </a:lnTo>
                  <a:lnTo>
                    <a:pt x="24536" y="240333"/>
                  </a:lnTo>
                  <a:lnTo>
                    <a:pt x="25679" y="235018"/>
                  </a:lnTo>
                  <a:lnTo>
                    <a:pt x="26813" y="229322"/>
                  </a:lnTo>
                  <a:lnTo>
                    <a:pt x="27889" y="223141"/>
                  </a:lnTo>
                  <a:lnTo>
                    <a:pt x="29032" y="216521"/>
                  </a:lnTo>
                  <a:lnTo>
                    <a:pt x="30166" y="209472"/>
                  </a:lnTo>
                  <a:lnTo>
                    <a:pt x="31242" y="202119"/>
                  </a:lnTo>
                  <a:lnTo>
                    <a:pt x="32385" y="194385"/>
                  </a:lnTo>
                  <a:lnTo>
                    <a:pt x="33528" y="186164"/>
                  </a:lnTo>
                  <a:lnTo>
                    <a:pt x="34604" y="177630"/>
                  </a:lnTo>
                  <a:lnTo>
                    <a:pt x="35738" y="168791"/>
                  </a:lnTo>
                  <a:lnTo>
                    <a:pt x="36881" y="159761"/>
                  </a:lnTo>
                  <a:lnTo>
                    <a:pt x="37957" y="150417"/>
                  </a:lnTo>
                  <a:lnTo>
                    <a:pt x="39091" y="140902"/>
                  </a:lnTo>
                  <a:lnTo>
                    <a:pt x="40234" y="131253"/>
                  </a:lnTo>
                  <a:lnTo>
                    <a:pt x="41310" y="121547"/>
                  </a:lnTo>
                  <a:lnTo>
                    <a:pt x="42444" y="111774"/>
                  </a:lnTo>
                  <a:lnTo>
                    <a:pt x="43586" y="102068"/>
                  </a:lnTo>
                  <a:lnTo>
                    <a:pt x="44663" y="92477"/>
                  </a:lnTo>
                  <a:lnTo>
                    <a:pt x="45806" y="83075"/>
                  </a:lnTo>
                  <a:lnTo>
                    <a:pt x="46939" y="73865"/>
                  </a:lnTo>
                  <a:lnTo>
                    <a:pt x="48016" y="65026"/>
                  </a:lnTo>
                  <a:lnTo>
                    <a:pt x="49159" y="56425"/>
                  </a:lnTo>
                  <a:lnTo>
                    <a:pt x="50292" y="48386"/>
                  </a:lnTo>
                  <a:lnTo>
                    <a:pt x="51369" y="40784"/>
                  </a:lnTo>
                  <a:lnTo>
                    <a:pt x="52512" y="33736"/>
                  </a:lnTo>
                  <a:lnTo>
                    <a:pt x="53654" y="27240"/>
                  </a:lnTo>
                  <a:lnTo>
                    <a:pt x="54721" y="21306"/>
                  </a:lnTo>
                  <a:lnTo>
                    <a:pt x="55864" y="16105"/>
                  </a:lnTo>
                  <a:lnTo>
                    <a:pt x="57007" y="11657"/>
                  </a:lnTo>
                  <a:lnTo>
                    <a:pt x="58083" y="7885"/>
                  </a:lnTo>
                  <a:lnTo>
                    <a:pt x="59217" y="4789"/>
                  </a:lnTo>
                  <a:lnTo>
                    <a:pt x="60360" y="2447"/>
                  </a:lnTo>
                  <a:lnTo>
                    <a:pt x="61437" y="894"/>
                  </a:lnTo>
                  <a:lnTo>
                    <a:pt x="62570" y="94"/>
                  </a:lnTo>
                  <a:lnTo>
                    <a:pt x="63713" y="-30"/>
                  </a:lnTo>
                  <a:lnTo>
                    <a:pt x="64789" y="465"/>
                  </a:lnTo>
                  <a:lnTo>
                    <a:pt x="65932" y="1637"/>
                  </a:lnTo>
                  <a:lnTo>
                    <a:pt x="67066" y="3494"/>
                  </a:lnTo>
                  <a:lnTo>
                    <a:pt x="68142" y="6028"/>
                  </a:lnTo>
                  <a:lnTo>
                    <a:pt x="69285" y="9057"/>
                  </a:lnTo>
                  <a:lnTo>
                    <a:pt x="70419" y="12524"/>
                  </a:lnTo>
                  <a:lnTo>
                    <a:pt x="71495" y="16477"/>
                  </a:lnTo>
                  <a:lnTo>
                    <a:pt x="72638" y="20934"/>
                  </a:lnTo>
                  <a:lnTo>
                    <a:pt x="73781" y="25697"/>
                  </a:lnTo>
                  <a:lnTo>
                    <a:pt x="74857" y="30831"/>
                  </a:lnTo>
                  <a:lnTo>
                    <a:pt x="75990" y="36146"/>
                  </a:lnTo>
                  <a:lnTo>
                    <a:pt x="77133" y="41651"/>
                  </a:lnTo>
                  <a:lnTo>
                    <a:pt x="78267" y="47395"/>
                  </a:lnTo>
                  <a:lnTo>
                    <a:pt x="79343" y="53272"/>
                  </a:lnTo>
                  <a:lnTo>
                    <a:pt x="80487" y="59149"/>
                  </a:lnTo>
                  <a:lnTo>
                    <a:pt x="81620" y="65150"/>
                  </a:lnTo>
                  <a:lnTo>
                    <a:pt x="82706" y="71084"/>
                  </a:lnTo>
                  <a:lnTo>
                    <a:pt x="83839" y="77018"/>
                  </a:lnTo>
                  <a:lnTo>
                    <a:pt x="84982" y="82838"/>
                  </a:lnTo>
                  <a:lnTo>
                    <a:pt x="86058" y="88581"/>
                  </a:lnTo>
                  <a:lnTo>
                    <a:pt x="87192" y="94210"/>
                  </a:lnTo>
                  <a:lnTo>
                    <a:pt x="88335" y="99773"/>
                  </a:lnTo>
                  <a:lnTo>
                    <a:pt x="89411" y="105097"/>
                  </a:lnTo>
                  <a:lnTo>
                    <a:pt x="90545" y="110288"/>
                  </a:lnTo>
                  <a:lnTo>
                    <a:pt x="91688" y="115298"/>
                  </a:lnTo>
                  <a:lnTo>
                    <a:pt x="92764" y="120118"/>
                  </a:lnTo>
                  <a:lnTo>
                    <a:pt x="93907" y="124757"/>
                  </a:lnTo>
                  <a:lnTo>
                    <a:pt x="95040" y="129214"/>
                  </a:lnTo>
                  <a:lnTo>
                    <a:pt x="96117" y="133415"/>
                  </a:lnTo>
                  <a:lnTo>
                    <a:pt x="97260" y="137502"/>
                  </a:lnTo>
                  <a:lnTo>
                    <a:pt x="98393" y="141397"/>
                  </a:lnTo>
                  <a:lnTo>
                    <a:pt x="99470" y="145045"/>
                  </a:lnTo>
                  <a:lnTo>
                    <a:pt x="100613" y="148570"/>
                  </a:lnTo>
                  <a:lnTo>
                    <a:pt x="101756" y="151903"/>
                  </a:lnTo>
                  <a:lnTo>
                    <a:pt x="102822" y="155056"/>
                  </a:lnTo>
                  <a:lnTo>
                    <a:pt x="103965" y="158028"/>
                  </a:lnTo>
                  <a:lnTo>
                    <a:pt x="105108" y="160933"/>
                  </a:lnTo>
                  <a:lnTo>
                    <a:pt x="106185" y="163590"/>
                  </a:lnTo>
                  <a:lnTo>
                    <a:pt x="107318" y="166191"/>
                  </a:lnTo>
                  <a:lnTo>
                    <a:pt x="108461" y="168600"/>
                  </a:lnTo>
                  <a:lnTo>
                    <a:pt x="109538" y="170953"/>
                  </a:lnTo>
                  <a:lnTo>
                    <a:pt x="110671" y="173173"/>
                  </a:lnTo>
                  <a:lnTo>
                    <a:pt x="111814" y="175278"/>
                  </a:lnTo>
                  <a:lnTo>
                    <a:pt x="112890" y="177259"/>
                  </a:lnTo>
                  <a:lnTo>
                    <a:pt x="114033" y="179174"/>
                  </a:lnTo>
                  <a:lnTo>
                    <a:pt x="115167" y="181030"/>
                  </a:lnTo>
                  <a:lnTo>
                    <a:pt x="116243" y="182764"/>
                  </a:lnTo>
                  <a:lnTo>
                    <a:pt x="117386" y="184431"/>
                  </a:lnTo>
                  <a:lnTo>
                    <a:pt x="118520" y="186041"/>
                  </a:lnTo>
                  <a:lnTo>
                    <a:pt x="119596" y="187584"/>
                  </a:lnTo>
                  <a:lnTo>
                    <a:pt x="120739" y="189070"/>
                  </a:lnTo>
                  <a:lnTo>
                    <a:pt x="121872" y="190555"/>
                  </a:lnTo>
                  <a:lnTo>
                    <a:pt x="122948" y="191918"/>
                  </a:lnTo>
                  <a:lnTo>
                    <a:pt x="124092" y="193270"/>
                  </a:lnTo>
                  <a:lnTo>
                    <a:pt x="125235" y="194576"/>
                  </a:lnTo>
                  <a:lnTo>
                    <a:pt x="126311" y="195813"/>
                  </a:lnTo>
                  <a:lnTo>
                    <a:pt x="127445" y="197042"/>
                  </a:lnTo>
                  <a:lnTo>
                    <a:pt x="128588" y="198224"/>
                  </a:lnTo>
                  <a:lnTo>
                    <a:pt x="129664" y="199338"/>
                  </a:lnTo>
                  <a:lnTo>
                    <a:pt x="130797" y="200510"/>
                  </a:lnTo>
                  <a:lnTo>
                    <a:pt x="131940" y="201557"/>
                  </a:lnTo>
                  <a:lnTo>
                    <a:pt x="133016" y="202672"/>
                  </a:lnTo>
                  <a:lnTo>
                    <a:pt x="134150" y="203662"/>
                  </a:lnTo>
                  <a:lnTo>
                    <a:pt x="135293" y="204710"/>
                  </a:lnTo>
                  <a:lnTo>
                    <a:pt x="136369" y="205700"/>
                  </a:lnTo>
                  <a:lnTo>
                    <a:pt x="137513" y="206691"/>
                  </a:lnTo>
                  <a:lnTo>
                    <a:pt x="138646" y="207625"/>
                  </a:lnTo>
                  <a:lnTo>
                    <a:pt x="139722" y="208549"/>
                  </a:lnTo>
                  <a:lnTo>
                    <a:pt x="140865" y="209472"/>
                  </a:lnTo>
                  <a:lnTo>
                    <a:pt x="141999" y="210406"/>
                  </a:lnTo>
                  <a:lnTo>
                    <a:pt x="143075" y="211273"/>
                  </a:lnTo>
                  <a:lnTo>
                    <a:pt x="144218" y="212140"/>
                  </a:lnTo>
                  <a:lnTo>
                    <a:pt x="145361" y="212997"/>
                  </a:lnTo>
                  <a:lnTo>
                    <a:pt x="146428" y="213806"/>
                  </a:lnTo>
                  <a:lnTo>
                    <a:pt x="147571" y="214673"/>
                  </a:lnTo>
                  <a:lnTo>
                    <a:pt x="148714" y="215473"/>
                  </a:lnTo>
                  <a:lnTo>
                    <a:pt x="149790" y="216216"/>
                  </a:lnTo>
                  <a:lnTo>
                    <a:pt x="150924" y="217016"/>
                  </a:lnTo>
                  <a:lnTo>
                    <a:pt x="152066" y="217759"/>
                  </a:lnTo>
                  <a:lnTo>
                    <a:pt x="153200" y="218502"/>
                  </a:lnTo>
                  <a:lnTo>
                    <a:pt x="154276" y="219245"/>
                  </a:lnTo>
                  <a:lnTo>
                    <a:pt x="155419" y="219988"/>
                  </a:lnTo>
                  <a:lnTo>
                    <a:pt x="156563" y="220731"/>
                  </a:lnTo>
                  <a:lnTo>
                    <a:pt x="157639" y="221407"/>
                  </a:lnTo>
                  <a:lnTo>
                    <a:pt x="158772" y="222150"/>
                  </a:lnTo>
                  <a:lnTo>
                    <a:pt x="159915" y="222836"/>
                  </a:lnTo>
                  <a:lnTo>
                    <a:pt x="160992" y="223512"/>
                  </a:lnTo>
                  <a:lnTo>
                    <a:pt x="162125" y="224198"/>
                  </a:lnTo>
                  <a:lnTo>
                    <a:pt x="163268" y="224874"/>
                  </a:lnTo>
                  <a:lnTo>
                    <a:pt x="164344" y="225493"/>
                  </a:lnTo>
                  <a:lnTo>
                    <a:pt x="165478" y="226170"/>
                  </a:lnTo>
                  <a:lnTo>
                    <a:pt x="166621" y="226789"/>
                  </a:lnTo>
                  <a:lnTo>
                    <a:pt x="167697" y="227475"/>
                  </a:lnTo>
                  <a:lnTo>
                    <a:pt x="168840" y="228084"/>
                  </a:lnTo>
                  <a:lnTo>
                    <a:pt x="169974" y="228703"/>
                  </a:lnTo>
                  <a:lnTo>
                    <a:pt x="171050" y="229389"/>
                  </a:lnTo>
                  <a:lnTo>
                    <a:pt x="172193" y="230008"/>
                  </a:lnTo>
                  <a:lnTo>
                    <a:pt x="173326" y="230627"/>
                  </a:lnTo>
                  <a:lnTo>
                    <a:pt x="174403" y="231247"/>
                  </a:lnTo>
                  <a:lnTo>
                    <a:pt x="175546" y="231866"/>
                  </a:lnTo>
                  <a:lnTo>
                    <a:pt x="176689" y="232475"/>
                  </a:lnTo>
                  <a:lnTo>
                    <a:pt x="177756" y="233094"/>
                  </a:lnTo>
                  <a:lnTo>
                    <a:pt x="178899" y="233656"/>
                  </a:lnTo>
                  <a:lnTo>
                    <a:pt x="180042" y="234275"/>
                  </a:lnTo>
                  <a:lnTo>
                    <a:pt x="181118" y="234895"/>
                  </a:lnTo>
                  <a:lnTo>
                    <a:pt x="182251" y="235447"/>
                  </a:lnTo>
                  <a:lnTo>
                    <a:pt x="183394" y="236066"/>
                  </a:lnTo>
                  <a:lnTo>
                    <a:pt x="184471" y="236618"/>
                  </a:lnTo>
                  <a:lnTo>
                    <a:pt x="185604" y="237181"/>
                  </a:lnTo>
                  <a:lnTo>
                    <a:pt x="186747" y="237733"/>
                  </a:lnTo>
                  <a:lnTo>
                    <a:pt x="187824" y="238295"/>
                  </a:lnTo>
                  <a:lnTo>
                    <a:pt x="188967" y="238847"/>
                  </a:lnTo>
                  <a:lnTo>
                    <a:pt x="190100" y="239409"/>
                  </a:lnTo>
                  <a:lnTo>
                    <a:pt x="191176" y="239905"/>
                  </a:lnTo>
                  <a:lnTo>
                    <a:pt x="192319" y="240457"/>
                  </a:lnTo>
                  <a:lnTo>
                    <a:pt x="193453" y="240952"/>
                  </a:lnTo>
                  <a:lnTo>
                    <a:pt x="194529" y="241448"/>
                  </a:lnTo>
                  <a:lnTo>
                    <a:pt x="195672" y="241943"/>
                  </a:lnTo>
                  <a:lnTo>
                    <a:pt x="196806" y="242438"/>
                  </a:lnTo>
                  <a:lnTo>
                    <a:pt x="197882" y="242934"/>
                  </a:lnTo>
                  <a:lnTo>
                    <a:pt x="199025" y="243362"/>
                  </a:lnTo>
                  <a:lnTo>
                    <a:pt x="200168" y="243800"/>
                  </a:lnTo>
                  <a:lnTo>
                    <a:pt x="201244" y="244286"/>
                  </a:lnTo>
                  <a:lnTo>
                    <a:pt x="202378" y="244724"/>
                  </a:lnTo>
                  <a:lnTo>
                    <a:pt x="203521" y="245153"/>
                  </a:lnTo>
                  <a:lnTo>
                    <a:pt x="204597" y="245525"/>
                  </a:lnTo>
                  <a:lnTo>
                    <a:pt x="205731" y="245963"/>
                  </a:lnTo>
                  <a:lnTo>
                    <a:pt x="206874" y="246334"/>
                  </a:lnTo>
                  <a:lnTo>
                    <a:pt x="207950" y="246763"/>
                  </a:lnTo>
                  <a:lnTo>
                    <a:pt x="209093" y="247134"/>
                  </a:lnTo>
                  <a:lnTo>
                    <a:pt x="210226" y="247505"/>
                  </a:lnTo>
                  <a:lnTo>
                    <a:pt x="211302" y="247877"/>
                  </a:lnTo>
                  <a:lnTo>
                    <a:pt x="212446" y="248248"/>
                  </a:lnTo>
                  <a:lnTo>
                    <a:pt x="213579" y="248620"/>
                  </a:lnTo>
                  <a:lnTo>
                    <a:pt x="214656" y="248925"/>
                  </a:lnTo>
                  <a:lnTo>
                    <a:pt x="215799" y="249297"/>
                  </a:lnTo>
                  <a:lnTo>
                    <a:pt x="216932" y="249611"/>
                  </a:lnTo>
                  <a:lnTo>
                    <a:pt x="218008" y="249916"/>
                  </a:lnTo>
                  <a:lnTo>
                    <a:pt x="219151" y="250230"/>
                  </a:lnTo>
                  <a:lnTo>
                    <a:pt x="220294" y="250535"/>
                  </a:lnTo>
                  <a:lnTo>
                    <a:pt x="221370" y="250849"/>
                  </a:lnTo>
                  <a:lnTo>
                    <a:pt x="222504" y="251154"/>
                  </a:lnTo>
                  <a:lnTo>
                    <a:pt x="223647" y="251468"/>
                  </a:lnTo>
                  <a:lnTo>
                    <a:pt x="224723" y="251773"/>
                  </a:lnTo>
                  <a:lnTo>
                    <a:pt x="225857" y="252020"/>
                  </a:lnTo>
                  <a:lnTo>
                    <a:pt x="227000" y="252268"/>
                  </a:lnTo>
                  <a:lnTo>
                    <a:pt x="228076" y="252573"/>
                  </a:lnTo>
                  <a:lnTo>
                    <a:pt x="229219" y="252821"/>
                  </a:lnTo>
                  <a:lnTo>
                    <a:pt x="230352" y="253069"/>
                  </a:lnTo>
                  <a:lnTo>
                    <a:pt x="231496" y="253316"/>
                  </a:lnTo>
                  <a:lnTo>
                    <a:pt x="232572" y="253564"/>
                  </a:lnTo>
                  <a:lnTo>
                    <a:pt x="233706" y="253811"/>
                  </a:lnTo>
                  <a:lnTo>
                    <a:pt x="234849" y="254002"/>
                  </a:lnTo>
                  <a:lnTo>
                    <a:pt x="235925" y="254249"/>
                  </a:lnTo>
                  <a:lnTo>
                    <a:pt x="237068" y="254431"/>
                  </a:lnTo>
                  <a:lnTo>
                    <a:pt x="238201" y="254678"/>
                  </a:lnTo>
                  <a:lnTo>
                    <a:pt x="239277" y="254868"/>
                  </a:lnTo>
                  <a:lnTo>
                    <a:pt x="240420" y="255050"/>
                  </a:lnTo>
                  <a:lnTo>
                    <a:pt x="241554" y="255297"/>
                  </a:lnTo>
                  <a:lnTo>
                    <a:pt x="242630" y="255488"/>
                  </a:lnTo>
                  <a:lnTo>
                    <a:pt x="243773" y="255668"/>
                  </a:lnTo>
                  <a:lnTo>
                    <a:pt x="244907" y="255859"/>
                  </a:lnTo>
                  <a:lnTo>
                    <a:pt x="245983" y="256040"/>
                  </a:lnTo>
                  <a:lnTo>
                    <a:pt x="247126" y="256221"/>
                  </a:lnTo>
                  <a:lnTo>
                    <a:pt x="248269" y="256411"/>
                  </a:lnTo>
                  <a:lnTo>
                    <a:pt x="249345" y="256593"/>
                  </a:lnTo>
                  <a:lnTo>
                    <a:pt x="250479" y="256717"/>
                  </a:lnTo>
                  <a:lnTo>
                    <a:pt x="251622" y="256907"/>
                  </a:lnTo>
                  <a:lnTo>
                    <a:pt x="252698" y="257088"/>
                  </a:lnTo>
                  <a:lnTo>
                    <a:pt x="253832" y="257278"/>
                  </a:lnTo>
                  <a:lnTo>
                    <a:pt x="254975" y="257460"/>
                  </a:lnTo>
                  <a:lnTo>
                    <a:pt x="256051" y="257650"/>
                  </a:lnTo>
                  <a:lnTo>
                    <a:pt x="257184" y="257831"/>
                  </a:lnTo>
                  <a:lnTo>
                    <a:pt x="258327" y="258021"/>
                  </a:lnTo>
                  <a:lnTo>
                    <a:pt x="259404" y="258203"/>
                  </a:lnTo>
                  <a:lnTo>
                    <a:pt x="260547" y="258393"/>
                  </a:lnTo>
                  <a:lnTo>
                    <a:pt x="261680" y="258574"/>
                  </a:lnTo>
                  <a:lnTo>
                    <a:pt x="262757" y="258764"/>
                  </a:lnTo>
                  <a:lnTo>
                    <a:pt x="263900" y="258945"/>
                  </a:lnTo>
                  <a:lnTo>
                    <a:pt x="265033" y="259126"/>
                  </a:lnTo>
                  <a:lnTo>
                    <a:pt x="266110" y="259317"/>
                  </a:lnTo>
                  <a:lnTo>
                    <a:pt x="267252" y="259498"/>
                  </a:lnTo>
                  <a:lnTo>
                    <a:pt x="268386" y="259688"/>
                  </a:lnTo>
                  <a:lnTo>
                    <a:pt x="269462" y="259869"/>
                  </a:lnTo>
                  <a:lnTo>
                    <a:pt x="270605" y="260060"/>
                  </a:lnTo>
                  <a:lnTo>
                    <a:pt x="271748" y="260183"/>
                  </a:lnTo>
                  <a:lnTo>
                    <a:pt x="272825" y="260365"/>
                  </a:lnTo>
                  <a:lnTo>
                    <a:pt x="273958" y="260555"/>
                  </a:lnTo>
                  <a:lnTo>
                    <a:pt x="275101" y="260679"/>
                  </a:lnTo>
                  <a:lnTo>
                    <a:pt x="276178" y="260802"/>
                  </a:lnTo>
                  <a:lnTo>
                    <a:pt x="277311" y="260984"/>
                  </a:lnTo>
                  <a:lnTo>
                    <a:pt x="278454" y="261108"/>
                  </a:lnTo>
                  <a:lnTo>
                    <a:pt x="279530" y="261174"/>
                  </a:lnTo>
                  <a:lnTo>
                    <a:pt x="280673" y="261298"/>
                  </a:lnTo>
                  <a:lnTo>
                    <a:pt x="281807" y="261421"/>
                  </a:lnTo>
                  <a:lnTo>
                    <a:pt x="282883" y="261479"/>
                  </a:lnTo>
                  <a:lnTo>
                    <a:pt x="284026" y="261545"/>
                  </a:lnTo>
                  <a:lnTo>
                    <a:pt x="285160" y="261603"/>
                  </a:lnTo>
                  <a:lnTo>
                    <a:pt x="286236" y="261669"/>
                  </a:lnTo>
                  <a:lnTo>
                    <a:pt x="287379" y="261727"/>
                  </a:lnTo>
                  <a:lnTo>
                    <a:pt x="288512" y="261793"/>
                  </a:lnTo>
                  <a:lnTo>
                    <a:pt x="289589" y="261793"/>
                  </a:lnTo>
                  <a:lnTo>
                    <a:pt x="290732" y="261793"/>
                  </a:lnTo>
                  <a:lnTo>
                    <a:pt x="291875" y="261851"/>
                  </a:lnTo>
                  <a:lnTo>
                    <a:pt x="292951" y="261851"/>
                  </a:lnTo>
                  <a:lnTo>
                    <a:pt x="294085" y="261851"/>
                  </a:lnTo>
                  <a:lnTo>
                    <a:pt x="295228" y="261793"/>
                  </a:lnTo>
                  <a:lnTo>
                    <a:pt x="296304" y="261793"/>
                  </a:lnTo>
                  <a:lnTo>
                    <a:pt x="297437" y="261793"/>
                  </a:lnTo>
                  <a:lnTo>
                    <a:pt x="298580" y="261793"/>
                  </a:lnTo>
                  <a:lnTo>
                    <a:pt x="299656" y="261793"/>
                  </a:lnTo>
                  <a:lnTo>
                    <a:pt x="300790" y="261727"/>
                  </a:lnTo>
                  <a:lnTo>
                    <a:pt x="301933" y="261727"/>
                  </a:lnTo>
                  <a:lnTo>
                    <a:pt x="303010" y="261727"/>
                  </a:lnTo>
                  <a:lnTo>
                    <a:pt x="304153" y="261727"/>
                  </a:lnTo>
                  <a:lnTo>
                    <a:pt x="305286" y="261727"/>
                  </a:lnTo>
                  <a:lnTo>
                    <a:pt x="306362" y="261727"/>
                  </a:lnTo>
                  <a:lnTo>
                    <a:pt x="307505" y="261727"/>
                  </a:lnTo>
                  <a:lnTo>
                    <a:pt x="308639" y="261793"/>
                  </a:lnTo>
                  <a:lnTo>
                    <a:pt x="309782" y="261793"/>
                  </a:lnTo>
                  <a:lnTo>
                    <a:pt x="310858" y="261851"/>
                  </a:lnTo>
                  <a:lnTo>
                    <a:pt x="312001" y="261917"/>
                  </a:lnTo>
                  <a:lnTo>
                    <a:pt x="313135" y="261974"/>
                  </a:lnTo>
                  <a:lnTo>
                    <a:pt x="314211" y="262041"/>
                  </a:lnTo>
                  <a:lnTo>
                    <a:pt x="315354" y="262098"/>
                  </a:lnTo>
                  <a:lnTo>
                    <a:pt x="316487" y="262222"/>
                  </a:lnTo>
                  <a:lnTo>
                    <a:pt x="317563" y="262346"/>
                  </a:lnTo>
                  <a:lnTo>
                    <a:pt x="318706" y="262412"/>
                  </a:lnTo>
                  <a:lnTo>
                    <a:pt x="319840" y="262594"/>
                  </a:lnTo>
                  <a:lnTo>
                    <a:pt x="320916" y="262717"/>
                  </a:lnTo>
                  <a:lnTo>
                    <a:pt x="322060" y="262841"/>
                  </a:lnTo>
                  <a:lnTo>
                    <a:pt x="323203" y="263022"/>
                  </a:lnTo>
                  <a:lnTo>
                    <a:pt x="324279" y="263213"/>
                  </a:lnTo>
                  <a:lnTo>
                    <a:pt x="325412" y="263393"/>
                  </a:lnTo>
                  <a:lnTo>
                    <a:pt x="326555" y="263584"/>
                  </a:lnTo>
                  <a:lnTo>
                    <a:pt x="327631" y="263765"/>
                  </a:lnTo>
                  <a:lnTo>
                    <a:pt x="328765" y="263956"/>
                  </a:lnTo>
                  <a:lnTo>
                    <a:pt x="329908" y="264136"/>
                  </a:lnTo>
                  <a:lnTo>
                    <a:pt x="330984" y="264384"/>
                  </a:lnTo>
                  <a:lnTo>
                    <a:pt x="332118" y="264575"/>
                  </a:lnTo>
                  <a:lnTo>
                    <a:pt x="333261" y="264822"/>
                  </a:lnTo>
                  <a:lnTo>
                    <a:pt x="334337" y="265003"/>
                  </a:lnTo>
                  <a:lnTo>
                    <a:pt x="335480" y="265251"/>
                  </a:lnTo>
                  <a:lnTo>
                    <a:pt x="336613" y="265441"/>
                  </a:lnTo>
                  <a:lnTo>
                    <a:pt x="337690" y="265622"/>
                  </a:lnTo>
                  <a:lnTo>
                    <a:pt x="338833" y="265870"/>
                  </a:lnTo>
                  <a:lnTo>
                    <a:pt x="339966" y="266060"/>
                  </a:lnTo>
                  <a:lnTo>
                    <a:pt x="341043" y="266242"/>
                  </a:lnTo>
                  <a:lnTo>
                    <a:pt x="342186" y="266489"/>
                  </a:lnTo>
                  <a:lnTo>
                    <a:pt x="343329" y="266679"/>
                  </a:lnTo>
                  <a:lnTo>
                    <a:pt x="344395" y="266861"/>
                  </a:lnTo>
                  <a:lnTo>
                    <a:pt x="345538" y="267051"/>
                  </a:lnTo>
                  <a:lnTo>
                    <a:pt x="346681" y="267165"/>
                  </a:lnTo>
                  <a:lnTo>
                    <a:pt x="347758" y="267356"/>
                  </a:lnTo>
                  <a:lnTo>
                    <a:pt x="348891" y="267537"/>
                  </a:lnTo>
                  <a:lnTo>
                    <a:pt x="350034" y="267661"/>
                  </a:lnTo>
                  <a:lnTo>
                    <a:pt x="351111" y="267784"/>
                  </a:lnTo>
                  <a:lnTo>
                    <a:pt x="352244" y="267975"/>
                  </a:lnTo>
                  <a:lnTo>
                    <a:pt x="353387" y="268099"/>
                  </a:lnTo>
                  <a:lnTo>
                    <a:pt x="354463" y="268223"/>
                  </a:lnTo>
                  <a:lnTo>
                    <a:pt x="355606" y="268280"/>
                  </a:lnTo>
                  <a:lnTo>
                    <a:pt x="356740" y="268404"/>
                  </a:lnTo>
                  <a:lnTo>
                    <a:pt x="357816" y="268527"/>
                  </a:lnTo>
                  <a:lnTo>
                    <a:pt x="358959" y="268651"/>
                  </a:lnTo>
                  <a:lnTo>
                    <a:pt x="360093" y="268718"/>
                  </a:lnTo>
                  <a:lnTo>
                    <a:pt x="361169" y="268775"/>
                  </a:lnTo>
                  <a:lnTo>
                    <a:pt x="362312" y="268899"/>
                  </a:lnTo>
                  <a:lnTo>
                    <a:pt x="363455" y="268966"/>
                  </a:lnTo>
                  <a:lnTo>
                    <a:pt x="364531" y="269023"/>
                  </a:lnTo>
                  <a:lnTo>
                    <a:pt x="365665" y="269090"/>
                  </a:lnTo>
                  <a:lnTo>
                    <a:pt x="366808" y="269213"/>
                  </a:lnTo>
                  <a:lnTo>
                    <a:pt x="367884" y="269270"/>
                  </a:lnTo>
                  <a:lnTo>
                    <a:pt x="369018" y="269337"/>
                  </a:lnTo>
                  <a:lnTo>
                    <a:pt x="370161" y="269394"/>
                  </a:lnTo>
                  <a:lnTo>
                    <a:pt x="371237" y="269461"/>
                  </a:lnTo>
                  <a:lnTo>
                    <a:pt x="372370" y="269518"/>
                  </a:lnTo>
                  <a:lnTo>
                    <a:pt x="373513" y="269585"/>
                  </a:lnTo>
                  <a:lnTo>
                    <a:pt x="374590" y="269642"/>
                  </a:lnTo>
                  <a:lnTo>
                    <a:pt x="375732" y="269766"/>
                  </a:lnTo>
                  <a:lnTo>
                    <a:pt x="376866" y="269832"/>
                  </a:lnTo>
                  <a:lnTo>
                    <a:pt x="377943" y="269890"/>
                  </a:lnTo>
                  <a:lnTo>
                    <a:pt x="379086" y="269956"/>
                  </a:lnTo>
                  <a:lnTo>
                    <a:pt x="380219" y="270080"/>
                  </a:lnTo>
                  <a:lnTo>
                    <a:pt x="381296" y="270137"/>
                  </a:lnTo>
                  <a:lnTo>
                    <a:pt x="382438" y="270204"/>
                  </a:lnTo>
                  <a:lnTo>
                    <a:pt x="383581" y="270327"/>
                  </a:lnTo>
                  <a:lnTo>
                    <a:pt x="384715" y="270385"/>
                  </a:lnTo>
                  <a:lnTo>
                    <a:pt x="385791" y="270509"/>
                  </a:lnTo>
                  <a:lnTo>
                    <a:pt x="386934" y="270575"/>
                  </a:lnTo>
                  <a:lnTo>
                    <a:pt x="388068" y="270699"/>
                  </a:lnTo>
                  <a:lnTo>
                    <a:pt x="389144" y="270756"/>
                  </a:lnTo>
                  <a:lnTo>
                    <a:pt x="390287" y="270880"/>
                  </a:lnTo>
                  <a:lnTo>
                    <a:pt x="391420" y="271004"/>
                  </a:lnTo>
                  <a:lnTo>
                    <a:pt x="392497" y="271061"/>
                  </a:lnTo>
                  <a:lnTo>
                    <a:pt x="393640" y="271185"/>
                  </a:lnTo>
                  <a:lnTo>
                    <a:pt x="394782" y="271309"/>
                  </a:lnTo>
                  <a:lnTo>
                    <a:pt x="395859" y="271376"/>
                  </a:lnTo>
                  <a:lnTo>
                    <a:pt x="396993" y="271499"/>
                  </a:lnTo>
                  <a:lnTo>
                    <a:pt x="398136" y="271556"/>
                  </a:lnTo>
                  <a:lnTo>
                    <a:pt x="399212" y="271680"/>
                  </a:lnTo>
                  <a:lnTo>
                    <a:pt x="400346" y="271747"/>
                  </a:lnTo>
                  <a:lnTo>
                    <a:pt x="401488" y="271871"/>
                  </a:lnTo>
                  <a:lnTo>
                    <a:pt x="402565" y="271928"/>
                  </a:lnTo>
                  <a:lnTo>
                    <a:pt x="403698" y="272052"/>
                  </a:lnTo>
                  <a:lnTo>
                    <a:pt x="404841" y="272119"/>
                  </a:lnTo>
                  <a:lnTo>
                    <a:pt x="405917" y="272175"/>
                  </a:lnTo>
                  <a:lnTo>
                    <a:pt x="407060" y="272242"/>
                  </a:lnTo>
                  <a:lnTo>
                    <a:pt x="408194" y="272242"/>
                  </a:lnTo>
                  <a:lnTo>
                    <a:pt x="409270" y="272299"/>
                  </a:lnTo>
                  <a:lnTo>
                    <a:pt x="410414" y="272366"/>
                  </a:lnTo>
                  <a:lnTo>
                    <a:pt x="411547" y="272366"/>
                  </a:lnTo>
                  <a:lnTo>
                    <a:pt x="412623" y="272366"/>
                  </a:lnTo>
                  <a:lnTo>
                    <a:pt x="413766" y="272366"/>
                  </a:lnTo>
                  <a:lnTo>
                    <a:pt x="414909" y="272366"/>
                  </a:lnTo>
                  <a:lnTo>
                    <a:pt x="415976" y="272366"/>
                  </a:lnTo>
                  <a:lnTo>
                    <a:pt x="417119" y="272299"/>
                  </a:lnTo>
                  <a:lnTo>
                    <a:pt x="418262" y="272299"/>
                  </a:lnTo>
                  <a:lnTo>
                    <a:pt x="419338" y="272242"/>
                  </a:lnTo>
                  <a:lnTo>
                    <a:pt x="420472" y="272175"/>
                  </a:lnTo>
                  <a:lnTo>
                    <a:pt x="421615" y="272119"/>
                  </a:lnTo>
                  <a:lnTo>
                    <a:pt x="422691" y="271995"/>
                  </a:lnTo>
                  <a:lnTo>
                    <a:pt x="423824" y="271928"/>
                  </a:lnTo>
                  <a:lnTo>
                    <a:pt x="424967" y="271804"/>
                  </a:lnTo>
                  <a:lnTo>
                    <a:pt x="426044" y="271680"/>
                  </a:lnTo>
                  <a:lnTo>
                    <a:pt x="427187" y="271556"/>
                  </a:lnTo>
                  <a:lnTo>
                    <a:pt x="428320" y="271433"/>
                  </a:lnTo>
                  <a:lnTo>
                    <a:pt x="429397" y="271309"/>
                  </a:lnTo>
                  <a:lnTo>
                    <a:pt x="430540" y="271185"/>
                  </a:lnTo>
                  <a:lnTo>
                    <a:pt x="431673" y="271061"/>
                  </a:lnTo>
                  <a:lnTo>
                    <a:pt x="432749" y="270880"/>
                  </a:lnTo>
                  <a:lnTo>
                    <a:pt x="433892" y="270756"/>
                  </a:lnTo>
                  <a:lnTo>
                    <a:pt x="435035" y="270575"/>
                  </a:lnTo>
                  <a:lnTo>
                    <a:pt x="436102" y="270385"/>
                  </a:lnTo>
                  <a:lnTo>
                    <a:pt x="437245" y="270261"/>
                  </a:lnTo>
                  <a:lnTo>
                    <a:pt x="438388" y="270080"/>
                  </a:lnTo>
                  <a:lnTo>
                    <a:pt x="439465" y="269890"/>
                  </a:lnTo>
                  <a:lnTo>
                    <a:pt x="440598" y="269766"/>
                  </a:lnTo>
                  <a:lnTo>
                    <a:pt x="441741" y="269585"/>
                  </a:lnTo>
                  <a:lnTo>
                    <a:pt x="442817" y="269461"/>
                  </a:lnTo>
                  <a:lnTo>
                    <a:pt x="443951" y="269270"/>
                  </a:lnTo>
                  <a:lnTo>
                    <a:pt x="445094" y="269147"/>
                  </a:lnTo>
                  <a:lnTo>
                    <a:pt x="446170" y="268966"/>
                  </a:lnTo>
                  <a:lnTo>
                    <a:pt x="447313" y="268842"/>
                  </a:lnTo>
                  <a:lnTo>
                    <a:pt x="448447" y="268718"/>
                  </a:lnTo>
                  <a:lnTo>
                    <a:pt x="449523" y="268527"/>
                  </a:lnTo>
                  <a:lnTo>
                    <a:pt x="450666" y="268404"/>
                  </a:lnTo>
                  <a:lnTo>
                    <a:pt x="451799" y="268280"/>
                  </a:lnTo>
                  <a:lnTo>
                    <a:pt x="452875" y="268156"/>
                  </a:lnTo>
                  <a:lnTo>
                    <a:pt x="454019" y="268099"/>
                  </a:lnTo>
                  <a:lnTo>
                    <a:pt x="455152" y="267975"/>
                  </a:lnTo>
                  <a:lnTo>
                    <a:pt x="456229" y="267851"/>
                  </a:lnTo>
                  <a:lnTo>
                    <a:pt x="457372" y="267784"/>
                  </a:lnTo>
                  <a:lnTo>
                    <a:pt x="458515" y="267661"/>
                  </a:lnTo>
                  <a:lnTo>
                    <a:pt x="459591" y="267604"/>
                  </a:lnTo>
                  <a:lnTo>
                    <a:pt x="460724" y="267537"/>
                  </a:lnTo>
                  <a:lnTo>
                    <a:pt x="461867" y="267413"/>
                  </a:lnTo>
                  <a:lnTo>
                    <a:pt x="463001" y="267356"/>
                  </a:lnTo>
                  <a:lnTo>
                    <a:pt x="464077" y="267289"/>
                  </a:lnTo>
                  <a:lnTo>
                    <a:pt x="465220" y="267232"/>
                  </a:lnTo>
                  <a:lnTo>
                    <a:pt x="466363" y="267165"/>
                  </a:lnTo>
                  <a:lnTo>
                    <a:pt x="467430" y="267108"/>
                  </a:lnTo>
                  <a:lnTo>
                    <a:pt x="468573" y="267051"/>
                  </a:lnTo>
                  <a:lnTo>
                    <a:pt x="469716" y="266918"/>
                  </a:lnTo>
                  <a:lnTo>
                    <a:pt x="470792" y="266861"/>
                  </a:lnTo>
                  <a:lnTo>
                    <a:pt x="471925" y="266803"/>
                  </a:lnTo>
                  <a:lnTo>
                    <a:pt x="473069" y="266737"/>
                  </a:lnTo>
                  <a:lnTo>
                    <a:pt x="474145" y="266613"/>
                  </a:lnTo>
                  <a:lnTo>
                    <a:pt x="475279" y="266555"/>
                  </a:lnTo>
                  <a:lnTo>
                    <a:pt x="476422" y="266489"/>
                  </a:lnTo>
                  <a:lnTo>
                    <a:pt x="477498" y="266365"/>
                  </a:lnTo>
                  <a:lnTo>
                    <a:pt x="478641" y="266242"/>
                  </a:lnTo>
                  <a:lnTo>
                    <a:pt x="479774" y="266118"/>
                  </a:lnTo>
                  <a:lnTo>
                    <a:pt x="480851" y="266060"/>
                  </a:lnTo>
                  <a:lnTo>
                    <a:pt x="481993" y="265936"/>
                  </a:lnTo>
                  <a:lnTo>
                    <a:pt x="483127" y="265813"/>
                  </a:lnTo>
                  <a:lnTo>
                    <a:pt x="484203" y="265622"/>
                  </a:lnTo>
                  <a:lnTo>
                    <a:pt x="485346" y="265499"/>
                  </a:lnTo>
                  <a:lnTo>
                    <a:pt x="486480" y="265375"/>
                  </a:lnTo>
                  <a:lnTo>
                    <a:pt x="487556" y="265193"/>
                  </a:lnTo>
                  <a:lnTo>
                    <a:pt x="488699" y="265070"/>
                  </a:lnTo>
                  <a:lnTo>
                    <a:pt x="489842" y="264879"/>
                  </a:lnTo>
                  <a:lnTo>
                    <a:pt x="490918" y="264756"/>
                  </a:lnTo>
                  <a:lnTo>
                    <a:pt x="492052" y="264575"/>
                  </a:lnTo>
                  <a:lnTo>
                    <a:pt x="493195" y="264451"/>
                  </a:lnTo>
                  <a:lnTo>
                    <a:pt x="494271" y="264327"/>
                  </a:lnTo>
                  <a:lnTo>
                    <a:pt x="495405" y="264203"/>
                  </a:lnTo>
                  <a:lnTo>
                    <a:pt x="496548" y="264079"/>
                  </a:lnTo>
                  <a:lnTo>
                    <a:pt x="497624" y="263956"/>
                  </a:lnTo>
                  <a:lnTo>
                    <a:pt x="498767" y="263832"/>
                  </a:lnTo>
                  <a:lnTo>
                    <a:pt x="499901" y="263765"/>
                  </a:lnTo>
                  <a:lnTo>
                    <a:pt x="500977" y="263708"/>
                  </a:lnTo>
                  <a:lnTo>
                    <a:pt x="502120" y="263708"/>
                  </a:lnTo>
                  <a:lnTo>
                    <a:pt x="503253" y="263708"/>
                  </a:lnTo>
                  <a:lnTo>
                    <a:pt x="504330" y="263765"/>
                  </a:lnTo>
                  <a:lnTo>
                    <a:pt x="505473" y="263832"/>
                  </a:lnTo>
                  <a:lnTo>
                    <a:pt x="506606" y="263889"/>
                  </a:lnTo>
                  <a:lnTo>
                    <a:pt x="507683" y="264079"/>
                  </a:lnTo>
                  <a:lnTo>
                    <a:pt x="508826" y="264203"/>
                  </a:lnTo>
                  <a:lnTo>
                    <a:pt x="509968" y="264451"/>
                  </a:lnTo>
                  <a:lnTo>
                    <a:pt x="511045" y="264699"/>
                  </a:lnTo>
                  <a:lnTo>
                    <a:pt x="512178" y="265003"/>
                  </a:lnTo>
                  <a:lnTo>
                    <a:pt x="513321" y="265317"/>
                  </a:lnTo>
                  <a:lnTo>
                    <a:pt x="514398" y="265746"/>
                  </a:lnTo>
                  <a:lnTo>
                    <a:pt x="515531" y="266118"/>
                  </a:lnTo>
                  <a:lnTo>
                    <a:pt x="516674" y="266613"/>
                  </a:lnTo>
                  <a:lnTo>
                    <a:pt x="517751" y="267108"/>
                  </a:lnTo>
                  <a:lnTo>
                    <a:pt x="518894" y="267604"/>
                  </a:lnTo>
                  <a:lnTo>
                    <a:pt x="520027" y="268223"/>
                  </a:lnTo>
                  <a:lnTo>
                    <a:pt x="521103" y="268775"/>
                  </a:lnTo>
                  <a:lnTo>
                    <a:pt x="522246" y="269394"/>
                  </a:lnTo>
                  <a:lnTo>
                    <a:pt x="523380" y="270080"/>
                  </a:lnTo>
                  <a:lnTo>
                    <a:pt x="524456" y="270699"/>
                  </a:lnTo>
                  <a:lnTo>
                    <a:pt x="525599" y="271376"/>
                  </a:lnTo>
                  <a:lnTo>
                    <a:pt x="526733" y="272119"/>
                  </a:lnTo>
                  <a:lnTo>
                    <a:pt x="527809" y="272795"/>
                  </a:lnTo>
                  <a:lnTo>
                    <a:pt x="528952" y="273481"/>
                  </a:lnTo>
                  <a:lnTo>
                    <a:pt x="530095" y="274224"/>
                  </a:lnTo>
                  <a:lnTo>
                    <a:pt x="531171" y="274900"/>
                  </a:lnTo>
                  <a:lnTo>
                    <a:pt x="532305" y="275576"/>
                  </a:lnTo>
                  <a:lnTo>
                    <a:pt x="533448" y="276262"/>
                  </a:lnTo>
                  <a:lnTo>
                    <a:pt x="534524" y="276938"/>
                  </a:lnTo>
                  <a:lnTo>
                    <a:pt x="535658" y="277557"/>
                  </a:lnTo>
                  <a:lnTo>
                    <a:pt x="536801" y="278176"/>
                  </a:lnTo>
                  <a:lnTo>
                    <a:pt x="537944" y="278795"/>
                  </a:lnTo>
                  <a:lnTo>
                    <a:pt x="539010" y="279348"/>
                  </a:lnTo>
                  <a:lnTo>
                    <a:pt x="540153" y="279910"/>
                  </a:lnTo>
                  <a:lnTo>
                    <a:pt x="541296" y="280462"/>
                  </a:lnTo>
                  <a:lnTo>
                    <a:pt x="542372" y="280958"/>
                  </a:lnTo>
                  <a:lnTo>
                    <a:pt x="543506" y="281396"/>
                  </a:lnTo>
                  <a:lnTo>
                    <a:pt x="544649" y="281824"/>
                  </a:lnTo>
                  <a:lnTo>
                    <a:pt x="545726" y="282263"/>
                  </a:lnTo>
                  <a:lnTo>
                    <a:pt x="546859" y="282634"/>
                  </a:lnTo>
                  <a:lnTo>
                    <a:pt x="548002" y="282939"/>
                  </a:lnTo>
                  <a:lnTo>
                    <a:pt x="549078" y="283310"/>
                  </a:lnTo>
                  <a:lnTo>
                    <a:pt x="550221" y="283558"/>
                  </a:lnTo>
                  <a:lnTo>
                    <a:pt x="551355" y="283863"/>
                  </a:lnTo>
                  <a:lnTo>
                    <a:pt x="552431" y="284053"/>
                  </a:lnTo>
                  <a:lnTo>
                    <a:pt x="553574" y="284301"/>
                  </a:lnTo>
                  <a:lnTo>
                    <a:pt x="554708" y="284482"/>
                  </a:lnTo>
                  <a:lnTo>
                    <a:pt x="555784" y="284672"/>
                  </a:lnTo>
                  <a:lnTo>
                    <a:pt x="556927" y="284796"/>
                  </a:lnTo>
                  <a:lnTo>
                    <a:pt x="558060" y="284977"/>
                  </a:lnTo>
                  <a:lnTo>
                    <a:pt x="559136" y="285101"/>
                  </a:lnTo>
                  <a:lnTo>
                    <a:pt x="560279" y="285168"/>
                  </a:lnTo>
                  <a:lnTo>
                    <a:pt x="561422" y="285292"/>
                  </a:lnTo>
                  <a:lnTo>
                    <a:pt x="562499" y="285349"/>
                  </a:lnTo>
                  <a:lnTo>
                    <a:pt x="563633" y="285415"/>
                  </a:lnTo>
                  <a:lnTo>
                    <a:pt x="564776" y="285472"/>
                  </a:lnTo>
                  <a:lnTo>
                    <a:pt x="565852" y="285539"/>
                  </a:lnTo>
                  <a:lnTo>
                    <a:pt x="566985" y="285596"/>
                  </a:lnTo>
                  <a:lnTo>
                    <a:pt x="568128" y="285663"/>
                  </a:lnTo>
                  <a:lnTo>
                    <a:pt x="569204" y="285663"/>
                  </a:lnTo>
                  <a:lnTo>
                    <a:pt x="570347" y="285720"/>
                  </a:lnTo>
                  <a:lnTo>
                    <a:pt x="571481" y="285720"/>
                  </a:lnTo>
                </a:path>
              </a:pathLst>
            </a:custGeom>
            <a:noFill/>
            <a:ln w="7242" cap="flat">
              <a:solidFill>
                <a:srgbClr val="000000"/>
              </a:solidFill>
              <a:prstDash val="solid"/>
              <a:round/>
            </a:ln>
          </p:spPr>
          <p:txBody>
            <a:bodyPr/>
            <a:lstStyle/>
            <a:p>
              <a:endParaRPr lang="zh-CN" altLang="en-US" sz="2190"/>
            </a:p>
          </p:txBody>
        </p:sp>
        <p:sp>
          <p:nvSpPr>
            <p:cNvPr id="1071" name="任意多边形: 形状 1070"/>
            <p:cNvSpPr/>
            <p:nvPr/>
          </p:nvSpPr>
          <p:spPr>
            <a:xfrm>
              <a:off x="5939299"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1072" name="文本框 1071"/>
            <p:cNvSpPr txBox="1"/>
            <p:nvPr/>
          </p:nvSpPr>
          <p:spPr>
            <a:xfrm>
              <a:off x="4375485" y="4873745"/>
              <a:ext cx="738965"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Network, n = 10</a:t>
              </a:r>
            </a:p>
          </p:txBody>
        </p:sp>
        <p:sp>
          <p:nvSpPr>
            <p:cNvPr id="1073" name="文本框 1072"/>
            <p:cNvSpPr txBox="1"/>
            <p:nvPr/>
          </p:nvSpPr>
          <p:spPr>
            <a:xfrm>
              <a:off x="5219828" y="4873745"/>
              <a:ext cx="698324"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Purist, n = 191</a:t>
              </a:r>
            </a:p>
          </p:txBody>
        </p:sp>
        <p:sp>
          <p:nvSpPr>
            <p:cNvPr id="1074" name="文本框 1073"/>
            <p:cNvSpPr txBox="1"/>
            <p:nvPr/>
          </p:nvSpPr>
          <p:spPr>
            <a:xfrm>
              <a:off x="6003821" y="4873745"/>
              <a:ext cx="822015"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TEP2022, n = 126</a:t>
              </a:r>
            </a:p>
          </p:txBody>
        </p:sp>
        <p:sp>
          <p:nvSpPr>
            <p:cNvPr id="1075" name="文本框 1074"/>
            <p:cNvSpPr txBox="1"/>
            <p:nvPr/>
          </p:nvSpPr>
          <p:spPr>
            <a:xfrm>
              <a:off x="4400259" y="3892670"/>
              <a:ext cx="671819"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AMC, n = 104</a:t>
              </a:r>
            </a:p>
          </p:txBody>
        </p:sp>
        <p:sp>
          <p:nvSpPr>
            <p:cNvPr id="1076" name="文本框 1075"/>
            <p:cNvSpPr txBox="1"/>
            <p:nvPr/>
          </p:nvSpPr>
          <p:spPr>
            <a:xfrm>
              <a:off x="5232220" y="3892670"/>
              <a:ext cx="662984"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CCLE, n = 41</a:t>
              </a:r>
            </a:p>
          </p:txBody>
        </p:sp>
        <p:sp>
          <p:nvSpPr>
            <p:cNvPr id="1077" name="文本框 1076"/>
            <p:cNvSpPr txBox="1"/>
            <p:nvPr/>
          </p:nvSpPr>
          <p:spPr>
            <a:xfrm>
              <a:off x="6016204" y="3892670"/>
              <a:ext cx="786675"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Changhai, n = 62</a:t>
              </a:r>
            </a:p>
          </p:txBody>
        </p:sp>
        <p:sp>
          <p:nvSpPr>
            <p:cNvPr id="1078" name="任意多边形: 形状 1077"/>
            <p:cNvSpPr/>
            <p:nvPr/>
          </p:nvSpPr>
          <p:spPr>
            <a:xfrm>
              <a:off x="445339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79" name="任意多边形: 形状 1078"/>
            <p:cNvSpPr/>
            <p:nvPr/>
          </p:nvSpPr>
          <p:spPr>
            <a:xfrm>
              <a:off x="46343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0" name="任意多边形: 形状 1079"/>
            <p:cNvSpPr/>
            <p:nvPr/>
          </p:nvSpPr>
          <p:spPr>
            <a:xfrm>
              <a:off x="48248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1" name="文本框 1080"/>
            <p:cNvSpPr txBox="1"/>
            <p:nvPr/>
          </p:nvSpPr>
          <p:spPr>
            <a:xfrm>
              <a:off x="4319782"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82" name="文本框 1081"/>
            <p:cNvSpPr txBox="1"/>
            <p:nvPr/>
          </p:nvSpPr>
          <p:spPr>
            <a:xfrm>
              <a:off x="4490423"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83" name="文本框 1082"/>
            <p:cNvSpPr txBox="1"/>
            <p:nvPr/>
          </p:nvSpPr>
          <p:spPr>
            <a:xfrm>
              <a:off x="4676560"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84" name="任意多边形: 形状 1083"/>
            <p:cNvSpPr/>
            <p:nvPr/>
          </p:nvSpPr>
          <p:spPr>
            <a:xfrm>
              <a:off x="52820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5" name="任意多边形: 形状 1084"/>
            <p:cNvSpPr/>
            <p:nvPr/>
          </p:nvSpPr>
          <p:spPr>
            <a:xfrm>
              <a:off x="54630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6" name="任意多边形: 形状 1085"/>
            <p:cNvSpPr/>
            <p:nvPr/>
          </p:nvSpPr>
          <p:spPr>
            <a:xfrm>
              <a:off x="56535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7" name="文本框 1086"/>
            <p:cNvSpPr txBox="1"/>
            <p:nvPr/>
          </p:nvSpPr>
          <p:spPr>
            <a:xfrm>
              <a:off x="5148724"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88" name="文本框 1087"/>
            <p:cNvSpPr txBox="1"/>
            <p:nvPr/>
          </p:nvSpPr>
          <p:spPr>
            <a:xfrm>
              <a:off x="5319298"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89" name="文本框 1088"/>
            <p:cNvSpPr txBox="1"/>
            <p:nvPr/>
          </p:nvSpPr>
          <p:spPr>
            <a:xfrm>
              <a:off x="5505435"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90" name="任意多边形: 形状 1089"/>
            <p:cNvSpPr/>
            <p:nvPr/>
          </p:nvSpPr>
          <p:spPr>
            <a:xfrm>
              <a:off x="61107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1" name="任意多边形: 形状 1090"/>
            <p:cNvSpPr/>
            <p:nvPr/>
          </p:nvSpPr>
          <p:spPr>
            <a:xfrm>
              <a:off x="629172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2" name="任意多边形: 形状 1091"/>
            <p:cNvSpPr/>
            <p:nvPr/>
          </p:nvSpPr>
          <p:spPr>
            <a:xfrm>
              <a:off x="648222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3" name="文本框 1092"/>
            <p:cNvSpPr txBox="1"/>
            <p:nvPr/>
          </p:nvSpPr>
          <p:spPr>
            <a:xfrm>
              <a:off x="5977599"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94" name="文本框 1093"/>
            <p:cNvSpPr txBox="1"/>
            <p:nvPr/>
          </p:nvSpPr>
          <p:spPr>
            <a:xfrm>
              <a:off x="6148239"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95" name="文本框 1094"/>
            <p:cNvSpPr txBox="1"/>
            <p:nvPr/>
          </p:nvSpPr>
          <p:spPr>
            <a:xfrm>
              <a:off x="6334310"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96" name="文本框 1095"/>
            <p:cNvSpPr txBox="1"/>
            <p:nvPr/>
          </p:nvSpPr>
          <p:spPr>
            <a:xfrm>
              <a:off x="4008821" y="4702295"/>
              <a:ext cx="33962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ISM</a:t>
              </a:r>
            </a:p>
          </p:txBody>
        </p:sp>
        <p:sp>
          <p:nvSpPr>
            <p:cNvPr id="1097" name="文本框 1096"/>
            <p:cNvSpPr txBox="1"/>
            <p:nvPr/>
          </p:nvSpPr>
          <p:spPr>
            <a:xfrm>
              <a:off x="4011925" y="4568945"/>
              <a:ext cx="334319"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NIC</a:t>
              </a:r>
            </a:p>
          </p:txBody>
        </p:sp>
        <p:sp>
          <p:nvSpPr>
            <p:cNvPr id="1098" name="文本框 1097"/>
            <p:cNvSpPr txBox="1"/>
            <p:nvPr/>
          </p:nvSpPr>
          <p:spPr>
            <a:xfrm>
              <a:off x="3987169" y="4445120"/>
              <a:ext cx="36789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NNC</a:t>
              </a:r>
            </a:p>
          </p:txBody>
        </p:sp>
        <p:sp>
          <p:nvSpPr>
            <p:cNvPr id="1099" name="文本框 1098"/>
            <p:cNvSpPr txBox="1"/>
            <p:nvPr/>
          </p:nvSpPr>
          <p:spPr>
            <a:xfrm>
              <a:off x="3968529" y="4321295"/>
              <a:ext cx="394397"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Other</a:t>
              </a:r>
            </a:p>
          </p:txBody>
        </p:sp>
        <p:sp>
          <p:nvSpPr>
            <p:cNvPr id="1100" name="任意多边形: 形状 1099"/>
            <p:cNvSpPr/>
            <p:nvPr/>
          </p:nvSpPr>
          <p:spPr>
            <a:xfrm>
              <a:off x="4272424" y="48122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1" name="任意多边形: 形状 1100"/>
            <p:cNvSpPr/>
            <p:nvPr/>
          </p:nvSpPr>
          <p:spPr>
            <a:xfrm>
              <a:off x="4272424" y="467888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2" name="任意多边形: 形状 1101"/>
            <p:cNvSpPr/>
            <p:nvPr/>
          </p:nvSpPr>
          <p:spPr>
            <a:xfrm>
              <a:off x="4272424" y="455505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3" name="任意多边形: 形状 1102"/>
            <p:cNvSpPr/>
            <p:nvPr/>
          </p:nvSpPr>
          <p:spPr>
            <a:xfrm>
              <a:off x="4272424" y="44312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4" name="文本框 1103"/>
            <p:cNvSpPr txBox="1"/>
            <p:nvPr/>
          </p:nvSpPr>
          <p:spPr>
            <a:xfrm>
              <a:off x="4008821" y="5673845"/>
              <a:ext cx="33962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ISM</a:t>
              </a:r>
            </a:p>
          </p:txBody>
        </p:sp>
        <p:sp>
          <p:nvSpPr>
            <p:cNvPr id="1105" name="文本框 1104"/>
            <p:cNvSpPr txBox="1"/>
            <p:nvPr/>
          </p:nvSpPr>
          <p:spPr>
            <a:xfrm>
              <a:off x="4011925" y="5550020"/>
              <a:ext cx="334319"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NIC</a:t>
              </a:r>
            </a:p>
          </p:txBody>
        </p:sp>
        <p:sp>
          <p:nvSpPr>
            <p:cNvPr id="1106" name="文本框 1105"/>
            <p:cNvSpPr txBox="1"/>
            <p:nvPr/>
          </p:nvSpPr>
          <p:spPr>
            <a:xfrm>
              <a:off x="3987169" y="5426195"/>
              <a:ext cx="36789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NNC</a:t>
              </a:r>
            </a:p>
          </p:txBody>
        </p:sp>
        <p:sp>
          <p:nvSpPr>
            <p:cNvPr id="1107" name="文本框 1106"/>
            <p:cNvSpPr txBox="1"/>
            <p:nvPr/>
          </p:nvSpPr>
          <p:spPr>
            <a:xfrm>
              <a:off x="3968529" y="5292846"/>
              <a:ext cx="394397"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Other</a:t>
              </a:r>
            </a:p>
          </p:txBody>
        </p:sp>
        <p:sp>
          <p:nvSpPr>
            <p:cNvPr id="1108" name="任意多边形: 形状 1107"/>
            <p:cNvSpPr/>
            <p:nvPr/>
          </p:nvSpPr>
          <p:spPr>
            <a:xfrm>
              <a:off x="4272424" y="578378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9" name="任意多边形: 形状 1108"/>
            <p:cNvSpPr/>
            <p:nvPr/>
          </p:nvSpPr>
          <p:spPr>
            <a:xfrm>
              <a:off x="4272424" y="565995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0" name="任意多边形: 形状 1109"/>
            <p:cNvSpPr/>
            <p:nvPr/>
          </p:nvSpPr>
          <p:spPr>
            <a:xfrm>
              <a:off x="4272424" y="55361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1" name="任意多边形: 形状 1110"/>
            <p:cNvSpPr/>
            <p:nvPr/>
          </p:nvSpPr>
          <p:spPr>
            <a:xfrm>
              <a:off x="4272424" y="541230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2" name="文本框 1111"/>
            <p:cNvSpPr txBox="1"/>
            <p:nvPr/>
          </p:nvSpPr>
          <p:spPr>
            <a:xfrm>
              <a:off x="4598751" y="5942349"/>
              <a:ext cx="213844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Novel isoforms dectection ratio per cohort (%)</a:t>
              </a:r>
            </a:p>
          </p:txBody>
        </p:sp>
        <p:sp>
          <p:nvSpPr>
            <p:cNvPr id="1113" name="文本框 1112"/>
            <p:cNvSpPr txBox="1"/>
            <p:nvPr/>
          </p:nvSpPr>
          <p:spPr>
            <a:xfrm>
              <a:off x="182238" y="3843363"/>
              <a:ext cx="360825" cy="409523"/>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b</a:t>
              </a:r>
            </a:p>
          </p:txBody>
        </p:sp>
        <p:sp>
          <p:nvSpPr>
            <p:cNvPr id="1114" name="文本框 1113"/>
            <p:cNvSpPr txBox="1"/>
            <p:nvPr/>
          </p:nvSpPr>
          <p:spPr>
            <a:xfrm>
              <a:off x="3957568" y="3843363"/>
              <a:ext cx="346689" cy="409523"/>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c</a:t>
              </a:r>
            </a:p>
          </p:txBody>
        </p:sp>
        <p:sp>
          <p:nvSpPr>
            <p:cNvPr id="1115" name="任意多边形: 形状 1114"/>
            <p:cNvSpPr/>
            <p:nvPr/>
          </p:nvSpPr>
          <p:spPr>
            <a:xfrm>
              <a:off x="1133937" y="5569472"/>
              <a:ext cx="819150" cy="219075"/>
            </a:xfrm>
            <a:custGeom>
              <a:avLst/>
              <a:gdLst>
                <a:gd name="csX0" fmla="*/ -19 w 819150"/>
                <a:gd name="csY0" fmla="*/ -30 h 219075"/>
                <a:gd name="csX1" fmla="*/ 819131 w 819150"/>
                <a:gd name="csY1" fmla="*/ -30 h 219075"/>
                <a:gd name="csX2" fmla="*/ 819131 w 819150"/>
                <a:gd name="csY2" fmla="*/ 219045 h 219075"/>
                <a:gd name="csX3" fmla="*/ -19 w 819150"/>
                <a:gd name="csY3" fmla="*/ 219045 h 219075"/>
              </a:gdLst>
              <a:ahLst/>
              <a:cxnLst>
                <a:cxn ang="0">
                  <a:pos x="csX0" y="csY0"/>
                </a:cxn>
                <a:cxn ang="0">
                  <a:pos x="csX1" y="csY1"/>
                </a:cxn>
                <a:cxn ang="0">
                  <a:pos x="csX2" y="csY2"/>
                </a:cxn>
                <a:cxn ang="0">
                  <a:pos x="csX3" y="csY3"/>
                </a:cxn>
              </a:cxnLst>
              <a:rect l="l" t="t" r="r" b="b"/>
              <a:pathLst>
                <a:path w="819150" h="219075">
                  <a:moveTo>
                    <a:pt x="-19" y="-30"/>
                  </a:moveTo>
                  <a:lnTo>
                    <a:pt x="819131" y="-30"/>
                  </a:lnTo>
                  <a:lnTo>
                    <a:pt x="81913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16" name="任意多边形: 形状 1115"/>
            <p:cNvSpPr/>
            <p:nvPr/>
          </p:nvSpPr>
          <p:spPr>
            <a:xfrm>
              <a:off x="1953087" y="5569472"/>
              <a:ext cx="1971675" cy="219075"/>
            </a:xfrm>
            <a:custGeom>
              <a:avLst/>
              <a:gdLst>
                <a:gd name="csX0" fmla="*/ -19 w 1971675"/>
                <a:gd name="csY0" fmla="*/ -30 h 219075"/>
                <a:gd name="csX1" fmla="*/ 1971656 w 1971675"/>
                <a:gd name="csY1" fmla="*/ -30 h 219075"/>
                <a:gd name="csX2" fmla="*/ 1971656 w 1971675"/>
                <a:gd name="csY2" fmla="*/ 219045 h 219075"/>
                <a:gd name="csX3" fmla="*/ -19 w 1971675"/>
                <a:gd name="csY3" fmla="*/ 219045 h 219075"/>
              </a:gdLst>
              <a:ahLst/>
              <a:cxnLst>
                <a:cxn ang="0">
                  <a:pos x="csX0" y="csY0"/>
                </a:cxn>
                <a:cxn ang="0">
                  <a:pos x="csX1" y="csY1"/>
                </a:cxn>
                <a:cxn ang="0">
                  <a:pos x="csX2" y="csY2"/>
                </a:cxn>
                <a:cxn ang="0">
                  <a:pos x="csX3" y="csY3"/>
                </a:cxn>
              </a:cxnLst>
              <a:rect l="l" t="t" r="r" b="b"/>
              <a:pathLst>
                <a:path w="1971675" h="219075">
                  <a:moveTo>
                    <a:pt x="-19" y="-30"/>
                  </a:moveTo>
                  <a:lnTo>
                    <a:pt x="1971656" y="-30"/>
                  </a:lnTo>
                  <a:lnTo>
                    <a:pt x="1971656"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17" name="任意多边形: 形状 1116"/>
            <p:cNvSpPr/>
            <p:nvPr/>
          </p:nvSpPr>
          <p:spPr>
            <a:xfrm>
              <a:off x="3924762" y="5569472"/>
              <a:ext cx="9525" cy="219075"/>
            </a:xfrm>
            <a:custGeom>
              <a:avLst/>
              <a:gdLst>
                <a:gd name="csX0" fmla="*/ -19 w 9525"/>
                <a:gd name="csY0" fmla="*/ -30 h 219075"/>
                <a:gd name="csX1" fmla="*/ 9506 w 9525"/>
                <a:gd name="csY1" fmla="*/ -30 h 219075"/>
                <a:gd name="csX2" fmla="*/ 9506 w 9525"/>
                <a:gd name="csY2" fmla="*/ 219045 h 219075"/>
                <a:gd name="csX3" fmla="*/ -19 w 9525"/>
                <a:gd name="csY3" fmla="*/ 219045 h 219075"/>
              </a:gdLst>
              <a:ahLst/>
              <a:cxnLst>
                <a:cxn ang="0">
                  <a:pos x="csX0" y="csY0"/>
                </a:cxn>
                <a:cxn ang="0">
                  <a:pos x="csX1" y="csY1"/>
                </a:cxn>
                <a:cxn ang="0">
                  <a:pos x="csX2" y="csY2"/>
                </a:cxn>
                <a:cxn ang="0">
                  <a:pos x="csX3" y="csY3"/>
                </a:cxn>
              </a:cxnLst>
              <a:rect l="l" t="t" r="r" b="b"/>
              <a:pathLst>
                <a:path w="9525" h="219075">
                  <a:moveTo>
                    <a:pt x="-19" y="-30"/>
                  </a:moveTo>
                  <a:lnTo>
                    <a:pt x="9506" y="-30"/>
                  </a:lnTo>
                  <a:lnTo>
                    <a:pt x="9506"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18" name="任意多边形: 形状 1117"/>
            <p:cNvSpPr/>
            <p:nvPr/>
          </p:nvSpPr>
          <p:spPr>
            <a:xfrm>
              <a:off x="1133937" y="4693172"/>
              <a:ext cx="723900" cy="219075"/>
            </a:xfrm>
            <a:custGeom>
              <a:avLst/>
              <a:gdLst>
                <a:gd name="csX0" fmla="*/ -19 w 723900"/>
                <a:gd name="csY0" fmla="*/ -30 h 219075"/>
                <a:gd name="csX1" fmla="*/ 723881 w 723900"/>
                <a:gd name="csY1" fmla="*/ -30 h 219075"/>
                <a:gd name="csX2" fmla="*/ 723881 w 723900"/>
                <a:gd name="csY2" fmla="*/ 219045 h 219075"/>
                <a:gd name="csX3" fmla="*/ -19 w 723900"/>
                <a:gd name="csY3" fmla="*/ 219045 h 219075"/>
              </a:gdLst>
              <a:ahLst/>
              <a:cxnLst>
                <a:cxn ang="0">
                  <a:pos x="csX0" y="csY0"/>
                </a:cxn>
                <a:cxn ang="0">
                  <a:pos x="csX1" y="csY1"/>
                </a:cxn>
                <a:cxn ang="0">
                  <a:pos x="csX2" y="csY2"/>
                </a:cxn>
                <a:cxn ang="0">
                  <a:pos x="csX3" y="csY3"/>
                </a:cxn>
              </a:cxnLst>
              <a:rect l="l" t="t" r="r" b="b"/>
              <a:pathLst>
                <a:path w="723900" h="219075">
                  <a:moveTo>
                    <a:pt x="-19" y="-30"/>
                  </a:moveTo>
                  <a:lnTo>
                    <a:pt x="723881" y="-30"/>
                  </a:lnTo>
                  <a:lnTo>
                    <a:pt x="72388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19" name="任意多边形: 形状 1118"/>
            <p:cNvSpPr/>
            <p:nvPr/>
          </p:nvSpPr>
          <p:spPr>
            <a:xfrm>
              <a:off x="1857837" y="4693172"/>
              <a:ext cx="628650" cy="219075"/>
            </a:xfrm>
            <a:custGeom>
              <a:avLst/>
              <a:gdLst>
                <a:gd name="csX0" fmla="*/ -19 w 628650"/>
                <a:gd name="csY0" fmla="*/ -30 h 219075"/>
                <a:gd name="csX1" fmla="*/ 628631 w 628650"/>
                <a:gd name="csY1" fmla="*/ -30 h 219075"/>
                <a:gd name="csX2" fmla="*/ 628631 w 628650"/>
                <a:gd name="csY2" fmla="*/ 219045 h 219075"/>
                <a:gd name="csX3" fmla="*/ -19 w 628650"/>
                <a:gd name="csY3" fmla="*/ 219045 h 219075"/>
              </a:gdLst>
              <a:ahLst/>
              <a:cxnLst>
                <a:cxn ang="0">
                  <a:pos x="csX0" y="csY0"/>
                </a:cxn>
                <a:cxn ang="0">
                  <a:pos x="csX1" y="csY1"/>
                </a:cxn>
                <a:cxn ang="0">
                  <a:pos x="csX2" y="csY2"/>
                </a:cxn>
                <a:cxn ang="0">
                  <a:pos x="csX3" y="csY3"/>
                </a:cxn>
              </a:cxnLst>
              <a:rect l="l" t="t" r="r" b="b"/>
              <a:pathLst>
                <a:path w="628650" h="219075">
                  <a:moveTo>
                    <a:pt x="-19" y="-30"/>
                  </a:moveTo>
                  <a:lnTo>
                    <a:pt x="628631" y="-30"/>
                  </a:lnTo>
                  <a:lnTo>
                    <a:pt x="62863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0" name="任意多边形: 形状 1119"/>
            <p:cNvSpPr/>
            <p:nvPr/>
          </p:nvSpPr>
          <p:spPr>
            <a:xfrm>
              <a:off x="2486487" y="4693172"/>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1" name="任意多边形: 形状 1120"/>
            <p:cNvSpPr/>
            <p:nvPr/>
          </p:nvSpPr>
          <p:spPr>
            <a:xfrm>
              <a:off x="2505537" y="4693172"/>
              <a:ext cx="1419225" cy="219075"/>
            </a:xfrm>
            <a:custGeom>
              <a:avLst/>
              <a:gdLst>
                <a:gd name="csX0" fmla="*/ -19 w 1419225"/>
                <a:gd name="csY0" fmla="*/ -30 h 219075"/>
                <a:gd name="csX1" fmla="*/ 1419206 w 1419225"/>
                <a:gd name="csY1" fmla="*/ -30 h 219075"/>
                <a:gd name="csX2" fmla="*/ 1419206 w 1419225"/>
                <a:gd name="csY2" fmla="*/ 219045 h 219075"/>
                <a:gd name="csX3" fmla="*/ -19 w 1419225"/>
                <a:gd name="csY3" fmla="*/ 219045 h 219075"/>
              </a:gdLst>
              <a:ahLst/>
              <a:cxnLst>
                <a:cxn ang="0">
                  <a:pos x="csX0" y="csY0"/>
                </a:cxn>
                <a:cxn ang="0">
                  <a:pos x="csX1" y="csY1"/>
                </a:cxn>
                <a:cxn ang="0">
                  <a:pos x="csX2" y="csY2"/>
                </a:cxn>
                <a:cxn ang="0">
                  <a:pos x="csX3" y="csY3"/>
                </a:cxn>
              </a:cxnLst>
              <a:rect l="l" t="t" r="r" b="b"/>
              <a:pathLst>
                <a:path w="1419225" h="219075">
                  <a:moveTo>
                    <a:pt x="-19" y="-30"/>
                  </a:moveTo>
                  <a:lnTo>
                    <a:pt x="1419206" y="-30"/>
                  </a:lnTo>
                  <a:lnTo>
                    <a:pt x="1419206"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22" name="任意多边形: 形状 1121"/>
            <p:cNvSpPr/>
            <p:nvPr/>
          </p:nvSpPr>
          <p:spPr>
            <a:xfrm>
              <a:off x="1133937" y="4407422"/>
              <a:ext cx="685800" cy="219075"/>
            </a:xfrm>
            <a:custGeom>
              <a:avLst/>
              <a:gdLst>
                <a:gd name="csX0" fmla="*/ -19 w 685800"/>
                <a:gd name="csY0" fmla="*/ -30 h 219075"/>
                <a:gd name="csX1" fmla="*/ 685781 w 685800"/>
                <a:gd name="csY1" fmla="*/ -30 h 219075"/>
                <a:gd name="csX2" fmla="*/ 685781 w 685800"/>
                <a:gd name="csY2" fmla="*/ 219045 h 219075"/>
                <a:gd name="csX3" fmla="*/ -19 w 685800"/>
                <a:gd name="csY3" fmla="*/ 219045 h 219075"/>
              </a:gdLst>
              <a:ahLst/>
              <a:cxnLst>
                <a:cxn ang="0">
                  <a:pos x="csX0" y="csY0"/>
                </a:cxn>
                <a:cxn ang="0">
                  <a:pos x="csX1" y="csY1"/>
                </a:cxn>
                <a:cxn ang="0">
                  <a:pos x="csX2" y="csY2"/>
                </a:cxn>
                <a:cxn ang="0">
                  <a:pos x="csX3" y="csY3"/>
                </a:cxn>
              </a:cxnLst>
              <a:rect l="l" t="t" r="r" b="b"/>
              <a:pathLst>
                <a:path w="685800" h="219075">
                  <a:moveTo>
                    <a:pt x="-19" y="-30"/>
                  </a:moveTo>
                  <a:lnTo>
                    <a:pt x="685781" y="-30"/>
                  </a:lnTo>
                  <a:lnTo>
                    <a:pt x="68578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23" name="任意多边形: 形状 1122"/>
            <p:cNvSpPr/>
            <p:nvPr/>
          </p:nvSpPr>
          <p:spPr>
            <a:xfrm>
              <a:off x="1819737" y="4407422"/>
              <a:ext cx="790575" cy="219075"/>
            </a:xfrm>
            <a:custGeom>
              <a:avLst/>
              <a:gdLst>
                <a:gd name="csX0" fmla="*/ -19 w 790575"/>
                <a:gd name="csY0" fmla="*/ -30 h 219075"/>
                <a:gd name="csX1" fmla="*/ 790556 w 790575"/>
                <a:gd name="csY1" fmla="*/ -30 h 219075"/>
                <a:gd name="csX2" fmla="*/ 790556 w 790575"/>
                <a:gd name="csY2" fmla="*/ 219045 h 219075"/>
                <a:gd name="csX3" fmla="*/ -19 w 790575"/>
                <a:gd name="csY3" fmla="*/ 219045 h 219075"/>
              </a:gdLst>
              <a:ahLst/>
              <a:cxnLst>
                <a:cxn ang="0">
                  <a:pos x="csX0" y="csY0"/>
                </a:cxn>
                <a:cxn ang="0">
                  <a:pos x="csX1" y="csY1"/>
                </a:cxn>
                <a:cxn ang="0">
                  <a:pos x="csX2" y="csY2"/>
                </a:cxn>
                <a:cxn ang="0">
                  <a:pos x="csX3" y="csY3"/>
                </a:cxn>
              </a:cxnLst>
              <a:rect l="l" t="t" r="r" b="b"/>
              <a:pathLst>
                <a:path w="790575" h="219075">
                  <a:moveTo>
                    <a:pt x="-19" y="-30"/>
                  </a:moveTo>
                  <a:lnTo>
                    <a:pt x="790556" y="-30"/>
                  </a:lnTo>
                  <a:lnTo>
                    <a:pt x="790556"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4" name="任意多边形: 形状 1123"/>
            <p:cNvSpPr/>
            <p:nvPr/>
          </p:nvSpPr>
          <p:spPr>
            <a:xfrm>
              <a:off x="2610312" y="4407422"/>
              <a:ext cx="28575" cy="219075"/>
            </a:xfrm>
            <a:custGeom>
              <a:avLst/>
              <a:gdLst>
                <a:gd name="csX0" fmla="*/ -19 w 28575"/>
                <a:gd name="csY0" fmla="*/ -30 h 219075"/>
                <a:gd name="csX1" fmla="*/ 28556 w 28575"/>
                <a:gd name="csY1" fmla="*/ -30 h 219075"/>
                <a:gd name="csX2" fmla="*/ 28556 w 28575"/>
                <a:gd name="csY2" fmla="*/ 219045 h 219075"/>
                <a:gd name="csX3" fmla="*/ -19 w 28575"/>
                <a:gd name="csY3" fmla="*/ 219045 h 219075"/>
              </a:gdLst>
              <a:ahLst/>
              <a:cxnLst>
                <a:cxn ang="0">
                  <a:pos x="csX0" y="csY0"/>
                </a:cxn>
                <a:cxn ang="0">
                  <a:pos x="csX1" y="csY1"/>
                </a:cxn>
                <a:cxn ang="0">
                  <a:pos x="csX2" y="csY2"/>
                </a:cxn>
                <a:cxn ang="0">
                  <a:pos x="csX3" y="csY3"/>
                </a:cxn>
              </a:cxnLst>
              <a:rect l="l" t="t" r="r" b="b"/>
              <a:pathLst>
                <a:path w="28575" h="219075">
                  <a:moveTo>
                    <a:pt x="-19" y="-30"/>
                  </a:moveTo>
                  <a:lnTo>
                    <a:pt x="28556" y="-30"/>
                  </a:lnTo>
                  <a:lnTo>
                    <a:pt x="28556"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5" name="任意多边形: 形状 1124"/>
            <p:cNvSpPr/>
            <p:nvPr/>
          </p:nvSpPr>
          <p:spPr>
            <a:xfrm>
              <a:off x="2638887" y="4407422"/>
              <a:ext cx="1285875" cy="219075"/>
            </a:xfrm>
            <a:custGeom>
              <a:avLst/>
              <a:gdLst>
                <a:gd name="csX0" fmla="*/ -19 w 1285875"/>
                <a:gd name="csY0" fmla="*/ -30 h 219075"/>
                <a:gd name="csX1" fmla="*/ 1285856 w 1285875"/>
                <a:gd name="csY1" fmla="*/ -30 h 219075"/>
                <a:gd name="csX2" fmla="*/ 1285856 w 1285875"/>
                <a:gd name="csY2" fmla="*/ 219045 h 219075"/>
                <a:gd name="csX3" fmla="*/ -19 w 1285875"/>
                <a:gd name="csY3" fmla="*/ 219045 h 219075"/>
              </a:gdLst>
              <a:ahLst/>
              <a:cxnLst>
                <a:cxn ang="0">
                  <a:pos x="csX0" y="csY0"/>
                </a:cxn>
                <a:cxn ang="0">
                  <a:pos x="csX1" y="csY1"/>
                </a:cxn>
                <a:cxn ang="0">
                  <a:pos x="csX2" y="csY2"/>
                </a:cxn>
                <a:cxn ang="0">
                  <a:pos x="csX3" y="csY3"/>
                </a:cxn>
              </a:cxnLst>
              <a:rect l="l" t="t" r="r" b="b"/>
              <a:pathLst>
                <a:path w="1285875" h="219075">
                  <a:moveTo>
                    <a:pt x="-19" y="-30"/>
                  </a:moveTo>
                  <a:lnTo>
                    <a:pt x="1285856" y="-30"/>
                  </a:lnTo>
                  <a:lnTo>
                    <a:pt x="1285856"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26" name="任意多边形: 形状 1125"/>
            <p:cNvSpPr/>
            <p:nvPr/>
          </p:nvSpPr>
          <p:spPr>
            <a:xfrm>
              <a:off x="1133937" y="5283722"/>
              <a:ext cx="866775" cy="219075"/>
            </a:xfrm>
            <a:custGeom>
              <a:avLst/>
              <a:gdLst>
                <a:gd name="csX0" fmla="*/ -19 w 866775"/>
                <a:gd name="csY0" fmla="*/ -30 h 219075"/>
                <a:gd name="csX1" fmla="*/ 866756 w 866775"/>
                <a:gd name="csY1" fmla="*/ -30 h 219075"/>
                <a:gd name="csX2" fmla="*/ 866756 w 866775"/>
                <a:gd name="csY2" fmla="*/ 219045 h 219075"/>
                <a:gd name="csX3" fmla="*/ -19 w 866775"/>
                <a:gd name="csY3" fmla="*/ 219045 h 219075"/>
              </a:gdLst>
              <a:ahLst/>
              <a:cxnLst>
                <a:cxn ang="0">
                  <a:pos x="csX0" y="csY0"/>
                </a:cxn>
                <a:cxn ang="0">
                  <a:pos x="csX1" y="csY1"/>
                </a:cxn>
                <a:cxn ang="0">
                  <a:pos x="csX2" y="csY2"/>
                </a:cxn>
                <a:cxn ang="0">
                  <a:pos x="csX3" y="csY3"/>
                </a:cxn>
              </a:cxnLst>
              <a:rect l="l" t="t" r="r" b="b"/>
              <a:pathLst>
                <a:path w="866775" h="219075">
                  <a:moveTo>
                    <a:pt x="-19" y="-30"/>
                  </a:moveTo>
                  <a:lnTo>
                    <a:pt x="866756" y="-30"/>
                  </a:lnTo>
                  <a:lnTo>
                    <a:pt x="866756"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27" name="任意多边形: 形状 1126"/>
            <p:cNvSpPr/>
            <p:nvPr/>
          </p:nvSpPr>
          <p:spPr>
            <a:xfrm>
              <a:off x="2000712" y="5283722"/>
              <a:ext cx="457200" cy="219075"/>
            </a:xfrm>
            <a:custGeom>
              <a:avLst/>
              <a:gdLst>
                <a:gd name="csX0" fmla="*/ -19 w 457200"/>
                <a:gd name="csY0" fmla="*/ -30 h 219075"/>
                <a:gd name="csX1" fmla="*/ 457181 w 457200"/>
                <a:gd name="csY1" fmla="*/ -30 h 219075"/>
                <a:gd name="csX2" fmla="*/ 457181 w 457200"/>
                <a:gd name="csY2" fmla="*/ 219045 h 219075"/>
                <a:gd name="csX3" fmla="*/ -19 w 457200"/>
                <a:gd name="csY3" fmla="*/ 219045 h 219075"/>
              </a:gdLst>
              <a:ahLst/>
              <a:cxnLst>
                <a:cxn ang="0">
                  <a:pos x="csX0" y="csY0"/>
                </a:cxn>
                <a:cxn ang="0">
                  <a:pos x="csX1" y="csY1"/>
                </a:cxn>
                <a:cxn ang="0">
                  <a:pos x="csX2" y="csY2"/>
                </a:cxn>
                <a:cxn ang="0">
                  <a:pos x="csX3" y="csY3"/>
                </a:cxn>
              </a:cxnLst>
              <a:rect l="l" t="t" r="r" b="b"/>
              <a:pathLst>
                <a:path w="457200" h="219075">
                  <a:moveTo>
                    <a:pt x="-19" y="-30"/>
                  </a:moveTo>
                  <a:lnTo>
                    <a:pt x="457181" y="-30"/>
                  </a:lnTo>
                  <a:lnTo>
                    <a:pt x="45718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8" name="任意多边形: 形状 1127"/>
            <p:cNvSpPr/>
            <p:nvPr/>
          </p:nvSpPr>
          <p:spPr>
            <a:xfrm>
              <a:off x="2457912" y="5283722"/>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9" name="任意多边形: 形状 1128"/>
            <p:cNvSpPr/>
            <p:nvPr/>
          </p:nvSpPr>
          <p:spPr>
            <a:xfrm>
              <a:off x="2476962" y="5283722"/>
              <a:ext cx="1447800" cy="219075"/>
            </a:xfrm>
            <a:custGeom>
              <a:avLst/>
              <a:gdLst>
                <a:gd name="csX0" fmla="*/ -19 w 1447800"/>
                <a:gd name="csY0" fmla="*/ -30 h 219075"/>
                <a:gd name="csX1" fmla="*/ 1447781 w 1447800"/>
                <a:gd name="csY1" fmla="*/ -30 h 219075"/>
                <a:gd name="csX2" fmla="*/ 1447781 w 1447800"/>
                <a:gd name="csY2" fmla="*/ 219045 h 219075"/>
                <a:gd name="csX3" fmla="*/ -19 w 1447800"/>
                <a:gd name="csY3" fmla="*/ 219045 h 219075"/>
              </a:gdLst>
              <a:ahLst/>
              <a:cxnLst>
                <a:cxn ang="0">
                  <a:pos x="csX0" y="csY0"/>
                </a:cxn>
                <a:cxn ang="0">
                  <a:pos x="csX1" y="csY1"/>
                </a:cxn>
                <a:cxn ang="0">
                  <a:pos x="csX2" y="csY2"/>
                </a:cxn>
                <a:cxn ang="0">
                  <a:pos x="csX3" y="csY3"/>
                </a:cxn>
              </a:cxnLst>
              <a:rect l="l" t="t" r="r" b="b"/>
              <a:pathLst>
                <a:path w="1447800" h="219075">
                  <a:moveTo>
                    <a:pt x="-19" y="-30"/>
                  </a:moveTo>
                  <a:lnTo>
                    <a:pt x="1447781" y="-30"/>
                  </a:lnTo>
                  <a:lnTo>
                    <a:pt x="1447781"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30" name="任意多边形: 形状 1129"/>
            <p:cNvSpPr/>
            <p:nvPr/>
          </p:nvSpPr>
          <p:spPr>
            <a:xfrm>
              <a:off x="1133937" y="4988447"/>
              <a:ext cx="847725" cy="219075"/>
            </a:xfrm>
            <a:custGeom>
              <a:avLst/>
              <a:gdLst>
                <a:gd name="csX0" fmla="*/ -19 w 847725"/>
                <a:gd name="csY0" fmla="*/ -30 h 219075"/>
                <a:gd name="csX1" fmla="*/ 847706 w 847725"/>
                <a:gd name="csY1" fmla="*/ -30 h 219075"/>
                <a:gd name="csX2" fmla="*/ 847706 w 847725"/>
                <a:gd name="csY2" fmla="*/ 219045 h 219075"/>
                <a:gd name="csX3" fmla="*/ -19 w 847725"/>
                <a:gd name="csY3" fmla="*/ 219045 h 219075"/>
              </a:gdLst>
              <a:ahLst/>
              <a:cxnLst>
                <a:cxn ang="0">
                  <a:pos x="csX0" y="csY0"/>
                </a:cxn>
                <a:cxn ang="0">
                  <a:pos x="csX1" y="csY1"/>
                </a:cxn>
                <a:cxn ang="0">
                  <a:pos x="csX2" y="csY2"/>
                </a:cxn>
                <a:cxn ang="0">
                  <a:pos x="csX3" y="csY3"/>
                </a:cxn>
              </a:cxnLst>
              <a:rect l="l" t="t" r="r" b="b"/>
              <a:pathLst>
                <a:path w="847725" h="219075">
                  <a:moveTo>
                    <a:pt x="-19" y="-30"/>
                  </a:moveTo>
                  <a:lnTo>
                    <a:pt x="847706" y="-30"/>
                  </a:lnTo>
                  <a:lnTo>
                    <a:pt x="847706"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31" name="任意多边形: 形状 1130"/>
            <p:cNvSpPr/>
            <p:nvPr/>
          </p:nvSpPr>
          <p:spPr>
            <a:xfrm>
              <a:off x="1981662" y="4988447"/>
              <a:ext cx="552450" cy="219075"/>
            </a:xfrm>
            <a:custGeom>
              <a:avLst/>
              <a:gdLst>
                <a:gd name="csX0" fmla="*/ -19 w 552450"/>
                <a:gd name="csY0" fmla="*/ -30 h 219075"/>
                <a:gd name="csX1" fmla="*/ 552431 w 552450"/>
                <a:gd name="csY1" fmla="*/ -30 h 219075"/>
                <a:gd name="csX2" fmla="*/ 552431 w 552450"/>
                <a:gd name="csY2" fmla="*/ 219045 h 219075"/>
                <a:gd name="csX3" fmla="*/ -19 w 552450"/>
                <a:gd name="csY3" fmla="*/ 219045 h 219075"/>
              </a:gdLst>
              <a:ahLst/>
              <a:cxnLst>
                <a:cxn ang="0">
                  <a:pos x="csX0" y="csY0"/>
                </a:cxn>
                <a:cxn ang="0">
                  <a:pos x="csX1" y="csY1"/>
                </a:cxn>
                <a:cxn ang="0">
                  <a:pos x="csX2" y="csY2"/>
                </a:cxn>
                <a:cxn ang="0">
                  <a:pos x="csX3" y="csY3"/>
                </a:cxn>
              </a:cxnLst>
              <a:rect l="l" t="t" r="r" b="b"/>
              <a:pathLst>
                <a:path w="552450" h="219075">
                  <a:moveTo>
                    <a:pt x="-19" y="-30"/>
                  </a:moveTo>
                  <a:lnTo>
                    <a:pt x="552431" y="-30"/>
                  </a:lnTo>
                  <a:lnTo>
                    <a:pt x="55243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32" name="任意多边形: 形状 1131"/>
            <p:cNvSpPr/>
            <p:nvPr/>
          </p:nvSpPr>
          <p:spPr>
            <a:xfrm>
              <a:off x="2534112" y="4988447"/>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33" name="任意多边形: 形状 1132"/>
            <p:cNvSpPr/>
            <p:nvPr/>
          </p:nvSpPr>
          <p:spPr>
            <a:xfrm>
              <a:off x="2553162" y="4988447"/>
              <a:ext cx="1371600" cy="219075"/>
            </a:xfrm>
            <a:custGeom>
              <a:avLst/>
              <a:gdLst>
                <a:gd name="csX0" fmla="*/ -19 w 1371600"/>
                <a:gd name="csY0" fmla="*/ -30 h 219075"/>
                <a:gd name="csX1" fmla="*/ 1371581 w 1371600"/>
                <a:gd name="csY1" fmla="*/ -30 h 219075"/>
                <a:gd name="csX2" fmla="*/ 1371581 w 1371600"/>
                <a:gd name="csY2" fmla="*/ 219045 h 219075"/>
                <a:gd name="csX3" fmla="*/ -19 w 1371600"/>
                <a:gd name="csY3" fmla="*/ 219045 h 219075"/>
              </a:gdLst>
              <a:ahLst/>
              <a:cxnLst>
                <a:cxn ang="0">
                  <a:pos x="csX0" y="csY0"/>
                </a:cxn>
                <a:cxn ang="0">
                  <a:pos x="csX1" y="csY1"/>
                </a:cxn>
                <a:cxn ang="0">
                  <a:pos x="csX2" y="csY2"/>
                </a:cxn>
                <a:cxn ang="0">
                  <a:pos x="csX3" y="csY3"/>
                </a:cxn>
              </a:cxnLst>
              <a:rect l="l" t="t" r="r" b="b"/>
              <a:pathLst>
                <a:path w="1371600" h="219075">
                  <a:moveTo>
                    <a:pt x="-19" y="-30"/>
                  </a:moveTo>
                  <a:lnTo>
                    <a:pt x="1371581" y="-30"/>
                  </a:lnTo>
                  <a:lnTo>
                    <a:pt x="1371581"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34" name="文本框 1133"/>
            <p:cNvSpPr txBox="1"/>
            <p:nvPr/>
          </p:nvSpPr>
          <p:spPr>
            <a:xfrm>
              <a:off x="1127860" y="4437399"/>
              <a:ext cx="2318677"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C:7306 [S:3420, D:3886], F:140, M:6334, n:13780</a:t>
              </a:r>
            </a:p>
          </p:txBody>
        </p:sp>
        <p:sp>
          <p:nvSpPr>
            <p:cNvPr id="1135" name="文本框 1134"/>
            <p:cNvSpPr txBox="1"/>
            <p:nvPr/>
          </p:nvSpPr>
          <p:spPr>
            <a:xfrm>
              <a:off x="1127860" y="4732674"/>
              <a:ext cx="2318677"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C:6679 [S:3589, D:3090], F:108, M:6993, n:13780</a:t>
              </a:r>
            </a:p>
          </p:txBody>
        </p:sp>
        <p:sp>
          <p:nvSpPr>
            <p:cNvPr id="1136" name="文本框 1135"/>
            <p:cNvSpPr txBox="1"/>
            <p:nvPr/>
          </p:nvSpPr>
          <p:spPr>
            <a:xfrm>
              <a:off x="1127860" y="5018424"/>
              <a:ext cx="2265666"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C:6910 [S:4210, D:2700], F:97, M:6773, n:13780</a:t>
              </a:r>
            </a:p>
          </p:txBody>
        </p:sp>
        <p:sp>
          <p:nvSpPr>
            <p:cNvPr id="1137" name="文本框 1136"/>
            <p:cNvSpPr txBox="1"/>
            <p:nvPr/>
          </p:nvSpPr>
          <p:spPr>
            <a:xfrm>
              <a:off x="1127860" y="5313699"/>
              <a:ext cx="2265666"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C:6558 [S:4284, D:2274], F:79, M:7143, n:13780</a:t>
              </a:r>
            </a:p>
          </p:txBody>
        </p:sp>
        <p:sp>
          <p:nvSpPr>
            <p:cNvPr id="1138" name="文本框 1137"/>
            <p:cNvSpPr txBox="1"/>
            <p:nvPr/>
          </p:nvSpPr>
          <p:spPr>
            <a:xfrm>
              <a:off x="1127860" y="5608974"/>
              <a:ext cx="21066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C:13766 [S:4062, D:9704], F:7, M:7, n:13780</a:t>
              </a:r>
            </a:p>
          </p:txBody>
        </p:sp>
        <p:sp>
          <p:nvSpPr>
            <p:cNvPr id="1139" name="任意多边形: 形状 1138"/>
            <p:cNvSpPr/>
            <p:nvPr/>
          </p:nvSpPr>
          <p:spPr>
            <a:xfrm>
              <a:off x="991062" y="4340747"/>
              <a:ext cx="9525" cy="1514475"/>
            </a:xfrm>
            <a:custGeom>
              <a:avLst/>
              <a:gdLst>
                <a:gd name="csX0" fmla="*/ -19 w 9525"/>
                <a:gd name="csY0" fmla="*/ 1514445 h 1514475"/>
                <a:gd name="csX1" fmla="*/ -19 w 9525"/>
                <a:gd name="csY1" fmla="*/ -30 h 1514475"/>
              </a:gdLst>
              <a:ahLst/>
              <a:cxnLst>
                <a:cxn ang="0">
                  <a:pos x="csX0" y="csY0"/>
                </a:cxn>
                <a:cxn ang="0">
                  <a:pos x="csX1" y="csY1"/>
                </a:cxn>
              </a:cxnLst>
              <a:rect l="l" t="t" r="r" b="b"/>
              <a:pathLst>
                <a:path w="9525" h="1514475">
                  <a:moveTo>
                    <a:pt x="-19" y="1514445"/>
                  </a:moveTo>
                  <a:lnTo>
                    <a:pt x="-19" y="-30"/>
                  </a:lnTo>
                </a:path>
              </a:pathLst>
            </a:custGeom>
            <a:noFill/>
            <a:ln w="16209" cap="flat">
              <a:solidFill>
                <a:srgbClr val="000000"/>
              </a:solidFill>
              <a:prstDash val="solid"/>
              <a:round/>
            </a:ln>
          </p:spPr>
          <p:txBody>
            <a:bodyPr/>
            <a:lstStyle/>
            <a:p>
              <a:endParaRPr lang="zh-CN" altLang="en-US" sz="2190"/>
            </a:p>
          </p:txBody>
        </p:sp>
        <p:sp>
          <p:nvSpPr>
            <p:cNvPr id="1140" name="文本框 1139"/>
            <p:cNvSpPr txBox="1"/>
            <p:nvPr/>
          </p:nvSpPr>
          <p:spPr>
            <a:xfrm>
              <a:off x="339786" y="5618499"/>
              <a:ext cx="68595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GENCODE</a:t>
              </a:r>
            </a:p>
          </p:txBody>
        </p:sp>
        <p:sp>
          <p:nvSpPr>
            <p:cNvPr id="1141" name="文本框 1140"/>
            <p:cNvSpPr txBox="1"/>
            <p:nvPr/>
          </p:nvSpPr>
          <p:spPr>
            <a:xfrm>
              <a:off x="301765" y="529464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2 cell line</a:t>
              </a:r>
            </a:p>
          </p:txBody>
        </p:sp>
        <p:sp>
          <p:nvSpPr>
            <p:cNvPr id="1142" name="文本框 1141"/>
            <p:cNvSpPr txBox="1"/>
            <p:nvPr/>
          </p:nvSpPr>
          <p:spPr>
            <a:xfrm>
              <a:off x="396253" y="5408949"/>
              <a:ext cx="5799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with filter</a:t>
              </a:r>
            </a:p>
          </p:txBody>
        </p:sp>
        <p:sp>
          <p:nvSpPr>
            <p:cNvPr id="1143" name="文本框 1142"/>
            <p:cNvSpPr txBox="1"/>
            <p:nvPr/>
          </p:nvSpPr>
          <p:spPr>
            <a:xfrm>
              <a:off x="310580" y="5047000"/>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2 cell line</a:t>
              </a:r>
            </a:p>
          </p:txBody>
        </p:sp>
        <p:sp>
          <p:nvSpPr>
            <p:cNvPr id="1144" name="文本框 1143"/>
            <p:cNvSpPr txBox="1"/>
            <p:nvPr/>
          </p:nvSpPr>
          <p:spPr>
            <a:xfrm>
              <a:off x="301765" y="468504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1 cell line</a:t>
              </a:r>
            </a:p>
          </p:txBody>
        </p:sp>
        <p:sp>
          <p:nvSpPr>
            <p:cNvPr id="1145" name="文本框 1144"/>
            <p:cNvSpPr txBox="1"/>
            <p:nvPr/>
          </p:nvSpPr>
          <p:spPr>
            <a:xfrm>
              <a:off x="396253" y="4799349"/>
              <a:ext cx="5799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with filter</a:t>
              </a:r>
            </a:p>
          </p:txBody>
        </p:sp>
        <p:sp>
          <p:nvSpPr>
            <p:cNvPr id="1146" name="文本框 1145"/>
            <p:cNvSpPr txBox="1"/>
            <p:nvPr/>
          </p:nvSpPr>
          <p:spPr>
            <a:xfrm>
              <a:off x="310580" y="443739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1 cell line</a:t>
              </a:r>
            </a:p>
          </p:txBody>
        </p:sp>
        <p:sp>
          <p:nvSpPr>
            <p:cNvPr id="1147" name="任意多边形: 形状 1146"/>
            <p:cNvSpPr/>
            <p:nvPr/>
          </p:nvSpPr>
          <p:spPr>
            <a:xfrm>
              <a:off x="910100" y="5688534"/>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48" name="任意多边形: 形状 1147"/>
            <p:cNvSpPr/>
            <p:nvPr/>
          </p:nvSpPr>
          <p:spPr>
            <a:xfrm>
              <a:off x="910100" y="539325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49" name="任意多边形: 形状 1148"/>
            <p:cNvSpPr/>
            <p:nvPr/>
          </p:nvSpPr>
          <p:spPr>
            <a:xfrm>
              <a:off x="910100" y="510750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0" name="任意多边形: 形状 1149"/>
            <p:cNvSpPr/>
            <p:nvPr/>
          </p:nvSpPr>
          <p:spPr>
            <a:xfrm>
              <a:off x="910100" y="4812234"/>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1" name="任意多边形: 形状 1150"/>
            <p:cNvSpPr/>
            <p:nvPr/>
          </p:nvSpPr>
          <p:spPr>
            <a:xfrm>
              <a:off x="910100" y="451695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2" name="任意多边形: 形状 1151"/>
            <p:cNvSpPr/>
            <p:nvPr/>
          </p:nvSpPr>
          <p:spPr>
            <a:xfrm>
              <a:off x="991062" y="5855222"/>
              <a:ext cx="3076575" cy="9525"/>
            </a:xfrm>
            <a:custGeom>
              <a:avLst/>
              <a:gdLst>
                <a:gd name="csX0" fmla="*/ -19 w 3076575"/>
                <a:gd name="csY0" fmla="*/ -30 h 9525"/>
                <a:gd name="csX1" fmla="*/ 3076556 w 3076575"/>
                <a:gd name="csY1" fmla="*/ -30 h 9525"/>
              </a:gdLst>
              <a:ahLst/>
              <a:cxnLst>
                <a:cxn ang="0">
                  <a:pos x="csX0" y="csY0"/>
                </a:cxn>
                <a:cxn ang="0">
                  <a:pos x="csX1" y="csY1"/>
                </a:cxn>
              </a:cxnLst>
              <a:rect l="l" t="t" r="r" b="b"/>
              <a:pathLst>
                <a:path w="3076575" h="9525">
                  <a:moveTo>
                    <a:pt x="-19" y="-30"/>
                  </a:moveTo>
                  <a:lnTo>
                    <a:pt x="3076556" y="-30"/>
                  </a:lnTo>
                </a:path>
              </a:pathLst>
            </a:custGeom>
            <a:noFill/>
            <a:ln w="16209" cap="flat">
              <a:solidFill>
                <a:srgbClr val="000000"/>
              </a:solidFill>
              <a:prstDash val="solid"/>
              <a:round/>
            </a:ln>
          </p:spPr>
          <p:txBody>
            <a:bodyPr/>
            <a:lstStyle/>
            <a:p>
              <a:endParaRPr lang="zh-CN" altLang="en-US" sz="2190"/>
            </a:p>
          </p:txBody>
        </p:sp>
        <p:sp>
          <p:nvSpPr>
            <p:cNvPr id="1153" name="任意多边形: 形状 1152"/>
            <p:cNvSpPr/>
            <p:nvPr/>
          </p:nvSpPr>
          <p:spPr>
            <a:xfrm>
              <a:off x="113869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4" name="任意多边形: 形状 1153"/>
            <p:cNvSpPr/>
            <p:nvPr/>
          </p:nvSpPr>
          <p:spPr>
            <a:xfrm>
              <a:off x="169114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5" name="任意多边形: 形状 1154"/>
            <p:cNvSpPr/>
            <p:nvPr/>
          </p:nvSpPr>
          <p:spPr>
            <a:xfrm>
              <a:off x="2253124"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6" name="任意多边形: 形状 1155"/>
            <p:cNvSpPr/>
            <p:nvPr/>
          </p:nvSpPr>
          <p:spPr>
            <a:xfrm>
              <a:off x="281509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7" name="任意多边形: 形状 1156"/>
            <p:cNvSpPr/>
            <p:nvPr/>
          </p:nvSpPr>
          <p:spPr>
            <a:xfrm>
              <a:off x="336754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8" name="任意多边形: 形状 1157"/>
            <p:cNvSpPr/>
            <p:nvPr/>
          </p:nvSpPr>
          <p:spPr>
            <a:xfrm>
              <a:off x="3929524"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9" name="文本框 1158"/>
            <p:cNvSpPr txBox="1"/>
            <p:nvPr/>
          </p:nvSpPr>
          <p:spPr>
            <a:xfrm>
              <a:off x="1022570" y="5904249"/>
              <a:ext cx="25657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1160" name="文本框 1159"/>
            <p:cNvSpPr txBox="1"/>
            <p:nvPr/>
          </p:nvSpPr>
          <p:spPr>
            <a:xfrm>
              <a:off x="1560580"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20</a:t>
              </a:r>
            </a:p>
          </p:txBody>
        </p:sp>
        <p:sp>
          <p:nvSpPr>
            <p:cNvPr id="1161" name="文本框 1160"/>
            <p:cNvSpPr txBox="1"/>
            <p:nvPr/>
          </p:nvSpPr>
          <p:spPr>
            <a:xfrm>
              <a:off x="2120012"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40</a:t>
              </a:r>
            </a:p>
          </p:txBody>
        </p:sp>
        <p:sp>
          <p:nvSpPr>
            <p:cNvPr id="1162" name="文本框 1161"/>
            <p:cNvSpPr txBox="1"/>
            <p:nvPr/>
          </p:nvSpPr>
          <p:spPr>
            <a:xfrm>
              <a:off x="2679377"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60</a:t>
              </a:r>
            </a:p>
          </p:txBody>
        </p:sp>
        <p:sp>
          <p:nvSpPr>
            <p:cNvPr id="1163" name="文本框 1162"/>
            <p:cNvSpPr txBox="1"/>
            <p:nvPr/>
          </p:nvSpPr>
          <p:spPr>
            <a:xfrm>
              <a:off x="3238733"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80</a:t>
              </a:r>
            </a:p>
          </p:txBody>
        </p:sp>
        <p:sp>
          <p:nvSpPr>
            <p:cNvPr id="1164" name="文本框 1163"/>
            <p:cNvSpPr txBox="1"/>
            <p:nvPr/>
          </p:nvSpPr>
          <p:spPr>
            <a:xfrm>
              <a:off x="3776742" y="5904249"/>
              <a:ext cx="3625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1165" name="文本框 1164"/>
            <p:cNvSpPr txBox="1"/>
            <p:nvPr/>
          </p:nvSpPr>
          <p:spPr>
            <a:xfrm>
              <a:off x="2268002" y="6055747"/>
              <a:ext cx="63117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%BUSCOs</a:t>
              </a:r>
            </a:p>
          </p:txBody>
        </p:sp>
        <p:sp>
          <p:nvSpPr>
            <p:cNvPr id="1166" name="任意多边形: 形状 1165"/>
            <p:cNvSpPr/>
            <p:nvPr/>
          </p:nvSpPr>
          <p:spPr>
            <a:xfrm>
              <a:off x="1295862" y="3950222"/>
              <a:ext cx="2457450" cy="333375"/>
            </a:xfrm>
            <a:custGeom>
              <a:avLst/>
              <a:gdLst>
                <a:gd name="csX0" fmla="*/ -19 w 2457450"/>
                <a:gd name="csY0" fmla="*/ -30 h 333375"/>
                <a:gd name="csX1" fmla="*/ 2457431 w 2457450"/>
                <a:gd name="csY1" fmla="*/ -30 h 333375"/>
                <a:gd name="csX2" fmla="*/ 2457431 w 2457450"/>
                <a:gd name="csY2" fmla="*/ 333345 h 333375"/>
                <a:gd name="csX3" fmla="*/ -19 w 2457450"/>
                <a:gd name="csY3" fmla="*/ 333345 h 333375"/>
              </a:gdLst>
              <a:ahLst/>
              <a:cxnLst>
                <a:cxn ang="0">
                  <a:pos x="csX0" y="csY0"/>
                </a:cxn>
                <a:cxn ang="0">
                  <a:pos x="csX1" y="csY1"/>
                </a:cxn>
                <a:cxn ang="0">
                  <a:pos x="csX2" y="csY2"/>
                </a:cxn>
                <a:cxn ang="0">
                  <a:pos x="csX3" y="csY3"/>
                </a:cxn>
              </a:cxnLst>
              <a:rect l="l" t="t" r="r" b="b"/>
              <a:pathLst>
                <a:path w="2457450" h="333375">
                  <a:moveTo>
                    <a:pt x="-19" y="-30"/>
                  </a:moveTo>
                  <a:lnTo>
                    <a:pt x="2457431" y="-30"/>
                  </a:lnTo>
                  <a:lnTo>
                    <a:pt x="2457431" y="333345"/>
                  </a:lnTo>
                  <a:lnTo>
                    <a:pt x="-19" y="333345"/>
                  </a:lnTo>
                  <a:close/>
                </a:path>
              </a:pathLst>
            </a:custGeom>
            <a:solidFill>
              <a:srgbClr val="FFFFFF"/>
            </a:solidFill>
            <a:ln w="9525" cap="flat">
              <a:noFill/>
              <a:prstDash val="solid"/>
              <a:round/>
            </a:ln>
          </p:spPr>
          <p:txBody>
            <a:bodyPr/>
            <a:lstStyle/>
            <a:p>
              <a:endParaRPr lang="zh-CN" altLang="en-US" sz="2190"/>
            </a:p>
          </p:txBody>
        </p:sp>
        <p:sp>
          <p:nvSpPr>
            <p:cNvPr id="1167" name="任意多边形: 形状 1166"/>
            <p:cNvSpPr/>
            <p:nvPr/>
          </p:nvSpPr>
          <p:spPr>
            <a:xfrm>
              <a:off x="1329199" y="39835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68" name="任意多边形: 形状 1167"/>
            <p:cNvSpPr/>
            <p:nvPr/>
          </p:nvSpPr>
          <p:spPr>
            <a:xfrm>
              <a:off x="781512" y="4007372"/>
              <a:ext cx="114300" cy="104775"/>
            </a:xfrm>
            <a:custGeom>
              <a:avLst/>
              <a:gdLst>
                <a:gd name="csX0" fmla="*/ -19 w 114300"/>
                <a:gd name="csY0" fmla="*/ -30 h 104775"/>
                <a:gd name="csX1" fmla="*/ 114281 w 114300"/>
                <a:gd name="csY1" fmla="*/ -30 h 104775"/>
                <a:gd name="csX2" fmla="*/ 114281 w 114300"/>
                <a:gd name="csY2" fmla="*/ 104745 h 104775"/>
                <a:gd name="csX3" fmla="*/ -19 w 114300"/>
                <a:gd name="csY3" fmla="*/ 104745 h 104775"/>
              </a:gdLst>
              <a:ahLst/>
              <a:cxnLst>
                <a:cxn ang="0">
                  <a:pos x="csX0" y="csY0"/>
                </a:cxn>
                <a:cxn ang="0">
                  <a:pos x="csX1" y="csY1"/>
                </a:cxn>
                <a:cxn ang="0">
                  <a:pos x="csX2" y="csY2"/>
                </a:cxn>
                <a:cxn ang="0">
                  <a:pos x="csX3" y="csY3"/>
                </a:cxn>
              </a:cxnLst>
              <a:rect l="l" t="t" r="r" b="b"/>
              <a:pathLst>
                <a:path w="114300" h="104775">
                  <a:moveTo>
                    <a:pt x="-19" y="-30"/>
                  </a:moveTo>
                  <a:lnTo>
                    <a:pt x="114281" y="-30"/>
                  </a:lnTo>
                  <a:lnTo>
                    <a:pt x="114281" y="104745"/>
                  </a:lnTo>
                  <a:lnTo>
                    <a:pt x="-19" y="104745"/>
                  </a:lnTo>
                  <a:close/>
                </a:path>
              </a:pathLst>
            </a:custGeom>
            <a:solidFill>
              <a:srgbClr val="F1FAEE"/>
            </a:solidFill>
            <a:ln w="9525" cap="flat">
              <a:noFill/>
              <a:prstDash val="solid"/>
              <a:round/>
            </a:ln>
          </p:spPr>
          <p:txBody>
            <a:bodyPr/>
            <a:lstStyle/>
            <a:p>
              <a:endParaRPr lang="zh-CN" altLang="en-US" sz="2190"/>
            </a:p>
          </p:txBody>
        </p:sp>
        <p:sp>
          <p:nvSpPr>
            <p:cNvPr id="1169" name="任意多边形: 形状 1168"/>
            <p:cNvSpPr/>
            <p:nvPr/>
          </p:nvSpPr>
          <p:spPr>
            <a:xfrm>
              <a:off x="2576974" y="39835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0" name="任意多边形: 形状 1169"/>
            <p:cNvSpPr/>
            <p:nvPr/>
          </p:nvSpPr>
          <p:spPr>
            <a:xfrm>
              <a:off x="2315037" y="39978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A8DADC"/>
            </a:solidFill>
            <a:ln w="9525" cap="flat">
              <a:noFill/>
              <a:prstDash val="solid"/>
              <a:round/>
            </a:ln>
          </p:spPr>
          <p:txBody>
            <a:bodyPr/>
            <a:lstStyle/>
            <a:p>
              <a:endParaRPr lang="zh-CN" altLang="en-US" sz="2190"/>
            </a:p>
          </p:txBody>
        </p:sp>
        <p:sp>
          <p:nvSpPr>
            <p:cNvPr id="1171" name="任意多边形: 形状 1170"/>
            <p:cNvSpPr/>
            <p:nvPr/>
          </p:nvSpPr>
          <p:spPr>
            <a:xfrm>
              <a:off x="1329199" y="41359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2" name="任意多边形: 形状 1171"/>
            <p:cNvSpPr/>
            <p:nvPr/>
          </p:nvSpPr>
          <p:spPr>
            <a:xfrm>
              <a:off x="781512" y="41502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457B9D"/>
            </a:solidFill>
            <a:ln w="9525" cap="flat">
              <a:noFill/>
              <a:prstDash val="solid"/>
              <a:round/>
            </a:ln>
          </p:spPr>
          <p:txBody>
            <a:bodyPr/>
            <a:lstStyle/>
            <a:p>
              <a:endParaRPr lang="zh-CN" altLang="en-US" sz="2190"/>
            </a:p>
          </p:txBody>
        </p:sp>
        <p:sp>
          <p:nvSpPr>
            <p:cNvPr id="1173" name="任意多边形: 形状 1172"/>
            <p:cNvSpPr/>
            <p:nvPr/>
          </p:nvSpPr>
          <p:spPr>
            <a:xfrm>
              <a:off x="2576974" y="41359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4" name="任意多边形: 形状 1173"/>
            <p:cNvSpPr/>
            <p:nvPr/>
          </p:nvSpPr>
          <p:spPr>
            <a:xfrm>
              <a:off x="2315037" y="41502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E63946"/>
            </a:solidFill>
            <a:ln w="9525" cap="flat">
              <a:noFill/>
              <a:prstDash val="solid"/>
              <a:round/>
            </a:ln>
          </p:spPr>
          <p:txBody>
            <a:bodyPr/>
            <a:lstStyle/>
            <a:p>
              <a:endParaRPr lang="zh-CN" altLang="en-US" sz="2190"/>
            </a:p>
          </p:txBody>
        </p:sp>
        <p:sp>
          <p:nvSpPr>
            <p:cNvPr id="1175" name="文本框 1174"/>
            <p:cNvSpPr txBox="1"/>
            <p:nvPr/>
          </p:nvSpPr>
          <p:spPr>
            <a:xfrm>
              <a:off x="867475" y="3988823"/>
              <a:ext cx="1133009"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Complete (C) and single</a:t>
              </a:r>
            </a:p>
          </p:txBody>
        </p:sp>
        <p:sp>
          <p:nvSpPr>
            <p:cNvPr id="1176" name="文本框 1175"/>
            <p:cNvSpPr txBox="1"/>
            <p:nvPr/>
          </p:nvSpPr>
          <p:spPr>
            <a:xfrm>
              <a:off x="1824737" y="3988823"/>
              <a:ext cx="231832"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a:t>
              </a:r>
            </a:p>
          </p:txBody>
        </p:sp>
        <p:sp>
          <p:nvSpPr>
            <p:cNvPr id="1177" name="文本框 1176"/>
            <p:cNvSpPr txBox="1"/>
            <p:nvPr/>
          </p:nvSpPr>
          <p:spPr>
            <a:xfrm>
              <a:off x="1854903" y="3988823"/>
              <a:ext cx="523390"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copy (S)</a:t>
              </a:r>
            </a:p>
          </p:txBody>
        </p:sp>
        <p:sp>
          <p:nvSpPr>
            <p:cNvPr id="1178" name="文本框 1177"/>
            <p:cNvSpPr txBox="1"/>
            <p:nvPr/>
          </p:nvSpPr>
          <p:spPr>
            <a:xfrm>
              <a:off x="2402962" y="3979297"/>
              <a:ext cx="1444004"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Complete (C) and duplicated (D)</a:t>
              </a:r>
            </a:p>
          </p:txBody>
        </p:sp>
        <p:sp>
          <p:nvSpPr>
            <p:cNvPr id="1179" name="文本框 1178"/>
            <p:cNvSpPr txBox="1"/>
            <p:nvPr/>
          </p:nvSpPr>
          <p:spPr>
            <a:xfrm>
              <a:off x="867475" y="4141222"/>
              <a:ext cx="80257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Fragmented (F)</a:t>
              </a:r>
            </a:p>
          </p:txBody>
        </p:sp>
        <p:sp>
          <p:nvSpPr>
            <p:cNvPr id="1180" name="文本框 1179"/>
            <p:cNvSpPr txBox="1"/>
            <p:nvPr/>
          </p:nvSpPr>
          <p:spPr>
            <a:xfrm>
              <a:off x="2402962" y="4131697"/>
              <a:ext cx="64884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Missing (M)</a:t>
              </a:r>
            </a:p>
          </p:txBody>
        </p:sp>
        <p:sp>
          <p:nvSpPr>
            <p:cNvPr id="1220" name="任意多边形: 形状 1219"/>
            <p:cNvSpPr/>
            <p:nvPr/>
          </p:nvSpPr>
          <p:spPr>
            <a:xfrm>
              <a:off x="2500774" y="10022409"/>
              <a:ext cx="28575" cy="9525"/>
            </a:xfrm>
            <a:custGeom>
              <a:avLst/>
              <a:gdLst>
                <a:gd name="csX0" fmla="*/ -19 w 28575"/>
                <a:gd name="csY0" fmla="*/ -30 h 9525"/>
                <a:gd name="csX1" fmla="*/ 28556 w 28575"/>
                <a:gd name="csY1" fmla="*/ -30 h 9525"/>
              </a:gdLst>
              <a:ahLst/>
              <a:cxnLst>
                <a:cxn ang="0">
                  <a:pos x="csX0" y="csY0"/>
                </a:cxn>
                <a:cxn ang="0">
                  <a:pos x="csX1" y="csY1"/>
                </a:cxn>
              </a:cxnLst>
              <a:rect l="l" t="t" r="r" b="b"/>
              <a:pathLst>
                <a:path w="28575" h="9525">
                  <a:moveTo>
                    <a:pt x="-19" y="-30"/>
                  </a:moveTo>
                  <a:lnTo>
                    <a:pt x="28556" y="-30"/>
                  </a:lnTo>
                </a:path>
              </a:pathLst>
            </a:custGeom>
            <a:noFill/>
            <a:ln w="13589" cap="flat">
              <a:solidFill>
                <a:srgbClr val="333333"/>
              </a:solidFill>
              <a:prstDash val="solid"/>
              <a:round/>
            </a:ln>
          </p:spPr>
          <p:txBody>
            <a:bodyPr/>
            <a:lstStyle/>
            <a:p>
              <a:endParaRPr lang="zh-CN" altLang="en-US" sz="2190"/>
            </a:p>
          </p:txBody>
        </p:sp>
        <p:sp>
          <p:nvSpPr>
            <p:cNvPr id="1480" name="任意多边形: 形状 1479"/>
            <p:cNvSpPr/>
            <p:nvPr/>
          </p:nvSpPr>
          <p:spPr>
            <a:xfrm>
              <a:off x="4000509" y="9427165"/>
              <a:ext cx="11001" cy="9525"/>
            </a:xfrm>
            <a:custGeom>
              <a:avLst/>
              <a:gdLst>
                <a:gd name="csX0" fmla="*/ 11468 w 11001"/>
                <a:gd name="csY0" fmla="*/ 676 h 9525"/>
                <a:gd name="csX1" fmla="*/ 467 w 11001"/>
                <a:gd name="csY1" fmla="*/ 676 h 9525"/>
              </a:gdLst>
              <a:ahLst/>
              <a:cxnLst>
                <a:cxn ang="0">
                  <a:pos x="csX0" y="csY0"/>
                </a:cxn>
                <a:cxn ang="0">
                  <a:pos x="csX1" y="csY1"/>
                </a:cxn>
              </a:cxnLst>
              <a:rect l="l" t="t" r="r" b="b"/>
              <a:pathLst>
                <a:path w="11001" h="9525">
                  <a:moveTo>
                    <a:pt x="11468" y="676"/>
                  </a:moveTo>
                  <a:lnTo>
                    <a:pt x="467" y="676"/>
                  </a:lnTo>
                </a:path>
              </a:pathLst>
            </a:custGeom>
            <a:solidFill>
              <a:srgbClr val="000000"/>
            </a:solidFill>
            <a:ln w="2515" cap="flat">
              <a:solidFill>
                <a:srgbClr val="000000"/>
              </a:solidFill>
              <a:prstDash val="solid"/>
              <a:round/>
            </a:ln>
          </p:spPr>
          <p:txBody>
            <a:bodyPr/>
            <a:lstStyle/>
            <a:p>
              <a:endParaRPr lang="zh-CN" altLang="en-US" sz="2190"/>
            </a:p>
          </p:txBody>
        </p:sp>
        <p:sp>
          <p:nvSpPr>
            <p:cNvPr id="1484" name="任意多边形: 形状 1483"/>
            <p:cNvSpPr/>
            <p:nvPr/>
          </p:nvSpPr>
          <p:spPr>
            <a:xfrm>
              <a:off x="4000509" y="9380531"/>
              <a:ext cx="11001" cy="9525"/>
            </a:xfrm>
            <a:custGeom>
              <a:avLst/>
              <a:gdLst>
                <a:gd name="csX0" fmla="*/ 11468 w 11001"/>
                <a:gd name="csY0" fmla="*/ 671 h 9525"/>
                <a:gd name="csX1" fmla="*/ 467 w 11001"/>
                <a:gd name="csY1" fmla="*/ 671 h 9525"/>
              </a:gdLst>
              <a:ahLst/>
              <a:cxnLst>
                <a:cxn ang="0">
                  <a:pos x="csX0" y="csY0"/>
                </a:cxn>
                <a:cxn ang="0">
                  <a:pos x="csX1" y="csY1"/>
                </a:cxn>
              </a:cxnLst>
              <a:rect l="l" t="t" r="r" b="b"/>
              <a:pathLst>
                <a:path w="11001" h="9525">
                  <a:moveTo>
                    <a:pt x="11468" y="671"/>
                  </a:moveTo>
                  <a:lnTo>
                    <a:pt x="467" y="671"/>
                  </a:lnTo>
                </a:path>
              </a:pathLst>
            </a:custGeom>
            <a:solidFill>
              <a:srgbClr val="000000"/>
            </a:solidFill>
            <a:ln w="2515" cap="flat">
              <a:solidFill>
                <a:srgbClr val="000000"/>
              </a:solidFill>
              <a:prstDash val="solid"/>
              <a:round/>
            </a:ln>
          </p:spPr>
          <p:txBody>
            <a:bodyPr/>
            <a:lstStyle/>
            <a:p>
              <a:endParaRPr lang="zh-CN" altLang="en-US" sz="2190"/>
            </a:p>
          </p:txBody>
        </p:sp>
        <p:sp>
          <p:nvSpPr>
            <p:cNvPr id="1492" name="任意多边形: 形状 1491"/>
            <p:cNvSpPr/>
            <p:nvPr/>
          </p:nvSpPr>
          <p:spPr>
            <a:xfrm>
              <a:off x="4000509" y="9287262"/>
              <a:ext cx="11001" cy="9525"/>
            </a:xfrm>
            <a:custGeom>
              <a:avLst/>
              <a:gdLst>
                <a:gd name="csX0" fmla="*/ 11468 w 11001"/>
                <a:gd name="csY0" fmla="*/ 661 h 9525"/>
                <a:gd name="csX1" fmla="*/ 467 w 11001"/>
                <a:gd name="csY1" fmla="*/ 661 h 9525"/>
              </a:gdLst>
              <a:ahLst/>
              <a:cxnLst>
                <a:cxn ang="0">
                  <a:pos x="csX0" y="csY0"/>
                </a:cxn>
                <a:cxn ang="0">
                  <a:pos x="csX1" y="csY1"/>
                </a:cxn>
              </a:cxnLst>
              <a:rect l="l" t="t" r="r" b="b"/>
              <a:pathLst>
                <a:path w="11001" h="9525">
                  <a:moveTo>
                    <a:pt x="11468" y="661"/>
                  </a:moveTo>
                  <a:lnTo>
                    <a:pt x="467" y="661"/>
                  </a:lnTo>
                </a:path>
              </a:pathLst>
            </a:custGeom>
            <a:solidFill>
              <a:srgbClr val="000000"/>
            </a:solidFill>
            <a:ln w="2515" cap="flat">
              <a:solidFill>
                <a:srgbClr val="000000"/>
              </a:solidFill>
              <a:prstDash val="solid"/>
              <a:round/>
            </a:ln>
          </p:spPr>
          <p:txBody>
            <a:bodyPr/>
            <a:lstStyle/>
            <a:p>
              <a:endParaRPr lang="zh-CN" altLang="en-US" sz="2190"/>
            </a:p>
          </p:txBody>
        </p:sp>
        <p:sp>
          <p:nvSpPr>
            <p:cNvPr id="1500" name="任意多边形: 形状 1499"/>
            <p:cNvSpPr/>
            <p:nvPr/>
          </p:nvSpPr>
          <p:spPr>
            <a:xfrm>
              <a:off x="4000509" y="9193995"/>
              <a:ext cx="11001" cy="9525"/>
            </a:xfrm>
            <a:custGeom>
              <a:avLst/>
              <a:gdLst>
                <a:gd name="csX0" fmla="*/ 11468 w 11001"/>
                <a:gd name="csY0" fmla="*/ 651 h 9525"/>
                <a:gd name="csX1" fmla="*/ 467 w 11001"/>
                <a:gd name="csY1" fmla="*/ 651 h 9525"/>
              </a:gdLst>
              <a:ahLst/>
              <a:cxnLst>
                <a:cxn ang="0">
                  <a:pos x="csX0" y="csY0"/>
                </a:cxn>
                <a:cxn ang="0">
                  <a:pos x="csX1" y="csY1"/>
                </a:cxn>
              </a:cxnLst>
              <a:rect l="l" t="t" r="r" b="b"/>
              <a:pathLst>
                <a:path w="11001" h="9525">
                  <a:moveTo>
                    <a:pt x="11468" y="651"/>
                  </a:moveTo>
                  <a:lnTo>
                    <a:pt x="467" y="651"/>
                  </a:lnTo>
                </a:path>
              </a:pathLst>
            </a:custGeom>
            <a:solidFill>
              <a:srgbClr val="000000"/>
            </a:solidFill>
            <a:ln w="2515" cap="flat">
              <a:solidFill>
                <a:srgbClr val="000000"/>
              </a:solidFill>
              <a:prstDash val="solid"/>
              <a:round/>
            </a:ln>
          </p:spPr>
          <p:txBody>
            <a:bodyPr/>
            <a:lstStyle/>
            <a:p>
              <a:endParaRPr lang="zh-CN" altLang="en-US" sz="2190"/>
            </a:p>
          </p:txBody>
        </p:sp>
        <p:sp>
          <p:nvSpPr>
            <p:cNvPr id="1504" name="任意多边形: 形状 1503"/>
            <p:cNvSpPr/>
            <p:nvPr/>
          </p:nvSpPr>
          <p:spPr>
            <a:xfrm>
              <a:off x="4000509" y="9147359"/>
              <a:ext cx="11001" cy="9525"/>
            </a:xfrm>
            <a:custGeom>
              <a:avLst/>
              <a:gdLst>
                <a:gd name="csX0" fmla="*/ 11468 w 11001"/>
                <a:gd name="csY0" fmla="*/ 646 h 9525"/>
                <a:gd name="csX1" fmla="*/ 467 w 11001"/>
                <a:gd name="csY1" fmla="*/ 646 h 9525"/>
              </a:gdLst>
              <a:ahLst/>
              <a:cxnLst>
                <a:cxn ang="0">
                  <a:pos x="csX0" y="csY0"/>
                </a:cxn>
                <a:cxn ang="0">
                  <a:pos x="csX1" y="csY1"/>
                </a:cxn>
              </a:cxnLst>
              <a:rect l="l" t="t" r="r" b="b"/>
              <a:pathLst>
                <a:path w="11001" h="9525">
                  <a:moveTo>
                    <a:pt x="11468" y="646"/>
                  </a:moveTo>
                  <a:lnTo>
                    <a:pt x="467" y="646"/>
                  </a:lnTo>
                </a:path>
              </a:pathLst>
            </a:custGeom>
            <a:solidFill>
              <a:srgbClr val="000000"/>
            </a:solidFill>
            <a:ln w="2515" cap="flat">
              <a:solidFill>
                <a:srgbClr val="000000"/>
              </a:solidFill>
              <a:prstDash val="solid"/>
              <a:round/>
            </a:ln>
          </p:spPr>
          <p:txBody>
            <a:bodyPr/>
            <a:lstStyle/>
            <a:p>
              <a:endParaRPr lang="zh-CN" altLang="en-US" sz="2190"/>
            </a:p>
          </p:txBody>
        </p:sp>
        <p:sp>
          <p:nvSpPr>
            <p:cNvPr id="1516" name="任意多边形: 形状 1515"/>
            <p:cNvSpPr/>
            <p:nvPr/>
          </p:nvSpPr>
          <p:spPr>
            <a:xfrm>
              <a:off x="4000509" y="9007456"/>
              <a:ext cx="11001" cy="9525"/>
            </a:xfrm>
            <a:custGeom>
              <a:avLst/>
              <a:gdLst>
                <a:gd name="csX0" fmla="*/ 11468 w 11001"/>
                <a:gd name="csY0" fmla="*/ 632 h 9525"/>
                <a:gd name="csX1" fmla="*/ 467 w 11001"/>
                <a:gd name="csY1" fmla="*/ 632 h 9525"/>
              </a:gdLst>
              <a:ahLst/>
              <a:cxnLst>
                <a:cxn ang="0">
                  <a:pos x="csX0" y="csY0"/>
                </a:cxn>
                <a:cxn ang="0">
                  <a:pos x="csX1" y="csY1"/>
                </a:cxn>
              </a:cxnLst>
              <a:rect l="l" t="t" r="r" b="b"/>
              <a:pathLst>
                <a:path w="11001" h="9525">
                  <a:moveTo>
                    <a:pt x="11468" y="632"/>
                  </a:moveTo>
                  <a:lnTo>
                    <a:pt x="467" y="632"/>
                  </a:lnTo>
                </a:path>
              </a:pathLst>
            </a:custGeom>
            <a:solidFill>
              <a:srgbClr val="000000"/>
            </a:solidFill>
            <a:ln w="2515" cap="flat">
              <a:solidFill>
                <a:srgbClr val="000000"/>
              </a:solidFill>
              <a:prstDash val="solid"/>
              <a:round/>
            </a:ln>
          </p:spPr>
          <p:txBody>
            <a:bodyPr/>
            <a:lstStyle/>
            <a:p>
              <a:endParaRPr lang="zh-CN" altLang="en-US" sz="2190"/>
            </a:p>
          </p:txBody>
        </p:sp>
        <p:sp>
          <p:nvSpPr>
            <p:cNvPr id="1520" name="任意多边形: 形状 1519"/>
            <p:cNvSpPr/>
            <p:nvPr/>
          </p:nvSpPr>
          <p:spPr>
            <a:xfrm>
              <a:off x="4000509" y="8960823"/>
              <a:ext cx="11001" cy="9525"/>
            </a:xfrm>
            <a:custGeom>
              <a:avLst/>
              <a:gdLst>
                <a:gd name="csX0" fmla="*/ 11468 w 11001"/>
                <a:gd name="csY0" fmla="*/ 627 h 9525"/>
                <a:gd name="csX1" fmla="*/ 467 w 11001"/>
                <a:gd name="csY1" fmla="*/ 627 h 9525"/>
              </a:gdLst>
              <a:ahLst/>
              <a:cxnLst>
                <a:cxn ang="0">
                  <a:pos x="csX0" y="csY0"/>
                </a:cxn>
                <a:cxn ang="0">
                  <a:pos x="csX1" y="csY1"/>
                </a:cxn>
              </a:cxnLst>
              <a:rect l="l" t="t" r="r" b="b"/>
              <a:pathLst>
                <a:path w="11001" h="9525">
                  <a:moveTo>
                    <a:pt x="11468" y="627"/>
                  </a:moveTo>
                  <a:lnTo>
                    <a:pt x="467" y="627"/>
                  </a:lnTo>
                </a:path>
              </a:pathLst>
            </a:custGeom>
            <a:solidFill>
              <a:srgbClr val="000000"/>
            </a:solidFill>
            <a:ln w="2515" cap="flat">
              <a:solidFill>
                <a:srgbClr val="000000"/>
              </a:solidFill>
              <a:prstDash val="solid"/>
              <a:round/>
            </a:ln>
          </p:spPr>
          <p:txBody>
            <a:bodyPr/>
            <a:lstStyle/>
            <a:p>
              <a:endParaRPr lang="zh-CN" altLang="en-US" sz="2190"/>
            </a:p>
          </p:txBody>
        </p:sp>
        <p:grpSp>
          <p:nvGrpSpPr>
            <p:cNvPr id="1657" name="组合 1656"/>
            <p:cNvGrpSpPr/>
            <p:nvPr/>
          </p:nvGrpSpPr>
          <p:grpSpPr>
            <a:xfrm>
              <a:off x="182244" y="5982285"/>
              <a:ext cx="3897270" cy="2790656"/>
              <a:chOff x="161110" y="5978222"/>
              <a:chExt cx="4249123" cy="2898856"/>
            </a:xfrm>
          </p:grpSpPr>
          <p:sp>
            <p:nvSpPr>
              <p:cNvPr id="1181" name="任意多边形: 形状 1180"/>
              <p:cNvSpPr/>
              <p:nvPr/>
            </p:nvSpPr>
            <p:spPr>
              <a:xfrm>
                <a:off x="1410162" y="6445772"/>
                <a:ext cx="38100" cy="428625"/>
              </a:xfrm>
              <a:custGeom>
                <a:avLst/>
                <a:gdLst>
                  <a:gd name="csX0" fmla="*/ 20526 w 38100"/>
                  <a:gd name="csY0" fmla="*/ 428595 h 428625"/>
                  <a:gd name="csX1" fmla="*/ 21841 w 38100"/>
                  <a:gd name="csY1" fmla="*/ 395667 h 428625"/>
                  <a:gd name="csX2" fmla="*/ 23241 w 38100"/>
                  <a:gd name="csY2" fmla="*/ 362825 h 428625"/>
                  <a:gd name="csX3" fmla="*/ 24565 w 38100"/>
                  <a:gd name="csY3" fmla="*/ 329888 h 428625"/>
                  <a:gd name="csX4" fmla="*/ 25879 w 38100"/>
                  <a:gd name="csY4" fmla="*/ 296959 h 428625"/>
                  <a:gd name="csX5" fmla="*/ 27280 w 38100"/>
                  <a:gd name="csY5" fmla="*/ 264032 h 428625"/>
                  <a:gd name="csX6" fmla="*/ 28604 w 38100"/>
                  <a:gd name="csY6" fmla="*/ 231180 h 428625"/>
                  <a:gd name="csX7" fmla="*/ 29918 w 38100"/>
                  <a:gd name="csY7" fmla="*/ 198252 h 428625"/>
                  <a:gd name="csX8" fmla="*/ 31318 w 38100"/>
                  <a:gd name="csY8" fmla="*/ 165324 h 428625"/>
                  <a:gd name="csX9" fmla="*/ 32642 w 38100"/>
                  <a:gd name="csY9" fmla="*/ 132386 h 428625"/>
                  <a:gd name="csX10" fmla="*/ 34042 w 38100"/>
                  <a:gd name="csY10" fmla="*/ 99459 h 428625"/>
                  <a:gd name="csX11" fmla="*/ 35357 w 38100"/>
                  <a:gd name="csY11" fmla="*/ 66617 h 428625"/>
                  <a:gd name="csX12" fmla="*/ 36681 w 38100"/>
                  <a:gd name="csY12" fmla="*/ 33688 h 428625"/>
                  <a:gd name="csX13" fmla="*/ 38081 w 38100"/>
                  <a:gd name="csY13" fmla="*/ 751 h 428625"/>
                  <a:gd name="csX14" fmla="*/ -19 w 38100"/>
                  <a:gd name="csY14" fmla="*/ -30 h 428625"/>
                  <a:gd name="csX15" fmla="*/ -19 w 38100"/>
                  <a:gd name="csY15" fmla="*/ 32898 h 428625"/>
                  <a:gd name="csX16" fmla="*/ -19 w 38100"/>
                  <a:gd name="csY16" fmla="*/ 65921 h 428625"/>
                  <a:gd name="csX17" fmla="*/ -19 w 38100"/>
                  <a:gd name="csY17" fmla="*/ 98849 h 428625"/>
                  <a:gd name="csX18" fmla="*/ -19 w 38100"/>
                  <a:gd name="csY18" fmla="*/ 131777 h 428625"/>
                  <a:gd name="csX19" fmla="*/ -19 w 38100"/>
                  <a:gd name="csY19" fmla="*/ 164715 h 428625"/>
                  <a:gd name="csX20" fmla="*/ -19 w 38100"/>
                  <a:gd name="csY20" fmla="*/ 197642 h 428625"/>
                  <a:gd name="csX21" fmla="*/ -19 w 38100"/>
                  <a:gd name="csY21" fmla="*/ 230570 h 428625"/>
                  <a:gd name="csX22" fmla="*/ -19 w 38100"/>
                  <a:gd name="csY22" fmla="*/ 263508 h 428625"/>
                  <a:gd name="csX23" fmla="*/ -19 w 38100"/>
                  <a:gd name="csY23" fmla="*/ 296436 h 428625"/>
                  <a:gd name="csX24" fmla="*/ -19 w 38100"/>
                  <a:gd name="csY24" fmla="*/ 329363 h 428625"/>
                  <a:gd name="csX25" fmla="*/ -19 w 38100"/>
                  <a:gd name="csY25" fmla="*/ 362301 h 428625"/>
                  <a:gd name="csX26" fmla="*/ -19 w 38100"/>
                  <a:gd name="csY26" fmla="*/ 395229 h 428625"/>
                  <a:gd name="csX27" fmla="*/ -19 w 38100"/>
                  <a:gd name="csY27" fmla="*/ 428157 h 428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38100" h="428625">
                    <a:moveTo>
                      <a:pt x="20526" y="428595"/>
                    </a:moveTo>
                    <a:lnTo>
                      <a:pt x="21841" y="395667"/>
                    </a:lnTo>
                    <a:lnTo>
                      <a:pt x="23241" y="362825"/>
                    </a:lnTo>
                    <a:lnTo>
                      <a:pt x="24565" y="329888"/>
                    </a:lnTo>
                    <a:lnTo>
                      <a:pt x="25879" y="296959"/>
                    </a:lnTo>
                    <a:lnTo>
                      <a:pt x="27280" y="264032"/>
                    </a:lnTo>
                    <a:lnTo>
                      <a:pt x="28604" y="231180"/>
                    </a:lnTo>
                    <a:lnTo>
                      <a:pt x="29918" y="198252"/>
                    </a:lnTo>
                    <a:lnTo>
                      <a:pt x="31318" y="165324"/>
                    </a:lnTo>
                    <a:lnTo>
                      <a:pt x="32642" y="132386"/>
                    </a:lnTo>
                    <a:lnTo>
                      <a:pt x="34042" y="99459"/>
                    </a:lnTo>
                    <a:lnTo>
                      <a:pt x="35357" y="66617"/>
                    </a:lnTo>
                    <a:lnTo>
                      <a:pt x="36681" y="33688"/>
                    </a:lnTo>
                    <a:lnTo>
                      <a:pt x="38081" y="751"/>
                    </a:lnTo>
                    <a:lnTo>
                      <a:pt x="-19" y="-30"/>
                    </a:lnTo>
                    <a:lnTo>
                      <a:pt x="-19" y="32898"/>
                    </a:lnTo>
                    <a:lnTo>
                      <a:pt x="-19" y="65921"/>
                    </a:lnTo>
                    <a:lnTo>
                      <a:pt x="-19" y="98849"/>
                    </a:lnTo>
                    <a:lnTo>
                      <a:pt x="-19" y="131777"/>
                    </a:lnTo>
                    <a:lnTo>
                      <a:pt x="-19" y="164715"/>
                    </a:lnTo>
                    <a:lnTo>
                      <a:pt x="-19" y="197642"/>
                    </a:lnTo>
                    <a:lnTo>
                      <a:pt x="-19" y="230570"/>
                    </a:lnTo>
                    <a:lnTo>
                      <a:pt x="-19" y="263508"/>
                    </a:lnTo>
                    <a:lnTo>
                      <a:pt x="-19" y="296436"/>
                    </a:lnTo>
                    <a:lnTo>
                      <a:pt x="-19" y="329363"/>
                    </a:lnTo>
                    <a:lnTo>
                      <a:pt x="-19" y="362301"/>
                    </a:lnTo>
                    <a:lnTo>
                      <a:pt x="-19" y="395229"/>
                    </a:lnTo>
                    <a:lnTo>
                      <a:pt x="-19" y="428157"/>
                    </a:lnTo>
                    <a:close/>
                  </a:path>
                </a:pathLst>
              </a:custGeom>
              <a:solidFill>
                <a:srgbClr val="BCBDB8"/>
              </a:solidFill>
              <a:ln w="9525" cap="flat">
                <a:noFill/>
                <a:prstDash val="solid"/>
                <a:round/>
              </a:ln>
            </p:spPr>
            <p:txBody>
              <a:bodyPr/>
              <a:lstStyle/>
              <a:p>
                <a:endParaRPr lang="zh-CN" altLang="en-US" sz="2190"/>
              </a:p>
            </p:txBody>
          </p:sp>
          <p:sp>
            <p:nvSpPr>
              <p:cNvPr id="1182" name="任意多边形: 形状 1181"/>
              <p:cNvSpPr/>
              <p:nvPr/>
            </p:nvSpPr>
            <p:spPr>
              <a:xfrm>
                <a:off x="1438737" y="6445772"/>
                <a:ext cx="800100" cy="695325"/>
              </a:xfrm>
              <a:custGeom>
                <a:avLst/>
                <a:gdLst>
                  <a:gd name="csX0" fmla="*/ 421377 w 800100"/>
                  <a:gd name="csY0" fmla="*/ 695295 h 695325"/>
                  <a:gd name="csX1" fmla="*/ 450485 w 800100"/>
                  <a:gd name="csY1" fmla="*/ 679379 h 695325"/>
                  <a:gd name="csX2" fmla="*/ 479669 w 800100"/>
                  <a:gd name="csY2" fmla="*/ 663548 h 695325"/>
                  <a:gd name="csX3" fmla="*/ 508778 w 800100"/>
                  <a:gd name="csY3" fmla="*/ 647718 h 695325"/>
                  <a:gd name="csX4" fmla="*/ 537886 w 800100"/>
                  <a:gd name="csY4" fmla="*/ 631897 h 695325"/>
                  <a:gd name="csX5" fmla="*/ 567071 w 800100"/>
                  <a:gd name="csY5" fmla="*/ 615971 h 695325"/>
                  <a:gd name="csX6" fmla="*/ 596179 w 800100"/>
                  <a:gd name="csY6" fmla="*/ 600150 h 695325"/>
                  <a:gd name="csX7" fmla="*/ 625278 w 800100"/>
                  <a:gd name="csY7" fmla="*/ 584319 h 695325"/>
                  <a:gd name="csX8" fmla="*/ 654472 w 800100"/>
                  <a:gd name="csY8" fmla="*/ 568489 h 695325"/>
                  <a:gd name="csX9" fmla="*/ 683581 w 800100"/>
                  <a:gd name="csY9" fmla="*/ 552572 h 695325"/>
                  <a:gd name="csX10" fmla="*/ 712680 w 800100"/>
                  <a:gd name="csY10" fmla="*/ 536742 h 695325"/>
                  <a:gd name="csX11" fmla="*/ 741874 w 800100"/>
                  <a:gd name="csY11" fmla="*/ 520911 h 695325"/>
                  <a:gd name="csX12" fmla="*/ 770982 w 800100"/>
                  <a:gd name="csY12" fmla="*/ 505090 h 695325"/>
                  <a:gd name="csX13" fmla="*/ 800081 w 800100"/>
                  <a:gd name="csY13" fmla="*/ 489165 h 695325"/>
                  <a:gd name="csX14" fmla="*/ 783774 w 800100"/>
                  <a:gd name="csY14" fmla="*/ 460151 h 695325"/>
                  <a:gd name="csX15" fmla="*/ 766334 w 800100"/>
                  <a:gd name="csY15" fmla="*/ 431748 h 695325"/>
                  <a:gd name="csX16" fmla="*/ 747922 w 800100"/>
                  <a:gd name="csY16" fmla="*/ 403954 h 695325"/>
                  <a:gd name="csX17" fmla="*/ 728634 w 800100"/>
                  <a:gd name="csY17" fmla="*/ 376788 h 695325"/>
                  <a:gd name="csX18" fmla="*/ 708298 w 800100"/>
                  <a:gd name="csY18" fmla="*/ 350404 h 695325"/>
                  <a:gd name="csX19" fmla="*/ 687000 w 800100"/>
                  <a:gd name="csY19" fmla="*/ 324725 h 695325"/>
                  <a:gd name="csX20" fmla="*/ 664902 w 800100"/>
                  <a:gd name="csY20" fmla="*/ 299836 h 695325"/>
                  <a:gd name="csX21" fmla="*/ 641852 w 800100"/>
                  <a:gd name="csY21" fmla="*/ 275747 h 695325"/>
                  <a:gd name="csX22" fmla="*/ 618001 w 800100"/>
                  <a:gd name="csY22" fmla="*/ 252526 h 695325"/>
                  <a:gd name="csX23" fmla="*/ 593370 w 800100"/>
                  <a:gd name="csY23" fmla="*/ 230104 h 695325"/>
                  <a:gd name="csX24" fmla="*/ 567947 w 800100"/>
                  <a:gd name="csY24" fmla="*/ 208644 h 695325"/>
                  <a:gd name="csX25" fmla="*/ 541734 w 800100"/>
                  <a:gd name="csY25" fmla="*/ 188070 h 695325"/>
                  <a:gd name="csX26" fmla="*/ 514826 w 800100"/>
                  <a:gd name="csY26" fmla="*/ 168458 h 695325"/>
                  <a:gd name="csX27" fmla="*/ 487299 w 800100"/>
                  <a:gd name="csY27" fmla="*/ 149817 h 695325"/>
                  <a:gd name="csX28" fmla="*/ 459077 w 800100"/>
                  <a:gd name="csY28" fmla="*/ 132225 h 695325"/>
                  <a:gd name="csX29" fmla="*/ 430235 w 800100"/>
                  <a:gd name="csY29" fmla="*/ 115613 h 695325"/>
                  <a:gd name="csX30" fmla="*/ 400774 w 800100"/>
                  <a:gd name="csY30" fmla="*/ 99954 h 695325"/>
                  <a:gd name="csX31" fmla="*/ 370885 w 800100"/>
                  <a:gd name="csY31" fmla="*/ 85447 h 695325"/>
                  <a:gd name="csX32" fmla="*/ 340462 w 800100"/>
                  <a:gd name="csY32" fmla="*/ 71988 h 695325"/>
                  <a:gd name="csX33" fmla="*/ 309515 w 800100"/>
                  <a:gd name="csY33" fmla="*/ 59682 h 695325"/>
                  <a:gd name="csX34" fmla="*/ 278225 w 800100"/>
                  <a:gd name="csY34" fmla="*/ 48423 h 695325"/>
                  <a:gd name="csX35" fmla="*/ 246488 w 800100"/>
                  <a:gd name="csY35" fmla="*/ 38308 h 695325"/>
                  <a:gd name="csX36" fmla="*/ 214493 w 800100"/>
                  <a:gd name="csY36" fmla="*/ 29345 h 695325"/>
                  <a:gd name="csX37" fmla="*/ 182147 w 800100"/>
                  <a:gd name="csY37" fmla="*/ 21516 h 695325"/>
                  <a:gd name="csX38" fmla="*/ 149619 w 800100"/>
                  <a:gd name="csY38" fmla="*/ 14924 h 695325"/>
                  <a:gd name="csX39" fmla="*/ 116748 w 800100"/>
                  <a:gd name="csY39" fmla="*/ 9380 h 695325"/>
                  <a:gd name="csX40" fmla="*/ 83791 w 800100"/>
                  <a:gd name="csY40" fmla="*/ 5066 h 695325"/>
                  <a:gd name="csX41" fmla="*/ 50654 w 800100"/>
                  <a:gd name="csY41" fmla="*/ 1904 h 695325"/>
                  <a:gd name="csX42" fmla="*/ 17517 w 800100"/>
                  <a:gd name="csY42" fmla="*/ -30 h 695325"/>
                  <a:gd name="csX43" fmla="*/ 16107 w 800100"/>
                  <a:gd name="csY43" fmla="*/ 33212 h 695325"/>
                  <a:gd name="csX44" fmla="*/ 14792 w 800100"/>
                  <a:gd name="csY44" fmla="*/ 66454 h 695325"/>
                  <a:gd name="csX45" fmla="*/ 13478 w 800100"/>
                  <a:gd name="csY45" fmla="*/ 99602 h 695325"/>
                  <a:gd name="csX46" fmla="*/ 12078 w 800100"/>
                  <a:gd name="csY46" fmla="*/ 132844 h 695325"/>
                  <a:gd name="csX47" fmla="*/ 10763 w 800100"/>
                  <a:gd name="csY47" fmla="*/ 166086 h 695325"/>
                  <a:gd name="csX48" fmla="*/ 9363 w 800100"/>
                  <a:gd name="csY48" fmla="*/ 199328 h 695325"/>
                  <a:gd name="csX49" fmla="*/ 8049 w 800100"/>
                  <a:gd name="csY49" fmla="*/ 232561 h 695325"/>
                  <a:gd name="csX50" fmla="*/ 6734 w 800100"/>
                  <a:gd name="csY50" fmla="*/ 265718 h 695325"/>
                  <a:gd name="csX51" fmla="*/ 5325 w 800100"/>
                  <a:gd name="csY51" fmla="*/ 298960 h 695325"/>
                  <a:gd name="csX52" fmla="*/ 4010 w 800100"/>
                  <a:gd name="csY52" fmla="*/ 332202 h 695325"/>
                  <a:gd name="csX53" fmla="*/ 2696 w 800100"/>
                  <a:gd name="csY53" fmla="*/ 365444 h 695325"/>
                  <a:gd name="csX54" fmla="*/ 1295 w 800100"/>
                  <a:gd name="csY54" fmla="*/ 398591 h 695325"/>
                  <a:gd name="csX55" fmla="*/ -19 w 800100"/>
                  <a:gd name="csY55" fmla="*/ 431834 h 695325"/>
                  <a:gd name="csX56" fmla="*/ 32328 w 800100"/>
                  <a:gd name="csY56" fmla="*/ 434205 h 695325"/>
                  <a:gd name="csX57" fmla="*/ 64503 w 800100"/>
                  <a:gd name="csY57" fmla="*/ 438691 h 695325"/>
                  <a:gd name="csX58" fmla="*/ 96231 w 800100"/>
                  <a:gd name="csY58" fmla="*/ 445197 h 695325"/>
                  <a:gd name="csX59" fmla="*/ 127530 w 800100"/>
                  <a:gd name="csY59" fmla="*/ 453817 h 695325"/>
                  <a:gd name="csX60" fmla="*/ 158296 w 800100"/>
                  <a:gd name="csY60" fmla="*/ 464371 h 695325"/>
                  <a:gd name="csX61" fmla="*/ 188195 w 800100"/>
                  <a:gd name="csY61" fmla="*/ 476944 h 695325"/>
                  <a:gd name="csX62" fmla="*/ 217294 w 800100"/>
                  <a:gd name="csY62" fmla="*/ 491365 h 695325"/>
                  <a:gd name="csX63" fmla="*/ 245345 w 800100"/>
                  <a:gd name="csY63" fmla="*/ 507719 h 695325"/>
                  <a:gd name="csX64" fmla="*/ 272348 w 800100"/>
                  <a:gd name="csY64" fmla="*/ 525836 h 695325"/>
                  <a:gd name="csX65" fmla="*/ 298123 w 800100"/>
                  <a:gd name="csY65" fmla="*/ 545629 h 695325"/>
                  <a:gd name="csX66" fmla="*/ 322498 w 800100"/>
                  <a:gd name="csY66" fmla="*/ 567079 h 695325"/>
                  <a:gd name="csX67" fmla="*/ 345548 w 800100"/>
                  <a:gd name="csY67" fmla="*/ 590034 h 695325"/>
                  <a:gd name="csX68" fmla="*/ 366941 w 800100"/>
                  <a:gd name="csY68" fmla="*/ 614485 h 695325"/>
                  <a:gd name="csX69" fmla="*/ 386839 w 800100"/>
                  <a:gd name="csY69" fmla="*/ 640155 h 695325"/>
                  <a:gd name="csX70" fmla="*/ 404984 w 800100"/>
                  <a:gd name="csY70" fmla="*/ 667158 h 695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800100" h="695325">
                    <a:moveTo>
                      <a:pt x="421377" y="695295"/>
                    </a:moveTo>
                    <a:lnTo>
                      <a:pt x="450485" y="679379"/>
                    </a:lnTo>
                    <a:lnTo>
                      <a:pt x="479669" y="663548"/>
                    </a:lnTo>
                    <a:lnTo>
                      <a:pt x="508778" y="647718"/>
                    </a:lnTo>
                    <a:lnTo>
                      <a:pt x="537886" y="631897"/>
                    </a:lnTo>
                    <a:lnTo>
                      <a:pt x="567071" y="615971"/>
                    </a:lnTo>
                    <a:lnTo>
                      <a:pt x="596179" y="600150"/>
                    </a:lnTo>
                    <a:lnTo>
                      <a:pt x="625278" y="584319"/>
                    </a:lnTo>
                    <a:lnTo>
                      <a:pt x="654472" y="568489"/>
                    </a:lnTo>
                    <a:lnTo>
                      <a:pt x="683581" y="552572"/>
                    </a:lnTo>
                    <a:lnTo>
                      <a:pt x="712680" y="536742"/>
                    </a:lnTo>
                    <a:lnTo>
                      <a:pt x="741874" y="520911"/>
                    </a:lnTo>
                    <a:lnTo>
                      <a:pt x="770982" y="505090"/>
                    </a:lnTo>
                    <a:lnTo>
                      <a:pt x="800081" y="489165"/>
                    </a:lnTo>
                    <a:lnTo>
                      <a:pt x="783774" y="460151"/>
                    </a:lnTo>
                    <a:lnTo>
                      <a:pt x="766334" y="431748"/>
                    </a:lnTo>
                    <a:lnTo>
                      <a:pt x="747922" y="403954"/>
                    </a:lnTo>
                    <a:lnTo>
                      <a:pt x="728634" y="376788"/>
                    </a:lnTo>
                    <a:lnTo>
                      <a:pt x="708298" y="350404"/>
                    </a:lnTo>
                    <a:lnTo>
                      <a:pt x="687000" y="324725"/>
                    </a:lnTo>
                    <a:lnTo>
                      <a:pt x="664902" y="299836"/>
                    </a:lnTo>
                    <a:lnTo>
                      <a:pt x="641852" y="275747"/>
                    </a:lnTo>
                    <a:lnTo>
                      <a:pt x="618001" y="252526"/>
                    </a:lnTo>
                    <a:lnTo>
                      <a:pt x="593370" y="230104"/>
                    </a:lnTo>
                    <a:lnTo>
                      <a:pt x="567947" y="208644"/>
                    </a:lnTo>
                    <a:lnTo>
                      <a:pt x="541734" y="188070"/>
                    </a:lnTo>
                    <a:lnTo>
                      <a:pt x="514826" y="168458"/>
                    </a:lnTo>
                    <a:lnTo>
                      <a:pt x="487299" y="149817"/>
                    </a:lnTo>
                    <a:lnTo>
                      <a:pt x="459077" y="132225"/>
                    </a:lnTo>
                    <a:lnTo>
                      <a:pt x="430235" y="115613"/>
                    </a:lnTo>
                    <a:lnTo>
                      <a:pt x="400774" y="99954"/>
                    </a:lnTo>
                    <a:lnTo>
                      <a:pt x="370885" y="85447"/>
                    </a:lnTo>
                    <a:lnTo>
                      <a:pt x="340462" y="71988"/>
                    </a:lnTo>
                    <a:lnTo>
                      <a:pt x="309515" y="59682"/>
                    </a:lnTo>
                    <a:lnTo>
                      <a:pt x="278225" y="48423"/>
                    </a:lnTo>
                    <a:lnTo>
                      <a:pt x="246488" y="38308"/>
                    </a:lnTo>
                    <a:lnTo>
                      <a:pt x="214493" y="29345"/>
                    </a:lnTo>
                    <a:lnTo>
                      <a:pt x="182147" y="21516"/>
                    </a:lnTo>
                    <a:lnTo>
                      <a:pt x="149619" y="14924"/>
                    </a:lnTo>
                    <a:lnTo>
                      <a:pt x="116748" y="9380"/>
                    </a:lnTo>
                    <a:lnTo>
                      <a:pt x="83791" y="5066"/>
                    </a:lnTo>
                    <a:lnTo>
                      <a:pt x="50654" y="1904"/>
                    </a:lnTo>
                    <a:lnTo>
                      <a:pt x="17517" y="-30"/>
                    </a:lnTo>
                    <a:lnTo>
                      <a:pt x="16107" y="33212"/>
                    </a:lnTo>
                    <a:lnTo>
                      <a:pt x="14792" y="66454"/>
                    </a:lnTo>
                    <a:lnTo>
                      <a:pt x="13478" y="99602"/>
                    </a:lnTo>
                    <a:lnTo>
                      <a:pt x="12078" y="132844"/>
                    </a:lnTo>
                    <a:lnTo>
                      <a:pt x="10763" y="166086"/>
                    </a:lnTo>
                    <a:lnTo>
                      <a:pt x="9363" y="199328"/>
                    </a:lnTo>
                    <a:lnTo>
                      <a:pt x="8049" y="232561"/>
                    </a:lnTo>
                    <a:lnTo>
                      <a:pt x="6734" y="265718"/>
                    </a:lnTo>
                    <a:lnTo>
                      <a:pt x="5325" y="298960"/>
                    </a:lnTo>
                    <a:lnTo>
                      <a:pt x="4010" y="332202"/>
                    </a:lnTo>
                    <a:lnTo>
                      <a:pt x="2696" y="365444"/>
                    </a:lnTo>
                    <a:lnTo>
                      <a:pt x="1295" y="398591"/>
                    </a:lnTo>
                    <a:lnTo>
                      <a:pt x="-19" y="431834"/>
                    </a:lnTo>
                    <a:lnTo>
                      <a:pt x="32328" y="434205"/>
                    </a:lnTo>
                    <a:lnTo>
                      <a:pt x="64503" y="438691"/>
                    </a:lnTo>
                    <a:lnTo>
                      <a:pt x="96231" y="445197"/>
                    </a:lnTo>
                    <a:lnTo>
                      <a:pt x="127530" y="453817"/>
                    </a:lnTo>
                    <a:lnTo>
                      <a:pt x="158296" y="464371"/>
                    </a:lnTo>
                    <a:lnTo>
                      <a:pt x="188195" y="476944"/>
                    </a:lnTo>
                    <a:lnTo>
                      <a:pt x="217294" y="491365"/>
                    </a:lnTo>
                    <a:lnTo>
                      <a:pt x="245345" y="507719"/>
                    </a:lnTo>
                    <a:lnTo>
                      <a:pt x="272348" y="525836"/>
                    </a:lnTo>
                    <a:lnTo>
                      <a:pt x="298123" y="545629"/>
                    </a:lnTo>
                    <a:lnTo>
                      <a:pt x="322498" y="567079"/>
                    </a:lnTo>
                    <a:lnTo>
                      <a:pt x="345548" y="590034"/>
                    </a:lnTo>
                    <a:lnTo>
                      <a:pt x="366941" y="614485"/>
                    </a:lnTo>
                    <a:lnTo>
                      <a:pt x="386839" y="640155"/>
                    </a:lnTo>
                    <a:lnTo>
                      <a:pt x="404984" y="667158"/>
                    </a:lnTo>
                    <a:close/>
                  </a:path>
                </a:pathLst>
              </a:custGeom>
              <a:solidFill>
                <a:srgbClr val="E63946"/>
              </a:solidFill>
              <a:ln w="9525" cap="flat">
                <a:noFill/>
                <a:prstDash val="solid"/>
                <a:round/>
              </a:ln>
            </p:spPr>
            <p:txBody>
              <a:bodyPr/>
              <a:lstStyle/>
              <a:p>
                <a:endParaRPr lang="zh-CN" altLang="en-US" sz="2190"/>
              </a:p>
            </p:txBody>
          </p:sp>
          <p:sp>
            <p:nvSpPr>
              <p:cNvPr id="1183" name="任意多边形: 形状 1182"/>
              <p:cNvSpPr/>
              <p:nvPr/>
            </p:nvSpPr>
            <p:spPr>
              <a:xfrm>
                <a:off x="838662" y="6941072"/>
                <a:ext cx="1514475" cy="1381125"/>
              </a:xfrm>
              <a:custGeom>
                <a:avLst/>
                <a:gdLst>
                  <a:gd name="csX0" fmla="*/ 265729 w 1514475"/>
                  <a:gd name="csY0" fmla="*/ 843561 h 1381125"/>
                  <a:gd name="csX1" fmla="*/ 245283 w 1514475"/>
                  <a:gd name="csY1" fmla="*/ 869726 h 1381125"/>
                  <a:gd name="csX2" fmla="*/ 224834 w 1514475"/>
                  <a:gd name="csY2" fmla="*/ 895987 h 1381125"/>
                  <a:gd name="csX3" fmla="*/ 204385 w 1514475"/>
                  <a:gd name="csY3" fmla="*/ 922152 h 1381125"/>
                  <a:gd name="csX4" fmla="*/ 184024 w 1514475"/>
                  <a:gd name="csY4" fmla="*/ 948412 h 1381125"/>
                  <a:gd name="csX5" fmla="*/ 163575 w 1514475"/>
                  <a:gd name="csY5" fmla="*/ 974587 h 1381125"/>
                  <a:gd name="csX6" fmla="*/ 143126 w 1514475"/>
                  <a:gd name="csY6" fmla="*/ 1000838 h 1381125"/>
                  <a:gd name="csX7" fmla="*/ 122676 w 1514475"/>
                  <a:gd name="csY7" fmla="*/ 1027099 h 1381125"/>
                  <a:gd name="csX8" fmla="*/ 102227 w 1514475"/>
                  <a:gd name="csY8" fmla="*/ 1053273 h 1381125"/>
                  <a:gd name="csX9" fmla="*/ 81778 w 1514475"/>
                  <a:gd name="csY9" fmla="*/ 1079524 h 1381125"/>
                  <a:gd name="csX10" fmla="*/ 61329 w 1514475"/>
                  <a:gd name="csY10" fmla="*/ 1105699 h 1381125"/>
                  <a:gd name="csX11" fmla="*/ 40879 w 1514475"/>
                  <a:gd name="csY11" fmla="*/ 1131959 h 1381125"/>
                  <a:gd name="csX12" fmla="*/ 20430 w 1514475"/>
                  <a:gd name="csY12" fmla="*/ 1158124 h 1381125"/>
                  <a:gd name="csX13" fmla="*/ -19 w 1514475"/>
                  <a:gd name="csY13" fmla="*/ 1184385 h 1381125"/>
                  <a:gd name="csX14" fmla="*/ 26248 w 1514475"/>
                  <a:gd name="csY14" fmla="*/ 1203968 h 1381125"/>
                  <a:gd name="csX15" fmla="*/ 53220 w 1514475"/>
                  <a:gd name="csY15" fmla="*/ 1222666 h 1381125"/>
                  <a:gd name="csX16" fmla="*/ 80808 w 1514475"/>
                  <a:gd name="csY16" fmla="*/ 1240411 h 1381125"/>
                  <a:gd name="csX17" fmla="*/ 108926 w 1514475"/>
                  <a:gd name="csY17" fmla="*/ 1257185 h 1381125"/>
                  <a:gd name="csX18" fmla="*/ 137749 w 1514475"/>
                  <a:gd name="csY18" fmla="*/ 1272901 h 1381125"/>
                  <a:gd name="csX19" fmla="*/ 167012 w 1514475"/>
                  <a:gd name="csY19" fmla="*/ 1287740 h 1381125"/>
                  <a:gd name="csX20" fmla="*/ 196805 w 1514475"/>
                  <a:gd name="csY20" fmla="*/ 1301447 h 1381125"/>
                  <a:gd name="csX21" fmla="*/ 227126 w 1514475"/>
                  <a:gd name="csY21" fmla="*/ 1314087 h 1381125"/>
                  <a:gd name="csX22" fmla="*/ 257804 w 1514475"/>
                  <a:gd name="csY22" fmla="*/ 1325774 h 1381125"/>
                  <a:gd name="csX23" fmla="*/ 288827 w 1514475"/>
                  <a:gd name="csY23" fmla="*/ 1336308 h 1381125"/>
                  <a:gd name="csX24" fmla="*/ 320297 w 1514475"/>
                  <a:gd name="csY24" fmla="*/ 1345700 h 1381125"/>
                  <a:gd name="csX25" fmla="*/ 352025 w 1514475"/>
                  <a:gd name="csY25" fmla="*/ 1354139 h 1381125"/>
                  <a:gd name="csX26" fmla="*/ 384019 w 1514475"/>
                  <a:gd name="csY26" fmla="*/ 1361340 h 1381125"/>
                  <a:gd name="csX27" fmla="*/ 416281 w 1514475"/>
                  <a:gd name="csY27" fmla="*/ 1367484 h 1381125"/>
                  <a:gd name="csX28" fmla="*/ 448713 w 1514475"/>
                  <a:gd name="csY28" fmla="*/ 1372494 h 1381125"/>
                  <a:gd name="csX29" fmla="*/ 481327 w 1514475"/>
                  <a:gd name="csY29" fmla="*/ 1376352 h 1381125"/>
                  <a:gd name="csX30" fmla="*/ 514036 w 1514475"/>
                  <a:gd name="csY30" fmla="*/ 1379076 h 1381125"/>
                  <a:gd name="csX31" fmla="*/ 546821 w 1514475"/>
                  <a:gd name="csY31" fmla="*/ 1380657 h 1381125"/>
                  <a:gd name="csX32" fmla="*/ 579701 w 1514475"/>
                  <a:gd name="csY32" fmla="*/ 1381095 h 1381125"/>
                  <a:gd name="csX33" fmla="*/ 612486 w 1514475"/>
                  <a:gd name="csY33" fmla="*/ 1380390 h 1381125"/>
                  <a:gd name="csX34" fmla="*/ 645281 w 1514475"/>
                  <a:gd name="csY34" fmla="*/ 1378552 h 1381125"/>
                  <a:gd name="csX35" fmla="*/ 677980 w 1514475"/>
                  <a:gd name="csY35" fmla="*/ 1375561 h 1381125"/>
                  <a:gd name="csX36" fmla="*/ 710498 w 1514475"/>
                  <a:gd name="csY36" fmla="*/ 1371437 h 1381125"/>
                  <a:gd name="csX37" fmla="*/ 742941 w 1514475"/>
                  <a:gd name="csY37" fmla="*/ 1366169 h 1381125"/>
                  <a:gd name="csX38" fmla="*/ 775116 w 1514475"/>
                  <a:gd name="csY38" fmla="*/ 1359759 h 1381125"/>
                  <a:gd name="csX39" fmla="*/ 807111 w 1514475"/>
                  <a:gd name="csY39" fmla="*/ 1352292 h 1381125"/>
                  <a:gd name="csX40" fmla="*/ 838753 w 1514475"/>
                  <a:gd name="csY40" fmla="*/ 1343681 h 1381125"/>
                  <a:gd name="csX41" fmla="*/ 870128 w 1514475"/>
                  <a:gd name="csY41" fmla="*/ 1333937 h 1381125"/>
                  <a:gd name="csX42" fmla="*/ 901065 w 1514475"/>
                  <a:gd name="csY42" fmla="*/ 1323135 h 1381125"/>
                  <a:gd name="csX43" fmla="*/ 931650 w 1514475"/>
                  <a:gd name="csY43" fmla="*/ 1311277 h 1381125"/>
                  <a:gd name="csX44" fmla="*/ 961892 w 1514475"/>
                  <a:gd name="csY44" fmla="*/ 1298370 h 1381125"/>
                  <a:gd name="csX45" fmla="*/ 991505 w 1514475"/>
                  <a:gd name="csY45" fmla="*/ 1284407 h 1381125"/>
                  <a:gd name="csX46" fmla="*/ 1020680 w 1514475"/>
                  <a:gd name="csY46" fmla="*/ 1269395 h 1381125"/>
                  <a:gd name="csX47" fmla="*/ 1049322 w 1514475"/>
                  <a:gd name="csY47" fmla="*/ 1253403 h 1381125"/>
                  <a:gd name="csX48" fmla="*/ 1077440 w 1514475"/>
                  <a:gd name="csY48" fmla="*/ 1236373 h 1381125"/>
                  <a:gd name="csX49" fmla="*/ 1104852 w 1514475"/>
                  <a:gd name="csY49" fmla="*/ 1218456 h 1381125"/>
                  <a:gd name="csX50" fmla="*/ 1131646 w 1514475"/>
                  <a:gd name="csY50" fmla="*/ 1199492 h 1381125"/>
                  <a:gd name="csX51" fmla="*/ 1157745 w 1514475"/>
                  <a:gd name="csY51" fmla="*/ 1179727 h 1381125"/>
                  <a:gd name="csX52" fmla="*/ 1183129 w 1514475"/>
                  <a:gd name="csY52" fmla="*/ 1159000 h 1381125"/>
                  <a:gd name="csX53" fmla="*/ 1207808 w 1514475"/>
                  <a:gd name="csY53" fmla="*/ 1137398 h 1381125"/>
                  <a:gd name="csX54" fmla="*/ 1231697 w 1514475"/>
                  <a:gd name="csY54" fmla="*/ 1114919 h 1381125"/>
                  <a:gd name="csX55" fmla="*/ 1254786 w 1514475"/>
                  <a:gd name="csY55" fmla="*/ 1091649 h 1381125"/>
                  <a:gd name="csX56" fmla="*/ 1276998 w 1514475"/>
                  <a:gd name="csY56" fmla="*/ 1067580 h 1381125"/>
                  <a:gd name="csX57" fmla="*/ 1298420 w 1514475"/>
                  <a:gd name="csY57" fmla="*/ 1042815 h 1381125"/>
                  <a:gd name="csX58" fmla="*/ 1318955 w 1514475"/>
                  <a:gd name="csY58" fmla="*/ 1017259 h 1381125"/>
                  <a:gd name="csX59" fmla="*/ 1338520 w 1514475"/>
                  <a:gd name="csY59" fmla="*/ 991008 h 1381125"/>
                  <a:gd name="csX60" fmla="*/ 1357208 w 1514475"/>
                  <a:gd name="csY60" fmla="*/ 964129 h 1381125"/>
                  <a:gd name="csX61" fmla="*/ 1374924 w 1514475"/>
                  <a:gd name="csY61" fmla="*/ 936554 h 1381125"/>
                  <a:gd name="csX62" fmla="*/ 1391669 w 1514475"/>
                  <a:gd name="csY62" fmla="*/ 908455 h 1381125"/>
                  <a:gd name="csX63" fmla="*/ 1407367 w 1514475"/>
                  <a:gd name="csY63" fmla="*/ 879737 h 1381125"/>
                  <a:gd name="csX64" fmla="*/ 1422083 w 1514475"/>
                  <a:gd name="csY64" fmla="*/ 850495 h 1381125"/>
                  <a:gd name="csX65" fmla="*/ 1435837 w 1514475"/>
                  <a:gd name="csY65" fmla="*/ 820721 h 1381125"/>
                  <a:gd name="csX66" fmla="*/ 1448438 w 1514475"/>
                  <a:gd name="csY66" fmla="*/ 790602 h 1381125"/>
                  <a:gd name="csX67" fmla="*/ 1459983 w 1514475"/>
                  <a:gd name="csY67" fmla="*/ 759951 h 1381125"/>
                  <a:gd name="csX68" fmla="*/ 1470470 w 1514475"/>
                  <a:gd name="csY68" fmla="*/ 728956 h 1381125"/>
                  <a:gd name="csX69" fmla="*/ 1479909 w 1514475"/>
                  <a:gd name="csY69" fmla="*/ 697600 h 1381125"/>
                  <a:gd name="csX70" fmla="*/ 1488186 w 1514475"/>
                  <a:gd name="csY70" fmla="*/ 665986 h 1381125"/>
                  <a:gd name="csX71" fmla="*/ 1495330 w 1514475"/>
                  <a:gd name="csY71" fmla="*/ 634021 h 1381125"/>
                  <a:gd name="csX72" fmla="*/ 1501321 w 1514475"/>
                  <a:gd name="csY72" fmla="*/ 601883 h 1381125"/>
                  <a:gd name="csX73" fmla="*/ 1506255 w 1514475"/>
                  <a:gd name="csY73" fmla="*/ 569565 h 1381125"/>
                  <a:gd name="csX74" fmla="*/ 1510046 w 1514475"/>
                  <a:gd name="csY74" fmla="*/ 537066 h 1381125"/>
                  <a:gd name="csX75" fmla="*/ 1512694 w 1514475"/>
                  <a:gd name="csY75" fmla="*/ 504490 h 1381125"/>
                  <a:gd name="csX76" fmla="*/ 1514189 w 1514475"/>
                  <a:gd name="csY76" fmla="*/ 471820 h 1381125"/>
                  <a:gd name="csX77" fmla="*/ 1514456 w 1514475"/>
                  <a:gd name="csY77" fmla="*/ 439063 h 1381125"/>
                  <a:gd name="csX78" fmla="*/ 1513666 w 1514475"/>
                  <a:gd name="csY78" fmla="*/ 406392 h 1381125"/>
                  <a:gd name="csX79" fmla="*/ 1511722 w 1514475"/>
                  <a:gd name="csY79" fmla="*/ 373731 h 1381125"/>
                  <a:gd name="csX80" fmla="*/ 1508636 w 1514475"/>
                  <a:gd name="csY80" fmla="*/ 341146 h 1381125"/>
                  <a:gd name="csX81" fmla="*/ 1504322 w 1514475"/>
                  <a:gd name="csY81" fmla="*/ 308742 h 1381125"/>
                  <a:gd name="csX82" fmla="*/ 1498940 w 1514475"/>
                  <a:gd name="csY82" fmla="*/ 276423 h 1381125"/>
                  <a:gd name="csX83" fmla="*/ 1492510 w 1514475"/>
                  <a:gd name="csY83" fmla="*/ 244372 h 1381125"/>
                  <a:gd name="csX84" fmla="*/ 1484843 w 1514475"/>
                  <a:gd name="csY84" fmla="*/ 212577 h 1381125"/>
                  <a:gd name="csX85" fmla="*/ 1476118 w 1514475"/>
                  <a:gd name="csY85" fmla="*/ 181050 h 1381125"/>
                  <a:gd name="csX86" fmla="*/ 1466241 w 1514475"/>
                  <a:gd name="csY86" fmla="*/ 149874 h 1381125"/>
                  <a:gd name="csX87" fmla="*/ 1455315 w 1514475"/>
                  <a:gd name="csY87" fmla="*/ 119052 h 1381125"/>
                  <a:gd name="csX88" fmla="*/ 1443323 w 1514475"/>
                  <a:gd name="csY88" fmla="*/ 88581 h 1381125"/>
                  <a:gd name="csX89" fmla="*/ 1430188 w 1514475"/>
                  <a:gd name="csY89" fmla="*/ 58549 h 1381125"/>
                  <a:gd name="csX90" fmla="*/ 1416091 w 1514475"/>
                  <a:gd name="csY90" fmla="*/ 29040 h 1381125"/>
                  <a:gd name="csX91" fmla="*/ 1400928 w 1514475"/>
                  <a:gd name="csY91" fmla="*/ -30 h 1381125"/>
                  <a:gd name="csX92" fmla="*/ 1371667 w 1514475"/>
                  <a:gd name="csY92" fmla="*/ 15867 h 1381125"/>
                  <a:gd name="csX93" fmla="*/ 1342406 w 1514475"/>
                  <a:gd name="csY93" fmla="*/ 31669 h 1381125"/>
                  <a:gd name="csX94" fmla="*/ 1313050 w 1514475"/>
                  <a:gd name="csY94" fmla="*/ 47480 h 1381125"/>
                  <a:gd name="csX95" fmla="*/ 1283789 w 1514475"/>
                  <a:gd name="csY95" fmla="*/ 63282 h 1381125"/>
                  <a:gd name="csX96" fmla="*/ 1254519 w 1514475"/>
                  <a:gd name="csY96" fmla="*/ 79180 h 1381125"/>
                  <a:gd name="csX97" fmla="*/ 1225172 w 1514475"/>
                  <a:gd name="csY97" fmla="*/ 94992 h 1381125"/>
                  <a:gd name="csX98" fmla="*/ 1195912 w 1514475"/>
                  <a:gd name="csY98" fmla="*/ 110793 h 1381125"/>
                  <a:gd name="csX99" fmla="*/ 1166641 w 1514475"/>
                  <a:gd name="csY99" fmla="*/ 126605 h 1381125"/>
                  <a:gd name="csX100" fmla="*/ 1137295 w 1514475"/>
                  <a:gd name="csY100" fmla="*/ 142502 h 1381125"/>
                  <a:gd name="csX101" fmla="*/ 1108024 w 1514475"/>
                  <a:gd name="csY101" fmla="*/ 158304 h 1381125"/>
                  <a:gd name="csX102" fmla="*/ 1078763 w 1514475"/>
                  <a:gd name="csY102" fmla="*/ 174116 h 1381125"/>
                  <a:gd name="csX103" fmla="*/ 1049417 w 1514475"/>
                  <a:gd name="csY103" fmla="*/ 189918 h 1381125"/>
                  <a:gd name="csX104" fmla="*/ 1020147 w 1514475"/>
                  <a:gd name="csY104" fmla="*/ 205815 h 1381125"/>
                  <a:gd name="csX105" fmla="*/ 1034872 w 1514475"/>
                  <a:gd name="csY105" fmla="*/ 235057 h 1381125"/>
                  <a:gd name="csX106" fmla="*/ 1047655 w 1514475"/>
                  <a:gd name="csY106" fmla="*/ 265184 h 1381125"/>
                  <a:gd name="csX107" fmla="*/ 1058409 w 1514475"/>
                  <a:gd name="csY107" fmla="*/ 296093 h 1381125"/>
                  <a:gd name="csX108" fmla="*/ 1067134 w 1514475"/>
                  <a:gd name="csY108" fmla="*/ 327620 h 1381125"/>
                  <a:gd name="csX109" fmla="*/ 1073830 w 1514475"/>
                  <a:gd name="csY109" fmla="*/ 359586 h 1381125"/>
                  <a:gd name="csX110" fmla="*/ 1078411 w 1514475"/>
                  <a:gd name="csY110" fmla="*/ 391990 h 1381125"/>
                  <a:gd name="csX111" fmla="*/ 1080792 w 1514475"/>
                  <a:gd name="csY111" fmla="*/ 424575 h 1381125"/>
                  <a:gd name="csX112" fmla="*/ 1081145 w 1514475"/>
                  <a:gd name="csY112" fmla="*/ 457332 h 1381125"/>
                  <a:gd name="csX113" fmla="*/ 1079383 w 1514475"/>
                  <a:gd name="csY113" fmla="*/ 490003 h 1381125"/>
                  <a:gd name="csX114" fmla="*/ 1075420 w 1514475"/>
                  <a:gd name="csY114" fmla="*/ 522407 h 1381125"/>
                  <a:gd name="csX115" fmla="*/ 1069334 w 1514475"/>
                  <a:gd name="csY115" fmla="*/ 554544 h 1381125"/>
                  <a:gd name="csX116" fmla="*/ 1061228 w 1514475"/>
                  <a:gd name="csY116" fmla="*/ 586244 h 1381125"/>
                  <a:gd name="csX117" fmla="*/ 1051084 w 1514475"/>
                  <a:gd name="csY117" fmla="*/ 617333 h 1381125"/>
                  <a:gd name="csX118" fmla="*/ 1038920 w 1514475"/>
                  <a:gd name="csY118" fmla="*/ 647718 h 1381125"/>
                  <a:gd name="csX119" fmla="*/ 1024738 w 1514475"/>
                  <a:gd name="csY119" fmla="*/ 677226 h 1381125"/>
                  <a:gd name="csX120" fmla="*/ 1008783 w 1514475"/>
                  <a:gd name="csY120" fmla="*/ 705772 h 1381125"/>
                  <a:gd name="csX121" fmla="*/ 990886 w 1514475"/>
                  <a:gd name="csY121" fmla="*/ 733252 h 1381125"/>
                  <a:gd name="csX122" fmla="*/ 971321 w 1514475"/>
                  <a:gd name="csY122" fmla="*/ 759513 h 1381125"/>
                  <a:gd name="csX123" fmla="*/ 950081 w 1514475"/>
                  <a:gd name="csY123" fmla="*/ 784363 h 1381125"/>
                  <a:gd name="csX124" fmla="*/ 927164 w 1514475"/>
                  <a:gd name="csY124" fmla="*/ 807900 h 1381125"/>
                  <a:gd name="csX125" fmla="*/ 902827 w 1514475"/>
                  <a:gd name="csY125" fmla="*/ 829855 h 1381125"/>
                  <a:gd name="csX126" fmla="*/ 877186 w 1514475"/>
                  <a:gd name="csY126" fmla="*/ 850229 h 1381125"/>
                  <a:gd name="csX127" fmla="*/ 850211 w 1514475"/>
                  <a:gd name="csY127" fmla="*/ 868850 h 1381125"/>
                  <a:gd name="csX128" fmla="*/ 822008 w 1514475"/>
                  <a:gd name="csY128" fmla="*/ 885710 h 1381125"/>
                  <a:gd name="csX129" fmla="*/ 792832 w 1514475"/>
                  <a:gd name="csY129" fmla="*/ 900635 h 1381125"/>
                  <a:gd name="csX130" fmla="*/ 762772 w 1514475"/>
                  <a:gd name="csY130" fmla="*/ 913722 h 1381125"/>
                  <a:gd name="csX131" fmla="*/ 731920 w 1514475"/>
                  <a:gd name="csY131" fmla="*/ 924876 h 1381125"/>
                  <a:gd name="csX132" fmla="*/ 700364 w 1514475"/>
                  <a:gd name="csY132" fmla="*/ 933925 h 1381125"/>
                  <a:gd name="csX133" fmla="*/ 668284 w 1514475"/>
                  <a:gd name="csY133" fmla="*/ 940945 h 1381125"/>
                  <a:gd name="csX134" fmla="*/ 635841 w 1514475"/>
                  <a:gd name="csY134" fmla="*/ 945869 h 1381125"/>
                  <a:gd name="csX135" fmla="*/ 603142 w 1514475"/>
                  <a:gd name="csY135" fmla="*/ 948679 h 1381125"/>
                  <a:gd name="csX136" fmla="*/ 570357 w 1514475"/>
                  <a:gd name="csY136" fmla="*/ 949374 h 1381125"/>
                  <a:gd name="csX137" fmla="*/ 537562 w 1514475"/>
                  <a:gd name="csY137" fmla="*/ 947974 h 1381125"/>
                  <a:gd name="csX138" fmla="*/ 504863 w 1514475"/>
                  <a:gd name="csY138" fmla="*/ 944459 h 1381125"/>
                  <a:gd name="csX139" fmla="*/ 472602 w 1514475"/>
                  <a:gd name="csY139" fmla="*/ 938839 h 1381125"/>
                  <a:gd name="csX140" fmla="*/ 440693 w 1514475"/>
                  <a:gd name="csY140" fmla="*/ 931115 h 1381125"/>
                  <a:gd name="csX141" fmla="*/ 409318 w 1514475"/>
                  <a:gd name="csY141" fmla="*/ 921361 h 1381125"/>
                  <a:gd name="csX142" fmla="*/ 378733 w 1514475"/>
                  <a:gd name="csY142" fmla="*/ 909598 h 1381125"/>
                  <a:gd name="csX143" fmla="*/ 348939 w 1514475"/>
                  <a:gd name="csY143" fmla="*/ 895806 h 1381125"/>
                  <a:gd name="csX144" fmla="*/ 320116 w 1514475"/>
                  <a:gd name="csY144" fmla="*/ 880175 h 1381125"/>
                  <a:gd name="csX145" fmla="*/ 292351 w 1514475"/>
                  <a:gd name="csY145" fmla="*/ 862792 h 1381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1514475" h="1381125">
                    <a:moveTo>
                      <a:pt x="265729" y="843561"/>
                    </a:moveTo>
                    <a:lnTo>
                      <a:pt x="245283" y="869726"/>
                    </a:lnTo>
                    <a:lnTo>
                      <a:pt x="224834" y="895987"/>
                    </a:lnTo>
                    <a:lnTo>
                      <a:pt x="204385" y="922152"/>
                    </a:lnTo>
                    <a:lnTo>
                      <a:pt x="184024" y="948412"/>
                    </a:lnTo>
                    <a:lnTo>
                      <a:pt x="163575" y="974587"/>
                    </a:lnTo>
                    <a:lnTo>
                      <a:pt x="143126" y="1000838"/>
                    </a:lnTo>
                    <a:lnTo>
                      <a:pt x="122676" y="1027099"/>
                    </a:lnTo>
                    <a:lnTo>
                      <a:pt x="102227" y="1053273"/>
                    </a:lnTo>
                    <a:lnTo>
                      <a:pt x="81778" y="1079524"/>
                    </a:lnTo>
                    <a:lnTo>
                      <a:pt x="61329" y="1105699"/>
                    </a:lnTo>
                    <a:lnTo>
                      <a:pt x="40879" y="1131959"/>
                    </a:lnTo>
                    <a:lnTo>
                      <a:pt x="20430" y="1158124"/>
                    </a:lnTo>
                    <a:lnTo>
                      <a:pt x="-19" y="1184385"/>
                    </a:lnTo>
                    <a:lnTo>
                      <a:pt x="26248" y="1203968"/>
                    </a:lnTo>
                    <a:lnTo>
                      <a:pt x="53220" y="1222666"/>
                    </a:lnTo>
                    <a:lnTo>
                      <a:pt x="80808" y="1240411"/>
                    </a:lnTo>
                    <a:lnTo>
                      <a:pt x="108926" y="1257185"/>
                    </a:lnTo>
                    <a:lnTo>
                      <a:pt x="137749" y="1272901"/>
                    </a:lnTo>
                    <a:lnTo>
                      <a:pt x="167012" y="1287740"/>
                    </a:lnTo>
                    <a:lnTo>
                      <a:pt x="196805" y="1301447"/>
                    </a:lnTo>
                    <a:lnTo>
                      <a:pt x="227126" y="1314087"/>
                    </a:lnTo>
                    <a:lnTo>
                      <a:pt x="257804" y="1325774"/>
                    </a:lnTo>
                    <a:lnTo>
                      <a:pt x="288827" y="1336308"/>
                    </a:lnTo>
                    <a:lnTo>
                      <a:pt x="320297" y="1345700"/>
                    </a:lnTo>
                    <a:lnTo>
                      <a:pt x="352025" y="1354139"/>
                    </a:lnTo>
                    <a:lnTo>
                      <a:pt x="384019" y="1361340"/>
                    </a:lnTo>
                    <a:lnTo>
                      <a:pt x="416281" y="1367484"/>
                    </a:lnTo>
                    <a:lnTo>
                      <a:pt x="448713" y="1372494"/>
                    </a:lnTo>
                    <a:lnTo>
                      <a:pt x="481327" y="1376352"/>
                    </a:lnTo>
                    <a:lnTo>
                      <a:pt x="514036" y="1379076"/>
                    </a:lnTo>
                    <a:lnTo>
                      <a:pt x="546821" y="1380657"/>
                    </a:lnTo>
                    <a:lnTo>
                      <a:pt x="579701" y="1381095"/>
                    </a:lnTo>
                    <a:lnTo>
                      <a:pt x="612486" y="1380390"/>
                    </a:lnTo>
                    <a:lnTo>
                      <a:pt x="645281" y="1378552"/>
                    </a:lnTo>
                    <a:lnTo>
                      <a:pt x="677980" y="1375561"/>
                    </a:lnTo>
                    <a:lnTo>
                      <a:pt x="710498" y="1371437"/>
                    </a:lnTo>
                    <a:lnTo>
                      <a:pt x="742941" y="1366169"/>
                    </a:lnTo>
                    <a:lnTo>
                      <a:pt x="775116" y="1359759"/>
                    </a:lnTo>
                    <a:lnTo>
                      <a:pt x="807111" y="1352292"/>
                    </a:lnTo>
                    <a:lnTo>
                      <a:pt x="838753" y="1343681"/>
                    </a:lnTo>
                    <a:lnTo>
                      <a:pt x="870128" y="1333937"/>
                    </a:lnTo>
                    <a:lnTo>
                      <a:pt x="901065" y="1323135"/>
                    </a:lnTo>
                    <a:lnTo>
                      <a:pt x="931650" y="1311277"/>
                    </a:lnTo>
                    <a:lnTo>
                      <a:pt x="961892" y="1298370"/>
                    </a:lnTo>
                    <a:lnTo>
                      <a:pt x="991505" y="1284407"/>
                    </a:lnTo>
                    <a:lnTo>
                      <a:pt x="1020680" y="1269395"/>
                    </a:lnTo>
                    <a:lnTo>
                      <a:pt x="1049322" y="1253403"/>
                    </a:lnTo>
                    <a:lnTo>
                      <a:pt x="1077440" y="1236373"/>
                    </a:lnTo>
                    <a:lnTo>
                      <a:pt x="1104852" y="1218456"/>
                    </a:lnTo>
                    <a:lnTo>
                      <a:pt x="1131646" y="1199492"/>
                    </a:lnTo>
                    <a:lnTo>
                      <a:pt x="1157745" y="1179727"/>
                    </a:lnTo>
                    <a:lnTo>
                      <a:pt x="1183129" y="1159000"/>
                    </a:lnTo>
                    <a:lnTo>
                      <a:pt x="1207808" y="1137398"/>
                    </a:lnTo>
                    <a:lnTo>
                      <a:pt x="1231697" y="1114919"/>
                    </a:lnTo>
                    <a:lnTo>
                      <a:pt x="1254786" y="1091649"/>
                    </a:lnTo>
                    <a:lnTo>
                      <a:pt x="1276998" y="1067580"/>
                    </a:lnTo>
                    <a:lnTo>
                      <a:pt x="1298420" y="1042815"/>
                    </a:lnTo>
                    <a:lnTo>
                      <a:pt x="1318955" y="1017259"/>
                    </a:lnTo>
                    <a:lnTo>
                      <a:pt x="1338520" y="991008"/>
                    </a:lnTo>
                    <a:lnTo>
                      <a:pt x="1357208" y="964129"/>
                    </a:lnTo>
                    <a:lnTo>
                      <a:pt x="1374924" y="936554"/>
                    </a:lnTo>
                    <a:lnTo>
                      <a:pt x="1391669" y="908455"/>
                    </a:lnTo>
                    <a:lnTo>
                      <a:pt x="1407367" y="879737"/>
                    </a:lnTo>
                    <a:lnTo>
                      <a:pt x="1422083" y="850495"/>
                    </a:lnTo>
                    <a:lnTo>
                      <a:pt x="1435837" y="820721"/>
                    </a:lnTo>
                    <a:lnTo>
                      <a:pt x="1448438" y="790602"/>
                    </a:lnTo>
                    <a:lnTo>
                      <a:pt x="1459983" y="759951"/>
                    </a:lnTo>
                    <a:lnTo>
                      <a:pt x="1470470" y="728956"/>
                    </a:lnTo>
                    <a:lnTo>
                      <a:pt x="1479909" y="697600"/>
                    </a:lnTo>
                    <a:lnTo>
                      <a:pt x="1488186" y="665986"/>
                    </a:lnTo>
                    <a:lnTo>
                      <a:pt x="1495330" y="634021"/>
                    </a:lnTo>
                    <a:lnTo>
                      <a:pt x="1501321" y="601883"/>
                    </a:lnTo>
                    <a:lnTo>
                      <a:pt x="1506255" y="569565"/>
                    </a:lnTo>
                    <a:lnTo>
                      <a:pt x="1510046" y="537066"/>
                    </a:lnTo>
                    <a:lnTo>
                      <a:pt x="1512694" y="504490"/>
                    </a:lnTo>
                    <a:lnTo>
                      <a:pt x="1514189" y="471820"/>
                    </a:lnTo>
                    <a:lnTo>
                      <a:pt x="1514456" y="439063"/>
                    </a:lnTo>
                    <a:lnTo>
                      <a:pt x="1513666" y="406392"/>
                    </a:lnTo>
                    <a:lnTo>
                      <a:pt x="1511722" y="373731"/>
                    </a:lnTo>
                    <a:lnTo>
                      <a:pt x="1508636" y="341146"/>
                    </a:lnTo>
                    <a:lnTo>
                      <a:pt x="1504322" y="308742"/>
                    </a:lnTo>
                    <a:lnTo>
                      <a:pt x="1498940" y="276423"/>
                    </a:lnTo>
                    <a:lnTo>
                      <a:pt x="1492510" y="244372"/>
                    </a:lnTo>
                    <a:lnTo>
                      <a:pt x="1484843" y="212577"/>
                    </a:lnTo>
                    <a:lnTo>
                      <a:pt x="1476118" y="181050"/>
                    </a:lnTo>
                    <a:lnTo>
                      <a:pt x="1466241" y="149874"/>
                    </a:lnTo>
                    <a:lnTo>
                      <a:pt x="1455315" y="119052"/>
                    </a:lnTo>
                    <a:lnTo>
                      <a:pt x="1443323" y="88581"/>
                    </a:lnTo>
                    <a:lnTo>
                      <a:pt x="1430188" y="58549"/>
                    </a:lnTo>
                    <a:lnTo>
                      <a:pt x="1416091" y="29040"/>
                    </a:lnTo>
                    <a:lnTo>
                      <a:pt x="1400928" y="-30"/>
                    </a:lnTo>
                    <a:lnTo>
                      <a:pt x="1371667" y="15867"/>
                    </a:lnTo>
                    <a:lnTo>
                      <a:pt x="1342406" y="31669"/>
                    </a:lnTo>
                    <a:lnTo>
                      <a:pt x="1313050" y="47480"/>
                    </a:lnTo>
                    <a:lnTo>
                      <a:pt x="1283789" y="63282"/>
                    </a:lnTo>
                    <a:lnTo>
                      <a:pt x="1254519" y="79180"/>
                    </a:lnTo>
                    <a:lnTo>
                      <a:pt x="1225172" y="94992"/>
                    </a:lnTo>
                    <a:lnTo>
                      <a:pt x="1195912" y="110793"/>
                    </a:lnTo>
                    <a:lnTo>
                      <a:pt x="1166641" y="126605"/>
                    </a:lnTo>
                    <a:lnTo>
                      <a:pt x="1137295" y="142502"/>
                    </a:lnTo>
                    <a:lnTo>
                      <a:pt x="1108024" y="158304"/>
                    </a:lnTo>
                    <a:lnTo>
                      <a:pt x="1078763" y="174116"/>
                    </a:lnTo>
                    <a:lnTo>
                      <a:pt x="1049417" y="189918"/>
                    </a:lnTo>
                    <a:lnTo>
                      <a:pt x="1020147" y="205815"/>
                    </a:lnTo>
                    <a:lnTo>
                      <a:pt x="1034872" y="235057"/>
                    </a:lnTo>
                    <a:lnTo>
                      <a:pt x="1047655" y="265184"/>
                    </a:lnTo>
                    <a:lnTo>
                      <a:pt x="1058409" y="296093"/>
                    </a:lnTo>
                    <a:lnTo>
                      <a:pt x="1067134" y="327620"/>
                    </a:lnTo>
                    <a:lnTo>
                      <a:pt x="1073830" y="359586"/>
                    </a:lnTo>
                    <a:lnTo>
                      <a:pt x="1078411" y="391990"/>
                    </a:lnTo>
                    <a:lnTo>
                      <a:pt x="1080792" y="424575"/>
                    </a:lnTo>
                    <a:lnTo>
                      <a:pt x="1081145" y="457332"/>
                    </a:lnTo>
                    <a:lnTo>
                      <a:pt x="1079383" y="490003"/>
                    </a:lnTo>
                    <a:lnTo>
                      <a:pt x="1075420" y="522407"/>
                    </a:lnTo>
                    <a:lnTo>
                      <a:pt x="1069334" y="554544"/>
                    </a:lnTo>
                    <a:lnTo>
                      <a:pt x="1061228" y="586244"/>
                    </a:lnTo>
                    <a:lnTo>
                      <a:pt x="1051084" y="617333"/>
                    </a:lnTo>
                    <a:lnTo>
                      <a:pt x="1038920" y="647718"/>
                    </a:lnTo>
                    <a:lnTo>
                      <a:pt x="1024738" y="677226"/>
                    </a:lnTo>
                    <a:lnTo>
                      <a:pt x="1008783" y="705772"/>
                    </a:lnTo>
                    <a:lnTo>
                      <a:pt x="990886" y="733252"/>
                    </a:lnTo>
                    <a:lnTo>
                      <a:pt x="971321" y="759513"/>
                    </a:lnTo>
                    <a:lnTo>
                      <a:pt x="950081" y="784363"/>
                    </a:lnTo>
                    <a:lnTo>
                      <a:pt x="927164" y="807900"/>
                    </a:lnTo>
                    <a:lnTo>
                      <a:pt x="902827" y="829855"/>
                    </a:lnTo>
                    <a:lnTo>
                      <a:pt x="877186" y="850229"/>
                    </a:lnTo>
                    <a:lnTo>
                      <a:pt x="850211" y="868850"/>
                    </a:lnTo>
                    <a:lnTo>
                      <a:pt x="822008" y="885710"/>
                    </a:lnTo>
                    <a:lnTo>
                      <a:pt x="792832" y="900635"/>
                    </a:lnTo>
                    <a:lnTo>
                      <a:pt x="762772" y="913722"/>
                    </a:lnTo>
                    <a:lnTo>
                      <a:pt x="731920" y="924876"/>
                    </a:lnTo>
                    <a:lnTo>
                      <a:pt x="700364" y="933925"/>
                    </a:lnTo>
                    <a:lnTo>
                      <a:pt x="668284" y="940945"/>
                    </a:lnTo>
                    <a:lnTo>
                      <a:pt x="635841" y="945869"/>
                    </a:lnTo>
                    <a:lnTo>
                      <a:pt x="603142" y="948679"/>
                    </a:lnTo>
                    <a:lnTo>
                      <a:pt x="570357" y="949374"/>
                    </a:lnTo>
                    <a:lnTo>
                      <a:pt x="537562" y="947974"/>
                    </a:lnTo>
                    <a:lnTo>
                      <a:pt x="504863" y="944459"/>
                    </a:lnTo>
                    <a:lnTo>
                      <a:pt x="472602" y="938839"/>
                    </a:lnTo>
                    <a:lnTo>
                      <a:pt x="440693" y="931115"/>
                    </a:lnTo>
                    <a:lnTo>
                      <a:pt x="409318" y="921361"/>
                    </a:lnTo>
                    <a:lnTo>
                      <a:pt x="378733" y="909598"/>
                    </a:lnTo>
                    <a:lnTo>
                      <a:pt x="348939" y="895806"/>
                    </a:lnTo>
                    <a:lnTo>
                      <a:pt x="320116" y="880175"/>
                    </a:lnTo>
                    <a:lnTo>
                      <a:pt x="292351" y="862792"/>
                    </a:lnTo>
                    <a:close/>
                  </a:path>
                </a:pathLst>
              </a:custGeom>
              <a:solidFill>
                <a:srgbClr val="457B9D"/>
              </a:solidFill>
              <a:ln w="9525" cap="flat">
                <a:noFill/>
                <a:prstDash val="solid"/>
                <a:round/>
              </a:ln>
            </p:spPr>
            <p:txBody>
              <a:bodyPr/>
              <a:lstStyle/>
              <a:p>
                <a:endParaRPr lang="zh-CN" altLang="en-US" sz="2190"/>
              </a:p>
            </p:txBody>
          </p:sp>
          <p:sp>
            <p:nvSpPr>
              <p:cNvPr id="1184" name="任意多边形: 形状 1183"/>
              <p:cNvSpPr/>
              <p:nvPr/>
            </p:nvSpPr>
            <p:spPr>
              <a:xfrm>
                <a:off x="476712" y="6445772"/>
                <a:ext cx="933450" cy="1676400"/>
              </a:xfrm>
              <a:custGeom>
                <a:avLst/>
                <a:gdLst>
                  <a:gd name="csX0" fmla="*/ 933431 w 933450"/>
                  <a:gd name="csY0" fmla="*/ 432281 h 1676400"/>
                  <a:gd name="csX1" fmla="*/ 933431 w 933450"/>
                  <a:gd name="csY1" fmla="*/ 399039 h 1676400"/>
                  <a:gd name="csX2" fmla="*/ 933431 w 933450"/>
                  <a:gd name="csY2" fmla="*/ 365787 h 1676400"/>
                  <a:gd name="csX3" fmla="*/ 933431 w 933450"/>
                  <a:gd name="csY3" fmla="*/ 332545 h 1676400"/>
                  <a:gd name="csX4" fmla="*/ 933431 w 933450"/>
                  <a:gd name="csY4" fmla="*/ 299293 h 1676400"/>
                  <a:gd name="csX5" fmla="*/ 933431 w 933450"/>
                  <a:gd name="csY5" fmla="*/ 266042 h 1676400"/>
                  <a:gd name="csX6" fmla="*/ 933431 w 933450"/>
                  <a:gd name="csY6" fmla="*/ 232799 h 1676400"/>
                  <a:gd name="csX7" fmla="*/ 933431 w 933450"/>
                  <a:gd name="csY7" fmla="*/ 199547 h 1676400"/>
                  <a:gd name="csX8" fmla="*/ 933431 w 933450"/>
                  <a:gd name="csY8" fmla="*/ 166295 h 1676400"/>
                  <a:gd name="csX9" fmla="*/ 933431 w 933450"/>
                  <a:gd name="csY9" fmla="*/ 133053 h 1676400"/>
                  <a:gd name="csX10" fmla="*/ 933431 w 933450"/>
                  <a:gd name="csY10" fmla="*/ 99802 h 1676400"/>
                  <a:gd name="csX11" fmla="*/ 933431 w 933450"/>
                  <a:gd name="csY11" fmla="*/ 66550 h 1676400"/>
                  <a:gd name="csX12" fmla="*/ 933431 w 933450"/>
                  <a:gd name="csY12" fmla="*/ 33222 h 1676400"/>
                  <a:gd name="csX13" fmla="*/ 933431 w 933450"/>
                  <a:gd name="csY13" fmla="*/ -30 h 1676400"/>
                  <a:gd name="csX14" fmla="*/ 900827 w 933450"/>
                  <a:gd name="csY14" fmla="*/ 589 h 1676400"/>
                  <a:gd name="csX15" fmla="*/ 868299 w 933450"/>
                  <a:gd name="csY15" fmla="*/ 2256 h 1676400"/>
                  <a:gd name="csX16" fmla="*/ 835781 w 933450"/>
                  <a:gd name="csY16" fmla="*/ 5161 h 1676400"/>
                  <a:gd name="csX17" fmla="*/ 803434 w 933450"/>
                  <a:gd name="csY17" fmla="*/ 9114 h 1676400"/>
                  <a:gd name="csX18" fmla="*/ 771182 w 933450"/>
                  <a:gd name="csY18" fmla="*/ 14305 h 1676400"/>
                  <a:gd name="csX19" fmla="*/ 739188 w 933450"/>
                  <a:gd name="csY19" fmla="*/ 20554 h 1676400"/>
                  <a:gd name="csX20" fmla="*/ 707365 w 933450"/>
                  <a:gd name="csY20" fmla="*/ 27850 h 1676400"/>
                  <a:gd name="csX21" fmla="*/ 675894 w 933450"/>
                  <a:gd name="csY21" fmla="*/ 36384 h 1676400"/>
                  <a:gd name="csX22" fmla="*/ 644690 w 933450"/>
                  <a:gd name="csY22" fmla="*/ 45976 h 1676400"/>
                  <a:gd name="csX23" fmla="*/ 613839 w 933450"/>
                  <a:gd name="csY23" fmla="*/ 56615 h 1676400"/>
                  <a:gd name="csX24" fmla="*/ 583421 w 933450"/>
                  <a:gd name="csY24" fmla="*/ 68312 h 1676400"/>
                  <a:gd name="csX25" fmla="*/ 553443 w 933450"/>
                  <a:gd name="csY25" fmla="*/ 81152 h 1676400"/>
                  <a:gd name="csX26" fmla="*/ 523815 w 933450"/>
                  <a:gd name="csY26" fmla="*/ 94963 h 1676400"/>
                  <a:gd name="csX27" fmla="*/ 494800 w 933450"/>
                  <a:gd name="csY27" fmla="*/ 109917 h 1676400"/>
                  <a:gd name="csX28" fmla="*/ 466312 w 933450"/>
                  <a:gd name="csY28" fmla="*/ 125748 h 1676400"/>
                  <a:gd name="csX29" fmla="*/ 438350 w 933450"/>
                  <a:gd name="csY29" fmla="*/ 142636 h 1676400"/>
                  <a:gd name="csX30" fmla="*/ 411001 w 933450"/>
                  <a:gd name="csY30" fmla="*/ 160495 h 1676400"/>
                  <a:gd name="csX31" fmla="*/ 384265 w 933450"/>
                  <a:gd name="csY31" fmla="*/ 179231 h 1676400"/>
                  <a:gd name="csX32" fmla="*/ 358232 w 933450"/>
                  <a:gd name="csY32" fmla="*/ 199024 h 1676400"/>
                  <a:gd name="csX33" fmla="*/ 332899 w 933450"/>
                  <a:gd name="csY33" fmla="*/ 219597 h 1676400"/>
                  <a:gd name="csX34" fmla="*/ 308268 w 933450"/>
                  <a:gd name="csY34" fmla="*/ 241067 h 1676400"/>
                  <a:gd name="csX35" fmla="*/ 284425 w 933450"/>
                  <a:gd name="csY35" fmla="*/ 263403 h 1676400"/>
                  <a:gd name="csX36" fmla="*/ 261459 w 933450"/>
                  <a:gd name="csY36" fmla="*/ 286625 h 1676400"/>
                  <a:gd name="csX37" fmla="*/ 239195 w 933450"/>
                  <a:gd name="csY37" fmla="*/ 310552 h 1676400"/>
                  <a:gd name="csX38" fmla="*/ 217806 w 933450"/>
                  <a:gd name="csY38" fmla="*/ 335269 h 1676400"/>
                  <a:gd name="csX39" fmla="*/ 197295 w 933450"/>
                  <a:gd name="csY39" fmla="*/ 360777 h 1676400"/>
                  <a:gd name="csX40" fmla="*/ 177748 w 933450"/>
                  <a:gd name="csY40" fmla="*/ 386895 h 1676400"/>
                  <a:gd name="csX41" fmla="*/ 159076 w 933450"/>
                  <a:gd name="csY41" fmla="*/ 413727 h 1676400"/>
                  <a:gd name="csX42" fmla="*/ 141282 w 933450"/>
                  <a:gd name="csY42" fmla="*/ 441168 h 1676400"/>
                  <a:gd name="csX43" fmla="*/ 124540 w 933450"/>
                  <a:gd name="csY43" fmla="*/ 469315 h 1676400"/>
                  <a:gd name="csX44" fmla="*/ 108762 w 933450"/>
                  <a:gd name="csY44" fmla="*/ 497899 h 1676400"/>
                  <a:gd name="csX45" fmla="*/ 93948 w 933450"/>
                  <a:gd name="csY45" fmla="*/ 527102 h 1676400"/>
                  <a:gd name="csX46" fmla="*/ 80186 w 933450"/>
                  <a:gd name="csY46" fmla="*/ 556744 h 1676400"/>
                  <a:gd name="csX47" fmla="*/ 67564 w 933450"/>
                  <a:gd name="csY47" fmla="*/ 586920 h 1676400"/>
                  <a:gd name="csX48" fmla="*/ 55906 w 933450"/>
                  <a:gd name="csY48" fmla="*/ 617524 h 1676400"/>
                  <a:gd name="csX49" fmla="*/ 45299 w 933450"/>
                  <a:gd name="csY49" fmla="*/ 648489 h 1676400"/>
                  <a:gd name="csX50" fmla="*/ 35833 w 933450"/>
                  <a:gd name="csY50" fmla="*/ 679798 h 1676400"/>
                  <a:gd name="csX51" fmla="*/ 27418 w 933450"/>
                  <a:gd name="csY51" fmla="*/ 711383 h 1676400"/>
                  <a:gd name="csX52" fmla="*/ 20142 w 933450"/>
                  <a:gd name="csY52" fmla="*/ 743311 h 1676400"/>
                  <a:gd name="csX53" fmla="*/ 13918 w 933450"/>
                  <a:gd name="csY53" fmla="*/ 775410 h 1676400"/>
                  <a:gd name="csX54" fmla="*/ 8922 w 933450"/>
                  <a:gd name="csY54" fmla="*/ 807785 h 1676400"/>
                  <a:gd name="csX55" fmla="*/ 4978 w 933450"/>
                  <a:gd name="csY55" fmla="*/ 840237 h 1676400"/>
                  <a:gd name="csX56" fmla="*/ 2173 w 933450"/>
                  <a:gd name="csY56" fmla="*/ 872870 h 1676400"/>
                  <a:gd name="csX57" fmla="*/ 507 w 933450"/>
                  <a:gd name="csY57" fmla="*/ 905588 h 1676400"/>
                  <a:gd name="csX58" fmla="*/ -19 w 933450"/>
                  <a:gd name="csY58" fmla="*/ 938306 h 1676400"/>
                  <a:gd name="csX59" fmla="*/ 594 w 933450"/>
                  <a:gd name="csY59" fmla="*/ 971034 h 1676400"/>
                  <a:gd name="csX60" fmla="*/ 2436 w 933450"/>
                  <a:gd name="csY60" fmla="*/ 1003667 h 1676400"/>
                  <a:gd name="csX61" fmla="*/ 5328 w 933450"/>
                  <a:gd name="csY61" fmla="*/ 1036300 h 1676400"/>
                  <a:gd name="csX62" fmla="*/ 9360 w 933450"/>
                  <a:gd name="csY62" fmla="*/ 1068751 h 1676400"/>
                  <a:gd name="csX63" fmla="*/ 14531 w 933450"/>
                  <a:gd name="csY63" fmla="*/ 1101127 h 1676400"/>
                  <a:gd name="csX64" fmla="*/ 20756 w 933450"/>
                  <a:gd name="csY64" fmla="*/ 1133226 h 1676400"/>
                  <a:gd name="csX65" fmla="*/ 28206 w 933450"/>
                  <a:gd name="csY65" fmla="*/ 1165068 h 1676400"/>
                  <a:gd name="csX66" fmla="*/ 36708 w 933450"/>
                  <a:gd name="csY66" fmla="*/ 1196729 h 1676400"/>
                  <a:gd name="csX67" fmla="*/ 46264 w 933450"/>
                  <a:gd name="csY67" fmla="*/ 1227961 h 1676400"/>
                  <a:gd name="csX68" fmla="*/ 56958 w 933450"/>
                  <a:gd name="csY68" fmla="*/ 1258918 h 1676400"/>
                  <a:gd name="csX69" fmla="*/ 68704 w 933450"/>
                  <a:gd name="csY69" fmla="*/ 1289445 h 1676400"/>
                  <a:gd name="csX70" fmla="*/ 81501 w 933450"/>
                  <a:gd name="csY70" fmla="*/ 1319526 h 1676400"/>
                  <a:gd name="csX71" fmla="*/ 95351 w 933450"/>
                  <a:gd name="csY71" fmla="*/ 1349167 h 1676400"/>
                  <a:gd name="csX72" fmla="*/ 110253 w 933450"/>
                  <a:gd name="csY72" fmla="*/ 1378275 h 1676400"/>
                  <a:gd name="csX73" fmla="*/ 126119 w 933450"/>
                  <a:gd name="csY73" fmla="*/ 1406870 h 1676400"/>
                  <a:gd name="csX74" fmla="*/ 143036 w 933450"/>
                  <a:gd name="csY74" fmla="*/ 1434921 h 1676400"/>
                  <a:gd name="csX75" fmla="*/ 160831 w 933450"/>
                  <a:gd name="csY75" fmla="*/ 1462277 h 1676400"/>
                  <a:gd name="csX76" fmla="*/ 179588 w 933450"/>
                  <a:gd name="csY76" fmla="*/ 1489109 h 1676400"/>
                  <a:gd name="csX77" fmla="*/ 199311 w 933450"/>
                  <a:gd name="csY77" fmla="*/ 1515140 h 1676400"/>
                  <a:gd name="csX78" fmla="*/ 219910 w 933450"/>
                  <a:gd name="csY78" fmla="*/ 1540563 h 1676400"/>
                  <a:gd name="csX79" fmla="*/ 241299 w 933450"/>
                  <a:gd name="csY79" fmla="*/ 1565194 h 1676400"/>
                  <a:gd name="csX80" fmla="*/ 263651 w 933450"/>
                  <a:gd name="csY80" fmla="*/ 1589111 h 1676400"/>
                  <a:gd name="csX81" fmla="*/ 286792 w 933450"/>
                  <a:gd name="csY81" fmla="*/ 1612162 h 1676400"/>
                  <a:gd name="csX82" fmla="*/ 310723 w 933450"/>
                  <a:gd name="csY82" fmla="*/ 1634412 h 1676400"/>
                  <a:gd name="csX83" fmla="*/ 335353 w 933450"/>
                  <a:gd name="csY83" fmla="*/ 1655872 h 1676400"/>
                  <a:gd name="csX84" fmla="*/ 360774 w 933450"/>
                  <a:gd name="csY84" fmla="*/ 1676370 h 1676400"/>
                  <a:gd name="csX85" fmla="*/ 381111 w 933450"/>
                  <a:gd name="csY85" fmla="*/ 1650072 h 1676400"/>
                  <a:gd name="csX86" fmla="*/ 401446 w 933450"/>
                  <a:gd name="csY86" fmla="*/ 1623859 h 1676400"/>
                  <a:gd name="csX87" fmla="*/ 421782 w 933450"/>
                  <a:gd name="csY87" fmla="*/ 1597560 h 1676400"/>
                  <a:gd name="csX88" fmla="*/ 442118 w 933450"/>
                  <a:gd name="csY88" fmla="*/ 1571347 h 1676400"/>
                  <a:gd name="csX89" fmla="*/ 462455 w 933450"/>
                  <a:gd name="csY89" fmla="*/ 1545049 h 1676400"/>
                  <a:gd name="csX90" fmla="*/ 482791 w 933450"/>
                  <a:gd name="csY90" fmla="*/ 1518836 h 1676400"/>
                  <a:gd name="csX91" fmla="*/ 503128 w 933450"/>
                  <a:gd name="csY91" fmla="*/ 1492538 h 1676400"/>
                  <a:gd name="csX92" fmla="*/ 523464 w 933450"/>
                  <a:gd name="csY92" fmla="*/ 1466239 h 1676400"/>
                  <a:gd name="csX93" fmla="*/ 543800 w 933450"/>
                  <a:gd name="csY93" fmla="*/ 1440026 h 1676400"/>
                  <a:gd name="csX94" fmla="*/ 564049 w 933450"/>
                  <a:gd name="csY94" fmla="*/ 1413728 h 1676400"/>
                  <a:gd name="csX95" fmla="*/ 584385 w 933450"/>
                  <a:gd name="csY95" fmla="*/ 1387515 h 1676400"/>
                  <a:gd name="csX96" fmla="*/ 604720 w 933450"/>
                  <a:gd name="csY96" fmla="*/ 1361217 h 1676400"/>
                  <a:gd name="csX97" fmla="*/ 625059 w 933450"/>
                  <a:gd name="csY97" fmla="*/ 1335004 h 1676400"/>
                  <a:gd name="csX98" fmla="*/ 599812 w 933450"/>
                  <a:gd name="csY98" fmla="*/ 1313896 h 1676400"/>
                  <a:gd name="csX99" fmla="*/ 576058 w 933450"/>
                  <a:gd name="csY99" fmla="*/ 1291284 h 1676400"/>
                  <a:gd name="csX100" fmla="*/ 553705 w 933450"/>
                  <a:gd name="csY100" fmla="*/ 1267100 h 1676400"/>
                  <a:gd name="csX101" fmla="*/ 533018 w 933450"/>
                  <a:gd name="csY101" fmla="*/ 1241592 h 1676400"/>
                  <a:gd name="csX102" fmla="*/ 514084 w 933450"/>
                  <a:gd name="csY102" fmla="*/ 1214674 h 1676400"/>
                  <a:gd name="csX103" fmla="*/ 496903 w 933450"/>
                  <a:gd name="csY103" fmla="*/ 1186613 h 1676400"/>
                  <a:gd name="csX104" fmla="*/ 481564 w 933450"/>
                  <a:gd name="csY104" fmla="*/ 1157505 h 1676400"/>
                  <a:gd name="csX105" fmla="*/ 468153 w 933450"/>
                  <a:gd name="csY105" fmla="*/ 1127511 h 1676400"/>
                  <a:gd name="csX106" fmla="*/ 456757 w 933450"/>
                  <a:gd name="csY106" fmla="*/ 1096631 h 1676400"/>
                  <a:gd name="csX107" fmla="*/ 447378 w 933450"/>
                  <a:gd name="csY107" fmla="*/ 1065056 h 1676400"/>
                  <a:gd name="csX108" fmla="*/ 440103 w 933450"/>
                  <a:gd name="csY108" fmla="*/ 1032956 h 1676400"/>
                  <a:gd name="csX109" fmla="*/ 434843 w 933450"/>
                  <a:gd name="csY109" fmla="*/ 1000495 h 1676400"/>
                  <a:gd name="csX110" fmla="*/ 431775 w 933450"/>
                  <a:gd name="csY110" fmla="*/ 967691 h 1676400"/>
                  <a:gd name="csX111" fmla="*/ 430811 w 933450"/>
                  <a:gd name="csY111" fmla="*/ 934791 h 1676400"/>
                  <a:gd name="csX112" fmla="*/ 432038 w 933450"/>
                  <a:gd name="csY112" fmla="*/ 901892 h 1676400"/>
                  <a:gd name="csX113" fmla="*/ 435369 w 933450"/>
                  <a:gd name="csY113" fmla="*/ 869088 h 1676400"/>
                  <a:gd name="csX114" fmla="*/ 440804 w 933450"/>
                  <a:gd name="csY114" fmla="*/ 836627 h 1676400"/>
                  <a:gd name="csX115" fmla="*/ 448343 w 933450"/>
                  <a:gd name="csY115" fmla="*/ 804613 h 1676400"/>
                  <a:gd name="csX116" fmla="*/ 457985 w 933450"/>
                  <a:gd name="csY116" fmla="*/ 773124 h 1676400"/>
                  <a:gd name="csX117" fmla="*/ 469643 w 933450"/>
                  <a:gd name="csY117" fmla="*/ 742339 h 1676400"/>
                  <a:gd name="csX118" fmla="*/ 483230 w 933450"/>
                  <a:gd name="csY118" fmla="*/ 712431 h 1676400"/>
                  <a:gd name="csX119" fmla="*/ 498832 w 933450"/>
                  <a:gd name="csY119" fmla="*/ 683408 h 1676400"/>
                  <a:gd name="csX120" fmla="*/ 516188 w 933450"/>
                  <a:gd name="csY120" fmla="*/ 655433 h 1676400"/>
                  <a:gd name="csX121" fmla="*/ 535385 w 933450"/>
                  <a:gd name="csY121" fmla="*/ 628782 h 1676400"/>
                  <a:gd name="csX122" fmla="*/ 556248 w 933450"/>
                  <a:gd name="csY122" fmla="*/ 603369 h 1676400"/>
                  <a:gd name="csX123" fmla="*/ 578688 w 933450"/>
                  <a:gd name="csY123" fmla="*/ 579357 h 1676400"/>
                  <a:gd name="csX124" fmla="*/ 602705 w 933450"/>
                  <a:gd name="csY124" fmla="*/ 556926 h 1676400"/>
                  <a:gd name="csX125" fmla="*/ 628126 w 933450"/>
                  <a:gd name="csY125" fmla="*/ 536075 h 1676400"/>
                  <a:gd name="csX126" fmla="*/ 654863 w 933450"/>
                  <a:gd name="csY126" fmla="*/ 516901 h 1676400"/>
                  <a:gd name="csX127" fmla="*/ 682733 w 933450"/>
                  <a:gd name="csY127" fmla="*/ 499576 h 1676400"/>
                  <a:gd name="csX128" fmla="*/ 711660 w 933450"/>
                  <a:gd name="csY128" fmla="*/ 484097 h 1676400"/>
                  <a:gd name="csX129" fmla="*/ 741550 w 933450"/>
                  <a:gd name="csY129" fmla="*/ 470543 h 1676400"/>
                  <a:gd name="csX130" fmla="*/ 772316 w 933450"/>
                  <a:gd name="csY130" fmla="*/ 458941 h 1676400"/>
                  <a:gd name="csX131" fmla="*/ 803701 w 933450"/>
                  <a:gd name="csY131" fmla="*/ 449436 h 1676400"/>
                  <a:gd name="csX132" fmla="*/ 835609 w 933450"/>
                  <a:gd name="csY132" fmla="*/ 441959 h 1676400"/>
                  <a:gd name="csX133" fmla="*/ 868042 w 933450"/>
                  <a:gd name="csY133" fmla="*/ 436596 h 1676400"/>
                  <a:gd name="csX134" fmla="*/ 900646 w 933450"/>
                  <a:gd name="csY134" fmla="*/ 433434 h 1676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933450" h="1676400">
                    <a:moveTo>
                      <a:pt x="933431" y="432281"/>
                    </a:moveTo>
                    <a:lnTo>
                      <a:pt x="933431" y="399039"/>
                    </a:lnTo>
                    <a:lnTo>
                      <a:pt x="933431" y="365787"/>
                    </a:lnTo>
                    <a:lnTo>
                      <a:pt x="933431" y="332545"/>
                    </a:lnTo>
                    <a:lnTo>
                      <a:pt x="933431" y="299293"/>
                    </a:lnTo>
                    <a:lnTo>
                      <a:pt x="933431" y="266042"/>
                    </a:lnTo>
                    <a:lnTo>
                      <a:pt x="933431" y="232799"/>
                    </a:lnTo>
                    <a:lnTo>
                      <a:pt x="933431" y="199547"/>
                    </a:lnTo>
                    <a:lnTo>
                      <a:pt x="933431" y="166295"/>
                    </a:lnTo>
                    <a:lnTo>
                      <a:pt x="933431" y="133053"/>
                    </a:lnTo>
                    <a:lnTo>
                      <a:pt x="933431" y="99802"/>
                    </a:lnTo>
                    <a:lnTo>
                      <a:pt x="933431" y="66550"/>
                    </a:lnTo>
                    <a:lnTo>
                      <a:pt x="933431" y="33222"/>
                    </a:lnTo>
                    <a:lnTo>
                      <a:pt x="933431" y="-30"/>
                    </a:lnTo>
                    <a:lnTo>
                      <a:pt x="900827" y="589"/>
                    </a:lnTo>
                    <a:lnTo>
                      <a:pt x="868299" y="2256"/>
                    </a:lnTo>
                    <a:lnTo>
                      <a:pt x="835781" y="5161"/>
                    </a:lnTo>
                    <a:lnTo>
                      <a:pt x="803434" y="9114"/>
                    </a:lnTo>
                    <a:lnTo>
                      <a:pt x="771182" y="14305"/>
                    </a:lnTo>
                    <a:lnTo>
                      <a:pt x="739188" y="20554"/>
                    </a:lnTo>
                    <a:lnTo>
                      <a:pt x="707365" y="27850"/>
                    </a:lnTo>
                    <a:lnTo>
                      <a:pt x="675894" y="36384"/>
                    </a:lnTo>
                    <a:lnTo>
                      <a:pt x="644690" y="45976"/>
                    </a:lnTo>
                    <a:lnTo>
                      <a:pt x="613839" y="56615"/>
                    </a:lnTo>
                    <a:lnTo>
                      <a:pt x="583421" y="68312"/>
                    </a:lnTo>
                    <a:lnTo>
                      <a:pt x="553443" y="81152"/>
                    </a:lnTo>
                    <a:lnTo>
                      <a:pt x="523815" y="94963"/>
                    </a:lnTo>
                    <a:lnTo>
                      <a:pt x="494800" y="109917"/>
                    </a:lnTo>
                    <a:lnTo>
                      <a:pt x="466312" y="125748"/>
                    </a:lnTo>
                    <a:lnTo>
                      <a:pt x="438350" y="142636"/>
                    </a:lnTo>
                    <a:lnTo>
                      <a:pt x="411001" y="160495"/>
                    </a:lnTo>
                    <a:lnTo>
                      <a:pt x="384265" y="179231"/>
                    </a:lnTo>
                    <a:lnTo>
                      <a:pt x="358232" y="199024"/>
                    </a:lnTo>
                    <a:lnTo>
                      <a:pt x="332899" y="219597"/>
                    </a:lnTo>
                    <a:lnTo>
                      <a:pt x="308268" y="241067"/>
                    </a:lnTo>
                    <a:lnTo>
                      <a:pt x="284425" y="263403"/>
                    </a:lnTo>
                    <a:lnTo>
                      <a:pt x="261459" y="286625"/>
                    </a:lnTo>
                    <a:lnTo>
                      <a:pt x="239195" y="310552"/>
                    </a:lnTo>
                    <a:lnTo>
                      <a:pt x="217806" y="335269"/>
                    </a:lnTo>
                    <a:lnTo>
                      <a:pt x="197295" y="360777"/>
                    </a:lnTo>
                    <a:lnTo>
                      <a:pt x="177748" y="386895"/>
                    </a:lnTo>
                    <a:lnTo>
                      <a:pt x="159076" y="413727"/>
                    </a:lnTo>
                    <a:lnTo>
                      <a:pt x="141282" y="441168"/>
                    </a:lnTo>
                    <a:lnTo>
                      <a:pt x="124540" y="469315"/>
                    </a:lnTo>
                    <a:lnTo>
                      <a:pt x="108762" y="497899"/>
                    </a:lnTo>
                    <a:lnTo>
                      <a:pt x="93948" y="527102"/>
                    </a:lnTo>
                    <a:lnTo>
                      <a:pt x="80186" y="556744"/>
                    </a:lnTo>
                    <a:lnTo>
                      <a:pt x="67564" y="586920"/>
                    </a:lnTo>
                    <a:lnTo>
                      <a:pt x="55906" y="617524"/>
                    </a:lnTo>
                    <a:lnTo>
                      <a:pt x="45299" y="648489"/>
                    </a:lnTo>
                    <a:lnTo>
                      <a:pt x="35833" y="679798"/>
                    </a:lnTo>
                    <a:lnTo>
                      <a:pt x="27418" y="711383"/>
                    </a:lnTo>
                    <a:lnTo>
                      <a:pt x="20142" y="743311"/>
                    </a:lnTo>
                    <a:lnTo>
                      <a:pt x="13918" y="775410"/>
                    </a:lnTo>
                    <a:lnTo>
                      <a:pt x="8922" y="807785"/>
                    </a:lnTo>
                    <a:lnTo>
                      <a:pt x="4978" y="840237"/>
                    </a:lnTo>
                    <a:lnTo>
                      <a:pt x="2173" y="872870"/>
                    </a:lnTo>
                    <a:lnTo>
                      <a:pt x="507" y="905588"/>
                    </a:lnTo>
                    <a:lnTo>
                      <a:pt x="-19" y="938306"/>
                    </a:lnTo>
                    <a:lnTo>
                      <a:pt x="594" y="971034"/>
                    </a:lnTo>
                    <a:lnTo>
                      <a:pt x="2436" y="1003667"/>
                    </a:lnTo>
                    <a:lnTo>
                      <a:pt x="5328" y="1036300"/>
                    </a:lnTo>
                    <a:lnTo>
                      <a:pt x="9360" y="1068751"/>
                    </a:lnTo>
                    <a:lnTo>
                      <a:pt x="14531" y="1101127"/>
                    </a:lnTo>
                    <a:lnTo>
                      <a:pt x="20756" y="1133226"/>
                    </a:lnTo>
                    <a:lnTo>
                      <a:pt x="28206" y="1165068"/>
                    </a:lnTo>
                    <a:lnTo>
                      <a:pt x="36708" y="1196729"/>
                    </a:lnTo>
                    <a:lnTo>
                      <a:pt x="46264" y="1227961"/>
                    </a:lnTo>
                    <a:lnTo>
                      <a:pt x="56958" y="1258918"/>
                    </a:lnTo>
                    <a:lnTo>
                      <a:pt x="68704" y="1289445"/>
                    </a:lnTo>
                    <a:lnTo>
                      <a:pt x="81501" y="1319526"/>
                    </a:lnTo>
                    <a:lnTo>
                      <a:pt x="95351" y="1349167"/>
                    </a:lnTo>
                    <a:lnTo>
                      <a:pt x="110253" y="1378275"/>
                    </a:lnTo>
                    <a:lnTo>
                      <a:pt x="126119" y="1406870"/>
                    </a:lnTo>
                    <a:lnTo>
                      <a:pt x="143036" y="1434921"/>
                    </a:lnTo>
                    <a:lnTo>
                      <a:pt x="160831" y="1462277"/>
                    </a:lnTo>
                    <a:lnTo>
                      <a:pt x="179588" y="1489109"/>
                    </a:lnTo>
                    <a:lnTo>
                      <a:pt x="199311" y="1515140"/>
                    </a:lnTo>
                    <a:lnTo>
                      <a:pt x="219910" y="1540563"/>
                    </a:lnTo>
                    <a:lnTo>
                      <a:pt x="241299" y="1565194"/>
                    </a:lnTo>
                    <a:lnTo>
                      <a:pt x="263651" y="1589111"/>
                    </a:lnTo>
                    <a:lnTo>
                      <a:pt x="286792" y="1612162"/>
                    </a:lnTo>
                    <a:lnTo>
                      <a:pt x="310723" y="1634412"/>
                    </a:lnTo>
                    <a:lnTo>
                      <a:pt x="335353" y="1655872"/>
                    </a:lnTo>
                    <a:lnTo>
                      <a:pt x="360774" y="1676370"/>
                    </a:lnTo>
                    <a:lnTo>
                      <a:pt x="381111" y="1650072"/>
                    </a:lnTo>
                    <a:lnTo>
                      <a:pt x="401446" y="1623859"/>
                    </a:lnTo>
                    <a:lnTo>
                      <a:pt x="421782" y="1597560"/>
                    </a:lnTo>
                    <a:lnTo>
                      <a:pt x="442118" y="1571347"/>
                    </a:lnTo>
                    <a:lnTo>
                      <a:pt x="462455" y="1545049"/>
                    </a:lnTo>
                    <a:lnTo>
                      <a:pt x="482791" y="1518836"/>
                    </a:lnTo>
                    <a:lnTo>
                      <a:pt x="503128" y="1492538"/>
                    </a:lnTo>
                    <a:lnTo>
                      <a:pt x="523464" y="1466239"/>
                    </a:lnTo>
                    <a:lnTo>
                      <a:pt x="543800" y="1440026"/>
                    </a:lnTo>
                    <a:lnTo>
                      <a:pt x="564049" y="1413728"/>
                    </a:lnTo>
                    <a:lnTo>
                      <a:pt x="584385" y="1387515"/>
                    </a:lnTo>
                    <a:lnTo>
                      <a:pt x="604720" y="1361217"/>
                    </a:lnTo>
                    <a:lnTo>
                      <a:pt x="625059" y="1335004"/>
                    </a:lnTo>
                    <a:lnTo>
                      <a:pt x="599812" y="1313896"/>
                    </a:lnTo>
                    <a:lnTo>
                      <a:pt x="576058" y="1291284"/>
                    </a:lnTo>
                    <a:lnTo>
                      <a:pt x="553705" y="1267100"/>
                    </a:lnTo>
                    <a:lnTo>
                      <a:pt x="533018" y="1241592"/>
                    </a:lnTo>
                    <a:lnTo>
                      <a:pt x="514084" y="1214674"/>
                    </a:lnTo>
                    <a:lnTo>
                      <a:pt x="496903" y="1186613"/>
                    </a:lnTo>
                    <a:lnTo>
                      <a:pt x="481564" y="1157505"/>
                    </a:lnTo>
                    <a:lnTo>
                      <a:pt x="468153" y="1127511"/>
                    </a:lnTo>
                    <a:lnTo>
                      <a:pt x="456757" y="1096631"/>
                    </a:lnTo>
                    <a:lnTo>
                      <a:pt x="447378" y="1065056"/>
                    </a:lnTo>
                    <a:lnTo>
                      <a:pt x="440103" y="1032956"/>
                    </a:lnTo>
                    <a:lnTo>
                      <a:pt x="434843" y="1000495"/>
                    </a:lnTo>
                    <a:lnTo>
                      <a:pt x="431775" y="967691"/>
                    </a:lnTo>
                    <a:lnTo>
                      <a:pt x="430811" y="934791"/>
                    </a:lnTo>
                    <a:lnTo>
                      <a:pt x="432038" y="901892"/>
                    </a:lnTo>
                    <a:lnTo>
                      <a:pt x="435369" y="869088"/>
                    </a:lnTo>
                    <a:lnTo>
                      <a:pt x="440804" y="836627"/>
                    </a:lnTo>
                    <a:lnTo>
                      <a:pt x="448343" y="804613"/>
                    </a:lnTo>
                    <a:lnTo>
                      <a:pt x="457985" y="773124"/>
                    </a:lnTo>
                    <a:lnTo>
                      <a:pt x="469643" y="742339"/>
                    </a:lnTo>
                    <a:lnTo>
                      <a:pt x="483230" y="712431"/>
                    </a:lnTo>
                    <a:lnTo>
                      <a:pt x="498832" y="683408"/>
                    </a:lnTo>
                    <a:lnTo>
                      <a:pt x="516188" y="655433"/>
                    </a:lnTo>
                    <a:lnTo>
                      <a:pt x="535385" y="628782"/>
                    </a:lnTo>
                    <a:lnTo>
                      <a:pt x="556248" y="603369"/>
                    </a:lnTo>
                    <a:lnTo>
                      <a:pt x="578688" y="579357"/>
                    </a:lnTo>
                    <a:lnTo>
                      <a:pt x="602705" y="556926"/>
                    </a:lnTo>
                    <a:lnTo>
                      <a:pt x="628126" y="536075"/>
                    </a:lnTo>
                    <a:lnTo>
                      <a:pt x="654863" y="516901"/>
                    </a:lnTo>
                    <a:lnTo>
                      <a:pt x="682733" y="499576"/>
                    </a:lnTo>
                    <a:lnTo>
                      <a:pt x="711660" y="484097"/>
                    </a:lnTo>
                    <a:lnTo>
                      <a:pt x="741550" y="470543"/>
                    </a:lnTo>
                    <a:lnTo>
                      <a:pt x="772316" y="458941"/>
                    </a:lnTo>
                    <a:lnTo>
                      <a:pt x="803701" y="449436"/>
                    </a:lnTo>
                    <a:lnTo>
                      <a:pt x="835609" y="441959"/>
                    </a:lnTo>
                    <a:lnTo>
                      <a:pt x="868042" y="436596"/>
                    </a:lnTo>
                    <a:lnTo>
                      <a:pt x="900646" y="433434"/>
                    </a:lnTo>
                    <a:close/>
                  </a:path>
                </a:pathLst>
              </a:custGeom>
              <a:solidFill>
                <a:srgbClr val="A8DADC"/>
              </a:solidFill>
              <a:ln w="9525" cap="flat">
                <a:noFill/>
                <a:prstDash val="solid"/>
                <a:round/>
              </a:ln>
            </p:spPr>
            <p:txBody>
              <a:bodyPr/>
              <a:lstStyle/>
              <a:p>
                <a:endParaRPr lang="zh-CN" altLang="en-US" sz="2190"/>
              </a:p>
            </p:txBody>
          </p:sp>
          <p:sp>
            <p:nvSpPr>
              <p:cNvPr id="1185" name="文本框 1184"/>
              <p:cNvSpPr txBox="1"/>
              <p:nvPr/>
            </p:nvSpPr>
            <p:spPr>
              <a:xfrm>
                <a:off x="815998" y="6268004"/>
                <a:ext cx="5359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1186" name="文本框 1185"/>
              <p:cNvSpPr txBox="1"/>
              <p:nvPr/>
            </p:nvSpPr>
            <p:spPr>
              <a:xfrm>
                <a:off x="1210994" y="6268004"/>
                <a:ext cx="57642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0.65%</a:t>
                </a:r>
              </a:p>
            </p:txBody>
          </p:sp>
          <p:sp>
            <p:nvSpPr>
              <p:cNvPr id="1187" name="文本框 1186"/>
              <p:cNvSpPr txBox="1"/>
              <p:nvPr/>
            </p:nvSpPr>
            <p:spPr>
              <a:xfrm>
                <a:off x="1544722" y="6582329"/>
                <a:ext cx="49358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1188" name="文本框 1187"/>
              <p:cNvSpPr txBox="1"/>
              <p:nvPr/>
            </p:nvSpPr>
            <p:spPr>
              <a:xfrm>
                <a:off x="1474303" y="6725204"/>
                <a:ext cx="645777" cy="249484"/>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16.44%</a:t>
                </a:r>
              </a:p>
            </p:txBody>
          </p:sp>
          <p:sp>
            <p:nvSpPr>
              <p:cNvPr id="1189" name="文本框 1188"/>
              <p:cNvSpPr txBox="1"/>
              <p:nvPr/>
            </p:nvSpPr>
            <p:spPr>
              <a:xfrm>
                <a:off x="1651858" y="7744379"/>
                <a:ext cx="437710"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1190" name="文本框 1189"/>
              <p:cNvSpPr txBox="1"/>
              <p:nvPr/>
            </p:nvSpPr>
            <p:spPr>
              <a:xfrm>
                <a:off x="1559428" y="7887254"/>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43.42%</a:t>
                </a:r>
              </a:p>
            </p:txBody>
          </p:sp>
          <p:sp>
            <p:nvSpPr>
              <p:cNvPr id="1191" name="文本框 1190"/>
              <p:cNvSpPr txBox="1"/>
              <p:nvPr/>
            </p:nvSpPr>
            <p:spPr>
              <a:xfrm>
                <a:off x="530656" y="6991904"/>
                <a:ext cx="445416"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1192" name="文本框 1191"/>
              <p:cNvSpPr txBox="1"/>
              <p:nvPr/>
            </p:nvSpPr>
            <p:spPr>
              <a:xfrm>
                <a:off x="442622" y="7134779"/>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39.49%</a:t>
                </a:r>
              </a:p>
            </p:txBody>
          </p:sp>
          <p:sp>
            <p:nvSpPr>
              <p:cNvPr id="1193" name="文本框 1192"/>
              <p:cNvSpPr txBox="1"/>
              <p:nvPr/>
            </p:nvSpPr>
            <p:spPr>
              <a:xfrm>
                <a:off x="1044421" y="7122946"/>
                <a:ext cx="867329" cy="345519"/>
              </a:xfrm>
              <a:prstGeom prst="rect">
                <a:avLst/>
              </a:prstGeom>
              <a:noFill/>
            </p:spPr>
            <p:txBody>
              <a:bodyPr wrap="none" rtlCol="0">
                <a:spAutoFit/>
              </a:bodyPr>
              <a:lstStyle/>
              <a:p>
                <a:pPr algn="l"/>
                <a:r>
                  <a:rPr lang="zh-CN" altLang="en-US" sz="1360">
                    <a:solidFill>
                      <a:srgbClr val="000000"/>
                    </a:solidFill>
                    <a:latin typeface="Arial" panose="020B0604020202090204"/>
                    <a:cs typeface="Arial" panose="020B0604020202090204"/>
                    <a:sym typeface="Arial" panose="020B0604020202090204"/>
                    <a:rtl val="0"/>
                  </a:rPr>
                  <a:t>10,497</a:t>
                </a:r>
              </a:p>
            </p:txBody>
          </p:sp>
          <p:sp>
            <p:nvSpPr>
              <p:cNvPr id="1194" name="文本框 1193"/>
              <p:cNvSpPr txBox="1"/>
              <p:nvPr/>
            </p:nvSpPr>
            <p:spPr>
              <a:xfrm>
                <a:off x="957890" y="7286676"/>
                <a:ext cx="285515" cy="369528"/>
              </a:xfrm>
              <a:prstGeom prst="rect">
                <a:avLst/>
              </a:prstGeom>
              <a:noFill/>
            </p:spPr>
            <p:txBody>
              <a:bodyPr wrap="none" rtlCol="0">
                <a:spAutoFit/>
              </a:bodyPr>
              <a:lstStyle/>
              <a:p>
                <a:pPr algn="l"/>
                <a:r>
                  <a:rPr lang="zh-CN" altLang="en-US" sz="1495" b="1">
                    <a:solidFill>
                      <a:srgbClr val="000000"/>
                    </a:solidFill>
                    <a:latin typeface="Arial" panose="020B0604020202090204"/>
                    <a:cs typeface="Arial" panose="020B0604020202090204"/>
                    <a:sym typeface="Arial" panose="020B0604020202090204"/>
                    <a:rtl val="0"/>
                  </a:rPr>
                  <a:t>I</a:t>
                </a:r>
              </a:p>
            </p:txBody>
          </p:sp>
          <p:sp>
            <p:nvSpPr>
              <p:cNvPr id="1195" name="文本框 1194"/>
              <p:cNvSpPr txBox="1"/>
              <p:nvPr/>
            </p:nvSpPr>
            <p:spPr>
              <a:xfrm>
                <a:off x="1016626" y="7303922"/>
                <a:ext cx="1052278" cy="345519"/>
              </a:xfrm>
              <a:prstGeom prst="rect">
                <a:avLst/>
              </a:prstGeom>
              <a:noFill/>
            </p:spPr>
            <p:txBody>
              <a:bodyPr wrap="none" rtlCol="0">
                <a:spAutoFit/>
              </a:bodyPr>
              <a:lstStyle/>
              <a:p>
                <a:pPr algn="l"/>
                <a:r>
                  <a:rPr lang="zh-CN" altLang="en-US" sz="1360" b="1">
                    <a:solidFill>
                      <a:srgbClr val="000000"/>
                    </a:solidFill>
                    <a:latin typeface="Arial" panose="020B0604020202090204"/>
                    <a:cs typeface="Arial" panose="020B0604020202090204"/>
                    <a:sym typeface="Arial" panose="020B0604020202090204"/>
                    <a:rtl val="0"/>
                  </a:rPr>
                  <a:t>soforms</a:t>
                </a:r>
              </a:p>
            </p:txBody>
          </p:sp>
          <p:sp>
            <p:nvSpPr>
              <p:cNvPr id="1196" name="任意多边形: 形状 1195"/>
              <p:cNvSpPr/>
              <p:nvPr/>
            </p:nvSpPr>
            <p:spPr>
              <a:xfrm>
                <a:off x="3381837" y="6455297"/>
                <a:ext cx="19050" cy="428625"/>
              </a:xfrm>
              <a:custGeom>
                <a:avLst/>
                <a:gdLst>
                  <a:gd name="csX0" fmla="*/ 10268 w 19050"/>
                  <a:gd name="csY0" fmla="*/ 428595 h 428625"/>
                  <a:gd name="csX1" fmla="*/ 10935 w 19050"/>
                  <a:gd name="csY1" fmla="*/ 395638 h 428625"/>
                  <a:gd name="csX2" fmla="*/ 11602 w 19050"/>
                  <a:gd name="csY2" fmla="*/ 362682 h 428625"/>
                  <a:gd name="csX3" fmla="*/ 12268 w 19050"/>
                  <a:gd name="csY3" fmla="*/ 329725 h 428625"/>
                  <a:gd name="csX4" fmla="*/ 12935 w 19050"/>
                  <a:gd name="csY4" fmla="*/ 296759 h 428625"/>
                  <a:gd name="csX5" fmla="*/ 13602 w 19050"/>
                  <a:gd name="csY5" fmla="*/ 263803 h 428625"/>
                  <a:gd name="csX6" fmla="*/ 14364 w 19050"/>
                  <a:gd name="csY6" fmla="*/ 230847 h 428625"/>
                  <a:gd name="csX7" fmla="*/ 15030 w 19050"/>
                  <a:gd name="csY7" fmla="*/ 197890 h 428625"/>
                  <a:gd name="csX8" fmla="*/ 15697 w 19050"/>
                  <a:gd name="csY8" fmla="*/ 164933 h 428625"/>
                  <a:gd name="csX9" fmla="*/ 16364 w 19050"/>
                  <a:gd name="csY9" fmla="*/ 131977 h 428625"/>
                  <a:gd name="csX10" fmla="*/ 17031 w 19050"/>
                  <a:gd name="csY10" fmla="*/ 99020 h 428625"/>
                  <a:gd name="csX11" fmla="*/ 17697 w 19050"/>
                  <a:gd name="csY11" fmla="*/ 66064 h 428625"/>
                  <a:gd name="csX12" fmla="*/ 18364 w 19050"/>
                  <a:gd name="csY12" fmla="*/ 33098 h 428625"/>
                  <a:gd name="csX13" fmla="*/ 19031 w 19050"/>
                  <a:gd name="csY13" fmla="*/ 142 h 428625"/>
                  <a:gd name="csX14" fmla="*/ -19 w 19050"/>
                  <a:gd name="csY14" fmla="*/ -30 h 428625"/>
                  <a:gd name="csX15" fmla="*/ -19 w 19050"/>
                  <a:gd name="csY15" fmla="*/ 32927 h 428625"/>
                  <a:gd name="csX16" fmla="*/ -19 w 19050"/>
                  <a:gd name="csY16" fmla="*/ 65969 h 428625"/>
                  <a:gd name="csX17" fmla="*/ -19 w 19050"/>
                  <a:gd name="csY17" fmla="*/ 98935 h 428625"/>
                  <a:gd name="csX18" fmla="*/ -19 w 19050"/>
                  <a:gd name="csY18" fmla="*/ 131891 h 428625"/>
                  <a:gd name="csX19" fmla="*/ -19 w 19050"/>
                  <a:gd name="csY19" fmla="*/ 164848 h 428625"/>
                  <a:gd name="csX20" fmla="*/ -19 w 19050"/>
                  <a:gd name="csY20" fmla="*/ 197804 h 428625"/>
                  <a:gd name="csX21" fmla="*/ -19 w 19050"/>
                  <a:gd name="csY21" fmla="*/ 230761 h 428625"/>
                  <a:gd name="csX22" fmla="*/ -19 w 19050"/>
                  <a:gd name="csY22" fmla="*/ 263717 h 428625"/>
                  <a:gd name="csX23" fmla="*/ -19 w 19050"/>
                  <a:gd name="csY23" fmla="*/ 296674 h 428625"/>
                  <a:gd name="csX24" fmla="*/ -19 w 19050"/>
                  <a:gd name="csY24" fmla="*/ 329630 h 428625"/>
                  <a:gd name="csX25" fmla="*/ -19 w 19050"/>
                  <a:gd name="csY25" fmla="*/ 362596 h 428625"/>
                  <a:gd name="csX26" fmla="*/ -19 w 19050"/>
                  <a:gd name="csY26" fmla="*/ 395553 h 428625"/>
                  <a:gd name="csX27" fmla="*/ -19 w 19050"/>
                  <a:gd name="csY27" fmla="*/ 428510 h 428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9050" h="428625">
                    <a:moveTo>
                      <a:pt x="10268" y="428595"/>
                    </a:moveTo>
                    <a:lnTo>
                      <a:pt x="10935" y="395638"/>
                    </a:lnTo>
                    <a:lnTo>
                      <a:pt x="11602" y="362682"/>
                    </a:lnTo>
                    <a:lnTo>
                      <a:pt x="12268" y="329725"/>
                    </a:lnTo>
                    <a:lnTo>
                      <a:pt x="12935" y="296759"/>
                    </a:lnTo>
                    <a:lnTo>
                      <a:pt x="13602" y="263803"/>
                    </a:lnTo>
                    <a:lnTo>
                      <a:pt x="14364" y="230847"/>
                    </a:lnTo>
                    <a:lnTo>
                      <a:pt x="15030" y="197890"/>
                    </a:lnTo>
                    <a:lnTo>
                      <a:pt x="15697" y="164933"/>
                    </a:lnTo>
                    <a:lnTo>
                      <a:pt x="16364" y="131977"/>
                    </a:lnTo>
                    <a:lnTo>
                      <a:pt x="17031" y="99020"/>
                    </a:lnTo>
                    <a:lnTo>
                      <a:pt x="17697" y="66064"/>
                    </a:lnTo>
                    <a:lnTo>
                      <a:pt x="18364" y="33098"/>
                    </a:lnTo>
                    <a:lnTo>
                      <a:pt x="19031" y="142"/>
                    </a:lnTo>
                    <a:lnTo>
                      <a:pt x="-19" y="-30"/>
                    </a:lnTo>
                    <a:lnTo>
                      <a:pt x="-19" y="32927"/>
                    </a:lnTo>
                    <a:lnTo>
                      <a:pt x="-19" y="65969"/>
                    </a:lnTo>
                    <a:lnTo>
                      <a:pt x="-19" y="98935"/>
                    </a:lnTo>
                    <a:lnTo>
                      <a:pt x="-19" y="131891"/>
                    </a:lnTo>
                    <a:lnTo>
                      <a:pt x="-19" y="164848"/>
                    </a:lnTo>
                    <a:lnTo>
                      <a:pt x="-19" y="197804"/>
                    </a:lnTo>
                    <a:lnTo>
                      <a:pt x="-19" y="230761"/>
                    </a:lnTo>
                    <a:lnTo>
                      <a:pt x="-19" y="263717"/>
                    </a:lnTo>
                    <a:lnTo>
                      <a:pt x="-19" y="296674"/>
                    </a:lnTo>
                    <a:lnTo>
                      <a:pt x="-19" y="329630"/>
                    </a:lnTo>
                    <a:lnTo>
                      <a:pt x="-19" y="362596"/>
                    </a:lnTo>
                    <a:lnTo>
                      <a:pt x="-19" y="395553"/>
                    </a:lnTo>
                    <a:lnTo>
                      <a:pt x="-19" y="428510"/>
                    </a:lnTo>
                    <a:close/>
                  </a:path>
                </a:pathLst>
              </a:custGeom>
              <a:solidFill>
                <a:srgbClr val="BCBDB8"/>
              </a:solidFill>
              <a:ln w="9525" cap="flat">
                <a:noFill/>
                <a:prstDash val="solid"/>
                <a:round/>
              </a:ln>
            </p:spPr>
            <p:txBody>
              <a:bodyPr/>
              <a:lstStyle/>
              <a:p>
                <a:endParaRPr lang="zh-CN" altLang="en-US" sz="2190"/>
              </a:p>
            </p:txBody>
          </p:sp>
          <p:sp>
            <p:nvSpPr>
              <p:cNvPr id="1197" name="任意多边形: 形状 1196"/>
              <p:cNvSpPr/>
              <p:nvPr/>
            </p:nvSpPr>
            <p:spPr>
              <a:xfrm>
                <a:off x="3391362" y="6455297"/>
                <a:ext cx="438150" cy="495300"/>
              </a:xfrm>
              <a:custGeom>
                <a:avLst/>
                <a:gdLst>
                  <a:gd name="csX0" fmla="*/ 231496 w 438150"/>
                  <a:gd name="csY0" fmla="*/ 495270 h 495300"/>
                  <a:gd name="csX1" fmla="*/ 247431 w 438150"/>
                  <a:gd name="csY1" fmla="*/ 465819 h 495300"/>
                  <a:gd name="csX2" fmla="*/ 263281 w 438150"/>
                  <a:gd name="csY2" fmla="*/ 436377 h 495300"/>
                  <a:gd name="csX3" fmla="*/ 279216 w 438150"/>
                  <a:gd name="csY3" fmla="*/ 407021 h 495300"/>
                  <a:gd name="csX4" fmla="*/ 295066 w 438150"/>
                  <a:gd name="csY4" fmla="*/ 377570 h 495300"/>
                  <a:gd name="csX5" fmla="*/ 311001 w 438150"/>
                  <a:gd name="csY5" fmla="*/ 348119 h 495300"/>
                  <a:gd name="csX6" fmla="*/ 326841 w 438150"/>
                  <a:gd name="csY6" fmla="*/ 318677 h 495300"/>
                  <a:gd name="csX7" fmla="*/ 342786 w 438150"/>
                  <a:gd name="csY7" fmla="*/ 289320 h 495300"/>
                  <a:gd name="csX8" fmla="*/ 358626 w 438150"/>
                  <a:gd name="csY8" fmla="*/ 259869 h 495300"/>
                  <a:gd name="csX9" fmla="*/ 374561 w 438150"/>
                  <a:gd name="csY9" fmla="*/ 230418 h 495300"/>
                  <a:gd name="csX10" fmla="*/ 390411 w 438150"/>
                  <a:gd name="csY10" fmla="*/ 200976 h 495300"/>
                  <a:gd name="csX11" fmla="*/ 406346 w 438150"/>
                  <a:gd name="csY11" fmla="*/ 171611 h 495300"/>
                  <a:gd name="csX12" fmla="*/ 422196 w 438150"/>
                  <a:gd name="csY12" fmla="*/ 142169 h 495300"/>
                  <a:gd name="csX13" fmla="*/ 438131 w 438150"/>
                  <a:gd name="csY13" fmla="*/ 112717 h 495300"/>
                  <a:gd name="csX14" fmla="*/ 407413 w 438150"/>
                  <a:gd name="csY14" fmla="*/ 96887 h 495300"/>
                  <a:gd name="csX15" fmla="*/ 376161 w 438150"/>
                  <a:gd name="csY15" fmla="*/ 82209 h 495300"/>
                  <a:gd name="csX16" fmla="*/ 344462 w 438150"/>
                  <a:gd name="csY16" fmla="*/ 68683 h 495300"/>
                  <a:gd name="csX17" fmla="*/ 312239 w 438150"/>
                  <a:gd name="csY17" fmla="*/ 56386 h 495300"/>
                  <a:gd name="csX18" fmla="*/ 279568 w 438150"/>
                  <a:gd name="csY18" fmla="*/ 45157 h 495300"/>
                  <a:gd name="csX19" fmla="*/ 246545 w 438150"/>
                  <a:gd name="csY19" fmla="*/ 35250 h 495300"/>
                  <a:gd name="csX20" fmla="*/ 213169 w 438150"/>
                  <a:gd name="csY20" fmla="*/ 26497 h 495300"/>
                  <a:gd name="csX21" fmla="*/ 179442 w 438150"/>
                  <a:gd name="csY21" fmla="*/ 18982 h 495300"/>
                  <a:gd name="csX22" fmla="*/ 145533 w 438150"/>
                  <a:gd name="csY22" fmla="*/ 12619 h 495300"/>
                  <a:gd name="csX23" fmla="*/ 111357 w 438150"/>
                  <a:gd name="csY23" fmla="*/ 7571 h 495300"/>
                  <a:gd name="csX24" fmla="*/ 77095 w 438150"/>
                  <a:gd name="csY24" fmla="*/ 3770 h 495300"/>
                  <a:gd name="csX25" fmla="*/ 42653 w 438150"/>
                  <a:gd name="csY25" fmla="*/ 1294 h 495300"/>
                  <a:gd name="csX26" fmla="*/ 8125 w 438150"/>
                  <a:gd name="csY26" fmla="*/ -30 h 495300"/>
                  <a:gd name="csX27" fmla="*/ 7506 w 438150"/>
                  <a:gd name="csY27" fmla="*/ 33393 h 495300"/>
                  <a:gd name="csX28" fmla="*/ 6887 w 438150"/>
                  <a:gd name="csY28" fmla="*/ 66826 h 495300"/>
                  <a:gd name="csX29" fmla="*/ 6268 w 438150"/>
                  <a:gd name="csY29" fmla="*/ 100249 h 495300"/>
                  <a:gd name="csX30" fmla="*/ 5648 w 438150"/>
                  <a:gd name="csY30" fmla="*/ 133672 h 495300"/>
                  <a:gd name="csX31" fmla="*/ 5029 w 438150"/>
                  <a:gd name="csY31" fmla="*/ 167105 h 495300"/>
                  <a:gd name="csX32" fmla="*/ 4410 w 438150"/>
                  <a:gd name="csY32" fmla="*/ 200529 h 495300"/>
                  <a:gd name="csX33" fmla="*/ 3791 w 438150"/>
                  <a:gd name="csY33" fmla="*/ 233961 h 495300"/>
                  <a:gd name="csX34" fmla="*/ 3077 w 438150"/>
                  <a:gd name="csY34" fmla="*/ 267385 h 495300"/>
                  <a:gd name="csX35" fmla="*/ 2458 w 438150"/>
                  <a:gd name="csY35" fmla="*/ 300807 h 495300"/>
                  <a:gd name="csX36" fmla="*/ 1838 w 438150"/>
                  <a:gd name="csY36" fmla="*/ 334240 h 495300"/>
                  <a:gd name="csX37" fmla="*/ 1219 w 438150"/>
                  <a:gd name="csY37" fmla="*/ 367664 h 495300"/>
                  <a:gd name="csX38" fmla="*/ 600 w 438150"/>
                  <a:gd name="csY38" fmla="*/ 401096 h 495300"/>
                  <a:gd name="csX39" fmla="*/ -19 w 438150"/>
                  <a:gd name="csY39" fmla="*/ 434520 h 495300"/>
                  <a:gd name="csX40" fmla="*/ 34423 w 438150"/>
                  <a:gd name="csY40" fmla="*/ 436377 h 495300"/>
                  <a:gd name="csX41" fmla="*/ 68685 w 438150"/>
                  <a:gd name="csY41" fmla="*/ 440530 h 495300"/>
                  <a:gd name="csX42" fmla="*/ 102594 w 438150"/>
                  <a:gd name="csY42" fmla="*/ 446988 h 495300"/>
                  <a:gd name="csX43" fmla="*/ 135970 w 438150"/>
                  <a:gd name="csY43" fmla="*/ 455741 h 495300"/>
                  <a:gd name="csX44" fmla="*/ 168726 w 438150"/>
                  <a:gd name="csY44" fmla="*/ 466704 h 495300"/>
                  <a:gd name="csX45" fmla="*/ 200597 w 438150"/>
                  <a:gd name="csY45" fmla="*/ 479973 h 4953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438150" h="495300">
                    <a:moveTo>
                      <a:pt x="231496" y="495270"/>
                    </a:moveTo>
                    <a:lnTo>
                      <a:pt x="247431" y="465819"/>
                    </a:lnTo>
                    <a:lnTo>
                      <a:pt x="263281" y="436377"/>
                    </a:lnTo>
                    <a:lnTo>
                      <a:pt x="279216" y="407021"/>
                    </a:lnTo>
                    <a:lnTo>
                      <a:pt x="295066" y="377570"/>
                    </a:lnTo>
                    <a:lnTo>
                      <a:pt x="311001" y="348119"/>
                    </a:lnTo>
                    <a:lnTo>
                      <a:pt x="326841" y="318677"/>
                    </a:lnTo>
                    <a:lnTo>
                      <a:pt x="342786" y="289320"/>
                    </a:lnTo>
                    <a:lnTo>
                      <a:pt x="358626" y="259869"/>
                    </a:lnTo>
                    <a:lnTo>
                      <a:pt x="374561" y="230418"/>
                    </a:lnTo>
                    <a:lnTo>
                      <a:pt x="390411" y="200976"/>
                    </a:lnTo>
                    <a:lnTo>
                      <a:pt x="406346" y="171611"/>
                    </a:lnTo>
                    <a:lnTo>
                      <a:pt x="422196" y="142169"/>
                    </a:lnTo>
                    <a:lnTo>
                      <a:pt x="438131" y="112717"/>
                    </a:lnTo>
                    <a:lnTo>
                      <a:pt x="407413" y="96887"/>
                    </a:lnTo>
                    <a:lnTo>
                      <a:pt x="376161" y="82209"/>
                    </a:lnTo>
                    <a:lnTo>
                      <a:pt x="344462" y="68683"/>
                    </a:lnTo>
                    <a:lnTo>
                      <a:pt x="312239" y="56386"/>
                    </a:lnTo>
                    <a:lnTo>
                      <a:pt x="279568" y="45157"/>
                    </a:lnTo>
                    <a:lnTo>
                      <a:pt x="246545" y="35250"/>
                    </a:lnTo>
                    <a:lnTo>
                      <a:pt x="213169" y="26497"/>
                    </a:lnTo>
                    <a:lnTo>
                      <a:pt x="179442" y="18982"/>
                    </a:lnTo>
                    <a:lnTo>
                      <a:pt x="145533" y="12619"/>
                    </a:lnTo>
                    <a:lnTo>
                      <a:pt x="111357" y="7571"/>
                    </a:lnTo>
                    <a:lnTo>
                      <a:pt x="77095" y="3770"/>
                    </a:lnTo>
                    <a:lnTo>
                      <a:pt x="42653" y="1294"/>
                    </a:lnTo>
                    <a:lnTo>
                      <a:pt x="8125" y="-30"/>
                    </a:lnTo>
                    <a:lnTo>
                      <a:pt x="7506" y="33393"/>
                    </a:lnTo>
                    <a:lnTo>
                      <a:pt x="6887" y="66826"/>
                    </a:lnTo>
                    <a:lnTo>
                      <a:pt x="6268" y="100249"/>
                    </a:lnTo>
                    <a:lnTo>
                      <a:pt x="5648" y="133672"/>
                    </a:lnTo>
                    <a:lnTo>
                      <a:pt x="5029" y="167105"/>
                    </a:lnTo>
                    <a:lnTo>
                      <a:pt x="4410" y="200529"/>
                    </a:lnTo>
                    <a:lnTo>
                      <a:pt x="3791" y="233961"/>
                    </a:lnTo>
                    <a:lnTo>
                      <a:pt x="3077" y="267385"/>
                    </a:lnTo>
                    <a:lnTo>
                      <a:pt x="2458" y="300807"/>
                    </a:lnTo>
                    <a:lnTo>
                      <a:pt x="1838" y="334240"/>
                    </a:lnTo>
                    <a:lnTo>
                      <a:pt x="1219" y="367664"/>
                    </a:lnTo>
                    <a:lnTo>
                      <a:pt x="600" y="401096"/>
                    </a:lnTo>
                    <a:lnTo>
                      <a:pt x="-19" y="434520"/>
                    </a:lnTo>
                    <a:lnTo>
                      <a:pt x="34423" y="436377"/>
                    </a:lnTo>
                    <a:lnTo>
                      <a:pt x="68685" y="440530"/>
                    </a:lnTo>
                    <a:lnTo>
                      <a:pt x="102594" y="446988"/>
                    </a:lnTo>
                    <a:lnTo>
                      <a:pt x="135970" y="455741"/>
                    </a:lnTo>
                    <a:lnTo>
                      <a:pt x="168726" y="466704"/>
                    </a:lnTo>
                    <a:lnTo>
                      <a:pt x="200597" y="479973"/>
                    </a:lnTo>
                    <a:close/>
                  </a:path>
                </a:pathLst>
              </a:custGeom>
              <a:solidFill>
                <a:srgbClr val="E63946"/>
              </a:solidFill>
              <a:ln w="9525" cap="flat">
                <a:noFill/>
                <a:prstDash val="solid"/>
                <a:round/>
              </a:ln>
            </p:spPr>
            <p:txBody>
              <a:bodyPr/>
              <a:lstStyle/>
              <a:p>
                <a:endParaRPr lang="zh-CN" altLang="en-US" sz="2190"/>
              </a:p>
            </p:txBody>
          </p:sp>
          <p:sp>
            <p:nvSpPr>
              <p:cNvPr id="1198" name="任意多边形: 形状 1197"/>
              <p:cNvSpPr/>
              <p:nvPr/>
            </p:nvSpPr>
            <p:spPr>
              <a:xfrm>
                <a:off x="3619962" y="6569597"/>
                <a:ext cx="704850" cy="990600"/>
              </a:xfrm>
              <a:custGeom>
                <a:avLst/>
                <a:gdLst>
                  <a:gd name="csX0" fmla="*/ 259471 w 704850"/>
                  <a:gd name="csY0" fmla="*/ 912913 h 990600"/>
                  <a:gd name="csX1" fmla="*/ 292561 w 704850"/>
                  <a:gd name="csY1" fmla="*/ 918876 h 990600"/>
                  <a:gd name="csX2" fmla="*/ 325641 w 704850"/>
                  <a:gd name="csY2" fmla="*/ 924847 h 990600"/>
                  <a:gd name="csX3" fmla="*/ 358721 w 704850"/>
                  <a:gd name="csY3" fmla="*/ 930810 h 990600"/>
                  <a:gd name="csX4" fmla="*/ 391801 w 704850"/>
                  <a:gd name="csY4" fmla="*/ 936783 h 990600"/>
                  <a:gd name="csX5" fmla="*/ 424882 w 704850"/>
                  <a:gd name="csY5" fmla="*/ 942745 h 990600"/>
                  <a:gd name="csX6" fmla="*/ 457876 w 704850"/>
                  <a:gd name="csY6" fmla="*/ 948717 h 990600"/>
                  <a:gd name="csX7" fmla="*/ 490957 w 704850"/>
                  <a:gd name="csY7" fmla="*/ 954680 h 990600"/>
                  <a:gd name="csX8" fmla="*/ 524037 w 704850"/>
                  <a:gd name="csY8" fmla="*/ 960652 h 990600"/>
                  <a:gd name="csX9" fmla="*/ 557117 w 704850"/>
                  <a:gd name="csY9" fmla="*/ 966615 h 990600"/>
                  <a:gd name="csX10" fmla="*/ 590198 w 704850"/>
                  <a:gd name="csY10" fmla="*/ 972672 h 990600"/>
                  <a:gd name="csX11" fmla="*/ 623287 w 704850"/>
                  <a:gd name="csY11" fmla="*/ 978635 h 990600"/>
                  <a:gd name="csX12" fmla="*/ 656368 w 704850"/>
                  <a:gd name="csY12" fmla="*/ 984608 h 990600"/>
                  <a:gd name="csX13" fmla="*/ 689448 w 704850"/>
                  <a:gd name="csY13" fmla="*/ 990570 h 990600"/>
                  <a:gd name="csX14" fmla="*/ 694782 w 704850"/>
                  <a:gd name="csY14" fmla="*/ 958366 h 990600"/>
                  <a:gd name="csX15" fmla="*/ 699049 w 704850"/>
                  <a:gd name="csY15" fmla="*/ 925990 h 990600"/>
                  <a:gd name="csX16" fmla="*/ 702164 w 704850"/>
                  <a:gd name="csY16" fmla="*/ 893520 h 990600"/>
                  <a:gd name="csX17" fmla="*/ 704117 w 704850"/>
                  <a:gd name="csY17" fmla="*/ 860963 h 990600"/>
                  <a:gd name="csX18" fmla="*/ 704831 w 704850"/>
                  <a:gd name="csY18" fmla="*/ 828321 h 990600"/>
                  <a:gd name="csX19" fmla="*/ 704479 w 704850"/>
                  <a:gd name="csY19" fmla="*/ 795679 h 990600"/>
                  <a:gd name="csX20" fmla="*/ 702964 w 704850"/>
                  <a:gd name="csY20" fmla="*/ 763122 h 990600"/>
                  <a:gd name="csX21" fmla="*/ 700297 w 704850"/>
                  <a:gd name="csY21" fmla="*/ 730566 h 990600"/>
                  <a:gd name="csX22" fmla="*/ 696468 w 704850"/>
                  <a:gd name="csY22" fmla="*/ 698191 h 990600"/>
                  <a:gd name="csX23" fmla="*/ 691496 w 704850"/>
                  <a:gd name="csY23" fmla="*/ 665901 h 990600"/>
                  <a:gd name="csX24" fmla="*/ 685448 w 704850"/>
                  <a:gd name="csY24" fmla="*/ 633869 h 990600"/>
                  <a:gd name="csX25" fmla="*/ 678152 w 704850"/>
                  <a:gd name="csY25" fmla="*/ 602016 h 990600"/>
                  <a:gd name="csX26" fmla="*/ 669798 w 704850"/>
                  <a:gd name="csY26" fmla="*/ 570432 h 990600"/>
                  <a:gd name="csX27" fmla="*/ 660368 w 704850"/>
                  <a:gd name="csY27" fmla="*/ 539190 h 990600"/>
                  <a:gd name="csX28" fmla="*/ 649786 w 704850"/>
                  <a:gd name="csY28" fmla="*/ 508300 h 990600"/>
                  <a:gd name="csX29" fmla="*/ 638137 w 704850"/>
                  <a:gd name="csY29" fmla="*/ 477763 h 990600"/>
                  <a:gd name="csX30" fmla="*/ 625421 w 704850"/>
                  <a:gd name="csY30" fmla="*/ 447664 h 990600"/>
                  <a:gd name="csX31" fmla="*/ 611638 w 704850"/>
                  <a:gd name="csY31" fmla="*/ 418003 h 990600"/>
                  <a:gd name="csX32" fmla="*/ 596779 w 704850"/>
                  <a:gd name="csY32" fmla="*/ 388790 h 990600"/>
                  <a:gd name="csX33" fmla="*/ 580949 w 704850"/>
                  <a:gd name="csY33" fmla="*/ 360177 h 990600"/>
                  <a:gd name="csX34" fmla="*/ 564061 w 704850"/>
                  <a:gd name="csY34" fmla="*/ 332097 h 990600"/>
                  <a:gd name="csX35" fmla="*/ 546268 w 704850"/>
                  <a:gd name="csY35" fmla="*/ 304637 h 990600"/>
                  <a:gd name="csX36" fmla="*/ 527418 w 704850"/>
                  <a:gd name="csY36" fmla="*/ 277786 h 990600"/>
                  <a:gd name="csX37" fmla="*/ 507673 w 704850"/>
                  <a:gd name="csY37" fmla="*/ 251630 h 990600"/>
                  <a:gd name="csX38" fmla="*/ 487042 w 704850"/>
                  <a:gd name="csY38" fmla="*/ 226189 h 990600"/>
                  <a:gd name="csX39" fmla="*/ 465525 w 704850"/>
                  <a:gd name="csY39" fmla="*/ 201443 h 990600"/>
                  <a:gd name="csX40" fmla="*/ 443113 w 704850"/>
                  <a:gd name="csY40" fmla="*/ 177402 h 990600"/>
                  <a:gd name="csX41" fmla="*/ 419900 w 704850"/>
                  <a:gd name="csY41" fmla="*/ 154237 h 990600"/>
                  <a:gd name="csX42" fmla="*/ 395802 w 704850"/>
                  <a:gd name="csY42" fmla="*/ 131767 h 990600"/>
                  <a:gd name="csX43" fmla="*/ 370989 w 704850"/>
                  <a:gd name="csY43" fmla="*/ 110270 h 990600"/>
                  <a:gd name="csX44" fmla="*/ 345472 w 704850"/>
                  <a:gd name="csY44" fmla="*/ 89562 h 990600"/>
                  <a:gd name="csX45" fmla="*/ 319145 w 704850"/>
                  <a:gd name="csY45" fmla="*/ 69731 h 990600"/>
                  <a:gd name="csX46" fmla="*/ 292198 w 704850"/>
                  <a:gd name="csY46" fmla="*/ 50862 h 990600"/>
                  <a:gd name="csX47" fmla="*/ 264547 w 704850"/>
                  <a:gd name="csY47" fmla="*/ 32964 h 990600"/>
                  <a:gd name="csX48" fmla="*/ 236353 w 704850"/>
                  <a:gd name="csY48" fmla="*/ 15943 h 990600"/>
                  <a:gd name="csX49" fmla="*/ 207540 w 704850"/>
                  <a:gd name="csY49" fmla="*/ -30 h 990600"/>
                  <a:gd name="csX50" fmla="*/ 191538 w 704850"/>
                  <a:gd name="csY50" fmla="*/ 29193 h 990600"/>
                  <a:gd name="csX51" fmla="*/ 175612 w 704850"/>
                  <a:gd name="csY51" fmla="*/ 58415 h 990600"/>
                  <a:gd name="csX52" fmla="*/ 159611 w 704850"/>
                  <a:gd name="csY52" fmla="*/ 87543 h 990600"/>
                  <a:gd name="csX53" fmla="*/ 143694 w 704850"/>
                  <a:gd name="csY53" fmla="*/ 116766 h 990600"/>
                  <a:gd name="csX54" fmla="*/ 127683 w 704850"/>
                  <a:gd name="csY54" fmla="*/ 145988 h 990600"/>
                  <a:gd name="csX55" fmla="*/ 111766 w 704850"/>
                  <a:gd name="csY55" fmla="*/ 175201 h 990600"/>
                  <a:gd name="csX56" fmla="*/ 95755 w 704850"/>
                  <a:gd name="csY56" fmla="*/ 204338 h 990600"/>
                  <a:gd name="csX57" fmla="*/ 79839 w 704850"/>
                  <a:gd name="csY57" fmla="*/ 233561 h 990600"/>
                  <a:gd name="csX58" fmla="*/ 63837 w 704850"/>
                  <a:gd name="csY58" fmla="*/ 262774 h 990600"/>
                  <a:gd name="csX59" fmla="*/ 47911 w 704850"/>
                  <a:gd name="csY59" fmla="*/ 291997 h 990600"/>
                  <a:gd name="csX60" fmla="*/ 31909 w 704850"/>
                  <a:gd name="csY60" fmla="*/ 321134 h 990600"/>
                  <a:gd name="csX61" fmla="*/ 15993 w 704850"/>
                  <a:gd name="csY61" fmla="*/ 350357 h 990600"/>
                  <a:gd name="csX62" fmla="*/ -19 w 704850"/>
                  <a:gd name="csY62" fmla="*/ 379570 h 990600"/>
                  <a:gd name="csX63" fmla="*/ 29147 w 704850"/>
                  <a:gd name="csY63" fmla="*/ 396334 h 990600"/>
                  <a:gd name="csX64" fmla="*/ 57074 w 704850"/>
                  <a:gd name="csY64" fmla="*/ 414936 h 990600"/>
                  <a:gd name="csX65" fmla="*/ 83754 w 704850"/>
                  <a:gd name="csY65" fmla="*/ 435377 h 990600"/>
                  <a:gd name="csX66" fmla="*/ 108919 w 704850"/>
                  <a:gd name="csY66" fmla="*/ 457494 h 990600"/>
                  <a:gd name="csX67" fmla="*/ 132578 w 704850"/>
                  <a:gd name="csY67" fmla="*/ 481183 h 990600"/>
                  <a:gd name="csX68" fmla="*/ 154629 w 704850"/>
                  <a:gd name="csY68" fmla="*/ 506366 h 990600"/>
                  <a:gd name="csX69" fmla="*/ 174993 w 704850"/>
                  <a:gd name="csY69" fmla="*/ 532960 h 990600"/>
                  <a:gd name="csX70" fmla="*/ 193405 w 704850"/>
                  <a:gd name="csY70" fmla="*/ 560774 h 990600"/>
                  <a:gd name="csX71" fmla="*/ 210036 w 704850"/>
                  <a:gd name="csY71" fmla="*/ 589729 h 990600"/>
                  <a:gd name="csX72" fmla="*/ 224619 w 704850"/>
                  <a:gd name="csY72" fmla="*/ 619743 h 990600"/>
                  <a:gd name="csX73" fmla="*/ 237153 w 704850"/>
                  <a:gd name="csY73" fmla="*/ 650632 h 990600"/>
                  <a:gd name="csX74" fmla="*/ 247650 w 704850"/>
                  <a:gd name="csY74" fmla="*/ 682303 h 990600"/>
                  <a:gd name="csX75" fmla="*/ 255918 w 704850"/>
                  <a:gd name="csY75" fmla="*/ 714507 h 990600"/>
                  <a:gd name="csX76" fmla="*/ 262052 w 704850"/>
                  <a:gd name="csY76" fmla="*/ 747244 h 990600"/>
                  <a:gd name="csX77" fmla="*/ 266052 w 704850"/>
                  <a:gd name="csY77" fmla="*/ 780325 h 990600"/>
                  <a:gd name="csX78" fmla="*/ 267748 w 704850"/>
                  <a:gd name="csY78" fmla="*/ 813577 h 990600"/>
                  <a:gd name="csX79" fmla="*/ 267214 w 704850"/>
                  <a:gd name="csY79" fmla="*/ 846838 h 990600"/>
                  <a:gd name="csX80" fmla="*/ 264452 w 704850"/>
                  <a:gd name="csY80" fmla="*/ 880004 h 990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704850" h="990600">
                    <a:moveTo>
                      <a:pt x="259471" y="912913"/>
                    </a:moveTo>
                    <a:lnTo>
                      <a:pt x="292561" y="918876"/>
                    </a:lnTo>
                    <a:lnTo>
                      <a:pt x="325641" y="924847"/>
                    </a:lnTo>
                    <a:lnTo>
                      <a:pt x="358721" y="930810"/>
                    </a:lnTo>
                    <a:lnTo>
                      <a:pt x="391801" y="936783"/>
                    </a:lnTo>
                    <a:lnTo>
                      <a:pt x="424882" y="942745"/>
                    </a:lnTo>
                    <a:lnTo>
                      <a:pt x="457876" y="948717"/>
                    </a:lnTo>
                    <a:lnTo>
                      <a:pt x="490957" y="954680"/>
                    </a:lnTo>
                    <a:lnTo>
                      <a:pt x="524037" y="960652"/>
                    </a:lnTo>
                    <a:lnTo>
                      <a:pt x="557117" y="966615"/>
                    </a:lnTo>
                    <a:lnTo>
                      <a:pt x="590198" y="972672"/>
                    </a:lnTo>
                    <a:lnTo>
                      <a:pt x="623287" y="978635"/>
                    </a:lnTo>
                    <a:lnTo>
                      <a:pt x="656368" y="984608"/>
                    </a:lnTo>
                    <a:lnTo>
                      <a:pt x="689448" y="990570"/>
                    </a:lnTo>
                    <a:lnTo>
                      <a:pt x="694782" y="958366"/>
                    </a:lnTo>
                    <a:lnTo>
                      <a:pt x="699049" y="925990"/>
                    </a:lnTo>
                    <a:lnTo>
                      <a:pt x="702164" y="893520"/>
                    </a:lnTo>
                    <a:lnTo>
                      <a:pt x="704117" y="860963"/>
                    </a:lnTo>
                    <a:lnTo>
                      <a:pt x="704831" y="828321"/>
                    </a:lnTo>
                    <a:lnTo>
                      <a:pt x="704479" y="795679"/>
                    </a:lnTo>
                    <a:lnTo>
                      <a:pt x="702964" y="763122"/>
                    </a:lnTo>
                    <a:lnTo>
                      <a:pt x="700297" y="730566"/>
                    </a:lnTo>
                    <a:lnTo>
                      <a:pt x="696468" y="698191"/>
                    </a:lnTo>
                    <a:lnTo>
                      <a:pt x="691496" y="665901"/>
                    </a:lnTo>
                    <a:lnTo>
                      <a:pt x="685448" y="633869"/>
                    </a:lnTo>
                    <a:lnTo>
                      <a:pt x="678152" y="602016"/>
                    </a:lnTo>
                    <a:lnTo>
                      <a:pt x="669798" y="570432"/>
                    </a:lnTo>
                    <a:lnTo>
                      <a:pt x="660368" y="539190"/>
                    </a:lnTo>
                    <a:lnTo>
                      <a:pt x="649786" y="508300"/>
                    </a:lnTo>
                    <a:lnTo>
                      <a:pt x="638137" y="477763"/>
                    </a:lnTo>
                    <a:lnTo>
                      <a:pt x="625421" y="447664"/>
                    </a:lnTo>
                    <a:lnTo>
                      <a:pt x="611638" y="418003"/>
                    </a:lnTo>
                    <a:lnTo>
                      <a:pt x="596779" y="388790"/>
                    </a:lnTo>
                    <a:lnTo>
                      <a:pt x="580949" y="360177"/>
                    </a:lnTo>
                    <a:lnTo>
                      <a:pt x="564061" y="332097"/>
                    </a:lnTo>
                    <a:lnTo>
                      <a:pt x="546268" y="304637"/>
                    </a:lnTo>
                    <a:lnTo>
                      <a:pt x="527418" y="277786"/>
                    </a:lnTo>
                    <a:lnTo>
                      <a:pt x="507673" y="251630"/>
                    </a:lnTo>
                    <a:lnTo>
                      <a:pt x="487042" y="226189"/>
                    </a:lnTo>
                    <a:lnTo>
                      <a:pt x="465525" y="201443"/>
                    </a:lnTo>
                    <a:lnTo>
                      <a:pt x="443113" y="177402"/>
                    </a:lnTo>
                    <a:lnTo>
                      <a:pt x="419900" y="154237"/>
                    </a:lnTo>
                    <a:lnTo>
                      <a:pt x="395802" y="131767"/>
                    </a:lnTo>
                    <a:lnTo>
                      <a:pt x="370989" y="110270"/>
                    </a:lnTo>
                    <a:lnTo>
                      <a:pt x="345472" y="89562"/>
                    </a:lnTo>
                    <a:lnTo>
                      <a:pt x="319145" y="69731"/>
                    </a:lnTo>
                    <a:lnTo>
                      <a:pt x="292198" y="50862"/>
                    </a:lnTo>
                    <a:lnTo>
                      <a:pt x="264547" y="32964"/>
                    </a:lnTo>
                    <a:lnTo>
                      <a:pt x="236353" y="15943"/>
                    </a:lnTo>
                    <a:lnTo>
                      <a:pt x="207540" y="-30"/>
                    </a:lnTo>
                    <a:lnTo>
                      <a:pt x="191538" y="29193"/>
                    </a:lnTo>
                    <a:lnTo>
                      <a:pt x="175612" y="58415"/>
                    </a:lnTo>
                    <a:lnTo>
                      <a:pt x="159611" y="87543"/>
                    </a:lnTo>
                    <a:lnTo>
                      <a:pt x="143694" y="116766"/>
                    </a:lnTo>
                    <a:lnTo>
                      <a:pt x="127683" y="145988"/>
                    </a:lnTo>
                    <a:lnTo>
                      <a:pt x="111766" y="175201"/>
                    </a:lnTo>
                    <a:lnTo>
                      <a:pt x="95755" y="204338"/>
                    </a:lnTo>
                    <a:lnTo>
                      <a:pt x="79839" y="233561"/>
                    </a:lnTo>
                    <a:lnTo>
                      <a:pt x="63837" y="262774"/>
                    </a:lnTo>
                    <a:lnTo>
                      <a:pt x="47911" y="291997"/>
                    </a:lnTo>
                    <a:lnTo>
                      <a:pt x="31909" y="321134"/>
                    </a:lnTo>
                    <a:lnTo>
                      <a:pt x="15993" y="350357"/>
                    </a:lnTo>
                    <a:lnTo>
                      <a:pt x="-19" y="379570"/>
                    </a:lnTo>
                    <a:lnTo>
                      <a:pt x="29147" y="396334"/>
                    </a:lnTo>
                    <a:lnTo>
                      <a:pt x="57074" y="414936"/>
                    </a:lnTo>
                    <a:lnTo>
                      <a:pt x="83754" y="435377"/>
                    </a:lnTo>
                    <a:lnTo>
                      <a:pt x="108919" y="457494"/>
                    </a:lnTo>
                    <a:lnTo>
                      <a:pt x="132578" y="481183"/>
                    </a:lnTo>
                    <a:lnTo>
                      <a:pt x="154629" y="506366"/>
                    </a:lnTo>
                    <a:lnTo>
                      <a:pt x="174993" y="532960"/>
                    </a:lnTo>
                    <a:lnTo>
                      <a:pt x="193405" y="560774"/>
                    </a:lnTo>
                    <a:lnTo>
                      <a:pt x="210036" y="589729"/>
                    </a:lnTo>
                    <a:lnTo>
                      <a:pt x="224619" y="619743"/>
                    </a:lnTo>
                    <a:lnTo>
                      <a:pt x="237153" y="650632"/>
                    </a:lnTo>
                    <a:lnTo>
                      <a:pt x="247650" y="682303"/>
                    </a:lnTo>
                    <a:lnTo>
                      <a:pt x="255918" y="714507"/>
                    </a:lnTo>
                    <a:lnTo>
                      <a:pt x="262052" y="747244"/>
                    </a:lnTo>
                    <a:lnTo>
                      <a:pt x="266052" y="780325"/>
                    </a:lnTo>
                    <a:lnTo>
                      <a:pt x="267748" y="813577"/>
                    </a:lnTo>
                    <a:lnTo>
                      <a:pt x="267214" y="846838"/>
                    </a:lnTo>
                    <a:lnTo>
                      <a:pt x="264452" y="880004"/>
                    </a:lnTo>
                    <a:close/>
                  </a:path>
                </a:pathLst>
              </a:custGeom>
              <a:solidFill>
                <a:srgbClr val="457B9D"/>
              </a:solidFill>
              <a:ln w="9525" cap="flat">
                <a:noFill/>
                <a:prstDash val="solid"/>
                <a:round/>
              </a:ln>
            </p:spPr>
            <p:txBody>
              <a:bodyPr/>
              <a:lstStyle/>
              <a:p>
                <a:endParaRPr lang="zh-CN" altLang="en-US" sz="2190"/>
              </a:p>
            </p:txBody>
          </p:sp>
          <p:sp>
            <p:nvSpPr>
              <p:cNvPr id="1199" name="任意多边形: 形状 1198"/>
              <p:cNvSpPr/>
              <p:nvPr/>
            </p:nvSpPr>
            <p:spPr>
              <a:xfrm>
                <a:off x="3505662" y="7474472"/>
                <a:ext cx="800100" cy="819150"/>
              </a:xfrm>
              <a:custGeom>
                <a:avLst/>
                <a:gdLst>
                  <a:gd name="csX0" fmla="*/ -19 w 800100"/>
                  <a:gd name="csY0" fmla="*/ 399106 h 819150"/>
                  <a:gd name="csX1" fmla="*/ 8182 w 800100"/>
                  <a:gd name="csY1" fmla="*/ 431443 h 819150"/>
                  <a:gd name="csX2" fmla="*/ 16288 w 800100"/>
                  <a:gd name="csY2" fmla="*/ 463704 h 819150"/>
                  <a:gd name="csX3" fmla="*/ 24489 w 800100"/>
                  <a:gd name="csY3" fmla="*/ 496041 h 819150"/>
                  <a:gd name="csX4" fmla="*/ 32604 w 800100"/>
                  <a:gd name="csY4" fmla="*/ 528293 h 819150"/>
                  <a:gd name="csX5" fmla="*/ 40710 w 800100"/>
                  <a:gd name="csY5" fmla="*/ 560640 h 819150"/>
                  <a:gd name="csX6" fmla="*/ 48911 w 800100"/>
                  <a:gd name="csY6" fmla="*/ 592987 h 819150"/>
                  <a:gd name="csX7" fmla="*/ 57026 w 800100"/>
                  <a:gd name="csY7" fmla="*/ 625239 h 819150"/>
                  <a:gd name="csX8" fmla="*/ 65132 w 800100"/>
                  <a:gd name="csY8" fmla="*/ 657586 h 819150"/>
                  <a:gd name="csX9" fmla="*/ 73333 w 800100"/>
                  <a:gd name="csY9" fmla="*/ 689923 h 819150"/>
                  <a:gd name="csX10" fmla="*/ 81448 w 800100"/>
                  <a:gd name="csY10" fmla="*/ 722175 h 819150"/>
                  <a:gd name="csX11" fmla="*/ 89554 w 800100"/>
                  <a:gd name="csY11" fmla="*/ 754522 h 819150"/>
                  <a:gd name="csX12" fmla="*/ 97755 w 800100"/>
                  <a:gd name="csY12" fmla="*/ 786773 h 819150"/>
                  <a:gd name="csX13" fmla="*/ 105870 w 800100"/>
                  <a:gd name="csY13" fmla="*/ 819120 h 819150"/>
                  <a:gd name="csX14" fmla="*/ 138227 w 800100"/>
                  <a:gd name="csY14" fmla="*/ 810395 h 819150"/>
                  <a:gd name="csX15" fmla="*/ 170317 w 800100"/>
                  <a:gd name="csY15" fmla="*/ 800442 h 819150"/>
                  <a:gd name="csX16" fmla="*/ 201968 w 800100"/>
                  <a:gd name="csY16" fmla="*/ 789421 h 819150"/>
                  <a:gd name="csX17" fmla="*/ 233182 w 800100"/>
                  <a:gd name="csY17" fmla="*/ 777172 h 819150"/>
                  <a:gd name="csX18" fmla="*/ 263947 w 800100"/>
                  <a:gd name="csY18" fmla="*/ 763951 h 819150"/>
                  <a:gd name="csX19" fmla="*/ 294275 w 800100"/>
                  <a:gd name="csY19" fmla="*/ 749502 h 819150"/>
                  <a:gd name="csX20" fmla="*/ 324079 w 800100"/>
                  <a:gd name="csY20" fmla="*/ 734081 h 819150"/>
                  <a:gd name="csX21" fmla="*/ 353263 w 800100"/>
                  <a:gd name="csY21" fmla="*/ 717593 h 819150"/>
                  <a:gd name="csX22" fmla="*/ 381829 w 800100"/>
                  <a:gd name="csY22" fmla="*/ 700058 h 819150"/>
                  <a:gd name="csX23" fmla="*/ 409775 w 800100"/>
                  <a:gd name="csY23" fmla="*/ 681464 h 819150"/>
                  <a:gd name="csX24" fmla="*/ 437017 w 800100"/>
                  <a:gd name="csY24" fmla="*/ 661986 h 819150"/>
                  <a:gd name="csX25" fmla="*/ 463553 w 800100"/>
                  <a:gd name="csY25" fmla="*/ 641450 h 819150"/>
                  <a:gd name="csX26" fmla="*/ 489385 w 800100"/>
                  <a:gd name="csY26" fmla="*/ 620038 h 819150"/>
                  <a:gd name="csX27" fmla="*/ 514341 w 800100"/>
                  <a:gd name="csY27" fmla="*/ 597740 h 819150"/>
                  <a:gd name="csX28" fmla="*/ 538582 w 800100"/>
                  <a:gd name="csY28" fmla="*/ 574480 h 819150"/>
                  <a:gd name="csX29" fmla="*/ 561946 w 800100"/>
                  <a:gd name="csY29" fmla="*/ 550420 h 819150"/>
                  <a:gd name="csX30" fmla="*/ 584426 w 800100"/>
                  <a:gd name="csY30" fmla="*/ 525569 h 819150"/>
                  <a:gd name="csX31" fmla="*/ 605943 w 800100"/>
                  <a:gd name="csY31" fmla="*/ 499918 h 819150"/>
                  <a:gd name="csX32" fmla="*/ 626574 w 800100"/>
                  <a:gd name="csY32" fmla="*/ 473486 h 819150"/>
                  <a:gd name="csX33" fmla="*/ 646319 w 800100"/>
                  <a:gd name="csY33" fmla="*/ 446340 h 819150"/>
                  <a:gd name="csX34" fmla="*/ 665007 w 800100"/>
                  <a:gd name="csY34" fmla="*/ 418575 h 819150"/>
                  <a:gd name="csX35" fmla="*/ 682733 w 800100"/>
                  <a:gd name="csY35" fmla="*/ 390028 h 819150"/>
                  <a:gd name="csX36" fmla="*/ 699392 w 800100"/>
                  <a:gd name="csY36" fmla="*/ 360939 h 819150"/>
                  <a:gd name="csX37" fmla="*/ 715004 w 800100"/>
                  <a:gd name="csY37" fmla="*/ 331335 h 819150"/>
                  <a:gd name="csX38" fmla="*/ 729548 w 800100"/>
                  <a:gd name="csY38" fmla="*/ 301103 h 819150"/>
                  <a:gd name="csX39" fmla="*/ 743036 w 800100"/>
                  <a:gd name="csY39" fmla="*/ 270433 h 819150"/>
                  <a:gd name="csX40" fmla="*/ 755380 w 800100"/>
                  <a:gd name="csY40" fmla="*/ 239238 h 819150"/>
                  <a:gd name="csX41" fmla="*/ 766582 w 800100"/>
                  <a:gd name="csY41" fmla="*/ 207691 h 819150"/>
                  <a:gd name="csX42" fmla="*/ 776716 w 800100"/>
                  <a:gd name="csY42" fmla="*/ 175696 h 819150"/>
                  <a:gd name="csX43" fmla="*/ 785622 w 800100"/>
                  <a:gd name="csY43" fmla="*/ 143350 h 819150"/>
                  <a:gd name="csX44" fmla="*/ 793471 w 800100"/>
                  <a:gd name="csY44" fmla="*/ 110746 h 819150"/>
                  <a:gd name="csX45" fmla="*/ 800081 w 800100"/>
                  <a:gd name="csY45" fmla="*/ 77961 h 819150"/>
                  <a:gd name="csX46" fmla="*/ 767287 w 800100"/>
                  <a:gd name="csY46" fmla="*/ 71970 h 819150"/>
                  <a:gd name="csX47" fmla="*/ 734482 w 800100"/>
                  <a:gd name="csY47" fmla="*/ 65978 h 819150"/>
                  <a:gd name="csX48" fmla="*/ 701688 w 800100"/>
                  <a:gd name="csY48" fmla="*/ 59987 h 819150"/>
                  <a:gd name="csX49" fmla="*/ 668893 w 800100"/>
                  <a:gd name="csY49" fmla="*/ 53900 h 819150"/>
                  <a:gd name="csX50" fmla="*/ 636089 w 800100"/>
                  <a:gd name="csY50" fmla="*/ 47910 h 819150"/>
                  <a:gd name="csX51" fmla="*/ 603294 w 800100"/>
                  <a:gd name="csY51" fmla="*/ 41918 h 819150"/>
                  <a:gd name="csX52" fmla="*/ 570500 w 800100"/>
                  <a:gd name="csY52" fmla="*/ 35927 h 819150"/>
                  <a:gd name="csX53" fmla="*/ 537791 w 800100"/>
                  <a:gd name="csY53" fmla="*/ 29936 h 819150"/>
                  <a:gd name="csX54" fmla="*/ 504996 w 800100"/>
                  <a:gd name="csY54" fmla="*/ 23945 h 819150"/>
                  <a:gd name="csX55" fmla="*/ 472192 w 800100"/>
                  <a:gd name="csY55" fmla="*/ 17953 h 819150"/>
                  <a:gd name="csX56" fmla="*/ 439398 w 800100"/>
                  <a:gd name="csY56" fmla="*/ 11952 h 819150"/>
                  <a:gd name="csX57" fmla="*/ 406603 w 800100"/>
                  <a:gd name="csY57" fmla="*/ 5961 h 819150"/>
                  <a:gd name="csX58" fmla="*/ 373799 w 800100"/>
                  <a:gd name="csY58" fmla="*/ -30 h 819150"/>
                  <a:gd name="csX59" fmla="*/ 366570 w 800100"/>
                  <a:gd name="csY59" fmla="*/ 33193 h 819150"/>
                  <a:gd name="csX60" fmla="*/ 357140 w 800100"/>
                  <a:gd name="csY60" fmla="*/ 65797 h 819150"/>
                  <a:gd name="csX61" fmla="*/ 345500 w 800100"/>
                  <a:gd name="csY61" fmla="*/ 97706 h 819150"/>
                  <a:gd name="csX62" fmla="*/ 331746 w 800100"/>
                  <a:gd name="csY62" fmla="*/ 128814 h 819150"/>
                  <a:gd name="csX63" fmla="*/ 315963 w 800100"/>
                  <a:gd name="csY63" fmla="*/ 158866 h 819150"/>
                  <a:gd name="csX64" fmla="*/ 298151 w 800100"/>
                  <a:gd name="csY64" fmla="*/ 187860 h 819150"/>
                  <a:gd name="csX65" fmla="*/ 278492 w 800100"/>
                  <a:gd name="csY65" fmla="*/ 215530 h 819150"/>
                  <a:gd name="csX66" fmla="*/ 256985 w 800100"/>
                  <a:gd name="csY66" fmla="*/ 241886 h 819150"/>
                  <a:gd name="csX67" fmla="*/ 233705 w 800100"/>
                  <a:gd name="csY67" fmla="*/ 266642 h 819150"/>
                  <a:gd name="csX68" fmla="*/ 208931 w 800100"/>
                  <a:gd name="csY68" fmla="*/ 289826 h 819150"/>
                  <a:gd name="csX69" fmla="*/ 182575 w 800100"/>
                  <a:gd name="csY69" fmla="*/ 311323 h 819150"/>
                  <a:gd name="csX70" fmla="*/ 154800 w 800100"/>
                  <a:gd name="csY70" fmla="*/ 330888 h 819150"/>
                  <a:gd name="csX71" fmla="*/ 125882 w 800100"/>
                  <a:gd name="csY71" fmla="*/ 348690 h 819150"/>
                  <a:gd name="csX72" fmla="*/ 95726 w 800100"/>
                  <a:gd name="csY72" fmla="*/ 364473 h 819150"/>
                  <a:gd name="csX73" fmla="*/ 64608 w 800100"/>
                  <a:gd name="csY73" fmla="*/ 378132 h 819150"/>
                  <a:gd name="csX74" fmla="*/ 32690 w 800100"/>
                  <a:gd name="csY74" fmla="*/ 389676 h 819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800100" h="819150">
                    <a:moveTo>
                      <a:pt x="-19" y="399106"/>
                    </a:moveTo>
                    <a:lnTo>
                      <a:pt x="8182" y="431443"/>
                    </a:lnTo>
                    <a:lnTo>
                      <a:pt x="16288" y="463704"/>
                    </a:lnTo>
                    <a:lnTo>
                      <a:pt x="24489" y="496041"/>
                    </a:lnTo>
                    <a:lnTo>
                      <a:pt x="32604" y="528293"/>
                    </a:lnTo>
                    <a:lnTo>
                      <a:pt x="40710" y="560640"/>
                    </a:lnTo>
                    <a:lnTo>
                      <a:pt x="48911" y="592987"/>
                    </a:lnTo>
                    <a:lnTo>
                      <a:pt x="57026" y="625239"/>
                    </a:lnTo>
                    <a:lnTo>
                      <a:pt x="65132" y="657586"/>
                    </a:lnTo>
                    <a:lnTo>
                      <a:pt x="73333" y="689923"/>
                    </a:lnTo>
                    <a:lnTo>
                      <a:pt x="81448" y="722175"/>
                    </a:lnTo>
                    <a:lnTo>
                      <a:pt x="89554" y="754522"/>
                    </a:lnTo>
                    <a:lnTo>
                      <a:pt x="97755" y="786773"/>
                    </a:lnTo>
                    <a:lnTo>
                      <a:pt x="105870" y="819120"/>
                    </a:lnTo>
                    <a:lnTo>
                      <a:pt x="138227" y="810395"/>
                    </a:lnTo>
                    <a:lnTo>
                      <a:pt x="170317" y="800442"/>
                    </a:lnTo>
                    <a:lnTo>
                      <a:pt x="201968" y="789421"/>
                    </a:lnTo>
                    <a:lnTo>
                      <a:pt x="233182" y="777172"/>
                    </a:lnTo>
                    <a:lnTo>
                      <a:pt x="263947" y="763951"/>
                    </a:lnTo>
                    <a:lnTo>
                      <a:pt x="294275" y="749502"/>
                    </a:lnTo>
                    <a:lnTo>
                      <a:pt x="324079" y="734081"/>
                    </a:lnTo>
                    <a:lnTo>
                      <a:pt x="353263" y="717593"/>
                    </a:lnTo>
                    <a:lnTo>
                      <a:pt x="381829" y="700058"/>
                    </a:lnTo>
                    <a:lnTo>
                      <a:pt x="409775" y="681464"/>
                    </a:lnTo>
                    <a:lnTo>
                      <a:pt x="437017" y="661986"/>
                    </a:lnTo>
                    <a:lnTo>
                      <a:pt x="463553" y="641450"/>
                    </a:lnTo>
                    <a:lnTo>
                      <a:pt x="489385" y="620038"/>
                    </a:lnTo>
                    <a:lnTo>
                      <a:pt x="514341" y="597740"/>
                    </a:lnTo>
                    <a:lnTo>
                      <a:pt x="538582" y="574480"/>
                    </a:lnTo>
                    <a:lnTo>
                      <a:pt x="561946" y="550420"/>
                    </a:lnTo>
                    <a:lnTo>
                      <a:pt x="584426" y="525569"/>
                    </a:lnTo>
                    <a:lnTo>
                      <a:pt x="605943" y="499918"/>
                    </a:lnTo>
                    <a:lnTo>
                      <a:pt x="626574" y="473486"/>
                    </a:lnTo>
                    <a:lnTo>
                      <a:pt x="646319" y="446340"/>
                    </a:lnTo>
                    <a:lnTo>
                      <a:pt x="665007" y="418575"/>
                    </a:lnTo>
                    <a:lnTo>
                      <a:pt x="682733" y="390028"/>
                    </a:lnTo>
                    <a:lnTo>
                      <a:pt x="699392" y="360939"/>
                    </a:lnTo>
                    <a:lnTo>
                      <a:pt x="715004" y="331335"/>
                    </a:lnTo>
                    <a:lnTo>
                      <a:pt x="729548" y="301103"/>
                    </a:lnTo>
                    <a:lnTo>
                      <a:pt x="743036" y="270433"/>
                    </a:lnTo>
                    <a:lnTo>
                      <a:pt x="755380" y="239238"/>
                    </a:lnTo>
                    <a:lnTo>
                      <a:pt x="766582" y="207691"/>
                    </a:lnTo>
                    <a:lnTo>
                      <a:pt x="776716" y="175696"/>
                    </a:lnTo>
                    <a:lnTo>
                      <a:pt x="785622" y="143350"/>
                    </a:lnTo>
                    <a:lnTo>
                      <a:pt x="793471" y="110746"/>
                    </a:lnTo>
                    <a:lnTo>
                      <a:pt x="800081" y="77961"/>
                    </a:lnTo>
                    <a:lnTo>
                      <a:pt x="767287" y="71970"/>
                    </a:lnTo>
                    <a:lnTo>
                      <a:pt x="734482" y="65978"/>
                    </a:lnTo>
                    <a:lnTo>
                      <a:pt x="701688" y="59987"/>
                    </a:lnTo>
                    <a:lnTo>
                      <a:pt x="668893" y="53900"/>
                    </a:lnTo>
                    <a:lnTo>
                      <a:pt x="636089" y="47910"/>
                    </a:lnTo>
                    <a:lnTo>
                      <a:pt x="603294" y="41918"/>
                    </a:lnTo>
                    <a:lnTo>
                      <a:pt x="570500" y="35927"/>
                    </a:lnTo>
                    <a:lnTo>
                      <a:pt x="537791" y="29936"/>
                    </a:lnTo>
                    <a:lnTo>
                      <a:pt x="504996" y="23945"/>
                    </a:lnTo>
                    <a:lnTo>
                      <a:pt x="472192" y="17953"/>
                    </a:lnTo>
                    <a:lnTo>
                      <a:pt x="439398" y="11952"/>
                    </a:lnTo>
                    <a:lnTo>
                      <a:pt x="406603" y="5961"/>
                    </a:lnTo>
                    <a:lnTo>
                      <a:pt x="373799" y="-30"/>
                    </a:lnTo>
                    <a:lnTo>
                      <a:pt x="366570" y="33193"/>
                    </a:lnTo>
                    <a:lnTo>
                      <a:pt x="357140" y="65797"/>
                    </a:lnTo>
                    <a:lnTo>
                      <a:pt x="345500" y="97706"/>
                    </a:lnTo>
                    <a:lnTo>
                      <a:pt x="331746" y="128814"/>
                    </a:lnTo>
                    <a:lnTo>
                      <a:pt x="315963" y="158866"/>
                    </a:lnTo>
                    <a:lnTo>
                      <a:pt x="298151" y="187860"/>
                    </a:lnTo>
                    <a:lnTo>
                      <a:pt x="278492" y="215530"/>
                    </a:lnTo>
                    <a:lnTo>
                      <a:pt x="256985" y="241886"/>
                    </a:lnTo>
                    <a:lnTo>
                      <a:pt x="233705" y="266642"/>
                    </a:lnTo>
                    <a:lnTo>
                      <a:pt x="208931" y="289826"/>
                    </a:lnTo>
                    <a:lnTo>
                      <a:pt x="182575" y="311323"/>
                    </a:lnTo>
                    <a:lnTo>
                      <a:pt x="154800" y="330888"/>
                    </a:lnTo>
                    <a:lnTo>
                      <a:pt x="125882" y="348690"/>
                    </a:lnTo>
                    <a:lnTo>
                      <a:pt x="95726" y="364473"/>
                    </a:lnTo>
                    <a:lnTo>
                      <a:pt x="64608" y="378132"/>
                    </a:lnTo>
                    <a:lnTo>
                      <a:pt x="32690" y="389676"/>
                    </a:lnTo>
                    <a:close/>
                  </a:path>
                </a:pathLst>
              </a:custGeom>
              <a:solidFill>
                <a:srgbClr val="A8DADC"/>
              </a:solidFill>
              <a:ln w="9525" cap="flat">
                <a:noFill/>
                <a:prstDash val="solid"/>
                <a:round/>
              </a:ln>
            </p:spPr>
            <p:txBody>
              <a:bodyPr/>
              <a:lstStyle/>
              <a:p>
                <a:endParaRPr lang="zh-CN" altLang="en-US" sz="2190"/>
              </a:p>
            </p:txBody>
          </p:sp>
          <p:sp>
            <p:nvSpPr>
              <p:cNvPr id="1200" name="任意多边形: 形状 1199"/>
              <p:cNvSpPr/>
              <p:nvPr/>
            </p:nvSpPr>
            <p:spPr>
              <a:xfrm>
                <a:off x="2448387" y="6455297"/>
                <a:ext cx="1162050" cy="1866900"/>
              </a:xfrm>
              <a:custGeom>
                <a:avLst/>
                <a:gdLst>
                  <a:gd name="csX0" fmla="*/ 933850 w 1162050"/>
                  <a:gd name="csY0" fmla="*/ 430776 h 1866900"/>
                  <a:gd name="csX1" fmla="*/ 933850 w 1162050"/>
                  <a:gd name="csY1" fmla="*/ 397648 h 1866900"/>
                  <a:gd name="csX2" fmla="*/ 933850 w 1162050"/>
                  <a:gd name="csY2" fmla="*/ 364511 h 1866900"/>
                  <a:gd name="csX3" fmla="*/ 933850 w 1162050"/>
                  <a:gd name="csY3" fmla="*/ 331383 h 1866900"/>
                  <a:gd name="csX4" fmla="*/ 933850 w 1162050"/>
                  <a:gd name="csY4" fmla="*/ 298245 h 1866900"/>
                  <a:gd name="csX5" fmla="*/ 933850 w 1162050"/>
                  <a:gd name="csY5" fmla="*/ 265117 h 1866900"/>
                  <a:gd name="csX6" fmla="*/ 933850 w 1162050"/>
                  <a:gd name="csY6" fmla="*/ 231980 h 1866900"/>
                  <a:gd name="csX7" fmla="*/ 933850 w 1162050"/>
                  <a:gd name="csY7" fmla="*/ 198852 h 1866900"/>
                  <a:gd name="csX8" fmla="*/ 933850 w 1162050"/>
                  <a:gd name="csY8" fmla="*/ 165724 h 1866900"/>
                  <a:gd name="csX9" fmla="*/ 933850 w 1162050"/>
                  <a:gd name="csY9" fmla="*/ 132586 h 1866900"/>
                  <a:gd name="csX10" fmla="*/ 933850 w 1162050"/>
                  <a:gd name="csY10" fmla="*/ 99459 h 1866900"/>
                  <a:gd name="csX11" fmla="*/ 933850 w 1162050"/>
                  <a:gd name="csY11" fmla="*/ 66321 h 1866900"/>
                  <a:gd name="csX12" fmla="*/ 933850 w 1162050"/>
                  <a:gd name="csY12" fmla="*/ 33108 h 1866900"/>
                  <a:gd name="csX13" fmla="*/ 933850 w 1162050"/>
                  <a:gd name="csY13" fmla="*/ -30 h 1866900"/>
                  <a:gd name="csX14" fmla="*/ 901313 w 1162050"/>
                  <a:gd name="csY14" fmla="*/ 580 h 1866900"/>
                  <a:gd name="csX15" fmla="*/ 868690 w 1162050"/>
                  <a:gd name="csY15" fmla="*/ 2247 h 1866900"/>
                  <a:gd name="csX16" fmla="*/ 836152 w 1162050"/>
                  <a:gd name="csY16" fmla="*/ 5142 h 1866900"/>
                  <a:gd name="csX17" fmla="*/ 803796 w 1162050"/>
                  <a:gd name="csY17" fmla="*/ 9085 h 1866900"/>
                  <a:gd name="csX18" fmla="*/ 771611 w 1162050"/>
                  <a:gd name="csY18" fmla="*/ 14172 h 1866900"/>
                  <a:gd name="csX19" fmla="*/ 739607 w 1162050"/>
                  <a:gd name="csY19" fmla="*/ 20391 h 1866900"/>
                  <a:gd name="csX20" fmla="*/ 707765 w 1162050"/>
                  <a:gd name="csY20" fmla="*/ 27754 h 1866900"/>
                  <a:gd name="csX21" fmla="*/ 676285 w 1162050"/>
                  <a:gd name="csY21" fmla="*/ 36260 h 1866900"/>
                  <a:gd name="csX22" fmla="*/ 645071 w 1162050"/>
                  <a:gd name="csY22" fmla="*/ 45728 h 1866900"/>
                  <a:gd name="csX23" fmla="*/ 614286 w 1162050"/>
                  <a:gd name="csY23" fmla="*/ 56415 h 1866900"/>
                  <a:gd name="csX24" fmla="*/ 583768 w 1162050"/>
                  <a:gd name="csY24" fmla="*/ 68074 h 1866900"/>
                  <a:gd name="csX25" fmla="*/ 553774 w 1162050"/>
                  <a:gd name="csY25" fmla="*/ 80789 h 1866900"/>
                  <a:gd name="csX26" fmla="*/ 524228 w 1162050"/>
                  <a:gd name="csY26" fmla="*/ 94639 h 1866900"/>
                  <a:gd name="csX27" fmla="*/ 495195 w 1162050"/>
                  <a:gd name="csY27" fmla="*/ 109451 h 1866900"/>
                  <a:gd name="csX28" fmla="*/ 466611 w 1162050"/>
                  <a:gd name="csY28" fmla="*/ 125224 h 1866900"/>
                  <a:gd name="csX29" fmla="*/ 438722 w 1162050"/>
                  <a:gd name="csY29" fmla="*/ 142054 h 1866900"/>
                  <a:gd name="csX30" fmla="*/ 411356 w 1162050"/>
                  <a:gd name="csY30" fmla="*/ 159847 h 1866900"/>
                  <a:gd name="csX31" fmla="*/ 384610 w 1162050"/>
                  <a:gd name="csY31" fmla="*/ 178516 h 1866900"/>
                  <a:gd name="csX32" fmla="*/ 358569 w 1162050"/>
                  <a:gd name="csY32" fmla="*/ 198147 h 1866900"/>
                  <a:gd name="csX33" fmla="*/ 333223 w 1162050"/>
                  <a:gd name="csY33" fmla="*/ 218664 h 1866900"/>
                  <a:gd name="csX34" fmla="*/ 308667 w 1162050"/>
                  <a:gd name="csY34" fmla="*/ 240048 h 1866900"/>
                  <a:gd name="csX35" fmla="*/ 284817 w 1162050"/>
                  <a:gd name="csY35" fmla="*/ 262307 h 1866900"/>
                  <a:gd name="csX36" fmla="*/ 261747 w 1162050"/>
                  <a:gd name="csY36" fmla="*/ 285453 h 1866900"/>
                  <a:gd name="csX37" fmla="*/ 239478 w 1162050"/>
                  <a:gd name="csY37" fmla="*/ 309294 h 1866900"/>
                  <a:gd name="csX38" fmla="*/ 218075 w 1162050"/>
                  <a:gd name="csY38" fmla="*/ 333926 h 1866900"/>
                  <a:gd name="csX39" fmla="*/ 197558 w 1162050"/>
                  <a:gd name="csY39" fmla="*/ 359253 h 1866900"/>
                  <a:gd name="csX40" fmla="*/ 178003 w 1162050"/>
                  <a:gd name="csY40" fmla="*/ 385285 h 1866900"/>
                  <a:gd name="csX41" fmla="*/ 159325 w 1162050"/>
                  <a:gd name="csY41" fmla="*/ 412022 h 1866900"/>
                  <a:gd name="csX42" fmla="*/ 141522 w 1162050"/>
                  <a:gd name="csY42" fmla="*/ 439368 h 1866900"/>
                  <a:gd name="csX43" fmla="*/ 124768 w 1162050"/>
                  <a:gd name="csY43" fmla="*/ 467333 h 1866900"/>
                  <a:gd name="csX44" fmla="*/ 108985 w 1162050"/>
                  <a:gd name="csY44" fmla="*/ 495813 h 1866900"/>
                  <a:gd name="csX45" fmla="*/ 94164 w 1162050"/>
                  <a:gd name="csY45" fmla="*/ 524921 h 1866900"/>
                  <a:gd name="csX46" fmla="*/ 80401 w 1162050"/>
                  <a:gd name="csY46" fmla="*/ 554458 h 1866900"/>
                  <a:gd name="csX47" fmla="*/ 67685 w 1162050"/>
                  <a:gd name="csY47" fmla="*/ 584519 h 1866900"/>
                  <a:gd name="csX48" fmla="*/ 56017 w 1162050"/>
                  <a:gd name="csY48" fmla="*/ 614932 h 1866900"/>
                  <a:gd name="csX49" fmla="*/ 45406 w 1162050"/>
                  <a:gd name="csY49" fmla="*/ 645793 h 1866900"/>
                  <a:gd name="csX50" fmla="*/ 35938 w 1162050"/>
                  <a:gd name="csY50" fmla="*/ 676997 h 1866900"/>
                  <a:gd name="csX51" fmla="*/ 27518 w 1162050"/>
                  <a:gd name="csY51" fmla="*/ 708459 h 1866900"/>
                  <a:gd name="csX52" fmla="*/ 20241 w 1162050"/>
                  <a:gd name="csY52" fmla="*/ 740282 h 1866900"/>
                  <a:gd name="csX53" fmla="*/ 14011 w 1162050"/>
                  <a:gd name="csY53" fmla="*/ 772276 h 1866900"/>
                  <a:gd name="csX54" fmla="*/ 8925 w 1162050"/>
                  <a:gd name="csY54" fmla="*/ 804442 h 1866900"/>
                  <a:gd name="csX55" fmla="*/ 4982 w 1162050"/>
                  <a:gd name="csY55" fmla="*/ 836875 h 1866900"/>
                  <a:gd name="csX56" fmla="*/ 2172 w 1162050"/>
                  <a:gd name="csY56" fmla="*/ 869307 h 1866900"/>
                  <a:gd name="csX57" fmla="*/ 505 w 1162050"/>
                  <a:gd name="csY57" fmla="*/ 901911 h 1866900"/>
                  <a:gd name="csX58" fmla="*/ -19 w 1162050"/>
                  <a:gd name="csY58" fmla="*/ 934515 h 1866900"/>
                  <a:gd name="csX59" fmla="*/ 591 w 1162050"/>
                  <a:gd name="csY59" fmla="*/ 967120 h 1866900"/>
                  <a:gd name="csX60" fmla="*/ 2353 w 1162050"/>
                  <a:gd name="csY60" fmla="*/ 999638 h 1866900"/>
                  <a:gd name="csX61" fmla="*/ 5239 w 1162050"/>
                  <a:gd name="csY61" fmla="*/ 1032156 h 1866900"/>
                  <a:gd name="csX62" fmla="*/ 9277 w 1162050"/>
                  <a:gd name="csY62" fmla="*/ 1064503 h 1866900"/>
                  <a:gd name="csX63" fmla="*/ 14364 w 1162050"/>
                  <a:gd name="csY63" fmla="*/ 1096669 h 1866900"/>
                  <a:gd name="csX64" fmla="*/ 20679 w 1162050"/>
                  <a:gd name="csY64" fmla="*/ 1128663 h 1866900"/>
                  <a:gd name="csX65" fmla="*/ 28042 w 1162050"/>
                  <a:gd name="csY65" fmla="*/ 1160486 h 1866900"/>
                  <a:gd name="csX66" fmla="*/ 36548 w 1162050"/>
                  <a:gd name="csY66" fmla="*/ 1191948 h 1866900"/>
                  <a:gd name="csX67" fmla="*/ 46111 w 1162050"/>
                  <a:gd name="csY67" fmla="*/ 1223066 h 1866900"/>
                  <a:gd name="csX68" fmla="*/ 56807 w 1162050"/>
                  <a:gd name="csY68" fmla="*/ 1253917 h 1866900"/>
                  <a:gd name="csX69" fmla="*/ 68475 w 1162050"/>
                  <a:gd name="csY69" fmla="*/ 1284331 h 1866900"/>
                  <a:gd name="csX70" fmla="*/ 81277 w 1162050"/>
                  <a:gd name="csY70" fmla="*/ 1314315 h 1866900"/>
                  <a:gd name="csX71" fmla="*/ 95126 w 1162050"/>
                  <a:gd name="csY71" fmla="*/ 1343853 h 1866900"/>
                  <a:gd name="csX72" fmla="*/ 109947 w 1162050"/>
                  <a:gd name="csY72" fmla="*/ 1372865 h 1866900"/>
                  <a:gd name="csX73" fmla="*/ 125825 w 1162050"/>
                  <a:gd name="csY73" fmla="*/ 1401355 h 1866900"/>
                  <a:gd name="csX74" fmla="*/ 142666 w 1162050"/>
                  <a:gd name="csY74" fmla="*/ 1429311 h 1866900"/>
                  <a:gd name="csX75" fmla="*/ 160468 w 1162050"/>
                  <a:gd name="csY75" fmla="*/ 1456571 h 1866900"/>
                  <a:gd name="csX76" fmla="*/ 179232 w 1162050"/>
                  <a:gd name="csY76" fmla="*/ 1483308 h 1866900"/>
                  <a:gd name="csX77" fmla="*/ 198873 w 1162050"/>
                  <a:gd name="csY77" fmla="*/ 1509340 h 1866900"/>
                  <a:gd name="csX78" fmla="*/ 219485 w 1162050"/>
                  <a:gd name="csY78" fmla="*/ 1534581 h 1866900"/>
                  <a:gd name="csX79" fmla="*/ 240963 w 1162050"/>
                  <a:gd name="csY79" fmla="*/ 1559213 h 1866900"/>
                  <a:gd name="csX80" fmla="*/ 263243 w 1162050"/>
                  <a:gd name="csY80" fmla="*/ 1582968 h 1866900"/>
                  <a:gd name="csX81" fmla="*/ 286302 w 1162050"/>
                  <a:gd name="csY81" fmla="*/ 1606019 h 1866900"/>
                  <a:gd name="csX82" fmla="*/ 310248 w 1162050"/>
                  <a:gd name="csY82" fmla="*/ 1628193 h 1866900"/>
                  <a:gd name="csX83" fmla="*/ 334890 w 1162050"/>
                  <a:gd name="csY83" fmla="*/ 1649490 h 1866900"/>
                  <a:gd name="csX84" fmla="*/ 360235 w 1162050"/>
                  <a:gd name="csY84" fmla="*/ 1670007 h 1866900"/>
                  <a:gd name="csX85" fmla="*/ 386363 w 1162050"/>
                  <a:gd name="csY85" fmla="*/ 1689552 h 1866900"/>
                  <a:gd name="csX86" fmla="*/ 413109 w 1162050"/>
                  <a:gd name="csY86" fmla="*/ 1708222 h 1866900"/>
                  <a:gd name="csX87" fmla="*/ 440474 w 1162050"/>
                  <a:gd name="csY87" fmla="*/ 1725929 h 1866900"/>
                  <a:gd name="csX88" fmla="*/ 468449 w 1162050"/>
                  <a:gd name="csY88" fmla="*/ 1742664 h 1866900"/>
                  <a:gd name="csX89" fmla="*/ 497034 w 1162050"/>
                  <a:gd name="csY89" fmla="*/ 1758447 h 1866900"/>
                  <a:gd name="csX90" fmla="*/ 526152 w 1162050"/>
                  <a:gd name="csY90" fmla="*/ 1773173 h 1866900"/>
                  <a:gd name="csX91" fmla="*/ 555708 w 1162050"/>
                  <a:gd name="csY91" fmla="*/ 1786927 h 1866900"/>
                  <a:gd name="csX92" fmla="*/ 585788 w 1162050"/>
                  <a:gd name="csY92" fmla="*/ 1799557 h 1866900"/>
                  <a:gd name="csX93" fmla="*/ 616306 w 1162050"/>
                  <a:gd name="csY93" fmla="*/ 1811215 h 1866900"/>
                  <a:gd name="csX94" fmla="*/ 647176 w 1162050"/>
                  <a:gd name="csY94" fmla="*/ 1821731 h 1866900"/>
                  <a:gd name="csX95" fmla="*/ 678390 w 1162050"/>
                  <a:gd name="csY95" fmla="*/ 1831199 h 1866900"/>
                  <a:gd name="csX96" fmla="*/ 709870 w 1162050"/>
                  <a:gd name="csY96" fmla="*/ 1839610 h 1866900"/>
                  <a:gd name="csX97" fmla="*/ 741712 w 1162050"/>
                  <a:gd name="csY97" fmla="*/ 1846886 h 1866900"/>
                  <a:gd name="csX98" fmla="*/ 773716 w 1162050"/>
                  <a:gd name="csY98" fmla="*/ 1853021 h 1866900"/>
                  <a:gd name="csX99" fmla="*/ 805901 w 1162050"/>
                  <a:gd name="csY99" fmla="*/ 1858021 h 1866900"/>
                  <a:gd name="csX100" fmla="*/ 838353 w 1162050"/>
                  <a:gd name="csY100" fmla="*/ 1861965 h 1866900"/>
                  <a:gd name="csX101" fmla="*/ 870795 w 1162050"/>
                  <a:gd name="csY101" fmla="*/ 1864679 h 1866900"/>
                  <a:gd name="csX102" fmla="*/ 903418 w 1162050"/>
                  <a:gd name="csY102" fmla="*/ 1866346 h 1866900"/>
                  <a:gd name="csX103" fmla="*/ 936041 w 1162050"/>
                  <a:gd name="csY103" fmla="*/ 1866870 h 1866900"/>
                  <a:gd name="csX104" fmla="*/ 968664 w 1162050"/>
                  <a:gd name="csY104" fmla="*/ 1866165 h 1866900"/>
                  <a:gd name="csX105" fmla="*/ 1001201 w 1162050"/>
                  <a:gd name="csY105" fmla="*/ 1864413 h 1866900"/>
                  <a:gd name="csX106" fmla="*/ 1033729 w 1162050"/>
                  <a:gd name="csY106" fmla="*/ 1861527 h 1866900"/>
                  <a:gd name="csX107" fmla="*/ 1066095 w 1162050"/>
                  <a:gd name="csY107" fmla="*/ 1857488 h 1866900"/>
                  <a:gd name="csX108" fmla="*/ 1098280 w 1162050"/>
                  <a:gd name="csY108" fmla="*/ 1852230 h 1866900"/>
                  <a:gd name="csX109" fmla="*/ 1130284 w 1162050"/>
                  <a:gd name="csY109" fmla="*/ 1846010 h 1866900"/>
                  <a:gd name="csX110" fmla="*/ 1162031 w 1162050"/>
                  <a:gd name="csY110" fmla="*/ 1838562 h 1866900"/>
                  <a:gd name="csX111" fmla="*/ 1153964 w 1162050"/>
                  <a:gd name="csY111" fmla="*/ 1806387 h 1866900"/>
                  <a:gd name="csX112" fmla="*/ 1145810 w 1162050"/>
                  <a:gd name="csY112" fmla="*/ 1774306 h 1866900"/>
                  <a:gd name="csX113" fmla="*/ 1137742 w 1162050"/>
                  <a:gd name="csY113" fmla="*/ 1742140 h 1866900"/>
                  <a:gd name="csX114" fmla="*/ 1129675 w 1162050"/>
                  <a:gd name="csY114" fmla="*/ 1710060 h 1866900"/>
                  <a:gd name="csX115" fmla="*/ 1121512 w 1162050"/>
                  <a:gd name="csY115" fmla="*/ 1677894 h 1866900"/>
                  <a:gd name="csX116" fmla="*/ 1113444 w 1162050"/>
                  <a:gd name="csY116" fmla="*/ 1645728 h 1866900"/>
                  <a:gd name="csX117" fmla="*/ 1105376 w 1162050"/>
                  <a:gd name="csY117" fmla="*/ 1613648 h 1866900"/>
                  <a:gd name="csX118" fmla="*/ 1097223 w 1162050"/>
                  <a:gd name="csY118" fmla="*/ 1581472 h 1866900"/>
                  <a:gd name="csX119" fmla="*/ 1089155 w 1162050"/>
                  <a:gd name="csY119" fmla="*/ 1549306 h 1866900"/>
                  <a:gd name="csX120" fmla="*/ 1081088 w 1162050"/>
                  <a:gd name="csY120" fmla="*/ 1517226 h 1866900"/>
                  <a:gd name="csX121" fmla="*/ 1072934 w 1162050"/>
                  <a:gd name="csY121" fmla="*/ 1485060 h 1866900"/>
                  <a:gd name="csX122" fmla="*/ 1064867 w 1162050"/>
                  <a:gd name="csY122" fmla="*/ 1452980 h 1866900"/>
                  <a:gd name="csX123" fmla="*/ 1056713 w 1162050"/>
                  <a:gd name="csY123" fmla="*/ 1420805 h 1866900"/>
                  <a:gd name="csX124" fmla="*/ 1024700 w 1162050"/>
                  <a:gd name="csY124" fmla="*/ 1427729 h 1866900"/>
                  <a:gd name="csX125" fmla="*/ 992343 w 1162050"/>
                  <a:gd name="csY125" fmla="*/ 1432644 h 1866900"/>
                  <a:gd name="csX126" fmla="*/ 959720 w 1162050"/>
                  <a:gd name="csY126" fmla="*/ 1435359 h 1866900"/>
                  <a:gd name="csX127" fmla="*/ 926916 w 1162050"/>
                  <a:gd name="csY127" fmla="*/ 1435968 h 1866900"/>
                  <a:gd name="csX128" fmla="*/ 894207 w 1162050"/>
                  <a:gd name="csY128" fmla="*/ 1434483 h 1866900"/>
                  <a:gd name="csX129" fmla="*/ 861679 w 1162050"/>
                  <a:gd name="csY129" fmla="*/ 1430806 h 1866900"/>
                  <a:gd name="csX130" fmla="*/ 829399 w 1162050"/>
                  <a:gd name="csY130" fmla="*/ 1425101 h 1866900"/>
                  <a:gd name="csX131" fmla="*/ 797566 w 1162050"/>
                  <a:gd name="csY131" fmla="*/ 1417214 h 1866900"/>
                  <a:gd name="csX132" fmla="*/ 766353 w 1162050"/>
                  <a:gd name="csY132" fmla="*/ 1407308 h 1866900"/>
                  <a:gd name="csX133" fmla="*/ 735835 w 1162050"/>
                  <a:gd name="csY133" fmla="*/ 1395392 h 1866900"/>
                  <a:gd name="csX134" fmla="*/ 706193 w 1162050"/>
                  <a:gd name="csY134" fmla="*/ 1381543 h 1866900"/>
                  <a:gd name="csX135" fmla="*/ 677427 w 1162050"/>
                  <a:gd name="csY135" fmla="*/ 1365760 h 1866900"/>
                  <a:gd name="csX136" fmla="*/ 649805 w 1162050"/>
                  <a:gd name="csY136" fmla="*/ 1348148 h 1866900"/>
                  <a:gd name="csX137" fmla="*/ 623402 w 1162050"/>
                  <a:gd name="csY137" fmla="*/ 1328774 h 1866900"/>
                  <a:gd name="csX138" fmla="*/ 598322 w 1162050"/>
                  <a:gd name="csY138" fmla="*/ 1307743 h 1866900"/>
                  <a:gd name="csX139" fmla="*/ 574653 w 1162050"/>
                  <a:gd name="csY139" fmla="*/ 1285121 h 1866900"/>
                  <a:gd name="csX140" fmla="*/ 552460 w 1162050"/>
                  <a:gd name="csY140" fmla="*/ 1261023 h 1866900"/>
                  <a:gd name="csX141" fmla="*/ 531943 w 1162050"/>
                  <a:gd name="csY141" fmla="*/ 1235515 h 1866900"/>
                  <a:gd name="csX142" fmla="*/ 513178 w 1162050"/>
                  <a:gd name="csY142" fmla="*/ 1208693 h 1866900"/>
                  <a:gd name="csX143" fmla="*/ 496072 w 1162050"/>
                  <a:gd name="csY143" fmla="*/ 1180727 h 1866900"/>
                  <a:gd name="csX144" fmla="*/ 480898 w 1162050"/>
                  <a:gd name="csY144" fmla="*/ 1151714 h 1866900"/>
                  <a:gd name="csX145" fmla="*/ 467659 w 1162050"/>
                  <a:gd name="csY145" fmla="*/ 1121739 h 1866900"/>
                  <a:gd name="csX146" fmla="*/ 456343 w 1162050"/>
                  <a:gd name="csY146" fmla="*/ 1090973 h 1866900"/>
                  <a:gd name="csX147" fmla="*/ 447142 w 1162050"/>
                  <a:gd name="csY147" fmla="*/ 1059598 h 1866900"/>
                  <a:gd name="csX148" fmla="*/ 439950 w 1162050"/>
                  <a:gd name="csY148" fmla="*/ 1027603 h 1866900"/>
                  <a:gd name="csX149" fmla="*/ 434864 w 1162050"/>
                  <a:gd name="csY149" fmla="*/ 995256 h 1866900"/>
                  <a:gd name="csX150" fmla="*/ 431883 w 1162050"/>
                  <a:gd name="csY150" fmla="*/ 962652 h 1866900"/>
                  <a:gd name="csX151" fmla="*/ 431006 w 1162050"/>
                  <a:gd name="csY151" fmla="*/ 929953 h 1866900"/>
                  <a:gd name="csX152" fmla="*/ 432321 w 1162050"/>
                  <a:gd name="csY152" fmla="*/ 897263 h 1866900"/>
                  <a:gd name="csX153" fmla="*/ 435740 w 1162050"/>
                  <a:gd name="csY153" fmla="*/ 864659 h 1866900"/>
                  <a:gd name="csX154" fmla="*/ 441265 w 1162050"/>
                  <a:gd name="csY154" fmla="*/ 832398 h 1866900"/>
                  <a:gd name="csX155" fmla="*/ 448894 w 1162050"/>
                  <a:gd name="csY155" fmla="*/ 800585 h 1866900"/>
                  <a:gd name="csX156" fmla="*/ 458629 w 1162050"/>
                  <a:gd name="csY156" fmla="*/ 769295 h 1866900"/>
                  <a:gd name="csX157" fmla="*/ 470287 w 1162050"/>
                  <a:gd name="csY157" fmla="*/ 738701 h 1866900"/>
                  <a:gd name="csX158" fmla="*/ 483975 w 1162050"/>
                  <a:gd name="csY158" fmla="*/ 708897 h 1866900"/>
                  <a:gd name="csX159" fmla="*/ 499577 w 1162050"/>
                  <a:gd name="csY159" fmla="*/ 680150 h 1866900"/>
                  <a:gd name="csX160" fmla="*/ 516941 w 1162050"/>
                  <a:gd name="csY160" fmla="*/ 652366 h 1866900"/>
                  <a:gd name="csX161" fmla="*/ 536153 w 1162050"/>
                  <a:gd name="csY161" fmla="*/ 625800 h 1866900"/>
                  <a:gd name="csX162" fmla="*/ 557022 w 1162050"/>
                  <a:gd name="csY162" fmla="*/ 600645 h 1866900"/>
                  <a:gd name="csX163" fmla="*/ 579558 w 1162050"/>
                  <a:gd name="csY163" fmla="*/ 576804 h 1866900"/>
                  <a:gd name="csX164" fmla="*/ 603504 w 1162050"/>
                  <a:gd name="csY164" fmla="*/ 554458 h 1866900"/>
                  <a:gd name="csX165" fmla="*/ 628936 w 1162050"/>
                  <a:gd name="csY165" fmla="*/ 533770 h 1866900"/>
                  <a:gd name="csX166" fmla="*/ 655587 w 1162050"/>
                  <a:gd name="csY166" fmla="*/ 514835 h 1866900"/>
                  <a:gd name="csX167" fmla="*/ 683476 w 1162050"/>
                  <a:gd name="csY167" fmla="*/ 497575 h 1866900"/>
                  <a:gd name="csX168" fmla="*/ 712422 w 1162050"/>
                  <a:gd name="csY168" fmla="*/ 482230 h 1866900"/>
                  <a:gd name="csX169" fmla="*/ 742236 w 1162050"/>
                  <a:gd name="csY169" fmla="*/ 468733 h 1866900"/>
                  <a:gd name="csX170" fmla="*/ 772925 w 1162050"/>
                  <a:gd name="csY170" fmla="*/ 457246 h 1866900"/>
                  <a:gd name="csX171" fmla="*/ 804320 w 1162050"/>
                  <a:gd name="csY171" fmla="*/ 447788 h 1866900"/>
                  <a:gd name="csX172" fmla="*/ 836247 w 1162050"/>
                  <a:gd name="csY172" fmla="*/ 440425 h 1866900"/>
                  <a:gd name="csX173" fmla="*/ 868518 w 1162050"/>
                  <a:gd name="csY173" fmla="*/ 435072 h 1866900"/>
                  <a:gd name="csX174" fmla="*/ 901141 w 1162050"/>
                  <a:gd name="csY174" fmla="*/ 431919 h 1866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1162050" h="1866900">
                    <a:moveTo>
                      <a:pt x="933850" y="430776"/>
                    </a:moveTo>
                    <a:lnTo>
                      <a:pt x="933850" y="397648"/>
                    </a:lnTo>
                    <a:lnTo>
                      <a:pt x="933850" y="364511"/>
                    </a:lnTo>
                    <a:lnTo>
                      <a:pt x="933850" y="331383"/>
                    </a:lnTo>
                    <a:lnTo>
                      <a:pt x="933850" y="298245"/>
                    </a:lnTo>
                    <a:lnTo>
                      <a:pt x="933850" y="265117"/>
                    </a:lnTo>
                    <a:lnTo>
                      <a:pt x="933850" y="231980"/>
                    </a:lnTo>
                    <a:lnTo>
                      <a:pt x="933850" y="198852"/>
                    </a:lnTo>
                    <a:lnTo>
                      <a:pt x="933850" y="165724"/>
                    </a:lnTo>
                    <a:lnTo>
                      <a:pt x="933850" y="132586"/>
                    </a:lnTo>
                    <a:lnTo>
                      <a:pt x="933850" y="99459"/>
                    </a:lnTo>
                    <a:lnTo>
                      <a:pt x="933850" y="66321"/>
                    </a:lnTo>
                    <a:lnTo>
                      <a:pt x="933850" y="33108"/>
                    </a:lnTo>
                    <a:lnTo>
                      <a:pt x="933850" y="-30"/>
                    </a:lnTo>
                    <a:lnTo>
                      <a:pt x="901313" y="580"/>
                    </a:lnTo>
                    <a:lnTo>
                      <a:pt x="868690" y="2247"/>
                    </a:lnTo>
                    <a:lnTo>
                      <a:pt x="836152" y="5142"/>
                    </a:lnTo>
                    <a:lnTo>
                      <a:pt x="803796" y="9085"/>
                    </a:lnTo>
                    <a:lnTo>
                      <a:pt x="771611" y="14172"/>
                    </a:lnTo>
                    <a:lnTo>
                      <a:pt x="739607" y="20391"/>
                    </a:lnTo>
                    <a:lnTo>
                      <a:pt x="707765" y="27754"/>
                    </a:lnTo>
                    <a:lnTo>
                      <a:pt x="676285" y="36260"/>
                    </a:lnTo>
                    <a:lnTo>
                      <a:pt x="645071" y="45728"/>
                    </a:lnTo>
                    <a:lnTo>
                      <a:pt x="614286" y="56415"/>
                    </a:lnTo>
                    <a:lnTo>
                      <a:pt x="583768" y="68074"/>
                    </a:lnTo>
                    <a:lnTo>
                      <a:pt x="553774" y="80789"/>
                    </a:lnTo>
                    <a:lnTo>
                      <a:pt x="524228" y="94639"/>
                    </a:lnTo>
                    <a:lnTo>
                      <a:pt x="495195" y="109451"/>
                    </a:lnTo>
                    <a:lnTo>
                      <a:pt x="466611" y="125224"/>
                    </a:lnTo>
                    <a:lnTo>
                      <a:pt x="438722" y="142054"/>
                    </a:lnTo>
                    <a:lnTo>
                      <a:pt x="411356" y="159847"/>
                    </a:lnTo>
                    <a:lnTo>
                      <a:pt x="384610" y="178516"/>
                    </a:lnTo>
                    <a:lnTo>
                      <a:pt x="358569" y="198147"/>
                    </a:lnTo>
                    <a:lnTo>
                      <a:pt x="333223" y="218664"/>
                    </a:lnTo>
                    <a:lnTo>
                      <a:pt x="308667" y="240048"/>
                    </a:lnTo>
                    <a:lnTo>
                      <a:pt x="284817" y="262307"/>
                    </a:lnTo>
                    <a:lnTo>
                      <a:pt x="261747" y="285453"/>
                    </a:lnTo>
                    <a:lnTo>
                      <a:pt x="239478" y="309294"/>
                    </a:lnTo>
                    <a:lnTo>
                      <a:pt x="218075" y="333926"/>
                    </a:lnTo>
                    <a:lnTo>
                      <a:pt x="197558" y="359253"/>
                    </a:lnTo>
                    <a:lnTo>
                      <a:pt x="178003" y="385285"/>
                    </a:lnTo>
                    <a:lnTo>
                      <a:pt x="159325" y="412022"/>
                    </a:lnTo>
                    <a:lnTo>
                      <a:pt x="141522" y="439368"/>
                    </a:lnTo>
                    <a:lnTo>
                      <a:pt x="124768" y="467333"/>
                    </a:lnTo>
                    <a:lnTo>
                      <a:pt x="108985" y="495813"/>
                    </a:lnTo>
                    <a:lnTo>
                      <a:pt x="94164" y="524921"/>
                    </a:lnTo>
                    <a:lnTo>
                      <a:pt x="80401" y="554458"/>
                    </a:lnTo>
                    <a:lnTo>
                      <a:pt x="67685" y="584519"/>
                    </a:lnTo>
                    <a:lnTo>
                      <a:pt x="56017" y="614932"/>
                    </a:lnTo>
                    <a:lnTo>
                      <a:pt x="45406" y="645793"/>
                    </a:lnTo>
                    <a:lnTo>
                      <a:pt x="35938" y="676997"/>
                    </a:lnTo>
                    <a:lnTo>
                      <a:pt x="27518" y="708459"/>
                    </a:lnTo>
                    <a:lnTo>
                      <a:pt x="20241" y="740282"/>
                    </a:lnTo>
                    <a:lnTo>
                      <a:pt x="14011" y="772276"/>
                    </a:lnTo>
                    <a:lnTo>
                      <a:pt x="8925" y="804442"/>
                    </a:lnTo>
                    <a:lnTo>
                      <a:pt x="4982" y="836875"/>
                    </a:lnTo>
                    <a:lnTo>
                      <a:pt x="2172" y="869307"/>
                    </a:lnTo>
                    <a:lnTo>
                      <a:pt x="505" y="901911"/>
                    </a:lnTo>
                    <a:lnTo>
                      <a:pt x="-19" y="934515"/>
                    </a:lnTo>
                    <a:lnTo>
                      <a:pt x="591" y="967120"/>
                    </a:lnTo>
                    <a:lnTo>
                      <a:pt x="2353" y="999638"/>
                    </a:lnTo>
                    <a:lnTo>
                      <a:pt x="5239" y="1032156"/>
                    </a:lnTo>
                    <a:lnTo>
                      <a:pt x="9277" y="1064503"/>
                    </a:lnTo>
                    <a:lnTo>
                      <a:pt x="14364" y="1096669"/>
                    </a:lnTo>
                    <a:lnTo>
                      <a:pt x="20679" y="1128663"/>
                    </a:lnTo>
                    <a:lnTo>
                      <a:pt x="28042" y="1160486"/>
                    </a:lnTo>
                    <a:lnTo>
                      <a:pt x="36548" y="1191948"/>
                    </a:lnTo>
                    <a:lnTo>
                      <a:pt x="46111" y="1223066"/>
                    </a:lnTo>
                    <a:lnTo>
                      <a:pt x="56807" y="1253917"/>
                    </a:lnTo>
                    <a:lnTo>
                      <a:pt x="68475" y="1284331"/>
                    </a:lnTo>
                    <a:lnTo>
                      <a:pt x="81277" y="1314315"/>
                    </a:lnTo>
                    <a:lnTo>
                      <a:pt x="95126" y="1343853"/>
                    </a:lnTo>
                    <a:lnTo>
                      <a:pt x="109947" y="1372865"/>
                    </a:lnTo>
                    <a:lnTo>
                      <a:pt x="125825" y="1401355"/>
                    </a:lnTo>
                    <a:lnTo>
                      <a:pt x="142666" y="1429311"/>
                    </a:lnTo>
                    <a:lnTo>
                      <a:pt x="160468" y="1456571"/>
                    </a:lnTo>
                    <a:lnTo>
                      <a:pt x="179232" y="1483308"/>
                    </a:lnTo>
                    <a:lnTo>
                      <a:pt x="198873" y="1509340"/>
                    </a:lnTo>
                    <a:lnTo>
                      <a:pt x="219485" y="1534581"/>
                    </a:lnTo>
                    <a:lnTo>
                      <a:pt x="240963" y="1559213"/>
                    </a:lnTo>
                    <a:lnTo>
                      <a:pt x="263243" y="1582968"/>
                    </a:lnTo>
                    <a:lnTo>
                      <a:pt x="286302" y="1606019"/>
                    </a:lnTo>
                    <a:lnTo>
                      <a:pt x="310248" y="1628193"/>
                    </a:lnTo>
                    <a:lnTo>
                      <a:pt x="334890" y="1649490"/>
                    </a:lnTo>
                    <a:lnTo>
                      <a:pt x="360235" y="1670007"/>
                    </a:lnTo>
                    <a:lnTo>
                      <a:pt x="386363" y="1689552"/>
                    </a:lnTo>
                    <a:lnTo>
                      <a:pt x="413109" y="1708222"/>
                    </a:lnTo>
                    <a:lnTo>
                      <a:pt x="440474" y="1725929"/>
                    </a:lnTo>
                    <a:lnTo>
                      <a:pt x="468449" y="1742664"/>
                    </a:lnTo>
                    <a:lnTo>
                      <a:pt x="497034" y="1758447"/>
                    </a:lnTo>
                    <a:lnTo>
                      <a:pt x="526152" y="1773173"/>
                    </a:lnTo>
                    <a:lnTo>
                      <a:pt x="555708" y="1786927"/>
                    </a:lnTo>
                    <a:lnTo>
                      <a:pt x="585788" y="1799557"/>
                    </a:lnTo>
                    <a:lnTo>
                      <a:pt x="616306" y="1811215"/>
                    </a:lnTo>
                    <a:lnTo>
                      <a:pt x="647176" y="1821731"/>
                    </a:lnTo>
                    <a:lnTo>
                      <a:pt x="678390" y="1831199"/>
                    </a:lnTo>
                    <a:lnTo>
                      <a:pt x="709870" y="1839610"/>
                    </a:lnTo>
                    <a:lnTo>
                      <a:pt x="741712" y="1846886"/>
                    </a:lnTo>
                    <a:lnTo>
                      <a:pt x="773716" y="1853021"/>
                    </a:lnTo>
                    <a:lnTo>
                      <a:pt x="805901" y="1858021"/>
                    </a:lnTo>
                    <a:lnTo>
                      <a:pt x="838353" y="1861965"/>
                    </a:lnTo>
                    <a:lnTo>
                      <a:pt x="870795" y="1864679"/>
                    </a:lnTo>
                    <a:lnTo>
                      <a:pt x="903418" y="1866346"/>
                    </a:lnTo>
                    <a:lnTo>
                      <a:pt x="936041" y="1866870"/>
                    </a:lnTo>
                    <a:lnTo>
                      <a:pt x="968664" y="1866165"/>
                    </a:lnTo>
                    <a:lnTo>
                      <a:pt x="1001201" y="1864413"/>
                    </a:lnTo>
                    <a:lnTo>
                      <a:pt x="1033729" y="1861527"/>
                    </a:lnTo>
                    <a:lnTo>
                      <a:pt x="1066095" y="1857488"/>
                    </a:lnTo>
                    <a:lnTo>
                      <a:pt x="1098280" y="1852230"/>
                    </a:lnTo>
                    <a:lnTo>
                      <a:pt x="1130284" y="1846010"/>
                    </a:lnTo>
                    <a:lnTo>
                      <a:pt x="1162031" y="1838562"/>
                    </a:lnTo>
                    <a:lnTo>
                      <a:pt x="1153964" y="1806387"/>
                    </a:lnTo>
                    <a:lnTo>
                      <a:pt x="1145810" y="1774306"/>
                    </a:lnTo>
                    <a:lnTo>
                      <a:pt x="1137742" y="1742140"/>
                    </a:lnTo>
                    <a:lnTo>
                      <a:pt x="1129675" y="1710060"/>
                    </a:lnTo>
                    <a:lnTo>
                      <a:pt x="1121512" y="1677894"/>
                    </a:lnTo>
                    <a:lnTo>
                      <a:pt x="1113444" y="1645728"/>
                    </a:lnTo>
                    <a:lnTo>
                      <a:pt x="1105376" y="1613648"/>
                    </a:lnTo>
                    <a:lnTo>
                      <a:pt x="1097223" y="1581472"/>
                    </a:lnTo>
                    <a:lnTo>
                      <a:pt x="1089155" y="1549306"/>
                    </a:lnTo>
                    <a:lnTo>
                      <a:pt x="1081088" y="1517226"/>
                    </a:lnTo>
                    <a:lnTo>
                      <a:pt x="1072934" y="1485060"/>
                    </a:lnTo>
                    <a:lnTo>
                      <a:pt x="1064867" y="1452980"/>
                    </a:lnTo>
                    <a:lnTo>
                      <a:pt x="1056713" y="1420805"/>
                    </a:lnTo>
                    <a:lnTo>
                      <a:pt x="1024700" y="1427729"/>
                    </a:lnTo>
                    <a:lnTo>
                      <a:pt x="992343" y="1432644"/>
                    </a:lnTo>
                    <a:lnTo>
                      <a:pt x="959720" y="1435359"/>
                    </a:lnTo>
                    <a:lnTo>
                      <a:pt x="926916" y="1435968"/>
                    </a:lnTo>
                    <a:lnTo>
                      <a:pt x="894207" y="1434483"/>
                    </a:lnTo>
                    <a:lnTo>
                      <a:pt x="861679" y="1430806"/>
                    </a:lnTo>
                    <a:lnTo>
                      <a:pt x="829399" y="1425101"/>
                    </a:lnTo>
                    <a:lnTo>
                      <a:pt x="797566" y="1417214"/>
                    </a:lnTo>
                    <a:lnTo>
                      <a:pt x="766353" y="1407308"/>
                    </a:lnTo>
                    <a:lnTo>
                      <a:pt x="735835" y="1395392"/>
                    </a:lnTo>
                    <a:lnTo>
                      <a:pt x="706193" y="1381543"/>
                    </a:lnTo>
                    <a:lnTo>
                      <a:pt x="677427" y="1365760"/>
                    </a:lnTo>
                    <a:lnTo>
                      <a:pt x="649805" y="1348148"/>
                    </a:lnTo>
                    <a:lnTo>
                      <a:pt x="623402" y="1328774"/>
                    </a:lnTo>
                    <a:lnTo>
                      <a:pt x="598322" y="1307743"/>
                    </a:lnTo>
                    <a:lnTo>
                      <a:pt x="574653" y="1285121"/>
                    </a:lnTo>
                    <a:lnTo>
                      <a:pt x="552460" y="1261023"/>
                    </a:lnTo>
                    <a:lnTo>
                      <a:pt x="531943" y="1235515"/>
                    </a:lnTo>
                    <a:lnTo>
                      <a:pt x="513178" y="1208693"/>
                    </a:lnTo>
                    <a:lnTo>
                      <a:pt x="496072" y="1180727"/>
                    </a:lnTo>
                    <a:lnTo>
                      <a:pt x="480898" y="1151714"/>
                    </a:lnTo>
                    <a:lnTo>
                      <a:pt x="467659" y="1121739"/>
                    </a:lnTo>
                    <a:lnTo>
                      <a:pt x="456343" y="1090973"/>
                    </a:lnTo>
                    <a:lnTo>
                      <a:pt x="447142" y="1059598"/>
                    </a:lnTo>
                    <a:lnTo>
                      <a:pt x="439950" y="1027603"/>
                    </a:lnTo>
                    <a:lnTo>
                      <a:pt x="434864" y="995256"/>
                    </a:lnTo>
                    <a:lnTo>
                      <a:pt x="431883" y="962652"/>
                    </a:lnTo>
                    <a:lnTo>
                      <a:pt x="431006" y="929953"/>
                    </a:lnTo>
                    <a:lnTo>
                      <a:pt x="432321" y="897263"/>
                    </a:lnTo>
                    <a:lnTo>
                      <a:pt x="435740" y="864659"/>
                    </a:lnTo>
                    <a:lnTo>
                      <a:pt x="441265" y="832398"/>
                    </a:lnTo>
                    <a:lnTo>
                      <a:pt x="448894" y="800585"/>
                    </a:lnTo>
                    <a:lnTo>
                      <a:pt x="458629" y="769295"/>
                    </a:lnTo>
                    <a:lnTo>
                      <a:pt x="470287" y="738701"/>
                    </a:lnTo>
                    <a:lnTo>
                      <a:pt x="483975" y="708897"/>
                    </a:lnTo>
                    <a:lnTo>
                      <a:pt x="499577" y="680150"/>
                    </a:lnTo>
                    <a:lnTo>
                      <a:pt x="516941" y="652366"/>
                    </a:lnTo>
                    <a:lnTo>
                      <a:pt x="536153" y="625800"/>
                    </a:lnTo>
                    <a:lnTo>
                      <a:pt x="557022" y="600645"/>
                    </a:lnTo>
                    <a:lnTo>
                      <a:pt x="579558" y="576804"/>
                    </a:lnTo>
                    <a:lnTo>
                      <a:pt x="603504" y="554458"/>
                    </a:lnTo>
                    <a:lnTo>
                      <a:pt x="628936" y="533770"/>
                    </a:lnTo>
                    <a:lnTo>
                      <a:pt x="655587" y="514835"/>
                    </a:lnTo>
                    <a:lnTo>
                      <a:pt x="683476" y="497575"/>
                    </a:lnTo>
                    <a:lnTo>
                      <a:pt x="712422" y="482230"/>
                    </a:lnTo>
                    <a:lnTo>
                      <a:pt x="742236" y="468733"/>
                    </a:lnTo>
                    <a:lnTo>
                      <a:pt x="772925" y="457246"/>
                    </a:lnTo>
                    <a:lnTo>
                      <a:pt x="804320" y="447788"/>
                    </a:lnTo>
                    <a:lnTo>
                      <a:pt x="836247" y="440425"/>
                    </a:lnTo>
                    <a:lnTo>
                      <a:pt x="868518" y="435072"/>
                    </a:lnTo>
                    <a:lnTo>
                      <a:pt x="901141" y="431919"/>
                    </a:lnTo>
                    <a:close/>
                  </a:path>
                </a:pathLst>
              </a:custGeom>
              <a:solidFill>
                <a:srgbClr val="F1FAEE"/>
              </a:solidFill>
              <a:ln w="9525" cap="flat">
                <a:noFill/>
                <a:prstDash val="solid"/>
                <a:round/>
              </a:ln>
            </p:spPr>
            <p:txBody>
              <a:bodyPr/>
              <a:lstStyle/>
              <a:p>
                <a:endParaRPr lang="zh-CN" altLang="en-US" sz="2190"/>
              </a:p>
            </p:txBody>
          </p:sp>
          <p:sp>
            <p:nvSpPr>
              <p:cNvPr id="1201" name="文本框 1200"/>
              <p:cNvSpPr txBox="1"/>
              <p:nvPr/>
            </p:nvSpPr>
            <p:spPr>
              <a:xfrm>
                <a:off x="2813005" y="6268004"/>
                <a:ext cx="5359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1202" name="文本框 1201"/>
              <p:cNvSpPr txBox="1"/>
              <p:nvPr/>
            </p:nvSpPr>
            <p:spPr>
              <a:xfrm>
                <a:off x="3205453" y="6268004"/>
                <a:ext cx="5070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0.3%</a:t>
                </a:r>
              </a:p>
            </p:txBody>
          </p:sp>
          <p:sp>
            <p:nvSpPr>
              <p:cNvPr id="1203" name="文本框 1202"/>
              <p:cNvSpPr txBox="1"/>
              <p:nvPr/>
            </p:nvSpPr>
            <p:spPr>
              <a:xfrm>
                <a:off x="3367159" y="6477554"/>
                <a:ext cx="49358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1204" name="文本框 1203"/>
              <p:cNvSpPr txBox="1"/>
              <p:nvPr/>
            </p:nvSpPr>
            <p:spPr>
              <a:xfrm>
                <a:off x="3323153" y="6620429"/>
                <a:ext cx="57642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7.58%</a:t>
                </a:r>
              </a:p>
            </p:txBody>
          </p:sp>
          <p:sp>
            <p:nvSpPr>
              <p:cNvPr id="1205" name="文本框 1204"/>
              <p:cNvSpPr txBox="1"/>
              <p:nvPr/>
            </p:nvSpPr>
            <p:spPr>
              <a:xfrm>
                <a:off x="3856858" y="6906179"/>
                <a:ext cx="437710"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1206" name="文本框 1205"/>
              <p:cNvSpPr txBox="1"/>
              <p:nvPr/>
            </p:nvSpPr>
            <p:spPr>
              <a:xfrm>
                <a:off x="3764456" y="7049054"/>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20.01%</a:t>
                </a:r>
              </a:p>
            </p:txBody>
          </p:sp>
          <p:sp>
            <p:nvSpPr>
              <p:cNvPr id="1207" name="文本框 1206"/>
              <p:cNvSpPr txBox="1"/>
              <p:nvPr/>
            </p:nvSpPr>
            <p:spPr>
              <a:xfrm>
                <a:off x="3677351" y="7687229"/>
                <a:ext cx="445416"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1208" name="文本框 1207"/>
              <p:cNvSpPr txBox="1"/>
              <p:nvPr/>
            </p:nvSpPr>
            <p:spPr>
              <a:xfrm>
                <a:off x="3589348" y="7830105"/>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18.19%</a:t>
                </a:r>
              </a:p>
            </p:txBody>
          </p:sp>
          <p:sp>
            <p:nvSpPr>
              <p:cNvPr id="1209" name="文本框 1208"/>
              <p:cNvSpPr txBox="1"/>
              <p:nvPr/>
            </p:nvSpPr>
            <p:spPr>
              <a:xfrm>
                <a:off x="2483238" y="7280361"/>
                <a:ext cx="553302" cy="285607"/>
              </a:xfrm>
              <a:prstGeom prst="rect">
                <a:avLst/>
              </a:prstGeom>
              <a:noFill/>
            </p:spPr>
            <p:txBody>
              <a:bodyPr wrap="none" rtlCol="0">
                <a:spAutoFit/>
              </a:bodyPr>
              <a:lstStyle/>
              <a:p>
                <a:pPr algn="l"/>
                <a:r>
                  <a:rPr lang="zh-CN" altLang="en-US" sz="1020">
                    <a:solidFill>
                      <a:srgbClr val="000000"/>
                    </a:solidFill>
                    <a:latin typeface="Arial" panose="020B0604020202090204"/>
                    <a:cs typeface="Arial" panose="020B0604020202090204"/>
                    <a:sym typeface="Arial" panose="020B0604020202090204"/>
                    <a:rtl val="0"/>
                  </a:rPr>
                  <a:t>FSM</a:t>
                </a:r>
              </a:p>
            </p:txBody>
          </p:sp>
          <p:sp>
            <p:nvSpPr>
              <p:cNvPr id="1210" name="文本框 1209"/>
              <p:cNvSpPr txBox="1"/>
              <p:nvPr/>
            </p:nvSpPr>
            <p:spPr>
              <a:xfrm>
                <a:off x="2412830" y="7432762"/>
                <a:ext cx="753663" cy="285607"/>
              </a:xfrm>
              <a:prstGeom prst="rect">
                <a:avLst/>
              </a:prstGeom>
              <a:noFill/>
            </p:spPr>
            <p:txBody>
              <a:bodyPr wrap="none" rtlCol="0">
                <a:spAutoFit/>
              </a:bodyPr>
              <a:lstStyle/>
              <a:p>
                <a:pPr algn="l"/>
                <a:r>
                  <a:rPr lang="zh-CN" altLang="en-US" sz="1020">
                    <a:solidFill>
                      <a:srgbClr val="000000"/>
                    </a:solidFill>
                    <a:latin typeface="Arial" panose="020B0604020202090204"/>
                    <a:cs typeface="Arial" panose="020B0604020202090204"/>
                    <a:sym typeface="Arial" panose="020B0604020202090204"/>
                    <a:rtl val="0"/>
                  </a:rPr>
                  <a:t>53.93%</a:t>
                </a:r>
              </a:p>
            </p:txBody>
          </p:sp>
          <p:sp>
            <p:nvSpPr>
              <p:cNvPr id="1211" name="文本框 1210"/>
              <p:cNvSpPr txBox="1"/>
              <p:nvPr/>
            </p:nvSpPr>
            <p:spPr>
              <a:xfrm>
                <a:off x="3064188" y="7161047"/>
                <a:ext cx="867329" cy="345519"/>
              </a:xfrm>
              <a:prstGeom prst="rect">
                <a:avLst/>
              </a:prstGeom>
              <a:noFill/>
            </p:spPr>
            <p:txBody>
              <a:bodyPr wrap="none" rtlCol="0">
                <a:spAutoFit/>
              </a:bodyPr>
              <a:lstStyle/>
              <a:p>
                <a:pPr algn="l"/>
                <a:r>
                  <a:rPr lang="zh-CN" altLang="en-US" sz="1360">
                    <a:solidFill>
                      <a:srgbClr val="000000"/>
                    </a:solidFill>
                    <a:latin typeface="Arial" panose="020B0604020202090204"/>
                    <a:cs typeface="Arial" panose="020B0604020202090204"/>
                    <a:sym typeface="Arial" panose="020B0604020202090204"/>
                    <a:rtl val="0"/>
                  </a:rPr>
                  <a:t>22,784</a:t>
                </a:r>
              </a:p>
            </p:txBody>
          </p:sp>
          <p:sp>
            <p:nvSpPr>
              <p:cNvPr id="1212" name="文本框 1211"/>
              <p:cNvSpPr txBox="1"/>
              <p:nvPr/>
            </p:nvSpPr>
            <p:spPr>
              <a:xfrm>
                <a:off x="2977644" y="7305726"/>
                <a:ext cx="285515" cy="369528"/>
              </a:xfrm>
              <a:prstGeom prst="rect">
                <a:avLst/>
              </a:prstGeom>
              <a:noFill/>
            </p:spPr>
            <p:txBody>
              <a:bodyPr wrap="none" rtlCol="0">
                <a:spAutoFit/>
              </a:bodyPr>
              <a:lstStyle/>
              <a:p>
                <a:pPr algn="l"/>
                <a:r>
                  <a:rPr lang="zh-CN" altLang="en-US" sz="1495" b="1">
                    <a:solidFill>
                      <a:srgbClr val="000000"/>
                    </a:solidFill>
                    <a:latin typeface="Arial" panose="020B0604020202090204"/>
                    <a:cs typeface="Arial" panose="020B0604020202090204"/>
                    <a:sym typeface="Arial" panose="020B0604020202090204"/>
                    <a:rtl val="0"/>
                  </a:rPr>
                  <a:t>I</a:t>
                </a:r>
              </a:p>
            </p:txBody>
          </p:sp>
          <p:sp>
            <p:nvSpPr>
              <p:cNvPr id="1213" name="文本框 1212"/>
              <p:cNvSpPr txBox="1"/>
              <p:nvPr/>
            </p:nvSpPr>
            <p:spPr>
              <a:xfrm>
                <a:off x="3036384" y="7322971"/>
                <a:ext cx="1052278" cy="345519"/>
              </a:xfrm>
              <a:prstGeom prst="rect">
                <a:avLst/>
              </a:prstGeom>
              <a:noFill/>
            </p:spPr>
            <p:txBody>
              <a:bodyPr wrap="none" rtlCol="0">
                <a:spAutoFit/>
              </a:bodyPr>
              <a:lstStyle/>
              <a:p>
                <a:pPr algn="l"/>
                <a:r>
                  <a:rPr lang="zh-CN" altLang="en-US" sz="1360" b="1">
                    <a:solidFill>
                      <a:srgbClr val="000000"/>
                    </a:solidFill>
                    <a:latin typeface="Arial" panose="020B0604020202090204"/>
                    <a:cs typeface="Arial" panose="020B0604020202090204"/>
                    <a:sym typeface="Arial" panose="020B0604020202090204"/>
                    <a:rtl val="0"/>
                  </a:rPr>
                  <a:t>soforms</a:t>
                </a:r>
              </a:p>
            </p:txBody>
          </p:sp>
          <p:sp>
            <p:nvSpPr>
              <p:cNvPr id="1528" name="任意多边形: 形状 1527"/>
              <p:cNvSpPr/>
              <p:nvPr/>
            </p:nvSpPr>
            <p:spPr>
              <a:xfrm>
                <a:off x="4000509" y="8867553"/>
                <a:ext cx="11001" cy="9525"/>
              </a:xfrm>
              <a:custGeom>
                <a:avLst/>
                <a:gdLst>
                  <a:gd name="csX0" fmla="*/ 11468 w 11001"/>
                  <a:gd name="csY0" fmla="*/ 617 h 9525"/>
                  <a:gd name="csX1" fmla="*/ 467 w 11001"/>
                  <a:gd name="csY1" fmla="*/ 617 h 9525"/>
                </a:gdLst>
                <a:ahLst/>
                <a:cxnLst>
                  <a:cxn ang="0">
                    <a:pos x="csX0" y="csY0"/>
                  </a:cxn>
                  <a:cxn ang="0">
                    <a:pos x="csX1" y="csY1"/>
                  </a:cxn>
                </a:cxnLst>
                <a:rect l="l" t="t" r="r" b="b"/>
                <a:pathLst>
                  <a:path w="11001" h="9525">
                    <a:moveTo>
                      <a:pt x="11468" y="617"/>
                    </a:moveTo>
                    <a:lnTo>
                      <a:pt x="467" y="617"/>
                    </a:lnTo>
                  </a:path>
                </a:pathLst>
              </a:custGeom>
              <a:solidFill>
                <a:srgbClr val="000000"/>
              </a:solidFill>
              <a:ln w="2515" cap="flat">
                <a:solidFill>
                  <a:srgbClr val="000000"/>
                </a:solidFill>
                <a:prstDash val="solid"/>
                <a:round/>
              </a:ln>
            </p:spPr>
            <p:txBody>
              <a:bodyPr/>
              <a:lstStyle/>
              <a:p>
                <a:endParaRPr lang="zh-CN" altLang="en-US" sz="2190"/>
              </a:p>
            </p:txBody>
          </p:sp>
          <p:sp>
            <p:nvSpPr>
              <p:cNvPr id="1532" name="任意多边形: 形状 1531"/>
              <p:cNvSpPr/>
              <p:nvPr/>
            </p:nvSpPr>
            <p:spPr>
              <a:xfrm>
                <a:off x="4000509" y="8820920"/>
                <a:ext cx="11001" cy="9525"/>
              </a:xfrm>
              <a:custGeom>
                <a:avLst/>
                <a:gdLst>
                  <a:gd name="csX0" fmla="*/ 11468 w 11001"/>
                  <a:gd name="csY0" fmla="*/ 612 h 9525"/>
                  <a:gd name="csX1" fmla="*/ 467 w 11001"/>
                  <a:gd name="csY1" fmla="*/ 612 h 9525"/>
                </a:gdLst>
                <a:ahLst/>
                <a:cxnLst>
                  <a:cxn ang="0">
                    <a:pos x="csX0" y="csY0"/>
                  </a:cxn>
                  <a:cxn ang="0">
                    <a:pos x="csX1" y="csY1"/>
                  </a:cxn>
                </a:cxnLst>
                <a:rect l="l" t="t" r="r" b="b"/>
                <a:pathLst>
                  <a:path w="11001" h="9525">
                    <a:moveTo>
                      <a:pt x="11468" y="612"/>
                    </a:moveTo>
                    <a:lnTo>
                      <a:pt x="467" y="612"/>
                    </a:lnTo>
                  </a:path>
                </a:pathLst>
              </a:custGeom>
              <a:solidFill>
                <a:srgbClr val="000000"/>
              </a:solidFill>
              <a:ln w="2515" cap="flat">
                <a:solidFill>
                  <a:srgbClr val="000000"/>
                </a:solidFill>
                <a:prstDash val="solid"/>
                <a:round/>
              </a:ln>
            </p:spPr>
            <p:txBody>
              <a:bodyPr/>
              <a:lstStyle/>
              <a:p>
                <a:endParaRPr lang="zh-CN" altLang="en-US" sz="2190"/>
              </a:p>
            </p:txBody>
          </p:sp>
          <p:sp>
            <p:nvSpPr>
              <p:cNvPr id="1536" name="任意多边形: 形状 1535"/>
              <p:cNvSpPr/>
              <p:nvPr/>
            </p:nvSpPr>
            <p:spPr>
              <a:xfrm>
                <a:off x="4000509" y="8774283"/>
                <a:ext cx="11001" cy="9525"/>
              </a:xfrm>
              <a:custGeom>
                <a:avLst/>
                <a:gdLst>
                  <a:gd name="csX0" fmla="*/ 11468 w 11001"/>
                  <a:gd name="csY0" fmla="*/ 607 h 9525"/>
                  <a:gd name="csX1" fmla="*/ 467 w 11001"/>
                  <a:gd name="csY1" fmla="*/ 607 h 9525"/>
                </a:gdLst>
                <a:ahLst/>
                <a:cxnLst>
                  <a:cxn ang="0">
                    <a:pos x="csX0" y="csY0"/>
                  </a:cxn>
                  <a:cxn ang="0">
                    <a:pos x="csX1" y="csY1"/>
                  </a:cxn>
                </a:cxnLst>
                <a:rect l="l" t="t" r="r" b="b"/>
                <a:pathLst>
                  <a:path w="11001" h="9525">
                    <a:moveTo>
                      <a:pt x="11468" y="607"/>
                    </a:moveTo>
                    <a:lnTo>
                      <a:pt x="467" y="607"/>
                    </a:lnTo>
                  </a:path>
                </a:pathLst>
              </a:custGeom>
              <a:solidFill>
                <a:srgbClr val="000000"/>
              </a:solidFill>
              <a:ln w="2515" cap="flat">
                <a:solidFill>
                  <a:srgbClr val="000000"/>
                </a:solidFill>
                <a:prstDash val="solid"/>
                <a:round/>
              </a:ln>
            </p:spPr>
            <p:txBody>
              <a:bodyPr/>
              <a:lstStyle/>
              <a:p>
                <a:endParaRPr lang="zh-CN" altLang="en-US" sz="2190"/>
              </a:p>
            </p:txBody>
          </p:sp>
          <p:sp>
            <p:nvSpPr>
              <p:cNvPr id="1540" name="任意多边形: 形状 1539"/>
              <p:cNvSpPr/>
              <p:nvPr/>
            </p:nvSpPr>
            <p:spPr>
              <a:xfrm>
                <a:off x="4014525" y="8742702"/>
                <a:ext cx="11001" cy="9525"/>
              </a:xfrm>
              <a:custGeom>
                <a:avLst/>
                <a:gdLst>
                  <a:gd name="csX0" fmla="*/ 11468 w 11001"/>
                  <a:gd name="csY0" fmla="*/ 602 h 9525"/>
                  <a:gd name="csX1" fmla="*/ 467 w 11001"/>
                  <a:gd name="csY1" fmla="*/ 602 h 9525"/>
                </a:gdLst>
                <a:ahLst/>
                <a:cxnLst>
                  <a:cxn ang="0">
                    <a:pos x="csX0" y="csY0"/>
                  </a:cxn>
                  <a:cxn ang="0">
                    <a:pos x="csX1" y="csY1"/>
                  </a:cxn>
                </a:cxnLst>
                <a:rect l="l" t="t" r="r" b="b"/>
                <a:pathLst>
                  <a:path w="11001" h="9525">
                    <a:moveTo>
                      <a:pt x="11468" y="602"/>
                    </a:moveTo>
                    <a:lnTo>
                      <a:pt x="467" y="602"/>
                    </a:lnTo>
                  </a:path>
                </a:pathLst>
              </a:custGeom>
              <a:solidFill>
                <a:srgbClr val="000000"/>
              </a:solidFill>
              <a:ln w="2515" cap="flat">
                <a:solidFill>
                  <a:srgbClr val="000000"/>
                </a:solidFill>
                <a:prstDash val="solid"/>
                <a:round/>
              </a:ln>
            </p:spPr>
            <p:txBody>
              <a:bodyPr/>
              <a:lstStyle/>
              <a:p>
                <a:endParaRPr lang="zh-CN" altLang="en-US" sz="2190"/>
              </a:p>
            </p:txBody>
          </p:sp>
          <p:sp>
            <p:nvSpPr>
              <p:cNvPr id="1544" name="任意多边形: 形状 1543"/>
              <p:cNvSpPr/>
              <p:nvPr/>
            </p:nvSpPr>
            <p:spPr>
              <a:xfrm>
                <a:off x="4000509" y="8681017"/>
                <a:ext cx="11001" cy="9525"/>
              </a:xfrm>
              <a:custGeom>
                <a:avLst/>
                <a:gdLst>
                  <a:gd name="csX0" fmla="*/ 11468 w 11001"/>
                  <a:gd name="csY0" fmla="*/ 597 h 9525"/>
                  <a:gd name="csX1" fmla="*/ 467 w 11001"/>
                  <a:gd name="csY1" fmla="*/ 597 h 9525"/>
                </a:gdLst>
                <a:ahLst/>
                <a:cxnLst>
                  <a:cxn ang="0">
                    <a:pos x="csX0" y="csY0"/>
                  </a:cxn>
                  <a:cxn ang="0">
                    <a:pos x="csX1" y="csY1"/>
                  </a:cxn>
                </a:cxnLst>
                <a:rect l="l" t="t" r="r" b="b"/>
                <a:pathLst>
                  <a:path w="11001" h="9525">
                    <a:moveTo>
                      <a:pt x="11468" y="597"/>
                    </a:moveTo>
                    <a:lnTo>
                      <a:pt x="467" y="597"/>
                    </a:lnTo>
                  </a:path>
                </a:pathLst>
              </a:custGeom>
              <a:solidFill>
                <a:srgbClr val="000000"/>
              </a:solidFill>
              <a:ln w="2515" cap="flat">
                <a:solidFill>
                  <a:srgbClr val="000000"/>
                </a:solidFill>
                <a:prstDash val="solid"/>
                <a:round/>
              </a:ln>
            </p:spPr>
            <p:txBody>
              <a:bodyPr/>
              <a:lstStyle/>
              <a:p>
                <a:endParaRPr lang="zh-CN" altLang="en-US" sz="2190"/>
              </a:p>
            </p:txBody>
          </p:sp>
          <p:sp>
            <p:nvSpPr>
              <p:cNvPr id="1548" name="任意多边形: 形状 1547"/>
              <p:cNvSpPr/>
              <p:nvPr/>
            </p:nvSpPr>
            <p:spPr>
              <a:xfrm>
                <a:off x="4000509" y="8634380"/>
                <a:ext cx="11001" cy="9525"/>
              </a:xfrm>
              <a:custGeom>
                <a:avLst/>
                <a:gdLst>
                  <a:gd name="csX0" fmla="*/ 11468 w 11001"/>
                  <a:gd name="csY0" fmla="*/ 593 h 9525"/>
                  <a:gd name="csX1" fmla="*/ 467 w 11001"/>
                  <a:gd name="csY1" fmla="*/ 593 h 9525"/>
                </a:gdLst>
                <a:ahLst/>
                <a:cxnLst>
                  <a:cxn ang="0">
                    <a:pos x="csX0" y="csY0"/>
                  </a:cxn>
                  <a:cxn ang="0">
                    <a:pos x="csX1" y="csY1"/>
                  </a:cxn>
                </a:cxnLst>
                <a:rect l="l" t="t" r="r" b="b"/>
                <a:pathLst>
                  <a:path w="11001" h="9525">
                    <a:moveTo>
                      <a:pt x="11468" y="593"/>
                    </a:moveTo>
                    <a:lnTo>
                      <a:pt x="467" y="593"/>
                    </a:lnTo>
                  </a:path>
                </a:pathLst>
              </a:custGeom>
              <a:solidFill>
                <a:srgbClr val="000000"/>
              </a:solidFill>
              <a:ln w="2515" cap="flat">
                <a:solidFill>
                  <a:srgbClr val="000000"/>
                </a:solidFill>
                <a:prstDash val="solid"/>
                <a:round/>
              </a:ln>
            </p:spPr>
            <p:txBody>
              <a:bodyPr/>
              <a:lstStyle/>
              <a:p>
                <a:endParaRPr lang="zh-CN" altLang="en-US" sz="2190"/>
              </a:p>
            </p:txBody>
          </p:sp>
          <p:sp>
            <p:nvSpPr>
              <p:cNvPr id="1552" name="任意多边形: 形状 1551"/>
              <p:cNvSpPr/>
              <p:nvPr/>
            </p:nvSpPr>
            <p:spPr>
              <a:xfrm>
                <a:off x="4000509" y="8587747"/>
                <a:ext cx="11001" cy="9525"/>
              </a:xfrm>
              <a:custGeom>
                <a:avLst/>
                <a:gdLst>
                  <a:gd name="csX0" fmla="*/ 11468 w 11001"/>
                  <a:gd name="csY0" fmla="*/ 588 h 9525"/>
                  <a:gd name="csX1" fmla="*/ 467 w 11001"/>
                  <a:gd name="csY1" fmla="*/ 588 h 9525"/>
                </a:gdLst>
                <a:ahLst/>
                <a:cxnLst>
                  <a:cxn ang="0">
                    <a:pos x="csX0" y="csY0"/>
                  </a:cxn>
                  <a:cxn ang="0">
                    <a:pos x="csX1" y="csY1"/>
                  </a:cxn>
                </a:cxnLst>
                <a:rect l="l" t="t" r="r" b="b"/>
                <a:pathLst>
                  <a:path w="11001" h="9525">
                    <a:moveTo>
                      <a:pt x="11468" y="588"/>
                    </a:moveTo>
                    <a:lnTo>
                      <a:pt x="467" y="588"/>
                    </a:lnTo>
                  </a:path>
                </a:pathLst>
              </a:custGeom>
              <a:solidFill>
                <a:srgbClr val="000000"/>
              </a:solidFill>
              <a:ln w="2515" cap="flat">
                <a:solidFill>
                  <a:srgbClr val="000000"/>
                </a:solidFill>
                <a:prstDash val="solid"/>
                <a:round/>
              </a:ln>
            </p:spPr>
            <p:txBody>
              <a:bodyPr/>
              <a:lstStyle/>
              <a:p>
                <a:endParaRPr lang="zh-CN" altLang="en-US" sz="2190"/>
              </a:p>
            </p:txBody>
          </p:sp>
          <p:sp>
            <p:nvSpPr>
              <p:cNvPr id="1556" name="任意多边形: 形状 1555"/>
              <p:cNvSpPr/>
              <p:nvPr/>
            </p:nvSpPr>
            <p:spPr>
              <a:xfrm>
                <a:off x="4000509" y="8541112"/>
                <a:ext cx="11001" cy="9525"/>
              </a:xfrm>
              <a:custGeom>
                <a:avLst/>
                <a:gdLst>
                  <a:gd name="csX0" fmla="*/ 11468 w 11001"/>
                  <a:gd name="csY0" fmla="*/ 583 h 9525"/>
                  <a:gd name="csX1" fmla="*/ 467 w 11001"/>
                  <a:gd name="csY1" fmla="*/ 583 h 9525"/>
                </a:gdLst>
                <a:ahLst/>
                <a:cxnLst>
                  <a:cxn ang="0">
                    <a:pos x="csX0" y="csY0"/>
                  </a:cxn>
                  <a:cxn ang="0">
                    <a:pos x="csX1" y="csY1"/>
                  </a:cxn>
                </a:cxnLst>
                <a:rect l="l" t="t" r="r" b="b"/>
                <a:pathLst>
                  <a:path w="11001" h="9525">
                    <a:moveTo>
                      <a:pt x="11468" y="583"/>
                    </a:moveTo>
                    <a:lnTo>
                      <a:pt x="467" y="583"/>
                    </a:lnTo>
                  </a:path>
                </a:pathLst>
              </a:custGeom>
              <a:solidFill>
                <a:srgbClr val="000000"/>
              </a:solidFill>
              <a:ln w="2515" cap="flat">
                <a:solidFill>
                  <a:srgbClr val="000000"/>
                </a:solidFill>
                <a:prstDash val="solid"/>
                <a:round/>
              </a:ln>
            </p:spPr>
            <p:txBody>
              <a:bodyPr/>
              <a:lstStyle/>
              <a:p>
                <a:endParaRPr lang="zh-CN" altLang="en-US" sz="2190"/>
              </a:p>
            </p:txBody>
          </p:sp>
          <p:sp>
            <p:nvSpPr>
              <p:cNvPr id="1560" name="任意多边形: 形状 1559"/>
              <p:cNvSpPr/>
              <p:nvPr/>
            </p:nvSpPr>
            <p:spPr>
              <a:xfrm>
                <a:off x="4000509" y="8494478"/>
                <a:ext cx="11001" cy="9525"/>
              </a:xfrm>
              <a:custGeom>
                <a:avLst/>
                <a:gdLst>
                  <a:gd name="csX0" fmla="*/ 11468 w 11001"/>
                  <a:gd name="csY0" fmla="*/ 578 h 9525"/>
                  <a:gd name="csX1" fmla="*/ 467 w 11001"/>
                  <a:gd name="csY1" fmla="*/ 578 h 9525"/>
                </a:gdLst>
                <a:ahLst/>
                <a:cxnLst>
                  <a:cxn ang="0">
                    <a:pos x="csX0" y="csY0"/>
                  </a:cxn>
                  <a:cxn ang="0">
                    <a:pos x="csX1" y="csY1"/>
                  </a:cxn>
                </a:cxnLst>
                <a:rect l="l" t="t" r="r" b="b"/>
                <a:pathLst>
                  <a:path w="11001" h="9525">
                    <a:moveTo>
                      <a:pt x="11468" y="578"/>
                    </a:moveTo>
                    <a:lnTo>
                      <a:pt x="467" y="578"/>
                    </a:lnTo>
                  </a:path>
                </a:pathLst>
              </a:custGeom>
              <a:solidFill>
                <a:srgbClr val="000000"/>
              </a:solidFill>
              <a:ln w="2515" cap="flat">
                <a:solidFill>
                  <a:srgbClr val="000000"/>
                </a:solidFill>
                <a:prstDash val="solid"/>
                <a:round/>
              </a:ln>
            </p:spPr>
            <p:txBody>
              <a:bodyPr/>
              <a:lstStyle/>
              <a:p>
                <a:endParaRPr lang="zh-CN" altLang="en-US" sz="2190"/>
              </a:p>
            </p:txBody>
          </p:sp>
          <p:sp>
            <p:nvSpPr>
              <p:cNvPr id="1564" name="任意多边形: 形状 1563"/>
              <p:cNvSpPr/>
              <p:nvPr/>
            </p:nvSpPr>
            <p:spPr>
              <a:xfrm>
                <a:off x="4000509" y="8447843"/>
                <a:ext cx="11001" cy="9525"/>
              </a:xfrm>
              <a:custGeom>
                <a:avLst/>
                <a:gdLst>
                  <a:gd name="csX0" fmla="*/ 11468 w 11001"/>
                  <a:gd name="csY0" fmla="*/ 573 h 9525"/>
                  <a:gd name="csX1" fmla="*/ 467 w 11001"/>
                  <a:gd name="csY1" fmla="*/ 573 h 9525"/>
                </a:gdLst>
                <a:ahLst/>
                <a:cxnLst>
                  <a:cxn ang="0">
                    <a:pos x="csX0" y="csY0"/>
                  </a:cxn>
                  <a:cxn ang="0">
                    <a:pos x="csX1" y="csY1"/>
                  </a:cxn>
                </a:cxnLst>
                <a:rect l="l" t="t" r="r" b="b"/>
                <a:pathLst>
                  <a:path w="11001" h="9525">
                    <a:moveTo>
                      <a:pt x="11468" y="573"/>
                    </a:moveTo>
                    <a:lnTo>
                      <a:pt x="467" y="573"/>
                    </a:lnTo>
                  </a:path>
                </a:pathLst>
              </a:custGeom>
              <a:solidFill>
                <a:srgbClr val="000000"/>
              </a:solidFill>
              <a:ln w="2515" cap="flat">
                <a:solidFill>
                  <a:srgbClr val="000000"/>
                </a:solidFill>
                <a:prstDash val="solid"/>
                <a:round/>
              </a:ln>
            </p:spPr>
            <p:txBody>
              <a:bodyPr/>
              <a:lstStyle/>
              <a:p>
                <a:endParaRPr lang="zh-CN" altLang="en-US" sz="2190"/>
              </a:p>
            </p:txBody>
          </p:sp>
          <p:sp>
            <p:nvSpPr>
              <p:cNvPr id="1568" name="任意多边形: 形状 1567"/>
              <p:cNvSpPr/>
              <p:nvPr/>
            </p:nvSpPr>
            <p:spPr>
              <a:xfrm>
                <a:off x="4000509" y="8401209"/>
                <a:ext cx="11001" cy="9525"/>
              </a:xfrm>
              <a:custGeom>
                <a:avLst/>
                <a:gdLst>
                  <a:gd name="csX0" fmla="*/ 11468 w 11001"/>
                  <a:gd name="csY0" fmla="*/ 568 h 9525"/>
                  <a:gd name="csX1" fmla="*/ 467 w 11001"/>
                  <a:gd name="csY1" fmla="*/ 568 h 9525"/>
                </a:gdLst>
                <a:ahLst/>
                <a:cxnLst>
                  <a:cxn ang="0">
                    <a:pos x="csX0" y="csY0"/>
                  </a:cxn>
                  <a:cxn ang="0">
                    <a:pos x="csX1" y="csY1"/>
                  </a:cxn>
                </a:cxnLst>
                <a:rect l="l" t="t" r="r" b="b"/>
                <a:pathLst>
                  <a:path w="11001" h="9525">
                    <a:moveTo>
                      <a:pt x="11468" y="568"/>
                    </a:moveTo>
                    <a:lnTo>
                      <a:pt x="467" y="568"/>
                    </a:lnTo>
                  </a:path>
                </a:pathLst>
              </a:custGeom>
              <a:solidFill>
                <a:srgbClr val="000000"/>
              </a:solidFill>
              <a:ln w="2515" cap="flat">
                <a:solidFill>
                  <a:srgbClr val="000000"/>
                </a:solidFill>
                <a:prstDash val="solid"/>
                <a:round/>
              </a:ln>
            </p:spPr>
            <p:txBody>
              <a:bodyPr/>
              <a:lstStyle/>
              <a:p>
                <a:endParaRPr lang="zh-CN" altLang="en-US" sz="2190"/>
              </a:p>
            </p:txBody>
          </p:sp>
          <p:sp>
            <p:nvSpPr>
              <p:cNvPr id="1572" name="任意多边形: 形状 1571"/>
              <p:cNvSpPr/>
              <p:nvPr/>
            </p:nvSpPr>
            <p:spPr>
              <a:xfrm>
                <a:off x="4000509" y="8354575"/>
                <a:ext cx="11001" cy="9525"/>
              </a:xfrm>
              <a:custGeom>
                <a:avLst/>
                <a:gdLst>
                  <a:gd name="csX0" fmla="*/ 11468 w 11001"/>
                  <a:gd name="csY0" fmla="*/ 563 h 9525"/>
                  <a:gd name="csX1" fmla="*/ 467 w 11001"/>
                  <a:gd name="csY1" fmla="*/ 563 h 9525"/>
                </a:gdLst>
                <a:ahLst/>
                <a:cxnLst>
                  <a:cxn ang="0">
                    <a:pos x="csX0" y="csY0"/>
                  </a:cxn>
                  <a:cxn ang="0">
                    <a:pos x="csX1" y="csY1"/>
                  </a:cxn>
                </a:cxnLst>
                <a:rect l="l" t="t" r="r" b="b"/>
                <a:pathLst>
                  <a:path w="11001" h="9525">
                    <a:moveTo>
                      <a:pt x="11468" y="563"/>
                    </a:moveTo>
                    <a:lnTo>
                      <a:pt x="467" y="563"/>
                    </a:lnTo>
                  </a:path>
                </a:pathLst>
              </a:custGeom>
              <a:solidFill>
                <a:srgbClr val="000000"/>
              </a:solidFill>
              <a:ln w="2515" cap="flat">
                <a:solidFill>
                  <a:srgbClr val="000000"/>
                </a:solidFill>
                <a:prstDash val="solid"/>
                <a:round/>
              </a:ln>
            </p:spPr>
            <p:txBody>
              <a:bodyPr/>
              <a:lstStyle/>
              <a:p>
                <a:endParaRPr lang="zh-CN" altLang="en-US" sz="2190"/>
              </a:p>
            </p:txBody>
          </p:sp>
          <p:sp>
            <p:nvSpPr>
              <p:cNvPr id="1576" name="任意多边形: 形状 1575"/>
              <p:cNvSpPr/>
              <p:nvPr/>
            </p:nvSpPr>
            <p:spPr>
              <a:xfrm>
                <a:off x="4000509" y="8307940"/>
                <a:ext cx="11001" cy="9525"/>
              </a:xfrm>
              <a:custGeom>
                <a:avLst/>
                <a:gdLst>
                  <a:gd name="csX0" fmla="*/ 11468 w 11001"/>
                  <a:gd name="csY0" fmla="*/ 558 h 9525"/>
                  <a:gd name="csX1" fmla="*/ 467 w 11001"/>
                  <a:gd name="csY1" fmla="*/ 558 h 9525"/>
                </a:gdLst>
                <a:ahLst/>
                <a:cxnLst>
                  <a:cxn ang="0">
                    <a:pos x="csX0" y="csY0"/>
                  </a:cxn>
                  <a:cxn ang="0">
                    <a:pos x="csX1" y="csY1"/>
                  </a:cxn>
                </a:cxnLst>
                <a:rect l="l" t="t" r="r" b="b"/>
                <a:pathLst>
                  <a:path w="11001" h="9525">
                    <a:moveTo>
                      <a:pt x="11468" y="558"/>
                    </a:moveTo>
                    <a:lnTo>
                      <a:pt x="467" y="558"/>
                    </a:lnTo>
                  </a:path>
                </a:pathLst>
              </a:custGeom>
              <a:solidFill>
                <a:srgbClr val="000000"/>
              </a:solidFill>
              <a:ln w="2515" cap="flat">
                <a:solidFill>
                  <a:srgbClr val="000000"/>
                </a:solidFill>
                <a:prstDash val="solid"/>
                <a:round/>
              </a:ln>
            </p:spPr>
            <p:txBody>
              <a:bodyPr/>
              <a:lstStyle/>
              <a:p>
                <a:endParaRPr lang="zh-CN" altLang="en-US" sz="2190"/>
              </a:p>
            </p:txBody>
          </p:sp>
          <p:sp>
            <p:nvSpPr>
              <p:cNvPr id="1652" name="文本框 1651"/>
              <p:cNvSpPr txBox="1"/>
              <p:nvPr/>
            </p:nvSpPr>
            <p:spPr>
              <a:xfrm>
                <a:off x="161110" y="6051850"/>
                <a:ext cx="393401" cy="425401"/>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d</a:t>
                </a:r>
              </a:p>
            </p:txBody>
          </p:sp>
          <p:sp>
            <p:nvSpPr>
              <p:cNvPr id="1653" name="文本框 1652"/>
              <p:cNvSpPr txBox="1"/>
              <p:nvPr/>
            </p:nvSpPr>
            <p:spPr>
              <a:xfrm>
                <a:off x="3995518" y="5978222"/>
                <a:ext cx="377988" cy="425401"/>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e</a:t>
                </a:r>
              </a:p>
            </p:txBody>
          </p:sp>
        </p:grpSp>
        <p:grpSp>
          <p:nvGrpSpPr>
            <p:cNvPr id="1666" name="图形 1660"/>
            <p:cNvGrpSpPr/>
            <p:nvPr/>
          </p:nvGrpSpPr>
          <p:grpSpPr>
            <a:xfrm>
              <a:off x="5009332" y="6153840"/>
              <a:ext cx="1767262" cy="2614296"/>
              <a:chOff x="5043165" y="6242419"/>
              <a:chExt cx="1767262" cy="2614296"/>
            </a:xfrm>
          </p:grpSpPr>
          <p:grpSp>
            <p:nvGrpSpPr>
              <p:cNvPr id="1667" name="图形 1660"/>
              <p:cNvGrpSpPr/>
              <p:nvPr/>
            </p:nvGrpSpPr>
            <p:grpSpPr>
              <a:xfrm>
                <a:off x="5043165" y="6242419"/>
                <a:ext cx="267173" cy="2460122"/>
                <a:chOff x="5043165" y="6242419"/>
                <a:chExt cx="267173" cy="2460122"/>
              </a:xfrm>
            </p:grpSpPr>
            <p:sp>
              <p:nvSpPr>
                <p:cNvPr id="1668" name="任意多边形: 形状 1667"/>
                <p:cNvSpPr/>
                <p:nvPr/>
              </p:nvSpPr>
              <p:spPr>
                <a:xfrm>
                  <a:off x="5151393"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69" name="任意多边形: 形状 1668"/>
                <p:cNvSpPr/>
                <p:nvPr/>
              </p:nvSpPr>
              <p:spPr>
                <a:xfrm>
                  <a:off x="5151393" y="8485088"/>
                  <a:ext cx="5031" cy="17034"/>
                </a:xfrm>
                <a:custGeom>
                  <a:avLst/>
                  <a:gdLst>
                    <a:gd name="csX0" fmla="*/ 209 w 5031"/>
                    <a:gd name="csY0" fmla="*/ 468 h 17034"/>
                    <a:gd name="csX1" fmla="*/ 209 w 5031"/>
                    <a:gd name="csY1" fmla="*/ 17502 h 17034"/>
                  </a:gdLst>
                  <a:ahLst/>
                  <a:cxnLst>
                    <a:cxn ang="0">
                      <a:pos x="csX0" y="csY0"/>
                    </a:cxn>
                    <a:cxn ang="0">
                      <a:pos x="csX1" y="csY1"/>
                    </a:cxn>
                  </a:cxnLst>
                  <a:rect l="l" t="t" r="r" b="b"/>
                  <a:pathLst>
                    <a:path w="5031" h="17034">
                      <a:moveTo>
                        <a:pt x="209" y="468"/>
                      </a:moveTo>
                      <a:lnTo>
                        <a:pt x="209"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0" name="文本框 1669"/>
                <p:cNvSpPr txBox="1"/>
                <p:nvPr/>
              </p:nvSpPr>
              <p:spPr>
                <a:xfrm>
                  <a:off x="5043165"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grpSp>
          <p:grpSp>
            <p:nvGrpSpPr>
              <p:cNvPr id="1671" name="图形 1660"/>
              <p:cNvGrpSpPr/>
              <p:nvPr/>
            </p:nvGrpSpPr>
            <p:grpSpPr>
              <a:xfrm>
                <a:off x="5418187" y="6242419"/>
                <a:ext cx="267173" cy="2460122"/>
                <a:chOff x="5418187" y="6242419"/>
                <a:chExt cx="267173" cy="2460122"/>
              </a:xfrm>
            </p:grpSpPr>
            <p:sp>
              <p:nvSpPr>
                <p:cNvPr id="1672" name="任意多边形: 形状 1671"/>
                <p:cNvSpPr/>
                <p:nvPr/>
              </p:nvSpPr>
              <p:spPr>
                <a:xfrm>
                  <a:off x="5526416"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73" name="任意多边形: 形状 1672"/>
                <p:cNvSpPr/>
                <p:nvPr/>
              </p:nvSpPr>
              <p:spPr>
                <a:xfrm>
                  <a:off x="5526416" y="8485088"/>
                  <a:ext cx="5031" cy="17034"/>
                </a:xfrm>
                <a:custGeom>
                  <a:avLst/>
                  <a:gdLst>
                    <a:gd name="csX0" fmla="*/ 284 w 5031"/>
                    <a:gd name="csY0" fmla="*/ 468 h 17034"/>
                    <a:gd name="csX1" fmla="*/ 284 w 5031"/>
                    <a:gd name="csY1" fmla="*/ 17502 h 17034"/>
                  </a:gdLst>
                  <a:ahLst/>
                  <a:cxnLst>
                    <a:cxn ang="0">
                      <a:pos x="csX0" y="csY0"/>
                    </a:cxn>
                    <a:cxn ang="0">
                      <a:pos x="csX1" y="csY1"/>
                    </a:cxn>
                  </a:cxnLst>
                  <a:rect l="l" t="t" r="r" b="b"/>
                  <a:pathLst>
                    <a:path w="5031" h="17034">
                      <a:moveTo>
                        <a:pt x="284" y="468"/>
                      </a:moveTo>
                      <a:lnTo>
                        <a:pt x="284"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4" name="文本框 1673"/>
                <p:cNvSpPr txBox="1"/>
                <p:nvPr/>
              </p:nvSpPr>
              <p:spPr>
                <a:xfrm>
                  <a:off x="5418187"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a:t>
                  </a:r>
                </a:p>
              </p:txBody>
            </p:sp>
          </p:grpSp>
          <p:grpSp>
            <p:nvGrpSpPr>
              <p:cNvPr id="1675" name="图形 1660"/>
              <p:cNvGrpSpPr/>
              <p:nvPr/>
            </p:nvGrpSpPr>
            <p:grpSpPr>
              <a:xfrm>
                <a:off x="5793210" y="6242419"/>
                <a:ext cx="267173" cy="2460122"/>
                <a:chOff x="5793210" y="6242419"/>
                <a:chExt cx="267173" cy="2460122"/>
              </a:xfrm>
            </p:grpSpPr>
            <p:sp>
              <p:nvSpPr>
                <p:cNvPr id="1676" name="任意多边形: 形状 1675"/>
                <p:cNvSpPr/>
                <p:nvPr/>
              </p:nvSpPr>
              <p:spPr>
                <a:xfrm>
                  <a:off x="5901438"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77" name="任意多边形: 形状 1676"/>
                <p:cNvSpPr/>
                <p:nvPr/>
              </p:nvSpPr>
              <p:spPr>
                <a:xfrm>
                  <a:off x="5901438" y="8485088"/>
                  <a:ext cx="5031" cy="17034"/>
                </a:xfrm>
                <a:custGeom>
                  <a:avLst/>
                  <a:gdLst>
                    <a:gd name="csX0" fmla="*/ 358 w 5031"/>
                    <a:gd name="csY0" fmla="*/ 468 h 17034"/>
                    <a:gd name="csX1" fmla="*/ 358 w 5031"/>
                    <a:gd name="csY1" fmla="*/ 17502 h 17034"/>
                  </a:gdLst>
                  <a:ahLst/>
                  <a:cxnLst>
                    <a:cxn ang="0">
                      <a:pos x="csX0" y="csY0"/>
                    </a:cxn>
                    <a:cxn ang="0">
                      <a:pos x="csX1" y="csY1"/>
                    </a:cxn>
                  </a:cxnLst>
                  <a:rect l="l" t="t" r="r" b="b"/>
                  <a:pathLst>
                    <a:path w="5031" h="17034">
                      <a:moveTo>
                        <a:pt x="358" y="468"/>
                      </a:moveTo>
                      <a:lnTo>
                        <a:pt x="358"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8" name="文本框 1677"/>
                <p:cNvSpPr txBox="1"/>
                <p:nvPr/>
              </p:nvSpPr>
              <p:spPr>
                <a:xfrm>
                  <a:off x="5793210"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4</a:t>
                  </a:r>
                </a:p>
              </p:txBody>
            </p:sp>
          </p:grpSp>
          <p:grpSp>
            <p:nvGrpSpPr>
              <p:cNvPr id="1679" name="图形 1660"/>
              <p:cNvGrpSpPr/>
              <p:nvPr/>
            </p:nvGrpSpPr>
            <p:grpSpPr>
              <a:xfrm>
                <a:off x="6168232" y="6242419"/>
                <a:ext cx="267173" cy="2460122"/>
                <a:chOff x="6168232" y="6242419"/>
                <a:chExt cx="267173" cy="2460122"/>
              </a:xfrm>
            </p:grpSpPr>
            <p:sp>
              <p:nvSpPr>
                <p:cNvPr id="1680" name="任意多边形: 形状 1679"/>
                <p:cNvSpPr/>
                <p:nvPr/>
              </p:nvSpPr>
              <p:spPr>
                <a:xfrm>
                  <a:off x="6276460"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81" name="任意多边形: 形状 1680"/>
                <p:cNvSpPr/>
                <p:nvPr/>
              </p:nvSpPr>
              <p:spPr>
                <a:xfrm>
                  <a:off x="6276460" y="8485088"/>
                  <a:ext cx="5031" cy="17034"/>
                </a:xfrm>
                <a:custGeom>
                  <a:avLst/>
                  <a:gdLst>
                    <a:gd name="csX0" fmla="*/ 433 w 5031"/>
                    <a:gd name="csY0" fmla="*/ 468 h 17034"/>
                    <a:gd name="csX1" fmla="*/ 433 w 5031"/>
                    <a:gd name="csY1" fmla="*/ 17502 h 17034"/>
                  </a:gdLst>
                  <a:ahLst/>
                  <a:cxnLst>
                    <a:cxn ang="0">
                      <a:pos x="csX0" y="csY0"/>
                    </a:cxn>
                    <a:cxn ang="0">
                      <a:pos x="csX1" y="csY1"/>
                    </a:cxn>
                  </a:cxnLst>
                  <a:rect l="l" t="t" r="r" b="b"/>
                  <a:pathLst>
                    <a:path w="5031" h="17034">
                      <a:moveTo>
                        <a:pt x="433" y="468"/>
                      </a:moveTo>
                      <a:lnTo>
                        <a:pt x="433"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82" name="文本框 1681"/>
                <p:cNvSpPr txBox="1"/>
                <p:nvPr/>
              </p:nvSpPr>
              <p:spPr>
                <a:xfrm>
                  <a:off x="6168232"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6</a:t>
                  </a:r>
                </a:p>
              </p:txBody>
            </p:sp>
          </p:grpSp>
          <p:grpSp>
            <p:nvGrpSpPr>
              <p:cNvPr id="1683" name="图形 1660"/>
              <p:cNvGrpSpPr/>
              <p:nvPr/>
            </p:nvGrpSpPr>
            <p:grpSpPr>
              <a:xfrm>
                <a:off x="6543254" y="6242419"/>
                <a:ext cx="267173" cy="2460122"/>
                <a:chOff x="6543254" y="6242419"/>
                <a:chExt cx="267173" cy="2460122"/>
              </a:xfrm>
            </p:grpSpPr>
            <p:sp>
              <p:nvSpPr>
                <p:cNvPr id="1684" name="任意多边形: 形状 1683"/>
                <p:cNvSpPr/>
                <p:nvPr/>
              </p:nvSpPr>
              <p:spPr>
                <a:xfrm>
                  <a:off x="6651482"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85" name="任意多边形: 形状 1684"/>
                <p:cNvSpPr/>
                <p:nvPr/>
              </p:nvSpPr>
              <p:spPr>
                <a:xfrm>
                  <a:off x="6651482" y="8485088"/>
                  <a:ext cx="5031" cy="17034"/>
                </a:xfrm>
                <a:custGeom>
                  <a:avLst/>
                  <a:gdLst>
                    <a:gd name="csX0" fmla="*/ 507 w 5031"/>
                    <a:gd name="csY0" fmla="*/ 468 h 17034"/>
                    <a:gd name="csX1" fmla="*/ 507 w 5031"/>
                    <a:gd name="csY1" fmla="*/ 17502 h 17034"/>
                  </a:gdLst>
                  <a:ahLst/>
                  <a:cxnLst>
                    <a:cxn ang="0">
                      <a:pos x="csX0" y="csY0"/>
                    </a:cxn>
                    <a:cxn ang="0">
                      <a:pos x="csX1" y="csY1"/>
                    </a:cxn>
                  </a:cxnLst>
                  <a:rect l="l" t="t" r="r" b="b"/>
                  <a:pathLst>
                    <a:path w="5031" h="17034">
                      <a:moveTo>
                        <a:pt x="507" y="468"/>
                      </a:moveTo>
                      <a:lnTo>
                        <a:pt x="507"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86" name="文本框 1685"/>
                <p:cNvSpPr txBox="1"/>
                <p:nvPr/>
              </p:nvSpPr>
              <p:spPr>
                <a:xfrm>
                  <a:off x="6543254"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8</a:t>
                  </a:r>
                </a:p>
              </p:txBody>
            </p:sp>
          </p:grpSp>
          <p:sp>
            <p:nvSpPr>
              <p:cNvPr id="1687" name="文本框 1686"/>
              <p:cNvSpPr txBox="1"/>
              <p:nvPr/>
            </p:nvSpPr>
            <p:spPr>
              <a:xfrm>
                <a:off x="5705843" y="8593288"/>
                <a:ext cx="648848" cy="263427"/>
              </a:xfrm>
              <a:prstGeom prst="rect">
                <a:avLst/>
              </a:prstGeom>
              <a:noFill/>
            </p:spPr>
            <p:txBody>
              <a:bodyPr wrap="none" rtlCol="0">
                <a:spAutoFit/>
              </a:bodyPr>
              <a:lstStyle/>
              <a:p>
                <a:pPr algn="l"/>
                <a:r>
                  <a:rPr lang="zh-CN" altLang="en-US" sz="955" i="1" dirty="0">
                    <a:solidFill>
                      <a:srgbClr val="000000"/>
                    </a:solidFill>
                    <a:latin typeface="Arial" panose="020B0604020202090204"/>
                    <a:cs typeface="Arial" panose="020B0604020202090204"/>
                    <a:sym typeface="Arial" panose="020B0604020202090204"/>
                    <a:rtl val="0"/>
                  </a:rPr>
                  <a:t>-Log(P)</a:t>
                </a:r>
              </a:p>
            </p:txBody>
          </p:sp>
        </p:grpSp>
        <p:grpSp>
          <p:nvGrpSpPr>
            <p:cNvPr id="1688" name="图形 1660"/>
            <p:cNvGrpSpPr/>
            <p:nvPr/>
          </p:nvGrpSpPr>
          <p:grpSpPr>
            <a:xfrm>
              <a:off x="5099952" y="6255780"/>
              <a:ext cx="1611452" cy="2043655"/>
              <a:chOff x="5133785" y="6344359"/>
              <a:chExt cx="1611452" cy="2043655"/>
            </a:xfrm>
          </p:grpSpPr>
          <p:grpSp>
            <p:nvGrpSpPr>
              <p:cNvPr id="1689" name="图形 1660"/>
              <p:cNvGrpSpPr/>
              <p:nvPr/>
            </p:nvGrpSpPr>
            <p:grpSpPr>
              <a:xfrm>
                <a:off x="5133785" y="8383148"/>
                <a:ext cx="1611452" cy="4866"/>
                <a:chOff x="5133785" y="8383148"/>
                <a:chExt cx="1611452" cy="4866"/>
              </a:xfrm>
            </p:grpSpPr>
            <p:sp>
              <p:nvSpPr>
                <p:cNvPr id="1690" name="任意多边形: 形状 1689"/>
                <p:cNvSpPr/>
                <p:nvPr/>
              </p:nvSpPr>
              <p:spPr>
                <a:xfrm>
                  <a:off x="5151393" y="838314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1" name="任意多边形: 形状 1690"/>
                <p:cNvSpPr/>
                <p:nvPr/>
              </p:nvSpPr>
              <p:spPr>
                <a:xfrm>
                  <a:off x="5133785" y="8383148"/>
                  <a:ext cx="17608" cy="4866"/>
                </a:xfrm>
                <a:custGeom>
                  <a:avLst/>
                  <a:gdLst>
                    <a:gd name="csX0" fmla="*/ 17818 w 17608"/>
                    <a:gd name="csY0" fmla="*/ 447 h 4866"/>
                    <a:gd name="csX1" fmla="*/ 209 w 17608"/>
                    <a:gd name="csY1" fmla="*/ 447 h 4866"/>
                  </a:gdLst>
                  <a:ahLst/>
                  <a:cxnLst>
                    <a:cxn ang="0">
                      <a:pos x="csX0" y="csY0"/>
                    </a:cxn>
                    <a:cxn ang="0">
                      <a:pos x="csX1" y="csY1"/>
                    </a:cxn>
                  </a:cxnLst>
                  <a:rect l="l" t="t" r="r" b="b"/>
                  <a:pathLst>
                    <a:path w="17608" h="4866">
                      <a:moveTo>
                        <a:pt x="17818" y="447"/>
                      </a:moveTo>
                      <a:lnTo>
                        <a:pt x="209" y="44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693" name="图形 1660"/>
              <p:cNvGrpSpPr/>
              <p:nvPr/>
            </p:nvGrpSpPr>
            <p:grpSpPr>
              <a:xfrm>
                <a:off x="5133785" y="8298199"/>
                <a:ext cx="1611452" cy="4866"/>
                <a:chOff x="5133785" y="8298199"/>
                <a:chExt cx="1611452" cy="4866"/>
              </a:xfrm>
            </p:grpSpPr>
            <p:sp>
              <p:nvSpPr>
                <p:cNvPr id="1694" name="任意多边形: 形状 1693"/>
                <p:cNvSpPr/>
                <p:nvPr/>
              </p:nvSpPr>
              <p:spPr>
                <a:xfrm>
                  <a:off x="5151393" y="829819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5" name="任意多边形: 形状 1694"/>
                <p:cNvSpPr/>
                <p:nvPr/>
              </p:nvSpPr>
              <p:spPr>
                <a:xfrm>
                  <a:off x="5133785" y="8298199"/>
                  <a:ext cx="17608" cy="4866"/>
                </a:xfrm>
                <a:custGeom>
                  <a:avLst/>
                  <a:gdLst>
                    <a:gd name="csX0" fmla="*/ 17818 w 17608"/>
                    <a:gd name="csY0" fmla="*/ 430 h 4866"/>
                    <a:gd name="csX1" fmla="*/ 209 w 17608"/>
                    <a:gd name="csY1" fmla="*/ 430 h 4866"/>
                  </a:gdLst>
                  <a:ahLst/>
                  <a:cxnLst>
                    <a:cxn ang="0">
                      <a:pos x="csX0" y="csY0"/>
                    </a:cxn>
                    <a:cxn ang="0">
                      <a:pos x="csX1" y="csY1"/>
                    </a:cxn>
                  </a:cxnLst>
                  <a:rect l="l" t="t" r="r" b="b"/>
                  <a:pathLst>
                    <a:path w="17608" h="4866">
                      <a:moveTo>
                        <a:pt x="17818" y="430"/>
                      </a:moveTo>
                      <a:lnTo>
                        <a:pt x="209" y="43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697" name="图形 1660"/>
              <p:cNvGrpSpPr/>
              <p:nvPr/>
            </p:nvGrpSpPr>
            <p:grpSpPr>
              <a:xfrm>
                <a:off x="5133785" y="8213249"/>
                <a:ext cx="1611452" cy="4866"/>
                <a:chOff x="5133785" y="8213249"/>
                <a:chExt cx="1611452" cy="4866"/>
              </a:xfrm>
            </p:grpSpPr>
            <p:sp>
              <p:nvSpPr>
                <p:cNvPr id="1698" name="任意多边形: 形状 1697"/>
                <p:cNvSpPr/>
                <p:nvPr/>
              </p:nvSpPr>
              <p:spPr>
                <a:xfrm>
                  <a:off x="5151393" y="821324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9" name="任意多边形: 形状 1698"/>
                <p:cNvSpPr/>
                <p:nvPr/>
              </p:nvSpPr>
              <p:spPr>
                <a:xfrm>
                  <a:off x="5133785" y="8213249"/>
                  <a:ext cx="17608" cy="4866"/>
                </a:xfrm>
                <a:custGeom>
                  <a:avLst/>
                  <a:gdLst>
                    <a:gd name="csX0" fmla="*/ 17818 w 17608"/>
                    <a:gd name="csY0" fmla="*/ 412 h 4866"/>
                    <a:gd name="csX1" fmla="*/ 209 w 17608"/>
                    <a:gd name="csY1" fmla="*/ 412 h 4866"/>
                  </a:gdLst>
                  <a:ahLst/>
                  <a:cxnLst>
                    <a:cxn ang="0">
                      <a:pos x="csX0" y="csY0"/>
                    </a:cxn>
                    <a:cxn ang="0">
                      <a:pos x="csX1" y="csY1"/>
                    </a:cxn>
                  </a:cxnLst>
                  <a:rect l="l" t="t" r="r" b="b"/>
                  <a:pathLst>
                    <a:path w="17608" h="4866">
                      <a:moveTo>
                        <a:pt x="17818" y="412"/>
                      </a:moveTo>
                      <a:lnTo>
                        <a:pt x="209" y="412"/>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1" name="图形 1660"/>
              <p:cNvGrpSpPr/>
              <p:nvPr/>
            </p:nvGrpSpPr>
            <p:grpSpPr>
              <a:xfrm>
                <a:off x="5133785" y="8128299"/>
                <a:ext cx="1611452" cy="4866"/>
                <a:chOff x="5133785" y="8128299"/>
                <a:chExt cx="1611452" cy="4866"/>
              </a:xfrm>
            </p:grpSpPr>
            <p:sp>
              <p:nvSpPr>
                <p:cNvPr id="1702" name="任意多边形: 形状 1701"/>
                <p:cNvSpPr/>
                <p:nvPr/>
              </p:nvSpPr>
              <p:spPr>
                <a:xfrm>
                  <a:off x="5151393" y="812829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03" name="任意多边形: 形状 1702"/>
                <p:cNvSpPr/>
                <p:nvPr/>
              </p:nvSpPr>
              <p:spPr>
                <a:xfrm>
                  <a:off x="5133785" y="8128299"/>
                  <a:ext cx="17608" cy="4866"/>
                </a:xfrm>
                <a:custGeom>
                  <a:avLst/>
                  <a:gdLst>
                    <a:gd name="csX0" fmla="*/ 17818 w 17608"/>
                    <a:gd name="csY0" fmla="*/ 395 h 4866"/>
                    <a:gd name="csX1" fmla="*/ 209 w 17608"/>
                    <a:gd name="csY1" fmla="*/ 395 h 4866"/>
                  </a:gdLst>
                  <a:ahLst/>
                  <a:cxnLst>
                    <a:cxn ang="0">
                      <a:pos x="csX0" y="csY0"/>
                    </a:cxn>
                    <a:cxn ang="0">
                      <a:pos x="csX1" y="csY1"/>
                    </a:cxn>
                  </a:cxnLst>
                  <a:rect l="l" t="t" r="r" b="b"/>
                  <a:pathLst>
                    <a:path w="17608" h="4866">
                      <a:moveTo>
                        <a:pt x="17818" y="395"/>
                      </a:moveTo>
                      <a:lnTo>
                        <a:pt x="209" y="39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5" name="图形 1660"/>
              <p:cNvGrpSpPr/>
              <p:nvPr/>
            </p:nvGrpSpPr>
            <p:grpSpPr>
              <a:xfrm>
                <a:off x="5133785" y="8043350"/>
                <a:ext cx="1611452" cy="4866"/>
                <a:chOff x="5133785" y="8043350"/>
                <a:chExt cx="1611452" cy="4866"/>
              </a:xfrm>
            </p:grpSpPr>
            <p:sp>
              <p:nvSpPr>
                <p:cNvPr id="1706" name="任意多边形: 形状 1705"/>
                <p:cNvSpPr/>
                <p:nvPr/>
              </p:nvSpPr>
              <p:spPr>
                <a:xfrm>
                  <a:off x="5151393" y="804335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07" name="任意多边形: 形状 1706"/>
                <p:cNvSpPr/>
                <p:nvPr/>
              </p:nvSpPr>
              <p:spPr>
                <a:xfrm>
                  <a:off x="5133785" y="8043350"/>
                  <a:ext cx="17608" cy="4866"/>
                </a:xfrm>
                <a:custGeom>
                  <a:avLst/>
                  <a:gdLst>
                    <a:gd name="csX0" fmla="*/ 17818 w 17608"/>
                    <a:gd name="csY0" fmla="*/ 377 h 4866"/>
                    <a:gd name="csX1" fmla="*/ 209 w 17608"/>
                    <a:gd name="csY1" fmla="*/ 377 h 4866"/>
                  </a:gdLst>
                  <a:ahLst/>
                  <a:cxnLst>
                    <a:cxn ang="0">
                      <a:pos x="csX0" y="csY0"/>
                    </a:cxn>
                    <a:cxn ang="0">
                      <a:pos x="csX1" y="csY1"/>
                    </a:cxn>
                  </a:cxnLst>
                  <a:rect l="l" t="t" r="r" b="b"/>
                  <a:pathLst>
                    <a:path w="17608" h="4866">
                      <a:moveTo>
                        <a:pt x="17818" y="377"/>
                      </a:moveTo>
                      <a:lnTo>
                        <a:pt x="209" y="37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9" name="图形 1660"/>
              <p:cNvGrpSpPr/>
              <p:nvPr/>
            </p:nvGrpSpPr>
            <p:grpSpPr>
              <a:xfrm>
                <a:off x="5133785" y="7958400"/>
                <a:ext cx="1611452" cy="4866"/>
                <a:chOff x="5133785" y="7958400"/>
                <a:chExt cx="1611452" cy="4866"/>
              </a:xfrm>
            </p:grpSpPr>
            <p:sp>
              <p:nvSpPr>
                <p:cNvPr id="1710" name="任意多边形: 形状 1709"/>
                <p:cNvSpPr/>
                <p:nvPr/>
              </p:nvSpPr>
              <p:spPr>
                <a:xfrm>
                  <a:off x="5151393" y="795840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1" name="任意多边形: 形状 1710"/>
                <p:cNvSpPr/>
                <p:nvPr/>
              </p:nvSpPr>
              <p:spPr>
                <a:xfrm>
                  <a:off x="5133785" y="7958400"/>
                  <a:ext cx="17608" cy="4866"/>
                </a:xfrm>
                <a:custGeom>
                  <a:avLst/>
                  <a:gdLst>
                    <a:gd name="csX0" fmla="*/ 17818 w 17608"/>
                    <a:gd name="csY0" fmla="*/ 360 h 4866"/>
                    <a:gd name="csX1" fmla="*/ 209 w 17608"/>
                    <a:gd name="csY1" fmla="*/ 360 h 4866"/>
                  </a:gdLst>
                  <a:ahLst/>
                  <a:cxnLst>
                    <a:cxn ang="0">
                      <a:pos x="csX0" y="csY0"/>
                    </a:cxn>
                    <a:cxn ang="0">
                      <a:pos x="csX1" y="csY1"/>
                    </a:cxn>
                  </a:cxnLst>
                  <a:rect l="l" t="t" r="r" b="b"/>
                  <a:pathLst>
                    <a:path w="17608" h="4866">
                      <a:moveTo>
                        <a:pt x="17818" y="360"/>
                      </a:moveTo>
                      <a:lnTo>
                        <a:pt x="209" y="36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13" name="图形 1660"/>
              <p:cNvGrpSpPr/>
              <p:nvPr/>
            </p:nvGrpSpPr>
            <p:grpSpPr>
              <a:xfrm>
                <a:off x="5133785" y="7873451"/>
                <a:ext cx="1611452" cy="4866"/>
                <a:chOff x="5133785" y="7873451"/>
                <a:chExt cx="1611452" cy="4866"/>
              </a:xfrm>
            </p:grpSpPr>
            <p:sp>
              <p:nvSpPr>
                <p:cNvPr id="1714" name="任意多边形: 形状 1713"/>
                <p:cNvSpPr/>
                <p:nvPr/>
              </p:nvSpPr>
              <p:spPr>
                <a:xfrm>
                  <a:off x="5151393" y="7873451"/>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5" name="任意多边形: 形状 1714"/>
                <p:cNvSpPr/>
                <p:nvPr/>
              </p:nvSpPr>
              <p:spPr>
                <a:xfrm>
                  <a:off x="5133785" y="7873451"/>
                  <a:ext cx="17608" cy="4866"/>
                </a:xfrm>
                <a:custGeom>
                  <a:avLst/>
                  <a:gdLst>
                    <a:gd name="csX0" fmla="*/ 17818 w 17608"/>
                    <a:gd name="csY0" fmla="*/ 342 h 4866"/>
                    <a:gd name="csX1" fmla="*/ 209 w 17608"/>
                    <a:gd name="csY1" fmla="*/ 342 h 4866"/>
                  </a:gdLst>
                  <a:ahLst/>
                  <a:cxnLst>
                    <a:cxn ang="0">
                      <a:pos x="csX0" y="csY0"/>
                    </a:cxn>
                    <a:cxn ang="0">
                      <a:pos x="csX1" y="csY1"/>
                    </a:cxn>
                  </a:cxnLst>
                  <a:rect l="l" t="t" r="r" b="b"/>
                  <a:pathLst>
                    <a:path w="17608" h="4866">
                      <a:moveTo>
                        <a:pt x="17818" y="342"/>
                      </a:moveTo>
                      <a:lnTo>
                        <a:pt x="209" y="342"/>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17" name="图形 1660"/>
              <p:cNvGrpSpPr/>
              <p:nvPr/>
            </p:nvGrpSpPr>
            <p:grpSpPr>
              <a:xfrm>
                <a:off x="5133785" y="7788501"/>
                <a:ext cx="1611452" cy="4866"/>
                <a:chOff x="5133785" y="7788501"/>
                <a:chExt cx="1611452" cy="4866"/>
              </a:xfrm>
            </p:grpSpPr>
            <p:sp>
              <p:nvSpPr>
                <p:cNvPr id="1718" name="任意多边形: 形状 1717"/>
                <p:cNvSpPr/>
                <p:nvPr/>
              </p:nvSpPr>
              <p:spPr>
                <a:xfrm>
                  <a:off x="5151393" y="7788501"/>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9" name="任意多边形: 形状 1718"/>
                <p:cNvSpPr/>
                <p:nvPr/>
              </p:nvSpPr>
              <p:spPr>
                <a:xfrm>
                  <a:off x="5133785" y="7788501"/>
                  <a:ext cx="17608" cy="4866"/>
                </a:xfrm>
                <a:custGeom>
                  <a:avLst/>
                  <a:gdLst>
                    <a:gd name="csX0" fmla="*/ 17818 w 17608"/>
                    <a:gd name="csY0" fmla="*/ 325 h 4866"/>
                    <a:gd name="csX1" fmla="*/ 209 w 17608"/>
                    <a:gd name="csY1" fmla="*/ 325 h 4866"/>
                  </a:gdLst>
                  <a:ahLst/>
                  <a:cxnLst>
                    <a:cxn ang="0">
                      <a:pos x="csX0" y="csY0"/>
                    </a:cxn>
                    <a:cxn ang="0">
                      <a:pos x="csX1" y="csY1"/>
                    </a:cxn>
                  </a:cxnLst>
                  <a:rect l="l" t="t" r="r" b="b"/>
                  <a:pathLst>
                    <a:path w="17608" h="4866">
                      <a:moveTo>
                        <a:pt x="17818" y="325"/>
                      </a:moveTo>
                      <a:lnTo>
                        <a:pt x="209" y="32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1" name="图形 1660"/>
              <p:cNvGrpSpPr/>
              <p:nvPr/>
            </p:nvGrpSpPr>
            <p:grpSpPr>
              <a:xfrm>
                <a:off x="5133785" y="7703552"/>
                <a:ext cx="1611452" cy="4866"/>
                <a:chOff x="5133785" y="7703552"/>
                <a:chExt cx="1611452" cy="4866"/>
              </a:xfrm>
            </p:grpSpPr>
            <p:sp>
              <p:nvSpPr>
                <p:cNvPr id="1722" name="任意多边形: 形状 1721"/>
                <p:cNvSpPr/>
                <p:nvPr/>
              </p:nvSpPr>
              <p:spPr>
                <a:xfrm>
                  <a:off x="5151393" y="7703552"/>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23" name="任意多边形: 形状 1722"/>
                <p:cNvSpPr/>
                <p:nvPr/>
              </p:nvSpPr>
              <p:spPr>
                <a:xfrm>
                  <a:off x="5133785" y="7703552"/>
                  <a:ext cx="17608" cy="4866"/>
                </a:xfrm>
                <a:custGeom>
                  <a:avLst/>
                  <a:gdLst>
                    <a:gd name="csX0" fmla="*/ 17818 w 17608"/>
                    <a:gd name="csY0" fmla="*/ 307 h 4866"/>
                    <a:gd name="csX1" fmla="*/ 209 w 17608"/>
                    <a:gd name="csY1" fmla="*/ 307 h 4866"/>
                  </a:gdLst>
                  <a:ahLst/>
                  <a:cxnLst>
                    <a:cxn ang="0">
                      <a:pos x="csX0" y="csY0"/>
                    </a:cxn>
                    <a:cxn ang="0">
                      <a:pos x="csX1" y="csY1"/>
                    </a:cxn>
                  </a:cxnLst>
                  <a:rect l="l" t="t" r="r" b="b"/>
                  <a:pathLst>
                    <a:path w="17608" h="4866">
                      <a:moveTo>
                        <a:pt x="17818" y="307"/>
                      </a:moveTo>
                      <a:lnTo>
                        <a:pt x="209" y="30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5" name="图形 1660"/>
              <p:cNvGrpSpPr/>
              <p:nvPr/>
            </p:nvGrpSpPr>
            <p:grpSpPr>
              <a:xfrm>
                <a:off x="5133785" y="7618602"/>
                <a:ext cx="1611452" cy="4866"/>
                <a:chOff x="5133785" y="7618602"/>
                <a:chExt cx="1611452" cy="4866"/>
              </a:xfrm>
            </p:grpSpPr>
            <p:sp>
              <p:nvSpPr>
                <p:cNvPr id="1726" name="任意多边形: 形状 1725"/>
                <p:cNvSpPr/>
                <p:nvPr/>
              </p:nvSpPr>
              <p:spPr>
                <a:xfrm>
                  <a:off x="5151393" y="7618602"/>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27" name="任意多边形: 形状 1726"/>
                <p:cNvSpPr/>
                <p:nvPr/>
              </p:nvSpPr>
              <p:spPr>
                <a:xfrm>
                  <a:off x="5133785" y="7618602"/>
                  <a:ext cx="17608" cy="4866"/>
                </a:xfrm>
                <a:custGeom>
                  <a:avLst/>
                  <a:gdLst>
                    <a:gd name="csX0" fmla="*/ 17818 w 17608"/>
                    <a:gd name="csY0" fmla="*/ 290 h 4866"/>
                    <a:gd name="csX1" fmla="*/ 209 w 17608"/>
                    <a:gd name="csY1" fmla="*/ 290 h 4866"/>
                  </a:gdLst>
                  <a:ahLst/>
                  <a:cxnLst>
                    <a:cxn ang="0">
                      <a:pos x="csX0" y="csY0"/>
                    </a:cxn>
                    <a:cxn ang="0">
                      <a:pos x="csX1" y="csY1"/>
                    </a:cxn>
                  </a:cxnLst>
                  <a:rect l="l" t="t" r="r" b="b"/>
                  <a:pathLst>
                    <a:path w="17608" h="4866">
                      <a:moveTo>
                        <a:pt x="17818" y="290"/>
                      </a:moveTo>
                      <a:lnTo>
                        <a:pt x="209" y="29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9" name="图形 1660"/>
              <p:cNvGrpSpPr/>
              <p:nvPr/>
            </p:nvGrpSpPr>
            <p:grpSpPr>
              <a:xfrm>
                <a:off x="5133785" y="7533653"/>
                <a:ext cx="1611452" cy="4866"/>
                <a:chOff x="5133785" y="7533653"/>
                <a:chExt cx="1611452" cy="4866"/>
              </a:xfrm>
            </p:grpSpPr>
            <p:sp>
              <p:nvSpPr>
                <p:cNvPr id="1730" name="任意多边形: 形状 1729"/>
                <p:cNvSpPr/>
                <p:nvPr/>
              </p:nvSpPr>
              <p:spPr>
                <a:xfrm>
                  <a:off x="5151393" y="753365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1" name="任意多边形: 形状 1730"/>
                <p:cNvSpPr/>
                <p:nvPr/>
              </p:nvSpPr>
              <p:spPr>
                <a:xfrm>
                  <a:off x="5133785" y="7533653"/>
                  <a:ext cx="17608" cy="4866"/>
                </a:xfrm>
                <a:custGeom>
                  <a:avLst/>
                  <a:gdLst>
                    <a:gd name="csX0" fmla="*/ 17818 w 17608"/>
                    <a:gd name="csY0" fmla="*/ 273 h 4866"/>
                    <a:gd name="csX1" fmla="*/ 209 w 17608"/>
                    <a:gd name="csY1" fmla="*/ 273 h 4866"/>
                  </a:gdLst>
                  <a:ahLst/>
                  <a:cxnLst>
                    <a:cxn ang="0">
                      <a:pos x="csX0" y="csY0"/>
                    </a:cxn>
                    <a:cxn ang="0">
                      <a:pos x="csX1" y="csY1"/>
                    </a:cxn>
                  </a:cxnLst>
                  <a:rect l="l" t="t" r="r" b="b"/>
                  <a:pathLst>
                    <a:path w="17608" h="4866">
                      <a:moveTo>
                        <a:pt x="17818" y="273"/>
                      </a:moveTo>
                      <a:lnTo>
                        <a:pt x="209" y="27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33" name="图形 1660"/>
              <p:cNvGrpSpPr/>
              <p:nvPr/>
            </p:nvGrpSpPr>
            <p:grpSpPr>
              <a:xfrm>
                <a:off x="5133785" y="7448703"/>
                <a:ext cx="1611452" cy="4866"/>
                <a:chOff x="5133785" y="7448703"/>
                <a:chExt cx="1611452" cy="4866"/>
              </a:xfrm>
            </p:grpSpPr>
            <p:sp>
              <p:nvSpPr>
                <p:cNvPr id="1734" name="任意多边形: 形状 1733"/>
                <p:cNvSpPr/>
                <p:nvPr/>
              </p:nvSpPr>
              <p:spPr>
                <a:xfrm>
                  <a:off x="5151393" y="744870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5" name="任意多边形: 形状 1734"/>
                <p:cNvSpPr/>
                <p:nvPr/>
              </p:nvSpPr>
              <p:spPr>
                <a:xfrm>
                  <a:off x="5133785" y="7448703"/>
                  <a:ext cx="17608" cy="4866"/>
                </a:xfrm>
                <a:custGeom>
                  <a:avLst/>
                  <a:gdLst>
                    <a:gd name="csX0" fmla="*/ 17818 w 17608"/>
                    <a:gd name="csY0" fmla="*/ 255 h 4866"/>
                    <a:gd name="csX1" fmla="*/ 209 w 17608"/>
                    <a:gd name="csY1" fmla="*/ 255 h 4866"/>
                  </a:gdLst>
                  <a:ahLst/>
                  <a:cxnLst>
                    <a:cxn ang="0">
                      <a:pos x="csX0" y="csY0"/>
                    </a:cxn>
                    <a:cxn ang="0">
                      <a:pos x="csX1" y="csY1"/>
                    </a:cxn>
                  </a:cxnLst>
                  <a:rect l="l" t="t" r="r" b="b"/>
                  <a:pathLst>
                    <a:path w="17608" h="4866">
                      <a:moveTo>
                        <a:pt x="17818" y="255"/>
                      </a:moveTo>
                      <a:lnTo>
                        <a:pt x="209" y="25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37" name="图形 1660"/>
              <p:cNvGrpSpPr/>
              <p:nvPr/>
            </p:nvGrpSpPr>
            <p:grpSpPr>
              <a:xfrm>
                <a:off x="5133785" y="7363753"/>
                <a:ext cx="1611452" cy="4866"/>
                <a:chOff x="5133785" y="7363753"/>
                <a:chExt cx="1611452" cy="4866"/>
              </a:xfrm>
            </p:grpSpPr>
            <p:sp>
              <p:nvSpPr>
                <p:cNvPr id="1738" name="任意多边形: 形状 1737"/>
                <p:cNvSpPr/>
                <p:nvPr/>
              </p:nvSpPr>
              <p:spPr>
                <a:xfrm>
                  <a:off x="5151393" y="736375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9" name="任意多边形: 形状 1738"/>
                <p:cNvSpPr/>
                <p:nvPr/>
              </p:nvSpPr>
              <p:spPr>
                <a:xfrm>
                  <a:off x="5133785" y="7363753"/>
                  <a:ext cx="17608" cy="4866"/>
                </a:xfrm>
                <a:custGeom>
                  <a:avLst/>
                  <a:gdLst>
                    <a:gd name="csX0" fmla="*/ 17818 w 17608"/>
                    <a:gd name="csY0" fmla="*/ 238 h 4866"/>
                    <a:gd name="csX1" fmla="*/ 209 w 17608"/>
                    <a:gd name="csY1" fmla="*/ 238 h 4866"/>
                  </a:gdLst>
                  <a:ahLst/>
                  <a:cxnLst>
                    <a:cxn ang="0">
                      <a:pos x="csX0" y="csY0"/>
                    </a:cxn>
                    <a:cxn ang="0">
                      <a:pos x="csX1" y="csY1"/>
                    </a:cxn>
                  </a:cxnLst>
                  <a:rect l="l" t="t" r="r" b="b"/>
                  <a:pathLst>
                    <a:path w="17608" h="4866">
                      <a:moveTo>
                        <a:pt x="17818" y="238"/>
                      </a:moveTo>
                      <a:lnTo>
                        <a:pt x="209" y="23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1" name="图形 1660"/>
              <p:cNvGrpSpPr/>
              <p:nvPr/>
            </p:nvGrpSpPr>
            <p:grpSpPr>
              <a:xfrm>
                <a:off x="5133785" y="7278804"/>
                <a:ext cx="1611452" cy="4866"/>
                <a:chOff x="5133785" y="7278804"/>
                <a:chExt cx="1611452" cy="4866"/>
              </a:xfrm>
            </p:grpSpPr>
            <p:sp>
              <p:nvSpPr>
                <p:cNvPr id="1742" name="任意多边形: 形状 1741"/>
                <p:cNvSpPr/>
                <p:nvPr/>
              </p:nvSpPr>
              <p:spPr>
                <a:xfrm>
                  <a:off x="5151393" y="7278804"/>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43" name="任意多边形: 形状 1742"/>
                <p:cNvSpPr/>
                <p:nvPr/>
              </p:nvSpPr>
              <p:spPr>
                <a:xfrm>
                  <a:off x="5133785" y="7278804"/>
                  <a:ext cx="17608" cy="4866"/>
                </a:xfrm>
                <a:custGeom>
                  <a:avLst/>
                  <a:gdLst>
                    <a:gd name="csX0" fmla="*/ 17818 w 17608"/>
                    <a:gd name="csY0" fmla="*/ 220 h 4866"/>
                    <a:gd name="csX1" fmla="*/ 209 w 17608"/>
                    <a:gd name="csY1" fmla="*/ 220 h 4866"/>
                  </a:gdLst>
                  <a:ahLst/>
                  <a:cxnLst>
                    <a:cxn ang="0">
                      <a:pos x="csX0" y="csY0"/>
                    </a:cxn>
                    <a:cxn ang="0">
                      <a:pos x="csX1" y="csY1"/>
                    </a:cxn>
                  </a:cxnLst>
                  <a:rect l="l" t="t" r="r" b="b"/>
                  <a:pathLst>
                    <a:path w="17608" h="4866">
                      <a:moveTo>
                        <a:pt x="17818" y="220"/>
                      </a:moveTo>
                      <a:lnTo>
                        <a:pt x="209" y="22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5" name="图形 1660"/>
              <p:cNvGrpSpPr/>
              <p:nvPr/>
            </p:nvGrpSpPr>
            <p:grpSpPr>
              <a:xfrm>
                <a:off x="5133785" y="7193854"/>
                <a:ext cx="1611452" cy="4866"/>
                <a:chOff x="5133785" y="7193854"/>
                <a:chExt cx="1611452" cy="4866"/>
              </a:xfrm>
            </p:grpSpPr>
            <p:sp>
              <p:nvSpPr>
                <p:cNvPr id="1746" name="任意多边形: 形状 1745"/>
                <p:cNvSpPr/>
                <p:nvPr/>
              </p:nvSpPr>
              <p:spPr>
                <a:xfrm>
                  <a:off x="5151393" y="7193854"/>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47" name="任意多边形: 形状 1746"/>
                <p:cNvSpPr/>
                <p:nvPr/>
              </p:nvSpPr>
              <p:spPr>
                <a:xfrm>
                  <a:off x="5133785" y="7193854"/>
                  <a:ext cx="17608" cy="4866"/>
                </a:xfrm>
                <a:custGeom>
                  <a:avLst/>
                  <a:gdLst>
                    <a:gd name="csX0" fmla="*/ 17818 w 17608"/>
                    <a:gd name="csY0" fmla="*/ 203 h 4866"/>
                    <a:gd name="csX1" fmla="*/ 209 w 17608"/>
                    <a:gd name="csY1" fmla="*/ 203 h 4866"/>
                  </a:gdLst>
                  <a:ahLst/>
                  <a:cxnLst>
                    <a:cxn ang="0">
                      <a:pos x="csX0" y="csY0"/>
                    </a:cxn>
                    <a:cxn ang="0">
                      <a:pos x="csX1" y="csY1"/>
                    </a:cxn>
                  </a:cxnLst>
                  <a:rect l="l" t="t" r="r" b="b"/>
                  <a:pathLst>
                    <a:path w="17608" h="4866">
                      <a:moveTo>
                        <a:pt x="17818" y="203"/>
                      </a:moveTo>
                      <a:lnTo>
                        <a:pt x="209" y="20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9" name="图形 1660"/>
              <p:cNvGrpSpPr/>
              <p:nvPr/>
            </p:nvGrpSpPr>
            <p:grpSpPr>
              <a:xfrm>
                <a:off x="5133785" y="7108905"/>
                <a:ext cx="1611452" cy="4866"/>
                <a:chOff x="5133785" y="7108905"/>
                <a:chExt cx="1611452" cy="4866"/>
              </a:xfrm>
            </p:grpSpPr>
            <p:sp>
              <p:nvSpPr>
                <p:cNvPr id="1750" name="任意多边形: 形状 1749"/>
                <p:cNvSpPr/>
                <p:nvPr/>
              </p:nvSpPr>
              <p:spPr>
                <a:xfrm>
                  <a:off x="5151393" y="7108905"/>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1" name="任意多边形: 形状 1750"/>
                <p:cNvSpPr/>
                <p:nvPr/>
              </p:nvSpPr>
              <p:spPr>
                <a:xfrm>
                  <a:off x="5133785" y="7108905"/>
                  <a:ext cx="17608" cy="4866"/>
                </a:xfrm>
                <a:custGeom>
                  <a:avLst/>
                  <a:gdLst>
                    <a:gd name="csX0" fmla="*/ 17818 w 17608"/>
                    <a:gd name="csY0" fmla="*/ 185 h 4866"/>
                    <a:gd name="csX1" fmla="*/ 209 w 17608"/>
                    <a:gd name="csY1" fmla="*/ 185 h 4866"/>
                  </a:gdLst>
                  <a:ahLst/>
                  <a:cxnLst>
                    <a:cxn ang="0">
                      <a:pos x="csX0" y="csY0"/>
                    </a:cxn>
                    <a:cxn ang="0">
                      <a:pos x="csX1" y="csY1"/>
                    </a:cxn>
                  </a:cxnLst>
                  <a:rect l="l" t="t" r="r" b="b"/>
                  <a:pathLst>
                    <a:path w="17608" h="4866">
                      <a:moveTo>
                        <a:pt x="17818" y="185"/>
                      </a:moveTo>
                      <a:lnTo>
                        <a:pt x="209" y="18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53" name="图形 1660"/>
              <p:cNvGrpSpPr/>
              <p:nvPr/>
            </p:nvGrpSpPr>
            <p:grpSpPr>
              <a:xfrm>
                <a:off x="5133785" y="7023955"/>
                <a:ext cx="1611452" cy="4866"/>
                <a:chOff x="5133785" y="7023955"/>
                <a:chExt cx="1611452" cy="4866"/>
              </a:xfrm>
            </p:grpSpPr>
            <p:sp>
              <p:nvSpPr>
                <p:cNvPr id="1754" name="任意多边形: 形状 1753"/>
                <p:cNvSpPr/>
                <p:nvPr/>
              </p:nvSpPr>
              <p:spPr>
                <a:xfrm>
                  <a:off x="5151393" y="7023955"/>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5" name="任意多边形: 形状 1754"/>
                <p:cNvSpPr/>
                <p:nvPr/>
              </p:nvSpPr>
              <p:spPr>
                <a:xfrm>
                  <a:off x="5133785" y="7023955"/>
                  <a:ext cx="17608" cy="4866"/>
                </a:xfrm>
                <a:custGeom>
                  <a:avLst/>
                  <a:gdLst>
                    <a:gd name="csX0" fmla="*/ 17818 w 17608"/>
                    <a:gd name="csY0" fmla="*/ 168 h 4866"/>
                    <a:gd name="csX1" fmla="*/ 209 w 17608"/>
                    <a:gd name="csY1" fmla="*/ 168 h 4866"/>
                  </a:gdLst>
                  <a:ahLst/>
                  <a:cxnLst>
                    <a:cxn ang="0">
                      <a:pos x="csX0" y="csY0"/>
                    </a:cxn>
                    <a:cxn ang="0">
                      <a:pos x="csX1" y="csY1"/>
                    </a:cxn>
                  </a:cxnLst>
                  <a:rect l="l" t="t" r="r" b="b"/>
                  <a:pathLst>
                    <a:path w="17608" h="4866">
                      <a:moveTo>
                        <a:pt x="17818" y="168"/>
                      </a:moveTo>
                      <a:lnTo>
                        <a:pt x="209" y="16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57" name="图形 1660"/>
              <p:cNvGrpSpPr/>
              <p:nvPr/>
            </p:nvGrpSpPr>
            <p:grpSpPr>
              <a:xfrm>
                <a:off x="5133785" y="6939006"/>
                <a:ext cx="1611452" cy="4866"/>
                <a:chOff x="5133785" y="6939006"/>
                <a:chExt cx="1611452" cy="4866"/>
              </a:xfrm>
            </p:grpSpPr>
            <p:sp>
              <p:nvSpPr>
                <p:cNvPr id="1758" name="任意多边形: 形状 1757"/>
                <p:cNvSpPr/>
                <p:nvPr/>
              </p:nvSpPr>
              <p:spPr>
                <a:xfrm>
                  <a:off x="5151393" y="693900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9" name="任意多边形: 形状 1758"/>
                <p:cNvSpPr/>
                <p:nvPr/>
              </p:nvSpPr>
              <p:spPr>
                <a:xfrm>
                  <a:off x="5133785" y="6939006"/>
                  <a:ext cx="17608" cy="4866"/>
                </a:xfrm>
                <a:custGeom>
                  <a:avLst/>
                  <a:gdLst>
                    <a:gd name="csX0" fmla="*/ 17818 w 17608"/>
                    <a:gd name="csY0" fmla="*/ 150 h 4866"/>
                    <a:gd name="csX1" fmla="*/ 209 w 17608"/>
                    <a:gd name="csY1" fmla="*/ 150 h 4866"/>
                  </a:gdLst>
                  <a:ahLst/>
                  <a:cxnLst>
                    <a:cxn ang="0">
                      <a:pos x="csX0" y="csY0"/>
                    </a:cxn>
                    <a:cxn ang="0">
                      <a:pos x="csX1" y="csY1"/>
                    </a:cxn>
                  </a:cxnLst>
                  <a:rect l="l" t="t" r="r" b="b"/>
                  <a:pathLst>
                    <a:path w="17608" h="4866">
                      <a:moveTo>
                        <a:pt x="17818" y="150"/>
                      </a:moveTo>
                      <a:lnTo>
                        <a:pt x="209" y="15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1" name="图形 1660"/>
              <p:cNvGrpSpPr/>
              <p:nvPr/>
            </p:nvGrpSpPr>
            <p:grpSpPr>
              <a:xfrm>
                <a:off x="5133785" y="6854056"/>
                <a:ext cx="1611452" cy="4866"/>
                <a:chOff x="5133785" y="6854056"/>
                <a:chExt cx="1611452" cy="4866"/>
              </a:xfrm>
            </p:grpSpPr>
            <p:sp>
              <p:nvSpPr>
                <p:cNvPr id="1762" name="任意多边形: 形状 1761"/>
                <p:cNvSpPr/>
                <p:nvPr/>
              </p:nvSpPr>
              <p:spPr>
                <a:xfrm>
                  <a:off x="5151393" y="685405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63" name="任意多边形: 形状 1762"/>
                <p:cNvSpPr/>
                <p:nvPr/>
              </p:nvSpPr>
              <p:spPr>
                <a:xfrm>
                  <a:off x="5133785" y="6854056"/>
                  <a:ext cx="17608" cy="4866"/>
                </a:xfrm>
                <a:custGeom>
                  <a:avLst/>
                  <a:gdLst>
                    <a:gd name="csX0" fmla="*/ 17818 w 17608"/>
                    <a:gd name="csY0" fmla="*/ 133 h 4866"/>
                    <a:gd name="csX1" fmla="*/ 209 w 17608"/>
                    <a:gd name="csY1" fmla="*/ 133 h 4866"/>
                  </a:gdLst>
                  <a:ahLst/>
                  <a:cxnLst>
                    <a:cxn ang="0">
                      <a:pos x="csX0" y="csY0"/>
                    </a:cxn>
                    <a:cxn ang="0">
                      <a:pos x="csX1" y="csY1"/>
                    </a:cxn>
                  </a:cxnLst>
                  <a:rect l="l" t="t" r="r" b="b"/>
                  <a:pathLst>
                    <a:path w="17608" h="4866">
                      <a:moveTo>
                        <a:pt x="17818" y="133"/>
                      </a:moveTo>
                      <a:lnTo>
                        <a:pt x="209" y="13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5" name="图形 1660"/>
              <p:cNvGrpSpPr/>
              <p:nvPr/>
            </p:nvGrpSpPr>
            <p:grpSpPr>
              <a:xfrm>
                <a:off x="5133785" y="6769106"/>
                <a:ext cx="1611452" cy="4866"/>
                <a:chOff x="5133785" y="6769106"/>
                <a:chExt cx="1611452" cy="4866"/>
              </a:xfrm>
            </p:grpSpPr>
            <p:sp>
              <p:nvSpPr>
                <p:cNvPr id="1766" name="任意多边形: 形状 1765"/>
                <p:cNvSpPr/>
                <p:nvPr/>
              </p:nvSpPr>
              <p:spPr>
                <a:xfrm>
                  <a:off x="5151393" y="676910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67" name="任意多边形: 形状 1766"/>
                <p:cNvSpPr/>
                <p:nvPr/>
              </p:nvSpPr>
              <p:spPr>
                <a:xfrm>
                  <a:off x="5133785" y="6769106"/>
                  <a:ext cx="17608" cy="4866"/>
                </a:xfrm>
                <a:custGeom>
                  <a:avLst/>
                  <a:gdLst>
                    <a:gd name="csX0" fmla="*/ 17818 w 17608"/>
                    <a:gd name="csY0" fmla="*/ 115 h 4866"/>
                    <a:gd name="csX1" fmla="*/ 209 w 17608"/>
                    <a:gd name="csY1" fmla="*/ 115 h 4866"/>
                  </a:gdLst>
                  <a:ahLst/>
                  <a:cxnLst>
                    <a:cxn ang="0">
                      <a:pos x="csX0" y="csY0"/>
                    </a:cxn>
                    <a:cxn ang="0">
                      <a:pos x="csX1" y="csY1"/>
                    </a:cxn>
                  </a:cxnLst>
                  <a:rect l="l" t="t" r="r" b="b"/>
                  <a:pathLst>
                    <a:path w="17608" h="4866">
                      <a:moveTo>
                        <a:pt x="17818" y="115"/>
                      </a:moveTo>
                      <a:lnTo>
                        <a:pt x="209" y="11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9" name="图形 1660"/>
              <p:cNvGrpSpPr/>
              <p:nvPr/>
            </p:nvGrpSpPr>
            <p:grpSpPr>
              <a:xfrm>
                <a:off x="5133785" y="6684157"/>
                <a:ext cx="1611452" cy="4866"/>
                <a:chOff x="5133785" y="6684157"/>
                <a:chExt cx="1611452" cy="4866"/>
              </a:xfrm>
            </p:grpSpPr>
            <p:sp>
              <p:nvSpPr>
                <p:cNvPr id="1770" name="任意多边形: 形状 1769"/>
                <p:cNvSpPr/>
                <p:nvPr/>
              </p:nvSpPr>
              <p:spPr>
                <a:xfrm>
                  <a:off x="5151393" y="6684157"/>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1" name="任意多边形: 形状 1770"/>
                <p:cNvSpPr/>
                <p:nvPr/>
              </p:nvSpPr>
              <p:spPr>
                <a:xfrm>
                  <a:off x="5133785" y="6684157"/>
                  <a:ext cx="17608" cy="4866"/>
                </a:xfrm>
                <a:custGeom>
                  <a:avLst/>
                  <a:gdLst>
                    <a:gd name="csX0" fmla="*/ 17818 w 17608"/>
                    <a:gd name="csY0" fmla="*/ 98 h 4866"/>
                    <a:gd name="csX1" fmla="*/ 209 w 17608"/>
                    <a:gd name="csY1" fmla="*/ 98 h 4866"/>
                  </a:gdLst>
                  <a:ahLst/>
                  <a:cxnLst>
                    <a:cxn ang="0">
                      <a:pos x="csX0" y="csY0"/>
                    </a:cxn>
                    <a:cxn ang="0">
                      <a:pos x="csX1" y="csY1"/>
                    </a:cxn>
                  </a:cxnLst>
                  <a:rect l="l" t="t" r="r" b="b"/>
                  <a:pathLst>
                    <a:path w="17608" h="4866">
                      <a:moveTo>
                        <a:pt x="17818" y="98"/>
                      </a:moveTo>
                      <a:lnTo>
                        <a:pt x="209" y="9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73" name="图形 1660"/>
              <p:cNvGrpSpPr/>
              <p:nvPr/>
            </p:nvGrpSpPr>
            <p:grpSpPr>
              <a:xfrm>
                <a:off x="5133785" y="6599207"/>
                <a:ext cx="1611452" cy="4866"/>
                <a:chOff x="5133785" y="6599207"/>
                <a:chExt cx="1611452" cy="4866"/>
              </a:xfrm>
            </p:grpSpPr>
            <p:sp>
              <p:nvSpPr>
                <p:cNvPr id="1774" name="任意多边形: 形状 1773"/>
                <p:cNvSpPr/>
                <p:nvPr/>
              </p:nvSpPr>
              <p:spPr>
                <a:xfrm>
                  <a:off x="5151393" y="6599207"/>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5" name="任意多边形: 形状 1774"/>
                <p:cNvSpPr/>
                <p:nvPr/>
              </p:nvSpPr>
              <p:spPr>
                <a:xfrm>
                  <a:off x="5133785" y="6599207"/>
                  <a:ext cx="17608" cy="4866"/>
                </a:xfrm>
                <a:custGeom>
                  <a:avLst/>
                  <a:gdLst>
                    <a:gd name="csX0" fmla="*/ 17818 w 17608"/>
                    <a:gd name="csY0" fmla="*/ 81 h 4866"/>
                    <a:gd name="csX1" fmla="*/ 209 w 17608"/>
                    <a:gd name="csY1" fmla="*/ 81 h 4866"/>
                  </a:gdLst>
                  <a:ahLst/>
                  <a:cxnLst>
                    <a:cxn ang="0">
                      <a:pos x="csX0" y="csY0"/>
                    </a:cxn>
                    <a:cxn ang="0">
                      <a:pos x="csX1" y="csY1"/>
                    </a:cxn>
                  </a:cxnLst>
                  <a:rect l="l" t="t" r="r" b="b"/>
                  <a:pathLst>
                    <a:path w="17608" h="4866">
                      <a:moveTo>
                        <a:pt x="17818" y="81"/>
                      </a:moveTo>
                      <a:lnTo>
                        <a:pt x="209" y="81"/>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77" name="图形 1660"/>
              <p:cNvGrpSpPr/>
              <p:nvPr/>
            </p:nvGrpSpPr>
            <p:grpSpPr>
              <a:xfrm>
                <a:off x="5133785" y="6514258"/>
                <a:ext cx="1611452" cy="4866"/>
                <a:chOff x="5133785" y="6514258"/>
                <a:chExt cx="1611452" cy="4866"/>
              </a:xfrm>
            </p:grpSpPr>
            <p:sp>
              <p:nvSpPr>
                <p:cNvPr id="1778" name="任意多边形: 形状 1777"/>
                <p:cNvSpPr/>
                <p:nvPr/>
              </p:nvSpPr>
              <p:spPr>
                <a:xfrm>
                  <a:off x="5151393" y="651425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9" name="任意多边形: 形状 1778"/>
                <p:cNvSpPr/>
                <p:nvPr/>
              </p:nvSpPr>
              <p:spPr>
                <a:xfrm>
                  <a:off x="5133785" y="6514258"/>
                  <a:ext cx="17608" cy="4866"/>
                </a:xfrm>
                <a:custGeom>
                  <a:avLst/>
                  <a:gdLst>
                    <a:gd name="csX0" fmla="*/ 17818 w 17608"/>
                    <a:gd name="csY0" fmla="*/ 63 h 4866"/>
                    <a:gd name="csX1" fmla="*/ 209 w 17608"/>
                    <a:gd name="csY1" fmla="*/ 63 h 4866"/>
                  </a:gdLst>
                  <a:ahLst/>
                  <a:cxnLst>
                    <a:cxn ang="0">
                      <a:pos x="csX0" y="csY0"/>
                    </a:cxn>
                    <a:cxn ang="0">
                      <a:pos x="csX1" y="csY1"/>
                    </a:cxn>
                  </a:cxnLst>
                  <a:rect l="l" t="t" r="r" b="b"/>
                  <a:pathLst>
                    <a:path w="17608" h="4866">
                      <a:moveTo>
                        <a:pt x="17818" y="63"/>
                      </a:moveTo>
                      <a:lnTo>
                        <a:pt x="209" y="6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81" name="图形 1660"/>
              <p:cNvGrpSpPr/>
              <p:nvPr/>
            </p:nvGrpSpPr>
            <p:grpSpPr>
              <a:xfrm>
                <a:off x="5133785" y="6429308"/>
                <a:ext cx="1611452" cy="4866"/>
                <a:chOff x="5133785" y="6429308"/>
                <a:chExt cx="1611452" cy="4866"/>
              </a:xfrm>
            </p:grpSpPr>
            <p:sp>
              <p:nvSpPr>
                <p:cNvPr id="1782" name="任意多边形: 形状 1781"/>
                <p:cNvSpPr/>
                <p:nvPr/>
              </p:nvSpPr>
              <p:spPr>
                <a:xfrm>
                  <a:off x="5151393" y="642930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83" name="任意多边形: 形状 1782"/>
                <p:cNvSpPr/>
                <p:nvPr/>
              </p:nvSpPr>
              <p:spPr>
                <a:xfrm>
                  <a:off x="5133785" y="6429308"/>
                  <a:ext cx="17608" cy="4866"/>
                </a:xfrm>
                <a:custGeom>
                  <a:avLst/>
                  <a:gdLst>
                    <a:gd name="csX0" fmla="*/ 17818 w 17608"/>
                    <a:gd name="csY0" fmla="*/ 46 h 4866"/>
                    <a:gd name="csX1" fmla="*/ 209 w 17608"/>
                    <a:gd name="csY1" fmla="*/ 46 h 4866"/>
                  </a:gdLst>
                  <a:ahLst/>
                  <a:cxnLst>
                    <a:cxn ang="0">
                      <a:pos x="csX0" y="csY0"/>
                    </a:cxn>
                    <a:cxn ang="0">
                      <a:pos x="csX1" y="csY1"/>
                    </a:cxn>
                  </a:cxnLst>
                  <a:rect l="l" t="t" r="r" b="b"/>
                  <a:pathLst>
                    <a:path w="17608" h="4866">
                      <a:moveTo>
                        <a:pt x="17818" y="46"/>
                      </a:moveTo>
                      <a:lnTo>
                        <a:pt x="209" y="46"/>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85" name="图形 1660"/>
              <p:cNvGrpSpPr/>
              <p:nvPr/>
            </p:nvGrpSpPr>
            <p:grpSpPr>
              <a:xfrm>
                <a:off x="5133785" y="6344359"/>
                <a:ext cx="1611452" cy="4866"/>
                <a:chOff x="5133785" y="6344359"/>
                <a:chExt cx="1611452" cy="4866"/>
              </a:xfrm>
            </p:grpSpPr>
            <p:sp>
              <p:nvSpPr>
                <p:cNvPr id="1786" name="任意多边形: 形状 1785"/>
                <p:cNvSpPr/>
                <p:nvPr/>
              </p:nvSpPr>
              <p:spPr>
                <a:xfrm>
                  <a:off x="5151393" y="634435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87" name="任意多边形: 形状 1786"/>
                <p:cNvSpPr/>
                <p:nvPr/>
              </p:nvSpPr>
              <p:spPr>
                <a:xfrm>
                  <a:off x="5133785" y="6344359"/>
                  <a:ext cx="17608" cy="4866"/>
                </a:xfrm>
                <a:custGeom>
                  <a:avLst/>
                  <a:gdLst>
                    <a:gd name="csX0" fmla="*/ 17818 w 17608"/>
                    <a:gd name="csY0" fmla="*/ 28 h 4866"/>
                    <a:gd name="csX1" fmla="*/ 209 w 17608"/>
                    <a:gd name="csY1" fmla="*/ 28 h 4866"/>
                  </a:gdLst>
                  <a:ahLst/>
                  <a:cxnLst>
                    <a:cxn ang="0">
                      <a:pos x="csX0" y="csY0"/>
                    </a:cxn>
                    <a:cxn ang="0">
                      <a:pos x="csX1" y="csY1"/>
                    </a:cxn>
                  </a:cxnLst>
                  <a:rect l="l" t="t" r="r" b="b"/>
                  <a:pathLst>
                    <a:path w="17608" h="4866">
                      <a:moveTo>
                        <a:pt x="17818" y="28"/>
                      </a:moveTo>
                      <a:lnTo>
                        <a:pt x="209" y="28"/>
                      </a:lnTo>
                    </a:path>
                  </a:pathLst>
                </a:custGeom>
                <a:solidFill>
                  <a:srgbClr val="000000"/>
                </a:solidFill>
                <a:ln w="4014" cap="flat">
                  <a:solidFill>
                    <a:srgbClr val="000000"/>
                  </a:solidFill>
                  <a:prstDash val="solid"/>
                  <a:round/>
                </a:ln>
              </p:spPr>
              <p:txBody>
                <a:bodyPr/>
                <a:lstStyle/>
                <a:p>
                  <a:endParaRPr lang="zh-CN" altLang="en-US" sz="2190"/>
                </a:p>
              </p:txBody>
            </p:sp>
          </p:grpSp>
        </p:grpSp>
        <p:sp>
          <p:nvSpPr>
            <p:cNvPr id="1789" name="任意多边形: 形状 1788"/>
            <p:cNvSpPr/>
            <p:nvPr/>
          </p:nvSpPr>
          <p:spPr>
            <a:xfrm>
              <a:off x="5492583"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7526" cap="flat">
              <a:solidFill>
                <a:srgbClr val="A0AACA"/>
              </a:solidFill>
              <a:custDash>
                <a:ds d="416250" sp="180000"/>
              </a:custDash>
              <a:round/>
            </a:ln>
          </p:spPr>
          <p:txBody>
            <a:bodyPr/>
            <a:lstStyle/>
            <a:p>
              <a:endParaRPr lang="zh-CN" altLang="en-US" sz="2190"/>
            </a:p>
          </p:txBody>
        </p:sp>
        <p:sp>
          <p:nvSpPr>
            <p:cNvPr id="1790" name="任意多边形: 形状 1789"/>
            <p:cNvSpPr/>
            <p:nvPr/>
          </p:nvSpPr>
          <p:spPr>
            <a:xfrm>
              <a:off x="5117560"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5017" cap="sq">
              <a:solidFill>
                <a:srgbClr val="B0B0B0"/>
              </a:solidFill>
              <a:prstDash val="solid"/>
              <a:miter/>
            </a:ln>
          </p:spPr>
          <p:txBody>
            <a:bodyPr/>
            <a:lstStyle/>
            <a:p>
              <a:endParaRPr lang="zh-CN" altLang="en-US" sz="2190"/>
            </a:p>
          </p:txBody>
        </p:sp>
        <p:sp>
          <p:nvSpPr>
            <p:cNvPr id="1791" name="任意多边形: 形状 1790"/>
            <p:cNvSpPr/>
            <p:nvPr/>
          </p:nvSpPr>
          <p:spPr>
            <a:xfrm>
              <a:off x="6711405"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5017" cap="sq">
              <a:solidFill>
                <a:srgbClr val="B0B0B0"/>
              </a:solidFill>
              <a:prstDash val="solid"/>
              <a:miter/>
            </a:ln>
          </p:spPr>
          <p:txBody>
            <a:bodyPr/>
            <a:lstStyle/>
            <a:p>
              <a:endParaRPr lang="zh-CN" altLang="en-US" sz="2190"/>
            </a:p>
          </p:txBody>
        </p:sp>
        <p:sp>
          <p:nvSpPr>
            <p:cNvPr id="1792" name="任意多边形: 形状 1791"/>
            <p:cNvSpPr/>
            <p:nvPr/>
          </p:nvSpPr>
          <p:spPr>
            <a:xfrm>
              <a:off x="5117560" y="839650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5017" cap="sq">
              <a:solidFill>
                <a:srgbClr val="B0B0B0"/>
              </a:solidFill>
              <a:prstDash val="solid"/>
              <a:miter/>
            </a:ln>
          </p:spPr>
          <p:txBody>
            <a:bodyPr/>
            <a:lstStyle/>
            <a:p>
              <a:endParaRPr lang="zh-CN" altLang="en-US" sz="2190"/>
            </a:p>
          </p:txBody>
        </p:sp>
        <p:sp>
          <p:nvSpPr>
            <p:cNvPr id="1793" name="任意多边形: 形状 1792"/>
            <p:cNvSpPr/>
            <p:nvPr/>
          </p:nvSpPr>
          <p:spPr>
            <a:xfrm>
              <a:off x="5117560" y="615384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5017" cap="sq">
              <a:solidFill>
                <a:srgbClr val="B0B0B0"/>
              </a:solidFill>
              <a:prstDash val="solid"/>
              <a:miter/>
            </a:ln>
          </p:spPr>
          <p:txBody>
            <a:bodyPr/>
            <a:lstStyle/>
            <a:p>
              <a:endParaRPr lang="zh-CN" altLang="en-US" sz="2190"/>
            </a:p>
          </p:txBody>
        </p:sp>
        <p:sp>
          <p:nvSpPr>
            <p:cNvPr id="1794" name="任意多边形: 形状 1793"/>
            <p:cNvSpPr/>
            <p:nvPr/>
          </p:nvSpPr>
          <p:spPr>
            <a:xfrm>
              <a:off x="5117560" y="8294569"/>
              <a:ext cx="243764" cy="4866"/>
            </a:xfrm>
            <a:custGeom>
              <a:avLst/>
              <a:gdLst>
                <a:gd name="csX0" fmla="*/ 0 w 243764"/>
                <a:gd name="csY0" fmla="*/ 0 h 4866"/>
                <a:gd name="csX1" fmla="*/ 243765 w 243764"/>
                <a:gd name="csY1" fmla="*/ 0 h 4866"/>
              </a:gdLst>
              <a:ahLst/>
              <a:cxnLst>
                <a:cxn ang="0">
                  <a:pos x="csX0" y="csY0"/>
                </a:cxn>
                <a:cxn ang="0">
                  <a:pos x="csX1" y="csY1"/>
                </a:cxn>
              </a:cxnLst>
              <a:rect l="l" t="t" r="r" b="b"/>
              <a:pathLst>
                <a:path w="243764" h="4866">
                  <a:moveTo>
                    <a:pt x="0" y="0"/>
                  </a:moveTo>
                  <a:lnTo>
                    <a:pt x="243765" y="0"/>
                  </a:lnTo>
                </a:path>
              </a:pathLst>
            </a:custGeom>
            <a:noFill/>
            <a:ln w="7526" cap="flat">
              <a:solidFill>
                <a:srgbClr val="DF9650"/>
              </a:solidFill>
              <a:prstDash val="solid"/>
              <a:round/>
            </a:ln>
          </p:spPr>
          <p:txBody>
            <a:bodyPr/>
            <a:lstStyle/>
            <a:p>
              <a:endParaRPr lang="zh-CN" altLang="en-US" sz="2190"/>
            </a:p>
          </p:txBody>
        </p:sp>
        <p:sp>
          <p:nvSpPr>
            <p:cNvPr id="1795" name="任意多边形: 形状 1794"/>
            <p:cNvSpPr/>
            <p:nvPr/>
          </p:nvSpPr>
          <p:spPr>
            <a:xfrm>
              <a:off x="5117560" y="8209620"/>
              <a:ext cx="262515" cy="4866"/>
            </a:xfrm>
            <a:custGeom>
              <a:avLst/>
              <a:gdLst>
                <a:gd name="csX0" fmla="*/ 0 w 262515"/>
                <a:gd name="csY0" fmla="*/ 0 h 4866"/>
                <a:gd name="csX1" fmla="*/ 262516 w 262515"/>
                <a:gd name="csY1" fmla="*/ 0 h 4866"/>
              </a:gdLst>
              <a:ahLst/>
              <a:cxnLst>
                <a:cxn ang="0">
                  <a:pos x="csX0" y="csY0"/>
                </a:cxn>
                <a:cxn ang="0">
                  <a:pos x="csX1" y="csY1"/>
                </a:cxn>
              </a:cxnLst>
              <a:rect l="l" t="t" r="r" b="b"/>
              <a:pathLst>
                <a:path w="262515" h="4866">
                  <a:moveTo>
                    <a:pt x="0" y="0"/>
                  </a:moveTo>
                  <a:lnTo>
                    <a:pt x="262516" y="0"/>
                  </a:lnTo>
                </a:path>
              </a:pathLst>
            </a:custGeom>
            <a:noFill/>
            <a:ln w="7526" cap="flat">
              <a:solidFill>
                <a:srgbClr val="DF9650"/>
              </a:solidFill>
              <a:prstDash val="solid"/>
              <a:round/>
            </a:ln>
          </p:spPr>
          <p:txBody>
            <a:bodyPr/>
            <a:lstStyle/>
            <a:p>
              <a:endParaRPr lang="zh-CN" altLang="en-US" sz="2190"/>
            </a:p>
          </p:txBody>
        </p:sp>
        <p:sp>
          <p:nvSpPr>
            <p:cNvPr id="1796" name="任意多边形: 形状 1795"/>
            <p:cNvSpPr/>
            <p:nvPr/>
          </p:nvSpPr>
          <p:spPr>
            <a:xfrm>
              <a:off x="5117560" y="8124670"/>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7" name="任意多边形: 形状 1796"/>
            <p:cNvSpPr/>
            <p:nvPr/>
          </p:nvSpPr>
          <p:spPr>
            <a:xfrm>
              <a:off x="5117560" y="8039720"/>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8" name="任意多边形: 形状 1797"/>
            <p:cNvSpPr/>
            <p:nvPr/>
          </p:nvSpPr>
          <p:spPr>
            <a:xfrm>
              <a:off x="5117560" y="7954771"/>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9" name="任意多边形: 形状 1798"/>
            <p:cNvSpPr/>
            <p:nvPr/>
          </p:nvSpPr>
          <p:spPr>
            <a:xfrm>
              <a:off x="5117560" y="7869821"/>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800" name="任意多边形: 形状 1799"/>
            <p:cNvSpPr/>
            <p:nvPr/>
          </p:nvSpPr>
          <p:spPr>
            <a:xfrm>
              <a:off x="5117560" y="7784872"/>
              <a:ext cx="337520" cy="4866"/>
            </a:xfrm>
            <a:custGeom>
              <a:avLst/>
              <a:gdLst>
                <a:gd name="csX0" fmla="*/ 0 w 337520"/>
                <a:gd name="csY0" fmla="*/ 0 h 4866"/>
                <a:gd name="csX1" fmla="*/ 337520 w 337520"/>
                <a:gd name="csY1" fmla="*/ 0 h 4866"/>
              </a:gdLst>
              <a:ahLst/>
              <a:cxnLst>
                <a:cxn ang="0">
                  <a:pos x="csX0" y="csY0"/>
                </a:cxn>
                <a:cxn ang="0">
                  <a:pos x="csX1" y="csY1"/>
                </a:cxn>
              </a:cxnLst>
              <a:rect l="l" t="t" r="r" b="b"/>
              <a:pathLst>
                <a:path w="337520" h="4866">
                  <a:moveTo>
                    <a:pt x="0" y="0"/>
                  </a:moveTo>
                  <a:lnTo>
                    <a:pt x="337520" y="0"/>
                  </a:lnTo>
                </a:path>
              </a:pathLst>
            </a:custGeom>
            <a:noFill/>
            <a:ln w="7526" cap="flat">
              <a:solidFill>
                <a:srgbClr val="00A3D9"/>
              </a:solidFill>
              <a:prstDash val="solid"/>
              <a:round/>
            </a:ln>
          </p:spPr>
          <p:txBody>
            <a:bodyPr/>
            <a:lstStyle/>
            <a:p>
              <a:endParaRPr lang="zh-CN" altLang="en-US" sz="2190"/>
            </a:p>
          </p:txBody>
        </p:sp>
        <p:sp>
          <p:nvSpPr>
            <p:cNvPr id="1801" name="任意多边形: 形状 1800"/>
            <p:cNvSpPr/>
            <p:nvPr/>
          </p:nvSpPr>
          <p:spPr>
            <a:xfrm>
              <a:off x="5117560" y="7699922"/>
              <a:ext cx="365646" cy="4866"/>
            </a:xfrm>
            <a:custGeom>
              <a:avLst/>
              <a:gdLst>
                <a:gd name="csX0" fmla="*/ 0 w 365646"/>
                <a:gd name="csY0" fmla="*/ 0 h 4866"/>
                <a:gd name="csX1" fmla="*/ 365647 w 365646"/>
                <a:gd name="csY1" fmla="*/ 0 h 4866"/>
              </a:gdLst>
              <a:ahLst/>
              <a:cxnLst>
                <a:cxn ang="0">
                  <a:pos x="csX0" y="csY0"/>
                </a:cxn>
                <a:cxn ang="0">
                  <a:pos x="csX1" y="csY1"/>
                </a:cxn>
              </a:cxnLst>
              <a:rect l="l" t="t" r="r" b="b"/>
              <a:pathLst>
                <a:path w="365646" h="4866">
                  <a:moveTo>
                    <a:pt x="0" y="0"/>
                  </a:moveTo>
                  <a:lnTo>
                    <a:pt x="365647" y="0"/>
                  </a:lnTo>
                </a:path>
              </a:pathLst>
            </a:custGeom>
            <a:noFill/>
            <a:ln w="7526" cap="flat">
              <a:solidFill>
                <a:srgbClr val="00A3D9"/>
              </a:solidFill>
              <a:prstDash val="solid"/>
              <a:round/>
            </a:ln>
          </p:spPr>
          <p:txBody>
            <a:bodyPr/>
            <a:lstStyle/>
            <a:p>
              <a:endParaRPr lang="zh-CN" altLang="en-US" sz="2190"/>
            </a:p>
          </p:txBody>
        </p:sp>
        <p:sp>
          <p:nvSpPr>
            <p:cNvPr id="1802" name="任意多边形: 形状 1801"/>
            <p:cNvSpPr/>
            <p:nvPr/>
          </p:nvSpPr>
          <p:spPr>
            <a:xfrm>
              <a:off x="5117560" y="7614973"/>
              <a:ext cx="365646" cy="4866"/>
            </a:xfrm>
            <a:custGeom>
              <a:avLst/>
              <a:gdLst>
                <a:gd name="csX0" fmla="*/ 0 w 365646"/>
                <a:gd name="csY0" fmla="*/ 0 h 4866"/>
                <a:gd name="csX1" fmla="*/ 365647 w 365646"/>
                <a:gd name="csY1" fmla="*/ 0 h 4866"/>
              </a:gdLst>
              <a:ahLst/>
              <a:cxnLst>
                <a:cxn ang="0">
                  <a:pos x="csX0" y="csY0"/>
                </a:cxn>
                <a:cxn ang="0">
                  <a:pos x="csX1" y="csY1"/>
                </a:cxn>
              </a:cxnLst>
              <a:rect l="l" t="t" r="r" b="b"/>
              <a:pathLst>
                <a:path w="365646" h="4866">
                  <a:moveTo>
                    <a:pt x="0" y="0"/>
                  </a:moveTo>
                  <a:lnTo>
                    <a:pt x="365647" y="0"/>
                  </a:lnTo>
                </a:path>
              </a:pathLst>
            </a:custGeom>
            <a:noFill/>
            <a:ln w="7526" cap="flat">
              <a:solidFill>
                <a:srgbClr val="00A3D9"/>
              </a:solidFill>
              <a:prstDash val="solid"/>
              <a:round/>
            </a:ln>
          </p:spPr>
          <p:txBody>
            <a:bodyPr/>
            <a:lstStyle/>
            <a:p>
              <a:endParaRPr lang="zh-CN" altLang="en-US" sz="2190"/>
            </a:p>
          </p:txBody>
        </p:sp>
        <p:sp>
          <p:nvSpPr>
            <p:cNvPr id="1803" name="任意多边形: 形状 1802"/>
            <p:cNvSpPr/>
            <p:nvPr/>
          </p:nvSpPr>
          <p:spPr>
            <a:xfrm>
              <a:off x="5117560" y="7530023"/>
              <a:ext cx="403148" cy="4866"/>
            </a:xfrm>
            <a:custGeom>
              <a:avLst/>
              <a:gdLst>
                <a:gd name="csX0" fmla="*/ 0 w 403148"/>
                <a:gd name="csY0" fmla="*/ 0 h 4866"/>
                <a:gd name="csX1" fmla="*/ 403149 w 403148"/>
                <a:gd name="csY1" fmla="*/ 0 h 4866"/>
              </a:gdLst>
              <a:ahLst/>
              <a:cxnLst>
                <a:cxn ang="0">
                  <a:pos x="csX0" y="csY0"/>
                </a:cxn>
                <a:cxn ang="0">
                  <a:pos x="csX1" y="csY1"/>
                </a:cxn>
              </a:cxnLst>
              <a:rect l="l" t="t" r="r" b="b"/>
              <a:pathLst>
                <a:path w="403148" h="4866">
                  <a:moveTo>
                    <a:pt x="0" y="0"/>
                  </a:moveTo>
                  <a:lnTo>
                    <a:pt x="403149" y="0"/>
                  </a:lnTo>
                </a:path>
              </a:pathLst>
            </a:custGeom>
            <a:noFill/>
            <a:ln w="7526" cap="flat">
              <a:solidFill>
                <a:srgbClr val="DF9650"/>
              </a:solidFill>
              <a:prstDash val="solid"/>
              <a:round/>
            </a:ln>
          </p:spPr>
          <p:txBody>
            <a:bodyPr/>
            <a:lstStyle/>
            <a:p>
              <a:endParaRPr lang="zh-CN" altLang="en-US" sz="2190"/>
            </a:p>
          </p:txBody>
        </p:sp>
        <p:sp>
          <p:nvSpPr>
            <p:cNvPr id="1804" name="任意多边形: 形状 1803"/>
            <p:cNvSpPr/>
            <p:nvPr/>
          </p:nvSpPr>
          <p:spPr>
            <a:xfrm>
              <a:off x="5117560" y="744507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5" name="任意多边形: 形状 1804"/>
            <p:cNvSpPr/>
            <p:nvPr/>
          </p:nvSpPr>
          <p:spPr>
            <a:xfrm>
              <a:off x="5117560" y="736012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6" name="任意多边形: 形状 1805"/>
            <p:cNvSpPr/>
            <p:nvPr/>
          </p:nvSpPr>
          <p:spPr>
            <a:xfrm>
              <a:off x="5117560" y="727517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7" name="任意多边形: 形状 1806"/>
            <p:cNvSpPr/>
            <p:nvPr/>
          </p:nvSpPr>
          <p:spPr>
            <a:xfrm>
              <a:off x="5117560" y="7190225"/>
              <a:ext cx="506280" cy="4866"/>
            </a:xfrm>
            <a:custGeom>
              <a:avLst/>
              <a:gdLst>
                <a:gd name="csX0" fmla="*/ 0 w 506280"/>
                <a:gd name="csY0" fmla="*/ 0 h 4866"/>
                <a:gd name="csX1" fmla="*/ 506280 w 506280"/>
                <a:gd name="csY1" fmla="*/ 0 h 4866"/>
              </a:gdLst>
              <a:ahLst/>
              <a:cxnLst>
                <a:cxn ang="0">
                  <a:pos x="csX0" y="csY0"/>
                </a:cxn>
                <a:cxn ang="0">
                  <a:pos x="csX1" y="csY1"/>
                </a:cxn>
              </a:cxnLst>
              <a:rect l="l" t="t" r="r" b="b"/>
              <a:pathLst>
                <a:path w="506280" h="4866">
                  <a:moveTo>
                    <a:pt x="0" y="0"/>
                  </a:moveTo>
                  <a:lnTo>
                    <a:pt x="506280" y="0"/>
                  </a:lnTo>
                </a:path>
              </a:pathLst>
            </a:custGeom>
            <a:noFill/>
            <a:ln w="7526" cap="flat">
              <a:solidFill>
                <a:srgbClr val="00A3D9"/>
              </a:solidFill>
              <a:prstDash val="solid"/>
              <a:round/>
            </a:ln>
          </p:spPr>
          <p:txBody>
            <a:bodyPr/>
            <a:lstStyle/>
            <a:p>
              <a:endParaRPr lang="zh-CN" altLang="en-US" sz="2190"/>
            </a:p>
          </p:txBody>
        </p:sp>
        <p:sp>
          <p:nvSpPr>
            <p:cNvPr id="1808" name="任意多边形: 形状 1807"/>
            <p:cNvSpPr/>
            <p:nvPr/>
          </p:nvSpPr>
          <p:spPr>
            <a:xfrm>
              <a:off x="5117560" y="7105275"/>
              <a:ext cx="525031" cy="4866"/>
            </a:xfrm>
            <a:custGeom>
              <a:avLst/>
              <a:gdLst>
                <a:gd name="csX0" fmla="*/ 0 w 525031"/>
                <a:gd name="csY0" fmla="*/ 0 h 4866"/>
                <a:gd name="csX1" fmla="*/ 525031 w 525031"/>
                <a:gd name="csY1" fmla="*/ 0 h 4866"/>
              </a:gdLst>
              <a:ahLst/>
              <a:cxnLst>
                <a:cxn ang="0">
                  <a:pos x="csX0" y="csY0"/>
                </a:cxn>
                <a:cxn ang="0">
                  <a:pos x="csX1" y="csY1"/>
                </a:cxn>
              </a:cxnLst>
              <a:rect l="l" t="t" r="r" b="b"/>
              <a:pathLst>
                <a:path w="525031" h="4866">
                  <a:moveTo>
                    <a:pt x="0" y="0"/>
                  </a:moveTo>
                  <a:lnTo>
                    <a:pt x="525031" y="0"/>
                  </a:lnTo>
                </a:path>
              </a:pathLst>
            </a:custGeom>
            <a:noFill/>
            <a:ln w="7526" cap="flat">
              <a:solidFill>
                <a:srgbClr val="DF9650"/>
              </a:solidFill>
              <a:prstDash val="solid"/>
              <a:round/>
            </a:ln>
          </p:spPr>
          <p:txBody>
            <a:bodyPr/>
            <a:lstStyle/>
            <a:p>
              <a:endParaRPr lang="zh-CN" altLang="en-US" sz="2190"/>
            </a:p>
          </p:txBody>
        </p:sp>
        <p:sp>
          <p:nvSpPr>
            <p:cNvPr id="1809" name="任意多边形: 形状 1808"/>
            <p:cNvSpPr/>
            <p:nvPr/>
          </p:nvSpPr>
          <p:spPr>
            <a:xfrm>
              <a:off x="5117560" y="7020326"/>
              <a:ext cx="796922" cy="4866"/>
            </a:xfrm>
            <a:custGeom>
              <a:avLst/>
              <a:gdLst>
                <a:gd name="csX0" fmla="*/ 0 w 796922"/>
                <a:gd name="csY0" fmla="*/ 0 h 4866"/>
                <a:gd name="csX1" fmla="*/ 796922 w 796922"/>
                <a:gd name="csY1" fmla="*/ 0 h 4866"/>
              </a:gdLst>
              <a:ahLst/>
              <a:cxnLst>
                <a:cxn ang="0">
                  <a:pos x="csX0" y="csY0"/>
                </a:cxn>
                <a:cxn ang="0">
                  <a:pos x="csX1" y="csY1"/>
                </a:cxn>
              </a:cxnLst>
              <a:rect l="l" t="t" r="r" b="b"/>
              <a:pathLst>
                <a:path w="796922" h="4866">
                  <a:moveTo>
                    <a:pt x="0" y="0"/>
                  </a:moveTo>
                  <a:lnTo>
                    <a:pt x="796922" y="0"/>
                  </a:lnTo>
                </a:path>
              </a:pathLst>
            </a:custGeom>
            <a:noFill/>
            <a:ln w="7526" cap="flat">
              <a:solidFill>
                <a:srgbClr val="415555"/>
              </a:solidFill>
              <a:prstDash val="solid"/>
              <a:round/>
            </a:ln>
          </p:spPr>
          <p:txBody>
            <a:bodyPr/>
            <a:lstStyle/>
            <a:p>
              <a:endParaRPr lang="zh-CN" altLang="en-US" sz="2190"/>
            </a:p>
          </p:txBody>
        </p:sp>
        <p:sp>
          <p:nvSpPr>
            <p:cNvPr id="1810" name="任意多边形: 形状 1809"/>
            <p:cNvSpPr/>
            <p:nvPr/>
          </p:nvSpPr>
          <p:spPr>
            <a:xfrm>
              <a:off x="5117560" y="6935376"/>
              <a:ext cx="853175" cy="4866"/>
            </a:xfrm>
            <a:custGeom>
              <a:avLst/>
              <a:gdLst>
                <a:gd name="csX0" fmla="*/ 0 w 853175"/>
                <a:gd name="csY0" fmla="*/ 0 h 4866"/>
                <a:gd name="csX1" fmla="*/ 853176 w 853175"/>
                <a:gd name="csY1" fmla="*/ 0 h 4866"/>
              </a:gdLst>
              <a:ahLst/>
              <a:cxnLst>
                <a:cxn ang="0">
                  <a:pos x="csX0" y="csY0"/>
                </a:cxn>
                <a:cxn ang="0">
                  <a:pos x="csX1" y="csY1"/>
                </a:cxn>
              </a:cxnLst>
              <a:rect l="l" t="t" r="r" b="b"/>
              <a:pathLst>
                <a:path w="853175" h="4866">
                  <a:moveTo>
                    <a:pt x="0" y="0"/>
                  </a:moveTo>
                  <a:lnTo>
                    <a:pt x="853176" y="0"/>
                  </a:lnTo>
                </a:path>
              </a:pathLst>
            </a:custGeom>
            <a:noFill/>
            <a:ln w="7526" cap="flat">
              <a:solidFill>
                <a:srgbClr val="415555"/>
              </a:solidFill>
              <a:prstDash val="solid"/>
              <a:round/>
            </a:ln>
          </p:spPr>
          <p:txBody>
            <a:bodyPr/>
            <a:lstStyle/>
            <a:p>
              <a:endParaRPr lang="zh-CN" altLang="en-US" sz="2190"/>
            </a:p>
          </p:txBody>
        </p:sp>
        <p:sp>
          <p:nvSpPr>
            <p:cNvPr id="1811" name="任意多边形: 形状 1810"/>
            <p:cNvSpPr/>
            <p:nvPr/>
          </p:nvSpPr>
          <p:spPr>
            <a:xfrm>
              <a:off x="5117560" y="6850427"/>
              <a:ext cx="871926" cy="4866"/>
            </a:xfrm>
            <a:custGeom>
              <a:avLst/>
              <a:gdLst>
                <a:gd name="csX0" fmla="*/ 0 w 871926"/>
                <a:gd name="csY0" fmla="*/ 0 h 4866"/>
                <a:gd name="csX1" fmla="*/ 871927 w 871926"/>
                <a:gd name="csY1" fmla="*/ 0 h 4866"/>
              </a:gdLst>
              <a:ahLst/>
              <a:cxnLst>
                <a:cxn ang="0">
                  <a:pos x="csX0" y="csY0"/>
                </a:cxn>
                <a:cxn ang="0">
                  <a:pos x="csX1" y="csY1"/>
                </a:cxn>
              </a:cxnLst>
              <a:rect l="l" t="t" r="r" b="b"/>
              <a:pathLst>
                <a:path w="871926" h="4866">
                  <a:moveTo>
                    <a:pt x="0" y="0"/>
                  </a:moveTo>
                  <a:lnTo>
                    <a:pt x="871927" y="0"/>
                  </a:lnTo>
                </a:path>
              </a:pathLst>
            </a:custGeom>
            <a:noFill/>
            <a:ln w="7526" cap="flat">
              <a:solidFill>
                <a:srgbClr val="415555"/>
              </a:solidFill>
              <a:prstDash val="solid"/>
              <a:round/>
            </a:ln>
          </p:spPr>
          <p:txBody>
            <a:bodyPr/>
            <a:lstStyle/>
            <a:p>
              <a:endParaRPr lang="zh-CN" altLang="en-US" sz="2190"/>
            </a:p>
          </p:txBody>
        </p:sp>
        <p:sp>
          <p:nvSpPr>
            <p:cNvPr id="1812" name="任意多边形: 形状 1811"/>
            <p:cNvSpPr/>
            <p:nvPr/>
          </p:nvSpPr>
          <p:spPr>
            <a:xfrm>
              <a:off x="5117560" y="6765477"/>
              <a:ext cx="928180" cy="4866"/>
            </a:xfrm>
            <a:custGeom>
              <a:avLst/>
              <a:gdLst>
                <a:gd name="csX0" fmla="*/ 0 w 928180"/>
                <a:gd name="csY0" fmla="*/ 0 h 4866"/>
                <a:gd name="csX1" fmla="*/ 928180 w 928180"/>
                <a:gd name="csY1" fmla="*/ 0 h 4866"/>
              </a:gdLst>
              <a:ahLst/>
              <a:cxnLst>
                <a:cxn ang="0">
                  <a:pos x="csX0" y="csY0"/>
                </a:cxn>
                <a:cxn ang="0">
                  <a:pos x="csX1" y="csY1"/>
                </a:cxn>
              </a:cxnLst>
              <a:rect l="l" t="t" r="r" b="b"/>
              <a:pathLst>
                <a:path w="928180" h="4866">
                  <a:moveTo>
                    <a:pt x="0" y="0"/>
                  </a:moveTo>
                  <a:lnTo>
                    <a:pt x="928180" y="0"/>
                  </a:lnTo>
                </a:path>
              </a:pathLst>
            </a:custGeom>
            <a:noFill/>
            <a:ln w="7526" cap="flat">
              <a:solidFill>
                <a:srgbClr val="415555"/>
              </a:solidFill>
              <a:prstDash val="solid"/>
              <a:round/>
            </a:ln>
          </p:spPr>
          <p:txBody>
            <a:bodyPr/>
            <a:lstStyle/>
            <a:p>
              <a:endParaRPr lang="zh-CN" altLang="en-US" sz="2190"/>
            </a:p>
          </p:txBody>
        </p:sp>
        <p:sp>
          <p:nvSpPr>
            <p:cNvPr id="1813" name="任意多边形: 形状 1812"/>
            <p:cNvSpPr/>
            <p:nvPr/>
          </p:nvSpPr>
          <p:spPr>
            <a:xfrm>
              <a:off x="5117560" y="6680527"/>
              <a:ext cx="937555" cy="4866"/>
            </a:xfrm>
            <a:custGeom>
              <a:avLst/>
              <a:gdLst>
                <a:gd name="csX0" fmla="*/ 0 w 937555"/>
                <a:gd name="csY0" fmla="*/ 0 h 4866"/>
                <a:gd name="csX1" fmla="*/ 937556 w 937555"/>
                <a:gd name="csY1" fmla="*/ 0 h 4866"/>
              </a:gdLst>
              <a:ahLst/>
              <a:cxnLst>
                <a:cxn ang="0">
                  <a:pos x="csX0" y="csY0"/>
                </a:cxn>
                <a:cxn ang="0">
                  <a:pos x="csX1" y="csY1"/>
                </a:cxn>
              </a:cxnLst>
              <a:rect l="l" t="t" r="r" b="b"/>
              <a:pathLst>
                <a:path w="937555" h="4866">
                  <a:moveTo>
                    <a:pt x="0" y="0"/>
                  </a:moveTo>
                  <a:lnTo>
                    <a:pt x="937556" y="0"/>
                  </a:lnTo>
                </a:path>
              </a:pathLst>
            </a:custGeom>
            <a:noFill/>
            <a:ln w="7526" cap="flat">
              <a:solidFill>
                <a:srgbClr val="415555"/>
              </a:solidFill>
              <a:prstDash val="solid"/>
              <a:round/>
            </a:ln>
          </p:spPr>
          <p:txBody>
            <a:bodyPr/>
            <a:lstStyle/>
            <a:p>
              <a:endParaRPr lang="zh-CN" altLang="en-US" sz="2190"/>
            </a:p>
          </p:txBody>
        </p:sp>
        <p:sp>
          <p:nvSpPr>
            <p:cNvPr id="1814" name="任意多边形: 形状 1813"/>
            <p:cNvSpPr/>
            <p:nvPr/>
          </p:nvSpPr>
          <p:spPr>
            <a:xfrm>
              <a:off x="5117560" y="6595578"/>
              <a:ext cx="1125066" cy="4866"/>
            </a:xfrm>
            <a:custGeom>
              <a:avLst/>
              <a:gdLst>
                <a:gd name="csX0" fmla="*/ 0 w 1125066"/>
                <a:gd name="csY0" fmla="*/ 0 h 4866"/>
                <a:gd name="csX1" fmla="*/ 1125067 w 1125066"/>
                <a:gd name="csY1" fmla="*/ 0 h 4866"/>
              </a:gdLst>
              <a:ahLst/>
              <a:cxnLst>
                <a:cxn ang="0">
                  <a:pos x="csX0" y="csY0"/>
                </a:cxn>
                <a:cxn ang="0">
                  <a:pos x="csX1" y="csY1"/>
                </a:cxn>
              </a:cxnLst>
              <a:rect l="l" t="t" r="r" b="b"/>
              <a:pathLst>
                <a:path w="1125066" h="4866">
                  <a:moveTo>
                    <a:pt x="0" y="0"/>
                  </a:moveTo>
                  <a:lnTo>
                    <a:pt x="1125067" y="0"/>
                  </a:lnTo>
                </a:path>
              </a:pathLst>
            </a:custGeom>
            <a:noFill/>
            <a:ln w="7526" cap="flat">
              <a:solidFill>
                <a:srgbClr val="415555"/>
              </a:solidFill>
              <a:prstDash val="solid"/>
              <a:round/>
            </a:ln>
          </p:spPr>
          <p:txBody>
            <a:bodyPr/>
            <a:lstStyle/>
            <a:p>
              <a:endParaRPr lang="zh-CN" altLang="en-US" sz="2190"/>
            </a:p>
          </p:txBody>
        </p:sp>
        <p:sp>
          <p:nvSpPr>
            <p:cNvPr id="1815" name="任意多边形: 形状 1814"/>
            <p:cNvSpPr/>
            <p:nvPr/>
          </p:nvSpPr>
          <p:spPr>
            <a:xfrm>
              <a:off x="5117560" y="6510628"/>
              <a:ext cx="1171944" cy="4866"/>
            </a:xfrm>
            <a:custGeom>
              <a:avLst/>
              <a:gdLst>
                <a:gd name="csX0" fmla="*/ 0 w 1171944"/>
                <a:gd name="csY0" fmla="*/ 0 h 4866"/>
                <a:gd name="csX1" fmla="*/ 1171945 w 1171944"/>
                <a:gd name="csY1" fmla="*/ 0 h 4866"/>
              </a:gdLst>
              <a:ahLst/>
              <a:cxnLst>
                <a:cxn ang="0">
                  <a:pos x="csX0" y="csY0"/>
                </a:cxn>
                <a:cxn ang="0">
                  <a:pos x="csX1" y="csY1"/>
                </a:cxn>
              </a:cxnLst>
              <a:rect l="l" t="t" r="r" b="b"/>
              <a:pathLst>
                <a:path w="1171944" h="4866">
                  <a:moveTo>
                    <a:pt x="0" y="0"/>
                  </a:moveTo>
                  <a:lnTo>
                    <a:pt x="1171945" y="0"/>
                  </a:lnTo>
                </a:path>
              </a:pathLst>
            </a:custGeom>
            <a:noFill/>
            <a:ln w="7526" cap="flat">
              <a:solidFill>
                <a:srgbClr val="415555"/>
              </a:solidFill>
              <a:prstDash val="solid"/>
              <a:round/>
            </a:ln>
          </p:spPr>
          <p:txBody>
            <a:bodyPr/>
            <a:lstStyle/>
            <a:p>
              <a:endParaRPr lang="zh-CN" altLang="en-US" sz="2190"/>
            </a:p>
          </p:txBody>
        </p:sp>
        <p:sp>
          <p:nvSpPr>
            <p:cNvPr id="1816" name="任意多边形: 形状 1815"/>
            <p:cNvSpPr/>
            <p:nvPr/>
          </p:nvSpPr>
          <p:spPr>
            <a:xfrm>
              <a:off x="5117560" y="6425679"/>
              <a:ext cx="1406333" cy="4866"/>
            </a:xfrm>
            <a:custGeom>
              <a:avLst/>
              <a:gdLst>
                <a:gd name="csX0" fmla="*/ 0 w 1406333"/>
                <a:gd name="csY0" fmla="*/ 0 h 4866"/>
                <a:gd name="csX1" fmla="*/ 1406334 w 1406333"/>
                <a:gd name="csY1" fmla="*/ 0 h 4866"/>
              </a:gdLst>
              <a:ahLst/>
              <a:cxnLst>
                <a:cxn ang="0">
                  <a:pos x="csX0" y="csY0"/>
                </a:cxn>
                <a:cxn ang="0">
                  <a:pos x="csX1" y="csY1"/>
                </a:cxn>
              </a:cxnLst>
              <a:rect l="l" t="t" r="r" b="b"/>
              <a:pathLst>
                <a:path w="1406333" h="4866">
                  <a:moveTo>
                    <a:pt x="0" y="0"/>
                  </a:moveTo>
                  <a:lnTo>
                    <a:pt x="1406334" y="0"/>
                  </a:lnTo>
                </a:path>
              </a:pathLst>
            </a:custGeom>
            <a:noFill/>
            <a:ln w="7526" cap="flat">
              <a:solidFill>
                <a:srgbClr val="415555"/>
              </a:solidFill>
              <a:prstDash val="solid"/>
              <a:round/>
            </a:ln>
          </p:spPr>
          <p:txBody>
            <a:bodyPr/>
            <a:lstStyle/>
            <a:p>
              <a:endParaRPr lang="zh-CN" altLang="en-US" sz="2190"/>
            </a:p>
          </p:txBody>
        </p:sp>
        <p:sp>
          <p:nvSpPr>
            <p:cNvPr id="1817" name="任意多边形: 形状 1816"/>
            <p:cNvSpPr/>
            <p:nvPr/>
          </p:nvSpPr>
          <p:spPr>
            <a:xfrm>
              <a:off x="5117560" y="6340729"/>
              <a:ext cx="1453211" cy="4866"/>
            </a:xfrm>
            <a:custGeom>
              <a:avLst/>
              <a:gdLst>
                <a:gd name="csX0" fmla="*/ 0 w 1453211"/>
                <a:gd name="csY0" fmla="*/ 0 h 4866"/>
                <a:gd name="csX1" fmla="*/ 1453211 w 1453211"/>
                <a:gd name="csY1" fmla="*/ 0 h 4866"/>
              </a:gdLst>
              <a:ahLst/>
              <a:cxnLst>
                <a:cxn ang="0">
                  <a:pos x="csX0" y="csY0"/>
                </a:cxn>
                <a:cxn ang="0">
                  <a:pos x="csX1" y="csY1"/>
                </a:cxn>
              </a:cxnLst>
              <a:rect l="l" t="t" r="r" b="b"/>
              <a:pathLst>
                <a:path w="1453211" h="4866">
                  <a:moveTo>
                    <a:pt x="0" y="0"/>
                  </a:moveTo>
                  <a:lnTo>
                    <a:pt x="1453211" y="0"/>
                  </a:lnTo>
                </a:path>
              </a:pathLst>
            </a:custGeom>
            <a:noFill/>
            <a:ln w="7526" cap="flat">
              <a:solidFill>
                <a:srgbClr val="415555"/>
              </a:solidFill>
              <a:prstDash val="solid"/>
              <a:round/>
            </a:ln>
          </p:spPr>
          <p:txBody>
            <a:bodyPr/>
            <a:lstStyle/>
            <a:p>
              <a:endParaRPr lang="zh-CN" altLang="en-US" sz="2190"/>
            </a:p>
          </p:txBody>
        </p:sp>
        <p:sp>
          <p:nvSpPr>
            <p:cNvPr id="1818" name="任意多边形: 形状 1817"/>
            <p:cNvSpPr/>
            <p:nvPr/>
          </p:nvSpPr>
          <p:spPr>
            <a:xfrm>
              <a:off x="5117560" y="6255780"/>
              <a:ext cx="1509464" cy="4866"/>
            </a:xfrm>
            <a:custGeom>
              <a:avLst/>
              <a:gdLst>
                <a:gd name="csX0" fmla="*/ 0 w 1509464"/>
                <a:gd name="csY0" fmla="*/ 0 h 4866"/>
                <a:gd name="csX1" fmla="*/ 1509465 w 1509464"/>
                <a:gd name="csY1" fmla="*/ 0 h 4866"/>
              </a:gdLst>
              <a:ahLst/>
              <a:cxnLst>
                <a:cxn ang="0">
                  <a:pos x="csX0" y="csY0"/>
                </a:cxn>
                <a:cxn ang="0">
                  <a:pos x="csX1" y="csY1"/>
                </a:cxn>
              </a:cxnLst>
              <a:rect l="l" t="t" r="r" b="b"/>
              <a:pathLst>
                <a:path w="1509464" h="4866">
                  <a:moveTo>
                    <a:pt x="0" y="0"/>
                  </a:moveTo>
                  <a:lnTo>
                    <a:pt x="1509465" y="0"/>
                  </a:lnTo>
                </a:path>
              </a:pathLst>
            </a:custGeom>
            <a:noFill/>
            <a:ln w="7526" cap="flat">
              <a:solidFill>
                <a:srgbClr val="415555"/>
              </a:solidFill>
              <a:prstDash val="solid"/>
              <a:round/>
            </a:ln>
          </p:spPr>
          <p:txBody>
            <a:bodyPr/>
            <a:lstStyle/>
            <a:p>
              <a:endParaRPr lang="zh-CN" altLang="en-US" sz="2190"/>
            </a:p>
          </p:txBody>
        </p:sp>
        <p:grpSp>
          <p:nvGrpSpPr>
            <p:cNvPr id="1819" name="图形 1660"/>
            <p:cNvGrpSpPr/>
            <p:nvPr/>
          </p:nvGrpSpPr>
          <p:grpSpPr>
            <a:xfrm>
              <a:off x="5350075" y="6219278"/>
              <a:ext cx="1314683" cy="2086173"/>
              <a:chOff x="5383908" y="6307857"/>
              <a:chExt cx="1314683" cy="2086173"/>
            </a:xfrm>
          </p:grpSpPr>
          <p:sp>
            <p:nvSpPr>
              <p:cNvPr id="1820" name="任意多边形: 形状 1819"/>
              <p:cNvSpPr/>
              <p:nvPr/>
            </p:nvSpPr>
            <p:spPr>
              <a:xfrm>
                <a:off x="5383908" y="8372265"/>
                <a:ext cx="22499" cy="21765"/>
              </a:xfrm>
              <a:custGeom>
                <a:avLst/>
                <a:gdLst>
                  <a:gd name="csX0" fmla="*/ 11250 w 22499"/>
                  <a:gd name="csY0" fmla="*/ 21765 h 21765"/>
                  <a:gd name="csX1" fmla="*/ 19205 w 22499"/>
                  <a:gd name="csY1" fmla="*/ 18578 h 21765"/>
                  <a:gd name="csX2" fmla="*/ 22500 w 22499"/>
                  <a:gd name="csY2" fmla="*/ 10883 h 21765"/>
                  <a:gd name="csX3" fmla="*/ 19205 w 22499"/>
                  <a:gd name="csY3" fmla="*/ 3188 h 21765"/>
                  <a:gd name="csX4" fmla="*/ 11250 w 22499"/>
                  <a:gd name="csY4" fmla="*/ 0 h 21765"/>
                  <a:gd name="csX5" fmla="*/ 3295 w 22499"/>
                  <a:gd name="csY5" fmla="*/ 3188 h 21765"/>
                  <a:gd name="csX6" fmla="*/ 0 w 22499"/>
                  <a:gd name="csY6" fmla="*/ 10883 h 21765"/>
                  <a:gd name="csX7" fmla="*/ 3295 w 22499"/>
                  <a:gd name="csY7" fmla="*/ 18578 h 21765"/>
                  <a:gd name="csX8" fmla="*/ 11250 w 22499"/>
                  <a:gd name="csY8" fmla="*/ 21765 h 21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2499" h="21765">
                    <a:moveTo>
                      <a:pt x="11250" y="21765"/>
                    </a:moveTo>
                    <a:cubicBezTo>
                      <a:pt x="14233" y="21765"/>
                      <a:pt x="17095" y="20619"/>
                      <a:pt x="19205" y="18578"/>
                    </a:cubicBezTo>
                    <a:cubicBezTo>
                      <a:pt x="21314" y="16537"/>
                      <a:pt x="22500" y="13769"/>
                      <a:pt x="22500" y="10883"/>
                    </a:cubicBezTo>
                    <a:cubicBezTo>
                      <a:pt x="22500" y="7997"/>
                      <a:pt x="21314" y="5228"/>
                      <a:pt x="19205" y="3188"/>
                    </a:cubicBezTo>
                    <a:cubicBezTo>
                      <a:pt x="17095" y="1147"/>
                      <a:pt x="14233" y="0"/>
                      <a:pt x="11250" y="0"/>
                    </a:cubicBezTo>
                    <a:cubicBezTo>
                      <a:pt x="8266" y="0"/>
                      <a:pt x="5405" y="1147"/>
                      <a:pt x="3295" y="3188"/>
                    </a:cubicBezTo>
                    <a:cubicBezTo>
                      <a:pt x="1185" y="5228"/>
                      <a:pt x="0" y="7997"/>
                      <a:pt x="0" y="10883"/>
                    </a:cubicBezTo>
                    <a:cubicBezTo>
                      <a:pt x="0" y="13769"/>
                      <a:pt x="1185" y="16537"/>
                      <a:pt x="3295" y="18578"/>
                    </a:cubicBezTo>
                    <a:cubicBezTo>
                      <a:pt x="5405" y="20619"/>
                      <a:pt x="8266" y="21765"/>
                      <a:pt x="11250" y="21765"/>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21" name="任意多边形: 形状 1820"/>
              <p:cNvSpPr/>
              <p:nvPr/>
            </p:nvSpPr>
            <p:spPr>
              <a:xfrm>
                <a:off x="5392124" y="8277124"/>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1"/>
                      <a:pt x="27563" y="0"/>
                      <a:pt x="21785" y="0"/>
                    </a:cubicBezTo>
                    <a:cubicBezTo>
                      <a:pt x="16008" y="0"/>
                      <a:pt x="10466" y="2221"/>
                      <a:pt x="6381" y="6173"/>
                    </a:cubicBezTo>
                    <a:cubicBezTo>
                      <a:pt x="2296" y="10125"/>
                      <a:pt x="0" y="15485"/>
                      <a:pt x="0" y="21074"/>
                    </a:cubicBezTo>
                    <a:cubicBezTo>
                      <a:pt x="0" y="26663"/>
                      <a:pt x="2296" y="32024"/>
                      <a:pt x="6381" y="35976"/>
                    </a:cubicBezTo>
                    <a:cubicBezTo>
                      <a:pt x="10466" y="39928"/>
                      <a:pt x="16008" y="42149"/>
                      <a:pt x="21785" y="42149"/>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22" name="任意多边形: 形状 1821"/>
              <p:cNvSpPr/>
              <p:nvPr/>
            </p:nvSpPr>
            <p:spPr>
              <a:xfrm>
                <a:off x="5439353" y="8183445"/>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3" name="任意多边形: 形状 1822"/>
              <p:cNvSpPr/>
              <p:nvPr/>
            </p:nvSpPr>
            <p:spPr>
              <a:xfrm>
                <a:off x="5439353" y="8098496"/>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899"/>
                      <a:pt x="58372" y="14318"/>
                      <a:pt x="52594" y="8729"/>
                    </a:cubicBezTo>
                    <a:cubicBezTo>
                      <a:pt x="46817" y="3140"/>
                      <a:pt x="38980" y="0"/>
                      <a:pt x="30809" y="0"/>
                    </a:cubicBezTo>
                    <a:cubicBezTo>
                      <a:pt x="22638" y="0"/>
                      <a:pt x="14801" y="3140"/>
                      <a:pt x="9024" y="8729"/>
                    </a:cubicBezTo>
                    <a:cubicBezTo>
                      <a:pt x="3246" y="14318"/>
                      <a:pt x="0" y="21899"/>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4" name="任意多边形: 形状 1823"/>
              <p:cNvSpPr/>
              <p:nvPr/>
            </p:nvSpPr>
            <p:spPr>
              <a:xfrm>
                <a:off x="5439353" y="8013546"/>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5" name="任意多边形: 形状 1824"/>
              <p:cNvSpPr/>
              <p:nvPr/>
            </p:nvSpPr>
            <p:spPr>
              <a:xfrm>
                <a:off x="5448377" y="7937326"/>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0"/>
                      <a:pt x="27563" y="0"/>
                      <a:pt x="21785" y="0"/>
                    </a:cubicBezTo>
                    <a:cubicBezTo>
                      <a:pt x="16008" y="0"/>
                      <a:pt x="10466" y="2220"/>
                      <a:pt x="6381" y="6173"/>
                    </a:cubicBezTo>
                    <a:cubicBezTo>
                      <a:pt x="2295" y="10125"/>
                      <a:pt x="0" y="15485"/>
                      <a:pt x="0" y="21074"/>
                    </a:cubicBezTo>
                    <a:cubicBezTo>
                      <a:pt x="0" y="26663"/>
                      <a:pt x="2295" y="32024"/>
                      <a:pt x="6381" y="35976"/>
                    </a:cubicBezTo>
                    <a:cubicBezTo>
                      <a:pt x="10466" y="39928"/>
                      <a:pt x="16008" y="42149"/>
                      <a:pt x="21785" y="42149"/>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6" name="任意多边形: 形状 1825"/>
              <p:cNvSpPr/>
              <p:nvPr/>
            </p:nvSpPr>
            <p:spPr>
              <a:xfrm>
                <a:off x="5459149" y="7844658"/>
                <a:ext cx="59528" cy="57585"/>
              </a:xfrm>
              <a:custGeom>
                <a:avLst/>
                <a:gdLst>
                  <a:gd name="csX0" fmla="*/ 29764 w 59528"/>
                  <a:gd name="csY0" fmla="*/ 57586 h 57585"/>
                  <a:gd name="csX1" fmla="*/ 50811 w 59528"/>
                  <a:gd name="csY1" fmla="*/ 49153 h 57585"/>
                  <a:gd name="csX2" fmla="*/ 59528 w 59528"/>
                  <a:gd name="csY2" fmla="*/ 28793 h 57585"/>
                  <a:gd name="csX3" fmla="*/ 50811 w 59528"/>
                  <a:gd name="csY3" fmla="*/ 8433 h 57585"/>
                  <a:gd name="csX4" fmla="*/ 29764 w 59528"/>
                  <a:gd name="csY4" fmla="*/ 0 h 57585"/>
                  <a:gd name="csX5" fmla="*/ 8718 w 59528"/>
                  <a:gd name="csY5" fmla="*/ 8433 h 57585"/>
                  <a:gd name="csX6" fmla="*/ 0 w 59528"/>
                  <a:gd name="csY6" fmla="*/ 28793 h 57585"/>
                  <a:gd name="csX7" fmla="*/ 8718 w 59528"/>
                  <a:gd name="csY7" fmla="*/ 49153 h 57585"/>
                  <a:gd name="csX8" fmla="*/ 29764 w 59528"/>
                  <a:gd name="csY8" fmla="*/ 57586 h 5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9528" h="57585">
                    <a:moveTo>
                      <a:pt x="29764" y="57586"/>
                    </a:moveTo>
                    <a:cubicBezTo>
                      <a:pt x="37658" y="57586"/>
                      <a:pt x="45229" y="54552"/>
                      <a:pt x="50811" y="49153"/>
                    </a:cubicBezTo>
                    <a:cubicBezTo>
                      <a:pt x="56392" y="43753"/>
                      <a:pt x="59528" y="36429"/>
                      <a:pt x="59528" y="28793"/>
                    </a:cubicBezTo>
                    <a:cubicBezTo>
                      <a:pt x="59528" y="21157"/>
                      <a:pt x="56392" y="13833"/>
                      <a:pt x="50811" y="8433"/>
                    </a:cubicBezTo>
                    <a:cubicBezTo>
                      <a:pt x="45229" y="3034"/>
                      <a:pt x="37658" y="0"/>
                      <a:pt x="29764" y="0"/>
                    </a:cubicBezTo>
                    <a:cubicBezTo>
                      <a:pt x="21871" y="0"/>
                      <a:pt x="14299" y="3034"/>
                      <a:pt x="8718" y="8433"/>
                    </a:cubicBezTo>
                    <a:cubicBezTo>
                      <a:pt x="3136" y="13833"/>
                      <a:pt x="0" y="21157"/>
                      <a:pt x="0" y="28793"/>
                    </a:cubicBezTo>
                    <a:cubicBezTo>
                      <a:pt x="0" y="36429"/>
                      <a:pt x="3136" y="43753"/>
                      <a:pt x="8718" y="49153"/>
                    </a:cubicBezTo>
                    <a:cubicBezTo>
                      <a:pt x="14299" y="54552"/>
                      <a:pt x="21871" y="57586"/>
                      <a:pt x="29764" y="57586"/>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7" name="任意多边形: 形状 1826"/>
              <p:cNvSpPr/>
              <p:nvPr/>
            </p:nvSpPr>
            <p:spPr>
              <a:xfrm>
                <a:off x="5486231" y="7758698"/>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8" name="任意多边形: 形状 1827"/>
              <p:cNvSpPr/>
              <p:nvPr/>
            </p:nvSpPr>
            <p:spPr>
              <a:xfrm>
                <a:off x="5493176" y="7680466"/>
                <a:ext cx="47729" cy="46171"/>
              </a:xfrm>
              <a:custGeom>
                <a:avLst/>
                <a:gdLst>
                  <a:gd name="csX0" fmla="*/ 23864 w 47729"/>
                  <a:gd name="csY0" fmla="*/ 46171 h 46171"/>
                  <a:gd name="csX1" fmla="*/ 40739 w 47729"/>
                  <a:gd name="csY1" fmla="*/ 39410 h 46171"/>
                  <a:gd name="csX2" fmla="*/ 47729 w 47729"/>
                  <a:gd name="csY2" fmla="*/ 23086 h 46171"/>
                  <a:gd name="csX3" fmla="*/ 40739 w 47729"/>
                  <a:gd name="csY3" fmla="*/ 6762 h 46171"/>
                  <a:gd name="csX4" fmla="*/ 23864 w 47729"/>
                  <a:gd name="csY4" fmla="*/ 0 h 46171"/>
                  <a:gd name="csX5" fmla="*/ 6990 w 47729"/>
                  <a:gd name="csY5" fmla="*/ 6762 h 46171"/>
                  <a:gd name="csX6" fmla="*/ 0 w 47729"/>
                  <a:gd name="csY6" fmla="*/ 23086 h 46171"/>
                  <a:gd name="csX7" fmla="*/ 6990 w 47729"/>
                  <a:gd name="csY7" fmla="*/ 39410 h 46171"/>
                  <a:gd name="csX8" fmla="*/ 23864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4" y="46171"/>
                    </a:moveTo>
                    <a:cubicBezTo>
                      <a:pt x="30193" y="46171"/>
                      <a:pt x="36264" y="43739"/>
                      <a:pt x="40739" y="39410"/>
                    </a:cubicBezTo>
                    <a:cubicBezTo>
                      <a:pt x="45214" y="35081"/>
                      <a:pt x="47729" y="29208"/>
                      <a:pt x="47729" y="23086"/>
                    </a:cubicBezTo>
                    <a:cubicBezTo>
                      <a:pt x="47729" y="16963"/>
                      <a:pt x="45214" y="11091"/>
                      <a:pt x="40739" y="6762"/>
                    </a:cubicBezTo>
                    <a:cubicBezTo>
                      <a:pt x="36264" y="2432"/>
                      <a:pt x="30193"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9" name="任意多边形: 形状 1828"/>
              <p:cNvSpPr/>
              <p:nvPr/>
            </p:nvSpPr>
            <p:spPr>
              <a:xfrm>
                <a:off x="5540764" y="7605274"/>
                <a:ext cx="27556" cy="26657"/>
              </a:xfrm>
              <a:custGeom>
                <a:avLst/>
                <a:gdLst>
                  <a:gd name="csX0" fmla="*/ 13778 w 27556"/>
                  <a:gd name="csY0" fmla="*/ 26657 h 26657"/>
                  <a:gd name="csX1" fmla="*/ 23521 w 27556"/>
                  <a:gd name="csY1" fmla="*/ 22753 h 26657"/>
                  <a:gd name="csX2" fmla="*/ 27556 w 27556"/>
                  <a:gd name="csY2" fmla="*/ 13328 h 26657"/>
                  <a:gd name="csX3" fmla="*/ 23521 w 27556"/>
                  <a:gd name="csY3" fmla="*/ 3904 h 26657"/>
                  <a:gd name="csX4" fmla="*/ 13778 w 27556"/>
                  <a:gd name="csY4" fmla="*/ 0 h 26657"/>
                  <a:gd name="csX5" fmla="*/ 4036 w 27556"/>
                  <a:gd name="csY5" fmla="*/ 3904 h 26657"/>
                  <a:gd name="csX6" fmla="*/ 0 w 27556"/>
                  <a:gd name="csY6" fmla="*/ 13328 h 26657"/>
                  <a:gd name="csX7" fmla="*/ 4036 w 27556"/>
                  <a:gd name="csY7" fmla="*/ 22753 h 26657"/>
                  <a:gd name="csX8" fmla="*/ 13778 w 27556"/>
                  <a:gd name="csY8" fmla="*/ 26657 h 26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556" h="26657">
                    <a:moveTo>
                      <a:pt x="13778" y="26657"/>
                    </a:moveTo>
                    <a:cubicBezTo>
                      <a:pt x="17432" y="26657"/>
                      <a:pt x="20937" y="25253"/>
                      <a:pt x="23521" y="22753"/>
                    </a:cubicBezTo>
                    <a:cubicBezTo>
                      <a:pt x="26105" y="20254"/>
                      <a:pt x="27556" y="16863"/>
                      <a:pt x="27556" y="13328"/>
                    </a:cubicBezTo>
                    <a:cubicBezTo>
                      <a:pt x="27556" y="9794"/>
                      <a:pt x="26105" y="6403"/>
                      <a:pt x="23521" y="3904"/>
                    </a:cubicBezTo>
                    <a:cubicBezTo>
                      <a:pt x="20937" y="1404"/>
                      <a:pt x="17432" y="0"/>
                      <a:pt x="13778" y="0"/>
                    </a:cubicBezTo>
                    <a:cubicBezTo>
                      <a:pt x="10124" y="0"/>
                      <a:pt x="6619" y="1404"/>
                      <a:pt x="4036" y="3904"/>
                    </a:cubicBezTo>
                    <a:cubicBezTo>
                      <a:pt x="1452" y="6403"/>
                      <a:pt x="0" y="9794"/>
                      <a:pt x="0" y="13328"/>
                    </a:cubicBezTo>
                    <a:cubicBezTo>
                      <a:pt x="0" y="16863"/>
                      <a:pt x="1452" y="20254"/>
                      <a:pt x="4036" y="22753"/>
                    </a:cubicBezTo>
                    <a:cubicBezTo>
                      <a:pt x="6619" y="25253"/>
                      <a:pt x="10124" y="26657"/>
                      <a:pt x="13778" y="26657"/>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30" name="任意多边形: 形状 1829"/>
              <p:cNvSpPr/>
              <p:nvPr/>
            </p:nvSpPr>
            <p:spPr>
              <a:xfrm>
                <a:off x="5596307" y="7510567"/>
                <a:ext cx="47729" cy="46171"/>
              </a:xfrm>
              <a:custGeom>
                <a:avLst/>
                <a:gdLst>
                  <a:gd name="csX0" fmla="*/ 23865 w 47729"/>
                  <a:gd name="csY0" fmla="*/ 46171 h 46171"/>
                  <a:gd name="csX1" fmla="*/ 40739 w 47729"/>
                  <a:gd name="csY1" fmla="*/ 39410 h 46171"/>
                  <a:gd name="csX2" fmla="*/ 47729 w 47729"/>
                  <a:gd name="csY2" fmla="*/ 23086 h 46171"/>
                  <a:gd name="csX3" fmla="*/ 40739 w 47729"/>
                  <a:gd name="csY3" fmla="*/ 6762 h 46171"/>
                  <a:gd name="csX4" fmla="*/ 23865 w 47729"/>
                  <a:gd name="csY4" fmla="*/ 0 h 46171"/>
                  <a:gd name="csX5" fmla="*/ 6990 w 47729"/>
                  <a:gd name="csY5" fmla="*/ 6762 h 46171"/>
                  <a:gd name="csX6" fmla="*/ 0 w 47729"/>
                  <a:gd name="csY6" fmla="*/ 23086 h 46171"/>
                  <a:gd name="csX7" fmla="*/ 6990 w 47729"/>
                  <a:gd name="csY7" fmla="*/ 39410 h 46171"/>
                  <a:gd name="csX8" fmla="*/ 23865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5" y="46171"/>
                    </a:moveTo>
                    <a:cubicBezTo>
                      <a:pt x="30194" y="46171"/>
                      <a:pt x="36264" y="43739"/>
                      <a:pt x="40739" y="39410"/>
                    </a:cubicBezTo>
                    <a:cubicBezTo>
                      <a:pt x="45215" y="35081"/>
                      <a:pt x="47729" y="29208"/>
                      <a:pt x="47729" y="23086"/>
                    </a:cubicBezTo>
                    <a:cubicBezTo>
                      <a:pt x="47729" y="16963"/>
                      <a:pt x="45215" y="11091"/>
                      <a:pt x="40739" y="6762"/>
                    </a:cubicBezTo>
                    <a:cubicBezTo>
                      <a:pt x="36264" y="2432"/>
                      <a:pt x="30194" y="0"/>
                      <a:pt x="23865" y="0"/>
                    </a:cubicBezTo>
                    <a:cubicBezTo>
                      <a:pt x="17536" y="0"/>
                      <a:pt x="11465" y="2432"/>
                      <a:pt x="6990" y="6762"/>
                    </a:cubicBezTo>
                    <a:cubicBezTo>
                      <a:pt x="2515" y="11091"/>
                      <a:pt x="0" y="16963"/>
                      <a:pt x="0" y="23086"/>
                    </a:cubicBezTo>
                    <a:cubicBezTo>
                      <a:pt x="0" y="29208"/>
                      <a:pt x="2515" y="35081"/>
                      <a:pt x="6990" y="39410"/>
                    </a:cubicBezTo>
                    <a:cubicBezTo>
                      <a:pt x="11465" y="43739"/>
                      <a:pt x="17536" y="46171"/>
                      <a:pt x="23865" y="46171"/>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1" name="任意多边形: 形状 1830"/>
              <p:cNvSpPr/>
              <p:nvPr/>
            </p:nvSpPr>
            <p:spPr>
              <a:xfrm>
                <a:off x="5589362" y="7418899"/>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2" name="任意多边形: 形状 1831"/>
              <p:cNvSpPr/>
              <p:nvPr/>
            </p:nvSpPr>
            <p:spPr>
              <a:xfrm>
                <a:off x="5578456" y="7323399"/>
                <a:ext cx="83430" cy="80708"/>
              </a:xfrm>
              <a:custGeom>
                <a:avLst/>
                <a:gdLst>
                  <a:gd name="csX0" fmla="*/ 41715 w 83430"/>
                  <a:gd name="csY0" fmla="*/ 80708 h 80708"/>
                  <a:gd name="csX1" fmla="*/ 71213 w 83430"/>
                  <a:gd name="csY1" fmla="*/ 68889 h 80708"/>
                  <a:gd name="csX2" fmla="*/ 83431 w 83430"/>
                  <a:gd name="csY2" fmla="*/ 40354 h 80708"/>
                  <a:gd name="csX3" fmla="*/ 71213 w 83430"/>
                  <a:gd name="csY3" fmla="*/ 11819 h 80708"/>
                  <a:gd name="csX4" fmla="*/ 41715 w 83430"/>
                  <a:gd name="csY4" fmla="*/ 0 h 80708"/>
                  <a:gd name="csX5" fmla="*/ 12218 w 83430"/>
                  <a:gd name="csY5" fmla="*/ 11819 h 80708"/>
                  <a:gd name="csX6" fmla="*/ 0 w 83430"/>
                  <a:gd name="csY6" fmla="*/ 40354 h 80708"/>
                  <a:gd name="csX7" fmla="*/ 12218 w 83430"/>
                  <a:gd name="csY7" fmla="*/ 68889 h 80708"/>
                  <a:gd name="csX8" fmla="*/ 41715 w 83430"/>
                  <a:gd name="csY8" fmla="*/ 80708 h 80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3430" h="80708">
                    <a:moveTo>
                      <a:pt x="41715" y="80708"/>
                    </a:moveTo>
                    <a:cubicBezTo>
                      <a:pt x="52779" y="80708"/>
                      <a:pt x="63390" y="76456"/>
                      <a:pt x="71213" y="68889"/>
                    </a:cubicBezTo>
                    <a:cubicBezTo>
                      <a:pt x="79036" y="61321"/>
                      <a:pt x="83431" y="51056"/>
                      <a:pt x="83431" y="40354"/>
                    </a:cubicBezTo>
                    <a:cubicBezTo>
                      <a:pt x="83431" y="29652"/>
                      <a:pt x="79036" y="19387"/>
                      <a:pt x="71213" y="11819"/>
                    </a:cubicBezTo>
                    <a:cubicBezTo>
                      <a:pt x="63390" y="4252"/>
                      <a:pt x="52779" y="0"/>
                      <a:pt x="41715" y="0"/>
                    </a:cubicBezTo>
                    <a:cubicBezTo>
                      <a:pt x="30652" y="0"/>
                      <a:pt x="20041" y="4252"/>
                      <a:pt x="12218" y="11819"/>
                    </a:cubicBezTo>
                    <a:cubicBezTo>
                      <a:pt x="4395" y="19387"/>
                      <a:pt x="0" y="29652"/>
                      <a:pt x="0" y="40354"/>
                    </a:cubicBezTo>
                    <a:cubicBezTo>
                      <a:pt x="0" y="51056"/>
                      <a:pt x="4395" y="61321"/>
                      <a:pt x="12218" y="68889"/>
                    </a:cubicBezTo>
                    <a:cubicBezTo>
                      <a:pt x="20041" y="76456"/>
                      <a:pt x="30652" y="80708"/>
                      <a:pt x="41715" y="80708"/>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3" name="任意多边形: 形状 1832"/>
              <p:cNvSpPr/>
              <p:nvPr/>
            </p:nvSpPr>
            <p:spPr>
              <a:xfrm>
                <a:off x="5626864" y="7249000"/>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4" name="任意多边形: 形状 1833"/>
              <p:cNvSpPr/>
              <p:nvPr/>
            </p:nvSpPr>
            <p:spPr>
              <a:xfrm>
                <a:off x="5654639" y="7172780"/>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1"/>
                      <a:pt x="27563" y="0"/>
                      <a:pt x="21785" y="0"/>
                    </a:cubicBezTo>
                    <a:cubicBezTo>
                      <a:pt x="16008" y="0"/>
                      <a:pt x="10466" y="2221"/>
                      <a:pt x="6381" y="6173"/>
                    </a:cubicBezTo>
                    <a:cubicBezTo>
                      <a:pt x="2295" y="10125"/>
                      <a:pt x="0" y="15485"/>
                      <a:pt x="0" y="21074"/>
                    </a:cubicBezTo>
                    <a:cubicBezTo>
                      <a:pt x="0" y="26663"/>
                      <a:pt x="2295" y="32024"/>
                      <a:pt x="6381" y="35976"/>
                    </a:cubicBezTo>
                    <a:cubicBezTo>
                      <a:pt x="10466" y="39928"/>
                      <a:pt x="16008" y="42149"/>
                      <a:pt x="21785" y="42149"/>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35" name="任意多边形: 形状 1834"/>
              <p:cNvSpPr/>
              <p:nvPr/>
            </p:nvSpPr>
            <p:spPr>
              <a:xfrm>
                <a:off x="5917507" y="7079101"/>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6" name="任意多边形: 形状 1835"/>
              <p:cNvSpPr/>
              <p:nvPr/>
            </p:nvSpPr>
            <p:spPr>
              <a:xfrm>
                <a:off x="5980705" y="7000869"/>
                <a:ext cx="47728" cy="46171"/>
              </a:xfrm>
              <a:custGeom>
                <a:avLst/>
                <a:gdLst>
                  <a:gd name="csX0" fmla="*/ 23864 w 47728"/>
                  <a:gd name="csY0" fmla="*/ 46171 h 46171"/>
                  <a:gd name="csX1" fmla="*/ 40739 w 47728"/>
                  <a:gd name="csY1" fmla="*/ 39410 h 46171"/>
                  <a:gd name="csX2" fmla="*/ 47729 w 47728"/>
                  <a:gd name="csY2" fmla="*/ 23086 h 46171"/>
                  <a:gd name="csX3" fmla="*/ 40739 w 47728"/>
                  <a:gd name="csY3" fmla="*/ 6762 h 46171"/>
                  <a:gd name="csX4" fmla="*/ 23864 w 47728"/>
                  <a:gd name="csY4" fmla="*/ 0 h 46171"/>
                  <a:gd name="csX5" fmla="*/ 6990 w 47728"/>
                  <a:gd name="csY5" fmla="*/ 6762 h 46171"/>
                  <a:gd name="csX6" fmla="*/ 0 w 47728"/>
                  <a:gd name="csY6" fmla="*/ 23086 h 46171"/>
                  <a:gd name="csX7" fmla="*/ 6990 w 47728"/>
                  <a:gd name="csY7" fmla="*/ 39410 h 46171"/>
                  <a:gd name="csX8" fmla="*/ 23864 w 47728"/>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8" h="46171">
                    <a:moveTo>
                      <a:pt x="23864" y="46171"/>
                    </a:moveTo>
                    <a:cubicBezTo>
                      <a:pt x="30193" y="46171"/>
                      <a:pt x="36264" y="43739"/>
                      <a:pt x="40739" y="39410"/>
                    </a:cubicBezTo>
                    <a:cubicBezTo>
                      <a:pt x="45214" y="35081"/>
                      <a:pt x="47729" y="29208"/>
                      <a:pt x="47729" y="23086"/>
                    </a:cubicBezTo>
                    <a:cubicBezTo>
                      <a:pt x="47729" y="16963"/>
                      <a:pt x="45214" y="11091"/>
                      <a:pt x="40739" y="6762"/>
                    </a:cubicBezTo>
                    <a:cubicBezTo>
                      <a:pt x="36264" y="2432"/>
                      <a:pt x="30193"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7" name="任意多边形: 形状 1836"/>
              <p:cNvSpPr/>
              <p:nvPr/>
            </p:nvSpPr>
            <p:spPr>
              <a:xfrm>
                <a:off x="5999456" y="6915920"/>
                <a:ext cx="47729" cy="46171"/>
              </a:xfrm>
              <a:custGeom>
                <a:avLst/>
                <a:gdLst>
                  <a:gd name="csX0" fmla="*/ 23864 w 47729"/>
                  <a:gd name="csY0" fmla="*/ 46171 h 46171"/>
                  <a:gd name="csX1" fmla="*/ 40739 w 47729"/>
                  <a:gd name="csY1" fmla="*/ 39410 h 46171"/>
                  <a:gd name="csX2" fmla="*/ 47729 w 47729"/>
                  <a:gd name="csY2" fmla="*/ 23086 h 46171"/>
                  <a:gd name="csX3" fmla="*/ 40739 w 47729"/>
                  <a:gd name="csY3" fmla="*/ 6762 h 46171"/>
                  <a:gd name="csX4" fmla="*/ 23864 w 47729"/>
                  <a:gd name="csY4" fmla="*/ 0 h 46171"/>
                  <a:gd name="csX5" fmla="*/ 6990 w 47729"/>
                  <a:gd name="csY5" fmla="*/ 6762 h 46171"/>
                  <a:gd name="csX6" fmla="*/ 0 w 47729"/>
                  <a:gd name="csY6" fmla="*/ 23086 h 46171"/>
                  <a:gd name="csX7" fmla="*/ 6990 w 47729"/>
                  <a:gd name="csY7" fmla="*/ 39410 h 46171"/>
                  <a:gd name="csX8" fmla="*/ 23864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4" y="46171"/>
                    </a:moveTo>
                    <a:cubicBezTo>
                      <a:pt x="30194" y="46171"/>
                      <a:pt x="36264" y="43739"/>
                      <a:pt x="40739" y="39410"/>
                    </a:cubicBezTo>
                    <a:cubicBezTo>
                      <a:pt x="45214" y="35081"/>
                      <a:pt x="47729" y="29208"/>
                      <a:pt x="47729" y="23086"/>
                    </a:cubicBezTo>
                    <a:cubicBezTo>
                      <a:pt x="47729" y="16963"/>
                      <a:pt x="45214" y="11091"/>
                      <a:pt x="40739" y="6762"/>
                    </a:cubicBezTo>
                    <a:cubicBezTo>
                      <a:pt x="36264" y="2432"/>
                      <a:pt x="30194"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8" name="任意多边形: 形状 1837"/>
              <p:cNvSpPr/>
              <p:nvPr/>
            </p:nvSpPr>
            <p:spPr>
              <a:xfrm>
                <a:off x="6048765" y="6824252"/>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9" name="任意多边形: 形状 1838"/>
              <p:cNvSpPr/>
              <p:nvPr/>
            </p:nvSpPr>
            <p:spPr>
              <a:xfrm>
                <a:off x="6027331" y="6709499"/>
                <a:ext cx="123235" cy="119214"/>
              </a:xfrm>
              <a:custGeom>
                <a:avLst/>
                <a:gdLst>
                  <a:gd name="csX0" fmla="*/ 61618 w 123235"/>
                  <a:gd name="csY0" fmla="*/ 119214 h 119214"/>
                  <a:gd name="csX1" fmla="*/ 105188 w 123235"/>
                  <a:gd name="csY1" fmla="*/ 101756 h 119214"/>
                  <a:gd name="csX2" fmla="*/ 123236 w 123235"/>
                  <a:gd name="csY2" fmla="*/ 59607 h 119214"/>
                  <a:gd name="csX3" fmla="*/ 105188 w 123235"/>
                  <a:gd name="csY3" fmla="*/ 17459 h 119214"/>
                  <a:gd name="csX4" fmla="*/ 61618 w 123235"/>
                  <a:gd name="csY4" fmla="*/ 0 h 119214"/>
                  <a:gd name="csX5" fmla="*/ 18047 w 123235"/>
                  <a:gd name="csY5" fmla="*/ 17459 h 119214"/>
                  <a:gd name="csX6" fmla="*/ 0 w 123235"/>
                  <a:gd name="csY6" fmla="*/ 59607 h 119214"/>
                  <a:gd name="csX7" fmla="*/ 18047 w 123235"/>
                  <a:gd name="csY7" fmla="*/ 101756 h 119214"/>
                  <a:gd name="csX8" fmla="*/ 61618 w 123235"/>
                  <a:gd name="csY8" fmla="*/ 119214 h 119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23235" h="119214">
                    <a:moveTo>
                      <a:pt x="61618" y="119214"/>
                    </a:moveTo>
                    <a:cubicBezTo>
                      <a:pt x="77959" y="119214"/>
                      <a:pt x="93633" y="112934"/>
                      <a:pt x="105188" y="101756"/>
                    </a:cubicBezTo>
                    <a:cubicBezTo>
                      <a:pt x="116743" y="90578"/>
                      <a:pt x="123236" y="75415"/>
                      <a:pt x="123236" y="59607"/>
                    </a:cubicBezTo>
                    <a:cubicBezTo>
                      <a:pt x="123236" y="43799"/>
                      <a:pt x="116743" y="28636"/>
                      <a:pt x="105188" y="17459"/>
                    </a:cubicBezTo>
                    <a:cubicBezTo>
                      <a:pt x="93633" y="6281"/>
                      <a:pt x="77959" y="0"/>
                      <a:pt x="61618" y="0"/>
                    </a:cubicBezTo>
                    <a:cubicBezTo>
                      <a:pt x="45277" y="0"/>
                      <a:pt x="29602" y="6281"/>
                      <a:pt x="18047" y="17459"/>
                    </a:cubicBezTo>
                    <a:cubicBezTo>
                      <a:pt x="6492" y="28636"/>
                      <a:pt x="0" y="43799"/>
                      <a:pt x="0" y="59607"/>
                    </a:cubicBezTo>
                    <a:cubicBezTo>
                      <a:pt x="0" y="75415"/>
                      <a:pt x="6492" y="90578"/>
                      <a:pt x="18047" y="101756"/>
                    </a:cubicBezTo>
                    <a:cubicBezTo>
                      <a:pt x="29602" y="112934"/>
                      <a:pt x="45277" y="119214"/>
                      <a:pt x="61618" y="119214"/>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0" name="任意多边形: 形状 1839"/>
              <p:cNvSpPr/>
              <p:nvPr/>
            </p:nvSpPr>
            <p:spPr>
              <a:xfrm>
                <a:off x="6245651" y="6654353"/>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1" name="任意多边形: 形状 1840"/>
              <p:cNvSpPr/>
              <p:nvPr/>
            </p:nvSpPr>
            <p:spPr>
              <a:xfrm>
                <a:off x="6292529" y="6569404"/>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2" name="任意多边形: 形状 1841"/>
              <p:cNvSpPr/>
              <p:nvPr/>
            </p:nvSpPr>
            <p:spPr>
              <a:xfrm>
                <a:off x="6526918" y="6484454"/>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3" name="任意多边形: 形状 1842"/>
              <p:cNvSpPr/>
              <p:nvPr/>
            </p:nvSpPr>
            <p:spPr>
              <a:xfrm>
                <a:off x="6573796" y="6399505"/>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4" name="任意多边形: 形状 1843"/>
              <p:cNvSpPr/>
              <p:nvPr/>
            </p:nvSpPr>
            <p:spPr>
              <a:xfrm>
                <a:off x="6623125" y="6307857"/>
                <a:ext cx="75466" cy="73003"/>
              </a:xfrm>
              <a:custGeom>
                <a:avLst/>
                <a:gdLst>
                  <a:gd name="csX0" fmla="*/ 37733 w 75466"/>
                  <a:gd name="csY0" fmla="*/ 73004 h 73003"/>
                  <a:gd name="csX1" fmla="*/ 64414 w 75466"/>
                  <a:gd name="csY1" fmla="*/ 62312 h 73003"/>
                  <a:gd name="csX2" fmla="*/ 75466 w 75466"/>
                  <a:gd name="csY2" fmla="*/ 36502 h 73003"/>
                  <a:gd name="csX3" fmla="*/ 64414 w 75466"/>
                  <a:gd name="csY3" fmla="*/ 10691 h 73003"/>
                  <a:gd name="csX4" fmla="*/ 37733 w 75466"/>
                  <a:gd name="csY4" fmla="*/ 0 h 73003"/>
                  <a:gd name="csX5" fmla="*/ 11052 w 75466"/>
                  <a:gd name="csY5" fmla="*/ 10691 h 73003"/>
                  <a:gd name="csX6" fmla="*/ 0 w 75466"/>
                  <a:gd name="csY6" fmla="*/ 36502 h 73003"/>
                  <a:gd name="csX7" fmla="*/ 11052 w 75466"/>
                  <a:gd name="csY7" fmla="*/ 62312 h 73003"/>
                  <a:gd name="csX8" fmla="*/ 37733 w 75466"/>
                  <a:gd name="csY8" fmla="*/ 73004 h 730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5466" h="73003">
                    <a:moveTo>
                      <a:pt x="37733" y="73004"/>
                    </a:moveTo>
                    <a:cubicBezTo>
                      <a:pt x="47740" y="73004"/>
                      <a:pt x="57339" y="69157"/>
                      <a:pt x="64414" y="62312"/>
                    </a:cubicBezTo>
                    <a:cubicBezTo>
                      <a:pt x="71490" y="55467"/>
                      <a:pt x="75466" y="46182"/>
                      <a:pt x="75466" y="36502"/>
                    </a:cubicBezTo>
                    <a:cubicBezTo>
                      <a:pt x="75466" y="26821"/>
                      <a:pt x="71490" y="17536"/>
                      <a:pt x="64414" y="10691"/>
                    </a:cubicBezTo>
                    <a:cubicBezTo>
                      <a:pt x="57339" y="3846"/>
                      <a:pt x="47740" y="0"/>
                      <a:pt x="37733" y="0"/>
                    </a:cubicBezTo>
                    <a:cubicBezTo>
                      <a:pt x="27726" y="0"/>
                      <a:pt x="18128" y="3846"/>
                      <a:pt x="11052" y="10691"/>
                    </a:cubicBezTo>
                    <a:cubicBezTo>
                      <a:pt x="3976" y="17536"/>
                      <a:pt x="0" y="26821"/>
                      <a:pt x="0" y="36502"/>
                    </a:cubicBezTo>
                    <a:cubicBezTo>
                      <a:pt x="0" y="46182"/>
                      <a:pt x="3976" y="55467"/>
                      <a:pt x="11052" y="62312"/>
                    </a:cubicBezTo>
                    <a:cubicBezTo>
                      <a:pt x="18128" y="69157"/>
                      <a:pt x="27726" y="73004"/>
                      <a:pt x="37733" y="73004"/>
                    </a:cubicBezTo>
                    <a:close/>
                  </a:path>
                </a:pathLst>
              </a:custGeom>
              <a:solidFill>
                <a:srgbClr val="415555"/>
              </a:solidFill>
              <a:ln w="1505" cap="flat">
                <a:solidFill>
                  <a:srgbClr val="FFFFFF"/>
                </a:solidFill>
                <a:prstDash val="solid"/>
                <a:round/>
              </a:ln>
            </p:spPr>
            <p:txBody>
              <a:bodyPr/>
              <a:lstStyle/>
              <a:p>
                <a:endParaRPr lang="zh-CN" altLang="en-US" sz="2190"/>
              </a:p>
            </p:txBody>
          </p:sp>
        </p:grpSp>
        <p:grpSp>
          <p:nvGrpSpPr>
            <p:cNvPr id="1845" name="图形 1660"/>
            <p:cNvGrpSpPr/>
            <p:nvPr/>
          </p:nvGrpSpPr>
          <p:grpSpPr>
            <a:xfrm>
              <a:off x="5644731" y="8042010"/>
              <a:ext cx="1187498" cy="376485"/>
              <a:chOff x="5053928" y="8453368"/>
              <a:chExt cx="1187498" cy="376485"/>
            </a:xfrm>
            <a:solidFill>
              <a:srgbClr val="000000"/>
            </a:solidFill>
          </p:grpSpPr>
          <p:sp>
            <p:nvSpPr>
              <p:cNvPr id="1846" name="文本框 1845"/>
              <p:cNvSpPr txBox="1"/>
              <p:nvPr/>
            </p:nvSpPr>
            <p:spPr>
              <a:xfrm>
                <a:off x="5380536" y="8453368"/>
                <a:ext cx="860890" cy="201864"/>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Fold Enrichment</a:t>
                </a:r>
              </a:p>
            </p:txBody>
          </p:sp>
          <p:sp>
            <p:nvSpPr>
              <p:cNvPr id="1847" name="任意多边形: 形状 1846"/>
              <p:cNvSpPr/>
              <p:nvPr/>
            </p:nvSpPr>
            <p:spPr>
              <a:xfrm>
                <a:off x="5053928" y="8668003"/>
                <a:ext cx="27556" cy="26657"/>
              </a:xfrm>
              <a:custGeom>
                <a:avLst/>
                <a:gdLst>
                  <a:gd name="csX0" fmla="*/ 13971 w 27556"/>
                  <a:gd name="csY0" fmla="*/ 27165 h 26657"/>
                  <a:gd name="csX1" fmla="*/ 23713 w 27556"/>
                  <a:gd name="csY1" fmla="*/ 23262 h 26657"/>
                  <a:gd name="csX2" fmla="*/ 27749 w 27556"/>
                  <a:gd name="csY2" fmla="*/ 13837 h 26657"/>
                  <a:gd name="csX3" fmla="*/ 23713 w 27556"/>
                  <a:gd name="csY3" fmla="*/ 4412 h 26657"/>
                  <a:gd name="csX4" fmla="*/ 13971 w 27556"/>
                  <a:gd name="csY4" fmla="*/ 508 h 26657"/>
                  <a:gd name="csX5" fmla="*/ 4228 w 27556"/>
                  <a:gd name="csY5" fmla="*/ 4412 h 26657"/>
                  <a:gd name="csX6" fmla="*/ 193 w 27556"/>
                  <a:gd name="csY6" fmla="*/ 13837 h 26657"/>
                  <a:gd name="csX7" fmla="*/ 4228 w 27556"/>
                  <a:gd name="csY7" fmla="*/ 23262 h 26657"/>
                  <a:gd name="csX8" fmla="*/ 13971 w 27556"/>
                  <a:gd name="csY8" fmla="*/ 27165 h 26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556" h="26657">
                    <a:moveTo>
                      <a:pt x="13971" y="27165"/>
                    </a:moveTo>
                    <a:cubicBezTo>
                      <a:pt x="17625" y="27165"/>
                      <a:pt x="21130" y="25761"/>
                      <a:pt x="23713" y="23262"/>
                    </a:cubicBezTo>
                    <a:cubicBezTo>
                      <a:pt x="26297" y="20762"/>
                      <a:pt x="27749" y="17372"/>
                      <a:pt x="27749" y="13837"/>
                    </a:cubicBezTo>
                    <a:cubicBezTo>
                      <a:pt x="27749" y="10302"/>
                      <a:pt x="26297" y="6912"/>
                      <a:pt x="23713" y="4412"/>
                    </a:cubicBezTo>
                    <a:cubicBezTo>
                      <a:pt x="21130" y="1913"/>
                      <a:pt x="17625" y="508"/>
                      <a:pt x="13971" y="508"/>
                    </a:cubicBezTo>
                    <a:cubicBezTo>
                      <a:pt x="10317" y="508"/>
                      <a:pt x="6812" y="1913"/>
                      <a:pt x="4228" y="4412"/>
                    </a:cubicBezTo>
                    <a:cubicBezTo>
                      <a:pt x="1644" y="6912"/>
                      <a:pt x="193" y="10302"/>
                      <a:pt x="193" y="13837"/>
                    </a:cubicBezTo>
                    <a:cubicBezTo>
                      <a:pt x="193" y="17372"/>
                      <a:pt x="1644" y="20762"/>
                      <a:pt x="4228" y="23262"/>
                    </a:cubicBezTo>
                    <a:cubicBezTo>
                      <a:pt x="6812" y="25761"/>
                      <a:pt x="10317" y="27165"/>
                      <a:pt x="13971" y="27165"/>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48" name="文本框 1847"/>
              <p:cNvSpPr txBox="1"/>
              <p:nvPr/>
            </p:nvSpPr>
            <p:spPr>
              <a:xfrm>
                <a:off x="5075881"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2</a:t>
                </a:r>
              </a:p>
            </p:txBody>
          </p:sp>
          <p:sp>
            <p:nvSpPr>
              <p:cNvPr id="1849" name="任意多边形: 形状 1848"/>
              <p:cNvSpPr/>
              <p:nvPr/>
            </p:nvSpPr>
            <p:spPr>
              <a:xfrm>
                <a:off x="5342337" y="8660258"/>
                <a:ext cx="43570" cy="42148"/>
              </a:xfrm>
              <a:custGeom>
                <a:avLst/>
                <a:gdLst>
                  <a:gd name="csX0" fmla="*/ 22037 w 43570"/>
                  <a:gd name="csY0" fmla="*/ 42657 h 42148"/>
                  <a:gd name="csX1" fmla="*/ 37441 w 43570"/>
                  <a:gd name="csY1" fmla="*/ 36484 h 42148"/>
                  <a:gd name="csX2" fmla="*/ 43822 w 43570"/>
                  <a:gd name="csY2" fmla="*/ 21583 h 42148"/>
                  <a:gd name="csX3" fmla="*/ 37441 w 43570"/>
                  <a:gd name="csY3" fmla="*/ 6681 h 42148"/>
                  <a:gd name="csX4" fmla="*/ 22037 w 43570"/>
                  <a:gd name="csY4" fmla="*/ 508 h 42148"/>
                  <a:gd name="csX5" fmla="*/ 6632 w 43570"/>
                  <a:gd name="csY5" fmla="*/ 6681 h 42148"/>
                  <a:gd name="csX6" fmla="*/ 251 w 43570"/>
                  <a:gd name="csY6" fmla="*/ 21583 h 42148"/>
                  <a:gd name="csX7" fmla="*/ 6632 w 43570"/>
                  <a:gd name="csY7" fmla="*/ 36484 h 42148"/>
                  <a:gd name="csX8" fmla="*/ 22037 w 43570"/>
                  <a:gd name="csY8" fmla="*/ 42657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2037" y="42657"/>
                    </a:moveTo>
                    <a:cubicBezTo>
                      <a:pt x="27814" y="42657"/>
                      <a:pt x="33356" y="40436"/>
                      <a:pt x="37441" y="36484"/>
                    </a:cubicBezTo>
                    <a:cubicBezTo>
                      <a:pt x="41526" y="32532"/>
                      <a:pt x="43822" y="27172"/>
                      <a:pt x="43822" y="21583"/>
                    </a:cubicBezTo>
                    <a:cubicBezTo>
                      <a:pt x="43822" y="15994"/>
                      <a:pt x="41526" y="10633"/>
                      <a:pt x="37441" y="6681"/>
                    </a:cubicBezTo>
                    <a:cubicBezTo>
                      <a:pt x="33356" y="2729"/>
                      <a:pt x="27814" y="508"/>
                      <a:pt x="22037" y="508"/>
                    </a:cubicBezTo>
                    <a:cubicBezTo>
                      <a:pt x="16259" y="508"/>
                      <a:pt x="10718" y="2729"/>
                      <a:pt x="6632" y="6681"/>
                    </a:cubicBezTo>
                    <a:cubicBezTo>
                      <a:pt x="2547" y="10633"/>
                      <a:pt x="251" y="15994"/>
                      <a:pt x="251" y="21583"/>
                    </a:cubicBezTo>
                    <a:cubicBezTo>
                      <a:pt x="251" y="27172"/>
                      <a:pt x="2547" y="32532"/>
                      <a:pt x="6632" y="36484"/>
                    </a:cubicBezTo>
                    <a:cubicBezTo>
                      <a:pt x="10718" y="40436"/>
                      <a:pt x="16259" y="42657"/>
                      <a:pt x="22037" y="42657"/>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0" name="文本框 1849"/>
              <p:cNvSpPr txBox="1"/>
              <p:nvPr/>
            </p:nvSpPr>
            <p:spPr>
              <a:xfrm>
                <a:off x="5372297"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4</a:t>
                </a:r>
              </a:p>
            </p:txBody>
          </p:sp>
          <p:sp>
            <p:nvSpPr>
              <p:cNvPr id="1851" name="任意多边形: 形状 1850"/>
              <p:cNvSpPr/>
              <p:nvPr/>
            </p:nvSpPr>
            <p:spPr>
              <a:xfrm>
                <a:off x="5629729" y="8651528"/>
                <a:ext cx="61617" cy="59607"/>
              </a:xfrm>
              <a:custGeom>
                <a:avLst/>
                <a:gdLst>
                  <a:gd name="csX0" fmla="*/ 31119 w 61617"/>
                  <a:gd name="csY0" fmla="*/ 60115 h 59607"/>
                  <a:gd name="csX1" fmla="*/ 52905 w 61617"/>
                  <a:gd name="csY1" fmla="*/ 51386 h 59607"/>
                  <a:gd name="csX2" fmla="*/ 61928 w 61617"/>
                  <a:gd name="csY2" fmla="*/ 30312 h 59607"/>
                  <a:gd name="csX3" fmla="*/ 52905 w 61617"/>
                  <a:gd name="csY3" fmla="*/ 9238 h 59607"/>
                  <a:gd name="csX4" fmla="*/ 31119 w 61617"/>
                  <a:gd name="csY4" fmla="*/ 508 h 59607"/>
                  <a:gd name="csX5" fmla="*/ 9334 w 61617"/>
                  <a:gd name="csY5" fmla="*/ 9238 h 59607"/>
                  <a:gd name="csX6" fmla="*/ 310 w 61617"/>
                  <a:gd name="csY6" fmla="*/ 30312 h 59607"/>
                  <a:gd name="csX7" fmla="*/ 9334 w 61617"/>
                  <a:gd name="csY7" fmla="*/ 51386 h 59607"/>
                  <a:gd name="csX8" fmla="*/ 31119 w 61617"/>
                  <a:gd name="csY8" fmla="*/ 60115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1119" y="60115"/>
                    </a:moveTo>
                    <a:cubicBezTo>
                      <a:pt x="39290" y="60115"/>
                      <a:pt x="47127" y="56975"/>
                      <a:pt x="52905" y="51386"/>
                    </a:cubicBezTo>
                    <a:cubicBezTo>
                      <a:pt x="58682" y="45797"/>
                      <a:pt x="61928" y="38216"/>
                      <a:pt x="61928" y="30312"/>
                    </a:cubicBezTo>
                    <a:cubicBezTo>
                      <a:pt x="61928" y="22408"/>
                      <a:pt x="58682" y="14827"/>
                      <a:pt x="52905" y="9238"/>
                    </a:cubicBezTo>
                    <a:cubicBezTo>
                      <a:pt x="47127" y="3649"/>
                      <a:pt x="39290" y="508"/>
                      <a:pt x="31119" y="508"/>
                    </a:cubicBezTo>
                    <a:cubicBezTo>
                      <a:pt x="22949" y="508"/>
                      <a:pt x="15112" y="3649"/>
                      <a:pt x="9334" y="9238"/>
                    </a:cubicBezTo>
                    <a:cubicBezTo>
                      <a:pt x="3557" y="14827"/>
                      <a:pt x="310" y="22408"/>
                      <a:pt x="310" y="30312"/>
                    </a:cubicBezTo>
                    <a:cubicBezTo>
                      <a:pt x="310" y="38216"/>
                      <a:pt x="3557" y="45797"/>
                      <a:pt x="9334" y="51386"/>
                    </a:cubicBezTo>
                    <a:cubicBezTo>
                      <a:pt x="15112" y="56975"/>
                      <a:pt x="22949" y="60115"/>
                      <a:pt x="31119" y="60115"/>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2" name="文本框 1851"/>
              <p:cNvSpPr txBox="1"/>
              <p:nvPr/>
            </p:nvSpPr>
            <p:spPr>
              <a:xfrm>
                <a:off x="5668713"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6</a:t>
                </a:r>
              </a:p>
            </p:txBody>
          </p:sp>
          <p:sp>
            <p:nvSpPr>
              <p:cNvPr id="1853" name="任意多边形: 形状 1852"/>
              <p:cNvSpPr/>
              <p:nvPr/>
            </p:nvSpPr>
            <p:spPr>
              <a:xfrm>
                <a:off x="5915239" y="8640978"/>
                <a:ext cx="83430" cy="80708"/>
              </a:xfrm>
              <a:custGeom>
                <a:avLst/>
                <a:gdLst>
                  <a:gd name="csX0" fmla="*/ 42085 w 83430"/>
                  <a:gd name="csY0" fmla="*/ 81217 h 80708"/>
                  <a:gd name="csX1" fmla="*/ 71582 w 83430"/>
                  <a:gd name="csY1" fmla="*/ 69397 h 80708"/>
                  <a:gd name="csX2" fmla="*/ 83800 w 83430"/>
                  <a:gd name="csY2" fmla="*/ 40863 h 80708"/>
                  <a:gd name="csX3" fmla="*/ 71582 w 83430"/>
                  <a:gd name="csY3" fmla="*/ 12328 h 80708"/>
                  <a:gd name="csX4" fmla="*/ 42085 w 83430"/>
                  <a:gd name="csY4" fmla="*/ 508 h 80708"/>
                  <a:gd name="csX5" fmla="*/ 12588 w 83430"/>
                  <a:gd name="csY5" fmla="*/ 12328 h 80708"/>
                  <a:gd name="csX6" fmla="*/ 369 w 83430"/>
                  <a:gd name="csY6" fmla="*/ 40863 h 80708"/>
                  <a:gd name="csX7" fmla="*/ 12588 w 83430"/>
                  <a:gd name="csY7" fmla="*/ 69397 h 80708"/>
                  <a:gd name="csX8" fmla="*/ 42085 w 83430"/>
                  <a:gd name="csY8" fmla="*/ 81217 h 80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3430" h="80708">
                    <a:moveTo>
                      <a:pt x="42085" y="81217"/>
                    </a:moveTo>
                    <a:cubicBezTo>
                      <a:pt x="53148" y="81217"/>
                      <a:pt x="63759" y="76965"/>
                      <a:pt x="71582" y="69397"/>
                    </a:cubicBezTo>
                    <a:cubicBezTo>
                      <a:pt x="79405" y="61830"/>
                      <a:pt x="83800" y="51565"/>
                      <a:pt x="83800" y="40863"/>
                    </a:cubicBezTo>
                    <a:cubicBezTo>
                      <a:pt x="83800" y="30160"/>
                      <a:pt x="79405" y="19895"/>
                      <a:pt x="71582" y="12328"/>
                    </a:cubicBezTo>
                    <a:cubicBezTo>
                      <a:pt x="63759" y="4760"/>
                      <a:pt x="53148" y="508"/>
                      <a:pt x="42085" y="508"/>
                    </a:cubicBezTo>
                    <a:cubicBezTo>
                      <a:pt x="31022" y="508"/>
                      <a:pt x="20410" y="4760"/>
                      <a:pt x="12588" y="12328"/>
                    </a:cubicBezTo>
                    <a:cubicBezTo>
                      <a:pt x="4765" y="19895"/>
                      <a:pt x="369" y="30160"/>
                      <a:pt x="369" y="40863"/>
                    </a:cubicBezTo>
                    <a:cubicBezTo>
                      <a:pt x="369" y="51565"/>
                      <a:pt x="4765" y="61830"/>
                      <a:pt x="12588" y="69397"/>
                    </a:cubicBezTo>
                    <a:cubicBezTo>
                      <a:pt x="20410" y="76965"/>
                      <a:pt x="31022" y="81217"/>
                      <a:pt x="42085" y="81217"/>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4" name="文本框 1853"/>
              <p:cNvSpPr txBox="1"/>
              <p:nvPr/>
            </p:nvSpPr>
            <p:spPr>
              <a:xfrm>
                <a:off x="5965129"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8</a:t>
                </a:r>
              </a:p>
            </p:txBody>
          </p:sp>
        </p:grpSp>
        <p:grpSp>
          <p:nvGrpSpPr>
            <p:cNvPr id="1855" name="图形 1660"/>
            <p:cNvGrpSpPr/>
            <p:nvPr/>
          </p:nvGrpSpPr>
          <p:grpSpPr>
            <a:xfrm>
              <a:off x="6108930" y="7450984"/>
              <a:ext cx="690696" cy="618722"/>
              <a:chOff x="6657379" y="8476414"/>
              <a:chExt cx="690696" cy="618722"/>
            </a:xfrm>
          </p:grpSpPr>
          <p:sp>
            <p:nvSpPr>
              <p:cNvPr id="1856" name="文本框 1855"/>
              <p:cNvSpPr txBox="1"/>
              <p:nvPr/>
            </p:nvSpPr>
            <p:spPr>
              <a:xfrm>
                <a:off x="6657379" y="8476414"/>
                <a:ext cx="484516" cy="201864"/>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Source</a:t>
                </a:r>
              </a:p>
            </p:txBody>
          </p:sp>
          <p:sp>
            <p:nvSpPr>
              <p:cNvPr id="1857" name="任意多边形: 形状 1856"/>
              <p:cNvSpPr/>
              <p:nvPr/>
            </p:nvSpPr>
            <p:spPr>
              <a:xfrm>
                <a:off x="6766912" y="8979745"/>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415555"/>
              </a:solidFill>
              <a:ln w="5017" cap="flat">
                <a:solidFill>
                  <a:srgbClr val="415555"/>
                </a:solidFill>
                <a:prstDash val="solid"/>
                <a:miter/>
              </a:ln>
            </p:spPr>
            <p:txBody>
              <a:bodyPr/>
              <a:lstStyle/>
              <a:p>
                <a:endParaRPr lang="zh-CN" altLang="en-US" sz="2190"/>
              </a:p>
            </p:txBody>
          </p:sp>
          <p:sp>
            <p:nvSpPr>
              <p:cNvPr id="1858" name="文本框 1857"/>
              <p:cNvSpPr txBox="1"/>
              <p:nvPr/>
            </p:nvSpPr>
            <p:spPr>
              <a:xfrm>
                <a:off x="6804469" y="8893272"/>
                <a:ext cx="334319" cy="201864"/>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GO</a:t>
                </a:r>
              </a:p>
            </p:txBody>
          </p:sp>
          <p:sp>
            <p:nvSpPr>
              <p:cNvPr id="1859" name="任意多边形: 形状 1858"/>
              <p:cNvSpPr/>
              <p:nvPr/>
            </p:nvSpPr>
            <p:spPr>
              <a:xfrm>
                <a:off x="6766912" y="8848777"/>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DF9650"/>
              </a:solidFill>
              <a:ln w="5017" cap="flat">
                <a:solidFill>
                  <a:srgbClr val="DF9650"/>
                </a:solidFill>
                <a:prstDash val="solid"/>
                <a:miter/>
              </a:ln>
            </p:spPr>
            <p:txBody>
              <a:bodyPr/>
              <a:lstStyle/>
              <a:p>
                <a:endParaRPr lang="zh-CN" altLang="en-US" sz="2190"/>
              </a:p>
            </p:txBody>
          </p:sp>
          <p:sp>
            <p:nvSpPr>
              <p:cNvPr id="1860" name="文本框 1859"/>
              <p:cNvSpPr txBox="1"/>
              <p:nvPr/>
            </p:nvSpPr>
            <p:spPr>
              <a:xfrm>
                <a:off x="6794646" y="8756350"/>
                <a:ext cx="553429" cy="201864"/>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Hallmark </a:t>
                </a:r>
              </a:p>
            </p:txBody>
          </p:sp>
          <p:sp>
            <p:nvSpPr>
              <p:cNvPr id="1861" name="任意多边形: 形状 1860"/>
              <p:cNvSpPr/>
              <p:nvPr/>
            </p:nvSpPr>
            <p:spPr>
              <a:xfrm>
                <a:off x="6766912" y="8709475"/>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00A3D9"/>
              </a:solidFill>
              <a:ln w="5017" cap="flat">
                <a:solidFill>
                  <a:srgbClr val="00A3D9"/>
                </a:solidFill>
                <a:prstDash val="solid"/>
                <a:miter/>
              </a:ln>
            </p:spPr>
            <p:txBody>
              <a:bodyPr/>
              <a:lstStyle/>
              <a:p>
                <a:endParaRPr lang="zh-CN" altLang="en-US" sz="2190"/>
              </a:p>
            </p:txBody>
          </p:sp>
          <p:sp>
            <p:nvSpPr>
              <p:cNvPr id="1862" name="文本框 1861"/>
              <p:cNvSpPr txBox="1"/>
              <p:nvPr/>
            </p:nvSpPr>
            <p:spPr>
              <a:xfrm>
                <a:off x="6798365" y="8623000"/>
                <a:ext cx="443873" cy="201864"/>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KEGG</a:t>
                </a:r>
              </a:p>
            </p:txBody>
          </p:sp>
        </p:grpSp>
        <p:sp>
          <p:nvSpPr>
            <p:cNvPr id="1865" name="文本框 1864"/>
            <p:cNvSpPr txBox="1"/>
            <p:nvPr/>
          </p:nvSpPr>
          <p:spPr>
            <a:xfrm>
              <a:off x="3782234" y="6174026"/>
              <a:ext cx="1380339" cy="2218662"/>
            </a:xfrm>
            <a:prstGeom prst="rect">
              <a:avLst/>
            </a:prstGeom>
            <a:noFill/>
          </p:spPr>
          <p:txBody>
            <a:bodyPr wrap="square">
              <a:spAutoFit/>
            </a:bodyPr>
            <a:lstStyle/>
            <a:p>
              <a:pPr algn="r"/>
              <a:r>
                <a:rPr lang="zh-CN" altLang="en-US" sz="500" dirty="0">
                  <a:latin typeface="Arial" panose="020B0604020202090204" pitchFamily="34" charset="0"/>
                  <a:cs typeface="Arial" panose="020B0604020202090204" pitchFamily="34" charset="0"/>
                </a:rPr>
                <a:t>APICAL JUNCTION</a:t>
              </a:r>
            </a:p>
            <a:p>
              <a:pPr algn="r"/>
              <a:r>
                <a:rPr lang="zh-CN" altLang="en-US" sz="500" dirty="0">
                  <a:latin typeface="Arial" panose="020B0604020202090204" pitchFamily="34" charset="0"/>
                  <a:cs typeface="Arial" panose="020B0604020202090204" pitchFamily="34" charset="0"/>
                </a:rPr>
                <a:t>CHOLESTEROL HOMEOSTASIS</a:t>
              </a:r>
            </a:p>
            <a:p>
              <a:pPr algn="r"/>
              <a:r>
                <a:rPr lang="zh-CN" altLang="en-US" sz="500" dirty="0">
                  <a:latin typeface="Arial" panose="020B0604020202090204" pitchFamily="34" charset="0"/>
                  <a:cs typeface="Arial" panose="020B0604020202090204" pitchFamily="34" charset="0"/>
                </a:rPr>
                <a:t>OTHER O-GLYCAN</a:t>
              </a:r>
            </a:p>
            <a:p>
              <a:pPr algn="r"/>
              <a:r>
                <a:rPr lang="zh-CN" altLang="en-US" sz="500" dirty="0">
                  <a:latin typeface="Arial" panose="020B0604020202090204" pitchFamily="34" charset="0"/>
                  <a:cs typeface="Arial" panose="020B0604020202090204" pitchFamily="34" charset="0"/>
                </a:rPr>
                <a:t>PYRUVATE METABOLISM</a:t>
              </a:r>
            </a:p>
            <a:p>
              <a:pPr algn="r"/>
              <a:r>
                <a:rPr lang="zh-CN" altLang="en-US" sz="500" dirty="0">
                  <a:latin typeface="Arial" panose="020B0604020202090204" pitchFamily="34" charset="0"/>
                  <a:cs typeface="Arial" panose="020B0604020202090204" pitchFamily="34" charset="0"/>
                </a:rPr>
                <a:t>MANNOSE O-GLYCAN</a:t>
              </a:r>
            </a:p>
            <a:p>
              <a:pPr algn="r"/>
              <a:r>
                <a:rPr lang="zh-CN" altLang="en-US" sz="500" dirty="0">
                  <a:latin typeface="Arial" panose="020B0604020202090204" pitchFamily="34" charset="0"/>
                  <a:cs typeface="Arial" panose="020B0604020202090204" pitchFamily="34" charset="0"/>
                </a:rPr>
                <a:t>LYSOSOME</a:t>
              </a:r>
            </a:p>
            <a:p>
              <a:pPr algn="r"/>
              <a:r>
                <a:rPr lang="zh-CN" altLang="en-US" sz="500" dirty="0">
                  <a:latin typeface="Arial" panose="020B0604020202090204" pitchFamily="34" charset="0"/>
                  <a:cs typeface="Arial" panose="020B0604020202090204" pitchFamily="34" charset="0"/>
                </a:rPr>
                <a:t>PROTEASOME</a:t>
              </a:r>
            </a:p>
            <a:p>
              <a:pPr algn="r"/>
              <a:r>
                <a:rPr lang="zh-CN" altLang="en-US" sz="500" dirty="0">
                  <a:latin typeface="Arial" panose="020B0604020202090204" pitchFamily="34" charset="0"/>
                  <a:cs typeface="Arial" panose="020B0604020202090204" pitchFamily="34" charset="0"/>
                </a:rPr>
                <a:t>ANTIFOLATE RESISTANCE</a:t>
              </a:r>
            </a:p>
            <a:p>
              <a:pPr algn="r"/>
              <a:r>
                <a:rPr lang="zh-CN" altLang="en-US" sz="500" dirty="0">
                  <a:latin typeface="Arial" panose="020B0604020202090204" pitchFamily="34" charset="0"/>
                  <a:cs typeface="Arial" panose="020B0604020202090204" pitchFamily="34" charset="0"/>
                </a:rPr>
                <a:t>NUCLEOCYTOPLASMIC</a:t>
              </a:r>
            </a:p>
            <a:p>
              <a:pPr algn="r"/>
              <a:r>
                <a:rPr lang="zh-CN" altLang="en-US" sz="500" dirty="0">
                  <a:latin typeface="Arial" panose="020B0604020202090204" pitchFamily="34" charset="0"/>
                  <a:cs typeface="Arial" panose="020B0604020202090204" pitchFamily="34" charset="0"/>
                </a:rPr>
                <a:t>XENOBIOTIC METABOLISM</a:t>
              </a:r>
            </a:p>
            <a:p>
              <a:pPr algn="r"/>
              <a:r>
                <a:rPr lang="zh-CN" altLang="en-US" sz="500" dirty="0">
                  <a:latin typeface="Arial" panose="020B0604020202090204" pitchFamily="34" charset="0"/>
                  <a:cs typeface="Arial" panose="020B0604020202090204" pitchFamily="34" charset="0"/>
                </a:rPr>
                <a:t>MITOPHAGY</a:t>
              </a:r>
            </a:p>
            <a:p>
              <a:pPr algn="r"/>
              <a:r>
                <a:rPr lang="zh-CN" altLang="en-US" sz="500" dirty="0">
                  <a:latin typeface="Arial" panose="020B0604020202090204" pitchFamily="34" charset="0"/>
                  <a:cs typeface="Arial" panose="020B0604020202090204" pitchFamily="34" charset="0"/>
                </a:rPr>
                <a:t>BACTERIAL EPITHELIAL INV</a:t>
              </a:r>
            </a:p>
            <a:p>
              <a:pPr algn="r"/>
              <a:r>
                <a:rPr lang="zh-CN" altLang="en-US" sz="500" dirty="0">
                  <a:latin typeface="Arial" panose="020B0604020202090204" pitchFamily="34" charset="0"/>
                  <a:cs typeface="Arial" panose="020B0604020202090204" pitchFamily="34" charset="0"/>
                </a:rPr>
                <a:t>FERROPTOSIS</a:t>
              </a:r>
            </a:p>
            <a:p>
              <a:pPr algn="r"/>
              <a:r>
                <a:rPr lang="zh-CN" altLang="en-US" sz="500" dirty="0">
                  <a:latin typeface="Arial" panose="020B0604020202090204" pitchFamily="34" charset="0"/>
                  <a:cs typeface="Arial" panose="020B0604020202090204" pitchFamily="34" charset="0"/>
                </a:rPr>
                <a:t>ARG &amp; PRO METABOLISM</a:t>
              </a:r>
            </a:p>
            <a:p>
              <a:pPr algn="r"/>
              <a:r>
                <a:rPr lang="zh-CN" altLang="en-US" sz="500" dirty="0">
                  <a:latin typeface="Arial" panose="020B0604020202090204" pitchFamily="34" charset="0"/>
                  <a:cs typeface="Arial" panose="020B0604020202090204" pitchFamily="34" charset="0"/>
                </a:rPr>
                <a:t>MITOTIC SPINDLE</a:t>
              </a:r>
            </a:p>
            <a:p>
              <a:pPr algn="r"/>
              <a:r>
                <a:rPr lang="zh-CN" altLang="en-US" sz="500" dirty="0">
                  <a:latin typeface="Arial" panose="020B0604020202090204" pitchFamily="34" charset="0"/>
                  <a:cs typeface="Arial" panose="020B0604020202090204" pitchFamily="34" charset="0"/>
                </a:rPr>
                <a:t>BASOLATERAL MEMBRANE</a:t>
              </a:r>
            </a:p>
            <a:p>
              <a:pPr algn="r"/>
              <a:r>
                <a:rPr lang="zh-CN" altLang="en-US" sz="500" dirty="0">
                  <a:latin typeface="Arial" panose="020B0604020202090204" pitchFamily="34" charset="0"/>
                  <a:cs typeface="Arial" panose="020B0604020202090204" pitchFamily="34" charset="0"/>
                </a:rPr>
                <a:t>BASAL PART OF CELL</a:t>
              </a:r>
            </a:p>
            <a:p>
              <a:pPr algn="r"/>
              <a:r>
                <a:rPr lang="zh-CN" altLang="en-US" sz="500" dirty="0">
                  <a:latin typeface="Arial" panose="020B0604020202090204" pitchFamily="34" charset="0"/>
                  <a:cs typeface="Arial" panose="020B0604020202090204" pitchFamily="34" charset="0"/>
                </a:rPr>
                <a:t>BASAL MEMBRANE</a:t>
              </a:r>
            </a:p>
            <a:p>
              <a:pPr algn="r"/>
              <a:r>
                <a:rPr lang="zh-CN" altLang="en-US" sz="500" dirty="0">
                  <a:latin typeface="Arial" panose="020B0604020202090204" pitchFamily="34" charset="0"/>
                  <a:cs typeface="Arial" panose="020B0604020202090204" pitchFamily="34" charset="0"/>
                </a:rPr>
                <a:t>TRANS-GOLGI NETWORK</a:t>
              </a:r>
            </a:p>
            <a:p>
              <a:pPr algn="r"/>
              <a:r>
                <a:rPr lang="zh-CN" altLang="en-US" sz="500" dirty="0">
                  <a:latin typeface="Arial" panose="020B0604020202090204" pitchFamily="34" charset="0"/>
                  <a:cs typeface="Arial" panose="020B0604020202090204" pitchFamily="34" charset="0"/>
                </a:rPr>
                <a:t>CELL-CADHERIN</a:t>
              </a:r>
            </a:p>
            <a:p>
              <a:pPr algn="r"/>
              <a:r>
                <a:rPr lang="zh-CN" altLang="en-US" sz="500" dirty="0">
                  <a:latin typeface="Arial" panose="020B0604020202090204" pitchFamily="34" charset="0"/>
                  <a:cs typeface="Arial" panose="020B0604020202090204" pitchFamily="34" charset="0"/>
                </a:rPr>
                <a:t>CELL-SUBSTRATE JUNCTION</a:t>
              </a:r>
            </a:p>
            <a:p>
              <a:pPr algn="r"/>
              <a:r>
                <a:rPr lang="zh-CN" altLang="en-US" sz="500" dirty="0">
                  <a:latin typeface="Arial" panose="020B0604020202090204" pitchFamily="34" charset="0"/>
                  <a:cs typeface="Arial" panose="020B0604020202090204" pitchFamily="34" charset="0"/>
                </a:rPr>
                <a:t>FOCAL ADHESION</a:t>
              </a:r>
            </a:p>
            <a:p>
              <a:pPr algn="r"/>
              <a:r>
                <a:rPr lang="zh-CN" altLang="en-US" sz="500" dirty="0">
                  <a:latin typeface="Arial" panose="020B0604020202090204" pitchFamily="34" charset="0"/>
                  <a:cs typeface="Arial" panose="020B0604020202090204" pitchFamily="34" charset="0"/>
                </a:rPr>
                <a:t>CADHERIN BINDING</a:t>
              </a:r>
            </a:p>
            <a:p>
              <a:pPr algn="r"/>
              <a:r>
                <a:rPr lang="zh-CN" altLang="en-US" sz="500" dirty="0">
                  <a:latin typeface="Arial" panose="020B0604020202090204" pitchFamily="34" charset="0"/>
                  <a:cs typeface="Arial" panose="020B0604020202090204" pitchFamily="34" charset="0"/>
                </a:rPr>
                <a:t>GTPASE BINDING</a:t>
              </a:r>
            </a:p>
            <a:p>
              <a:pPr algn="r"/>
              <a:r>
                <a:rPr lang="zh-CN" altLang="en-US" sz="500" dirty="0">
                  <a:latin typeface="Arial" panose="020B0604020202090204" pitchFamily="34" charset="0"/>
                  <a:cs typeface="Arial" panose="020B0604020202090204" pitchFamily="34" charset="0"/>
                </a:rPr>
                <a:t>SMALL GTPASE BINDING</a:t>
              </a:r>
            </a:p>
          </p:txBody>
        </p:sp>
      </p:grpSp>
      <p:sp>
        <p:nvSpPr>
          <p:cNvPr id="1294" name="文本框 1293">
            <a:extLst>
              <a:ext uri="{FF2B5EF4-FFF2-40B4-BE49-F238E27FC236}">
                <a16:creationId xmlns:a16="http://schemas.microsoft.com/office/drawing/2014/main" id="{D86A0A26-FF89-4CFF-8EBA-7A98A66669E3}"/>
              </a:ext>
            </a:extLst>
          </p:cNvPr>
          <p:cNvSpPr txBox="1"/>
          <p:nvPr/>
        </p:nvSpPr>
        <p:spPr>
          <a:xfrm>
            <a:off x="174258" y="8225807"/>
            <a:ext cx="6509483" cy="1631216"/>
          </a:xfrm>
          <a:prstGeom prst="rect">
            <a:avLst/>
          </a:prstGeom>
          <a:noFill/>
        </p:spPr>
        <p:txBody>
          <a:bodyPr vert="horz" rtlCol="0">
            <a:spAutoFit/>
          </a:bodyPr>
          <a:lstStyle/>
          <a:p>
            <a:pPr algn="just"/>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Figure 1.</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Integrated long- and short-read transcriptomics resolves the full-length splicing landscape of PDAC</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Schematic overview of the hybrid sequencing workflow combining PacBio Iso-Seq long-read and short-read RNA-seq for construction of the comprehensive consensus transcriptome.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SQANTI3 isoform classification and BUSCO completeness assessment of long-read isoforms across different filtering stringencies.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(c)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Cross-cohort validation of novel isoform detection rates across six independent PDAC datasets (Network, Purist, TEP2022, AMC, CCLE, and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Changhai</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Distribution of SQANTI3 structural classifications for the 10,497 novel (left) and all 22,784 total identified isoforms (right) after filtering.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(e)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KEGG pathway enrichment analysis of genes harboring novel isoforms. Abbreviations: PDAC, pancreatic ductal adenocarcinoma; CCS, circular consensus sequence; FLNC, full-length non-chimeric reads; BUSCO, Benchmarking Universal Single-Copy Orthologs; ISM, incomplete splice match; NIC, novel in catalog; NNC, novel not in catalog; KEGG, Kyoto Encyclopedia of Genes and Genomes.</a:t>
            </a:r>
            <a:endParaRPr lang="zh-CN" altLang="zh-CN" sz="1000" dirty="0">
              <a:effectLst/>
              <a:latin typeface="Times New Roman" panose="02020603050405020304" pitchFamily="18" charset="0"/>
              <a:ea typeface="Times New Roman" panose="02020603050405020304" pitchFamily="18" charset="0"/>
              <a:cs typeface="Times New Roman" panose="02020603050405020304" pitchFamily="18" charset="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任意多边形: 形状 78"/>
          <p:cNvSpPr/>
          <p:nvPr/>
        </p:nvSpPr>
        <p:spPr>
          <a:xfrm>
            <a:off x="1509225" y="2806449"/>
            <a:ext cx="4977306" cy="1002427"/>
          </a:xfrm>
          <a:custGeom>
            <a:avLst/>
            <a:gdLst>
              <a:gd name="csX0" fmla="*/ 95 w 5743099"/>
              <a:gd name="csY0" fmla="*/ 14 h 1004438"/>
              <a:gd name="csX1" fmla="*/ 5743195 w 5743099"/>
              <a:gd name="csY1" fmla="*/ 14 h 1004438"/>
              <a:gd name="csX2" fmla="*/ 5743195 w 5743099"/>
              <a:gd name="csY2" fmla="*/ 1004453 h 1004438"/>
              <a:gd name="csX3" fmla="*/ 95 w 5743099"/>
              <a:gd name="csY3" fmla="*/ 1004453 h 1004438"/>
            </a:gdLst>
            <a:ahLst/>
            <a:cxnLst>
              <a:cxn ang="0">
                <a:pos x="csX0" y="csY0"/>
              </a:cxn>
              <a:cxn ang="0">
                <a:pos x="csX1" y="csY1"/>
              </a:cxn>
              <a:cxn ang="0">
                <a:pos x="csX2" y="csY2"/>
              </a:cxn>
              <a:cxn ang="0">
                <a:pos x="csX3" y="csY3"/>
              </a:cxn>
            </a:cxnLst>
            <a:rect l="l" t="t" r="r" b="b"/>
            <a:pathLst>
              <a:path w="5743099" h="1004438">
                <a:moveTo>
                  <a:pt x="95" y="14"/>
                </a:moveTo>
                <a:lnTo>
                  <a:pt x="5743195" y="14"/>
                </a:lnTo>
                <a:lnTo>
                  <a:pt x="5743195" y="1004453"/>
                </a:lnTo>
                <a:lnTo>
                  <a:pt x="95" y="1004453"/>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8263" name="组合 8262"/>
          <p:cNvGrpSpPr/>
          <p:nvPr/>
        </p:nvGrpSpPr>
        <p:grpSpPr>
          <a:xfrm>
            <a:off x="342905" y="2937064"/>
            <a:ext cx="1045104" cy="894839"/>
            <a:chOff x="190400" y="2820706"/>
            <a:chExt cx="1896474" cy="1004438"/>
          </a:xfrm>
        </p:grpSpPr>
        <p:sp>
          <p:nvSpPr>
            <p:cNvPr id="288" name="任意多边形: 形状 287"/>
            <p:cNvSpPr/>
            <p:nvPr/>
          </p:nvSpPr>
          <p:spPr>
            <a:xfrm>
              <a:off x="190400" y="2820706"/>
              <a:ext cx="1371639" cy="1004438"/>
            </a:xfrm>
            <a:custGeom>
              <a:avLst/>
              <a:gdLst>
                <a:gd name="csX0" fmla="*/ 28 w 1435774"/>
                <a:gd name="csY0" fmla="*/ 14 h 1004438"/>
                <a:gd name="csX1" fmla="*/ 1435803 w 1435774"/>
                <a:gd name="csY1" fmla="*/ 14 h 1004438"/>
                <a:gd name="csX2" fmla="*/ 1435803 w 1435774"/>
                <a:gd name="csY2" fmla="*/ 1004453 h 1004438"/>
                <a:gd name="csX3" fmla="*/ 28 w 1435774"/>
                <a:gd name="csY3" fmla="*/ 1004453 h 1004438"/>
              </a:gdLst>
              <a:ahLst/>
              <a:cxnLst>
                <a:cxn ang="0">
                  <a:pos x="csX0" y="csY0"/>
                </a:cxn>
                <a:cxn ang="0">
                  <a:pos x="csX1" y="csY1"/>
                </a:cxn>
                <a:cxn ang="0">
                  <a:pos x="csX2" y="csY2"/>
                </a:cxn>
                <a:cxn ang="0">
                  <a:pos x="csX3" y="csY3"/>
                </a:cxn>
              </a:cxnLst>
              <a:rect l="l" t="t" r="r" b="b"/>
              <a:pathLst>
                <a:path w="1435774" h="1004438">
                  <a:moveTo>
                    <a:pt x="28" y="14"/>
                  </a:moveTo>
                  <a:lnTo>
                    <a:pt x="1435803" y="14"/>
                  </a:lnTo>
                  <a:lnTo>
                    <a:pt x="1435803" y="1004453"/>
                  </a:lnTo>
                  <a:lnTo>
                    <a:pt x="28" y="1004453"/>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289" name="图形 2"/>
            <p:cNvGrpSpPr/>
            <p:nvPr/>
          </p:nvGrpSpPr>
          <p:grpSpPr>
            <a:xfrm>
              <a:off x="375349" y="2831634"/>
              <a:ext cx="1413233" cy="626611"/>
              <a:chOff x="384186" y="2799059"/>
              <a:chExt cx="1479313" cy="626611"/>
            </a:xfrm>
          </p:grpSpPr>
          <p:sp>
            <p:nvSpPr>
              <p:cNvPr id="290" name="任意多边形: 形状 289"/>
              <p:cNvSpPr/>
              <p:nvPr/>
            </p:nvSpPr>
            <p:spPr>
              <a:xfrm>
                <a:off x="384186" y="3386493"/>
                <a:ext cx="1479313" cy="39177"/>
              </a:xfrm>
              <a:custGeom>
                <a:avLst/>
                <a:gdLst>
                  <a:gd name="csX0" fmla="*/ 32 w 1479313"/>
                  <a:gd name="csY0" fmla="*/ 14 h 39177"/>
                  <a:gd name="csX1" fmla="*/ 1479346 w 1479313"/>
                  <a:gd name="csY1" fmla="*/ 14 h 39177"/>
                  <a:gd name="csX2" fmla="*/ 1479346 w 1479313"/>
                  <a:gd name="csY2" fmla="*/ 39191 h 39177"/>
                  <a:gd name="csX3" fmla="*/ 32 w 1479313"/>
                  <a:gd name="csY3" fmla="*/ 39191 h 39177"/>
                </a:gdLst>
                <a:ahLst/>
                <a:cxnLst>
                  <a:cxn ang="0">
                    <a:pos x="csX0" y="csY0"/>
                  </a:cxn>
                  <a:cxn ang="0">
                    <a:pos x="csX1" y="csY1"/>
                  </a:cxn>
                  <a:cxn ang="0">
                    <a:pos x="csX2" y="csY2"/>
                  </a:cxn>
                  <a:cxn ang="0">
                    <a:pos x="csX3" y="csY3"/>
                  </a:cxn>
                </a:cxnLst>
                <a:rect l="l" t="t" r="r" b="b"/>
                <a:pathLst>
                  <a:path w="1479313" h="39177">
                    <a:moveTo>
                      <a:pt x="32" y="14"/>
                    </a:moveTo>
                    <a:lnTo>
                      <a:pt x="1479346" y="14"/>
                    </a:lnTo>
                    <a:lnTo>
                      <a:pt x="1479346" y="39191"/>
                    </a:lnTo>
                    <a:lnTo>
                      <a:pt x="32" y="39191"/>
                    </a:lnTo>
                    <a:close/>
                  </a:path>
                </a:pathLst>
              </a:custGeom>
              <a:solidFill>
                <a:srgbClr val="BC3C29">
                  <a:alpha val="80000"/>
                </a:srgbClr>
              </a:solidFill>
              <a:ln w="15100" cap="flat">
                <a:solidFill>
                  <a:srgbClr val="BC3C29">
                    <a:alpha val="80000"/>
                  </a:srgbClr>
                </a:solidFill>
                <a:prstDash val="solid"/>
                <a:miter/>
              </a:ln>
            </p:spPr>
            <p:txBody>
              <a:bodyPr/>
              <a:lstStyle/>
              <a:p>
                <a:endParaRPr lang="zh-CN" altLang="en-US" sz="2190"/>
              </a:p>
            </p:txBody>
          </p:sp>
          <p:sp>
            <p:nvSpPr>
              <p:cNvPr id="291" name="任意多边形: 形状 290"/>
              <p:cNvSpPr/>
              <p:nvPr/>
            </p:nvSpPr>
            <p:spPr>
              <a:xfrm>
                <a:off x="1038095" y="3288607"/>
                <a:ext cx="825404" cy="39177"/>
              </a:xfrm>
              <a:custGeom>
                <a:avLst/>
                <a:gdLst>
                  <a:gd name="csX0" fmla="*/ 38 w 825404"/>
                  <a:gd name="csY0" fmla="*/ 14 h 39177"/>
                  <a:gd name="csX1" fmla="*/ 825443 w 825404"/>
                  <a:gd name="csY1" fmla="*/ 14 h 39177"/>
                  <a:gd name="csX2" fmla="*/ 825443 w 825404"/>
                  <a:gd name="csY2" fmla="*/ 39192 h 39177"/>
                  <a:gd name="csX3" fmla="*/ 38 w 825404"/>
                  <a:gd name="csY3" fmla="*/ 39192 h 39177"/>
                </a:gdLst>
                <a:ahLst/>
                <a:cxnLst>
                  <a:cxn ang="0">
                    <a:pos x="csX0" y="csY0"/>
                  </a:cxn>
                  <a:cxn ang="0">
                    <a:pos x="csX1" y="csY1"/>
                  </a:cxn>
                  <a:cxn ang="0">
                    <a:pos x="csX2" y="csY2"/>
                  </a:cxn>
                  <a:cxn ang="0">
                    <a:pos x="csX3" y="csY3"/>
                  </a:cxn>
                </a:cxnLst>
                <a:rect l="l" t="t" r="r" b="b"/>
                <a:pathLst>
                  <a:path w="825404" h="39177">
                    <a:moveTo>
                      <a:pt x="38" y="14"/>
                    </a:moveTo>
                    <a:lnTo>
                      <a:pt x="825443" y="14"/>
                    </a:lnTo>
                    <a:lnTo>
                      <a:pt x="825443" y="39192"/>
                    </a:lnTo>
                    <a:lnTo>
                      <a:pt x="38" y="39192"/>
                    </a:lnTo>
                    <a:close/>
                  </a:path>
                </a:pathLst>
              </a:custGeom>
              <a:solidFill>
                <a:srgbClr val="0072B5">
                  <a:alpha val="80000"/>
                </a:srgbClr>
              </a:solidFill>
              <a:ln w="15100" cap="flat">
                <a:solidFill>
                  <a:srgbClr val="0072B5">
                    <a:alpha val="80000"/>
                  </a:srgbClr>
                </a:solidFill>
                <a:prstDash val="solid"/>
                <a:miter/>
              </a:ln>
            </p:spPr>
            <p:txBody>
              <a:bodyPr/>
              <a:lstStyle/>
              <a:p>
                <a:endParaRPr lang="zh-CN" altLang="en-US" sz="2190"/>
              </a:p>
            </p:txBody>
          </p:sp>
          <p:sp>
            <p:nvSpPr>
              <p:cNvPr id="292" name="任意多边形: 形状 291"/>
              <p:cNvSpPr/>
              <p:nvPr/>
            </p:nvSpPr>
            <p:spPr>
              <a:xfrm>
                <a:off x="1048731" y="3190720"/>
                <a:ext cx="814602" cy="39177"/>
              </a:xfrm>
              <a:custGeom>
                <a:avLst/>
                <a:gdLst>
                  <a:gd name="csX0" fmla="*/ 38 w 814602"/>
                  <a:gd name="csY0" fmla="*/ 15 h 39177"/>
                  <a:gd name="csX1" fmla="*/ 814641 w 814602"/>
                  <a:gd name="csY1" fmla="*/ 15 h 39177"/>
                  <a:gd name="csX2" fmla="*/ 814641 w 814602"/>
                  <a:gd name="csY2" fmla="*/ 39193 h 39177"/>
                  <a:gd name="csX3" fmla="*/ 38 w 814602"/>
                  <a:gd name="csY3" fmla="*/ 39193 h 39177"/>
                </a:gdLst>
                <a:ahLst/>
                <a:cxnLst>
                  <a:cxn ang="0">
                    <a:pos x="csX0" y="csY0"/>
                  </a:cxn>
                  <a:cxn ang="0">
                    <a:pos x="csX1" y="csY1"/>
                  </a:cxn>
                  <a:cxn ang="0">
                    <a:pos x="csX2" y="csY2"/>
                  </a:cxn>
                  <a:cxn ang="0">
                    <a:pos x="csX3" y="csY3"/>
                  </a:cxn>
                </a:cxnLst>
                <a:rect l="l" t="t" r="r" b="b"/>
                <a:pathLst>
                  <a:path w="814602" h="39177">
                    <a:moveTo>
                      <a:pt x="38" y="15"/>
                    </a:moveTo>
                    <a:lnTo>
                      <a:pt x="814641" y="15"/>
                    </a:lnTo>
                    <a:lnTo>
                      <a:pt x="814641" y="39193"/>
                    </a:lnTo>
                    <a:lnTo>
                      <a:pt x="38" y="39193"/>
                    </a:lnTo>
                    <a:close/>
                  </a:path>
                </a:pathLst>
              </a:custGeom>
              <a:solidFill>
                <a:srgbClr val="E18727">
                  <a:alpha val="80000"/>
                </a:srgbClr>
              </a:solidFill>
              <a:ln w="15100" cap="flat">
                <a:solidFill>
                  <a:srgbClr val="E18727">
                    <a:alpha val="80000"/>
                  </a:srgbClr>
                </a:solidFill>
                <a:prstDash val="solid"/>
                <a:miter/>
              </a:ln>
            </p:spPr>
            <p:txBody>
              <a:bodyPr/>
              <a:lstStyle/>
              <a:p>
                <a:endParaRPr lang="zh-CN" altLang="en-US" sz="2190"/>
              </a:p>
            </p:txBody>
          </p:sp>
          <p:sp>
            <p:nvSpPr>
              <p:cNvPr id="293" name="任意多边形: 形状 292"/>
              <p:cNvSpPr/>
              <p:nvPr/>
            </p:nvSpPr>
            <p:spPr>
              <a:xfrm>
                <a:off x="1266756" y="3092834"/>
                <a:ext cx="596743" cy="39177"/>
              </a:xfrm>
              <a:custGeom>
                <a:avLst/>
                <a:gdLst>
                  <a:gd name="csX0" fmla="*/ 41 w 596743"/>
                  <a:gd name="csY0" fmla="*/ 16 h 39177"/>
                  <a:gd name="csX1" fmla="*/ 596785 w 596743"/>
                  <a:gd name="csY1" fmla="*/ 16 h 39177"/>
                  <a:gd name="csX2" fmla="*/ 596785 w 596743"/>
                  <a:gd name="csY2" fmla="*/ 39193 h 39177"/>
                  <a:gd name="csX3" fmla="*/ 41 w 596743"/>
                  <a:gd name="csY3" fmla="*/ 39193 h 39177"/>
                </a:gdLst>
                <a:ahLst/>
                <a:cxnLst>
                  <a:cxn ang="0">
                    <a:pos x="csX0" y="csY0"/>
                  </a:cxn>
                  <a:cxn ang="0">
                    <a:pos x="csX1" y="csY1"/>
                  </a:cxn>
                  <a:cxn ang="0">
                    <a:pos x="csX2" y="csY2"/>
                  </a:cxn>
                  <a:cxn ang="0">
                    <a:pos x="csX3" y="csY3"/>
                  </a:cxn>
                </a:cxnLst>
                <a:rect l="l" t="t" r="r" b="b"/>
                <a:pathLst>
                  <a:path w="596743" h="39177">
                    <a:moveTo>
                      <a:pt x="41" y="16"/>
                    </a:moveTo>
                    <a:lnTo>
                      <a:pt x="596785" y="16"/>
                    </a:lnTo>
                    <a:lnTo>
                      <a:pt x="596785" y="39193"/>
                    </a:lnTo>
                    <a:lnTo>
                      <a:pt x="41" y="39193"/>
                    </a:lnTo>
                    <a:close/>
                  </a:path>
                </a:pathLst>
              </a:custGeom>
              <a:solidFill>
                <a:srgbClr val="20854E">
                  <a:alpha val="80000"/>
                </a:srgbClr>
              </a:solidFill>
              <a:ln w="15100" cap="flat">
                <a:solidFill>
                  <a:srgbClr val="20854E">
                    <a:alpha val="80000"/>
                  </a:srgbClr>
                </a:solidFill>
                <a:prstDash val="solid"/>
                <a:miter/>
              </a:ln>
            </p:spPr>
            <p:txBody>
              <a:bodyPr/>
              <a:lstStyle/>
              <a:p>
                <a:endParaRPr lang="zh-CN" altLang="en-US" sz="2190"/>
              </a:p>
            </p:txBody>
          </p:sp>
          <p:sp>
            <p:nvSpPr>
              <p:cNvPr id="294" name="任意多边形: 形状 293"/>
              <p:cNvSpPr/>
              <p:nvPr/>
            </p:nvSpPr>
            <p:spPr>
              <a:xfrm>
                <a:off x="1333891" y="2994948"/>
                <a:ext cx="529608" cy="39177"/>
              </a:xfrm>
              <a:custGeom>
                <a:avLst/>
                <a:gdLst>
                  <a:gd name="csX0" fmla="*/ 41 w 529608"/>
                  <a:gd name="csY0" fmla="*/ 16 h 39177"/>
                  <a:gd name="csX1" fmla="*/ 529649 w 529608"/>
                  <a:gd name="csY1" fmla="*/ 16 h 39177"/>
                  <a:gd name="csX2" fmla="*/ 529649 w 529608"/>
                  <a:gd name="csY2" fmla="*/ 39194 h 39177"/>
                  <a:gd name="csX3" fmla="*/ 41 w 529608"/>
                  <a:gd name="csY3" fmla="*/ 39194 h 39177"/>
                </a:gdLst>
                <a:ahLst/>
                <a:cxnLst>
                  <a:cxn ang="0">
                    <a:pos x="csX0" y="csY0"/>
                  </a:cxn>
                  <a:cxn ang="0">
                    <a:pos x="csX1" y="csY1"/>
                  </a:cxn>
                  <a:cxn ang="0">
                    <a:pos x="csX2" y="csY2"/>
                  </a:cxn>
                  <a:cxn ang="0">
                    <a:pos x="csX3" y="csY3"/>
                  </a:cxn>
                </a:cxnLst>
                <a:rect l="l" t="t" r="r" b="b"/>
                <a:pathLst>
                  <a:path w="529608" h="39177">
                    <a:moveTo>
                      <a:pt x="41" y="16"/>
                    </a:moveTo>
                    <a:lnTo>
                      <a:pt x="529649" y="16"/>
                    </a:lnTo>
                    <a:lnTo>
                      <a:pt x="529649" y="39194"/>
                    </a:lnTo>
                    <a:lnTo>
                      <a:pt x="41" y="39194"/>
                    </a:lnTo>
                    <a:close/>
                  </a:path>
                </a:pathLst>
              </a:custGeom>
              <a:solidFill>
                <a:srgbClr val="7876B1">
                  <a:alpha val="80000"/>
                </a:srgbClr>
              </a:solidFill>
              <a:ln w="15100" cap="flat">
                <a:solidFill>
                  <a:srgbClr val="7876B1">
                    <a:alpha val="80000"/>
                  </a:srgbClr>
                </a:solidFill>
                <a:prstDash val="solid"/>
                <a:miter/>
              </a:ln>
            </p:spPr>
            <p:txBody>
              <a:bodyPr/>
              <a:lstStyle/>
              <a:p>
                <a:endParaRPr lang="zh-CN" altLang="en-US" sz="2190"/>
              </a:p>
            </p:txBody>
          </p:sp>
          <p:sp>
            <p:nvSpPr>
              <p:cNvPr id="295" name="任意多边形: 形状 294"/>
              <p:cNvSpPr/>
              <p:nvPr/>
            </p:nvSpPr>
            <p:spPr>
              <a:xfrm>
                <a:off x="1737703" y="2896945"/>
                <a:ext cx="125796" cy="39177"/>
              </a:xfrm>
              <a:custGeom>
                <a:avLst/>
                <a:gdLst>
                  <a:gd name="csX0" fmla="*/ 45 w 125796"/>
                  <a:gd name="csY0" fmla="*/ 17 h 39177"/>
                  <a:gd name="csX1" fmla="*/ 125841 w 125796"/>
                  <a:gd name="csY1" fmla="*/ 17 h 39177"/>
                  <a:gd name="csX2" fmla="*/ 125841 w 125796"/>
                  <a:gd name="csY2" fmla="*/ 39195 h 39177"/>
                  <a:gd name="csX3" fmla="*/ 45 w 125796"/>
                  <a:gd name="csY3" fmla="*/ 39195 h 39177"/>
                </a:gdLst>
                <a:ahLst/>
                <a:cxnLst>
                  <a:cxn ang="0">
                    <a:pos x="csX0" y="csY0"/>
                  </a:cxn>
                  <a:cxn ang="0">
                    <a:pos x="csX1" y="csY1"/>
                  </a:cxn>
                  <a:cxn ang="0">
                    <a:pos x="csX2" y="csY2"/>
                  </a:cxn>
                  <a:cxn ang="0">
                    <a:pos x="csX3" y="csY3"/>
                  </a:cxn>
                </a:cxnLst>
                <a:rect l="l" t="t" r="r" b="b"/>
                <a:pathLst>
                  <a:path w="125796" h="39177">
                    <a:moveTo>
                      <a:pt x="45" y="17"/>
                    </a:moveTo>
                    <a:lnTo>
                      <a:pt x="125841" y="17"/>
                    </a:lnTo>
                    <a:lnTo>
                      <a:pt x="125841" y="39195"/>
                    </a:lnTo>
                    <a:lnTo>
                      <a:pt x="45" y="39195"/>
                    </a:lnTo>
                    <a:close/>
                  </a:path>
                </a:pathLst>
              </a:custGeom>
              <a:solidFill>
                <a:srgbClr val="6F99AD">
                  <a:alpha val="80000"/>
                </a:srgbClr>
              </a:solidFill>
              <a:ln w="15100" cap="flat">
                <a:solidFill>
                  <a:srgbClr val="6F99AD">
                    <a:alpha val="80000"/>
                  </a:srgbClr>
                </a:solidFill>
                <a:prstDash val="solid"/>
                <a:miter/>
              </a:ln>
            </p:spPr>
            <p:txBody>
              <a:bodyPr/>
              <a:lstStyle/>
              <a:p>
                <a:endParaRPr lang="zh-CN" altLang="en-US" sz="2190"/>
              </a:p>
            </p:txBody>
          </p:sp>
          <p:sp>
            <p:nvSpPr>
              <p:cNvPr id="296" name="任意多边形: 形状 295"/>
              <p:cNvSpPr/>
              <p:nvPr/>
            </p:nvSpPr>
            <p:spPr>
              <a:xfrm>
                <a:off x="1777752" y="2799059"/>
                <a:ext cx="85747" cy="39177"/>
              </a:xfrm>
              <a:custGeom>
                <a:avLst/>
                <a:gdLst>
                  <a:gd name="csX0" fmla="*/ 45 w 85747"/>
                  <a:gd name="csY0" fmla="*/ 18 h 39177"/>
                  <a:gd name="csX1" fmla="*/ 85793 w 85747"/>
                  <a:gd name="csY1" fmla="*/ 18 h 39177"/>
                  <a:gd name="csX2" fmla="*/ 85793 w 85747"/>
                  <a:gd name="csY2" fmla="*/ 39195 h 39177"/>
                  <a:gd name="csX3" fmla="*/ 45 w 85747"/>
                  <a:gd name="csY3" fmla="*/ 39195 h 39177"/>
                </a:gdLst>
                <a:ahLst/>
                <a:cxnLst>
                  <a:cxn ang="0">
                    <a:pos x="csX0" y="csY0"/>
                  </a:cxn>
                  <a:cxn ang="0">
                    <a:pos x="csX1" y="csY1"/>
                  </a:cxn>
                  <a:cxn ang="0">
                    <a:pos x="csX2" y="csY2"/>
                  </a:cxn>
                  <a:cxn ang="0">
                    <a:pos x="csX3" y="csY3"/>
                  </a:cxn>
                </a:cxnLst>
                <a:rect l="l" t="t" r="r" b="b"/>
                <a:pathLst>
                  <a:path w="85747" h="39177">
                    <a:moveTo>
                      <a:pt x="45" y="18"/>
                    </a:moveTo>
                    <a:lnTo>
                      <a:pt x="85793" y="18"/>
                    </a:lnTo>
                    <a:lnTo>
                      <a:pt x="85793" y="39195"/>
                    </a:lnTo>
                    <a:lnTo>
                      <a:pt x="45" y="39195"/>
                    </a:lnTo>
                    <a:close/>
                  </a:path>
                </a:pathLst>
              </a:custGeom>
              <a:solidFill>
                <a:srgbClr val="FFDC91">
                  <a:alpha val="80000"/>
                </a:srgbClr>
              </a:solidFill>
              <a:ln w="15100" cap="flat">
                <a:solidFill>
                  <a:srgbClr val="FFDC91">
                    <a:alpha val="80000"/>
                  </a:srgbClr>
                </a:solidFill>
                <a:prstDash val="solid"/>
                <a:miter/>
              </a:ln>
            </p:spPr>
            <p:txBody>
              <a:bodyPr/>
              <a:lstStyle/>
              <a:p>
                <a:endParaRPr lang="zh-CN" altLang="en-US" sz="2190"/>
              </a:p>
            </p:txBody>
          </p:sp>
        </p:grpSp>
        <p:grpSp>
          <p:nvGrpSpPr>
            <p:cNvPr id="297" name="图形 2"/>
            <p:cNvGrpSpPr/>
            <p:nvPr/>
          </p:nvGrpSpPr>
          <p:grpSpPr>
            <a:xfrm>
              <a:off x="212171" y="3483826"/>
              <a:ext cx="1874703" cy="331484"/>
              <a:chOff x="213377" y="3451251"/>
              <a:chExt cx="1962360" cy="331484"/>
            </a:xfrm>
          </p:grpSpPr>
          <p:sp>
            <p:nvSpPr>
              <p:cNvPr id="298" name="任意多边形: 形状 297"/>
              <p:cNvSpPr/>
              <p:nvPr/>
            </p:nvSpPr>
            <p:spPr>
              <a:xfrm>
                <a:off x="310237" y="3455083"/>
                <a:ext cx="1627211" cy="12698"/>
              </a:xfrm>
              <a:custGeom>
                <a:avLst/>
                <a:gdLst>
                  <a:gd name="csX0" fmla="*/ 32 w 1627211"/>
                  <a:gd name="csY0" fmla="*/ 13 h 12698"/>
                  <a:gd name="csX1" fmla="*/ 1627244 w 1627211"/>
                  <a:gd name="csY1" fmla="*/ 13 h 12698"/>
                </a:gdLst>
                <a:ahLst/>
                <a:cxnLst>
                  <a:cxn ang="0">
                    <a:pos x="csX0" y="csY0"/>
                  </a:cxn>
                  <a:cxn ang="0">
                    <a:pos x="csX1" y="csY1"/>
                  </a:cxn>
                </a:cxnLst>
                <a:rect l="l" t="t" r="r" b="b"/>
                <a:pathLst>
                  <a:path w="1627211" h="12698">
                    <a:moveTo>
                      <a:pt x="32" y="13"/>
                    </a:moveTo>
                    <a:lnTo>
                      <a:pt x="1627244" y="13"/>
                    </a:lnTo>
                  </a:path>
                </a:pathLst>
              </a:custGeom>
              <a:noFill/>
              <a:ln w="9032" cap="flat">
                <a:solidFill>
                  <a:srgbClr val="000000"/>
                </a:solidFill>
                <a:prstDash val="solid"/>
                <a:round/>
              </a:ln>
            </p:spPr>
            <p:txBody>
              <a:bodyPr/>
              <a:lstStyle/>
              <a:p>
                <a:endParaRPr lang="zh-CN" altLang="en-US" sz="2190"/>
              </a:p>
            </p:txBody>
          </p:sp>
          <p:sp>
            <p:nvSpPr>
              <p:cNvPr id="299" name="任意多边形: 形状 298"/>
              <p:cNvSpPr/>
              <p:nvPr/>
            </p:nvSpPr>
            <p:spPr>
              <a:xfrm>
                <a:off x="1863500" y="3455083"/>
                <a:ext cx="12705" cy="31853"/>
              </a:xfrm>
              <a:custGeom>
                <a:avLst/>
                <a:gdLst>
                  <a:gd name="csX0" fmla="*/ 46 w 12705"/>
                  <a:gd name="csY0" fmla="*/ 31867 h 31853"/>
                  <a:gd name="csX1" fmla="*/ 46 w 12705"/>
                  <a:gd name="csY1" fmla="*/ 13 h 31853"/>
                </a:gdLst>
                <a:ahLst/>
                <a:cxnLst>
                  <a:cxn ang="0">
                    <a:pos x="csX0" y="csY0"/>
                  </a:cxn>
                  <a:cxn ang="0">
                    <a:pos x="csX1" y="csY1"/>
                  </a:cxn>
                </a:cxnLst>
                <a:rect l="l" t="t" r="r" b="b"/>
                <a:pathLst>
                  <a:path w="12705" h="31853">
                    <a:moveTo>
                      <a:pt x="46" y="31867"/>
                    </a:moveTo>
                    <a:lnTo>
                      <a:pt x="46" y="13"/>
                    </a:lnTo>
                  </a:path>
                </a:pathLst>
              </a:custGeom>
              <a:noFill/>
              <a:ln w="15100" cap="flat">
                <a:solidFill>
                  <a:srgbClr val="333333"/>
                </a:solidFill>
                <a:prstDash val="solid"/>
                <a:round/>
              </a:ln>
            </p:spPr>
            <p:txBody>
              <a:bodyPr/>
              <a:lstStyle/>
              <a:p>
                <a:endParaRPr lang="zh-CN" altLang="en-US" sz="2190"/>
              </a:p>
            </p:txBody>
          </p:sp>
          <p:sp>
            <p:nvSpPr>
              <p:cNvPr id="300" name="任意多边形: 形状 299"/>
              <p:cNvSpPr/>
              <p:nvPr/>
            </p:nvSpPr>
            <p:spPr>
              <a:xfrm>
                <a:off x="1506218" y="3455083"/>
                <a:ext cx="12705" cy="31853"/>
              </a:xfrm>
              <a:custGeom>
                <a:avLst/>
                <a:gdLst>
                  <a:gd name="csX0" fmla="*/ 39 w 12705"/>
                  <a:gd name="csY0" fmla="*/ 31867 h 31853"/>
                  <a:gd name="csX1" fmla="*/ 39 w 12705"/>
                  <a:gd name="csY1" fmla="*/ 13 h 31853"/>
                </a:gdLst>
                <a:ahLst/>
                <a:cxnLst>
                  <a:cxn ang="0">
                    <a:pos x="csX0" y="csY0"/>
                  </a:cxn>
                  <a:cxn ang="0">
                    <a:pos x="csX1" y="csY1"/>
                  </a:cxn>
                </a:cxnLst>
                <a:rect l="l" t="t" r="r" b="b"/>
                <a:pathLst>
                  <a:path w="12705" h="31853">
                    <a:moveTo>
                      <a:pt x="39" y="31867"/>
                    </a:moveTo>
                    <a:lnTo>
                      <a:pt x="39" y="13"/>
                    </a:lnTo>
                  </a:path>
                </a:pathLst>
              </a:custGeom>
              <a:noFill/>
              <a:ln w="15100" cap="flat">
                <a:solidFill>
                  <a:srgbClr val="333333"/>
                </a:solidFill>
                <a:prstDash val="solid"/>
                <a:round/>
              </a:ln>
            </p:spPr>
            <p:txBody>
              <a:bodyPr/>
              <a:lstStyle/>
              <a:p>
                <a:endParaRPr lang="zh-CN" altLang="en-US" sz="2190"/>
              </a:p>
            </p:txBody>
          </p:sp>
          <p:sp>
            <p:nvSpPr>
              <p:cNvPr id="301" name="任意多边形: 形状 300"/>
              <p:cNvSpPr/>
              <p:nvPr/>
            </p:nvSpPr>
            <p:spPr>
              <a:xfrm>
                <a:off x="1148936" y="3455083"/>
                <a:ext cx="12705" cy="31853"/>
              </a:xfrm>
              <a:custGeom>
                <a:avLst/>
                <a:gdLst>
                  <a:gd name="csX0" fmla="*/ 33 w 12705"/>
                  <a:gd name="csY0" fmla="*/ 31867 h 31853"/>
                  <a:gd name="csX1" fmla="*/ 33 w 12705"/>
                  <a:gd name="csY1" fmla="*/ 13 h 31853"/>
                </a:gdLst>
                <a:ahLst/>
                <a:cxnLst>
                  <a:cxn ang="0">
                    <a:pos x="csX0" y="csY0"/>
                  </a:cxn>
                  <a:cxn ang="0">
                    <a:pos x="csX1" y="csY1"/>
                  </a:cxn>
                </a:cxnLst>
                <a:rect l="l" t="t" r="r" b="b"/>
                <a:pathLst>
                  <a:path w="12705" h="31853">
                    <a:moveTo>
                      <a:pt x="33" y="31867"/>
                    </a:moveTo>
                    <a:lnTo>
                      <a:pt x="33" y="13"/>
                    </a:lnTo>
                  </a:path>
                </a:pathLst>
              </a:custGeom>
              <a:noFill/>
              <a:ln w="15100" cap="flat">
                <a:solidFill>
                  <a:srgbClr val="333333"/>
                </a:solidFill>
                <a:prstDash val="solid"/>
                <a:round/>
              </a:ln>
            </p:spPr>
            <p:txBody>
              <a:bodyPr/>
              <a:lstStyle/>
              <a:p>
                <a:endParaRPr lang="zh-CN" altLang="en-US" sz="2190"/>
              </a:p>
            </p:txBody>
          </p:sp>
          <p:sp>
            <p:nvSpPr>
              <p:cNvPr id="302" name="任意多边形: 形状 301"/>
              <p:cNvSpPr/>
              <p:nvPr/>
            </p:nvSpPr>
            <p:spPr>
              <a:xfrm>
                <a:off x="791488" y="3455083"/>
                <a:ext cx="12705" cy="31853"/>
              </a:xfrm>
              <a:custGeom>
                <a:avLst/>
                <a:gdLst>
                  <a:gd name="csX0" fmla="*/ 26 w 12705"/>
                  <a:gd name="csY0" fmla="*/ 31867 h 31853"/>
                  <a:gd name="csX1" fmla="*/ 26 w 12705"/>
                  <a:gd name="csY1" fmla="*/ 13 h 31853"/>
                </a:gdLst>
                <a:ahLst/>
                <a:cxnLst>
                  <a:cxn ang="0">
                    <a:pos x="csX0" y="csY0"/>
                  </a:cxn>
                  <a:cxn ang="0">
                    <a:pos x="csX1" y="csY1"/>
                  </a:cxn>
                </a:cxnLst>
                <a:rect l="l" t="t" r="r" b="b"/>
                <a:pathLst>
                  <a:path w="12705" h="31853">
                    <a:moveTo>
                      <a:pt x="26" y="31867"/>
                    </a:moveTo>
                    <a:lnTo>
                      <a:pt x="26" y="13"/>
                    </a:lnTo>
                  </a:path>
                </a:pathLst>
              </a:custGeom>
              <a:noFill/>
              <a:ln w="15100" cap="flat">
                <a:solidFill>
                  <a:srgbClr val="333333"/>
                </a:solidFill>
                <a:prstDash val="solid"/>
                <a:round/>
              </a:ln>
            </p:spPr>
            <p:txBody>
              <a:bodyPr/>
              <a:lstStyle/>
              <a:p>
                <a:endParaRPr lang="zh-CN" altLang="en-US" sz="2190"/>
              </a:p>
            </p:txBody>
          </p:sp>
          <p:sp>
            <p:nvSpPr>
              <p:cNvPr id="303" name="任意多边形: 形状 302"/>
              <p:cNvSpPr/>
              <p:nvPr/>
            </p:nvSpPr>
            <p:spPr>
              <a:xfrm>
                <a:off x="434206" y="3455083"/>
                <a:ext cx="12705" cy="31853"/>
              </a:xfrm>
              <a:custGeom>
                <a:avLst/>
                <a:gdLst>
                  <a:gd name="csX0" fmla="*/ 20 w 12705"/>
                  <a:gd name="csY0" fmla="*/ 31867 h 31853"/>
                  <a:gd name="csX1" fmla="*/ 20 w 12705"/>
                  <a:gd name="csY1" fmla="*/ 13 h 31853"/>
                </a:gdLst>
                <a:ahLst/>
                <a:cxnLst>
                  <a:cxn ang="0">
                    <a:pos x="csX0" y="csY0"/>
                  </a:cxn>
                  <a:cxn ang="0">
                    <a:pos x="csX1" y="csY1"/>
                  </a:cxn>
                </a:cxnLst>
                <a:rect l="l" t="t" r="r" b="b"/>
                <a:pathLst>
                  <a:path w="12705" h="31853">
                    <a:moveTo>
                      <a:pt x="20" y="31867"/>
                    </a:moveTo>
                    <a:lnTo>
                      <a:pt x="20" y="13"/>
                    </a:lnTo>
                  </a:path>
                </a:pathLst>
              </a:custGeom>
              <a:noFill/>
              <a:ln w="15100" cap="flat">
                <a:solidFill>
                  <a:srgbClr val="333333"/>
                </a:solidFill>
                <a:prstDash val="solid"/>
                <a:round/>
              </a:ln>
            </p:spPr>
            <p:txBody>
              <a:bodyPr/>
              <a:lstStyle/>
              <a:p>
                <a:endParaRPr lang="zh-CN" altLang="en-US" sz="2190"/>
              </a:p>
            </p:txBody>
          </p:sp>
          <p:sp>
            <p:nvSpPr>
              <p:cNvPr id="304" name="文本框 303"/>
              <p:cNvSpPr txBox="1"/>
              <p:nvPr/>
            </p:nvSpPr>
            <p:spPr>
              <a:xfrm>
                <a:off x="1739712" y="3451251"/>
                <a:ext cx="436025"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0</a:t>
                </a:r>
              </a:p>
            </p:txBody>
          </p:sp>
          <p:sp>
            <p:nvSpPr>
              <p:cNvPr id="305" name="文本框 304"/>
              <p:cNvSpPr txBox="1"/>
              <p:nvPr/>
            </p:nvSpPr>
            <p:spPr>
              <a:xfrm>
                <a:off x="1317736" y="3451251"/>
                <a:ext cx="606537"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500</a:t>
                </a:r>
              </a:p>
            </p:txBody>
          </p:sp>
          <p:sp>
            <p:nvSpPr>
              <p:cNvPr id="306" name="文本框 305"/>
              <p:cNvSpPr txBox="1"/>
              <p:nvPr/>
            </p:nvSpPr>
            <p:spPr>
              <a:xfrm>
                <a:off x="928108"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1000</a:t>
                </a:r>
              </a:p>
            </p:txBody>
          </p:sp>
          <p:sp>
            <p:nvSpPr>
              <p:cNvPr id="307" name="文本框 306"/>
              <p:cNvSpPr txBox="1"/>
              <p:nvPr/>
            </p:nvSpPr>
            <p:spPr>
              <a:xfrm>
                <a:off x="570659"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1500</a:t>
                </a:r>
              </a:p>
            </p:txBody>
          </p:sp>
          <p:sp>
            <p:nvSpPr>
              <p:cNvPr id="308" name="文本框 307"/>
              <p:cNvSpPr txBox="1"/>
              <p:nvPr/>
            </p:nvSpPr>
            <p:spPr>
              <a:xfrm>
                <a:off x="213377"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2000</a:t>
                </a:r>
              </a:p>
            </p:txBody>
          </p:sp>
          <p:sp>
            <p:nvSpPr>
              <p:cNvPr id="309" name="文本框 308"/>
              <p:cNvSpPr txBox="1"/>
              <p:nvPr/>
            </p:nvSpPr>
            <p:spPr>
              <a:xfrm>
                <a:off x="775574" y="3555567"/>
                <a:ext cx="1017595" cy="227168"/>
              </a:xfrm>
              <a:prstGeom prst="rect">
                <a:avLst/>
              </a:prstGeom>
              <a:noFill/>
            </p:spPr>
            <p:txBody>
              <a:bodyPr wrap="none" rtlCol="0">
                <a:spAutoFit/>
              </a:bodyPr>
              <a:lstStyle/>
              <a:p>
                <a:pPr algn="l"/>
                <a:r>
                  <a:rPr lang="zh-CN" altLang="en-US" sz="740" dirty="0">
                    <a:solidFill>
                      <a:srgbClr val="000000"/>
                    </a:solidFill>
                    <a:latin typeface="Arial" panose="020B0604020202090204"/>
                    <a:cs typeface="Arial" panose="020B0604020202090204"/>
                    <a:sym typeface="Arial" panose="020B0604020202090204"/>
                    <a:rtl val="0"/>
                  </a:rPr>
                  <a:t>Set Size</a:t>
                </a:r>
              </a:p>
            </p:txBody>
          </p:sp>
        </p:grpSp>
      </p:grpSp>
      <p:sp>
        <p:nvSpPr>
          <p:cNvPr id="310" name="文本框 309"/>
          <p:cNvSpPr txBox="1"/>
          <p:nvPr/>
        </p:nvSpPr>
        <p:spPr>
          <a:xfrm>
            <a:off x="342905" y="213911"/>
            <a:ext cx="314510" cy="371512"/>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a</a:t>
            </a:r>
          </a:p>
        </p:txBody>
      </p:sp>
      <p:sp>
        <p:nvSpPr>
          <p:cNvPr id="7" name="任意多边形: 形状 6"/>
          <p:cNvSpPr/>
          <p:nvPr/>
        </p:nvSpPr>
        <p:spPr>
          <a:xfrm>
            <a:off x="1237180" y="386104"/>
            <a:ext cx="5184609" cy="2589912"/>
          </a:xfrm>
          <a:custGeom>
            <a:avLst/>
            <a:gdLst>
              <a:gd name="csX0" fmla="*/ 95 w 5743099"/>
              <a:gd name="csY0" fmla="*/ 26 h 2343689"/>
              <a:gd name="csX1" fmla="*/ 5743195 w 5743099"/>
              <a:gd name="csY1" fmla="*/ 26 h 2343689"/>
              <a:gd name="csX2" fmla="*/ 5743195 w 5743099"/>
              <a:gd name="csY2" fmla="*/ 2343716 h 2343689"/>
              <a:gd name="csX3" fmla="*/ 95 w 5743099"/>
              <a:gd name="csY3" fmla="*/ 2343716 h 2343689"/>
            </a:gdLst>
            <a:ahLst/>
            <a:cxnLst>
              <a:cxn ang="0">
                <a:pos x="csX0" y="csY0"/>
              </a:cxn>
              <a:cxn ang="0">
                <a:pos x="csX1" y="csY1"/>
              </a:cxn>
              <a:cxn ang="0">
                <a:pos x="csX2" y="csY2"/>
              </a:cxn>
              <a:cxn ang="0">
                <a:pos x="csX3" y="csY3"/>
              </a:cxn>
            </a:cxnLst>
            <a:rect l="l" t="t" r="r" b="b"/>
            <a:pathLst>
              <a:path w="5743099" h="2343689">
                <a:moveTo>
                  <a:pt x="95" y="26"/>
                </a:moveTo>
                <a:lnTo>
                  <a:pt x="5743195" y="26"/>
                </a:lnTo>
                <a:lnTo>
                  <a:pt x="5743195" y="2343716"/>
                </a:lnTo>
                <a:lnTo>
                  <a:pt x="95" y="2343716"/>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8264" name="组合 8263"/>
          <p:cNvGrpSpPr/>
          <p:nvPr/>
        </p:nvGrpSpPr>
        <p:grpSpPr>
          <a:xfrm>
            <a:off x="757924" y="226975"/>
            <a:ext cx="5663867" cy="3403532"/>
            <a:chOff x="1641078" y="431526"/>
            <a:chExt cx="5407521" cy="3079958"/>
          </a:xfrm>
        </p:grpSpPr>
        <p:grpSp>
          <p:nvGrpSpPr>
            <p:cNvPr id="8" name="图形 2"/>
            <p:cNvGrpSpPr/>
            <p:nvPr/>
          </p:nvGrpSpPr>
          <p:grpSpPr>
            <a:xfrm>
              <a:off x="2280881" y="560720"/>
              <a:ext cx="4653416" cy="2368800"/>
              <a:chOff x="2378816" y="528145"/>
              <a:chExt cx="4871000" cy="2368800"/>
            </a:xfrm>
          </p:grpSpPr>
          <p:sp>
            <p:nvSpPr>
              <p:cNvPr id="9" name="任意多边形: 形状 8"/>
              <p:cNvSpPr/>
              <p:nvPr/>
            </p:nvSpPr>
            <p:spPr>
              <a:xfrm>
                <a:off x="2378816" y="2492264"/>
                <a:ext cx="4870999" cy="12698"/>
              </a:xfrm>
              <a:custGeom>
                <a:avLst/>
                <a:gdLst>
                  <a:gd name="csX0" fmla="*/ 101 w 4870999"/>
                  <a:gd name="csY0" fmla="*/ 20 h 12698"/>
                  <a:gd name="csX1" fmla="*/ 4871100 w 4870999"/>
                  <a:gd name="csY1" fmla="*/ 20 h 12698"/>
                </a:gdLst>
                <a:ahLst/>
                <a:cxnLst>
                  <a:cxn ang="0">
                    <a:pos x="csX0" y="csY0"/>
                  </a:cxn>
                  <a:cxn ang="0">
                    <a:pos x="csX1" y="csY1"/>
                  </a:cxn>
                </a:cxnLst>
                <a:rect l="l" t="t" r="r" b="b"/>
                <a:pathLst>
                  <a:path w="4870999" h="12698">
                    <a:moveTo>
                      <a:pt x="101" y="20"/>
                    </a:moveTo>
                    <a:lnTo>
                      <a:pt x="4871100" y="20"/>
                    </a:lnTo>
                  </a:path>
                </a:pathLst>
              </a:custGeom>
              <a:noFill/>
              <a:ln w="7479" cap="flat">
                <a:solidFill>
                  <a:srgbClr val="FFFFFF"/>
                </a:solidFill>
                <a:prstDash val="solid"/>
                <a:round/>
              </a:ln>
            </p:spPr>
            <p:txBody>
              <a:bodyPr/>
              <a:lstStyle/>
              <a:p>
                <a:endParaRPr lang="zh-CN" altLang="en-US" sz="2190"/>
              </a:p>
            </p:txBody>
          </p:sp>
          <p:sp>
            <p:nvSpPr>
              <p:cNvPr id="10" name="任意多边形: 形状 9"/>
              <p:cNvSpPr/>
              <p:nvPr/>
            </p:nvSpPr>
            <p:spPr>
              <a:xfrm>
                <a:off x="2378816" y="1898320"/>
                <a:ext cx="4870999" cy="12698"/>
              </a:xfrm>
              <a:custGeom>
                <a:avLst/>
                <a:gdLst>
                  <a:gd name="csX0" fmla="*/ 101 w 4870999"/>
                  <a:gd name="csY0" fmla="*/ 24 h 12698"/>
                  <a:gd name="csX1" fmla="*/ 4871100 w 4870999"/>
                  <a:gd name="csY1" fmla="*/ 24 h 12698"/>
                </a:gdLst>
                <a:ahLst/>
                <a:cxnLst>
                  <a:cxn ang="0">
                    <a:pos x="csX0" y="csY0"/>
                  </a:cxn>
                  <a:cxn ang="0">
                    <a:pos x="csX1" y="csY1"/>
                  </a:cxn>
                </a:cxnLst>
                <a:rect l="l" t="t" r="r" b="b"/>
                <a:pathLst>
                  <a:path w="4870999" h="12698">
                    <a:moveTo>
                      <a:pt x="101" y="24"/>
                    </a:moveTo>
                    <a:lnTo>
                      <a:pt x="4871100" y="24"/>
                    </a:lnTo>
                  </a:path>
                </a:pathLst>
              </a:custGeom>
              <a:noFill/>
              <a:ln w="7479" cap="flat">
                <a:solidFill>
                  <a:srgbClr val="FFFFFF"/>
                </a:solidFill>
                <a:prstDash val="solid"/>
                <a:round/>
              </a:ln>
            </p:spPr>
            <p:txBody>
              <a:bodyPr/>
              <a:lstStyle/>
              <a:p>
                <a:endParaRPr lang="zh-CN" altLang="en-US" sz="2190"/>
              </a:p>
            </p:txBody>
          </p:sp>
          <p:sp>
            <p:nvSpPr>
              <p:cNvPr id="11" name="任意多边形: 形状 10"/>
              <p:cNvSpPr/>
              <p:nvPr/>
            </p:nvSpPr>
            <p:spPr>
              <a:xfrm>
                <a:off x="2378816" y="1304376"/>
                <a:ext cx="4870999" cy="12698"/>
              </a:xfrm>
              <a:custGeom>
                <a:avLst/>
                <a:gdLst>
                  <a:gd name="csX0" fmla="*/ 101 w 4870999"/>
                  <a:gd name="csY0" fmla="*/ 29 h 12698"/>
                  <a:gd name="csX1" fmla="*/ 4871100 w 4870999"/>
                  <a:gd name="csY1" fmla="*/ 29 h 12698"/>
                </a:gdLst>
                <a:ahLst/>
                <a:cxnLst>
                  <a:cxn ang="0">
                    <a:pos x="csX0" y="csY0"/>
                  </a:cxn>
                  <a:cxn ang="0">
                    <a:pos x="csX1" y="csY1"/>
                  </a:cxn>
                </a:cxnLst>
                <a:rect l="l" t="t" r="r" b="b"/>
                <a:pathLst>
                  <a:path w="4870999" h="12698">
                    <a:moveTo>
                      <a:pt x="101" y="29"/>
                    </a:moveTo>
                    <a:lnTo>
                      <a:pt x="4871100" y="29"/>
                    </a:lnTo>
                  </a:path>
                </a:pathLst>
              </a:custGeom>
              <a:noFill/>
              <a:ln w="7479" cap="flat">
                <a:solidFill>
                  <a:srgbClr val="FFFFFF"/>
                </a:solidFill>
                <a:prstDash val="solid"/>
                <a:round/>
              </a:ln>
            </p:spPr>
            <p:txBody>
              <a:bodyPr/>
              <a:lstStyle/>
              <a:p>
                <a:endParaRPr lang="zh-CN" altLang="en-US" sz="2190"/>
              </a:p>
            </p:txBody>
          </p:sp>
          <p:sp>
            <p:nvSpPr>
              <p:cNvPr id="12" name="任意多边形: 形状 11"/>
              <p:cNvSpPr/>
              <p:nvPr/>
            </p:nvSpPr>
            <p:spPr>
              <a:xfrm>
                <a:off x="2378816" y="710432"/>
                <a:ext cx="4870999" cy="12698"/>
              </a:xfrm>
              <a:custGeom>
                <a:avLst/>
                <a:gdLst>
                  <a:gd name="csX0" fmla="*/ 101 w 4870999"/>
                  <a:gd name="csY0" fmla="*/ 33 h 12698"/>
                  <a:gd name="csX1" fmla="*/ 4871100 w 4870999"/>
                  <a:gd name="csY1" fmla="*/ 33 h 12698"/>
                </a:gdLst>
                <a:ahLst/>
                <a:cxnLst>
                  <a:cxn ang="0">
                    <a:pos x="csX0" y="csY0"/>
                  </a:cxn>
                  <a:cxn ang="0">
                    <a:pos x="csX1" y="csY1"/>
                  </a:cxn>
                </a:cxnLst>
                <a:rect l="l" t="t" r="r" b="b"/>
                <a:pathLst>
                  <a:path w="4870999" h="12698">
                    <a:moveTo>
                      <a:pt x="101" y="33"/>
                    </a:moveTo>
                    <a:lnTo>
                      <a:pt x="4871100" y="33"/>
                    </a:lnTo>
                  </a:path>
                </a:pathLst>
              </a:custGeom>
              <a:noFill/>
              <a:ln w="7479" cap="flat">
                <a:solidFill>
                  <a:srgbClr val="FFFFFF"/>
                </a:solidFill>
                <a:prstDash val="solid"/>
                <a:round/>
              </a:ln>
            </p:spPr>
            <p:txBody>
              <a:bodyPr/>
              <a:lstStyle/>
              <a:p>
                <a:endParaRPr lang="zh-CN" altLang="en-US" sz="2190"/>
              </a:p>
            </p:txBody>
          </p:sp>
          <p:sp>
            <p:nvSpPr>
              <p:cNvPr id="13" name="任意多边形: 形状 12"/>
              <p:cNvSpPr/>
              <p:nvPr/>
            </p:nvSpPr>
            <p:spPr>
              <a:xfrm>
                <a:off x="2378816" y="2789294"/>
                <a:ext cx="4870999" cy="12698"/>
              </a:xfrm>
              <a:custGeom>
                <a:avLst/>
                <a:gdLst>
                  <a:gd name="csX0" fmla="*/ 101 w 4870999"/>
                  <a:gd name="csY0" fmla="*/ 18 h 12698"/>
                  <a:gd name="csX1" fmla="*/ 4871100 w 4870999"/>
                  <a:gd name="csY1" fmla="*/ 18 h 12698"/>
                </a:gdLst>
                <a:ahLst/>
                <a:cxnLst>
                  <a:cxn ang="0">
                    <a:pos x="csX0" y="csY0"/>
                  </a:cxn>
                  <a:cxn ang="0">
                    <a:pos x="csX1" y="csY1"/>
                  </a:cxn>
                </a:cxnLst>
                <a:rect l="l" t="t" r="r" b="b"/>
                <a:pathLst>
                  <a:path w="4870999" h="12698">
                    <a:moveTo>
                      <a:pt x="101" y="18"/>
                    </a:moveTo>
                    <a:lnTo>
                      <a:pt x="4871100" y="18"/>
                    </a:lnTo>
                  </a:path>
                </a:pathLst>
              </a:custGeom>
              <a:noFill/>
              <a:ln w="15100" cap="flat">
                <a:solidFill>
                  <a:srgbClr val="FFFFFF"/>
                </a:solidFill>
                <a:prstDash val="solid"/>
                <a:round/>
              </a:ln>
            </p:spPr>
            <p:txBody>
              <a:bodyPr/>
              <a:lstStyle/>
              <a:p>
                <a:endParaRPr lang="zh-CN" altLang="en-US" sz="2190"/>
              </a:p>
            </p:txBody>
          </p:sp>
          <p:sp>
            <p:nvSpPr>
              <p:cNvPr id="14" name="任意多边形: 形状 13"/>
              <p:cNvSpPr/>
              <p:nvPr/>
            </p:nvSpPr>
            <p:spPr>
              <a:xfrm>
                <a:off x="2378816" y="2195350"/>
                <a:ext cx="4870999" cy="12698"/>
              </a:xfrm>
              <a:custGeom>
                <a:avLst/>
                <a:gdLst>
                  <a:gd name="csX0" fmla="*/ 101 w 4870999"/>
                  <a:gd name="csY0" fmla="*/ 22 h 12698"/>
                  <a:gd name="csX1" fmla="*/ 4871100 w 4870999"/>
                  <a:gd name="csY1" fmla="*/ 22 h 12698"/>
                </a:gdLst>
                <a:ahLst/>
                <a:cxnLst>
                  <a:cxn ang="0">
                    <a:pos x="csX0" y="csY0"/>
                  </a:cxn>
                  <a:cxn ang="0">
                    <a:pos x="csX1" y="csY1"/>
                  </a:cxn>
                </a:cxnLst>
                <a:rect l="l" t="t" r="r" b="b"/>
                <a:pathLst>
                  <a:path w="4870999" h="12698">
                    <a:moveTo>
                      <a:pt x="101" y="22"/>
                    </a:moveTo>
                    <a:lnTo>
                      <a:pt x="4871100" y="22"/>
                    </a:lnTo>
                  </a:path>
                </a:pathLst>
              </a:custGeom>
              <a:noFill/>
              <a:ln w="15100" cap="flat">
                <a:solidFill>
                  <a:srgbClr val="FFFFFF"/>
                </a:solidFill>
                <a:prstDash val="solid"/>
                <a:round/>
              </a:ln>
            </p:spPr>
            <p:txBody>
              <a:bodyPr/>
              <a:lstStyle/>
              <a:p>
                <a:endParaRPr lang="zh-CN" altLang="en-US" sz="2190"/>
              </a:p>
            </p:txBody>
          </p:sp>
          <p:sp>
            <p:nvSpPr>
              <p:cNvPr id="15" name="任意多边形: 形状 14"/>
              <p:cNvSpPr/>
              <p:nvPr/>
            </p:nvSpPr>
            <p:spPr>
              <a:xfrm>
                <a:off x="2378816" y="1601406"/>
                <a:ext cx="4870999" cy="12698"/>
              </a:xfrm>
              <a:custGeom>
                <a:avLst/>
                <a:gdLst>
                  <a:gd name="csX0" fmla="*/ 101 w 4870999"/>
                  <a:gd name="csY0" fmla="*/ 27 h 12698"/>
                  <a:gd name="csX1" fmla="*/ 4871100 w 4870999"/>
                  <a:gd name="csY1" fmla="*/ 27 h 12698"/>
                </a:gdLst>
                <a:ahLst/>
                <a:cxnLst>
                  <a:cxn ang="0">
                    <a:pos x="csX0" y="csY0"/>
                  </a:cxn>
                  <a:cxn ang="0">
                    <a:pos x="csX1" y="csY1"/>
                  </a:cxn>
                </a:cxnLst>
                <a:rect l="l" t="t" r="r" b="b"/>
                <a:pathLst>
                  <a:path w="4870999" h="12698">
                    <a:moveTo>
                      <a:pt x="101" y="27"/>
                    </a:moveTo>
                    <a:lnTo>
                      <a:pt x="4871100" y="27"/>
                    </a:lnTo>
                  </a:path>
                </a:pathLst>
              </a:custGeom>
              <a:noFill/>
              <a:ln w="15100" cap="flat">
                <a:solidFill>
                  <a:srgbClr val="FFFFFF"/>
                </a:solidFill>
                <a:prstDash val="solid"/>
                <a:round/>
              </a:ln>
            </p:spPr>
            <p:txBody>
              <a:bodyPr/>
              <a:lstStyle/>
              <a:p>
                <a:endParaRPr lang="zh-CN" altLang="en-US" sz="2190"/>
              </a:p>
            </p:txBody>
          </p:sp>
          <p:sp>
            <p:nvSpPr>
              <p:cNvPr id="16" name="任意多边形: 形状 15"/>
              <p:cNvSpPr/>
              <p:nvPr/>
            </p:nvSpPr>
            <p:spPr>
              <a:xfrm>
                <a:off x="2378816" y="1007345"/>
                <a:ext cx="4870999" cy="12698"/>
              </a:xfrm>
              <a:custGeom>
                <a:avLst/>
                <a:gdLst>
                  <a:gd name="csX0" fmla="*/ 101 w 4870999"/>
                  <a:gd name="csY0" fmla="*/ 31 h 12698"/>
                  <a:gd name="csX1" fmla="*/ 4871100 w 4870999"/>
                  <a:gd name="csY1" fmla="*/ 31 h 12698"/>
                </a:gdLst>
                <a:ahLst/>
                <a:cxnLst>
                  <a:cxn ang="0">
                    <a:pos x="csX0" y="csY0"/>
                  </a:cxn>
                  <a:cxn ang="0">
                    <a:pos x="csX1" y="csY1"/>
                  </a:cxn>
                </a:cxnLst>
                <a:rect l="l" t="t" r="r" b="b"/>
                <a:pathLst>
                  <a:path w="4870999" h="12698">
                    <a:moveTo>
                      <a:pt x="101" y="31"/>
                    </a:moveTo>
                    <a:lnTo>
                      <a:pt x="4871100" y="31"/>
                    </a:lnTo>
                  </a:path>
                </a:pathLst>
              </a:custGeom>
              <a:noFill/>
              <a:ln w="15100" cap="flat">
                <a:solidFill>
                  <a:srgbClr val="FFFFFF"/>
                </a:solidFill>
                <a:prstDash val="solid"/>
                <a:round/>
              </a:ln>
            </p:spPr>
            <p:txBody>
              <a:bodyPr/>
              <a:lstStyle/>
              <a:p>
                <a:endParaRPr lang="zh-CN" altLang="en-US" sz="2190"/>
              </a:p>
            </p:txBody>
          </p:sp>
          <p:sp>
            <p:nvSpPr>
              <p:cNvPr id="17" name="任意多边形: 形状 16"/>
              <p:cNvSpPr/>
              <p:nvPr/>
            </p:nvSpPr>
            <p:spPr>
              <a:xfrm>
                <a:off x="2510097" y="831569"/>
                <a:ext cx="112336" cy="1957724"/>
              </a:xfrm>
              <a:custGeom>
                <a:avLst/>
                <a:gdLst>
                  <a:gd name="csX0" fmla="*/ 59 w 112336"/>
                  <a:gd name="csY0" fmla="*/ 25 h 1957724"/>
                  <a:gd name="csX1" fmla="*/ 112395 w 112336"/>
                  <a:gd name="csY1" fmla="*/ 25 h 1957724"/>
                  <a:gd name="csX2" fmla="*/ 112395 w 112336"/>
                  <a:gd name="csY2" fmla="*/ 1957750 h 1957724"/>
                  <a:gd name="csX3" fmla="*/ 59 w 112336"/>
                  <a:gd name="csY3" fmla="*/ 1957750 h 1957724"/>
                </a:gdLst>
                <a:ahLst/>
                <a:cxnLst>
                  <a:cxn ang="0">
                    <a:pos x="csX0" y="csY0"/>
                  </a:cxn>
                  <a:cxn ang="0">
                    <a:pos x="csX1" y="csY1"/>
                  </a:cxn>
                  <a:cxn ang="0">
                    <a:pos x="csX2" y="csY2"/>
                  </a:cxn>
                  <a:cxn ang="0">
                    <a:pos x="csX3" y="csY3"/>
                  </a:cxn>
                </a:cxnLst>
                <a:rect l="l" t="t" r="r" b="b"/>
                <a:pathLst>
                  <a:path w="112336" h="1957724">
                    <a:moveTo>
                      <a:pt x="59" y="25"/>
                    </a:moveTo>
                    <a:lnTo>
                      <a:pt x="112395" y="25"/>
                    </a:lnTo>
                    <a:lnTo>
                      <a:pt x="112395" y="1957750"/>
                    </a:lnTo>
                    <a:lnTo>
                      <a:pt x="59" y="1957750"/>
                    </a:lnTo>
                    <a:close/>
                  </a:path>
                </a:pathLst>
              </a:custGeom>
              <a:solidFill>
                <a:srgbClr val="3B3B3B"/>
              </a:solidFill>
              <a:ln w="15100" cap="flat">
                <a:noFill/>
                <a:prstDash val="solid"/>
                <a:miter/>
              </a:ln>
            </p:spPr>
            <p:txBody>
              <a:bodyPr/>
              <a:lstStyle/>
              <a:p>
                <a:endParaRPr lang="zh-CN" altLang="en-US" sz="2190"/>
              </a:p>
            </p:txBody>
          </p:sp>
          <p:sp>
            <p:nvSpPr>
              <p:cNvPr id="18" name="任意多边形: 形状 17"/>
              <p:cNvSpPr/>
              <p:nvPr/>
            </p:nvSpPr>
            <p:spPr>
              <a:xfrm>
                <a:off x="2697379" y="1979116"/>
                <a:ext cx="112336" cy="810177"/>
              </a:xfrm>
              <a:custGeom>
                <a:avLst/>
                <a:gdLst>
                  <a:gd name="csX0" fmla="*/ 63 w 112336"/>
                  <a:gd name="csY0" fmla="*/ 21 h 810177"/>
                  <a:gd name="csX1" fmla="*/ 112399 w 112336"/>
                  <a:gd name="csY1" fmla="*/ 21 h 810177"/>
                  <a:gd name="csX2" fmla="*/ 112399 w 112336"/>
                  <a:gd name="csY2" fmla="*/ 810198 h 810177"/>
                  <a:gd name="csX3" fmla="*/ 63 w 112336"/>
                  <a:gd name="csY3" fmla="*/ 810198 h 810177"/>
                </a:gdLst>
                <a:ahLst/>
                <a:cxnLst>
                  <a:cxn ang="0">
                    <a:pos x="csX0" y="csY0"/>
                  </a:cxn>
                  <a:cxn ang="0">
                    <a:pos x="csX1" y="csY1"/>
                  </a:cxn>
                  <a:cxn ang="0">
                    <a:pos x="csX2" y="csY2"/>
                  </a:cxn>
                  <a:cxn ang="0">
                    <a:pos x="csX3" y="csY3"/>
                  </a:cxn>
                </a:cxnLst>
                <a:rect l="l" t="t" r="r" b="b"/>
                <a:pathLst>
                  <a:path w="112336" h="810177">
                    <a:moveTo>
                      <a:pt x="63" y="21"/>
                    </a:moveTo>
                    <a:lnTo>
                      <a:pt x="112399" y="21"/>
                    </a:lnTo>
                    <a:lnTo>
                      <a:pt x="112399" y="810198"/>
                    </a:lnTo>
                    <a:lnTo>
                      <a:pt x="63" y="810198"/>
                    </a:lnTo>
                    <a:close/>
                  </a:path>
                </a:pathLst>
              </a:custGeom>
              <a:solidFill>
                <a:srgbClr val="3B3B3B"/>
              </a:solidFill>
              <a:ln w="15100" cap="flat">
                <a:noFill/>
                <a:prstDash val="solid"/>
                <a:miter/>
              </a:ln>
            </p:spPr>
            <p:txBody>
              <a:bodyPr/>
              <a:lstStyle/>
              <a:p>
                <a:endParaRPr lang="zh-CN" altLang="en-US" sz="2190"/>
              </a:p>
            </p:txBody>
          </p:sp>
          <p:sp>
            <p:nvSpPr>
              <p:cNvPr id="19" name="任意多边形: 形状 18"/>
              <p:cNvSpPr/>
              <p:nvPr/>
            </p:nvSpPr>
            <p:spPr>
              <a:xfrm>
                <a:off x="2884661" y="2014807"/>
                <a:ext cx="112336" cy="774487"/>
              </a:xfrm>
              <a:custGeom>
                <a:avLst/>
                <a:gdLst>
                  <a:gd name="csX0" fmla="*/ 66 w 112336"/>
                  <a:gd name="csY0" fmla="*/ 21 h 774487"/>
                  <a:gd name="csX1" fmla="*/ 112402 w 112336"/>
                  <a:gd name="csY1" fmla="*/ 21 h 774487"/>
                  <a:gd name="csX2" fmla="*/ 112402 w 112336"/>
                  <a:gd name="csY2" fmla="*/ 774508 h 774487"/>
                  <a:gd name="csX3" fmla="*/ 66 w 112336"/>
                  <a:gd name="csY3" fmla="*/ 774508 h 774487"/>
                </a:gdLst>
                <a:ahLst/>
                <a:cxnLst>
                  <a:cxn ang="0">
                    <a:pos x="csX0" y="csY0"/>
                  </a:cxn>
                  <a:cxn ang="0">
                    <a:pos x="csX1" y="csY1"/>
                  </a:cxn>
                  <a:cxn ang="0">
                    <a:pos x="csX2" y="csY2"/>
                  </a:cxn>
                  <a:cxn ang="0">
                    <a:pos x="csX3" y="csY3"/>
                  </a:cxn>
                </a:cxnLst>
                <a:rect l="l" t="t" r="r" b="b"/>
                <a:pathLst>
                  <a:path w="112336" h="774487">
                    <a:moveTo>
                      <a:pt x="66" y="21"/>
                    </a:moveTo>
                    <a:lnTo>
                      <a:pt x="112402" y="21"/>
                    </a:lnTo>
                    <a:lnTo>
                      <a:pt x="112402" y="774508"/>
                    </a:lnTo>
                    <a:lnTo>
                      <a:pt x="66" y="774508"/>
                    </a:lnTo>
                    <a:close/>
                  </a:path>
                </a:pathLst>
              </a:custGeom>
              <a:solidFill>
                <a:srgbClr val="3B3B3B"/>
              </a:solidFill>
              <a:ln w="15100" cap="flat">
                <a:noFill/>
                <a:prstDash val="solid"/>
                <a:miter/>
              </a:ln>
            </p:spPr>
            <p:txBody>
              <a:bodyPr/>
              <a:lstStyle/>
              <a:p>
                <a:endParaRPr lang="zh-CN" altLang="en-US" sz="2190"/>
              </a:p>
            </p:txBody>
          </p:sp>
          <p:sp>
            <p:nvSpPr>
              <p:cNvPr id="20" name="任意多边形: 形状 19"/>
              <p:cNvSpPr/>
              <p:nvPr/>
            </p:nvSpPr>
            <p:spPr>
              <a:xfrm>
                <a:off x="3072110" y="2214299"/>
                <a:ext cx="112336" cy="574994"/>
              </a:xfrm>
              <a:custGeom>
                <a:avLst/>
                <a:gdLst>
                  <a:gd name="csX0" fmla="*/ 69 w 112336"/>
                  <a:gd name="csY0" fmla="*/ 20 h 574994"/>
                  <a:gd name="csX1" fmla="*/ 112405 w 112336"/>
                  <a:gd name="csY1" fmla="*/ 20 h 574994"/>
                  <a:gd name="csX2" fmla="*/ 112405 w 112336"/>
                  <a:gd name="csY2" fmla="*/ 575015 h 574994"/>
                  <a:gd name="csX3" fmla="*/ 69 w 112336"/>
                  <a:gd name="csY3" fmla="*/ 575015 h 574994"/>
                </a:gdLst>
                <a:ahLst/>
                <a:cxnLst>
                  <a:cxn ang="0">
                    <a:pos x="csX0" y="csY0"/>
                  </a:cxn>
                  <a:cxn ang="0">
                    <a:pos x="csX1" y="csY1"/>
                  </a:cxn>
                  <a:cxn ang="0">
                    <a:pos x="csX2" y="csY2"/>
                  </a:cxn>
                  <a:cxn ang="0">
                    <a:pos x="csX3" y="csY3"/>
                  </a:cxn>
                </a:cxnLst>
                <a:rect l="l" t="t" r="r" b="b"/>
                <a:pathLst>
                  <a:path w="112336" h="574994">
                    <a:moveTo>
                      <a:pt x="69" y="20"/>
                    </a:moveTo>
                    <a:lnTo>
                      <a:pt x="112405" y="20"/>
                    </a:lnTo>
                    <a:lnTo>
                      <a:pt x="112405" y="575015"/>
                    </a:lnTo>
                    <a:lnTo>
                      <a:pt x="69" y="575015"/>
                    </a:lnTo>
                    <a:close/>
                  </a:path>
                </a:pathLst>
              </a:custGeom>
              <a:solidFill>
                <a:srgbClr val="3B3B3B"/>
              </a:solidFill>
              <a:ln w="15100" cap="flat">
                <a:noFill/>
                <a:prstDash val="solid"/>
                <a:miter/>
              </a:ln>
            </p:spPr>
            <p:txBody>
              <a:bodyPr/>
              <a:lstStyle/>
              <a:p>
                <a:endParaRPr lang="zh-CN" altLang="en-US" sz="2190"/>
              </a:p>
            </p:txBody>
          </p:sp>
          <p:sp>
            <p:nvSpPr>
              <p:cNvPr id="21" name="任意多边形: 形状 20"/>
              <p:cNvSpPr/>
              <p:nvPr/>
            </p:nvSpPr>
            <p:spPr>
              <a:xfrm>
                <a:off x="3259392" y="2288005"/>
                <a:ext cx="112336" cy="501289"/>
              </a:xfrm>
              <a:custGeom>
                <a:avLst/>
                <a:gdLst>
                  <a:gd name="csX0" fmla="*/ 73 w 112336"/>
                  <a:gd name="csY0" fmla="*/ 20 h 501289"/>
                  <a:gd name="csX1" fmla="*/ 112409 w 112336"/>
                  <a:gd name="csY1" fmla="*/ 20 h 501289"/>
                  <a:gd name="csX2" fmla="*/ 112409 w 112336"/>
                  <a:gd name="csY2" fmla="*/ 501309 h 501289"/>
                  <a:gd name="csX3" fmla="*/ 73 w 112336"/>
                  <a:gd name="csY3" fmla="*/ 501309 h 501289"/>
                </a:gdLst>
                <a:ahLst/>
                <a:cxnLst>
                  <a:cxn ang="0">
                    <a:pos x="csX0" y="csY0"/>
                  </a:cxn>
                  <a:cxn ang="0">
                    <a:pos x="csX1" y="csY1"/>
                  </a:cxn>
                  <a:cxn ang="0">
                    <a:pos x="csX2" y="csY2"/>
                  </a:cxn>
                  <a:cxn ang="0">
                    <a:pos x="csX3" y="csY3"/>
                  </a:cxn>
                </a:cxnLst>
                <a:rect l="l" t="t" r="r" b="b"/>
                <a:pathLst>
                  <a:path w="112336" h="501289">
                    <a:moveTo>
                      <a:pt x="73" y="20"/>
                    </a:moveTo>
                    <a:lnTo>
                      <a:pt x="112409" y="20"/>
                    </a:lnTo>
                    <a:lnTo>
                      <a:pt x="112409" y="501309"/>
                    </a:lnTo>
                    <a:lnTo>
                      <a:pt x="73" y="501309"/>
                    </a:lnTo>
                    <a:close/>
                  </a:path>
                </a:pathLst>
              </a:custGeom>
              <a:solidFill>
                <a:srgbClr val="3B3B3B"/>
              </a:solidFill>
              <a:ln w="15100" cap="flat">
                <a:noFill/>
                <a:prstDash val="solid"/>
                <a:miter/>
              </a:ln>
            </p:spPr>
            <p:txBody>
              <a:bodyPr/>
              <a:lstStyle/>
              <a:p>
                <a:endParaRPr lang="zh-CN" altLang="en-US" sz="2190"/>
              </a:p>
            </p:txBody>
          </p:sp>
          <p:sp>
            <p:nvSpPr>
              <p:cNvPr id="22" name="任意多边形: 形状 21"/>
              <p:cNvSpPr/>
              <p:nvPr/>
            </p:nvSpPr>
            <p:spPr>
              <a:xfrm>
                <a:off x="3446674" y="2368801"/>
                <a:ext cx="112336" cy="420492"/>
              </a:xfrm>
              <a:custGeom>
                <a:avLst/>
                <a:gdLst>
                  <a:gd name="csX0" fmla="*/ 76 w 112336"/>
                  <a:gd name="csY0" fmla="*/ 19 h 420492"/>
                  <a:gd name="csX1" fmla="*/ 112412 w 112336"/>
                  <a:gd name="csY1" fmla="*/ 19 h 420492"/>
                  <a:gd name="csX2" fmla="*/ 112412 w 112336"/>
                  <a:gd name="csY2" fmla="*/ 420512 h 420492"/>
                  <a:gd name="csX3" fmla="*/ 76 w 112336"/>
                  <a:gd name="csY3" fmla="*/ 420512 h 420492"/>
                </a:gdLst>
                <a:ahLst/>
                <a:cxnLst>
                  <a:cxn ang="0">
                    <a:pos x="csX0" y="csY0"/>
                  </a:cxn>
                  <a:cxn ang="0">
                    <a:pos x="csX1" y="csY1"/>
                  </a:cxn>
                  <a:cxn ang="0">
                    <a:pos x="csX2" y="csY2"/>
                  </a:cxn>
                  <a:cxn ang="0">
                    <a:pos x="csX3" y="csY3"/>
                  </a:cxn>
                </a:cxnLst>
                <a:rect l="l" t="t" r="r" b="b"/>
                <a:pathLst>
                  <a:path w="112336" h="420492">
                    <a:moveTo>
                      <a:pt x="76" y="19"/>
                    </a:moveTo>
                    <a:lnTo>
                      <a:pt x="112412" y="19"/>
                    </a:lnTo>
                    <a:lnTo>
                      <a:pt x="112412" y="420512"/>
                    </a:lnTo>
                    <a:lnTo>
                      <a:pt x="76" y="420512"/>
                    </a:lnTo>
                    <a:close/>
                  </a:path>
                </a:pathLst>
              </a:custGeom>
              <a:solidFill>
                <a:srgbClr val="3B3B3B"/>
              </a:solidFill>
              <a:ln w="15100" cap="flat">
                <a:noFill/>
                <a:prstDash val="solid"/>
                <a:miter/>
              </a:ln>
            </p:spPr>
            <p:txBody>
              <a:bodyPr/>
              <a:lstStyle/>
              <a:p>
                <a:endParaRPr lang="zh-CN" altLang="en-US" sz="2190"/>
              </a:p>
            </p:txBody>
          </p:sp>
          <p:sp>
            <p:nvSpPr>
              <p:cNvPr id="23" name="任意多边形: 形状 22"/>
              <p:cNvSpPr/>
              <p:nvPr/>
            </p:nvSpPr>
            <p:spPr>
              <a:xfrm>
                <a:off x="3634123" y="2399609"/>
                <a:ext cx="112336" cy="389684"/>
              </a:xfrm>
              <a:custGeom>
                <a:avLst/>
                <a:gdLst>
                  <a:gd name="csX0" fmla="*/ 80 w 112336"/>
                  <a:gd name="csY0" fmla="*/ 19 h 389684"/>
                  <a:gd name="csX1" fmla="*/ 112416 w 112336"/>
                  <a:gd name="csY1" fmla="*/ 19 h 389684"/>
                  <a:gd name="csX2" fmla="*/ 112416 w 112336"/>
                  <a:gd name="csY2" fmla="*/ 389704 h 389684"/>
                  <a:gd name="csX3" fmla="*/ 80 w 112336"/>
                  <a:gd name="csY3" fmla="*/ 389704 h 389684"/>
                </a:gdLst>
                <a:ahLst/>
                <a:cxnLst>
                  <a:cxn ang="0">
                    <a:pos x="csX0" y="csY0"/>
                  </a:cxn>
                  <a:cxn ang="0">
                    <a:pos x="csX1" y="csY1"/>
                  </a:cxn>
                  <a:cxn ang="0">
                    <a:pos x="csX2" y="csY2"/>
                  </a:cxn>
                  <a:cxn ang="0">
                    <a:pos x="csX3" y="csY3"/>
                  </a:cxn>
                </a:cxnLst>
                <a:rect l="l" t="t" r="r" b="b"/>
                <a:pathLst>
                  <a:path w="112336" h="389684">
                    <a:moveTo>
                      <a:pt x="80" y="19"/>
                    </a:moveTo>
                    <a:lnTo>
                      <a:pt x="112416" y="19"/>
                    </a:lnTo>
                    <a:lnTo>
                      <a:pt x="112416" y="389704"/>
                    </a:lnTo>
                    <a:lnTo>
                      <a:pt x="80" y="389704"/>
                    </a:lnTo>
                    <a:close/>
                  </a:path>
                </a:pathLst>
              </a:custGeom>
              <a:solidFill>
                <a:srgbClr val="3B3B3B"/>
              </a:solidFill>
              <a:ln w="15100" cap="flat">
                <a:noFill/>
                <a:prstDash val="solid"/>
                <a:miter/>
              </a:ln>
            </p:spPr>
            <p:txBody>
              <a:bodyPr/>
              <a:lstStyle/>
              <a:p>
                <a:endParaRPr lang="zh-CN" altLang="en-US" sz="2190"/>
              </a:p>
            </p:txBody>
          </p:sp>
          <p:sp>
            <p:nvSpPr>
              <p:cNvPr id="24" name="任意多边形: 形状 23"/>
              <p:cNvSpPr/>
              <p:nvPr/>
            </p:nvSpPr>
            <p:spPr>
              <a:xfrm>
                <a:off x="3821405" y="2466106"/>
                <a:ext cx="112336" cy="323071"/>
              </a:xfrm>
              <a:custGeom>
                <a:avLst/>
                <a:gdLst>
                  <a:gd name="csX0" fmla="*/ 83 w 112336"/>
                  <a:gd name="csY0" fmla="*/ 19 h 323071"/>
                  <a:gd name="csX1" fmla="*/ 112419 w 112336"/>
                  <a:gd name="csY1" fmla="*/ 19 h 323071"/>
                  <a:gd name="csX2" fmla="*/ 112419 w 112336"/>
                  <a:gd name="csY2" fmla="*/ 323090 h 323071"/>
                  <a:gd name="csX3" fmla="*/ 83 w 112336"/>
                  <a:gd name="csY3" fmla="*/ 323090 h 323071"/>
                </a:gdLst>
                <a:ahLst/>
                <a:cxnLst>
                  <a:cxn ang="0">
                    <a:pos x="csX0" y="csY0"/>
                  </a:cxn>
                  <a:cxn ang="0">
                    <a:pos x="csX1" y="csY1"/>
                  </a:cxn>
                  <a:cxn ang="0">
                    <a:pos x="csX2" y="csY2"/>
                  </a:cxn>
                  <a:cxn ang="0">
                    <a:pos x="csX3" y="csY3"/>
                  </a:cxn>
                </a:cxnLst>
                <a:rect l="l" t="t" r="r" b="b"/>
                <a:pathLst>
                  <a:path w="112336" h="323071">
                    <a:moveTo>
                      <a:pt x="83" y="19"/>
                    </a:moveTo>
                    <a:lnTo>
                      <a:pt x="112419" y="19"/>
                    </a:lnTo>
                    <a:lnTo>
                      <a:pt x="112419" y="323090"/>
                    </a:lnTo>
                    <a:lnTo>
                      <a:pt x="83" y="323090"/>
                    </a:lnTo>
                    <a:close/>
                  </a:path>
                </a:pathLst>
              </a:custGeom>
              <a:solidFill>
                <a:srgbClr val="3B3B3B"/>
              </a:solidFill>
              <a:ln w="15100" cap="flat">
                <a:noFill/>
                <a:prstDash val="solid"/>
                <a:miter/>
              </a:ln>
            </p:spPr>
            <p:txBody>
              <a:bodyPr/>
              <a:lstStyle/>
              <a:p>
                <a:endParaRPr lang="zh-CN" altLang="en-US" sz="2190"/>
              </a:p>
            </p:txBody>
          </p:sp>
          <p:sp>
            <p:nvSpPr>
              <p:cNvPr id="25" name="任意多边形: 形状 24"/>
              <p:cNvSpPr/>
              <p:nvPr/>
            </p:nvSpPr>
            <p:spPr>
              <a:xfrm>
                <a:off x="4008853" y="2620609"/>
                <a:ext cx="112336" cy="168685"/>
              </a:xfrm>
              <a:custGeom>
                <a:avLst/>
                <a:gdLst>
                  <a:gd name="csX0" fmla="*/ 87 w 112336"/>
                  <a:gd name="csY0" fmla="*/ 19 h 168685"/>
                  <a:gd name="csX1" fmla="*/ 112423 w 112336"/>
                  <a:gd name="csY1" fmla="*/ 19 h 168685"/>
                  <a:gd name="csX2" fmla="*/ 112423 w 112336"/>
                  <a:gd name="csY2" fmla="*/ 168704 h 168685"/>
                  <a:gd name="csX3" fmla="*/ 87 w 112336"/>
                  <a:gd name="csY3" fmla="*/ 168704 h 168685"/>
                </a:gdLst>
                <a:ahLst/>
                <a:cxnLst>
                  <a:cxn ang="0">
                    <a:pos x="csX0" y="csY0"/>
                  </a:cxn>
                  <a:cxn ang="0">
                    <a:pos x="csX1" y="csY1"/>
                  </a:cxn>
                  <a:cxn ang="0">
                    <a:pos x="csX2" y="csY2"/>
                  </a:cxn>
                  <a:cxn ang="0">
                    <a:pos x="csX3" y="csY3"/>
                  </a:cxn>
                </a:cxnLst>
                <a:rect l="l" t="t" r="r" b="b"/>
                <a:pathLst>
                  <a:path w="112336" h="168685">
                    <a:moveTo>
                      <a:pt x="87" y="19"/>
                    </a:moveTo>
                    <a:lnTo>
                      <a:pt x="112423" y="19"/>
                    </a:lnTo>
                    <a:lnTo>
                      <a:pt x="112423" y="168704"/>
                    </a:lnTo>
                    <a:lnTo>
                      <a:pt x="87" y="168704"/>
                    </a:lnTo>
                    <a:close/>
                  </a:path>
                </a:pathLst>
              </a:custGeom>
              <a:solidFill>
                <a:srgbClr val="3B3B3B"/>
              </a:solidFill>
              <a:ln w="15100" cap="flat">
                <a:noFill/>
                <a:prstDash val="solid"/>
                <a:miter/>
              </a:ln>
            </p:spPr>
            <p:txBody>
              <a:bodyPr/>
              <a:lstStyle/>
              <a:p>
                <a:endParaRPr lang="zh-CN" altLang="en-US" sz="2190"/>
              </a:p>
            </p:txBody>
          </p:sp>
          <p:sp>
            <p:nvSpPr>
              <p:cNvPr id="26" name="任意多边形: 形状 25"/>
              <p:cNvSpPr/>
              <p:nvPr/>
            </p:nvSpPr>
            <p:spPr>
              <a:xfrm>
                <a:off x="4196135" y="2627700"/>
                <a:ext cx="112336" cy="161593"/>
              </a:xfrm>
              <a:custGeom>
                <a:avLst/>
                <a:gdLst>
                  <a:gd name="csX0" fmla="*/ 90 w 112336"/>
                  <a:gd name="csY0" fmla="*/ 19 h 161593"/>
                  <a:gd name="csX1" fmla="*/ 112426 w 112336"/>
                  <a:gd name="csY1" fmla="*/ 19 h 161593"/>
                  <a:gd name="csX2" fmla="*/ 112426 w 112336"/>
                  <a:gd name="csY2" fmla="*/ 161612 h 161593"/>
                  <a:gd name="csX3" fmla="*/ 90 w 112336"/>
                  <a:gd name="csY3" fmla="*/ 161612 h 161593"/>
                </a:gdLst>
                <a:ahLst/>
                <a:cxnLst>
                  <a:cxn ang="0">
                    <a:pos x="csX0" y="csY0"/>
                  </a:cxn>
                  <a:cxn ang="0">
                    <a:pos x="csX1" y="csY1"/>
                  </a:cxn>
                  <a:cxn ang="0">
                    <a:pos x="csX2" y="csY2"/>
                  </a:cxn>
                  <a:cxn ang="0">
                    <a:pos x="csX3" y="csY3"/>
                  </a:cxn>
                </a:cxnLst>
                <a:rect l="l" t="t" r="r" b="b"/>
                <a:pathLst>
                  <a:path w="112336" h="161593">
                    <a:moveTo>
                      <a:pt x="90" y="19"/>
                    </a:moveTo>
                    <a:lnTo>
                      <a:pt x="112426" y="19"/>
                    </a:lnTo>
                    <a:lnTo>
                      <a:pt x="112426" y="161612"/>
                    </a:lnTo>
                    <a:lnTo>
                      <a:pt x="90" y="161612"/>
                    </a:lnTo>
                    <a:close/>
                  </a:path>
                </a:pathLst>
              </a:custGeom>
              <a:solidFill>
                <a:srgbClr val="3B3B3B"/>
              </a:solidFill>
              <a:ln w="15100" cap="flat">
                <a:noFill/>
                <a:prstDash val="solid"/>
                <a:miter/>
              </a:ln>
            </p:spPr>
            <p:txBody>
              <a:bodyPr/>
              <a:lstStyle/>
              <a:p>
                <a:endParaRPr lang="zh-CN" altLang="en-US" sz="2190"/>
              </a:p>
            </p:txBody>
          </p:sp>
          <p:sp>
            <p:nvSpPr>
              <p:cNvPr id="27" name="任意多边形: 形状 26"/>
              <p:cNvSpPr/>
              <p:nvPr/>
            </p:nvSpPr>
            <p:spPr>
              <a:xfrm>
                <a:off x="4383418" y="2637233"/>
                <a:ext cx="112336" cy="152060"/>
              </a:xfrm>
              <a:custGeom>
                <a:avLst/>
                <a:gdLst>
                  <a:gd name="csX0" fmla="*/ 94 w 112336"/>
                  <a:gd name="csY0" fmla="*/ 18 h 152060"/>
                  <a:gd name="csX1" fmla="*/ 112430 w 112336"/>
                  <a:gd name="csY1" fmla="*/ 18 h 152060"/>
                  <a:gd name="csX2" fmla="*/ 112430 w 112336"/>
                  <a:gd name="csY2" fmla="*/ 152079 h 152060"/>
                  <a:gd name="csX3" fmla="*/ 94 w 112336"/>
                  <a:gd name="csY3" fmla="*/ 152079 h 152060"/>
                </a:gdLst>
                <a:ahLst/>
                <a:cxnLst>
                  <a:cxn ang="0">
                    <a:pos x="csX0" y="csY0"/>
                  </a:cxn>
                  <a:cxn ang="0">
                    <a:pos x="csX1" y="csY1"/>
                  </a:cxn>
                  <a:cxn ang="0">
                    <a:pos x="csX2" y="csY2"/>
                  </a:cxn>
                  <a:cxn ang="0">
                    <a:pos x="csX3" y="csY3"/>
                  </a:cxn>
                </a:cxnLst>
                <a:rect l="l" t="t" r="r" b="b"/>
                <a:pathLst>
                  <a:path w="112336" h="152060">
                    <a:moveTo>
                      <a:pt x="94" y="18"/>
                    </a:moveTo>
                    <a:lnTo>
                      <a:pt x="112430" y="18"/>
                    </a:lnTo>
                    <a:lnTo>
                      <a:pt x="112430" y="152079"/>
                    </a:lnTo>
                    <a:lnTo>
                      <a:pt x="94" y="152079"/>
                    </a:lnTo>
                    <a:close/>
                  </a:path>
                </a:pathLst>
              </a:custGeom>
              <a:solidFill>
                <a:srgbClr val="3B3B3B"/>
              </a:solidFill>
              <a:ln w="15100" cap="flat">
                <a:noFill/>
                <a:prstDash val="solid"/>
                <a:miter/>
              </a:ln>
            </p:spPr>
            <p:txBody>
              <a:bodyPr/>
              <a:lstStyle/>
              <a:p>
                <a:endParaRPr lang="zh-CN" altLang="en-US" sz="2190"/>
              </a:p>
            </p:txBody>
          </p:sp>
          <p:sp>
            <p:nvSpPr>
              <p:cNvPr id="28" name="任意多边形: 形状 27"/>
              <p:cNvSpPr/>
              <p:nvPr/>
            </p:nvSpPr>
            <p:spPr>
              <a:xfrm>
                <a:off x="4570866" y="2637233"/>
                <a:ext cx="112336" cy="152060"/>
              </a:xfrm>
              <a:custGeom>
                <a:avLst/>
                <a:gdLst>
                  <a:gd name="csX0" fmla="*/ 97 w 112336"/>
                  <a:gd name="csY0" fmla="*/ 18 h 152060"/>
                  <a:gd name="csX1" fmla="*/ 112433 w 112336"/>
                  <a:gd name="csY1" fmla="*/ 18 h 152060"/>
                  <a:gd name="csX2" fmla="*/ 112433 w 112336"/>
                  <a:gd name="csY2" fmla="*/ 152079 h 152060"/>
                  <a:gd name="csX3" fmla="*/ 97 w 112336"/>
                  <a:gd name="csY3" fmla="*/ 152079 h 152060"/>
                </a:gdLst>
                <a:ahLst/>
                <a:cxnLst>
                  <a:cxn ang="0">
                    <a:pos x="csX0" y="csY0"/>
                  </a:cxn>
                  <a:cxn ang="0">
                    <a:pos x="csX1" y="csY1"/>
                  </a:cxn>
                  <a:cxn ang="0">
                    <a:pos x="csX2" y="csY2"/>
                  </a:cxn>
                  <a:cxn ang="0">
                    <a:pos x="csX3" y="csY3"/>
                  </a:cxn>
                </a:cxnLst>
                <a:rect l="l" t="t" r="r" b="b"/>
                <a:pathLst>
                  <a:path w="112336" h="152060">
                    <a:moveTo>
                      <a:pt x="97" y="18"/>
                    </a:moveTo>
                    <a:lnTo>
                      <a:pt x="112433" y="18"/>
                    </a:lnTo>
                    <a:lnTo>
                      <a:pt x="112433" y="152079"/>
                    </a:lnTo>
                    <a:lnTo>
                      <a:pt x="97" y="152079"/>
                    </a:lnTo>
                    <a:close/>
                  </a:path>
                </a:pathLst>
              </a:custGeom>
              <a:solidFill>
                <a:srgbClr val="3B3B3B"/>
              </a:solidFill>
              <a:ln w="15100" cap="flat">
                <a:noFill/>
                <a:prstDash val="solid"/>
                <a:miter/>
              </a:ln>
            </p:spPr>
            <p:txBody>
              <a:bodyPr/>
              <a:lstStyle/>
              <a:p>
                <a:endParaRPr lang="zh-CN" altLang="en-US" sz="2190"/>
              </a:p>
            </p:txBody>
          </p:sp>
          <p:sp>
            <p:nvSpPr>
              <p:cNvPr id="29" name="任意多边形: 形状 28"/>
              <p:cNvSpPr/>
              <p:nvPr/>
            </p:nvSpPr>
            <p:spPr>
              <a:xfrm>
                <a:off x="4758148" y="2644324"/>
                <a:ext cx="112336" cy="144969"/>
              </a:xfrm>
              <a:custGeom>
                <a:avLst/>
                <a:gdLst>
                  <a:gd name="csX0" fmla="*/ 100 w 112336"/>
                  <a:gd name="csY0" fmla="*/ 18 h 144969"/>
                  <a:gd name="csX1" fmla="*/ 112437 w 112336"/>
                  <a:gd name="csY1" fmla="*/ 18 h 144969"/>
                  <a:gd name="csX2" fmla="*/ 112437 w 112336"/>
                  <a:gd name="csY2" fmla="*/ 144988 h 144969"/>
                  <a:gd name="csX3" fmla="*/ 100 w 112336"/>
                  <a:gd name="csY3" fmla="*/ 144988 h 144969"/>
                </a:gdLst>
                <a:ahLst/>
                <a:cxnLst>
                  <a:cxn ang="0">
                    <a:pos x="csX0" y="csY0"/>
                  </a:cxn>
                  <a:cxn ang="0">
                    <a:pos x="csX1" y="csY1"/>
                  </a:cxn>
                  <a:cxn ang="0">
                    <a:pos x="csX2" y="csY2"/>
                  </a:cxn>
                  <a:cxn ang="0">
                    <a:pos x="csX3" y="csY3"/>
                  </a:cxn>
                </a:cxnLst>
                <a:rect l="l" t="t" r="r" b="b"/>
                <a:pathLst>
                  <a:path w="112336" h="144969">
                    <a:moveTo>
                      <a:pt x="100" y="18"/>
                    </a:moveTo>
                    <a:lnTo>
                      <a:pt x="112437" y="18"/>
                    </a:lnTo>
                    <a:lnTo>
                      <a:pt x="112437" y="144988"/>
                    </a:lnTo>
                    <a:lnTo>
                      <a:pt x="100" y="144988"/>
                    </a:lnTo>
                    <a:close/>
                  </a:path>
                </a:pathLst>
              </a:custGeom>
              <a:solidFill>
                <a:srgbClr val="3B3B3B"/>
              </a:solidFill>
              <a:ln w="15100" cap="flat">
                <a:noFill/>
                <a:prstDash val="solid"/>
                <a:miter/>
              </a:ln>
            </p:spPr>
            <p:txBody>
              <a:bodyPr/>
              <a:lstStyle/>
              <a:p>
                <a:endParaRPr lang="zh-CN" altLang="en-US" sz="2190"/>
              </a:p>
            </p:txBody>
          </p:sp>
          <p:sp>
            <p:nvSpPr>
              <p:cNvPr id="30" name="任意多边形: 形状 29"/>
              <p:cNvSpPr/>
              <p:nvPr/>
            </p:nvSpPr>
            <p:spPr>
              <a:xfrm>
                <a:off x="4945430" y="2646766"/>
                <a:ext cx="112336" cy="142527"/>
              </a:xfrm>
              <a:custGeom>
                <a:avLst/>
                <a:gdLst>
                  <a:gd name="csX0" fmla="*/ 104 w 112336"/>
                  <a:gd name="csY0" fmla="*/ 19 h 142527"/>
                  <a:gd name="csX1" fmla="*/ 112440 w 112336"/>
                  <a:gd name="csY1" fmla="*/ 19 h 142527"/>
                  <a:gd name="csX2" fmla="*/ 112440 w 112336"/>
                  <a:gd name="csY2" fmla="*/ 142546 h 142527"/>
                  <a:gd name="csX3" fmla="*/ 104 w 112336"/>
                  <a:gd name="csY3" fmla="*/ 142546 h 142527"/>
                </a:gdLst>
                <a:ahLst/>
                <a:cxnLst>
                  <a:cxn ang="0">
                    <a:pos x="csX0" y="csY0"/>
                  </a:cxn>
                  <a:cxn ang="0">
                    <a:pos x="csX1" y="csY1"/>
                  </a:cxn>
                  <a:cxn ang="0">
                    <a:pos x="csX2" y="csY2"/>
                  </a:cxn>
                  <a:cxn ang="0">
                    <a:pos x="csX3" y="csY3"/>
                  </a:cxn>
                </a:cxnLst>
                <a:rect l="l" t="t" r="r" b="b"/>
                <a:pathLst>
                  <a:path w="112336" h="142527">
                    <a:moveTo>
                      <a:pt x="104" y="19"/>
                    </a:moveTo>
                    <a:lnTo>
                      <a:pt x="112440" y="19"/>
                    </a:lnTo>
                    <a:lnTo>
                      <a:pt x="112440" y="142546"/>
                    </a:lnTo>
                    <a:lnTo>
                      <a:pt x="104" y="142546"/>
                    </a:lnTo>
                    <a:close/>
                  </a:path>
                </a:pathLst>
              </a:custGeom>
              <a:solidFill>
                <a:srgbClr val="3B3B3B"/>
              </a:solidFill>
              <a:ln w="15100" cap="flat">
                <a:noFill/>
                <a:prstDash val="solid"/>
                <a:miter/>
              </a:ln>
            </p:spPr>
            <p:txBody>
              <a:bodyPr/>
              <a:lstStyle/>
              <a:p>
                <a:endParaRPr lang="zh-CN" altLang="en-US" sz="2190"/>
              </a:p>
            </p:txBody>
          </p:sp>
          <p:sp>
            <p:nvSpPr>
              <p:cNvPr id="31" name="任意多边形: 形状 30"/>
              <p:cNvSpPr/>
              <p:nvPr/>
            </p:nvSpPr>
            <p:spPr>
              <a:xfrm>
                <a:off x="5132879" y="2656182"/>
                <a:ext cx="112336" cy="132995"/>
              </a:xfrm>
              <a:custGeom>
                <a:avLst/>
                <a:gdLst>
                  <a:gd name="csX0" fmla="*/ 108 w 112336"/>
                  <a:gd name="csY0" fmla="*/ 18 h 132995"/>
                  <a:gd name="csX1" fmla="*/ 112444 w 112336"/>
                  <a:gd name="csY1" fmla="*/ 18 h 132995"/>
                  <a:gd name="csX2" fmla="*/ 112444 w 112336"/>
                  <a:gd name="csY2" fmla="*/ 133014 h 132995"/>
                  <a:gd name="csX3" fmla="*/ 108 w 112336"/>
                  <a:gd name="csY3" fmla="*/ 133014 h 132995"/>
                </a:gdLst>
                <a:ahLst/>
                <a:cxnLst>
                  <a:cxn ang="0">
                    <a:pos x="csX0" y="csY0"/>
                  </a:cxn>
                  <a:cxn ang="0">
                    <a:pos x="csX1" y="csY1"/>
                  </a:cxn>
                  <a:cxn ang="0">
                    <a:pos x="csX2" y="csY2"/>
                  </a:cxn>
                  <a:cxn ang="0">
                    <a:pos x="csX3" y="csY3"/>
                  </a:cxn>
                </a:cxnLst>
                <a:rect l="l" t="t" r="r" b="b"/>
                <a:pathLst>
                  <a:path w="112336" h="132995">
                    <a:moveTo>
                      <a:pt x="108" y="18"/>
                    </a:moveTo>
                    <a:lnTo>
                      <a:pt x="112444" y="18"/>
                    </a:lnTo>
                    <a:lnTo>
                      <a:pt x="112444" y="133014"/>
                    </a:lnTo>
                    <a:lnTo>
                      <a:pt x="108" y="133014"/>
                    </a:lnTo>
                    <a:close/>
                  </a:path>
                </a:pathLst>
              </a:custGeom>
              <a:solidFill>
                <a:srgbClr val="3B3B3B"/>
              </a:solidFill>
              <a:ln w="15100" cap="flat">
                <a:noFill/>
                <a:prstDash val="solid"/>
                <a:miter/>
              </a:ln>
            </p:spPr>
            <p:txBody>
              <a:bodyPr/>
              <a:lstStyle/>
              <a:p>
                <a:endParaRPr lang="zh-CN" altLang="en-US" sz="2190"/>
              </a:p>
            </p:txBody>
          </p:sp>
          <p:sp>
            <p:nvSpPr>
              <p:cNvPr id="32" name="任意多边形: 形状 31"/>
              <p:cNvSpPr/>
              <p:nvPr/>
            </p:nvSpPr>
            <p:spPr>
              <a:xfrm>
                <a:off x="5320161" y="2675248"/>
                <a:ext cx="112336" cy="114045"/>
              </a:xfrm>
              <a:custGeom>
                <a:avLst/>
                <a:gdLst>
                  <a:gd name="csX0" fmla="*/ 111 w 112336"/>
                  <a:gd name="csY0" fmla="*/ 18 h 114045"/>
                  <a:gd name="csX1" fmla="*/ 112447 w 112336"/>
                  <a:gd name="csY1" fmla="*/ 18 h 114045"/>
                  <a:gd name="csX2" fmla="*/ 112447 w 112336"/>
                  <a:gd name="csY2" fmla="*/ 114064 h 114045"/>
                  <a:gd name="csX3" fmla="*/ 111 w 112336"/>
                  <a:gd name="csY3" fmla="*/ 114064 h 114045"/>
                </a:gdLst>
                <a:ahLst/>
                <a:cxnLst>
                  <a:cxn ang="0">
                    <a:pos x="csX0" y="csY0"/>
                  </a:cxn>
                  <a:cxn ang="0">
                    <a:pos x="csX1" y="csY1"/>
                  </a:cxn>
                  <a:cxn ang="0">
                    <a:pos x="csX2" y="csY2"/>
                  </a:cxn>
                  <a:cxn ang="0">
                    <a:pos x="csX3" y="csY3"/>
                  </a:cxn>
                </a:cxnLst>
                <a:rect l="l" t="t" r="r" b="b"/>
                <a:pathLst>
                  <a:path w="112336" h="114045">
                    <a:moveTo>
                      <a:pt x="111" y="18"/>
                    </a:moveTo>
                    <a:lnTo>
                      <a:pt x="112447" y="18"/>
                    </a:lnTo>
                    <a:lnTo>
                      <a:pt x="112447" y="114064"/>
                    </a:lnTo>
                    <a:lnTo>
                      <a:pt x="111" y="114064"/>
                    </a:lnTo>
                    <a:close/>
                  </a:path>
                </a:pathLst>
              </a:custGeom>
              <a:solidFill>
                <a:srgbClr val="3B3B3B"/>
              </a:solidFill>
              <a:ln w="15100" cap="flat">
                <a:noFill/>
                <a:prstDash val="solid"/>
                <a:miter/>
              </a:ln>
            </p:spPr>
            <p:txBody>
              <a:bodyPr/>
              <a:lstStyle/>
              <a:p>
                <a:endParaRPr lang="zh-CN" altLang="en-US" sz="2190"/>
              </a:p>
            </p:txBody>
          </p:sp>
          <p:sp>
            <p:nvSpPr>
              <p:cNvPr id="33" name="任意多边形: 形状 32"/>
              <p:cNvSpPr/>
              <p:nvPr/>
            </p:nvSpPr>
            <p:spPr>
              <a:xfrm>
                <a:off x="5507443" y="2680015"/>
                <a:ext cx="112336" cy="109279"/>
              </a:xfrm>
              <a:custGeom>
                <a:avLst/>
                <a:gdLst>
                  <a:gd name="csX0" fmla="*/ 115 w 112336"/>
                  <a:gd name="csY0" fmla="*/ 18 h 109279"/>
                  <a:gd name="csX1" fmla="*/ 112451 w 112336"/>
                  <a:gd name="csY1" fmla="*/ 18 h 109279"/>
                  <a:gd name="csX2" fmla="*/ 112451 w 112336"/>
                  <a:gd name="csY2" fmla="*/ 109298 h 109279"/>
                  <a:gd name="csX3" fmla="*/ 115 w 112336"/>
                  <a:gd name="csY3" fmla="*/ 109298 h 109279"/>
                </a:gdLst>
                <a:ahLst/>
                <a:cxnLst>
                  <a:cxn ang="0">
                    <a:pos x="csX0" y="csY0"/>
                  </a:cxn>
                  <a:cxn ang="0">
                    <a:pos x="csX1" y="csY1"/>
                  </a:cxn>
                  <a:cxn ang="0">
                    <a:pos x="csX2" y="csY2"/>
                  </a:cxn>
                  <a:cxn ang="0">
                    <a:pos x="csX3" y="csY3"/>
                  </a:cxn>
                </a:cxnLst>
                <a:rect l="l" t="t" r="r" b="b"/>
                <a:pathLst>
                  <a:path w="112336" h="109279">
                    <a:moveTo>
                      <a:pt x="115" y="18"/>
                    </a:moveTo>
                    <a:lnTo>
                      <a:pt x="112451" y="18"/>
                    </a:lnTo>
                    <a:lnTo>
                      <a:pt x="112451" y="109298"/>
                    </a:lnTo>
                    <a:lnTo>
                      <a:pt x="115" y="109298"/>
                    </a:lnTo>
                    <a:close/>
                  </a:path>
                </a:pathLst>
              </a:custGeom>
              <a:solidFill>
                <a:srgbClr val="3B3B3B"/>
              </a:solidFill>
              <a:ln w="15100" cap="flat">
                <a:noFill/>
                <a:prstDash val="solid"/>
                <a:miter/>
              </a:ln>
            </p:spPr>
            <p:txBody>
              <a:bodyPr/>
              <a:lstStyle/>
              <a:p>
                <a:endParaRPr lang="zh-CN" altLang="en-US" sz="2190"/>
              </a:p>
            </p:txBody>
          </p:sp>
          <p:sp>
            <p:nvSpPr>
              <p:cNvPr id="34" name="任意多边形: 形状 33"/>
              <p:cNvSpPr/>
              <p:nvPr/>
            </p:nvSpPr>
            <p:spPr>
              <a:xfrm>
                <a:off x="5694892" y="2682340"/>
                <a:ext cx="112336" cy="106954"/>
              </a:xfrm>
              <a:custGeom>
                <a:avLst/>
                <a:gdLst>
                  <a:gd name="csX0" fmla="*/ 118 w 112336"/>
                  <a:gd name="csY0" fmla="*/ 18 h 106954"/>
                  <a:gd name="csX1" fmla="*/ 112454 w 112336"/>
                  <a:gd name="csY1" fmla="*/ 18 h 106954"/>
                  <a:gd name="csX2" fmla="*/ 112454 w 112336"/>
                  <a:gd name="csY2" fmla="*/ 106972 h 106954"/>
                  <a:gd name="csX3" fmla="*/ 118 w 112336"/>
                  <a:gd name="csY3" fmla="*/ 106972 h 106954"/>
                </a:gdLst>
                <a:ahLst/>
                <a:cxnLst>
                  <a:cxn ang="0">
                    <a:pos x="csX0" y="csY0"/>
                  </a:cxn>
                  <a:cxn ang="0">
                    <a:pos x="csX1" y="csY1"/>
                  </a:cxn>
                  <a:cxn ang="0">
                    <a:pos x="csX2" y="csY2"/>
                  </a:cxn>
                  <a:cxn ang="0">
                    <a:pos x="csX3" y="csY3"/>
                  </a:cxn>
                </a:cxnLst>
                <a:rect l="l" t="t" r="r" b="b"/>
                <a:pathLst>
                  <a:path w="112336" h="106954">
                    <a:moveTo>
                      <a:pt x="118" y="18"/>
                    </a:moveTo>
                    <a:lnTo>
                      <a:pt x="112454" y="18"/>
                    </a:lnTo>
                    <a:lnTo>
                      <a:pt x="112454" y="106972"/>
                    </a:lnTo>
                    <a:lnTo>
                      <a:pt x="118" y="106972"/>
                    </a:lnTo>
                    <a:close/>
                  </a:path>
                </a:pathLst>
              </a:custGeom>
              <a:solidFill>
                <a:srgbClr val="3B3B3B"/>
              </a:solidFill>
              <a:ln w="15100" cap="flat">
                <a:noFill/>
                <a:prstDash val="solid"/>
                <a:miter/>
              </a:ln>
            </p:spPr>
            <p:txBody>
              <a:bodyPr/>
              <a:lstStyle/>
              <a:p>
                <a:endParaRPr lang="zh-CN" altLang="en-US" sz="2190"/>
              </a:p>
            </p:txBody>
          </p:sp>
          <p:sp>
            <p:nvSpPr>
              <p:cNvPr id="35" name="任意多边形: 形状 34"/>
              <p:cNvSpPr/>
              <p:nvPr/>
            </p:nvSpPr>
            <p:spPr>
              <a:xfrm>
                <a:off x="5882174" y="2691873"/>
                <a:ext cx="112336" cy="97421"/>
              </a:xfrm>
              <a:custGeom>
                <a:avLst/>
                <a:gdLst>
                  <a:gd name="csX0" fmla="*/ 121 w 112336"/>
                  <a:gd name="csY0" fmla="*/ 18 h 97421"/>
                  <a:gd name="csX1" fmla="*/ 112458 w 112336"/>
                  <a:gd name="csY1" fmla="*/ 18 h 97421"/>
                  <a:gd name="csX2" fmla="*/ 112458 w 112336"/>
                  <a:gd name="csY2" fmla="*/ 97440 h 97421"/>
                  <a:gd name="csX3" fmla="*/ 121 w 112336"/>
                  <a:gd name="csY3" fmla="*/ 97440 h 97421"/>
                </a:gdLst>
                <a:ahLst/>
                <a:cxnLst>
                  <a:cxn ang="0">
                    <a:pos x="csX0" y="csY0"/>
                  </a:cxn>
                  <a:cxn ang="0">
                    <a:pos x="csX1" y="csY1"/>
                  </a:cxn>
                  <a:cxn ang="0">
                    <a:pos x="csX2" y="csY2"/>
                  </a:cxn>
                  <a:cxn ang="0">
                    <a:pos x="csX3" y="csY3"/>
                  </a:cxn>
                </a:cxnLst>
                <a:rect l="l" t="t" r="r" b="b"/>
                <a:pathLst>
                  <a:path w="112336" h="97421">
                    <a:moveTo>
                      <a:pt x="121" y="18"/>
                    </a:moveTo>
                    <a:lnTo>
                      <a:pt x="112458" y="18"/>
                    </a:lnTo>
                    <a:lnTo>
                      <a:pt x="112458" y="97440"/>
                    </a:lnTo>
                    <a:lnTo>
                      <a:pt x="121" y="97440"/>
                    </a:lnTo>
                    <a:close/>
                  </a:path>
                </a:pathLst>
              </a:custGeom>
              <a:solidFill>
                <a:srgbClr val="3B3B3B"/>
              </a:solidFill>
              <a:ln w="15100" cap="flat">
                <a:noFill/>
                <a:prstDash val="solid"/>
                <a:miter/>
              </a:ln>
            </p:spPr>
            <p:txBody>
              <a:bodyPr/>
              <a:lstStyle/>
              <a:p>
                <a:endParaRPr lang="zh-CN" altLang="en-US" sz="2190"/>
              </a:p>
            </p:txBody>
          </p:sp>
          <p:sp>
            <p:nvSpPr>
              <p:cNvPr id="36" name="任意多边形: 形状 35"/>
              <p:cNvSpPr/>
              <p:nvPr/>
            </p:nvSpPr>
            <p:spPr>
              <a:xfrm>
                <a:off x="6069622" y="2706172"/>
                <a:ext cx="112336" cy="83121"/>
              </a:xfrm>
              <a:custGeom>
                <a:avLst/>
                <a:gdLst>
                  <a:gd name="csX0" fmla="*/ 125 w 112336"/>
                  <a:gd name="csY0" fmla="*/ 18 h 83121"/>
                  <a:gd name="csX1" fmla="*/ 112461 w 112336"/>
                  <a:gd name="csY1" fmla="*/ 18 h 83121"/>
                  <a:gd name="csX2" fmla="*/ 112461 w 112336"/>
                  <a:gd name="csY2" fmla="*/ 83140 h 83121"/>
                  <a:gd name="csX3" fmla="*/ 125 w 112336"/>
                  <a:gd name="csY3" fmla="*/ 83140 h 83121"/>
                </a:gdLst>
                <a:ahLst/>
                <a:cxnLst>
                  <a:cxn ang="0">
                    <a:pos x="csX0" y="csY0"/>
                  </a:cxn>
                  <a:cxn ang="0">
                    <a:pos x="csX1" y="csY1"/>
                  </a:cxn>
                  <a:cxn ang="0">
                    <a:pos x="csX2" y="csY2"/>
                  </a:cxn>
                  <a:cxn ang="0">
                    <a:pos x="csX3" y="csY3"/>
                  </a:cxn>
                </a:cxnLst>
                <a:rect l="l" t="t" r="r" b="b"/>
                <a:pathLst>
                  <a:path w="112336" h="83121">
                    <a:moveTo>
                      <a:pt x="125" y="18"/>
                    </a:moveTo>
                    <a:lnTo>
                      <a:pt x="112461" y="18"/>
                    </a:lnTo>
                    <a:lnTo>
                      <a:pt x="112461" y="83140"/>
                    </a:lnTo>
                    <a:lnTo>
                      <a:pt x="125" y="83140"/>
                    </a:lnTo>
                    <a:close/>
                  </a:path>
                </a:pathLst>
              </a:custGeom>
              <a:solidFill>
                <a:srgbClr val="3B3B3B"/>
              </a:solidFill>
              <a:ln w="15100" cap="flat">
                <a:noFill/>
                <a:prstDash val="solid"/>
                <a:miter/>
              </a:ln>
            </p:spPr>
            <p:txBody>
              <a:bodyPr/>
              <a:lstStyle/>
              <a:p>
                <a:endParaRPr lang="zh-CN" altLang="en-US" sz="2190"/>
              </a:p>
            </p:txBody>
          </p:sp>
          <p:sp>
            <p:nvSpPr>
              <p:cNvPr id="37" name="任意多边形: 形状 36"/>
              <p:cNvSpPr/>
              <p:nvPr/>
            </p:nvSpPr>
            <p:spPr>
              <a:xfrm>
                <a:off x="6256904" y="2708497"/>
                <a:ext cx="112336" cy="80796"/>
              </a:xfrm>
              <a:custGeom>
                <a:avLst/>
                <a:gdLst>
                  <a:gd name="csX0" fmla="*/ 128 w 112336"/>
                  <a:gd name="csY0" fmla="*/ 18 h 80796"/>
                  <a:gd name="csX1" fmla="*/ 112464 w 112336"/>
                  <a:gd name="csY1" fmla="*/ 18 h 80796"/>
                  <a:gd name="csX2" fmla="*/ 112464 w 112336"/>
                  <a:gd name="csY2" fmla="*/ 80815 h 80796"/>
                  <a:gd name="csX3" fmla="*/ 128 w 112336"/>
                  <a:gd name="csY3" fmla="*/ 80815 h 80796"/>
                </a:gdLst>
                <a:ahLst/>
                <a:cxnLst>
                  <a:cxn ang="0">
                    <a:pos x="csX0" y="csY0"/>
                  </a:cxn>
                  <a:cxn ang="0">
                    <a:pos x="csX1" y="csY1"/>
                  </a:cxn>
                  <a:cxn ang="0">
                    <a:pos x="csX2" y="csY2"/>
                  </a:cxn>
                  <a:cxn ang="0">
                    <a:pos x="csX3" y="csY3"/>
                  </a:cxn>
                </a:cxnLst>
                <a:rect l="l" t="t" r="r" b="b"/>
                <a:pathLst>
                  <a:path w="112336" h="80796">
                    <a:moveTo>
                      <a:pt x="128" y="18"/>
                    </a:moveTo>
                    <a:lnTo>
                      <a:pt x="112464" y="18"/>
                    </a:lnTo>
                    <a:lnTo>
                      <a:pt x="112464" y="80815"/>
                    </a:lnTo>
                    <a:lnTo>
                      <a:pt x="128" y="80815"/>
                    </a:lnTo>
                    <a:close/>
                  </a:path>
                </a:pathLst>
              </a:custGeom>
              <a:solidFill>
                <a:srgbClr val="3B3B3B"/>
              </a:solidFill>
              <a:ln w="15100" cap="flat">
                <a:noFill/>
                <a:prstDash val="solid"/>
                <a:miter/>
              </a:ln>
            </p:spPr>
            <p:txBody>
              <a:bodyPr/>
              <a:lstStyle/>
              <a:p>
                <a:endParaRPr lang="zh-CN" altLang="en-US" sz="2190"/>
              </a:p>
            </p:txBody>
          </p:sp>
          <p:sp>
            <p:nvSpPr>
              <p:cNvPr id="38" name="任意多边形: 形状 37"/>
              <p:cNvSpPr/>
              <p:nvPr/>
            </p:nvSpPr>
            <p:spPr>
              <a:xfrm>
                <a:off x="6444187" y="2710822"/>
                <a:ext cx="112336" cy="78355"/>
              </a:xfrm>
              <a:custGeom>
                <a:avLst/>
                <a:gdLst>
                  <a:gd name="csX0" fmla="*/ 132 w 112336"/>
                  <a:gd name="csY0" fmla="*/ 18 h 78355"/>
                  <a:gd name="csX1" fmla="*/ 112468 w 112336"/>
                  <a:gd name="csY1" fmla="*/ 18 h 78355"/>
                  <a:gd name="csX2" fmla="*/ 112468 w 112336"/>
                  <a:gd name="csY2" fmla="*/ 78374 h 78355"/>
                  <a:gd name="csX3" fmla="*/ 132 w 112336"/>
                  <a:gd name="csY3" fmla="*/ 78374 h 78355"/>
                </a:gdLst>
                <a:ahLst/>
                <a:cxnLst>
                  <a:cxn ang="0">
                    <a:pos x="csX0" y="csY0"/>
                  </a:cxn>
                  <a:cxn ang="0">
                    <a:pos x="csX1" y="csY1"/>
                  </a:cxn>
                  <a:cxn ang="0">
                    <a:pos x="csX2" y="csY2"/>
                  </a:cxn>
                  <a:cxn ang="0">
                    <a:pos x="csX3" y="csY3"/>
                  </a:cxn>
                </a:cxnLst>
                <a:rect l="l" t="t" r="r" b="b"/>
                <a:pathLst>
                  <a:path w="112336" h="78355">
                    <a:moveTo>
                      <a:pt x="132" y="18"/>
                    </a:moveTo>
                    <a:lnTo>
                      <a:pt x="112468" y="18"/>
                    </a:lnTo>
                    <a:lnTo>
                      <a:pt x="112468" y="78374"/>
                    </a:lnTo>
                    <a:lnTo>
                      <a:pt x="132" y="78374"/>
                    </a:lnTo>
                    <a:close/>
                  </a:path>
                </a:pathLst>
              </a:custGeom>
              <a:solidFill>
                <a:srgbClr val="3B3B3B"/>
              </a:solidFill>
              <a:ln w="15100" cap="flat">
                <a:noFill/>
                <a:prstDash val="solid"/>
                <a:miter/>
              </a:ln>
            </p:spPr>
            <p:txBody>
              <a:bodyPr/>
              <a:lstStyle/>
              <a:p>
                <a:endParaRPr lang="zh-CN" altLang="en-US" sz="2190"/>
              </a:p>
            </p:txBody>
          </p:sp>
          <p:sp>
            <p:nvSpPr>
              <p:cNvPr id="39" name="任意多边形: 形状 38"/>
              <p:cNvSpPr/>
              <p:nvPr/>
            </p:nvSpPr>
            <p:spPr>
              <a:xfrm>
                <a:off x="6631635" y="2710822"/>
                <a:ext cx="112336" cy="78355"/>
              </a:xfrm>
              <a:custGeom>
                <a:avLst/>
                <a:gdLst>
                  <a:gd name="csX0" fmla="*/ 135 w 112336"/>
                  <a:gd name="csY0" fmla="*/ 18 h 78355"/>
                  <a:gd name="csX1" fmla="*/ 112472 w 112336"/>
                  <a:gd name="csY1" fmla="*/ 18 h 78355"/>
                  <a:gd name="csX2" fmla="*/ 112472 w 112336"/>
                  <a:gd name="csY2" fmla="*/ 78374 h 78355"/>
                  <a:gd name="csX3" fmla="*/ 135 w 112336"/>
                  <a:gd name="csY3" fmla="*/ 78374 h 78355"/>
                </a:gdLst>
                <a:ahLst/>
                <a:cxnLst>
                  <a:cxn ang="0">
                    <a:pos x="csX0" y="csY0"/>
                  </a:cxn>
                  <a:cxn ang="0">
                    <a:pos x="csX1" y="csY1"/>
                  </a:cxn>
                  <a:cxn ang="0">
                    <a:pos x="csX2" y="csY2"/>
                  </a:cxn>
                  <a:cxn ang="0">
                    <a:pos x="csX3" y="csY3"/>
                  </a:cxn>
                </a:cxnLst>
                <a:rect l="l" t="t" r="r" b="b"/>
                <a:pathLst>
                  <a:path w="112336" h="78355">
                    <a:moveTo>
                      <a:pt x="135" y="18"/>
                    </a:moveTo>
                    <a:lnTo>
                      <a:pt x="112472" y="18"/>
                    </a:lnTo>
                    <a:lnTo>
                      <a:pt x="112472" y="78374"/>
                    </a:lnTo>
                    <a:lnTo>
                      <a:pt x="135" y="78374"/>
                    </a:lnTo>
                    <a:close/>
                  </a:path>
                </a:pathLst>
              </a:custGeom>
              <a:solidFill>
                <a:srgbClr val="3B3B3B"/>
              </a:solidFill>
              <a:ln w="15100" cap="flat">
                <a:noFill/>
                <a:prstDash val="solid"/>
                <a:miter/>
              </a:ln>
            </p:spPr>
            <p:txBody>
              <a:bodyPr/>
              <a:lstStyle/>
              <a:p>
                <a:endParaRPr lang="zh-CN" altLang="en-US" sz="2190"/>
              </a:p>
            </p:txBody>
          </p:sp>
          <p:sp>
            <p:nvSpPr>
              <p:cNvPr id="40" name="任意多边形: 形状 39"/>
              <p:cNvSpPr/>
              <p:nvPr/>
            </p:nvSpPr>
            <p:spPr>
              <a:xfrm>
                <a:off x="6818917" y="2725121"/>
                <a:ext cx="112336" cy="64172"/>
              </a:xfrm>
              <a:custGeom>
                <a:avLst/>
                <a:gdLst>
                  <a:gd name="csX0" fmla="*/ 139 w 112336"/>
                  <a:gd name="csY0" fmla="*/ 18 h 64172"/>
                  <a:gd name="csX1" fmla="*/ 112475 w 112336"/>
                  <a:gd name="csY1" fmla="*/ 18 h 64172"/>
                  <a:gd name="csX2" fmla="*/ 112475 w 112336"/>
                  <a:gd name="csY2" fmla="*/ 64191 h 64172"/>
                  <a:gd name="csX3" fmla="*/ 139 w 112336"/>
                  <a:gd name="csY3" fmla="*/ 64191 h 64172"/>
                </a:gdLst>
                <a:ahLst/>
                <a:cxnLst>
                  <a:cxn ang="0">
                    <a:pos x="csX0" y="csY0"/>
                  </a:cxn>
                  <a:cxn ang="0">
                    <a:pos x="csX1" y="csY1"/>
                  </a:cxn>
                  <a:cxn ang="0">
                    <a:pos x="csX2" y="csY2"/>
                  </a:cxn>
                  <a:cxn ang="0">
                    <a:pos x="csX3" y="csY3"/>
                  </a:cxn>
                </a:cxnLst>
                <a:rect l="l" t="t" r="r" b="b"/>
                <a:pathLst>
                  <a:path w="112336" h="64172">
                    <a:moveTo>
                      <a:pt x="139" y="18"/>
                    </a:moveTo>
                    <a:lnTo>
                      <a:pt x="112475" y="18"/>
                    </a:lnTo>
                    <a:lnTo>
                      <a:pt x="112475" y="64191"/>
                    </a:lnTo>
                    <a:lnTo>
                      <a:pt x="139" y="64191"/>
                    </a:lnTo>
                    <a:close/>
                  </a:path>
                </a:pathLst>
              </a:custGeom>
              <a:solidFill>
                <a:srgbClr val="3B3B3B"/>
              </a:solidFill>
              <a:ln w="15100" cap="flat">
                <a:noFill/>
                <a:prstDash val="solid"/>
                <a:miter/>
              </a:ln>
            </p:spPr>
            <p:txBody>
              <a:bodyPr/>
              <a:lstStyle/>
              <a:p>
                <a:endParaRPr lang="zh-CN" altLang="en-US" sz="2190"/>
              </a:p>
            </p:txBody>
          </p:sp>
          <p:sp>
            <p:nvSpPr>
              <p:cNvPr id="41" name="任意多边形: 形状 40"/>
              <p:cNvSpPr/>
              <p:nvPr/>
            </p:nvSpPr>
            <p:spPr>
              <a:xfrm>
                <a:off x="7006199" y="2736979"/>
                <a:ext cx="112336" cy="52314"/>
              </a:xfrm>
              <a:custGeom>
                <a:avLst/>
                <a:gdLst>
                  <a:gd name="csX0" fmla="*/ 143 w 112336"/>
                  <a:gd name="csY0" fmla="*/ 18 h 52314"/>
                  <a:gd name="csX1" fmla="*/ 112479 w 112336"/>
                  <a:gd name="csY1" fmla="*/ 18 h 52314"/>
                  <a:gd name="csX2" fmla="*/ 112479 w 112336"/>
                  <a:gd name="csY2" fmla="*/ 52333 h 52314"/>
                  <a:gd name="csX3" fmla="*/ 143 w 112336"/>
                  <a:gd name="csY3" fmla="*/ 52333 h 52314"/>
                </a:gdLst>
                <a:ahLst/>
                <a:cxnLst>
                  <a:cxn ang="0">
                    <a:pos x="csX0" y="csY0"/>
                  </a:cxn>
                  <a:cxn ang="0">
                    <a:pos x="csX1" y="csY1"/>
                  </a:cxn>
                  <a:cxn ang="0">
                    <a:pos x="csX2" y="csY2"/>
                  </a:cxn>
                  <a:cxn ang="0">
                    <a:pos x="csX3" y="csY3"/>
                  </a:cxn>
                </a:cxnLst>
                <a:rect l="l" t="t" r="r" b="b"/>
                <a:pathLst>
                  <a:path w="112336" h="52314">
                    <a:moveTo>
                      <a:pt x="143" y="18"/>
                    </a:moveTo>
                    <a:lnTo>
                      <a:pt x="112479" y="18"/>
                    </a:lnTo>
                    <a:lnTo>
                      <a:pt x="112479" y="52333"/>
                    </a:lnTo>
                    <a:lnTo>
                      <a:pt x="143" y="52333"/>
                    </a:lnTo>
                    <a:close/>
                  </a:path>
                </a:pathLst>
              </a:custGeom>
              <a:solidFill>
                <a:srgbClr val="3B3B3B"/>
              </a:solidFill>
              <a:ln w="15100" cap="flat">
                <a:noFill/>
                <a:prstDash val="solid"/>
                <a:miter/>
              </a:ln>
            </p:spPr>
            <p:txBody>
              <a:bodyPr/>
              <a:lstStyle/>
              <a:p>
                <a:endParaRPr lang="zh-CN" altLang="en-US" sz="2190"/>
              </a:p>
            </p:txBody>
          </p:sp>
          <p:sp>
            <p:nvSpPr>
              <p:cNvPr id="42" name="文本框 41"/>
              <p:cNvSpPr txBox="1"/>
              <p:nvPr/>
            </p:nvSpPr>
            <p:spPr>
              <a:xfrm>
                <a:off x="2421741" y="659374"/>
                <a:ext cx="321703" cy="209497"/>
              </a:xfrm>
              <a:prstGeom prst="rect">
                <a:avLst/>
              </a:prstGeom>
              <a:noFill/>
            </p:spPr>
            <p:txBody>
              <a:bodyPr wrap="none" rtlCol="0">
                <a:spAutoFit/>
              </a:bodyPr>
              <a:lstStyle/>
              <a:p>
                <a:pPr algn="l"/>
                <a:r>
                  <a:rPr lang="zh-CN" altLang="en-US" sz="635" dirty="0">
                    <a:solidFill>
                      <a:srgbClr val="3B3B3B"/>
                    </a:solidFill>
                    <a:latin typeface="Arial" panose="020B0604020202090204"/>
                    <a:cs typeface="Arial" panose="020B0604020202090204"/>
                    <a:sym typeface="Arial" panose="020B0604020202090204"/>
                    <a:rtl val="0"/>
                  </a:rPr>
                  <a:t>824</a:t>
                </a:r>
              </a:p>
            </p:txBody>
          </p:sp>
          <p:sp>
            <p:nvSpPr>
              <p:cNvPr id="43" name="文本框 42"/>
              <p:cNvSpPr txBox="1"/>
              <p:nvPr/>
            </p:nvSpPr>
            <p:spPr>
              <a:xfrm>
                <a:off x="2611602" y="1815433"/>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341</a:t>
                </a:r>
              </a:p>
            </p:txBody>
          </p:sp>
          <p:sp>
            <p:nvSpPr>
              <p:cNvPr id="44" name="文本框 43"/>
              <p:cNvSpPr txBox="1"/>
              <p:nvPr/>
            </p:nvSpPr>
            <p:spPr>
              <a:xfrm>
                <a:off x="2799049" y="1851123"/>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326</a:t>
                </a:r>
              </a:p>
            </p:txBody>
          </p:sp>
          <p:sp>
            <p:nvSpPr>
              <p:cNvPr id="45" name="文本框 44"/>
              <p:cNvSpPr txBox="1"/>
              <p:nvPr/>
            </p:nvSpPr>
            <p:spPr>
              <a:xfrm>
                <a:off x="2986332" y="2050616"/>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242</a:t>
                </a:r>
              </a:p>
            </p:txBody>
          </p:sp>
          <p:sp>
            <p:nvSpPr>
              <p:cNvPr id="46" name="文本框 45"/>
              <p:cNvSpPr txBox="1"/>
              <p:nvPr/>
            </p:nvSpPr>
            <p:spPr>
              <a:xfrm>
                <a:off x="3177475" y="2124321"/>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211</a:t>
                </a:r>
              </a:p>
            </p:txBody>
          </p:sp>
          <p:sp>
            <p:nvSpPr>
              <p:cNvPr id="47" name="文本框 46"/>
              <p:cNvSpPr txBox="1"/>
              <p:nvPr/>
            </p:nvSpPr>
            <p:spPr>
              <a:xfrm>
                <a:off x="3361063" y="2205118"/>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177</a:t>
                </a:r>
              </a:p>
            </p:txBody>
          </p:sp>
          <p:sp>
            <p:nvSpPr>
              <p:cNvPr id="48" name="文本框 47"/>
              <p:cNvSpPr txBox="1"/>
              <p:nvPr/>
            </p:nvSpPr>
            <p:spPr>
              <a:xfrm>
                <a:off x="3548345" y="2235925"/>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164</a:t>
                </a:r>
              </a:p>
            </p:txBody>
          </p:sp>
          <p:sp>
            <p:nvSpPr>
              <p:cNvPr id="49" name="文本框 48"/>
              <p:cNvSpPr txBox="1"/>
              <p:nvPr/>
            </p:nvSpPr>
            <p:spPr>
              <a:xfrm>
                <a:off x="3735626" y="2302539"/>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136</a:t>
                </a:r>
              </a:p>
            </p:txBody>
          </p:sp>
          <p:sp>
            <p:nvSpPr>
              <p:cNvPr id="50" name="文本框 49"/>
              <p:cNvSpPr txBox="1"/>
              <p:nvPr/>
            </p:nvSpPr>
            <p:spPr>
              <a:xfrm>
                <a:off x="3952003" y="245692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71</a:t>
                </a:r>
              </a:p>
            </p:txBody>
          </p:sp>
          <p:sp>
            <p:nvSpPr>
              <p:cNvPr id="51" name="文本框 50"/>
              <p:cNvSpPr txBox="1"/>
              <p:nvPr/>
            </p:nvSpPr>
            <p:spPr>
              <a:xfrm>
                <a:off x="4139286" y="246401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68</a:t>
                </a:r>
              </a:p>
            </p:txBody>
          </p:sp>
          <p:sp>
            <p:nvSpPr>
              <p:cNvPr id="52" name="文本框 51"/>
              <p:cNvSpPr txBox="1"/>
              <p:nvPr/>
            </p:nvSpPr>
            <p:spPr>
              <a:xfrm>
                <a:off x="4326566" y="247354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64</a:t>
                </a:r>
              </a:p>
            </p:txBody>
          </p:sp>
          <p:sp>
            <p:nvSpPr>
              <p:cNvPr id="53" name="文本框 52"/>
              <p:cNvSpPr txBox="1"/>
              <p:nvPr/>
            </p:nvSpPr>
            <p:spPr>
              <a:xfrm>
                <a:off x="4514018" y="247354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64</a:t>
                </a:r>
              </a:p>
            </p:txBody>
          </p:sp>
          <p:sp>
            <p:nvSpPr>
              <p:cNvPr id="54" name="文本框 53"/>
              <p:cNvSpPr txBox="1"/>
              <p:nvPr/>
            </p:nvSpPr>
            <p:spPr>
              <a:xfrm>
                <a:off x="4701297" y="2480641"/>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61</a:t>
                </a:r>
              </a:p>
            </p:txBody>
          </p:sp>
          <p:sp>
            <p:nvSpPr>
              <p:cNvPr id="55" name="文本框 54"/>
              <p:cNvSpPr txBox="1"/>
              <p:nvPr/>
            </p:nvSpPr>
            <p:spPr>
              <a:xfrm>
                <a:off x="4888748" y="2483082"/>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60</a:t>
                </a:r>
              </a:p>
            </p:txBody>
          </p:sp>
          <p:sp>
            <p:nvSpPr>
              <p:cNvPr id="56" name="文本框 55"/>
              <p:cNvSpPr txBox="1"/>
              <p:nvPr/>
            </p:nvSpPr>
            <p:spPr>
              <a:xfrm>
                <a:off x="5076028" y="249261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56</a:t>
                </a:r>
              </a:p>
            </p:txBody>
          </p:sp>
          <p:sp>
            <p:nvSpPr>
              <p:cNvPr id="57" name="文本框 56"/>
              <p:cNvSpPr txBox="1"/>
              <p:nvPr/>
            </p:nvSpPr>
            <p:spPr>
              <a:xfrm>
                <a:off x="5263312" y="251156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48</a:t>
                </a:r>
              </a:p>
            </p:txBody>
          </p:sp>
          <p:sp>
            <p:nvSpPr>
              <p:cNvPr id="58" name="文本框 57"/>
              <p:cNvSpPr txBox="1"/>
              <p:nvPr/>
            </p:nvSpPr>
            <p:spPr>
              <a:xfrm>
                <a:off x="5450760" y="2516331"/>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46</a:t>
                </a:r>
              </a:p>
            </p:txBody>
          </p:sp>
          <p:sp>
            <p:nvSpPr>
              <p:cNvPr id="59" name="文本框 58"/>
              <p:cNvSpPr txBox="1"/>
              <p:nvPr/>
            </p:nvSpPr>
            <p:spPr>
              <a:xfrm>
                <a:off x="5638042" y="251865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45</a:t>
                </a:r>
              </a:p>
            </p:txBody>
          </p:sp>
          <p:sp>
            <p:nvSpPr>
              <p:cNvPr id="60" name="文本框 59"/>
              <p:cNvSpPr txBox="1"/>
              <p:nvPr/>
            </p:nvSpPr>
            <p:spPr>
              <a:xfrm>
                <a:off x="5825323" y="252818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41</a:t>
                </a:r>
              </a:p>
            </p:txBody>
          </p:sp>
          <p:sp>
            <p:nvSpPr>
              <p:cNvPr id="61" name="文本框 60"/>
              <p:cNvSpPr txBox="1"/>
              <p:nvPr/>
            </p:nvSpPr>
            <p:spPr>
              <a:xfrm>
                <a:off x="6012771" y="2542488"/>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35</a:t>
                </a:r>
              </a:p>
            </p:txBody>
          </p:sp>
          <p:sp>
            <p:nvSpPr>
              <p:cNvPr id="62" name="文本框 61"/>
              <p:cNvSpPr txBox="1"/>
              <p:nvPr/>
            </p:nvSpPr>
            <p:spPr>
              <a:xfrm>
                <a:off x="6200054" y="2544813"/>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34</a:t>
                </a:r>
              </a:p>
            </p:txBody>
          </p:sp>
          <p:sp>
            <p:nvSpPr>
              <p:cNvPr id="63" name="文本框 62"/>
              <p:cNvSpPr txBox="1"/>
              <p:nvPr/>
            </p:nvSpPr>
            <p:spPr>
              <a:xfrm>
                <a:off x="6387503" y="254725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33</a:t>
                </a:r>
              </a:p>
            </p:txBody>
          </p:sp>
          <p:sp>
            <p:nvSpPr>
              <p:cNvPr id="64" name="文本框 63"/>
              <p:cNvSpPr txBox="1"/>
              <p:nvPr/>
            </p:nvSpPr>
            <p:spPr>
              <a:xfrm>
                <a:off x="6574786" y="254725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33</a:t>
                </a:r>
              </a:p>
            </p:txBody>
          </p:sp>
          <p:sp>
            <p:nvSpPr>
              <p:cNvPr id="65" name="文本框 64"/>
              <p:cNvSpPr txBox="1"/>
              <p:nvPr/>
            </p:nvSpPr>
            <p:spPr>
              <a:xfrm>
                <a:off x="6762066" y="2561438"/>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27</a:t>
                </a:r>
              </a:p>
            </p:txBody>
          </p:sp>
          <p:sp>
            <p:nvSpPr>
              <p:cNvPr id="66" name="文本框 65"/>
              <p:cNvSpPr txBox="1"/>
              <p:nvPr/>
            </p:nvSpPr>
            <p:spPr>
              <a:xfrm>
                <a:off x="6949518" y="257329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22</a:t>
                </a:r>
              </a:p>
            </p:txBody>
          </p:sp>
          <p:sp>
            <p:nvSpPr>
              <p:cNvPr id="67" name="任意多边形: 形状 66"/>
              <p:cNvSpPr/>
              <p:nvPr/>
            </p:nvSpPr>
            <p:spPr>
              <a:xfrm>
                <a:off x="2378817" y="528145"/>
                <a:ext cx="12705" cy="2368800"/>
              </a:xfrm>
              <a:custGeom>
                <a:avLst/>
                <a:gdLst>
                  <a:gd name="csX0" fmla="*/ 55 w 12705"/>
                  <a:gd name="csY0" fmla="*/ 2368827 h 2368800"/>
                  <a:gd name="csX1" fmla="*/ 55 w 12705"/>
                  <a:gd name="csY1" fmla="*/ 26 h 2368800"/>
                </a:gdLst>
                <a:ahLst/>
                <a:cxnLst>
                  <a:cxn ang="0">
                    <a:pos x="csX0" y="csY0"/>
                  </a:cxn>
                  <a:cxn ang="0">
                    <a:pos x="csX1" y="csY1"/>
                  </a:cxn>
                </a:cxnLst>
                <a:rect l="l" t="t" r="r" b="b"/>
                <a:pathLst>
                  <a:path w="12705" h="2368800">
                    <a:moveTo>
                      <a:pt x="55" y="2368827"/>
                    </a:moveTo>
                    <a:lnTo>
                      <a:pt x="55" y="26"/>
                    </a:lnTo>
                  </a:path>
                </a:pathLst>
              </a:custGeom>
              <a:ln w="15100" cap="flat">
                <a:solidFill>
                  <a:srgbClr val="000000"/>
                </a:solidFill>
                <a:prstDash val="solid"/>
                <a:round/>
              </a:ln>
            </p:spPr>
            <p:txBody>
              <a:bodyPr/>
              <a:lstStyle/>
              <a:p>
                <a:endParaRPr lang="zh-CN" altLang="en-US" sz="2190"/>
              </a:p>
            </p:txBody>
          </p:sp>
          <p:sp>
            <p:nvSpPr>
              <p:cNvPr id="68" name="任意多边形: 形状 67"/>
              <p:cNvSpPr/>
              <p:nvPr/>
            </p:nvSpPr>
            <p:spPr>
              <a:xfrm>
                <a:off x="2378817" y="2789294"/>
                <a:ext cx="4870999" cy="12698"/>
              </a:xfrm>
              <a:custGeom>
                <a:avLst/>
                <a:gdLst>
                  <a:gd name="csX0" fmla="*/ 101 w 4870999"/>
                  <a:gd name="csY0" fmla="*/ 18 h 12698"/>
                  <a:gd name="csX1" fmla="*/ 4871100 w 4870999"/>
                  <a:gd name="csY1" fmla="*/ 18 h 12698"/>
                </a:gdLst>
                <a:ahLst/>
                <a:cxnLst>
                  <a:cxn ang="0">
                    <a:pos x="csX0" y="csY0"/>
                  </a:cxn>
                  <a:cxn ang="0">
                    <a:pos x="csX1" y="csY1"/>
                  </a:cxn>
                </a:cxnLst>
                <a:rect l="l" t="t" r="r" b="b"/>
                <a:pathLst>
                  <a:path w="4870999" h="12698">
                    <a:moveTo>
                      <a:pt x="101" y="18"/>
                    </a:moveTo>
                    <a:lnTo>
                      <a:pt x="4871100" y="18"/>
                    </a:lnTo>
                  </a:path>
                </a:pathLst>
              </a:custGeom>
              <a:ln w="15100" cap="flat">
                <a:solidFill>
                  <a:srgbClr val="000000"/>
                </a:solidFill>
                <a:prstDash val="solid"/>
                <a:round/>
              </a:ln>
            </p:spPr>
            <p:txBody>
              <a:bodyPr/>
              <a:lstStyle/>
              <a:p>
                <a:endParaRPr lang="zh-CN" altLang="en-US" sz="2190"/>
              </a:p>
            </p:txBody>
          </p:sp>
        </p:grpSp>
        <p:grpSp>
          <p:nvGrpSpPr>
            <p:cNvPr id="69" name="图形 2"/>
            <p:cNvGrpSpPr/>
            <p:nvPr/>
          </p:nvGrpSpPr>
          <p:grpSpPr>
            <a:xfrm>
              <a:off x="1760295" y="938085"/>
              <a:ext cx="520588" cy="1989280"/>
              <a:chOff x="1833887" y="905510"/>
              <a:chExt cx="544929" cy="1989280"/>
            </a:xfrm>
          </p:grpSpPr>
          <p:sp>
            <p:nvSpPr>
              <p:cNvPr id="70" name="文本框 69"/>
              <p:cNvSpPr txBox="1"/>
              <p:nvPr/>
            </p:nvSpPr>
            <p:spPr>
              <a:xfrm>
                <a:off x="2140757" y="2687342"/>
                <a:ext cx="231264"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0</a:t>
                </a:r>
              </a:p>
            </p:txBody>
          </p:sp>
          <p:sp>
            <p:nvSpPr>
              <p:cNvPr id="71" name="文本框 70"/>
              <p:cNvSpPr txBox="1"/>
              <p:nvPr/>
            </p:nvSpPr>
            <p:spPr>
              <a:xfrm>
                <a:off x="2011369" y="2093398"/>
                <a:ext cx="321703" cy="207448"/>
              </a:xfrm>
              <a:prstGeom prst="rect">
                <a:avLst/>
              </a:prstGeom>
              <a:noFill/>
            </p:spPr>
            <p:txBody>
              <a:bodyPr wrap="none" rtlCol="0">
                <a:spAutoFit/>
              </a:bodyPr>
              <a:lstStyle/>
              <a:p>
                <a:pPr algn="l"/>
                <a:r>
                  <a:rPr lang="zh-CN" altLang="en-US" sz="625" dirty="0">
                    <a:solidFill>
                      <a:srgbClr val="4D4D4D"/>
                    </a:solidFill>
                    <a:latin typeface="Arial" panose="020B0604020202090204"/>
                    <a:cs typeface="Arial" panose="020B0604020202090204"/>
                    <a:sym typeface="Arial" panose="020B0604020202090204"/>
                    <a:rtl val="0"/>
                  </a:rPr>
                  <a:t>250</a:t>
                </a:r>
              </a:p>
            </p:txBody>
          </p:sp>
          <p:sp>
            <p:nvSpPr>
              <p:cNvPr id="72" name="文本框 71"/>
              <p:cNvSpPr txBox="1"/>
              <p:nvPr/>
            </p:nvSpPr>
            <p:spPr>
              <a:xfrm>
                <a:off x="2011369" y="1499454"/>
                <a:ext cx="32170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500</a:t>
                </a:r>
              </a:p>
            </p:txBody>
          </p:sp>
          <p:sp>
            <p:nvSpPr>
              <p:cNvPr id="73" name="文本框 72"/>
              <p:cNvSpPr txBox="1"/>
              <p:nvPr/>
            </p:nvSpPr>
            <p:spPr>
              <a:xfrm>
                <a:off x="2011369" y="905510"/>
                <a:ext cx="32170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750</a:t>
                </a:r>
              </a:p>
            </p:txBody>
          </p:sp>
          <p:sp>
            <p:nvSpPr>
              <p:cNvPr id="74" name="任意多边形: 形状 73"/>
              <p:cNvSpPr/>
              <p:nvPr/>
            </p:nvSpPr>
            <p:spPr>
              <a:xfrm>
                <a:off x="2333284" y="2789294"/>
                <a:ext cx="45532" cy="12698"/>
              </a:xfrm>
              <a:custGeom>
                <a:avLst/>
                <a:gdLst>
                  <a:gd name="csX0" fmla="*/ 55 w 45532"/>
                  <a:gd name="csY0" fmla="*/ 18 h 12698"/>
                  <a:gd name="csX1" fmla="*/ 45588 w 45532"/>
                  <a:gd name="csY1" fmla="*/ 18 h 12698"/>
                </a:gdLst>
                <a:ahLst/>
                <a:cxnLst>
                  <a:cxn ang="0">
                    <a:pos x="csX0" y="csY0"/>
                  </a:cxn>
                  <a:cxn ang="0">
                    <a:pos x="csX1" y="csY1"/>
                  </a:cxn>
                </a:cxnLst>
                <a:rect l="l" t="t" r="r" b="b"/>
                <a:pathLst>
                  <a:path w="45532" h="12698">
                    <a:moveTo>
                      <a:pt x="55" y="18"/>
                    </a:moveTo>
                    <a:lnTo>
                      <a:pt x="45588" y="18"/>
                    </a:lnTo>
                  </a:path>
                </a:pathLst>
              </a:custGeom>
              <a:noFill/>
              <a:ln w="15100" cap="flat">
                <a:solidFill>
                  <a:srgbClr val="333333"/>
                </a:solidFill>
                <a:prstDash val="solid"/>
                <a:round/>
              </a:ln>
            </p:spPr>
            <p:txBody>
              <a:bodyPr/>
              <a:lstStyle/>
              <a:p>
                <a:endParaRPr lang="zh-CN" altLang="en-US" sz="2190"/>
              </a:p>
            </p:txBody>
          </p:sp>
          <p:sp>
            <p:nvSpPr>
              <p:cNvPr id="75" name="任意多边形: 形状 74"/>
              <p:cNvSpPr/>
              <p:nvPr/>
            </p:nvSpPr>
            <p:spPr>
              <a:xfrm>
                <a:off x="2333284" y="2195350"/>
                <a:ext cx="45532" cy="12698"/>
              </a:xfrm>
              <a:custGeom>
                <a:avLst/>
                <a:gdLst>
                  <a:gd name="csX0" fmla="*/ 55 w 45532"/>
                  <a:gd name="csY0" fmla="*/ 22 h 12698"/>
                  <a:gd name="csX1" fmla="*/ 45588 w 45532"/>
                  <a:gd name="csY1" fmla="*/ 22 h 12698"/>
                </a:gdLst>
                <a:ahLst/>
                <a:cxnLst>
                  <a:cxn ang="0">
                    <a:pos x="csX0" y="csY0"/>
                  </a:cxn>
                  <a:cxn ang="0">
                    <a:pos x="csX1" y="csY1"/>
                  </a:cxn>
                </a:cxnLst>
                <a:rect l="l" t="t" r="r" b="b"/>
                <a:pathLst>
                  <a:path w="45532" h="12698">
                    <a:moveTo>
                      <a:pt x="55" y="22"/>
                    </a:moveTo>
                    <a:lnTo>
                      <a:pt x="45588" y="22"/>
                    </a:lnTo>
                  </a:path>
                </a:pathLst>
              </a:custGeom>
              <a:noFill/>
              <a:ln w="15100" cap="flat">
                <a:solidFill>
                  <a:srgbClr val="333333"/>
                </a:solidFill>
                <a:prstDash val="solid"/>
                <a:round/>
              </a:ln>
            </p:spPr>
            <p:txBody>
              <a:bodyPr/>
              <a:lstStyle/>
              <a:p>
                <a:endParaRPr lang="zh-CN" altLang="en-US" sz="2190"/>
              </a:p>
            </p:txBody>
          </p:sp>
          <p:sp>
            <p:nvSpPr>
              <p:cNvPr id="76" name="任意多边形: 形状 75"/>
              <p:cNvSpPr/>
              <p:nvPr/>
            </p:nvSpPr>
            <p:spPr>
              <a:xfrm>
                <a:off x="2333284" y="1601406"/>
                <a:ext cx="45532" cy="12698"/>
              </a:xfrm>
              <a:custGeom>
                <a:avLst/>
                <a:gdLst>
                  <a:gd name="csX0" fmla="*/ 55 w 45532"/>
                  <a:gd name="csY0" fmla="*/ 27 h 12698"/>
                  <a:gd name="csX1" fmla="*/ 45588 w 45532"/>
                  <a:gd name="csY1" fmla="*/ 27 h 12698"/>
                </a:gdLst>
                <a:ahLst/>
                <a:cxnLst>
                  <a:cxn ang="0">
                    <a:pos x="csX0" y="csY0"/>
                  </a:cxn>
                  <a:cxn ang="0">
                    <a:pos x="csX1" y="csY1"/>
                  </a:cxn>
                </a:cxnLst>
                <a:rect l="l" t="t" r="r" b="b"/>
                <a:pathLst>
                  <a:path w="45532" h="12698">
                    <a:moveTo>
                      <a:pt x="55" y="27"/>
                    </a:moveTo>
                    <a:lnTo>
                      <a:pt x="45588" y="27"/>
                    </a:lnTo>
                  </a:path>
                </a:pathLst>
              </a:custGeom>
              <a:noFill/>
              <a:ln w="15100" cap="flat">
                <a:solidFill>
                  <a:srgbClr val="333333"/>
                </a:solidFill>
                <a:prstDash val="solid"/>
                <a:round/>
              </a:ln>
            </p:spPr>
            <p:txBody>
              <a:bodyPr/>
              <a:lstStyle/>
              <a:p>
                <a:endParaRPr lang="zh-CN" altLang="en-US" sz="2190"/>
              </a:p>
            </p:txBody>
          </p:sp>
          <p:sp>
            <p:nvSpPr>
              <p:cNvPr id="77" name="任意多边形: 形状 76"/>
              <p:cNvSpPr/>
              <p:nvPr/>
            </p:nvSpPr>
            <p:spPr>
              <a:xfrm>
                <a:off x="2333284" y="1007345"/>
                <a:ext cx="45532" cy="12698"/>
              </a:xfrm>
              <a:custGeom>
                <a:avLst/>
                <a:gdLst>
                  <a:gd name="csX0" fmla="*/ 55 w 45532"/>
                  <a:gd name="csY0" fmla="*/ 31 h 12698"/>
                  <a:gd name="csX1" fmla="*/ 45588 w 45532"/>
                  <a:gd name="csY1" fmla="*/ 31 h 12698"/>
                </a:gdLst>
                <a:ahLst/>
                <a:cxnLst>
                  <a:cxn ang="0">
                    <a:pos x="csX0" y="csY0"/>
                  </a:cxn>
                  <a:cxn ang="0">
                    <a:pos x="csX1" y="csY1"/>
                  </a:cxn>
                </a:cxnLst>
                <a:rect l="l" t="t" r="r" b="b"/>
                <a:pathLst>
                  <a:path w="45532" h="12698">
                    <a:moveTo>
                      <a:pt x="55" y="31"/>
                    </a:moveTo>
                    <a:lnTo>
                      <a:pt x="45588" y="31"/>
                    </a:lnTo>
                  </a:path>
                </a:pathLst>
              </a:custGeom>
              <a:noFill/>
              <a:ln w="15100" cap="flat">
                <a:solidFill>
                  <a:srgbClr val="333333"/>
                </a:solidFill>
                <a:prstDash val="solid"/>
                <a:round/>
              </a:ln>
            </p:spPr>
            <p:txBody>
              <a:bodyPr/>
              <a:lstStyle/>
              <a:p>
                <a:endParaRPr lang="zh-CN" altLang="en-US" sz="2190"/>
              </a:p>
            </p:txBody>
          </p:sp>
          <p:sp>
            <p:nvSpPr>
              <p:cNvPr id="78" name="文本框 77"/>
              <p:cNvSpPr txBox="1"/>
              <p:nvPr/>
            </p:nvSpPr>
            <p:spPr>
              <a:xfrm rot="16200000">
                <a:off x="1525558" y="1622235"/>
                <a:ext cx="797277" cy="180619"/>
              </a:xfrm>
              <a:prstGeom prst="rect">
                <a:avLst/>
              </a:prstGeom>
              <a:noFill/>
            </p:spPr>
            <p:txBody>
              <a:bodyPr wrap="none" rtlCol="0">
                <a:spAutoFit/>
              </a:bodyPr>
              <a:lstStyle/>
              <a:p>
                <a:pPr algn="l"/>
                <a:r>
                  <a:rPr lang="zh-CN" altLang="en-US" sz="565">
                    <a:solidFill>
                      <a:srgbClr val="000000"/>
                    </a:solidFill>
                    <a:latin typeface="Arial" panose="020B0604020202090204"/>
                    <a:cs typeface="Arial" panose="020B0604020202090204"/>
                    <a:sym typeface="Arial" panose="020B0604020202090204"/>
                    <a:rtl val="0"/>
                  </a:rPr>
                  <a:t>Intersection Size</a:t>
                </a:r>
              </a:p>
            </p:txBody>
          </p:sp>
        </p:grpSp>
        <p:grpSp>
          <p:nvGrpSpPr>
            <p:cNvPr id="80" name="图形 2"/>
            <p:cNvGrpSpPr/>
            <p:nvPr/>
          </p:nvGrpSpPr>
          <p:grpSpPr>
            <a:xfrm>
              <a:off x="2280881" y="2802338"/>
              <a:ext cx="4653415" cy="685203"/>
              <a:chOff x="2378817" y="2769763"/>
              <a:chExt cx="4870999" cy="685203"/>
            </a:xfrm>
          </p:grpSpPr>
          <p:sp>
            <p:nvSpPr>
              <p:cNvPr id="81" name="任意多边形: 形状 80"/>
              <p:cNvSpPr/>
              <p:nvPr/>
            </p:nvSpPr>
            <p:spPr>
              <a:xfrm>
                <a:off x="2378817" y="3357081"/>
                <a:ext cx="4870999" cy="97886"/>
              </a:xfrm>
              <a:custGeom>
                <a:avLst/>
                <a:gdLst>
                  <a:gd name="csX0" fmla="*/ 101 w 4870999"/>
                  <a:gd name="csY0" fmla="*/ 13 h 97886"/>
                  <a:gd name="csX1" fmla="*/ 4871100 w 4870999"/>
                  <a:gd name="csY1" fmla="*/ 13 h 97886"/>
                  <a:gd name="csX2" fmla="*/ 4871100 w 4870999"/>
                  <a:gd name="csY2" fmla="*/ 97900 h 97886"/>
                  <a:gd name="csX3" fmla="*/ 101 w 4870999"/>
                  <a:gd name="csY3" fmla="*/ 97900 h 97886"/>
                </a:gdLst>
                <a:ahLst/>
                <a:cxnLst>
                  <a:cxn ang="0">
                    <a:pos x="csX0" y="csY0"/>
                  </a:cxn>
                  <a:cxn ang="0">
                    <a:pos x="csX1" y="csY1"/>
                  </a:cxn>
                  <a:cxn ang="0">
                    <a:pos x="csX2" y="csY2"/>
                  </a:cxn>
                  <a:cxn ang="0">
                    <a:pos x="csX3" y="csY3"/>
                  </a:cxn>
                </a:cxnLst>
                <a:rect l="l" t="t" r="r" b="b"/>
                <a:pathLst>
                  <a:path w="4870999" h="97886">
                    <a:moveTo>
                      <a:pt x="101" y="13"/>
                    </a:moveTo>
                    <a:lnTo>
                      <a:pt x="4871100" y="13"/>
                    </a:lnTo>
                    <a:lnTo>
                      <a:pt x="4871100" y="97900"/>
                    </a:lnTo>
                    <a:lnTo>
                      <a:pt x="101" y="97900"/>
                    </a:lnTo>
                    <a:close/>
                  </a:path>
                </a:pathLst>
              </a:custGeom>
              <a:solidFill>
                <a:srgbClr val="E0E0E0">
                  <a:alpha val="25000"/>
                </a:srgbClr>
              </a:solidFill>
              <a:ln w="15100" cap="flat">
                <a:noFill/>
                <a:prstDash val="solid"/>
                <a:miter/>
              </a:ln>
            </p:spPr>
            <p:txBody>
              <a:bodyPr/>
              <a:lstStyle/>
              <a:p>
                <a:endParaRPr lang="zh-CN" altLang="en-US" sz="2190"/>
              </a:p>
            </p:txBody>
          </p:sp>
          <p:sp>
            <p:nvSpPr>
              <p:cNvPr id="82" name="任意多边形: 形状 81"/>
              <p:cNvSpPr/>
              <p:nvPr/>
            </p:nvSpPr>
            <p:spPr>
              <a:xfrm>
                <a:off x="2378817" y="3161308"/>
                <a:ext cx="4870999" cy="97886"/>
              </a:xfrm>
              <a:custGeom>
                <a:avLst/>
                <a:gdLst>
                  <a:gd name="csX0" fmla="*/ 101 w 4870999"/>
                  <a:gd name="csY0" fmla="*/ 15 h 97886"/>
                  <a:gd name="csX1" fmla="*/ 4871100 w 4870999"/>
                  <a:gd name="csY1" fmla="*/ 15 h 97886"/>
                  <a:gd name="csX2" fmla="*/ 4871100 w 4870999"/>
                  <a:gd name="csY2" fmla="*/ 97901 h 97886"/>
                  <a:gd name="csX3" fmla="*/ 101 w 4870999"/>
                  <a:gd name="csY3" fmla="*/ 97901 h 97886"/>
                </a:gdLst>
                <a:ahLst/>
                <a:cxnLst>
                  <a:cxn ang="0">
                    <a:pos x="csX0" y="csY0"/>
                  </a:cxn>
                  <a:cxn ang="0">
                    <a:pos x="csX1" y="csY1"/>
                  </a:cxn>
                  <a:cxn ang="0">
                    <a:pos x="csX2" y="csY2"/>
                  </a:cxn>
                  <a:cxn ang="0">
                    <a:pos x="csX3" y="csY3"/>
                  </a:cxn>
                </a:cxnLst>
                <a:rect l="l" t="t" r="r" b="b"/>
                <a:pathLst>
                  <a:path w="4870999" h="97886">
                    <a:moveTo>
                      <a:pt x="101" y="15"/>
                    </a:moveTo>
                    <a:lnTo>
                      <a:pt x="4871100" y="15"/>
                    </a:lnTo>
                    <a:lnTo>
                      <a:pt x="4871100" y="97901"/>
                    </a:lnTo>
                    <a:lnTo>
                      <a:pt x="101" y="97901"/>
                    </a:lnTo>
                    <a:close/>
                  </a:path>
                </a:pathLst>
              </a:custGeom>
              <a:solidFill>
                <a:srgbClr val="E0E0E0">
                  <a:alpha val="25000"/>
                </a:srgbClr>
              </a:solidFill>
              <a:ln w="15100" cap="flat">
                <a:noFill/>
                <a:prstDash val="solid"/>
                <a:miter/>
              </a:ln>
            </p:spPr>
            <p:txBody>
              <a:bodyPr/>
              <a:lstStyle/>
              <a:p>
                <a:endParaRPr lang="zh-CN" altLang="en-US" sz="2190"/>
              </a:p>
            </p:txBody>
          </p:sp>
          <p:sp>
            <p:nvSpPr>
              <p:cNvPr id="83" name="任意多边形: 形状 82"/>
              <p:cNvSpPr/>
              <p:nvPr/>
            </p:nvSpPr>
            <p:spPr>
              <a:xfrm>
                <a:off x="2378817" y="2965536"/>
                <a:ext cx="4870999" cy="97886"/>
              </a:xfrm>
              <a:custGeom>
                <a:avLst/>
                <a:gdLst>
                  <a:gd name="csX0" fmla="*/ 101 w 4870999"/>
                  <a:gd name="csY0" fmla="*/ 16 h 97886"/>
                  <a:gd name="csX1" fmla="*/ 4871100 w 4870999"/>
                  <a:gd name="csY1" fmla="*/ 16 h 97886"/>
                  <a:gd name="csX2" fmla="*/ 4871100 w 4870999"/>
                  <a:gd name="csY2" fmla="*/ 97903 h 97886"/>
                  <a:gd name="csX3" fmla="*/ 101 w 4870999"/>
                  <a:gd name="csY3" fmla="*/ 97903 h 97886"/>
                </a:gdLst>
                <a:ahLst/>
                <a:cxnLst>
                  <a:cxn ang="0">
                    <a:pos x="csX0" y="csY0"/>
                  </a:cxn>
                  <a:cxn ang="0">
                    <a:pos x="csX1" y="csY1"/>
                  </a:cxn>
                  <a:cxn ang="0">
                    <a:pos x="csX2" y="csY2"/>
                  </a:cxn>
                  <a:cxn ang="0">
                    <a:pos x="csX3" y="csY3"/>
                  </a:cxn>
                </a:cxnLst>
                <a:rect l="l" t="t" r="r" b="b"/>
                <a:pathLst>
                  <a:path w="4870999" h="97886">
                    <a:moveTo>
                      <a:pt x="101" y="16"/>
                    </a:moveTo>
                    <a:lnTo>
                      <a:pt x="4871100" y="16"/>
                    </a:lnTo>
                    <a:lnTo>
                      <a:pt x="4871100" y="97903"/>
                    </a:lnTo>
                    <a:lnTo>
                      <a:pt x="101" y="97903"/>
                    </a:lnTo>
                    <a:close/>
                  </a:path>
                </a:pathLst>
              </a:custGeom>
              <a:solidFill>
                <a:srgbClr val="E0E0E0">
                  <a:alpha val="25000"/>
                </a:srgbClr>
              </a:solidFill>
              <a:ln w="15100" cap="flat">
                <a:noFill/>
                <a:prstDash val="solid"/>
                <a:miter/>
              </a:ln>
            </p:spPr>
            <p:txBody>
              <a:bodyPr/>
              <a:lstStyle/>
              <a:p>
                <a:endParaRPr lang="zh-CN" altLang="en-US" sz="2190"/>
              </a:p>
            </p:txBody>
          </p:sp>
          <p:sp>
            <p:nvSpPr>
              <p:cNvPr id="84" name="任意多边形: 形状 83"/>
              <p:cNvSpPr/>
              <p:nvPr/>
            </p:nvSpPr>
            <p:spPr>
              <a:xfrm>
                <a:off x="2378817" y="2769763"/>
                <a:ext cx="4870999" cy="97886"/>
              </a:xfrm>
              <a:custGeom>
                <a:avLst/>
                <a:gdLst>
                  <a:gd name="csX0" fmla="*/ 101 w 4870999"/>
                  <a:gd name="csY0" fmla="*/ 18 h 97886"/>
                  <a:gd name="csX1" fmla="*/ 4871100 w 4870999"/>
                  <a:gd name="csY1" fmla="*/ 18 h 97886"/>
                  <a:gd name="csX2" fmla="*/ 4871100 w 4870999"/>
                  <a:gd name="csY2" fmla="*/ 97904 h 97886"/>
                  <a:gd name="csX3" fmla="*/ 101 w 4870999"/>
                  <a:gd name="csY3" fmla="*/ 97904 h 97886"/>
                </a:gdLst>
                <a:ahLst/>
                <a:cxnLst>
                  <a:cxn ang="0">
                    <a:pos x="csX0" y="csY0"/>
                  </a:cxn>
                  <a:cxn ang="0">
                    <a:pos x="csX1" y="csY1"/>
                  </a:cxn>
                  <a:cxn ang="0">
                    <a:pos x="csX2" y="csY2"/>
                  </a:cxn>
                  <a:cxn ang="0">
                    <a:pos x="csX3" y="csY3"/>
                  </a:cxn>
                </a:cxnLst>
                <a:rect l="l" t="t" r="r" b="b"/>
                <a:pathLst>
                  <a:path w="4870999" h="97886">
                    <a:moveTo>
                      <a:pt x="101" y="18"/>
                    </a:moveTo>
                    <a:lnTo>
                      <a:pt x="4871100" y="18"/>
                    </a:lnTo>
                    <a:lnTo>
                      <a:pt x="4871100" y="97904"/>
                    </a:lnTo>
                    <a:lnTo>
                      <a:pt x="101" y="97904"/>
                    </a:lnTo>
                    <a:close/>
                  </a:path>
                </a:pathLst>
              </a:custGeom>
              <a:solidFill>
                <a:srgbClr val="E0E0E0">
                  <a:alpha val="25000"/>
                </a:srgbClr>
              </a:solidFill>
              <a:ln w="15100" cap="flat">
                <a:noFill/>
                <a:prstDash val="solid"/>
                <a:miter/>
              </a:ln>
            </p:spPr>
            <p:txBody>
              <a:bodyPr/>
              <a:lstStyle/>
              <a:p>
                <a:endParaRPr lang="zh-CN" altLang="en-US" sz="2190"/>
              </a:p>
            </p:txBody>
          </p:sp>
          <p:sp>
            <p:nvSpPr>
              <p:cNvPr id="85" name="任意多边形: 形状 84"/>
              <p:cNvSpPr/>
              <p:nvPr/>
            </p:nvSpPr>
            <p:spPr>
              <a:xfrm>
                <a:off x="2521397" y="3374751"/>
                <a:ext cx="89735" cy="62777"/>
              </a:xfrm>
              <a:custGeom>
                <a:avLst/>
                <a:gdLst>
                  <a:gd name="csX0" fmla="*/ 89795 w 89735"/>
                  <a:gd name="csY0" fmla="*/ 31402 h 62777"/>
                  <a:gd name="csX1" fmla="*/ 44927 w 89735"/>
                  <a:gd name="csY1" fmla="*/ 62791 h 62777"/>
                  <a:gd name="csX2" fmla="*/ 59 w 89735"/>
                  <a:gd name="csY2" fmla="*/ 31402 h 62777"/>
                  <a:gd name="csX3" fmla="*/ 44927 w 89735"/>
                  <a:gd name="csY3" fmla="*/ 13 h 62777"/>
                  <a:gd name="csX4" fmla="*/ 8979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795" y="31402"/>
                    </a:moveTo>
                    <a:cubicBezTo>
                      <a:pt x="89795" y="48738"/>
                      <a:pt x="69707" y="62791"/>
                      <a:pt x="44927" y="62791"/>
                    </a:cubicBezTo>
                    <a:cubicBezTo>
                      <a:pt x="20147" y="62791"/>
                      <a:pt x="59" y="48738"/>
                      <a:pt x="59" y="31402"/>
                    </a:cubicBezTo>
                    <a:cubicBezTo>
                      <a:pt x="59" y="14067"/>
                      <a:pt x="20147" y="13"/>
                      <a:pt x="44927" y="13"/>
                    </a:cubicBezTo>
                    <a:cubicBezTo>
                      <a:pt x="69707" y="13"/>
                      <a:pt x="89795" y="14067"/>
                      <a:pt x="89795" y="31402"/>
                    </a:cubicBezTo>
                    <a:close/>
                  </a:path>
                </a:pathLst>
              </a:custGeom>
              <a:solidFill>
                <a:srgbClr val="3B3B3B"/>
              </a:solidFill>
              <a:ln w="10020" cap="rnd">
                <a:noFill/>
                <a:prstDash val="solid"/>
                <a:round/>
              </a:ln>
            </p:spPr>
            <p:txBody>
              <a:bodyPr/>
              <a:lstStyle/>
              <a:p>
                <a:endParaRPr lang="zh-CN" altLang="en-US" sz="2190"/>
              </a:p>
            </p:txBody>
          </p:sp>
          <p:sp>
            <p:nvSpPr>
              <p:cNvPr id="86" name="任意多边形: 形状 85"/>
              <p:cNvSpPr/>
              <p:nvPr/>
            </p:nvSpPr>
            <p:spPr>
              <a:xfrm>
                <a:off x="2521397" y="3276749"/>
                <a:ext cx="89735" cy="62777"/>
              </a:xfrm>
              <a:custGeom>
                <a:avLst/>
                <a:gdLst>
                  <a:gd name="csX0" fmla="*/ 89795 w 89735"/>
                  <a:gd name="csY0" fmla="*/ 31403 h 62777"/>
                  <a:gd name="csX1" fmla="*/ 44927 w 89735"/>
                  <a:gd name="csY1" fmla="*/ 62792 h 62777"/>
                  <a:gd name="csX2" fmla="*/ 59 w 89735"/>
                  <a:gd name="csY2" fmla="*/ 31403 h 62777"/>
                  <a:gd name="csX3" fmla="*/ 44927 w 89735"/>
                  <a:gd name="csY3" fmla="*/ 14 h 62777"/>
                  <a:gd name="csX4" fmla="*/ 8979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795" y="31403"/>
                    </a:moveTo>
                    <a:cubicBezTo>
                      <a:pt x="89795" y="48738"/>
                      <a:pt x="69707" y="62792"/>
                      <a:pt x="44927" y="62792"/>
                    </a:cubicBezTo>
                    <a:cubicBezTo>
                      <a:pt x="20147" y="62792"/>
                      <a:pt x="59" y="48738"/>
                      <a:pt x="59" y="31403"/>
                    </a:cubicBezTo>
                    <a:cubicBezTo>
                      <a:pt x="59" y="14067"/>
                      <a:pt x="20147" y="14"/>
                      <a:pt x="44927" y="14"/>
                    </a:cubicBezTo>
                    <a:cubicBezTo>
                      <a:pt x="69707" y="14"/>
                      <a:pt x="89795" y="14067"/>
                      <a:pt x="89795"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87" name="任意多边形: 形状 86"/>
              <p:cNvSpPr/>
              <p:nvPr/>
            </p:nvSpPr>
            <p:spPr>
              <a:xfrm>
                <a:off x="2521397" y="3178862"/>
                <a:ext cx="89735" cy="62777"/>
              </a:xfrm>
              <a:custGeom>
                <a:avLst/>
                <a:gdLst>
                  <a:gd name="csX0" fmla="*/ 89795 w 89735"/>
                  <a:gd name="csY0" fmla="*/ 31404 h 62777"/>
                  <a:gd name="csX1" fmla="*/ 44927 w 89735"/>
                  <a:gd name="csY1" fmla="*/ 62792 h 62777"/>
                  <a:gd name="csX2" fmla="*/ 59 w 89735"/>
                  <a:gd name="csY2" fmla="*/ 31404 h 62777"/>
                  <a:gd name="csX3" fmla="*/ 44927 w 89735"/>
                  <a:gd name="csY3" fmla="*/ 15 h 62777"/>
                  <a:gd name="csX4" fmla="*/ 8979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5" y="31404"/>
                    </a:moveTo>
                    <a:cubicBezTo>
                      <a:pt x="89795" y="48739"/>
                      <a:pt x="69707" y="62792"/>
                      <a:pt x="44927" y="62792"/>
                    </a:cubicBezTo>
                    <a:cubicBezTo>
                      <a:pt x="20147" y="62792"/>
                      <a:pt x="59" y="48739"/>
                      <a:pt x="59" y="31404"/>
                    </a:cubicBezTo>
                    <a:cubicBezTo>
                      <a:pt x="59" y="14068"/>
                      <a:pt x="20147" y="15"/>
                      <a:pt x="44927" y="15"/>
                    </a:cubicBezTo>
                    <a:cubicBezTo>
                      <a:pt x="69707" y="15"/>
                      <a:pt x="89795" y="14068"/>
                      <a:pt x="8979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88" name="任意多边形: 形状 87"/>
              <p:cNvSpPr/>
              <p:nvPr/>
            </p:nvSpPr>
            <p:spPr>
              <a:xfrm>
                <a:off x="2521397" y="3080976"/>
                <a:ext cx="89735" cy="62777"/>
              </a:xfrm>
              <a:custGeom>
                <a:avLst/>
                <a:gdLst>
                  <a:gd name="csX0" fmla="*/ 89795 w 89735"/>
                  <a:gd name="csY0" fmla="*/ 31404 h 62777"/>
                  <a:gd name="csX1" fmla="*/ 44927 w 89735"/>
                  <a:gd name="csY1" fmla="*/ 62793 h 62777"/>
                  <a:gd name="csX2" fmla="*/ 59 w 89735"/>
                  <a:gd name="csY2" fmla="*/ 31404 h 62777"/>
                  <a:gd name="csX3" fmla="*/ 44927 w 89735"/>
                  <a:gd name="csY3" fmla="*/ 16 h 62777"/>
                  <a:gd name="csX4" fmla="*/ 8979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5" y="31404"/>
                    </a:moveTo>
                    <a:cubicBezTo>
                      <a:pt x="89795" y="48740"/>
                      <a:pt x="69707" y="62793"/>
                      <a:pt x="44927" y="62793"/>
                    </a:cubicBezTo>
                    <a:cubicBezTo>
                      <a:pt x="20147" y="62793"/>
                      <a:pt x="59" y="48740"/>
                      <a:pt x="59" y="31404"/>
                    </a:cubicBezTo>
                    <a:cubicBezTo>
                      <a:pt x="59" y="14069"/>
                      <a:pt x="20147" y="16"/>
                      <a:pt x="44927" y="16"/>
                    </a:cubicBezTo>
                    <a:cubicBezTo>
                      <a:pt x="69707" y="16"/>
                      <a:pt x="89795" y="14069"/>
                      <a:pt x="8979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89" name="任意多边形: 形状 88"/>
              <p:cNvSpPr/>
              <p:nvPr/>
            </p:nvSpPr>
            <p:spPr>
              <a:xfrm>
                <a:off x="2521397" y="2983090"/>
                <a:ext cx="89735" cy="62777"/>
              </a:xfrm>
              <a:custGeom>
                <a:avLst/>
                <a:gdLst>
                  <a:gd name="csX0" fmla="*/ 89795 w 89735"/>
                  <a:gd name="csY0" fmla="*/ 31405 h 62777"/>
                  <a:gd name="csX1" fmla="*/ 44927 w 89735"/>
                  <a:gd name="csY1" fmla="*/ 62794 h 62777"/>
                  <a:gd name="csX2" fmla="*/ 59 w 89735"/>
                  <a:gd name="csY2" fmla="*/ 31405 h 62777"/>
                  <a:gd name="csX3" fmla="*/ 44927 w 89735"/>
                  <a:gd name="csY3" fmla="*/ 16 h 62777"/>
                  <a:gd name="csX4" fmla="*/ 8979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795" y="31405"/>
                    </a:moveTo>
                    <a:cubicBezTo>
                      <a:pt x="89795" y="48741"/>
                      <a:pt x="69707" y="62794"/>
                      <a:pt x="44927" y="62794"/>
                    </a:cubicBezTo>
                    <a:cubicBezTo>
                      <a:pt x="20147" y="62794"/>
                      <a:pt x="59" y="48741"/>
                      <a:pt x="59" y="31405"/>
                    </a:cubicBezTo>
                    <a:cubicBezTo>
                      <a:pt x="59" y="14070"/>
                      <a:pt x="20147" y="16"/>
                      <a:pt x="44927" y="16"/>
                    </a:cubicBezTo>
                    <a:cubicBezTo>
                      <a:pt x="69707" y="16"/>
                      <a:pt x="89795" y="14070"/>
                      <a:pt x="89795"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90" name="任意多边形: 形状 89"/>
              <p:cNvSpPr/>
              <p:nvPr/>
            </p:nvSpPr>
            <p:spPr>
              <a:xfrm>
                <a:off x="2521397" y="2885204"/>
                <a:ext cx="89735" cy="62777"/>
              </a:xfrm>
              <a:custGeom>
                <a:avLst/>
                <a:gdLst>
                  <a:gd name="csX0" fmla="*/ 89795 w 89735"/>
                  <a:gd name="csY0" fmla="*/ 31406 h 62777"/>
                  <a:gd name="csX1" fmla="*/ 44927 w 89735"/>
                  <a:gd name="csY1" fmla="*/ 62794 h 62777"/>
                  <a:gd name="csX2" fmla="*/ 59 w 89735"/>
                  <a:gd name="csY2" fmla="*/ 31406 h 62777"/>
                  <a:gd name="csX3" fmla="*/ 44927 w 89735"/>
                  <a:gd name="csY3" fmla="*/ 17 h 62777"/>
                  <a:gd name="csX4" fmla="*/ 8979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5" y="31406"/>
                    </a:moveTo>
                    <a:cubicBezTo>
                      <a:pt x="89795" y="48741"/>
                      <a:pt x="69707" y="62794"/>
                      <a:pt x="44927" y="62794"/>
                    </a:cubicBezTo>
                    <a:cubicBezTo>
                      <a:pt x="20147" y="62794"/>
                      <a:pt x="59" y="48741"/>
                      <a:pt x="59" y="31406"/>
                    </a:cubicBezTo>
                    <a:cubicBezTo>
                      <a:pt x="59" y="14070"/>
                      <a:pt x="20147" y="17"/>
                      <a:pt x="44927" y="17"/>
                    </a:cubicBezTo>
                    <a:cubicBezTo>
                      <a:pt x="69707" y="17"/>
                      <a:pt x="89795" y="14070"/>
                      <a:pt x="8979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1" name="任意多边形: 形状 90"/>
              <p:cNvSpPr/>
              <p:nvPr/>
            </p:nvSpPr>
            <p:spPr>
              <a:xfrm>
                <a:off x="2521397" y="2787317"/>
                <a:ext cx="89735" cy="62777"/>
              </a:xfrm>
              <a:custGeom>
                <a:avLst/>
                <a:gdLst>
                  <a:gd name="csX0" fmla="*/ 89795 w 89735"/>
                  <a:gd name="csY0" fmla="*/ 31406 h 62777"/>
                  <a:gd name="csX1" fmla="*/ 44927 w 89735"/>
                  <a:gd name="csY1" fmla="*/ 62795 h 62777"/>
                  <a:gd name="csX2" fmla="*/ 59 w 89735"/>
                  <a:gd name="csY2" fmla="*/ 31406 h 62777"/>
                  <a:gd name="csX3" fmla="*/ 44927 w 89735"/>
                  <a:gd name="csY3" fmla="*/ 18 h 62777"/>
                  <a:gd name="csX4" fmla="*/ 8979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5" y="31406"/>
                    </a:moveTo>
                    <a:cubicBezTo>
                      <a:pt x="89795" y="48742"/>
                      <a:pt x="69707" y="62795"/>
                      <a:pt x="44927" y="62795"/>
                    </a:cubicBezTo>
                    <a:cubicBezTo>
                      <a:pt x="20147" y="62795"/>
                      <a:pt x="59" y="48742"/>
                      <a:pt x="59" y="31406"/>
                    </a:cubicBezTo>
                    <a:cubicBezTo>
                      <a:pt x="59" y="14071"/>
                      <a:pt x="20147" y="18"/>
                      <a:pt x="44927" y="18"/>
                    </a:cubicBezTo>
                    <a:cubicBezTo>
                      <a:pt x="69707" y="18"/>
                      <a:pt x="89795" y="14071"/>
                      <a:pt x="8979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2" name="任意多边形: 形状 91"/>
              <p:cNvSpPr/>
              <p:nvPr/>
            </p:nvSpPr>
            <p:spPr>
              <a:xfrm>
                <a:off x="2708679" y="3374751"/>
                <a:ext cx="89735" cy="62777"/>
              </a:xfrm>
              <a:custGeom>
                <a:avLst/>
                <a:gdLst>
                  <a:gd name="csX0" fmla="*/ 89798 w 89735"/>
                  <a:gd name="csY0" fmla="*/ 31402 h 62777"/>
                  <a:gd name="csX1" fmla="*/ 44930 w 89735"/>
                  <a:gd name="csY1" fmla="*/ 62791 h 62777"/>
                  <a:gd name="csX2" fmla="*/ 62 w 89735"/>
                  <a:gd name="csY2" fmla="*/ 31402 h 62777"/>
                  <a:gd name="csX3" fmla="*/ 44930 w 89735"/>
                  <a:gd name="csY3" fmla="*/ 13 h 62777"/>
                  <a:gd name="csX4" fmla="*/ 8979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798" y="31402"/>
                    </a:moveTo>
                    <a:cubicBezTo>
                      <a:pt x="89798" y="48738"/>
                      <a:pt x="69710" y="62791"/>
                      <a:pt x="44930" y="62791"/>
                    </a:cubicBezTo>
                    <a:cubicBezTo>
                      <a:pt x="20151" y="62791"/>
                      <a:pt x="62" y="48738"/>
                      <a:pt x="62" y="31402"/>
                    </a:cubicBezTo>
                    <a:cubicBezTo>
                      <a:pt x="62" y="14067"/>
                      <a:pt x="20151" y="13"/>
                      <a:pt x="44930" y="13"/>
                    </a:cubicBezTo>
                    <a:cubicBezTo>
                      <a:pt x="69710" y="13"/>
                      <a:pt x="89798" y="14067"/>
                      <a:pt x="89798"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93" name="任意多边形: 形状 92"/>
              <p:cNvSpPr/>
              <p:nvPr/>
            </p:nvSpPr>
            <p:spPr>
              <a:xfrm>
                <a:off x="2708679" y="3276749"/>
                <a:ext cx="89735" cy="62777"/>
              </a:xfrm>
              <a:custGeom>
                <a:avLst/>
                <a:gdLst>
                  <a:gd name="csX0" fmla="*/ 89798 w 89735"/>
                  <a:gd name="csY0" fmla="*/ 31403 h 62777"/>
                  <a:gd name="csX1" fmla="*/ 44930 w 89735"/>
                  <a:gd name="csY1" fmla="*/ 62792 h 62777"/>
                  <a:gd name="csX2" fmla="*/ 62 w 89735"/>
                  <a:gd name="csY2" fmla="*/ 31403 h 62777"/>
                  <a:gd name="csX3" fmla="*/ 44930 w 89735"/>
                  <a:gd name="csY3" fmla="*/ 14 h 62777"/>
                  <a:gd name="csX4" fmla="*/ 8979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798" y="31403"/>
                    </a:moveTo>
                    <a:cubicBezTo>
                      <a:pt x="89798" y="48738"/>
                      <a:pt x="69710" y="62792"/>
                      <a:pt x="44930" y="62792"/>
                    </a:cubicBezTo>
                    <a:cubicBezTo>
                      <a:pt x="20151" y="62792"/>
                      <a:pt x="62" y="48738"/>
                      <a:pt x="62" y="31403"/>
                    </a:cubicBezTo>
                    <a:cubicBezTo>
                      <a:pt x="62" y="14067"/>
                      <a:pt x="20151" y="14"/>
                      <a:pt x="44930" y="14"/>
                    </a:cubicBezTo>
                    <a:cubicBezTo>
                      <a:pt x="69710" y="14"/>
                      <a:pt x="89798" y="14067"/>
                      <a:pt x="89798"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94" name="任意多边形: 形状 93"/>
              <p:cNvSpPr/>
              <p:nvPr/>
            </p:nvSpPr>
            <p:spPr>
              <a:xfrm>
                <a:off x="2708679" y="3178862"/>
                <a:ext cx="89735" cy="62777"/>
              </a:xfrm>
              <a:custGeom>
                <a:avLst/>
                <a:gdLst>
                  <a:gd name="csX0" fmla="*/ 89798 w 89735"/>
                  <a:gd name="csY0" fmla="*/ 31404 h 62777"/>
                  <a:gd name="csX1" fmla="*/ 44930 w 89735"/>
                  <a:gd name="csY1" fmla="*/ 62792 h 62777"/>
                  <a:gd name="csX2" fmla="*/ 62 w 89735"/>
                  <a:gd name="csY2" fmla="*/ 31404 h 62777"/>
                  <a:gd name="csX3" fmla="*/ 44930 w 89735"/>
                  <a:gd name="csY3" fmla="*/ 15 h 62777"/>
                  <a:gd name="csX4" fmla="*/ 8979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8" y="31404"/>
                    </a:moveTo>
                    <a:cubicBezTo>
                      <a:pt x="89798" y="48739"/>
                      <a:pt x="69710" y="62792"/>
                      <a:pt x="44930" y="62792"/>
                    </a:cubicBezTo>
                    <a:cubicBezTo>
                      <a:pt x="20151" y="62792"/>
                      <a:pt x="62" y="48739"/>
                      <a:pt x="62" y="31404"/>
                    </a:cubicBezTo>
                    <a:cubicBezTo>
                      <a:pt x="62" y="14068"/>
                      <a:pt x="20151" y="15"/>
                      <a:pt x="44930" y="15"/>
                    </a:cubicBezTo>
                    <a:cubicBezTo>
                      <a:pt x="69710" y="15"/>
                      <a:pt x="89798" y="14068"/>
                      <a:pt x="89798" y="31404"/>
                    </a:cubicBezTo>
                    <a:close/>
                  </a:path>
                </a:pathLst>
              </a:custGeom>
              <a:solidFill>
                <a:srgbClr val="3B3B3B"/>
              </a:solidFill>
              <a:ln w="10020" cap="rnd">
                <a:noFill/>
                <a:prstDash val="solid"/>
                <a:round/>
              </a:ln>
            </p:spPr>
            <p:txBody>
              <a:bodyPr/>
              <a:lstStyle/>
              <a:p>
                <a:endParaRPr lang="zh-CN" altLang="en-US" sz="2190"/>
              </a:p>
            </p:txBody>
          </p:sp>
          <p:sp>
            <p:nvSpPr>
              <p:cNvPr id="95" name="任意多边形: 形状 94"/>
              <p:cNvSpPr/>
              <p:nvPr/>
            </p:nvSpPr>
            <p:spPr>
              <a:xfrm>
                <a:off x="2708679" y="3080976"/>
                <a:ext cx="89735" cy="62777"/>
              </a:xfrm>
              <a:custGeom>
                <a:avLst/>
                <a:gdLst>
                  <a:gd name="csX0" fmla="*/ 89798 w 89735"/>
                  <a:gd name="csY0" fmla="*/ 31404 h 62777"/>
                  <a:gd name="csX1" fmla="*/ 44930 w 89735"/>
                  <a:gd name="csY1" fmla="*/ 62793 h 62777"/>
                  <a:gd name="csX2" fmla="*/ 62 w 89735"/>
                  <a:gd name="csY2" fmla="*/ 31404 h 62777"/>
                  <a:gd name="csX3" fmla="*/ 44930 w 89735"/>
                  <a:gd name="csY3" fmla="*/ 16 h 62777"/>
                  <a:gd name="csX4" fmla="*/ 8979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8" y="31404"/>
                    </a:moveTo>
                    <a:cubicBezTo>
                      <a:pt x="89798" y="48740"/>
                      <a:pt x="69710" y="62793"/>
                      <a:pt x="44930" y="62793"/>
                    </a:cubicBezTo>
                    <a:cubicBezTo>
                      <a:pt x="20151" y="62793"/>
                      <a:pt x="62" y="48740"/>
                      <a:pt x="62" y="31404"/>
                    </a:cubicBezTo>
                    <a:cubicBezTo>
                      <a:pt x="62" y="14069"/>
                      <a:pt x="20151" y="16"/>
                      <a:pt x="44930" y="16"/>
                    </a:cubicBezTo>
                    <a:cubicBezTo>
                      <a:pt x="69710" y="16"/>
                      <a:pt x="89798" y="14069"/>
                      <a:pt x="8979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96" name="任意多边形: 形状 95"/>
              <p:cNvSpPr/>
              <p:nvPr/>
            </p:nvSpPr>
            <p:spPr>
              <a:xfrm>
                <a:off x="2708679" y="2983090"/>
                <a:ext cx="89735" cy="62777"/>
              </a:xfrm>
              <a:custGeom>
                <a:avLst/>
                <a:gdLst>
                  <a:gd name="csX0" fmla="*/ 89798 w 89735"/>
                  <a:gd name="csY0" fmla="*/ 31405 h 62777"/>
                  <a:gd name="csX1" fmla="*/ 44930 w 89735"/>
                  <a:gd name="csY1" fmla="*/ 62794 h 62777"/>
                  <a:gd name="csX2" fmla="*/ 62 w 89735"/>
                  <a:gd name="csY2" fmla="*/ 31405 h 62777"/>
                  <a:gd name="csX3" fmla="*/ 44930 w 89735"/>
                  <a:gd name="csY3" fmla="*/ 16 h 62777"/>
                  <a:gd name="csX4" fmla="*/ 8979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798" y="31405"/>
                    </a:moveTo>
                    <a:cubicBezTo>
                      <a:pt x="89798" y="48741"/>
                      <a:pt x="69710" y="62794"/>
                      <a:pt x="44930" y="62794"/>
                    </a:cubicBezTo>
                    <a:cubicBezTo>
                      <a:pt x="20151" y="62794"/>
                      <a:pt x="62" y="48741"/>
                      <a:pt x="62" y="31405"/>
                    </a:cubicBezTo>
                    <a:cubicBezTo>
                      <a:pt x="62" y="14070"/>
                      <a:pt x="20151" y="16"/>
                      <a:pt x="44930" y="16"/>
                    </a:cubicBezTo>
                    <a:cubicBezTo>
                      <a:pt x="69710" y="16"/>
                      <a:pt x="89798" y="14070"/>
                      <a:pt x="89798"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97" name="任意多边形: 形状 96"/>
              <p:cNvSpPr/>
              <p:nvPr/>
            </p:nvSpPr>
            <p:spPr>
              <a:xfrm>
                <a:off x="2708679" y="2885204"/>
                <a:ext cx="89735" cy="62777"/>
              </a:xfrm>
              <a:custGeom>
                <a:avLst/>
                <a:gdLst>
                  <a:gd name="csX0" fmla="*/ 89798 w 89735"/>
                  <a:gd name="csY0" fmla="*/ 31406 h 62777"/>
                  <a:gd name="csX1" fmla="*/ 44930 w 89735"/>
                  <a:gd name="csY1" fmla="*/ 62794 h 62777"/>
                  <a:gd name="csX2" fmla="*/ 62 w 89735"/>
                  <a:gd name="csY2" fmla="*/ 31406 h 62777"/>
                  <a:gd name="csX3" fmla="*/ 44930 w 89735"/>
                  <a:gd name="csY3" fmla="*/ 17 h 62777"/>
                  <a:gd name="csX4" fmla="*/ 8979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8" y="31406"/>
                    </a:moveTo>
                    <a:cubicBezTo>
                      <a:pt x="89798" y="48741"/>
                      <a:pt x="69710" y="62794"/>
                      <a:pt x="44930" y="62794"/>
                    </a:cubicBezTo>
                    <a:cubicBezTo>
                      <a:pt x="20151" y="62794"/>
                      <a:pt x="62" y="48741"/>
                      <a:pt x="62" y="31406"/>
                    </a:cubicBezTo>
                    <a:cubicBezTo>
                      <a:pt x="62" y="14070"/>
                      <a:pt x="20151" y="17"/>
                      <a:pt x="44930" y="17"/>
                    </a:cubicBezTo>
                    <a:cubicBezTo>
                      <a:pt x="69710" y="17"/>
                      <a:pt x="89798" y="14070"/>
                      <a:pt x="8979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8" name="任意多边形: 形状 97"/>
              <p:cNvSpPr/>
              <p:nvPr/>
            </p:nvSpPr>
            <p:spPr>
              <a:xfrm>
                <a:off x="2708679" y="2787317"/>
                <a:ext cx="89735" cy="62777"/>
              </a:xfrm>
              <a:custGeom>
                <a:avLst/>
                <a:gdLst>
                  <a:gd name="csX0" fmla="*/ 89798 w 89735"/>
                  <a:gd name="csY0" fmla="*/ 31406 h 62777"/>
                  <a:gd name="csX1" fmla="*/ 44930 w 89735"/>
                  <a:gd name="csY1" fmla="*/ 62795 h 62777"/>
                  <a:gd name="csX2" fmla="*/ 62 w 89735"/>
                  <a:gd name="csY2" fmla="*/ 31406 h 62777"/>
                  <a:gd name="csX3" fmla="*/ 44930 w 89735"/>
                  <a:gd name="csY3" fmla="*/ 18 h 62777"/>
                  <a:gd name="csX4" fmla="*/ 8979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8" y="31406"/>
                    </a:moveTo>
                    <a:cubicBezTo>
                      <a:pt x="89798" y="48742"/>
                      <a:pt x="69710" y="62795"/>
                      <a:pt x="44930" y="62795"/>
                    </a:cubicBezTo>
                    <a:cubicBezTo>
                      <a:pt x="20151" y="62795"/>
                      <a:pt x="62" y="48742"/>
                      <a:pt x="62" y="31406"/>
                    </a:cubicBezTo>
                    <a:cubicBezTo>
                      <a:pt x="62" y="14071"/>
                      <a:pt x="20151" y="18"/>
                      <a:pt x="44930" y="18"/>
                    </a:cubicBezTo>
                    <a:cubicBezTo>
                      <a:pt x="69710" y="18"/>
                      <a:pt x="89798" y="14071"/>
                      <a:pt x="8979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9" name="任意多边形: 形状 98"/>
              <p:cNvSpPr/>
              <p:nvPr/>
            </p:nvSpPr>
            <p:spPr>
              <a:xfrm>
                <a:off x="2896128" y="3374751"/>
                <a:ext cx="89735" cy="62777"/>
              </a:xfrm>
              <a:custGeom>
                <a:avLst/>
                <a:gdLst>
                  <a:gd name="csX0" fmla="*/ 89802 w 89735"/>
                  <a:gd name="csY0" fmla="*/ 31402 h 62777"/>
                  <a:gd name="csX1" fmla="*/ 44934 w 89735"/>
                  <a:gd name="csY1" fmla="*/ 62791 h 62777"/>
                  <a:gd name="csX2" fmla="*/ 66 w 89735"/>
                  <a:gd name="csY2" fmla="*/ 31402 h 62777"/>
                  <a:gd name="csX3" fmla="*/ 44934 w 89735"/>
                  <a:gd name="csY3" fmla="*/ 13 h 62777"/>
                  <a:gd name="csX4" fmla="*/ 89802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2" y="31402"/>
                    </a:moveTo>
                    <a:cubicBezTo>
                      <a:pt x="89802" y="48738"/>
                      <a:pt x="69714" y="62791"/>
                      <a:pt x="44934" y="62791"/>
                    </a:cubicBezTo>
                    <a:cubicBezTo>
                      <a:pt x="20154" y="62791"/>
                      <a:pt x="66" y="48738"/>
                      <a:pt x="66" y="31402"/>
                    </a:cubicBezTo>
                    <a:cubicBezTo>
                      <a:pt x="66" y="14067"/>
                      <a:pt x="20154" y="13"/>
                      <a:pt x="44934" y="13"/>
                    </a:cubicBezTo>
                    <a:cubicBezTo>
                      <a:pt x="69714" y="13"/>
                      <a:pt x="89802" y="14067"/>
                      <a:pt x="89802"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0" name="任意多边形: 形状 99"/>
              <p:cNvSpPr/>
              <p:nvPr/>
            </p:nvSpPr>
            <p:spPr>
              <a:xfrm>
                <a:off x="2896128" y="3276749"/>
                <a:ext cx="89735" cy="62777"/>
              </a:xfrm>
              <a:custGeom>
                <a:avLst/>
                <a:gdLst>
                  <a:gd name="csX0" fmla="*/ 89802 w 89735"/>
                  <a:gd name="csY0" fmla="*/ 31403 h 62777"/>
                  <a:gd name="csX1" fmla="*/ 44934 w 89735"/>
                  <a:gd name="csY1" fmla="*/ 62792 h 62777"/>
                  <a:gd name="csX2" fmla="*/ 66 w 89735"/>
                  <a:gd name="csY2" fmla="*/ 31403 h 62777"/>
                  <a:gd name="csX3" fmla="*/ 44934 w 89735"/>
                  <a:gd name="csY3" fmla="*/ 14 h 62777"/>
                  <a:gd name="csX4" fmla="*/ 89802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2" y="31403"/>
                    </a:moveTo>
                    <a:cubicBezTo>
                      <a:pt x="89802" y="48738"/>
                      <a:pt x="69714" y="62792"/>
                      <a:pt x="44934" y="62792"/>
                    </a:cubicBezTo>
                    <a:cubicBezTo>
                      <a:pt x="20154" y="62792"/>
                      <a:pt x="66" y="48738"/>
                      <a:pt x="66" y="31403"/>
                    </a:cubicBezTo>
                    <a:cubicBezTo>
                      <a:pt x="66" y="14067"/>
                      <a:pt x="20154" y="14"/>
                      <a:pt x="44934" y="14"/>
                    </a:cubicBezTo>
                    <a:cubicBezTo>
                      <a:pt x="69714" y="14"/>
                      <a:pt x="89802" y="14067"/>
                      <a:pt x="89802" y="31403"/>
                    </a:cubicBezTo>
                    <a:close/>
                  </a:path>
                </a:pathLst>
              </a:custGeom>
              <a:solidFill>
                <a:srgbClr val="3B3B3B"/>
              </a:solidFill>
              <a:ln w="10020" cap="rnd">
                <a:noFill/>
                <a:prstDash val="solid"/>
                <a:round/>
              </a:ln>
            </p:spPr>
            <p:txBody>
              <a:bodyPr/>
              <a:lstStyle/>
              <a:p>
                <a:endParaRPr lang="zh-CN" altLang="en-US" sz="2190"/>
              </a:p>
            </p:txBody>
          </p:sp>
          <p:sp>
            <p:nvSpPr>
              <p:cNvPr id="101" name="任意多边形: 形状 100"/>
              <p:cNvSpPr/>
              <p:nvPr/>
            </p:nvSpPr>
            <p:spPr>
              <a:xfrm>
                <a:off x="2896128" y="3178862"/>
                <a:ext cx="89735" cy="62777"/>
              </a:xfrm>
              <a:custGeom>
                <a:avLst/>
                <a:gdLst>
                  <a:gd name="csX0" fmla="*/ 89802 w 89735"/>
                  <a:gd name="csY0" fmla="*/ 31404 h 62777"/>
                  <a:gd name="csX1" fmla="*/ 44934 w 89735"/>
                  <a:gd name="csY1" fmla="*/ 62792 h 62777"/>
                  <a:gd name="csX2" fmla="*/ 66 w 89735"/>
                  <a:gd name="csY2" fmla="*/ 31404 h 62777"/>
                  <a:gd name="csX3" fmla="*/ 44934 w 89735"/>
                  <a:gd name="csY3" fmla="*/ 15 h 62777"/>
                  <a:gd name="csX4" fmla="*/ 8980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2" y="31404"/>
                    </a:moveTo>
                    <a:cubicBezTo>
                      <a:pt x="89802" y="48739"/>
                      <a:pt x="69714" y="62792"/>
                      <a:pt x="44934" y="62792"/>
                    </a:cubicBezTo>
                    <a:cubicBezTo>
                      <a:pt x="20154" y="62792"/>
                      <a:pt x="66" y="48739"/>
                      <a:pt x="66" y="31404"/>
                    </a:cubicBezTo>
                    <a:cubicBezTo>
                      <a:pt x="66" y="14068"/>
                      <a:pt x="20154" y="15"/>
                      <a:pt x="44934" y="15"/>
                    </a:cubicBezTo>
                    <a:cubicBezTo>
                      <a:pt x="69714" y="15"/>
                      <a:pt x="89802" y="14068"/>
                      <a:pt x="8980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2" name="任意多边形: 形状 101"/>
              <p:cNvSpPr/>
              <p:nvPr/>
            </p:nvSpPr>
            <p:spPr>
              <a:xfrm>
                <a:off x="2896128" y="3080976"/>
                <a:ext cx="89735" cy="62777"/>
              </a:xfrm>
              <a:custGeom>
                <a:avLst/>
                <a:gdLst>
                  <a:gd name="csX0" fmla="*/ 89802 w 89735"/>
                  <a:gd name="csY0" fmla="*/ 31404 h 62777"/>
                  <a:gd name="csX1" fmla="*/ 44934 w 89735"/>
                  <a:gd name="csY1" fmla="*/ 62793 h 62777"/>
                  <a:gd name="csX2" fmla="*/ 66 w 89735"/>
                  <a:gd name="csY2" fmla="*/ 31404 h 62777"/>
                  <a:gd name="csX3" fmla="*/ 44934 w 89735"/>
                  <a:gd name="csY3" fmla="*/ 16 h 62777"/>
                  <a:gd name="csX4" fmla="*/ 8980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2" y="31404"/>
                    </a:moveTo>
                    <a:cubicBezTo>
                      <a:pt x="89802" y="48740"/>
                      <a:pt x="69714" y="62793"/>
                      <a:pt x="44934" y="62793"/>
                    </a:cubicBezTo>
                    <a:cubicBezTo>
                      <a:pt x="20154" y="62793"/>
                      <a:pt x="66" y="48740"/>
                      <a:pt x="66" y="31404"/>
                    </a:cubicBezTo>
                    <a:cubicBezTo>
                      <a:pt x="66" y="14069"/>
                      <a:pt x="20154" y="16"/>
                      <a:pt x="44934" y="16"/>
                    </a:cubicBezTo>
                    <a:cubicBezTo>
                      <a:pt x="69714" y="16"/>
                      <a:pt x="89802" y="14069"/>
                      <a:pt x="8980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3" name="任意多边形: 形状 102"/>
              <p:cNvSpPr/>
              <p:nvPr/>
            </p:nvSpPr>
            <p:spPr>
              <a:xfrm>
                <a:off x="2896128" y="2983090"/>
                <a:ext cx="89735" cy="62777"/>
              </a:xfrm>
              <a:custGeom>
                <a:avLst/>
                <a:gdLst>
                  <a:gd name="csX0" fmla="*/ 89802 w 89735"/>
                  <a:gd name="csY0" fmla="*/ 31405 h 62777"/>
                  <a:gd name="csX1" fmla="*/ 44934 w 89735"/>
                  <a:gd name="csY1" fmla="*/ 62794 h 62777"/>
                  <a:gd name="csX2" fmla="*/ 66 w 89735"/>
                  <a:gd name="csY2" fmla="*/ 31405 h 62777"/>
                  <a:gd name="csX3" fmla="*/ 44934 w 89735"/>
                  <a:gd name="csY3" fmla="*/ 16 h 62777"/>
                  <a:gd name="csX4" fmla="*/ 89802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2" y="31405"/>
                    </a:moveTo>
                    <a:cubicBezTo>
                      <a:pt x="89802" y="48741"/>
                      <a:pt x="69714" y="62794"/>
                      <a:pt x="44934" y="62794"/>
                    </a:cubicBezTo>
                    <a:cubicBezTo>
                      <a:pt x="20154" y="62794"/>
                      <a:pt x="66" y="48741"/>
                      <a:pt x="66" y="31405"/>
                    </a:cubicBezTo>
                    <a:cubicBezTo>
                      <a:pt x="66" y="14070"/>
                      <a:pt x="20154" y="16"/>
                      <a:pt x="44934" y="16"/>
                    </a:cubicBezTo>
                    <a:cubicBezTo>
                      <a:pt x="69714" y="16"/>
                      <a:pt x="89802" y="14070"/>
                      <a:pt x="89802"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4" name="任意多边形: 形状 103"/>
              <p:cNvSpPr/>
              <p:nvPr/>
            </p:nvSpPr>
            <p:spPr>
              <a:xfrm>
                <a:off x="2896128" y="2885204"/>
                <a:ext cx="89735" cy="62777"/>
              </a:xfrm>
              <a:custGeom>
                <a:avLst/>
                <a:gdLst>
                  <a:gd name="csX0" fmla="*/ 89802 w 89735"/>
                  <a:gd name="csY0" fmla="*/ 31406 h 62777"/>
                  <a:gd name="csX1" fmla="*/ 44934 w 89735"/>
                  <a:gd name="csY1" fmla="*/ 62794 h 62777"/>
                  <a:gd name="csX2" fmla="*/ 66 w 89735"/>
                  <a:gd name="csY2" fmla="*/ 31406 h 62777"/>
                  <a:gd name="csX3" fmla="*/ 44934 w 89735"/>
                  <a:gd name="csY3" fmla="*/ 17 h 62777"/>
                  <a:gd name="csX4" fmla="*/ 8980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2" y="31406"/>
                    </a:moveTo>
                    <a:cubicBezTo>
                      <a:pt x="89802" y="48741"/>
                      <a:pt x="69714" y="62794"/>
                      <a:pt x="44934" y="62794"/>
                    </a:cubicBezTo>
                    <a:cubicBezTo>
                      <a:pt x="20154" y="62794"/>
                      <a:pt x="66" y="48741"/>
                      <a:pt x="66" y="31406"/>
                    </a:cubicBezTo>
                    <a:cubicBezTo>
                      <a:pt x="66" y="14070"/>
                      <a:pt x="20154" y="17"/>
                      <a:pt x="44934" y="17"/>
                    </a:cubicBezTo>
                    <a:cubicBezTo>
                      <a:pt x="69714" y="17"/>
                      <a:pt x="89802" y="14070"/>
                      <a:pt x="8980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5" name="任意多边形: 形状 104"/>
              <p:cNvSpPr/>
              <p:nvPr/>
            </p:nvSpPr>
            <p:spPr>
              <a:xfrm>
                <a:off x="2896128" y="2787317"/>
                <a:ext cx="89735" cy="62777"/>
              </a:xfrm>
              <a:custGeom>
                <a:avLst/>
                <a:gdLst>
                  <a:gd name="csX0" fmla="*/ 89802 w 89735"/>
                  <a:gd name="csY0" fmla="*/ 31406 h 62777"/>
                  <a:gd name="csX1" fmla="*/ 44934 w 89735"/>
                  <a:gd name="csY1" fmla="*/ 62795 h 62777"/>
                  <a:gd name="csX2" fmla="*/ 66 w 89735"/>
                  <a:gd name="csY2" fmla="*/ 31406 h 62777"/>
                  <a:gd name="csX3" fmla="*/ 44934 w 89735"/>
                  <a:gd name="csY3" fmla="*/ 18 h 62777"/>
                  <a:gd name="csX4" fmla="*/ 8980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2" y="31406"/>
                    </a:moveTo>
                    <a:cubicBezTo>
                      <a:pt x="89802" y="48742"/>
                      <a:pt x="69714" y="62795"/>
                      <a:pt x="44934" y="62795"/>
                    </a:cubicBezTo>
                    <a:cubicBezTo>
                      <a:pt x="20154" y="62795"/>
                      <a:pt x="66" y="48742"/>
                      <a:pt x="66" y="31406"/>
                    </a:cubicBezTo>
                    <a:cubicBezTo>
                      <a:pt x="66" y="14071"/>
                      <a:pt x="20154" y="18"/>
                      <a:pt x="44934" y="18"/>
                    </a:cubicBezTo>
                    <a:cubicBezTo>
                      <a:pt x="69714" y="18"/>
                      <a:pt x="89802" y="14071"/>
                      <a:pt x="8980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6" name="任意多边形: 形状 105"/>
              <p:cNvSpPr/>
              <p:nvPr/>
            </p:nvSpPr>
            <p:spPr>
              <a:xfrm>
                <a:off x="3083410" y="3374751"/>
                <a:ext cx="89735" cy="62777"/>
              </a:xfrm>
              <a:custGeom>
                <a:avLst/>
                <a:gdLst>
                  <a:gd name="csX0" fmla="*/ 89805 w 89735"/>
                  <a:gd name="csY0" fmla="*/ 31402 h 62777"/>
                  <a:gd name="csX1" fmla="*/ 44937 w 89735"/>
                  <a:gd name="csY1" fmla="*/ 62791 h 62777"/>
                  <a:gd name="csX2" fmla="*/ 69 w 89735"/>
                  <a:gd name="csY2" fmla="*/ 31402 h 62777"/>
                  <a:gd name="csX3" fmla="*/ 44937 w 89735"/>
                  <a:gd name="csY3" fmla="*/ 13 h 62777"/>
                  <a:gd name="csX4" fmla="*/ 8980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5" y="31402"/>
                    </a:moveTo>
                    <a:cubicBezTo>
                      <a:pt x="89805" y="48738"/>
                      <a:pt x="69717" y="62791"/>
                      <a:pt x="44937" y="62791"/>
                    </a:cubicBezTo>
                    <a:cubicBezTo>
                      <a:pt x="20158" y="62791"/>
                      <a:pt x="69" y="48738"/>
                      <a:pt x="69" y="31402"/>
                    </a:cubicBezTo>
                    <a:cubicBezTo>
                      <a:pt x="69" y="14067"/>
                      <a:pt x="20158" y="13"/>
                      <a:pt x="44937" y="13"/>
                    </a:cubicBezTo>
                    <a:cubicBezTo>
                      <a:pt x="69717" y="13"/>
                      <a:pt x="89805" y="14067"/>
                      <a:pt x="89805"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7" name="任意多边形: 形状 106"/>
              <p:cNvSpPr/>
              <p:nvPr/>
            </p:nvSpPr>
            <p:spPr>
              <a:xfrm>
                <a:off x="3083410" y="3276749"/>
                <a:ext cx="89735" cy="62777"/>
              </a:xfrm>
              <a:custGeom>
                <a:avLst/>
                <a:gdLst>
                  <a:gd name="csX0" fmla="*/ 89805 w 89735"/>
                  <a:gd name="csY0" fmla="*/ 31403 h 62777"/>
                  <a:gd name="csX1" fmla="*/ 44937 w 89735"/>
                  <a:gd name="csY1" fmla="*/ 62792 h 62777"/>
                  <a:gd name="csX2" fmla="*/ 69 w 89735"/>
                  <a:gd name="csY2" fmla="*/ 31403 h 62777"/>
                  <a:gd name="csX3" fmla="*/ 44937 w 89735"/>
                  <a:gd name="csY3" fmla="*/ 14 h 62777"/>
                  <a:gd name="csX4" fmla="*/ 8980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5" y="31403"/>
                    </a:moveTo>
                    <a:cubicBezTo>
                      <a:pt x="89805" y="48738"/>
                      <a:pt x="69717" y="62792"/>
                      <a:pt x="44937" y="62792"/>
                    </a:cubicBezTo>
                    <a:cubicBezTo>
                      <a:pt x="20158" y="62792"/>
                      <a:pt x="69" y="48738"/>
                      <a:pt x="69" y="31403"/>
                    </a:cubicBezTo>
                    <a:cubicBezTo>
                      <a:pt x="69" y="14067"/>
                      <a:pt x="20158" y="14"/>
                      <a:pt x="44937" y="14"/>
                    </a:cubicBezTo>
                    <a:cubicBezTo>
                      <a:pt x="69717" y="14"/>
                      <a:pt x="89805" y="14067"/>
                      <a:pt x="89805"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8" name="任意多边形: 形状 107"/>
              <p:cNvSpPr/>
              <p:nvPr/>
            </p:nvSpPr>
            <p:spPr>
              <a:xfrm>
                <a:off x="3083410" y="3178862"/>
                <a:ext cx="89735" cy="62777"/>
              </a:xfrm>
              <a:custGeom>
                <a:avLst/>
                <a:gdLst>
                  <a:gd name="csX0" fmla="*/ 89805 w 89735"/>
                  <a:gd name="csY0" fmla="*/ 31404 h 62777"/>
                  <a:gd name="csX1" fmla="*/ 44937 w 89735"/>
                  <a:gd name="csY1" fmla="*/ 62792 h 62777"/>
                  <a:gd name="csX2" fmla="*/ 69 w 89735"/>
                  <a:gd name="csY2" fmla="*/ 31404 h 62777"/>
                  <a:gd name="csX3" fmla="*/ 44937 w 89735"/>
                  <a:gd name="csY3" fmla="*/ 15 h 62777"/>
                  <a:gd name="csX4" fmla="*/ 8980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5" y="31404"/>
                    </a:moveTo>
                    <a:cubicBezTo>
                      <a:pt x="89805" y="48739"/>
                      <a:pt x="69717" y="62792"/>
                      <a:pt x="44937" y="62792"/>
                    </a:cubicBezTo>
                    <a:cubicBezTo>
                      <a:pt x="20158" y="62792"/>
                      <a:pt x="69" y="48739"/>
                      <a:pt x="69" y="31404"/>
                    </a:cubicBezTo>
                    <a:cubicBezTo>
                      <a:pt x="69" y="14068"/>
                      <a:pt x="20158" y="15"/>
                      <a:pt x="44937" y="15"/>
                    </a:cubicBezTo>
                    <a:cubicBezTo>
                      <a:pt x="69717" y="15"/>
                      <a:pt x="89805" y="14068"/>
                      <a:pt x="8980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9" name="任意多边形: 形状 108"/>
              <p:cNvSpPr/>
              <p:nvPr/>
            </p:nvSpPr>
            <p:spPr>
              <a:xfrm>
                <a:off x="3083410" y="3080976"/>
                <a:ext cx="89735" cy="62777"/>
              </a:xfrm>
              <a:custGeom>
                <a:avLst/>
                <a:gdLst>
                  <a:gd name="csX0" fmla="*/ 89805 w 89735"/>
                  <a:gd name="csY0" fmla="*/ 31404 h 62777"/>
                  <a:gd name="csX1" fmla="*/ 44937 w 89735"/>
                  <a:gd name="csY1" fmla="*/ 62793 h 62777"/>
                  <a:gd name="csX2" fmla="*/ 69 w 89735"/>
                  <a:gd name="csY2" fmla="*/ 31404 h 62777"/>
                  <a:gd name="csX3" fmla="*/ 44937 w 89735"/>
                  <a:gd name="csY3" fmla="*/ 16 h 62777"/>
                  <a:gd name="csX4" fmla="*/ 8980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5" y="31404"/>
                    </a:moveTo>
                    <a:cubicBezTo>
                      <a:pt x="89805" y="48740"/>
                      <a:pt x="69717" y="62793"/>
                      <a:pt x="44937" y="62793"/>
                    </a:cubicBezTo>
                    <a:cubicBezTo>
                      <a:pt x="20158" y="62793"/>
                      <a:pt x="69" y="48740"/>
                      <a:pt x="69" y="31404"/>
                    </a:cubicBezTo>
                    <a:cubicBezTo>
                      <a:pt x="69" y="14069"/>
                      <a:pt x="20158" y="16"/>
                      <a:pt x="44937" y="16"/>
                    </a:cubicBezTo>
                    <a:cubicBezTo>
                      <a:pt x="69717" y="16"/>
                      <a:pt x="89805" y="14069"/>
                      <a:pt x="89805" y="31404"/>
                    </a:cubicBezTo>
                    <a:close/>
                  </a:path>
                </a:pathLst>
              </a:custGeom>
              <a:solidFill>
                <a:srgbClr val="3B3B3B"/>
              </a:solidFill>
              <a:ln w="10020" cap="rnd">
                <a:noFill/>
                <a:prstDash val="solid"/>
                <a:round/>
              </a:ln>
            </p:spPr>
            <p:txBody>
              <a:bodyPr/>
              <a:lstStyle/>
              <a:p>
                <a:endParaRPr lang="zh-CN" altLang="en-US" sz="2190"/>
              </a:p>
            </p:txBody>
          </p:sp>
          <p:sp>
            <p:nvSpPr>
              <p:cNvPr id="110" name="任意多边形: 形状 109"/>
              <p:cNvSpPr/>
              <p:nvPr/>
            </p:nvSpPr>
            <p:spPr>
              <a:xfrm>
                <a:off x="3083410" y="2983090"/>
                <a:ext cx="89735" cy="62777"/>
              </a:xfrm>
              <a:custGeom>
                <a:avLst/>
                <a:gdLst>
                  <a:gd name="csX0" fmla="*/ 89805 w 89735"/>
                  <a:gd name="csY0" fmla="*/ 31405 h 62777"/>
                  <a:gd name="csX1" fmla="*/ 44937 w 89735"/>
                  <a:gd name="csY1" fmla="*/ 62794 h 62777"/>
                  <a:gd name="csX2" fmla="*/ 69 w 89735"/>
                  <a:gd name="csY2" fmla="*/ 31405 h 62777"/>
                  <a:gd name="csX3" fmla="*/ 44937 w 89735"/>
                  <a:gd name="csY3" fmla="*/ 16 h 62777"/>
                  <a:gd name="csX4" fmla="*/ 8980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5" y="31405"/>
                    </a:moveTo>
                    <a:cubicBezTo>
                      <a:pt x="89805" y="48741"/>
                      <a:pt x="69717" y="62794"/>
                      <a:pt x="44937" y="62794"/>
                    </a:cubicBezTo>
                    <a:cubicBezTo>
                      <a:pt x="20158" y="62794"/>
                      <a:pt x="69" y="48741"/>
                      <a:pt x="69" y="31405"/>
                    </a:cubicBezTo>
                    <a:cubicBezTo>
                      <a:pt x="69" y="14070"/>
                      <a:pt x="20158" y="16"/>
                      <a:pt x="44937" y="16"/>
                    </a:cubicBezTo>
                    <a:cubicBezTo>
                      <a:pt x="69717" y="16"/>
                      <a:pt x="89805" y="14070"/>
                      <a:pt x="89805"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1" name="任意多边形: 形状 110"/>
              <p:cNvSpPr/>
              <p:nvPr/>
            </p:nvSpPr>
            <p:spPr>
              <a:xfrm>
                <a:off x="3083410" y="2885204"/>
                <a:ext cx="89735" cy="62777"/>
              </a:xfrm>
              <a:custGeom>
                <a:avLst/>
                <a:gdLst>
                  <a:gd name="csX0" fmla="*/ 89805 w 89735"/>
                  <a:gd name="csY0" fmla="*/ 31406 h 62777"/>
                  <a:gd name="csX1" fmla="*/ 44937 w 89735"/>
                  <a:gd name="csY1" fmla="*/ 62794 h 62777"/>
                  <a:gd name="csX2" fmla="*/ 69 w 89735"/>
                  <a:gd name="csY2" fmla="*/ 31406 h 62777"/>
                  <a:gd name="csX3" fmla="*/ 44937 w 89735"/>
                  <a:gd name="csY3" fmla="*/ 17 h 62777"/>
                  <a:gd name="csX4" fmla="*/ 8980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5" y="31406"/>
                    </a:moveTo>
                    <a:cubicBezTo>
                      <a:pt x="89805" y="48741"/>
                      <a:pt x="69717" y="62794"/>
                      <a:pt x="44937" y="62794"/>
                    </a:cubicBezTo>
                    <a:cubicBezTo>
                      <a:pt x="20158" y="62794"/>
                      <a:pt x="69" y="48741"/>
                      <a:pt x="69" y="31406"/>
                    </a:cubicBezTo>
                    <a:cubicBezTo>
                      <a:pt x="69" y="14070"/>
                      <a:pt x="20158" y="17"/>
                      <a:pt x="44937" y="17"/>
                    </a:cubicBezTo>
                    <a:cubicBezTo>
                      <a:pt x="69717" y="17"/>
                      <a:pt x="89805" y="14070"/>
                      <a:pt x="8980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2" name="任意多边形: 形状 111"/>
              <p:cNvSpPr/>
              <p:nvPr/>
            </p:nvSpPr>
            <p:spPr>
              <a:xfrm>
                <a:off x="3083410" y="2787317"/>
                <a:ext cx="89735" cy="62777"/>
              </a:xfrm>
              <a:custGeom>
                <a:avLst/>
                <a:gdLst>
                  <a:gd name="csX0" fmla="*/ 89805 w 89735"/>
                  <a:gd name="csY0" fmla="*/ 31406 h 62777"/>
                  <a:gd name="csX1" fmla="*/ 44937 w 89735"/>
                  <a:gd name="csY1" fmla="*/ 62795 h 62777"/>
                  <a:gd name="csX2" fmla="*/ 69 w 89735"/>
                  <a:gd name="csY2" fmla="*/ 31406 h 62777"/>
                  <a:gd name="csX3" fmla="*/ 44937 w 89735"/>
                  <a:gd name="csY3" fmla="*/ 18 h 62777"/>
                  <a:gd name="csX4" fmla="*/ 8980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5" y="31406"/>
                    </a:moveTo>
                    <a:cubicBezTo>
                      <a:pt x="89805" y="48742"/>
                      <a:pt x="69717" y="62795"/>
                      <a:pt x="44937" y="62795"/>
                    </a:cubicBezTo>
                    <a:cubicBezTo>
                      <a:pt x="20158" y="62795"/>
                      <a:pt x="69" y="48742"/>
                      <a:pt x="69" y="31406"/>
                    </a:cubicBezTo>
                    <a:cubicBezTo>
                      <a:pt x="69" y="14071"/>
                      <a:pt x="20158" y="18"/>
                      <a:pt x="44937" y="18"/>
                    </a:cubicBezTo>
                    <a:cubicBezTo>
                      <a:pt x="69717" y="18"/>
                      <a:pt x="89805" y="14071"/>
                      <a:pt x="8980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3" name="任意多边形: 形状 112"/>
              <p:cNvSpPr/>
              <p:nvPr/>
            </p:nvSpPr>
            <p:spPr>
              <a:xfrm>
                <a:off x="3270692" y="3374751"/>
                <a:ext cx="89735" cy="62777"/>
              </a:xfrm>
              <a:custGeom>
                <a:avLst/>
                <a:gdLst>
                  <a:gd name="csX0" fmla="*/ 89809 w 89735"/>
                  <a:gd name="csY0" fmla="*/ 31402 h 62777"/>
                  <a:gd name="csX1" fmla="*/ 44941 w 89735"/>
                  <a:gd name="csY1" fmla="*/ 62791 h 62777"/>
                  <a:gd name="csX2" fmla="*/ 73 w 89735"/>
                  <a:gd name="csY2" fmla="*/ 31402 h 62777"/>
                  <a:gd name="csX3" fmla="*/ 44941 w 89735"/>
                  <a:gd name="csY3" fmla="*/ 13 h 62777"/>
                  <a:gd name="csX4" fmla="*/ 89809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9" y="31402"/>
                    </a:moveTo>
                    <a:cubicBezTo>
                      <a:pt x="89809" y="48738"/>
                      <a:pt x="69721" y="62791"/>
                      <a:pt x="44941" y="62791"/>
                    </a:cubicBezTo>
                    <a:cubicBezTo>
                      <a:pt x="20161" y="62791"/>
                      <a:pt x="73" y="48738"/>
                      <a:pt x="73" y="31402"/>
                    </a:cubicBezTo>
                    <a:cubicBezTo>
                      <a:pt x="73" y="14067"/>
                      <a:pt x="20161" y="13"/>
                      <a:pt x="44941" y="13"/>
                    </a:cubicBezTo>
                    <a:cubicBezTo>
                      <a:pt x="69721" y="13"/>
                      <a:pt x="89809" y="14067"/>
                      <a:pt x="89809" y="31402"/>
                    </a:cubicBezTo>
                    <a:close/>
                  </a:path>
                </a:pathLst>
              </a:custGeom>
              <a:solidFill>
                <a:srgbClr val="3B3B3B"/>
              </a:solidFill>
              <a:ln w="10020" cap="rnd">
                <a:noFill/>
                <a:prstDash val="solid"/>
                <a:round/>
              </a:ln>
            </p:spPr>
            <p:txBody>
              <a:bodyPr/>
              <a:lstStyle/>
              <a:p>
                <a:endParaRPr lang="zh-CN" altLang="en-US" sz="2190"/>
              </a:p>
            </p:txBody>
          </p:sp>
          <p:sp>
            <p:nvSpPr>
              <p:cNvPr id="114" name="任意多边形: 形状 113"/>
              <p:cNvSpPr/>
              <p:nvPr/>
            </p:nvSpPr>
            <p:spPr>
              <a:xfrm>
                <a:off x="3270692" y="3276749"/>
                <a:ext cx="89735" cy="62777"/>
              </a:xfrm>
              <a:custGeom>
                <a:avLst/>
                <a:gdLst>
                  <a:gd name="csX0" fmla="*/ 89809 w 89735"/>
                  <a:gd name="csY0" fmla="*/ 31403 h 62777"/>
                  <a:gd name="csX1" fmla="*/ 44941 w 89735"/>
                  <a:gd name="csY1" fmla="*/ 62792 h 62777"/>
                  <a:gd name="csX2" fmla="*/ 73 w 89735"/>
                  <a:gd name="csY2" fmla="*/ 31403 h 62777"/>
                  <a:gd name="csX3" fmla="*/ 44941 w 89735"/>
                  <a:gd name="csY3" fmla="*/ 14 h 62777"/>
                  <a:gd name="csX4" fmla="*/ 89809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9" y="31403"/>
                    </a:moveTo>
                    <a:cubicBezTo>
                      <a:pt x="89809" y="48738"/>
                      <a:pt x="69721" y="62792"/>
                      <a:pt x="44941" y="62792"/>
                    </a:cubicBezTo>
                    <a:cubicBezTo>
                      <a:pt x="20161" y="62792"/>
                      <a:pt x="73" y="48738"/>
                      <a:pt x="73" y="31403"/>
                    </a:cubicBezTo>
                    <a:cubicBezTo>
                      <a:pt x="73" y="14067"/>
                      <a:pt x="20161" y="14"/>
                      <a:pt x="44941" y="14"/>
                    </a:cubicBezTo>
                    <a:cubicBezTo>
                      <a:pt x="69721" y="14"/>
                      <a:pt x="89809" y="14067"/>
                      <a:pt x="89809" y="31403"/>
                    </a:cubicBezTo>
                    <a:close/>
                  </a:path>
                </a:pathLst>
              </a:custGeom>
              <a:solidFill>
                <a:srgbClr val="3B3B3B"/>
              </a:solidFill>
              <a:ln w="10020" cap="rnd">
                <a:noFill/>
                <a:prstDash val="solid"/>
                <a:round/>
              </a:ln>
            </p:spPr>
            <p:txBody>
              <a:bodyPr/>
              <a:lstStyle/>
              <a:p>
                <a:endParaRPr lang="zh-CN" altLang="en-US" sz="2190"/>
              </a:p>
            </p:txBody>
          </p:sp>
          <p:sp>
            <p:nvSpPr>
              <p:cNvPr id="115" name="任意多边形: 形状 114"/>
              <p:cNvSpPr/>
              <p:nvPr/>
            </p:nvSpPr>
            <p:spPr>
              <a:xfrm>
                <a:off x="3270692" y="3178862"/>
                <a:ext cx="89735" cy="62777"/>
              </a:xfrm>
              <a:custGeom>
                <a:avLst/>
                <a:gdLst>
                  <a:gd name="csX0" fmla="*/ 89809 w 89735"/>
                  <a:gd name="csY0" fmla="*/ 31404 h 62777"/>
                  <a:gd name="csX1" fmla="*/ 44941 w 89735"/>
                  <a:gd name="csY1" fmla="*/ 62792 h 62777"/>
                  <a:gd name="csX2" fmla="*/ 73 w 89735"/>
                  <a:gd name="csY2" fmla="*/ 31404 h 62777"/>
                  <a:gd name="csX3" fmla="*/ 44941 w 89735"/>
                  <a:gd name="csY3" fmla="*/ 15 h 62777"/>
                  <a:gd name="csX4" fmla="*/ 8980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9" y="31404"/>
                    </a:moveTo>
                    <a:cubicBezTo>
                      <a:pt x="89809" y="48739"/>
                      <a:pt x="69721" y="62792"/>
                      <a:pt x="44941" y="62792"/>
                    </a:cubicBezTo>
                    <a:cubicBezTo>
                      <a:pt x="20161" y="62792"/>
                      <a:pt x="73" y="48739"/>
                      <a:pt x="73" y="31404"/>
                    </a:cubicBezTo>
                    <a:cubicBezTo>
                      <a:pt x="73" y="14068"/>
                      <a:pt x="20161" y="15"/>
                      <a:pt x="44941" y="15"/>
                    </a:cubicBezTo>
                    <a:cubicBezTo>
                      <a:pt x="69721" y="15"/>
                      <a:pt x="89809" y="14068"/>
                      <a:pt x="8980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6" name="任意多边形: 形状 115"/>
              <p:cNvSpPr/>
              <p:nvPr/>
            </p:nvSpPr>
            <p:spPr>
              <a:xfrm>
                <a:off x="3270692" y="3080976"/>
                <a:ext cx="89735" cy="62777"/>
              </a:xfrm>
              <a:custGeom>
                <a:avLst/>
                <a:gdLst>
                  <a:gd name="csX0" fmla="*/ 89809 w 89735"/>
                  <a:gd name="csY0" fmla="*/ 31404 h 62777"/>
                  <a:gd name="csX1" fmla="*/ 44941 w 89735"/>
                  <a:gd name="csY1" fmla="*/ 62793 h 62777"/>
                  <a:gd name="csX2" fmla="*/ 73 w 89735"/>
                  <a:gd name="csY2" fmla="*/ 31404 h 62777"/>
                  <a:gd name="csX3" fmla="*/ 44941 w 89735"/>
                  <a:gd name="csY3" fmla="*/ 16 h 62777"/>
                  <a:gd name="csX4" fmla="*/ 8980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9" y="31404"/>
                    </a:moveTo>
                    <a:cubicBezTo>
                      <a:pt x="89809" y="48740"/>
                      <a:pt x="69721" y="62793"/>
                      <a:pt x="44941" y="62793"/>
                    </a:cubicBezTo>
                    <a:cubicBezTo>
                      <a:pt x="20161" y="62793"/>
                      <a:pt x="73" y="48740"/>
                      <a:pt x="73" y="31404"/>
                    </a:cubicBezTo>
                    <a:cubicBezTo>
                      <a:pt x="73" y="14069"/>
                      <a:pt x="20161" y="16"/>
                      <a:pt x="44941" y="16"/>
                    </a:cubicBezTo>
                    <a:cubicBezTo>
                      <a:pt x="69721" y="16"/>
                      <a:pt x="89809" y="14069"/>
                      <a:pt x="8980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7" name="任意多边形: 形状 116"/>
              <p:cNvSpPr/>
              <p:nvPr/>
            </p:nvSpPr>
            <p:spPr>
              <a:xfrm>
                <a:off x="3270692" y="2983090"/>
                <a:ext cx="89735" cy="62777"/>
              </a:xfrm>
              <a:custGeom>
                <a:avLst/>
                <a:gdLst>
                  <a:gd name="csX0" fmla="*/ 89809 w 89735"/>
                  <a:gd name="csY0" fmla="*/ 31405 h 62777"/>
                  <a:gd name="csX1" fmla="*/ 44941 w 89735"/>
                  <a:gd name="csY1" fmla="*/ 62794 h 62777"/>
                  <a:gd name="csX2" fmla="*/ 73 w 89735"/>
                  <a:gd name="csY2" fmla="*/ 31405 h 62777"/>
                  <a:gd name="csX3" fmla="*/ 44941 w 89735"/>
                  <a:gd name="csY3" fmla="*/ 16 h 62777"/>
                  <a:gd name="csX4" fmla="*/ 89809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9" y="31405"/>
                    </a:moveTo>
                    <a:cubicBezTo>
                      <a:pt x="89809" y="48741"/>
                      <a:pt x="69721" y="62794"/>
                      <a:pt x="44941" y="62794"/>
                    </a:cubicBezTo>
                    <a:cubicBezTo>
                      <a:pt x="20161" y="62794"/>
                      <a:pt x="73" y="48741"/>
                      <a:pt x="73" y="31405"/>
                    </a:cubicBezTo>
                    <a:cubicBezTo>
                      <a:pt x="73" y="14070"/>
                      <a:pt x="20161" y="16"/>
                      <a:pt x="44941" y="16"/>
                    </a:cubicBezTo>
                    <a:cubicBezTo>
                      <a:pt x="69721" y="16"/>
                      <a:pt x="89809" y="14070"/>
                      <a:pt x="89809"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8" name="任意多边形: 形状 117"/>
              <p:cNvSpPr/>
              <p:nvPr/>
            </p:nvSpPr>
            <p:spPr>
              <a:xfrm>
                <a:off x="3270692" y="2885204"/>
                <a:ext cx="89735" cy="62777"/>
              </a:xfrm>
              <a:custGeom>
                <a:avLst/>
                <a:gdLst>
                  <a:gd name="csX0" fmla="*/ 89809 w 89735"/>
                  <a:gd name="csY0" fmla="*/ 31406 h 62777"/>
                  <a:gd name="csX1" fmla="*/ 44941 w 89735"/>
                  <a:gd name="csY1" fmla="*/ 62794 h 62777"/>
                  <a:gd name="csX2" fmla="*/ 73 w 89735"/>
                  <a:gd name="csY2" fmla="*/ 31406 h 62777"/>
                  <a:gd name="csX3" fmla="*/ 44941 w 89735"/>
                  <a:gd name="csY3" fmla="*/ 17 h 62777"/>
                  <a:gd name="csX4" fmla="*/ 8980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9" y="31406"/>
                    </a:moveTo>
                    <a:cubicBezTo>
                      <a:pt x="89809" y="48741"/>
                      <a:pt x="69721" y="62794"/>
                      <a:pt x="44941" y="62794"/>
                    </a:cubicBezTo>
                    <a:cubicBezTo>
                      <a:pt x="20161" y="62794"/>
                      <a:pt x="73" y="48741"/>
                      <a:pt x="73" y="31406"/>
                    </a:cubicBezTo>
                    <a:cubicBezTo>
                      <a:pt x="73" y="14070"/>
                      <a:pt x="20161" y="17"/>
                      <a:pt x="44941" y="17"/>
                    </a:cubicBezTo>
                    <a:cubicBezTo>
                      <a:pt x="69721" y="17"/>
                      <a:pt x="89809" y="14070"/>
                      <a:pt x="8980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9" name="任意多边形: 形状 118"/>
              <p:cNvSpPr/>
              <p:nvPr/>
            </p:nvSpPr>
            <p:spPr>
              <a:xfrm>
                <a:off x="3270692" y="2787317"/>
                <a:ext cx="89735" cy="62777"/>
              </a:xfrm>
              <a:custGeom>
                <a:avLst/>
                <a:gdLst>
                  <a:gd name="csX0" fmla="*/ 89809 w 89735"/>
                  <a:gd name="csY0" fmla="*/ 31406 h 62777"/>
                  <a:gd name="csX1" fmla="*/ 44941 w 89735"/>
                  <a:gd name="csY1" fmla="*/ 62795 h 62777"/>
                  <a:gd name="csX2" fmla="*/ 73 w 89735"/>
                  <a:gd name="csY2" fmla="*/ 31406 h 62777"/>
                  <a:gd name="csX3" fmla="*/ 44941 w 89735"/>
                  <a:gd name="csY3" fmla="*/ 18 h 62777"/>
                  <a:gd name="csX4" fmla="*/ 8980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9" y="31406"/>
                    </a:moveTo>
                    <a:cubicBezTo>
                      <a:pt x="89809" y="48742"/>
                      <a:pt x="69721" y="62795"/>
                      <a:pt x="44941" y="62795"/>
                    </a:cubicBezTo>
                    <a:cubicBezTo>
                      <a:pt x="20161" y="62795"/>
                      <a:pt x="73" y="48742"/>
                      <a:pt x="73" y="31406"/>
                    </a:cubicBezTo>
                    <a:cubicBezTo>
                      <a:pt x="73" y="14071"/>
                      <a:pt x="20161" y="18"/>
                      <a:pt x="44941" y="18"/>
                    </a:cubicBezTo>
                    <a:cubicBezTo>
                      <a:pt x="69721" y="18"/>
                      <a:pt x="89809" y="14071"/>
                      <a:pt x="8980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0" name="任意多边形: 形状 119"/>
              <p:cNvSpPr/>
              <p:nvPr/>
            </p:nvSpPr>
            <p:spPr>
              <a:xfrm>
                <a:off x="3458140" y="3374751"/>
                <a:ext cx="89735" cy="62777"/>
              </a:xfrm>
              <a:custGeom>
                <a:avLst/>
                <a:gdLst>
                  <a:gd name="csX0" fmla="*/ 89812 w 89735"/>
                  <a:gd name="csY0" fmla="*/ 31402 h 62777"/>
                  <a:gd name="csX1" fmla="*/ 44944 w 89735"/>
                  <a:gd name="csY1" fmla="*/ 62791 h 62777"/>
                  <a:gd name="csX2" fmla="*/ 76 w 89735"/>
                  <a:gd name="csY2" fmla="*/ 31402 h 62777"/>
                  <a:gd name="csX3" fmla="*/ 44944 w 89735"/>
                  <a:gd name="csY3" fmla="*/ 13 h 62777"/>
                  <a:gd name="csX4" fmla="*/ 89812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2" y="31402"/>
                    </a:moveTo>
                    <a:cubicBezTo>
                      <a:pt x="89812" y="48738"/>
                      <a:pt x="69724" y="62791"/>
                      <a:pt x="44944" y="62791"/>
                    </a:cubicBezTo>
                    <a:cubicBezTo>
                      <a:pt x="20165" y="62791"/>
                      <a:pt x="76" y="48738"/>
                      <a:pt x="76" y="31402"/>
                    </a:cubicBezTo>
                    <a:cubicBezTo>
                      <a:pt x="76" y="14067"/>
                      <a:pt x="20165" y="13"/>
                      <a:pt x="44944" y="13"/>
                    </a:cubicBezTo>
                    <a:cubicBezTo>
                      <a:pt x="69724" y="13"/>
                      <a:pt x="89812" y="14067"/>
                      <a:pt x="89812"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1" name="任意多边形: 形状 120"/>
              <p:cNvSpPr/>
              <p:nvPr/>
            </p:nvSpPr>
            <p:spPr>
              <a:xfrm>
                <a:off x="3458140" y="3276749"/>
                <a:ext cx="89735" cy="62777"/>
              </a:xfrm>
              <a:custGeom>
                <a:avLst/>
                <a:gdLst>
                  <a:gd name="csX0" fmla="*/ 89812 w 89735"/>
                  <a:gd name="csY0" fmla="*/ 31403 h 62777"/>
                  <a:gd name="csX1" fmla="*/ 44944 w 89735"/>
                  <a:gd name="csY1" fmla="*/ 62792 h 62777"/>
                  <a:gd name="csX2" fmla="*/ 76 w 89735"/>
                  <a:gd name="csY2" fmla="*/ 31403 h 62777"/>
                  <a:gd name="csX3" fmla="*/ 44944 w 89735"/>
                  <a:gd name="csY3" fmla="*/ 14 h 62777"/>
                  <a:gd name="csX4" fmla="*/ 89812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2" y="31403"/>
                    </a:moveTo>
                    <a:cubicBezTo>
                      <a:pt x="89812" y="48738"/>
                      <a:pt x="69724" y="62792"/>
                      <a:pt x="44944" y="62792"/>
                    </a:cubicBezTo>
                    <a:cubicBezTo>
                      <a:pt x="20165" y="62792"/>
                      <a:pt x="76" y="48738"/>
                      <a:pt x="76" y="31403"/>
                    </a:cubicBezTo>
                    <a:cubicBezTo>
                      <a:pt x="76" y="14067"/>
                      <a:pt x="20165" y="14"/>
                      <a:pt x="44944" y="14"/>
                    </a:cubicBezTo>
                    <a:cubicBezTo>
                      <a:pt x="69724" y="14"/>
                      <a:pt x="89812" y="14067"/>
                      <a:pt x="89812"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2" name="任意多边形: 形状 121"/>
              <p:cNvSpPr/>
              <p:nvPr/>
            </p:nvSpPr>
            <p:spPr>
              <a:xfrm>
                <a:off x="3458140" y="3178862"/>
                <a:ext cx="89735" cy="62777"/>
              </a:xfrm>
              <a:custGeom>
                <a:avLst/>
                <a:gdLst>
                  <a:gd name="csX0" fmla="*/ 89812 w 89735"/>
                  <a:gd name="csY0" fmla="*/ 31404 h 62777"/>
                  <a:gd name="csX1" fmla="*/ 44944 w 89735"/>
                  <a:gd name="csY1" fmla="*/ 62792 h 62777"/>
                  <a:gd name="csX2" fmla="*/ 76 w 89735"/>
                  <a:gd name="csY2" fmla="*/ 31404 h 62777"/>
                  <a:gd name="csX3" fmla="*/ 44944 w 89735"/>
                  <a:gd name="csY3" fmla="*/ 15 h 62777"/>
                  <a:gd name="csX4" fmla="*/ 8981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2" y="31404"/>
                    </a:moveTo>
                    <a:cubicBezTo>
                      <a:pt x="89812" y="48739"/>
                      <a:pt x="69724" y="62792"/>
                      <a:pt x="44944" y="62792"/>
                    </a:cubicBezTo>
                    <a:cubicBezTo>
                      <a:pt x="20165" y="62792"/>
                      <a:pt x="76" y="48739"/>
                      <a:pt x="76" y="31404"/>
                    </a:cubicBezTo>
                    <a:cubicBezTo>
                      <a:pt x="76" y="14068"/>
                      <a:pt x="20165" y="15"/>
                      <a:pt x="44944" y="15"/>
                    </a:cubicBezTo>
                    <a:cubicBezTo>
                      <a:pt x="69724" y="15"/>
                      <a:pt x="89812" y="14068"/>
                      <a:pt x="8981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3" name="任意多边形: 形状 122"/>
              <p:cNvSpPr/>
              <p:nvPr/>
            </p:nvSpPr>
            <p:spPr>
              <a:xfrm>
                <a:off x="3458140" y="3080976"/>
                <a:ext cx="89735" cy="62777"/>
              </a:xfrm>
              <a:custGeom>
                <a:avLst/>
                <a:gdLst>
                  <a:gd name="csX0" fmla="*/ 89812 w 89735"/>
                  <a:gd name="csY0" fmla="*/ 31404 h 62777"/>
                  <a:gd name="csX1" fmla="*/ 44944 w 89735"/>
                  <a:gd name="csY1" fmla="*/ 62793 h 62777"/>
                  <a:gd name="csX2" fmla="*/ 76 w 89735"/>
                  <a:gd name="csY2" fmla="*/ 31404 h 62777"/>
                  <a:gd name="csX3" fmla="*/ 44944 w 89735"/>
                  <a:gd name="csY3" fmla="*/ 16 h 62777"/>
                  <a:gd name="csX4" fmla="*/ 8981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2" y="31404"/>
                    </a:moveTo>
                    <a:cubicBezTo>
                      <a:pt x="89812" y="48740"/>
                      <a:pt x="69724" y="62793"/>
                      <a:pt x="44944" y="62793"/>
                    </a:cubicBezTo>
                    <a:cubicBezTo>
                      <a:pt x="20165" y="62793"/>
                      <a:pt x="76" y="48740"/>
                      <a:pt x="76" y="31404"/>
                    </a:cubicBezTo>
                    <a:cubicBezTo>
                      <a:pt x="76" y="14069"/>
                      <a:pt x="20165" y="16"/>
                      <a:pt x="44944" y="16"/>
                    </a:cubicBezTo>
                    <a:cubicBezTo>
                      <a:pt x="69724" y="16"/>
                      <a:pt x="89812" y="14069"/>
                      <a:pt x="8981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4" name="任意多边形: 形状 123"/>
              <p:cNvSpPr/>
              <p:nvPr/>
            </p:nvSpPr>
            <p:spPr>
              <a:xfrm>
                <a:off x="3458140" y="2983090"/>
                <a:ext cx="89735" cy="62777"/>
              </a:xfrm>
              <a:custGeom>
                <a:avLst/>
                <a:gdLst>
                  <a:gd name="csX0" fmla="*/ 89812 w 89735"/>
                  <a:gd name="csY0" fmla="*/ 31405 h 62777"/>
                  <a:gd name="csX1" fmla="*/ 44944 w 89735"/>
                  <a:gd name="csY1" fmla="*/ 62794 h 62777"/>
                  <a:gd name="csX2" fmla="*/ 76 w 89735"/>
                  <a:gd name="csY2" fmla="*/ 31405 h 62777"/>
                  <a:gd name="csX3" fmla="*/ 44944 w 89735"/>
                  <a:gd name="csY3" fmla="*/ 16 h 62777"/>
                  <a:gd name="csX4" fmla="*/ 89812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2" y="31405"/>
                    </a:moveTo>
                    <a:cubicBezTo>
                      <a:pt x="89812" y="48741"/>
                      <a:pt x="69724" y="62794"/>
                      <a:pt x="44944" y="62794"/>
                    </a:cubicBezTo>
                    <a:cubicBezTo>
                      <a:pt x="20165" y="62794"/>
                      <a:pt x="76" y="48741"/>
                      <a:pt x="76" y="31405"/>
                    </a:cubicBezTo>
                    <a:cubicBezTo>
                      <a:pt x="76" y="14070"/>
                      <a:pt x="20165" y="16"/>
                      <a:pt x="44944" y="16"/>
                    </a:cubicBezTo>
                    <a:cubicBezTo>
                      <a:pt x="69724" y="16"/>
                      <a:pt x="89812" y="14070"/>
                      <a:pt x="89812" y="31405"/>
                    </a:cubicBezTo>
                    <a:close/>
                  </a:path>
                </a:pathLst>
              </a:custGeom>
              <a:solidFill>
                <a:srgbClr val="3B3B3B"/>
              </a:solidFill>
              <a:ln w="10020" cap="rnd">
                <a:noFill/>
                <a:prstDash val="solid"/>
                <a:round/>
              </a:ln>
            </p:spPr>
            <p:txBody>
              <a:bodyPr/>
              <a:lstStyle/>
              <a:p>
                <a:endParaRPr lang="zh-CN" altLang="en-US" sz="2190"/>
              </a:p>
            </p:txBody>
          </p:sp>
          <p:sp>
            <p:nvSpPr>
              <p:cNvPr id="125" name="任意多边形: 形状 124"/>
              <p:cNvSpPr/>
              <p:nvPr/>
            </p:nvSpPr>
            <p:spPr>
              <a:xfrm>
                <a:off x="3458140" y="2885204"/>
                <a:ext cx="89735" cy="62777"/>
              </a:xfrm>
              <a:custGeom>
                <a:avLst/>
                <a:gdLst>
                  <a:gd name="csX0" fmla="*/ 89812 w 89735"/>
                  <a:gd name="csY0" fmla="*/ 31406 h 62777"/>
                  <a:gd name="csX1" fmla="*/ 44944 w 89735"/>
                  <a:gd name="csY1" fmla="*/ 62794 h 62777"/>
                  <a:gd name="csX2" fmla="*/ 76 w 89735"/>
                  <a:gd name="csY2" fmla="*/ 31406 h 62777"/>
                  <a:gd name="csX3" fmla="*/ 44944 w 89735"/>
                  <a:gd name="csY3" fmla="*/ 17 h 62777"/>
                  <a:gd name="csX4" fmla="*/ 8981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2" y="31406"/>
                    </a:moveTo>
                    <a:cubicBezTo>
                      <a:pt x="89812" y="48741"/>
                      <a:pt x="69724" y="62794"/>
                      <a:pt x="44944" y="62794"/>
                    </a:cubicBezTo>
                    <a:cubicBezTo>
                      <a:pt x="20165" y="62794"/>
                      <a:pt x="76" y="48741"/>
                      <a:pt x="76" y="31406"/>
                    </a:cubicBezTo>
                    <a:cubicBezTo>
                      <a:pt x="76" y="14070"/>
                      <a:pt x="20165" y="17"/>
                      <a:pt x="44944" y="17"/>
                    </a:cubicBezTo>
                    <a:cubicBezTo>
                      <a:pt x="69724" y="17"/>
                      <a:pt x="89812" y="14070"/>
                      <a:pt x="8981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6" name="任意多边形: 形状 125"/>
              <p:cNvSpPr/>
              <p:nvPr/>
            </p:nvSpPr>
            <p:spPr>
              <a:xfrm>
                <a:off x="3458140" y="2787317"/>
                <a:ext cx="89735" cy="62777"/>
              </a:xfrm>
              <a:custGeom>
                <a:avLst/>
                <a:gdLst>
                  <a:gd name="csX0" fmla="*/ 89812 w 89735"/>
                  <a:gd name="csY0" fmla="*/ 31406 h 62777"/>
                  <a:gd name="csX1" fmla="*/ 44944 w 89735"/>
                  <a:gd name="csY1" fmla="*/ 62795 h 62777"/>
                  <a:gd name="csX2" fmla="*/ 76 w 89735"/>
                  <a:gd name="csY2" fmla="*/ 31406 h 62777"/>
                  <a:gd name="csX3" fmla="*/ 44944 w 89735"/>
                  <a:gd name="csY3" fmla="*/ 18 h 62777"/>
                  <a:gd name="csX4" fmla="*/ 8981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2" y="31406"/>
                    </a:moveTo>
                    <a:cubicBezTo>
                      <a:pt x="89812" y="48742"/>
                      <a:pt x="69724" y="62795"/>
                      <a:pt x="44944" y="62795"/>
                    </a:cubicBezTo>
                    <a:cubicBezTo>
                      <a:pt x="20165" y="62795"/>
                      <a:pt x="76" y="48742"/>
                      <a:pt x="76" y="31406"/>
                    </a:cubicBezTo>
                    <a:cubicBezTo>
                      <a:pt x="76" y="14071"/>
                      <a:pt x="20165" y="18"/>
                      <a:pt x="44944" y="18"/>
                    </a:cubicBezTo>
                    <a:cubicBezTo>
                      <a:pt x="69724" y="18"/>
                      <a:pt x="89812" y="14071"/>
                      <a:pt x="8981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7" name="任意多边形: 形状 126"/>
              <p:cNvSpPr/>
              <p:nvPr/>
            </p:nvSpPr>
            <p:spPr>
              <a:xfrm>
                <a:off x="3645423" y="3374751"/>
                <a:ext cx="89735" cy="62777"/>
              </a:xfrm>
              <a:custGeom>
                <a:avLst/>
                <a:gdLst>
                  <a:gd name="csX0" fmla="*/ 89816 w 89735"/>
                  <a:gd name="csY0" fmla="*/ 31402 h 62777"/>
                  <a:gd name="csX1" fmla="*/ 44948 w 89735"/>
                  <a:gd name="csY1" fmla="*/ 62791 h 62777"/>
                  <a:gd name="csX2" fmla="*/ 80 w 89735"/>
                  <a:gd name="csY2" fmla="*/ 31402 h 62777"/>
                  <a:gd name="csX3" fmla="*/ 44948 w 89735"/>
                  <a:gd name="csY3" fmla="*/ 13 h 62777"/>
                  <a:gd name="csX4" fmla="*/ 89816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6" y="31402"/>
                    </a:moveTo>
                    <a:cubicBezTo>
                      <a:pt x="89816" y="48738"/>
                      <a:pt x="69728" y="62791"/>
                      <a:pt x="44948" y="62791"/>
                    </a:cubicBezTo>
                    <a:cubicBezTo>
                      <a:pt x="20168" y="62791"/>
                      <a:pt x="80" y="48738"/>
                      <a:pt x="80" y="31402"/>
                    </a:cubicBezTo>
                    <a:cubicBezTo>
                      <a:pt x="80" y="14067"/>
                      <a:pt x="20168" y="13"/>
                      <a:pt x="44948" y="13"/>
                    </a:cubicBezTo>
                    <a:cubicBezTo>
                      <a:pt x="69728" y="13"/>
                      <a:pt x="89816" y="14067"/>
                      <a:pt x="89816" y="31402"/>
                    </a:cubicBezTo>
                    <a:close/>
                  </a:path>
                </a:pathLst>
              </a:custGeom>
              <a:solidFill>
                <a:srgbClr val="3B3B3B"/>
              </a:solidFill>
              <a:ln w="10020" cap="rnd">
                <a:noFill/>
                <a:prstDash val="solid"/>
                <a:round/>
              </a:ln>
            </p:spPr>
            <p:txBody>
              <a:bodyPr/>
              <a:lstStyle/>
              <a:p>
                <a:endParaRPr lang="zh-CN" altLang="en-US" sz="2190"/>
              </a:p>
            </p:txBody>
          </p:sp>
          <p:sp>
            <p:nvSpPr>
              <p:cNvPr id="128" name="任意多边形: 形状 127"/>
              <p:cNvSpPr/>
              <p:nvPr/>
            </p:nvSpPr>
            <p:spPr>
              <a:xfrm>
                <a:off x="3645423" y="3276749"/>
                <a:ext cx="89735" cy="62777"/>
              </a:xfrm>
              <a:custGeom>
                <a:avLst/>
                <a:gdLst>
                  <a:gd name="csX0" fmla="*/ 89816 w 89735"/>
                  <a:gd name="csY0" fmla="*/ 31403 h 62777"/>
                  <a:gd name="csX1" fmla="*/ 44948 w 89735"/>
                  <a:gd name="csY1" fmla="*/ 62792 h 62777"/>
                  <a:gd name="csX2" fmla="*/ 80 w 89735"/>
                  <a:gd name="csY2" fmla="*/ 31403 h 62777"/>
                  <a:gd name="csX3" fmla="*/ 44948 w 89735"/>
                  <a:gd name="csY3" fmla="*/ 14 h 62777"/>
                  <a:gd name="csX4" fmla="*/ 89816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6" y="31403"/>
                    </a:moveTo>
                    <a:cubicBezTo>
                      <a:pt x="89816" y="48738"/>
                      <a:pt x="69728" y="62792"/>
                      <a:pt x="44948" y="62792"/>
                    </a:cubicBezTo>
                    <a:cubicBezTo>
                      <a:pt x="20168" y="62792"/>
                      <a:pt x="80" y="48738"/>
                      <a:pt x="80" y="31403"/>
                    </a:cubicBezTo>
                    <a:cubicBezTo>
                      <a:pt x="80" y="14067"/>
                      <a:pt x="20168" y="14"/>
                      <a:pt x="44948" y="14"/>
                    </a:cubicBezTo>
                    <a:cubicBezTo>
                      <a:pt x="69728" y="14"/>
                      <a:pt x="89816" y="14067"/>
                      <a:pt x="89816"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9" name="任意多边形: 形状 128"/>
              <p:cNvSpPr/>
              <p:nvPr/>
            </p:nvSpPr>
            <p:spPr>
              <a:xfrm>
                <a:off x="3645423" y="3178862"/>
                <a:ext cx="89735" cy="62777"/>
              </a:xfrm>
              <a:custGeom>
                <a:avLst/>
                <a:gdLst>
                  <a:gd name="csX0" fmla="*/ 89816 w 89735"/>
                  <a:gd name="csY0" fmla="*/ 31404 h 62777"/>
                  <a:gd name="csX1" fmla="*/ 44948 w 89735"/>
                  <a:gd name="csY1" fmla="*/ 62792 h 62777"/>
                  <a:gd name="csX2" fmla="*/ 80 w 89735"/>
                  <a:gd name="csY2" fmla="*/ 31404 h 62777"/>
                  <a:gd name="csX3" fmla="*/ 44948 w 89735"/>
                  <a:gd name="csY3" fmla="*/ 15 h 62777"/>
                  <a:gd name="csX4" fmla="*/ 8981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6" y="31404"/>
                    </a:moveTo>
                    <a:cubicBezTo>
                      <a:pt x="89816" y="48739"/>
                      <a:pt x="69728" y="62792"/>
                      <a:pt x="44948" y="62792"/>
                    </a:cubicBezTo>
                    <a:cubicBezTo>
                      <a:pt x="20168" y="62792"/>
                      <a:pt x="80" y="48739"/>
                      <a:pt x="80" y="31404"/>
                    </a:cubicBezTo>
                    <a:cubicBezTo>
                      <a:pt x="80" y="14068"/>
                      <a:pt x="20168" y="15"/>
                      <a:pt x="44948" y="15"/>
                    </a:cubicBezTo>
                    <a:cubicBezTo>
                      <a:pt x="69728" y="15"/>
                      <a:pt x="89816" y="14068"/>
                      <a:pt x="89816" y="31404"/>
                    </a:cubicBezTo>
                    <a:close/>
                  </a:path>
                </a:pathLst>
              </a:custGeom>
              <a:solidFill>
                <a:srgbClr val="3B3B3B"/>
              </a:solidFill>
              <a:ln w="10020" cap="rnd">
                <a:noFill/>
                <a:prstDash val="solid"/>
                <a:round/>
              </a:ln>
            </p:spPr>
            <p:txBody>
              <a:bodyPr/>
              <a:lstStyle/>
              <a:p>
                <a:endParaRPr lang="zh-CN" altLang="en-US" sz="2190"/>
              </a:p>
            </p:txBody>
          </p:sp>
          <p:sp>
            <p:nvSpPr>
              <p:cNvPr id="130" name="任意多边形: 形状 129"/>
              <p:cNvSpPr/>
              <p:nvPr/>
            </p:nvSpPr>
            <p:spPr>
              <a:xfrm>
                <a:off x="3645423" y="3080976"/>
                <a:ext cx="89735" cy="62777"/>
              </a:xfrm>
              <a:custGeom>
                <a:avLst/>
                <a:gdLst>
                  <a:gd name="csX0" fmla="*/ 89816 w 89735"/>
                  <a:gd name="csY0" fmla="*/ 31404 h 62777"/>
                  <a:gd name="csX1" fmla="*/ 44948 w 89735"/>
                  <a:gd name="csY1" fmla="*/ 62793 h 62777"/>
                  <a:gd name="csX2" fmla="*/ 80 w 89735"/>
                  <a:gd name="csY2" fmla="*/ 31404 h 62777"/>
                  <a:gd name="csX3" fmla="*/ 44948 w 89735"/>
                  <a:gd name="csY3" fmla="*/ 16 h 62777"/>
                  <a:gd name="csX4" fmla="*/ 8981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6" y="31404"/>
                    </a:moveTo>
                    <a:cubicBezTo>
                      <a:pt x="89816" y="48740"/>
                      <a:pt x="69728" y="62793"/>
                      <a:pt x="44948" y="62793"/>
                    </a:cubicBezTo>
                    <a:cubicBezTo>
                      <a:pt x="20168" y="62793"/>
                      <a:pt x="80" y="48740"/>
                      <a:pt x="80" y="31404"/>
                    </a:cubicBezTo>
                    <a:cubicBezTo>
                      <a:pt x="80" y="14069"/>
                      <a:pt x="20168" y="16"/>
                      <a:pt x="44948" y="16"/>
                    </a:cubicBezTo>
                    <a:cubicBezTo>
                      <a:pt x="69728" y="16"/>
                      <a:pt x="89816" y="14069"/>
                      <a:pt x="8981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1" name="任意多边形: 形状 130"/>
              <p:cNvSpPr/>
              <p:nvPr/>
            </p:nvSpPr>
            <p:spPr>
              <a:xfrm>
                <a:off x="3645423" y="2983090"/>
                <a:ext cx="89735" cy="62777"/>
              </a:xfrm>
              <a:custGeom>
                <a:avLst/>
                <a:gdLst>
                  <a:gd name="csX0" fmla="*/ 89816 w 89735"/>
                  <a:gd name="csY0" fmla="*/ 31405 h 62777"/>
                  <a:gd name="csX1" fmla="*/ 44948 w 89735"/>
                  <a:gd name="csY1" fmla="*/ 62794 h 62777"/>
                  <a:gd name="csX2" fmla="*/ 80 w 89735"/>
                  <a:gd name="csY2" fmla="*/ 31405 h 62777"/>
                  <a:gd name="csX3" fmla="*/ 44948 w 89735"/>
                  <a:gd name="csY3" fmla="*/ 16 h 62777"/>
                  <a:gd name="csX4" fmla="*/ 89816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6" y="31405"/>
                    </a:moveTo>
                    <a:cubicBezTo>
                      <a:pt x="89816" y="48741"/>
                      <a:pt x="69728" y="62794"/>
                      <a:pt x="44948" y="62794"/>
                    </a:cubicBezTo>
                    <a:cubicBezTo>
                      <a:pt x="20168" y="62794"/>
                      <a:pt x="80" y="48741"/>
                      <a:pt x="80" y="31405"/>
                    </a:cubicBezTo>
                    <a:cubicBezTo>
                      <a:pt x="80" y="14070"/>
                      <a:pt x="20168" y="16"/>
                      <a:pt x="44948" y="16"/>
                    </a:cubicBezTo>
                    <a:cubicBezTo>
                      <a:pt x="69728" y="16"/>
                      <a:pt x="89816" y="14070"/>
                      <a:pt x="89816"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2" name="任意多边形: 形状 131"/>
              <p:cNvSpPr/>
              <p:nvPr/>
            </p:nvSpPr>
            <p:spPr>
              <a:xfrm>
                <a:off x="3645423" y="2885204"/>
                <a:ext cx="89735" cy="62777"/>
              </a:xfrm>
              <a:custGeom>
                <a:avLst/>
                <a:gdLst>
                  <a:gd name="csX0" fmla="*/ 89816 w 89735"/>
                  <a:gd name="csY0" fmla="*/ 31406 h 62777"/>
                  <a:gd name="csX1" fmla="*/ 44948 w 89735"/>
                  <a:gd name="csY1" fmla="*/ 62794 h 62777"/>
                  <a:gd name="csX2" fmla="*/ 80 w 89735"/>
                  <a:gd name="csY2" fmla="*/ 31406 h 62777"/>
                  <a:gd name="csX3" fmla="*/ 44948 w 89735"/>
                  <a:gd name="csY3" fmla="*/ 17 h 62777"/>
                  <a:gd name="csX4" fmla="*/ 8981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6" y="31406"/>
                    </a:moveTo>
                    <a:cubicBezTo>
                      <a:pt x="89816" y="48741"/>
                      <a:pt x="69728" y="62794"/>
                      <a:pt x="44948" y="62794"/>
                    </a:cubicBezTo>
                    <a:cubicBezTo>
                      <a:pt x="20168" y="62794"/>
                      <a:pt x="80" y="48741"/>
                      <a:pt x="80" y="31406"/>
                    </a:cubicBezTo>
                    <a:cubicBezTo>
                      <a:pt x="80" y="14070"/>
                      <a:pt x="20168" y="17"/>
                      <a:pt x="44948" y="17"/>
                    </a:cubicBezTo>
                    <a:cubicBezTo>
                      <a:pt x="69728" y="17"/>
                      <a:pt x="89816" y="14070"/>
                      <a:pt x="8981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3" name="任意多边形: 形状 132"/>
              <p:cNvSpPr/>
              <p:nvPr/>
            </p:nvSpPr>
            <p:spPr>
              <a:xfrm>
                <a:off x="3645423" y="2787317"/>
                <a:ext cx="89735" cy="62777"/>
              </a:xfrm>
              <a:custGeom>
                <a:avLst/>
                <a:gdLst>
                  <a:gd name="csX0" fmla="*/ 89816 w 89735"/>
                  <a:gd name="csY0" fmla="*/ 31406 h 62777"/>
                  <a:gd name="csX1" fmla="*/ 44948 w 89735"/>
                  <a:gd name="csY1" fmla="*/ 62795 h 62777"/>
                  <a:gd name="csX2" fmla="*/ 80 w 89735"/>
                  <a:gd name="csY2" fmla="*/ 31406 h 62777"/>
                  <a:gd name="csX3" fmla="*/ 44948 w 89735"/>
                  <a:gd name="csY3" fmla="*/ 18 h 62777"/>
                  <a:gd name="csX4" fmla="*/ 8981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6" y="31406"/>
                    </a:moveTo>
                    <a:cubicBezTo>
                      <a:pt x="89816" y="48742"/>
                      <a:pt x="69728" y="62795"/>
                      <a:pt x="44948" y="62795"/>
                    </a:cubicBezTo>
                    <a:cubicBezTo>
                      <a:pt x="20168" y="62795"/>
                      <a:pt x="80" y="48742"/>
                      <a:pt x="80" y="31406"/>
                    </a:cubicBezTo>
                    <a:cubicBezTo>
                      <a:pt x="80" y="14071"/>
                      <a:pt x="20168" y="18"/>
                      <a:pt x="44948" y="18"/>
                    </a:cubicBezTo>
                    <a:cubicBezTo>
                      <a:pt x="69728" y="18"/>
                      <a:pt x="89816" y="14071"/>
                      <a:pt x="8981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4" name="任意多边形: 形状 133"/>
              <p:cNvSpPr/>
              <p:nvPr/>
            </p:nvSpPr>
            <p:spPr>
              <a:xfrm>
                <a:off x="3832705" y="3374751"/>
                <a:ext cx="89735" cy="62777"/>
              </a:xfrm>
              <a:custGeom>
                <a:avLst/>
                <a:gdLst>
                  <a:gd name="csX0" fmla="*/ 89819 w 89735"/>
                  <a:gd name="csY0" fmla="*/ 31402 h 62777"/>
                  <a:gd name="csX1" fmla="*/ 44951 w 89735"/>
                  <a:gd name="csY1" fmla="*/ 62791 h 62777"/>
                  <a:gd name="csX2" fmla="*/ 84 w 89735"/>
                  <a:gd name="csY2" fmla="*/ 31402 h 62777"/>
                  <a:gd name="csX3" fmla="*/ 44951 w 89735"/>
                  <a:gd name="csY3" fmla="*/ 13 h 62777"/>
                  <a:gd name="csX4" fmla="*/ 89819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9" y="31402"/>
                    </a:moveTo>
                    <a:cubicBezTo>
                      <a:pt x="89819" y="48738"/>
                      <a:pt x="69731" y="62791"/>
                      <a:pt x="44951" y="62791"/>
                    </a:cubicBezTo>
                    <a:cubicBezTo>
                      <a:pt x="20172" y="62791"/>
                      <a:pt x="84" y="48738"/>
                      <a:pt x="84" y="31402"/>
                    </a:cubicBezTo>
                    <a:cubicBezTo>
                      <a:pt x="84" y="14067"/>
                      <a:pt x="20172" y="13"/>
                      <a:pt x="44951" y="13"/>
                    </a:cubicBezTo>
                    <a:cubicBezTo>
                      <a:pt x="69731" y="13"/>
                      <a:pt x="89819" y="14067"/>
                      <a:pt x="89819" y="31402"/>
                    </a:cubicBezTo>
                    <a:close/>
                  </a:path>
                </a:pathLst>
              </a:custGeom>
              <a:solidFill>
                <a:srgbClr val="3B3B3B"/>
              </a:solidFill>
              <a:ln w="10020" cap="rnd">
                <a:noFill/>
                <a:prstDash val="solid"/>
                <a:round/>
              </a:ln>
            </p:spPr>
            <p:txBody>
              <a:bodyPr/>
              <a:lstStyle/>
              <a:p>
                <a:endParaRPr lang="zh-CN" altLang="en-US" sz="2190"/>
              </a:p>
            </p:txBody>
          </p:sp>
          <p:sp>
            <p:nvSpPr>
              <p:cNvPr id="135" name="任意多边形: 形状 134"/>
              <p:cNvSpPr/>
              <p:nvPr/>
            </p:nvSpPr>
            <p:spPr>
              <a:xfrm>
                <a:off x="3832705" y="3276749"/>
                <a:ext cx="89735" cy="62777"/>
              </a:xfrm>
              <a:custGeom>
                <a:avLst/>
                <a:gdLst>
                  <a:gd name="csX0" fmla="*/ 89819 w 89735"/>
                  <a:gd name="csY0" fmla="*/ 31403 h 62777"/>
                  <a:gd name="csX1" fmla="*/ 44951 w 89735"/>
                  <a:gd name="csY1" fmla="*/ 62792 h 62777"/>
                  <a:gd name="csX2" fmla="*/ 84 w 89735"/>
                  <a:gd name="csY2" fmla="*/ 31403 h 62777"/>
                  <a:gd name="csX3" fmla="*/ 44951 w 89735"/>
                  <a:gd name="csY3" fmla="*/ 14 h 62777"/>
                  <a:gd name="csX4" fmla="*/ 89819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9" y="31403"/>
                    </a:moveTo>
                    <a:cubicBezTo>
                      <a:pt x="89819" y="48738"/>
                      <a:pt x="69731" y="62792"/>
                      <a:pt x="44951" y="62792"/>
                    </a:cubicBezTo>
                    <a:cubicBezTo>
                      <a:pt x="20172" y="62792"/>
                      <a:pt x="84" y="48738"/>
                      <a:pt x="84" y="31403"/>
                    </a:cubicBezTo>
                    <a:cubicBezTo>
                      <a:pt x="84" y="14067"/>
                      <a:pt x="20172" y="14"/>
                      <a:pt x="44951" y="14"/>
                    </a:cubicBezTo>
                    <a:cubicBezTo>
                      <a:pt x="69731" y="14"/>
                      <a:pt x="89819" y="14067"/>
                      <a:pt x="89819"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6" name="任意多边形: 形状 135"/>
              <p:cNvSpPr/>
              <p:nvPr/>
            </p:nvSpPr>
            <p:spPr>
              <a:xfrm>
                <a:off x="3832705" y="3178862"/>
                <a:ext cx="89735" cy="62777"/>
              </a:xfrm>
              <a:custGeom>
                <a:avLst/>
                <a:gdLst>
                  <a:gd name="csX0" fmla="*/ 89819 w 89735"/>
                  <a:gd name="csY0" fmla="*/ 31404 h 62777"/>
                  <a:gd name="csX1" fmla="*/ 44951 w 89735"/>
                  <a:gd name="csY1" fmla="*/ 62792 h 62777"/>
                  <a:gd name="csX2" fmla="*/ 84 w 89735"/>
                  <a:gd name="csY2" fmla="*/ 31404 h 62777"/>
                  <a:gd name="csX3" fmla="*/ 44951 w 89735"/>
                  <a:gd name="csY3" fmla="*/ 15 h 62777"/>
                  <a:gd name="csX4" fmla="*/ 8981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9" y="31404"/>
                    </a:moveTo>
                    <a:cubicBezTo>
                      <a:pt x="89819" y="48739"/>
                      <a:pt x="69731" y="62792"/>
                      <a:pt x="44951" y="62792"/>
                    </a:cubicBezTo>
                    <a:cubicBezTo>
                      <a:pt x="20172" y="62792"/>
                      <a:pt x="84" y="48739"/>
                      <a:pt x="84" y="31404"/>
                    </a:cubicBezTo>
                    <a:cubicBezTo>
                      <a:pt x="84" y="14068"/>
                      <a:pt x="20172" y="15"/>
                      <a:pt x="44951" y="15"/>
                    </a:cubicBezTo>
                    <a:cubicBezTo>
                      <a:pt x="69731" y="15"/>
                      <a:pt x="89819" y="14068"/>
                      <a:pt x="8981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7" name="任意多边形: 形状 136"/>
              <p:cNvSpPr/>
              <p:nvPr/>
            </p:nvSpPr>
            <p:spPr>
              <a:xfrm>
                <a:off x="3832705" y="3080976"/>
                <a:ext cx="89735" cy="62777"/>
              </a:xfrm>
              <a:custGeom>
                <a:avLst/>
                <a:gdLst>
                  <a:gd name="csX0" fmla="*/ 89819 w 89735"/>
                  <a:gd name="csY0" fmla="*/ 31404 h 62777"/>
                  <a:gd name="csX1" fmla="*/ 44951 w 89735"/>
                  <a:gd name="csY1" fmla="*/ 62793 h 62777"/>
                  <a:gd name="csX2" fmla="*/ 84 w 89735"/>
                  <a:gd name="csY2" fmla="*/ 31404 h 62777"/>
                  <a:gd name="csX3" fmla="*/ 44951 w 89735"/>
                  <a:gd name="csY3" fmla="*/ 16 h 62777"/>
                  <a:gd name="csX4" fmla="*/ 8981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9" y="31404"/>
                    </a:moveTo>
                    <a:cubicBezTo>
                      <a:pt x="89819" y="48740"/>
                      <a:pt x="69731" y="62793"/>
                      <a:pt x="44951" y="62793"/>
                    </a:cubicBezTo>
                    <a:cubicBezTo>
                      <a:pt x="20172" y="62793"/>
                      <a:pt x="84" y="48740"/>
                      <a:pt x="84" y="31404"/>
                    </a:cubicBezTo>
                    <a:cubicBezTo>
                      <a:pt x="84" y="14069"/>
                      <a:pt x="20172" y="16"/>
                      <a:pt x="44951" y="16"/>
                    </a:cubicBezTo>
                    <a:cubicBezTo>
                      <a:pt x="69731" y="16"/>
                      <a:pt x="89819" y="14069"/>
                      <a:pt x="89819" y="31404"/>
                    </a:cubicBezTo>
                    <a:close/>
                  </a:path>
                </a:pathLst>
              </a:custGeom>
              <a:solidFill>
                <a:srgbClr val="3B3B3B"/>
              </a:solidFill>
              <a:ln w="10020" cap="rnd">
                <a:noFill/>
                <a:prstDash val="solid"/>
                <a:round/>
              </a:ln>
            </p:spPr>
            <p:txBody>
              <a:bodyPr/>
              <a:lstStyle/>
              <a:p>
                <a:endParaRPr lang="zh-CN" altLang="en-US" sz="2190"/>
              </a:p>
            </p:txBody>
          </p:sp>
          <p:sp>
            <p:nvSpPr>
              <p:cNvPr id="138" name="任意多边形: 形状 137"/>
              <p:cNvSpPr/>
              <p:nvPr/>
            </p:nvSpPr>
            <p:spPr>
              <a:xfrm>
                <a:off x="3832705" y="2983090"/>
                <a:ext cx="89735" cy="62777"/>
              </a:xfrm>
              <a:custGeom>
                <a:avLst/>
                <a:gdLst>
                  <a:gd name="csX0" fmla="*/ 89819 w 89735"/>
                  <a:gd name="csY0" fmla="*/ 31405 h 62777"/>
                  <a:gd name="csX1" fmla="*/ 44951 w 89735"/>
                  <a:gd name="csY1" fmla="*/ 62794 h 62777"/>
                  <a:gd name="csX2" fmla="*/ 84 w 89735"/>
                  <a:gd name="csY2" fmla="*/ 31405 h 62777"/>
                  <a:gd name="csX3" fmla="*/ 44951 w 89735"/>
                  <a:gd name="csY3" fmla="*/ 16 h 62777"/>
                  <a:gd name="csX4" fmla="*/ 89819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9" y="31405"/>
                    </a:moveTo>
                    <a:cubicBezTo>
                      <a:pt x="89819" y="48741"/>
                      <a:pt x="69731" y="62794"/>
                      <a:pt x="44951" y="62794"/>
                    </a:cubicBezTo>
                    <a:cubicBezTo>
                      <a:pt x="20172" y="62794"/>
                      <a:pt x="84" y="48741"/>
                      <a:pt x="84" y="31405"/>
                    </a:cubicBezTo>
                    <a:cubicBezTo>
                      <a:pt x="84" y="14070"/>
                      <a:pt x="20172" y="16"/>
                      <a:pt x="44951" y="16"/>
                    </a:cubicBezTo>
                    <a:cubicBezTo>
                      <a:pt x="69731" y="16"/>
                      <a:pt x="89819" y="14070"/>
                      <a:pt x="89819"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9" name="任意多边形: 形状 138"/>
              <p:cNvSpPr/>
              <p:nvPr/>
            </p:nvSpPr>
            <p:spPr>
              <a:xfrm>
                <a:off x="3832705" y="2885204"/>
                <a:ext cx="89735" cy="62777"/>
              </a:xfrm>
              <a:custGeom>
                <a:avLst/>
                <a:gdLst>
                  <a:gd name="csX0" fmla="*/ 89819 w 89735"/>
                  <a:gd name="csY0" fmla="*/ 31406 h 62777"/>
                  <a:gd name="csX1" fmla="*/ 44951 w 89735"/>
                  <a:gd name="csY1" fmla="*/ 62794 h 62777"/>
                  <a:gd name="csX2" fmla="*/ 84 w 89735"/>
                  <a:gd name="csY2" fmla="*/ 31406 h 62777"/>
                  <a:gd name="csX3" fmla="*/ 44951 w 89735"/>
                  <a:gd name="csY3" fmla="*/ 17 h 62777"/>
                  <a:gd name="csX4" fmla="*/ 8981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9" y="31406"/>
                    </a:moveTo>
                    <a:cubicBezTo>
                      <a:pt x="89819" y="48741"/>
                      <a:pt x="69731" y="62794"/>
                      <a:pt x="44951" y="62794"/>
                    </a:cubicBezTo>
                    <a:cubicBezTo>
                      <a:pt x="20172" y="62794"/>
                      <a:pt x="84" y="48741"/>
                      <a:pt x="84" y="31406"/>
                    </a:cubicBezTo>
                    <a:cubicBezTo>
                      <a:pt x="84" y="14070"/>
                      <a:pt x="20172" y="17"/>
                      <a:pt x="44951" y="17"/>
                    </a:cubicBezTo>
                    <a:cubicBezTo>
                      <a:pt x="69731" y="17"/>
                      <a:pt x="89819" y="14070"/>
                      <a:pt x="8981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0" name="任意多边形: 形状 139"/>
              <p:cNvSpPr/>
              <p:nvPr/>
            </p:nvSpPr>
            <p:spPr>
              <a:xfrm>
                <a:off x="3832705" y="2787317"/>
                <a:ext cx="89735" cy="62777"/>
              </a:xfrm>
              <a:custGeom>
                <a:avLst/>
                <a:gdLst>
                  <a:gd name="csX0" fmla="*/ 89819 w 89735"/>
                  <a:gd name="csY0" fmla="*/ 31406 h 62777"/>
                  <a:gd name="csX1" fmla="*/ 44951 w 89735"/>
                  <a:gd name="csY1" fmla="*/ 62795 h 62777"/>
                  <a:gd name="csX2" fmla="*/ 84 w 89735"/>
                  <a:gd name="csY2" fmla="*/ 31406 h 62777"/>
                  <a:gd name="csX3" fmla="*/ 44951 w 89735"/>
                  <a:gd name="csY3" fmla="*/ 18 h 62777"/>
                  <a:gd name="csX4" fmla="*/ 8981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9" y="31406"/>
                    </a:moveTo>
                    <a:cubicBezTo>
                      <a:pt x="89819" y="48742"/>
                      <a:pt x="69731" y="62795"/>
                      <a:pt x="44951" y="62795"/>
                    </a:cubicBezTo>
                    <a:cubicBezTo>
                      <a:pt x="20172" y="62795"/>
                      <a:pt x="84" y="48742"/>
                      <a:pt x="84" y="31406"/>
                    </a:cubicBezTo>
                    <a:cubicBezTo>
                      <a:pt x="84" y="14071"/>
                      <a:pt x="20172" y="18"/>
                      <a:pt x="44951" y="18"/>
                    </a:cubicBezTo>
                    <a:cubicBezTo>
                      <a:pt x="69731" y="18"/>
                      <a:pt x="89819" y="14071"/>
                      <a:pt x="8981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1" name="任意多边形: 形状 140"/>
              <p:cNvSpPr/>
              <p:nvPr/>
            </p:nvSpPr>
            <p:spPr>
              <a:xfrm>
                <a:off x="4020153" y="3374751"/>
                <a:ext cx="89735" cy="62777"/>
              </a:xfrm>
              <a:custGeom>
                <a:avLst/>
                <a:gdLst>
                  <a:gd name="csX0" fmla="*/ 89823 w 89735"/>
                  <a:gd name="csY0" fmla="*/ 31402 h 62777"/>
                  <a:gd name="csX1" fmla="*/ 44955 w 89735"/>
                  <a:gd name="csY1" fmla="*/ 62791 h 62777"/>
                  <a:gd name="csX2" fmla="*/ 87 w 89735"/>
                  <a:gd name="csY2" fmla="*/ 31402 h 62777"/>
                  <a:gd name="csX3" fmla="*/ 44955 w 89735"/>
                  <a:gd name="csY3" fmla="*/ 13 h 62777"/>
                  <a:gd name="csX4" fmla="*/ 8982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23" y="31402"/>
                    </a:moveTo>
                    <a:cubicBezTo>
                      <a:pt x="89823" y="48738"/>
                      <a:pt x="69735" y="62791"/>
                      <a:pt x="44955" y="62791"/>
                    </a:cubicBezTo>
                    <a:cubicBezTo>
                      <a:pt x="20175" y="62791"/>
                      <a:pt x="87" y="48738"/>
                      <a:pt x="87" y="31402"/>
                    </a:cubicBezTo>
                    <a:cubicBezTo>
                      <a:pt x="87" y="14067"/>
                      <a:pt x="20175" y="13"/>
                      <a:pt x="44955" y="13"/>
                    </a:cubicBezTo>
                    <a:cubicBezTo>
                      <a:pt x="69735" y="13"/>
                      <a:pt x="89823" y="14067"/>
                      <a:pt x="89823" y="31402"/>
                    </a:cubicBezTo>
                    <a:close/>
                  </a:path>
                </a:pathLst>
              </a:custGeom>
              <a:solidFill>
                <a:srgbClr val="3B3B3B"/>
              </a:solidFill>
              <a:ln w="10020" cap="rnd">
                <a:noFill/>
                <a:prstDash val="solid"/>
                <a:round/>
              </a:ln>
            </p:spPr>
            <p:txBody>
              <a:bodyPr/>
              <a:lstStyle/>
              <a:p>
                <a:endParaRPr lang="zh-CN" altLang="en-US" sz="2190"/>
              </a:p>
            </p:txBody>
          </p:sp>
          <p:sp>
            <p:nvSpPr>
              <p:cNvPr id="142" name="任意多边形: 形状 141"/>
              <p:cNvSpPr/>
              <p:nvPr/>
            </p:nvSpPr>
            <p:spPr>
              <a:xfrm>
                <a:off x="4020153" y="3276749"/>
                <a:ext cx="89735" cy="62777"/>
              </a:xfrm>
              <a:custGeom>
                <a:avLst/>
                <a:gdLst>
                  <a:gd name="csX0" fmla="*/ 89823 w 89735"/>
                  <a:gd name="csY0" fmla="*/ 31403 h 62777"/>
                  <a:gd name="csX1" fmla="*/ 44955 w 89735"/>
                  <a:gd name="csY1" fmla="*/ 62792 h 62777"/>
                  <a:gd name="csX2" fmla="*/ 87 w 89735"/>
                  <a:gd name="csY2" fmla="*/ 31403 h 62777"/>
                  <a:gd name="csX3" fmla="*/ 44955 w 89735"/>
                  <a:gd name="csY3" fmla="*/ 14 h 62777"/>
                  <a:gd name="csX4" fmla="*/ 8982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23" y="31403"/>
                    </a:moveTo>
                    <a:cubicBezTo>
                      <a:pt x="89823" y="48738"/>
                      <a:pt x="69735" y="62792"/>
                      <a:pt x="44955" y="62792"/>
                    </a:cubicBezTo>
                    <a:cubicBezTo>
                      <a:pt x="20175" y="62792"/>
                      <a:pt x="87" y="48738"/>
                      <a:pt x="87" y="31403"/>
                    </a:cubicBezTo>
                    <a:cubicBezTo>
                      <a:pt x="87" y="14067"/>
                      <a:pt x="20175" y="14"/>
                      <a:pt x="44955" y="14"/>
                    </a:cubicBezTo>
                    <a:cubicBezTo>
                      <a:pt x="69735" y="14"/>
                      <a:pt x="89823" y="14067"/>
                      <a:pt x="89823" y="31403"/>
                    </a:cubicBezTo>
                    <a:close/>
                  </a:path>
                </a:pathLst>
              </a:custGeom>
              <a:solidFill>
                <a:srgbClr val="3B3B3B"/>
              </a:solidFill>
              <a:ln w="10020" cap="rnd">
                <a:noFill/>
                <a:prstDash val="solid"/>
                <a:round/>
              </a:ln>
            </p:spPr>
            <p:txBody>
              <a:bodyPr/>
              <a:lstStyle/>
              <a:p>
                <a:endParaRPr lang="zh-CN" altLang="en-US" sz="2190"/>
              </a:p>
            </p:txBody>
          </p:sp>
          <p:sp>
            <p:nvSpPr>
              <p:cNvPr id="143" name="任意多边形: 形状 142"/>
              <p:cNvSpPr/>
              <p:nvPr/>
            </p:nvSpPr>
            <p:spPr>
              <a:xfrm>
                <a:off x="4020153" y="3178862"/>
                <a:ext cx="89735" cy="62777"/>
              </a:xfrm>
              <a:custGeom>
                <a:avLst/>
                <a:gdLst>
                  <a:gd name="csX0" fmla="*/ 89823 w 89735"/>
                  <a:gd name="csY0" fmla="*/ 31404 h 62777"/>
                  <a:gd name="csX1" fmla="*/ 44955 w 89735"/>
                  <a:gd name="csY1" fmla="*/ 62792 h 62777"/>
                  <a:gd name="csX2" fmla="*/ 87 w 89735"/>
                  <a:gd name="csY2" fmla="*/ 31404 h 62777"/>
                  <a:gd name="csX3" fmla="*/ 44955 w 89735"/>
                  <a:gd name="csY3" fmla="*/ 15 h 62777"/>
                  <a:gd name="csX4" fmla="*/ 8982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3" y="31404"/>
                    </a:moveTo>
                    <a:cubicBezTo>
                      <a:pt x="89823" y="48739"/>
                      <a:pt x="69735" y="62792"/>
                      <a:pt x="44955" y="62792"/>
                    </a:cubicBezTo>
                    <a:cubicBezTo>
                      <a:pt x="20175" y="62792"/>
                      <a:pt x="87" y="48739"/>
                      <a:pt x="87" y="31404"/>
                    </a:cubicBezTo>
                    <a:cubicBezTo>
                      <a:pt x="87" y="14068"/>
                      <a:pt x="20175" y="15"/>
                      <a:pt x="44955" y="15"/>
                    </a:cubicBezTo>
                    <a:cubicBezTo>
                      <a:pt x="69735" y="15"/>
                      <a:pt x="89823" y="14068"/>
                      <a:pt x="89823" y="31404"/>
                    </a:cubicBezTo>
                    <a:close/>
                  </a:path>
                </a:pathLst>
              </a:custGeom>
              <a:solidFill>
                <a:srgbClr val="3B3B3B"/>
              </a:solidFill>
              <a:ln w="10020" cap="rnd">
                <a:noFill/>
                <a:prstDash val="solid"/>
                <a:round/>
              </a:ln>
            </p:spPr>
            <p:txBody>
              <a:bodyPr/>
              <a:lstStyle/>
              <a:p>
                <a:endParaRPr lang="zh-CN" altLang="en-US" sz="2190"/>
              </a:p>
            </p:txBody>
          </p:sp>
          <p:sp>
            <p:nvSpPr>
              <p:cNvPr id="144" name="任意多边形: 形状 143"/>
              <p:cNvSpPr/>
              <p:nvPr/>
            </p:nvSpPr>
            <p:spPr>
              <a:xfrm>
                <a:off x="4020153" y="3080976"/>
                <a:ext cx="89735" cy="62777"/>
              </a:xfrm>
              <a:custGeom>
                <a:avLst/>
                <a:gdLst>
                  <a:gd name="csX0" fmla="*/ 89823 w 89735"/>
                  <a:gd name="csY0" fmla="*/ 31404 h 62777"/>
                  <a:gd name="csX1" fmla="*/ 44955 w 89735"/>
                  <a:gd name="csY1" fmla="*/ 62793 h 62777"/>
                  <a:gd name="csX2" fmla="*/ 87 w 89735"/>
                  <a:gd name="csY2" fmla="*/ 31404 h 62777"/>
                  <a:gd name="csX3" fmla="*/ 44955 w 89735"/>
                  <a:gd name="csY3" fmla="*/ 16 h 62777"/>
                  <a:gd name="csX4" fmla="*/ 8982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3" y="31404"/>
                    </a:moveTo>
                    <a:cubicBezTo>
                      <a:pt x="89823" y="48740"/>
                      <a:pt x="69735" y="62793"/>
                      <a:pt x="44955" y="62793"/>
                    </a:cubicBezTo>
                    <a:cubicBezTo>
                      <a:pt x="20175" y="62793"/>
                      <a:pt x="87" y="48740"/>
                      <a:pt x="87" y="31404"/>
                    </a:cubicBezTo>
                    <a:cubicBezTo>
                      <a:pt x="87" y="14069"/>
                      <a:pt x="20175" y="16"/>
                      <a:pt x="44955" y="16"/>
                    </a:cubicBezTo>
                    <a:cubicBezTo>
                      <a:pt x="69735" y="16"/>
                      <a:pt x="89823" y="14069"/>
                      <a:pt x="8982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5" name="任意多边形: 形状 144"/>
              <p:cNvSpPr/>
              <p:nvPr/>
            </p:nvSpPr>
            <p:spPr>
              <a:xfrm>
                <a:off x="4020153" y="2983090"/>
                <a:ext cx="89735" cy="62777"/>
              </a:xfrm>
              <a:custGeom>
                <a:avLst/>
                <a:gdLst>
                  <a:gd name="csX0" fmla="*/ 89823 w 89735"/>
                  <a:gd name="csY0" fmla="*/ 31405 h 62777"/>
                  <a:gd name="csX1" fmla="*/ 44955 w 89735"/>
                  <a:gd name="csY1" fmla="*/ 62794 h 62777"/>
                  <a:gd name="csX2" fmla="*/ 87 w 89735"/>
                  <a:gd name="csY2" fmla="*/ 31405 h 62777"/>
                  <a:gd name="csX3" fmla="*/ 44955 w 89735"/>
                  <a:gd name="csY3" fmla="*/ 16 h 62777"/>
                  <a:gd name="csX4" fmla="*/ 8982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23" y="31405"/>
                    </a:moveTo>
                    <a:cubicBezTo>
                      <a:pt x="89823" y="48741"/>
                      <a:pt x="69735" y="62794"/>
                      <a:pt x="44955" y="62794"/>
                    </a:cubicBezTo>
                    <a:cubicBezTo>
                      <a:pt x="20175" y="62794"/>
                      <a:pt x="87" y="48741"/>
                      <a:pt x="87" y="31405"/>
                    </a:cubicBezTo>
                    <a:cubicBezTo>
                      <a:pt x="87" y="14070"/>
                      <a:pt x="20175" y="16"/>
                      <a:pt x="44955" y="16"/>
                    </a:cubicBezTo>
                    <a:cubicBezTo>
                      <a:pt x="69735" y="16"/>
                      <a:pt x="89823" y="14070"/>
                      <a:pt x="89823"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6" name="任意多边形: 形状 145"/>
              <p:cNvSpPr/>
              <p:nvPr/>
            </p:nvSpPr>
            <p:spPr>
              <a:xfrm>
                <a:off x="4020153" y="2885204"/>
                <a:ext cx="89735" cy="62777"/>
              </a:xfrm>
              <a:custGeom>
                <a:avLst/>
                <a:gdLst>
                  <a:gd name="csX0" fmla="*/ 89823 w 89735"/>
                  <a:gd name="csY0" fmla="*/ 31406 h 62777"/>
                  <a:gd name="csX1" fmla="*/ 44955 w 89735"/>
                  <a:gd name="csY1" fmla="*/ 62794 h 62777"/>
                  <a:gd name="csX2" fmla="*/ 87 w 89735"/>
                  <a:gd name="csY2" fmla="*/ 31406 h 62777"/>
                  <a:gd name="csX3" fmla="*/ 44955 w 89735"/>
                  <a:gd name="csY3" fmla="*/ 17 h 62777"/>
                  <a:gd name="csX4" fmla="*/ 8982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3" y="31406"/>
                    </a:moveTo>
                    <a:cubicBezTo>
                      <a:pt x="89823" y="48741"/>
                      <a:pt x="69735" y="62794"/>
                      <a:pt x="44955" y="62794"/>
                    </a:cubicBezTo>
                    <a:cubicBezTo>
                      <a:pt x="20175" y="62794"/>
                      <a:pt x="87" y="48741"/>
                      <a:pt x="87" y="31406"/>
                    </a:cubicBezTo>
                    <a:cubicBezTo>
                      <a:pt x="87" y="14070"/>
                      <a:pt x="20175" y="17"/>
                      <a:pt x="44955" y="17"/>
                    </a:cubicBezTo>
                    <a:cubicBezTo>
                      <a:pt x="69735" y="17"/>
                      <a:pt x="89823" y="14070"/>
                      <a:pt x="8982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7" name="任意多边形: 形状 146"/>
              <p:cNvSpPr/>
              <p:nvPr/>
            </p:nvSpPr>
            <p:spPr>
              <a:xfrm>
                <a:off x="4020153" y="2787317"/>
                <a:ext cx="89735" cy="62777"/>
              </a:xfrm>
              <a:custGeom>
                <a:avLst/>
                <a:gdLst>
                  <a:gd name="csX0" fmla="*/ 89823 w 89735"/>
                  <a:gd name="csY0" fmla="*/ 31406 h 62777"/>
                  <a:gd name="csX1" fmla="*/ 44955 w 89735"/>
                  <a:gd name="csY1" fmla="*/ 62795 h 62777"/>
                  <a:gd name="csX2" fmla="*/ 87 w 89735"/>
                  <a:gd name="csY2" fmla="*/ 31406 h 62777"/>
                  <a:gd name="csX3" fmla="*/ 44955 w 89735"/>
                  <a:gd name="csY3" fmla="*/ 18 h 62777"/>
                  <a:gd name="csX4" fmla="*/ 8982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3" y="31406"/>
                    </a:moveTo>
                    <a:cubicBezTo>
                      <a:pt x="89823" y="48742"/>
                      <a:pt x="69735" y="62795"/>
                      <a:pt x="44955" y="62795"/>
                    </a:cubicBezTo>
                    <a:cubicBezTo>
                      <a:pt x="20175" y="62795"/>
                      <a:pt x="87" y="48742"/>
                      <a:pt x="87" y="31406"/>
                    </a:cubicBezTo>
                    <a:cubicBezTo>
                      <a:pt x="87" y="14071"/>
                      <a:pt x="20175" y="18"/>
                      <a:pt x="44955" y="18"/>
                    </a:cubicBezTo>
                    <a:cubicBezTo>
                      <a:pt x="69735" y="18"/>
                      <a:pt x="89823" y="14071"/>
                      <a:pt x="8982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8" name="任意多边形: 形状 147"/>
              <p:cNvSpPr/>
              <p:nvPr/>
            </p:nvSpPr>
            <p:spPr>
              <a:xfrm>
                <a:off x="4207435" y="3374751"/>
                <a:ext cx="89735" cy="62777"/>
              </a:xfrm>
              <a:custGeom>
                <a:avLst/>
                <a:gdLst>
                  <a:gd name="csX0" fmla="*/ 89826 w 89735"/>
                  <a:gd name="csY0" fmla="*/ 31402 h 62777"/>
                  <a:gd name="csX1" fmla="*/ 44958 w 89735"/>
                  <a:gd name="csY1" fmla="*/ 62791 h 62777"/>
                  <a:gd name="csX2" fmla="*/ 90 w 89735"/>
                  <a:gd name="csY2" fmla="*/ 31402 h 62777"/>
                  <a:gd name="csX3" fmla="*/ 44958 w 89735"/>
                  <a:gd name="csY3" fmla="*/ 13 h 62777"/>
                  <a:gd name="csX4" fmla="*/ 89826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26" y="31402"/>
                    </a:moveTo>
                    <a:cubicBezTo>
                      <a:pt x="89826" y="48738"/>
                      <a:pt x="69738" y="62791"/>
                      <a:pt x="44958" y="62791"/>
                    </a:cubicBezTo>
                    <a:cubicBezTo>
                      <a:pt x="20178" y="62791"/>
                      <a:pt x="90" y="48738"/>
                      <a:pt x="90" y="31402"/>
                    </a:cubicBezTo>
                    <a:cubicBezTo>
                      <a:pt x="90" y="14067"/>
                      <a:pt x="20178" y="13"/>
                      <a:pt x="44958" y="13"/>
                    </a:cubicBezTo>
                    <a:cubicBezTo>
                      <a:pt x="69738" y="13"/>
                      <a:pt x="89826" y="14067"/>
                      <a:pt x="89826" y="31402"/>
                    </a:cubicBezTo>
                    <a:close/>
                  </a:path>
                </a:pathLst>
              </a:custGeom>
              <a:solidFill>
                <a:srgbClr val="3B3B3B"/>
              </a:solidFill>
              <a:ln w="10020" cap="rnd">
                <a:noFill/>
                <a:prstDash val="solid"/>
                <a:round/>
              </a:ln>
            </p:spPr>
            <p:txBody>
              <a:bodyPr/>
              <a:lstStyle/>
              <a:p>
                <a:endParaRPr lang="zh-CN" altLang="en-US" sz="2190"/>
              </a:p>
            </p:txBody>
          </p:sp>
          <p:sp>
            <p:nvSpPr>
              <p:cNvPr id="149" name="任意多边形: 形状 148"/>
              <p:cNvSpPr/>
              <p:nvPr/>
            </p:nvSpPr>
            <p:spPr>
              <a:xfrm>
                <a:off x="4207435" y="3276749"/>
                <a:ext cx="89735" cy="62777"/>
              </a:xfrm>
              <a:custGeom>
                <a:avLst/>
                <a:gdLst>
                  <a:gd name="csX0" fmla="*/ 89826 w 89735"/>
                  <a:gd name="csY0" fmla="*/ 31403 h 62777"/>
                  <a:gd name="csX1" fmla="*/ 44958 w 89735"/>
                  <a:gd name="csY1" fmla="*/ 62792 h 62777"/>
                  <a:gd name="csX2" fmla="*/ 90 w 89735"/>
                  <a:gd name="csY2" fmla="*/ 31403 h 62777"/>
                  <a:gd name="csX3" fmla="*/ 44958 w 89735"/>
                  <a:gd name="csY3" fmla="*/ 14 h 62777"/>
                  <a:gd name="csX4" fmla="*/ 89826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26" y="31403"/>
                    </a:moveTo>
                    <a:cubicBezTo>
                      <a:pt x="89826" y="48738"/>
                      <a:pt x="69738" y="62792"/>
                      <a:pt x="44958" y="62792"/>
                    </a:cubicBezTo>
                    <a:cubicBezTo>
                      <a:pt x="20178" y="62792"/>
                      <a:pt x="90" y="48738"/>
                      <a:pt x="90" y="31403"/>
                    </a:cubicBezTo>
                    <a:cubicBezTo>
                      <a:pt x="90" y="14067"/>
                      <a:pt x="20178" y="14"/>
                      <a:pt x="44958" y="14"/>
                    </a:cubicBezTo>
                    <a:cubicBezTo>
                      <a:pt x="69738" y="14"/>
                      <a:pt x="89826" y="14067"/>
                      <a:pt x="89826"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0" name="任意多边形: 形状 149"/>
              <p:cNvSpPr/>
              <p:nvPr/>
            </p:nvSpPr>
            <p:spPr>
              <a:xfrm>
                <a:off x="4207435" y="3178862"/>
                <a:ext cx="89735" cy="62777"/>
              </a:xfrm>
              <a:custGeom>
                <a:avLst/>
                <a:gdLst>
                  <a:gd name="csX0" fmla="*/ 89826 w 89735"/>
                  <a:gd name="csY0" fmla="*/ 31404 h 62777"/>
                  <a:gd name="csX1" fmla="*/ 44958 w 89735"/>
                  <a:gd name="csY1" fmla="*/ 62792 h 62777"/>
                  <a:gd name="csX2" fmla="*/ 90 w 89735"/>
                  <a:gd name="csY2" fmla="*/ 31404 h 62777"/>
                  <a:gd name="csX3" fmla="*/ 44958 w 89735"/>
                  <a:gd name="csY3" fmla="*/ 15 h 62777"/>
                  <a:gd name="csX4" fmla="*/ 8982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6" y="31404"/>
                    </a:moveTo>
                    <a:cubicBezTo>
                      <a:pt x="89826" y="48739"/>
                      <a:pt x="69738" y="62792"/>
                      <a:pt x="44958" y="62792"/>
                    </a:cubicBezTo>
                    <a:cubicBezTo>
                      <a:pt x="20178" y="62792"/>
                      <a:pt x="90" y="48739"/>
                      <a:pt x="90" y="31404"/>
                    </a:cubicBezTo>
                    <a:cubicBezTo>
                      <a:pt x="90" y="14068"/>
                      <a:pt x="20178" y="15"/>
                      <a:pt x="44958" y="15"/>
                    </a:cubicBezTo>
                    <a:cubicBezTo>
                      <a:pt x="69738" y="15"/>
                      <a:pt x="89826" y="14068"/>
                      <a:pt x="8982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1" name="任意多边形: 形状 150"/>
              <p:cNvSpPr/>
              <p:nvPr/>
            </p:nvSpPr>
            <p:spPr>
              <a:xfrm>
                <a:off x="4207435" y="3080976"/>
                <a:ext cx="89735" cy="62777"/>
              </a:xfrm>
              <a:custGeom>
                <a:avLst/>
                <a:gdLst>
                  <a:gd name="csX0" fmla="*/ 89826 w 89735"/>
                  <a:gd name="csY0" fmla="*/ 31404 h 62777"/>
                  <a:gd name="csX1" fmla="*/ 44958 w 89735"/>
                  <a:gd name="csY1" fmla="*/ 62793 h 62777"/>
                  <a:gd name="csX2" fmla="*/ 90 w 89735"/>
                  <a:gd name="csY2" fmla="*/ 31404 h 62777"/>
                  <a:gd name="csX3" fmla="*/ 44958 w 89735"/>
                  <a:gd name="csY3" fmla="*/ 16 h 62777"/>
                  <a:gd name="csX4" fmla="*/ 8982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6" y="31404"/>
                    </a:moveTo>
                    <a:cubicBezTo>
                      <a:pt x="89826" y="48740"/>
                      <a:pt x="69738" y="62793"/>
                      <a:pt x="44958" y="62793"/>
                    </a:cubicBezTo>
                    <a:cubicBezTo>
                      <a:pt x="20178" y="62793"/>
                      <a:pt x="90" y="48740"/>
                      <a:pt x="90" y="31404"/>
                    </a:cubicBezTo>
                    <a:cubicBezTo>
                      <a:pt x="90" y="14069"/>
                      <a:pt x="20178" y="16"/>
                      <a:pt x="44958" y="16"/>
                    </a:cubicBezTo>
                    <a:cubicBezTo>
                      <a:pt x="69738" y="16"/>
                      <a:pt x="89826" y="14069"/>
                      <a:pt x="8982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2" name="任意多边形: 形状 151"/>
              <p:cNvSpPr/>
              <p:nvPr/>
            </p:nvSpPr>
            <p:spPr>
              <a:xfrm>
                <a:off x="4207435" y="2983090"/>
                <a:ext cx="89735" cy="62777"/>
              </a:xfrm>
              <a:custGeom>
                <a:avLst/>
                <a:gdLst>
                  <a:gd name="csX0" fmla="*/ 89826 w 89735"/>
                  <a:gd name="csY0" fmla="*/ 31405 h 62777"/>
                  <a:gd name="csX1" fmla="*/ 44958 w 89735"/>
                  <a:gd name="csY1" fmla="*/ 62794 h 62777"/>
                  <a:gd name="csX2" fmla="*/ 90 w 89735"/>
                  <a:gd name="csY2" fmla="*/ 31405 h 62777"/>
                  <a:gd name="csX3" fmla="*/ 44958 w 89735"/>
                  <a:gd name="csY3" fmla="*/ 16 h 62777"/>
                  <a:gd name="csX4" fmla="*/ 89826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26" y="31405"/>
                    </a:moveTo>
                    <a:cubicBezTo>
                      <a:pt x="89826" y="48741"/>
                      <a:pt x="69738" y="62794"/>
                      <a:pt x="44958" y="62794"/>
                    </a:cubicBezTo>
                    <a:cubicBezTo>
                      <a:pt x="20178" y="62794"/>
                      <a:pt x="90" y="48741"/>
                      <a:pt x="90" y="31405"/>
                    </a:cubicBezTo>
                    <a:cubicBezTo>
                      <a:pt x="90" y="14070"/>
                      <a:pt x="20178" y="16"/>
                      <a:pt x="44958" y="16"/>
                    </a:cubicBezTo>
                    <a:cubicBezTo>
                      <a:pt x="69738" y="16"/>
                      <a:pt x="89826" y="14070"/>
                      <a:pt x="89826" y="31405"/>
                    </a:cubicBezTo>
                    <a:close/>
                  </a:path>
                </a:pathLst>
              </a:custGeom>
              <a:solidFill>
                <a:srgbClr val="3B3B3B"/>
              </a:solidFill>
              <a:ln w="10020" cap="rnd">
                <a:noFill/>
                <a:prstDash val="solid"/>
                <a:round/>
              </a:ln>
            </p:spPr>
            <p:txBody>
              <a:bodyPr/>
              <a:lstStyle/>
              <a:p>
                <a:endParaRPr lang="zh-CN" altLang="en-US" sz="2190"/>
              </a:p>
            </p:txBody>
          </p:sp>
          <p:sp>
            <p:nvSpPr>
              <p:cNvPr id="153" name="任意多边形: 形状 152"/>
              <p:cNvSpPr/>
              <p:nvPr/>
            </p:nvSpPr>
            <p:spPr>
              <a:xfrm>
                <a:off x="4207435" y="2885204"/>
                <a:ext cx="89735" cy="62777"/>
              </a:xfrm>
              <a:custGeom>
                <a:avLst/>
                <a:gdLst>
                  <a:gd name="csX0" fmla="*/ 89826 w 89735"/>
                  <a:gd name="csY0" fmla="*/ 31406 h 62777"/>
                  <a:gd name="csX1" fmla="*/ 44958 w 89735"/>
                  <a:gd name="csY1" fmla="*/ 62794 h 62777"/>
                  <a:gd name="csX2" fmla="*/ 90 w 89735"/>
                  <a:gd name="csY2" fmla="*/ 31406 h 62777"/>
                  <a:gd name="csX3" fmla="*/ 44958 w 89735"/>
                  <a:gd name="csY3" fmla="*/ 17 h 62777"/>
                  <a:gd name="csX4" fmla="*/ 8982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6" y="31406"/>
                    </a:moveTo>
                    <a:cubicBezTo>
                      <a:pt x="89826" y="48741"/>
                      <a:pt x="69738" y="62794"/>
                      <a:pt x="44958" y="62794"/>
                    </a:cubicBezTo>
                    <a:cubicBezTo>
                      <a:pt x="20178" y="62794"/>
                      <a:pt x="90" y="48741"/>
                      <a:pt x="90" y="31406"/>
                    </a:cubicBezTo>
                    <a:cubicBezTo>
                      <a:pt x="90" y="14070"/>
                      <a:pt x="20178" y="17"/>
                      <a:pt x="44958" y="17"/>
                    </a:cubicBezTo>
                    <a:cubicBezTo>
                      <a:pt x="69738" y="17"/>
                      <a:pt x="89826" y="14070"/>
                      <a:pt x="8982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4" name="任意多边形: 形状 153"/>
              <p:cNvSpPr/>
              <p:nvPr/>
            </p:nvSpPr>
            <p:spPr>
              <a:xfrm>
                <a:off x="4207435" y="2787317"/>
                <a:ext cx="89735" cy="62777"/>
              </a:xfrm>
              <a:custGeom>
                <a:avLst/>
                <a:gdLst>
                  <a:gd name="csX0" fmla="*/ 89826 w 89735"/>
                  <a:gd name="csY0" fmla="*/ 31406 h 62777"/>
                  <a:gd name="csX1" fmla="*/ 44958 w 89735"/>
                  <a:gd name="csY1" fmla="*/ 62795 h 62777"/>
                  <a:gd name="csX2" fmla="*/ 90 w 89735"/>
                  <a:gd name="csY2" fmla="*/ 31406 h 62777"/>
                  <a:gd name="csX3" fmla="*/ 44958 w 89735"/>
                  <a:gd name="csY3" fmla="*/ 18 h 62777"/>
                  <a:gd name="csX4" fmla="*/ 8982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6" y="31406"/>
                    </a:moveTo>
                    <a:cubicBezTo>
                      <a:pt x="89826" y="48742"/>
                      <a:pt x="69738" y="62795"/>
                      <a:pt x="44958" y="62795"/>
                    </a:cubicBezTo>
                    <a:cubicBezTo>
                      <a:pt x="20178" y="62795"/>
                      <a:pt x="90" y="48742"/>
                      <a:pt x="90" y="31406"/>
                    </a:cubicBezTo>
                    <a:cubicBezTo>
                      <a:pt x="90" y="14071"/>
                      <a:pt x="20178" y="18"/>
                      <a:pt x="44958" y="18"/>
                    </a:cubicBezTo>
                    <a:cubicBezTo>
                      <a:pt x="69738" y="18"/>
                      <a:pt x="89826" y="14071"/>
                      <a:pt x="8982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5" name="任意多边形: 形状 154"/>
              <p:cNvSpPr/>
              <p:nvPr/>
            </p:nvSpPr>
            <p:spPr>
              <a:xfrm>
                <a:off x="4394718" y="3374751"/>
                <a:ext cx="89735" cy="62777"/>
              </a:xfrm>
              <a:custGeom>
                <a:avLst/>
                <a:gdLst>
                  <a:gd name="csX0" fmla="*/ 89830 w 89735"/>
                  <a:gd name="csY0" fmla="*/ 31402 h 62777"/>
                  <a:gd name="csX1" fmla="*/ 44962 w 89735"/>
                  <a:gd name="csY1" fmla="*/ 62791 h 62777"/>
                  <a:gd name="csX2" fmla="*/ 94 w 89735"/>
                  <a:gd name="csY2" fmla="*/ 31402 h 62777"/>
                  <a:gd name="csX3" fmla="*/ 44962 w 89735"/>
                  <a:gd name="csY3" fmla="*/ 13 h 62777"/>
                  <a:gd name="csX4" fmla="*/ 89830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0" y="31402"/>
                    </a:moveTo>
                    <a:cubicBezTo>
                      <a:pt x="89830" y="48738"/>
                      <a:pt x="69742" y="62791"/>
                      <a:pt x="44962" y="62791"/>
                    </a:cubicBezTo>
                    <a:cubicBezTo>
                      <a:pt x="20182" y="62791"/>
                      <a:pt x="94" y="48738"/>
                      <a:pt x="94" y="31402"/>
                    </a:cubicBezTo>
                    <a:cubicBezTo>
                      <a:pt x="94" y="14067"/>
                      <a:pt x="20182" y="13"/>
                      <a:pt x="44962" y="13"/>
                    </a:cubicBezTo>
                    <a:cubicBezTo>
                      <a:pt x="69742" y="13"/>
                      <a:pt x="89830" y="14067"/>
                      <a:pt x="89830"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6" name="任意多边形: 形状 155"/>
              <p:cNvSpPr/>
              <p:nvPr/>
            </p:nvSpPr>
            <p:spPr>
              <a:xfrm>
                <a:off x="4394718" y="3276749"/>
                <a:ext cx="89735" cy="62777"/>
              </a:xfrm>
              <a:custGeom>
                <a:avLst/>
                <a:gdLst>
                  <a:gd name="csX0" fmla="*/ 89830 w 89735"/>
                  <a:gd name="csY0" fmla="*/ 31403 h 62777"/>
                  <a:gd name="csX1" fmla="*/ 44962 w 89735"/>
                  <a:gd name="csY1" fmla="*/ 62792 h 62777"/>
                  <a:gd name="csX2" fmla="*/ 94 w 89735"/>
                  <a:gd name="csY2" fmla="*/ 31403 h 62777"/>
                  <a:gd name="csX3" fmla="*/ 44962 w 89735"/>
                  <a:gd name="csY3" fmla="*/ 14 h 62777"/>
                  <a:gd name="csX4" fmla="*/ 89830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0" y="31403"/>
                    </a:moveTo>
                    <a:cubicBezTo>
                      <a:pt x="89830" y="48738"/>
                      <a:pt x="69742" y="62792"/>
                      <a:pt x="44962" y="62792"/>
                    </a:cubicBezTo>
                    <a:cubicBezTo>
                      <a:pt x="20182" y="62792"/>
                      <a:pt x="94" y="48738"/>
                      <a:pt x="94" y="31403"/>
                    </a:cubicBezTo>
                    <a:cubicBezTo>
                      <a:pt x="94" y="14067"/>
                      <a:pt x="20182" y="14"/>
                      <a:pt x="44962" y="14"/>
                    </a:cubicBezTo>
                    <a:cubicBezTo>
                      <a:pt x="69742" y="14"/>
                      <a:pt x="89830" y="14067"/>
                      <a:pt x="89830"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7" name="任意多边形: 形状 156"/>
              <p:cNvSpPr/>
              <p:nvPr/>
            </p:nvSpPr>
            <p:spPr>
              <a:xfrm>
                <a:off x="4394718" y="3178862"/>
                <a:ext cx="89735" cy="62777"/>
              </a:xfrm>
              <a:custGeom>
                <a:avLst/>
                <a:gdLst>
                  <a:gd name="csX0" fmla="*/ 89830 w 89735"/>
                  <a:gd name="csY0" fmla="*/ 31404 h 62777"/>
                  <a:gd name="csX1" fmla="*/ 44962 w 89735"/>
                  <a:gd name="csY1" fmla="*/ 62792 h 62777"/>
                  <a:gd name="csX2" fmla="*/ 94 w 89735"/>
                  <a:gd name="csY2" fmla="*/ 31404 h 62777"/>
                  <a:gd name="csX3" fmla="*/ 44962 w 89735"/>
                  <a:gd name="csY3" fmla="*/ 15 h 62777"/>
                  <a:gd name="csX4" fmla="*/ 8983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0" y="31404"/>
                    </a:moveTo>
                    <a:cubicBezTo>
                      <a:pt x="89830" y="48739"/>
                      <a:pt x="69742" y="62792"/>
                      <a:pt x="44962" y="62792"/>
                    </a:cubicBezTo>
                    <a:cubicBezTo>
                      <a:pt x="20182" y="62792"/>
                      <a:pt x="94" y="48739"/>
                      <a:pt x="94" y="31404"/>
                    </a:cubicBezTo>
                    <a:cubicBezTo>
                      <a:pt x="94" y="14068"/>
                      <a:pt x="20182" y="15"/>
                      <a:pt x="44962" y="15"/>
                    </a:cubicBezTo>
                    <a:cubicBezTo>
                      <a:pt x="69742" y="15"/>
                      <a:pt x="89830" y="14068"/>
                      <a:pt x="89830" y="31404"/>
                    </a:cubicBezTo>
                    <a:close/>
                  </a:path>
                </a:pathLst>
              </a:custGeom>
              <a:solidFill>
                <a:srgbClr val="3B3B3B"/>
              </a:solidFill>
              <a:ln w="10020" cap="rnd">
                <a:noFill/>
                <a:prstDash val="solid"/>
                <a:round/>
              </a:ln>
            </p:spPr>
            <p:txBody>
              <a:bodyPr/>
              <a:lstStyle/>
              <a:p>
                <a:endParaRPr lang="zh-CN" altLang="en-US" sz="2190"/>
              </a:p>
            </p:txBody>
          </p:sp>
          <p:sp>
            <p:nvSpPr>
              <p:cNvPr id="158" name="任意多边形: 形状 157"/>
              <p:cNvSpPr/>
              <p:nvPr/>
            </p:nvSpPr>
            <p:spPr>
              <a:xfrm>
                <a:off x="4394718" y="3080976"/>
                <a:ext cx="89735" cy="62777"/>
              </a:xfrm>
              <a:custGeom>
                <a:avLst/>
                <a:gdLst>
                  <a:gd name="csX0" fmla="*/ 89830 w 89735"/>
                  <a:gd name="csY0" fmla="*/ 31404 h 62777"/>
                  <a:gd name="csX1" fmla="*/ 44962 w 89735"/>
                  <a:gd name="csY1" fmla="*/ 62793 h 62777"/>
                  <a:gd name="csX2" fmla="*/ 94 w 89735"/>
                  <a:gd name="csY2" fmla="*/ 31404 h 62777"/>
                  <a:gd name="csX3" fmla="*/ 44962 w 89735"/>
                  <a:gd name="csY3" fmla="*/ 16 h 62777"/>
                  <a:gd name="csX4" fmla="*/ 8983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0" y="31404"/>
                    </a:moveTo>
                    <a:cubicBezTo>
                      <a:pt x="89830" y="48740"/>
                      <a:pt x="69742" y="62793"/>
                      <a:pt x="44962" y="62793"/>
                    </a:cubicBezTo>
                    <a:cubicBezTo>
                      <a:pt x="20182" y="62793"/>
                      <a:pt x="94" y="48740"/>
                      <a:pt x="94" y="31404"/>
                    </a:cubicBezTo>
                    <a:cubicBezTo>
                      <a:pt x="94" y="14069"/>
                      <a:pt x="20182" y="16"/>
                      <a:pt x="44962" y="16"/>
                    </a:cubicBezTo>
                    <a:cubicBezTo>
                      <a:pt x="69742" y="16"/>
                      <a:pt x="89830" y="14069"/>
                      <a:pt x="89830" y="31404"/>
                    </a:cubicBezTo>
                    <a:close/>
                  </a:path>
                </a:pathLst>
              </a:custGeom>
              <a:solidFill>
                <a:srgbClr val="3B3B3B"/>
              </a:solidFill>
              <a:ln w="10020" cap="rnd">
                <a:noFill/>
                <a:prstDash val="solid"/>
                <a:round/>
              </a:ln>
            </p:spPr>
            <p:txBody>
              <a:bodyPr/>
              <a:lstStyle/>
              <a:p>
                <a:endParaRPr lang="zh-CN" altLang="en-US" sz="2190"/>
              </a:p>
            </p:txBody>
          </p:sp>
          <p:sp>
            <p:nvSpPr>
              <p:cNvPr id="159" name="任意多边形: 形状 158"/>
              <p:cNvSpPr/>
              <p:nvPr/>
            </p:nvSpPr>
            <p:spPr>
              <a:xfrm>
                <a:off x="4394718" y="2983090"/>
                <a:ext cx="89735" cy="62777"/>
              </a:xfrm>
              <a:custGeom>
                <a:avLst/>
                <a:gdLst>
                  <a:gd name="csX0" fmla="*/ 89830 w 89735"/>
                  <a:gd name="csY0" fmla="*/ 31405 h 62777"/>
                  <a:gd name="csX1" fmla="*/ 44962 w 89735"/>
                  <a:gd name="csY1" fmla="*/ 62794 h 62777"/>
                  <a:gd name="csX2" fmla="*/ 94 w 89735"/>
                  <a:gd name="csY2" fmla="*/ 31405 h 62777"/>
                  <a:gd name="csX3" fmla="*/ 44962 w 89735"/>
                  <a:gd name="csY3" fmla="*/ 16 h 62777"/>
                  <a:gd name="csX4" fmla="*/ 89830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0" y="31405"/>
                    </a:moveTo>
                    <a:cubicBezTo>
                      <a:pt x="89830" y="48741"/>
                      <a:pt x="69742" y="62794"/>
                      <a:pt x="44962" y="62794"/>
                    </a:cubicBezTo>
                    <a:cubicBezTo>
                      <a:pt x="20182" y="62794"/>
                      <a:pt x="94" y="48741"/>
                      <a:pt x="94" y="31405"/>
                    </a:cubicBezTo>
                    <a:cubicBezTo>
                      <a:pt x="94" y="14070"/>
                      <a:pt x="20182" y="16"/>
                      <a:pt x="44962" y="16"/>
                    </a:cubicBezTo>
                    <a:cubicBezTo>
                      <a:pt x="69742" y="16"/>
                      <a:pt x="89830" y="14070"/>
                      <a:pt x="89830"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0" name="任意多边形: 形状 159"/>
              <p:cNvSpPr/>
              <p:nvPr/>
            </p:nvSpPr>
            <p:spPr>
              <a:xfrm>
                <a:off x="4394718" y="2885204"/>
                <a:ext cx="89735" cy="62777"/>
              </a:xfrm>
              <a:custGeom>
                <a:avLst/>
                <a:gdLst>
                  <a:gd name="csX0" fmla="*/ 89830 w 89735"/>
                  <a:gd name="csY0" fmla="*/ 31406 h 62777"/>
                  <a:gd name="csX1" fmla="*/ 44962 w 89735"/>
                  <a:gd name="csY1" fmla="*/ 62794 h 62777"/>
                  <a:gd name="csX2" fmla="*/ 94 w 89735"/>
                  <a:gd name="csY2" fmla="*/ 31406 h 62777"/>
                  <a:gd name="csX3" fmla="*/ 44962 w 89735"/>
                  <a:gd name="csY3" fmla="*/ 17 h 62777"/>
                  <a:gd name="csX4" fmla="*/ 8983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0" y="31406"/>
                    </a:moveTo>
                    <a:cubicBezTo>
                      <a:pt x="89830" y="48741"/>
                      <a:pt x="69742" y="62794"/>
                      <a:pt x="44962" y="62794"/>
                    </a:cubicBezTo>
                    <a:cubicBezTo>
                      <a:pt x="20182" y="62794"/>
                      <a:pt x="94" y="48741"/>
                      <a:pt x="94" y="31406"/>
                    </a:cubicBezTo>
                    <a:cubicBezTo>
                      <a:pt x="94" y="14070"/>
                      <a:pt x="20182" y="17"/>
                      <a:pt x="44962" y="17"/>
                    </a:cubicBezTo>
                    <a:cubicBezTo>
                      <a:pt x="69742" y="17"/>
                      <a:pt x="89830" y="14070"/>
                      <a:pt x="8983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1" name="任意多边形: 形状 160"/>
              <p:cNvSpPr/>
              <p:nvPr/>
            </p:nvSpPr>
            <p:spPr>
              <a:xfrm>
                <a:off x="4394718" y="2787317"/>
                <a:ext cx="89735" cy="62777"/>
              </a:xfrm>
              <a:custGeom>
                <a:avLst/>
                <a:gdLst>
                  <a:gd name="csX0" fmla="*/ 89830 w 89735"/>
                  <a:gd name="csY0" fmla="*/ 31406 h 62777"/>
                  <a:gd name="csX1" fmla="*/ 44962 w 89735"/>
                  <a:gd name="csY1" fmla="*/ 62795 h 62777"/>
                  <a:gd name="csX2" fmla="*/ 94 w 89735"/>
                  <a:gd name="csY2" fmla="*/ 31406 h 62777"/>
                  <a:gd name="csX3" fmla="*/ 44962 w 89735"/>
                  <a:gd name="csY3" fmla="*/ 18 h 62777"/>
                  <a:gd name="csX4" fmla="*/ 8983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0" y="31406"/>
                    </a:moveTo>
                    <a:cubicBezTo>
                      <a:pt x="89830" y="48742"/>
                      <a:pt x="69742" y="62795"/>
                      <a:pt x="44962" y="62795"/>
                    </a:cubicBezTo>
                    <a:cubicBezTo>
                      <a:pt x="20182" y="62795"/>
                      <a:pt x="94" y="48742"/>
                      <a:pt x="94" y="31406"/>
                    </a:cubicBezTo>
                    <a:cubicBezTo>
                      <a:pt x="94" y="14071"/>
                      <a:pt x="20182" y="18"/>
                      <a:pt x="44962" y="18"/>
                    </a:cubicBezTo>
                    <a:cubicBezTo>
                      <a:pt x="69742" y="18"/>
                      <a:pt x="89830" y="14071"/>
                      <a:pt x="8983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2" name="任意多边形: 形状 161"/>
              <p:cNvSpPr/>
              <p:nvPr/>
            </p:nvSpPr>
            <p:spPr>
              <a:xfrm>
                <a:off x="4582166" y="3374751"/>
                <a:ext cx="89735" cy="62777"/>
              </a:xfrm>
              <a:custGeom>
                <a:avLst/>
                <a:gdLst>
                  <a:gd name="csX0" fmla="*/ 89833 w 89735"/>
                  <a:gd name="csY0" fmla="*/ 31402 h 62777"/>
                  <a:gd name="csX1" fmla="*/ 44965 w 89735"/>
                  <a:gd name="csY1" fmla="*/ 62791 h 62777"/>
                  <a:gd name="csX2" fmla="*/ 97 w 89735"/>
                  <a:gd name="csY2" fmla="*/ 31402 h 62777"/>
                  <a:gd name="csX3" fmla="*/ 44965 w 89735"/>
                  <a:gd name="csY3" fmla="*/ 13 h 62777"/>
                  <a:gd name="csX4" fmla="*/ 8983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3" y="31402"/>
                    </a:moveTo>
                    <a:cubicBezTo>
                      <a:pt x="89833" y="48738"/>
                      <a:pt x="69745" y="62791"/>
                      <a:pt x="44965" y="62791"/>
                    </a:cubicBezTo>
                    <a:cubicBezTo>
                      <a:pt x="20185" y="62791"/>
                      <a:pt x="97" y="48738"/>
                      <a:pt x="97" y="31402"/>
                    </a:cubicBezTo>
                    <a:cubicBezTo>
                      <a:pt x="97" y="14067"/>
                      <a:pt x="20185" y="13"/>
                      <a:pt x="44965" y="13"/>
                    </a:cubicBezTo>
                    <a:cubicBezTo>
                      <a:pt x="69745" y="13"/>
                      <a:pt x="89833" y="14067"/>
                      <a:pt x="89833" y="31402"/>
                    </a:cubicBezTo>
                    <a:close/>
                  </a:path>
                </a:pathLst>
              </a:custGeom>
              <a:solidFill>
                <a:srgbClr val="3B3B3B"/>
              </a:solidFill>
              <a:ln w="10020" cap="rnd">
                <a:noFill/>
                <a:prstDash val="solid"/>
                <a:round/>
              </a:ln>
            </p:spPr>
            <p:txBody>
              <a:bodyPr/>
              <a:lstStyle/>
              <a:p>
                <a:endParaRPr lang="zh-CN" altLang="en-US" sz="2190"/>
              </a:p>
            </p:txBody>
          </p:sp>
          <p:sp>
            <p:nvSpPr>
              <p:cNvPr id="163" name="任意多边形: 形状 162"/>
              <p:cNvSpPr/>
              <p:nvPr/>
            </p:nvSpPr>
            <p:spPr>
              <a:xfrm>
                <a:off x="4582166" y="3276749"/>
                <a:ext cx="89735" cy="62777"/>
              </a:xfrm>
              <a:custGeom>
                <a:avLst/>
                <a:gdLst>
                  <a:gd name="csX0" fmla="*/ 89833 w 89735"/>
                  <a:gd name="csY0" fmla="*/ 31403 h 62777"/>
                  <a:gd name="csX1" fmla="*/ 44965 w 89735"/>
                  <a:gd name="csY1" fmla="*/ 62792 h 62777"/>
                  <a:gd name="csX2" fmla="*/ 97 w 89735"/>
                  <a:gd name="csY2" fmla="*/ 31403 h 62777"/>
                  <a:gd name="csX3" fmla="*/ 44965 w 89735"/>
                  <a:gd name="csY3" fmla="*/ 14 h 62777"/>
                  <a:gd name="csX4" fmla="*/ 8983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3" y="31403"/>
                    </a:moveTo>
                    <a:cubicBezTo>
                      <a:pt x="89833" y="48738"/>
                      <a:pt x="69745" y="62792"/>
                      <a:pt x="44965" y="62792"/>
                    </a:cubicBezTo>
                    <a:cubicBezTo>
                      <a:pt x="20185" y="62792"/>
                      <a:pt x="97" y="48738"/>
                      <a:pt x="97" y="31403"/>
                    </a:cubicBezTo>
                    <a:cubicBezTo>
                      <a:pt x="97" y="14067"/>
                      <a:pt x="20185" y="14"/>
                      <a:pt x="44965" y="14"/>
                    </a:cubicBezTo>
                    <a:cubicBezTo>
                      <a:pt x="69745" y="14"/>
                      <a:pt x="89833" y="14067"/>
                      <a:pt x="89833" y="31403"/>
                    </a:cubicBezTo>
                    <a:close/>
                  </a:path>
                </a:pathLst>
              </a:custGeom>
              <a:solidFill>
                <a:srgbClr val="3B3B3B"/>
              </a:solidFill>
              <a:ln w="10020" cap="rnd">
                <a:noFill/>
                <a:prstDash val="solid"/>
                <a:round/>
              </a:ln>
            </p:spPr>
            <p:txBody>
              <a:bodyPr/>
              <a:lstStyle/>
              <a:p>
                <a:endParaRPr lang="zh-CN" altLang="en-US" sz="2190"/>
              </a:p>
            </p:txBody>
          </p:sp>
          <p:sp>
            <p:nvSpPr>
              <p:cNvPr id="164" name="任意多边形: 形状 163"/>
              <p:cNvSpPr/>
              <p:nvPr/>
            </p:nvSpPr>
            <p:spPr>
              <a:xfrm>
                <a:off x="4582166" y="3178862"/>
                <a:ext cx="89735" cy="62777"/>
              </a:xfrm>
              <a:custGeom>
                <a:avLst/>
                <a:gdLst>
                  <a:gd name="csX0" fmla="*/ 89833 w 89735"/>
                  <a:gd name="csY0" fmla="*/ 31404 h 62777"/>
                  <a:gd name="csX1" fmla="*/ 44965 w 89735"/>
                  <a:gd name="csY1" fmla="*/ 62792 h 62777"/>
                  <a:gd name="csX2" fmla="*/ 97 w 89735"/>
                  <a:gd name="csY2" fmla="*/ 31404 h 62777"/>
                  <a:gd name="csX3" fmla="*/ 44965 w 89735"/>
                  <a:gd name="csY3" fmla="*/ 15 h 62777"/>
                  <a:gd name="csX4" fmla="*/ 8983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3" y="31404"/>
                    </a:moveTo>
                    <a:cubicBezTo>
                      <a:pt x="89833" y="48739"/>
                      <a:pt x="69745" y="62792"/>
                      <a:pt x="44965" y="62792"/>
                    </a:cubicBezTo>
                    <a:cubicBezTo>
                      <a:pt x="20185" y="62792"/>
                      <a:pt x="97" y="48739"/>
                      <a:pt x="97" y="31404"/>
                    </a:cubicBezTo>
                    <a:cubicBezTo>
                      <a:pt x="97" y="14068"/>
                      <a:pt x="20185" y="15"/>
                      <a:pt x="44965" y="15"/>
                    </a:cubicBezTo>
                    <a:cubicBezTo>
                      <a:pt x="69745" y="15"/>
                      <a:pt x="89833" y="14068"/>
                      <a:pt x="89833" y="31404"/>
                    </a:cubicBezTo>
                    <a:close/>
                  </a:path>
                </a:pathLst>
              </a:custGeom>
              <a:solidFill>
                <a:srgbClr val="3B3B3B"/>
              </a:solidFill>
              <a:ln w="10020" cap="rnd">
                <a:noFill/>
                <a:prstDash val="solid"/>
                <a:round/>
              </a:ln>
            </p:spPr>
            <p:txBody>
              <a:bodyPr/>
              <a:lstStyle/>
              <a:p>
                <a:endParaRPr lang="zh-CN" altLang="en-US" sz="2190"/>
              </a:p>
            </p:txBody>
          </p:sp>
          <p:sp>
            <p:nvSpPr>
              <p:cNvPr id="165" name="任意多边形: 形状 164"/>
              <p:cNvSpPr/>
              <p:nvPr/>
            </p:nvSpPr>
            <p:spPr>
              <a:xfrm>
                <a:off x="4582166" y="3080976"/>
                <a:ext cx="89735" cy="62777"/>
              </a:xfrm>
              <a:custGeom>
                <a:avLst/>
                <a:gdLst>
                  <a:gd name="csX0" fmla="*/ 89833 w 89735"/>
                  <a:gd name="csY0" fmla="*/ 31404 h 62777"/>
                  <a:gd name="csX1" fmla="*/ 44965 w 89735"/>
                  <a:gd name="csY1" fmla="*/ 62793 h 62777"/>
                  <a:gd name="csX2" fmla="*/ 97 w 89735"/>
                  <a:gd name="csY2" fmla="*/ 31404 h 62777"/>
                  <a:gd name="csX3" fmla="*/ 44965 w 89735"/>
                  <a:gd name="csY3" fmla="*/ 16 h 62777"/>
                  <a:gd name="csX4" fmla="*/ 8983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3" y="31404"/>
                    </a:moveTo>
                    <a:cubicBezTo>
                      <a:pt x="89833" y="48740"/>
                      <a:pt x="69745" y="62793"/>
                      <a:pt x="44965" y="62793"/>
                    </a:cubicBezTo>
                    <a:cubicBezTo>
                      <a:pt x="20185" y="62793"/>
                      <a:pt x="97" y="48740"/>
                      <a:pt x="97" y="31404"/>
                    </a:cubicBezTo>
                    <a:cubicBezTo>
                      <a:pt x="97" y="14069"/>
                      <a:pt x="20185" y="16"/>
                      <a:pt x="44965" y="16"/>
                    </a:cubicBezTo>
                    <a:cubicBezTo>
                      <a:pt x="69745" y="16"/>
                      <a:pt x="89833" y="14069"/>
                      <a:pt x="8983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6" name="任意多边形: 形状 165"/>
              <p:cNvSpPr/>
              <p:nvPr/>
            </p:nvSpPr>
            <p:spPr>
              <a:xfrm>
                <a:off x="4582166" y="2983090"/>
                <a:ext cx="89735" cy="62777"/>
              </a:xfrm>
              <a:custGeom>
                <a:avLst/>
                <a:gdLst>
                  <a:gd name="csX0" fmla="*/ 89833 w 89735"/>
                  <a:gd name="csY0" fmla="*/ 31405 h 62777"/>
                  <a:gd name="csX1" fmla="*/ 44965 w 89735"/>
                  <a:gd name="csY1" fmla="*/ 62794 h 62777"/>
                  <a:gd name="csX2" fmla="*/ 97 w 89735"/>
                  <a:gd name="csY2" fmla="*/ 31405 h 62777"/>
                  <a:gd name="csX3" fmla="*/ 44965 w 89735"/>
                  <a:gd name="csY3" fmla="*/ 16 h 62777"/>
                  <a:gd name="csX4" fmla="*/ 8983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3" y="31405"/>
                    </a:moveTo>
                    <a:cubicBezTo>
                      <a:pt x="89833" y="48741"/>
                      <a:pt x="69745" y="62794"/>
                      <a:pt x="44965" y="62794"/>
                    </a:cubicBezTo>
                    <a:cubicBezTo>
                      <a:pt x="20185" y="62794"/>
                      <a:pt x="97" y="48741"/>
                      <a:pt x="97" y="31405"/>
                    </a:cubicBezTo>
                    <a:cubicBezTo>
                      <a:pt x="97" y="14070"/>
                      <a:pt x="20185" y="16"/>
                      <a:pt x="44965" y="16"/>
                    </a:cubicBezTo>
                    <a:cubicBezTo>
                      <a:pt x="69745" y="16"/>
                      <a:pt x="89833" y="14070"/>
                      <a:pt x="89833" y="31405"/>
                    </a:cubicBezTo>
                    <a:close/>
                  </a:path>
                </a:pathLst>
              </a:custGeom>
              <a:solidFill>
                <a:srgbClr val="3B3B3B"/>
              </a:solidFill>
              <a:ln w="10020" cap="rnd">
                <a:noFill/>
                <a:prstDash val="solid"/>
                <a:round/>
              </a:ln>
            </p:spPr>
            <p:txBody>
              <a:bodyPr/>
              <a:lstStyle/>
              <a:p>
                <a:endParaRPr lang="zh-CN" altLang="en-US" sz="2190"/>
              </a:p>
            </p:txBody>
          </p:sp>
          <p:sp>
            <p:nvSpPr>
              <p:cNvPr id="167" name="任意多边形: 形状 166"/>
              <p:cNvSpPr/>
              <p:nvPr/>
            </p:nvSpPr>
            <p:spPr>
              <a:xfrm>
                <a:off x="4582166" y="2885204"/>
                <a:ext cx="89735" cy="62777"/>
              </a:xfrm>
              <a:custGeom>
                <a:avLst/>
                <a:gdLst>
                  <a:gd name="csX0" fmla="*/ 89833 w 89735"/>
                  <a:gd name="csY0" fmla="*/ 31406 h 62777"/>
                  <a:gd name="csX1" fmla="*/ 44965 w 89735"/>
                  <a:gd name="csY1" fmla="*/ 62794 h 62777"/>
                  <a:gd name="csX2" fmla="*/ 97 w 89735"/>
                  <a:gd name="csY2" fmla="*/ 31406 h 62777"/>
                  <a:gd name="csX3" fmla="*/ 44965 w 89735"/>
                  <a:gd name="csY3" fmla="*/ 17 h 62777"/>
                  <a:gd name="csX4" fmla="*/ 8983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3" y="31406"/>
                    </a:moveTo>
                    <a:cubicBezTo>
                      <a:pt x="89833" y="48741"/>
                      <a:pt x="69745" y="62794"/>
                      <a:pt x="44965" y="62794"/>
                    </a:cubicBezTo>
                    <a:cubicBezTo>
                      <a:pt x="20185" y="62794"/>
                      <a:pt x="97" y="48741"/>
                      <a:pt x="97" y="31406"/>
                    </a:cubicBezTo>
                    <a:cubicBezTo>
                      <a:pt x="97" y="14070"/>
                      <a:pt x="20185" y="17"/>
                      <a:pt x="44965" y="17"/>
                    </a:cubicBezTo>
                    <a:cubicBezTo>
                      <a:pt x="69745" y="17"/>
                      <a:pt x="89833" y="14070"/>
                      <a:pt x="8983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8" name="任意多边形: 形状 167"/>
              <p:cNvSpPr/>
              <p:nvPr/>
            </p:nvSpPr>
            <p:spPr>
              <a:xfrm>
                <a:off x="4582166" y="2787317"/>
                <a:ext cx="89735" cy="62777"/>
              </a:xfrm>
              <a:custGeom>
                <a:avLst/>
                <a:gdLst>
                  <a:gd name="csX0" fmla="*/ 89833 w 89735"/>
                  <a:gd name="csY0" fmla="*/ 31406 h 62777"/>
                  <a:gd name="csX1" fmla="*/ 44965 w 89735"/>
                  <a:gd name="csY1" fmla="*/ 62795 h 62777"/>
                  <a:gd name="csX2" fmla="*/ 97 w 89735"/>
                  <a:gd name="csY2" fmla="*/ 31406 h 62777"/>
                  <a:gd name="csX3" fmla="*/ 44965 w 89735"/>
                  <a:gd name="csY3" fmla="*/ 18 h 62777"/>
                  <a:gd name="csX4" fmla="*/ 8983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3" y="31406"/>
                    </a:moveTo>
                    <a:cubicBezTo>
                      <a:pt x="89833" y="48742"/>
                      <a:pt x="69745" y="62795"/>
                      <a:pt x="44965" y="62795"/>
                    </a:cubicBezTo>
                    <a:cubicBezTo>
                      <a:pt x="20185" y="62795"/>
                      <a:pt x="97" y="48742"/>
                      <a:pt x="97" y="31406"/>
                    </a:cubicBezTo>
                    <a:cubicBezTo>
                      <a:pt x="97" y="14071"/>
                      <a:pt x="20185" y="18"/>
                      <a:pt x="44965" y="18"/>
                    </a:cubicBezTo>
                    <a:cubicBezTo>
                      <a:pt x="69745" y="18"/>
                      <a:pt x="89833" y="14071"/>
                      <a:pt x="8983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9" name="任意多边形: 形状 168"/>
              <p:cNvSpPr/>
              <p:nvPr/>
            </p:nvSpPr>
            <p:spPr>
              <a:xfrm>
                <a:off x="4769448" y="3374751"/>
                <a:ext cx="89735" cy="62777"/>
              </a:xfrm>
              <a:custGeom>
                <a:avLst/>
                <a:gdLst>
                  <a:gd name="csX0" fmla="*/ 89837 w 89735"/>
                  <a:gd name="csY0" fmla="*/ 31402 h 62777"/>
                  <a:gd name="csX1" fmla="*/ 44968 w 89735"/>
                  <a:gd name="csY1" fmla="*/ 62791 h 62777"/>
                  <a:gd name="csX2" fmla="*/ 100 w 89735"/>
                  <a:gd name="csY2" fmla="*/ 31402 h 62777"/>
                  <a:gd name="csX3" fmla="*/ 44968 w 89735"/>
                  <a:gd name="csY3" fmla="*/ 13 h 62777"/>
                  <a:gd name="csX4" fmla="*/ 8983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7" y="31402"/>
                    </a:moveTo>
                    <a:cubicBezTo>
                      <a:pt x="89837" y="48738"/>
                      <a:pt x="69749" y="62791"/>
                      <a:pt x="44968" y="62791"/>
                    </a:cubicBezTo>
                    <a:cubicBezTo>
                      <a:pt x="20188" y="62791"/>
                      <a:pt x="100" y="48738"/>
                      <a:pt x="100" y="31402"/>
                    </a:cubicBezTo>
                    <a:cubicBezTo>
                      <a:pt x="100" y="14067"/>
                      <a:pt x="20188" y="13"/>
                      <a:pt x="44968" y="13"/>
                    </a:cubicBezTo>
                    <a:cubicBezTo>
                      <a:pt x="69749" y="13"/>
                      <a:pt x="89837" y="14067"/>
                      <a:pt x="89837" y="31402"/>
                    </a:cubicBezTo>
                    <a:close/>
                  </a:path>
                </a:pathLst>
              </a:custGeom>
              <a:solidFill>
                <a:srgbClr val="3B3B3B"/>
              </a:solidFill>
              <a:ln w="10020" cap="rnd">
                <a:noFill/>
                <a:prstDash val="solid"/>
                <a:round/>
              </a:ln>
            </p:spPr>
            <p:txBody>
              <a:bodyPr/>
              <a:lstStyle/>
              <a:p>
                <a:endParaRPr lang="zh-CN" altLang="en-US" sz="2190"/>
              </a:p>
            </p:txBody>
          </p:sp>
          <p:sp>
            <p:nvSpPr>
              <p:cNvPr id="170" name="任意多边形: 形状 169"/>
              <p:cNvSpPr/>
              <p:nvPr/>
            </p:nvSpPr>
            <p:spPr>
              <a:xfrm>
                <a:off x="4769448" y="3276749"/>
                <a:ext cx="89735" cy="62777"/>
              </a:xfrm>
              <a:custGeom>
                <a:avLst/>
                <a:gdLst>
                  <a:gd name="csX0" fmla="*/ 89837 w 89735"/>
                  <a:gd name="csY0" fmla="*/ 31403 h 62777"/>
                  <a:gd name="csX1" fmla="*/ 44968 w 89735"/>
                  <a:gd name="csY1" fmla="*/ 62792 h 62777"/>
                  <a:gd name="csX2" fmla="*/ 100 w 89735"/>
                  <a:gd name="csY2" fmla="*/ 31403 h 62777"/>
                  <a:gd name="csX3" fmla="*/ 44968 w 89735"/>
                  <a:gd name="csY3" fmla="*/ 14 h 62777"/>
                  <a:gd name="csX4" fmla="*/ 8983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7" y="31403"/>
                    </a:moveTo>
                    <a:cubicBezTo>
                      <a:pt x="89837" y="48738"/>
                      <a:pt x="69749" y="62792"/>
                      <a:pt x="44968" y="62792"/>
                    </a:cubicBezTo>
                    <a:cubicBezTo>
                      <a:pt x="20188" y="62792"/>
                      <a:pt x="100" y="48738"/>
                      <a:pt x="100" y="31403"/>
                    </a:cubicBezTo>
                    <a:cubicBezTo>
                      <a:pt x="100" y="14067"/>
                      <a:pt x="20188" y="14"/>
                      <a:pt x="44968" y="14"/>
                    </a:cubicBezTo>
                    <a:cubicBezTo>
                      <a:pt x="69749" y="14"/>
                      <a:pt x="89837" y="14067"/>
                      <a:pt x="89837" y="31403"/>
                    </a:cubicBezTo>
                    <a:close/>
                  </a:path>
                </a:pathLst>
              </a:custGeom>
              <a:solidFill>
                <a:srgbClr val="3B3B3B"/>
              </a:solidFill>
              <a:ln w="10020" cap="rnd">
                <a:noFill/>
                <a:prstDash val="solid"/>
                <a:round/>
              </a:ln>
            </p:spPr>
            <p:txBody>
              <a:bodyPr/>
              <a:lstStyle/>
              <a:p>
                <a:endParaRPr lang="zh-CN" altLang="en-US" sz="2190"/>
              </a:p>
            </p:txBody>
          </p:sp>
          <p:sp>
            <p:nvSpPr>
              <p:cNvPr id="171" name="任意多边形: 形状 170"/>
              <p:cNvSpPr/>
              <p:nvPr/>
            </p:nvSpPr>
            <p:spPr>
              <a:xfrm>
                <a:off x="4769448" y="3178862"/>
                <a:ext cx="89735" cy="62777"/>
              </a:xfrm>
              <a:custGeom>
                <a:avLst/>
                <a:gdLst>
                  <a:gd name="csX0" fmla="*/ 89837 w 89735"/>
                  <a:gd name="csY0" fmla="*/ 31404 h 62777"/>
                  <a:gd name="csX1" fmla="*/ 44968 w 89735"/>
                  <a:gd name="csY1" fmla="*/ 62792 h 62777"/>
                  <a:gd name="csX2" fmla="*/ 100 w 89735"/>
                  <a:gd name="csY2" fmla="*/ 31404 h 62777"/>
                  <a:gd name="csX3" fmla="*/ 44968 w 89735"/>
                  <a:gd name="csY3" fmla="*/ 15 h 62777"/>
                  <a:gd name="csX4" fmla="*/ 8983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7" y="31404"/>
                    </a:moveTo>
                    <a:cubicBezTo>
                      <a:pt x="89837" y="48739"/>
                      <a:pt x="69749" y="62792"/>
                      <a:pt x="44968" y="62792"/>
                    </a:cubicBezTo>
                    <a:cubicBezTo>
                      <a:pt x="20188" y="62792"/>
                      <a:pt x="100" y="48739"/>
                      <a:pt x="100" y="31404"/>
                    </a:cubicBezTo>
                    <a:cubicBezTo>
                      <a:pt x="100" y="14068"/>
                      <a:pt x="20188" y="15"/>
                      <a:pt x="44968" y="15"/>
                    </a:cubicBezTo>
                    <a:cubicBezTo>
                      <a:pt x="69749" y="15"/>
                      <a:pt x="89837" y="14068"/>
                      <a:pt x="8983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2" name="任意多边形: 形状 171"/>
              <p:cNvSpPr/>
              <p:nvPr/>
            </p:nvSpPr>
            <p:spPr>
              <a:xfrm>
                <a:off x="4769448" y="3080976"/>
                <a:ext cx="89735" cy="62777"/>
              </a:xfrm>
              <a:custGeom>
                <a:avLst/>
                <a:gdLst>
                  <a:gd name="csX0" fmla="*/ 89837 w 89735"/>
                  <a:gd name="csY0" fmla="*/ 31404 h 62777"/>
                  <a:gd name="csX1" fmla="*/ 44968 w 89735"/>
                  <a:gd name="csY1" fmla="*/ 62793 h 62777"/>
                  <a:gd name="csX2" fmla="*/ 100 w 89735"/>
                  <a:gd name="csY2" fmla="*/ 31404 h 62777"/>
                  <a:gd name="csX3" fmla="*/ 44968 w 89735"/>
                  <a:gd name="csY3" fmla="*/ 16 h 62777"/>
                  <a:gd name="csX4" fmla="*/ 8983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7" y="31404"/>
                    </a:moveTo>
                    <a:cubicBezTo>
                      <a:pt x="89837" y="48740"/>
                      <a:pt x="69749" y="62793"/>
                      <a:pt x="44968" y="62793"/>
                    </a:cubicBezTo>
                    <a:cubicBezTo>
                      <a:pt x="20188" y="62793"/>
                      <a:pt x="100" y="48740"/>
                      <a:pt x="100" y="31404"/>
                    </a:cubicBezTo>
                    <a:cubicBezTo>
                      <a:pt x="100" y="14069"/>
                      <a:pt x="20188" y="16"/>
                      <a:pt x="44968" y="16"/>
                    </a:cubicBezTo>
                    <a:cubicBezTo>
                      <a:pt x="69749" y="16"/>
                      <a:pt x="89837" y="14069"/>
                      <a:pt x="8983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3" name="任意多边形: 形状 172"/>
              <p:cNvSpPr/>
              <p:nvPr/>
            </p:nvSpPr>
            <p:spPr>
              <a:xfrm>
                <a:off x="4769448" y="2983090"/>
                <a:ext cx="89735" cy="62777"/>
              </a:xfrm>
              <a:custGeom>
                <a:avLst/>
                <a:gdLst>
                  <a:gd name="csX0" fmla="*/ 89837 w 89735"/>
                  <a:gd name="csY0" fmla="*/ 31405 h 62777"/>
                  <a:gd name="csX1" fmla="*/ 44968 w 89735"/>
                  <a:gd name="csY1" fmla="*/ 62794 h 62777"/>
                  <a:gd name="csX2" fmla="*/ 100 w 89735"/>
                  <a:gd name="csY2" fmla="*/ 31405 h 62777"/>
                  <a:gd name="csX3" fmla="*/ 44968 w 89735"/>
                  <a:gd name="csY3" fmla="*/ 16 h 62777"/>
                  <a:gd name="csX4" fmla="*/ 8983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7" y="31405"/>
                    </a:moveTo>
                    <a:cubicBezTo>
                      <a:pt x="89837" y="48741"/>
                      <a:pt x="69749" y="62794"/>
                      <a:pt x="44968" y="62794"/>
                    </a:cubicBezTo>
                    <a:cubicBezTo>
                      <a:pt x="20188" y="62794"/>
                      <a:pt x="100" y="48741"/>
                      <a:pt x="100" y="31405"/>
                    </a:cubicBezTo>
                    <a:cubicBezTo>
                      <a:pt x="100" y="14070"/>
                      <a:pt x="20188" y="16"/>
                      <a:pt x="44968" y="16"/>
                    </a:cubicBezTo>
                    <a:cubicBezTo>
                      <a:pt x="69749" y="16"/>
                      <a:pt x="89837" y="14070"/>
                      <a:pt x="89837" y="31405"/>
                    </a:cubicBezTo>
                    <a:close/>
                  </a:path>
                </a:pathLst>
              </a:custGeom>
              <a:solidFill>
                <a:srgbClr val="3B3B3B"/>
              </a:solidFill>
              <a:ln w="10020" cap="rnd">
                <a:noFill/>
                <a:prstDash val="solid"/>
                <a:round/>
              </a:ln>
            </p:spPr>
            <p:txBody>
              <a:bodyPr/>
              <a:lstStyle/>
              <a:p>
                <a:endParaRPr lang="zh-CN" altLang="en-US" sz="2190"/>
              </a:p>
            </p:txBody>
          </p:sp>
          <p:sp>
            <p:nvSpPr>
              <p:cNvPr id="174" name="任意多边形: 形状 173"/>
              <p:cNvSpPr/>
              <p:nvPr/>
            </p:nvSpPr>
            <p:spPr>
              <a:xfrm>
                <a:off x="4769448" y="2885204"/>
                <a:ext cx="89735" cy="62777"/>
              </a:xfrm>
              <a:custGeom>
                <a:avLst/>
                <a:gdLst>
                  <a:gd name="csX0" fmla="*/ 89837 w 89735"/>
                  <a:gd name="csY0" fmla="*/ 31406 h 62777"/>
                  <a:gd name="csX1" fmla="*/ 44968 w 89735"/>
                  <a:gd name="csY1" fmla="*/ 62794 h 62777"/>
                  <a:gd name="csX2" fmla="*/ 100 w 89735"/>
                  <a:gd name="csY2" fmla="*/ 31406 h 62777"/>
                  <a:gd name="csX3" fmla="*/ 44968 w 89735"/>
                  <a:gd name="csY3" fmla="*/ 17 h 62777"/>
                  <a:gd name="csX4" fmla="*/ 8983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7" y="31406"/>
                    </a:moveTo>
                    <a:cubicBezTo>
                      <a:pt x="89837" y="48741"/>
                      <a:pt x="69749" y="62794"/>
                      <a:pt x="44968" y="62794"/>
                    </a:cubicBezTo>
                    <a:cubicBezTo>
                      <a:pt x="20188" y="62794"/>
                      <a:pt x="100" y="48741"/>
                      <a:pt x="100" y="31406"/>
                    </a:cubicBezTo>
                    <a:cubicBezTo>
                      <a:pt x="100" y="14070"/>
                      <a:pt x="20188" y="17"/>
                      <a:pt x="44968" y="17"/>
                    </a:cubicBezTo>
                    <a:cubicBezTo>
                      <a:pt x="69749" y="17"/>
                      <a:pt x="89837" y="14070"/>
                      <a:pt x="8983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5" name="任意多边形: 形状 174"/>
              <p:cNvSpPr/>
              <p:nvPr/>
            </p:nvSpPr>
            <p:spPr>
              <a:xfrm>
                <a:off x="4769448" y="2787317"/>
                <a:ext cx="89735" cy="62777"/>
              </a:xfrm>
              <a:custGeom>
                <a:avLst/>
                <a:gdLst>
                  <a:gd name="csX0" fmla="*/ 89837 w 89735"/>
                  <a:gd name="csY0" fmla="*/ 31406 h 62777"/>
                  <a:gd name="csX1" fmla="*/ 44968 w 89735"/>
                  <a:gd name="csY1" fmla="*/ 62795 h 62777"/>
                  <a:gd name="csX2" fmla="*/ 100 w 89735"/>
                  <a:gd name="csY2" fmla="*/ 31406 h 62777"/>
                  <a:gd name="csX3" fmla="*/ 44968 w 89735"/>
                  <a:gd name="csY3" fmla="*/ 18 h 62777"/>
                  <a:gd name="csX4" fmla="*/ 8983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7" y="31406"/>
                    </a:moveTo>
                    <a:cubicBezTo>
                      <a:pt x="89837" y="48742"/>
                      <a:pt x="69749" y="62795"/>
                      <a:pt x="44968" y="62795"/>
                    </a:cubicBezTo>
                    <a:cubicBezTo>
                      <a:pt x="20188" y="62795"/>
                      <a:pt x="100" y="48742"/>
                      <a:pt x="100" y="31406"/>
                    </a:cubicBezTo>
                    <a:cubicBezTo>
                      <a:pt x="100" y="14071"/>
                      <a:pt x="20188" y="18"/>
                      <a:pt x="44968" y="18"/>
                    </a:cubicBezTo>
                    <a:cubicBezTo>
                      <a:pt x="69749" y="18"/>
                      <a:pt x="89837" y="14071"/>
                      <a:pt x="8983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6" name="任意多边形: 形状 175"/>
              <p:cNvSpPr/>
              <p:nvPr/>
            </p:nvSpPr>
            <p:spPr>
              <a:xfrm>
                <a:off x="4956897" y="3374751"/>
                <a:ext cx="89735" cy="62777"/>
              </a:xfrm>
              <a:custGeom>
                <a:avLst/>
                <a:gdLst>
                  <a:gd name="csX0" fmla="*/ 89840 w 89735"/>
                  <a:gd name="csY0" fmla="*/ 31402 h 62777"/>
                  <a:gd name="csX1" fmla="*/ 44972 w 89735"/>
                  <a:gd name="csY1" fmla="*/ 62791 h 62777"/>
                  <a:gd name="csX2" fmla="*/ 104 w 89735"/>
                  <a:gd name="csY2" fmla="*/ 31402 h 62777"/>
                  <a:gd name="csX3" fmla="*/ 44972 w 89735"/>
                  <a:gd name="csY3" fmla="*/ 13 h 62777"/>
                  <a:gd name="csX4" fmla="*/ 89840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0" y="31402"/>
                    </a:moveTo>
                    <a:cubicBezTo>
                      <a:pt x="89840" y="48738"/>
                      <a:pt x="69752" y="62791"/>
                      <a:pt x="44972" y="62791"/>
                    </a:cubicBezTo>
                    <a:cubicBezTo>
                      <a:pt x="20192" y="62791"/>
                      <a:pt x="104" y="48738"/>
                      <a:pt x="104" y="31402"/>
                    </a:cubicBezTo>
                    <a:cubicBezTo>
                      <a:pt x="104" y="14067"/>
                      <a:pt x="20192" y="13"/>
                      <a:pt x="44972" y="13"/>
                    </a:cubicBezTo>
                    <a:cubicBezTo>
                      <a:pt x="69752" y="13"/>
                      <a:pt x="89840" y="14067"/>
                      <a:pt x="89840" y="31402"/>
                    </a:cubicBezTo>
                    <a:close/>
                  </a:path>
                </a:pathLst>
              </a:custGeom>
              <a:solidFill>
                <a:srgbClr val="3B3B3B"/>
              </a:solidFill>
              <a:ln w="10020" cap="rnd">
                <a:noFill/>
                <a:prstDash val="solid"/>
                <a:round/>
              </a:ln>
            </p:spPr>
            <p:txBody>
              <a:bodyPr/>
              <a:lstStyle/>
              <a:p>
                <a:endParaRPr lang="zh-CN" altLang="en-US" sz="2190"/>
              </a:p>
            </p:txBody>
          </p:sp>
          <p:sp>
            <p:nvSpPr>
              <p:cNvPr id="177" name="任意多边形: 形状 176"/>
              <p:cNvSpPr/>
              <p:nvPr/>
            </p:nvSpPr>
            <p:spPr>
              <a:xfrm>
                <a:off x="4956897" y="3276749"/>
                <a:ext cx="89735" cy="62777"/>
              </a:xfrm>
              <a:custGeom>
                <a:avLst/>
                <a:gdLst>
                  <a:gd name="csX0" fmla="*/ 89840 w 89735"/>
                  <a:gd name="csY0" fmla="*/ 31403 h 62777"/>
                  <a:gd name="csX1" fmla="*/ 44972 w 89735"/>
                  <a:gd name="csY1" fmla="*/ 62792 h 62777"/>
                  <a:gd name="csX2" fmla="*/ 104 w 89735"/>
                  <a:gd name="csY2" fmla="*/ 31403 h 62777"/>
                  <a:gd name="csX3" fmla="*/ 44972 w 89735"/>
                  <a:gd name="csY3" fmla="*/ 14 h 62777"/>
                  <a:gd name="csX4" fmla="*/ 89840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0" y="31403"/>
                    </a:moveTo>
                    <a:cubicBezTo>
                      <a:pt x="89840" y="48738"/>
                      <a:pt x="69752" y="62792"/>
                      <a:pt x="44972" y="62792"/>
                    </a:cubicBezTo>
                    <a:cubicBezTo>
                      <a:pt x="20192" y="62792"/>
                      <a:pt x="104" y="48738"/>
                      <a:pt x="104" y="31403"/>
                    </a:cubicBezTo>
                    <a:cubicBezTo>
                      <a:pt x="104" y="14067"/>
                      <a:pt x="20192" y="14"/>
                      <a:pt x="44972" y="14"/>
                    </a:cubicBezTo>
                    <a:cubicBezTo>
                      <a:pt x="69752" y="14"/>
                      <a:pt x="89840" y="14067"/>
                      <a:pt x="89840"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8" name="任意多边形: 形状 177"/>
              <p:cNvSpPr/>
              <p:nvPr/>
            </p:nvSpPr>
            <p:spPr>
              <a:xfrm>
                <a:off x="4956897" y="3178862"/>
                <a:ext cx="89735" cy="62777"/>
              </a:xfrm>
              <a:custGeom>
                <a:avLst/>
                <a:gdLst>
                  <a:gd name="csX0" fmla="*/ 89840 w 89735"/>
                  <a:gd name="csY0" fmla="*/ 31404 h 62777"/>
                  <a:gd name="csX1" fmla="*/ 44972 w 89735"/>
                  <a:gd name="csY1" fmla="*/ 62792 h 62777"/>
                  <a:gd name="csX2" fmla="*/ 104 w 89735"/>
                  <a:gd name="csY2" fmla="*/ 31404 h 62777"/>
                  <a:gd name="csX3" fmla="*/ 44972 w 89735"/>
                  <a:gd name="csY3" fmla="*/ 15 h 62777"/>
                  <a:gd name="csX4" fmla="*/ 8984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0" y="31404"/>
                    </a:moveTo>
                    <a:cubicBezTo>
                      <a:pt x="89840" y="48739"/>
                      <a:pt x="69752" y="62792"/>
                      <a:pt x="44972" y="62792"/>
                    </a:cubicBezTo>
                    <a:cubicBezTo>
                      <a:pt x="20192" y="62792"/>
                      <a:pt x="104" y="48739"/>
                      <a:pt x="104" y="31404"/>
                    </a:cubicBezTo>
                    <a:cubicBezTo>
                      <a:pt x="104" y="14068"/>
                      <a:pt x="20192" y="15"/>
                      <a:pt x="44972" y="15"/>
                    </a:cubicBezTo>
                    <a:cubicBezTo>
                      <a:pt x="69752" y="15"/>
                      <a:pt x="89840" y="14068"/>
                      <a:pt x="89840" y="31404"/>
                    </a:cubicBezTo>
                    <a:close/>
                  </a:path>
                </a:pathLst>
              </a:custGeom>
              <a:solidFill>
                <a:srgbClr val="3B3B3B"/>
              </a:solidFill>
              <a:ln w="10020" cap="rnd">
                <a:noFill/>
                <a:prstDash val="solid"/>
                <a:round/>
              </a:ln>
            </p:spPr>
            <p:txBody>
              <a:bodyPr/>
              <a:lstStyle/>
              <a:p>
                <a:endParaRPr lang="zh-CN" altLang="en-US" sz="2190"/>
              </a:p>
            </p:txBody>
          </p:sp>
          <p:sp>
            <p:nvSpPr>
              <p:cNvPr id="179" name="任意多边形: 形状 178"/>
              <p:cNvSpPr/>
              <p:nvPr/>
            </p:nvSpPr>
            <p:spPr>
              <a:xfrm>
                <a:off x="4956897" y="3080976"/>
                <a:ext cx="89735" cy="62777"/>
              </a:xfrm>
              <a:custGeom>
                <a:avLst/>
                <a:gdLst>
                  <a:gd name="csX0" fmla="*/ 89840 w 89735"/>
                  <a:gd name="csY0" fmla="*/ 31404 h 62777"/>
                  <a:gd name="csX1" fmla="*/ 44972 w 89735"/>
                  <a:gd name="csY1" fmla="*/ 62793 h 62777"/>
                  <a:gd name="csX2" fmla="*/ 104 w 89735"/>
                  <a:gd name="csY2" fmla="*/ 31404 h 62777"/>
                  <a:gd name="csX3" fmla="*/ 44972 w 89735"/>
                  <a:gd name="csY3" fmla="*/ 16 h 62777"/>
                  <a:gd name="csX4" fmla="*/ 8984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0" y="31404"/>
                    </a:moveTo>
                    <a:cubicBezTo>
                      <a:pt x="89840" y="48740"/>
                      <a:pt x="69752" y="62793"/>
                      <a:pt x="44972" y="62793"/>
                    </a:cubicBezTo>
                    <a:cubicBezTo>
                      <a:pt x="20192" y="62793"/>
                      <a:pt x="104" y="48740"/>
                      <a:pt x="104" y="31404"/>
                    </a:cubicBezTo>
                    <a:cubicBezTo>
                      <a:pt x="104" y="14069"/>
                      <a:pt x="20192" y="16"/>
                      <a:pt x="44972" y="16"/>
                    </a:cubicBezTo>
                    <a:cubicBezTo>
                      <a:pt x="69752" y="16"/>
                      <a:pt x="89840" y="14069"/>
                      <a:pt x="89840" y="31404"/>
                    </a:cubicBezTo>
                    <a:close/>
                  </a:path>
                </a:pathLst>
              </a:custGeom>
              <a:solidFill>
                <a:srgbClr val="3B3B3B"/>
              </a:solidFill>
              <a:ln w="10020" cap="rnd">
                <a:noFill/>
                <a:prstDash val="solid"/>
                <a:round/>
              </a:ln>
            </p:spPr>
            <p:txBody>
              <a:bodyPr/>
              <a:lstStyle/>
              <a:p>
                <a:endParaRPr lang="zh-CN" altLang="en-US" sz="2190"/>
              </a:p>
            </p:txBody>
          </p:sp>
          <p:sp>
            <p:nvSpPr>
              <p:cNvPr id="180" name="任意多边形: 形状 179"/>
              <p:cNvSpPr/>
              <p:nvPr/>
            </p:nvSpPr>
            <p:spPr>
              <a:xfrm>
                <a:off x="4956897" y="2983090"/>
                <a:ext cx="89735" cy="62777"/>
              </a:xfrm>
              <a:custGeom>
                <a:avLst/>
                <a:gdLst>
                  <a:gd name="csX0" fmla="*/ 89840 w 89735"/>
                  <a:gd name="csY0" fmla="*/ 31405 h 62777"/>
                  <a:gd name="csX1" fmla="*/ 44972 w 89735"/>
                  <a:gd name="csY1" fmla="*/ 62794 h 62777"/>
                  <a:gd name="csX2" fmla="*/ 104 w 89735"/>
                  <a:gd name="csY2" fmla="*/ 31405 h 62777"/>
                  <a:gd name="csX3" fmla="*/ 44972 w 89735"/>
                  <a:gd name="csY3" fmla="*/ 16 h 62777"/>
                  <a:gd name="csX4" fmla="*/ 89840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0" y="31405"/>
                    </a:moveTo>
                    <a:cubicBezTo>
                      <a:pt x="89840" y="48741"/>
                      <a:pt x="69752" y="62794"/>
                      <a:pt x="44972" y="62794"/>
                    </a:cubicBezTo>
                    <a:cubicBezTo>
                      <a:pt x="20192" y="62794"/>
                      <a:pt x="104" y="48741"/>
                      <a:pt x="104" y="31405"/>
                    </a:cubicBezTo>
                    <a:cubicBezTo>
                      <a:pt x="104" y="14070"/>
                      <a:pt x="20192" y="16"/>
                      <a:pt x="44972" y="16"/>
                    </a:cubicBezTo>
                    <a:cubicBezTo>
                      <a:pt x="69752" y="16"/>
                      <a:pt x="89840" y="14070"/>
                      <a:pt x="89840"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1" name="任意多边形: 形状 180"/>
              <p:cNvSpPr/>
              <p:nvPr/>
            </p:nvSpPr>
            <p:spPr>
              <a:xfrm>
                <a:off x="4956897" y="2885204"/>
                <a:ext cx="89735" cy="62777"/>
              </a:xfrm>
              <a:custGeom>
                <a:avLst/>
                <a:gdLst>
                  <a:gd name="csX0" fmla="*/ 89840 w 89735"/>
                  <a:gd name="csY0" fmla="*/ 31406 h 62777"/>
                  <a:gd name="csX1" fmla="*/ 44972 w 89735"/>
                  <a:gd name="csY1" fmla="*/ 62794 h 62777"/>
                  <a:gd name="csX2" fmla="*/ 104 w 89735"/>
                  <a:gd name="csY2" fmla="*/ 31406 h 62777"/>
                  <a:gd name="csX3" fmla="*/ 44972 w 89735"/>
                  <a:gd name="csY3" fmla="*/ 17 h 62777"/>
                  <a:gd name="csX4" fmla="*/ 8984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0" y="31406"/>
                    </a:moveTo>
                    <a:cubicBezTo>
                      <a:pt x="89840" y="48741"/>
                      <a:pt x="69752" y="62794"/>
                      <a:pt x="44972" y="62794"/>
                    </a:cubicBezTo>
                    <a:cubicBezTo>
                      <a:pt x="20192" y="62794"/>
                      <a:pt x="104" y="48741"/>
                      <a:pt x="104" y="31406"/>
                    </a:cubicBezTo>
                    <a:cubicBezTo>
                      <a:pt x="104" y="14070"/>
                      <a:pt x="20192" y="17"/>
                      <a:pt x="44972" y="17"/>
                    </a:cubicBezTo>
                    <a:cubicBezTo>
                      <a:pt x="69752" y="17"/>
                      <a:pt x="89840" y="14070"/>
                      <a:pt x="8984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2" name="任意多边形: 形状 181"/>
              <p:cNvSpPr/>
              <p:nvPr/>
            </p:nvSpPr>
            <p:spPr>
              <a:xfrm>
                <a:off x="4956897" y="2787317"/>
                <a:ext cx="89735" cy="62777"/>
              </a:xfrm>
              <a:custGeom>
                <a:avLst/>
                <a:gdLst>
                  <a:gd name="csX0" fmla="*/ 89840 w 89735"/>
                  <a:gd name="csY0" fmla="*/ 31406 h 62777"/>
                  <a:gd name="csX1" fmla="*/ 44972 w 89735"/>
                  <a:gd name="csY1" fmla="*/ 62795 h 62777"/>
                  <a:gd name="csX2" fmla="*/ 104 w 89735"/>
                  <a:gd name="csY2" fmla="*/ 31406 h 62777"/>
                  <a:gd name="csX3" fmla="*/ 44972 w 89735"/>
                  <a:gd name="csY3" fmla="*/ 18 h 62777"/>
                  <a:gd name="csX4" fmla="*/ 8984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0" y="31406"/>
                    </a:moveTo>
                    <a:cubicBezTo>
                      <a:pt x="89840" y="48742"/>
                      <a:pt x="69752" y="62795"/>
                      <a:pt x="44972" y="62795"/>
                    </a:cubicBezTo>
                    <a:cubicBezTo>
                      <a:pt x="20192" y="62795"/>
                      <a:pt x="104" y="48742"/>
                      <a:pt x="104" y="31406"/>
                    </a:cubicBezTo>
                    <a:cubicBezTo>
                      <a:pt x="104" y="14071"/>
                      <a:pt x="20192" y="18"/>
                      <a:pt x="44972" y="18"/>
                    </a:cubicBezTo>
                    <a:cubicBezTo>
                      <a:pt x="69752" y="18"/>
                      <a:pt x="89840" y="14071"/>
                      <a:pt x="8984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3" name="任意多边形: 形状 182"/>
              <p:cNvSpPr/>
              <p:nvPr/>
            </p:nvSpPr>
            <p:spPr>
              <a:xfrm>
                <a:off x="5144179" y="3374751"/>
                <a:ext cx="89735" cy="62777"/>
              </a:xfrm>
              <a:custGeom>
                <a:avLst/>
                <a:gdLst>
                  <a:gd name="csX0" fmla="*/ 89843 w 89735"/>
                  <a:gd name="csY0" fmla="*/ 31402 h 62777"/>
                  <a:gd name="csX1" fmla="*/ 44975 w 89735"/>
                  <a:gd name="csY1" fmla="*/ 62791 h 62777"/>
                  <a:gd name="csX2" fmla="*/ 107 w 89735"/>
                  <a:gd name="csY2" fmla="*/ 31402 h 62777"/>
                  <a:gd name="csX3" fmla="*/ 44975 w 89735"/>
                  <a:gd name="csY3" fmla="*/ 13 h 62777"/>
                  <a:gd name="csX4" fmla="*/ 8984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3" y="31402"/>
                    </a:moveTo>
                    <a:cubicBezTo>
                      <a:pt x="89843" y="48738"/>
                      <a:pt x="69755" y="62791"/>
                      <a:pt x="44975" y="62791"/>
                    </a:cubicBezTo>
                    <a:cubicBezTo>
                      <a:pt x="20195" y="62791"/>
                      <a:pt x="107" y="48738"/>
                      <a:pt x="107" y="31402"/>
                    </a:cubicBezTo>
                    <a:cubicBezTo>
                      <a:pt x="107" y="14067"/>
                      <a:pt x="20195" y="13"/>
                      <a:pt x="44975" y="13"/>
                    </a:cubicBezTo>
                    <a:cubicBezTo>
                      <a:pt x="69755" y="13"/>
                      <a:pt x="89843" y="14067"/>
                      <a:pt x="89843"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4" name="任意多边形: 形状 183"/>
              <p:cNvSpPr/>
              <p:nvPr/>
            </p:nvSpPr>
            <p:spPr>
              <a:xfrm>
                <a:off x="5144179" y="3276749"/>
                <a:ext cx="89735" cy="62777"/>
              </a:xfrm>
              <a:custGeom>
                <a:avLst/>
                <a:gdLst>
                  <a:gd name="csX0" fmla="*/ 89843 w 89735"/>
                  <a:gd name="csY0" fmla="*/ 31403 h 62777"/>
                  <a:gd name="csX1" fmla="*/ 44975 w 89735"/>
                  <a:gd name="csY1" fmla="*/ 62792 h 62777"/>
                  <a:gd name="csX2" fmla="*/ 107 w 89735"/>
                  <a:gd name="csY2" fmla="*/ 31403 h 62777"/>
                  <a:gd name="csX3" fmla="*/ 44975 w 89735"/>
                  <a:gd name="csY3" fmla="*/ 14 h 62777"/>
                  <a:gd name="csX4" fmla="*/ 8984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3" y="31403"/>
                    </a:moveTo>
                    <a:cubicBezTo>
                      <a:pt x="89843" y="48738"/>
                      <a:pt x="69755" y="62792"/>
                      <a:pt x="44975" y="62792"/>
                    </a:cubicBezTo>
                    <a:cubicBezTo>
                      <a:pt x="20195" y="62792"/>
                      <a:pt x="107" y="48738"/>
                      <a:pt x="107" y="31403"/>
                    </a:cubicBezTo>
                    <a:cubicBezTo>
                      <a:pt x="107" y="14067"/>
                      <a:pt x="20195" y="14"/>
                      <a:pt x="44975" y="14"/>
                    </a:cubicBezTo>
                    <a:cubicBezTo>
                      <a:pt x="69755" y="14"/>
                      <a:pt x="89843" y="14067"/>
                      <a:pt x="89843" y="31403"/>
                    </a:cubicBezTo>
                    <a:close/>
                  </a:path>
                </a:pathLst>
              </a:custGeom>
              <a:solidFill>
                <a:srgbClr val="3B3B3B"/>
              </a:solidFill>
              <a:ln w="10020" cap="rnd">
                <a:noFill/>
                <a:prstDash val="solid"/>
                <a:round/>
              </a:ln>
            </p:spPr>
            <p:txBody>
              <a:bodyPr/>
              <a:lstStyle/>
              <a:p>
                <a:endParaRPr lang="zh-CN" altLang="en-US" sz="2190"/>
              </a:p>
            </p:txBody>
          </p:sp>
          <p:sp>
            <p:nvSpPr>
              <p:cNvPr id="185" name="任意多边形: 形状 184"/>
              <p:cNvSpPr/>
              <p:nvPr/>
            </p:nvSpPr>
            <p:spPr>
              <a:xfrm>
                <a:off x="5144179" y="3178862"/>
                <a:ext cx="89735" cy="62777"/>
              </a:xfrm>
              <a:custGeom>
                <a:avLst/>
                <a:gdLst>
                  <a:gd name="csX0" fmla="*/ 89843 w 89735"/>
                  <a:gd name="csY0" fmla="*/ 31404 h 62777"/>
                  <a:gd name="csX1" fmla="*/ 44975 w 89735"/>
                  <a:gd name="csY1" fmla="*/ 62792 h 62777"/>
                  <a:gd name="csX2" fmla="*/ 107 w 89735"/>
                  <a:gd name="csY2" fmla="*/ 31404 h 62777"/>
                  <a:gd name="csX3" fmla="*/ 44975 w 89735"/>
                  <a:gd name="csY3" fmla="*/ 15 h 62777"/>
                  <a:gd name="csX4" fmla="*/ 8984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3" y="31404"/>
                    </a:moveTo>
                    <a:cubicBezTo>
                      <a:pt x="89843" y="48739"/>
                      <a:pt x="69755" y="62792"/>
                      <a:pt x="44975" y="62792"/>
                    </a:cubicBezTo>
                    <a:cubicBezTo>
                      <a:pt x="20195" y="62792"/>
                      <a:pt x="107" y="48739"/>
                      <a:pt x="107" y="31404"/>
                    </a:cubicBezTo>
                    <a:cubicBezTo>
                      <a:pt x="107" y="14068"/>
                      <a:pt x="20195" y="15"/>
                      <a:pt x="44975" y="15"/>
                    </a:cubicBezTo>
                    <a:cubicBezTo>
                      <a:pt x="69755" y="15"/>
                      <a:pt x="89843" y="14068"/>
                      <a:pt x="8984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6" name="任意多边形: 形状 185"/>
              <p:cNvSpPr/>
              <p:nvPr/>
            </p:nvSpPr>
            <p:spPr>
              <a:xfrm>
                <a:off x="5144179" y="3080976"/>
                <a:ext cx="89735" cy="62777"/>
              </a:xfrm>
              <a:custGeom>
                <a:avLst/>
                <a:gdLst>
                  <a:gd name="csX0" fmla="*/ 89843 w 89735"/>
                  <a:gd name="csY0" fmla="*/ 31404 h 62777"/>
                  <a:gd name="csX1" fmla="*/ 44975 w 89735"/>
                  <a:gd name="csY1" fmla="*/ 62793 h 62777"/>
                  <a:gd name="csX2" fmla="*/ 107 w 89735"/>
                  <a:gd name="csY2" fmla="*/ 31404 h 62777"/>
                  <a:gd name="csX3" fmla="*/ 44975 w 89735"/>
                  <a:gd name="csY3" fmla="*/ 16 h 62777"/>
                  <a:gd name="csX4" fmla="*/ 8984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3" y="31404"/>
                    </a:moveTo>
                    <a:cubicBezTo>
                      <a:pt x="89843" y="48740"/>
                      <a:pt x="69755" y="62793"/>
                      <a:pt x="44975" y="62793"/>
                    </a:cubicBezTo>
                    <a:cubicBezTo>
                      <a:pt x="20195" y="62793"/>
                      <a:pt x="107" y="48740"/>
                      <a:pt x="107" y="31404"/>
                    </a:cubicBezTo>
                    <a:cubicBezTo>
                      <a:pt x="107" y="14069"/>
                      <a:pt x="20195" y="16"/>
                      <a:pt x="44975" y="16"/>
                    </a:cubicBezTo>
                    <a:cubicBezTo>
                      <a:pt x="69755" y="16"/>
                      <a:pt x="89843" y="14069"/>
                      <a:pt x="8984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7" name="任意多边形: 形状 186"/>
              <p:cNvSpPr/>
              <p:nvPr/>
            </p:nvSpPr>
            <p:spPr>
              <a:xfrm>
                <a:off x="5144179" y="2983090"/>
                <a:ext cx="89735" cy="62777"/>
              </a:xfrm>
              <a:custGeom>
                <a:avLst/>
                <a:gdLst>
                  <a:gd name="csX0" fmla="*/ 89843 w 89735"/>
                  <a:gd name="csY0" fmla="*/ 31405 h 62777"/>
                  <a:gd name="csX1" fmla="*/ 44975 w 89735"/>
                  <a:gd name="csY1" fmla="*/ 62794 h 62777"/>
                  <a:gd name="csX2" fmla="*/ 107 w 89735"/>
                  <a:gd name="csY2" fmla="*/ 31405 h 62777"/>
                  <a:gd name="csX3" fmla="*/ 44975 w 89735"/>
                  <a:gd name="csY3" fmla="*/ 16 h 62777"/>
                  <a:gd name="csX4" fmla="*/ 8984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3" y="31405"/>
                    </a:moveTo>
                    <a:cubicBezTo>
                      <a:pt x="89843" y="48741"/>
                      <a:pt x="69755" y="62794"/>
                      <a:pt x="44975" y="62794"/>
                    </a:cubicBezTo>
                    <a:cubicBezTo>
                      <a:pt x="20195" y="62794"/>
                      <a:pt x="107" y="48741"/>
                      <a:pt x="107" y="31405"/>
                    </a:cubicBezTo>
                    <a:cubicBezTo>
                      <a:pt x="107" y="14070"/>
                      <a:pt x="20195" y="16"/>
                      <a:pt x="44975" y="16"/>
                    </a:cubicBezTo>
                    <a:cubicBezTo>
                      <a:pt x="69755" y="16"/>
                      <a:pt x="89843" y="14070"/>
                      <a:pt x="89843" y="31405"/>
                    </a:cubicBezTo>
                    <a:close/>
                  </a:path>
                </a:pathLst>
              </a:custGeom>
              <a:solidFill>
                <a:srgbClr val="3B3B3B"/>
              </a:solidFill>
              <a:ln w="10020" cap="rnd">
                <a:noFill/>
                <a:prstDash val="solid"/>
                <a:round/>
              </a:ln>
            </p:spPr>
            <p:txBody>
              <a:bodyPr/>
              <a:lstStyle/>
              <a:p>
                <a:endParaRPr lang="zh-CN" altLang="en-US" sz="2190"/>
              </a:p>
            </p:txBody>
          </p:sp>
          <p:sp>
            <p:nvSpPr>
              <p:cNvPr id="188" name="任意多边形: 形状 187"/>
              <p:cNvSpPr/>
              <p:nvPr/>
            </p:nvSpPr>
            <p:spPr>
              <a:xfrm>
                <a:off x="5144179" y="2885204"/>
                <a:ext cx="89735" cy="62777"/>
              </a:xfrm>
              <a:custGeom>
                <a:avLst/>
                <a:gdLst>
                  <a:gd name="csX0" fmla="*/ 89843 w 89735"/>
                  <a:gd name="csY0" fmla="*/ 31406 h 62777"/>
                  <a:gd name="csX1" fmla="*/ 44975 w 89735"/>
                  <a:gd name="csY1" fmla="*/ 62794 h 62777"/>
                  <a:gd name="csX2" fmla="*/ 107 w 89735"/>
                  <a:gd name="csY2" fmla="*/ 31406 h 62777"/>
                  <a:gd name="csX3" fmla="*/ 44975 w 89735"/>
                  <a:gd name="csY3" fmla="*/ 17 h 62777"/>
                  <a:gd name="csX4" fmla="*/ 8984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3" y="31406"/>
                    </a:moveTo>
                    <a:cubicBezTo>
                      <a:pt x="89843" y="48741"/>
                      <a:pt x="69755" y="62794"/>
                      <a:pt x="44975" y="62794"/>
                    </a:cubicBezTo>
                    <a:cubicBezTo>
                      <a:pt x="20195" y="62794"/>
                      <a:pt x="107" y="48741"/>
                      <a:pt x="107" y="31406"/>
                    </a:cubicBezTo>
                    <a:cubicBezTo>
                      <a:pt x="107" y="14070"/>
                      <a:pt x="20195" y="17"/>
                      <a:pt x="44975" y="17"/>
                    </a:cubicBezTo>
                    <a:cubicBezTo>
                      <a:pt x="69755" y="17"/>
                      <a:pt x="89843" y="14070"/>
                      <a:pt x="8984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9" name="任意多边形: 形状 188"/>
              <p:cNvSpPr/>
              <p:nvPr/>
            </p:nvSpPr>
            <p:spPr>
              <a:xfrm>
                <a:off x="5144179" y="2787317"/>
                <a:ext cx="89735" cy="62777"/>
              </a:xfrm>
              <a:custGeom>
                <a:avLst/>
                <a:gdLst>
                  <a:gd name="csX0" fmla="*/ 89843 w 89735"/>
                  <a:gd name="csY0" fmla="*/ 31406 h 62777"/>
                  <a:gd name="csX1" fmla="*/ 44975 w 89735"/>
                  <a:gd name="csY1" fmla="*/ 62795 h 62777"/>
                  <a:gd name="csX2" fmla="*/ 107 w 89735"/>
                  <a:gd name="csY2" fmla="*/ 31406 h 62777"/>
                  <a:gd name="csX3" fmla="*/ 44975 w 89735"/>
                  <a:gd name="csY3" fmla="*/ 18 h 62777"/>
                  <a:gd name="csX4" fmla="*/ 8984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3" y="31406"/>
                    </a:moveTo>
                    <a:cubicBezTo>
                      <a:pt x="89843" y="48742"/>
                      <a:pt x="69755" y="62795"/>
                      <a:pt x="44975" y="62795"/>
                    </a:cubicBezTo>
                    <a:cubicBezTo>
                      <a:pt x="20195" y="62795"/>
                      <a:pt x="107" y="48742"/>
                      <a:pt x="107" y="31406"/>
                    </a:cubicBezTo>
                    <a:cubicBezTo>
                      <a:pt x="107" y="14071"/>
                      <a:pt x="20195" y="18"/>
                      <a:pt x="44975" y="18"/>
                    </a:cubicBezTo>
                    <a:cubicBezTo>
                      <a:pt x="69755" y="18"/>
                      <a:pt x="89843" y="14071"/>
                      <a:pt x="8984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0" name="任意多边形: 形状 189"/>
              <p:cNvSpPr/>
              <p:nvPr/>
            </p:nvSpPr>
            <p:spPr>
              <a:xfrm>
                <a:off x="5331461" y="3374751"/>
                <a:ext cx="89735" cy="62777"/>
              </a:xfrm>
              <a:custGeom>
                <a:avLst/>
                <a:gdLst>
                  <a:gd name="csX0" fmla="*/ 89847 w 89735"/>
                  <a:gd name="csY0" fmla="*/ 31402 h 62777"/>
                  <a:gd name="csX1" fmla="*/ 44979 w 89735"/>
                  <a:gd name="csY1" fmla="*/ 62791 h 62777"/>
                  <a:gd name="csX2" fmla="*/ 111 w 89735"/>
                  <a:gd name="csY2" fmla="*/ 31402 h 62777"/>
                  <a:gd name="csX3" fmla="*/ 44979 w 89735"/>
                  <a:gd name="csY3" fmla="*/ 13 h 62777"/>
                  <a:gd name="csX4" fmla="*/ 8984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7" y="31402"/>
                    </a:moveTo>
                    <a:cubicBezTo>
                      <a:pt x="89847" y="48738"/>
                      <a:pt x="69759" y="62791"/>
                      <a:pt x="44979" y="62791"/>
                    </a:cubicBezTo>
                    <a:cubicBezTo>
                      <a:pt x="20199" y="62791"/>
                      <a:pt x="111" y="48738"/>
                      <a:pt x="111" y="31402"/>
                    </a:cubicBezTo>
                    <a:cubicBezTo>
                      <a:pt x="111" y="14067"/>
                      <a:pt x="20199" y="13"/>
                      <a:pt x="44979" y="13"/>
                    </a:cubicBezTo>
                    <a:cubicBezTo>
                      <a:pt x="69759" y="13"/>
                      <a:pt x="89847" y="14067"/>
                      <a:pt x="89847"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1" name="任意多边形: 形状 190"/>
              <p:cNvSpPr/>
              <p:nvPr/>
            </p:nvSpPr>
            <p:spPr>
              <a:xfrm>
                <a:off x="5331461" y="3276749"/>
                <a:ext cx="89735" cy="62777"/>
              </a:xfrm>
              <a:custGeom>
                <a:avLst/>
                <a:gdLst>
                  <a:gd name="csX0" fmla="*/ 89847 w 89735"/>
                  <a:gd name="csY0" fmla="*/ 31403 h 62777"/>
                  <a:gd name="csX1" fmla="*/ 44979 w 89735"/>
                  <a:gd name="csY1" fmla="*/ 62792 h 62777"/>
                  <a:gd name="csX2" fmla="*/ 111 w 89735"/>
                  <a:gd name="csY2" fmla="*/ 31403 h 62777"/>
                  <a:gd name="csX3" fmla="*/ 44979 w 89735"/>
                  <a:gd name="csY3" fmla="*/ 14 h 62777"/>
                  <a:gd name="csX4" fmla="*/ 8984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7" y="31403"/>
                    </a:moveTo>
                    <a:cubicBezTo>
                      <a:pt x="89847" y="48738"/>
                      <a:pt x="69759" y="62792"/>
                      <a:pt x="44979" y="62792"/>
                    </a:cubicBezTo>
                    <a:cubicBezTo>
                      <a:pt x="20199" y="62792"/>
                      <a:pt x="111" y="48738"/>
                      <a:pt x="111" y="31403"/>
                    </a:cubicBezTo>
                    <a:cubicBezTo>
                      <a:pt x="111" y="14067"/>
                      <a:pt x="20199" y="14"/>
                      <a:pt x="44979" y="14"/>
                    </a:cubicBezTo>
                    <a:cubicBezTo>
                      <a:pt x="69759" y="14"/>
                      <a:pt x="89847" y="14067"/>
                      <a:pt x="89847" y="31403"/>
                    </a:cubicBezTo>
                    <a:close/>
                  </a:path>
                </a:pathLst>
              </a:custGeom>
              <a:solidFill>
                <a:srgbClr val="3B3B3B"/>
              </a:solidFill>
              <a:ln w="10020" cap="rnd">
                <a:noFill/>
                <a:prstDash val="solid"/>
                <a:round/>
              </a:ln>
            </p:spPr>
            <p:txBody>
              <a:bodyPr/>
              <a:lstStyle/>
              <a:p>
                <a:endParaRPr lang="zh-CN" altLang="en-US" sz="2190"/>
              </a:p>
            </p:txBody>
          </p:sp>
          <p:sp>
            <p:nvSpPr>
              <p:cNvPr id="192" name="任意多边形: 形状 191"/>
              <p:cNvSpPr/>
              <p:nvPr/>
            </p:nvSpPr>
            <p:spPr>
              <a:xfrm>
                <a:off x="5331461" y="3178862"/>
                <a:ext cx="89735" cy="62777"/>
              </a:xfrm>
              <a:custGeom>
                <a:avLst/>
                <a:gdLst>
                  <a:gd name="csX0" fmla="*/ 89847 w 89735"/>
                  <a:gd name="csY0" fmla="*/ 31404 h 62777"/>
                  <a:gd name="csX1" fmla="*/ 44979 w 89735"/>
                  <a:gd name="csY1" fmla="*/ 62792 h 62777"/>
                  <a:gd name="csX2" fmla="*/ 111 w 89735"/>
                  <a:gd name="csY2" fmla="*/ 31404 h 62777"/>
                  <a:gd name="csX3" fmla="*/ 44979 w 89735"/>
                  <a:gd name="csY3" fmla="*/ 15 h 62777"/>
                  <a:gd name="csX4" fmla="*/ 8984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7" y="31404"/>
                    </a:moveTo>
                    <a:cubicBezTo>
                      <a:pt x="89847" y="48739"/>
                      <a:pt x="69759" y="62792"/>
                      <a:pt x="44979" y="62792"/>
                    </a:cubicBezTo>
                    <a:cubicBezTo>
                      <a:pt x="20199" y="62792"/>
                      <a:pt x="111" y="48739"/>
                      <a:pt x="111" y="31404"/>
                    </a:cubicBezTo>
                    <a:cubicBezTo>
                      <a:pt x="111" y="14068"/>
                      <a:pt x="20199" y="15"/>
                      <a:pt x="44979" y="15"/>
                    </a:cubicBezTo>
                    <a:cubicBezTo>
                      <a:pt x="69759" y="15"/>
                      <a:pt x="89847" y="14068"/>
                      <a:pt x="89847" y="31404"/>
                    </a:cubicBezTo>
                    <a:close/>
                  </a:path>
                </a:pathLst>
              </a:custGeom>
              <a:solidFill>
                <a:srgbClr val="3B3B3B"/>
              </a:solidFill>
              <a:ln w="10020" cap="rnd">
                <a:noFill/>
                <a:prstDash val="solid"/>
                <a:round/>
              </a:ln>
            </p:spPr>
            <p:txBody>
              <a:bodyPr/>
              <a:lstStyle/>
              <a:p>
                <a:endParaRPr lang="zh-CN" altLang="en-US" sz="2190"/>
              </a:p>
            </p:txBody>
          </p:sp>
          <p:sp>
            <p:nvSpPr>
              <p:cNvPr id="193" name="任意多边形: 形状 192"/>
              <p:cNvSpPr/>
              <p:nvPr/>
            </p:nvSpPr>
            <p:spPr>
              <a:xfrm>
                <a:off x="5331461" y="3080976"/>
                <a:ext cx="89735" cy="62777"/>
              </a:xfrm>
              <a:custGeom>
                <a:avLst/>
                <a:gdLst>
                  <a:gd name="csX0" fmla="*/ 89847 w 89735"/>
                  <a:gd name="csY0" fmla="*/ 31404 h 62777"/>
                  <a:gd name="csX1" fmla="*/ 44979 w 89735"/>
                  <a:gd name="csY1" fmla="*/ 62793 h 62777"/>
                  <a:gd name="csX2" fmla="*/ 111 w 89735"/>
                  <a:gd name="csY2" fmla="*/ 31404 h 62777"/>
                  <a:gd name="csX3" fmla="*/ 44979 w 89735"/>
                  <a:gd name="csY3" fmla="*/ 16 h 62777"/>
                  <a:gd name="csX4" fmla="*/ 8984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7" y="31404"/>
                    </a:moveTo>
                    <a:cubicBezTo>
                      <a:pt x="89847" y="48740"/>
                      <a:pt x="69759" y="62793"/>
                      <a:pt x="44979" y="62793"/>
                    </a:cubicBezTo>
                    <a:cubicBezTo>
                      <a:pt x="20199" y="62793"/>
                      <a:pt x="111" y="48740"/>
                      <a:pt x="111" y="31404"/>
                    </a:cubicBezTo>
                    <a:cubicBezTo>
                      <a:pt x="111" y="14069"/>
                      <a:pt x="20199" y="16"/>
                      <a:pt x="44979" y="16"/>
                    </a:cubicBezTo>
                    <a:cubicBezTo>
                      <a:pt x="69759" y="16"/>
                      <a:pt x="89847" y="14069"/>
                      <a:pt x="8984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4" name="任意多边形: 形状 193"/>
              <p:cNvSpPr/>
              <p:nvPr/>
            </p:nvSpPr>
            <p:spPr>
              <a:xfrm>
                <a:off x="5331461" y="2983090"/>
                <a:ext cx="89735" cy="62777"/>
              </a:xfrm>
              <a:custGeom>
                <a:avLst/>
                <a:gdLst>
                  <a:gd name="csX0" fmla="*/ 89847 w 89735"/>
                  <a:gd name="csY0" fmla="*/ 31405 h 62777"/>
                  <a:gd name="csX1" fmla="*/ 44979 w 89735"/>
                  <a:gd name="csY1" fmla="*/ 62794 h 62777"/>
                  <a:gd name="csX2" fmla="*/ 111 w 89735"/>
                  <a:gd name="csY2" fmla="*/ 31405 h 62777"/>
                  <a:gd name="csX3" fmla="*/ 44979 w 89735"/>
                  <a:gd name="csY3" fmla="*/ 16 h 62777"/>
                  <a:gd name="csX4" fmla="*/ 8984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7" y="31405"/>
                    </a:moveTo>
                    <a:cubicBezTo>
                      <a:pt x="89847" y="48741"/>
                      <a:pt x="69759" y="62794"/>
                      <a:pt x="44979" y="62794"/>
                    </a:cubicBezTo>
                    <a:cubicBezTo>
                      <a:pt x="20199" y="62794"/>
                      <a:pt x="111" y="48741"/>
                      <a:pt x="111" y="31405"/>
                    </a:cubicBezTo>
                    <a:cubicBezTo>
                      <a:pt x="111" y="14070"/>
                      <a:pt x="20199" y="16"/>
                      <a:pt x="44979" y="16"/>
                    </a:cubicBezTo>
                    <a:cubicBezTo>
                      <a:pt x="69759" y="16"/>
                      <a:pt x="89847" y="14070"/>
                      <a:pt x="89847"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5" name="任意多边形: 形状 194"/>
              <p:cNvSpPr/>
              <p:nvPr/>
            </p:nvSpPr>
            <p:spPr>
              <a:xfrm>
                <a:off x="5331461" y="2885204"/>
                <a:ext cx="89735" cy="62777"/>
              </a:xfrm>
              <a:custGeom>
                <a:avLst/>
                <a:gdLst>
                  <a:gd name="csX0" fmla="*/ 89847 w 89735"/>
                  <a:gd name="csY0" fmla="*/ 31406 h 62777"/>
                  <a:gd name="csX1" fmla="*/ 44979 w 89735"/>
                  <a:gd name="csY1" fmla="*/ 62794 h 62777"/>
                  <a:gd name="csX2" fmla="*/ 111 w 89735"/>
                  <a:gd name="csY2" fmla="*/ 31406 h 62777"/>
                  <a:gd name="csX3" fmla="*/ 44979 w 89735"/>
                  <a:gd name="csY3" fmla="*/ 17 h 62777"/>
                  <a:gd name="csX4" fmla="*/ 8984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7" y="31406"/>
                    </a:moveTo>
                    <a:cubicBezTo>
                      <a:pt x="89847" y="48741"/>
                      <a:pt x="69759" y="62794"/>
                      <a:pt x="44979" y="62794"/>
                    </a:cubicBezTo>
                    <a:cubicBezTo>
                      <a:pt x="20199" y="62794"/>
                      <a:pt x="111" y="48741"/>
                      <a:pt x="111" y="31406"/>
                    </a:cubicBezTo>
                    <a:cubicBezTo>
                      <a:pt x="111" y="14070"/>
                      <a:pt x="20199" y="17"/>
                      <a:pt x="44979" y="17"/>
                    </a:cubicBezTo>
                    <a:cubicBezTo>
                      <a:pt x="69759" y="17"/>
                      <a:pt x="89847" y="14070"/>
                      <a:pt x="8984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6" name="任意多边形: 形状 195"/>
              <p:cNvSpPr/>
              <p:nvPr/>
            </p:nvSpPr>
            <p:spPr>
              <a:xfrm>
                <a:off x="5331461" y="2787317"/>
                <a:ext cx="89735" cy="62777"/>
              </a:xfrm>
              <a:custGeom>
                <a:avLst/>
                <a:gdLst>
                  <a:gd name="csX0" fmla="*/ 89847 w 89735"/>
                  <a:gd name="csY0" fmla="*/ 31406 h 62777"/>
                  <a:gd name="csX1" fmla="*/ 44979 w 89735"/>
                  <a:gd name="csY1" fmla="*/ 62795 h 62777"/>
                  <a:gd name="csX2" fmla="*/ 111 w 89735"/>
                  <a:gd name="csY2" fmla="*/ 31406 h 62777"/>
                  <a:gd name="csX3" fmla="*/ 44979 w 89735"/>
                  <a:gd name="csY3" fmla="*/ 18 h 62777"/>
                  <a:gd name="csX4" fmla="*/ 8984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7" y="31406"/>
                    </a:moveTo>
                    <a:cubicBezTo>
                      <a:pt x="89847" y="48742"/>
                      <a:pt x="69759" y="62795"/>
                      <a:pt x="44979" y="62795"/>
                    </a:cubicBezTo>
                    <a:cubicBezTo>
                      <a:pt x="20199" y="62795"/>
                      <a:pt x="111" y="48742"/>
                      <a:pt x="111" y="31406"/>
                    </a:cubicBezTo>
                    <a:cubicBezTo>
                      <a:pt x="111" y="14071"/>
                      <a:pt x="20199" y="18"/>
                      <a:pt x="44979" y="18"/>
                    </a:cubicBezTo>
                    <a:cubicBezTo>
                      <a:pt x="69759" y="18"/>
                      <a:pt x="89847" y="14071"/>
                      <a:pt x="8984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7" name="任意多边形: 形状 196"/>
              <p:cNvSpPr/>
              <p:nvPr/>
            </p:nvSpPr>
            <p:spPr>
              <a:xfrm>
                <a:off x="5518909" y="3374751"/>
                <a:ext cx="89735" cy="62777"/>
              </a:xfrm>
              <a:custGeom>
                <a:avLst/>
                <a:gdLst>
                  <a:gd name="csX0" fmla="*/ 89851 w 89735"/>
                  <a:gd name="csY0" fmla="*/ 31402 h 62777"/>
                  <a:gd name="csX1" fmla="*/ 44982 w 89735"/>
                  <a:gd name="csY1" fmla="*/ 62791 h 62777"/>
                  <a:gd name="csX2" fmla="*/ 114 w 89735"/>
                  <a:gd name="csY2" fmla="*/ 31402 h 62777"/>
                  <a:gd name="csX3" fmla="*/ 44982 w 89735"/>
                  <a:gd name="csY3" fmla="*/ 13 h 62777"/>
                  <a:gd name="csX4" fmla="*/ 8985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1" y="31402"/>
                    </a:moveTo>
                    <a:cubicBezTo>
                      <a:pt x="89851" y="48738"/>
                      <a:pt x="69763" y="62791"/>
                      <a:pt x="44982" y="62791"/>
                    </a:cubicBezTo>
                    <a:cubicBezTo>
                      <a:pt x="20202" y="62791"/>
                      <a:pt x="114" y="48738"/>
                      <a:pt x="114" y="31402"/>
                    </a:cubicBezTo>
                    <a:cubicBezTo>
                      <a:pt x="114" y="14067"/>
                      <a:pt x="20202" y="13"/>
                      <a:pt x="44982" y="13"/>
                    </a:cubicBezTo>
                    <a:cubicBezTo>
                      <a:pt x="69763" y="13"/>
                      <a:pt x="89851" y="14067"/>
                      <a:pt x="89851"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8" name="任意多边形: 形状 197"/>
              <p:cNvSpPr/>
              <p:nvPr/>
            </p:nvSpPr>
            <p:spPr>
              <a:xfrm>
                <a:off x="5518909" y="3276749"/>
                <a:ext cx="89735" cy="62777"/>
              </a:xfrm>
              <a:custGeom>
                <a:avLst/>
                <a:gdLst>
                  <a:gd name="csX0" fmla="*/ 89851 w 89735"/>
                  <a:gd name="csY0" fmla="*/ 31403 h 62777"/>
                  <a:gd name="csX1" fmla="*/ 44982 w 89735"/>
                  <a:gd name="csY1" fmla="*/ 62792 h 62777"/>
                  <a:gd name="csX2" fmla="*/ 114 w 89735"/>
                  <a:gd name="csY2" fmla="*/ 31403 h 62777"/>
                  <a:gd name="csX3" fmla="*/ 44982 w 89735"/>
                  <a:gd name="csY3" fmla="*/ 14 h 62777"/>
                  <a:gd name="csX4" fmla="*/ 8985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1" y="31403"/>
                    </a:moveTo>
                    <a:cubicBezTo>
                      <a:pt x="89851" y="48738"/>
                      <a:pt x="69763" y="62792"/>
                      <a:pt x="44982" y="62792"/>
                    </a:cubicBezTo>
                    <a:cubicBezTo>
                      <a:pt x="20202" y="62792"/>
                      <a:pt x="114" y="48738"/>
                      <a:pt x="114" y="31403"/>
                    </a:cubicBezTo>
                    <a:cubicBezTo>
                      <a:pt x="114" y="14067"/>
                      <a:pt x="20202" y="14"/>
                      <a:pt x="44982" y="14"/>
                    </a:cubicBezTo>
                    <a:cubicBezTo>
                      <a:pt x="69763" y="14"/>
                      <a:pt x="89851" y="14067"/>
                      <a:pt x="89851"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9" name="任意多边形: 形状 198"/>
              <p:cNvSpPr/>
              <p:nvPr/>
            </p:nvSpPr>
            <p:spPr>
              <a:xfrm>
                <a:off x="5518909" y="3178862"/>
                <a:ext cx="89735" cy="62777"/>
              </a:xfrm>
              <a:custGeom>
                <a:avLst/>
                <a:gdLst>
                  <a:gd name="csX0" fmla="*/ 89851 w 89735"/>
                  <a:gd name="csY0" fmla="*/ 31404 h 62777"/>
                  <a:gd name="csX1" fmla="*/ 44982 w 89735"/>
                  <a:gd name="csY1" fmla="*/ 62792 h 62777"/>
                  <a:gd name="csX2" fmla="*/ 114 w 89735"/>
                  <a:gd name="csY2" fmla="*/ 31404 h 62777"/>
                  <a:gd name="csX3" fmla="*/ 44982 w 89735"/>
                  <a:gd name="csY3" fmla="*/ 15 h 62777"/>
                  <a:gd name="csX4" fmla="*/ 8985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1" y="31404"/>
                    </a:moveTo>
                    <a:cubicBezTo>
                      <a:pt x="89851" y="48739"/>
                      <a:pt x="69763" y="62792"/>
                      <a:pt x="44982" y="62792"/>
                    </a:cubicBezTo>
                    <a:cubicBezTo>
                      <a:pt x="20202" y="62792"/>
                      <a:pt x="114" y="48739"/>
                      <a:pt x="114" y="31404"/>
                    </a:cubicBezTo>
                    <a:cubicBezTo>
                      <a:pt x="114" y="14068"/>
                      <a:pt x="20202" y="15"/>
                      <a:pt x="44982" y="15"/>
                    </a:cubicBezTo>
                    <a:cubicBezTo>
                      <a:pt x="69763" y="15"/>
                      <a:pt x="89851" y="14068"/>
                      <a:pt x="89851" y="31404"/>
                    </a:cubicBezTo>
                    <a:close/>
                  </a:path>
                </a:pathLst>
              </a:custGeom>
              <a:solidFill>
                <a:srgbClr val="3B3B3B"/>
              </a:solidFill>
              <a:ln w="10020" cap="rnd">
                <a:noFill/>
                <a:prstDash val="solid"/>
                <a:round/>
              </a:ln>
            </p:spPr>
            <p:txBody>
              <a:bodyPr/>
              <a:lstStyle/>
              <a:p>
                <a:endParaRPr lang="zh-CN" altLang="en-US" sz="2190"/>
              </a:p>
            </p:txBody>
          </p:sp>
          <p:sp>
            <p:nvSpPr>
              <p:cNvPr id="200" name="任意多边形: 形状 199"/>
              <p:cNvSpPr/>
              <p:nvPr/>
            </p:nvSpPr>
            <p:spPr>
              <a:xfrm>
                <a:off x="5518909" y="3080976"/>
                <a:ext cx="89735" cy="62777"/>
              </a:xfrm>
              <a:custGeom>
                <a:avLst/>
                <a:gdLst>
                  <a:gd name="csX0" fmla="*/ 89851 w 89735"/>
                  <a:gd name="csY0" fmla="*/ 31404 h 62777"/>
                  <a:gd name="csX1" fmla="*/ 44982 w 89735"/>
                  <a:gd name="csY1" fmla="*/ 62793 h 62777"/>
                  <a:gd name="csX2" fmla="*/ 114 w 89735"/>
                  <a:gd name="csY2" fmla="*/ 31404 h 62777"/>
                  <a:gd name="csX3" fmla="*/ 44982 w 89735"/>
                  <a:gd name="csY3" fmla="*/ 16 h 62777"/>
                  <a:gd name="csX4" fmla="*/ 8985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1" y="31404"/>
                    </a:moveTo>
                    <a:cubicBezTo>
                      <a:pt x="89851" y="48740"/>
                      <a:pt x="69763" y="62793"/>
                      <a:pt x="44982" y="62793"/>
                    </a:cubicBezTo>
                    <a:cubicBezTo>
                      <a:pt x="20202" y="62793"/>
                      <a:pt x="114" y="48740"/>
                      <a:pt x="114" y="31404"/>
                    </a:cubicBezTo>
                    <a:cubicBezTo>
                      <a:pt x="114" y="14069"/>
                      <a:pt x="20202" y="16"/>
                      <a:pt x="44982" y="16"/>
                    </a:cubicBezTo>
                    <a:cubicBezTo>
                      <a:pt x="69763" y="16"/>
                      <a:pt x="89851" y="14069"/>
                      <a:pt x="89851"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1" name="任意多边形: 形状 200"/>
              <p:cNvSpPr/>
              <p:nvPr/>
            </p:nvSpPr>
            <p:spPr>
              <a:xfrm>
                <a:off x="5518909" y="2983090"/>
                <a:ext cx="89735" cy="62777"/>
              </a:xfrm>
              <a:custGeom>
                <a:avLst/>
                <a:gdLst>
                  <a:gd name="csX0" fmla="*/ 89851 w 89735"/>
                  <a:gd name="csY0" fmla="*/ 31405 h 62777"/>
                  <a:gd name="csX1" fmla="*/ 44982 w 89735"/>
                  <a:gd name="csY1" fmla="*/ 62794 h 62777"/>
                  <a:gd name="csX2" fmla="*/ 114 w 89735"/>
                  <a:gd name="csY2" fmla="*/ 31405 h 62777"/>
                  <a:gd name="csX3" fmla="*/ 44982 w 89735"/>
                  <a:gd name="csY3" fmla="*/ 16 h 62777"/>
                  <a:gd name="csX4" fmla="*/ 8985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1" y="31405"/>
                    </a:moveTo>
                    <a:cubicBezTo>
                      <a:pt x="89851" y="48741"/>
                      <a:pt x="69763" y="62794"/>
                      <a:pt x="44982" y="62794"/>
                    </a:cubicBezTo>
                    <a:cubicBezTo>
                      <a:pt x="20202" y="62794"/>
                      <a:pt x="114" y="48741"/>
                      <a:pt x="114" y="31405"/>
                    </a:cubicBezTo>
                    <a:cubicBezTo>
                      <a:pt x="114" y="14070"/>
                      <a:pt x="20202" y="16"/>
                      <a:pt x="44982" y="16"/>
                    </a:cubicBezTo>
                    <a:cubicBezTo>
                      <a:pt x="69763" y="16"/>
                      <a:pt x="89851" y="14070"/>
                      <a:pt x="89851" y="31405"/>
                    </a:cubicBezTo>
                    <a:close/>
                  </a:path>
                </a:pathLst>
              </a:custGeom>
              <a:solidFill>
                <a:srgbClr val="3B3B3B"/>
              </a:solidFill>
              <a:ln w="10020" cap="rnd">
                <a:noFill/>
                <a:prstDash val="solid"/>
                <a:round/>
              </a:ln>
            </p:spPr>
            <p:txBody>
              <a:bodyPr/>
              <a:lstStyle/>
              <a:p>
                <a:endParaRPr lang="zh-CN" altLang="en-US" sz="2190"/>
              </a:p>
            </p:txBody>
          </p:sp>
          <p:sp>
            <p:nvSpPr>
              <p:cNvPr id="202" name="任意多边形: 形状 201"/>
              <p:cNvSpPr/>
              <p:nvPr/>
            </p:nvSpPr>
            <p:spPr>
              <a:xfrm>
                <a:off x="5518909" y="2885204"/>
                <a:ext cx="89735" cy="62777"/>
              </a:xfrm>
              <a:custGeom>
                <a:avLst/>
                <a:gdLst>
                  <a:gd name="csX0" fmla="*/ 89851 w 89735"/>
                  <a:gd name="csY0" fmla="*/ 31406 h 62777"/>
                  <a:gd name="csX1" fmla="*/ 44982 w 89735"/>
                  <a:gd name="csY1" fmla="*/ 62794 h 62777"/>
                  <a:gd name="csX2" fmla="*/ 114 w 89735"/>
                  <a:gd name="csY2" fmla="*/ 31406 h 62777"/>
                  <a:gd name="csX3" fmla="*/ 44982 w 89735"/>
                  <a:gd name="csY3" fmla="*/ 17 h 62777"/>
                  <a:gd name="csX4" fmla="*/ 8985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1" y="31406"/>
                    </a:moveTo>
                    <a:cubicBezTo>
                      <a:pt x="89851" y="48741"/>
                      <a:pt x="69763" y="62794"/>
                      <a:pt x="44982" y="62794"/>
                    </a:cubicBezTo>
                    <a:cubicBezTo>
                      <a:pt x="20202" y="62794"/>
                      <a:pt x="114" y="48741"/>
                      <a:pt x="114" y="31406"/>
                    </a:cubicBezTo>
                    <a:cubicBezTo>
                      <a:pt x="114" y="14070"/>
                      <a:pt x="20202" y="17"/>
                      <a:pt x="44982" y="17"/>
                    </a:cubicBezTo>
                    <a:cubicBezTo>
                      <a:pt x="69763" y="17"/>
                      <a:pt x="89851" y="14070"/>
                      <a:pt x="8985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3" name="任意多边形: 形状 202"/>
              <p:cNvSpPr/>
              <p:nvPr/>
            </p:nvSpPr>
            <p:spPr>
              <a:xfrm>
                <a:off x="5518909" y="2787317"/>
                <a:ext cx="89735" cy="62777"/>
              </a:xfrm>
              <a:custGeom>
                <a:avLst/>
                <a:gdLst>
                  <a:gd name="csX0" fmla="*/ 89851 w 89735"/>
                  <a:gd name="csY0" fmla="*/ 31406 h 62777"/>
                  <a:gd name="csX1" fmla="*/ 44982 w 89735"/>
                  <a:gd name="csY1" fmla="*/ 62795 h 62777"/>
                  <a:gd name="csX2" fmla="*/ 114 w 89735"/>
                  <a:gd name="csY2" fmla="*/ 31406 h 62777"/>
                  <a:gd name="csX3" fmla="*/ 44982 w 89735"/>
                  <a:gd name="csY3" fmla="*/ 18 h 62777"/>
                  <a:gd name="csX4" fmla="*/ 8985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1" y="31406"/>
                    </a:moveTo>
                    <a:cubicBezTo>
                      <a:pt x="89851" y="48742"/>
                      <a:pt x="69763" y="62795"/>
                      <a:pt x="44982" y="62795"/>
                    </a:cubicBezTo>
                    <a:cubicBezTo>
                      <a:pt x="20202" y="62795"/>
                      <a:pt x="114" y="48742"/>
                      <a:pt x="114" y="31406"/>
                    </a:cubicBezTo>
                    <a:cubicBezTo>
                      <a:pt x="114" y="14071"/>
                      <a:pt x="20202" y="18"/>
                      <a:pt x="44982" y="18"/>
                    </a:cubicBezTo>
                    <a:cubicBezTo>
                      <a:pt x="69763" y="18"/>
                      <a:pt x="89851" y="14071"/>
                      <a:pt x="8985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4" name="任意多边形: 形状 203"/>
              <p:cNvSpPr/>
              <p:nvPr/>
            </p:nvSpPr>
            <p:spPr>
              <a:xfrm>
                <a:off x="5706192" y="3374751"/>
                <a:ext cx="89735" cy="62777"/>
              </a:xfrm>
              <a:custGeom>
                <a:avLst/>
                <a:gdLst>
                  <a:gd name="csX0" fmla="*/ 89854 w 89735"/>
                  <a:gd name="csY0" fmla="*/ 31402 h 62777"/>
                  <a:gd name="csX1" fmla="*/ 44986 w 89735"/>
                  <a:gd name="csY1" fmla="*/ 62791 h 62777"/>
                  <a:gd name="csX2" fmla="*/ 118 w 89735"/>
                  <a:gd name="csY2" fmla="*/ 31402 h 62777"/>
                  <a:gd name="csX3" fmla="*/ 44986 w 89735"/>
                  <a:gd name="csY3" fmla="*/ 13 h 62777"/>
                  <a:gd name="csX4" fmla="*/ 89854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4" y="31402"/>
                    </a:moveTo>
                    <a:cubicBezTo>
                      <a:pt x="89854" y="48738"/>
                      <a:pt x="69766" y="62791"/>
                      <a:pt x="44986" y="62791"/>
                    </a:cubicBezTo>
                    <a:cubicBezTo>
                      <a:pt x="20206" y="62791"/>
                      <a:pt x="118" y="48738"/>
                      <a:pt x="118" y="31402"/>
                    </a:cubicBezTo>
                    <a:cubicBezTo>
                      <a:pt x="118" y="14067"/>
                      <a:pt x="20206" y="13"/>
                      <a:pt x="44986" y="13"/>
                    </a:cubicBezTo>
                    <a:cubicBezTo>
                      <a:pt x="69766" y="13"/>
                      <a:pt x="89854" y="14067"/>
                      <a:pt x="89854" y="31402"/>
                    </a:cubicBezTo>
                    <a:close/>
                  </a:path>
                </a:pathLst>
              </a:custGeom>
              <a:solidFill>
                <a:srgbClr val="3B3B3B"/>
              </a:solidFill>
              <a:ln w="10020" cap="rnd">
                <a:noFill/>
                <a:prstDash val="solid"/>
                <a:round/>
              </a:ln>
            </p:spPr>
            <p:txBody>
              <a:bodyPr/>
              <a:lstStyle/>
              <a:p>
                <a:endParaRPr lang="zh-CN" altLang="en-US" sz="2190"/>
              </a:p>
            </p:txBody>
          </p:sp>
          <p:sp>
            <p:nvSpPr>
              <p:cNvPr id="205" name="任意多边形: 形状 204"/>
              <p:cNvSpPr/>
              <p:nvPr/>
            </p:nvSpPr>
            <p:spPr>
              <a:xfrm>
                <a:off x="5706192" y="3276749"/>
                <a:ext cx="89735" cy="62777"/>
              </a:xfrm>
              <a:custGeom>
                <a:avLst/>
                <a:gdLst>
                  <a:gd name="csX0" fmla="*/ 89854 w 89735"/>
                  <a:gd name="csY0" fmla="*/ 31403 h 62777"/>
                  <a:gd name="csX1" fmla="*/ 44986 w 89735"/>
                  <a:gd name="csY1" fmla="*/ 62792 h 62777"/>
                  <a:gd name="csX2" fmla="*/ 118 w 89735"/>
                  <a:gd name="csY2" fmla="*/ 31403 h 62777"/>
                  <a:gd name="csX3" fmla="*/ 44986 w 89735"/>
                  <a:gd name="csY3" fmla="*/ 14 h 62777"/>
                  <a:gd name="csX4" fmla="*/ 89854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4" y="31403"/>
                    </a:moveTo>
                    <a:cubicBezTo>
                      <a:pt x="89854" y="48738"/>
                      <a:pt x="69766" y="62792"/>
                      <a:pt x="44986" y="62792"/>
                    </a:cubicBezTo>
                    <a:cubicBezTo>
                      <a:pt x="20206" y="62792"/>
                      <a:pt x="118" y="48738"/>
                      <a:pt x="118" y="31403"/>
                    </a:cubicBezTo>
                    <a:cubicBezTo>
                      <a:pt x="118" y="14067"/>
                      <a:pt x="20206" y="14"/>
                      <a:pt x="44986" y="14"/>
                    </a:cubicBezTo>
                    <a:cubicBezTo>
                      <a:pt x="69766" y="14"/>
                      <a:pt x="89854" y="14067"/>
                      <a:pt x="89854"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6" name="任意多边形: 形状 205"/>
              <p:cNvSpPr/>
              <p:nvPr/>
            </p:nvSpPr>
            <p:spPr>
              <a:xfrm>
                <a:off x="5706192" y="3178862"/>
                <a:ext cx="89735" cy="62777"/>
              </a:xfrm>
              <a:custGeom>
                <a:avLst/>
                <a:gdLst>
                  <a:gd name="csX0" fmla="*/ 89854 w 89735"/>
                  <a:gd name="csY0" fmla="*/ 31404 h 62777"/>
                  <a:gd name="csX1" fmla="*/ 44986 w 89735"/>
                  <a:gd name="csY1" fmla="*/ 62792 h 62777"/>
                  <a:gd name="csX2" fmla="*/ 118 w 89735"/>
                  <a:gd name="csY2" fmla="*/ 31404 h 62777"/>
                  <a:gd name="csX3" fmla="*/ 44986 w 89735"/>
                  <a:gd name="csY3" fmla="*/ 15 h 62777"/>
                  <a:gd name="csX4" fmla="*/ 8985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4" y="31404"/>
                    </a:moveTo>
                    <a:cubicBezTo>
                      <a:pt x="89854" y="48739"/>
                      <a:pt x="69766" y="62792"/>
                      <a:pt x="44986" y="62792"/>
                    </a:cubicBezTo>
                    <a:cubicBezTo>
                      <a:pt x="20206" y="62792"/>
                      <a:pt x="118" y="48739"/>
                      <a:pt x="118" y="31404"/>
                    </a:cubicBezTo>
                    <a:cubicBezTo>
                      <a:pt x="118" y="14068"/>
                      <a:pt x="20206" y="15"/>
                      <a:pt x="44986" y="15"/>
                    </a:cubicBezTo>
                    <a:cubicBezTo>
                      <a:pt x="69766" y="15"/>
                      <a:pt x="89854" y="14068"/>
                      <a:pt x="89854" y="31404"/>
                    </a:cubicBezTo>
                    <a:close/>
                  </a:path>
                </a:pathLst>
              </a:custGeom>
              <a:solidFill>
                <a:srgbClr val="3B3B3B"/>
              </a:solidFill>
              <a:ln w="10020" cap="rnd">
                <a:noFill/>
                <a:prstDash val="solid"/>
                <a:round/>
              </a:ln>
            </p:spPr>
            <p:txBody>
              <a:bodyPr/>
              <a:lstStyle/>
              <a:p>
                <a:endParaRPr lang="zh-CN" altLang="en-US" sz="2190"/>
              </a:p>
            </p:txBody>
          </p:sp>
          <p:sp>
            <p:nvSpPr>
              <p:cNvPr id="207" name="任意多边形: 形状 206"/>
              <p:cNvSpPr/>
              <p:nvPr/>
            </p:nvSpPr>
            <p:spPr>
              <a:xfrm>
                <a:off x="5706192" y="3080976"/>
                <a:ext cx="89735" cy="62777"/>
              </a:xfrm>
              <a:custGeom>
                <a:avLst/>
                <a:gdLst>
                  <a:gd name="csX0" fmla="*/ 89854 w 89735"/>
                  <a:gd name="csY0" fmla="*/ 31404 h 62777"/>
                  <a:gd name="csX1" fmla="*/ 44986 w 89735"/>
                  <a:gd name="csY1" fmla="*/ 62793 h 62777"/>
                  <a:gd name="csX2" fmla="*/ 118 w 89735"/>
                  <a:gd name="csY2" fmla="*/ 31404 h 62777"/>
                  <a:gd name="csX3" fmla="*/ 44986 w 89735"/>
                  <a:gd name="csY3" fmla="*/ 16 h 62777"/>
                  <a:gd name="csX4" fmla="*/ 8985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4" y="31404"/>
                    </a:moveTo>
                    <a:cubicBezTo>
                      <a:pt x="89854" y="48740"/>
                      <a:pt x="69766" y="62793"/>
                      <a:pt x="44986" y="62793"/>
                    </a:cubicBezTo>
                    <a:cubicBezTo>
                      <a:pt x="20206" y="62793"/>
                      <a:pt x="118" y="48740"/>
                      <a:pt x="118" y="31404"/>
                    </a:cubicBezTo>
                    <a:cubicBezTo>
                      <a:pt x="118" y="14069"/>
                      <a:pt x="20206" y="16"/>
                      <a:pt x="44986" y="16"/>
                    </a:cubicBezTo>
                    <a:cubicBezTo>
                      <a:pt x="69766" y="16"/>
                      <a:pt x="89854" y="14069"/>
                      <a:pt x="89854"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8" name="任意多边形: 形状 207"/>
              <p:cNvSpPr/>
              <p:nvPr/>
            </p:nvSpPr>
            <p:spPr>
              <a:xfrm>
                <a:off x="5706192" y="2983090"/>
                <a:ext cx="89735" cy="62777"/>
              </a:xfrm>
              <a:custGeom>
                <a:avLst/>
                <a:gdLst>
                  <a:gd name="csX0" fmla="*/ 89854 w 89735"/>
                  <a:gd name="csY0" fmla="*/ 31405 h 62777"/>
                  <a:gd name="csX1" fmla="*/ 44986 w 89735"/>
                  <a:gd name="csY1" fmla="*/ 62794 h 62777"/>
                  <a:gd name="csX2" fmla="*/ 118 w 89735"/>
                  <a:gd name="csY2" fmla="*/ 31405 h 62777"/>
                  <a:gd name="csX3" fmla="*/ 44986 w 89735"/>
                  <a:gd name="csY3" fmla="*/ 16 h 62777"/>
                  <a:gd name="csX4" fmla="*/ 89854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4" y="31405"/>
                    </a:moveTo>
                    <a:cubicBezTo>
                      <a:pt x="89854" y="48741"/>
                      <a:pt x="69766" y="62794"/>
                      <a:pt x="44986" y="62794"/>
                    </a:cubicBezTo>
                    <a:cubicBezTo>
                      <a:pt x="20206" y="62794"/>
                      <a:pt x="118" y="48741"/>
                      <a:pt x="118" y="31405"/>
                    </a:cubicBezTo>
                    <a:cubicBezTo>
                      <a:pt x="118" y="14070"/>
                      <a:pt x="20206" y="16"/>
                      <a:pt x="44986" y="16"/>
                    </a:cubicBezTo>
                    <a:cubicBezTo>
                      <a:pt x="69766" y="16"/>
                      <a:pt x="89854" y="14070"/>
                      <a:pt x="89854" y="31405"/>
                    </a:cubicBezTo>
                    <a:close/>
                  </a:path>
                </a:pathLst>
              </a:custGeom>
              <a:solidFill>
                <a:srgbClr val="3B3B3B"/>
              </a:solidFill>
              <a:ln w="10020" cap="rnd">
                <a:noFill/>
                <a:prstDash val="solid"/>
                <a:round/>
              </a:ln>
            </p:spPr>
            <p:txBody>
              <a:bodyPr/>
              <a:lstStyle/>
              <a:p>
                <a:endParaRPr lang="zh-CN" altLang="en-US" sz="2190"/>
              </a:p>
            </p:txBody>
          </p:sp>
          <p:sp>
            <p:nvSpPr>
              <p:cNvPr id="209" name="任意多边形: 形状 208"/>
              <p:cNvSpPr/>
              <p:nvPr/>
            </p:nvSpPr>
            <p:spPr>
              <a:xfrm>
                <a:off x="5706192" y="2885204"/>
                <a:ext cx="89735" cy="62777"/>
              </a:xfrm>
              <a:custGeom>
                <a:avLst/>
                <a:gdLst>
                  <a:gd name="csX0" fmla="*/ 89854 w 89735"/>
                  <a:gd name="csY0" fmla="*/ 31406 h 62777"/>
                  <a:gd name="csX1" fmla="*/ 44986 w 89735"/>
                  <a:gd name="csY1" fmla="*/ 62794 h 62777"/>
                  <a:gd name="csX2" fmla="*/ 118 w 89735"/>
                  <a:gd name="csY2" fmla="*/ 31406 h 62777"/>
                  <a:gd name="csX3" fmla="*/ 44986 w 89735"/>
                  <a:gd name="csY3" fmla="*/ 17 h 62777"/>
                  <a:gd name="csX4" fmla="*/ 8985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4" y="31406"/>
                    </a:moveTo>
                    <a:cubicBezTo>
                      <a:pt x="89854" y="48741"/>
                      <a:pt x="69766" y="62794"/>
                      <a:pt x="44986" y="62794"/>
                    </a:cubicBezTo>
                    <a:cubicBezTo>
                      <a:pt x="20206" y="62794"/>
                      <a:pt x="118" y="48741"/>
                      <a:pt x="118" y="31406"/>
                    </a:cubicBezTo>
                    <a:cubicBezTo>
                      <a:pt x="118" y="14070"/>
                      <a:pt x="20206" y="17"/>
                      <a:pt x="44986" y="17"/>
                    </a:cubicBezTo>
                    <a:cubicBezTo>
                      <a:pt x="69766" y="17"/>
                      <a:pt x="89854" y="14070"/>
                      <a:pt x="8985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0" name="任意多边形: 形状 209"/>
              <p:cNvSpPr/>
              <p:nvPr/>
            </p:nvSpPr>
            <p:spPr>
              <a:xfrm>
                <a:off x="5706192" y="2787317"/>
                <a:ext cx="89735" cy="62777"/>
              </a:xfrm>
              <a:custGeom>
                <a:avLst/>
                <a:gdLst>
                  <a:gd name="csX0" fmla="*/ 89854 w 89735"/>
                  <a:gd name="csY0" fmla="*/ 31406 h 62777"/>
                  <a:gd name="csX1" fmla="*/ 44986 w 89735"/>
                  <a:gd name="csY1" fmla="*/ 62795 h 62777"/>
                  <a:gd name="csX2" fmla="*/ 118 w 89735"/>
                  <a:gd name="csY2" fmla="*/ 31406 h 62777"/>
                  <a:gd name="csX3" fmla="*/ 44986 w 89735"/>
                  <a:gd name="csY3" fmla="*/ 18 h 62777"/>
                  <a:gd name="csX4" fmla="*/ 8985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4" y="31406"/>
                    </a:moveTo>
                    <a:cubicBezTo>
                      <a:pt x="89854" y="48742"/>
                      <a:pt x="69766" y="62795"/>
                      <a:pt x="44986" y="62795"/>
                    </a:cubicBezTo>
                    <a:cubicBezTo>
                      <a:pt x="20206" y="62795"/>
                      <a:pt x="118" y="48742"/>
                      <a:pt x="118" y="31406"/>
                    </a:cubicBezTo>
                    <a:cubicBezTo>
                      <a:pt x="118" y="14071"/>
                      <a:pt x="20206" y="18"/>
                      <a:pt x="44986" y="18"/>
                    </a:cubicBezTo>
                    <a:cubicBezTo>
                      <a:pt x="69766" y="18"/>
                      <a:pt x="89854" y="14071"/>
                      <a:pt x="8985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1" name="任意多边形: 形状 210"/>
              <p:cNvSpPr/>
              <p:nvPr/>
            </p:nvSpPr>
            <p:spPr>
              <a:xfrm>
                <a:off x="5893474" y="3374751"/>
                <a:ext cx="89735" cy="62777"/>
              </a:xfrm>
              <a:custGeom>
                <a:avLst/>
                <a:gdLst>
                  <a:gd name="csX0" fmla="*/ 89857 w 89735"/>
                  <a:gd name="csY0" fmla="*/ 31402 h 62777"/>
                  <a:gd name="csX1" fmla="*/ 44989 w 89735"/>
                  <a:gd name="csY1" fmla="*/ 62791 h 62777"/>
                  <a:gd name="csX2" fmla="*/ 121 w 89735"/>
                  <a:gd name="csY2" fmla="*/ 31402 h 62777"/>
                  <a:gd name="csX3" fmla="*/ 44989 w 89735"/>
                  <a:gd name="csY3" fmla="*/ 13 h 62777"/>
                  <a:gd name="csX4" fmla="*/ 8985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7" y="31402"/>
                    </a:moveTo>
                    <a:cubicBezTo>
                      <a:pt x="89857" y="48738"/>
                      <a:pt x="69769" y="62791"/>
                      <a:pt x="44989" y="62791"/>
                    </a:cubicBezTo>
                    <a:cubicBezTo>
                      <a:pt x="20209" y="62791"/>
                      <a:pt x="121" y="48738"/>
                      <a:pt x="121" y="31402"/>
                    </a:cubicBezTo>
                    <a:cubicBezTo>
                      <a:pt x="121" y="14067"/>
                      <a:pt x="20209" y="13"/>
                      <a:pt x="44989" y="13"/>
                    </a:cubicBezTo>
                    <a:cubicBezTo>
                      <a:pt x="69769" y="13"/>
                      <a:pt x="89857" y="14067"/>
                      <a:pt x="89857" y="31402"/>
                    </a:cubicBezTo>
                    <a:close/>
                  </a:path>
                </a:pathLst>
              </a:custGeom>
              <a:solidFill>
                <a:srgbClr val="3B3B3B"/>
              </a:solidFill>
              <a:ln w="10020" cap="rnd">
                <a:noFill/>
                <a:prstDash val="solid"/>
                <a:round/>
              </a:ln>
            </p:spPr>
            <p:txBody>
              <a:bodyPr/>
              <a:lstStyle/>
              <a:p>
                <a:endParaRPr lang="zh-CN" altLang="en-US" sz="2190"/>
              </a:p>
            </p:txBody>
          </p:sp>
          <p:sp>
            <p:nvSpPr>
              <p:cNvPr id="212" name="任意多边形: 形状 211"/>
              <p:cNvSpPr/>
              <p:nvPr/>
            </p:nvSpPr>
            <p:spPr>
              <a:xfrm>
                <a:off x="5893474" y="3276749"/>
                <a:ext cx="89735" cy="62777"/>
              </a:xfrm>
              <a:custGeom>
                <a:avLst/>
                <a:gdLst>
                  <a:gd name="csX0" fmla="*/ 89857 w 89735"/>
                  <a:gd name="csY0" fmla="*/ 31403 h 62777"/>
                  <a:gd name="csX1" fmla="*/ 44989 w 89735"/>
                  <a:gd name="csY1" fmla="*/ 62792 h 62777"/>
                  <a:gd name="csX2" fmla="*/ 121 w 89735"/>
                  <a:gd name="csY2" fmla="*/ 31403 h 62777"/>
                  <a:gd name="csX3" fmla="*/ 44989 w 89735"/>
                  <a:gd name="csY3" fmla="*/ 14 h 62777"/>
                  <a:gd name="csX4" fmla="*/ 8985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7" y="31403"/>
                    </a:moveTo>
                    <a:cubicBezTo>
                      <a:pt x="89857" y="48738"/>
                      <a:pt x="69769" y="62792"/>
                      <a:pt x="44989" y="62792"/>
                    </a:cubicBezTo>
                    <a:cubicBezTo>
                      <a:pt x="20209" y="62792"/>
                      <a:pt x="121" y="48738"/>
                      <a:pt x="121" y="31403"/>
                    </a:cubicBezTo>
                    <a:cubicBezTo>
                      <a:pt x="121" y="14067"/>
                      <a:pt x="20209" y="14"/>
                      <a:pt x="44989" y="14"/>
                    </a:cubicBezTo>
                    <a:cubicBezTo>
                      <a:pt x="69769" y="14"/>
                      <a:pt x="89857" y="14067"/>
                      <a:pt x="89857"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3" name="任意多边形: 形状 212"/>
              <p:cNvSpPr/>
              <p:nvPr/>
            </p:nvSpPr>
            <p:spPr>
              <a:xfrm>
                <a:off x="5893474" y="3178862"/>
                <a:ext cx="89735" cy="62777"/>
              </a:xfrm>
              <a:custGeom>
                <a:avLst/>
                <a:gdLst>
                  <a:gd name="csX0" fmla="*/ 89857 w 89735"/>
                  <a:gd name="csY0" fmla="*/ 31404 h 62777"/>
                  <a:gd name="csX1" fmla="*/ 44989 w 89735"/>
                  <a:gd name="csY1" fmla="*/ 62792 h 62777"/>
                  <a:gd name="csX2" fmla="*/ 121 w 89735"/>
                  <a:gd name="csY2" fmla="*/ 31404 h 62777"/>
                  <a:gd name="csX3" fmla="*/ 44989 w 89735"/>
                  <a:gd name="csY3" fmla="*/ 15 h 62777"/>
                  <a:gd name="csX4" fmla="*/ 8985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7" y="31404"/>
                    </a:moveTo>
                    <a:cubicBezTo>
                      <a:pt x="89857" y="48739"/>
                      <a:pt x="69769" y="62792"/>
                      <a:pt x="44989" y="62792"/>
                    </a:cubicBezTo>
                    <a:cubicBezTo>
                      <a:pt x="20209" y="62792"/>
                      <a:pt x="121" y="48739"/>
                      <a:pt x="121" y="31404"/>
                    </a:cubicBezTo>
                    <a:cubicBezTo>
                      <a:pt x="121" y="14068"/>
                      <a:pt x="20209" y="15"/>
                      <a:pt x="44989" y="15"/>
                    </a:cubicBezTo>
                    <a:cubicBezTo>
                      <a:pt x="69769" y="15"/>
                      <a:pt x="89857" y="14068"/>
                      <a:pt x="8985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4" name="任意多边形: 形状 213"/>
              <p:cNvSpPr/>
              <p:nvPr/>
            </p:nvSpPr>
            <p:spPr>
              <a:xfrm>
                <a:off x="5893474" y="3080976"/>
                <a:ext cx="89735" cy="62777"/>
              </a:xfrm>
              <a:custGeom>
                <a:avLst/>
                <a:gdLst>
                  <a:gd name="csX0" fmla="*/ 89857 w 89735"/>
                  <a:gd name="csY0" fmla="*/ 31404 h 62777"/>
                  <a:gd name="csX1" fmla="*/ 44989 w 89735"/>
                  <a:gd name="csY1" fmla="*/ 62793 h 62777"/>
                  <a:gd name="csX2" fmla="*/ 121 w 89735"/>
                  <a:gd name="csY2" fmla="*/ 31404 h 62777"/>
                  <a:gd name="csX3" fmla="*/ 44989 w 89735"/>
                  <a:gd name="csY3" fmla="*/ 16 h 62777"/>
                  <a:gd name="csX4" fmla="*/ 8985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7" y="31404"/>
                    </a:moveTo>
                    <a:cubicBezTo>
                      <a:pt x="89857" y="48740"/>
                      <a:pt x="69769" y="62793"/>
                      <a:pt x="44989" y="62793"/>
                    </a:cubicBezTo>
                    <a:cubicBezTo>
                      <a:pt x="20209" y="62793"/>
                      <a:pt x="121" y="48740"/>
                      <a:pt x="121" y="31404"/>
                    </a:cubicBezTo>
                    <a:cubicBezTo>
                      <a:pt x="121" y="14069"/>
                      <a:pt x="20209" y="16"/>
                      <a:pt x="44989" y="16"/>
                    </a:cubicBezTo>
                    <a:cubicBezTo>
                      <a:pt x="69769" y="16"/>
                      <a:pt x="89857" y="14069"/>
                      <a:pt x="8985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5" name="任意多边形: 形状 214"/>
              <p:cNvSpPr/>
              <p:nvPr/>
            </p:nvSpPr>
            <p:spPr>
              <a:xfrm>
                <a:off x="5893474" y="2983090"/>
                <a:ext cx="89735" cy="62777"/>
              </a:xfrm>
              <a:custGeom>
                <a:avLst/>
                <a:gdLst>
                  <a:gd name="csX0" fmla="*/ 89857 w 89735"/>
                  <a:gd name="csY0" fmla="*/ 31405 h 62777"/>
                  <a:gd name="csX1" fmla="*/ 44989 w 89735"/>
                  <a:gd name="csY1" fmla="*/ 62794 h 62777"/>
                  <a:gd name="csX2" fmla="*/ 121 w 89735"/>
                  <a:gd name="csY2" fmla="*/ 31405 h 62777"/>
                  <a:gd name="csX3" fmla="*/ 44989 w 89735"/>
                  <a:gd name="csY3" fmla="*/ 16 h 62777"/>
                  <a:gd name="csX4" fmla="*/ 8985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7" y="31405"/>
                    </a:moveTo>
                    <a:cubicBezTo>
                      <a:pt x="89857" y="48741"/>
                      <a:pt x="69769" y="62794"/>
                      <a:pt x="44989" y="62794"/>
                    </a:cubicBezTo>
                    <a:cubicBezTo>
                      <a:pt x="20209" y="62794"/>
                      <a:pt x="121" y="48741"/>
                      <a:pt x="121" y="31405"/>
                    </a:cubicBezTo>
                    <a:cubicBezTo>
                      <a:pt x="121" y="14070"/>
                      <a:pt x="20209" y="16"/>
                      <a:pt x="44989" y="16"/>
                    </a:cubicBezTo>
                    <a:cubicBezTo>
                      <a:pt x="69769" y="16"/>
                      <a:pt x="89857" y="14070"/>
                      <a:pt x="89857"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6" name="任意多边形: 形状 215"/>
              <p:cNvSpPr/>
              <p:nvPr/>
            </p:nvSpPr>
            <p:spPr>
              <a:xfrm>
                <a:off x="5893474" y="2885204"/>
                <a:ext cx="89735" cy="62777"/>
              </a:xfrm>
              <a:custGeom>
                <a:avLst/>
                <a:gdLst>
                  <a:gd name="csX0" fmla="*/ 89857 w 89735"/>
                  <a:gd name="csY0" fmla="*/ 31406 h 62777"/>
                  <a:gd name="csX1" fmla="*/ 44989 w 89735"/>
                  <a:gd name="csY1" fmla="*/ 62794 h 62777"/>
                  <a:gd name="csX2" fmla="*/ 121 w 89735"/>
                  <a:gd name="csY2" fmla="*/ 31406 h 62777"/>
                  <a:gd name="csX3" fmla="*/ 44989 w 89735"/>
                  <a:gd name="csY3" fmla="*/ 17 h 62777"/>
                  <a:gd name="csX4" fmla="*/ 8985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7" y="31406"/>
                    </a:moveTo>
                    <a:cubicBezTo>
                      <a:pt x="89857" y="48741"/>
                      <a:pt x="69769" y="62794"/>
                      <a:pt x="44989" y="62794"/>
                    </a:cubicBezTo>
                    <a:cubicBezTo>
                      <a:pt x="20209" y="62794"/>
                      <a:pt x="121" y="48741"/>
                      <a:pt x="121" y="31406"/>
                    </a:cubicBezTo>
                    <a:cubicBezTo>
                      <a:pt x="121" y="14070"/>
                      <a:pt x="20209" y="17"/>
                      <a:pt x="44989" y="17"/>
                    </a:cubicBezTo>
                    <a:cubicBezTo>
                      <a:pt x="69769" y="17"/>
                      <a:pt x="89857" y="14070"/>
                      <a:pt x="89857" y="31406"/>
                    </a:cubicBezTo>
                    <a:close/>
                  </a:path>
                </a:pathLst>
              </a:custGeom>
              <a:solidFill>
                <a:srgbClr val="3B3B3B"/>
              </a:solidFill>
              <a:ln w="10020" cap="rnd">
                <a:noFill/>
                <a:prstDash val="solid"/>
                <a:round/>
              </a:ln>
            </p:spPr>
            <p:txBody>
              <a:bodyPr/>
              <a:lstStyle/>
              <a:p>
                <a:endParaRPr lang="zh-CN" altLang="en-US" sz="2190"/>
              </a:p>
            </p:txBody>
          </p:sp>
          <p:sp>
            <p:nvSpPr>
              <p:cNvPr id="217" name="任意多边形: 形状 216"/>
              <p:cNvSpPr/>
              <p:nvPr/>
            </p:nvSpPr>
            <p:spPr>
              <a:xfrm>
                <a:off x="5893474" y="2787317"/>
                <a:ext cx="89735" cy="62777"/>
              </a:xfrm>
              <a:custGeom>
                <a:avLst/>
                <a:gdLst>
                  <a:gd name="csX0" fmla="*/ 89857 w 89735"/>
                  <a:gd name="csY0" fmla="*/ 31406 h 62777"/>
                  <a:gd name="csX1" fmla="*/ 44989 w 89735"/>
                  <a:gd name="csY1" fmla="*/ 62795 h 62777"/>
                  <a:gd name="csX2" fmla="*/ 121 w 89735"/>
                  <a:gd name="csY2" fmla="*/ 31406 h 62777"/>
                  <a:gd name="csX3" fmla="*/ 44989 w 89735"/>
                  <a:gd name="csY3" fmla="*/ 18 h 62777"/>
                  <a:gd name="csX4" fmla="*/ 8985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7" y="31406"/>
                    </a:moveTo>
                    <a:cubicBezTo>
                      <a:pt x="89857" y="48742"/>
                      <a:pt x="69769" y="62795"/>
                      <a:pt x="44989" y="62795"/>
                    </a:cubicBezTo>
                    <a:cubicBezTo>
                      <a:pt x="20209" y="62795"/>
                      <a:pt x="121" y="48742"/>
                      <a:pt x="121" y="31406"/>
                    </a:cubicBezTo>
                    <a:cubicBezTo>
                      <a:pt x="121" y="14071"/>
                      <a:pt x="20209" y="18"/>
                      <a:pt x="44989" y="18"/>
                    </a:cubicBezTo>
                    <a:cubicBezTo>
                      <a:pt x="69769" y="18"/>
                      <a:pt x="89857" y="14071"/>
                      <a:pt x="8985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8" name="任意多边形: 形状 217"/>
              <p:cNvSpPr/>
              <p:nvPr/>
            </p:nvSpPr>
            <p:spPr>
              <a:xfrm>
                <a:off x="6080922" y="3374751"/>
                <a:ext cx="89735" cy="62777"/>
              </a:xfrm>
              <a:custGeom>
                <a:avLst/>
                <a:gdLst>
                  <a:gd name="csX0" fmla="*/ 89861 w 89735"/>
                  <a:gd name="csY0" fmla="*/ 31402 h 62777"/>
                  <a:gd name="csX1" fmla="*/ 44992 w 89735"/>
                  <a:gd name="csY1" fmla="*/ 62791 h 62777"/>
                  <a:gd name="csX2" fmla="*/ 124 w 89735"/>
                  <a:gd name="csY2" fmla="*/ 31402 h 62777"/>
                  <a:gd name="csX3" fmla="*/ 44992 w 89735"/>
                  <a:gd name="csY3" fmla="*/ 13 h 62777"/>
                  <a:gd name="csX4" fmla="*/ 8986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1" y="31402"/>
                    </a:moveTo>
                    <a:cubicBezTo>
                      <a:pt x="89861" y="48738"/>
                      <a:pt x="69773" y="62791"/>
                      <a:pt x="44992" y="62791"/>
                    </a:cubicBezTo>
                    <a:cubicBezTo>
                      <a:pt x="20212" y="62791"/>
                      <a:pt x="124" y="48738"/>
                      <a:pt x="124" y="31402"/>
                    </a:cubicBezTo>
                    <a:cubicBezTo>
                      <a:pt x="124" y="14067"/>
                      <a:pt x="20212" y="13"/>
                      <a:pt x="44992" y="13"/>
                    </a:cubicBezTo>
                    <a:cubicBezTo>
                      <a:pt x="69773" y="13"/>
                      <a:pt x="89861" y="14067"/>
                      <a:pt x="89861" y="31402"/>
                    </a:cubicBezTo>
                    <a:close/>
                  </a:path>
                </a:pathLst>
              </a:custGeom>
              <a:solidFill>
                <a:srgbClr val="3B3B3B"/>
              </a:solidFill>
              <a:ln w="10020" cap="rnd">
                <a:noFill/>
                <a:prstDash val="solid"/>
                <a:round/>
              </a:ln>
            </p:spPr>
            <p:txBody>
              <a:bodyPr/>
              <a:lstStyle/>
              <a:p>
                <a:endParaRPr lang="zh-CN" altLang="en-US" sz="2190"/>
              </a:p>
            </p:txBody>
          </p:sp>
          <p:sp>
            <p:nvSpPr>
              <p:cNvPr id="219" name="任意多边形: 形状 218"/>
              <p:cNvSpPr/>
              <p:nvPr/>
            </p:nvSpPr>
            <p:spPr>
              <a:xfrm>
                <a:off x="6080922" y="3276749"/>
                <a:ext cx="89735" cy="62777"/>
              </a:xfrm>
              <a:custGeom>
                <a:avLst/>
                <a:gdLst>
                  <a:gd name="csX0" fmla="*/ 89861 w 89735"/>
                  <a:gd name="csY0" fmla="*/ 31403 h 62777"/>
                  <a:gd name="csX1" fmla="*/ 44992 w 89735"/>
                  <a:gd name="csY1" fmla="*/ 62792 h 62777"/>
                  <a:gd name="csX2" fmla="*/ 124 w 89735"/>
                  <a:gd name="csY2" fmla="*/ 31403 h 62777"/>
                  <a:gd name="csX3" fmla="*/ 44992 w 89735"/>
                  <a:gd name="csY3" fmla="*/ 14 h 62777"/>
                  <a:gd name="csX4" fmla="*/ 8986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1" y="31403"/>
                    </a:moveTo>
                    <a:cubicBezTo>
                      <a:pt x="89861" y="48738"/>
                      <a:pt x="69773" y="62792"/>
                      <a:pt x="44992" y="62792"/>
                    </a:cubicBezTo>
                    <a:cubicBezTo>
                      <a:pt x="20212" y="62792"/>
                      <a:pt x="124" y="48738"/>
                      <a:pt x="124" y="31403"/>
                    </a:cubicBezTo>
                    <a:cubicBezTo>
                      <a:pt x="124" y="14067"/>
                      <a:pt x="20212" y="14"/>
                      <a:pt x="44992" y="14"/>
                    </a:cubicBezTo>
                    <a:cubicBezTo>
                      <a:pt x="69773" y="14"/>
                      <a:pt x="89861" y="14067"/>
                      <a:pt x="89861" y="31403"/>
                    </a:cubicBezTo>
                    <a:close/>
                  </a:path>
                </a:pathLst>
              </a:custGeom>
              <a:solidFill>
                <a:srgbClr val="3B3B3B"/>
              </a:solidFill>
              <a:ln w="10020" cap="rnd">
                <a:noFill/>
                <a:prstDash val="solid"/>
                <a:round/>
              </a:ln>
            </p:spPr>
            <p:txBody>
              <a:bodyPr/>
              <a:lstStyle/>
              <a:p>
                <a:endParaRPr lang="zh-CN" altLang="en-US" sz="2190"/>
              </a:p>
            </p:txBody>
          </p:sp>
          <p:sp>
            <p:nvSpPr>
              <p:cNvPr id="220" name="任意多边形: 形状 219"/>
              <p:cNvSpPr/>
              <p:nvPr/>
            </p:nvSpPr>
            <p:spPr>
              <a:xfrm>
                <a:off x="6080922" y="3178862"/>
                <a:ext cx="89735" cy="62777"/>
              </a:xfrm>
              <a:custGeom>
                <a:avLst/>
                <a:gdLst>
                  <a:gd name="csX0" fmla="*/ 89861 w 89735"/>
                  <a:gd name="csY0" fmla="*/ 31404 h 62777"/>
                  <a:gd name="csX1" fmla="*/ 44992 w 89735"/>
                  <a:gd name="csY1" fmla="*/ 62792 h 62777"/>
                  <a:gd name="csX2" fmla="*/ 124 w 89735"/>
                  <a:gd name="csY2" fmla="*/ 31404 h 62777"/>
                  <a:gd name="csX3" fmla="*/ 44992 w 89735"/>
                  <a:gd name="csY3" fmla="*/ 15 h 62777"/>
                  <a:gd name="csX4" fmla="*/ 8986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1" y="31404"/>
                    </a:moveTo>
                    <a:cubicBezTo>
                      <a:pt x="89861" y="48739"/>
                      <a:pt x="69773" y="62792"/>
                      <a:pt x="44992" y="62792"/>
                    </a:cubicBezTo>
                    <a:cubicBezTo>
                      <a:pt x="20212" y="62792"/>
                      <a:pt x="124" y="48739"/>
                      <a:pt x="124" y="31404"/>
                    </a:cubicBezTo>
                    <a:cubicBezTo>
                      <a:pt x="124" y="14068"/>
                      <a:pt x="20212" y="15"/>
                      <a:pt x="44992" y="15"/>
                    </a:cubicBezTo>
                    <a:cubicBezTo>
                      <a:pt x="69773" y="15"/>
                      <a:pt x="89861" y="14068"/>
                      <a:pt x="89861" y="31404"/>
                    </a:cubicBezTo>
                    <a:close/>
                  </a:path>
                </a:pathLst>
              </a:custGeom>
              <a:solidFill>
                <a:srgbClr val="3B3B3B"/>
              </a:solidFill>
              <a:ln w="10020" cap="rnd">
                <a:noFill/>
                <a:prstDash val="solid"/>
                <a:round/>
              </a:ln>
            </p:spPr>
            <p:txBody>
              <a:bodyPr/>
              <a:lstStyle/>
              <a:p>
                <a:endParaRPr lang="zh-CN" altLang="en-US" sz="2190"/>
              </a:p>
            </p:txBody>
          </p:sp>
          <p:sp>
            <p:nvSpPr>
              <p:cNvPr id="221" name="任意多边形: 形状 220"/>
              <p:cNvSpPr/>
              <p:nvPr/>
            </p:nvSpPr>
            <p:spPr>
              <a:xfrm>
                <a:off x="6080922" y="3080976"/>
                <a:ext cx="89735" cy="62777"/>
              </a:xfrm>
              <a:custGeom>
                <a:avLst/>
                <a:gdLst>
                  <a:gd name="csX0" fmla="*/ 89861 w 89735"/>
                  <a:gd name="csY0" fmla="*/ 31404 h 62777"/>
                  <a:gd name="csX1" fmla="*/ 44992 w 89735"/>
                  <a:gd name="csY1" fmla="*/ 62793 h 62777"/>
                  <a:gd name="csX2" fmla="*/ 124 w 89735"/>
                  <a:gd name="csY2" fmla="*/ 31404 h 62777"/>
                  <a:gd name="csX3" fmla="*/ 44992 w 89735"/>
                  <a:gd name="csY3" fmla="*/ 16 h 62777"/>
                  <a:gd name="csX4" fmla="*/ 8986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1" y="31404"/>
                    </a:moveTo>
                    <a:cubicBezTo>
                      <a:pt x="89861" y="48740"/>
                      <a:pt x="69773" y="62793"/>
                      <a:pt x="44992" y="62793"/>
                    </a:cubicBezTo>
                    <a:cubicBezTo>
                      <a:pt x="20212" y="62793"/>
                      <a:pt x="124" y="48740"/>
                      <a:pt x="124" y="31404"/>
                    </a:cubicBezTo>
                    <a:cubicBezTo>
                      <a:pt x="124" y="14069"/>
                      <a:pt x="20212" y="16"/>
                      <a:pt x="44992" y="16"/>
                    </a:cubicBezTo>
                    <a:cubicBezTo>
                      <a:pt x="69773" y="16"/>
                      <a:pt x="89861" y="14069"/>
                      <a:pt x="89861" y="31404"/>
                    </a:cubicBezTo>
                    <a:close/>
                  </a:path>
                </a:pathLst>
              </a:custGeom>
              <a:solidFill>
                <a:srgbClr val="3B3B3B"/>
              </a:solidFill>
              <a:ln w="10020" cap="rnd">
                <a:noFill/>
                <a:prstDash val="solid"/>
                <a:round/>
              </a:ln>
            </p:spPr>
            <p:txBody>
              <a:bodyPr/>
              <a:lstStyle/>
              <a:p>
                <a:endParaRPr lang="zh-CN" altLang="en-US" sz="2190"/>
              </a:p>
            </p:txBody>
          </p:sp>
          <p:sp>
            <p:nvSpPr>
              <p:cNvPr id="222" name="任意多边形: 形状 221"/>
              <p:cNvSpPr/>
              <p:nvPr/>
            </p:nvSpPr>
            <p:spPr>
              <a:xfrm>
                <a:off x="6080922" y="2983090"/>
                <a:ext cx="89735" cy="62777"/>
              </a:xfrm>
              <a:custGeom>
                <a:avLst/>
                <a:gdLst>
                  <a:gd name="csX0" fmla="*/ 89861 w 89735"/>
                  <a:gd name="csY0" fmla="*/ 31405 h 62777"/>
                  <a:gd name="csX1" fmla="*/ 44992 w 89735"/>
                  <a:gd name="csY1" fmla="*/ 62794 h 62777"/>
                  <a:gd name="csX2" fmla="*/ 124 w 89735"/>
                  <a:gd name="csY2" fmla="*/ 31405 h 62777"/>
                  <a:gd name="csX3" fmla="*/ 44992 w 89735"/>
                  <a:gd name="csY3" fmla="*/ 16 h 62777"/>
                  <a:gd name="csX4" fmla="*/ 8986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1" y="31405"/>
                    </a:moveTo>
                    <a:cubicBezTo>
                      <a:pt x="89861" y="48741"/>
                      <a:pt x="69773" y="62794"/>
                      <a:pt x="44992" y="62794"/>
                    </a:cubicBezTo>
                    <a:cubicBezTo>
                      <a:pt x="20212" y="62794"/>
                      <a:pt x="124" y="48741"/>
                      <a:pt x="124" y="31405"/>
                    </a:cubicBezTo>
                    <a:cubicBezTo>
                      <a:pt x="124" y="14070"/>
                      <a:pt x="20212" y="16"/>
                      <a:pt x="44992" y="16"/>
                    </a:cubicBezTo>
                    <a:cubicBezTo>
                      <a:pt x="69773" y="16"/>
                      <a:pt x="89861" y="14070"/>
                      <a:pt x="89861"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3" name="任意多边形: 形状 222"/>
              <p:cNvSpPr/>
              <p:nvPr/>
            </p:nvSpPr>
            <p:spPr>
              <a:xfrm>
                <a:off x="6080922" y="2885204"/>
                <a:ext cx="89735" cy="62777"/>
              </a:xfrm>
              <a:custGeom>
                <a:avLst/>
                <a:gdLst>
                  <a:gd name="csX0" fmla="*/ 89861 w 89735"/>
                  <a:gd name="csY0" fmla="*/ 31406 h 62777"/>
                  <a:gd name="csX1" fmla="*/ 44992 w 89735"/>
                  <a:gd name="csY1" fmla="*/ 62794 h 62777"/>
                  <a:gd name="csX2" fmla="*/ 124 w 89735"/>
                  <a:gd name="csY2" fmla="*/ 31406 h 62777"/>
                  <a:gd name="csX3" fmla="*/ 44992 w 89735"/>
                  <a:gd name="csY3" fmla="*/ 17 h 62777"/>
                  <a:gd name="csX4" fmla="*/ 8986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1" y="31406"/>
                    </a:moveTo>
                    <a:cubicBezTo>
                      <a:pt x="89861" y="48741"/>
                      <a:pt x="69773" y="62794"/>
                      <a:pt x="44992" y="62794"/>
                    </a:cubicBezTo>
                    <a:cubicBezTo>
                      <a:pt x="20212" y="62794"/>
                      <a:pt x="124" y="48741"/>
                      <a:pt x="124" y="31406"/>
                    </a:cubicBezTo>
                    <a:cubicBezTo>
                      <a:pt x="124" y="14070"/>
                      <a:pt x="20212" y="17"/>
                      <a:pt x="44992" y="17"/>
                    </a:cubicBezTo>
                    <a:cubicBezTo>
                      <a:pt x="69773" y="17"/>
                      <a:pt x="89861" y="14070"/>
                      <a:pt x="8986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4" name="任意多边形: 形状 223"/>
              <p:cNvSpPr/>
              <p:nvPr/>
            </p:nvSpPr>
            <p:spPr>
              <a:xfrm>
                <a:off x="6080922" y="2787317"/>
                <a:ext cx="89735" cy="62777"/>
              </a:xfrm>
              <a:custGeom>
                <a:avLst/>
                <a:gdLst>
                  <a:gd name="csX0" fmla="*/ 89861 w 89735"/>
                  <a:gd name="csY0" fmla="*/ 31406 h 62777"/>
                  <a:gd name="csX1" fmla="*/ 44992 w 89735"/>
                  <a:gd name="csY1" fmla="*/ 62795 h 62777"/>
                  <a:gd name="csX2" fmla="*/ 124 w 89735"/>
                  <a:gd name="csY2" fmla="*/ 31406 h 62777"/>
                  <a:gd name="csX3" fmla="*/ 44992 w 89735"/>
                  <a:gd name="csY3" fmla="*/ 18 h 62777"/>
                  <a:gd name="csX4" fmla="*/ 8986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1" y="31406"/>
                    </a:moveTo>
                    <a:cubicBezTo>
                      <a:pt x="89861" y="48742"/>
                      <a:pt x="69773" y="62795"/>
                      <a:pt x="44992" y="62795"/>
                    </a:cubicBezTo>
                    <a:cubicBezTo>
                      <a:pt x="20212" y="62795"/>
                      <a:pt x="124" y="48742"/>
                      <a:pt x="124" y="31406"/>
                    </a:cubicBezTo>
                    <a:cubicBezTo>
                      <a:pt x="124" y="14071"/>
                      <a:pt x="20212" y="18"/>
                      <a:pt x="44992" y="18"/>
                    </a:cubicBezTo>
                    <a:cubicBezTo>
                      <a:pt x="69773" y="18"/>
                      <a:pt x="89861" y="14071"/>
                      <a:pt x="8986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5" name="任意多边形: 形状 224"/>
              <p:cNvSpPr/>
              <p:nvPr/>
            </p:nvSpPr>
            <p:spPr>
              <a:xfrm>
                <a:off x="6268205" y="3374751"/>
                <a:ext cx="89735" cy="62777"/>
              </a:xfrm>
              <a:custGeom>
                <a:avLst/>
                <a:gdLst>
                  <a:gd name="csX0" fmla="*/ 89864 w 89735"/>
                  <a:gd name="csY0" fmla="*/ 31402 h 62777"/>
                  <a:gd name="csX1" fmla="*/ 44996 w 89735"/>
                  <a:gd name="csY1" fmla="*/ 62791 h 62777"/>
                  <a:gd name="csX2" fmla="*/ 128 w 89735"/>
                  <a:gd name="csY2" fmla="*/ 31402 h 62777"/>
                  <a:gd name="csX3" fmla="*/ 44996 w 89735"/>
                  <a:gd name="csY3" fmla="*/ 13 h 62777"/>
                  <a:gd name="csX4" fmla="*/ 89864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4" y="31402"/>
                    </a:moveTo>
                    <a:cubicBezTo>
                      <a:pt x="89864" y="48738"/>
                      <a:pt x="69776" y="62791"/>
                      <a:pt x="44996" y="62791"/>
                    </a:cubicBezTo>
                    <a:cubicBezTo>
                      <a:pt x="20216" y="62791"/>
                      <a:pt x="128" y="48738"/>
                      <a:pt x="128" y="31402"/>
                    </a:cubicBezTo>
                    <a:cubicBezTo>
                      <a:pt x="128" y="14067"/>
                      <a:pt x="20216" y="13"/>
                      <a:pt x="44996" y="13"/>
                    </a:cubicBezTo>
                    <a:cubicBezTo>
                      <a:pt x="69776" y="13"/>
                      <a:pt x="89864" y="14067"/>
                      <a:pt x="89864"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6" name="任意多边形: 形状 225"/>
              <p:cNvSpPr/>
              <p:nvPr/>
            </p:nvSpPr>
            <p:spPr>
              <a:xfrm>
                <a:off x="6268205" y="3276749"/>
                <a:ext cx="89735" cy="62777"/>
              </a:xfrm>
              <a:custGeom>
                <a:avLst/>
                <a:gdLst>
                  <a:gd name="csX0" fmla="*/ 89864 w 89735"/>
                  <a:gd name="csY0" fmla="*/ 31403 h 62777"/>
                  <a:gd name="csX1" fmla="*/ 44996 w 89735"/>
                  <a:gd name="csY1" fmla="*/ 62792 h 62777"/>
                  <a:gd name="csX2" fmla="*/ 128 w 89735"/>
                  <a:gd name="csY2" fmla="*/ 31403 h 62777"/>
                  <a:gd name="csX3" fmla="*/ 44996 w 89735"/>
                  <a:gd name="csY3" fmla="*/ 14 h 62777"/>
                  <a:gd name="csX4" fmla="*/ 89864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4" y="31403"/>
                    </a:moveTo>
                    <a:cubicBezTo>
                      <a:pt x="89864" y="48738"/>
                      <a:pt x="69776" y="62792"/>
                      <a:pt x="44996" y="62792"/>
                    </a:cubicBezTo>
                    <a:cubicBezTo>
                      <a:pt x="20216" y="62792"/>
                      <a:pt x="128" y="48738"/>
                      <a:pt x="128" y="31403"/>
                    </a:cubicBezTo>
                    <a:cubicBezTo>
                      <a:pt x="128" y="14067"/>
                      <a:pt x="20216" y="14"/>
                      <a:pt x="44996" y="14"/>
                    </a:cubicBezTo>
                    <a:cubicBezTo>
                      <a:pt x="69776" y="14"/>
                      <a:pt x="89864" y="14067"/>
                      <a:pt x="89864" y="31403"/>
                    </a:cubicBezTo>
                    <a:close/>
                  </a:path>
                </a:pathLst>
              </a:custGeom>
              <a:solidFill>
                <a:srgbClr val="3B3B3B"/>
              </a:solidFill>
              <a:ln w="10020" cap="rnd">
                <a:noFill/>
                <a:prstDash val="solid"/>
                <a:round/>
              </a:ln>
            </p:spPr>
            <p:txBody>
              <a:bodyPr/>
              <a:lstStyle/>
              <a:p>
                <a:endParaRPr lang="zh-CN" altLang="en-US" sz="2190"/>
              </a:p>
            </p:txBody>
          </p:sp>
          <p:sp>
            <p:nvSpPr>
              <p:cNvPr id="227" name="任意多边形: 形状 226"/>
              <p:cNvSpPr/>
              <p:nvPr/>
            </p:nvSpPr>
            <p:spPr>
              <a:xfrm>
                <a:off x="6268205" y="3178862"/>
                <a:ext cx="89735" cy="62777"/>
              </a:xfrm>
              <a:custGeom>
                <a:avLst/>
                <a:gdLst>
                  <a:gd name="csX0" fmla="*/ 89864 w 89735"/>
                  <a:gd name="csY0" fmla="*/ 31404 h 62777"/>
                  <a:gd name="csX1" fmla="*/ 44996 w 89735"/>
                  <a:gd name="csY1" fmla="*/ 62792 h 62777"/>
                  <a:gd name="csX2" fmla="*/ 128 w 89735"/>
                  <a:gd name="csY2" fmla="*/ 31404 h 62777"/>
                  <a:gd name="csX3" fmla="*/ 44996 w 89735"/>
                  <a:gd name="csY3" fmla="*/ 15 h 62777"/>
                  <a:gd name="csX4" fmla="*/ 8986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4" y="31404"/>
                    </a:moveTo>
                    <a:cubicBezTo>
                      <a:pt x="89864" y="48739"/>
                      <a:pt x="69776" y="62792"/>
                      <a:pt x="44996" y="62792"/>
                    </a:cubicBezTo>
                    <a:cubicBezTo>
                      <a:pt x="20216" y="62792"/>
                      <a:pt x="128" y="48739"/>
                      <a:pt x="128" y="31404"/>
                    </a:cubicBezTo>
                    <a:cubicBezTo>
                      <a:pt x="128" y="14068"/>
                      <a:pt x="20216" y="15"/>
                      <a:pt x="44996" y="15"/>
                    </a:cubicBezTo>
                    <a:cubicBezTo>
                      <a:pt x="69776" y="15"/>
                      <a:pt x="89864" y="14068"/>
                      <a:pt x="89864"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8" name="任意多边形: 形状 227"/>
              <p:cNvSpPr/>
              <p:nvPr/>
            </p:nvSpPr>
            <p:spPr>
              <a:xfrm>
                <a:off x="6268205" y="3080976"/>
                <a:ext cx="89735" cy="62777"/>
              </a:xfrm>
              <a:custGeom>
                <a:avLst/>
                <a:gdLst>
                  <a:gd name="csX0" fmla="*/ 89864 w 89735"/>
                  <a:gd name="csY0" fmla="*/ 31404 h 62777"/>
                  <a:gd name="csX1" fmla="*/ 44996 w 89735"/>
                  <a:gd name="csY1" fmla="*/ 62793 h 62777"/>
                  <a:gd name="csX2" fmla="*/ 128 w 89735"/>
                  <a:gd name="csY2" fmla="*/ 31404 h 62777"/>
                  <a:gd name="csX3" fmla="*/ 44996 w 89735"/>
                  <a:gd name="csY3" fmla="*/ 16 h 62777"/>
                  <a:gd name="csX4" fmla="*/ 8986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4" y="31404"/>
                    </a:moveTo>
                    <a:cubicBezTo>
                      <a:pt x="89864" y="48740"/>
                      <a:pt x="69776" y="62793"/>
                      <a:pt x="44996" y="62793"/>
                    </a:cubicBezTo>
                    <a:cubicBezTo>
                      <a:pt x="20216" y="62793"/>
                      <a:pt x="128" y="48740"/>
                      <a:pt x="128" y="31404"/>
                    </a:cubicBezTo>
                    <a:cubicBezTo>
                      <a:pt x="128" y="14069"/>
                      <a:pt x="20216" y="16"/>
                      <a:pt x="44996" y="16"/>
                    </a:cubicBezTo>
                    <a:cubicBezTo>
                      <a:pt x="69776" y="16"/>
                      <a:pt x="89864" y="14069"/>
                      <a:pt x="89864" y="31404"/>
                    </a:cubicBezTo>
                    <a:close/>
                  </a:path>
                </a:pathLst>
              </a:custGeom>
              <a:solidFill>
                <a:srgbClr val="3B3B3B"/>
              </a:solidFill>
              <a:ln w="10020" cap="rnd">
                <a:noFill/>
                <a:prstDash val="solid"/>
                <a:round/>
              </a:ln>
            </p:spPr>
            <p:txBody>
              <a:bodyPr/>
              <a:lstStyle/>
              <a:p>
                <a:endParaRPr lang="zh-CN" altLang="en-US" sz="2190"/>
              </a:p>
            </p:txBody>
          </p:sp>
          <p:sp>
            <p:nvSpPr>
              <p:cNvPr id="229" name="任意多边形: 形状 228"/>
              <p:cNvSpPr/>
              <p:nvPr/>
            </p:nvSpPr>
            <p:spPr>
              <a:xfrm>
                <a:off x="6268205" y="2983090"/>
                <a:ext cx="89735" cy="62777"/>
              </a:xfrm>
              <a:custGeom>
                <a:avLst/>
                <a:gdLst>
                  <a:gd name="csX0" fmla="*/ 89864 w 89735"/>
                  <a:gd name="csY0" fmla="*/ 31405 h 62777"/>
                  <a:gd name="csX1" fmla="*/ 44996 w 89735"/>
                  <a:gd name="csY1" fmla="*/ 62794 h 62777"/>
                  <a:gd name="csX2" fmla="*/ 128 w 89735"/>
                  <a:gd name="csY2" fmla="*/ 31405 h 62777"/>
                  <a:gd name="csX3" fmla="*/ 44996 w 89735"/>
                  <a:gd name="csY3" fmla="*/ 16 h 62777"/>
                  <a:gd name="csX4" fmla="*/ 89864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4" y="31405"/>
                    </a:moveTo>
                    <a:cubicBezTo>
                      <a:pt x="89864" y="48741"/>
                      <a:pt x="69776" y="62794"/>
                      <a:pt x="44996" y="62794"/>
                    </a:cubicBezTo>
                    <a:cubicBezTo>
                      <a:pt x="20216" y="62794"/>
                      <a:pt x="128" y="48741"/>
                      <a:pt x="128" y="31405"/>
                    </a:cubicBezTo>
                    <a:cubicBezTo>
                      <a:pt x="128" y="14070"/>
                      <a:pt x="20216" y="16"/>
                      <a:pt x="44996" y="16"/>
                    </a:cubicBezTo>
                    <a:cubicBezTo>
                      <a:pt x="69776" y="16"/>
                      <a:pt x="89864" y="14070"/>
                      <a:pt x="89864"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0" name="任意多边形: 形状 229"/>
              <p:cNvSpPr/>
              <p:nvPr/>
            </p:nvSpPr>
            <p:spPr>
              <a:xfrm>
                <a:off x="6268205" y="2885204"/>
                <a:ext cx="89735" cy="62777"/>
              </a:xfrm>
              <a:custGeom>
                <a:avLst/>
                <a:gdLst>
                  <a:gd name="csX0" fmla="*/ 89864 w 89735"/>
                  <a:gd name="csY0" fmla="*/ 31406 h 62777"/>
                  <a:gd name="csX1" fmla="*/ 44996 w 89735"/>
                  <a:gd name="csY1" fmla="*/ 62794 h 62777"/>
                  <a:gd name="csX2" fmla="*/ 128 w 89735"/>
                  <a:gd name="csY2" fmla="*/ 31406 h 62777"/>
                  <a:gd name="csX3" fmla="*/ 44996 w 89735"/>
                  <a:gd name="csY3" fmla="*/ 17 h 62777"/>
                  <a:gd name="csX4" fmla="*/ 8986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4" y="31406"/>
                    </a:moveTo>
                    <a:cubicBezTo>
                      <a:pt x="89864" y="48741"/>
                      <a:pt x="69776" y="62794"/>
                      <a:pt x="44996" y="62794"/>
                    </a:cubicBezTo>
                    <a:cubicBezTo>
                      <a:pt x="20216" y="62794"/>
                      <a:pt x="128" y="48741"/>
                      <a:pt x="128" y="31406"/>
                    </a:cubicBezTo>
                    <a:cubicBezTo>
                      <a:pt x="128" y="14070"/>
                      <a:pt x="20216" y="17"/>
                      <a:pt x="44996" y="17"/>
                    </a:cubicBezTo>
                    <a:cubicBezTo>
                      <a:pt x="69776" y="17"/>
                      <a:pt x="89864" y="14070"/>
                      <a:pt x="8986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1" name="任意多边形: 形状 230"/>
              <p:cNvSpPr/>
              <p:nvPr/>
            </p:nvSpPr>
            <p:spPr>
              <a:xfrm>
                <a:off x="6268205" y="2787317"/>
                <a:ext cx="89735" cy="62777"/>
              </a:xfrm>
              <a:custGeom>
                <a:avLst/>
                <a:gdLst>
                  <a:gd name="csX0" fmla="*/ 89864 w 89735"/>
                  <a:gd name="csY0" fmla="*/ 31406 h 62777"/>
                  <a:gd name="csX1" fmla="*/ 44996 w 89735"/>
                  <a:gd name="csY1" fmla="*/ 62795 h 62777"/>
                  <a:gd name="csX2" fmla="*/ 128 w 89735"/>
                  <a:gd name="csY2" fmla="*/ 31406 h 62777"/>
                  <a:gd name="csX3" fmla="*/ 44996 w 89735"/>
                  <a:gd name="csY3" fmla="*/ 18 h 62777"/>
                  <a:gd name="csX4" fmla="*/ 8986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4" y="31406"/>
                    </a:moveTo>
                    <a:cubicBezTo>
                      <a:pt x="89864" y="48742"/>
                      <a:pt x="69776" y="62795"/>
                      <a:pt x="44996" y="62795"/>
                    </a:cubicBezTo>
                    <a:cubicBezTo>
                      <a:pt x="20216" y="62795"/>
                      <a:pt x="128" y="48742"/>
                      <a:pt x="128" y="31406"/>
                    </a:cubicBezTo>
                    <a:cubicBezTo>
                      <a:pt x="128" y="14071"/>
                      <a:pt x="20216" y="18"/>
                      <a:pt x="44996" y="18"/>
                    </a:cubicBezTo>
                    <a:cubicBezTo>
                      <a:pt x="69776" y="18"/>
                      <a:pt x="89864" y="14071"/>
                      <a:pt x="8986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2" name="任意多边形: 形状 231"/>
              <p:cNvSpPr/>
              <p:nvPr/>
            </p:nvSpPr>
            <p:spPr>
              <a:xfrm>
                <a:off x="6455653" y="3374751"/>
                <a:ext cx="89735" cy="62777"/>
              </a:xfrm>
              <a:custGeom>
                <a:avLst/>
                <a:gdLst>
                  <a:gd name="csX0" fmla="*/ 89868 w 89735"/>
                  <a:gd name="csY0" fmla="*/ 31402 h 62777"/>
                  <a:gd name="csX1" fmla="*/ 45000 w 89735"/>
                  <a:gd name="csY1" fmla="*/ 62791 h 62777"/>
                  <a:gd name="csX2" fmla="*/ 132 w 89735"/>
                  <a:gd name="csY2" fmla="*/ 31402 h 62777"/>
                  <a:gd name="csX3" fmla="*/ 45000 w 89735"/>
                  <a:gd name="csY3" fmla="*/ 13 h 62777"/>
                  <a:gd name="csX4" fmla="*/ 8986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8" y="31402"/>
                    </a:moveTo>
                    <a:cubicBezTo>
                      <a:pt x="89868" y="48738"/>
                      <a:pt x="69780" y="62791"/>
                      <a:pt x="45000" y="62791"/>
                    </a:cubicBezTo>
                    <a:cubicBezTo>
                      <a:pt x="20220" y="62791"/>
                      <a:pt x="132" y="48738"/>
                      <a:pt x="132" y="31402"/>
                    </a:cubicBezTo>
                    <a:cubicBezTo>
                      <a:pt x="132" y="14067"/>
                      <a:pt x="20220" y="13"/>
                      <a:pt x="45000" y="13"/>
                    </a:cubicBezTo>
                    <a:cubicBezTo>
                      <a:pt x="69780" y="13"/>
                      <a:pt x="89868" y="14067"/>
                      <a:pt x="89868"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3" name="任意多边形: 形状 232"/>
              <p:cNvSpPr/>
              <p:nvPr/>
            </p:nvSpPr>
            <p:spPr>
              <a:xfrm>
                <a:off x="6455653" y="3276749"/>
                <a:ext cx="89735" cy="62777"/>
              </a:xfrm>
              <a:custGeom>
                <a:avLst/>
                <a:gdLst>
                  <a:gd name="csX0" fmla="*/ 89868 w 89735"/>
                  <a:gd name="csY0" fmla="*/ 31403 h 62777"/>
                  <a:gd name="csX1" fmla="*/ 45000 w 89735"/>
                  <a:gd name="csY1" fmla="*/ 62792 h 62777"/>
                  <a:gd name="csX2" fmla="*/ 132 w 89735"/>
                  <a:gd name="csY2" fmla="*/ 31403 h 62777"/>
                  <a:gd name="csX3" fmla="*/ 45000 w 89735"/>
                  <a:gd name="csY3" fmla="*/ 14 h 62777"/>
                  <a:gd name="csX4" fmla="*/ 8986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8" y="31403"/>
                    </a:moveTo>
                    <a:cubicBezTo>
                      <a:pt x="89868" y="48738"/>
                      <a:pt x="69780" y="62792"/>
                      <a:pt x="45000" y="62792"/>
                    </a:cubicBezTo>
                    <a:cubicBezTo>
                      <a:pt x="20220" y="62792"/>
                      <a:pt x="132" y="48738"/>
                      <a:pt x="132" y="31403"/>
                    </a:cubicBezTo>
                    <a:cubicBezTo>
                      <a:pt x="132" y="14067"/>
                      <a:pt x="20220" y="14"/>
                      <a:pt x="45000" y="14"/>
                    </a:cubicBezTo>
                    <a:cubicBezTo>
                      <a:pt x="69780" y="14"/>
                      <a:pt x="89868" y="14067"/>
                      <a:pt x="89868"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4" name="任意多边形: 形状 233"/>
              <p:cNvSpPr/>
              <p:nvPr/>
            </p:nvSpPr>
            <p:spPr>
              <a:xfrm>
                <a:off x="6455653" y="3178862"/>
                <a:ext cx="89735" cy="62777"/>
              </a:xfrm>
              <a:custGeom>
                <a:avLst/>
                <a:gdLst>
                  <a:gd name="csX0" fmla="*/ 89868 w 89735"/>
                  <a:gd name="csY0" fmla="*/ 31404 h 62777"/>
                  <a:gd name="csX1" fmla="*/ 45000 w 89735"/>
                  <a:gd name="csY1" fmla="*/ 62792 h 62777"/>
                  <a:gd name="csX2" fmla="*/ 132 w 89735"/>
                  <a:gd name="csY2" fmla="*/ 31404 h 62777"/>
                  <a:gd name="csX3" fmla="*/ 45000 w 89735"/>
                  <a:gd name="csY3" fmla="*/ 15 h 62777"/>
                  <a:gd name="csX4" fmla="*/ 8986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8" y="31404"/>
                    </a:moveTo>
                    <a:cubicBezTo>
                      <a:pt x="89868" y="48739"/>
                      <a:pt x="69780" y="62792"/>
                      <a:pt x="45000" y="62792"/>
                    </a:cubicBezTo>
                    <a:cubicBezTo>
                      <a:pt x="20220" y="62792"/>
                      <a:pt x="132" y="48739"/>
                      <a:pt x="132" y="31404"/>
                    </a:cubicBezTo>
                    <a:cubicBezTo>
                      <a:pt x="132" y="14068"/>
                      <a:pt x="20220" y="15"/>
                      <a:pt x="45000" y="15"/>
                    </a:cubicBezTo>
                    <a:cubicBezTo>
                      <a:pt x="69780" y="15"/>
                      <a:pt x="89868" y="14068"/>
                      <a:pt x="8986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5" name="任意多边形: 形状 234"/>
              <p:cNvSpPr/>
              <p:nvPr/>
            </p:nvSpPr>
            <p:spPr>
              <a:xfrm>
                <a:off x="6455653" y="3080976"/>
                <a:ext cx="89735" cy="62777"/>
              </a:xfrm>
              <a:custGeom>
                <a:avLst/>
                <a:gdLst>
                  <a:gd name="csX0" fmla="*/ 89868 w 89735"/>
                  <a:gd name="csY0" fmla="*/ 31404 h 62777"/>
                  <a:gd name="csX1" fmla="*/ 45000 w 89735"/>
                  <a:gd name="csY1" fmla="*/ 62793 h 62777"/>
                  <a:gd name="csX2" fmla="*/ 132 w 89735"/>
                  <a:gd name="csY2" fmla="*/ 31404 h 62777"/>
                  <a:gd name="csX3" fmla="*/ 45000 w 89735"/>
                  <a:gd name="csY3" fmla="*/ 16 h 62777"/>
                  <a:gd name="csX4" fmla="*/ 8986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8" y="31404"/>
                    </a:moveTo>
                    <a:cubicBezTo>
                      <a:pt x="89868" y="48740"/>
                      <a:pt x="69780" y="62793"/>
                      <a:pt x="45000" y="62793"/>
                    </a:cubicBezTo>
                    <a:cubicBezTo>
                      <a:pt x="20220" y="62793"/>
                      <a:pt x="132" y="48740"/>
                      <a:pt x="132" y="31404"/>
                    </a:cubicBezTo>
                    <a:cubicBezTo>
                      <a:pt x="132" y="14069"/>
                      <a:pt x="20220" y="16"/>
                      <a:pt x="45000" y="16"/>
                    </a:cubicBezTo>
                    <a:cubicBezTo>
                      <a:pt x="69780" y="16"/>
                      <a:pt x="89868" y="14069"/>
                      <a:pt x="8986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6" name="任意多边形: 形状 235"/>
              <p:cNvSpPr/>
              <p:nvPr/>
            </p:nvSpPr>
            <p:spPr>
              <a:xfrm>
                <a:off x="6455653" y="2983090"/>
                <a:ext cx="89735" cy="62777"/>
              </a:xfrm>
              <a:custGeom>
                <a:avLst/>
                <a:gdLst>
                  <a:gd name="csX0" fmla="*/ 89868 w 89735"/>
                  <a:gd name="csY0" fmla="*/ 31405 h 62777"/>
                  <a:gd name="csX1" fmla="*/ 45000 w 89735"/>
                  <a:gd name="csY1" fmla="*/ 62794 h 62777"/>
                  <a:gd name="csX2" fmla="*/ 132 w 89735"/>
                  <a:gd name="csY2" fmla="*/ 31405 h 62777"/>
                  <a:gd name="csX3" fmla="*/ 45000 w 89735"/>
                  <a:gd name="csY3" fmla="*/ 16 h 62777"/>
                  <a:gd name="csX4" fmla="*/ 8986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8" y="31405"/>
                    </a:moveTo>
                    <a:cubicBezTo>
                      <a:pt x="89868" y="48741"/>
                      <a:pt x="69780" y="62794"/>
                      <a:pt x="45000" y="62794"/>
                    </a:cubicBezTo>
                    <a:cubicBezTo>
                      <a:pt x="20220" y="62794"/>
                      <a:pt x="132" y="48741"/>
                      <a:pt x="132" y="31405"/>
                    </a:cubicBezTo>
                    <a:cubicBezTo>
                      <a:pt x="132" y="14070"/>
                      <a:pt x="20220" y="16"/>
                      <a:pt x="45000" y="16"/>
                    </a:cubicBezTo>
                    <a:cubicBezTo>
                      <a:pt x="69780" y="16"/>
                      <a:pt x="89868" y="14070"/>
                      <a:pt x="89868"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7" name="任意多边形: 形状 236"/>
              <p:cNvSpPr/>
              <p:nvPr/>
            </p:nvSpPr>
            <p:spPr>
              <a:xfrm>
                <a:off x="6455653" y="2885204"/>
                <a:ext cx="89735" cy="62777"/>
              </a:xfrm>
              <a:custGeom>
                <a:avLst/>
                <a:gdLst>
                  <a:gd name="csX0" fmla="*/ 89868 w 89735"/>
                  <a:gd name="csY0" fmla="*/ 31406 h 62777"/>
                  <a:gd name="csX1" fmla="*/ 45000 w 89735"/>
                  <a:gd name="csY1" fmla="*/ 62794 h 62777"/>
                  <a:gd name="csX2" fmla="*/ 132 w 89735"/>
                  <a:gd name="csY2" fmla="*/ 31406 h 62777"/>
                  <a:gd name="csX3" fmla="*/ 45000 w 89735"/>
                  <a:gd name="csY3" fmla="*/ 17 h 62777"/>
                  <a:gd name="csX4" fmla="*/ 8986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8" y="31406"/>
                    </a:moveTo>
                    <a:cubicBezTo>
                      <a:pt x="89868" y="48741"/>
                      <a:pt x="69780" y="62794"/>
                      <a:pt x="45000" y="62794"/>
                    </a:cubicBezTo>
                    <a:cubicBezTo>
                      <a:pt x="20220" y="62794"/>
                      <a:pt x="132" y="48741"/>
                      <a:pt x="132" y="31406"/>
                    </a:cubicBezTo>
                    <a:cubicBezTo>
                      <a:pt x="132" y="14070"/>
                      <a:pt x="20220" y="17"/>
                      <a:pt x="45000" y="17"/>
                    </a:cubicBezTo>
                    <a:cubicBezTo>
                      <a:pt x="69780" y="17"/>
                      <a:pt x="89868" y="14070"/>
                      <a:pt x="8986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8" name="任意多边形: 形状 237"/>
              <p:cNvSpPr/>
              <p:nvPr/>
            </p:nvSpPr>
            <p:spPr>
              <a:xfrm>
                <a:off x="6455653" y="2787317"/>
                <a:ext cx="89735" cy="62777"/>
              </a:xfrm>
              <a:custGeom>
                <a:avLst/>
                <a:gdLst>
                  <a:gd name="csX0" fmla="*/ 89868 w 89735"/>
                  <a:gd name="csY0" fmla="*/ 31406 h 62777"/>
                  <a:gd name="csX1" fmla="*/ 45000 w 89735"/>
                  <a:gd name="csY1" fmla="*/ 62795 h 62777"/>
                  <a:gd name="csX2" fmla="*/ 132 w 89735"/>
                  <a:gd name="csY2" fmla="*/ 31406 h 62777"/>
                  <a:gd name="csX3" fmla="*/ 45000 w 89735"/>
                  <a:gd name="csY3" fmla="*/ 18 h 62777"/>
                  <a:gd name="csX4" fmla="*/ 8986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8" y="31406"/>
                    </a:moveTo>
                    <a:cubicBezTo>
                      <a:pt x="89868" y="48742"/>
                      <a:pt x="69780" y="62795"/>
                      <a:pt x="45000" y="62795"/>
                    </a:cubicBezTo>
                    <a:cubicBezTo>
                      <a:pt x="20220" y="62795"/>
                      <a:pt x="132" y="48742"/>
                      <a:pt x="132" y="31406"/>
                    </a:cubicBezTo>
                    <a:cubicBezTo>
                      <a:pt x="132" y="14071"/>
                      <a:pt x="20220" y="18"/>
                      <a:pt x="45000" y="18"/>
                    </a:cubicBezTo>
                    <a:cubicBezTo>
                      <a:pt x="69780" y="18"/>
                      <a:pt x="89868" y="14071"/>
                      <a:pt x="89868" y="31406"/>
                    </a:cubicBezTo>
                    <a:close/>
                  </a:path>
                </a:pathLst>
              </a:custGeom>
              <a:solidFill>
                <a:srgbClr val="3B3B3B"/>
              </a:solidFill>
              <a:ln w="10020" cap="rnd">
                <a:noFill/>
                <a:prstDash val="solid"/>
                <a:round/>
              </a:ln>
            </p:spPr>
            <p:txBody>
              <a:bodyPr/>
              <a:lstStyle/>
              <a:p>
                <a:endParaRPr lang="zh-CN" altLang="en-US" sz="2190"/>
              </a:p>
            </p:txBody>
          </p:sp>
          <p:sp>
            <p:nvSpPr>
              <p:cNvPr id="239" name="任意多边形: 形状 238"/>
              <p:cNvSpPr/>
              <p:nvPr/>
            </p:nvSpPr>
            <p:spPr>
              <a:xfrm>
                <a:off x="6642935" y="3374751"/>
                <a:ext cx="89735" cy="62777"/>
              </a:xfrm>
              <a:custGeom>
                <a:avLst/>
                <a:gdLst>
                  <a:gd name="csX0" fmla="*/ 89871 w 89735"/>
                  <a:gd name="csY0" fmla="*/ 31402 h 62777"/>
                  <a:gd name="csX1" fmla="*/ 45003 w 89735"/>
                  <a:gd name="csY1" fmla="*/ 62791 h 62777"/>
                  <a:gd name="csX2" fmla="*/ 135 w 89735"/>
                  <a:gd name="csY2" fmla="*/ 31402 h 62777"/>
                  <a:gd name="csX3" fmla="*/ 45003 w 89735"/>
                  <a:gd name="csY3" fmla="*/ 13 h 62777"/>
                  <a:gd name="csX4" fmla="*/ 8987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1" y="31402"/>
                    </a:moveTo>
                    <a:cubicBezTo>
                      <a:pt x="89871" y="48738"/>
                      <a:pt x="69783" y="62791"/>
                      <a:pt x="45003" y="62791"/>
                    </a:cubicBezTo>
                    <a:cubicBezTo>
                      <a:pt x="20223" y="62791"/>
                      <a:pt x="135" y="48738"/>
                      <a:pt x="135" y="31402"/>
                    </a:cubicBezTo>
                    <a:cubicBezTo>
                      <a:pt x="135" y="14067"/>
                      <a:pt x="20223" y="13"/>
                      <a:pt x="45003" y="13"/>
                    </a:cubicBezTo>
                    <a:cubicBezTo>
                      <a:pt x="69783" y="13"/>
                      <a:pt x="89871" y="14067"/>
                      <a:pt x="89871" y="31402"/>
                    </a:cubicBezTo>
                    <a:close/>
                  </a:path>
                </a:pathLst>
              </a:custGeom>
              <a:solidFill>
                <a:srgbClr val="3B3B3B"/>
              </a:solidFill>
              <a:ln w="10020" cap="rnd">
                <a:noFill/>
                <a:prstDash val="solid"/>
                <a:round/>
              </a:ln>
            </p:spPr>
            <p:txBody>
              <a:bodyPr/>
              <a:lstStyle/>
              <a:p>
                <a:endParaRPr lang="zh-CN" altLang="en-US" sz="2190"/>
              </a:p>
            </p:txBody>
          </p:sp>
          <p:sp>
            <p:nvSpPr>
              <p:cNvPr id="240" name="任意多边形: 形状 239"/>
              <p:cNvSpPr/>
              <p:nvPr/>
            </p:nvSpPr>
            <p:spPr>
              <a:xfrm>
                <a:off x="6642935" y="3276749"/>
                <a:ext cx="89735" cy="62777"/>
              </a:xfrm>
              <a:custGeom>
                <a:avLst/>
                <a:gdLst>
                  <a:gd name="csX0" fmla="*/ 89871 w 89735"/>
                  <a:gd name="csY0" fmla="*/ 31403 h 62777"/>
                  <a:gd name="csX1" fmla="*/ 45003 w 89735"/>
                  <a:gd name="csY1" fmla="*/ 62792 h 62777"/>
                  <a:gd name="csX2" fmla="*/ 135 w 89735"/>
                  <a:gd name="csY2" fmla="*/ 31403 h 62777"/>
                  <a:gd name="csX3" fmla="*/ 45003 w 89735"/>
                  <a:gd name="csY3" fmla="*/ 14 h 62777"/>
                  <a:gd name="csX4" fmla="*/ 8987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1" y="31403"/>
                    </a:moveTo>
                    <a:cubicBezTo>
                      <a:pt x="89871" y="48738"/>
                      <a:pt x="69783" y="62792"/>
                      <a:pt x="45003" y="62792"/>
                    </a:cubicBezTo>
                    <a:cubicBezTo>
                      <a:pt x="20223" y="62792"/>
                      <a:pt x="135" y="48738"/>
                      <a:pt x="135" y="31403"/>
                    </a:cubicBezTo>
                    <a:cubicBezTo>
                      <a:pt x="135" y="14067"/>
                      <a:pt x="20223" y="14"/>
                      <a:pt x="45003" y="14"/>
                    </a:cubicBezTo>
                    <a:cubicBezTo>
                      <a:pt x="69783" y="14"/>
                      <a:pt x="89871" y="14067"/>
                      <a:pt x="89871" y="31403"/>
                    </a:cubicBezTo>
                    <a:close/>
                  </a:path>
                </a:pathLst>
              </a:custGeom>
              <a:solidFill>
                <a:srgbClr val="3B3B3B"/>
              </a:solidFill>
              <a:ln w="10020" cap="rnd">
                <a:noFill/>
                <a:prstDash val="solid"/>
                <a:round/>
              </a:ln>
            </p:spPr>
            <p:txBody>
              <a:bodyPr/>
              <a:lstStyle/>
              <a:p>
                <a:endParaRPr lang="zh-CN" altLang="en-US" sz="2190"/>
              </a:p>
            </p:txBody>
          </p:sp>
          <p:sp>
            <p:nvSpPr>
              <p:cNvPr id="241" name="任意多边形: 形状 240"/>
              <p:cNvSpPr/>
              <p:nvPr/>
            </p:nvSpPr>
            <p:spPr>
              <a:xfrm>
                <a:off x="6642935" y="3178862"/>
                <a:ext cx="89735" cy="62777"/>
              </a:xfrm>
              <a:custGeom>
                <a:avLst/>
                <a:gdLst>
                  <a:gd name="csX0" fmla="*/ 89871 w 89735"/>
                  <a:gd name="csY0" fmla="*/ 31404 h 62777"/>
                  <a:gd name="csX1" fmla="*/ 45003 w 89735"/>
                  <a:gd name="csY1" fmla="*/ 62792 h 62777"/>
                  <a:gd name="csX2" fmla="*/ 135 w 89735"/>
                  <a:gd name="csY2" fmla="*/ 31404 h 62777"/>
                  <a:gd name="csX3" fmla="*/ 45003 w 89735"/>
                  <a:gd name="csY3" fmla="*/ 15 h 62777"/>
                  <a:gd name="csX4" fmla="*/ 8987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1" y="31404"/>
                    </a:moveTo>
                    <a:cubicBezTo>
                      <a:pt x="89871" y="48739"/>
                      <a:pt x="69783" y="62792"/>
                      <a:pt x="45003" y="62792"/>
                    </a:cubicBezTo>
                    <a:cubicBezTo>
                      <a:pt x="20223" y="62792"/>
                      <a:pt x="135" y="48739"/>
                      <a:pt x="135" y="31404"/>
                    </a:cubicBezTo>
                    <a:cubicBezTo>
                      <a:pt x="135" y="14068"/>
                      <a:pt x="20223" y="15"/>
                      <a:pt x="45003" y="15"/>
                    </a:cubicBezTo>
                    <a:cubicBezTo>
                      <a:pt x="69783" y="15"/>
                      <a:pt x="89871" y="14068"/>
                      <a:pt x="89871"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2" name="任意多边形: 形状 241"/>
              <p:cNvSpPr/>
              <p:nvPr/>
            </p:nvSpPr>
            <p:spPr>
              <a:xfrm>
                <a:off x="6642935" y="3080976"/>
                <a:ext cx="89735" cy="62777"/>
              </a:xfrm>
              <a:custGeom>
                <a:avLst/>
                <a:gdLst>
                  <a:gd name="csX0" fmla="*/ 89871 w 89735"/>
                  <a:gd name="csY0" fmla="*/ 31404 h 62777"/>
                  <a:gd name="csX1" fmla="*/ 45003 w 89735"/>
                  <a:gd name="csY1" fmla="*/ 62793 h 62777"/>
                  <a:gd name="csX2" fmla="*/ 135 w 89735"/>
                  <a:gd name="csY2" fmla="*/ 31404 h 62777"/>
                  <a:gd name="csX3" fmla="*/ 45003 w 89735"/>
                  <a:gd name="csY3" fmla="*/ 16 h 62777"/>
                  <a:gd name="csX4" fmla="*/ 8987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1" y="31404"/>
                    </a:moveTo>
                    <a:cubicBezTo>
                      <a:pt x="89871" y="48740"/>
                      <a:pt x="69783" y="62793"/>
                      <a:pt x="45003" y="62793"/>
                    </a:cubicBezTo>
                    <a:cubicBezTo>
                      <a:pt x="20223" y="62793"/>
                      <a:pt x="135" y="48740"/>
                      <a:pt x="135" y="31404"/>
                    </a:cubicBezTo>
                    <a:cubicBezTo>
                      <a:pt x="135" y="14069"/>
                      <a:pt x="20223" y="16"/>
                      <a:pt x="45003" y="16"/>
                    </a:cubicBezTo>
                    <a:cubicBezTo>
                      <a:pt x="69783" y="16"/>
                      <a:pt x="89871" y="14069"/>
                      <a:pt x="89871" y="31404"/>
                    </a:cubicBezTo>
                    <a:close/>
                  </a:path>
                </a:pathLst>
              </a:custGeom>
              <a:solidFill>
                <a:srgbClr val="3B3B3B"/>
              </a:solidFill>
              <a:ln w="10020" cap="rnd">
                <a:noFill/>
                <a:prstDash val="solid"/>
                <a:round/>
              </a:ln>
            </p:spPr>
            <p:txBody>
              <a:bodyPr/>
              <a:lstStyle/>
              <a:p>
                <a:endParaRPr lang="zh-CN" altLang="en-US" sz="2190"/>
              </a:p>
            </p:txBody>
          </p:sp>
          <p:sp>
            <p:nvSpPr>
              <p:cNvPr id="243" name="任意多边形: 形状 242"/>
              <p:cNvSpPr/>
              <p:nvPr/>
            </p:nvSpPr>
            <p:spPr>
              <a:xfrm>
                <a:off x="6642935" y="2983090"/>
                <a:ext cx="89735" cy="62777"/>
              </a:xfrm>
              <a:custGeom>
                <a:avLst/>
                <a:gdLst>
                  <a:gd name="csX0" fmla="*/ 89871 w 89735"/>
                  <a:gd name="csY0" fmla="*/ 31405 h 62777"/>
                  <a:gd name="csX1" fmla="*/ 45003 w 89735"/>
                  <a:gd name="csY1" fmla="*/ 62794 h 62777"/>
                  <a:gd name="csX2" fmla="*/ 135 w 89735"/>
                  <a:gd name="csY2" fmla="*/ 31405 h 62777"/>
                  <a:gd name="csX3" fmla="*/ 45003 w 89735"/>
                  <a:gd name="csY3" fmla="*/ 16 h 62777"/>
                  <a:gd name="csX4" fmla="*/ 8987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1" y="31405"/>
                    </a:moveTo>
                    <a:cubicBezTo>
                      <a:pt x="89871" y="48741"/>
                      <a:pt x="69783" y="62794"/>
                      <a:pt x="45003" y="62794"/>
                    </a:cubicBezTo>
                    <a:cubicBezTo>
                      <a:pt x="20223" y="62794"/>
                      <a:pt x="135" y="48741"/>
                      <a:pt x="135" y="31405"/>
                    </a:cubicBezTo>
                    <a:cubicBezTo>
                      <a:pt x="135" y="14070"/>
                      <a:pt x="20223" y="16"/>
                      <a:pt x="45003" y="16"/>
                    </a:cubicBezTo>
                    <a:cubicBezTo>
                      <a:pt x="69783" y="16"/>
                      <a:pt x="89871" y="14070"/>
                      <a:pt x="89871"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4" name="任意多边形: 形状 243"/>
              <p:cNvSpPr/>
              <p:nvPr/>
            </p:nvSpPr>
            <p:spPr>
              <a:xfrm>
                <a:off x="6642935" y="2885204"/>
                <a:ext cx="89735" cy="62777"/>
              </a:xfrm>
              <a:custGeom>
                <a:avLst/>
                <a:gdLst>
                  <a:gd name="csX0" fmla="*/ 89871 w 89735"/>
                  <a:gd name="csY0" fmla="*/ 31406 h 62777"/>
                  <a:gd name="csX1" fmla="*/ 45003 w 89735"/>
                  <a:gd name="csY1" fmla="*/ 62794 h 62777"/>
                  <a:gd name="csX2" fmla="*/ 135 w 89735"/>
                  <a:gd name="csY2" fmla="*/ 31406 h 62777"/>
                  <a:gd name="csX3" fmla="*/ 45003 w 89735"/>
                  <a:gd name="csY3" fmla="*/ 17 h 62777"/>
                  <a:gd name="csX4" fmla="*/ 8987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1" y="31406"/>
                    </a:moveTo>
                    <a:cubicBezTo>
                      <a:pt x="89871" y="48741"/>
                      <a:pt x="69783" y="62794"/>
                      <a:pt x="45003" y="62794"/>
                    </a:cubicBezTo>
                    <a:cubicBezTo>
                      <a:pt x="20223" y="62794"/>
                      <a:pt x="135" y="48741"/>
                      <a:pt x="135" y="31406"/>
                    </a:cubicBezTo>
                    <a:cubicBezTo>
                      <a:pt x="135" y="14070"/>
                      <a:pt x="20223" y="17"/>
                      <a:pt x="45003" y="17"/>
                    </a:cubicBezTo>
                    <a:cubicBezTo>
                      <a:pt x="69783" y="17"/>
                      <a:pt x="89871" y="14070"/>
                      <a:pt x="8987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5" name="任意多边形: 形状 244"/>
              <p:cNvSpPr/>
              <p:nvPr/>
            </p:nvSpPr>
            <p:spPr>
              <a:xfrm>
                <a:off x="6642935" y="2787317"/>
                <a:ext cx="89735" cy="62777"/>
              </a:xfrm>
              <a:custGeom>
                <a:avLst/>
                <a:gdLst>
                  <a:gd name="csX0" fmla="*/ 89871 w 89735"/>
                  <a:gd name="csY0" fmla="*/ 31406 h 62777"/>
                  <a:gd name="csX1" fmla="*/ 45003 w 89735"/>
                  <a:gd name="csY1" fmla="*/ 62795 h 62777"/>
                  <a:gd name="csX2" fmla="*/ 135 w 89735"/>
                  <a:gd name="csY2" fmla="*/ 31406 h 62777"/>
                  <a:gd name="csX3" fmla="*/ 45003 w 89735"/>
                  <a:gd name="csY3" fmla="*/ 18 h 62777"/>
                  <a:gd name="csX4" fmla="*/ 8987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1" y="31406"/>
                    </a:moveTo>
                    <a:cubicBezTo>
                      <a:pt x="89871" y="48742"/>
                      <a:pt x="69783" y="62795"/>
                      <a:pt x="45003" y="62795"/>
                    </a:cubicBezTo>
                    <a:cubicBezTo>
                      <a:pt x="20223" y="62795"/>
                      <a:pt x="135" y="48742"/>
                      <a:pt x="135" y="31406"/>
                    </a:cubicBezTo>
                    <a:cubicBezTo>
                      <a:pt x="135" y="14071"/>
                      <a:pt x="20223" y="18"/>
                      <a:pt x="45003" y="18"/>
                    </a:cubicBezTo>
                    <a:cubicBezTo>
                      <a:pt x="69783" y="18"/>
                      <a:pt x="89871" y="14071"/>
                      <a:pt x="8987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6" name="任意多边形: 形状 245"/>
              <p:cNvSpPr/>
              <p:nvPr/>
            </p:nvSpPr>
            <p:spPr>
              <a:xfrm>
                <a:off x="6830217" y="3374751"/>
                <a:ext cx="89735" cy="62777"/>
              </a:xfrm>
              <a:custGeom>
                <a:avLst/>
                <a:gdLst>
                  <a:gd name="csX0" fmla="*/ 89875 w 89735"/>
                  <a:gd name="csY0" fmla="*/ 31402 h 62777"/>
                  <a:gd name="csX1" fmla="*/ 45007 w 89735"/>
                  <a:gd name="csY1" fmla="*/ 62791 h 62777"/>
                  <a:gd name="csX2" fmla="*/ 139 w 89735"/>
                  <a:gd name="csY2" fmla="*/ 31402 h 62777"/>
                  <a:gd name="csX3" fmla="*/ 45007 w 89735"/>
                  <a:gd name="csY3" fmla="*/ 13 h 62777"/>
                  <a:gd name="csX4" fmla="*/ 8987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5" y="31402"/>
                    </a:moveTo>
                    <a:cubicBezTo>
                      <a:pt x="89875" y="48738"/>
                      <a:pt x="69787" y="62791"/>
                      <a:pt x="45007" y="62791"/>
                    </a:cubicBezTo>
                    <a:cubicBezTo>
                      <a:pt x="20227" y="62791"/>
                      <a:pt x="139" y="48738"/>
                      <a:pt x="139" y="31402"/>
                    </a:cubicBezTo>
                    <a:cubicBezTo>
                      <a:pt x="139" y="14067"/>
                      <a:pt x="20227" y="13"/>
                      <a:pt x="45007" y="13"/>
                    </a:cubicBezTo>
                    <a:cubicBezTo>
                      <a:pt x="69787" y="13"/>
                      <a:pt x="89875" y="14067"/>
                      <a:pt x="89875" y="31402"/>
                    </a:cubicBezTo>
                    <a:close/>
                  </a:path>
                </a:pathLst>
              </a:custGeom>
              <a:solidFill>
                <a:srgbClr val="3B3B3B"/>
              </a:solidFill>
              <a:ln w="10020" cap="rnd">
                <a:noFill/>
                <a:prstDash val="solid"/>
                <a:round/>
              </a:ln>
            </p:spPr>
            <p:txBody>
              <a:bodyPr/>
              <a:lstStyle/>
              <a:p>
                <a:endParaRPr lang="zh-CN" altLang="en-US" sz="2190"/>
              </a:p>
            </p:txBody>
          </p:sp>
          <p:sp>
            <p:nvSpPr>
              <p:cNvPr id="247" name="任意多边形: 形状 246"/>
              <p:cNvSpPr/>
              <p:nvPr/>
            </p:nvSpPr>
            <p:spPr>
              <a:xfrm>
                <a:off x="6830217" y="3276749"/>
                <a:ext cx="89735" cy="62777"/>
              </a:xfrm>
              <a:custGeom>
                <a:avLst/>
                <a:gdLst>
                  <a:gd name="csX0" fmla="*/ 89875 w 89735"/>
                  <a:gd name="csY0" fmla="*/ 31403 h 62777"/>
                  <a:gd name="csX1" fmla="*/ 45007 w 89735"/>
                  <a:gd name="csY1" fmla="*/ 62792 h 62777"/>
                  <a:gd name="csX2" fmla="*/ 139 w 89735"/>
                  <a:gd name="csY2" fmla="*/ 31403 h 62777"/>
                  <a:gd name="csX3" fmla="*/ 45007 w 89735"/>
                  <a:gd name="csY3" fmla="*/ 14 h 62777"/>
                  <a:gd name="csX4" fmla="*/ 8987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5" y="31403"/>
                    </a:moveTo>
                    <a:cubicBezTo>
                      <a:pt x="89875" y="48738"/>
                      <a:pt x="69787" y="62792"/>
                      <a:pt x="45007" y="62792"/>
                    </a:cubicBezTo>
                    <a:cubicBezTo>
                      <a:pt x="20227" y="62792"/>
                      <a:pt x="139" y="48738"/>
                      <a:pt x="139" y="31403"/>
                    </a:cubicBezTo>
                    <a:cubicBezTo>
                      <a:pt x="139" y="14067"/>
                      <a:pt x="20227" y="14"/>
                      <a:pt x="45007" y="14"/>
                    </a:cubicBezTo>
                    <a:cubicBezTo>
                      <a:pt x="69787" y="14"/>
                      <a:pt x="89875" y="14067"/>
                      <a:pt x="89875" y="31403"/>
                    </a:cubicBezTo>
                    <a:close/>
                  </a:path>
                </a:pathLst>
              </a:custGeom>
              <a:solidFill>
                <a:srgbClr val="3B3B3B"/>
              </a:solidFill>
              <a:ln w="10020" cap="rnd">
                <a:noFill/>
                <a:prstDash val="solid"/>
                <a:round/>
              </a:ln>
            </p:spPr>
            <p:txBody>
              <a:bodyPr/>
              <a:lstStyle/>
              <a:p>
                <a:endParaRPr lang="zh-CN" altLang="en-US" sz="2190"/>
              </a:p>
            </p:txBody>
          </p:sp>
          <p:sp>
            <p:nvSpPr>
              <p:cNvPr id="248" name="任意多边形: 形状 247"/>
              <p:cNvSpPr/>
              <p:nvPr/>
            </p:nvSpPr>
            <p:spPr>
              <a:xfrm>
                <a:off x="6830217" y="3178862"/>
                <a:ext cx="89735" cy="62777"/>
              </a:xfrm>
              <a:custGeom>
                <a:avLst/>
                <a:gdLst>
                  <a:gd name="csX0" fmla="*/ 89875 w 89735"/>
                  <a:gd name="csY0" fmla="*/ 31404 h 62777"/>
                  <a:gd name="csX1" fmla="*/ 45007 w 89735"/>
                  <a:gd name="csY1" fmla="*/ 62792 h 62777"/>
                  <a:gd name="csX2" fmla="*/ 139 w 89735"/>
                  <a:gd name="csY2" fmla="*/ 31404 h 62777"/>
                  <a:gd name="csX3" fmla="*/ 45007 w 89735"/>
                  <a:gd name="csY3" fmla="*/ 15 h 62777"/>
                  <a:gd name="csX4" fmla="*/ 8987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5" y="31404"/>
                    </a:moveTo>
                    <a:cubicBezTo>
                      <a:pt x="89875" y="48739"/>
                      <a:pt x="69787" y="62792"/>
                      <a:pt x="45007" y="62792"/>
                    </a:cubicBezTo>
                    <a:cubicBezTo>
                      <a:pt x="20227" y="62792"/>
                      <a:pt x="139" y="48739"/>
                      <a:pt x="139" y="31404"/>
                    </a:cubicBezTo>
                    <a:cubicBezTo>
                      <a:pt x="139" y="14068"/>
                      <a:pt x="20227" y="15"/>
                      <a:pt x="45007" y="15"/>
                    </a:cubicBezTo>
                    <a:cubicBezTo>
                      <a:pt x="69787" y="15"/>
                      <a:pt x="89875" y="14068"/>
                      <a:pt x="89875" y="31404"/>
                    </a:cubicBezTo>
                    <a:close/>
                  </a:path>
                </a:pathLst>
              </a:custGeom>
              <a:solidFill>
                <a:srgbClr val="3B3B3B"/>
              </a:solidFill>
              <a:ln w="10020" cap="rnd">
                <a:noFill/>
                <a:prstDash val="solid"/>
                <a:round/>
              </a:ln>
            </p:spPr>
            <p:txBody>
              <a:bodyPr/>
              <a:lstStyle/>
              <a:p>
                <a:endParaRPr lang="zh-CN" altLang="en-US" sz="2190"/>
              </a:p>
            </p:txBody>
          </p:sp>
          <p:sp>
            <p:nvSpPr>
              <p:cNvPr id="249" name="任意多边形: 形状 248"/>
              <p:cNvSpPr/>
              <p:nvPr/>
            </p:nvSpPr>
            <p:spPr>
              <a:xfrm>
                <a:off x="6830217" y="3080976"/>
                <a:ext cx="89735" cy="62777"/>
              </a:xfrm>
              <a:custGeom>
                <a:avLst/>
                <a:gdLst>
                  <a:gd name="csX0" fmla="*/ 89875 w 89735"/>
                  <a:gd name="csY0" fmla="*/ 31404 h 62777"/>
                  <a:gd name="csX1" fmla="*/ 45007 w 89735"/>
                  <a:gd name="csY1" fmla="*/ 62793 h 62777"/>
                  <a:gd name="csX2" fmla="*/ 139 w 89735"/>
                  <a:gd name="csY2" fmla="*/ 31404 h 62777"/>
                  <a:gd name="csX3" fmla="*/ 45007 w 89735"/>
                  <a:gd name="csY3" fmla="*/ 16 h 62777"/>
                  <a:gd name="csX4" fmla="*/ 8987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5" y="31404"/>
                    </a:moveTo>
                    <a:cubicBezTo>
                      <a:pt x="89875" y="48740"/>
                      <a:pt x="69787" y="62793"/>
                      <a:pt x="45007" y="62793"/>
                    </a:cubicBezTo>
                    <a:cubicBezTo>
                      <a:pt x="20227" y="62793"/>
                      <a:pt x="139" y="48740"/>
                      <a:pt x="139" y="31404"/>
                    </a:cubicBezTo>
                    <a:cubicBezTo>
                      <a:pt x="139" y="14069"/>
                      <a:pt x="20227" y="16"/>
                      <a:pt x="45007" y="16"/>
                    </a:cubicBezTo>
                    <a:cubicBezTo>
                      <a:pt x="69787" y="16"/>
                      <a:pt x="89875" y="14069"/>
                      <a:pt x="89875" y="31404"/>
                    </a:cubicBezTo>
                    <a:close/>
                  </a:path>
                </a:pathLst>
              </a:custGeom>
              <a:solidFill>
                <a:srgbClr val="3B3B3B"/>
              </a:solidFill>
              <a:ln w="10020" cap="rnd">
                <a:noFill/>
                <a:prstDash val="solid"/>
                <a:round/>
              </a:ln>
            </p:spPr>
            <p:txBody>
              <a:bodyPr/>
              <a:lstStyle/>
              <a:p>
                <a:endParaRPr lang="zh-CN" altLang="en-US" sz="2190"/>
              </a:p>
            </p:txBody>
          </p:sp>
          <p:sp>
            <p:nvSpPr>
              <p:cNvPr id="250" name="任意多边形: 形状 249"/>
              <p:cNvSpPr/>
              <p:nvPr/>
            </p:nvSpPr>
            <p:spPr>
              <a:xfrm>
                <a:off x="6830217" y="2983090"/>
                <a:ext cx="89735" cy="62777"/>
              </a:xfrm>
              <a:custGeom>
                <a:avLst/>
                <a:gdLst>
                  <a:gd name="csX0" fmla="*/ 89875 w 89735"/>
                  <a:gd name="csY0" fmla="*/ 31405 h 62777"/>
                  <a:gd name="csX1" fmla="*/ 45007 w 89735"/>
                  <a:gd name="csY1" fmla="*/ 62794 h 62777"/>
                  <a:gd name="csX2" fmla="*/ 139 w 89735"/>
                  <a:gd name="csY2" fmla="*/ 31405 h 62777"/>
                  <a:gd name="csX3" fmla="*/ 45007 w 89735"/>
                  <a:gd name="csY3" fmla="*/ 16 h 62777"/>
                  <a:gd name="csX4" fmla="*/ 8987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5" y="31405"/>
                    </a:moveTo>
                    <a:cubicBezTo>
                      <a:pt x="89875" y="48741"/>
                      <a:pt x="69787" y="62794"/>
                      <a:pt x="45007" y="62794"/>
                    </a:cubicBezTo>
                    <a:cubicBezTo>
                      <a:pt x="20227" y="62794"/>
                      <a:pt x="139" y="48741"/>
                      <a:pt x="139" y="31405"/>
                    </a:cubicBezTo>
                    <a:cubicBezTo>
                      <a:pt x="139" y="14070"/>
                      <a:pt x="20227" y="16"/>
                      <a:pt x="45007" y="16"/>
                    </a:cubicBezTo>
                    <a:cubicBezTo>
                      <a:pt x="69787" y="16"/>
                      <a:pt x="89875" y="14070"/>
                      <a:pt x="89875" y="31405"/>
                    </a:cubicBezTo>
                    <a:close/>
                  </a:path>
                </a:pathLst>
              </a:custGeom>
              <a:solidFill>
                <a:srgbClr val="3B3B3B"/>
              </a:solidFill>
              <a:ln w="10020" cap="rnd">
                <a:noFill/>
                <a:prstDash val="solid"/>
                <a:round/>
              </a:ln>
            </p:spPr>
            <p:txBody>
              <a:bodyPr/>
              <a:lstStyle/>
              <a:p>
                <a:endParaRPr lang="zh-CN" altLang="en-US" sz="2190"/>
              </a:p>
            </p:txBody>
          </p:sp>
          <p:sp>
            <p:nvSpPr>
              <p:cNvPr id="251" name="任意多边形: 形状 250"/>
              <p:cNvSpPr/>
              <p:nvPr/>
            </p:nvSpPr>
            <p:spPr>
              <a:xfrm>
                <a:off x="6830217" y="2885204"/>
                <a:ext cx="89735" cy="62777"/>
              </a:xfrm>
              <a:custGeom>
                <a:avLst/>
                <a:gdLst>
                  <a:gd name="csX0" fmla="*/ 89875 w 89735"/>
                  <a:gd name="csY0" fmla="*/ 31406 h 62777"/>
                  <a:gd name="csX1" fmla="*/ 45007 w 89735"/>
                  <a:gd name="csY1" fmla="*/ 62794 h 62777"/>
                  <a:gd name="csX2" fmla="*/ 139 w 89735"/>
                  <a:gd name="csY2" fmla="*/ 31406 h 62777"/>
                  <a:gd name="csX3" fmla="*/ 45007 w 89735"/>
                  <a:gd name="csY3" fmla="*/ 17 h 62777"/>
                  <a:gd name="csX4" fmla="*/ 8987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5" y="31406"/>
                    </a:moveTo>
                    <a:cubicBezTo>
                      <a:pt x="89875" y="48741"/>
                      <a:pt x="69787" y="62794"/>
                      <a:pt x="45007" y="62794"/>
                    </a:cubicBezTo>
                    <a:cubicBezTo>
                      <a:pt x="20227" y="62794"/>
                      <a:pt x="139" y="48741"/>
                      <a:pt x="139" y="31406"/>
                    </a:cubicBezTo>
                    <a:cubicBezTo>
                      <a:pt x="139" y="14070"/>
                      <a:pt x="20227" y="17"/>
                      <a:pt x="45007" y="17"/>
                    </a:cubicBezTo>
                    <a:cubicBezTo>
                      <a:pt x="69787" y="17"/>
                      <a:pt x="89875" y="14070"/>
                      <a:pt x="8987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2" name="任意多边形: 形状 251"/>
              <p:cNvSpPr/>
              <p:nvPr/>
            </p:nvSpPr>
            <p:spPr>
              <a:xfrm>
                <a:off x="6830217" y="2787317"/>
                <a:ext cx="89735" cy="62777"/>
              </a:xfrm>
              <a:custGeom>
                <a:avLst/>
                <a:gdLst>
                  <a:gd name="csX0" fmla="*/ 89875 w 89735"/>
                  <a:gd name="csY0" fmla="*/ 31406 h 62777"/>
                  <a:gd name="csX1" fmla="*/ 45007 w 89735"/>
                  <a:gd name="csY1" fmla="*/ 62795 h 62777"/>
                  <a:gd name="csX2" fmla="*/ 139 w 89735"/>
                  <a:gd name="csY2" fmla="*/ 31406 h 62777"/>
                  <a:gd name="csX3" fmla="*/ 45007 w 89735"/>
                  <a:gd name="csY3" fmla="*/ 18 h 62777"/>
                  <a:gd name="csX4" fmla="*/ 8987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5" y="31406"/>
                    </a:moveTo>
                    <a:cubicBezTo>
                      <a:pt x="89875" y="48742"/>
                      <a:pt x="69787" y="62795"/>
                      <a:pt x="45007" y="62795"/>
                    </a:cubicBezTo>
                    <a:cubicBezTo>
                      <a:pt x="20227" y="62795"/>
                      <a:pt x="139" y="48742"/>
                      <a:pt x="139" y="31406"/>
                    </a:cubicBezTo>
                    <a:cubicBezTo>
                      <a:pt x="139" y="14071"/>
                      <a:pt x="20227" y="18"/>
                      <a:pt x="45007" y="18"/>
                    </a:cubicBezTo>
                    <a:cubicBezTo>
                      <a:pt x="69787" y="18"/>
                      <a:pt x="89875" y="14071"/>
                      <a:pt x="8987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3" name="任意多边形: 形状 252"/>
              <p:cNvSpPr/>
              <p:nvPr/>
            </p:nvSpPr>
            <p:spPr>
              <a:xfrm>
                <a:off x="7017666" y="3374751"/>
                <a:ext cx="89735" cy="62777"/>
              </a:xfrm>
              <a:custGeom>
                <a:avLst/>
                <a:gdLst>
                  <a:gd name="csX0" fmla="*/ 89878 w 89735"/>
                  <a:gd name="csY0" fmla="*/ 31402 h 62777"/>
                  <a:gd name="csX1" fmla="*/ 45010 w 89735"/>
                  <a:gd name="csY1" fmla="*/ 62791 h 62777"/>
                  <a:gd name="csX2" fmla="*/ 142 w 89735"/>
                  <a:gd name="csY2" fmla="*/ 31402 h 62777"/>
                  <a:gd name="csX3" fmla="*/ 45010 w 89735"/>
                  <a:gd name="csY3" fmla="*/ 13 h 62777"/>
                  <a:gd name="csX4" fmla="*/ 8987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8" y="31402"/>
                    </a:moveTo>
                    <a:cubicBezTo>
                      <a:pt x="89878" y="48738"/>
                      <a:pt x="69790" y="62791"/>
                      <a:pt x="45010" y="62791"/>
                    </a:cubicBezTo>
                    <a:cubicBezTo>
                      <a:pt x="20230" y="62791"/>
                      <a:pt x="142" y="48738"/>
                      <a:pt x="142" y="31402"/>
                    </a:cubicBezTo>
                    <a:cubicBezTo>
                      <a:pt x="142" y="14067"/>
                      <a:pt x="20230" y="13"/>
                      <a:pt x="45010" y="13"/>
                    </a:cubicBezTo>
                    <a:cubicBezTo>
                      <a:pt x="69790" y="13"/>
                      <a:pt x="89878" y="14067"/>
                      <a:pt x="89878" y="31402"/>
                    </a:cubicBezTo>
                    <a:close/>
                  </a:path>
                </a:pathLst>
              </a:custGeom>
              <a:solidFill>
                <a:srgbClr val="3B3B3B"/>
              </a:solidFill>
              <a:ln w="10020" cap="rnd">
                <a:noFill/>
                <a:prstDash val="solid"/>
                <a:round/>
              </a:ln>
            </p:spPr>
            <p:txBody>
              <a:bodyPr/>
              <a:lstStyle/>
              <a:p>
                <a:endParaRPr lang="zh-CN" altLang="en-US" sz="2190"/>
              </a:p>
            </p:txBody>
          </p:sp>
          <p:sp>
            <p:nvSpPr>
              <p:cNvPr id="254" name="任意多边形: 形状 253"/>
              <p:cNvSpPr/>
              <p:nvPr/>
            </p:nvSpPr>
            <p:spPr>
              <a:xfrm>
                <a:off x="7017666" y="3276749"/>
                <a:ext cx="89735" cy="62777"/>
              </a:xfrm>
              <a:custGeom>
                <a:avLst/>
                <a:gdLst>
                  <a:gd name="csX0" fmla="*/ 89878 w 89735"/>
                  <a:gd name="csY0" fmla="*/ 31403 h 62777"/>
                  <a:gd name="csX1" fmla="*/ 45010 w 89735"/>
                  <a:gd name="csY1" fmla="*/ 62792 h 62777"/>
                  <a:gd name="csX2" fmla="*/ 142 w 89735"/>
                  <a:gd name="csY2" fmla="*/ 31403 h 62777"/>
                  <a:gd name="csX3" fmla="*/ 45010 w 89735"/>
                  <a:gd name="csY3" fmla="*/ 14 h 62777"/>
                  <a:gd name="csX4" fmla="*/ 8987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8" y="31403"/>
                    </a:moveTo>
                    <a:cubicBezTo>
                      <a:pt x="89878" y="48738"/>
                      <a:pt x="69790" y="62792"/>
                      <a:pt x="45010" y="62792"/>
                    </a:cubicBezTo>
                    <a:cubicBezTo>
                      <a:pt x="20230" y="62792"/>
                      <a:pt x="142" y="48738"/>
                      <a:pt x="142" y="31403"/>
                    </a:cubicBezTo>
                    <a:cubicBezTo>
                      <a:pt x="142" y="14067"/>
                      <a:pt x="20230" y="14"/>
                      <a:pt x="45010" y="14"/>
                    </a:cubicBezTo>
                    <a:cubicBezTo>
                      <a:pt x="69790" y="14"/>
                      <a:pt x="89878" y="14067"/>
                      <a:pt x="89878" y="31403"/>
                    </a:cubicBezTo>
                    <a:close/>
                  </a:path>
                </a:pathLst>
              </a:custGeom>
              <a:solidFill>
                <a:srgbClr val="3B3B3B"/>
              </a:solidFill>
              <a:ln w="10020" cap="rnd">
                <a:noFill/>
                <a:prstDash val="solid"/>
                <a:round/>
              </a:ln>
            </p:spPr>
            <p:txBody>
              <a:bodyPr/>
              <a:lstStyle/>
              <a:p>
                <a:endParaRPr lang="zh-CN" altLang="en-US" sz="2190"/>
              </a:p>
            </p:txBody>
          </p:sp>
          <p:sp>
            <p:nvSpPr>
              <p:cNvPr id="255" name="任意多边形: 形状 254"/>
              <p:cNvSpPr/>
              <p:nvPr/>
            </p:nvSpPr>
            <p:spPr>
              <a:xfrm>
                <a:off x="7017666" y="3178862"/>
                <a:ext cx="89735" cy="62777"/>
              </a:xfrm>
              <a:custGeom>
                <a:avLst/>
                <a:gdLst>
                  <a:gd name="csX0" fmla="*/ 89878 w 89735"/>
                  <a:gd name="csY0" fmla="*/ 31404 h 62777"/>
                  <a:gd name="csX1" fmla="*/ 45010 w 89735"/>
                  <a:gd name="csY1" fmla="*/ 62792 h 62777"/>
                  <a:gd name="csX2" fmla="*/ 142 w 89735"/>
                  <a:gd name="csY2" fmla="*/ 31404 h 62777"/>
                  <a:gd name="csX3" fmla="*/ 45010 w 89735"/>
                  <a:gd name="csY3" fmla="*/ 15 h 62777"/>
                  <a:gd name="csX4" fmla="*/ 8987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8" y="31404"/>
                    </a:moveTo>
                    <a:cubicBezTo>
                      <a:pt x="89878" y="48739"/>
                      <a:pt x="69790" y="62792"/>
                      <a:pt x="45010" y="62792"/>
                    </a:cubicBezTo>
                    <a:cubicBezTo>
                      <a:pt x="20230" y="62792"/>
                      <a:pt x="142" y="48739"/>
                      <a:pt x="142" y="31404"/>
                    </a:cubicBezTo>
                    <a:cubicBezTo>
                      <a:pt x="142" y="14068"/>
                      <a:pt x="20230" y="15"/>
                      <a:pt x="45010" y="15"/>
                    </a:cubicBezTo>
                    <a:cubicBezTo>
                      <a:pt x="69790" y="15"/>
                      <a:pt x="89878" y="14068"/>
                      <a:pt x="8987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6" name="任意多边形: 形状 255"/>
              <p:cNvSpPr/>
              <p:nvPr/>
            </p:nvSpPr>
            <p:spPr>
              <a:xfrm>
                <a:off x="7017666" y="3080976"/>
                <a:ext cx="89735" cy="62777"/>
              </a:xfrm>
              <a:custGeom>
                <a:avLst/>
                <a:gdLst>
                  <a:gd name="csX0" fmla="*/ 89878 w 89735"/>
                  <a:gd name="csY0" fmla="*/ 31404 h 62777"/>
                  <a:gd name="csX1" fmla="*/ 45010 w 89735"/>
                  <a:gd name="csY1" fmla="*/ 62793 h 62777"/>
                  <a:gd name="csX2" fmla="*/ 142 w 89735"/>
                  <a:gd name="csY2" fmla="*/ 31404 h 62777"/>
                  <a:gd name="csX3" fmla="*/ 45010 w 89735"/>
                  <a:gd name="csY3" fmla="*/ 16 h 62777"/>
                  <a:gd name="csX4" fmla="*/ 8987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8" y="31404"/>
                    </a:moveTo>
                    <a:cubicBezTo>
                      <a:pt x="89878" y="48740"/>
                      <a:pt x="69790" y="62793"/>
                      <a:pt x="45010" y="62793"/>
                    </a:cubicBezTo>
                    <a:cubicBezTo>
                      <a:pt x="20230" y="62793"/>
                      <a:pt x="142" y="48740"/>
                      <a:pt x="142" y="31404"/>
                    </a:cubicBezTo>
                    <a:cubicBezTo>
                      <a:pt x="142" y="14069"/>
                      <a:pt x="20230" y="16"/>
                      <a:pt x="45010" y="16"/>
                    </a:cubicBezTo>
                    <a:cubicBezTo>
                      <a:pt x="69790" y="16"/>
                      <a:pt x="89878" y="14069"/>
                      <a:pt x="89878" y="31404"/>
                    </a:cubicBezTo>
                    <a:close/>
                  </a:path>
                </a:pathLst>
              </a:custGeom>
              <a:solidFill>
                <a:srgbClr val="3B3B3B"/>
              </a:solidFill>
              <a:ln w="10020" cap="rnd">
                <a:noFill/>
                <a:prstDash val="solid"/>
                <a:round/>
              </a:ln>
            </p:spPr>
            <p:txBody>
              <a:bodyPr/>
              <a:lstStyle/>
              <a:p>
                <a:endParaRPr lang="zh-CN" altLang="en-US" sz="2190"/>
              </a:p>
            </p:txBody>
          </p:sp>
          <p:sp>
            <p:nvSpPr>
              <p:cNvPr id="257" name="任意多边形: 形状 256"/>
              <p:cNvSpPr/>
              <p:nvPr/>
            </p:nvSpPr>
            <p:spPr>
              <a:xfrm>
                <a:off x="7017666" y="2983090"/>
                <a:ext cx="89735" cy="62777"/>
              </a:xfrm>
              <a:custGeom>
                <a:avLst/>
                <a:gdLst>
                  <a:gd name="csX0" fmla="*/ 89878 w 89735"/>
                  <a:gd name="csY0" fmla="*/ 31405 h 62777"/>
                  <a:gd name="csX1" fmla="*/ 45010 w 89735"/>
                  <a:gd name="csY1" fmla="*/ 62794 h 62777"/>
                  <a:gd name="csX2" fmla="*/ 142 w 89735"/>
                  <a:gd name="csY2" fmla="*/ 31405 h 62777"/>
                  <a:gd name="csX3" fmla="*/ 45010 w 89735"/>
                  <a:gd name="csY3" fmla="*/ 16 h 62777"/>
                  <a:gd name="csX4" fmla="*/ 8987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8" y="31405"/>
                    </a:moveTo>
                    <a:cubicBezTo>
                      <a:pt x="89878" y="48741"/>
                      <a:pt x="69790" y="62794"/>
                      <a:pt x="45010" y="62794"/>
                    </a:cubicBezTo>
                    <a:cubicBezTo>
                      <a:pt x="20230" y="62794"/>
                      <a:pt x="142" y="48741"/>
                      <a:pt x="142" y="31405"/>
                    </a:cubicBezTo>
                    <a:cubicBezTo>
                      <a:pt x="142" y="14070"/>
                      <a:pt x="20230" y="16"/>
                      <a:pt x="45010" y="16"/>
                    </a:cubicBezTo>
                    <a:cubicBezTo>
                      <a:pt x="69790" y="16"/>
                      <a:pt x="89878" y="14070"/>
                      <a:pt x="89878" y="31405"/>
                    </a:cubicBezTo>
                    <a:close/>
                  </a:path>
                </a:pathLst>
              </a:custGeom>
              <a:solidFill>
                <a:srgbClr val="3B3B3B"/>
              </a:solidFill>
              <a:ln w="10020" cap="rnd">
                <a:noFill/>
                <a:prstDash val="solid"/>
                <a:round/>
              </a:ln>
            </p:spPr>
            <p:txBody>
              <a:bodyPr/>
              <a:lstStyle/>
              <a:p>
                <a:endParaRPr lang="zh-CN" altLang="en-US" sz="2190"/>
              </a:p>
            </p:txBody>
          </p:sp>
          <p:sp>
            <p:nvSpPr>
              <p:cNvPr id="258" name="任意多边形: 形状 257"/>
              <p:cNvSpPr/>
              <p:nvPr/>
            </p:nvSpPr>
            <p:spPr>
              <a:xfrm>
                <a:off x="7017666" y="2885204"/>
                <a:ext cx="89735" cy="62777"/>
              </a:xfrm>
              <a:custGeom>
                <a:avLst/>
                <a:gdLst>
                  <a:gd name="csX0" fmla="*/ 89878 w 89735"/>
                  <a:gd name="csY0" fmla="*/ 31406 h 62777"/>
                  <a:gd name="csX1" fmla="*/ 45010 w 89735"/>
                  <a:gd name="csY1" fmla="*/ 62794 h 62777"/>
                  <a:gd name="csX2" fmla="*/ 142 w 89735"/>
                  <a:gd name="csY2" fmla="*/ 31406 h 62777"/>
                  <a:gd name="csX3" fmla="*/ 45010 w 89735"/>
                  <a:gd name="csY3" fmla="*/ 17 h 62777"/>
                  <a:gd name="csX4" fmla="*/ 8987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8" y="31406"/>
                    </a:moveTo>
                    <a:cubicBezTo>
                      <a:pt x="89878" y="48741"/>
                      <a:pt x="69790" y="62794"/>
                      <a:pt x="45010" y="62794"/>
                    </a:cubicBezTo>
                    <a:cubicBezTo>
                      <a:pt x="20230" y="62794"/>
                      <a:pt x="142" y="48741"/>
                      <a:pt x="142" y="31406"/>
                    </a:cubicBezTo>
                    <a:cubicBezTo>
                      <a:pt x="142" y="14070"/>
                      <a:pt x="20230" y="17"/>
                      <a:pt x="45010" y="17"/>
                    </a:cubicBezTo>
                    <a:cubicBezTo>
                      <a:pt x="69790" y="17"/>
                      <a:pt x="89878" y="14070"/>
                      <a:pt x="8987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9" name="任意多边形: 形状 258"/>
              <p:cNvSpPr/>
              <p:nvPr/>
            </p:nvSpPr>
            <p:spPr>
              <a:xfrm>
                <a:off x="7017666" y="2787317"/>
                <a:ext cx="89735" cy="62777"/>
              </a:xfrm>
              <a:custGeom>
                <a:avLst/>
                <a:gdLst>
                  <a:gd name="csX0" fmla="*/ 89878 w 89735"/>
                  <a:gd name="csY0" fmla="*/ 31406 h 62777"/>
                  <a:gd name="csX1" fmla="*/ 45010 w 89735"/>
                  <a:gd name="csY1" fmla="*/ 62795 h 62777"/>
                  <a:gd name="csX2" fmla="*/ 142 w 89735"/>
                  <a:gd name="csY2" fmla="*/ 31406 h 62777"/>
                  <a:gd name="csX3" fmla="*/ 45010 w 89735"/>
                  <a:gd name="csY3" fmla="*/ 18 h 62777"/>
                  <a:gd name="csX4" fmla="*/ 8987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8" y="31406"/>
                    </a:moveTo>
                    <a:cubicBezTo>
                      <a:pt x="89878" y="48742"/>
                      <a:pt x="69790" y="62795"/>
                      <a:pt x="45010" y="62795"/>
                    </a:cubicBezTo>
                    <a:cubicBezTo>
                      <a:pt x="20230" y="62795"/>
                      <a:pt x="142" y="48742"/>
                      <a:pt x="142" y="31406"/>
                    </a:cubicBezTo>
                    <a:cubicBezTo>
                      <a:pt x="142" y="14071"/>
                      <a:pt x="20230" y="18"/>
                      <a:pt x="45010" y="18"/>
                    </a:cubicBezTo>
                    <a:cubicBezTo>
                      <a:pt x="69790" y="18"/>
                      <a:pt x="89878" y="14071"/>
                      <a:pt x="8987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60" name="任意多边形: 形状 259"/>
              <p:cNvSpPr/>
              <p:nvPr/>
            </p:nvSpPr>
            <p:spPr>
              <a:xfrm>
                <a:off x="4252303" y="3014479"/>
                <a:ext cx="12705" cy="391661"/>
              </a:xfrm>
              <a:custGeom>
                <a:avLst/>
                <a:gdLst>
                  <a:gd name="csX0" fmla="*/ 90 w 12705"/>
                  <a:gd name="csY0" fmla="*/ 391676 h 391661"/>
                  <a:gd name="csX1" fmla="*/ 90 w 12705"/>
                  <a:gd name="csY1" fmla="*/ 15 h 391661"/>
                </a:gdLst>
                <a:ahLst/>
                <a:cxnLst>
                  <a:cxn ang="0">
                    <a:pos x="csX0" y="csY0"/>
                  </a:cxn>
                  <a:cxn ang="0">
                    <a:pos x="csX1" y="csY1"/>
                  </a:cxn>
                </a:cxnLst>
                <a:rect l="l" t="t" r="r" b="b"/>
                <a:pathLst>
                  <a:path w="12705" h="391661">
                    <a:moveTo>
                      <a:pt x="90" y="391676"/>
                    </a:moveTo>
                    <a:lnTo>
                      <a:pt x="90" y="15"/>
                    </a:lnTo>
                  </a:path>
                </a:pathLst>
              </a:custGeom>
              <a:noFill/>
              <a:ln w="21028" cap="flat">
                <a:solidFill>
                  <a:srgbClr val="3B3B3B"/>
                </a:solidFill>
                <a:prstDash val="solid"/>
                <a:round/>
              </a:ln>
            </p:spPr>
            <p:txBody>
              <a:bodyPr/>
              <a:lstStyle/>
              <a:p>
                <a:endParaRPr lang="zh-CN" altLang="en-US" sz="2190"/>
              </a:p>
            </p:txBody>
          </p:sp>
          <p:sp>
            <p:nvSpPr>
              <p:cNvPr id="261" name="任意多边形: 形状 260"/>
              <p:cNvSpPr/>
              <p:nvPr/>
            </p:nvSpPr>
            <p:spPr>
              <a:xfrm>
                <a:off x="4439586" y="3112365"/>
                <a:ext cx="12705" cy="97886"/>
              </a:xfrm>
              <a:custGeom>
                <a:avLst/>
                <a:gdLst>
                  <a:gd name="csX0" fmla="*/ 94 w 12705"/>
                  <a:gd name="csY0" fmla="*/ 97901 h 97886"/>
                  <a:gd name="csX1" fmla="*/ 94 w 12705"/>
                  <a:gd name="csY1" fmla="*/ 15 h 97886"/>
                </a:gdLst>
                <a:ahLst/>
                <a:cxnLst>
                  <a:cxn ang="0">
                    <a:pos x="csX0" y="csY0"/>
                  </a:cxn>
                  <a:cxn ang="0">
                    <a:pos x="csX1" y="csY1"/>
                  </a:cxn>
                </a:cxnLst>
                <a:rect l="l" t="t" r="r" b="b"/>
                <a:pathLst>
                  <a:path w="12705" h="97886">
                    <a:moveTo>
                      <a:pt x="94" y="97901"/>
                    </a:moveTo>
                    <a:lnTo>
                      <a:pt x="94" y="15"/>
                    </a:lnTo>
                  </a:path>
                </a:pathLst>
              </a:custGeom>
              <a:noFill/>
              <a:ln w="21028" cap="flat">
                <a:solidFill>
                  <a:srgbClr val="3B3B3B"/>
                </a:solidFill>
                <a:prstDash val="solid"/>
                <a:round/>
              </a:ln>
            </p:spPr>
            <p:txBody>
              <a:bodyPr/>
              <a:lstStyle/>
              <a:p>
                <a:endParaRPr lang="zh-CN" altLang="en-US" sz="2190"/>
              </a:p>
            </p:txBody>
          </p:sp>
          <p:sp>
            <p:nvSpPr>
              <p:cNvPr id="262" name="任意多边形: 形状 261"/>
              <p:cNvSpPr/>
              <p:nvPr/>
            </p:nvSpPr>
            <p:spPr>
              <a:xfrm>
                <a:off x="4627034" y="3014479"/>
                <a:ext cx="12705" cy="391661"/>
              </a:xfrm>
              <a:custGeom>
                <a:avLst/>
                <a:gdLst>
                  <a:gd name="csX0" fmla="*/ 97 w 12705"/>
                  <a:gd name="csY0" fmla="*/ 391676 h 391661"/>
                  <a:gd name="csX1" fmla="*/ 97 w 12705"/>
                  <a:gd name="csY1" fmla="*/ 293674 h 391661"/>
                  <a:gd name="csX2" fmla="*/ 97 w 12705"/>
                  <a:gd name="csY2" fmla="*/ 195787 h 391661"/>
                  <a:gd name="csX3" fmla="*/ 97 w 12705"/>
                  <a:gd name="csY3" fmla="*/ 15 h 391661"/>
                </a:gdLst>
                <a:ahLst/>
                <a:cxnLst>
                  <a:cxn ang="0">
                    <a:pos x="csX0" y="csY0"/>
                  </a:cxn>
                  <a:cxn ang="0">
                    <a:pos x="csX1" y="csY1"/>
                  </a:cxn>
                  <a:cxn ang="0">
                    <a:pos x="csX2" y="csY2"/>
                  </a:cxn>
                  <a:cxn ang="0">
                    <a:pos x="csX3" y="csY3"/>
                  </a:cxn>
                </a:cxnLst>
                <a:rect l="l" t="t" r="r" b="b"/>
                <a:pathLst>
                  <a:path w="12705" h="391661">
                    <a:moveTo>
                      <a:pt x="97" y="391676"/>
                    </a:moveTo>
                    <a:lnTo>
                      <a:pt x="97" y="293674"/>
                    </a:lnTo>
                    <a:lnTo>
                      <a:pt x="97" y="195787"/>
                    </a:lnTo>
                    <a:lnTo>
                      <a:pt x="97" y="15"/>
                    </a:lnTo>
                  </a:path>
                </a:pathLst>
              </a:custGeom>
              <a:noFill/>
              <a:ln w="21028" cap="flat">
                <a:solidFill>
                  <a:srgbClr val="3B3B3B"/>
                </a:solidFill>
                <a:prstDash val="solid"/>
                <a:round/>
              </a:ln>
            </p:spPr>
            <p:txBody>
              <a:bodyPr/>
              <a:lstStyle/>
              <a:p>
                <a:endParaRPr lang="zh-CN" altLang="en-US" sz="2190"/>
              </a:p>
            </p:txBody>
          </p:sp>
          <p:sp>
            <p:nvSpPr>
              <p:cNvPr id="263" name="任意多边形: 形状 262"/>
              <p:cNvSpPr/>
              <p:nvPr/>
            </p:nvSpPr>
            <p:spPr>
              <a:xfrm>
                <a:off x="4814316" y="3014479"/>
                <a:ext cx="12705" cy="391661"/>
              </a:xfrm>
              <a:custGeom>
                <a:avLst/>
                <a:gdLst>
                  <a:gd name="csX0" fmla="*/ 101 w 12705"/>
                  <a:gd name="csY0" fmla="*/ 391676 h 391661"/>
                  <a:gd name="csX1" fmla="*/ 101 w 12705"/>
                  <a:gd name="csY1" fmla="*/ 293674 h 391661"/>
                  <a:gd name="csX2" fmla="*/ 101 w 12705"/>
                  <a:gd name="csY2" fmla="*/ 15 h 391661"/>
                </a:gdLst>
                <a:ahLst/>
                <a:cxnLst>
                  <a:cxn ang="0">
                    <a:pos x="csX0" y="csY0"/>
                  </a:cxn>
                  <a:cxn ang="0">
                    <a:pos x="csX1" y="csY1"/>
                  </a:cxn>
                  <a:cxn ang="0">
                    <a:pos x="csX2" y="csY2"/>
                  </a:cxn>
                </a:cxnLst>
                <a:rect l="l" t="t" r="r" b="b"/>
                <a:pathLst>
                  <a:path w="12705" h="391661">
                    <a:moveTo>
                      <a:pt x="101" y="391676"/>
                    </a:moveTo>
                    <a:lnTo>
                      <a:pt x="101" y="293674"/>
                    </a:lnTo>
                    <a:lnTo>
                      <a:pt x="101" y="15"/>
                    </a:lnTo>
                  </a:path>
                </a:pathLst>
              </a:custGeom>
              <a:noFill/>
              <a:ln w="21028" cap="flat">
                <a:solidFill>
                  <a:srgbClr val="3B3B3B"/>
                </a:solidFill>
                <a:prstDash val="solid"/>
                <a:round/>
              </a:ln>
            </p:spPr>
            <p:txBody>
              <a:bodyPr/>
              <a:lstStyle/>
              <a:p>
                <a:endParaRPr lang="zh-CN" altLang="en-US" sz="2190"/>
              </a:p>
            </p:txBody>
          </p:sp>
          <p:sp>
            <p:nvSpPr>
              <p:cNvPr id="264" name="任意多边形: 形状 263"/>
              <p:cNvSpPr/>
              <p:nvPr/>
            </p:nvSpPr>
            <p:spPr>
              <a:xfrm>
                <a:off x="5001764" y="3112365"/>
                <a:ext cx="12705" cy="293774"/>
              </a:xfrm>
              <a:custGeom>
                <a:avLst/>
                <a:gdLst>
                  <a:gd name="csX0" fmla="*/ 104 w 12705"/>
                  <a:gd name="csY0" fmla="*/ 293789 h 293774"/>
                  <a:gd name="csX1" fmla="*/ 104 w 12705"/>
                  <a:gd name="csY1" fmla="*/ 97901 h 293774"/>
                  <a:gd name="csX2" fmla="*/ 104 w 12705"/>
                  <a:gd name="csY2" fmla="*/ 15 h 293774"/>
                </a:gdLst>
                <a:ahLst/>
                <a:cxnLst>
                  <a:cxn ang="0">
                    <a:pos x="csX0" y="csY0"/>
                  </a:cxn>
                  <a:cxn ang="0">
                    <a:pos x="csX1" y="csY1"/>
                  </a:cxn>
                  <a:cxn ang="0">
                    <a:pos x="csX2" y="csY2"/>
                  </a:cxn>
                </a:cxnLst>
                <a:rect l="l" t="t" r="r" b="b"/>
                <a:pathLst>
                  <a:path w="12705" h="293774">
                    <a:moveTo>
                      <a:pt x="104" y="293789"/>
                    </a:moveTo>
                    <a:lnTo>
                      <a:pt x="104" y="97901"/>
                    </a:lnTo>
                    <a:lnTo>
                      <a:pt x="104" y="15"/>
                    </a:lnTo>
                  </a:path>
                </a:pathLst>
              </a:custGeom>
              <a:noFill/>
              <a:ln w="21028" cap="flat">
                <a:solidFill>
                  <a:srgbClr val="3B3B3B"/>
                </a:solidFill>
                <a:prstDash val="solid"/>
                <a:round/>
              </a:ln>
            </p:spPr>
            <p:txBody>
              <a:bodyPr/>
              <a:lstStyle/>
              <a:p>
                <a:endParaRPr lang="zh-CN" altLang="en-US" sz="2190"/>
              </a:p>
            </p:txBody>
          </p:sp>
          <p:sp>
            <p:nvSpPr>
              <p:cNvPr id="265" name="任意多边形: 形状 264"/>
              <p:cNvSpPr/>
              <p:nvPr/>
            </p:nvSpPr>
            <p:spPr>
              <a:xfrm>
                <a:off x="5189047" y="3014479"/>
                <a:ext cx="12705" cy="293658"/>
              </a:xfrm>
              <a:custGeom>
                <a:avLst/>
                <a:gdLst>
                  <a:gd name="csX0" fmla="*/ 108 w 12705"/>
                  <a:gd name="csY0" fmla="*/ 293674 h 293658"/>
                  <a:gd name="csX1" fmla="*/ 108 w 12705"/>
                  <a:gd name="csY1" fmla="*/ 15 h 293658"/>
                </a:gdLst>
                <a:ahLst/>
                <a:cxnLst>
                  <a:cxn ang="0">
                    <a:pos x="csX0" y="csY0"/>
                  </a:cxn>
                  <a:cxn ang="0">
                    <a:pos x="csX1" y="csY1"/>
                  </a:cxn>
                </a:cxnLst>
                <a:rect l="l" t="t" r="r" b="b"/>
                <a:pathLst>
                  <a:path w="12705" h="293658">
                    <a:moveTo>
                      <a:pt x="108" y="293674"/>
                    </a:moveTo>
                    <a:lnTo>
                      <a:pt x="108" y="15"/>
                    </a:lnTo>
                  </a:path>
                </a:pathLst>
              </a:custGeom>
              <a:noFill/>
              <a:ln w="21028" cap="flat">
                <a:solidFill>
                  <a:srgbClr val="3B3B3B"/>
                </a:solidFill>
                <a:prstDash val="solid"/>
                <a:round/>
              </a:ln>
            </p:spPr>
            <p:txBody>
              <a:bodyPr/>
              <a:lstStyle/>
              <a:p>
                <a:endParaRPr lang="zh-CN" altLang="en-US" sz="2190"/>
              </a:p>
            </p:txBody>
          </p:sp>
          <p:sp>
            <p:nvSpPr>
              <p:cNvPr id="266" name="任意多边形: 形状 265"/>
              <p:cNvSpPr/>
              <p:nvPr/>
            </p:nvSpPr>
            <p:spPr>
              <a:xfrm>
                <a:off x="5376329" y="3210251"/>
                <a:ext cx="12705" cy="97886"/>
              </a:xfrm>
              <a:custGeom>
                <a:avLst/>
                <a:gdLst>
                  <a:gd name="csX0" fmla="*/ 111 w 12705"/>
                  <a:gd name="csY0" fmla="*/ 97901 h 97886"/>
                  <a:gd name="csX1" fmla="*/ 111 w 12705"/>
                  <a:gd name="csY1" fmla="*/ 15 h 97886"/>
                </a:gdLst>
                <a:ahLst/>
                <a:cxnLst>
                  <a:cxn ang="0">
                    <a:pos x="csX0" y="csY0"/>
                  </a:cxn>
                  <a:cxn ang="0">
                    <a:pos x="csX1" y="csY1"/>
                  </a:cxn>
                </a:cxnLst>
                <a:rect l="l" t="t" r="r" b="b"/>
                <a:pathLst>
                  <a:path w="12705" h="97886">
                    <a:moveTo>
                      <a:pt x="111" y="97901"/>
                    </a:moveTo>
                    <a:lnTo>
                      <a:pt x="111" y="15"/>
                    </a:lnTo>
                  </a:path>
                </a:pathLst>
              </a:custGeom>
              <a:noFill/>
              <a:ln w="21028" cap="flat">
                <a:solidFill>
                  <a:srgbClr val="3B3B3B"/>
                </a:solidFill>
                <a:prstDash val="solid"/>
                <a:round/>
              </a:ln>
            </p:spPr>
            <p:txBody>
              <a:bodyPr/>
              <a:lstStyle/>
              <a:p>
                <a:endParaRPr lang="zh-CN" altLang="en-US" sz="2190"/>
              </a:p>
            </p:txBody>
          </p:sp>
          <p:sp>
            <p:nvSpPr>
              <p:cNvPr id="267" name="任意多边形: 形状 266"/>
              <p:cNvSpPr/>
              <p:nvPr/>
            </p:nvSpPr>
            <p:spPr>
              <a:xfrm>
                <a:off x="5563777" y="3014479"/>
                <a:ext cx="12705" cy="195772"/>
              </a:xfrm>
              <a:custGeom>
                <a:avLst/>
                <a:gdLst>
                  <a:gd name="csX0" fmla="*/ 115 w 12705"/>
                  <a:gd name="csY0" fmla="*/ 195788 h 195772"/>
                  <a:gd name="csX1" fmla="*/ 115 w 12705"/>
                  <a:gd name="csY1" fmla="*/ 16 h 195772"/>
                </a:gdLst>
                <a:ahLst/>
                <a:cxnLst>
                  <a:cxn ang="0">
                    <a:pos x="csX0" y="csY0"/>
                  </a:cxn>
                  <a:cxn ang="0">
                    <a:pos x="csX1" y="csY1"/>
                  </a:cxn>
                </a:cxnLst>
                <a:rect l="l" t="t" r="r" b="b"/>
                <a:pathLst>
                  <a:path w="12705" h="195772">
                    <a:moveTo>
                      <a:pt x="115" y="195788"/>
                    </a:moveTo>
                    <a:lnTo>
                      <a:pt x="115" y="16"/>
                    </a:lnTo>
                  </a:path>
                </a:pathLst>
              </a:custGeom>
              <a:noFill/>
              <a:ln w="21028" cap="flat">
                <a:solidFill>
                  <a:srgbClr val="3B3B3B"/>
                </a:solidFill>
                <a:prstDash val="solid"/>
                <a:round/>
              </a:ln>
            </p:spPr>
            <p:txBody>
              <a:bodyPr/>
              <a:lstStyle/>
              <a:p>
                <a:endParaRPr lang="zh-CN" altLang="en-US" sz="2190"/>
              </a:p>
            </p:txBody>
          </p:sp>
          <p:sp>
            <p:nvSpPr>
              <p:cNvPr id="268" name="任意多边形: 形状 267"/>
              <p:cNvSpPr/>
              <p:nvPr/>
            </p:nvSpPr>
            <p:spPr>
              <a:xfrm>
                <a:off x="5751059" y="3014479"/>
                <a:ext cx="12705" cy="391661"/>
              </a:xfrm>
              <a:custGeom>
                <a:avLst/>
                <a:gdLst>
                  <a:gd name="csX0" fmla="*/ 118 w 12705"/>
                  <a:gd name="csY0" fmla="*/ 391676 h 391661"/>
                  <a:gd name="csX1" fmla="*/ 118 w 12705"/>
                  <a:gd name="csY1" fmla="*/ 195787 h 391661"/>
                  <a:gd name="csX2" fmla="*/ 118 w 12705"/>
                  <a:gd name="csY2" fmla="*/ 15 h 391661"/>
                </a:gdLst>
                <a:ahLst/>
                <a:cxnLst>
                  <a:cxn ang="0">
                    <a:pos x="csX0" y="csY0"/>
                  </a:cxn>
                  <a:cxn ang="0">
                    <a:pos x="csX1" y="csY1"/>
                  </a:cxn>
                  <a:cxn ang="0">
                    <a:pos x="csX2" y="csY2"/>
                  </a:cxn>
                </a:cxnLst>
                <a:rect l="l" t="t" r="r" b="b"/>
                <a:pathLst>
                  <a:path w="12705" h="391661">
                    <a:moveTo>
                      <a:pt x="118" y="391676"/>
                    </a:moveTo>
                    <a:lnTo>
                      <a:pt x="118" y="195787"/>
                    </a:lnTo>
                    <a:lnTo>
                      <a:pt x="118" y="15"/>
                    </a:lnTo>
                  </a:path>
                </a:pathLst>
              </a:custGeom>
              <a:noFill/>
              <a:ln w="21028" cap="flat">
                <a:solidFill>
                  <a:srgbClr val="3B3B3B"/>
                </a:solidFill>
                <a:prstDash val="solid"/>
                <a:round/>
              </a:ln>
            </p:spPr>
            <p:txBody>
              <a:bodyPr/>
              <a:lstStyle/>
              <a:p>
                <a:endParaRPr lang="zh-CN" altLang="en-US" sz="2190"/>
              </a:p>
            </p:txBody>
          </p:sp>
          <p:sp>
            <p:nvSpPr>
              <p:cNvPr id="269" name="任意多边形: 形状 268"/>
              <p:cNvSpPr/>
              <p:nvPr/>
            </p:nvSpPr>
            <p:spPr>
              <a:xfrm>
                <a:off x="5938342" y="2916592"/>
                <a:ext cx="12705" cy="489547"/>
              </a:xfrm>
              <a:custGeom>
                <a:avLst/>
                <a:gdLst>
                  <a:gd name="csX0" fmla="*/ 121 w 12705"/>
                  <a:gd name="csY0" fmla="*/ 489563 h 489547"/>
                  <a:gd name="csX1" fmla="*/ 121 w 12705"/>
                  <a:gd name="csY1" fmla="*/ 15 h 489547"/>
                </a:gdLst>
                <a:ahLst/>
                <a:cxnLst>
                  <a:cxn ang="0">
                    <a:pos x="csX0" y="csY0"/>
                  </a:cxn>
                  <a:cxn ang="0">
                    <a:pos x="csX1" y="csY1"/>
                  </a:cxn>
                </a:cxnLst>
                <a:rect l="l" t="t" r="r" b="b"/>
                <a:pathLst>
                  <a:path w="12705" h="489547">
                    <a:moveTo>
                      <a:pt x="121" y="489563"/>
                    </a:moveTo>
                    <a:lnTo>
                      <a:pt x="121" y="15"/>
                    </a:lnTo>
                  </a:path>
                </a:pathLst>
              </a:custGeom>
              <a:noFill/>
              <a:ln w="21028" cap="flat">
                <a:solidFill>
                  <a:srgbClr val="3B3B3B"/>
                </a:solidFill>
                <a:prstDash val="solid"/>
                <a:round/>
              </a:ln>
            </p:spPr>
            <p:txBody>
              <a:bodyPr/>
              <a:lstStyle/>
              <a:p>
                <a:endParaRPr lang="zh-CN" altLang="en-US" sz="2190"/>
              </a:p>
            </p:txBody>
          </p:sp>
          <p:sp>
            <p:nvSpPr>
              <p:cNvPr id="270" name="任意多边形: 形状 269"/>
              <p:cNvSpPr/>
              <p:nvPr/>
            </p:nvSpPr>
            <p:spPr>
              <a:xfrm>
                <a:off x="6125790" y="3112365"/>
                <a:ext cx="12705" cy="293774"/>
              </a:xfrm>
              <a:custGeom>
                <a:avLst/>
                <a:gdLst>
                  <a:gd name="csX0" fmla="*/ 125 w 12705"/>
                  <a:gd name="csY0" fmla="*/ 293789 h 293774"/>
                  <a:gd name="csX1" fmla="*/ 125 w 12705"/>
                  <a:gd name="csY1" fmla="*/ 195787 h 293774"/>
                  <a:gd name="csX2" fmla="*/ 125 w 12705"/>
                  <a:gd name="csY2" fmla="*/ 97901 h 293774"/>
                  <a:gd name="csX3" fmla="*/ 125 w 12705"/>
                  <a:gd name="csY3" fmla="*/ 15 h 293774"/>
                </a:gdLst>
                <a:ahLst/>
                <a:cxnLst>
                  <a:cxn ang="0">
                    <a:pos x="csX0" y="csY0"/>
                  </a:cxn>
                  <a:cxn ang="0">
                    <a:pos x="csX1" y="csY1"/>
                  </a:cxn>
                  <a:cxn ang="0">
                    <a:pos x="csX2" y="csY2"/>
                  </a:cxn>
                  <a:cxn ang="0">
                    <a:pos x="csX3" y="csY3"/>
                  </a:cxn>
                </a:cxnLst>
                <a:rect l="l" t="t" r="r" b="b"/>
                <a:pathLst>
                  <a:path w="12705" h="293774">
                    <a:moveTo>
                      <a:pt x="125" y="293789"/>
                    </a:moveTo>
                    <a:lnTo>
                      <a:pt x="125" y="195787"/>
                    </a:lnTo>
                    <a:lnTo>
                      <a:pt x="125" y="97901"/>
                    </a:lnTo>
                    <a:lnTo>
                      <a:pt x="125" y="15"/>
                    </a:lnTo>
                  </a:path>
                </a:pathLst>
              </a:custGeom>
              <a:noFill/>
              <a:ln w="21028" cap="flat">
                <a:solidFill>
                  <a:srgbClr val="3B3B3B"/>
                </a:solidFill>
                <a:prstDash val="solid"/>
                <a:round/>
              </a:ln>
            </p:spPr>
            <p:txBody>
              <a:bodyPr/>
              <a:lstStyle/>
              <a:p>
                <a:endParaRPr lang="zh-CN" altLang="en-US" sz="2190"/>
              </a:p>
            </p:txBody>
          </p:sp>
          <p:sp>
            <p:nvSpPr>
              <p:cNvPr id="271" name="任意多边形: 形状 270"/>
              <p:cNvSpPr/>
              <p:nvPr/>
            </p:nvSpPr>
            <p:spPr>
              <a:xfrm>
                <a:off x="6313072" y="3112365"/>
                <a:ext cx="12705" cy="195772"/>
              </a:xfrm>
              <a:custGeom>
                <a:avLst/>
                <a:gdLst>
                  <a:gd name="csX0" fmla="*/ 128 w 12705"/>
                  <a:gd name="csY0" fmla="*/ 195787 h 195772"/>
                  <a:gd name="csX1" fmla="*/ 128 w 12705"/>
                  <a:gd name="csY1" fmla="*/ 15 h 195772"/>
                </a:gdLst>
                <a:ahLst/>
                <a:cxnLst>
                  <a:cxn ang="0">
                    <a:pos x="csX0" y="csY0"/>
                  </a:cxn>
                  <a:cxn ang="0">
                    <a:pos x="csX1" y="csY1"/>
                  </a:cxn>
                </a:cxnLst>
                <a:rect l="l" t="t" r="r" b="b"/>
                <a:pathLst>
                  <a:path w="12705" h="195772">
                    <a:moveTo>
                      <a:pt x="128" y="195787"/>
                    </a:moveTo>
                    <a:lnTo>
                      <a:pt x="128" y="15"/>
                    </a:lnTo>
                  </a:path>
                </a:pathLst>
              </a:custGeom>
              <a:noFill/>
              <a:ln w="21028" cap="flat">
                <a:solidFill>
                  <a:srgbClr val="3B3B3B"/>
                </a:solidFill>
                <a:prstDash val="solid"/>
                <a:round/>
              </a:ln>
            </p:spPr>
            <p:txBody>
              <a:bodyPr/>
              <a:lstStyle/>
              <a:p>
                <a:endParaRPr lang="zh-CN" altLang="en-US" sz="2190"/>
              </a:p>
            </p:txBody>
          </p:sp>
          <p:sp>
            <p:nvSpPr>
              <p:cNvPr id="272" name="任意多边形: 形状 271"/>
              <p:cNvSpPr/>
              <p:nvPr/>
            </p:nvSpPr>
            <p:spPr>
              <a:xfrm>
                <a:off x="6687803" y="3112365"/>
                <a:ext cx="12705" cy="293774"/>
              </a:xfrm>
              <a:custGeom>
                <a:avLst/>
                <a:gdLst>
                  <a:gd name="csX0" fmla="*/ 135 w 12705"/>
                  <a:gd name="csY0" fmla="*/ 293789 h 293774"/>
                  <a:gd name="csX1" fmla="*/ 135 w 12705"/>
                  <a:gd name="csY1" fmla="*/ 195787 h 293774"/>
                  <a:gd name="csX2" fmla="*/ 135 w 12705"/>
                  <a:gd name="csY2" fmla="*/ 15 h 293774"/>
                </a:gdLst>
                <a:ahLst/>
                <a:cxnLst>
                  <a:cxn ang="0">
                    <a:pos x="csX0" y="csY0"/>
                  </a:cxn>
                  <a:cxn ang="0">
                    <a:pos x="csX1" y="csY1"/>
                  </a:cxn>
                  <a:cxn ang="0">
                    <a:pos x="csX2" y="csY2"/>
                  </a:cxn>
                </a:cxnLst>
                <a:rect l="l" t="t" r="r" b="b"/>
                <a:pathLst>
                  <a:path w="12705" h="293774">
                    <a:moveTo>
                      <a:pt x="135" y="293789"/>
                    </a:moveTo>
                    <a:lnTo>
                      <a:pt x="135" y="195787"/>
                    </a:lnTo>
                    <a:lnTo>
                      <a:pt x="135" y="15"/>
                    </a:lnTo>
                  </a:path>
                </a:pathLst>
              </a:custGeom>
              <a:noFill/>
              <a:ln w="21028" cap="flat">
                <a:solidFill>
                  <a:srgbClr val="3B3B3B"/>
                </a:solidFill>
                <a:prstDash val="solid"/>
                <a:round/>
              </a:ln>
            </p:spPr>
            <p:txBody>
              <a:bodyPr/>
              <a:lstStyle/>
              <a:p>
                <a:endParaRPr lang="zh-CN" altLang="en-US" sz="2190"/>
              </a:p>
            </p:txBody>
          </p:sp>
          <p:sp>
            <p:nvSpPr>
              <p:cNvPr id="273" name="任意多边形: 形状 272"/>
              <p:cNvSpPr/>
              <p:nvPr/>
            </p:nvSpPr>
            <p:spPr>
              <a:xfrm>
                <a:off x="6875085" y="3014479"/>
                <a:ext cx="12705" cy="391661"/>
              </a:xfrm>
              <a:custGeom>
                <a:avLst/>
                <a:gdLst>
                  <a:gd name="csX0" fmla="*/ 139 w 12705"/>
                  <a:gd name="csY0" fmla="*/ 391676 h 391661"/>
                  <a:gd name="csX1" fmla="*/ 139 w 12705"/>
                  <a:gd name="csY1" fmla="*/ 293674 h 391661"/>
                  <a:gd name="csX2" fmla="*/ 139 w 12705"/>
                  <a:gd name="csY2" fmla="*/ 195787 h 391661"/>
                  <a:gd name="csX3" fmla="*/ 139 w 12705"/>
                  <a:gd name="csY3" fmla="*/ 97901 h 391661"/>
                  <a:gd name="csX4" fmla="*/ 139 w 12705"/>
                  <a:gd name="csY4" fmla="*/ 15 h 391661"/>
                </a:gdLst>
                <a:ahLst/>
                <a:cxnLst>
                  <a:cxn ang="0">
                    <a:pos x="csX0" y="csY0"/>
                  </a:cxn>
                  <a:cxn ang="0">
                    <a:pos x="csX1" y="csY1"/>
                  </a:cxn>
                  <a:cxn ang="0">
                    <a:pos x="csX2" y="csY2"/>
                  </a:cxn>
                  <a:cxn ang="0">
                    <a:pos x="csX3" y="csY3"/>
                  </a:cxn>
                  <a:cxn ang="0">
                    <a:pos x="csX4" y="csY4"/>
                  </a:cxn>
                </a:cxnLst>
                <a:rect l="l" t="t" r="r" b="b"/>
                <a:pathLst>
                  <a:path w="12705" h="391661">
                    <a:moveTo>
                      <a:pt x="139" y="391676"/>
                    </a:moveTo>
                    <a:lnTo>
                      <a:pt x="139" y="293674"/>
                    </a:lnTo>
                    <a:lnTo>
                      <a:pt x="139" y="195787"/>
                    </a:lnTo>
                    <a:lnTo>
                      <a:pt x="139" y="97901"/>
                    </a:lnTo>
                    <a:lnTo>
                      <a:pt x="139" y="15"/>
                    </a:lnTo>
                  </a:path>
                </a:pathLst>
              </a:custGeom>
              <a:noFill/>
              <a:ln w="21028" cap="flat">
                <a:solidFill>
                  <a:srgbClr val="3B3B3B"/>
                </a:solidFill>
                <a:prstDash val="solid"/>
                <a:round/>
              </a:ln>
            </p:spPr>
            <p:txBody>
              <a:bodyPr/>
              <a:lstStyle/>
              <a:p>
                <a:endParaRPr lang="zh-CN" altLang="en-US" sz="2190"/>
              </a:p>
            </p:txBody>
          </p:sp>
          <p:sp>
            <p:nvSpPr>
              <p:cNvPr id="274" name="任意多边形: 形状 273"/>
              <p:cNvSpPr/>
              <p:nvPr/>
            </p:nvSpPr>
            <p:spPr>
              <a:xfrm>
                <a:off x="7062534" y="3014479"/>
                <a:ext cx="12705" cy="391661"/>
              </a:xfrm>
              <a:custGeom>
                <a:avLst/>
                <a:gdLst>
                  <a:gd name="csX0" fmla="*/ 142 w 12705"/>
                  <a:gd name="csY0" fmla="*/ 391676 h 391661"/>
                  <a:gd name="csX1" fmla="*/ 142 w 12705"/>
                  <a:gd name="csY1" fmla="*/ 293674 h 391661"/>
                  <a:gd name="csX2" fmla="*/ 142 w 12705"/>
                  <a:gd name="csY2" fmla="*/ 97901 h 391661"/>
                  <a:gd name="csX3" fmla="*/ 142 w 12705"/>
                  <a:gd name="csY3" fmla="*/ 15 h 391661"/>
                </a:gdLst>
                <a:ahLst/>
                <a:cxnLst>
                  <a:cxn ang="0">
                    <a:pos x="csX0" y="csY0"/>
                  </a:cxn>
                  <a:cxn ang="0">
                    <a:pos x="csX1" y="csY1"/>
                  </a:cxn>
                  <a:cxn ang="0">
                    <a:pos x="csX2" y="csY2"/>
                  </a:cxn>
                  <a:cxn ang="0">
                    <a:pos x="csX3" y="csY3"/>
                  </a:cxn>
                </a:cxnLst>
                <a:rect l="l" t="t" r="r" b="b"/>
                <a:pathLst>
                  <a:path w="12705" h="391661">
                    <a:moveTo>
                      <a:pt x="142" y="391676"/>
                    </a:moveTo>
                    <a:lnTo>
                      <a:pt x="142" y="293674"/>
                    </a:lnTo>
                    <a:lnTo>
                      <a:pt x="142" y="97901"/>
                    </a:lnTo>
                    <a:lnTo>
                      <a:pt x="142" y="15"/>
                    </a:lnTo>
                  </a:path>
                </a:pathLst>
              </a:custGeom>
              <a:noFill/>
              <a:ln w="21028" cap="flat">
                <a:solidFill>
                  <a:srgbClr val="3B3B3B"/>
                </a:solidFill>
                <a:prstDash val="solid"/>
                <a:round/>
              </a:ln>
            </p:spPr>
            <p:txBody>
              <a:bodyPr/>
              <a:lstStyle/>
              <a:p>
                <a:endParaRPr lang="zh-CN" altLang="en-US" sz="2190"/>
              </a:p>
            </p:txBody>
          </p:sp>
          <p:sp>
            <p:nvSpPr>
              <p:cNvPr id="275" name="任意多边形: 形状 274"/>
              <p:cNvSpPr/>
              <p:nvPr/>
            </p:nvSpPr>
            <p:spPr>
              <a:xfrm>
                <a:off x="3315560" y="3308137"/>
                <a:ext cx="12705" cy="98002"/>
              </a:xfrm>
              <a:custGeom>
                <a:avLst/>
                <a:gdLst>
                  <a:gd name="csX0" fmla="*/ 73 w 12705"/>
                  <a:gd name="csY0" fmla="*/ 98016 h 98002"/>
                  <a:gd name="csX1" fmla="*/ 73 w 12705"/>
                  <a:gd name="csY1" fmla="*/ 14 h 98002"/>
                </a:gdLst>
                <a:ahLst/>
                <a:cxnLst>
                  <a:cxn ang="0">
                    <a:pos x="csX0" y="csY0"/>
                  </a:cxn>
                  <a:cxn ang="0">
                    <a:pos x="csX1" y="csY1"/>
                  </a:cxn>
                </a:cxnLst>
                <a:rect l="l" t="t" r="r" b="b"/>
                <a:pathLst>
                  <a:path w="12705" h="98002">
                    <a:moveTo>
                      <a:pt x="73" y="98016"/>
                    </a:moveTo>
                    <a:lnTo>
                      <a:pt x="73" y="14"/>
                    </a:lnTo>
                  </a:path>
                </a:pathLst>
              </a:custGeom>
              <a:noFill/>
              <a:ln w="21028" cap="flat">
                <a:solidFill>
                  <a:srgbClr val="3B3B3B"/>
                </a:solidFill>
                <a:prstDash val="solid"/>
                <a:round/>
              </a:ln>
            </p:spPr>
            <p:txBody>
              <a:bodyPr/>
              <a:lstStyle/>
              <a:p>
                <a:endParaRPr lang="zh-CN" altLang="en-US" sz="2190"/>
              </a:p>
            </p:txBody>
          </p:sp>
          <p:sp>
            <p:nvSpPr>
              <p:cNvPr id="276" name="任意多边形: 形状 275"/>
              <p:cNvSpPr/>
              <p:nvPr/>
            </p:nvSpPr>
            <p:spPr>
              <a:xfrm>
                <a:off x="3690291" y="3210251"/>
                <a:ext cx="12705" cy="195888"/>
              </a:xfrm>
              <a:custGeom>
                <a:avLst/>
                <a:gdLst>
                  <a:gd name="csX0" fmla="*/ 80 w 12705"/>
                  <a:gd name="csY0" fmla="*/ 195903 h 195888"/>
                  <a:gd name="csX1" fmla="*/ 80 w 12705"/>
                  <a:gd name="csY1" fmla="*/ 14 h 195888"/>
                </a:gdLst>
                <a:ahLst/>
                <a:cxnLst>
                  <a:cxn ang="0">
                    <a:pos x="csX0" y="csY0"/>
                  </a:cxn>
                  <a:cxn ang="0">
                    <a:pos x="csX1" y="csY1"/>
                  </a:cxn>
                </a:cxnLst>
                <a:rect l="l" t="t" r="r" b="b"/>
                <a:pathLst>
                  <a:path w="12705" h="195888">
                    <a:moveTo>
                      <a:pt x="80" y="195903"/>
                    </a:moveTo>
                    <a:lnTo>
                      <a:pt x="80" y="14"/>
                    </a:lnTo>
                  </a:path>
                </a:pathLst>
              </a:custGeom>
              <a:noFill/>
              <a:ln w="21028" cap="flat">
                <a:solidFill>
                  <a:srgbClr val="3B3B3B"/>
                </a:solidFill>
                <a:prstDash val="solid"/>
                <a:round/>
              </a:ln>
            </p:spPr>
            <p:txBody>
              <a:bodyPr/>
              <a:lstStyle/>
              <a:p>
                <a:endParaRPr lang="zh-CN" altLang="en-US" sz="2190"/>
              </a:p>
            </p:txBody>
          </p:sp>
          <p:sp>
            <p:nvSpPr>
              <p:cNvPr id="277" name="任意多边形: 形状 276"/>
              <p:cNvSpPr/>
              <p:nvPr/>
            </p:nvSpPr>
            <p:spPr>
              <a:xfrm>
                <a:off x="3877573" y="3112365"/>
                <a:ext cx="12705" cy="293774"/>
              </a:xfrm>
              <a:custGeom>
                <a:avLst/>
                <a:gdLst>
                  <a:gd name="csX0" fmla="*/ 83 w 12705"/>
                  <a:gd name="csY0" fmla="*/ 293789 h 293774"/>
                  <a:gd name="csX1" fmla="*/ 83 w 12705"/>
                  <a:gd name="csY1" fmla="*/ 15 h 293774"/>
                </a:gdLst>
                <a:ahLst/>
                <a:cxnLst>
                  <a:cxn ang="0">
                    <a:pos x="csX0" y="csY0"/>
                  </a:cxn>
                  <a:cxn ang="0">
                    <a:pos x="csX1" y="csY1"/>
                  </a:cxn>
                </a:cxnLst>
                <a:rect l="l" t="t" r="r" b="b"/>
                <a:pathLst>
                  <a:path w="12705" h="293774">
                    <a:moveTo>
                      <a:pt x="83" y="293789"/>
                    </a:moveTo>
                    <a:lnTo>
                      <a:pt x="83" y="15"/>
                    </a:lnTo>
                  </a:path>
                </a:pathLst>
              </a:custGeom>
              <a:noFill/>
              <a:ln w="21028" cap="flat">
                <a:solidFill>
                  <a:srgbClr val="3B3B3B"/>
                </a:solidFill>
                <a:prstDash val="solid"/>
                <a:round/>
              </a:ln>
            </p:spPr>
            <p:txBody>
              <a:bodyPr/>
              <a:lstStyle/>
              <a:p>
                <a:endParaRPr lang="zh-CN" altLang="en-US" sz="2190"/>
              </a:p>
            </p:txBody>
          </p:sp>
          <p:sp>
            <p:nvSpPr>
              <p:cNvPr id="278" name="任意多边形: 形状 277"/>
              <p:cNvSpPr/>
              <p:nvPr/>
            </p:nvSpPr>
            <p:spPr>
              <a:xfrm>
                <a:off x="4065021" y="3210251"/>
                <a:ext cx="12705" cy="195888"/>
              </a:xfrm>
              <a:custGeom>
                <a:avLst/>
                <a:gdLst>
                  <a:gd name="csX0" fmla="*/ 87 w 12705"/>
                  <a:gd name="csY0" fmla="*/ 195903 h 195888"/>
                  <a:gd name="csX1" fmla="*/ 87 w 12705"/>
                  <a:gd name="csY1" fmla="*/ 97900 h 195888"/>
                  <a:gd name="csX2" fmla="*/ 87 w 12705"/>
                  <a:gd name="csY2" fmla="*/ 14 h 195888"/>
                </a:gdLst>
                <a:ahLst/>
                <a:cxnLst>
                  <a:cxn ang="0">
                    <a:pos x="csX0" y="csY0"/>
                  </a:cxn>
                  <a:cxn ang="0">
                    <a:pos x="csX1" y="csY1"/>
                  </a:cxn>
                  <a:cxn ang="0">
                    <a:pos x="csX2" y="csY2"/>
                  </a:cxn>
                </a:cxnLst>
                <a:rect l="l" t="t" r="r" b="b"/>
                <a:pathLst>
                  <a:path w="12705" h="195888">
                    <a:moveTo>
                      <a:pt x="87" y="195903"/>
                    </a:moveTo>
                    <a:lnTo>
                      <a:pt x="87" y="97900"/>
                    </a:lnTo>
                    <a:lnTo>
                      <a:pt x="87" y="14"/>
                    </a:lnTo>
                  </a:path>
                </a:pathLst>
              </a:custGeom>
              <a:noFill/>
              <a:ln w="21028" cap="flat">
                <a:solidFill>
                  <a:srgbClr val="3B3B3B"/>
                </a:solidFill>
                <a:prstDash val="solid"/>
                <a:round/>
              </a:ln>
            </p:spPr>
            <p:txBody>
              <a:bodyPr/>
              <a:lstStyle/>
              <a:p>
                <a:endParaRPr lang="zh-CN" altLang="en-US" sz="2190"/>
              </a:p>
            </p:txBody>
          </p:sp>
        </p:grpSp>
        <p:grpSp>
          <p:nvGrpSpPr>
            <p:cNvPr id="279" name="图形 2"/>
            <p:cNvGrpSpPr/>
            <p:nvPr/>
          </p:nvGrpSpPr>
          <p:grpSpPr>
            <a:xfrm>
              <a:off x="1641078" y="2820705"/>
              <a:ext cx="686845" cy="690779"/>
              <a:chOff x="1709100" y="2788130"/>
              <a:chExt cx="718961" cy="690779"/>
            </a:xfrm>
            <a:solidFill>
              <a:srgbClr val="000000"/>
            </a:solidFill>
          </p:grpSpPr>
          <p:sp>
            <p:nvSpPr>
              <p:cNvPr id="286" name="文本框 285"/>
              <p:cNvSpPr txBox="1"/>
              <p:nvPr/>
            </p:nvSpPr>
            <p:spPr>
              <a:xfrm>
                <a:off x="2123357" y="2788130"/>
                <a:ext cx="304704" cy="690779"/>
              </a:xfrm>
              <a:prstGeom prst="rect">
                <a:avLst/>
              </a:prstGeom>
              <a:noFill/>
            </p:spPr>
            <p:txBody>
              <a:bodyPr wrap="none" rtlCol="0">
                <a:spAutoFit/>
              </a:bodyPr>
              <a:lstStyle/>
              <a:p>
                <a:pPr algn="ctr"/>
                <a:r>
                  <a:rPr lang="zh-CN" altLang="en-US" sz="625" dirty="0">
                    <a:solidFill>
                      <a:srgbClr val="000000"/>
                    </a:solidFill>
                    <a:latin typeface="Arial" panose="020B0604020202090204"/>
                    <a:cs typeface="Arial" panose="020B0604020202090204"/>
                    <a:sym typeface="Arial" panose="020B0604020202090204"/>
                    <a:rtl val="0"/>
                  </a:rPr>
                  <a:t>AL</a:t>
                </a:r>
                <a:endParaRPr lang="en-US" altLang="zh-CN" sz="625" dirty="0">
                  <a:solidFill>
                    <a:srgbClr val="000000"/>
                  </a:solidFill>
                  <a:latin typeface="Arial" panose="020B0604020202090204"/>
                  <a:cs typeface="Arial" panose="020B0604020202090204"/>
                  <a:sym typeface="Arial" panose="020B0604020202090204"/>
                  <a:rtl val="0"/>
                </a:endParaRPr>
              </a:p>
              <a:p>
                <a:pPr algn="ctr"/>
                <a:r>
                  <a:rPr lang="en-US" altLang="zh-CN" sz="625" dirty="0">
                    <a:solidFill>
                      <a:srgbClr val="000000"/>
                    </a:solidFill>
                    <a:latin typeface="Arial" panose="020B0604020202090204"/>
                    <a:cs typeface="Arial" panose="020B0604020202090204"/>
                    <a:sym typeface="Arial" panose="020B0604020202090204"/>
                    <a:rtl val="0"/>
                  </a:rPr>
                  <a:t>MX</a:t>
                </a:r>
              </a:p>
              <a:p>
                <a:pPr algn="ctr"/>
                <a:r>
                  <a:rPr lang="en-US" altLang="zh-CN" sz="625" dirty="0">
                    <a:solidFill>
                      <a:srgbClr val="000000"/>
                    </a:solidFill>
                    <a:latin typeface="Arial" panose="020B0604020202090204"/>
                    <a:cs typeface="Arial" panose="020B0604020202090204"/>
                    <a:sym typeface="Arial" panose="020B0604020202090204"/>
                    <a:rtl val="0"/>
                  </a:rPr>
                  <a:t>RI</a:t>
                </a:r>
              </a:p>
              <a:p>
                <a:pPr algn="ctr"/>
                <a:r>
                  <a:rPr lang="en-US" altLang="zh-CN" sz="625" dirty="0">
                    <a:solidFill>
                      <a:srgbClr val="000000"/>
                    </a:solidFill>
                    <a:latin typeface="Arial" panose="020B0604020202090204"/>
                    <a:cs typeface="Arial" panose="020B0604020202090204"/>
                    <a:sym typeface="Arial" panose="020B0604020202090204"/>
                    <a:rtl val="0"/>
                  </a:rPr>
                  <a:t>AF</a:t>
                </a:r>
              </a:p>
              <a:p>
                <a:pPr algn="ctr"/>
                <a:r>
                  <a:rPr lang="en-US" altLang="zh-CN" sz="625" dirty="0">
                    <a:solidFill>
                      <a:srgbClr val="000000"/>
                    </a:solidFill>
                    <a:latin typeface="Arial" panose="020B0604020202090204"/>
                    <a:cs typeface="Arial" panose="020B0604020202090204"/>
                    <a:sym typeface="Arial" panose="020B0604020202090204"/>
                    <a:rtl val="0"/>
                  </a:rPr>
                  <a:t>A5</a:t>
                </a:r>
              </a:p>
              <a:p>
                <a:pPr algn="ctr"/>
                <a:r>
                  <a:rPr lang="en-US" altLang="zh-CN" sz="625" dirty="0">
                    <a:solidFill>
                      <a:srgbClr val="000000"/>
                    </a:solidFill>
                    <a:latin typeface="Arial" panose="020B0604020202090204"/>
                    <a:cs typeface="Arial" panose="020B0604020202090204"/>
                    <a:sym typeface="Arial" panose="020B0604020202090204"/>
                    <a:rtl val="0"/>
                  </a:rPr>
                  <a:t>A3</a:t>
                </a:r>
              </a:p>
              <a:p>
                <a:pPr algn="ctr"/>
                <a:r>
                  <a:rPr lang="en-US" altLang="zh-CN" sz="625" dirty="0">
                    <a:solidFill>
                      <a:srgbClr val="000000"/>
                    </a:solidFill>
                    <a:latin typeface="Arial" panose="020B0604020202090204"/>
                    <a:cs typeface="Arial" panose="020B0604020202090204"/>
                    <a:sym typeface="Arial" panose="020B0604020202090204"/>
                    <a:rtl val="0"/>
                  </a:rPr>
                  <a:t>SE</a:t>
                </a:r>
                <a:endParaRPr lang="zh-CN" altLang="en-US" sz="625" dirty="0">
                  <a:solidFill>
                    <a:srgbClr val="000000"/>
                  </a:solidFill>
                  <a:latin typeface="Arial" panose="020B0604020202090204"/>
                  <a:cs typeface="Arial" panose="020B0604020202090204"/>
                  <a:sym typeface="Arial" panose="020B0604020202090204"/>
                  <a:rtl val="0"/>
                </a:endParaRPr>
              </a:p>
            </p:txBody>
          </p:sp>
          <p:sp>
            <p:nvSpPr>
              <p:cNvPr id="287" name="文本框 286"/>
              <p:cNvSpPr txBox="1"/>
              <p:nvPr/>
            </p:nvSpPr>
            <p:spPr>
              <a:xfrm rot="16200000">
                <a:off x="1666749" y="3007876"/>
                <a:ext cx="293679" cy="208978"/>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   </a:t>
                </a:r>
              </a:p>
            </p:txBody>
          </p:sp>
        </p:grpSp>
        <p:grpSp>
          <p:nvGrpSpPr>
            <p:cNvPr id="311" name="图形 2"/>
            <p:cNvGrpSpPr/>
            <p:nvPr/>
          </p:nvGrpSpPr>
          <p:grpSpPr>
            <a:xfrm>
              <a:off x="3745045" y="431526"/>
              <a:ext cx="3303554" cy="1789521"/>
              <a:chOff x="4065912" y="1186582"/>
              <a:chExt cx="3303554" cy="1789521"/>
            </a:xfrm>
          </p:grpSpPr>
          <p:sp>
            <p:nvSpPr>
              <p:cNvPr id="312" name="任意多边形: 形状 311"/>
              <p:cNvSpPr/>
              <p:nvPr/>
            </p:nvSpPr>
            <p:spPr>
              <a:xfrm>
                <a:off x="4065912" y="1214349"/>
                <a:ext cx="1651777" cy="1761754"/>
              </a:xfrm>
              <a:custGeom>
                <a:avLst/>
                <a:gdLst>
                  <a:gd name="csX0" fmla="*/ 241 w 1651777"/>
                  <a:gd name="csY0" fmla="*/ -123 h 1761754"/>
                  <a:gd name="csX1" fmla="*/ 1652018 w 1651777"/>
                  <a:gd name="csY1" fmla="*/ -123 h 1761754"/>
                  <a:gd name="csX2" fmla="*/ 1652018 w 1651777"/>
                  <a:gd name="csY2" fmla="*/ 1761631 h 1761754"/>
                  <a:gd name="csX3" fmla="*/ 241 w 1651777"/>
                  <a:gd name="csY3" fmla="*/ 1761631 h 1761754"/>
                </a:gdLst>
                <a:ahLst/>
                <a:cxnLst>
                  <a:cxn ang="0">
                    <a:pos x="csX0" y="csY0"/>
                  </a:cxn>
                  <a:cxn ang="0">
                    <a:pos x="csX1" y="csY1"/>
                  </a:cxn>
                  <a:cxn ang="0">
                    <a:pos x="csX2" y="csY2"/>
                  </a:cxn>
                  <a:cxn ang="0">
                    <a:pos x="csX3" y="csY3"/>
                  </a:cxn>
                </a:cxnLst>
                <a:rect l="l" t="t" r="r" b="b"/>
                <a:pathLst>
                  <a:path w="1651777" h="1761754">
                    <a:moveTo>
                      <a:pt x="241" y="-123"/>
                    </a:moveTo>
                    <a:lnTo>
                      <a:pt x="1652018" y="-123"/>
                    </a:lnTo>
                    <a:lnTo>
                      <a:pt x="1652018" y="1761631"/>
                    </a:lnTo>
                    <a:lnTo>
                      <a:pt x="241" y="1761631"/>
                    </a:lnTo>
                    <a:close/>
                  </a:path>
                </a:pathLst>
              </a:custGeom>
              <a:solidFill>
                <a:srgbClr val="FFFFFF"/>
              </a:solidFill>
              <a:ln w="6647" cap="rnd">
                <a:solidFill>
                  <a:srgbClr val="FFFFFF"/>
                </a:solidFill>
                <a:prstDash val="solid"/>
                <a:round/>
              </a:ln>
            </p:spPr>
            <p:txBody>
              <a:bodyPr/>
              <a:lstStyle/>
              <a:p>
                <a:endParaRPr lang="zh-CN" altLang="en-US" sz="2190"/>
              </a:p>
            </p:txBody>
          </p:sp>
          <p:grpSp>
            <p:nvGrpSpPr>
              <p:cNvPr id="313" name="图形 2"/>
              <p:cNvGrpSpPr/>
              <p:nvPr/>
            </p:nvGrpSpPr>
            <p:grpSpPr>
              <a:xfrm>
                <a:off x="4273990" y="1212476"/>
                <a:ext cx="1329141" cy="1760849"/>
                <a:chOff x="4273990" y="1212476"/>
                <a:chExt cx="1329141" cy="1760849"/>
              </a:xfrm>
            </p:grpSpPr>
            <p:sp>
              <p:nvSpPr>
                <p:cNvPr id="314" name="任意多边形: 形状 313"/>
                <p:cNvSpPr/>
                <p:nvPr/>
              </p:nvSpPr>
              <p:spPr>
                <a:xfrm>
                  <a:off x="4900346" y="1516076"/>
                  <a:ext cx="626413" cy="1107573"/>
                </a:xfrm>
                <a:custGeom>
                  <a:avLst/>
                  <a:gdLst>
                    <a:gd name="csX0" fmla="*/ 210 w 626413"/>
                    <a:gd name="csY0" fmla="*/ 625974 h 1107573"/>
                    <a:gd name="csX1" fmla="*/ 14032 w 626413"/>
                    <a:gd name="csY1" fmla="*/ 642539 h 1107573"/>
                    <a:gd name="csX2" fmla="*/ 27855 w 626413"/>
                    <a:gd name="csY2" fmla="*/ 659162 h 1107573"/>
                    <a:gd name="csX3" fmla="*/ 41677 w 626413"/>
                    <a:gd name="csY3" fmla="*/ 675784 h 1107573"/>
                    <a:gd name="csX4" fmla="*/ 55441 w 626413"/>
                    <a:gd name="csY4" fmla="*/ 692349 h 1107573"/>
                    <a:gd name="csX5" fmla="*/ 69264 w 626413"/>
                    <a:gd name="csY5" fmla="*/ 708972 h 1107573"/>
                    <a:gd name="csX6" fmla="*/ 83086 w 626413"/>
                    <a:gd name="csY6" fmla="*/ 725594 h 1107573"/>
                    <a:gd name="csX7" fmla="*/ 96851 w 626413"/>
                    <a:gd name="csY7" fmla="*/ 742159 h 1107573"/>
                    <a:gd name="csX8" fmla="*/ 110673 w 626413"/>
                    <a:gd name="csY8" fmla="*/ 758782 h 1107573"/>
                    <a:gd name="csX9" fmla="*/ 124495 w 626413"/>
                    <a:gd name="csY9" fmla="*/ 775404 h 1107573"/>
                    <a:gd name="csX10" fmla="*/ 138317 w 626413"/>
                    <a:gd name="csY10" fmla="*/ 791969 h 1107573"/>
                    <a:gd name="csX11" fmla="*/ 152082 w 626413"/>
                    <a:gd name="csY11" fmla="*/ 808592 h 1107573"/>
                    <a:gd name="csX12" fmla="*/ 165904 w 626413"/>
                    <a:gd name="csY12" fmla="*/ 825215 h 1107573"/>
                    <a:gd name="csX13" fmla="*/ 179726 w 626413"/>
                    <a:gd name="csY13" fmla="*/ 841780 h 1107573"/>
                    <a:gd name="csX14" fmla="*/ 193491 w 626413"/>
                    <a:gd name="csY14" fmla="*/ 858402 h 1107573"/>
                    <a:gd name="csX15" fmla="*/ 207313 w 626413"/>
                    <a:gd name="csY15" fmla="*/ 875025 h 1107573"/>
                    <a:gd name="csX16" fmla="*/ 221135 w 626413"/>
                    <a:gd name="csY16" fmla="*/ 891590 h 1107573"/>
                    <a:gd name="csX17" fmla="*/ 234958 w 626413"/>
                    <a:gd name="csY17" fmla="*/ 908212 h 1107573"/>
                    <a:gd name="csX18" fmla="*/ 248722 w 626413"/>
                    <a:gd name="csY18" fmla="*/ 924835 h 1107573"/>
                    <a:gd name="csX19" fmla="*/ 262545 w 626413"/>
                    <a:gd name="csY19" fmla="*/ 941400 h 1107573"/>
                    <a:gd name="csX20" fmla="*/ 276367 w 626413"/>
                    <a:gd name="csY20" fmla="*/ 958022 h 1107573"/>
                    <a:gd name="csX21" fmla="*/ 290189 w 626413"/>
                    <a:gd name="csY21" fmla="*/ 974645 h 1107573"/>
                    <a:gd name="csX22" fmla="*/ 303954 w 626413"/>
                    <a:gd name="csY22" fmla="*/ 991210 h 1107573"/>
                    <a:gd name="csX23" fmla="*/ 317776 w 626413"/>
                    <a:gd name="csY23" fmla="*/ 1007833 h 1107573"/>
                    <a:gd name="csX24" fmla="*/ 331598 w 626413"/>
                    <a:gd name="csY24" fmla="*/ 1024455 h 1107573"/>
                    <a:gd name="csX25" fmla="*/ 345363 w 626413"/>
                    <a:gd name="csY25" fmla="*/ 1041020 h 1107573"/>
                    <a:gd name="csX26" fmla="*/ 359185 w 626413"/>
                    <a:gd name="csY26" fmla="*/ 1057643 h 1107573"/>
                    <a:gd name="csX27" fmla="*/ 373007 w 626413"/>
                    <a:gd name="csY27" fmla="*/ 1074208 h 1107573"/>
                    <a:gd name="csX28" fmla="*/ 386829 w 626413"/>
                    <a:gd name="csY28" fmla="*/ 1090830 h 1107573"/>
                    <a:gd name="csX29" fmla="*/ 400594 w 626413"/>
                    <a:gd name="csY29" fmla="*/ 1107453 h 1107573"/>
                    <a:gd name="csX30" fmla="*/ 416768 w 626413"/>
                    <a:gd name="csY30" fmla="*/ 1093582 h 1107573"/>
                    <a:gd name="csX31" fmla="*/ 432425 w 626413"/>
                    <a:gd name="csY31" fmla="*/ 1079137 h 1107573"/>
                    <a:gd name="csX32" fmla="*/ 447567 w 626413"/>
                    <a:gd name="csY32" fmla="*/ 1064177 h 1107573"/>
                    <a:gd name="csX33" fmla="*/ 462249 w 626413"/>
                    <a:gd name="csY33" fmla="*/ 1048758 h 1107573"/>
                    <a:gd name="csX34" fmla="*/ 476358 w 626413"/>
                    <a:gd name="csY34" fmla="*/ 1032824 h 1107573"/>
                    <a:gd name="csX35" fmla="*/ 489893 w 626413"/>
                    <a:gd name="csY35" fmla="*/ 1016373 h 1107573"/>
                    <a:gd name="csX36" fmla="*/ 502913 w 626413"/>
                    <a:gd name="csY36" fmla="*/ 999521 h 1107573"/>
                    <a:gd name="csX37" fmla="*/ 515358 w 626413"/>
                    <a:gd name="csY37" fmla="*/ 982211 h 1107573"/>
                    <a:gd name="csX38" fmla="*/ 527173 w 626413"/>
                    <a:gd name="csY38" fmla="*/ 964499 h 1107573"/>
                    <a:gd name="csX39" fmla="*/ 538357 w 626413"/>
                    <a:gd name="csY39" fmla="*/ 946444 h 1107573"/>
                    <a:gd name="csX40" fmla="*/ 548967 w 626413"/>
                    <a:gd name="csY40" fmla="*/ 927930 h 1107573"/>
                    <a:gd name="csX41" fmla="*/ 558889 w 626413"/>
                    <a:gd name="csY41" fmla="*/ 909129 h 1107573"/>
                    <a:gd name="csX42" fmla="*/ 568238 w 626413"/>
                    <a:gd name="csY42" fmla="*/ 889985 h 1107573"/>
                    <a:gd name="csX43" fmla="*/ 576898 w 626413"/>
                    <a:gd name="csY43" fmla="*/ 870554 h 1107573"/>
                    <a:gd name="csX44" fmla="*/ 584871 w 626413"/>
                    <a:gd name="csY44" fmla="*/ 850836 h 1107573"/>
                    <a:gd name="csX45" fmla="*/ 592154 w 626413"/>
                    <a:gd name="csY45" fmla="*/ 830832 h 1107573"/>
                    <a:gd name="csX46" fmla="*/ 598807 w 626413"/>
                    <a:gd name="csY46" fmla="*/ 810598 h 1107573"/>
                    <a:gd name="csX47" fmla="*/ 604715 w 626413"/>
                    <a:gd name="csY47" fmla="*/ 790135 h 1107573"/>
                    <a:gd name="csX48" fmla="*/ 609991 w 626413"/>
                    <a:gd name="csY48" fmla="*/ 769501 h 1107573"/>
                    <a:gd name="csX49" fmla="*/ 614522 w 626413"/>
                    <a:gd name="csY49" fmla="*/ 748694 h 1107573"/>
                    <a:gd name="csX50" fmla="*/ 618308 w 626413"/>
                    <a:gd name="csY50" fmla="*/ 727772 h 1107573"/>
                    <a:gd name="csX51" fmla="*/ 621405 w 626413"/>
                    <a:gd name="csY51" fmla="*/ 706736 h 1107573"/>
                    <a:gd name="csX52" fmla="*/ 623814 w 626413"/>
                    <a:gd name="csY52" fmla="*/ 685528 h 1107573"/>
                    <a:gd name="csX53" fmla="*/ 625477 w 626413"/>
                    <a:gd name="csY53" fmla="*/ 664320 h 1107573"/>
                    <a:gd name="csX54" fmla="*/ 626452 w 626413"/>
                    <a:gd name="csY54" fmla="*/ 643055 h 1107573"/>
                    <a:gd name="csX55" fmla="*/ 626624 w 626413"/>
                    <a:gd name="csY55" fmla="*/ 621790 h 1107573"/>
                    <a:gd name="csX56" fmla="*/ 626165 w 626413"/>
                    <a:gd name="csY56" fmla="*/ 600524 h 1107573"/>
                    <a:gd name="csX57" fmla="*/ 624903 w 626413"/>
                    <a:gd name="csY57" fmla="*/ 579259 h 1107573"/>
                    <a:gd name="csX58" fmla="*/ 622953 w 626413"/>
                    <a:gd name="csY58" fmla="*/ 558051 h 1107573"/>
                    <a:gd name="csX59" fmla="*/ 620315 w 626413"/>
                    <a:gd name="csY59" fmla="*/ 536958 h 1107573"/>
                    <a:gd name="csX60" fmla="*/ 616931 w 626413"/>
                    <a:gd name="csY60" fmla="*/ 515922 h 1107573"/>
                    <a:gd name="csX61" fmla="*/ 612802 w 626413"/>
                    <a:gd name="csY61" fmla="*/ 495058 h 1107573"/>
                    <a:gd name="csX62" fmla="*/ 607984 w 626413"/>
                    <a:gd name="csY62" fmla="*/ 474308 h 1107573"/>
                    <a:gd name="csX63" fmla="*/ 602478 w 626413"/>
                    <a:gd name="csY63" fmla="*/ 453731 h 1107573"/>
                    <a:gd name="csX64" fmla="*/ 596284 w 626413"/>
                    <a:gd name="csY64" fmla="*/ 433382 h 1107573"/>
                    <a:gd name="csX65" fmla="*/ 589402 w 626413"/>
                    <a:gd name="csY65" fmla="*/ 413206 h 1107573"/>
                    <a:gd name="csX66" fmla="*/ 581831 w 626413"/>
                    <a:gd name="csY66" fmla="*/ 393316 h 1107573"/>
                    <a:gd name="csX67" fmla="*/ 573572 w 626413"/>
                    <a:gd name="csY67" fmla="*/ 373713 h 1107573"/>
                    <a:gd name="csX68" fmla="*/ 564682 w 626413"/>
                    <a:gd name="csY68" fmla="*/ 354397 h 1107573"/>
                    <a:gd name="csX69" fmla="*/ 555104 w 626413"/>
                    <a:gd name="csY69" fmla="*/ 335367 h 1107573"/>
                    <a:gd name="csX70" fmla="*/ 544895 w 626413"/>
                    <a:gd name="csY70" fmla="*/ 316681 h 1107573"/>
                    <a:gd name="csX71" fmla="*/ 534056 w 626413"/>
                    <a:gd name="csY71" fmla="*/ 298339 h 1107573"/>
                    <a:gd name="csX72" fmla="*/ 522585 w 626413"/>
                    <a:gd name="csY72" fmla="*/ 280398 h 1107573"/>
                    <a:gd name="csX73" fmla="*/ 510541 w 626413"/>
                    <a:gd name="csY73" fmla="*/ 262859 h 1107573"/>
                    <a:gd name="csX74" fmla="*/ 497865 w 626413"/>
                    <a:gd name="csY74" fmla="*/ 245720 h 1107573"/>
                    <a:gd name="csX75" fmla="*/ 484674 w 626413"/>
                    <a:gd name="csY75" fmla="*/ 229040 h 1107573"/>
                    <a:gd name="csX76" fmla="*/ 470909 w 626413"/>
                    <a:gd name="csY76" fmla="*/ 212819 h 1107573"/>
                    <a:gd name="csX77" fmla="*/ 456571 w 626413"/>
                    <a:gd name="csY77" fmla="*/ 197056 h 1107573"/>
                    <a:gd name="csX78" fmla="*/ 441717 w 626413"/>
                    <a:gd name="csY78" fmla="*/ 181810 h 1107573"/>
                    <a:gd name="csX79" fmla="*/ 426346 w 626413"/>
                    <a:gd name="csY79" fmla="*/ 167079 h 1107573"/>
                    <a:gd name="csX80" fmla="*/ 410516 w 626413"/>
                    <a:gd name="csY80" fmla="*/ 152864 h 1107573"/>
                    <a:gd name="csX81" fmla="*/ 394171 w 626413"/>
                    <a:gd name="csY81" fmla="*/ 139164 h 1107573"/>
                    <a:gd name="csX82" fmla="*/ 377366 w 626413"/>
                    <a:gd name="csY82" fmla="*/ 126096 h 1107573"/>
                    <a:gd name="csX83" fmla="*/ 360160 w 626413"/>
                    <a:gd name="csY83" fmla="*/ 113543 h 1107573"/>
                    <a:gd name="csX84" fmla="*/ 342495 w 626413"/>
                    <a:gd name="csY84" fmla="*/ 101621 h 1107573"/>
                    <a:gd name="csX85" fmla="*/ 324486 w 626413"/>
                    <a:gd name="csY85" fmla="*/ 90271 h 1107573"/>
                    <a:gd name="csX86" fmla="*/ 306076 w 626413"/>
                    <a:gd name="csY86" fmla="*/ 79610 h 1107573"/>
                    <a:gd name="csX87" fmla="*/ 287321 w 626413"/>
                    <a:gd name="csY87" fmla="*/ 69522 h 1107573"/>
                    <a:gd name="csX88" fmla="*/ 268223 w 626413"/>
                    <a:gd name="csY88" fmla="*/ 60064 h 1107573"/>
                    <a:gd name="csX89" fmla="*/ 248780 w 626413"/>
                    <a:gd name="csY89" fmla="*/ 51294 h 1107573"/>
                    <a:gd name="csX90" fmla="*/ 229108 w 626413"/>
                    <a:gd name="csY90" fmla="*/ 43213 h 1107573"/>
                    <a:gd name="csX91" fmla="*/ 209149 w 626413"/>
                    <a:gd name="csY91" fmla="*/ 35761 h 1107573"/>
                    <a:gd name="csX92" fmla="*/ 188960 w 626413"/>
                    <a:gd name="csY92" fmla="*/ 28997 h 1107573"/>
                    <a:gd name="csX93" fmla="*/ 168542 w 626413"/>
                    <a:gd name="csY93" fmla="*/ 22922 h 1107573"/>
                    <a:gd name="csX94" fmla="*/ 147953 w 626413"/>
                    <a:gd name="csY94" fmla="*/ 17534 h 1107573"/>
                    <a:gd name="csX95" fmla="*/ 127133 w 626413"/>
                    <a:gd name="csY95" fmla="*/ 12891 h 1107573"/>
                    <a:gd name="csX96" fmla="*/ 106199 w 626413"/>
                    <a:gd name="csY96" fmla="*/ 8936 h 1107573"/>
                    <a:gd name="csX97" fmla="*/ 85151 w 626413"/>
                    <a:gd name="csY97" fmla="*/ 5669 h 1107573"/>
                    <a:gd name="csX98" fmla="*/ 64044 w 626413"/>
                    <a:gd name="csY98" fmla="*/ 3147 h 1107573"/>
                    <a:gd name="csX99" fmla="*/ 42824 w 626413"/>
                    <a:gd name="csY99" fmla="*/ 1370 h 1107573"/>
                    <a:gd name="csX100" fmla="*/ 21546 w 626413"/>
                    <a:gd name="csY100" fmla="*/ 281 h 1107573"/>
                    <a:gd name="csX101" fmla="*/ 210 w 626413"/>
                    <a:gd name="csY101" fmla="*/ -121 h 1107573"/>
                    <a:gd name="csX102" fmla="*/ 210 w 626413"/>
                    <a:gd name="csY102" fmla="*/ 21489 h 1107573"/>
                    <a:gd name="csX103" fmla="*/ 210 w 626413"/>
                    <a:gd name="csY103" fmla="*/ 43098 h 1107573"/>
                    <a:gd name="csX104" fmla="*/ 210 w 626413"/>
                    <a:gd name="csY104" fmla="*/ 64650 h 1107573"/>
                    <a:gd name="csX105" fmla="*/ 210 w 626413"/>
                    <a:gd name="csY105" fmla="*/ 86259 h 1107573"/>
                    <a:gd name="csX106" fmla="*/ 210 w 626413"/>
                    <a:gd name="csY106" fmla="*/ 107868 h 1107573"/>
                    <a:gd name="csX107" fmla="*/ 210 w 626413"/>
                    <a:gd name="csY107" fmla="*/ 129420 h 1107573"/>
                    <a:gd name="csX108" fmla="*/ 210 w 626413"/>
                    <a:gd name="csY108" fmla="*/ 151029 h 1107573"/>
                    <a:gd name="csX109" fmla="*/ 210 w 626413"/>
                    <a:gd name="csY109" fmla="*/ 172581 h 1107573"/>
                    <a:gd name="csX110" fmla="*/ 210 w 626413"/>
                    <a:gd name="csY110" fmla="*/ 194191 h 1107573"/>
                    <a:gd name="csX111" fmla="*/ 210 w 626413"/>
                    <a:gd name="csY111" fmla="*/ 215800 h 1107573"/>
                    <a:gd name="csX112" fmla="*/ 210 w 626413"/>
                    <a:gd name="csY112" fmla="*/ 237352 h 1107573"/>
                    <a:gd name="csX113" fmla="*/ 210 w 626413"/>
                    <a:gd name="csY113" fmla="*/ 258961 h 1107573"/>
                    <a:gd name="csX114" fmla="*/ 210 w 626413"/>
                    <a:gd name="csY114" fmla="*/ 280570 h 1107573"/>
                    <a:gd name="csX115" fmla="*/ 210 w 626413"/>
                    <a:gd name="csY115" fmla="*/ 302122 h 1107573"/>
                    <a:gd name="csX116" fmla="*/ 210 w 626413"/>
                    <a:gd name="csY116" fmla="*/ 323731 h 1107573"/>
                    <a:gd name="csX117" fmla="*/ 210 w 626413"/>
                    <a:gd name="csY117" fmla="*/ 345283 h 1107573"/>
                    <a:gd name="csX118" fmla="*/ 210 w 626413"/>
                    <a:gd name="csY118" fmla="*/ 366892 h 1107573"/>
                    <a:gd name="csX119" fmla="*/ 210 w 626413"/>
                    <a:gd name="csY119" fmla="*/ 388502 h 1107573"/>
                    <a:gd name="csX120" fmla="*/ 210 w 626413"/>
                    <a:gd name="csY120" fmla="*/ 410053 h 1107573"/>
                    <a:gd name="csX121" fmla="*/ 210 w 626413"/>
                    <a:gd name="csY121" fmla="*/ 431663 h 1107573"/>
                    <a:gd name="csX122" fmla="*/ 210 w 626413"/>
                    <a:gd name="csY122" fmla="*/ 453272 h 1107573"/>
                    <a:gd name="csX123" fmla="*/ 210 w 626413"/>
                    <a:gd name="csY123" fmla="*/ 474824 h 1107573"/>
                    <a:gd name="csX124" fmla="*/ 210 w 626413"/>
                    <a:gd name="csY124" fmla="*/ 496433 h 1107573"/>
                    <a:gd name="csX125" fmla="*/ 210 w 626413"/>
                    <a:gd name="csY125" fmla="*/ 517985 h 1107573"/>
                    <a:gd name="csX126" fmla="*/ 210 w 626413"/>
                    <a:gd name="csY126" fmla="*/ 539594 h 1107573"/>
                    <a:gd name="csX127" fmla="*/ 210 w 626413"/>
                    <a:gd name="csY127" fmla="*/ 561204 h 1107573"/>
                    <a:gd name="csX128" fmla="*/ 210 w 626413"/>
                    <a:gd name="csY128" fmla="*/ 582755 h 1107573"/>
                    <a:gd name="csX129" fmla="*/ 210 w 626413"/>
                    <a:gd name="csY129" fmla="*/ 604365 h 1107573"/>
                    <a:gd name="csX130" fmla="*/ 210 w 626413"/>
                    <a:gd name="csY130" fmla="*/ 625974 h 11075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Lst>
                  <a:rect l="l" t="t" r="r" b="b"/>
                  <a:pathLst>
                    <a:path w="626413" h="1107573">
                      <a:moveTo>
                        <a:pt x="210" y="625974"/>
                      </a:moveTo>
                      <a:lnTo>
                        <a:pt x="14032" y="642539"/>
                      </a:lnTo>
                      <a:lnTo>
                        <a:pt x="27855" y="659162"/>
                      </a:lnTo>
                      <a:lnTo>
                        <a:pt x="41677" y="675784"/>
                      </a:lnTo>
                      <a:lnTo>
                        <a:pt x="55441" y="692349"/>
                      </a:lnTo>
                      <a:lnTo>
                        <a:pt x="69264" y="708972"/>
                      </a:lnTo>
                      <a:lnTo>
                        <a:pt x="83086" y="725594"/>
                      </a:lnTo>
                      <a:lnTo>
                        <a:pt x="96851" y="742159"/>
                      </a:lnTo>
                      <a:lnTo>
                        <a:pt x="110673" y="758782"/>
                      </a:lnTo>
                      <a:lnTo>
                        <a:pt x="124495" y="775404"/>
                      </a:lnTo>
                      <a:lnTo>
                        <a:pt x="138317" y="791969"/>
                      </a:lnTo>
                      <a:lnTo>
                        <a:pt x="152082" y="808592"/>
                      </a:lnTo>
                      <a:lnTo>
                        <a:pt x="165904" y="825215"/>
                      </a:lnTo>
                      <a:lnTo>
                        <a:pt x="179726" y="841780"/>
                      </a:lnTo>
                      <a:lnTo>
                        <a:pt x="193491" y="858402"/>
                      </a:lnTo>
                      <a:lnTo>
                        <a:pt x="207313" y="875025"/>
                      </a:lnTo>
                      <a:lnTo>
                        <a:pt x="221135" y="891590"/>
                      </a:lnTo>
                      <a:lnTo>
                        <a:pt x="234958" y="908212"/>
                      </a:lnTo>
                      <a:lnTo>
                        <a:pt x="248722" y="924835"/>
                      </a:lnTo>
                      <a:lnTo>
                        <a:pt x="262545" y="941400"/>
                      </a:lnTo>
                      <a:lnTo>
                        <a:pt x="276367" y="958022"/>
                      </a:lnTo>
                      <a:lnTo>
                        <a:pt x="290189" y="974645"/>
                      </a:lnTo>
                      <a:lnTo>
                        <a:pt x="303954" y="991210"/>
                      </a:lnTo>
                      <a:lnTo>
                        <a:pt x="317776" y="1007833"/>
                      </a:lnTo>
                      <a:lnTo>
                        <a:pt x="331598" y="1024455"/>
                      </a:lnTo>
                      <a:lnTo>
                        <a:pt x="345363" y="1041020"/>
                      </a:lnTo>
                      <a:lnTo>
                        <a:pt x="359185" y="1057643"/>
                      </a:lnTo>
                      <a:lnTo>
                        <a:pt x="373007" y="1074208"/>
                      </a:lnTo>
                      <a:lnTo>
                        <a:pt x="386829" y="1090830"/>
                      </a:lnTo>
                      <a:lnTo>
                        <a:pt x="400594" y="1107453"/>
                      </a:lnTo>
                      <a:lnTo>
                        <a:pt x="416768" y="1093582"/>
                      </a:lnTo>
                      <a:lnTo>
                        <a:pt x="432425" y="1079137"/>
                      </a:lnTo>
                      <a:lnTo>
                        <a:pt x="447567" y="1064177"/>
                      </a:lnTo>
                      <a:lnTo>
                        <a:pt x="462249" y="1048758"/>
                      </a:lnTo>
                      <a:lnTo>
                        <a:pt x="476358" y="1032824"/>
                      </a:lnTo>
                      <a:lnTo>
                        <a:pt x="489893" y="1016373"/>
                      </a:lnTo>
                      <a:lnTo>
                        <a:pt x="502913" y="999521"/>
                      </a:lnTo>
                      <a:lnTo>
                        <a:pt x="515358" y="982211"/>
                      </a:lnTo>
                      <a:lnTo>
                        <a:pt x="527173" y="964499"/>
                      </a:lnTo>
                      <a:lnTo>
                        <a:pt x="538357" y="946444"/>
                      </a:lnTo>
                      <a:lnTo>
                        <a:pt x="548967" y="927930"/>
                      </a:lnTo>
                      <a:lnTo>
                        <a:pt x="558889" y="909129"/>
                      </a:lnTo>
                      <a:lnTo>
                        <a:pt x="568238" y="889985"/>
                      </a:lnTo>
                      <a:lnTo>
                        <a:pt x="576898" y="870554"/>
                      </a:lnTo>
                      <a:lnTo>
                        <a:pt x="584871" y="850836"/>
                      </a:lnTo>
                      <a:lnTo>
                        <a:pt x="592154" y="830832"/>
                      </a:lnTo>
                      <a:lnTo>
                        <a:pt x="598807" y="810598"/>
                      </a:lnTo>
                      <a:lnTo>
                        <a:pt x="604715" y="790135"/>
                      </a:lnTo>
                      <a:lnTo>
                        <a:pt x="609991" y="769501"/>
                      </a:lnTo>
                      <a:lnTo>
                        <a:pt x="614522" y="748694"/>
                      </a:lnTo>
                      <a:lnTo>
                        <a:pt x="618308" y="727772"/>
                      </a:lnTo>
                      <a:lnTo>
                        <a:pt x="621405" y="706736"/>
                      </a:lnTo>
                      <a:lnTo>
                        <a:pt x="623814" y="685528"/>
                      </a:lnTo>
                      <a:lnTo>
                        <a:pt x="625477" y="664320"/>
                      </a:lnTo>
                      <a:lnTo>
                        <a:pt x="626452" y="643055"/>
                      </a:lnTo>
                      <a:lnTo>
                        <a:pt x="626624" y="621790"/>
                      </a:lnTo>
                      <a:lnTo>
                        <a:pt x="626165" y="600524"/>
                      </a:lnTo>
                      <a:lnTo>
                        <a:pt x="624903" y="579259"/>
                      </a:lnTo>
                      <a:lnTo>
                        <a:pt x="622953" y="558051"/>
                      </a:lnTo>
                      <a:lnTo>
                        <a:pt x="620315" y="536958"/>
                      </a:lnTo>
                      <a:lnTo>
                        <a:pt x="616931" y="515922"/>
                      </a:lnTo>
                      <a:lnTo>
                        <a:pt x="612802" y="495058"/>
                      </a:lnTo>
                      <a:lnTo>
                        <a:pt x="607984" y="474308"/>
                      </a:lnTo>
                      <a:lnTo>
                        <a:pt x="602478" y="453731"/>
                      </a:lnTo>
                      <a:lnTo>
                        <a:pt x="596284" y="433382"/>
                      </a:lnTo>
                      <a:lnTo>
                        <a:pt x="589402" y="413206"/>
                      </a:lnTo>
                      <a:lnTo>
                        <a:pt x="581831" y="393316"/>
                      </a:lnTo>
                      <a:lnTo>
                        <a:pt x="573572" y="373713"/>
                      </a:lnTo>
                      <a:lnTo>
                        <a:pt x="564682" y="354397"/>
                      </a:lnTo>
                      <a:lnTo>
                        <a:pt x="555104" y="335367"/>
                      </a:lnTo>
                      <a:lnTo>
                        <a:pt x="544895" y="316681"/>
                      </a:lnTo>
                      <a:lnTo>
                        <a:pt x="534056" y="298339"/>
                      </a:lnTo>
                      <a:lnTo>
                        <a:pt x="522585" y="280398"/>
                      </a:lnTo>
                      <a:lnTo>
                        <a:pt x="510541" y="262859"/>
                      </a:lnTo>
                      <a:lnTo>
                        <a:pt x="497865" y="245720"/>
                      </a:lnTo>
                      <a:lnTo>
                        <a:pt x="484674" y="229040"/>
                      </a:lnTo>
                      <a:lnTo>
                        <a:pt x="470909" y="212819"/>
                      </a:lnTo>
                      <a:lnTo>
                        <a:pt x="456571" y="197056"/>
                      </a:lnTo>
                      <a:lnTo>
                        <a:pt x="441717" y="181810"/>
                      </a:lnTo>
                      <a:lnTo>
                        <a:pt x="426346" y="167079"/>
                      </a:lnTo>
                      <a:lnTo>
                        <a:pt x="410516" y="152864"/>
                      </a:lnTo>
                      <a:lnTo>
                        <a:pt x="394171" y="139164"/>
                      </a:lnTo>
                      <a:lnTo>
                        <a:pt x="377366" y="126096"/>
                      </a:lnTo>
                      <a:lnTo>
                        <a:pt x="360160" y="113543"/>
                      </a:lnTo>
                      <a:lnTo>
                        <a:pt x="342495" y="101621"/>
                      </a:lnTo>
                      <a:lnTo>
                        <a:pt x="324486" y="90271"/>
                      </a:lnTo>
                      <a:lnTo>
                        <a:pt x="306076" y="79610"/>
                      </a:lnTo>
                      <a:lnTo>
                        <a:pt x="287321" y="69522"/>
                      </a:lnTo>
                      <a:lnTo>
                        <a:pt x="268223" y="60064"/>
                      </a:lnTo>
                      <a:lnTo>
                        <a:pt x="248780" y="51294"/>
                      </a:lnTo>
                      <a:lnTo>
                        <a:pt x="229108" y="43213"/>
                      </a:lnTo>
                      <a:lnTo>
                        <a:pt x="209149" y="35761"/>
                      </a:lnTo>
                      <a:lnTo>
                        <a:pt x="188960" y="28997"/>
                      </a:lnTo>
                      <a:lnTo>
                        <a:pt x="168542" y="22922"/>
                      </a:lnTo>
                      <a:lnTo>
                        <a:pt x="147953" y="17534"/>
                      </a:lnTo>
                      <a:lnTo>
                        <a:pt x="127133" y="12891"/>
                      </a:lnTo>
                      <a:lnTo>
                        <a:pt x="106199" y="8936"/>
                      </a:lnTo>
                      <a:lnTo>
                        <a:pt x="85151" y="5669"/>
                      </a:lnTo>
                      <a:lnTo>
                        <a:pt x="64044" y="3147"/>
                      </a:lnTo>
                      <a:lnTo>
                        <a:pt x="42824" y="1370"/>
                      </a:lnTo>
                      <a:lnTo>
                        <a:pt x="21546" y="281"/>
                      </a:lnTo>
                      <a:lnTo>
                        <a:pt x="210" y="-121"/>
                      </a:lnTo>
                      <a:lnTo>
                        <a:pt x="210" y="21489"/>
                      </a:lnTo>
                      <a:lnTo>
                        <a:pt x="210" y="43098"/>
                      </a:lnTo>
                      <a:lnTo>
                        <a:pt x="210" y="64650"/>
                      </a:lnTo>
                      <a:lnTo>
                        <a:pt x="210" y="86259"/>
                      </a:lnTo>
                      <a:lnTo>
                        <a:pt x="210" y="107868"/>
                      </a:lnTo>
                      <a:lnTo>
                        <a:pt x="210" y="129420"/>
                      </a:lnTo>
                      <a:lnTo>
                        <a:pt x="210" y="151029"/>
                      </a:lnTo>
                      <a:lnTo>
                        <a:pt x="210" y="172581"/>
                      </a:lnTo>
                      <a:lnTo>
                        <a:pt x="210" y="194191"/>
                      </a:lnTo>
                      <a:lnTo>
                        <a:pt x="210" y="215800"/>
                      </a:lnTo>
                      <a:lnTo>
                        <a:pt x="210" y="237352"/>
                      </a:lnTo>
                      <a:lnTo>
                        <a:pt x="210" y="258961"/>
                      </a:lnTo>
                      <a:lnTo>
                        <a:pt x="210" y="280570"/>
                      </a:lnTo>
                      <a:lnTo>
                        <a:pt x="210" y="302122"/>
                      </a:lnTo>
                      <a:lnTo>
                        <a:pt x="210" y="323731"/>
                      </a:lnTo>
                      <a:lnTo>
                        <a:pt x="210" y="345283"/>
                      </a:lnTo>
                      <a:lnTo>
                        <a:pt x="210" y="366892"/>
                      </a:lnTo>
                      <a:lnTo>
                        <a:pt x="210" y="388502"/>
                      </a:lnTo>
                      <a:lnTo>
                        <a:pt x="210" y="410053"/>
                      </a:lnTo>
                      <a:lnTo>
                        <a:pt x="210" y="431663"/>
                      </a:lnTo>
                      <a:lnTo>
                        <a:pt x="210" y="453272"/>
                      </a:lnTo>
                      <a:lnTo>
                        <a:pt x="210" y="474824"/>
                      </a:lnTo>
                      <a:lnTo>
                        <a:pt x="210" y="496433"/>
                      </a:lnTo>
                      <a:lnTo>
                        <a:pt x="210" y="517985"/>
                      </a:lnTo>
                      <a:lnTo>
                        <a:pt x="210" y="539594"/>
                      </a:lnTo>
                      <a:lnTo>
                        <a:pt x="210" y="561204"/>
                      </a:lnTo>
                      <a:lnTo>
                        <a:pt x="210" y="582755"/>
                      </a:lnTo>
                      <a:lnTo>
                        <a:pt x="210" y="604365"/>
                      </a:lnTo>
                      <a:lnTo>
                        <a:pt x="210" y="625974"/>
                      </a:lnTo>
                      <a:close/>
                    </a:path>
                  </a:pathLst>
                </a:custGeom>
                <a:solidFill>
                  <a:srgbClr val="FFDC91">
                    <a:alpha val="80000"/>
                  </a:srgbClr>
                </a:solidFill>
                <a:ln w="6131" cap="flat">
                  <a:solidFill>
                    <a:srgbClr val="FFFFFF"/>
                  </a:solidFill>
                  <a:prstDash val="solid"/>
                  <a:miter/>
                </a:ln>
              </p:spPr>
              <p:txBody>
                <a:bodyPr/>
                <a:lstStyle/>
                <a:p>
                  <a:endParaRPr lang="zh-CN" altLang="en-US" sz="2190"/>
                </a:p>
              </p:txBody>
            </p:sp>
            <p:sp>
              <p:nvSpPr>
                <p:cNvPr id="315" name="任意多边形: 形状 314"/>
                <p:cNvSpPr/>
                <p:nvPr/>
              </p:nvSpPr>
              <p:spPr>
                <a:xfrm>
                  <a:off x="4900346" y="2142170"/>
                  <a:ext cx="400383" cy="623859"/>
                </a:xfrm>
                <a:custGeom>
                  <a:avLst/>
                  <a:gdLst>
                    <a:gd name="csX0" fmla="*/ 221 w 400383"/>
                    <a:gd name="csY0" fmla="*/ -157 h 623859"/>
                    <a:gd name="csX1" fmla="*/ 2056 w 400383"/>
                    <a:gd name="csY1" fmla="*/ 21337 h 623859"/>
                    <a:gd name="csX2" fmla="*/ 3834 w 400383"/>
                    <a:gd name="csY2" fmla="*/ 42832 h 623859"/>
                    <a:gd name="csX3" fmla="*/ 5612 w 400383"/>
                    <a:gd name="csY3" fmla="*/ 64384 h 623859"/>
                    <a:gd name="csX4" fmla="*/ 7390 w 400383"/>
                    <a:gd name="csY4" fmla="*/ 85878 h 623859"/>
                    <a:gd name="csX5" fmla="*/ 9168 w 400383"/>
                    <a:gd name="csY5" fmla="*/ 107373 h 623859"/>
                    <a:gd name="csX6" fmla="*/ 10946 w 400383"/>
                    <a:gd name="csY6" fmla="*/ 128925 h 623859"/>
                    <a:gd name="csX7" fmla="*/ 12781 w 400383"/>
                    <a:gd name="csY7" fmla="*/ 150419 h 623859"/>
                    <a:gd name="csX8" fmla="*/ 14559 w 400383"/>
                    <a:gd name="csY8" fmla="*/ 171914 h 623859"/>
                    <a:gd name="csX9" fmla="*/ 16337 w 400383"/>
                    <a:gd name="csY9" fmla="*/ 193466 h 623859"/>
                    <a:gd name="csX10" fmla="*/ 18115 w 400383"/>
                    <a:gd name="csY10" fmla="*/ 214961 h 623859"/>
                    <a:gd name="csX11" fmla="*/ 19893 w 400383"/>
                    <a:gd name="csY11" fmla="*/ 236455 h 623859"/>
                    <a:gd name="csX12" fmla="*/ 21671 w 400383"/>
                    <a:gd name="csY12" fmla="*/ 258007 h 623859"/>
                    <a:gd name="csX13" fmla="*/ 23506 w 400383"/>
                    <a:gd name="csY13" fmla="*/ 279502 h 623859"/>
                    <a:gd name="csX14" fmla="*/ 25284 w 400383"/>
                    <a:gd name="csY14" fmla="*/ 300996 h 623859"/>
                    <a:gd name="csX15" fmla="*/ 27062 w 400383"/>
                    <a:gd name="csY15" fmla="*/ 322548 h 623859"/>
                    <a:gd name="csX16" fmla="*/ 28840 w 400383"/>
                    <a:gd name="csY16" fmla="*/ 344043 h 623859"/>
                    <a:gd name="csX17" fmla="*/ 30618 w 400383"/>
                    <a:gd name="csY17" fmla="*/ 365537 h 623859"/>
                    <a:gd name="csX18" fmla="*/ 32396 w 400383"/>
                    <a:gd name="csY18" fmla="*/ 387089 h 623859"/>
                    <a:gd name="csX19" fmla="*/ 34232 w 400383"/>
                    <a:gd name="csY19" fmla="*/ 408584 h 623859"/>
                    <a:gd name="csX20" fmla="*/ 36009 w 400383"/>
                    <a:gd name="csY20" fmla="*/ 430078 h 623859"/>
                    <a:gd name="csX21" fmla="*/ 37787 w 400383"/>
                    <a:gd name="csY21" fmla="*/ 451630 h 623859"/>
                    <a:gd name="csX22" fmla="*/ 39565 w 400383"/>
                    <a:gd name="csY22" fmla="*/ 473125 h 623859"/>
                    <a:gd name="csX23" fmla="*/ 41343 w 400383"/>
                    <a:gd name="csY23" fmla="*/ 494620 h 623859"/>
                    <a:gd name="csX24" fmla="*/ 43121 w 400383"/>
                    <a:gd name="csY24" fmla="*/ 516171 h 623859"/>
                    <a:gd name="csX25" fmla="*/ 44899 w 400383"/>
                    <a:gd name="csY25" fmla="*/ 537666 h 623859"/>
                    <a:gd name="csX26" fmla="*/ 46735 w 400383"/>
                    <a:gd name="csY26" fmla="*/ 559161 h 623859"/>
                    <a:gd name="csX27" fmla="*/ 48513 w 400383"/>
                    <a:gd name="csY27" fmla="*/ 580713 h 623859"/>
                    <a:gd name="csX28" fmla="*/ 50291 w 400383"/>
                    <a:gd name="csY28" fmla="*/ 602207 h 623859"/>
                    <a:gd name="csX29" fmla="*/ 52068 w 400383"/>
                    <a:gd name="csY29" fmla="*/ 623702 h 623859"/>
                    <a:gd name="csX30" fmla="*/ 73232 w 400383"/>
                    <a:gd name="csY30" fmla="*/ 621581 h 623859"/>
                    <a:gd name="csX31" fmla="*/ 94281 w 400383"/>
                    <a:gd name="csY31" fmla="*/ 618772 h 623859"/>
                    <a:gd name="csX32" fmla="*/ 115214 w 400383"/>
                    <a:gd name="csY32" fmla="*/ 615218 h 623859"/>
                    <a:gd name="csX33" fmla="*/ 136034 w 400383"/>
                    <a:gd name="csY33" fmla="*/ 610977 h 623859"/>
                    <a:gd name="csX34" fmla="*/ 156681 w 400383"/>
                    <a:gd name="csY34" fmla="*/ 606048 h 623859"/>
                    <a:gd name="csX35" fmla="*/ 177156 w 400383"/>
                    <a:gd name="csY35" fmla="*/ 600373 h 623859"/>
                    <a:gd name="csX36" fmla="*/ 197459 w 400383"/>
                    <a:gd name="csY36" fmla="*/ 594011 h 623859"/>
                    <a:gd name="csX37" fmla="*/ 217533 w 400383"/>
                    <a:gd name="csY37" fmla="*/ 587018 h 623859"/>
                    <a:gd name="csX38" fmla="*/ 237320 w 400383"/>
                    <a:gd name="csY38" fmla="*/ 579337 h 623859"/>
                    <a:gd name="csX39" fmla="*/ 256820 w 400383"/>
                    <a:gd name="csY39" fmla="*/ 570968 h 623859"/>
                    <a:gd name="csX40" fmla="*/ 276091 w 400383"/>
                    <a:gd name="csY40" fmla="*/ 561912 h 623859"/>
                    <a:gd name="csX41" fmla="*/ 294960 w 400383"/>
                    <a:gd name="csY41" fmla="*/ 552225 h 623859"/>
                    <a:gd name="csX42" fmla="*/ 313543 w 400383"/>
                    <a:gd name="csY42" fmla="*/ 541965 h 623859"/>
                    <a:gd name="csX43" fmla="*/ 331781 w 400383"/>
                    <a:gd name="csY43" fmla="*/ 531017 h 623859"/>
                    <a:gd name="csX44" fmla="*/ 349618 w 400383"/>
                    <a:gd name="csY44" fmla="*/ 519439 h 623859"/>
                    <a:gd name="csX45" fmla="*/ 367053 w 400383"/>
                    <a:gd name="csY45" fmla="*/ 507344 h 623859"/>
                    <a:gd name="csX46" fmla="*/ 384030 w 400383"/>
                    <a:gd name="csY46" fmla="*/ 494620 h 623859"/>
                    <a:gd name="csX47" fmla="*/ 400605 w 400383"/>
                    <a:gd name="csY47" fmla="*/ 481322 h 623859"/>
                    <a:gd name="csX48" fmla="*/ 386840 w 400383"/>
                    <a:gd name="csY48" fmla="*/ 464699 h 623859"/>
                    <a:gd name="csX49" fmla="*/ 373018 w 400383"/>
                    <a:gd name="csY49" fmla="*/ 448077 h 623859"/>
                    <a:gd name="csX50" fmla="*/ 359196 w 400383"/>
                    <a:gd name="csY50" fmla="*/ 431511 h 623859"/>
                    <a:gd name="csX51" fmla="*/ 345374 w 400383"/>
                    <a:gd name="csY51" fmla="*/ 414889 h 623859"/>
                    <a:gd name="csX52" fmla="*/ 331609 w 400383"/>
                    <a:gd name="csY52" fmla="*/ 398324 h 623859"/>
                    <a:gd name="csX53" fmla="*/ 317787 w 400383"/>
                    <a:gd name="csY53" fmla="*/ 381701 h 623859"/>
                    <a:gd name="csX54" fmla="*/ 303965 w 400383"/>
                    <a:gd name="csY54" fmla="*/ 365079 h 623859"/>
                    <a:gd name="csX55" fmla="*/ 290200 w 400383"/>
                    <a:gd name="csY55" fmla="*/ 348514 h 623859"/>
                    <a:gd name="csX56" fmla="*/ 276378 w 400383"/>
                    <a:gd name="csY56" fmla="*/ 331891 h 623859"/>
                    <a:gd name="csX57" fmla="*/ 262555 w 400383"/>
                    <a:gd name="csY57" fmla="*/ 315269 h 623859"/>
                    <a:gd name="csX58" fmla="*/ 248733 w 400383"/>
                    <a:gd name="csY58" fmla="*/ 298703 h 623859"/>
                    <a:gd name="csX59" fmla="*/ 234968 w 400383"/>
                    <a:gd name="csY59" fmla="*/ 282081 h 623859"/>
                    <a:gd name="csX60" fmla="*/ 221146 w 400383"/>
                    <a:gd name="csY60" fmla="*/ 265458 h 623859"/>
                    <a:gd name="csX61" fmla="*/ 207324 w 400383"/>
                    <a:gd name="csY61" fmla="*/ 248893 h 623859"/>
                    <a:gd name="csX62" fmla="*/ 193502 w 400383"/>
                    <a:gd name="csY62" fmla="*/ 232271 h 623859"/>
                    <a:gd name="csX63" fmla="*/ 179737 w 400383"/>
                    <a:gd name="csY63" fmla="*/ 215648 h 623859"/>
                    <a:gd name="csX64" fmla="*/ 165915 w 400383"/>
                    <a:gd name="csY64" fmla="*/ 199083 h 623859"/>
                    <a:gd name="csX65" fmla="*/ 152093 w 400383"/>
                    <a:gd name="csY65" fmla="*/ 182461 h 623859"/>
                    <a:gd name="csX66" fmla="*/ 138328 w 400383"/>
                    <a:gd name="csY66" fmla="*/ 165838 h 623859"/>
                    <a:gd name="csX67" fmla="*/ 124506 w 400383"/>
                    <a:gd name="csY67" fmla="*/ 149273 h 623859"/>
                    <a:gd name="csX68" fmla="*/ 110684 w 400383"/>
                    <a:gd name="csY68" fmla="*/ 132650 h 623859"/>
                    <a:gd name="csX69" fmla="*/ 96861 w 400383"/>
                    <a:gd name="csY69" fmla="*/ 116028 h 623859"/>
                    <a:gd name="csX70" fmla="*/ 83097 w 400383"/>
                    <a:gd name="csY70" fmla="*/ 99463 h 623859"/>
                    <a:gd name="csX71" fmla="*/ 69274 w 400383"/>
                    <a:gd name="csY71" fmla="*/ 82841 h 623859"/>
                    <a:gd name="csX72" fmla="*/ 55452 w 400383"/>
                    <a:gd name="csY72" fmla="*/ 66218 h 623859"/>
                    <a:gd name="csX73" fmla="*/ 41688 w 400383"/>
                    <a:gd name="csY73" fmla="*/ 49653 h 623859"/>
                    <a:gd name="csX74" fmla="*/ 27865 w 400383"/>
                    <a:gd name="csY74" fmla="*/ 33030 h 623859"/>
                    <a:gd name="csX75" fmla="*/ 14043 w 400383"/>
                    <a:gd name="csY75" fmla="*/ 16408 h 623859"/>
                    <a:gd name="csX76" fmla="*/ 221 w 400383"/>
                    <a:gd name="csY76" fmla="*/ -157 h 6238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400383" h="623859">
                      <a:moveTo>
                        <a:pt x="221" y="-157"/>
                      </a:moveTo>
                      <a:lnTo>
                        <a:pt x="2056" y="21337"/>
                      </a:lnTo>
                      <a:lnTo>
                        <a:pt x="3834" y="42832"/>
                      </a:lnTo>
                      <a:lnTo>
                        <a:pt x="5612" y="64384"/>
                      </a:lnTo>
                      <a:lnTo>
                        <a:pt x="7390" y="85878"/>
                      </a:lnTo>
                      <a:lnTo>
                        <a:pt x="9168" y="107373"/>
                      </a:lnTo>
                      <a:lnTo>
                        <a:pt x="10946" y="128925"/>
                      </a:lnTo>
                      <a:lnTo>
                        <a:pt x="12781" y="150419"/>
                      </a:lnTo>
                      <a:lnTo>
                        <a:pt x="14559" y="171914"/>
                      </a:lnTo>
                      <a:lnTo>
                        <a:pt x="16337" y="193466"/>
                      </a:lnTo>
                      <a:lnTo>
                        <a:pt x="18115" y="214961"/>
                      </a:lnTo>
                      <a:lnTo>
                        <a:pt x="19893" y="236455"/>
                      </a:lnTo>
                      <a:lnTo>
                        <a:pt x="21671" y="258007"/>
                      </a:lnTo>
                      <a:lnTo>
                        <a:pt x="23506" y="279502"/>
                      </a:lnTo>
                      <a:lnTo>
                        <a:pt x="25284" y="300996"/>
                      </a:lnTo>
                      <a:lnTo>
                        <a:pt x="27062" y="322548"/>
                      </a:lnTo>
                      <a:lnTo>
                        <a:pt x="28840" y="344043"/>
                      </a:lnTo>
                      <a:lnTo>
                        <a:pt x="30618" y="365537"/>
                      </a:lnTo>
                      <a:lnTo>
                        <a:pt x="32396" y="387089"/>
                      </a:lnTo>
                      <a:lnTo>
                        <a:pt x="34232" y="408584"/>
                      </a:lnTo>
                      <a:lnTo>
                        <a:pt x="36009" y="430078"/>
                      </a:lnTo>
                      <a:lnTo>
                        <a:pt x="37787" y="451630"/>
                      </a:lnTo>
                      <a:lnTo>
                        <a:pt x="39565" y="473125"/>
                      </a:lnTo>
                      <a:lnTo>
                        <a:pt x="41343" y="494620"/>
                      </a:lnTo>
                      <a:lnTo>
                        <a:pt x="43121" y="516171"/>
                      </a:lnTo>
                      <a:lnTo>
                        <a:pt x="44899" y="537666"/>
                      </a:lnTo>
                      <a:lnTo>
                        <a:pt x="46735" y="559161"/>
                      </a:lnTo>
                      <a:lnTo>
                        <a:pt x="48513" y="580713"/>
                      </a:lnTo>
                      <a:lnTo>
                        <a:pt x="50291" y="602207"/>
                      </a:lnTo>
                      <a:lnTo>
                        <a:pt x="52068" y="623702"/>
                      </a:lnTo>
                      <a:lnTo>
                        <a:pt x="73232" y="621581"/>
                      </a:lnTo>
                      <a:lnTo>
                        <a:pt x="94281" y="618772"/>
                      </a:lnTo>
                      <a:lnTo>
                        <a:pt x="115214" y="615218"/>
                      </a:lnTo>
                      <a:lnTo>
                        <a:pt x="136034" y="610977"/>
                      </a:lnTo>
                      <a:lnTo>
                        <a:pt x="156681" y="606048"/>
                      </a:lnTo>
                      <a:lnTo>
                        <a:pt x="177156" y="600373"/>
                      </a:lnTo>
                      <a:lnTo>
                        <a:pt x="197459" y="594011"/>
                      </a:lnTo>
                      <a:lnTo>
                        <a:pt x="217533" y="587018"/>
                      </a:lnTo>
                      <a:lnTo>
                        <a:pt x="237320" y="579337"/>
                      </a:lnTo>
                      <a:lnTo>
                        <a:pt x="256820" y="570968"/>
                      </a:lnTo>
                      <a:lnTo>
                        <a:pt x="276091" y="561912"/>
                      </a:lnTo>
                      <a:lnTo>
                        <a:pt x="294960" y="552225"/>
                      </a:lnTo>
                      <a:lnTo>
                        <a:pt x="313543" y="541965"/>
                      </a:lnTo>
                      <a:lnTo>
                        <a:pt x="331781" y="531017"/>
                      </a:lnTo>
                      <a:lnTo>
                        <a:pt x="349618" y="519439"/>
                      </a:lnTo>
                      <a:lnTo>
                        <a:pt x="367053" y="507344"/>
                      </a:lnTo>
                      <a:lnTo>
                        <a:pt x="384030" y="494620"/>
                      </a:lnTo>
                      <a:lnTo>
                        <a:pt x="400605" y="481322"/>
                      </a:lnTo>
                      <a:lnTo>
                        <a:pt x="386840" y="464699"/>
                      </a:lnTo>
                      <a:lnTo>
                        <a:pt x="373018" y="448077"/>
                      </a:lnTo>
                      <a:lnTo>
                        <a:pt x="359196" y="431511"/>
                      </a:lnTo>
                      <a:lnTo>
                        <a:pt x="345374" y="414889"/>
                      </a:lnTo>
                      <a:lnTo>
                        <a:pt x="331609" y="398324"/>
                      </a:lnTo>
                      <a:lnTo>
                        <a:pt x="317787" y="381701"/>
                      </a:lnTo>
                      <a:lnTo>
                        <a:pt x="303965" y="365079"/>
                      </a:lnTo>
                      <a:lnTo>
                        <a:pt x="290200" y="348514"/>
                      </a:lnTo>
                      <a:lnTo>
                        <a:pt x="276378" y="331891"/>
                      </a:lnTo>
                      <a:lnTo>
                        <a:pt x="262555" y="315269"/>
                      </a:lnTo>
                      <a:lnTo>
                        <a:pt x="248733" y="298703"/>
                      </a:lnTo>
                      <a:lnTo>
                        <a:pt x="234968" y="282081"/>
                      </a:lnTo>
                      <a:lnTo>
                        <a:pt x="221146" y="265458"/>
                      </a:lnTo>
                      <a:lnTo>
                        <a:pt x="207324" y="248893"/>
                      </a:lnTo>
                      <a:lnTo>
                        <a:pt x="193502" y="232271"/>
                      </a:lnTo>
                      <a:lnTo>
                        <a:pt x="179737" y="215648"/>
                      </a:lnTo>
                      <a:lnTo>
                        <a:pt x="165915" y="199083"/>
                      </a:lnTo>
                      <a:lnTo>
                        <a:pt x="152093" y="182461"/>
                      </a:lnTo>
                      <a:lnTo>
                        <a:pt x="138328" y="165838"/>
                      </a:lnTo>
                      <a:lnTo>
                        <a:pt x="124506" y="149273"/>
                      </a:lnTo>
                      <a:lnTo>
                        <a:pt x="110684" y="132650"/>
                      </a:lnTo>
                      <a:lnTo>
                        <a:pt x="96861" y="116028"/>
                      </a:lnTo>
                      <a:lnTo>
                        <a:pt x="83097" y="99463"/>
                      </a:lnTo>
                      <a:lnTo>
                        <a:pt x="69274" y="82841"/>
                      </a:lnTo>
                      <a:lnTo>
                        <a:pt x="55452" y="66218"/>
                      </a:lnTo>
                      <a:lnTo>
                        <a:pt x="41688" y="49653"/>
                      </a:lnTo>
                      <a:lnTo>
                        <a:pt x="27865" y="33030"/>
                      </a:lnTo>
                      <a:lnTo>
                        <a:pt x="14043" y="16408"/>
                      </a:lnTo>
                      <a:lnTo>
                        <a:pt x="221" y="-157"/>
                      </a:lnTo>
                      <a:close/>
                    </a:path>
                  </a:pathLst>
                </a:custGeom>
                <a:solidFill>
                  <a:srgbClr val="6F99AD">
                    <a:alpha val="80000"/>
                  </a:srgbClr>
                </a:solidFill>
                <a:ln w="6131" cap="flat">
                  <a:solidFill>
                    <a:srgbClr val="FFFFFF"/>
                  </a:solidFill>
                  <a:prstDash val="solid"/>
                  <a:miter/>
                </a:ln>
              </p:spPr>
              <p:txBody>
                <a:bodyPr/>
                <a:lstStyle/>
                <a:p>
                  <a:endParaRPr lang="zh-CN" altLang="en-US" sz="2190"/>
                </a:p>
              </p:txBody>
            </p:sp>
            <p:sp>
              <p:nvSpPr>
                <p:cNvPr id="316" name="任意多边形: 形状 315"/>
                <p:cNvSpPr/>
                <p:nvPr/>
              </p:nvSpPr>
              <p:spPr>
                <a:xfrm>
                  <a:off x="4876201" y="2142170"/>
                  <a:ext cx="75993" cy="626037"/>
                </a:xfrm>
                <a:custGeom>
                  <a:avLst/>
                  <a:gdLst>
                    <a:gd name="csX0" fmla="*/ 24385 w 75993"/>
                    <a:gd name="csY0" fmla="*/ -157 h 626037"/>
                    <a:gd name="csX1" fmla="*/ 23582 w 75993"/>
                    <a:gd name="csY1" fmla="*/ 21395 h 626037"/>
                    <a:gd name="csX2" fmla="*/ 22721 w 75993"/>
                    <a:gd name="csY2" fmla="*/ 42946 h 626037"/>
                    <a:gd name="csX3" fmla="*/ 21918 w 75993"/>
                    <a:gd name="csY3" fmla="*/ 64556 h 626037"/>
                    <a:gd name="csX4" fmla="*/ 21058 w 75993"/>
                    <a:gd name="csY4" fmla="*/ 86107 h 626037"/>
                    <a:gd name="csX5" fmla="*/ 20255 w 75993"/>
                    <a:gd name="csY5" fmla="*/ 107659 h 626037"/>
                    <a:gd name="csX6" fmla="*/ 19395 w 75993"/>
                    <a:gd name="csY6" fmla="*/ 129269 h 626037"/>
                    <a:gd name="csX7" fmla="*/ 18592 w 75993"/>
                    <a:gd name="csY7" fmla="*/ 150821 h 626037"/>
                    <a:gd name="csX8" fmla="*/ 17732 w 75993"/>
                    <a:gd name="csY8" fmla="*/ 172373 h 626037"/>
                    <a:gd name="csX9" fmla="*/ 16929 w 75993"/>
                    <a:gd name="csY9" fmla="*/ 193982 h 626037"/>
                    <a:gd name="csX10" fmla="*/ 16068 w 75993"/>
                    <a:gd name="csY10" fmla="*/ 215534 h 626037"/>
                    <a:gd name="csX11" fmla="*/ 15208 w 75993"/>
                    <a:gd name="csY11" fmla="*/ 237085 h 626037"/>
                    <a:gd name="csX12" fmla="*/ 14405 w 75993"/>
                    <a:gd name="csY12" fmla="*/ 258695 h 626037"/>
                    <a:gd name="csX13" fmla="*/ 13545 w 75993"/>
                    <a:gd name="csY13" fmla="*/ 280247 h 626037"/>
                    <a:gd name="csX14" fmla="*/ 12742 w 75993"/>
                    <a:gd name="csY14" fmla="*/ 301799 h 626037"/>
                    <a:gd name="csX15" fmla="*/ 11882 w 75993"/>
                    <a:gd name="csY15" fmla="*/ 323408 h 626037"/>
                    <a:gd name="csX16" fmla="*/ 11079 w 75993"/>
                    <a:gd name="csY16" fmla="*/ 344960 h 626037"/>
                    <a:gd name="csX17" fmla="*/ 10218 w 75993"/>
                    <a:gd name="csY17" fmla="*/ 366569 h 626037"/>
                    <a:gd name="csX18" fmla="*/ 9415 w 75993"/>
                    <a:gd name="csY18" fmla="*/ 388121 h 626037"/>
                    <a:gd name="csX19" fmla="*/ 8555 w 75993"/>
                    <a:gd name="csY19" fmla="*/ 409673 h 626037"/>
                    <a:gd name="csX20" fmla="*/ 7752 w 75993"/>
                    <a:gd name="csY20" fmla="*/ 431282 h 626037"/>
                    <a:gd name="csX21" fmla="*/ 6892 w 75993"/>
                    <a:gd name="csY21" fmla="*/ 452834 h 626037"/>
                    <a:gd name="csX22" fmla="*/ 6032 w 75993"/>
                    <a:gd name="csY22" fmla="*/ 474386 h 626037"/>
                    <a:gd name="csX23" fmla="*/ 5229 w 75993"/>
                    <a:gd name="csY23" fmla="*/ 495995 h 626037"/>
                    <a:gd name="csX24" fmla="*/ 4368 w 75993"/>
                    <a:gd name="csY24" fmla="*/ 517547 h 626037"/>
                    <a:gd name="csX25" fmla="*/ 3565 w 75993"/>
                    <a:gd name="csY25" fmla="*/ 539099 h 626037"/>
                    <a:gd name="csX26" fmla="*/ 2705 w 75993"/>
                    <a:gd name="csY26" fmla="*/ 560708 h 626037"/>
                    <a:gd name="csX27" fmla="*/ 1902 w 75993"/>
                    <a:gd name="csY27" fmla="*/ 582260 h 626037"/>
                    <a:gd name="csX28" fmla="*/ 1042 w 75993"/>
                    <a:gd name="csY28" fmla="*/ 603812 h 626037"/>
                    <a:gd name="csX29" fmla="*/ 239 w 75993"/>
                    <a:gd name="csY29" fmla="*/ 625421 h 626037"/>
                    <a:gd name="csX30" fmla="*/ 25589 w 75993"/>
                    <a:gd name="csY30" fmla="*/ 625880 h 626037"/>
                    <a:gd name="csX31" fmla="*/ 50939 w 75993"/>
                    <a:gd name="csY31" fmla="*/ 625307 h 626037"/>
                    <a:gd name="csX32" fmla="*/ 76232 w 75993"/>
                    <a:gd name="csY32" fmla="*/ 623702 h 626037"/>
                    <a:gd name="csX33" fmla="*/ 74454 w 75993"/>
                    <a:gd name="csY33" fmla="*/ 602207 h 626037"/>
                    <a:gd name="csX34" fmla="*/ 72676 w 75993"/>
                    <a:gd name="csY34" fmla="*/ 580712 h 626037"/>
                    <a:gd name="csX35" fmla="*/ 70898 w 75993"/>
                    <a:gd name="csY35" fmla="*/ 559160 h 626037"/>
                    <a:gd name="csX36" fmla="*/ 69063 w 75993"/>
                    <a:gd name="csY36" fmla="*/ 537666 h 626037"/>
                    <a:gd name="csX37" fmla="*/ 67285 w 75993"/>
                    <a:gd name="csY37" fmla="*/ 516171 h 626037"/>
                    <a:gd name="csX38" fmla="*/ 65507 w 75993"/>
                    <a:gd name="csY38" fmla="*/ 494619 h 626037"/>
                    <a:gd name="csX39" fmla="*/ 63729 w 75993"/>
                    <a:gd name="csY39" fmla="*/ 473125 h 626037"/>
                    <a:gd name="csX40" fmla="*/ 61951 w 75993"/>
                    <a:gd name="csY40" fmla="*/ 451630 h 626037"/>
                    <a:gd name="csX41" fmla="*/ 60173 w 75993"/>
                    <a:gd name="csY41" fmla="*/ 430078 h 626037"/>
                    <a:gd name="csX42" fmla="*/ 58395 w 75993"/>
                    <a:gd name="csY42" fmla="*/ 408584 h 626037"/>
                    <a:gd name="csX43" fmla="*/ 56560 w 75993"/>
                    <a:gd name="csY43" fmla="*/ 387089 h 626037"/>
                    <a:gd name="csX44" fmla="*/ 54782 w 75993"/>
                    <a:gd name="csY44" fmla="*/ 365537 h 626037"/>
                    <a:gd name="csX45" fmla="*/ 53004 w 75993"/>
                    <a:gd name="csY45" fmla="*/ 344043 h 626037"/>
                    <a:gd name="csX46" fmla="*/ 51226 w 75993"/>
                    <a:gd name="csY46" fmla="*/ 322548 h 626037"/>
                    <a:gd name="csX47" fmla="*/ 49448 w 75993"/>
                    <a:gd name="csY47" fmla="*/ 300996 h 626037"/>
                    <a:gd name="csX48" fmla="*/ 47670 w 75993"/>
                    <a:gd name="csY48" fmla="*/ 279502 h 626037"/>
                    <a:gd name="csX49" fmla="*/ 45835 w 75993"/>
                    <a:gd name="csY49" fmla="*/ 258007 h 626037"/>
                    <a:gd name="csX50" fmla="*/ 44057 w 75993"/>
                    <a:gd name="csY50" fmla="*/ 236455 h 626037"/>
                    <a:gd name="csX51" fmla="*/ 42279 w 75993"/>
                    <a:gd name="csY51" fmla="*/ 214960 h 626037"/>
                    <a:gd name="csX52" fmla="*/ 40501 w 75993"/>
                    <a:gd name="csY52" fmla="*/ 193466 h 626037"/>
                    <a:gd name="csX53" fmla="*/ 38723 w 75993"/>
                    <a:gd name="csY53" fmla="*/ 171914 h 626037"/>
                    <a:gd name="csX54" fmla="*/ 36945 w 75993"/>
                    <a:gd name="csY54" fmla="*/ 150419 h 626037"/>
                    <a:gd name="csX55" fmla="*/ 35110 w 75993"/>
                    <a:gd name="csY55" fmla="*/ 128925 h 626037"/>
                    <a:gd name="csX56" fmla="*/ 33332 w 75993"/>
                    <a:gd name="csY56" fmla="*/ 107373 h 626037"/>
                    <a:gd name="csX57" fmla="*/ 31554 w 75993"/>
                    <a:gd name="csY57" fmla="*/ 85878 h 626037"/>
                    <a:gd name="csX58" fmla="*/ 29776 w 75993"/>
                    <a:gd name="csY58" fmla="*/ 64384 h 626037"/>
                    <a:gd name="csX59" fmla="*/ 27998 w 75993"/>
                    <a:gd name="csY59" fmla="*/ 42832 h 626037"/>
                    <a:gd name="csX60" fmla="*/ 26220 w 75993"/>
                    <a:gd name="csY60" fmla="*/ 21337 h 626037"/>
                    <a:gd name="csX61" fmla="*/ 24385 w 75993"/>
                    <a:gd name="csY61" fmla="*/ -157 h 626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Lst>
                  <a:rect l="l" t="t" r="r" b="b"/>
                  <a:pathLst>
                    <a:path w="75993" h="626037">
                      <a:moveTo>
                        <a:pt x="24385" y="-157"/>
                      </a:moveTo>
                      <a:lnTo>
                        <a:pt x="23582" y="21395"/>
                      </a:lnTo>
                      <a:lnTo>
                        <a:pt x="22721" y="42946"/>
                      </a:lnTo>
                      <a:lnTo>
                        <a:pt x="21918" y="64556"/>
                      </a:lnTo>
                      <a:lnTo>
                        <a:pt x="21058" y="86107"/>
                      </a:lnTo>
                      <a:lnTo>
                        <a:pt x="20255" y="107659"/>
                      </a:lnTo>
                      <a:lnTo>
                        <a:pt x="19395" y="129269"/>
                      </a:lnTo>
                      <a:lnTo>
                        <a:pt x="18592" y="150821"/>
                      </a:lnTo>
                      <a:lnTo>
                        <a:pt x="17732" y="172373"/>
                      </a:lnTo>
                      <a:lnTo>
                        <a:pt x="16929" y="193982"/>
                      </a:lnTo>
                      <a:lnTo>
                        <a:pt x="16068" y="215534"/>
                      </a:lnTo>
                      <a:lnTo>
                        <a:pt x="15208" y="237085"/>
                      </a:lnTo>
                      <a:lnTo>
                        <a:pt x="14405" y="258695"/>
                      </a:lnTo>
                      <a:lnTo>
                        <a:pt x="13545" y="280247"/>
                      </a:lnTo>
                      <a:lnTo>
                        <a:pt x="12742" y="301799"/>
                      </a:lnTo>
                      <a:lnTo>
                        <a:pt x="11882" y="323408"/>
                      </a:lnTo>
                      <a:lnTo>
                        <a:pt x="11079" y="344960"/>
                      </a:lnTo>
                      <a:lnTo>
                        <a:pt x="10218" y="366569"/>
                      </a:lnTo>
                      <a:lnTo>
                        <a:pt x="9415" y="388121"/>
                      </a:lnTo>
                      <a:lnTo>
                        <a:pt x="8555" y="409673"/>
                      </a:lnTo>
                      <a:lnTo>
                        <a:pt x="7752" y="431282"/>
                      </a:lnTo>
                      <a:lnTo>
                        <a:pt x="6892" y="452834"/>
                      </a:lnTo>
                      <a:lnTo>
                        <a:pt x="6032" y="474386"/>
                      </a:lnTo>
                      <a:lnTo>
                        <a:pt x="5229" y="495995"/>
                      </a:lnTo>
                      <a:lnTo>
                        <a:pt x="4368" y="517547"/>
                      </a:lnTo>
                      <a:lnTo>
                        <a:pt x="3565" y="539099"/>
                      </a:lnTo>
                      <a:lnTo>
                        <a:pt x="2705" y="560708"/>
                      </a:lnTo>
                      <a:lnTo>
                        <a:pt x="1902" y="582260"/>
                      </a:lnTo>
                      <a:lnTo>
                        <a:pt x="1042" y="603812"/>
                      </a:lnTo>
                      <a:lnTo>
                        <a:pt x="239" y="625421"/>
                      </a:lnTo>
                      <a:lnTo>
                        <a:pt x="25589" y="625880"/>
                      </a:lnTo>
                      <a:lnTo>
                        <a:pt x="50939" y="625307"/>
                      </a:lnTo>
                      <a:lnTo>
                        <a:pt x="76232" y="623702"/>
                      </a:lnTo>
                      <a:lnTo>
                        <a:pt x="74454" y="602207"/>
                      </a:lnTo>
                      <a:lnTo>
                        <a:pt x="72676" y="580712"/>
                      </a:lnTo>
                      <a:lnTo>
                        <a:pt x="70898" y="559160"/>
                      </a:lnTo>
                      <a:lnTo>
                        <a:pt x="69063" y="537666"/>
                      </a:lnTo>
                      <a:lnTo>
                        <a:pt x="67285" y="516171"/>
                      </a:lnTo>
                      <a:lnTo>
                        <a:pt x="65507" y="494619"/>
                      </a:lnTo>
                      <a:lnTo>
                        <a:pt x="63729" y="473125"/>
                      </a:lnTo>
                      <a:lnTo>
                        <a:pt x="61951" y="451630"/>
                      </a:lnTo>
                      <a:lnTo>
                        <a:pt x="60173" y="430078"/>
                      </a:lnTo>
                      <a:lnTo>
                        <a:pt x="58395" y="408584"/>
                      </a:lnTo>
                      <a:lnTo>
                        <a:pt x="56560" y="387089"/>
                      </a:lnTo>
                      <a:lnTo>
                        <a:pt x="54782" y="365537"/>
                      </a:lnTo>
                      <a:lnTo>
                        <a:pt x="53004" y="344043"/>
                      </a:lnTo>
                      <a:lnTo>
                        <a:pt x="51226" y="322548"/>
                      </a:lnTo>
                      <a:lnTo>
                        <a:pt x="49448" y="300996"/>
                      </a:lnTo>
                      <a:lnTo>
                        <a:pt x="47670" y="279502"/>
                      </a:lnTo>
                      <a:lnTo>
                        <a:pt x="45835" y="258007"/>
                      </a:lnTo>
                      <a:lnTo>
                        <a:pt x="44057" y="236455"/>
                      </a:lnTo>
                      <a:lnTo>
                        <a:pt x="42279" y="214960"/>
                      </a:lnTo>
                      <a:lnTo>
                        <a:pt x="40501" y="193466"/>
                      </a:lnTo>
                      <a:lnTo>
                        <a:pt x="38723" y="171914"/>
                      </a:lnTo>
                      <a:lnTo>
                        <a:pt x="36945" y="150419"/>
                      </a:lnTo>
                      <a:lnTo>
                        <a:pt x="35110" y="128925"/>
                      </a:lnTo>
                      <a:lnTo>
                        <a:pt x="33332" y="107373"/>
                      </a:lnTo>
                      <a:lnTo>
                        <a:pt x="31554" y="85878"/>
                      </a:lnTo>
                      <a:lnTo>
                        <a:pt x="29776" y="64384"/>
                      </a:lnTo>
                      <a:lnTo>
                        <a:pt x="27998" y="42832"/>
                      </a:lnTo>
                      <a:lnTo>
                        <a:pt x="26220" y="21337"/>
                      </a:lnTo>
                      <a:lnTo>
                        <a:pt x="24385" y="-157"/>
                      </a:lnTo>
                      <a:close/>
                    </a:path>
                  </a:pathLst>
                </a:custGeom>
                <a:solidFill>
                  <a:srgbClr val="7876B1">
                    <a:alpha val="80000"/>
                  </a:srgbClr>
                </a:solidFill>
                <a:ln w="6131" cap="flat">
                  <a:solidFill>
                    <a:srgbClr val="FFFFFF"/>
                  </a:solidFill>
                  <a:prstDash val="solid"/>
                  <a:miter/>
                </a:ln>
              </p:spPr>
              <p:txBody>
                <a:bodyPr/>
                <a:lstStyle/>
                <a:p>
                  <a:endParaRPr lang="zh-CN" altLang="en-US" sz="2190"/>
                </a:p>
              </p:txBody>
            </p:sp>
            <p:sp>
              <p:nvSpPr>
                <p:cNvPr id="317" name="任意多边形: 形状 316"/>
                <p:cNvSpPr/>
                <p:nvPr/>
              </p:nvSpPr>
              <p:spPr>
                <a:xfrm>
                  <a:off x="4813227" y="2142170"/>
                  <a:ext cx="87119" cy="625578"/>
                </a:xfrm>
                <a:custGeom>
                  <a:avLst/>
                  <a:gdLst>
                    <a:gd name="csX0" fmla="*/ 87364 w 87119"/>
                    <a:gd name="csY0" fmla="*/ -157 h 625578"/>
                    <a:gd name="csX1" fmla="*/ 84382 w 87119"/>
                    <a:gd name="csY1" fmla="*/ 21223 h 625578"/>
                    <a:gd name="csX2" fmla="*/ 81399 w 87119"/>
                    <a:gd name="csY2" fmla="*/ 42602 h 625578"/>
                    <a:gd name="csX3" fmla="*/ 78360 w 87119"/>
                    <a:gd name="csY3" fmla="*/ 63925 h 625578"/>
                    <a:gd name="csX4" fmla="*/ 75377 w 87119"/>
                    <a:gd name="csY4" fmla="*/ 85305 h 625578"/>
                    <a:gd name="csX5" fmla="*/ 72338 w 87119"/>
                    <a:gd name="csY5" fmla="*/ 106685 h 625578"/>
                    <a:gd name="csX6" fmla="*/ 69355 w 87119"/>
                    <a:gd name="csY6" fmla="*/ 128065 h 625578"/>
                    <a:gd name="csX7" fmla="*/ 66373 w 87119"/>
                    <a:gd name="csY7" fmla="*/ 149445 h 625578"/>
                    <a:gd name="csX8" fmla="*/ 63333 w 87119"/>
                    <a:gd name="csY8" fmla="*/ 170825 h 625578"/>
                    <a:gd name="csX9" fmla="*/ 60351 w 87119"/>
                    <a:gd name="csY9" fmla="*/ 192205 h 625578"/>
                    <a:gd name="csX10" fmla="*/ 57311 w 87119"/>
                    <a:gd name="csY10" fmla="*/ 213585 h 625578"/>
                    <a:gd name="csX11" fmla="*/ 54329 w 87119"/>
                    <a:gd name="csY11" fmla="*/ 234965 h 625578"/>
                    <a:gd name="csX12" fmla="*/ 51346 w 87119"/>
                    <a:gd name="csY12" fmla="*/ 256345 h 625578"/>
                    <a:gd name="csX13" fmla="*/ 48306 w 87119"/>
                    <a:gd name="csY13" fmla="*/ 277725 h 625578"/>
                    <a:gd name="csX14" fmla="*/ 45324 w 87119"/>
                    <a:gd name="csY14" fmla="*/ 299105 h 625578"/>
                    <a:gd name="csX15" fmla="*/ 42284 w 87119"/>
                    <a:gd name="csY15" fmla="*/ 320485 h 625578"/>
                    <a:gd name="csX16" fmla="*/ 39302 w 87119"/>
                    <a:gd name="csY16" fmla="*/ 341864 h 625578"/>
                    <a:gd name="csX17" fmla="*/ 36262 w 87119"/>
                    <a:gd name="csY17" fmla="*/ 363244 h 625578"/>
                    <a:gd name="csX18" fmla="*/ 33280 w 87119"/>
                    <a:gd name="csY18" fmla="*/ 384624 h 625578"/>
                    <a:gd name="csX19" fmla="*/ 30297 w 87119"/>
                    <a:gd name="csY19" fmla="*/ 406004 h 625578"/>
                    <a:gd name="csX20" fmla="*/ 27258 w 87119"/>
                    <a:gd name="csY20" fmla="*/ 427384 h 625578"/>
                    <a:gd name="csX21" fmla="*/ 24275 w 87119"/>
                    <a:gd name="csY21" fmla="*/ 448764 h 625578"/>
                    <a:gd name="csX22" fmla="*/ 21236 w 87119"/>
                    <a:gd name="csY22" fmla="*/ 470144 h 625578"/>
                    <a:gd name="csX23" fmla="*/ 18253 w 87119"/>
                    <a:gd name="csY23" fmla="*/ 491524 h 625578"/>
                    <a:gd name="csX24" fmla="*/ 15271 w 87119"/>
                    <a:gd name="csY24" fmla="*/ 512904 h 625578"/>
                    <a:gd name="csX25" fmla="*/ 12231 w 87119"/>
                    <a:gd name="csY25" fmla="*/ 534284 h 625578"/>
                    <a:gd name="csX26" fmla="*/ 9249 w 87119"/>
                    <a:gd name="csY26" fmla="*/ 555664 h 625578"/>
                    <a:gd name="csX27" fmla="*/ 6209 w 87119"/>
                    <a:gd name="csY27" fmla="*/ 577044 h 625578"/>
                    <a:gd name="csX28" fmla="*/ 3227 w 87119"/>
                    <a:gd name="csY28" fmla="*/ 598424 h 625578"/>
                    <a:gd name="csX29" fmla="*/ 244 w 87119"/>
                    <a:gd name="csY29" fmla="*/ 619804 h 625578"/>
                    <a:gd name="csX30" fmla="*/ 31617 w 87119"/>
                    <a:gd name="csY30" fmla="*/ 623415 h 625578"/>
                    <a:gd name="csX31" fmla="*/ 63218 w 87119"/>
                    <a:gd name="csY31" fmla="*/ 625421 h 625578"/>
                    <a:gd name="csX32" fmla="*/ 64021 w 87119"/>
                    <a:gd name="csY32" fmla="*/ 603812 h 625578"/>
                    <a:gd name="csX33" fmla="*/ 64882 w 87119"/>
                    <a:gd name="csY33" fmla="*/ 582260 h 625578"/>
                    <a:gd name="csX34" fmla="*/ 65685 w 87119"/>
                    <a:gd name="csY34" fmla="*/ 560708 h 625578"/>
                    <a:gd name="csX35" fmla="*/ 66545 w 87119"/>
                    <a:gd name="csY35" fmla="*/ 539099 h 625578"/>
                    <a:gd name="csX36" fmla="*/ 67348 w 87119"/>
                    <a:gd name="csY36" fmla="*/ 517547 h 625578"/>
                    <a:gd name="csX37" fmla="*/ 68208 w 87119"/>
                    <a:gd name="csY37" fmla="*/ 495995 h 625578"/>
                    <a:gd name="csX38" fmla="*/ 69011 w 87119"/>
                    <a:gd name="csY38" fmla="*/ 474386 h 625578"/>
                    <a:gd name="csX39" fmla="*/ 69871 w 87119"/>
                    <a:gd name="csY39" fmla="*/ 452834 h 625578"/>
                    <a:gd name="csX40" fmla="*/ 70732 w 87119"/>
                    <a:gd name="csY40" fmla="*/ 431282 h 625578"/>
                    <a:gd name="csX41" fmla="*/ 71535 w 87119"/>
                    <a:gd name="csY41" fmla="*/ 409673 h 625578"/>
                    <a:gd name="csX42" fmla="*/ 72395 w 87119"/>
                    <a:gd name="csY42" fmla="*/ 388121 h 625578"/>
                    <a:gd name="csX43" fmla="*/ 73198 w 87119"/>
                    <a:gd name="csY43" fmla="*/ 366569 h 625578"/>
                    <a:gd name="csX44" fmla="*/ 74058 w 87119"/>
                    <a:gd name="csY44" fmla="*/ 344960 h 625578"/>
                    <a:gd name="csX45" fmla="*/ 74861 w 87119"/>
                    <a:gd name="csY45" fmla="*/ 323408 h 625578"/>
                    <a:gd name="csX46" fmla="*/ 75721 w 87119"/>
                    <a:gd name="csY46" fmla="*/ 301799 h 625578"/>
                    <a:gd name="csX47" fmla="*/ 76524 w 87119"/>
                    <a:gd name="csY47" fmla="*/ 280247 h 625578"/>
                    <a:gd name="csX48" fmla="*/ 77385 w 87119"/>
                    <a:gd name="csY48" fmla="*/ 258695 h 625578"/>
                    <a:gd name="csX49" fmla="*/ 78188 w 87119"/>
                    <a:gd name="csY49" fmla="*/ 237085 h 625578"/>
                    <a:gd name="csX50" fmla="*/ 79048 w 87119"/>
                    <a:gd name="csY50" fmla="*/ 215534 h 625578"/>
                    <a:gd name="csX51" fmla="*/ 79908 w 87119"/>
                    <a:gd name="csY51" fmla="*/ 193982 h 625578"/>
                    <a:gd name="csX52" fmla="*/ 80711 w 87119"/>
                    <a:gd name="csY52" fmla="*/ 172373 h 625578"/>
                    <a:gd name="csX53" fmla="*/ 81571 w 87119"/>
                    <a:gd name="csY53" fmla="*/ 150821 h 625578"/>
                    <a:gd name="csX54" fmla="*/ 82374 w 87119"/>
                    <a:gd name="csY54" fmla="*/ 129269 h 625578"/>
                    <a:gd name="csX55" fmla="*/ 83235 w 87119"/>
                    <a:gd name="csY55" fmla="*/ 107659 h 625578"/>
                    <a:gd name="csX56" fmla="*/ 84038 w 87119"/>
                    <a:gd name="csY56" fmla="*/ 86107 h 625578"/>
                    <a:gd name="csX57" fmla="*/ 84898 w 87119"/>
                    <a:gd name="csY57" fmla="*/ 64556 h 625578"/>
                    <a:gd name="csX58" fmla="*/ 85701 w 87119"/>
                    <a:gd name="csY58" fmla="*/ 42946 h 625578"/>
                    <a:gd name="csX59" fmla="*/ 86561 w 87119"/>
                    <a:gd name="csY59" fmla="*/ 21395 h 625578"/>
                    <a:gd name="csX60" fmla="*/ 87364 w 87119"/>
                    <a:gd name="csY60" fmla="*/ -157 h 625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87119" h="625578">
                      <a:moveTo>
                        <a:pt x="87364" y="-157"/>
                      </a:moveTo>
                      <a:lnTo>
                        <a:pt x="84382" y="21223"/>
                      </a:lnTo>
                      <a:lnTo>
                        <a:pt x="81399" y="42602"/>
                      </a:lnTo>
                      <a:lnTo>
                        <a:pt x="78360" y="63925"/>
                      </a:lnTo>
                      <a:lnTo>
                        <a:pt x="75377" y="85305"/>
                      </a:lnTo>
                      <a:lnTo>
                        <a:pt x="72338" y="106685"/>
                      </a:lnTo>
                      <a:lnTo>
                        <a:pt x="69355" y="128065"/>
                      </a:lnTo>
                      <a:lnTo>
                        <a:pt x="66373" y="149445"/>
                      </a:lnTo>
                      <a:lnTo>
                        <a:pt x="63333" y="170825"/>
                      </a:lnTo>
                      <a:lnTo>
                        <a:pt x="60351" y="192205"/>
                      </a:lnTo>
                      <a:lnTo>
                        <a:pt x="57311" y="213585"/>
                      </a:lnTo>
                      <a:lnTo>
                        <a:pt x="54329" y="234965"/>
                      </a:lnTo>
                      <a:lnTo>
                        <a:pt x="51346" y="256345"/>
                      </a:lnTo>
                      <a:lnTo>
                        <a:pt x="48306" y="277725"/>
                      </a:lnTo>
                      <a:lnTo>
                        <a:pt x="45324" y="299105"/>
                      </a:lnTo>
                      <a:lnTo>
                        <a:pt x="42284" y="320485"/>
                      </a:lnTo>
                      <a:lnTo>
                        <a:pt x="39302" y="341864"/>
                      </a:lnTo>
                      <a:lnTo>
                        <a:pt x="36262" y="363244"/>
                      </a:lnTo>
                      <a:lnTo>
                        <a:pt x="33280" y="384624"/>
                      </a:lnTo>
                      <a:lnTo>
                        <a:pt x="30297" y="406004"/>
                      </a:lnTo>
                      <a:lnTo>
                        <a:pt x="27258" y="427384"/>
                      </a:lnTo>
                      <a:lnTo>
                        <a:pt x="24275" y="448764"/>
                      </a:lnTo>
                      <a:lnTo>
                        <a:pt x="21236" y="470144"/>
                      </a:lnTo>
                      <a:lnTo>
                        <a:pt x="18253" y="491524"/>
                      </a:lnTo>
                      <a:lnTo>
                        <a:pt x="15271" y="512904"/>
                      </a:lnTo>
                      <a:lnTo>
                        <a:pt x="12231" y="534284"/>
                      </a:lnTo>
                      <a:lnTo>
                        <a:pt x="9249" y="555664"/>
                      </a:lnTo>
                      <a:lnTo>
                        <a:pt x="6209" y="577044"/>
                      </a:lnTo>
                      <a:lnTo>
                        <a:pt x="3227" y="598424"/>
                      </a:lnTo>
                      <a:lnTo>
                        <a:pt x="244" y="619804"/>
                      </a:lnTo>
                      <a:lnTo>
                        <a:pt x="31617" y="623415"/>
                      </a:lnTo>
                      <a:lnTo>
                        <a:pt x="63218" y="625421"/>
                      </a:lnTo>
                      <a:lnTo>
                        <a:pt x="64021" y="603812"/>
                      </a:lnTo>
                      <a:lnTo>
                        <a:pt x="64882" y="582260"/>
                      </a:lnTo>
                      <a:lnTo>
                        <a:pt x="65685" y="560708"/>
                      </a:lnTo>
                      <a:lnTo>
                        <a:pt x="66545" y="539099"/>
                      </a:lnTo>
                      <a:lnTo>
                        <a:pt x="67348" y="517547"/>
                      </a:lnTo>
                      <a:lnTo>
                        <a:pt x="68208" y="495995"/>
                      </a:lnTo>
                      <a:lnTo>
                        <a:pt x="69011" y="474386"/>
                      </a:lnTo>
                      <a:lnTo>
                        <a:pt x="69871" y="452834"/>
                      </a:lnTo>
                      <a:lnTo>
                        <a:pt x="70732" y="431282"/>
                      </a:lnTo>
                      <a:lnTo>
                        <a:pt x="71535" y="409673"/>
                      </a:lnTo>
                      <a:lnTo>
                        <a:pt x="72395" y="388121"/>
                      </a:lnTo>
                      <a:lnTo>
                        <a:pt x="73198" y="366569"/>
                      </a:lnTo>
                      <a:lnTo>
                        <a:pt x="74058" y="344960"/>
                      </a:lnTo>
                      <a:lnTo>
                        <a:pt x="74861" y="323408"/>
                      </a:lnTo>
                      <a:lnTo>
                        <a:pt x="75721" y="301799"/>
                      </a:lnTo>
                      <a:lnTo>
                        <a:pt x="76524" y="280247"/>
                      </a:lnTo>
                      <a:lnTo>
                        <a:pt x="77385" y="258695"/>
                      </a:lnTo>
                      <a:lnTo>
                        <a:pt x="78188" y="237085"/>
                      </a:lnTo>
                      <a:lnTo>
                        <a:pt x="79048" y="215534"/>
                      </a:lnTo>
                      <a:lnTo>
                        <a:pt x="79908" y="193982"/>
                      </a:lnTo>
                      <a:lnTo>
                        <a:pt x="80711" y="172373"/>
                      </a:lnTo>
                      <a:lnTo>
                        <a:pt x="81571" y="150821"/>
                      </a:lnTo>
                      <a:lnTo>
                        <a:pt x="82374" y="129269"/>
                      </a:lnTo>
                      <a:lnTo>
                        <a:pt x="83235" y="107659"/>
                      </a:lnTo>
                      <a:lnTo>
                        <a:pt x="84038" y="86107"/>
                      </a:lnTo>
                      <a:lnTo>
                        <a:pt x="84898" y="64556"/>
                      </a:lnTo>
                      <a:lnTo>
                        <a:pt x="85701" y="42946"/>
                      </a:lnTo>
                      <a:lnTo>
                        <a:pt x="86561" y="21395"/>
                      </a:lnTo>
                      <a:lnTo>
                        <a:pt x="87364" y="-157"/>
                      </a:lnTo>
                      <a:close/>
                    </a:path>
                  </a:pathLst>
                </a:custGeom>
                <a:solidFill>
                  <a:srgbClr val="20854E">
                    <a:alpha val="80000"/>
                  </a:srgbClr>
                </a:solidFill>
                <a:ln w="6131" cap="flat">
                  <a:solidFill>
                    <a:srgbClr val="FFFFFF"/>
                  </a:solidFill>
                  <a:prstDash val="solid"/>
                  <a:miter/>
                </a:ln>
              </p:spPr>
              <p:txBody>
                <a:bodyPr/>
                <a:lstStyle/>
                <a:p>
                  <a:endParaRPr lang="zh-CN" altLang="en-US" sz="2190"/>
                </a:p>
              </p:txBody>
            </p:sp>
            <p:sp>
              <p:nvSpPr>
                <p:cNvPr id="318" name="任意多边形: 形状 317"/>
                <p:cNvSpPr/>
                <p:nvPr/>
              </p:nvSpPr>
              <p:spPr>
                <a:xfrm>
                  <a:off x="4411523" y="2142170"/>
                  <a:ext cx="488822" cy="619961"/>
                </a:xfrm>
                <a:custGeom>
                  <a:avLst/>
                  <a:gdLst>
                    <a:gd name="csX0" fmla="*/ 489086 w 488822"/>
                    <a:gd name="csY0" fmla="*/ -157 h 619961"/>
                    <a:gd name="csX1" fmla="*/ 472282 w 488822"/>
                    <a:gd name="csY1" fmla="*/ 13313 h 619961"/>
                    <a:gd name="csX2" fmla="*/ 455420 w 488822"/>
                    <a:gd name="csY2" fmla="*/ 26840 h 619961"/>
                    <a:gd name="csX3" fmla="*/ 438558 w 488822"/>
                    <a:gd name="csY3" fmla="*/ 40310 h 619961"/>
                    <a:gd name="csX4" fmla="*/ 421696 w 488822"/>
                    <a:gd name="csY4" fmla="*/ 53837 h 619961"/>
                    <a:gd name="csX5" fmla="*/ 404834 w 488822"/>
                    <a:gd name="csY5" fmla="*/ 67307 h 619961"/>
                    <a:gd name="csX6" fmla="*/ 387972 w 488822"/>
                    <a:gd name="csY6" fmla="*/ 80834 h 619961"/>
                    <a:gd name="csX7" fmla="*/ 371111 w 488822"/>
                    <a:gd name="csY7" fmla="*/ 94304 h 619961"/>
                    <a:gd name="csX8" fmla="*/ 354249 w 488822"/>
                    <a:gd name="csY8" fmla="*/ 107832 h 619961"/>
                    <a:gd name="csX9" fmla="*/ 337387 w 488822"/>
                    <a:gd name="csY9" fmla="*/ 121302 h 619961"/>
                    <a:gd name="csX10" fmla="*/ 320525 w 488822"/>
                    <a:gd name="csY10" fmla="*/ 134772 h 619961"/>
                    <a:gd name="csX11" fmla="*/ 303663 w 488822"/>
                    <a:gd name="csY11" fmla="*/ 148299 h 619961"/>
                    <a:gd name="csX12" fmla="*/ 286801 w 488822"/>
                    <a:gd name="csY12" fmla="*/ 161769 h 619961"/>
                    <a:gd name="csX13" fmla="*/ 269939 w 488822"/>
                    <a:gd name="csY13" fmla="*/ 175296 h 619961"/>
                    <a:gd name="csX14" fmla="*/ 253077 w 488822"/>
                    <a:gd name="csY14" fmla="*/ 188766 h 619961"/>
                    <a:gd name="csX15" fmla="*/ 236273 w 488822"/>
                    <a:gd name="csY15" fmla="*/ 202293 h 619961"/>
                    <a:gd name="csX16" fmla="*/ 219411 w 488822"/>
                    <a:gd name="csY16" fmla="*/ 215763 h 619961"/>
                    <a:gd name="csX17" fmla="*/ 202549 w 488822"/>
                    <a:gd name="csY17" fmla="*/ 229290 h 619961"/>
                    <a:gd name="csX18" fmla="*/ 185687 w 488822"/>
                    <a:gd name="csY18" fmla="*/ 242760 h 619961"/>
                    <a:gd name="csX19" fmla="*/ 168825 w 488822"/>
                    <a:gd name="csY19" fmla="*/ 256288 h 619961"/>
                    <a:gd name="csX20" fmla="*/ 151963 w 488822"/>
                    <a:gd name="csY20" fmla="*/ 269758 h 619961"/>
                    <a:gd name="csX21" fmla="*/ 135101 w 488822"/>
                    <a:gd name="csY21" fmla="*/ 283285 h 619961"/>
                    <a:gd name="csX22" fmla="*/ 118239 w 488822"/>
                    <a:gd name="csY22" fmla="*/ 296755 h 619961"/>
                    <a:gd name="csX23" fmla="*/ 101378 w 488822"/>
                    <a:gd name="csY23" fmla="*/ 310282 h 619961"/>
                    <a:gd name="csX24" fmla="*/ 84516 w 488822"/>
                    <a:gd name="csY24" fmla="*/ 323752 h 619961"/>
                    <a:gd name="csX25" fmla="*/ 67654 w 488822"/>
                    <a:gd name="csY25" fmla="*/ 337279 h 619961"/>
                    <a:gd name="csX26" fmla="*/ 50792 w 488822"/>
                    <a:gd name="csY26" fmla="*/ 350749 h 619961"/>
                    <a:gd name="csX27" fmla="*/ 33930 w 488822"/>
                    <a:gd name="csY27" fmla="*/ 364276 h 619961"/>
                    <a:gd name="csX28" fmla="*/ 17068 w 488822"/>
                    <a:gd name="csY28" fmla="*/ 377746 h 619961"/>
                    <a:gd name="csX29" fmla="*/ 264 w 488822"/>
                    <a:gd name="csY29" fmla="*/ 391274 h 619961"/>
                    <a:gd name="csX30" fmla="*/ 13971 w 488822"/>
                    <a:gd name="csY30" fmla="*/ 407839 h 619961"/>
                    <a:gd name="csX31" fmla="*/ 28252 w 488822"/>
                    <a:gd name="csY31" fmla="*/ 423888 h 619961"/>
                    <a:gd name="csX32" fmla="*/ 43107 w 488822"/>
                    <a:gd name="csY32" fmla="*/ 439422 h 619961"/>
                    <a:gd name="csX33" fmla="*/ 58477 w 488822"/>
                    <a:gd name="csY33" fmla="*/ 454497 h 619961"/>
                    <a:gd name="csX34" fmla="*/ 74364 w 488822"/>
                    <a:gd name="csY34" fmla="*/ 468998 h 619961"/>
                    <a:gd name="csX35" fmla="*/ 90767 w 488822"/>
                    <a:gd name="csY35" fmla="*/ 482984 h 619961"/>
                    <a:gd name="csX36" fmla="*/ 107572 w 488822"/>
                    <a:gd name="csY36" fmla="*/ 496339 h 619961"/>
                    <a:gd name="csX37" fmla="*/ 124892 w 488822"/>
                    <a:gd name="csY37" fmla="*/ 509179 h 619961"/>
                    <a:gd name="csX38" fmla="*/ 142557 w 488822"/>
                    <a:gd name="csY38" fmla="*/ 521388 h 619961"/>
                    <a:gd name="csX39" fmla="*/ 160738 w 488822"/>
                    <a:gd name="csY39" fmla="*/ 532966 h 619961"/>
                    <a:gd name="csX40" fmla="*/ 179206 w 488822"/>
                    <a:gd name="csY40" fmla="*/ 543914 h 619961"/>
                    <a:gd name="csX41" fmla="*/ 198133 w 488822"/>
                    <a:gd name="csY41" fmla="*/ 554231 h 619961"/>
                    <a:gd name="csX42" fmla="*/ 217346 w 488822"/>
                    <a:gd name="csY42" fmla="*/ 563861 h 619961"/>
                    <a:gd name="csX43" fmla="*/ 236904 w 488822"/>
                    <a:gd name="csY43" fmla="*/ 572860 h 619961"/>
                    <a:gd name="csX44" fmla="*/ 256691 w 488822"/>
                    <a:gd name="csY44" fmla="*/ 581171 h 619961"/>
                    <a:gd name="csX45" fmla="*/ 276822 w 488822"/>
                    <a:gd name="csY45" fmla="*/ 588852 h 619961"/>
                    <a:gd name="csX46" fmla="*/ 297182 w 488822"/>
                    <a:gd name="csY46" fmla="*/ 595788 h 619961"/>
                    <a:gd name="csX47" fmla="*/ 317772 w 488822"/>
                    <a:gd name="csY47" fmla="*/ 601978 h 619961"/>
                    <a:gd name="csX48" fmla="*/ 338591 w 488822"/>
                    <a:gd name="csY48" fmla="*/ 607538 h 619961"/>
                    <a:gd name="csX49" fmla="*/ 359583 w 488822"/>
                    <a:gd name="csY49" fmla="*/ 612353 h 619961"/>
                    <a:gd name="csX50" fmla="*/ 380689 w 488822"/>
                    <a:gd name="csY50" fmla="*/ 616422 h 619961"/>
                    <a:gd name="csX51" fmla="*/ 401967 w 488822"/>
                    <a:gd name="csY51" fmla="*/ 619804 h 619961"/>
                    <a:gd name="csX52" fmla="*/ 404949 w 488822"/>
                    <a:gd name="csY52" fmla="*/ 598424 h 619961"/>
                    <a:gd name="csX53" fmla="*/ 407931 w 488822"/>
                    <a:gd name="csY53" fmla="*/ 577044 h 619961"/>
                    <a:gd name="csX54" fmla="*/ 410971 w 488822"/>
                    <a:gd name="csY54" fmla="*/ 555664 h 619961"/>
                    <a:gd name="csX55" fmla="*/ 413954 w 488822"/>
                    <a:gd name="csY55" fmla="*/ 534284 h 619961"/>
                    <a:gd name="csX56" fmla="*/ 416993 w 488822"/>
                    <a:gd name="csY56" fmla="*/ 512905 h 619961"/>
                    <a:gd name="csX57" fmla="*/ 419976 w 488822"/>
                    <a:gd name="csY57" fmla="*/ 491524 h 619961"/>
                    <a:gd name="csX58" fmla="*/ 422958 w 488822"/>
                    <a:gd name="csY58" fmla="*/ 470144 h 619961"/>
                    <a:gd name="csX59" fmla="*/ 425998 w 488822"/>
                    <a:gd name="csY59" fmla="*/ 448765 h 619961"/>
                    <a:gd name="csX60" fmla="*/ 428980 w 488822"/>
                    <a:gd name="csY60" fmla="*/ 427385 h 619961"/>
                    <a:gd name="csX61" fmla="*/ 432020 w 488822"/>
                    <a:gd name="csY61" fmla="*/ 406005 h 619961"/>
                    <a:gd name="csX62" fmla="*/ 435002 w 488822"/>
                    <a:gd name="csY62" fmla="*/ 384625 h 619961"/>
                    <a:gd name="csX63" fmla="*/ 437985 w 488822"/>
                    <a:gd name="csY63" fmla="*/ 363245 h 619961"/>
                    <a:gd name="csX64" fmla="*/ 441024 w 488822"/>
                    <a:gd name="csY64" fmla="*/ 341865 h 619961"/>
                    <a:gd name="csX65" fmla="*/ 444007 w 488822"/>
                    <a:gd name="csY65" fmla="*/ 320485 h 619961"/>
                    <a:gd name="csX66" fmla="*/ 447046 w 488822"/>
                    <a:gd name="csY66" fmla="*/ 299105 h 619961"/>
                    <a:gd name="csX67" fmla="*/ 450029 w 488822"/>
                    <a:gd name="csY67" fmla="*/ 277725 h 619961"/>
                    <a:gd name="csX68" fmla="*/ 453069 w 488822"/>
                    <a:gd name="csY68" fmla="*/ 256345 h 619961"/>
                    <a:gd name="csX69" fmla="*/ 456051 w 488822"/>
                    <a:gd name="csY69" fmla="*/ 234965 h 619961"/>
                    <a:gd name="csX70" fmla="*/ 459033 w 488822"/>
                    <a:gd name="csY70" fmla="*/ 213585 h 619961"/>
                    <a:gd name="csX71" fmla="*/ 462073 w 488822"/>
                    <a:gd name="csY71" fmla="*/ 192205 h 619961"/>
                    <a:gd name="csX72" fmla="*/ 465055 w 488822"/>
                    <a:gd name="csY72" fmla="*/ 170825 h 619961"/>
                    <a:gd name="csX73" fmla="*/ 468095 w 488822"/>
                    <a:gd name="csY73" fmla="*/ 149445 h 619961"/>
                    <a:gd name="csX74" fmla="*/ 471078 w 488822"/>
                    <a:gd name="csY74" fmla="*/ 128065 h 619961"/>
                    <a:gd name="csX75" fmla="*/ 474060 w 488822"/>
                    <a:gd name="csY75" fmla="*/ 106685 h 619961"/>
                    <a:gd name="csX76" fmla="*/ 477100 w 488822"/>
                    <a:gd name="csY76" fmla="*/ 85305 h 619961"/>
                    <a:gd name="csX77" fmla="*/ 480082 w 488822"/>
                    <a:gd name="csY77" fmla="*/ 63925 h 619961"/>
                    <a:gd name="csX78" fmla="*/ 483122 w 488822"/>
                    <a:gd name="csY78" fmla="*/ 42603 h 619961"/>
                    <a:gd name="csX79" fmla="*/ 486104 w 488822"/>
                    <a:gd name="csY79" fmla="*/ 21223 h 619961"/>
                    <a:gd name="csX80" fmla="*/ 489086 w 488822"/>
                    <a:gd name="csY80" fmla="*/ -157 h 619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488822" h="619961">
                      <a:moveTo>
                        <a:pt x="489086" y="-157"/>
                      </a:moveTo>
                      <a:lnTo>
                        <a:pt x="472282" y="13313"/>
                      </a:lnTo>
                      <a:lnTo>
                        <a:pt x="455420" y="26840"/>
                      </a:lnTo>
                      <a:lnTo>
                        <a:pt x="438558" y="40310"/>
                      </a:lnTo>
                      <a:lnTo>
                        <a:pt x="421696" y="53837"/>
                      </a:lnTo>
                      <a:lnTo>
                        <a:pt x="404834" y="67307"/>
                      </a:lnTo>
                      <a:lnTo>
                        <a:pt x="387972" y="80834"/>
                      </a:lnTo>
                      <a:lnTo>
                        <a:pt x="371111" y="94304"/>
                      </a:lnTo>
                      <a:lnTo>
                        <a:pt x="354249" y="107832"/>
                      </a:lnTo>
                      <a:lnTo>
                        <a:pt x="337387" y="121302"/>
                      </a:lnTo>
                      <a:lnTo>
                        <a:pt x="320525" y="134772"/>
                      </a:lnTo>
                      <a:lnTo>
                        <a:pt x="303663" y="148299"/>
                      </a:lnTo>
                      <a:lnTo>
                        <a:pt x="286801" y="161769"/>
                      </a:lnTo>
                      <a:lnTo>
                        <a:pt x="269939" y="175296"/>
                      </a:lnTo>
                      <a:lnTo>
                        <a:pt x="253077" y="188766"/>
                      </a:lnTo>
                      <a:lnTo>
                        <a:pt x="236273" y="202293"/>
                      </a:lnTo>
                      <a:lnTo>
                        <a:pt x="219411" y="215763"/>
                      </a:lnTo>
                      <a:lnTo>
                        <a:pt x="202549" y="229290"/>
                      </a:lnTo>
                      <a:lnTo>
                        <a:pt x="185687" y="242760"/>
                      </a:lnTo>
                      <a:lnTo>
                        <a:pt x="168825" y="256288"/>
                      </a:lnTo>
                      <a:lnTo>
                        <a:pt x="151963" y="269758"/>
                      </a:lnTo>
                      <a:lnTo>
                        <a:pt x="135101" y="283285"/>
                      </a:lnTo>
                      <a:lnTo>
                        <a:pt x="118239" y="296755"/>
                      </a:lnTo>
                      <a:lnTo>
                        <a:pt x="101378" y="310282"/>
                      </a:lnTo>
                      <a:lnTo>
                        <a:pt x="84516" y="323752"/>
                      </a:lnTo>
                      <a:lnTo>
                        <a:pt x="67654" y="337279"/>
                      </a:lnTo>
                      <a:lnTo>
                        <a:pt x="50792" y="350749"/>
                      </a:lnTo>
                      <a:lnTo>
                        <a:pt x="33930" y="364276"/>
                      </a:lnTo>
                      <a:lnTo>
                        <a:pt x="17068" y="377746"/>
                      </a:lnTo>
                      <a:lnTo>
                        <a:pt x="264" y="391274"/>
                      </a:lnTo>
                      <a:lnTo>
                        <a:pt x="13971" y="407839"/>
                      </a:lnTo>
                      <a:lnTo>
                        <a:pt x="28252" y="423888"/>
                      </a:lnTo>
                      <a:lnTo>
                        <a:pt x="43107" y="439422"/>
                      </a:lnTo>
                      <a:lnTo>
                        <a:pt x="58477" y="454497"/>
                      </a:lnTo>
                      <a:lnTo>
                        <a:pt x="74364" y="468998"/>
                      </a:lnTo>
                      <a:lnTo>
                        <a:pt x="90767" y="482984"/>
                      </a:lnTo>
                      <a:lnTo>
                        <a:pt x="107572" y="496339"/>
                      </a:lnTo>
                      <a:lnTo>
                        <a:pt x="124892" y="509179"/>
                      </a:lnTo>
                      <a:lnTo>
                        <a:pt x="142557" y="521388"/>
                      </a:lnTo>
                      <a:lnTo>
                        <a:pt x="160738" y="532966"/>
                      </a:lnTo>
                      <a:lnTo>
                        <a:pt x="179206" y="543914"/>
                      </a:lnTo>
                      <a:lnTo>
                        <a:pt x="198133" y="554231"/>
                      </a:lnTo>
                      <a:lnTo>
                        <a:pt x="217346" y="563861"/>
                      </a:lnTo>
                      <a:lnTo>
                        <a:pt x="236904" y="572860"/>
                      </a:lnTo>
                      <a:lnTo>
                        <a:pt x="256691" y="581171"/>
                      </a:lnTo>
                      <a:lnTo>
                        <a:pt x="276822" y="588852"/>
                      </a:lnTo>
                      <a:lnTo>
                        <a:pt x="297182" y="595788"/>
                      </a:lnTo>
                      <a:lnTo>
                        <a:pt x="317772" y="601978"/>
                      </a:lnTo>
                      <a:lnTo>
                        <a:pt x="338591" y="607538"/>
                      </a:lnTo>
                      <a:lnTo>
                        <a:pt x="359583" y="612353"/>
                      </a:lnTo>
                      <a:lnTo>
                        <a:pt x="380689" y="616422"/>
                      </a:lnTo>
                      <a:lnTo>
                        <a:pt x="401967" y="619804"/>
                      </a:lnTo>
                      <a:lnTo>
                        <a:pt x="404949" y="598424"/>
                      </a:lnTo>
                      <a:lnTo>
                        <a:pt x="407931" y="577044"/>
                      </a:lnTo>
                      <a:lnTo>
                        <a:pt x="410971" y="555664"/>
                      </a:lnTo>
                      <a:lnTo>
                        <a:pt x="413954" y="534284"/>
                      </a:lnTo>
                      <a:lnTo>
                        <a:pt x="416993" y="512905"/>
                      </a:lnTo>
                      <a:lnTo>
                        <a:pt x="419976" y="491524"/>
                      </a:lnTo>
                      <a:lnTo>
                        <a:pt x="422958" y="470144"/>
                      </a:lnTo>
                      <a:lnTo>
                        <a:pt x="425998" y="448765"/>
                      </a:lnTo>
                      <a:lnTo>
                        <a:pt x="428980" y="427385"/>
                      </a:lnTo>
                      <a:lnTo>
                        <a:pt x="432020" y="406005"/>
                      </a:lnTo>
                      <a:lnTo>
                        <a:pt x="435002" y="384625"/>
                      </a:lnTo>
                      <a:lnTo>
                        <a:pt x="437985" y="363245"/>
                      </a:lnTo>
                      <a:lnTo>
                        <a:pt x="441024" y="341865"/>
                      </a:lnTo>
                      <a:lnTo>
                        <a:pt x="444007" y="320485"/>
                      </a:lnTo>
                      <a:lnTo>
                        <a:pt x="447046" y="299105"/>
                      </a:lnTo>
                      <a:lnTo>
                        <a:pt x="450029" y="277725"/>
                      </a:lnTo>
                      <a:lnTo>
                        <a:pt x="453069" y="256345"/>
                      </a:lnTo>
                      <a:lnTo>
                        <a:pt x="456051" y="234965"/>
                      </a:lnTo>
                      <a:lnTo>
                        <a:pt x="459033" y="213585"/>
                      </a:lnTo>
                      <a:lnTo>
                        <a:pt x="462073" y="192205"/>
                      </a:lnTo>
                      <a:lnTo>
                        <a:pt x="465055" y="170825"/>
                      </a:lnTo>
                      <a:lnTo>
                        <a:pt x="468095" y="149445"/>
                      </a:lnTo>
                      <a:lnTo>
                        <a:pt x="471078" y="128065"/>
                      </a:lnTo>
                      <a:lnTo>
                        <a:pt x="474060" y="106685"/>
                      </a:lnTo>
                      <a:lnTo>
                        <a:pt x="477100" y="85305"/>
                      </a:lnTo>
                      <a:lnTo>
                        <a:pt x="480082" y="63925"/>
                      </a:lnTo>
                      <a:lnTo>
                        <a:pt x="483122" y="42603"/>
                      </a:lnTo>
                      <a:lnTo>
                        <a:pt x="486104" y="21223"/>
                      </a:lnTo>
                      <a:lnTo>
                        <a:pt x="489086" y="-157"/>
                      </a:lnTo>
                      <a:close/>
                    </a:path>
                  </a:pathLst>
                </a:custGeom>
                <a:solidFill>
                  <a:srgbClr val="E18727">
                    <a:alpha val="80000"/>
                  </a:srgbClr>
                </a:solidFill>
                <a:ln w="6131" cap="flat">
                  <a:solidFill>
                    <a:srgbClr val="FFFFFF"/>
                  </a:solidFill>
                  <a:prstDash val="solid"/>
                  <a:miter/>
                </a:ln>
              </p:spPr>
              <p:txBody>
                <a:bodyPr/>
                <a:lstStyle/>
                <a:p>
                  <a:endParaRPr lang="zh-CN" altLang="en-US" sz="2190"/>
                </a:p>
              </p:txBody>
            </p:sp>
            <p:sp>
              <p:nvSpPr>
                <p:cNvPr id="319" name="任意多边形: 形状 318"/>
                <p:cNvSpPr/>
                <p:nvPr/>
              </p:nvSpPr>
              <p:spPr>
                <a:xfrm>
                  <a:off x="4273990" y="2004720"/>
                  <a:ext cx="626356" cy="528881"/>
                </a:xfrm>
                <a:custGeom>
                  <a:avLst/>
                  <a:gdLst>
                    <a:gd name="csX0" fmla="*/ 626626 w 626356"/>
                    <a:gd name="csY0" fmla="*/ 137311 h 528881"/>
                    <a:gd name="csX1" fmla="*/ 605578 w 626356"/>
                    <a:gd name="csY1" fmla="*/ 132554 h 528881"/>
                    <a:gd name="csX2" fmla="*/ 584529 w 626356"/>
                    <a:gd name="csY2" fmla="*/ 127796 h 528881"/>
                    <a:gd name="csX3" fmla="*/ 563423 w 626356"/>
                    <a:gd name="csY3" fmla="*/ 123096 h 528881"/>
                    <a:gd name="csX4" fmla="*/ 542374 w 626356"/>
                    <a:gd name="csY4" fmla="*/ 118339 h 528881"/>
                    <a:gd name="csX5" fmla="*/ 521268 w 626356"/>
                    <a:gd name="csY5" fmla="*/ 113581 h 528881"/>
                    <a:gd name="csX6" fmla="*/ 500220 w 626356"/>
                    <a:gd name="csY6" fmla="*/ 108881 h 528881"/>
                    <a:gd name="csX7" fmla="*/ 479114 w 626356"/>
                    <a:gd name="csY7" fmla="*/ 104123 h 528881"/>
                    <a:gd name="csX8" fmla="*/ 458065 w 626356"/>
                    <a:gd name="csY8" fmla="*/ 99366 h 528881"/>
                    <a:gd name="csX9" fmla="*/ 436959 w 626356"/>
                    <a:gd name="csY9" fmla="*/ 94666 h 528881"/>
                    <a:gd name="csX10" fmla="*/ 415910 w 626356"/>
                    <a:gd name="csY10" fmla="*/ 89908 h 528881"/>
                    <a:gd name="csX11" fmla="*/ 394861 w 626356"/>
                    <a:gd name="csY11" fmla="*/ 85151 h 528881"/>
                    <a:gd name="csX12" fmla="*/ 373755 w 626356"/>
                    <a:gd name="csY12" fmla="*/ 80451 h 528881"/>
                    <a:gd name="csX13" fmla="*/ 352707 w 626356"/>
                    <a:gd name="csY13" fmla="*/ 75693 h 528881"/>
                    <a:gd name="csX14" fmla="*/ 331601 w 626356"/>
                    <a:gd name="csY14" fmla="*/ 70936 h 528881"/>
                    <a:gd name="csX15" fmla="*/ 310552 w 626356"/>
                    <a:gd name="csY15" fmla="*/ 66236 h 528881"/>
                    <a:gd name="csX16" fmla="*/ 289446 w 626356"/>
                    <a:gd name="csY16" fmla="*/ 61478 h 528881"/>
                    <a:gd name="csX17" fmla="*/ 268397 w 626356"/>
                    <a:gd name="csY17" fmla="*/ 56721 h 528881"/>
                    <a:gd name="csX18" fmla="*/ 247291 w 626356"/>
                    <a:gd name="csY18" fmla="*/ 52021 h 528881"/>
                    <a:gd name="csX19" fmla="*/ 226242 w 626356"/>
                    <a:gd name="csY19" fmla="*/ 47263 h 528881"/>
                    <a:gd name="csX20" fmla="*/ 205194 w 626356"/>
                    <a:gd name="csY20" fmla="*/ 42506 h 528881"/>
                    <a:gd name="csX21" fmla="*/ 184088 w 626356"/>
                    <a:gd name="csY21" fmla="*/ 37805 h 528881"/>
                    <a:gd name="csX22" fmla="*/ 163039 w 626356"/>
                    <a:gd name="csY22" fmla="*/ 33048 h 528881"/>
                    <a:gd name="csX23" fmla="*/ 141933 w 626356"/>
                    <a:gd name="csY23" fmla="*/ 28291 h 528881"/>
                    <a:gd name="csX24" fmla="*/ 120884 w 626356"/>
                    <a:gd name="csY24" fmla="*/ 23590 h 528881"/>
                    <a:gd name="csX25" fmla="*/ 99778 w 626356"/>
                    <a:gd name="csY25" fmla="*/ 18833 h 528881"/>
                    <a:gd name="csX26" fmla="*/ 78730 w 626356"/>
                    <a:gd name="csY26" fmla="*/ 14076 h 528881"/>
                    <a:gd name="csX27" fmla="*/ 57624 w 626356"/>
                    <a:gd name="csY27" fmla="*/ 9375 h 528881"/>
                    <a:gd name="csX28" fmla="*/ 36575 w 626356"/>
                    <a:gd name="csY28" fmla="*/ 4618 h 528881"/>
                    <a:gd name="csX29" fmla="*/ 15469 w 626356"/>
                    <a:gd name="csY29" fmla="*/ -140 h 528881"/>
                    <a:gd name="csX30" fmla="*/ 11110 w 626356"/>
                    <a:gd name="csY30" fmla="*/ 21011 h 528881"/>
                    <a:gd name="csX31" fmla="*/ 7497 w 626356"/>
                    <a:gd name="csY31" fmla="*/ 42334 h 528881"/>
                    <a:gd name="csX32" fmla="*/ 4572 w 626356"/>
                    <a:gd name="csY32" fmla="*/ 63714 h 528881"/>
                    <a:gd name="csX33" fmla="*/ 2392 w 626356"/>
                    <a:gd name="csY33" fmla="*/ 85208 h 528881"/>
                    <a:gd name="csX34" fmla="*/ 958 w 626356"/>
                    <a:gd name="csY34" fmla="*/ 106760 h 528881"/>
                    <a:gd name="csX35" fmla="*/ 270 w 626356"/>
                    <a:gd name="csY35" fmla="*/ 128312 h 528881"/>
                    <a:gd name="csX36" fmla="*/ 328 w 626356"/>
                    <a:gd name="csY36" fmla="*/ 149921 h 528881"/>
                    <a:gd name="csX37" fmla="*/ 1188 w 626356"/>
                    <a:gd name="csY37" fmla="*/ 171473 h 528881"/>
                    <a:gd name="csX38" fmla="*/ 2736 w 626356"/>
                    <a:gd name="csY38" fmla="*/ 193025 h 528881"/>
                    <a:gd name="csX39" fmla="*/ 5030 w 626356"/>
                    <a:gd name="csY39" fmla="*/ 214462 h 528881"/>
                    <a:gd name="csX40" fmla="*/ 8013 w 626356"/>
                    <a:gd name="csY40" fmla="*/ 235842 h 528881"/>
                    <a:gd name="csX41" fmla="*/ 11798 w 626356"/>
                    <a:gd name="csY41" fmla="*/ 257108 h 528881"/>
                    <a:gd name="csX42" fmla="*/ 16329 w 626356"/>
                    <a:gd name="csY42" fmla="*/ 278258 h 528881"/>
                    <a:gd name="csX43" fmla="*/ 21548 w 626356"/>
                    <a:gd name="csY43" fmla="*/ 299180 h 528881"/>
                    <a:gd name="csX44" fmla="*/ 27456 w 626356"/>
                    <a:gd name="csY44" fmla="*/ 319929 h 528881"/>
                    <a:gd name="csX45" fmla="*/ 34166 w 626356"/>
                    <a:gd name="csY45" fmla="*/ 340507 h 528881"/>
                    <a:gd name="csX46" fmla="*/ 41507 w 626356"/>
                    <a:gd name="csY46" fmla="*/ 360798 h 528881"/>
                    <a:gd name="csX47" fmla="*/ 49537 w 626356"/>
                    <a:gd name="csY47" fmla="*/ 380802 h 528881"/>
                    <a:gd name="csX48" fmla="*/ 58312 w 626356"/>
                    <a:gd name="csY48" fmla="*/ 400577 h 528881"/>
                    <a:gd name="csX49" fmla="*/ 67718 w 626356"/>
                    <a:gd name="csY49" fmla="*/ 420008 h 528881"/>
                    <a:gd name="csX50" fmla="*/ 77812 w 626356"/>
                    <a:gd name="csY50" fmla="*/ 439095 h 528881"/>
                    <a:gd name="csX51" fmla="*/ 88537 w 626356"/>
                    <a:gd name="csY51" fmla="*/ 457838 h 528881"/>
                    <a:gd name="csX52" fmla="*/ 99950 w 626356"/>
                    <a:gd name="csY52" fmla="*/ 476181 h 528881"/>
                    <a:gd name="csX53" fmla="*/ 111937 w 626356"/>
                    <a:gd name="csY53" fmla="*/ 494121 h 528881"/>
                    <a:gd name="csX54" fmla="*/ 124555 w 626356"/>
                    <a:gd name="csY54" fmla="*/ 511661 h 528881"/>
                    <a:gd name="csX55" fmla="*/ 137804 w 626356"/>
                    <a:gd name="csY55" fmla="*/ 528742 h 528881"/>
                    <a:gd name="csX56" fmla="*/ 154608 w 626356"/>
                    <a:gd name="csY56" fmla="*/ 515215 h 528881"/>
                    <a:gd name="csX57" fmla="*/ 171470 w 626356"/>
                    <a:gd name="csY57" fmla="*/ 501745 h 528881"/>
                    <a:gd name="csX58" fmla="*/ 188332 w 626356"/>
                    <a:gd name="csY58" fmla="*/ 488218 h 528881"/>
                    <a:gd name="csX59" fmla="*/ 205194 w 626356"/>
                    <a:gd name="csY59" fmla="*/ 474748 h 528881"/>
                    <a:gd name="csX60" fmla="*/ 222056 w 626356"/>
                    <a:gd name="csY60" fmla="*/ 461220 h 528881"/>
                    <a:gd name="csX61" fmla="*/ 238918 w 626356"/>
                    <a:gd name="csY61" fmla="*/ 447750 h 528881"/>
                    <a:gd name="csX62" fmla="*/ 255779 w 626356"/>
                    <a:gd name="csY62" fmla="*/ 434223 h 528881"/>
                    <a:gd name="csX63" fmla="*/ 272641 w 626356"/>
                    <a:gd name="csY63" fmla="*/ 420753 h 528881"/>
                    <a:gd name="csX64" fmla="*/ 289503 w 626356"/>
                    <a:gd name="csY64" fmla="*/ 407226 h 528881"/>
                    <a:gd name="csX65" fmla="*/ 306365 w 626356"/>
                    <a:gd name="csY65" fmla="*/ 393756 h 528881"/>
                    <a:gd name="csX66" fmla="*/ 323227 w 626356"/>
                    <a:gd name="csY66" fmla="*/ 380229 h 528881"/>
                    <a:gd name="csX67" fmla="*/ 340089 w 626356"/>
                    <a:gd name="csY67" fmla="*/ 366759 h 528881"/>
                    <a:gd name="csX68" fmla="*/ 356951 w 626356"/>
                    <a:gd name="csY68" fmla="*/ 353231 h 528881"/>
                    <a:gd name="csX69" fmla="*/ 373813 w 626356"/>
                    <a:gd name="csY69" fmla="*/ 339762 h 528881"/>
                    <a:gd name="csX70" fmla="*/ 390617 w 626356"/>
                    <a:gd name="csY70" fmla="*/ 326234 h 528881"/>
                    <a:gd name="csX71" fmla="*/ 407479 w 626356"/>
                    <a:gd name="csY71" fmla="*/ 312764 h 528881"/>
                    <a:gd name="csX72" fmla="*/ 424341 w 626356"/>
                    <a:gd name="csY72" fmla="*/ 299237 h 528881"/>
                    <a:gd name="csX73" fmla="*/ 441203 w 626356"/>
                    <a:gd name="csY73" fmla="*/ 285767 h 528881"/>
                    <a:gd name="csX74" fmla="*/ 458065 w 626356"/>
                    <a:gd name="csY74" fmla="*/ 272240 h 528881"/>
                    <a:gd name="csX75" fmla="*/ 474927 w 626356"/>
                    <a:gd name="csY75" fmla="*/ 258770 h 528881"/>
                    <a:gd name="csX76" fmla="*/ 491789 w 626356"/>
                    <a:gd name="csY76" fmla="*/ 245300 h 528881"/>
                    <a:gd name="csX77" fmla="*/ 508651 w 626356"/>
                    <a:gd name="csY77" fmla="*/ 231773 h 528881"/>
                    <a:gd name="csX78" fmla="*/ 525512 w 626356"/>
                    <a:gd name="csY78" fmla="*/ 218303 h 528881"/>
                    <a:gd name="csX79" fmla="*/ 542374 w 626356"/>
                    <a:gd name="csY79" fmla="*/ 204775 h 528881"/>
                    <a:gd name="csX80" fmla="*/ 559236 w 626356"/>
                    <a:gd name="csY80" fmla="*/ 191305 h 528881"/>
                    <a:gd name="csX81" fmla="*/ 576098 w 626356"/>
                    <a:gd name="csY81" fmla="*/ 177778 h 528881"/>
                    <a:gd name="csX82" fmla="*/ 592960 w 626356"/>
                    <a:gd name="csY82" fmla="*/ 164308 h 528881"/>
                    <a:gd name="csX83" fmla="*/ 609822 w 626356"/>
                    <a:gd name="csY83" fmla="*/ 150781 h 528881"/>
                    <a:gd name="csX84" fmla="*/ 626626 w 626356"/>
                    <a:gd name="csY84" fmla="*/ 137311 h 5288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Lst>
                  <a:rect l="l" t="t" r="r" b="b"/>
                  <a:pathLst>
                    <a:path w="626356" h="528881">
                      <a:moveTo>
                        <a:pt x="626626" y="137311"/>
                      </a:moveTo>
                      <a:lnTo>
                        <a:pt x="605578" y="132554"/>
                      </a:lnTo>
                      <a:lnTo>
                        <a:pt x="584529" y="127796"/>
                      </a:lnTo>
                      <a:lnTo>
                        <a:pt x="563423" y="123096"/>
                      </a:lnTo>
                      <a:lnTo>
                        <a:pt x="542374" y="118339"/>
                      </a:lnTo>
                      <a:lnTo>
                        <a:pt x="521268" y="113581"/>
                      </a:lnTo>
                      <a:lnTo>
                        <a:pt x="500220" y="108881"/>
                      </a:lnTo>
                      <a:lnTo>
                        <a:pt x="479114" y="104123"/>
                      </a:lnTo>
                      <a:lnTo>
                        <a:pt x="458065" y="99366"/>
                      </a:lnTo>
                      <a:lnTo>
                        <a:pt x="436959" y="94666"/>
                      </a:lnTo>
                      <a:lnTo>
                        <a:pt x="415910" y="89908"/>
                      </a:lnTo>
                      <a:lnTo>
                        <a:pt x="394861" y="85151"/>
                      </a:lnTo>
                      <a:lnTo>
                        <a:pt x="373755" y="80451"/>
                      </a:lnTo>
                      <a:lnTo>
                        <a:pt x="352707" y="75693"/>
                      </a:lnTo>
                      <a:lnTo>
                        <a:pt x="331601" y="70936"/>
                      </a:lnTo>
                      <a:lnTo>
                        <a:pt x="310552" y="66236"/>
                      </a:lnTo>
                      <a:lnTo>
                        <a:pt x="289446" y="61478"/>
                      </a:lnTo>
                      <a:lnTo>
                        <a:pt x="268397" y="56721"/>
                      </a:lnTo>
                      <a:lnTo>
                        <a:pt x="247291" y="52021"/>
                      </a:lnTo>
                      <a:lnTo>
                        <a:pt x="226242" y="47263"/>
                      </a:lnTo>
                      <a:lnTo>
                        <a:pt x="205194" y="42506"/>
                      </a:lnTo>
                      <a:lnTo>
                        <a:pt x="184088" y="37805"/>
                      </a:lnTo>
                      <a:lnTo>
                        <a:pt x="163039" y="33048"/>
                      </a:lnTo>
                      <a:lnTo>
                        <a:pt x="141933" y="28291"/>
                      </a:lnTo>
                      <a:lnTo>
                        <a:pt x="120884" y="23590"/>
                      </a:lnTo>
                      <a:lnTo>
                        <a:pt x="99778" y="18833"/>
                      </a:lnTo>
                      <a:lnTo>
                        <a:pt x="78730" y="14076"/>
                      </a:lnTo>
                      <a:lnTo>
                        <a:pt x="57624" y="9375"/>
                      </a:lnTo>
                      <a:lnTo>
                        <a:pt x="36575" y="4618"/>
                      </a:lnTo>
                      <a:lnTo>
                        <a:pt x="15469" y="-140"/>
                      </a:lnTo>
                      <a:lnTo>
                        <a:pt x="11110" y="21011"/>
                      </a:lnTo>
                      <a:lnTo>
                        <a:pt x="7497" y="42334"/>
                      </a:lnTo>
                      <a:lnTo>
                        <a:pt x="4572" y="63714"/>
                      </a:lnTo>
                      <a:lnTo>
                        <a:pt x="2392" y="85208"/>
                      </a:lnTo>
                      <a:lnTo>
                        <a:pt x="958" y="106760"/>
                      </a:lnTo>
                      <a:lnTo>
                        <a:pt x="270" y="128312"/>
                      </a:lnTo>
                      <a:lnTo>
                        <a:pt x="328" y="149921"/>
                      </a:lnTo>
                      <a:lnTo>
                        <a:pt x="1188" y="171473"/>
                      </a:lnTo>
                      <a:lnTo>
                        <a:pt x="2736" y="193025"/>
                      </a:lnTo>
                      <a:lnTo>
                        <a:pt x="5030" y="214462"/>
                      </a:lnTo>
                      <a:lnTo>
                        <a:pt x="8013" y="235842"/>
                      </a:lnTo>
                      <a:lnTo>
                        <a:pt x="11798" y="257108"/>
                      </a:lnTo>
                      <a:lnTo>
                        <a:pt x="16329" y="278258"/>
                      </a:lnTo>
                      <a:lnTo>
                        <a:pt x="21548" y="299180"/>
                      </a:lnTo>
                      <a:lnTo>
                        <a:pt x="27456" y="319929"/>
                      </a:lnTo>
                      <a:lnTo>
                        <a:pt x="34166" y="340507"/>
                      </a:lnTo>
                      <a:lnTo>
                        <a:pt x="41507" y="360798"/>
                      </a:lnTo>
                      <a:lnTo>
                        <a:pt x="49537" y="380802"/>
                      </a:lnTo>
                      <a:lnTo>
                        <a:pt x="58312" y="400577"/>
                      </a:lnTo>
                      <a:lnTo>
                        <a:pt x="67718" y="420008"/>
                      </a:lnTo>
                      <a:lnTo>
                        <a:pt x="77812" y="439095"/>
                      </a:lnTo>
                      <a:lnTo>
                        <a:pt x="88537" y="457838"/>
                      </a:lnTo>
                      <a:lnTo>
                        <a:pt x="99950" y="476181"/>
                      </a:lnTo>
                      <a:lnTo>
                        <a:pt x="111937" y="494121"/>
                      </a:lnTo>
                      <a:lnTo>
                        <a:pt x="124555" y="511661"/>
                      </a:lnTo>
                      <a:lnTo>
                        <a:pt x="137804" y="528742"/>
                      </a:lnTo>
                      <a:lnTo>
                        <a:pt x="154608" y="515215"/>
                      </a:lnTo>
                      <a:lnTo>
                        <a:pt x="171470" y="501745"/>
                      </a:lnTo>
                      <a:lnTo>
                        <a:pt x="188332" y="488218"/>
                      </a:lnTo>
                      <a:lnTo>
                        <a:pt x="205194" y="474748"/>
                      </a:lnTo>
                      <a:lnTo>
                        <a:pt x="222056" y="461220"/>
                      </a:lnTo>
                      <a:lnTo>
                        <a:pt x="238918" y="447750"/>
                      </a:lnTo>
                      <a:lnTo>
                        <a:pt x="255779" y="434223"/>
                      </a:lnTo>
                      <a:lnTo>
                        <a:pt x="272641" y="420753"/>
                      </a:lnTo>
                      <a:lnTo>
                        <a:pt x="289503" y="407226"/>
                      </a:lnTo>
                      <a:lnTo>
                        <a:pt x="306365" y="393756"/>
                      </a:lnTo>
                      <a:lnTo>
                        <a:pt x="323227" y="380229"/>
                      </a:lnTo>
                      <a:lnTo>
                        <a:pt x="340089" y="366759"/>
                      </a:lnTo>
                      <a:lnTo>
                        <a:pt x="356951" y="353231"/>
                      </a:lnTo>
                      <a:lnTo>
                        <a:pt x="373813" y="339762"/>
                      </a:lnTo>
                      <a:lnTo>
                        <a:pt x="390617" y="326234"/>
                      </a:lnTo>
                      <a:lnTo>
                        <a:pt x="407479" y="312764"/>
                      </a:lnTo>
                      <a:lnTo>
                        <a:pt x="424341" y="299237"/>
                      </a:lnTo>
                      <a:lnTo>
                        <a:pt x="441203" y="285767"/>
                      </a:lnTo>
                      <a:lnTo>
                        <a:pt x="458065" y="272240"/>
                      </a:lnTo>
                      <a:lnTo>
                        <a:pt x="474927" y="258770"/>
                      </a:lnTo>
                      <a:lnTo>
                        <a:pt x="491789" y="245300"/>
                      </a:lnTo>
                      <a:lnTo>
                        <a:pt x="508651" y="231773"/>
                      </a:lnTo>
                      <a:lnTo>
                        <a:pt x="525512" y="218303"/>
                      </a:lnTo>
                      <a:lnTo>
                        <a:pt x="542374" y="204775"/>
                      </a:lnTo>
                      <a:lnTo>
                        <a:pt x="559236" y="191305"/>
                      </a:lnTo>
                      <a:lnTo>
                        <a:pt x="576098" y="177778"/>
                      </a:lnTo>
                      <a:lnTo>
                        <a:pt x="592960" y="164308"/>
                      </a:lnTo>
                      <a:lnTo>
                        <a:pt x="609822" y="150781"/>
                      </a:lnTo>
                      <a:lnTo>
                        <a:pt x="626626" y="137311"/>
                      </a:lnTo>
                      <a:close/>
                    </a:path>
                  </a:pathLst>
                </a:custGeom>
                <a:solidFill>
                  <a:srgbClr val="0072B5">
                    <a:alpha val="80000"/>
                  </a:srgbClr>
                </a:solidFill>
                <a:ln w="6131" cap="flat">
                  <a:solidFill>
                    <a:srgbClr val="FFFFFF"/>
                  </a:solidFill>
                  <a:prstDash val="solid"/>
                  <a:miter/>
                </a:ln>
              </p:spPr>
              <p:txBody>
                <a:bodyPr/>
                <a:lstStyle/>
                <a:p>
                  <a:endParaRPr lang="zh-CN" altLang="en-US" sz="2190"/>
                </a:p>
              </p:txBody>
            </p:sp>
            <p:sp>
              <p:nvSpPr>
                <p:cNvPr id="320" name="任意多边形: 形状 319"/>
                <p:cNvSpPr/>
                <p:nvPr/>
              </p:nvSpPr>
              <p:spPr>
                <a:xfrm>
                  <a:off x="4289189" y="1516076"/>
                  <a:ext cx="611157" cy="626094"/>
                </a:xfrm>
                <a:custGeom>
                  <a:avLst/>
                  <a:gdLst>
                    <a:gd name="csX0" fmla="*/ 611427 w 611157"/>
                    <a:gd name="csY0" fmla="*/ 625997 h 626094"/>
                    <a:gd name="csX1" fmla="*/ 611427 w 611157"/>
                    <a:gd name="csY1" fmla="*/ 604388 h 626094"/>
                    <a:gd name="csX2" fmla="*/ 611427 w 611157"/>
                    <a:gd name="csY2" fmla="*/ 582778 h 626094"/>
                    <a:gd name="csX3" fmla="*/ 611427 w 611157"/>
                    <a:gd name="csY3" fmla="*/ 561227 h 626094"/>
                    <a:gd name="csX4" fmla="*/ 611427 w 611157"/>
                    <a:gd name="csY4" fmla="*/ 539617 h 626094"/>
                    <a:gd name="csX5" fmla="*/ 611427 w 611157"/>
                    <a:gd name="csY5" fmla="*/ 518008 h 626094"/>
                    <a:gd name="csX6" fmla="*/ 611427 w 611157"/>
                    <a:gd name="csY6" fmla="*/ 496456 h 626094"/>
                    <a:gd name="csX7" fmla="*/ 611427 w 611157"/>
                    <a:gd name="csY7" fmla="*/ 474847 h 626094"/>
                    <a:gd name="csX8" fmla="*/ 611427 w 611157"/>
                    <a:gd name="csY8" fmla="*/ 453295 h 626094"/>
                    <a:gd name="csX9" fmla="*/ 611427 w 611157"/>
                    <a:gd name="csY9" fmla="*/ 431686 h 626094"/>
                    <a:gd name="csX10" fmla="*/ 611427 w 611157"/>
                    <a:gd name="csY10" fmla="*/ 410077 h 626094"/>
                    <a:gd name="csX11" fmla="*/ 611427 w 611157"/>
                    <a:gd name="csY11" fmla="*/ 388525 h 626094"/>
                    <a:gd name="csX12" fmla="*/ 611427 w 611157"/>
                    <a:gd name="csY12" fmla="*/ 366915 h 626094"/>
                    <a:gd name="csX13" fmla="*/ 611427 w 611157"/>
                    <a:gd name="csY13" fmla="*/ 345306 h 626094"/>
                    <a:gd name="csX14" fmla="*/ 611427 w 611157"/>
                    <a:gd name="csY14" fmla="*/ 323754 h 626094"/>
                    <a:gd name="csX15" fmla="*/ 611427 w 611157"/>
                    <a:gd name="csY15" fmla="*/ 302145 h 626094"/>
                    <a:gd name="csX16" fmla="*/ 611427 w 611157"/>
                    <a:gd name="csY16" fmla="*/ 280593 h 626094"/>
                    <a:gd name="csX17" fmla="*/ 611427 w 611157"/>
                    <a:gd name="csY17" fmla="*/ 258984 h 626094"/>
                    <a:gd name="csX18" fmla="*/ 611427 w 611157"/>
                    <a:gd name="csY18" fmla="*/ 237375 h 626094"/>
                    <a:gd name="csX19" fmla="*/ 611427 w 611157"/>
                    <a:gd name="csY19" fmla="*/ 215823 h 626094"/>
                    <a:gd name="csX20" fmla="*/ 611427 w 611157"/>
                    <a:gd name="csY20" fmla="*/ 194214 h 626094"/>
                    <a:gd name="csX21" fmla="*/ 611427 w 611157"/>
                    <a:gd name="csY21" fmla="*/ 172604 h 626094"/>
                    <a:gd name="csX22" fmla="*/ 611427 w 611157"/>
                    <a:gd name="csY22" fmla="*/ 151052 h 626094"/>
                    <a:gd name="csX23" fmla="*/ 611427 w 611157"/>
                    <a:gd name="csY23" fmla="*/ 129443 h 626094"/>
                    <a:gd name="csX24" fmla="*/ 611427 w 611157"/>
                    <a:gd name="csY24" fmla="*/ 107891 h 626094"/>
                    <a:gd name="csX25" fmla="*/ 611427 w 611157"/>
                    <a:gd name="csY25" fmla="*/ 86282 h 626094"/>
                    <a:gd name="csX26" fmla="*/ 611427 w 611157"/>
                    <a:gd name="csY26" fmla="*/ 64673 h 626094"/>
                    <a:gd name="csX27" fmla="*/ 611427 w 611157"/>
                    <a:gd name="csY27" fmla="*/ 43121 h 626094"/>
                    <a:gd name="csX28" fmla="*/ 611427 w 611157"/>
                    <a:gd name="csY28" fmla="*/ 21512 h 626094"/>
                    <a:gd name="csX29" fmla="*/ 611427 w 611157"/>
                    <a:gd name="csY29" fmla="*/ -98 h 626094"/>
                    <a:gd name="csX30" fmla="*/ 589805 w 611157"/>
                    <a:gd name="csY30" fmla="*/ 304 h 626094"/>
                    <a:gd name="csX31" fmla="*/ 568125 w 611157"/>
                    <a:gd name="csY31" fmla="*/ 1450 h 626094"/>
                    <a:gd name="csX32" fmla="*/ 546560 w 611157"/>
                    <a:gd name="csY32" fmla="*/ 3284 h 626094"/>
                    <a:gd name="csX33" fmla="*/ 524996 w 611157"/>
                    <a:gd name="csY33" fmla="*/ 5921 h 626094"/>
                    <a:gd name="csX34" fmla="*/ 503603 w 611157"/>
                    <a:gd name="csY34" fmla="*/ 9245 h 626094"/>
                    <a:gd name="csX35" fmla="*/ 482325 w 611157"/>
                    <a:gd name="csY35" fmla="*/ 13372 h 626094"/>
                    <a:gd name="csX36" fmla="*/ 461219 w 611157"/>
                    <a:gd name="csY36" fmla="*/ 18187 h 626094"/>
                    <a:gd name="csX37" fmla="*/ 440227 w 611157"/>
                    <a:gd name="csY37" fmla="*/ 23747 h 626094"/>
                    <a:gd name="csX38" fmla="*/ 419523 w 611157"/>
                    <a:gd name="csY38" fmla="*/ 30052 h 626094"/>
                    <a:gd name="csX39" fmla="*/ 398990 w 611157"/>
                    <a:gd name="csY39" fmla="*/ 37045 h 626094"/>
                    <a:gd name="csX40" fmla="*/ 378744 w 611157"/>
                    <a:gd name="csY40" fmla="*/ 44726 h 626094"/>
                    <a:gd name="csX41" fmla="*/ 358728 w 611157"/>
                    <a:gd name="csY41" fmla="*/ 53152 h 626094"/>
                    <a:gd name="csX42" fmla="*/ 339056 w 611157"/>
                    <a:gd name="csY42" fmla="*/ 62208 h 626094"/>
                    <a:gd name="csX43" fmla="*/ 319728 w 611157"/>
                    <a:gd name="csY43" fmla="*/ 71952 h 626094"/>
                    <a:gd name="csX44" fmla="*/ 300686 w 611157"/>
                    <a:gd name="csY44" fmla="*/ 82384 h 626094"/>
                    <a:gd name="csX45" fmla="*/ 282104 w 611157"/>
                    <a:gd name="csY45" fmla="*/ 93447 h 626094"/>
                    <a:gd name="csX46" fmla="*/ 263866 w 611157"/>
                    <a:gd name="csY46" fmla="*/ 105140 h 626094"/>
                    <a:gd name="csX47" fmla="*/ 246029 w 611157"/>
                    <a:gd name="csY47" fmla="*/ 117464 h 626094"/>
                    <a:gd name="csX48" fmla="*/ 228651 w 611157"/>
                    <a:gd name="csY48" fmla="*/ 130418 h 626094"/>
                    <a:gd name="csX49" fmla="*/ 211731 w 611157"/>
                    <a:gd name="csY49" fmla="*/ 143945 h 626094"/>
                    <a:gd name="csX50" fmla="*/ 195271 w 611157"/>
                    <a:gd name="csY50" fmla="*/ 158045 h 626094"/>
                    <a:gd name="csX51" fmla="*/ 179327 w 611157"/>
                    <a:gd name="csY51" fmla="*/ 172719 h 626094"/>
                    <a:gd name="csX52" fmla="*/ 163899 w 611157"/>
                    <a:gd name="csY52" fmla="*/ 187966 h 626094"/>
                    <a:gd name="csX53" fmla="*/ 148987 w 611157"/>
                    <a:gd name="csY53" fmla="*/ 203671 h 626094"/>
                    <a:gd name="csX54" fmla="*/ 134648 w 611157"/>
                    <a:gd name="csY54" fmla="*/ 219950 h 626094"/>
                    <a:gd name="csX55" fmla="*/ 120884 w 611157"/>
                    <a:gd name="csY55" fmla="*/ 236630 h 626094"/>
                    <a:gd name="csX56" fmla="*/ 107692 w 611157"/>
                    <a:gd name="csY56" fmla="*/ 253825 h 626094"/>
                    <a:gd name="csX57" fmla="*/ 95132 w 611157"/>
                    <a:gd name="csY57" fmla="*/ 271479 h 626094"/>
                    <a:gd name="csX58" fmla="*/ 83145 w 611157"/>
                    <a:gd name="csY58" fmla="*/ 289535 h 626094"/>
                    <a:gd name="csX59" fmla="*/ 71846 w 611157"/>
                    <a:gd name="csY59" fmla="*/ 308049 h 626094"/>
                    <a:gd name="csX60" fmla="*/ 61121 w 611157"/>
                    <a:gd name="csY60" fmla="*/ 326850 h 626094"/>
                    <a:gd name="csX61" fmla="*/ 51142 w 611157"/>
                    <a:gd name="csY61" fmla="*/ 346051 h 626094"/>
                    <a:gd name="csX62" fmla="*/ 41736 w 611157"/>
                    <a:gd name="csY62" fmla="*/ 365597 h 626094"/>
                    <a:gd name="csX63" fmla="*/ 33076 w 611157"/>
                    <a:gd name="csY63" fmla="*/ 385487 h 626094"/>
                    <a:gd name="csX64" fmla="*/ 25103 w 611157"/>
                    <a:gd name="csY64" fmla="*/ 405606 h 626094"/>
                    <a:gd name="csX65" fmla="*/ 17820 w 611157"/>
                    <a:gd name="csY65" fmla="*/ 426011 h 626094"/>
                    <a:gd name="csX66" fmla="*/ 11281 w 611157"/>
                    <a:gd name="csY66" fmla="*/ 446646 h 626094"/>
                    <a:gd name="csX67" fmla="*/ 5431 w 611157"/>
                    <a:gd name="csY67" fmla="*/ 467510 h 626094"/>
                    <a:gd name="csX68" fmla="*/ 269 w 611157"/>
                    <a:gd name="csY68" fmla="*/ 488546 h 626094"/>
                    <a:gd name="csX69" fmla="*/ 21375 w 611157"/>
                    <a:gd name="csY69" fmla="*/ 493304 h 626094"/>
                    <a:gd name="csX70" fmla="*/ 42424 w 611157"/>
                    <a:gd name="csY70" fmla="*/ 498061 h 626094"/>
                    <a:gd name="csX71" fmla="*/ 63530 w 611157"/>
                    <a:gd name="csY71" fmla="*/ 502761 h 626094"/>
                    <a:gd name="csX72" fmla="*/ 84579 w 611157"/>
                    <a:gd name="csY72" fmla="*/ 507519 h 626094"/>
                    <a:gd name="csX73" fmla="*/ 105685 w 611157"/>
                    <a:gd name="csY73" fmla="*/ 512276 h 626094"/>
                    <a:gd name="csX74" fmla="*/ 126734 w 611157"/>
                    <a:gd name="csY74" fmla="*/ 516976 h 626094"/>
                    <a:gd name="csX75" fmla="*/ 147840 w 611157"/>
                    <a:gd name="csY75" fmla="*/ 521734 h 626094"/>
                    <a:gd name="csX76" fmla="*/ 168888 w 611157"/>
                    <a:gd name="csY76" fmla="*/ 526491 h 626094"/>
                    <a:gd name="csX77" fmla="*/ 189994 w 611157"/>
                    <a:gd name="csY77" fmla="*/ 531191 h 626094"/>
                    <a:gd name="csX78" fmla="*/ 211043 w 611157"/>
                    <a:gd name="csY78" fmla="*/ 535949 h 626094"/>
                    <a:gd name="csX79" fmla="*/ 232092 w 611157"/>
                    <a:gd name="csY79" fmla="*/ 540706 h 626094"/>
                    <a:gd name="csX80" fmla="*/ 253198 w 611157"/>
                    <a:gd name="csY80" fmla="*/ 545407 h 626094"/>
                    <a:gd name="csX81" fmla="*/ 274247 w 611157"/>
                    <a:gd name="csY81" fmla="*/ 550164 h 626094"/>
                    <a:gd name="csX82" fmla="*/ 295353 w 611157"/>
                    <a:gd name="csY82" fmla="*/ 554922 h 626094"/>
                    <a:gd name="csX83" fmla="*/ 316401 w 611157"/>
                    <a:gd name="csY83" fmla="*/ 559622 h 626094"/>
                    <a:gd name="csX84" fmla="*/ 337507 w 611157"/>
                    <a:gd name="csY84" fmla="*/ 564379 h 626094"/>
                    <a:gd name="csX85" fmla="*/ 358556 w 611157"/>
                    <a:gd name="csY85" fmla="*/ 569137 h 626094"/>
                    <a:gd name="csX86" fmla="*/ 379662 w 611157"/>
                    <a:gd name="csY86" fmla="*/ 573837 h 626094"/>
                    <a:gd name="csX87" fmla="*/ 400711 w 611157"/>
                    <a:gd name="csY87" fmla="*/ 578594 h 626094"/>
                    <a:gd name="csX88" fmla="*/ 421759 w 611157"/>
                    <a:gd name="csY88" fmla="*/ 583352 h 626094"/>
                    <a:gd name="csX89" fmla="*/ 442865 w 611157"/>
                    <a:gd name="csY89" fmla="*/ 588052 h 626094"/>
                    <a:gd name="csX90" fmla="*/ 463914 w 611157"/>
                    <a:gd name="csY90" fmla="*/ 592809 h 626094"/>
                    <a:gd name="csX91" fmla="*/ 485020 w 611157"/>
                    <a:gd name="csY91" fmla="*/ 597567 h 626094"/>
                    <a:gd name="csX92" fmla="*/ 506069 w 611157"/>
                    <a:gd name="csY92" fmla="*/ 602267 h 626094"/>
                    <a:gd name="csX93" fmla="*/ 527175 w 611157"/>
                    <a:gd name="csY93" fmla="*/ 607024 h 626094"/>
                    <a:gd name="csX94" fmla="*/ 548224 w 611157"/>
                    <a:gd name="csY94" fmla="*/ 611782 h 626094"/>
                    <a:gd name="csX95" fmla="*/ 569330 w 611157"/>
                    <a:gd name="csY95" fmla="*/ 616482 h 626094"/>
                    <a:gd name="csX96" fmla="*/ 590378 w 611157"/>
                    <a:gd name="csY96" fmla="*/ 621239 h 626094"/>
                    <a:gd name="csX97" fmla="*/ 611427 w 611157"/>
                    <a:gd name="csY97" fmla="*/ 625997 h 6260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Lst>
                  <a:rect l="l" t="t" r="r" b="b"/>
                  <a:pathLst>
                    <a:path w="611157" h="626094">
                      <a:moveTo>
                        <a:pt x="611427" y="625997"/>
                      </a:moveTo>
                      <a:lnTo>
                        <a:pt x="611427" y="604388"/>
                      </a:lnTo>
                      <a:lnTo>
                        <a:pt x="611427" y="582778"/>
                      </a:lnTo>
                      <a:lnTo>
                        <a:pt x="611427" y="561227"/>
                      </a:lnTo>
                      <a:lnTo>
                        <a:pt x="611427" y="539617"/>
                      </a:lnTo>
                      <a:lnTo>
                        <a:pt x="611427" y="518008"/>
                      </a:lnTo>
                      <a:lnTo>
                        <a:pt x="611427" y="496456"/>
                      </a:lnTo>
                      <a:lnTo>
                        <a:pt x="611427" y="474847"/>
                      </a:lnTo>
                      <a:lnTo>
                        <a:pt x="611427" y="453295"/>
                      </a:lnTo>
                      <a:lnTo>
                        <a:pt x="611427" y="431686"/>
                      </a:lnTo>
                      <a:lnTo>
                        <a:pt x="611427" y="410077"/>
                      </a:lnTo>
                      <a:lnTo>
                        <a:pt x="611427" y="388525"/>
                      </a:lnTo>
                      <a:lnTo>
                        <a:pt x="611427" y="366915"/>
                      </a:lnTo>
                      <a:lnTo>
                        <a:pt x="611427" y="345306"/>
                      </a:lnTo>
                      <a:lnTo>
                        <a:pt x="611427" y="323754"/>
                      </a:lnTo>
                      <a:lnTo>
                        <a:pt x="611427" y="302145"/>
                      </a:lnTo>
                      <a:lnTo>
                        <a:pt x="611427" y="280593"/>
                      </a:lnTo>
                      <a:lnTo>
                        <a:pt x="611427" y="258984"/>
                      </a:lnTo>
                      <a:lnTo>
                        <a:pt x="611427" y="237375"/>
                      </a:lnTo>
                      <a:lnTo>
                        <a:pt x="611427" y="215823"/>
                      </a:lnTo>
                      <a:lnTo>
                        <a:pt x="611427" y="194214"/>
                      </a:lnTo>
                      <a:lnTo>
                        <a:pt x="611427" y="172604"/>
                      </a:lnTo>
                      <a:lnTo>
                        <a:pt x="611427" y="151052"/>
                      </a:lnTo>
                      <a:lnTo>
                        <a:pt x="611427" y="129443"/>
                      </a:lnTo>
                      <a:lnTo>
                        <a:pt x="611427" y="107891"/>
                      </a:lnTo>
                      <a:lnTo>
                        <a:pt x="611427" y="86282"/>
                      </a:lnTo>
                      <a:lnTo>
                        <a:pt x="611427" y="64673"/>
                      </a:lnTo>
                      <a:lnTo>
                        <a:pt x="611427" y="43121"/>
                      </a:lnTo>
                      <a:lnTo>
                        <a:pt x="611427" y="21512"/>
                      </a:lnTo>
                      <a:lnTo>
                        <a:pt x="611427" y="-98"/>
                      </a:lnTo>
                      <a:lnTo>
                        <a:pt x="589805" y="304"/>
                      </a:lnTo>
                      <a:lnTo>
                        <a:pt x="568125" y="1450"/>
                      </a:lnTo>
                      <a:lnTo>
                        <a:pt x="546560" y="3284"/>
                      </a:lnTo>
                      <a:lnTo>
                        <a:pt x="524996" y="5921"/>
                      </a:lnTo>
                      <a:lnTo>
                        <a:pt x="503603" y="9245"/>
                      </a:lnTo>
                      <a:lnTo>
                        <a:pt x="482325" y="13372"/>
                      </a:lnTo>
                      <a:lnTo>
                        <a:pt x="461219" y="18187"/>
                      </a:lnTo>
                      <a:lnTo>
                        <a:pt x="440227" y="23747"/>
                      </a:lnTo>
                      <a:lnTo>
                        <a:pt x="419523" y="30052"/>
                      </a:lnTo>
                      <a:lnTo>
                        <a:pt x="398990" y="37045"/>
                      </a:lnTo>
                      <a:lnTo>
                        <a:pt x="378744" y="44726"/>
                      </a:lnTo>
                      <a:lnTo>
                        <a:pt x="358728" y="53152"/>
                      </a:lnTo>
                      <a:lnTo>
                        <a:pt x="339056" y="62208"/>
                      </a:lnTo>
                      <a:lnTo>
                        <a:pt x="319728" y="71952"/>
                      </a:lnTo>
                      <a:lnTo>
                        <a:pt x="300686" y="82384"/>
                      </a:lnTo>
                      <a:lnTo>
                        <a:pt x="282104" y="93447"/>
                      </a:lnTo>
                      <a:lnTo>
                        <a:pt x="263866" y="105140"/>
                      </a:lnTo>
                      <a:lnTo>
                        <a:pt x="246029" y="117464"/>
                      </a:lnTo>
                      <a:lnTo>
                        <a:pt x="228651" y="130418"/>
                      </a:lnTo>
                      <a:lnTo>
                        <a:pt x="211731" y="143945"/>
                      </a:lnTo>
                      <a:lnTo>
                        <a:pt x="195271" y="158045"/>
                      </a:lnTo>
                      <a:lnTo>
                        <a:pt x="179327" y="172719"/>
                      </a:lnTo>
                      <a:lnTo>
                        <a:pt x="163899" y="187966"/>
                      </a:lnTo>
                      <a:lnTo>
                        <a:pt x="148987" y="203671"/>
                      </a:lnTo>
                      <a:lnTo>
                        <a:pt x="134648" y="219950"/>
                      </a:lnTo>
                      <a:lnTo>
                        <a:pt x="120884" y="236630"/>
                      </a:lnTo>
                      <a:lnTo>
                        <a:pt x="107692" y="253825"/>
                      </a:lnTo>
                      <a:lnTo>
                        <a:pt x="95132" y="271479"/>
                      </a:lnTo>
                      <a:lnTo>
                        <a:pt x="83145" y="289535"/>
                      </a:lnTo>
                      <a:lnTo>
                        <a:pt x="71846" y="308049"/>
                      </a:lnTo>
                      <a:lnTo>
                        <a:pt x="61121" y="326850"/>
                      </a:lnTo>
                      <a:lnTo>
                        <a:pt x="51142" y="346051"/>
                      </a:lnTo>
                      <a:lnTo>
                        <a:pt x="41736" y="365597"/>
                      </a:lnTo>
                      <a:lnTo>
                        <a:pt x="33076" y="385487"/>
                      </a:lnTo>
                      <a:lnTo>
                        <a:pt x="25103" y="405606"/>
                      </a:lnTo>
                      <a:lnTo>
                        <a:pt x="17820" y="426011"/>
                      </a:lnTo>
                      <a:lnTo>
                        <a:pt x="11281" y="446646"/>
                      </a:lnTo>
                      <a:lnTo>
                        <a:pt x="5431" y="467510"/>
                      </a:lnTo>
                      <a:lnTo>
                        <a:pt x="269" y="488546"/>
                      </a:lnTo>
                      <a:lnTo>
                        <a:pt x="21375" y="493304"/>
                      </a:lnTo>
                      <a:lnTo>
                        <a:pt x="42424" y="498061"/>
                      </a:lnTo>
                      <a:lnTo>
                        <a:pt x="63530" y="502761"/>
                      </a:lnTo>
                      <a:lnTo>
                        <a:pt x="84579" y="507519"/>
                      </a:lnTo>
                      <a:lnTo>
                        <a:pt x="105685" y="512276"/>
                      </a:lnTo>
                      <a:lnTo>
                        <a:pt x="126734" y="516976"/>
                      </a:lnTo>
                      <a:lnTo>
                        <a:pt x="147840" y="521734"/>
                      </a:lnTo>
                      <a:lnTo>
                        <a:pt x="168888" y="526491"/>
                      </a:lnTo>
                      <a:lnTo>
                        <a:pt x="189994" y="531191"/>
                      </a:lnTo>
                      <a:lnTo>
                        <a:pt x="211043" y="535949"/>
                      </a:lnTo>
                      <a:lnTo>
                        <a:pt x="232092" y="540706"/>
                      </a:lnTo>
                      <a:lnTo>
                        <a:pt x="253198" y="545407"/>
                      </a:lnTo>
                      <a:lnTo>
                        <a:pt x="274247" y="550164"/>
                      </a:lnTo>
                      <a:lnTo>
                        <a:pt x="295353" y="554922"/>
                      </a:lnTo>
                      <a:lnTo>
                        <a:pt x="316401" y="559622"/>
                      </a:lnTo>
                      <a:lnTo>
                        <a:pt x="337507" y="564379"/>
                      </a:lnTo>
                      <a:lnTo>
                        <a:pt x="358556" y="569137"/>
                      </a:lnTo>
                      <a:lnTo>
                        <a:pt x="379662" y="573837"/>
                      </a:lnTo>
                      <a:lnTo>
                        <a:pt x="400711" y="578594"/>
                      </a:lnTo>
                      <a:lnTo>
                        <a:pt x="421759" y="583352"/>
                      </a:lnTo>
                      <a:lnTo>
                        <a:pt x="442865" y="588052"/>
                      </a:lnTo>
                      <a:lnTo>
                        <a:pt x="463914" y="592809"/>
                      </a:lnTo>
                      <a:lnTo>
                        <a:pt x="485020" y="597567"/>
                      </a:lnTo>
                      <a:lnTo>
                        <a:pt x="506069" y="602267"/>
                      </a:lnTo>
                      <a:lnTo>
                        <a:pt x="527175" y="607024"/>
                      </a:lnTo>
                      <a:lnTo>
                        <a:pt x="548224" y="611782"/>
                      </a:lnTo>
                      <a:lnTo>
                        <a:pt x="569330" y="616482"/>
                      </a:lnTo>
                      <a:lnTo>
                        <a:pt x="590378" y="621239"/>
                      </a:lnTo>
                      <a:lnTo>
                        <a:pt x="611427" y="625997"/>
                      </a:lnTo>
                      <a:close/>
                    </a:path>
                  </a:pathLst>
                </a:custGeom>
                <a:solidFill>
                  <a:srgbClr val="BC3C29">
                    <a:alpha val="80000"/>
                  </a:srgbClr>
                </a:solidFill>
                <a:ln w="6131" cap="flat">
                  <a:solidFill>
                    <a:srgbClr val="FFFFFF"/>
                  </a:solidFill>
                  <a:prstDash val="solid"/>
                  <a:miter/>
                </a:ln>
              </p:spPr>
              <p:txBody>
                <a:bodyPr/>
                <a:lstStyle/>
                <a:p>
                  <a:endParaRPr lang="zh-CN" altLang="en-US" sz="2190"/>
                </a:p>
              </p:txBody>
            </p:sp>
            <p:sp>
              <p:nvSpPr>
                <p:cNvPr id="321" name="文本框 320"/>
                <p:cNvSpPr txBox="1"/>
                <p:nvPr/>
              </p:nvSpPr>
              <p:spPr>
                <a:xfrm>
                  <a:off x="4930146" y="1941640"/>
                  <a:ext cx="67298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SE, 38.96%</a:t>
                  </a:r>
                </a:p>
              </p:txBody>
            </p:sp>
            <p:sp>
              <p:nvSpPr>
                <p:cNvPr id="322" name="文本框 321"/>
                <p:cNvSpPr txBox="1"/>
                <p:nvPr/>
              </p:nvSpPr>
              <p:spPr>
                <a:xfrm>
                  <a:off x="4939637" y="2445328"/>
                  <a:ext cx="59121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RI, 9.72%</a:t>
                  </a:r>
                </a:p>
              </p:txBody>
            </p:sp>
            <p:sp>
              <p:nvSpPr>
                <p:cNvPr id="323" name="文本框 322"/>
                <p:cNvSpPr txBox="1"/>
                <p:nvPr/>
              </p:nvSpPr>
              <p:spPr>
                <a:xfrm>
                  <a:off x="4815815" y="2743330"/>
                  <a:ext cx="635957"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MX, 1.93%</a:t>
                  </a:r>
                </a:p>
              </p:txBody>
            </p:sp>
            <p:sp>
              <p:nvSpPr>
                <p:cNvPr id="324" name="文本框 323"/>
                <p:cNvSpPr txBox="1"/>
                <p:nvPr/>
              </p:nvSpPr>
              <p:spPr>
                <a:xfrm>
                  <a:off x="4328031" y="2736829"/>
                  <a:ext cx="611272"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AL, 1.61%</a:t>
                  </a:r>
                </a:p>
              </p:txBody>
            </p:sp>
            <p:sp>
              <p:nvSpPr>
                <p:cNvPr id="325" name="文本框 324"/>
                <p:cNvSpPr txBox="1"/>
                <p:nvPr/>
              </p:nvSpPr>
              <p:spPr>
                <a:xfrm>
                  <a:off x="4326892" y="2448146"/>
                  <a:ext cx="668356"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AF, 12.03%</a:t>
                  </a:r>
                </a:p>
              </p:txBody>
            </p:sp>
            <p:sp>
              <p:nvSpPr>
                <p:cNvPr id="326" name="文本框 325"/>
                <p:cNvSpPr txBox="1"/>
                <p:nvPr/>
              </p:nvSpPr>
              <p:spPr>
                <a:xfrm>
                  <a:off x="4342762" y="2146154"/>
                  <a:ext cx="663728"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A5, 14.27%</a:t>
                  </a:r>
                </a:p>
              </p:txBody>
            </p:sp>
            <p:sp>
              <p:nvSpPr>
                <p:cNvPr id="327" name="文本框 326"/>
                <p:cNvSpPr txBox="1"/>
                <p:nvPr/>
              </p:nvSpPr>
              <p:spPr>
                <a:xfrm>
                  <a:off x="4351353" y="1791840"/>
                  <a:ext cx="663728"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A3, 21.48%</a:t>
                  </a:r>
                </a:p>
              </p:txBody>
            </p:sp>
            <p:sp>
              <p:nvSpPr>
                <p:cNvPr id="328" name="文本框 327"/>
                <p:cNvSpPr txBox="1"/>
                <p:nvPr/>
              </p:nvSpPr>
              <p:spPr>
                <a:xfrm>
                  <a:off x="4359419" y="1212476"/>
                  <a:ext cx="1012409" cy="434261"/>
                </a:xfrm>
                <a:prstGeom prst="rect">
                  <a:avLst/>
                </a:prstGeom>
                <a:noFill/>
              </p:spPr>
              <p:txBody>
                <a:bodyPr wrap="none" rtlCol="0">
                  <a:spAutoFit/>
                </a:bodyPr>
                <a:lstStyle/>
                <a:p>
                  <a:pPr algn="ctr"/>
                  <a:r>
                    <a:rPr lang="zh-CN" altLang="en-US" sz="980" dirty="0">
                      <a:solidFill>
                        <a:srgbClr val="000000"/>
                      </a:solidFill>
                      <a:latin typeface="Arial" panose="020B0604020202090204"/>
                      <a:cs typeface="Arial" panose="020B0604020202090204"/>
                      <a:sym typeface="Arial" panose="020B0604020202090204"/>
                      <a:rtl val="0"/>
                    </a:rPr>
                    <a:t>Novel isoforms </a:t>
                  </a:r>
                  <a:endParaRPr lang="en-US" altLang="zh-CN" sz="980" dirty="0">
                    <a:solidFill>
                      <a:srgbClr val="000000"/>
                    </a:solidFill>
                    <a:latin typeface="Arial" panose="020B0604020202090204"/>
                    <a:cs typeface="Arial" panose="020B0604020202090204"/>
                    <a:sym typeface="Arial" panose="020B0604020202090204"/>
                    <a:rtl val="0"/>
                  </a:endParaRPr>
                </a:p>
                <a:p>
                  <a:pPr algn="ctr"/>
                  <a:r>
                    <a:rPr lang="zh-CN" altLang="en-US" sz="980" dirty="0">
                      <a:solidFill>
                        <a:srgbClr val="000000"/>
                      </a:solidFill>
                      <a:latin typeface="Arial" panose="020B0604020202090204"/>
                      <a:cs typeface="Arial" panose="020B0604020202090204"/>
                      <a:sym typeface="Arial" panose="020B0604020202090204"/>
                      <a:rtl val="0"/>
                    </a:rPr>
                    <a:t>(n = 10,871)</a:t>
                  </a:r>
                </a:p>
              </p:txBody>
            </p:sp>
          </p:grpSp>
          <p:sp>
            <p:nvSpPr>
              <p:cNvPr id="329" name="任意多边形: 形状 328"/>
              <p:cNvSpPr/>
              <p:nvPr/>
            </p:nvSpPr>
            <p:spPr>
              <a:xfrm>
                <a:off x="5717689" y="1214349"/>
                <a:ext cx="1651777" cy="1761754"/>
              </a:xfrm>
              <a:custGeom>
                <a:avLst/>
                <a:gdLst>
                  <a:gd name="csX0" fmla="*/ 83 w 1651777"/>
                  <a:gd name="csY0" fmla="*/ -123 h 1761754"/>
                  <a:gd name="csX1" fmla="*/ 1651860 w 1651777"/>
                  <a:gd name="csY1" fmla="*/ -123 h 1761754"/>
                  <a:gd name="csX2" fmla="*/ 1651860 w 1651777"/>
                  <a:gd name="csY2" fmla="*/ 1761631 h 1761754"/>
                  <a:gd name="csX3" fmla="*/ 83 w 1651777"/>
                  <a:gd name="csY3" fmla="*/ 1761631 h 1761754"/>
                </a:gdLst>
                <a:ahLst/>
                <a:cxnLst>
                  <a:cxn ang="0">
                    <a:pos x="csX0" y="csY0"/>
                  </a:cxn>
                  <a:cxn ang="0">
                    <a:pos x="csX1" y="csY1"/>
                  </a:cxn>
                  <a:cxn ang="0">
                    <a:pos x="csX2" y="csY2"/>
                  </a:cxn>
                  <a:cxn ang="0">
                    <a:pos x="csX3" y="csY3"/>
                  </a:cxn>
                </a:cxnLst>
                <a:rect l="l" t="t" r="r" b="b"/>
                <a:pathLst>
                  <a:path w="1651777" h="1761754">
                    <a:moveTo>
                      <a:pt x="83" y="-123"/>
                    </a:moveTo>
                    <a:lnTo>
                      <a:pt x="1651860" y="-123"/>
                    </a:lnTo>
                    <a:lnTo>
                      <a:pt x="1651860" y="1761631"/>
                    </a:lnTo>
                    <a:lnTo>
                      <a:pt x="83" y="1761631"/>
                    </a:lnTo>
                    <a:close/>
                  </a:path>
                </a:pathLst>
              </a:custGeom>
              <a:solidFill>
                <a:srgbClr val="FFFFFF"/>
              </a:solidFill>
              <a:ln w="6647" cap="rnd">
                <a:solidFill>
                  <a:srgbClr val="FFFFFF"/>
                </a:solidFill>
                <a:prstDash val="solid"/>
                <a:round/>
              </a:ln>
            </p:spPr>
            <p:txBody>
              <a:bodyPr/>
              <a:lstStyle/>
              <a:p>
                <a:endParaRPr lang="zh-CN" altLang="en-US" sz="2190" dirty="0"/>
              </a:p>
            </p:txBody>
          </p:sp>
          <p:grpSp>
            <p:nvGrpSpPr>
              <p:cNvPr id="330" name="图形 2"/>
              <p:cNvGrpSpPr/>
              <p:nvPr/>
            </p:nvGrpSpPr>
            <p:grpSpPr>
              <a:xfrm>
                <a:off x="5889742" y="1186582"/>
                <a:ext cx="1377268" cy="1765526"/>
                <a:chOff x="5889742" y="1186582"/>
                <a:chExt cx="1377268" cy="1765526"/>
              </a:xfrm>
            </p:grpSpPr>
            <p:sp>
              <p:nvSpPr>
                <p:cNvPr id="331" name="任意多边形: 形状 330"/>
                <p:cNvSpPr/>
                <p:nvPr/>
              </p:nvSpPr>
              <p:spPr>
                <a:xfrm>
                  <a:off x="6552124" y="1516076"/>
                  <a:ext cx="626413" cy="1203869"/>
                </a:xfrm>
                <a:custGeom>
                  <a:avLst/>
                  <a:gdLst>
                    <a:gd name="csX0" fmla="*/ 52 w 626413"/>
                    <a:gd name="csY0" fmla="*/ 625969 h 1203869"/>
                    <a:gd name="csX1" fmla="*/ 8369 w 626413"/>
                    <a:gd name="csY1" fmla="*/ 645859 h 1203869"/>
                    <a:gd name="csX2" fmla="*/ 16685 w 626413"/>
                    <a:gd name="csY2" fmla="*/ 665806 h 1203869"/>
                    <a:gd name="csX3" fmla="*/ 25001 w 626413"/>
                    <a:gd name="csY3" fmla="*/ 685696 h 1203869"/>
                    <a:gd name="csX4" fmla="*/ 33317 w 626413"/>
                    <a:gd name="csY4" fmla="*/ 705643 h 1203869"/>
                    <a:gd name="csX5" fmla="*/ 41633 w 626413"/>
                    <a:gd name="csY5" fmla="*/ 725590 h 1203869"/>
                    <a:gd name="csX6" fmla="*/ 49950 w 626413"/>
                    <a:gd name="csY6" fmla="*/ 745479 h 1203869"/>
                    <a:gd name="csX7" fmla="*/ 58266 w 626413"/>
                    <a:gd name="csY7" fmla="*/ 765426 h 1203869"/>
                    <a:gd name="csX8" fmla="*/ 66582 w 626413"/>
                    <a:gd name="csY8" fmla="*/ 785316 h 1203869"/>
                    <a:gd name="csX9" fmla="*/ 74898 w 626413"/>
                    <a:gd name="csY9" fmla="*/ 805263 h 1203869"/>
                    <a:gd name="csX10" fmla="*/ 83215 w 626413"/>
                    <a:gd name="csY10" fmla="*/ 825210 h 1203869"/>
                    <a:gd name="csX11" fmla="*/ 91588 w 626413"/>
                    <a:gd name="csY11" fmla="*/ 845100 h 1203869"/>
                    <a:gd name="csX12" fmla="*/ 99904 w 626413"/>
                    <a:gd name="csY12" fmla="*/ 865046 h 1203869"/>
                    <a:gd name="csX13" fmla="*/ 108221 w 626413"/>
                    <a:gd name="csY13" fmla="*/ 884936 h 1203869"/>
                    <a:gd name="csX14" fmla="*/ 116537 w 626413"/>
                    <a:gd name="csY14" fmla="*/ 904883 h 1203869"/>
                    <a:gd name="csX15" fmla="*/ 124853 w 626413"/>
                    <a:gd name="csY15" fmla="*/ 924830 h 1203869"/>
                    <a:gd name="csX16" fmla="*/ 133170 w 626413"/>
                    <a:gd name="csY16" fmla="*/ 944720 h 1203869"/>
                    <a:gd name="csX17" fmla="*/ 141486 w 626413"/>
                    <a:gd name="csY17" fmla="*/ 964667 h 1203869"/>
                    <a:gd name="csX18" fmla="*/ 149802 w 626413"/>
                    <a:gd name="csY18" fmla="*/ 984556 h 1203869"/>
                    <a:gd name="csX19" fmla="*/ 158118 w 626413"/>
                    <a:gd name="csY19" fmla="*/ 1004503 h 1203869"/>
                    <a:gd name="csX20" fmla="*/ 166434 w 626413"/>
                    <a:gd name="csY20" fmla="*/ 1024450 h 1203869"/>
                    <a:gd name="csX21" fmla="*/ 174751 w 626413"/>
                    <a:gd name="csY21" fmla="*/ 1044340 h 1203869"/>
                    <a:gd name="csX22" fmla="*/ 183067 w 626413"/>
                    <a:gd name="csY22" fmla="*/ 1064287 h 1203869"/>
                    <a:gd name="csX23" fmla="*/ 191383 w 626413"/>
                    <a:gd name="csY23" fmla="*/ 1084177 h 1203869"/>
                    <a:gd name="csX24" fmla="*/ 199699 w 626413"/>
                    <a:gd name="csY24" fmla="*/ 1104124 h 1203869"/>
                    <a:gd name="csX25" fmla="*/ 208016 w 626413"/>
                    <a:gd name="csY25" fmla="*/ 1124013 h 1203869"/>
                    <a:gd name="csX26" fmla="*/ 216332 w 626413"/>
                    <a:gd name="csY26" fmla="*/ 1143960 h 1203869"/>
                    <a:gd name="csX27" fmla="*/ 224648 w 626413"/>
                    <a:gd name="csY27" fmla="*/ 1163907 h 1203869"/>
                    <a:gd name="csX28" fmla="*/ 232964 w 626413"/>
                    <a:gd name="csY28" fmla="*/ 1183797 h 1203869"/>
                    <a:gd name="csX29" fmla="*/ 241281 w 626413"/>
                    <a:gd name="csY29" fmla="*/ 1203744 h 1203869"/>
                    <a:gd name="csX30" fmla="*/ 260723 w 626413"/>
                    <a:gd name="csY30" fmla="*/ 1195261 h 1203869"/>
                    <a:gd name="csX31" fmla="*/ 279879 w 626413"/>
                    <a:gd name="csY31" fmla="*/ 1186090 h 1203869"/>
                    <a:gd name="csX32" fmla="*/ 298691 w 626413"/>
                    <a:gd name="csY32" fmla="*/ 1176288 h 1203869"/>
                    <a:gd name="csX33" fmla="*/ 317217 w 626413"/>
                    <a:gd name="csY33" fmla="*/ 1165856 h 1203869"/>
                    <a:gd name="csX34" fmla="*/ 335340 w 626413"/>
                    <a:gd name="csY34" fmla="*/ 1154794 h 1203869"/>
                    <a:gd name="csX35" fmla="*/ 353062 w 626413"/>
                    <a:gd name="csY35" fmla="*/ 1143101 h 1203869"/>
                    <a:gd name="csX36" fmla="*/ 370440 w 626413"/>
                    <a:gd name="csY36" fmla="*/ 1130892 h 1203869"/>
                    <a:gd name="csX37" fmla="*/ 387360 w 626413"/>
                    <a:gd name="csY37" fmla="*/ 1118052 h 1203869"/>
                    <a:gd name="csX38" fmla="*/ 403820 w 626413"/>
                    <a:gd name="csY38" fmla="*/ 1104640 h 1203869"/>
                    <a:gd name="csX39" fmla="*/ 419822 w 626413"/>
                    <a:gd name="csY39" fmla="*/ 1090654 h 1203869"/>
                    <a:gd name="csX40" fmla="*/ 435365 w 626413"/>
                    <a:gd name="csY40" fmla="*/ 1076209 h 1203869"/>
                    <a:gd name="csX41" fmla="*/ 450334 w 626413"/>
                    <a:gd name="csY41" fmla="*/ 1061192 h 1203869"/>
                    <a:gd name="csX42" fmla="*/ 464844 w 626413"/>
                    <a:gd name="csY42" fmla="*/ 1045658 h 1203869"/>
                    <a:gd name="csX43" fmla="*/ 478838 w 626413"/>
                    <a:gd name="csY43" fmla="*/ 1029666 h 1203869"/>
                    <a:gd name="csX44" fmla="*/ 492259 w 626413"/>
                    <a:gd name="csY44" fmla="*/ 1013216 h 1203869"/>
                    <a:gd name="csX45" fmla="*/ 505106 w 626413"/>
                    <a:gd name="csY45" fmla="*/ 996364 h 1203869"/>
                    <a:gd name="csX46" fmla="*/ 517380 w 626413"/>
                    <a:gd name="csY46" fmla="*/ 978996 h 1203869"/>
                    <a:gd name="csX47" fmla="*/ 529080 w 626413"/>
                    <a:gd name="csY47" fmla="*/ 961285 h 1203869"/>
                    <a:gd name="csX48" fmla="*/ 540149 w 626413"/>
                    <a:gd name="csY48" fmla="*/ 943172 h 1203869"/>
                    <a:gd name="csX49" fmla="*/ 550587 w 626413"/>
                    <a:gd name="csY49" fmla="*/ 924715 h 1203869"/>
                    <a:gd name="csX50" fmla="*/ 560395 w 626413"/>
                    <a:gd name="csY50" fmla="*/ 905858 h 1203869"/>
                    <a:gd name="csX51" fmla="*/ 569571 w 626413"/>
                    <a:gd name="csY51" fmla="*/ 886713 h 1203869"/>
                    <a:gd name="csX52" fmla="*/ 578117 w 626413"/>
                    <a:gd name="csY52" fmla="*/ 867282 h 1203869"/>
                    <a:gd name="csX53" fmla="*/ 585917 w 626413"/>
                    <a:gd name="csY53" fmla="*/ 847564 h 1203869"/>
                    <a:gd name="csX54" fmla="*/ 593144 w 626413"/>
                    <a:gd name="csY54" fmla="*/ 827617 h 1203869"/>
                    <a:gd name="csX55" fmla="*/ 599625 w 626413"/>
                    <a:gd name="csY55" fmla="*/ 807384 h 1203869"/>
                    <a:gd name="csX56" fmla="*/ 605417 w 626413"/>
                    <a:gd name="csY56" fmla="*/ 786978 h 1203869"/>
                    <a:gd name="csX57" fmla="*/ 610522 w 626413"/>
                    <a:gd name="csY57" fmla="*/ 766343 h 1203869"/>
                    <a:gd name="csX58" fmla="*/ 614938 w 626413"/>
                    <a:gd name="csY58" fmla="*/ 745594 h 1203869"/>
                    <a:gd name="csX59" fmla="*/ 618666 w 626413"/>
                    <a:gd name="csY59" fmla="*/ 724672 h 1203869"/>
                    <a:gd name="csX60" fmla="*/ 621648 w 626413"/>
                    <a:gd name="csY60" fmla="*/ 703694 h 1203869"/>
                    <a:gd name="csX61" fmla="*/ 623942 w 626413"/>
                    <a:gd name="csY61" fmla="*/ 682600 h 1203869"/>
                    <a:gd name="csX62" fmla="*/ 625491 w 626413"/>
                    <a:gd name="csY62" fmla="*/ 661392 h 1203869"/>
                    <a:gd name="csX63" fmla="*/ 626351 w 626413"/>
                    <a:gd name="csY63" fmla="*/ 640184 h 1203869"/>
                    <a:gd name="csX64" fmla="*/ 626466 w 626413"/>
                    <a:gd name="csY64" fmla="*/ 618976 h 1203869"/>
                    <a:gd name="csX65" fmla="*/ 625892 w 626413"/>
                    <a:gd name="csY65" fmla="*/ 597768 h 1203869"/>
                    <a:gd name="csX66" fmla="*/ 624573 w 626413"/>
                    <a:gd name="csY66" fmla="*/ 576560 h 1203869"/>
                    <a:gd name="csX67" fmla="*/ 622509 w 626413"/>
                    <a:gd name="csY67" fmla="*/ 555467 h 1203869"/>
                    <a:gd name="csX68" fmla="*/ 619755 w 626413"/>
                    <a:gd name="csY68" fmla="*/ 534431 h 1203869"/>
                    <a:gd name="csX69" fmla="*/ 616314 w 626413"/>
                    <a:gd name="csY69" fmla="*/ 513452 h 1203869"/>
                    <a:gd name="csX70" fmla="*/ 612128 w 626413"/>
                    <a:gd name="csY70" fmla="*/ 492645 h 1203869"/>
                    <a:gd name="csX71" fmla="*/ 607252 w 626413"/>
                    <a:gd name="csY71" fmla="*/ 472011 h 1203869"/>
                    <a:gd name="csX72" fmla="*/ 601689 w 626413"/>
                    <a:gd name="csY72" fmla="*/ 451491 h 1203869"/>
                    <a:gd name="csX73" fmla="*/ 595438 w 626413"/>
                    <a:gd name="csY73" fmla="*/ 431200 h 1203869"/>
                    <a:gd name="csX74" fmla="*/ 588498 w 626413"/>
                    <a:gd name="csY74" fmla="*/ 411138 h 1203869"/>
                    <a:gd name="csX75" fmla="*/ 580870 w 626413"/>
                    <a:gd name="csY75" fmla="*/ 391363 h 1203869"/>
                    <a:gd name="csX76" fmla="*/ 572554 w 626413"/>
                    <a:gd name="csY76" fmla="*/ 371817 h 1203869"/>
                    <a:gd name="csX77" fmla="*/ 563607 w 626413"/>
                    <a:gd name="csY77" fmla="*/ 352558 h 1203869"/>
                    <a:gd name="csX78" fmla="*/ 554029 w 626413"/>
                    <a:gd name="csY78" fmla="*/ 333643 h 1203869"/>
                    <a:gd name="csX79" fmla="*/ 543820 w 626413"/>
                    <a:gd name="csY79" fmla="*/ 315014 h 1203869"/>
                    <a:gd name="csX80" fmla="*/ 532923 w 626413"/>
                    <a:gd name="csY80" fmla="*/ 296787 h 1203869"/>
                    <a:gd name="csX81" fmla="*/ 521452 w 626413"/>
                    <a:gd name="csY81" fmla="*/ 278903 h 1203869"/>
                    <a:gd name="csX82" fmla="*/ 509408 w 626413"/>
                    <a:gd name="csY82" fmla="*/ 261478 h 1203869"/>
                    <a:gd name="csX83" fmla="*/ 496733 w 626413"/>
                    <a:gd name="csY83" fmla="*/ 244397 h 1203869"/>
                    <a:gd name="csX84" fmla="*/ 483484 w 626413"/>
                    <a:gd name="csY84" fmla="*/ 227832 h 1203869"/>
                    <a:gd name="csX85" fmla="*/ 469719 w 626413"/>
                    <a:gd name="csY85" fmla="*/ 211668 h 1203869"/>
                    <a:gd name="csX86" fmla="*/ 455381 w 626413"/>
                    <a:gd name="csY86" fmla="*/ 195963 h 1203869"/>
                    <a:gd name="csX87" fmla="*/ 440584 w 626413"/>
                    <a:gd name="csY87" fmla="*/ 180831 h 1203869"/>
                    <a:gd name="csX88" fmla="*/ 425213 w 626413"/>
                    <a:gd name="csY88" fmla="*/ 166157 h 1203869"/>
                    <a:gd name="csX89" fmla="*/ 409383 w 626413"/>
                    <a:gd name="csY89" fmla="*/ 151999 h 1203869"/>
                    <a:gd name="csX90" fmla="*/ 393038 w 626413"/>
                    <a:gd name="csY90" fmla="*/ 138415 h 1203869"/>
                    <a:gd name="csX91" fmla="*/ 376290 w 626413"/>
                    <a:gd name="csY91" fmla="*/ 125346 h 1203869"/>
                    <a:gd name="csX92" fmla="*/ 359084 w 626413"/>
                    <a:gd name="csY92" fmla="*/ 112908 h 1203869"/>
                    <a:gd name="csX93" fmla="*/ 341477 w 626413"/>
                    <a:gd name="csY93" fmla="*/ 101043 h 1203869"/>
                    <a:gd name="csX94" fmla="*/ 323468 w 626413"/>
                    <a:gd name="csY94" fmla="*/ 89808 h 1203869"/>
                    <a:gd name="csX95" fmla="*/ 305115 w 626413"/>
                    <a:gd name="csY95" fmla="*/ 79147 h 1203869"/>
                    <a:gd name="csX96" fmla="*/ 286418 w 626413"/>
                    <a:gd name="csY96" fmla="*/ 69116 h 1203869"/>
                    <a:gd name="csX97" fmla="*/ 267319 w 626413"/>
                    <a:gd name="csY97" fmla="*/ 59716 h 1203869"/>
                    <a:gd name="csX98" fmla="*/ 247991 w 626413"/>
                    <a:gd name="csY98" fmla="*/ 51003 h 1203869"/>
                    <a:gd name="csX99" fmla="*/ 228319 w 626413"/>
                    <a:gd name="csY99" fmla="*/ 42921 h 1203869"/>
                    <a:gd name="csX100" fmla="*/ 208417 w 626413"/>
                    <a:gd name="csY100" fmla="*/ 35527 h 1203869"/>
                    <a:gd name="csX101" fmla="*/ 188286 w 626413"/>
                    <a:gd name="csY101" fmla="*/ 28821 h 1203869"/>
                    <a:gd name="csX102" fmla="*/ 167926 w 626413"/>
                    <a:gd name="csY102" fmla="*/ 22802 h 1203869"/>
                    <a:gd name="csX103" fmla="*/ 147336 w 626413"/>
                    <a:gd name="csY103" fmla="*/ 17472 h 1203869"/>
                    <a:gd name="csX104" fmla="*/ 126631 w 626413"/>
                    <a:gd name="csY104" fmla="*/ 12829 h 1203869"/>
                    <a:gd name="csX105" fmla="*/ 105755 w 626413"/>
                    <a:gd name="csY105" fmla="*/ 8874 h 1203869"/>
                    <a:gd name="csX106" fmla="*/ 84763 w 626413"/>
                    <a:gd name="csY106" fmla="*/ 5664 h 1203869"/>
                    <a:gd name="csX107" fmla="*/ 63715 w 626413"/>
                    <a:gd name="csY107" fmla="*/ 3142 h 1203869"/>
                    <a:gd name="csX108" fmla="*/ 42551 w 626413"/>
                    <a:gd name="csY108" fmla="*/ 1308 h 1203869"/>
                    <a:gd name="csX109" fmla="*/ 21330 w 626413"/>
                    <a:gd name="csY109" fmla="*/ 276 h 1203869"/>
                    <a:gd name="csX110" fmla="*/ 52 w 626413"/>
                    <a:gd name="csY110" fmla="*/ -125 h 1203869"/>
                    <a:gd name="csX111" fmla="*/ 52 w 626413"/>
                    <a:gd name="csY111" fmla="*/ 21484 h 1203869"/>
                    <a:gd name="csX112" fmla="*/ 52 w 626413"/>
                    <a:gd name="csY112" fmla="*/ 43093 h 1203869"/>
                    <a:gd name="csX113" fmla="*/ 52 w 626413"/>
                    <a:gd name="csY113" fmla="*/ 64645 h 1203869"/>
                    <a:gd name="csX114" fmla="*/ 52 w 626413"/>
                    <a:gd name="csY114" fmla="*/ 86254 h 1203869"/>
                    <a:gd name="csX115" fmla="*/ 52 w 626413"/>
                    <a:gd name="csY115" fmla="*/ 107864 h 1203869"/>
                    <a:gd name="csX116" fmla="*/ 52 w 626413"/>
                    <a:gd name="csY116" fmla="*/ 129416 h 1203869"/>
                    <a:gd name="csX117" fmla="*/ 52 w 626413"/>
                    <a:gd name="csY117" fmla="*/ 151025 h 1203869"/>
                    <a:gd name="csX118" fmla="*/ 52 w 626413"/>
                    <a:gd name="csY118" fmla="*/ 172577 h 1203869"/>
                    <a:gd name="csX119" fmla="*/ 52 w 626413"/>
                    <a:gd name="csY119" fmla="*/ 194186 h 1203869"/>
                    <a:gd name="csX120" fmla="*/ 52 w 626413"/>
                    <a:gd name="csY120" fmla="*/ 215795 h 1203869"/>
                    <a:gd name="csX121" fmla="*/ 52 w 626413"/>
                    <a:gd name="csY121" fmla="*/ 237347 h 1203869"/>
                    <a:gd name="csX122" fmla="*/ 52 w 626413"/>
                    <a:gd name="csY122" fmla="*/ 258956 h 1203869"/>
                    <a:gd name="csX123" fmla="*/ 52 w 626413"/>
                    <a:gd name="csY123" fmla="*/ 280565 h 1203869"/>
                    <a:gd name="csX124" fmla="*/ 52 w 626413"/>
                    <a:gd name="csY124" fmla="*/ 302117 h 1203869"/>
                    <a:gd name="csX125" fmla="*/ 52 w 626413"/>
                    <a:gd name="csY125" fmla="*/ 323727 h 1203869"/>
                    <a:gd name="csX126" fmla="*/ 52 w 626413"/>
                    <a:gd name="csY126" fmla="*/ 345279 h 1203869"/>
                    <a:gd name="csX127" fmla="*/ 52 w 626413"/>
                    <a:gd name="csY127" fmla="*/ 366888 h 1203869"/>
                    <a:gd name="csX128" fmla="*/ 52 w 626413"/>
                    <a:gd name="csY128" fmla="*/ 388497 h 1203869"/>
                    <a:gd name="csX129" fmla="*/ 52 w 626413"/>
                    <a:gd name="csY129" fmla="*/ 410049 h 1203869"/>
                    <a:gd name="csX130" fmla="*/ 52 w 626413"/>
                    <a:gd name="csY130" fmla="*/ 431658 h 1203869"/>
                    <a:gd name="csX131" fmla="*/ 52 w 626413"/>
                    <a:gd name="csY131" fmla="*/ 453267 h 1203869"/>
                    <a:gd name="csX132" fmla="*/ 52 w 626413"/>
                    <a:gd name="csY132" fmla="*/ 474819 h 1203869"/>
                    <a:gd name="csX133" fmla="*/ 52 w 626413"/>
                    <a:gd name="csY133" fmla="*/ 496429 h 1203869"/>
                    <a:gd name="csX134" fmla="*/ 52 w 626413"/>
                    <a:gd name="csY134" fmla="*/ 517980 h 1203869"/>
                    <a:gd name="csX135" fmla="*/ 52 w 626413"/>
                    <a:gd name="csY135" fmla="*/ 539590 h 1203869"/>
                    <a:gd name="csX136" fmla="*/ 52 w 626413"/>
                    <a:gd name="csY136" fmla="*/ 561199 h 1203869"/>
                    <a:gd name="csX137" fmla="*/ 52 w 626413"/>
                    <a:gd name="csY137" fmla="*/ 582751 h 1203869"/>
                    <a:gd name="csX138" fmla="*/ 52 w 626413"/>
                    <a:gd name="csY138" fmla="*/ 604360 h 1203869"/>
                    <a:gd name="csX139" fmla="*/ 52 w 626413"/>
                    <a:gd name="csY139" fmla="*/ 625969 h 12038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Lst>
                  <a:rect l="l" t="t" r="r" b="b"/>
                  <a:pathLst>
                    <a:path w="626413" h="1203869">
                      <a:moveTo>
                        <a:pt x="52" y="625969"/>
                      </a:moveTo>
                      <a:lnTo>
                        <a:pt x="8369" y="645859"/>
                      </a:lnTo>
                      <a:lnTo>
                        <a:pt x="16685" y="665806"/>
                      </a:lnTo>
                      <a:lnTo>
                        <a:pt x="25001" y="685696"/>
                      </a:lnTo>
                      <a:lnTo>
                        <a:pt x="33317" y="705643"/>
                      </a:lnTo>
                      <a:lnTo>
                        <a:pt x="41633" y="725590"/>
                      </a:lnTo>
                      <a:lnTo>
                        <a:pt x="49950" y="745479"/>
                      </a:lnTo>
                      <a:lnTo>
                        <a:pt x="58266" y="765426"/>
                      </a:lnTo>
                      <a:lnTo>
                        <a:pt x="66582" y="785316"/>
                      </a:lnTo>
                      <a:lnTo>
                        <a:pt x="74898" y="805263"/>
                      </a:lnTo>
                      <a:lnTo>
                        <a:pt x="83215" y="825210"/>
                      </a:lnTo>
                      <a:lnTo>
                        <a:pt x="91588" y="845100"/>
                      </a:lnTo>
                      <a:lnTo>
                        <a:pt x="99904" y="865046"/>
                      </a:lnTo>
                      <a:lnTo>
                        <a:pt x="108221" y="884936"/>
                      </a:lnTo>
                      <a:lnTo>
                        <a:pt x="116537" y="904883"/>
                      </a:lnTo>
                      <a:lnTo>
                        <a:pt x="124853" y="924830"/>
                      </a:lnTo>
                      <a:lnTo>
                        <a:pt x="133170" y="944720"/>
                      </a:lnTo>
                      <a:lnTo>
                        <a:pt x="141486" y="964667"/>
                      </a:lnTo>
                      <a:lnTo>
                        <a:pt x="149802" y="984556"/>
                      </a:lnTo>
                      <a:lnTo>
                        <a:pt x="158118" y="1004503"/>
                      </a:lnTo>
                      <a:lnTo>
                        <a:pt x="166434" y="1024450"/>
                      </a:lnTo>
                      <a:lnTo>
                        <a:pt x="174751" y="1044340"/>
                      </a:lnTo>
                      <a:lnTo>
                        <a:pt x="183067" y="1064287"/>
                      </a:lnTo>
                      <a:lnTo>
                        <a:pt x="191383" y="1084177"/>
                      </a:lnTo>
                      <a:lnTo>
                        <a:pt x="199699" y="1104124"/>
                      </a:lnTo>
                      <a:lnTo>
                        <a:pt x="208016" y="1124013"/>
                      </a:lnTo>
                      <a:lnTo>
                        <a:pt x="216332" y="1143960"/>
                      </a:lnTo>
                      <a:lnTo>
                        <a:pt x="224648" y="1163907"/>
                      </a:lnTo>
                      <a:lnTo>
                        <a:pt x="232964" y="1183797"/>
                      </a:lnTo>
                      <a:lnTo>
                        <a:pt x="241281" y="1203744"/>
                      </a:lnTo>
                      <a:lnTo>
                        <a:pt x="260723" y="1195261"/>
                      </a:lnTo>
                      <a:lnTo>
                        <a:pt x="279879" y="1186090"/>
                      </a:lnTo>
                      <a:lnTo>
                        <a:pt x="298691" y="1176288"/>
                      </a:lnTo>
                      <a:lnTo>
                        <a:pt x="317217" y="1165856"/>
                      </a:lnTo>
                      <a:lnTo>
                        <a:pt x="335340" y="1154794"/>
                      </a:lnTo>
                      <a:lnTo>
                        <a:pt x="353062" y="1143101"/>
                      </a:lnTo>
                      <a:lnTo>
                        <a:pt x="370440" y="1130892"/>
                      </a:lnTo>
                      <a:lnTo>
                        <a:pt x="387360" y="1118052"/>
                      </a:lnTo>
                      <a:lnTo>
                        <a:pt x="403820" y="1104640"/>
                      </a:lnTo>
                      <a:lnTo>
                        <a:pt x="419822" y="1090654"/>
                      </a:lnTo>
                      <a:lnTo>
                        <a:pt x="435365" y="1076209"/>
                      </a:lnTo>
                      <a:lnTo>
                        <a:pt x="450334" y="1061192"/>
                      </a:lnTo>
                      <a:lnTo>
                        <a:pt x="464844" y="1045658"/>
                      </a:lnTo>
                      <a:lnTo>
                        <a:pt x="478838" y="1029666"/>
                      </a:lnTo>
                      <a:lnTo>
                        <a:pt x="492259" y="1013216"/>
                      </a:lnTo>
                      <a:lnTo>
                        <a:pt x="505106" y="996364"/>
                      </a:lnTo>
                      <a:lnTo>
                        <a:pt x="517380" y="978996"/>
                      </a:lnTo>
                      <a:lnTo>
                        <a:pt x="529080" y="961285"/>
                      </a:lnTo>
                      <a:lnTo>
                        <a:pt x="540149" y="943172"/>
                      </a:lnTo>
                      <a:lnTo>
                        <a:pt x="550587" y="924715"/>
                      </a:lnTo>
                      <a:lnTo>
                        <a:pt x="560395" y="905858"/>
                      </a:lnTo>
                      <a:lnTo>
                        <a:pt x="569571" y="886713"/>
                      </a:lnTo>
                      <a:lnTo>
                        <a:pt x="578117" y="867282"/>
                      </a:lnTo>
                      <a:lnTo>
                        <a:pt x="585917" y="847564"/>
                      </a:lnTo>
                      <a:lnTo>
                        <a:pt x="593144" y="827617"/>
                      </a:lnTo>
                      <a:lnTo>
                        <a:pt x="599625" y="807384"/>
                      </a:lnTo>
                      <a:lnTo>
                        <a:pt x="605417" y="786978"/>
                      </a:lnTo>
                      <a:lnTo>
                        <a:pt x="610522" y="766343"/>
                      </a:lnTo>
                      <a:lnTo>
                        <a:pt x="614938" y="745594"/>
                      </a:lnTo>
                      <a:lnTo>
                        <a:pt x="618666" y="724672"/>
                      </a:lnTo>
                      <a:lnTo>
                        <a:pt x="621648" y="703694"/>
                      </a:lnTo>
                      <a:lnTo>
                        <a:pt x="623942" y="682600"/>
                      </a:lnTo>
                      <a:lnTo>
                        <a:pt x="625491" y="661392"/>
                      </a:lnTo>
                      <a:lnTo>
                        <a:pt x="626351" y="640184"/>
                      </a:lnTo>
                      <a:lnTo>
                        <a:pt x="626466" y="618976"/>
                      </a:lnTo>
                      <a:lnTo>
                        <a:pt x="625892" y="597768"/>
                      </a:lnTo>
                      <a:lnTo>
                        <a:pt x="624573" y="576560"/>
                      </a:lnTo>
                      <a:lnTo>
                        <a:pt x="622509" y="555467"/>
                      </a:lnTo>
                      <a:lnTo>
                        <a:pt x="619755" y="534431"/>
                      </a:lnTo>
                      <a:lnTo>
                        <a:pt x="616314" y="513452"/>
                      </a:lnTo>
                      <a:lnTo>
                        <a:pt x="612128" y="492645"/>
                      </a:lnTo>
                      <a:lnTo>
                        <a:pt x="607252" y="472011"/>
                      </a:lnTo>
                      <a:lnTo>
                        <a:pt x="601689" y="451491"/>
                      </a:lnTo>
                      <a:lnTo>
                        <a:pt x="595438" y="431200"/>
                      </a:lnTo>
                      <a:lnTo>
                        <a:pt x="588498" y="411138"/>
                      </a:lnTo>
                      <a:lnTo>
                        <a:pt x="580870" y="391363"/>
                      </a:lnTo>
                      <a:lnTo>
                        <a:pt x="572554" y="371817"/>
                      </a:lnTo>
                      <a:lnTo>
                        <a:pt x="563607" y="352558"/>
                      </a:lnTo>
                      <a:lnTo>
                        <a:pt x="554029" y="333643"/>
                      </a:lnTo>
                      <a:lnTo>
                        <a:pt x="543820" y="315014"/>
                      </a:lnTo>
                      <a:lnTo>
                        <a:pt x="532923" y="296787"/>
                      </a:lnTo>
                      <a:lnTo>
                        <a:pt x="521452" y="278903"/>
                      </a:lnTo>
                      <a:lnTo>
                        <a:pt x="509408" y="261478"/>
                      </a:lnTo>
                      <a:lnTo>
                        <a:pt x="496733" y="244397"/>
                      </a:lnTo>
                      <a:lnTo>
                        <a:pt x="483484" y="227832"/>
                      </a:lnTo>
                      <a:lnTo>
                        <a:pt x="469719" y="211668"/>
                      </a:lnTo>
                      <a:lnTo>
                        <a:pt x="455381" y="195963"/>
                      </a:lnTo>
                      <a:lnTo>
                        <a:pt x="440584" y="180831"/>
                      </a:lnTo>
                      <a:lnTo>
                        <a:pt x="425213" y="166157"/>
                      </a:lnTo>
                      <a:lnTo>
                        <a:pt x="409383" y="151999"/>
                      </a:lnTo>
                      <a:lnTo>
                        <a:pt x="393038" y="138415"/>
                      </a:lnTo>
                      <a:lnTo>
                        <a:pt x="376290" y="125346"/>
                      </a:lnTo>
                      <a:lnTo>
                        <a:pt x="359084" y="112908"/>
                      </a:lnTo>
                      <a:lnTo>
                        <a:pt x="341477" y="101043"/>
                      </a:lnTo>
                      <a:lnTo>
                        <a:pt x="323468" y="89808"/>
                      </a:lnTo>
                      <a:lnTo>
                        <a:pt x="305115" y="79147"/>
                      </a:lnTo>
                      <a:lnTo>
                        <a:pt x="286418" y="69116"/>
                      </a:lnTo>
                      <a:lnTo>
                        <a:pt x="267319" y="59716"/>
                      </a:lnTo>
                      <a:lnTo>
                        <a:pt x="247991" y="51003"/>
                      </a:lnTo>
                      <a:lnTo>
                        <a:pt x="228319" y="42921"/>
                      </a:lnTo>
                      <a:lnTo>
                        <a:pt x="208417" y="35527"/>
                      </a:lnTo>
                      <a:lnTo>
                        <a:pt x="188286" y="28821"/>
                      </a:lnTo>
                      <a:lnTo>
                        <a:pt x="167926" y="22802"/>
                      </a:lnTo>
                      <a:lnTo>
                        <a:pt x="147336" y="17472"/>
                      </a:lnTo>
                      <a:lnTo>
                        <a:pt x="126631" y="12829"/>
                      </a:lnTo>
                      <a:lnTo>
                        <a:pt x="105755" y="8874"/>
                      </a:lnTo>
                      <a:lnTo>
                        <a:pt x="84763" y="5664"/>
                      </a:lnTo>
                      <a:lnTo>
                        <a:pt x="63715" y="3142"/>
                      </a:lnTo>
                      <a:lnTo>
                        <a:pt x="42551" y="1308"/>
                      </a:lnTo>
                      <a:lnTo>
                        <a:pt x="21330" y="276"/>
                      </a:lnTo>
                      <a:lnTo>
                        <a:pt x="52" y="-125"/>
                      </a:lnTo>
                      <a:lnTo>
                        <a:pt x="52" y="21484"/>
                      </a:lnTo>
                      <a:lnTo>
                        <a:pt x="52" y="43093"/>
                      </a:lnTo>
                      <a:lnTo>
                        <a:pt x="52" y="64645"/>
                      </a:lnTo>
                      <a:lnTo>
                        <a:pt x="52" y="86254"/>
                      </a:lnTo>
                      <a:lnTo>
                        <a:pt x="52" y="107864"/>
                      </a:lnTo>
                      <a:lnTo>
                        <a:pt x="52" y="129416"/>
                      </a:lnTo>
                      <a:lnTo>
                        <a:pt x="52" y="151025"/>
                      </a:lnTo>
                      <a:lnTo>
                        <a:pt x="52" y="172577"/>
                      </a:lnTo>
                      <a:lnTo>
                        <a:pt x="52" y="194186"/>
                      </a:lnTo>
                      <a:lnTo>
                        <a:pt x="52" y="215795"/>
                      </a:lnTo>
                      <a:lnTo>
                        <a:pt x="52" y="237347"/>
                      </a:lnTo>
                      <a:lnTo>
                        <a:pt x="52" y="258956"/>
                      </a:lnTo>
                      <a:lnTo>
                        <a:pt x="52" y="280565"/>
                      </a:lnTo>
                      <a:lnTo>
                        <a:pt x="52" y="302117"/>
                      </a:lnTo>
                      <a:lnTo>
                        <a:pt x="52" y="323727"/>
                      </a:lnTo>
                      <a:lnTo>
                        <a:pt x="52" y="345279"/>
                      </a:lnTo>
                      <a:lnTo>
                        <a:pt x="52" y="366888"/>
                      </a:lnTo>
                      <a:lnTo>
                        <a:pt x="52" y="388497"/>
                      </a:lnTo>
                      <a:lnTo>
                        <a:pt x="52" y="410049"/>
                      </a:lnTo>
                      <a:lnTo>
                        <a:pt x="52" y="431658"/>
                      </a:lnTo>
                      <a:lnTo>
                        <a:pt x="52" y="453267"/>
                      </a:lnTo>
                      <a:lnTo>
                        <a:pt x="52" y="474819"/>
                      </a:lnTo>
                      <a:lnTo>
                        <a:pt x="52" y="496429"/>
                      </a:lnTo>
                      <a:lnTo>
                        <a:pt x="52" y="517980"/>
                      </a:lnTo>
                      <a:lnTo>
                        <a:pt x="52" y="539590"/>
                      </a:lnTo>
                      <a:lnTo>
                        <a:pt x="52" y="561199"/>
                      </a:lnTo>
                      <a:lnTo>
                        <a:pt x="52" y="582751"/>
                      </a:lnTo>
                      <a:lnTo>
                        <a:pt x="52" y="604360"/>
                      </a:lnTo>
                      <a:lnTo>
                        <a:pt x="52" y="625969"/>
                      </a:lnTo>
                      <a:close/>
                    </a:path>
                  </a:pathLst>
                </a:custGeom>
                <a:solidFill>
                  <a:srgbClr val="FFDC91">
                    <a:alpha val="80000"/>
                  </a:srgbClr>
                </a:solidFill>
                <a:ln w="6131" cap="flat">
                  <a:solidFill>
                    <a:srgbClr val="FFFFFF"/>
                  </a:solidFill>
                  <a:prstDash val="solid"/>
                  <a:miter/>
                </a:ln>
              </p:spPr>
              <p:txBody>
                <a:bodyPr/>
                <a:lstStyle/>
                <a:p>
                  <a:endParaRPr lang="zh-CN" altLang="en-US" sz="2190"/>
                </a:p>
              </p:txBody>
            </p:sp>
            <p:sp>
              <p:nvSpPr>
                <p:cNvPr id="332" name="任意多边形: 形状 331"/>
                <p:cNvSpPr/>
                <p:nvPr/>
              </p:nvSpPr>
              <p:spPr>
                <a:xfrm>
                  <a:off x="6552124" y="2142170"/>
                  <a:ext cx="241228" cy="620878"/>
                </a:xfrm>
                <a:custGeom>
                  <a:avLst/>
                  <a:gdLst>
                    <a:gd name="csX0" fmla="*/ 71 w 241228"/>
                    <a:gd name="csY0" fmla="*/ -157 h 620878"/>
                    <a:gd name="csX1" fmla="*/ 2881 w 241228"/>
                    <a:gd name="csY1" fmla="*/ 21223 h 620878"/>
                    <a:gd name="csX2" fmla="*/ 5634 w 241228"/>
                    <a:gd name="csY2" fmla="*/ 42660 h 620878"/>
                    <a:gd name="csX3" fmla="*/ 8387 w 241228"/>
                    <a:gd name="csY3" fmla="*/ 64040 h 620878"/>
                    <a:gd name="csX4" fmla="*/ 11197 w 241228"/>
                    <a:gd name="csY4" fmla="*/ 85477 h 620878"/>
                    <a:gd name="csX5" fmla="*/ 13950 w 241228"/>
                    <a:gd name="csY5" fmla="*/ 106857 h 620878"/>
                    <a:gd name="csX6" fmla="*/ 16703 w 241228"/>
                    <a:gd name="csY6" fmla="*/ 128295 h 620878"/>
                    <a:gd name="csX7" fmla="*/ 19514 w 241228"/>
                    <a:gd name="csY7" fmla="*/ 149674 h 620878"/>
                    <a:gd name="csX8" fmla="*/ 22266 w 241228"/>
                    <a:gd name="csY8" fmla="*/ 171112 h 620878"/>
                    <a:gd name="csX9" fmla="*/ 25019 w 241228"/>
                    <a:gd name="csY9" fmla="*/ 192492 h 620878"/>
                    <a:gd name="csX10" fmla="*/ 27830 w 241228"/>
                    <a:gd name="csY10" fmla="*/ 213929 h 620878"/>
                    <a:gd name="csX11" fmla="*/ 30583 w 241228"/>
                    <a:gd name="csY11" fmla="*/ 235309 h 620878"/>
                    <a:gd name="csX12" fmla="*/ 33336 w 241228"/>
                    <a:gd name="csY12" fmla="*/ 256746 h 620878"/>
                    <a:gd name="csX13" fmla="*/ 36146 w 241228"/>
                    <a:gd name="csY13" fmla="*/ 278126 h 620878"/>
                    <a:gd name="csX14" fmla="*/ 38899 w 241228"/>
                    <a:gd name="csY14" fmla="*/ 299563 h 620878"/>
                    <a:gd name="csX15" fmla="*/ 41652 w 241228"/>
                    <a:gd name="csY15" fmla="*/ 320943 h 620878"/>
                    <a:gd name="csX16" fmla="*/ 44405 w 241228"/>
                    <a:gd name="csY16" fmla="*/ 342381 h 620878"/>
                    <a:gd name="csX17" fmla="*/ 47215 w 241228"/>
                    <a:gd name="csY17" fmla="*/ 363761 h 620878"/>
                    <a:gd name="csX18" fmla="*/ 49968 w 241228"/>
                    <a:gd name="csY18" fmla="*/ 385198 h 620878"/>
                    <a:gd name="csX19" fmla="*/ 52721 w 241228"/>
                    <a:gd name="csY19" fmla="*/ 406578 h 620878"/>
                    <a:gd name="csX20" fmla="*/ 55531 w 241228"/>
                    <a:gd name="csY20" fmla="*/ 428015 h 620878"/>
                    <a:gd name="csX21" fmla="*/ 58284 w 241228"/>
                    <a:gd name="csY21" fmla="*/ 449395 h 620878"/>
                    <a:gd name="csX22" fmla="*/ 61037 w 241228"/>
                    <a:gd name="csY22" fmla="*/ 470832 h 620878"/>
                    <a:gd name="csX23" fmla="*/ 63848 w 241228"/>
                    <a:gd name="csY23" fmla="*/ 492212 h 620878"/>
                    <a:gd name="csX24" fmla="*/ 66601 w 241228"/>
                    <a:gd name="csY24" fmla="*/ 513649 h 620878"/>
                    <a:gd name="csX25" fmla="*/ 69354 w 241228"/>
                    <a:gd name="csY25" fmla="*/ 535087 h 620878"/>
                    <a:gd name="csX26" fmla="*/ 72164 w 241228"/>
                    <a:gd name="csY26" fmla="*/ 556467 h 620878"/>
                    <a:gd name="csX27" fmla="*/ 74917 w 241228"/>
                    <a:gd name="csY27" fmla="*/ 577904 h 620878"/>
                    <a:gd name="csX28" fmla="*/ 77670 w 241228"/>
                    <a:gd name="csY28" fmla="*/ 599284 h 620878"/>
                    <a:gd name="csX29" fmla="*/ 80480 w 241228"/>
                    <a:gd name="csY29" fmla="*/ 620721 h 620878"/>
                    <a:gd name="csX30" fmla="*/ 104052 w 241228"/>
                    <a:gd name="csY30" fmla="*/ 617168 h 620878"/>
                    <a:gd name="csX31" fmla="*/ 127510 w 241228"/>
                    <a:gd name="csY31" fmla="*/ 612811 h 620878"/>
                    <a:gd name="csX32" fmla="*/ 150738 w 241228"/>
                    <a:gd name="csY32" fmla="*/ 607481 h 620878"/>
                    <a:gd name="csX33" fmla="*/ 173794 w 241228"/>
                    <a:gd name="csY33" fmla="*/ 601348 h 620878"/>
                    <a:gd name="csX34" fmla="*/ 196563 w 241228"/>
                    <a:gd name="csY34" fmla="*/ 594297 h 620878"/>
                    <a:gd name="csX35" fmla="*/ 219103 w 241228"/>
                    <a:gd name="csY35" fmla="*/ 586387 h 620878"/>
                    <a:gd name="csX36" fmla="*/ 241299 w 241228"/>
                    <a:gd name="csY36" fmla="*/ 577617 h 620878"/>
                    <a:gd name="csX37" fmla="*/ 232983 w 241228"/>
                    <a:gd name="csY37" fmla="*/ 557671 h 620878"/>
                    <a:gd name="csX38" fmla="*/ 224667 w 241228"/>
                    <a:gd name="csY38" fmla="*/ 537781 h 620878"/>
                    <a:gd name="csX39" fmla="*/ 216350 w 241228"/>
                    <a:gd name="csY39" fmla="*/ 517834 h 620878"/>
                    <a:gd name="csX40" fmla="*/ 208034 w 241228"/>
                    <a:gd name="csY40" fmla="*/ 497887 h 620878"/>
                    <a:gd name="csX41" fmla="*/ 199718 w 241228"/>
                    <a:gd name="csY41" fmla="*/ 477997 h 620878"/>
                    <a:gd name="csX42" fmla="*/ 191402 w 241228"/>
                    <a:gd name="csY42" fmla="*/ 458050 h 620878"/>
                    <a:gd name="csX43" fmla="*/ 183085 w 241228"/>
                    <a:gd name="csY43" fmla="*/ 438161 h 620878"/>
                    <a:gd name="csX44" fmla="*/ 174769 w 241228"/>
                    <a:gd name="csY44" fmla="*/ 418214 h 620878"/>
                    <a:gd name="csX45" fmla="*/ 166453 w 241228"/>
                    <a:gd name="csY45" fmla="*/ 398324 h 620878"/>
                    <a:gd name="csX46" fmla="*/ 158137 w 241228"/>
                    <a:gd name="csY46" fmla="*/ 378377 h 620878"/>
                    <a:gd name="csX47" fmla="*/ 149820 w 241228"/>
                    <a:gd name="csY47" fmla="*/ 358430 h 620878"/>
                    <a:gd name="csX48" fmla="*/ 141504 w 241228"/>
                    <a:gd name="csY48" fmla="*/ 338540 h 620878"/>
                    <a:gd name="csX49" fmla="*/ 133188 w 241228"/>
                    <a:gd name="csY49" fmla="*/ 318593 h 620878"/>
                    <a:gd name="csX50" fmla="*/ 124872 w 241228"/>
                    <a:gd name="csY50" fmla="*/ 298704 h 620878"/>
                    <a:gd name="csX51" fmla="*/ 116555 w 241228"/>
                    <a:gd name="csY51" fmla="*/ 278757 h 620878"/>
                    <a:gd name="csX52" fmla="*/ 108239 w 241228"/>
                    <a:gd name="csY52" fmla="*/ 258810 h 620878"/>
                    <a:gd name="csX53" fmla="*/ 99923 w 241228"/>
                    <a:gd name="csY53" fmla="*/ 238920 h 620878"/>
                    <a:gd name="csX54" fmla="*/ 91607 w 241228"/>
                    <a:gd name="csY54" fmla="*/ 218973 h 620878"/>
                    <a:gd name="csX55" fmla="*/ 83233 w 241228"/>
                    <a:gd name="csY55" fmla="*/ 199083 h 620878"/>
                    <a:gd name="csX56" fmla="*/ 74917 w 241228"/>
                    <a:gd name="csY56" fmla="*/ 179136 h 620878"/>
                    <a:gd name="csX57" fmla="*/ 66601 w 241228"/>
                    <a:gd name="csY57" fmla="*/ 159189 h 620878"/>
                    <a:gd name="csX58" fmla="*/ 58284 w 241228"/>
                    <a:gd name="csY58" fmla="*/ 139300 h 620878"/>
                    <a:gd name="csX59" fmla="*/ 49968 w 241228"/>
                    <a:gd name="csY59" fmla="*/ 119353 h 620878"/>
                    <a:gd name="csX60" fmla="*/ 41652 w 241228"/>
                    <a:gd name="csY60" fmla="*/ 99463 h 620878"/>
                    <a:gd name="csX61" fmla="*/ 33336 w 241228"/>
                    <a:gd name="csY61" fmla="*/ 79516 h 620878"/>
                    <a:gd name="csX62" fmla="*/ 25019 w 241228"/>
                    <a:gd name="csY62" fmla="*/ 59569 h 620878"/>
                    <a:gd name="csX63" fmla="*/ 16703 w 241228"/>
                    <a:gd name="csY63" fmla="*/ 39680 h 620878"/>
                    <a:gd name="csX64" fmla="*/ 8387 w 241228"/>
                    <a:gd name="csY64" fmla="*/ 19732 h 620878"/>
                    <a:gd name="csX65" fmla="*/ 71 w 241228"/>
                    <a:gd name="csY65" fmla="*/ -157 h 6208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241228" h="620878">
                      <a:moveTo>
                        <a:pt x="71" y="-157"/>
                      </a:moveTo>
                      <a:lnTo>
                        <a:pt x="2881" y="21223"/>
                      </a:lnTo>
                      <a:lnTo>
                        <a:pt x="5634" y="42660"/>
                      </a:lnTo>
                      <a:lnTo>
                        <a:pt x="8387" y="64040"/>
                      </a:lnTo>
                      <a:lnTo>
                        <a:pt x="11197" y="85477"/>
                      </a:lnTo>
                      <a:lnTo>
                        <a:pt x="13950" y="106857"/>
                      </a:lnTo>
                      <a:lnTo>
                        <a:pt x="16703" y="128295"/>
                      </a:lnTo>
                      <a:lnTo>
                        <a:pt x="19514" y="149674"/>
                      </a:lnTo>
                      <a:lnTo>
                        <a:pt x="22266" y="171112"/>
                      </a:lnTo>
                      <a:lnTo>
                        <a:pt x="25019" y="192492"/>
                      </a:lnTo>
                      <a:lnTo>
                        <a:pt x="27830" y="213929"/>
                      </a:lnTo>
                      <a:lnTo>
                        <a:pt x="30583" y="235309"/>
                      </a:lnTo>
                      <a:lnTo>
                        <a:pt x="33336" y="256746"/>
                      </a:lnTo>
                      <a:lnTo>
                        <a:pt x="36146" y="278126"/>
                      </a:lnTo>
                      <a:lnTo>
                        <a:pt x="38899" y="299563"/>
                      </a:lnTo>
                      <a:lnTo>
                        <a:pt x="41652" y="320943"/>
                      </a:lnTo>
                      <a:lnTo>
                        <a:pt x="44405" y="342381"/>
                      </a:lnTo>
                      <a:lnTo>
                        <a:pt x="47215" y="363761"/>
                      </a:lnTo>
                      <a:lnTo>
                        <a:pt x="49968" y="385198"/>
                      </a:lnTo>
                      <a:lnTo>
                        <a:pt x="52721" y="406578"/>
                      </a:lnTo>
                      <a:lnTo>
                        <a:pt x="55531" y="428015"/>
                      </a:lnTo>
                      <a:lnTo>
                        <a:pt x="58284" y="449395"/>
                      </a:lnTo>
                      <a:lnTo>
                        <a:pt x="61037" y="470832"/>
                      </a:lnTo>
                      <a:lnTo>
                        <a:pt x="63848" y="492212"/>
                      </a:lnTo>
                      <a:lnTo>
                        <a:pt x="66601" y="513649"/>
                      </a:lnTo>
                      <a:lnTo>
                        <a:pt x="69354" y="535087"/>
                      </a:lnTo>
                      <a:lnTo>
                        <a:pt x="72164" y="556467"/>
                      </a:lnTo>
                      <a:lnTo>
                        <a:pt x="74917" y="577904"/>
                      </a:lnTo>
                      <a:lnTo>
                        <a:pt x="77670" y="599284"/>
                      </a:lnTo>
                      <a:lnTo>
                        <a:pt x="80480" y="620721"/>
                      </a:lnTo>
                      <a:lnTo>
                        <a:pt x="104052" y="617168"/>
                      </a:lnTo>
                      <a:lnTo>
                        <a:pt x="127510" y="612811"/>
                      </a:lnTo>
                      <a:lnTo>
                        <a:pt x="150738" y="607481"/>
                      </a:lnTo>
                      <a:lnTo>
                        <a:pt x="173794" y="601348"/>
                      </a:lnTo>
                      <a:lnTo>
                        <a:pt x="196563" y="594297"/>
                      </a:lnTo>
                      <a:lnTo>
                        <a:pt x="219103" y="586387"/>
                      </a:lnTo>
                      <a:lnTo>
                        <a:pt x="241299" y="577617"/>
                      </a:lnTo>
                      <a:lnTo>
                        <a:pt x="232983" y="557671"/>
                      </a:lnTo>
                      <a:lnTo>
                        <a:pt x="224667" y="537781"/>
                      </a:lnTo>
                      <a:lnTo>
                        <a:pt x="216350" y="517834"/>
                      </a:lnTo>
                      <a:lnTo>
                        <a:pt x="208034" y="497887"/>
                      </a:lnTo>
                      <a:lnTo>
                        <a:pt x="199718" y="477997"/>
                      </a:lnTo>
                      <a:lnTo>
                        <a:pt x="191402" y="458050"/>
                      </a:lnTo>
                      <a:lnTo>
                        <a:pt x="183085" y="438161"/>
                      </a:lnTo>
                      <a:lnTo>
                        <a:pt x="174769" y="418214"/>
                      </a:lnTo>
                      <a:lnTo>
                        <a:pt x="166453" y="398324"/>
                      </a:lnTo>
                      <a:lnTo>
                        <a:pt x="158137" y="378377"/>
                      </a:lnTo>
                      <a:lnTo>
                        <a:pt x="149820" y="358430"/>
                      </a:lnTo>
                      <a:lnTo>
                        <a:pt x="141504" y="338540"/>
                      </a:lnTo>
                      <a:lnTo>
                        <a:pt x="133188" y="318593"/>
                      </a:lnTo>
                      <a:lnTo>
                        <a:pt x="124872" y="298704"/>
                      </a:lnTo>
                      <a:lnTo>
                        <a:pt x="116555" y="278757"/>
                      </a:lnTo>
                      <a:lnTo>
                        <a:pt x="108239" y="258810"/>
                      </a:lnTo>
                      <a:lnTo>
                        <a:pt x="99923" y="238920"/>
                      </a:lnTo>
                      <a:lnTo>
                        <a:pt x="91607" y="218973"/>
                      </a:lnTo>
                      <a:lnTo>
                        <a:pt x="83233" y="199083"/>
                      </a:lnTo>
                      <a:lnTo>
                        <a:pt x="74917" y="179136"/>
                      </a:lnTo>
                      <a:lnTo>
                        <a:pt x="66601" y="159189"/>
                      </a:lnTo>
                      <a:lnTo>
                        <a:pt x="58284" y="139300"/>
                      </a:lnTo>
                      <a:lnTo>
                        <a:pt x="49968" y="119353"/>
                      </a:lnTo>
                      <a:lnTo>
                        <a:pt x="41652" y="99463"/>
                      </a:lnTo>
                      <a:lnTo>
                        <a:pt x="33336" y="79516"/>
                      </a:lnTo>
                      <a:lnTo>
                        <a:pt x="25019" y="59569"/>
                      </a:lnTo>
                      <a:lnTo>
                        <a:pt x="16703" y="39680"/>
                      </a:lnTo>
                      <a:lnTo>
                        <a:pt x="8387" y="19732"/>
                      </a:lnTo>
                      <a:lnTo>
                        <a:pt x="71" y="-157"/>
                      </a:lnTo>
                      <a:close/>
                    </a:path>
                  </a:pathLst>
                </a:custGeom>
                <a:solidFill>
                  <a:srgbClr val="6F99AD">
                    <a:alpha val="80000"/>
                  </a:srgbClr>
                </a:solidFill>
                <a:ln w="6131" cap="flat">
                  <a:solidFill>
                    <a:srgbClr val="FFFFFF"/>
                  </a:solidFill>
                  <a:prstDash val="solid"/>
                  <a:miter/>
                </a:ln>
              </p:spPr>
              <p:txBody>
                <a:bodyPr/>
                <a:lstStyle/>
                <a:p>
                  <a:endParaRPr lang="zh-CN" altLang="en-US" sz="2190"/>
                </a:p>
              </p:txBody>
            </p:sp>
            <p:sp>
              <p:nvSpPr>
                <p:cNvPr id="333" name="任意多边形: 形状 332"/>
                <p:cNvSpPr/>
                <p:nvPr/>
              </p:nvSpPr>
              <p:spPr>
                <a:xfrm>
                  <a:off x="6552124" y="2142170"/>
                  <a:ext cx="80409" cy="625750"/>
                </a:xfrm>
                <a:custGeom>
                  <a:avLst/>
                  <a:gdLst>
                    <a:gd name="csX0" fmla="*/ 78 w 80409"/>
                    <a:gd name="csY0" fmla="*/ -157 h 625750"/>
                    <a:gd name="csX1" fmla="*/ 767 w 80409"/>
                    <a:gd name="csY1" fmla="*/ 21395 h 625750"/>
                    <a:gd name="csX2" fmla="*/ 1398 w 80409"/>
                    <a:gd name="csY2" fmla="*/ 43004 h 625750"/>
                    <a:gd name="csX3" fmla="*/ 2086 w 80409"/>
                    <a:gd name="csY3" fmla="*/ 64556 h 625750"/>
                    <a:gd name="csX4" fmla="*/ 2717 w 80409"/>
                    <a:gd name="csY4" fmla="*/ 86107 h 625750"/>
                    <a:gd name="csX5" fmla="*/ 3348 w 80409"/>
                    <a:gd name="csY5" fmla="*/ 107717 h 625750"/>
                    <a:gd name="csX6" fmla="*/ 4036 w 80409"/>
                    <a:gd name="csY6" fmla="*/ 129269 h 625750"/>
                    <a:gd name="csX7" fmla="*/ 4667 w 80409"/>
                    <a:gd name="csY7" fmla="*/ 150878 h 625750"/>
                    <a:gd name="csX8" fmla="*/ 5298 w 80409"/>
                    <a:gd name="csY8" fmla="*/ 172430 h 625750"/>
                    <a:gd name="csX9" fmla="*/ 5986 w 80409"/>
                    <a:gd name="csY9" fmla="*/ 194039 h 625750"/>
                    <a:gd name="csX10" fmla="*/ 6617 w 80409"/>
                    <a:gd name="csY10" fmla="*/ 215591 h 625750"/>
                    <a:gd name="csX11" fmla="*/ 7305 w 80409"/>
                    <a:gd name="csY11" fmla="*/ 237200 h 625750"/>
                    <a:gd name="csX12" fmla="*/ 7936 w 80409"/>
                    <a:gd name="csY12" fmla="*/ 258752 h 625750"/>
                    <a:gd name="csX13" fmla="*/ 8567 w 80409"/>
                    <a:gd name="csY13" fmla="*/ 280361 h 625750"/>
                    <a:gd name="csX14" fmla="*/ 9255 w 80409"/>
                    <a:gd name="csY14" fmla="*/ 301913 h 625750"/>
                    <a:gd name="csX15" fmla="*/ 9886 w 80409"/>
                    <a:gd name="csY15" fmla="*/ 323465 h 625750"/>
                    <a:gd name="csX16" fmla="*/ 10574 w 80409"/>
                    <a:gd name="csY16" fmla="*/ 345074 h 625750"/>
                    <a:gd name="csX17" fmla="*/ 11205 w 80409"/>
                    <a:gd name="csY17" fmla="*/ 366626 h 625750"/>
                    <a:gd name="csX18" fmla="*/ 11836 w 80409"/>
                    <a:gd name="csY18" fmla="*/ 388236 h 625750"/>
                    <a:gd name="csX19" fmla="*/ 12524 w 80409"/>
                    <a:gd name="csY19" fmla="*/ 409787 h 625750"/>
                    <a:gd name="csX20" fmla="*/ 13155 w 80409"/>
                    <a:gd name="csY20" fmla="*/ 431397 h 625750"/>
                    <a:gd name="csX21" fmla="*/ 13786 w 80409"/>
                    <a:gd name="csY21" fmla="*/ 452949 h 625750"/>
                    <a:gd name="csX22" fmla="*/ 14474 w 80409"/>
                    <a:gd name="csY22" fmla="*/ 474558 h 625750"/>
                    <a:gd name="csX23" fmla="*/ 15105 w 80409"/>
                    <a:gd name="csY23" fmla="*/ 496110 h 625750"/>
                    <a:gd name="csX24" fmla="*/ 15793 w 80409"/>
                    <a:gd name="csY24" fmla="*/ 517719 h 625750"/>
                    <a:gd name="csX25" fmla="*/ 16424 w 80409"/>
                    <a:gd name="csY25" fmla="*/ 539271 h 625750"/>
                    <a:gd name="csX26" fmla="*/ 17055 w 80409"/>
                    <a:gd name="csY26" fmla="*/ 560823 h 625750"/>
                    <a:gd name="csX27" fmla="*/ 17743 w 80409"/>
                    <a:gd name="csY27" fmla="*/ 582432 h 625750"/>
                    <a:gd name="csX28" fmla="*/ 18374 w 80409"/>
                    <a:gd name="csY28" fmla="*/ 603984 h 625750"/>
                    <a:gd name="csX29" fmla="*/ 19005 w 80409"/>
                    <a:gd name="csY29" fmla="*/ 625593 h 625750"/>
                    <a:gd name="csX30" fmla="*/ 49804 w 80409"/>
                    <a:gd name="csY30" fmla="*/ 623874 h 625750"/>
                    <a:gd name="csX31" fmla="*/ 80488 w 80409"/>
                    <a:gd name="csY31" fmla="*/ 620721 h 625750"/>
                    <a:gd name="csX32" fmla="*/ 77677 w 80409"/>
                    <a:gd name="csY32" fmla="*/ 599284 h 625750"/>
                    <a:gd name="csX33" fmla="*/ 74925 w 80409"/>
                    <a:gd name="csY33" fmla="*/ 577904 h 625750"/>
                    <a:gd name="csX34" fmla="*/ 72172 w 80409"/>
                    <a:gd name="csY34" fmla="*/ 556466 h 625750"/>
                    <a:gd name="csX35" fmla="*/ 69361 w 80409"/>
                    <a:gd name="csY35" fmla="*/ 535087 h 625750"/>
                    <a:gd name="csX36" fmla="*/ 66608 w 80409"/>
                    <a:gd name="csY36" fmla="*/ 513649 h 625750"/>
                    <a:gd name="csX37" fmla="*/ 63855 w 80409"/>
                    <a:gd name="csY37" fmla="*/ 492212 h 625750"/>
                    <a:gd name="csX38" fmla="*/ 61045 w 80409"/>
                    <a:gd name="csY38" fmla="*/ 470832 h 625750"/>
                    <a:gd name="csX39" fmla="*/ 58292 w 80409"/>
                    <a:gd name="csY39" fmla="*/ 449395 h 625750"/>
                    <a:gd name="csX40" fmla="*/ 55539 w 80409"/>
                    <a:gd name="csY40" fmla="*/ 428015 h 625750"/>
                    <a:gd name="csX41" fmla="*/ 52729 w 80409"/>
                    <a:gd name="csY41" fmla="*/ 406578 h 625750"/>
                    <a:gd name="csX42" fmla="*/ 49976 w 80409"/>
                    <a:gd name="csY42" fmla="*/ 385198 h 625750"/>
                    <a:gd name="csX43" fmla="*/ 47223 w 80409"/>
                    <a:gd name="csY43" fmla="*/ 363760 h 625750"/>
                    <a:gd name="csX44" fmla="*/ 44413 w 80409"/>
                    <a:gd name="csY44" fmla="*/ 342380 h 625750"/>
                    <a:gd name="csX45" fmla="*/ 41660 w 80409"/>
                    <a:gd name="csY45" fmla="*/ 320943 h 625750"/>
                    <a:gd name="csX46" fmla="*/ 38907 w 80409"/>
                    <a:gd name="csY46" fmla="*/ 299563 h 625750"/>
                    <a:gd name="csX47" fmla="*/ 36154 w 80409"/>
                    <a:gd name="csY47" fmla="*/ 278126 h 625750"/>
                    <a:gd name="csX48" fmla="*/ 33343 w 80409"/>
                    <a:gd name="csY48" fmla="*/ 256746 h 625750"/>
                    <a:gd name="csX49" fmla="*/ 30590 w 80409"/>
                    <a:gd name="csY49" fmla="*/ 235309 h 625750"/>
                    <a:gd name="csX50" fmla="*/ 27837 w 80409"/>
                    <a:gd name="csY50" fmla="*/ 213929 h 625750"/>
                    <a:gd name="csX51" fmla="*/ 25027 w 80409"/>
                    <a:gd name="csY51" fmla="*/ 192491 h 625750"/>
                    <a:gd name="csX52" fmla="*/ 22274 w 80409"/>
                    <a:gd name="csY52" fmla="*/ 171112 h 625750"/>
                    <a:gd name="csX53" fmla="*/ 19521 w 80409"/>
                    <a:gd name="csY53" fmla="*/ 149674 h 625750"/>
                    <a:gd name="csX54" fmla="*/ 16711 w 80409"/>
                    <a:gd name="csY54" fmla="*/ 128294 h 625750"/>
                    <a:gd name="csX55" fmla="*/ 13958 w 80409"/>
                    <a:gd name="csY55" fmla="*/ 106857 h 625750"/>
                    <a:gd name="csX56" fmla="*/ 11205 w 80409"/>
                    <a:gd name="csY56" fmla="*/ 85477 h 625750"/>
                    <a:gd name="csX57" fmla="*/ 8395 w 80409"/>
                    <a:gd name="csY57" fmla="*/ 64040 h 625750"/>
                    <a:gd name="csX58" fmla="*/ 5642 w 80409"/>
                    <a:gd name="csY58" fmla="*/ 42660 h 625750"/>
                    <a:gd name="csX59" fmla="*/ 2889 w 80409"/>
                    <a:gd name="csY59" fmla="*/ 21223 h 625750"/>
                    <a:gd name="csX60" fmla="*/ 78 w 80409"/>
                    <a:gd name="csY60" fmla="*/ -157 h 62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80409" h="625750">
                      <a:moveTo>
                        <a:pt x="78" y="-157"/>
                      </a:moveTo>
                      <a:lnTo>
                        <a:pt x="767" y="21395"/>
                      </a:lnTo>
                      <a:lnTo>
                        <a:pt x="1398" y="43004"/>
                      </a:lnTo>
                      <a:lnTo>
                        <a:pt x="2086" y="64556"/>
                      </a:lnTo>
                      <a:lnTo>
                        <a:pt x="2717" y="86107"/>
                      </a:lnTo>
                      <a:lnTo>
                        <a:pt x="3348" y="107717"/>
                      </a:lnTo>
                      <a:lnTo>
                        <a:pt x="4036" y="129269"/>
                      </a:lnTo>
                      <a:lnTo>
                        <a:pt x="4667" y="150878"/>
                      </a:lnTo>
                      <a:lnTo>
                        <a:pt x="5298" y="172430"/>
                      </a:lnTo>
                      <a:lnTo>
                        <a:pt x="5986" y="194039"/>
                      </a:lnTo>
                      <a:lnTo>
                        <a:pt x="6617" y="215591"/>
                      </a:lnTo>
                      <a:lnTo>
                        <a:pt x="7305" y="237200"/>
                      </a:lnTo>
                      <a:lnTo>
                        <a:pt x="7936" y="258752"/>
                      </a:lnTo>
                      <a:lnTo>
                        <a:pt x="8567" y="280361"/>
                      </a:lnTo>
                      <a:lnTo>
                        <a:pt x="9255" y="301913"/>
                      </a:lnTo>
                      <a:lnTo>
                        <a:pt x="9886" y="323465"/>
                      </a:lnTo>
                      <a:lnTo>
                        <a:pt x="10574" y="345074"/>
                      </a:lnTo>
                      <a:lnTo>
                        <a:pt x="11205" y="366626"/>
                      </a:lnTo>
                      <a:lnTo>
                        <a:pt x="11836" y="388236"/>
                      </a:lnTo>
                      <a:lnTo>
                        <a:pt x="12524" y="409787"/>
                      </a:lnTo>
                      <a:lnTo>
                        <a:pt x="13155" y="431397"/>
                      </a:lnTo>
                      <a:lnTo>
                        <a:pt x="13786" y="452949"/>
                      </a:lnTo>
                      <a:lnTo>
                        <a:pt x="14474" y="474558"/>
                      </a:lnTo>
                      <a:lnTo>
                        <a:pt x="15105" y="496110"/>
                      </a:lnTo>
                      <a:lnTo>
                        <a:pt x="15793" y="517719"/>
                      </a:lnTo>
                      <a:lnTo>
                        <a:pt x="16424" y="539271"/>
                      </a:lnTo>
                      <a:lnTo>
                        <a:pt x="17055" y="560823"/>
                      </a:lnTo>
                      <a:lnTo>
                        <a:pt x="17743" y="582432"/>
                      </a:lnTo>
                      <a:lnTo>
                        <a:pt x="18374" y="603984"/>
                      </a:lnTo>
                      <a:lnTo>
                        <a:pt x="19005" y="625593"/>
                      </a:lnTo>
                      <a:lnTo>
                        <a:pt x="49804" y="623874"/>
                      </a:lnTo>
                      <a:lnTo>
                        <a:pt x="80488" y="620721"/>
                      </a:lnTo>
                      <a:lnTo>
                        <a:pt x="77677" y="599284"/>
                      </a:lnTo>
                      <a:lnTo>
                        <a:pt x="74925" y="577904"/>
                      </a:lnTo>
                      <a:lnTo>
                        <a:pt x="72172" y="556466"/>
                      </a:lnTo>
                      <a:lnTo>
                        <a:pt x="69361" y="535087"/>
                      </a:lnTo>
                      <a:lnTo>
                        <a:pt x="66608" y="513649"/>
                      </a:lnTo>
                      <a:lnTo>
                        <a:pt x="63855" y="492212"/>
                      </a:lnTo>
                      <a:lnTo>
                        <a:pt x="61045" y="470832"/>
                      </a:lnTo>
                      <a:lnTo>
                        <a:pt x="58292" y="449395"/>
                      </a:lnTo>
                      <a:lnTo>
                        <a:pt x="55539" y="428015"/>
                      </a:lnTo>
                      <a:lnTo>
                        <a:pt x="52729" y="406578"/>
                      </a:lnTo>
                      <a:lnTo>
                        <a:pt x="49976" y="385198"/>
                      </a:lnTo>
                      <a:lnTo>
                        <a:pt x="47223" y="363760"/>
                      </a:lnTo>
                      <a:lnTo>
                        <a:pt x="44413" y="342380"/>
                      </a:lnTo>
                      <a:lnTo>
                        <a:pt x="41660" y="320943"/>
                      </a:lnTo>
                      <a:lnTo>
                        <a:pt x="38907" y="299563"/>
                      </a:lnTo>
                      <a:lnTo>
                        <a:pt x="36154" y="278126"/>
                      </a:lnTo>
                      <a:lnTo>
                        <a:pt x="33343" y="256746"/>
                      </a:lnTo>
                      <a:lnTo>
                        <a:pt x="30590" y="235309"/>
                      </a:lnTo>
                      <a:lnTo>
                        <a:pt x="27837" y="213929"/>
                      </a:lnTo>
                      <a:lnTo>
                        <a:pt x="25027" y="192491"/>
                      </a:lnTo>
                      <a:lnTo>
                        <a:pt x="22274" y="171112"/>
                      </a:lnTo>
                      <a:lnTo>
                        <a:pt x="19521" y="149674"/>
                      </a:lnTo>
                      <a:lnTo>
                        <a:pt x="16711" y="128294"/>
                      </a:lnTo>
                      <a:lnTo>
                        <a:pt x="13958" y="106857"/>
                      </a:lnTo>
                      <a:lnTo>
                        <a:pt x="11205" y="85477"/>
                      </a:lnTo>
                      <a:lnTo>
                        <a:pt x="8395" y="64040"/>
                      </a:lnTo>
                      <a:lnTo>
                        <a:pt x="5642" y="42660"/>
                      </a:lnTo>
                      <a:lnTo>
                        <a:pt x="2889" y="21223"/>
                      </a:lnTo>
                      <a:lnTo>
                        <a:pt x="78" y="-157"/>
                      </a:lnTo>
                      <a:close/>
                    </a:path>
                  </a:pathLst>
                </a:custGeom>
                <a:solidFill>
                  <a:srgbClr val="7876B1">
                    <a:alpha val="80000"/>
                  </a:srgbClr>
                </a:solidFill>
                <a:ln w="6131" cap="flat">
                  <a:solidFill>
                    <a:srgbClr val="FFFFFF"/>
                  </a:solidFill>
                  <a:prstDash val="solid"/>
                  <a:miter/>
                </a:ln>
              </p:spPr>
              <p:txBody>
                <a:bodyPr/>
                <a:lstStyle/>
                <a:p>
                  <a:endParaRPr lang="zh-CN" altLang="en-US" sz="2190"/>
                </a:p>
              </p:txBody>
            </p:sp>
            <p:sp>
              <p:nvSpPr>
                <p:cNvPr id="334" name="任意多边形: 形状 333"/>
                <p:cNvSpPr/>
                <p:nvPr/>
              </p:nvSpPr>
              <p:spPr>
                <a:xfrm>
                  <a:off x="6509453" y="2142170"/>
                  <a:ext cx="61597" cy="625922"/>
                </a:xfrm>
                <a:custGeom>
                  <a:avLst/>
                  <a:gdLst>
                    <a:gd name="csX0" fmla="*/ 42754 w 61597"/>
                    <a:gd name="csY0" fmla="*/ -157 h 625922"/>
                    <a:gd name="csX1" fmla="*/ 41320 w 61597"/>
                    <a:gd name="csY1" fmla="*/ 21337 h 625922"/>
                    <a:gd name="csX2" fmla="*/ 39829 w 61597"/>
                    <a:gd name="csY2" fmla="*/ 42889 h 625922"/>
                    <a:gd name="csX3" fmla="*/ 38338 w 61597"/>
                    <a:gd name="csY3" fmla="*/ 64441 h 625922"/>
                    <a:gd name="csX4" fmla="*/ 36904 w 61597"/>
                    <a:gd name="csY4" fmla="*/ 85993 h 625922"/>
                    <a:gd name="csX5" fmla="*/ 35413 w 61597"/>
                    <a:gd name="csY5" fmla="*/ 107487 h 625922"/>
                    <a:gd name="csX6" fmla="*/ 33922 w 61597"/>
                    <a:gd name="csY6" fmla="*/ 129039 h 625922"/>
                    <a:gd name="csX7" fmla="*/ 32488 w 61597"/>
                    <a:gd name="csY7" fmla="*/ 150591 h 625922"/>
                    <a:gd name="csX8" fmla="*/ 30997 w 61597"/>
                    <a:gd name="csY8" fmla="*/ 172143 h 625922"/>
                    <a:gd name="csX9" fmla="*/ 29506 w 61597"/>
                    <a:gd name="csY9" fmla="*/ 193638 h 625922"/>
                    <a:gd name="csX10" fmla="*/ 28072 w 61597"/>
                    <a:gd name="csY10" fmla="*/ 215190 h 625922"/>
                    <a:gd name="csX11" fmla="*/ 26581 w 61597"/>
                    <a:gd name="csY11" fmla="*/ 236742 h 625922"/>
                    <a:gd name="csX12" fmla="*/ 25089 w 61597"/>
                    <a:gd name="csY12" fmla="*/ 258294 h 625922"/>
                    <a:gd name="csX13" fmla="*/ 23656 w 61597"/>
                    <a:gd name="csY13" fmla="*/ 279788 h 625922"/>
                    <a:gd name="csX14" fmla="*/ 22164 w 61597"/>
                    <a:gd name="csY14" fmla="*/ 301340 h 625922"/>
                    <a:gd name="csX15" fmla="*/ 20673 w 61597"/>
                    <a:gd name="csY15" fmla="*/ 322892 h 625922"/>
                    <a:gd name="csX16" fmla="*/ 19240 w 61597"/>
                    <a:gd name="csY16" fmla="*/ 344444 h 625922"/>
                    <a:gd name="csX17" fmla="*/ 17748 w 61597"/>
                    <a:gd name="csY17" fmla="*/ 365938 h 625922"/>
                    <a:gd name="csX18" fmla="*/ 16257 w 61597"/>
                    <a:gd name="csY18" fmla="*/ 387490 h 625922"/>
                    <a:gd name="csX19" fmla="*/ 14823 w 61597"/>
                    <a:gd name="csY19" fmla="*/ 409042 h 625922"/>
                    <a:gd name="csX20" fmla="*/ 13332 w 61597"/>
                    <a:gd name="csY20" fmla="*/ 430594 h 625922"/>
                    <a:gd name="csX21" fmla="*/ 11841 w 61597"/>
                    <a:gd name="csY21" fmla="*/ 452089 h 625922"/>
                    <a:gd name="csX22" fmla="*/ 10407 w 61597"/>
                    <a:gd name="csY22" fmla="*/ 473641 h 625922"/>
                    <a:gd name="csX23" fmla="*/ 8916 w 61597"/>
                    <a:gd name="csY23" fmla="*/ 495193 h 625922"/>
                    <a:gd name="csX24" fmla="*/ 7482 w 61597"/>
                    <a:gd name="csY24" fmla="*/ 516744 h 625922"/>
                    <a:gd name="csX25" fmla="*/ 5991 w 61597"/>
                    <a:gd name="csY25" fmla="*/ 538239 h 625922"/>
                    <a:gd name="csX26" fmla="*/ 4500 w 61597"/>
                    <a:gd name="csY26" fmla="*/ 559791 h 625922"/>
                    <a:gd name="csX27" fmla="*/ 3066 w 61597"/>
                    <a:gd name="csY27" fmla="*/ 581343 h 625922"/>
                    <a:gd name="csX28" fmla="*/ 1575 w 61597"/>
                    <a:gd name="csY28" fmla="*/ 602895 h 625922"/>
                    <a:gd name="csX29" fmla="*/ 83 w 61597"/>
                    <a:gd name="csY29" fmla="*/ 624389 h 625922"/>
                    <a:gd name="csX30" fmla="*/ 30882 w 61597"/>
                    <a:gd name="csY30" fmla="*/ 625765 h 625922"/>
                    <a:gd name="csX31" fmla="*/ 61681 w 61597"/>
                    <a:gd name="csY31" fmla="*/ 625593 h 625922"/>
                    <a:gd name="csX32" fmla="*/ 61050 w 61597"/>
                    <a:gd name="csY32" fmla="*/ 603984 h 625922"/>
                    <a:gd name="csX33" fmla="*/ 60419 w 61597"/>
                    <a:gd name="csY33" fmla="*/ 582432 h 625922"/>
                    <a:gd name="csX34" fmla="*/ 59731 w 61597"/>
                    <a:gd name="csY34" fmla="*/ 560823 h 625922"/>
                    <a:gd name="csX35" fmla="*/ 59100 w 61597"/>
                    <a:gd name="csY35" fmla="*/ 539271 h 625922"/>
                    <a:gd name="csX36" fmla="*/ 58469 w 61597"/>
                    <a:gd name="csY36" fmla="*/ 517719 h 625922"/>
                    <a:gd name="csX37" fmla="*/ 57781 w 61597"/>
                    <a:gd name="csY37" fmla="*/ 496110 h 625922"/>
                    <a:gd name="csX38" fmla="*/ 57150 w 61597"/>
                    <a:gd name="csY38" fmla="*/ 474558 h 625922"/>
                    <a:gd name="csX39" fmla="*/ 56462 w 61597"/>
                    <a:gd name="csY39" fmla="*/ 452949 h 625922"/>
                    <a:gd name="csX40" fmla="*/ 55831 w 61597"/>
                    <a:gd name="csY40" fmla="*/ 431397 h 625922"/>
                    <a:gd name="csX41" fmla="*/ 55200 w 61597"/>
                    <a:gd name="csY41" fmla="*/ 409787 h 625922"/>
                    <a:gd name="csX42" fmla="*/ 54512 w 61597"/>
                    <a:gd name="csY42" fmla="*/ 388236 h 625922"/>
                    <a:gd name="csX43" fmla="*/ 53881 w 61597"/>
                    <a:gd name="csY43" fmla="*/ 366626 h 625922"/>
                    <a:gd name="csX44" fmla="*/ 53250 w 61597"/>
                    <a:gd name="csY44" fmla="*/ 345074 h 625922"/>
                    <a:gd name="csX45" fmla="*/ 52562 w 61597"/>
                    <a:gd name="csY45" fmla="*/ 323465 h 625922"/>
                    <a:gd name="csX46" fmla="*/ 51931 w 61597"/>
                    <a:gd name="csY46" fmla="*/ 301913 h 625922"/>
                    <a:gd name="csX47" fmla="*/ 51243 w 61597"/>
                    <a:gd name="csY47" fmla="*/ 280361 h 625922"/>
                    <a:gd name="csX48" fmla="*/ 50612 w 61597"/>
                    <a:gd name="csY48" fmla="*/ 258752 h 625922"/>
                    <a:gd name="csX49" fmla="*/ 49981 w 61597"/>
                    <a:gd name="csY49" fmla="*/ 237200 h 625922"/>
                    <a:gd name="csX50" fmla="*/ 49293 w 61597"/>
                    <a:gd name="csY50" fmla="*/ 215591 h 625922"/>
                    <a:gd name="csX51" fmla="*/ 48662 w 61597"/>
                    <a:gd name="csY51" fmla="*/ 194039 h 625922"/>
                    <a:gd name="csX52" fmla="*/ 47973 w 61597"/>
                    <a:gd name="csY52" fmla="*/ 172430 h 625922"/>
                    <a:gd name="csX53" fmla="*/ 47343 w 61597"/>
                    <a:gd name="csY53" fmla="*/ 150878 h 625922"/>
                    <a:gd name="csX54" fmla="*/ 46712 w 61597"/>
                    <a:gd name="csY54" fmla="*/ 129269 h 625922"/>
                    <a:gd name="csX55" fmla="*/ 46023 w 61597"/>
                    <a:gd name="csY55" fmla="*/ 107717 h 625922"/>
                    <a:gd name="csX56" fmla="*/ 45393 w 61597"/>
                    <a:gd name="csY56" fmla="*/ 86107 h 625922"/>
                    <a:gd name="csX57" fmla="*/ 44762 w 61597"/>
                    <a:gd name="csY57" fmla="*/ 64556 h 625922"/>
                    <a:gd name="csX58" fmla="*/ 44073 w 61597"/>
                    <a:gd name="csY58" fmla="*/ 43004 h 625922"/>
                    <a:gd name="csX59" fmla="*/ 43442 w 61597"/>
                    <a:gd name="csY59" fmla="*/ 21395 h 625922"/>
                    <a:gd name="csX60" fmla="*/ 42754 w 61597"/>
                    <a:gd name="csY60" fmla="*/ -157 h 6259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61597" h="625922">
                      <a:moveTo>
                        <a:pt x="42754" y="-157"/>
                      </a:moveTo>
                      <a:lnTo>
                        <a:pt x="41320" y="21337"/>
                      </a:lnTo>
                      <a:lnTo>
                        <a:pt x="39829" y="42889"/>
                      </a:lnTo>
                      <a:lnTo>
                        <a:pt x="38338" y="64441"/>
                      </a:lnTo>
                      <a:lnTo>
                        <a:pt x="36904" y="85993"/>
                      </a:lnTo>
                      <a:lnTo>
                        <a:pt x="35413" y="107487"/>
                      </a:lnTo>
                      <a:lnTo>
                        <a:pt x="33922" y="129039"/>
                      </a:lnTo>
                      <a:lnTo>
                        <a:pt x="32488" y="150591"/>
                      </a:lnTo>
                      <a:lnTo>
                        <a:pt x="30997" y="172143"/>
                      </a:lnTo>
                      <a:lnTo>
                        <a:pt x="29506" y="193638"/>
                      </a:lnTo>
                      <a:lnTo>
                        <a:pt x="28072" y="215190"/>
                      </a:lnTo>
                      <a:lnTo>
                        <a:pt x="26581" y="236742"/>
                      </a:lnTo>
                      <a:lnTo>
                        <a:pt x="25089" y="258294"/>
                      </a:lnTo>
                      <a:lnTo>
                        <a:pt x="23656" y="279788"/>
                      </a:lnTo>
                      <a:lnTo>
                        <a:pt x="22164" y="301340"/>
                      </a:lnTo>
                      <a:lnTo>
                        <a:pt x="20673" y="322892"/>
                      </a:lnTo>
                      <a:lnTo>
                        <a:pt x="19240" y="344444"/>
                      </a:lnTo>
                      <a:lnTo>
                        <a:pt x="17748" y="365938"/>
                      </a:lnTo>
                      <a:lnTo>
                        <a:pt x="16257" y="387490"/>
                      </a:lnTo>
                      <a:lnTo>
                        <a:pt x="14823" y="409042"/>
                      </a:lnTo>
                      <a:lnTo>
                        <a:pt x="13332" y="430594"/>
                      </a:lnTo>
                      <a:lnTo>
                        <a:pt x="11841" y="452089"/>
                      </a:lnTo>
                      <a:lnTo>
                        <a:pt x="10407" y="473641"/>
                      </a:lnTo>
                      <a:lnTo>
                        <a:pt x="8916" y="495193"/>
                      </a:lnTo>
                      <a:lnTo>
                        <a:pt x="7482" y="516744"/>
                      </a:lnTo>
                      <a:lnTo>
                        <a:pt x="5991" y="538239"/>
                      </a:lnTo>
                      <a:lnTo>
                        <a:pt x="4500" y="559791"/>
                      </a:lnTo>
                      <a:lnTo>
                        <a:pt x="3066" y="581343"/>
                      </a:lnTo>
                      <a:lnTo>
                        <a:pt x="1575" y="602895"/>
                      </a:lnTo>
                      <a:lnTo>
                        <a:pt x="83" y="624389"/>
                      </a:lnTo>
                      <a:lnTo>
                        <a:pt x="30882" y="625765"/>
                      </a:lnTo>
                      <a:lnTo>
                        <a:pt x="61681" y="625593"/>
                      </a:lnTo>
                      <a:lnTo>
                        <a:pt x="61050" y="603984"/>
                      </a:lnTo>
                      <a:lnTo>
                        <a:pt x="60419" y="582432"/>
                      </a:lnTo>
                      <a:lnTo>
                        <a:pt x="59731" y="560823"/>
                      </a:lnTo>
                      <a:lnTo>
                        <a:pt x="59100" y="539271"/>
                      </a:lnTo>
                      <a:lnTo>
                        <a:pt x="58469" y="517719"/>
                      </a:lnTo>
                      <a:lnTo>
                        <a:pt x="57781" y="496110"/>
                      </a:lnTo>
                      <a:lnTo>
                        <a:pt x="57150" y="474558"/>
                      </a:lnTo>
                      <a:lnTo>
                        <a:pt x="56462" y="452949"/>
                      </a:lnTo>
                      <a:lnTo>
                        <a:pt x="55831" y="431397"/>
                      </a:lnTo>
                      <a:lnTo>
                        <a:pt x="55200" y="409787"/>
                      </a:lnTo>
                      <a:lnTo>
                        <a:pt x="54512" y="388236"/>
                      </a:lnTo>
                      <a:lnTo>
                        <a:pt x="53881" y="366626"/>
                      </a:lnTo>
                      <a:lnTo>
                        <a:pt x="53250" y="345074"/>
                      </a:lnTo>
                      <a:lnTo>
                        <a:pt x="52562" y="323465"/>
                      </a:lnTo>
                      <a:lnTo>
                        <a:pt x="51931" y="301913"/>
                      </a:lnTo>
                      <a:lnTo>
                        <a:pt x="51243" y="280361"/>
                      </a:lnTo>
                      <a:lnTo>
                        <a:pt x="50612" y="258752"/>
                      </a:lnTo>
                      <a:lnTo>
                        <a:pt x="49981" y="237200"/>
                      </a:lnTo>
                      <a:lnTo>
                        <a:pt x="49293" y="215591"/>
                      </a:lnTo>
                      <a:lnTo>
                        <a:pt x="48662" y="194039"/>
                      </a:lnTo>
                      <a:lnTo>
                        <a:pt x="47973" y="172430"/>
                      </a:lnTo>
                      <a:lnTo>
                        <a:pt x="47343" y="150878"/>
                      </a:lnTo>
                      <a:lnTo>
                        <a:pt x="46712" y="129269"/>
                      </a:lnTo>
                      <a:lnTo>
                        <a:pt x="46023" y="107717"/>
                      </a:lnTo>
                      <a:lnTo>
                        <a:pt x="45393" y="86107"/>
                      </a:lnTo>
                      <a:lnTo>
                        <a:pt x="44762" y="64556"/>
                      </a:lnTo>
                      <a:lnTo>
                        <a:pt x="44073" y="43004"/>
                      </a:lnTo>
                      <a:lnTo>
                        <a:pt x="43442" y="21395"/>
                      </a:lnTo>
                      <a:lnTo>
                        <a:pt x="42754" y="-157"/>
                      </a:lnTo>
                      <a:close/>
                    </a:path>
                  </a:pathLst>
                </a:custGeom>
                <a:solidFill>
                  <a:srgbClr val="20854E">
                    <a:alpha val="80000"/>
                  </a:srgbClr>
                </a:solidFill>
                <a:ln w="6131" cap="flat">
                  <a:solidFill>
                    <a:srgbClr val="FFFFFF"/>
                  </a:solidFill>
                  <a:prstDash val="solid"/>
                  <a:miter/>
                </a:ln>
              </p:spPr>
              <p:txBody>
                <a:bodyPr/>
                <a:lstStyle/>
                <a:p>
                  <a:endParaRPr lang="zh-CN" altLang="en-US" sz="2190"/>
                </a:p>
              </p:txBody>
            </p:sp>
            <p:sp>
              <p:nvSpPr>
                <p:cNvPr id="335" name="任意多边形: 形状 334"/>
                <p:cNvSpPr/>
                <p:nvPr/>
              </p:nvSpPr>
              <p:spPr>
                <a:xfrm>
                  <a:off x="6025161" y="2142170"/>
                  <a:ext cx="526962" cy="624546"/>
                </a:xfrm>
                <a:custGeom>
                  <a:avLst/>
                  <a:gdLst>
                    <a:gd name="csX0" fmla="*/ 527070 w 526962"/>
                    <a:gd name="csY0" fmla="*/ -157 h 624546"/>
                    <a:gd name="csX1" fmla="*/ 508947 w 526962"/>
                    <a:gd name="csY1" fmla="*/ 11478 h 624546"/>
                    <a:gd name="csX2" fmla="*/ 490766 w 526962"/>
                    <a:gd name="csY2" fmla="*/ 23171 h 624546"/>
                    <a:gd name="csX3" fmla="*/ 472585 w 526962"/>
                    <a:gd name="csY3" fmla="*/ 34807 h 624546"/>
                    <a:gd name="csX4" fmla="*/ 454404 w 526962"/>
                    <a:gd name="csY4" fmla="*/ 46500 h 624546"/>
                    <a:gd name="csX5" fmla="*/ 436223 w 526962"/>
                    <a:gd name="csY5" fmla="*/ 58193 h 624546"/>
                    <a:gd name="csX6" fmla="*/ 418042 w 526962"/>
                    <a:gd name="csY6" fmla="*/ 69829 h 624546"/>
                    <a:gd name="csX7" fmla="*/ 399861 w 526962"/>
                    <a:gd name="csY7" fmla="*/ 81522 h 624546"/>
                    <a:gd name="csX8" fmla="*/ 381737 w 526962"/>
                    <a:gd name="csY8" fmla="*/ 93158 h 624546"/>
                    <a:gd name="csX9" fmla="*/ 363556 w 526962"/>
                    <a:gd name="csY9" fmla="*/ 104851 h 624546"/>
                    <a:gd name="csX10" fmla="*/ 345375 w 526962"/>
                    <a:gd name="csY10" fmla="*/ 116544 h 624546"/>
                    <a:gd name="csX11" fmla="*/ 327194 w 526962"/>
                    <a:gd name="csY11" fmla="*/ 128180 h 624546"/>
                    <a:gd name="csX12" fmla="*/ 309013 w 526962"/>
                    <a:gd name="csY12" fmla="*/ 139873 h 624546"/>
                    <a:gd name="csX13" fmla="*/ 290832 w 526962"/>
                    <a:gd name="csY13" fmla="*/ 151508 h 624546"/>
                    <a:gd name="csX14" fmla="*/ 272651 w 526962"/>
                    <a:gd name="csY14" fmla="*/ 163202 h 624546"/>
                    <a:gd name="csX15" fmla="*/ 254527 w 526962"/>
                    <a:gd name="csY15" fmla="*/ 174895 h 624546"/>
                    <a:gd name="csX16" fmla="*/ 236346 w 526962"/>
                    <a:gd name="csY16" fmla="*/ 186530 h 624546"/>
                    <a:gd name="csX17" fmla="*/ 218165 w 526962"/>
                    <a:gd name="csY17" fmla="*/ 198223 h 624546"/>
                    <a:gd name="csX18" fmla="*/ 199984 w 526962"/>
                    <a:gd name="csY18" fmla="*/ 209859 h 624546"/>
                    <a:gd name="csX19" fmla="*/ 181803 w 526962"/>
                    <a:gd name="csY19" fmla="*/ 221552 h 624546"/>
                    <a:gd name="csX20" fmla="*/ 163622 w 526962"/>
                    <a:gd name="csY20" fmla="*/ 233245 h 624546"/>
                    <a:gd name="csX21" fmla="*/ 145441 w 526962"/>
                    <a:gd name="csY21" fmla="*/ 244881 h 624546"/>
                    <a:gd name="csX22" fmla="*/ 127317 w 526962"/>
                    <a:gd name="csY22" fmla="*/ 256574 h 624546"/>
                    <a:gd name="csX23" fmla="*/ 109136 w 526962"/>
                    <a:gd name="csY23" fmla="*/ 268210 h 624546"/>
                    <a:gd name="csX24" fmla="*/ 90955 w 526962"/>
                    <a:gd name="csY24" fmla="*/ 279903 h 624546"/>
                    <a:gd name="csX25" fmla="*/ 72774 w 526962"/>
                    <a:gd name="csY25" fmla="*/ 291596 h 624546"/>
                    <a:gd name="csX26" fmla="*/ 54593 w 526962"/>
                    <a:gd name="csY26" fmla="*/ 303232 h 624546"/>
                    <a:gd name="csX27" fmla="*/ 36412 w 526962"/>
                    <a:gd name="csY27" fmla="*/ 314925 h 624546"/>
                    <a:gd name="csX28" fmla="*/ 18288 w 526962"/>
                    <a:gd name="csY28" fmla="*/ 326560 h 624546"/>
                    <a:gd name="csX29" fmla="*/ 107 w 526962"/>
                    <a:gd name="csY29" fmla="*/ 338254 h 624546"/>
                    <a:gd name="csX30" fmla="*/ 12094 w 526962"/>
                    <a:gd name="csY30" fmla="*/ 356194 h 624546"/>
                    <a:gd name="csX31" fmla="*/ 24712 w 526962"/>
                    <a:gd name="csY31" fmla="*/ 373734 h 624546"/>
                    <a:gd name="csX32" fmla="*/ 37903 w 526962"/>
                    <a:gd name="csY32" fmla="*/ 390872 h 624546"/>
                    <a:gd name="csX33" fmla="*/ 51668 w 526962"/>
                    <a:gd name="csY33" fmla="*/ 407495 h 624546"/>
                    <a:gd name="csX34" fmla="*/ 66007 w 526962"/>
                    <a:gd name="csY34" fmla="*/ 423659 h 624546"/>
                    <a:gd name="csX35" fmla="*/ 80918 w 526962"/>
                    <a:gd name="csY35" fmla="*/ 439249 h 624546"/>
                    <a:gd name="csX36" fmla="*/ 96347 w 526962"/>
                    <a:gd name="csY36" fmla="*/ 454382 h 624546"/>
                    <a:gd name="csX37" fmla="*/ 112291 w 526962"/>
                    <a:gd name="csY37" fmla="*/ 468941 h 624546"/>
                    <a:gd name="csX38" fmla="*/ 128751 w 526962"/>
                    <a:gd name="csY38" fmla="*/ 482984 h 624546"/>
                    <a:gd name="csX39" fmla="*/ 145670 w 526962"/>
                    <a:gd name="csY39" fmla="*/ 496454 h 624546"/>
                    <a:gd name="csX40" fmla="*/ 163048 w 526962"/>
                    <a:gd name="csY40" fmla="*/ 509293 h 624546"/>
                    <a:gd name="csX41" fmla="*/ 180828 w 526962"/>
                    <a:gd name="csY41" fmla="*/ 521559 h 624546"/>
                    <a:gd name="csX42" fmla="*/ 199066 w 526962"/>
                    <a:gd name="csY42" fmla="*/ 533138 h 624546"/>
                    <a:gd name="csX43" fmla="*/ 217649 w 526962"/>
                    <a:gd name="csY43" fmla="*/ 544143 h 624546"/>
                    <a:gd name="csX44" fmla="*/ 236633 w 526962"/>
                    <a:gd name="csY44" fmla="*/ 554518 h 624546"/>
                    <a:gd name="csX45" fmla="*/ 255904 w 526962"/>
                    <a:gd name="csY45" fmla="*/ 564147 h 624546"/>
                    <a:gd name="csX46" fmla="*/ 275576 w 526962"/>
                    <a:gd name="csY46" fmla="*/ 573204 h 624546"/>
                    <a:gd name="csX47" fmla="*/ 295477 w 526962"/>
                    <a:gd name="csY47" fmla="*/ 581515 h 624546"/>
                    <a:gd name="csX48" fmla="*/ 315723 w 526962"/>
                    <a:gd name="csY48" fmla="*/ 589138 h 624546"/>
                    <a:gd name="csX49" fmla="*/ 336198 w 526962"/>
                    <a:gd name="csY49" fmla="*/ 596074 h 624546"/>
                    <a:gd name="csX50" fmla="*/ 356903 w 526962"/>
                    <a:gd name="csY50" fmla="*/ 602322 h 624546"/>
                    <a:gd name="csX51" fmla="*/ 377779 w 526962"/>
                    <a:gd name="csY51" fmla="*/ 607824 h 624546"/>
                    <a:gd name="csX52" fmla="*/ 398828 w 526962"/>
                    <a:gd name="csY52" fmla="*/ 612582 h 624546"/>
                    <a:gd name="csX53" fmla="*/ 420049 w 526962"/>
                    <a:gd name="csY53" fmla="*/ 616651 h 624546"/>
                    <a:gd name="csX54" fmla="*/ 441442 w 526962"/>
                    <a:gd name="csY54" fmla="*/ 619976 h 624546"/>
                    <a:gd name="csX55" fmla="*/ 462892 w 526962"/>
                    <a:gd name="csY55" fmla="*/ 622555 h 624546"/>
                    <a:gd name="csX56" fmla="*/ 484399 w 526962"/>
                    <a:gd name="csY56" fmla="*/ 624389 h 624546"/>
                    <a:gd name="csX57" fmla="*/ 485891 w 526962"/>
                    <a:gd name="csY57" fmla="*/ 602895 h 624546"/>
                    <a:gd name="csX58" fmla="*/ 487382 w 526962"/>
                    <a:gd name="csY58" fmla="*/ 581343 h 624546"/>
                    <a:gd name="csX59" fmla="*/ 488816 w 526962"/>
                    <a:gd name="csY59" fmla="*/ 559791 h 624546"/>
                    <a:gd name="csX60" fmla="*/ 490307 w 526962"/>
                    <a:gd name="csY60" fmla="*/ 538239 h 624546"/>
                    <a:gd name="csX61" fmla="*/ 491798 w 526962"/>
                    <a:gd name="csY61" fmla="*/ 516745 h 624546"/>
                    <a:gd name="csX62" fmla="*/ 493232 w 526962"/>
                    <a:gd name="csY62" fmla="*/ 495193 h 624546"/>
                    <a:gd name="csX63" fmla="*/ 494723 w 526962"/>
                    <a:gd name="csY63" fmla="*/ 473641 h 624546"/>
                    <a:gd name="csX64" fmla="*/ 496157 w 526962"/>
                    <a:gd name="csY64" fmla="*/ 452089 h 624546"/>
                    <a:gd name="csX65" fmla="*/ 497648 w 526962"/>
                    <a:gd name="csY65" fmla="*/ 430594 h 624546"/>
                    <a:gd name="csX66" fmla="*/ 499139 w 526962"/>
                    <a:gd name="csY66" fmla="*/ 409042 h 624546"/>
                    <a:gd name="csX67" fmla="*/ 500573 w 526962"/>
                    <a:gd name="csY67" fmla="*/ 387490 h 624546"/>
                    <a:gd name="csX68" fmla="*/ 502064 w 526962"/>
                    <a:gd name="csY68" fmla="*/ 365939 h 624546"/>
                    <a:gd name="csX69" fmla="*/ 503556 w 526962"/>
                    <a:gd name="csY69" fmla="*/ 344444 h 624546"/>
                    <a:gd name="csX70" fmla="*/ 504989 w 526962"/>
                    <a:gd name="csY70" fmla="*/ 322892 h 624546"/>
                    <a:gd name="csX71" fmla="*/ 506480 w 526962"/>
                    <a:gd name="csY71" fmla="*/ 301340 h 624546"/>
                    <a:gd name="csX72" fmla="*/ 507972 w 526962"/>
                    <a:gd name="csY72" fmla="*/ 279788 h 624546"/>
                    <a:gd name="csX73" fmla="*/ 509406 w 526962"/>
                    <a:gd name="csY73" fmla="*/ 258294 h 624546"/>
                    <a:gd name="csX74" fmla="*/ 510897 w 526962"/>
                    <a:gd name="csY74" fmla="*/ 236742 h 624546"/>
                    <a:gd name="csX75" fmla="*/ 512388 w 526962"/>
                    <a:gd name="csY75" fmla="*/ 215190 h 624546"/>
                    <a:gd name="csX76" fmla="*/ 513822 w 526962"/>
                    <a:gd name="csY76" fmla="*/ 193638 h 624546"/>
                    <a:gd name="csX77" fmla="*/ 515313 w 526962"/>
                    <a:gd name="csY77" fmla="*/ 172143 h 624546"/>
                    <a:gd name="csX78" fmla="*/ 516804 w 526962"/>
                    <a:gd name="csY78" fmla="*/ 150591 h 624546"/>
                    <a:gd name="csX79" fmla="*/ 518238 w 526962"/>
                    <a:gd name="csY79" fmla="*/ 129040 h 624546"/>
                    <a:gd name="csX80" fmla="*/ 519729 w 526962"/>
                    <a:gd name="csY80" fmla="*/ 107488 h 624546"/>
                    <a:gd name="csX81" fmla="*/ 521220 w 526962"/>
                    <a:gd name="csY81" fmla="*/ 85993 h 624546"/>
                    <a:gd name="csX82" fmla="*/ 522654 w 526962"/>
                    <a:gd name="csY82" fmla="*/ 64441 h 624546"/>
                    <a:gd name="csX83" fmla="*/ 524145 w 526962"/>
                    <a:gd name="csY83" fmla="*/ 42889 h 624546"/>
                    <a:gd name="csX84" fmla="*/ 525636 w 526962"/>
                    <a:gd name="csY84" fmla="*/ 21337 h 624546"/>
                    <a:gd name="csX85" fmla="*/ 527070 w 526962"/>
                    <a:gd name="csY85" fmla="*/ -157 h 6245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Lst>
                  <a:rect l="l" t="t" r="r" b="b"/>
                  <a:pathLst>
                    <a:path w="526962" h="624546">
                      <a:moveTo>
                        <a:pt x="527070" y="-157"/>
                      </a:moveTo>
                      <a:lnTo>
                        <a:pt x="508947" y="11478"/>
                      </a:lnTo>
                      <a:lnTo>
                        <a:pt x="490766" y="23171"/>
                      </a:lnTo>
                      <a:lnTo>
                        <a:pt x="472585" y="34807"/>
                      </a:lnTo>
                      <a:lnTo>
                        <a:pt x="454404" y="46500"/>
                      </a:lnTo>
                      <a:lnTo>
                        <a:pt x="436223" y="58193"/>
                      </a:lnTo>
                      <a:lnTo>
                        <a:pt x="418042" y="69829"/>
                      </a:lnTo>
                      <a:lnTo>
                        <a:pt x="399861" y="81522"/>
                      </a:lnTo>
                      <a:lnTo>
                        <a:pt x="381737" y="93158"/>
                      </a:lnTo>
                      <a:lnTo>
                        <a:pt x="363556" y="104851"/>
                      </a:lnTo>
                      <a:lnTo>
                        <a:pt x="345375" y="116544"/>
                      </a:lnTo>
                      <a:lnTo>
                        <a:pt x="327194" y="128180"/>
                      </a:lnTo>
                      <a:lnTo>
                        <a:pt x="309013" y="139873"/>
                      </a:lnTo>
                      <a:lnTo>
                        <a:pt x="290832" y="151508"/>
                      </a:lnTo>
                      <a:lnTo>
                        <a:pt x="272651" y="163202"/>
                      </a:lnTo>
                      <a:lnTo>
                        <a:pt x="254527" y="174895"/>
                      </a:lnTo>
                      <a:lnTo>
                        <a:pt x="236346" y="186530"/>
                      </a:lnTo>
                      <a:lnTo>
                        <a:pt x="218165" y="198223"/>
                      </a:lnTo>
                      <a:lnTo>
                        <a:pt x="199984" y="209859"/>
                      </a:lnTo>
                      <a:lnTo>
                        <a:pt x="181803" y="221552"/>
                      </a:lnTo>
                      <a:lnTo>
                        <a:pt x="163622" y="233245"/>
                      </a:lnTo>
                      <a:lnTo>
                        <a:pt x="145441" y="244881"/>
                      </a:lnTo>
                      <a:lnTo>
                        <a:pt x="127317" y="256574"/>
                      </a:lnTo>
                      <a:lnTo>
                        <a:pt x="109136" y="268210"/>
                      </a:lnTo>
                      <a:lnTo>
                        <a:pt x="90955" y="279903"/>
                      </a:lnTo>
                      <a:lnTo>
                        <a:pt x="72774" y="291596"/>
                      </a:lnTo>
                      <a:lnTo>
                        <a:pt x="54593" y="303232"/>
                      </a:lnTo>
                      <a:lnTo>
                        <a:pt x="36412" y="314925"/>
                      </a:lnTo>
                      <a:lnTo>
                        <a:pt x="18288" y="326560"/>
                      </a:lnTo>
                      <a:lnTo>
                        <a:pt x="107" y="338254"/>
                      </a:lnTo>
                      <a:lnTo>
                        <a:pt x="12094" y="356194"/>
                      </a:lnTo>
                      <a:lnTo>
                        <a:pt x="24712" y="373734"/>
                      </a:lnTo>
                      <a:lnTo>
                        <a:pt x="37903" y="390872"/>
                      </a:lnTo>
                      <a:lnTo>
                        <a:pt x="51668" y="407495"/>
                      </a:lnTo>
                      <a:lnTo>
                        <a:pt x="66007" y="423659"/>
                      </a:lnTo>
                      <a:lnTo>
                        <a:pt x="80918" y="439249"/>
                      </a:lnTo>
                      <a:lnTo>
                        <a:pt x="96347" y="454382"/>
                      </a:lnTo>
                      <a:lnTo>
                        <a:pt x="112291" y="468941"/>
                      </a:lnTo>
                      <a:lnTo>
                        <a:pt x="128751" y="482984"/>
                      </a:lnTo>
                      <a:lnTo>
                        <a:pt x="145670" y="496454"/>
                      </a:lnTo>
                      <a:lnTo>
                        <a:pt x="163048" y="509293"/>
                      </a:lnTo>
                      <a:lnTo>
                        <a:pt x="180828" y="521559"/>
                      </a:lnTo>
                      <a:lnTo>
                        <a:pt x="199066" y="533138"/>
                      </a:lnTo>
                      <a:lnTo>
                        <a:pt x="217649" y="544143"/>
                      </a:lnTo>
                      <a:lnTo>
                        <a:pt x="236633" y="554518"/>
                      </a:lnTo>
                      <a:lnTo>
                        <a:pt x="255904" y="564147"/>
                      </a:lnTo>
                      <a:lnTo>
                        <a:pt x="275576" y="573204"/>
                      </a:lnTo>
                      <a:lnTo>
                        <a:pt x="295477" y="581515"/>
                      </a:lnTo>
                      <a:lnTo>
                        <a:pt x="315723" y="589138"/>
                      </a:lnTo>
                      <a:lnTo>
                        <a:pt x="336198" y="596074"/>
                      </a:lnTo>
                      <a:lnTo>
                        <a:pt x="356903" y="602322"/>
                      </a:lnTo>
                      <a:lnTo>
                        <a:pt x="377779" y="607824"/>
                      </a:lnTo>
                      <a:lnTo>
                        <a:pt x="398828" y="612582"/>
                      </a:lnTo>
                      <a:lnTo>
                        <a:pt x="420049" y="616651"/>
                      </a:lnTo>
                      <a:lnTo>
                        <a:pt x="441442" y="619976"/>
                      </a:lnTo>
                      <a:lnTo>
                        <a:pt x="462892" y="622555"/>
                      </a:lnTo>
                      <a:lnTo>
                        <a:pt x="484399" y="624389"/>
                      </a:lnTo>
                      <a:lnTo>
                        <a:pt x="485891" y="602895"/>
                      </a:lnTo>
                      <a:lnTo>
                        <a:pt x="487382" y="581343"/>
                      </a:lnTo>
                      <a:lnTo>
                        <a:pt x="488816" y="559791"/>
                      </a:lnTo>
                      <a:lnTo>
                        <a:pt x="490307" y="538239"/>
                      </a:lnTo>
                      <a:lnTo>
                        <a:pt x="491798" y="516745"/>
                      </a:lnTo>
                      <a:lnTo>
                        <a:pt x="493232" y="495193"/>
                      </a:lnTo>
                      <a:lnTo>
                        <a:pt x="494723" y="473641"/>
                      </a:lnTo>
                      <a:lnTo>
                        <a:pt x="496157" y="452089"/>
                      </a:lnTo>
                      <a:lnTo>
                        <a:pt x="497648" y="430594"/>
                      </a:lnTo>
                      <a:lnTo>
                        <a:pt x="499139" y="409042"/>
                      </a:lnTo>
                      <a:lnTo>
                        <a:pt x="500573" y="387490"/>
                      </a:lnTo>
                      <a:lnTo>
                        <a:pt x="502064" y="365939"/>
                      </a:lnTo>
                      <a:lnTo>
                        <a:pt x="503556" y="344444"/>
                      </a:lnTo>
                      <a:lnTo>
                        <a:pt x="504989" y="322892"/>
                      </a:lnTo>
                      <a:lnTo>
                        <a:pt x="506480" y="301340"/>
                      </a:lnTo>
                      <a:lnTo>
                        <a:pt x="507972" y="279788"/>
                      </a:lnTo>
                      <a:lnTo>
                        <a:pt x="509406" y="258294"/>
                      </a:lnTo>
                      <a:lnTo>
                        <a:pt x="510897" y="236742"/>
                      </a:lnTo>
                      <a:lnTo>
                        <a:pt x="512388" y="215190"/>
                      </a:lnTo>
                      <a:lnTo>
                        <a:pt x="513822" y="193638"/>
                      </a:lnTo>
                      <a:lnTo>
                        <a:pt x="515313" y="172143"/>
                      </a:lnTo>
                      <a:lnTo>
                        <a:pt x="516804" y="150591"/>
                      </a:lnTo>
                      <a:lnTo>
                        <a:pt x="518238" y="129040"/>
                      </a:lnTo>
                      <a:lnTo>
                        <a:pt x="519729" y="107488"/>
                      </a:lnTo>
                      <a:lnTo>
                        <a:pt x="521220" y="85993"/>
                      </a:lnTo>
                      <a:lnTo>
                        <a:pt x="522654" y="64441"/>
                      </a:lnTo>
                      <a:lnTo>
                        <a:pt x="524145" y="42889"/>
                      </a:lnTo>
                      <a:lnTo>
                        <a:pt x="525636" y="21337"/>
                      </a:lnTo>
                      <a:lnTo>
                        <a:pt x="527070" y="-157"/>
                      </a:lnTo>
                      <a:close/>
                    </a:path>
                  </a:pathLst>
                </a:custGeom>
                <a:solidFill>
                  <a:srgbClr val="E18727">
                    <a:alpha val="80000"/>
                  </a:srgbClr>
                </a:solidFill>
                <a:ln w="6131" cap="flat">
                  <a:solidFill>
                    <a:srgbClr val="FFFFFF"/>
                  </a:solidFill>
                  <a:prstDash val="solid"/>
                  <a:miter/>
                </a:ln>
              </p:spPr>
              <p:txBody>
                <a:bodyPr/>
                <a:lstStyle/>
                <a:p>
                  <a:endParaRPr lang="zh-CN" altLang="en-US" sz="2190"/>
                </a:p>
              </p:txBody>
            </p:sp>
            <p:sp>
              <p:nvSpPr>
                <p:cNvPr id="336" name="任意多边形: 形状 335"/>
                <p:cNvSpPr/>
                <p:nvPr/>
              </p:nvSpPr>
              <p:spPr>
                <a:xfrm>
                  <a:off x="5925767" y="1905615"/>
                  <a:ext cx="626356" cy="574966"/>
                </a:xfrm>
                <a:custGeom>
                  <a:avLst/>
                  <a:gdLst>
                    <a:gd name="csX0" fmla="*/ 626468 w 626356"/>
                    <a:gd name="csY0" fmla="*/ 236423 h 574966"/>
                    <a:gd name="csX1" fmla="*/ 606510 w 626356"/>
                    <a:gd name="csY1" fmla="*/ 228226 h 574966"/>
                    <a:gd name="csX2" fmla="*/ 586493 w 626356"/>
                    <a:gd name="csY2" fmla="*/ 220087 h 574966"/>
                    <a:gd name="csX3" fmla="*/ 566477 w 626356"/>
                    <a:gd name="csY3" fmla="*/ 211948 h 574966"/>
                    <a:gd name="csX4" fmla="*/ 546518 w 626356"/>
                    <a:gd name="csY4" fmla="*/ 203751 h 574966"/>
                    <a:gd name="csX5" fmla="*/ 526501 w 626356"/>
                    <a:gd name="csY5" fmla="*/ 195612 h 574966"/>
                    <a:gd name="csX6" fmla="*/ 506485 w 626356"/>
                    <a:gd name="csY6" fmla="*/ 187472 h 574966"/>
                    <a:gd name="csX7" fmla="*/ 486469 w 626356"/>
                    <a:gd name="csY7" fmla="*/ 179276 h 574966"/>
                    <a:gd name="csX8" fmla="*/ 466510 w 626356"/>
                    <a:gd name="csY8" fmla="*/ 171136 h 574966"/>
                    <a:gd name="csX9" fmla="*/ 446493 w 626356"/>
                    <a:gd name="csY9" fmla="*/ 162997 h 574966"/>
                    <a:gd name="csX10" fmla="*/ 426477 w 626356"/>
                    <a:gd name="csY10" fmla="*/ 154858 h 574966"/>
                    <a:gd name="csX11" fmla="*/ 406518 w 626356"/>
                    <a:gd name="csY11" fmla="*/ 146661 h 574966"/>
                    <a:gd name="csX12" fmla="*/ 386502 w 626356"/>
                    <a:gd name="csY12" fmla="*/ 138522 h 574966"/>
                    <a:gd name="csX13" fmla="*/ 366486 w 626356"/>
                    <a:gd name="csY13" fmla="*/ 130383 h 574966"/>
                    <a:gd name="csX14" fmla="*/ 346527 w 626356"/>
                    <a:gd name="csY14" fmla="*/ 122186 h 574966"/>
                    <a:gd name="csX15" fmla="*/ 326510 w 626356"/>
                    <a:gd name="csY15" fmla="*/ 114047 h 574966"/>
                    <a:gd name="csX16" fmla="*/ 306494 w 626356"/>
                    <a:gd name="csY16" fmla="*/ 105908 h 574966"/>
                    <a:gd name="csX17" fmla="*/ 286478 w 626356"/>
                    <a:gd name="csY17" fmla="*/ 97711 h 574966"/>
                    <a:gd name="csX18" fmla="*/ 266519 w 626356"/>
                    <a:gd name="csY18" fmla="*/ 89572 h 574966"/>
                    <a:gd name="csX19" fmla="*/ 246502 w 626356"/>
                    <a:gd name="csY19" fmla="*/ 81432 h 574966"/>
                    <a:gd name="csX20" fmla="*/ 226486 w 626356"/>
                    <a:gd name="csY20" fmla="*/ 73236 h 574966"/>
                    <a:gd name="csX21" fmla="*/ 206527 w 626356"/>
                    <a:gd name="csY21" fmla="*/ 65096 h 574966"/>
                    <a:gd name="csX22" fmla="*/ 186511 w 626356"/>
                    <a:gd name="csY22" fmla="*/ 56957 h 574966"/>
                    <a:gd name="csX23" fmla="*/ 166494 w 626356"/>
                    <a:gd name="csY23" fmla="*/ 48818 h 574966"/>
                    <a:gd name="csX24" fmla="*/ 146478 w 626356"/>
                    <a:gd name="csY24" fmla="*/ 40621 h 574966"/>
                    <a:gd name="csX25" fmla="*/ 126519 w 626356"/>
                    <a:gd name="csY25" fmla="*/ 32482 h 574966"/>
                    <a:gd name="csX26" fmla="*/ 106503 w 626356"/>
                    <a:gd name="csY26" fmla="*/ 24343 h 574966"/>
                    <a:gd name="csX27" fmla="*/ 86486 w 626356"/>
                    <a:gd name="csY27" fmla="*/ 16146 h 574966"/>
                    <a:gd name="csX28" fmla="*/ 66527 w 626356"/>
                    <a:gd name="csY28" fmla="*/ 8007 h 574966"/>
                    <a:gd name="csX29" fmla="*/ 46511 w 626356"/>
                    <a:gd name="csY29" fmla="*/ -132 h 574966"/>
                    <a:gd name="csX30" fmla="*/ 38768 w 626356"/>
                    <a:gd name="csY30" fmla="*/ 19815 h 574966"/>
                    <a:gd name="csX31" fmla="*/ 31656 w 626356"/>
                    <a:gd name="csY31" fmla="*/ 40048 h 574966"/>
                    <a:gd name="csX32" fmla="*/ 25290 w 626356"/>
                    <a:gd name="csY32" fmla="*/ 60511 h 574966"/>
                    <a:gd name="csX33" fmla="*/ 19612 w 626356"/>
                    <a:gd name="csY33" fmla="*/ 81203 h 574966"/>
                    <a:gd name="csX34" fmla="*/ 14680 w 626356"/>
                    <a:gd name="csY34" fmla="*/ 102067 h 574966"/>
                    <a:gd name="csX35" fmla="*/ 10436 w 626356"/>
                    <a:gd name="csY35" fmla="*/ 123046 h 574966"/>
                    <a:gd name="csX36" fmla="*/ 6880 w 626356"/>
                    <a:gd name="csY36" fmla="*/ 144197 h 574966"/>
                    <a:gd name="csX37" fmla="*/ 4127 w 626356"/>
                    <a:gd name="csY37" fmla="*/ 165462 h 574966"/>
                    <a:gd name="csX38" fmla="*/ 2062 w 626356"/>
                    <a:gd name="csY38" fmla="*/ 186785 h 574966"/>
                    <a:gd name="csX39" fmla="*/ 686 w 626356"/>
                    <a:gd name="csY39" fmla="*/ 208165 h 574966"/>
                    <a:gd name="csX40" fmla="*/ 112 w 626356"/>
                    <a:gd name="csY40" fmla="*/ 229602 h 574966"/>
                    <a:gd name="csX41" fmla="*/ 227 w 626356"/>
                    <a:gd name="csY41" fmla="*/ 251039 h 574966"/>
                    <a:gd name="csX42" fmla="*/ 1087 w 626356"/>
                    <a:gd name="csY42" fmla="*/ 272419 h 574966"/>
                    <a:gd name="csX43" fmla="*/ 2693 w 626356"/>
                    <a:gd name="csY43" fmla="*/ 293799 h 574966"/>
                    <a:gd name="csX44" fmla="*/ 5045 w 626356"/>
                    <a:gd name="csY44" fmla="*/ 315122 h 574966"/>
                    <a:gd name="csX45" fmla="*/ 8084 w 626356"/>
                    <a:gd name="csY45" fmla="*/ 336330 h 574966"/>
                    <a:gd name="csX46" fmla="*/ 11870 w 626356"/>
                    <a:gd name="csY46" fmla="*/ 357423 h 574966"/>
                    <a:gd name="csX47" fmla="*/ 16400 w 626356"/>
                    <a:gd name="csY47" fmla="*/ 378402 h 574966"/>
                    <a:gd name="csX48" fmla="*/ 21620 w 626356"/>
                    <a:gd name="csY48" fmla="*/ 399151 h 574966"/>
                    <a:gd name="csX49" fmla="*/ 27527 w 626356"/>
                    <a:gd name="csY49" fmla="*/ 419786 h 574966"/>
                    <a:gd name="csX50" fmla="*/ 34180 w 626356"/>
                    <a:gd name="csY50" fmla="*/ 440134 h 574966"/>
                    <a:gd name="csX51" fmla="*/ 41521 w 626356"/>
                    <a:gd name="csY51" fmla="*/ 460310 h 574966"/>
                    <a:gd name="csX52" fmla="*/ 49493 w 626356"/>
                    <a:gd name="csY52" fmla="*/ 480143 h 574966"/>
                    <a:gd name="csX53" fmla="*/ 58211 w 626356"/>
                    <a:gd name="csY53" fmla="*/ 499746 h 574966"/>
                    <a:gd name="csX54" fmla="*/ 67560 w 626356"/>
                    <a:gd name="csY54" fmla="*/ 519062 h 574966"/>
                    <a:gd name="csX55" fmla="*/ 77539 w 626356"/>
                    <a:gd name="csY55" fmla="*/ 537978 h 574966"/>
                    <a:gd name="csX56" fmla="*/ 88207 w 626356"/>
                    <a:gd name="csY56" fmla="*/ 556606 h 574966"/>
                    <a:gd name="csX57" fmla="*/ 99505 w 626356"/>
                    <a:gd name="csY57" fmla="*/ 574834 h 574966"/>
                    <a:gd name="csX58" fmla="*/ 117687 w 626356"/>
                    <a:gd name="csY58" fmla="*/ 563141 h 574966"/>
                    <a:gd name="csX59" fmla="*/ 135810 w 626356"/>
                    <a:gd name="csY59" fmla="*/ 551505 h 574966"/>
                    <a:gd name="csX60" fmla="*/ 153991 w 626356"/>
                    <a:gd name="csY60" fmla="*/ 539812 h 574966"/>
                    <a:gd name="csX61" fmla="*/ 172172 w 626356"/>
                    <a:gd name="csY61" fmla="*/ 528176 h 574966"/>
                    <a:gd name="csX62" fmla="*/ 190353 w 626356"/>
                    <a:gd name="csY62" fmla="*/ 516483 h 574966"/>
                    <a:gd name="csX63" fmla="*/ 208534 w 626356"/>
                    <a:gd name="csY63" fmla="*/ 504790 h 574966"/>
                    <a:gd name="csX64" fmla="*/ 226715 w 626356"/>
                    <a:gd name="csY64" fmla="*/ 493154 h 574966"/>
                    <a:gd name="csX65" fmla="*/ 244839 w 626356"/>
                    <a:gd name="csY65" fmla="*/ 481461 h 574966"/>
                    <a:gd name="csX66" fmla="*/ 263020 w 626356"/>
                    <a:gd name="csY66" fmla="*/ 469825 h 574966"/>
                    <a:gd name="csX67" fmla="*/ 281201 w 626356"/>
                    <a:gd name="csY67" fmla="*/ 458132 h 574966"/>
                    <a:gd name="csX68" fmla="*/ 299382 w 626356"/>
                    <a:gd name="csY68" fmla="*/ 446439 h 574966"/>
                    <a:gd name="csX69" fmla="*/ 317563 w 626356"/>
                    <a:gd name="csY69" fmla="*/ 434804 h 574966"/>
                    <a:gd name="csX70" fmla="*/ 335744 w 626356"/>
                    <a:gd name="csY70" fmla="*/ 423111 h 574966"/>
                    <a:gd name="csX71" fmla="*/ 353925 w 626356"/>
                    <a:gd name="csY71" fmla="*/ 411475 h 574966"/>
                    <a:gd name="csX72" fmla="*/ 372049 w 626356"/>
                    <a:gd name="csY72" fmla="*/ 399782 h 574966"/>
                    <a:gd name="csX73" fmla="*/ 390230 w 626356"/>
                    <a:gd name="csY73" fmla="*/ 388089 h 574966"/>
                    <a:gd name="csX74" fmla="*/ 408411 w 626356"/>
                    <a:gd name="csY74" fmla="*/ 376453 h 574966"/>
                    <a:gd name="csX75" fmla="*/ 426592 w 626356"/>
                    <a:gd name="csY75" fmla="*/ 364760 h 574966"/>
                    <a:gd name="csX76" fmla="*/ 444773 w 626356"/>
                    <a:gd name="csY76" fmla="*/ 353124 h 574966"/>
                    <a:gd name="csX77" fmla="*/ 462954 w 626356"/>
                    <a:gd name="csY77" fmla="*/ 341431 h 574966"/>
                    <a:gd name="csX78" fmla="*/ 481135 w 626356"/>
                    <a:gd name="csY78" fmla="*/ 329738 h 574966"/>
                    <a:gd name="csX79" fmla="*/ 499259 w 626356"/>
                    <a:gd name="csY79" fmla="*/ 318102 h 574966"/>
                    <a:gd name="csX80" fmla="*/ 517440 w 626356"/>
                    <a:gd name="csY80" fmla="*/ 306409 h 574966"/>
                    <a:gd name="csX81" fmla="*/ 535621 w 626356"/>
                    <a:gd name="csY81" fmla="*/ 294773 h 574966"/>
                    <a:gd name="csX82" fmla="*/ 553802 w 626356"/>
                    <a:gd name="csY82" fmla="*/ 283080 h 574966"/>
                    <a:gd name="csX83" fmla="*/ 571983 w 626356"/>
                    <a:gd name="csY83" fmla="*/ 271387 h 574966"/>
                    <a:gd name="csX84" fmla="*/ 590164 w 626356"/>
                    <a:gd name="csY84" fmla="*/ 259752 h 574966"/>
                    <a:gd name="csX85" fmla="*/ 608345 w 626356"/>
                    <a:gd name="csY85" fmla="*/ 248059 h 574966"/>
                    <a:gd name="csX86" fmla="*/ 626468 w 626356"/>
                    <a:gd name="csY86" fmla="*/ 236423 h 574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626356" h="574966">
                      <a:moveTo>
                        <a:pt x="626468" y="236423"/>
                      </a:moveTo>
                      <a:lnTo>
                        <a:pt x="606510" y="228226"/>
                      </a:lnTo>
                      <a:lnTo>
                        <a:pt x="586493" y="220087"/>
                      </a:lnTo>
                      <a:lnTo>
                        <a:pt x="566477" y="211948"/>
                      </a:lnTo>
                      <a:lnTo>
                        <a:pt x="546518" y="203751"/>
                      </a:lnTo>
                      <a:lnTo>
                        <a:pt x="526501" y="195612"/>
                      </a:lnTo>
                      <a:lnTo>
                        <a:pt x="506485" y="187472"/>
                      </a:lnTo>
                      <a:lnTo>
                        <a:pt x="486469" y="179276"/>
                      </a:lnTo>
                      <a:lnTo>
                        <a:pt x="466510" y="171136"/>
                      </a:lnTo>
                      <a:lnTo>
                        <a:pt x="446493" y="162997"/>
                      </a:lnTo>
                      <a:lnTo>
                        <a:pt x="426477" y="154858"/>
                      </a:lnTo>
                      <a:lnTo>
                        <a:pt x="406518" y="146661"/>
                      </a:lnTo>
                      <a:lnTo>
                        <a:pt x="386502" y="138522"/>
                      </a:lnTo>
                      <a:lnTo>
                        <a:pt x="366486" y="130383"/>
                      </a:lnTo>
                      <a:lnTo>
                        <a:pt x="346527" y="122186"/>
                      </a:lnTo>
                      <a:lnTo>
                        <a:pt x="326510" y="114047"/>
                      </a:lnTo>
                      <a:lnTo>
                        <a:pt x="306494" y="105908"/>
                      </a:lnTo>
                      <a:lnTo>
                        <a:pt x="286478" y="97711"/>
                      </a:lnTo>
                      <a:lnTo>
                        <a:pt x="266519" y="89572"/>
                      </a:lnTo>
                      <a:lnTo>
                        <a:pt x="246502" y="81432"/>
                      </a:lnTo>
                      <a:lnTo>
                        <a:pt x="226486" y="73236"/>
                      </a:lnTo>
                      <a:lnTo>
                        <a:pt x="206527" y="65096"/>
                      </a:lnTo>
                      <a:lnTo>
                        <a:pt x="186511" y="56957"/>
                      </a:lnTo>
                      <a:lnTo>
                        <a:pt x="166494" y="48818"/>
                      </a:lnTo>
                      <a:lnTo>
                        <a:pt x="146478" y="40621"/>
                      </a:lnTo>
                      <a:lnTo>
                        <a:pt x="126519" y="32482"/>
                      </a:lnTo>
                      <a:lnTo>
                        <a:pt x="106503" y="24343"/>
                      </a:lnTo>
                      <a:lnTo>
                        <a:pt x="86486" y="16146"/>
                      </a:lnTo>
                      <a:lnTo>
                        <a:pt x="66527" y="8007"/>
                      </a:lnTo>
                      <a:lnTo>
                        <a:pt x="46511" y="-132"/>
                      </a:lnTo>
                      <a:lnTo>
                        <a:pt x="38768" y="19815"/>
                      </a:lnTo>
                      <a:lnTo>
                        <a:pt x="31656" y="40048"/>
                      </a:lnTo>
                      <a:lnTo>
                        <a:pt x="25290" y="60511"/>
                      </a:lnTo>
                      <a:lnTo>
                        <a:pt x="19612" y="81203"/>
                      </a:lnTo>
                      <a:lnTo>
                        <a:pt x="14680" y="102067"/>
                      </a:lnTo>
                      <a:lnTo>
                        <a:pt x="10436" y="123046"/>
                      </a:lnTo>
                      <a:lnTo>
                        <a:pt x="6880" y="144197"/>
                      </a:lnTo>
                      <a:lnTo>
                        <a:pt x="4127" y="165462"/>
                      </a:lnTo>
                      <a:lnTo>
                        <a:pt x="2062" y="186785"/>
                      </a:lnTo>
                      <a:lnTo>
                        <a:pt x="686" y="208165"/>
                      </a:lnTo>
                      <a:lnTo>
                        <a:pt x="112" y="229602"/>
                      </a:lnTo>
                      <a:lnTo>
                        <a:pt x="227" y="251039"/>
                      </a:lnTo>
                      <a:lnTo>
                        <a:pt x="1087" y="272419"/>
                      </a:lnTo>
                      <a:lnTo>
                        <a:pt x="2693" y="293799"/>
                      </a:lnTo>
                      <a:lnTo>
                        <a:pt x="5045" y="315122"/>
                      </a:lnTo>
                      <a:lnTo>
                        <a:pt x="8084" y="336330"/>
                      </a:lnTo>
                      <a:lnTo>
                        <a:pt x="11870" y="357423"/>
                      </a:lnTo>
                      <a:lnTo>
                        <a:pt x="16400" y="378402"/>
                      </a:lnTo>
                      <a:lnTo>
                        <a:pt x="21620" y="399151"/>
                      </a:lnTo>
                      <a:lnTo>
                        <a:pt x="27527" y="419786"/>
                      </a:lnTo>
                      <a:lnTo>
                        <a:pt x="34180" y="440134"/>
                      </a:lnTo>
                      <a:lnTo>
                        <a:pt x="41521" y="460310"/>
                      </a:lnTo>
                      <a:lnTo>
                        <a:pt x="49493" y="480143"/>
                      </a:lnTo>
                      <a:lnTo>
                        <a:pt x="58211" y="499746"/>
                      </a:lnTo>
                      <a:lnTo>
                        <a:pt x="67560" y="519062"/>
                      </a:lnTo>
                      <a:lnTo>
                        <a:pt x="77539" y="537978"/>
                      </a:lnTo>
                      <a:lnTo>
                        <a:pt x="88207" y="556606"/>
                      </a:lnTo>
                      <a:lnTo>
                        <a:pt x="99505" y="574834"/>
                      </a:lnTo>
                      <a:lnTo>
                        <a:pt x="117687" y="563141"/>
                      </a:lnTo>
                      <a:lnTo>
                        <a:pt x="135810" y="551505"/>
                      </a:lnTo>
                      <a:lnTo>
                        <a:pt x="153991" y="539812"/>
                      </a:lnTo>
                      <a:lnTo>
                        <a:pt x="172172" y="528176"/>
                      </a:lnTo>
                      <a:lnTo>
                        <a:pt x="190353" y="516483"/>
                      </a:lnTo>
                      <a:lnTo>
                        <a:pt x="208534" y="504790"/>
                      </a:lnTo>
                      <a:lnTo>
                        <a:pt x="226715" y="493154"/>
                      </a:lnTo>
                      <a:lnTo>
                        <a:pt x="244839" y="481461"/>
                      </a:lnTo>
                      <a:lnTo>
                        <a:pt x="263020" y="469825"/>
                      </a:lnTo>
                      <a:lnTo>
                        <a:pt x="281201" y="458132"/>
                      </a:lnTo>
                      <a:lnTo>
                        <a:pt x="299382" y="446439"/>
                      </a:lnTo>
                      <a:lnTo>
                        <a:pt x="317563" y="434804"/>
                      </a:lnTo>
                      <a:lnTo>
                        <a:pt x="335744" y="423111"/>
                      </a:lnTo>
                      <a:lnTo>
                        <a:pt x="353925" y="411475"/>
                      </a:lnTo>
                      <a:lnTo>
                        <a:pt x="372049" y="399782"/>
                      </a:lnTo>
                      <a:lnTo>
                        <a:pt x="390230" y="388089"/>
                      </a:lnTo>
                      <a:lnTo>
                        <a:pt x="408411" y="376453"/>
                      </a:lnTo>
                      <a:lnTo>
                        <a:pt x="426592" y="364760"/>
                      </a:lnTo>
                      <a:lnTo>
                        <a:pt x="444773" y="353124"/>
                      </a:lnTo>
                      <a:lnTo>
                        <a:pt x="462954" y="341431"/>
                      </a:lnTo>
                      <a:lnTo>
                        <a:pt x="481135" y="329738"/>
                      </a:lnTo>
                      <a:lnTo>
                        <a:pt x="499259" y="318102"/>
                      </a:lnTo>
                      <a:lnTo>
                        <a:pt x="517440" y="306409"/>
                      </a:lnTo>
                      <a:lnTo>
                        <a:pt x="535621" y="294773"/>
                      </a:lnTo>
                      <a:lnTo>
                        <a:pt x="553802" y="283080"/>
                      </a:lnTo>
                      <a:lnTo>
                        <a:pt x="571983" y="271387"/>
                      </a:lnTo>
                      <a:lnTo>
                        <a:pt x="590164" y="259752"/>
                      </a:lnTo>
                      <a:lnTo>
                        <a:pt x="608345" y="248059"/>
                      </a:lnTo>
                      <a:lnTo>
                        <a:pt x="626468" y="236423"/>
                      </a:lnTo>
                      <a:close/>
                    </a:path>
                  </a:pathLst>
                </a:custGeom>
                <a:solidFill>
                  <a:srgbClr val="0072B5">
                    <a:alpha val="80000"/>
                  </a:srgbClr>
                </a:solidFill>
                <a:ln w="6131" cap="flat">
                  <a:solidFill>
                    <a:srgbClr val="FFFFFF"/>
                  </a:solidFill>
                  <a:prstDash val="solid"/>
                  <a:miter/>
                </a:ln>
              </p:spPr>
              <p:txBody>
                <a:bodyPr/>
                <a:lstStyle/>
                <a:p>
                  <a:endParaRPr lang="zh-CN" altLang="en-US" sz="2190"/>
                </a:p>
              </p:txBody>
            </p:sp>
            <p:sp>
              <p:nvSpPr>
                <p:cNvPr id="337" name="任意多边形: 形状 336"/>
                <p:cNvSpPr/>
                <p:nvPr/>
              </p:nvSpPr>
              <p:spPr>
                <a:xfrm>
                  <a:off x="5972166" y="1516076"/>
                  <a:ext cx="579957" cy="626094"/>
                </a:xfrm>
                <a:custGeom>
                  <a:avLst/>
                  <a:gdLst>
                    <a:gd name="csX0" fmla="*/ 580067 w 579957"/>
                    <a:gd name="csY0" fmla="*/ 625997 h 626094"/>
                    <a:gd name="csX1" fmla="*/ 580067 w 579957"/>
                    <a:gd name="csY1" fmla="*/ 604388 h 626094"/>
                    <a:gd name="csX2" fmla="*/ 580067 w 579957"/>
                    <a:gd name="csY2" fmla="*/ 582778 h 626094"/>
                    <a:gd name="csX3" fmla="*/ 580067 w 579957"/>
                    <a:gd name="csY3" fmla="*/ 561227 h 626094"/>
                    <a:gd name="csX4" fmla="*/ 580067 w 579957"/>
                    <a:gd name="csY4" fmla="*/ 539617 h 626094"/>
                    <a:gd name="csX5" fmla="*/ 580067 w 579957"/>
                    <a:gd name="csY5" fmla="*/ 518008 h 626094"/>
                    <a:gd name="csX6" fmla="*/ 580067 w 579957"/>
                    <a:gd name="csY6" fmla="*/ 496456 h 626094"/>
                    <a:gd name="csX7" fmla="*/ 580067 w 579957"/>
                    <a:gd name="csY7" fmla="*/ 474847 h 626094"/>
                    <a:gd name="csX8" fmla="*/ 580067 w 579957"/>
                    <a:gd name="csY8" fmla="*/ 453295 h 626094"/>
                    <a:gd name="csX9" fmla="*/ 580067 w 579957"/>
                    <a:gd name="csY9" fmla="*/ 431686 h 626094"/>
                    <a:gd name="csX10" fmla="*/ 580067 w 579957"/>
                    <a:gd name="csY10" fmla="*/ 410077 h 626094"/>
                    <a:gd name="csX11" fmla="*/ 580067 w 579957"/>
                    <a:gd name="csY11" fmla="*/ 388525 h 626094"/>
                    <a:gd name="csX12" fmla="*/ 580067 w 579957"/>
                    <a:gd name="csY12" fmla="*/ 366915 h 626094"/>
                    <a:gd name="csX13" fmla="*/ 580067 w 579957"/>
                    <a:gd name="csY13" fmla="*/ 345306 h 626094"/>
                    <a:gd name="csX14" fmla="*/ 580067 w 579957"/>
                    <a:gd name="csY14" fmla="*/ 323754 h 626094"/>
                    <a:gd name="csX15" fmla="*/ 580067 w 579957"/>
                    <a:gd name="csY15" fmla="*/ 302145 h 626094"/>
                    <a:gd name="csX16" fmla="*/ 580067 w 579957"/>
                    <a:gd name="csY16" fmla="*/ 280593 h 626094"/>
                    <a:gd name="csX17" fmla="*/ 580067 w 579957"/>
                    <a:gd name="csY17" fmla="*/ 258984 h 626094"/>
                    <a:gd name="csX18" fmla="*/ 580067 w 579957"/>
                    <a:gd name="csY18" fmla="*/ 237375 h 626094"/>
                    <a:gd name="csX19" fmla="*/ 580067 w 579957"/>
                    <a:gd name="csY19" fmla="*/ 215823 h 626094"/>
                    <a:gd name="csX20" fmla="*/ 580067 w 579957"/>
                    <a:gd name="csY20" fmla="*/ 194214 h 626094"/>
                    <a:gd name="csX21" fmla="*/ 580067 w 579957"/>
                    <a:gd name="csY21" fmla="*/ 172604 h 626094"/>
                    <a:gd name="csX22" fmla="*/ 580067 w 579957"/>
                    <a:gd name="csY22" fmla="*/ 151052 h 626094"/>
                    <a:gd name="csX23" fmla="*/ 580067 w 579957"/>
                    <a:gd name="csY23" fmla="*/ 129443 h 626094"/>
                    <a:gd name="csX24" fmla="*/ 580067 w 579957"/>
                    <a:gd name="csY24" fmla="*/ 107891 h 626094"/>
                    <a:gd name="csX25" fmla="*/ 580067 w 579957"/>
                    <a:gd name="csY25" fmla="*/ 86282 h 626094"/>
                    <a:gd name="csX26" fmla="*/ 580067 w 579957"/>
                    <a:gd name="csY26" fmla="*/ 64673 h 626094"/>
                    <a:gd name="csX27" fmla="*/ 580067 w 579957"/>
                    <a:gd name="csY27" fmla="*/ 43121 h 626094"/>
                    <a:gd name="csX28" fmla="*/ 580067 w 579957"/>
                    <a:gd name="csY28" fmla="*/ 21512 h 626094"/>
                    <a:gd name="csX29" fmla="*/ 580067 w 579957"/>
                    <a:gd name="csY29" fmla="*/ -98 h 626094"/>
                    <a:gd name="csX30" fmla="*/ 558273 w 579957"/>
                    <a:gd name="csY30" fmla="*/ 304 h 626094"/>
                    <a:gd name="csX31" fmla="*/ 536536 w 579957"/>
                    <a:gd name="csY31" fmla="*/ 1450 h 626094"/>
                    <a:gd name="csX32" fmla="*/ 514799 w 579957"/>
                    <a:gd name="csY32" fmla="*/ 3342 h 626094"/>
                    <a:gd name="csX33" fmla="*/ 493177 w 579957"/>
                    <a:gd name="csY33" fmla="*/ 5978 h 626094"/>
                    <a:gd name="csX34" fmla="*/ 471612 w 579957"/>
                    <a:gd name="csY34" fmla="*/ 9360 h 626094"/>
                    <a:gd name="csX35" fmla="*/ 450219 w 579957"/>
                    <a:gd name="csY35" fmla="*/ 13544 h 626094"/>
                    <a:gd name="csX36" fmla="*/ 428999 w 579957"/>
                    <a:gd name="csY36" fmla="*/ 18416 h 626094"/>
                    <a:gd name="csX37" fmla="*/ 407893 w 579957"/>
                    <a:gd name="csY37" fmla="*/ 24034 h 626094"/>
                    <a:gd name="csX38" fmla="*/ 387073 w 579957"/>
                    <a:gd name="csY38" fmla="*/ 30396 h 626094"/>
                    <a:gd name="csX39" fmla="*/ 366426 w 579957"/>
                    <a:gd name="csY39" fmla="*/ 37446 h 626094"/>
                    <a:gd name="csX40" fmla="*/ 346066 w 579957"/>
                    <a:gd name="csY40" fmla="*/ 45242 h 626094"/>
                    <a:gd name="csX41" fmla="*/ 325992 w 579957"/>
                    <a:gd name="csY41" fmla="*/ 53725 h 626094"/>
                    <a:gd name="csX42" fmla="*/ 306262 w 579957"/>
                    <a:gd name="csY42" fmla="*/ 62896 h 626094"/>
                    <a:gd name="csX43" fmla="*/ 286819 w 579957"/>
                    <a:gd name="csY43" fmla="*/ 72755 h 626094"/>
                    <a:gd name="csX44" fmla="*/ 267721 w 579957"/>
                    <a:gd name="csY44" fmla="*/ 83301 h 626094"/>
                    <a:gd name="csX45" fmla="*/ 249024 w 579957"/>
                    <a:gd name="csY45" fmla="*/ 94536 h 626094"/>
                    <a:gd name="csX46" fmla="*/ 230728 w 579957"/>
                    <a:gd name="csY46" fmla="*/ 106344 h 626094"/>
                    <a:gd name="csX47" fmla="*/ 212834 w 579957"/>
                    <a:gd name="csY47" fmla="*/ 118782 h 626094"/>
                    <a:gd name="csX48" fmla="*/ 195398 w 579957"/>
                    <a:gd name="csY48" fmla="*/ 131908 h 626094"/>
                    <a:gd name="csX49" fmla="*/ 178422 w 579957"/>
                    <a:gd name="csY49" fmla="*/ 145550 h 626094"/>
                    <a:gd name="csX50" fmla="*/ 161961 w 579957"/>
                    <a:gd name="csY50" fmla="*/ 159822 h 626094"/>
                    <a:gd name="csX51" fmla="*/ 145960 w 579957"/>
                    <a:gd name="csY51" fmla="*/ 174668 h 626094"/>
                    <a:gd name="csX52" fmla="*/ 130531 w 579957"/>
                    <a:gd name="csY52" fmla="*/ 190029 h 626094"/>
                    <a:gd name="csX53" fmla="*/ 115620 w 579957"/>
                    <a:gd name="csY53" fmla="*/ 205907 h 626094"/>
                    <a:gd name="csX54" fmla="*/ 101281 w 579957"/>
                    <a:gd name="csY54" fmla="*/ 222300 h 626094"/>
                    <a:gd name="csX55" fmla="*/ 87516 w 579957"/>
                    <a:gd name="csY55" fmla="*/ 239209 h 626094"/>
                    <a:gd name="csX56" fmla="*/ 74325 w 579957"/>
                    <a:gd name="csY56" fmla="*/ 256577 h 626094"/>
                    <a:gd name="csX57" fmla="*/ 61765 w 579957"/>
                    <a:gd name="csY57" fmla="*/ 274403 h 626094"/>
                    <a:gd name="csX58" fmla="*/ 49835 w 579957"/>
                    <a:gd name="csY58" fmla="*/ 292630 h 626094"/>
                    <a:gd name="csX59" fmla="*/ 38537 w 579957"/>
                    <a:gd name="csY59" fmla="*/ 311259 h 626094"/>
                    <a:gd name="csX60" fmla="*/ 27926 w 579957"/>
                    <a:gd name="csY60" fmla="*/ 330289 h 626094"/>
                    <a:gd name="csX61" fmla="*/ 17947 w 579957"/>
                    <a:gd name="csY61" fmla="*/ 349662 h 626094"/>
                    <a:gd name="csX62" fmla="*/ 8713 w 579957"/>
                    <a:gd name="csY62" fmla="*/ 369380 h 626094"/>
                    <a:gd name="csX63" fmla="*/ 110 w 579957"/>
                    <a:gd name="csY63" fmla="*/ 389442 h 626094"/>
                    <a:gd name="csX64" fmla="*/ 20126 w 579957"/>
                    <a:gd name="csY64" fmla="*/ 397581 h 626094"/>
                    <a:gd name="csX65" fmla="*/ 40085 w 579957"/>
                    <a:gd name="csY65" fmla="*/ 405720 h 626094"/>
                    <a:gd name="csX66" fmla="*/ 60102 w 579957"/>
                    <a:gd name="csY66" fmla="*/ 413917 h 626094"/>
                    <a:gd name="csX67" fmla="*/ 80118 w 579957"/>
                    <a:gd name="csY67" fmla="*/ 422056 h 626094"/>
                    <a:gd name="csX68" fmla="*/ 100077 w 579957"/>
                    <a:gd name="csY68" fmla="*/ 430196 h 626094"/>
                    <a:gd name="csX69" fmla="*/ 120093 w 579957"/>
                    <a:gd name="csY69" fmla="*/ 438392 h 626094"/>
                    <a:gd name="csX70" fmla="*/ 140110 w 579957"/>
                    <a:gd name="csY70" fmla="*/ 446531 h 626094"/>
                    <a:gd name="csX71" fmla="*/ 160126 w 579957"/>
                    <a:gd name="csY71" fmla="*/ 454671 h 626094"/>
                    <a:gd name="csX72" fmla="*/ 180085 w 579957"/>
                    <a:gd name="csY72" fmla="*/ 462810 h 626094"/>
                    <a:gd name="csX73" fmla="*/ 200101 w 579957"/>
                    <a:gd name="csY73" fmla="*/ 471007 h 626094"/>
                    <a:gd name="csX74" fmla="*/ 220118 w 579957"/>
                    <a:gd name="csY74" fmla="*/ 479146 h 626094"/>
                    <a:gd name="csX75" fmla="*/ 240076 w 579957"/>
                    <a:gd name="csY75" fmla="*/ 487285 h 626094"/>
                    <a:gd name="csX76" fmla="*/ 260093 w 579957"/>
                    <a:gd name="csY76" fmla="*/ 495482 h 626094"/>
                    <a:gd name="csX77" fmla="*/ 280109 w 579957"/>
                    <a:gd name="csY77" fmla="*/ 503621 h 626094"/>
                    <a:gd name="csX78" fmla="*/ 300125 w 579957"/>
                    <a:gd name="csY78" fmla="*/ 511760 h 626094"/>
                    <a:gd name="csX79" fmla="*/ 320084 w 579957"/>
                    <a:gd name="csY79" fmla="*/ 519957 h 626094"/>
                    <a:gd name="csX80" fmla="*/ 340101 w 579957"/>
                    <a:gd name="csY80" fmla="*/ 528096 h 626094"/>
                    <a:gd name="csX81" fmla="*/ 360117 w 579957"/>
                    <a:gd name="csY81" fmla="*/ 536236 h 626094"/>
                    <a:gd name="csX82" fmla="*/ 380076 w 579957"/>
                    <a:gd name="csY82" fmla="*/ 544432 h 626094"/>
                    <a:gd name="csX83" fmla="*/ 400092 w 579957"/>
                    <a:gd name="csY83" fmla="*/ 552571 h 626094"/>
                    <a:gd name="csX84" fmla="*/ 420109 w 579957"/>
                    <a:gd name="csY84" fmla="*/ 560711 h 626094"/>
                    <a:gd name="csX85" fmla="*/ 440068 w 579957"/>
                    <a:gd name="csY85" fmla="*/ 568850 h 626094"/>
                    <a:gd name="csX86" fmla="*/ 460084 w 579957"/>
                    <a:gd name="csY86" fmla="*/ 577047 h 626094"/>
                    <a:gd name="csX87" fmla="*/ 480100 w 579957"/>
                    <a:gd name="csY87" fmla="*/ 585186 h 626094"/>
                    <a:gd name="csX88" fmla="*/ 500117 w 579957"/>
                    <a:gd name="csY88" fmla="*/ 593325 h 626094"/>
                    <a:gd name="csX89" fmla="*/ 520076 w 579957"/>
                    <a:gd name="csY89" fmla="*/ 601522 h 626094"/>
                    <a:gd name="csX90" fmla="*/ 540092 w 579957"/>
                    <a:gd name="csY90" fmla="*/ 609661 h 626094"/>
                    <a:gd name="csX91" fmla="*/ 560108 w 579957"/>
                    <a:gd name="csY91" fmla="*/ 617800 h 626094"/>
                    <a:gd name="csX92" fmla="*/ 580067 w 579957"/>
                    <a:gd name="csY92" fmla="*/ 625997 h 6260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579957" h="626094">
                      <a:moveTo>
                        <a:pt x="580067" y="625997"/>
                      </a:moveTo>
                      <a:lnTo>
                        <a:pt x="580067" y="604388"/>
                      </a:lnTo>
                      <a:lnTo>
                        <a:pt x="580067" y="582778"/>
                      </a:lnTo>
                      <a:lnTo>
                        <a:pt x="580067" y="561227"/>
                      </a:lnTo>
                      <a:lnTo>
                        <a:pt x="580067" y="539617"/>
                      </a:lnTo>
                      <a:lnTo>
                        <a:pt x="580067" y="518008"/>
                      </a:lnTo>
                      <a:lnTo>
                        <a:pt x="580067" y="496456"/>
                      </a:lnTo>
                      <a:lnTo>
                        <a:pt x="580067" y="474847"/>
                      </a:lnTo>
                      <a:lnTo>
                        <a:pt x="580067" y="453295"/>
                      </a:lnTo>
                      <a:lnTo>
                        <a:pt x="580067" y="431686"/>
                      </a:lnTo>
                      <a:lnTo>
                        <a:pt x="580067" y="410077"/>
                      </a:lnTo>
                      <a:lnTo>
                        <a:pt x="580067" y="388525"/>
                      </a:lnTo>
                      <a:lnTo>
                        <a:pt x="580067" y="366915"/>
                      </a:lnTo>
                      <a:lnTo>
                        <a:pt x="580067" y="345306"/>
                      </a:lnTo>
                      <a:lnTo>
                        <a:pt x="580067" y="323754"/>
                      </a:lnTo>
                      <a:lnTo>
                        <a:pt x="580067" y="302145"/>
                      </a:lnTo>
                      <a:lnTo>
                        <a:pt x="580067" y="280593"/>
                      </a:lnTo>
                      <a:lnTo>
                        <a:pt x="580067" y="258984"/>
                      </a:lnTo>
                      <a:lnTo>
                        <a:pt x="580067" y="237375"/>
                      </a:lnTo>
                      <a:lnTo>
                        <a:pt x="580067" y="215823"/>
                      </a:lnTo>
                      <a:lnTo>
                        <a:pt x="580067" y="194214"/>
                      </a:lnTo>
                      <a:lnTo>
                        <a:pt x="580067" y="172604"/>
                      </a:lnTo>
                      <a:lnTo>
                        <a:pt x="580067" y="151052"/>
                      </a:lnTo>
                      <a:lnTo>
                        <a:pt x="580067" y="129443"/>
                      </a:lnTo>
                      <a:lnTo>
                        <a:pt x="580067" y="107891"/>
                      </a:lnTo>
                      <a:lnTo>
                        <a:pt x="580067" y="86282"/>
                      </a:lnTo>
                      <a:lnTo>
                        <a:pt x="580067" y="64673"/>
                      </a:lnTo>
                      <a:lnTo>
                        <a:pt x="580067" y="43121"/>
                      </a:lnTo>
                      <a:lnTo>
                        <a:pt x="580067" y="21512"/>
                      </a:lnTo>
                      <a:lnTo>
                        <a:pt x="580067" y="-98"/>
                      </a:lnTo>
                      <a:lnTo>
                        <a:pt x="558273" y="304"/>
                      </a:lnTo>
                      <a:lnTo>
                        <a:pt x="536536" y="1450"/>
                      </a:lnTo>
                      <a:lnTo>
                        <a:pt x="514799" y="3342"/>
                      </a:lnTo>
                      <a:lnTo>
                        <a:pt x="493177" y="5978"/>
                      </a:lnTo>
                      <a:lnTo>
                        <a:pt x="471612" y="9360"/>
                      </a:lnTo>
                      <a:lnTo>
                        <a:pt x="450219" y="13544"/>
                      </a:lnTo>
                      <a:lnTo>
                        <a:pt x="428999" y="18416"/>
                      </a:lnTo>
                      <a:lnTo>
                        <a:pt x="407893" y="24034"/>
                      </a:lnTo>
                      <a:lnTo>
                        <a:pt x="387073" y="30396"/>
                      </a:lnTo>
                      <a:lnTo>
                        <a:pt x="366426" y="37446"/>
                      </a:lnTo>
                      <a:lnTo>
                        <a:pt x="346066" y="45242"/>
                      </a:lnTo>
                      <a:lnTo>
                        <a:pt x="325992" y="53725"/>
                      </a:lnTo>
                      <a:lnTo>
                        <a:pt x="306262" y="62896"/>
                      </a:lnTo>
                      <a:lnTo>
                        <a:pt x="286819" y="72755"/>
                      </a:lnTo>
                      <a:lnTo>
                        <a:pt x="267721" y="83301"/>
                      </a:lnTo>
                      <a:lnTo>
                        <a:pt x="249024" y="94536"/>
                      </a:lnTo>
                      <a:lnTo>
                        <a:pt x="230728" y="106344"/>
                      </a:lnTo>
                      <a:lnTo>
                        <a:pt x="212834" y="118782"/>
                      </a:lnTo>
                      <a:lnTo>
                        <a:pt x="195398" y="131908"/>
                      </a:lnTo>
                      <a:lnTo>
                        <a:pt x="178422" y="145550"/>
                      </a:lnTo>
                      <a:lnTo>
                        <a:pt x="161961" y="159822"/>
                      </a:lnTo>
                      <a:lnTo>
                        <a:pt x="145960" y="174668"/>
                      </a:lnTo>
                      <a:lnTo>
                        <a:pt x="130531" y="190029"/>
                      </a:lnTo>
                      <a:lnTo>
                        <a:pt x="115620" y="205907"/>
                      </a:lnTo>
                      <a:lnTo>
                        <a:pt x="101281" y="222300"/>
                      </a:lnTo>
                      <a:lnTo>
                        <a:pt x="87516" y="239209"/>
                      </a:lnTo>
                      <a:lnTo>
                        <a:pt x="74325" y="256577"/>
                      </a:lnTo>
                      <a:lnTo>
                        <a:pt x="61765" y="274403"/>
                      </a:lnTo>
                      <a:lnTo>
                        <a:pt x="49835" y="292630"/>
                      </a:lnTo>
                      <a:lnTo>
                        <a:pt x="38537" y="311259"/>
                      </a:lnTo>
                      <a:lnTo>
                        <a:pt x="27926" y="330289"/>
                      </a:lnTo>
                      <a:lnTo>
                        <a:pt x="17947" y="349662"/>
                      </a:lnTo>
                      <a:lnTo>
                        <a:pt x="8713" y="369380"/>
                      </a:lnTo>
                      <a:lnTo>
                        <a:pt x="110" y="389442"/>
                      </a:lnTo>
                      <a:lnTo>
                        <a:pt x="20126" y="397581"/>
                      </a:lnTo>
                      <a:lnTo>
                        <a:pt x="40085" y="405720"/>
                      </a:lnTo>
                      <a:lnTo>
                        <a:pt x="60102" y="413917"/>
                      </a:lnTo>
                      <a:lnTo>
                        <a:pt x="80118" y="422056"/>
                      </a:lnTo>
                      <a:lnTo>
                        <a:pt x="100077" y="430196"/>
                      </a:lnTo>
                      <a:lnTo>
                        <a:pt x="120093" y="438392"/>
                      </a:lnTo>
                      <a:lnTo>
                        <a:pt x="140110" y="446531"/>
                      </a:lnTo>
                      <a:lnTo>
                        <a:pt x="160126" y="454671"/>
                      </a:lnTo>
                      <a:lnTo>
                        <a:pt x="180085" y="462810"/>
                      </a:lnTo>
                      <a:lnTo>
                        <a:pt x="200101" y="471007"/>
                      </a:lnTo>
                      <a:lnTo>
                        <a:pt x="220118" y="479146"/>
                      </a:lnTo>
                      <a:lnTo>
                        <a:pt x="240076" y="487285"/>
                      </a:lnTo>
                      <a:lnTo>
                        <a:pt x="260093" y="495482"/>
                      </a:lnTo>
                      <a:lnTo>
                        <a:pt x="280109" y="503621"/>
                      </a:lnTo>
                      <a:lnTo>
                        <a:pt x="300125" y="511760"/>
                      </a:lnTo>
                      <a:lnTo>
                        <a:pt x="320084" y="519957"/>
                      </a:lnTo>
                      <a:lnTo>
                        <a:pt x="340101" y="528096"/>
                      </a:lnTo>
                      <a:lnTo>
                        <a:pt x="360117" y="536236"/>
                      </a:lnTo>
                      <a:lnTo>
                        <a:pt x="380076" y="544432"/>
                      </a:lnTo>
                      <a:lnTo>
                        <a:pt x="400092" y="552571"/>
                      </a:lnTo>
                      <a:lnTo>
                        <a:pt x="420109" y="560711"/>
                      </a:lnTo>
                      <a:lnTo>
                        <a:pt x="440068" y="568850"/>
                      </a:lnTo>
                      <a:lnTo>
                        <a:pt x="460084" y="577047"/>
                      </a:lnTo>
                      <a:lnTo>
                        <a:pt x="480100" y="585186"/>
                      </a:lnTo>
                      <a:lnTo>
                        <a:pt x="500117" y="593325"/>
                      </a:lnTo>
                      <a:lnTo>
                        <a:pt x="520076" y="601522"/>
                      </a:lnTo>
                      <a:lnTo>
                        <a:pt x="540092" y="609661"/>
                      </a:lnTo>
                      <a:lnTo>
                        <a:pt x="560108" y="617800"/>
                      </a:lnTo>
                      <a:lnTo>
                        <a:pt x="580067" y="625997"/>
                      </a:lnTo>
                      <a:close/>
                    </a:path>
                  </a:pathLst>
                </a:custGeom>
                <a:solidFill>
                  <a:srgbClr val="BC3C29">
                    <a:alpha val="80000"/>
                  </a:srgbClr>
                </a:solidFill>
                <a:ln w="6131" cap="flat">
                  <a:solidFill>
                    <a:srgbClr val="FFFFFF"/>
                  </a:solidFill>
                  <a:prstDash val="solid"/>
                  <a:miter/>
                </a:ln>
              </p:spPr>
              <p:txBody>
                <a:bodyPr/>
                <a:lstStyle/>
                <a:p>
                  <a:endParaRPr lang="zh-CN" altLang="en-US" sz="2190"/>
                </a:p>
              </p:txBody>
            </p:sp>
            <p:sp>
              <p:nvSpPr>
                <p:cNvPr id="338" name="文本框 337"/>
                <p:cNvSpPr txBox="1"/>
                <p:nvPr/>
              </p:nvSpPr>
              <p:spPr>
                <a:xfrm>
                  <a:off x="6594025" y="1976548"/>
                  <a:ext cx="672985"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SE, 43.71%</a:t>
                  </a:r>
                </a:p>
              </p:txBody>
            </p:sp>
            <p:sp>
              <p:nvSpPr>
                <p:cNvPr id="339" name="文本框 338"/>
                <p:cNvSpPr txBox="1"/>
                <p:nvPr/>
              </p:nvSpPr>
              <p:spPr>
                <a:xfrm>
                  <a:off x="6425235" y="2356744"/>
                  <a:ext cx="59121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RI, 4.24%</a:t>
                  </a:r>
                </a:p>
              </p:txBody>
            </p:sp>
            <p:sp>
              <p:nvSpPr>
                <p:cNvPr id="340" name="文本框 339"/>
                <p:cNvSpPr txBox="1"/>
                <p:nvPr/>
              </p:nvSpPr>
              <p:spPr>
                <a:xfrm>
                  <a:off x="6510447" y="2722113"/>
                  <a:ext cx="635957"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MX, 1.57%</a:t>
                  </a:r>
                </a:p>
              </p:txBody>
            </p:sp>
            <p:sp>
              <p:nvSpPr>
                <p:cNvPr id="341" name="文本框 340"/>
                <p:cNvSpPr txBox="1"/>
                <p:nvPr/>
              </p:nvSpPr>
              <p:spPr>
                <a:xfrm>
                  <a:off x="6061928" y="2708857"/>
                  <a:ext cx="611271"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AL, 1.57%</a:t>
                  </a:r>
                </a:p>
              </p:txBody>
            </p:sp>
            <p:sp>
              <p:nvSpPr>
                <p:cNvPr id="342" name="文本框 341"/>
                <p:cNvSpPr txBox="1"/>
                <p:nvPr/>
              </p:nvSpPr>
              <p:spPr>
                <a:xfrm>
                  <a:off x="5889742" y="2463148"/>
                  <a:ext cx="668356"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AF, 14.82%</a:t>
                  </a:r>
                </a:p>
              </p:txBody>
            </p:sp>
            <p:sp>
              <p:nvSpPr>
                <p:cNvPr id="343" name="文本框 342"/>
                <p:cNvSpPr txBox="1"/>
                <p:nvPr/>
              </p:nvSpPr>
              <p:spPr>
                <a:xfrm>
                  <a:off x="5987370" y="2114342"/>
                  <a:ext cx="663728"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A5, 15.26%</a:t>
                  </a:r>
                </a:p>
              </p:txBody>
            </p:sp>
            <p:sp>
              <p:nvSpPr>
                <p:cNvPr id="344" name="文本框 343"/>
                <p:cNvSpPr txBox="1"/>
                <p:nvPr/>
              </p:nvSpPr>
              <p:spPr>
                <a:xfrm>
                  <a:off x="6101848" y="1816055"/>
                  <a:ext cx="663728"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A3, 18.83%</a:t>
                  </a:r>
                </a:p>
              </p:txBody>
            </p:sp>
            <p:sp>
              <p:nvSpPr>
                <p:cNvPr id="345" name="文本框 344"/>
                <p:cNvSpPr txBox="1"/>
                <p:nvPr/>
              </p:nvSpPr>
              <p:spPr>
                <a:xfrm>
                  <a:off x="5955356" y="1186582"/>
                  <a:ext cx="1040180" cy="434261"/>
                </a:xfrm>
                <a:prstGeom prst="rect">
                  <a:avLst/>
                </a:prstGeom>
                <a:noFill/>
              </p:spPr>
              <p:txBody>
                <a:bodyPr wrap="none" rtlCol="0">
                  <a:spAutoFit/>
                </a:bodyPr>
                <a:lstStyle/>
                <a:p>
                  <a:pPr algn="ctr"/>
                  <a:r>
                    <a:rPr lang="zh-CN" altLang="en-US" sz="980" dirty="0">
                      <a:solidFill>
                        <a:srgbClr val="000000"/>
                      </a:solidFill>
                      <a:latin typeface="Arial" panose="020B0604020202090204"/>
                      <a:cs typeface="Arial" panose="020B0604020202090204"/>
                      <a:sym typeface="Arial" panose="020B0604020202090204"/>
                      <a:rtl val="0"/>
                    </a:rPr>
                    <a:t>Known isoforms</a:t>
                  </a:r>
                  <a:endParaRPr lang="en-US" altLang="zh-CN" sz="980" dirty="0">
                    <a:solidFill>
                      <a:srgbClr val="000000"/>
                    </a:solidFill>
                    <a:latin typeface="Arial" panose="020B0604020202090204"/>
                    <a:cs typeface="Arial" panose="020B0604020202090204"/>
                    <a:sym typeface="Arial" panose="020B0604020202090204"/>
                    <a:rtl val="0"/>
                  </a:endParaRPr>
                </a:p>
                <a:p>
                  <a:pPr algn="ctr"/>
                  <a:r>
                    <a:rPr lang="zh-CN" altLang="en-US" sz="980" dirty="0">
                      <a:solidFill>
                        <a:srgbClr val="000000"/>
                      </a:solidFill>
                      <a:latin typeface="Arial" panose="020B0604020202090204"/>
                      <a:cs typeface="Arial" panose="020B0604020202090204"/>
                      <a:sym typeface="Arial" panose="020B0604020202090204"/>
                      <a:rtl val="0"/>
                    </a:rPr>
                    <a:t> (n = 12,643)</a:t>
                  </a:r>
                </a:p>
              </p:txBody>
            </p:sp>
          </p:grpSp>
        </p:grpSp>
      </p:grpSp>
      <p:sp>
        <p:nvSpPr>
          <p:cNvPr id="7760" name="文本框 7759"/>
          <p:cNvSpPr txBox="1"/>
          <p:nvPr/>
        </p:nvSpPr>
        <p:spPr>
          <a:xfrm>
            <a:off x="342905" y="3618166"/>
            <a:ext cx="327334"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b</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7761" name="图形 2"/>
          <p:cNvGrpSpPr/>
          <p:nvPr/>
        </p:nvGrpSpPr>
        <p:grpSpPr>
          <a:xfrm>
            <a:off x="3402588" y="3767577"/>
            <a:ext cx="3019203" cy="4807501"/>
            <a:chOff x="4041352" y="3999977"/>
            <a:chExt cx="3328112" cy="5299379"/>
          </a:xfrm>
        </p:grpSpPr>
        <p:sp>
          <p:nvSpPr>
            <p:cNvPr id="7762" name="任意多边形: 形状 7761"/>
            <p:cNvSpPr/>
            <p:nvPr/>
          </p:nvSpPr>
          <p:spPr>
            <a:xfrm>
              <a:off x="4065912" y="3999977"/>
              <a:ext cx="3303552" cy="5282508"/>
            </a:xfrm>
            <a:custGeom>
              <a:avLst/>
              <a:gdLst>
                <a:gd name="csX0" fmla="*/ 270 w 3303552"/>
                <a:gd name="csY0" fmla="*/ 235 h 5282508"/>
                <a:gd name="csX1" fmla="*/ 3303823 w 3303552"/>
                <a:gd name="csY1" fmla="*/ 235 h 5282508"/>
                <a:gd name="csX2" fmla="*/ 3303823 w 3303552"/>
                <a:gd name="csY2" fmla="*/ 5282743 h 5282508"/>
                <a:gd name="csX3" fmla="*/ 270 w 3303552"/>
                <a:gd name="csY3" fmla="*/ 5282743 h 5282508"/>
              </a:gdLst>
              <a:ahLst/>
              <a:cxnLst>
                <a:cxn ang="0">
                  <a:pos x="csX0" y="csY0"/>
                </a:cxn>
                <a:cxn ang="0">
                  <a:pos x="csX1" y="csY1"/>
                </a:cxn>
                <a:cxn ang="0">
                  <a:pos x="csX2" y="csY2"/>
                </a:cxn>
                <a:cxn ang="0">
                  <a:pos x="csX3" y="csY3"/>
                </a:cxn>
              </a:cxnLst>
              <a:rect l="l" t="t" r="r" b="b"/>
              <a:pathLst>
                <a:path w="3303552" h="5282508">
                  <a:moveTo>
                    <a:pt x="270" y="235"/>
                  </a:moveTo>
                  <a:lnTo>
                    <a:pt x="3303823" y="235"/>
                  </a:lnTo>
                  <a:lnTo>
                    <a:pt x="3303823" y="5282743"/>
                  </a:lnTo>
                  <a:lnTo>
                    <a:pt x="270" y="5282743"/>
                  </a:lnTo>
                  <a:close/>
                </a:path>
              </a:pathLst>
            </a:custGeom>
            <a:solidFill>
              <a:srgbClr val="FFFFFF"/>
            </a:solidFill>
            <a:ln w="10635" cap="rnd">
              <a:solidFill>
                <a:srgbClr val="FFFFFF"/>
              </a:solidFill>
              <a:prstDash val="solid"/>
              <a:round/>
            </a:ln>
          </p:spPr>
          <p:txBody>
            <a:bodyPr/>
            <a:lstStyle/>
            <a:p>
              <a:endParaRPr lang="zh-CN" altLang="en-US" sz="2190"/>
            </a:p>
          </p:txBody>
        </p:sp>
        <p:grpSp>
          <p:nvGrpSpPr>
            <p:cNvPr id="7763" name="图形 2"/>
            <p:cNvGrpSpPr/>
            <p:nvPr/>
          </p:nvGrpSpPr>
          <p:grpSpPr>
            <a:xfrm>
              <a:off x="4513910" y="4224025"/>
              <a:ext cx="897006" cy="1468097"/>
              <a:chOff x="4513910" y="4224025"/>
              <a:chExt cx="897006" cy="1468097"/>
            </a:xfrm>
          </p:grpSpPr>
          <p:sp>
            <p:nvSpPr>
              <p:cNvPr id="7764" name="任意多边形: 形状 7763"/>
              <p:cNvSpPr/>
              <p:nvPr/>
            </p:nvSpPr>
            <p:spPr>
              <a:xfrm>
                <a:off x="4758557" y="4290698"/>
                <a:ext cx="12705" cy="35125"/>
              </a:xfrm>
              <a:custGeom>
                <a:avLst/>
                <a:gdLst>
                  <a:gd name="csX0" fmla="*/ 299 w 12705"/>
                  <a:gd name="csY0" fmla="*/ 35431 h 35125"/>
                  <a:gd name="csX1" fmla="*/ 299 w 12705"/>
                  <a:gd name="csY1" fmla="*/ 306 h 35125"/>
                </a:gdLst>
                <a:ahLst/>
                <a:cxnLst>
                  <a:cxn ang="0">
                    <a:pos x="csX0" y="csY0"/>
                  </a:cxn>
                  <a:cxn ang="0">
                    <a:pos x="csX1" y="csY1"/>
                  </a:cxn>
                </a:cxnLst>
                <a:rect l="l" t="t" r="r" b="b"/>
                <a:pathLst>
                  <a:path w="12705" h="35125">
                    <a:moveTo>
                      <a:pt x="299" y="35431"/>
                    </a:moveTo>
                    <a:lnTo>
                      <a:pt x="299" y="306"/>
                    </a:lnTo>
                  </a:path>
                </a:pathLst>
              </a:custGeom>
              <a:ln w="9810" cap="flat">
                <a:solidFill>
                  <a:srgbClr val="0073C2"/>
                </a:solidFill>
                <a:prstDash val="solid"/>
                <a:round/>
              </a:ln>
            </p:spPr>
            <p:txBody>
              <a:bodyPr/>
              <a:lstStyle/>
              <a:p>
                <a:endParaRPr lang="zh-CN" altLang="en-US" sz="2190"/>
              </a:p>
            </p:txBody>
          </p:sp>
          <p:sp>
            <p:nvSpPr>
              <p:cNvPr id="7765" name="任意多边形: 形状 7764"/>
              <p:cNvSpPr/>
              <p:nvPr/>
            </p:nvSpPr>
            <p:spPr>
              <a:xfrm>
                <a:off x="4758557" y="4379932"/>
                <a:ext cx="12705" cy="26137"/>
              </a:xfrm>
              <a:custGeom>
                <a:avLst/>
                <a:gdLst>
                  <a:gd name="csX0" fmla="*/ 299 w 12705"/>
                  <a:gd name="csY0" fmla="*/ 303 h 26137"/>
                  <a:gd name="csX1" fmla="*/ 299 w 12705"/>
                  <a:gd name="csY1" fmla="*/ 26440 h 26137"/>
                </a:gdLst>
                <a:ahLst/>
                <a:cxnLst>
                  <a:cxn ang="0">
                    <a:pos x="csX0" y="csY0"/>
                  </a:cxn>
                  <a:cxn ang="0">
                    <a:pos x="csX1" y="csY1"/>
                  </a:cxn>
                </a:cxnLst>
                <a:rect l="l" t="t" r="r" b="b"/>
                <a:pathLst>
                  <a:path w="12705" h="26137">
                    <a:moveTo>
                      <a:pt x="299" y="303"/>
                    </a:moveTo>
                    <a:lnTo>
                      <a:pt x="299" y="26440"/>
                    </a:lnTo>
                  </a:path>
                </a:pathLst>
              </a:custGeom>
              <a:ln w="9810" cap="flat">
                <a:solidFill>
                  <a:srgbClr val="0073C2"/>
                </a:solidFill>
                <a:prstDash val="solid"/>
                <a:round/>
              </a:ln>
            </p:spPr>
            <p:txBody>
              <a:bodyPr/>
              <a:lstStyle/>
              <a:p>
                <a:endParaRPr lang="zh-CN" altLang="en-US" sz="2190"/>
              </a:p>
            </p:txBody>
          </p:sp>
          <p:sp>
            <p:nvSpPr>
              <p:cNvPr id="7766" name="任意多边形: 形状 7765"/>
              <p:cNvSpPr/>
              <p:nvPr/>
            </p:nvSpPr>
            <p:spPr>
              <a:xfrm>
                <a:off x="4656606" y="4325823"/>
                <a:ext cx="203902" cy="54109"/>
              </a:xfrm>
              <a:custGeom>
                <a:avLst/>
                <a:gdLst>
                  <a:gd name="csX0" fmla="*/ 299 w 203902"/>
                  <a:gd name="csY0" fmla="*/ 304 h 54109"/>
                  <a:gd name="csX1" fmla="*/ 299 w 203902"/>
                  <a:gd name="csY1" fmla="*/ 54413 h 54109"/>
                  <a:gd name="csX2" fmla="*/ 204202 w 203902"/>
                  <a:gd name="csY2" fmla="*/ 54413 h 54109"/>
                  <a:gd name="csX3" fmla="*/ 204202 w 203902"/>
                  <a:gd name="csY3" fmla="*/ 304 h 54109"/>
                  <a:gd name="csX4" fmla="*/ 299 w 203902"/>
                  <a:gd name="csY4" fmla="*/ 304 h 54109"/>
                </a:gdLst>
                <a:ahLst/>
                <a:cxnLst>
                  <a:cxn ang="0">
                    <a:pos x="csX0" y="csY0"/>
                  </a:cxn>
                  <a:cxn ang="0">
                    <a:pos x="csX1" y="csY1"/>
                  </a:cxn>
                  <a:cxn ang="0">
                    <a:pos x="csX2" y="csY2"/>
                  </a:cxn>
                  <a:cxn ang="0">
                    <a:pos x="csX3" y="csY3"/>
                  </a:cxn>
                  <a:cxn ang="0">
                    <a:pos x="csX4" y="csY4"/>
                  </a:cxn>
                </a:cxnLst>
                <a:rect l="l" t="t" r="r" b="b"/>
                <a:pathLst>
                  <a:path w="203902" h="54109">
                    <a:moveTo>
                      <a:pt x="299" y="304"/>
                    </a:moveTo>
                    <a:lnTo>
                      <a:pt x="299" y="54413"/>
                    </a:lnTo>
                    <a:lnTo>
                      <a:pt x="204202" y="54413"/>
                    </a:lnTo>
                    <a:lnTo>
                      <a:pt x="204202" y="304"/>
                    </a:lnTo>
                    <a:lnTo>
                      <a:pt x="299" y="304"/>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767" name="任意多边形: 形状 7766"/>
              <p:cNvSpPr/>
              <p:nvPr/>
            </p:nvSpPr>
            <p:spPr>
              <a:xfrm>
                <a:off x="4656606" y="4334169"/>
                <a:ext cx="203902" cy="12698"/>
              </a:xfrm>
              <a:custGeom>
                <a:avLst/>
                <a:gdLst>
                  <a:gd name="csX0" fmla="*/ 299 w 203902"/>
                  <a:gd name="csY0" fmla="*/ 305 h 12698"/>
                  <a:gd name="csX1" fmla="*/ 204202 w 203902"/>
                  <a:gd name="csY1" fmla="*/ 305 h 12698"/>
                </a:gdLst>
                <a:ahLst/>
                <a:cxnLst>
                  <a:cxn ang="0">
                    <a:pos x="csX0" y="csY0"/>
                  </a:cxn>
                  <a:cxn ang="0">
                    <a:pos x="csX1" y="csY1"/>
                  </a:cxn>
                </a:cxnLst>
                <a:rect l="l" t="t" r="r" b="b"/>
                <a:pathLst>
                  <a:path w="203902" h="12698">
                    <a:moveTo>
                      <a:pt x="299" y="305"/>
                    </a:moveTo>
                    <a:lnTo>
                      <a:pt x="204202" y="305"/>
                    </a:lnTo>
                  </a:path>
                </a:pathLst>
              </a:custGeom>
              <a:ln w="19529" cap="flat">
                <a:solidFill>
                  <a:srgbClr val="0073C2"/>
                </a:solidFill>
                <a:prstDash val="solid"/>
                <a:miter/>
              </a:ln>
            </p:spPr>
            <p:txBody>
              <a:bodyPr/>
              <a:lstStyle/>
              <a:p>
                <a:endParaRPr lang="zh-CN" altLang="en-US" sz="2190"/>
              </a:p>
            </p:txBody>
          </p:sp>
          <p:sp>
            <p:nvSpPr>
              <p:cNvPr id="7768" name="任意多边形: 形状 7767"/>
              <p:cNvSpPr/>
              <p:nvPr/>
            </p:nvSpPr>
            <p:spPr>
              <a:xfrm>
                <a:off x="5166270" y="4290698"/>
                <a:ext cx="12705" cy="186446"/>
              </a:xfrm>
              <a:custGeom>
                <a:avLst/>
                <a:gdLst>
                  <a:gd name="csX0" fmla="*/ 287 w 12705"/>
                  <a:gd name="csY0" fmla="*/ 186750 h 186446"/>
                  <a:gd name="csX1" fmla="*/ 287 w 12705"/>
                  <a:gd name="csY1" fmla="*/ 303 h 186446"/>
                </a:gdLst>
                <a:ahLst/>
                <a:cxnLst>
                  <a:cxn ang="0">
                    <a:pos x="csX0" y="csY0"/>
                  </a:cxn>
                  <a:cxn ang="0">
                    <a:pos x="csX1" y="csY1"/>
                  </a:cxn>
                </a:cxnLst>
                <a:rect l="l" t="t" r="r" b="b"/>
                <a:pathLst>
                  <a:path w="12705" h="186446">
                    <a:moveTo>
                      <a:pt x="287" y="186750"/>
                    </a:moveTo>
                    <a:lnTo>
                      <a:pt x="287" y="303"/>
                    </a:lnTo>
                  </a:path>
                </a:pathLst>
              </a:custGeom>
              <a:ln w="9810" cap="flat">
                <a:solidFill>
                  <a:srgbClr val="EFC000"/>
                </a:solidFill>
                <a:prstDash val="solid"/>
                <a:round/>
              </a:ln>
            </p:spPr>
            <p:txBody>
              <a:bodyPr/>
              <a:lstStyle/>
              <a:p>
                <a:endParaRPr lang="zh-CN" altLang="en-US" sz="2190"/>
              </a:p>
            </p:txBody>
          </p:sp>
          <p:sp>
            <p:nvSpPr>
              <p:cNvPr id="7769" name="任意多边形: 形状 7768"/>
              <p:cNvSpPr/>
              <p:nvPr/>
            </p:nvSpPr>
            <p:spPr>
              <a:xfrm>
                <a:off x="5166270" y="4836557"/>
                <a:ext cx="12705" cy="171131"/>
              </a:xfrm>
              <a:custGeom>
                <a:avLst/>
                <a:gdLst>
                  <a:gd name="csX0" fmla="*/ 287 w 12705"/>
                  <a:gd name="csY0" fmla="*/ 287 h 171131"/>
                  <a:gd name="csX1" fmla="*/ 287 w 12705"/>
                  <a:gd name="csY1" fmla="*/ 171418 h 171131"/>
                </a:gdLst>
                <a:ahLst/>
                <a:cxnLst>
                  <a:cxn ang="0">
                    <a:pos x="csX0" y="csY0"/>
                  </a:cxn>
                  <a:cxn ang="0">
                    <a:pos x="csX1" y="csY1"/>
                  </a:cxn>
                </a:cxnLst>
                <a:rect l="l" t="t" r="r" b="b"/>
                <a:pathLst>
                  <a:path w="12705" h="171131">
                    <a:moveTo>
                      <a:pt x="287" y="287"/>
                    </a:moveTo>
                    <a:lnTo>
                      <a:pt x="287" y="171418"/>
                    </a:lnTo>
                  </a:path>
                </a:pathLst>
              </a:custGeom>
              <a:ln w="9810" cap="flat">
                <a:solidFill>
                  <a:srgbClr val="EFC000"/>
                </a:solidFill>
                <a:prstDash val="solid"/>
                <a:round/>
              </a:ln>
            </p:spPr>
            <p:txBody>
              <a:bodyPr/>
              <a:lstStyle/>
              <a:p>
                <a:endParaRPr lang="zh-CN" altLang="en-US" sz="2190"/>
              </a:p>
            </p:txBody>
          </p:sp>
          <p:sp>
            <p:nvSpPr>
              <p:cNvPr id="7770" name="任意多边形: 形状 7769"/>
              <p:cNvSpPr/>
              <p:nvPr/>
            </p:nvSpPr>
            <p:spPr>
              <a:xfrm>
                <a:off x="5064319" y="4477145"/>
                <a:ext cx="203902" cy="359412"/>
              </a:xfrm>
              <a:custGeom>
                <a:avLst/>
                <a:gdLst>
                  <a:gd name="csX0" fmla="*/ 287 w 203902"/>
                  <a:gd name="csY0" fmla="*/ 295 h 359412"/>
                  <a:gd name="csX1" fmla="*/ 287 w 203902"/>
                  <a:gd name="csY1" fmla="*/ 359707 h 359412"/>
                  <a:gd name="csX2" fmla="*/ 204189 w 203902"/>
                  <a:gd name="csY2" fmla="*/ 359707 h 359412"/>
                  <a:gd name="csX3" fmla="*/ 204189 w 203902"/>
                  <a:gd name="csY3" fmla="*/ 295 h 359412"/>
                  <a:gd name="csX4" fmla="*/ 287 w 203902"/>
                  <a:gd name="csY4" fmla="*/ 295 h 359412"/>
                </a:gdLst>
                <a:ahLst/>
                <a:cxnLst>
                  <a:cxn ang="0">
                    <a:pos x="csX0" y="csY0"/>
                  </a:cxn>
                  <a:cxn ang="0">
                    <a:pos x="csX1" y="csY1"/>
                  </a:cxn>
                  <a:cxn ang="0">
                    <a:pos x="csX2" y="csY2"/>
                  </a:cxn>
                  <a:cxn ang="0">
                    <a:pos x="csX3" y="csY3"/>
                  </a:cxn>
                  <a:cxn ang="0">
                    <a:pos x="csX4" y="csY4"/>
                  </a:cxn>
                </a:cxnLst>
                <a:rect l="l" t="t" r="r" b="b"/>
                <a:pathLst>
                  <a:path w="203902" h="359412">
                    <a:moveTo>
                      <a:pt x="287" y="295"/>
                    </a:moveTo>
                    <a:lnTo>
                      <a:pt x="287" y="359707"/>
                    </a:lnTo>
                    <a:lnTo>
                      <a:pt x="204189" y="359707"/>
                    </a:lnTo>
                    <a:lnTo>
                      <a:pt x="204189" y="295"/>
                    </a:lnTo>
                    <a:lnTo>
                      <a:pt x="287" y="295"/>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771" name="任意多边形: 形状 7770"/>
              <p:cNvSpPr/>
              <p:nvPr/>
            </p:nvSpPr>
            <p:spPr>
              <a:xfrm>
                <a:off x="5064319" y="4608016"/>
                <a:ext cx="203902" cy="12698"/>
              </a:xfrm>
              <a:custGeom>
                <a:avLst/>
                <a:gdLst>
                  <a:gd name="csX0" fmla="*/ 287 w 203902"/>
                  <a:gd name="csY0" fmla="*/ 297 h 12698"/>
                  <a:gd name="csX1" fmla="*/ 204189 w 203902"/>
                  <a:gd name="csY1" fmla="*/ 297 h 12698"/>
                </a:gdLst>
                <a:ahLst/>
                <a:cxnLst>
                  <a:cxn ang="0">
                    <a:pos x="csX0" y="csY0"/>
                  </a:cxn>
                  <a:cxn ang="0">
                    <a:pos x="csX1" y="csY1"/>
                  </a:cxn>
                </a:cxnLst>
                <a:rect l="l" t="t" r="r" b="b"/>
                <a:pathLst>
                  <a:path w="203902" h="12698">
                    <a:moveTo>
                      <a:pt x="287" y="297"/>
                    </a:moveTo>
                    <a:lnTo>
                      <a:pt x="204189" y="297"/>
                    </a:lnTo>
                  </a:path>
                </a:pathLst>
              </a:custGeom>
              <a:ln w="19529" cap="flat">
                <a:solidFill>
                  <a:srgbClr val="EFC000"/>
                </a:solidFill>
                <a:prstDash val="solid"/>
                <a:miter/>
              </a:ln>
            </p:spPr>
            <p:txBody>
              <a:bodyPr/>
              <a:lstStyle/>
              <a:p>
                <a:endParaRPr lang="zh-CN" altLang="en-US" sz="2190"/>
              </a:p>
            </p:txBody>
          </p:sp>
          <p:sp>
            <p:nvSpPr>
              <p:cNvPr id="7772" name="任意多边形: 形状 7771"/>
              <p:cNvSpPr/>
              <p:nvPr/>
            </p:nvSpPr>
            <p:spPr>
              <a:xfrm>
                <a:off x="4758557" y="4325915"/>
                <a:ext cx="407713" cy="201120"/>
              </a:xfrm>
              <a:custGeom>
                <a:avLst/>
                <a:gdLst>
                  <a:gd name="csX0" fmla="*/ 293 w 407713"/>
                  <a:gd name="csY0" fmla="*/ 302 h 201120"/>
                  <a:gd name="csX1" fmla="*/ 408006 w 407713"/>
                  <a:gd name="csY1" fmla="*/ 201423 h 201120"/>
                </a:gdLst>
                <a:ahLst/>
                <a:cxnLst>
                  <a:cxn ang="0">
                    <a:pos x="csX0" y="csY0"/>
                  </a:cxn>
                  <a:cxn ang="0">
                    <a:pos x="csX1" y="csY1"/>
                  </a:cxn>
                </a:cxnLst>
                <a:rect l="l" t="t" r="r" b="b"/>
                <a:pathLst>
                  <a:path w="407713" h="201120">
                    <a:moveTo>
                      <a:pt x="293" y="302"/>
                    </a:moveTo>
                    <a:lnTo>
                      <a:pt x="408006" y="201423"/>
                    </a:lnTo>
                  </a:path>
                </a:pathLst>
              </a:custGeom>
              <a:noFill/>
              <a:ln w="7793" cap="flat">
                <a:solidFill>
                  <a:srgbClr val="000000"/>
                </a:solidFill>
                <a:prstDash val="solid"/>
                <a:round/>
              </a:ln>
            </p:spPr>
            <p:txBody>
              <a:bodyPr/>
              <a:lstStyle/>
              <a:p>
                <a:endParaRPr lang="zh-CN" altLang="en-US" sz="2190"/>
              </a:p>
            </p:txBody>
          </p:sp>
          <p:sp>
            <p:nvSpPr>
              <p:cNvPr id="7773" name="任意多边形: 形状 7772"/>
              <p:cNvSpPr/>
              <p:nvPr/>
            </p:nvSpPr>
            <p:spPr>
              <a:xfrm>
                <a:off x="4758557" y="4342423"/>
                <a:ext cx="407713" cy="134722"/>
              </a:xfrm>
              <a:custGeom>
                <a:avLst/>
                <a:gdLst>
                  <a:gd name="csX0" fmla="*/ 293 w 407713"/>
                  <a:gd name="csY0" fmla="*/ 303 h 134722"/>
                  <a:gd name="csX1" fmla="*/ 408006 w 407713"/>
                  <a:gd name="csY1" fmla="*/ 135025 h 134722"/>
                </a:gdLst>
                <a:ahLst/>
                <a:cxnLst>
                  <a:cxn ang="0">
                    <a:pos x="csX0" y="csY0"/>
                  </a:cxn>
                  <a:cxn ang="0">
                    <a:pos x="csX1" y="csY1"/>
                  </a:cxn>
                </a:cxnLst>
                <a:rect l="l" t="t" r="r" b="b"/>
                <a:pathLst>
                  <a:path w="407713" h="134722">
                    <a:moveTo>
                      <a:pt x="293" y="303"/>
                    </a:moveTo>
                    <a:lnTo>
                      <a:pt x="408006" y="135025"/>
                    </a:lnTo>
                  </a:path>
                </a:pathLst>
              </a:custGeom>
              <a:noFill/>
              <a:ln w="7793" cap="flat">
                <a:solidFill>
                  <a:srgbClr val="000000"/>
                </a:solidFill>
                <a:prstDash val="solid"/>
                <a:round/>
              </a:ln>
            </p:spPr>
            <p:txBody>
              <a:bodyPr/>
              <a:lstStyle/>
              <a:p>
                <a:endParaRPr lang="zh-CN" altLang="en-US" sz="2190"/>
              </a:p>
            </p:txBody>
          </p:sp>
          <p:sp>
            <p:nvSpPr>
              <p:cNvPr id="7774" name="任意多边形: 形状 7773"/>
              <p:cNvSpPr/>
              <p:nvPr/>
            </p:nvSpPr>
            <p:spPr>
              <a:xfrm>
                <a:off x="4758557" y="4392497"/>
                <a:ext cx="407713" cy="215519"/>
              </a:xfrm>
              <a:custGeom>
                <a:avLst/>
                <a:gdLst>
                  <a:gd name="csX0" fmla="*/ 293 w 407713"/>
                  <a:gd name="csY0" fmla="*/ 300 h 215519"/>
                  <a:gd name="csX1" fmla="*/ 408006 w 407713"/>
                  <a:gd name="csY1" fmla="*/ 215819 h 215519"/>
                </a:gdLst>
                <a:ahLst/>
                <a:cxnLst>
                  <a:cxn ang="0">
                    <a:pos x="csX0" y="csY0"/>
                  </a:cxn>
                  <a:cxn ang="0">
                    <a:pos x="csX1" y="csY1"/>
                  </a:cxn>
                </a:cxnLst>
                <a:rect l="l" t="t" r="r" b="b"/>
                <a:pathLst>
                  <a:path w="407713" h="215519">
                    <a:moveTo>
                      <a:pt x="293" y="300"/>
                    </a:moveTo>
                    <a:lnTo>
                      <a:pt x="408006" y="215819"/>
                    </a:lnTo>
                  </a:path>
                </a:pathLst>
              </a:custGeom>
              <a:noFill/>
              <a:ln w="7793" cap="flat">
                <a:solidFill>
                  <a:srgbClr val="000000"/>
                </a:solidFill>
                <a:prstDash val="solid"/>
                <a:round/>
              </a:ln>
            </p:spPr>
            <p:txBody>
              <a:bodyPr/>
              <a:lstStyle/>
              <a:p>
                <a:endParaRPr lang="zh-CN" altLang="en-US" sz="2190"/>
              </a:p>
            </p:txBody>
          </p:sp>
          <p:sp>
            <p:nvSpPr>
              <p:cNvPr id="7775" name="任意多边形: 形状 7774"/>
              <p:cNvSpPr/>
              <p:nvPr/>
            </p:nvSpPr>
            <p:spPr>
              <a:xfrm>
                <a:off x="4758557" y="4325732"/>
                <a:ext cx="407713" cy="249360"/>
              </a:xfrm>
              <a:custGeom>
                <a:avLst/>
                <a:gdLst>
                  <a:gd name="csX0" fmla="*/ 293 w 407713"/>
                  <a:gd name="csY0" fmla="*/ 301 h 249360"/>
                  <a:gd name="csX1" fmla="*/ 408006 w 407713"/>
                  <a:gd name="csY1" fmla="*/ 249661 h 249360"/>
                </a:gdLst>
                <a:ahLst/>
                <a:cxnLst>
                  <a:cxn ang="0">
                    <a:pos x="csX0" y="csY0"/>
                  </a:cxn>
                  <a:cxn ang="0">
                    <a:pos x="csX1" y="csY1"/>
                  </a:cxn>
                </a:cxnLst>
                <a:rect l="l" t="t" r="r" b="b"/>
                <a:pathLst>
                  <a:path w="407713" h="249360">
                    <a:moveTo>
                      <a:pt x="293" y="301"/>
                    </a:moveTo>
                    <a:lnTo>
                      <a:pt x="408006" y="249661"/>
                    </a:lnTo>
                  </a:path>
                </a:pathLst>
              </a:custGeom>
              <a:noFill/>
              <a:ln w="7793" cap="flat">
                <a:solidFill>
                  <a:srgbClr val="000000"/>
                </a:solidFill>
                <a:prstDash val="solid"/>
                <a:round/>
              </a:ln>
            </p:spPr>
            <p:txBody>
              <a:bodyPr/>
              <a:lstStyle/>
              <a:p>
                <a:endParaRPr lang="zh-CN" altLang="en-US" sz="2190"/>
              </a:p>
            </p:txBody>
          </p:sp>
          <p:sp>
            <p:nvSpPr>
              <p:cNvPr id="7776" name="任意多边形: 形状 7775"/>
              <p:cNvSpPr/>
              <p:nvPr/>
            </p:nvSpPr>
            <p:spPr>
              <a:xfrm>
                <a:off x="4758557" y="4406070"/>
                <a:ext cx="407713" cy="300717"/>
              </a:xfrm>
              <a:custGeom>
                <a:avLst/>
                <a:gdLst>
                  <a:gd name="csX0" fmla="*/ 293 w 407713"/>
                  <a:gd name="csY0" fmla="*/ 298 h 300717"/>
                  <a:gd name="csX1" fmla="*/ 408006 w 407713"/>
                  <a:gd name="csY1" fmla="*/ 301016 h 300717"/>
                </a:gdLst>
                <a:ahLst/>
                <a:cxnLst>
                  <a:cxn ang="0">
                    <a:pos x="csX0" y="csY0"/>
                  </a:cxn>
                  <a:cxn ang="0">
                    <a:pos x="csX1" y="csY1"/>
                  </a:cxn>
                </a:cxnLst>
                <a:rect l="l" t="t" r="r" b="b"/>
                <a:pathLst>
                  <a:path w="407713" h="300717">
                    <a:moveTo>
                      <a:pt x="293" y="298"/>
                    </a:moveTo>
                    <a:lnTo>
                      <a:pt x="408006" y="301016"/>
                    </a:lnTo>
                  </a:path>
                </a:pathLst>
              </a:custGeom>
              <a:noFill/>
              <a:ln w="7793" cap="flat">
                <a:solidFill>
                  <a:srgbClr val="000000"/>
                </a:solidFill>
                <a:prstDash val="solid"/>
                <a:round/>
              </a:ln>
            </p:spPr>
            <p:txBody>
              <a:bodyPr/>
              <a:lstStyle/>
              <a:p>
                <a:endParaRPr lang="zh-CN" altLang="en-US" sz="2190"/>
              </a:p>
            </p:txBody>
          </p:sp>
          <p:sp>
            <p:nvSpPr>
              <p:cNvPr id="7777" name="任意多边形: 形状 7776"/>
              <p:cNvSpPr/>
              <p:nvPr/>
            </p:nvSpPr>
            <p:spPr>
              <a:xfrm>
                <a:off x="4758557" y="4290698"/>
                <a:ext cx="407713" cy="589238"/>
              </a:xfrm>
              <a:custGeom>
                <a:avLst/>
                <a:gdLst>
                  <a:gd name="csX0" fmla="*/ 293 w 407713"/>
                  <a:gd name="csY0" fmla="*/ 297 h 589238"/>
                  <a:gd name="csX1" fmla="*/ 408006 w 407713"/>
                  <a:gd name="csY1" fmla="*/ 589535 h 589238"/>
                </a:gdLst>
                <a:ahLst/>
                <a:cxnLst>
                  <a:cxn ang="0">
                    <a:pos x="csX0" y="csY0"/>
                  </a:cxn>
                  <a:cxn ang="0">
                    <a:pos x="csX1" y="csY1"/>
                  </a:cxn>
                </a:cxnLst>
                <a:rect l="l" t="t" r="r" b="b"/>
                <a:pathLst>
                  <a:path w="407713" h="589238">
                    <a:moveTo>
                      <a:pt x="293" y="297"/>
                    </a:moveTo>
                    <a:lnTo>
                      <a:pt x="408006" y="589535"/>
                    </a:lnTo>
                  </a:path>
                </a:pathLst>
              </a:custGeom>
              <a:noFill/>
              <a:ln w="7793" cap="flat">
                <a:solidFill>
                  <a:srgbClr val="000000"/>
                </a:solidFill>
                <a:prstDash val="solid"/>
                <a:round/>
              </a:ln>
            </p:spPr>
            <p:txBody>
              <a:bodyPr/>
              <a:lstStyle/>
              <a:p>
                <a:endParaRPr lang="zh-CN" altLang="en-US" sz="2190"/>
              </a:p>
            </p:txBody>
          </p:sp>
          <p:sp>
            <p:nvSpPr>
              <p:cNvPr id="7778" name="任意多边形: 形状 7777"/>
              <p:cNvSpPr/>
              <p:nvPr/>
            </p:nvSpPr>
            <p:spPr>
              <a:xfrm>
                <a:off x="4743599" y="4310966"/>
                <a:ext cx="29915" cy="29897"/>
              </a:xfrm>
              <a:custGeom>
                <a:avLst/>
                <a:gdLst>
                  <a:gd name="csX0" fmla="*/ 30215 w 29915"/>
                  <a:gd name="csY0" fmla="*/ 15254 h 29897"/>
                  <a:gd name="csX1" fmla="*/ 15257 w 29915"/>
                  <a:gd name="csY1" fmla="*/ 30203 h 29897"/>
                  <a:gd name="csX2" fmla="*/ 299 w 29915"/>
                  <a:gd name="csY2" fmla="*/ 15254 h 29897"/>
                  <a:gd name="csX3" fmla="*/ 15257 w 29915"/>
                  <a:gd name="csY3" fmla="*/ 305 h 29897"/>
                  <a:gd name="csX4" fmla="*/ 30215 w 29915"/>
                  <a:gd name="csY4" fmla="*/ 15254 h 29897"/>
                </a:gdLst>
                <a:ahLst/>
                <a:cxnLst>
                  <a:cxn ang="0">
                    <a:pos x="csX0" y="csY0"/>
                  </a:cxn>
                  <a:cxn ang="0">
                    <a:pos x="csX1" y="csY1"/>
                  </a:cxn>
                  <a:cxn ang="0">
                    <a:pos x="csX2" y="csY2"/>
                  </a:cxn>
                  <a:cxn ang="0">
                    <a:pos x="csX3" y="csY3"/>
                  </a:cxn>
                  <a:cxn ang="0">
                    <a:pos x="csX4" y="csY4"/>
                  </a:cxn>
                </a:cxnLst>
                <a:rect l="l" t="t" r="r" b="b"/>
                <a:pathLst>
                  <a:path w="29915" h="29897">
                    <a:moveTo>
                      <a:pt x="30215" y="15254"/>
                    </a:moveTo>
                    <a:cubicBezTo>
                      <a:pt x="30215" y="23510"/>
                      <a:pt x="23518" y="30203"/>
                      <a:pt x="15257" y="30203"/>
                    </a:cubicBezTo>
                    <a:cubicBezTo>
                      <a:pt x="6996" y="30203"/>
                      <a:pt x="299" y="23510"/>
                      <a:pt x="299" y="15254"/>
                    </a:cubicBezTo>
                    <a:cubicBezTo>
                      <a:pt x="299" y="6998"/>
                      <a:pt x="6996" y="305"/>
                      <a:pt x="15257" y="305"/>
                    </a:cubicBezTo>
                    <a:cubicBezTo>
                      <a:pt x="23518" y="305"/>
                      <a:pt x="30215" y="6998"/>
                      <a:pt x="30215" y="1525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79" name="任意多边形: 形状 7778"/>
              <p:cNvSpPr/>
              <p:nvPr/>
            </p:nvSpPr>
            <p:spPr>
              <a:xfrm>
                <a:off x="5151313" y="4512087"/>
                <a:ext cx="29915" cy="29897"/>
              </a:xfrm>
              <a:custGeom>
                <a:avLst/>
                <a:gdLst>
                  <a:gd name="csX0" fmla="*/ 30202 w 29915"/>
                  <a:gd name="csY0" fmla="*/ 15248 h 29897"/>
                  <a:gd name="csX1" fmla="*/ 15244 w 29915"/>
                  <a:gd name="csY1" fmla="*/ 30197 h 29897"/>
                  <a:gd name="csX2" fmla="*/ 287 w 29915"/>
                  <a:gd name="csY2" fmla="*/ 15248 h 29897"/>
                  <a:gd name="csX3" fmla="*/ 15244 w 29915"/>
                  <a:gd name="csY3" fmla="*/ 299 h 29897"/>
                  <a:gd name="csX4" fmla="*/ 30202 w 29915"/>
                  <a:gd name="csY4" fmla="*/ 15248 h 29897"/>
                </a:gdLst>
                <a:ahLst/>
                <a:cxnLst>
                  <a:cxn ang="0">
                    <a:pos x="csX0" y="csY0"/>
                  </a:cxn>
                  <a:cxn ang="0">
                    <a:pos x="csX1" y="csY1"/>
                  </a:cxn>
                  <a:cxn ang="0">
                    <a:pos x="csX2" y="csY2"/>
                  </a:cxn>
                  <a:cxn ang="0">
                    <a:pos x="csX3" y="csY3"/>
                  </a:cxn>
                  <a:cxn ang="0">
                    <a:pos x="csX4" y="csY4"/>
                  </a:cxn>
                </a:cxnLst>
                <a:rect l="l" t="t" r="r" b="b"/>
                <a:pathLst>
                  <a:path w="29915" h="29897">
                    <a:moveTo>
                      <a:pt x="30202" y="15248"/>
                    </a:moveTo>
                    <a:cubicBezTo>
                      <a:pt x="30202" y="23504"/>
                      <a:pt x="23505" y="30197"/>
                      <a:pt x="15244" y="30197"/>
                    </a:cubicBezTo>
                    <a:cubicBezTo>
                      <a:pt x="6984" y="30197"/>
                      <a:pt x="287" y="23504"/>
                      <a:pt x="287" y="15248"/>
                    </a:cubicBezTo>
                    <a:cubicBezTo>
                      <a:pt x="287" y="6992"/>
                      <a:pt x="6984" y="299"/>
                      <a:pt x="15244" y="299"/>
                    </a:cubicBezTo>
                    <a:cubicBezTo>
                      <a:pt x="23505" y="299"/>
                      <a:pt x="30202" y="6992"/>
                      <a:pt x="30202" y="1524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0" name="任意多边形: 形状 7779"/>
              <p:cNvSpPr/>
              <p:nvPr/>
            </p:nvSpPr>
            <p:spPr>
              <a:xfrm>
                <a:off x="5151313" y="4326649"/>
                <a:ext cx="29915" cy="29897"/>
              </a:xfrm>
              <a:custGeom>
                <a:avLst/>
                <a:gdLst>
                  <a:gd name="csX0" fmla="*/ 30202 w 29915"/>
                  <a:gd name="csY0" fmla="*/ 15253 h 29897"/>
                  <a:gd name="csX1" fmla="*/ 15244 w 29915"/>
                  <a:gd name="csY1" fmla="*/ 30202 h 29897"/>
                  <a:gd name="csX2" fmla="*/ 287 w 29915"/>
                  <a:gd name="csY2" fmla="*/ 15253 h 29897"/>
                  <a:gd name="csX3" fmla="*/ 15244 w 29915"/>
                  <a:gd name="csY3" fmla="*/ 305 h 29897"/>
                  <a:gd name="csX4" fmla="*/ 30202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202" y="15253"/>
                    </a:moveTo>
                    <a:cubicBezTo>
                      <a:pt x="30202" y="23509"/>
                      <a:pt x="23505" y="30202"/>
                      <a:pt x="15244" y="30202"/>
                    </a:cubicBezTo>
                    <a:cubicBezTo>
                      <a:pt x="6984" y="30202"/>
                      <a:pt x="287" y="23509"/>
                      <a:pt x="287" y="15253"/>
                    </a:cubicBezTo>
                    <a:cubicBezTo>
                      <a:pt x="287" y="6997"/>
                      <a:pt x="6984" y="305"/>
                      <a:pt x="15244" y="305"/>
                    </a:cubicBezTo>
                    <a:cubicBezTo>
                      <a:pt x="23505" y="305"/>
                      <a:pt x="30202" y="6997"/>
                      <a:pt x="30202"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1" name="任意多边形: 形状 7780"/>
              <p:cNvSpPr/>
              <p:nvPr/>
            </p:nvSpPr>
            <p:spPr>
              <a:xfrm>
                <a:off x="5151313" y="4427805"/>
                <a:ext cx="29915" cy="29897"/>
              </a:xfrm>
              <a:custGeom>
                <a:avLst/>
                <a:gdLst>
                  <a:gd name="csX0" fmla="*/ 30202 w 29915"/>
                  <a:gd name="csY0" fmla="*/ 15250 h 29897"/>
                  <a:gd name="csX1" fmla="*/ 15244 w 29915"/>
                  <a:gd name="csY1" fmla="*/ 30199 h 29897"/>
                  <a:gd name="csX2" fmla="*/ 287 w 29915"/>
                  <a:gd name="csY2" fmla="*/ 15250 h 29897"/>
                  <a:gd name="csX3" fmla="*/ 15244 w 29915"/>
                  <a:gd name="csY3" fmla="*/ 302 h 29897"/>
                  <a:gd name="csX4" fmla="*/ 30202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202" y="15250"/>
                    </a:moveTo>
                    <a:cubicBezTo>
                      <a:pt x="30202" y="23506"/>
                      <a:pt x="23505" y="30199"/>
                      <a:pt x="15244" y="30199"/>
                    </a:cubicBezTo>
                    <a:cubicBezTo>
                      <a:pt x="6984" y="30199"/>
                      <a:pt x="287" y="23506"/>
                      <a:pt x="287" y="15250"/>
                    </a:cubicBezTo>
                    <a:cubicBezTo>
                      <a:pt x="287" y="6994"/>
                      <a:pt x="6984" y="302"/>
                      <a:pt x="15244" y="302"/>
                    </a:cubicBezTo>
                    <a:cubicBezTo>
                      <a:pt x="23505" y="302"/>
                      <a:pt x="30202" y="6994"/>
                      <a:pt x="30202"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2" name="任意多边形: 形状 7781"/>
              <p:cNvSpPr/>
              <p:nvPr/>
            </p:nvSpPr>
            <p:spPr>
              <a:xfrm>
                <a:off x="4743599" y="4327474"/>
                <a:ext cx="29915" cy="29897"/>
              </a:xfrm>
              <a:custGeom>
                <a:avLst/>
                <a:gdLst>
                  <a:gd name="csX0" fmla="*/ 30215 w 29915"/>
                  <a:gd name="csY0" fmla="*/ 15253 h 29897"/>
                  <a:gd name="csX1" fmla="*/ 15257 w 29915"/>
                  <a:gd name="csY1" fmla="*/ 30202 h 29897"/>
                  <a:gd name="csX2" fmla="*/ 299 w 29915"/>
                  <a:gd name="csY2" fmla="*/ 15253 h 29897"/>
                  <a:gd name="csX3" fmla="*/ 15257 w 29915"/>
                  <a:gd name="csY3" fmla="*/ 305 h 29897"/>
                  <a:gd name="csX4" fmla="*/ 30215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215" y="15253"/>
                    </a:moveTo>
                    <a:cubicBezTo>
                      <a:pt x="30215" y="23509"/>
                      <a:pt x="23518" y="30202"/>
                      <a:pt x="15257" y="30202"/>
                    </a:cubicBezTo>
                    <a:cubicBezTo>
                      <a:pt x="6996" y="30202"/>
                      <a:pt x="299" y="23509"/>
                      <a:pt x="299" y="15253"/>
                    </a:cubicBezTo>
                    <a:cubicBezTo>
                      <a:pt x="299" y="6997"/>
                      <a:pt x="6996" y="305"/>
                      <a:pt x="15257" y="305"/>
                    </a:cubicBezTo>
                    <a:cubicBezTo>
                      <a:pt x="23518" y="305"/>
                      <a:pt x="30215" y="6997"/>
                      <a:pt x="30215" y="1525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83" name="任意多边形: 形状 7782"/>
              <p:cNvSpPr/>
              <p:nvPr/>
            </p:nvSpPr>
            <p:spPr>
              <a:xfrm>
                <a:off x="5151313" y="4462196"/>
                <a:ext cx="29915" cy="29897"/>
              </a:xfrm>
              <a:custGeom>
                <a:avLst/>
                <a:gdLst>
                  <a:gd name="csX0" fmla="*/ 30202 w 29915"/>
                  <a:gd name="csY0" fmla="*/ 15249 h 29897"/>
                  <a:gd name="csX1" fmla="*/ 15244 w 29915"/>
                  <a:gd name="csY1" fmla="*/ 30198 h 29897"/>
                  <a:gd name="csX2" fmla="*/ 287 w 29915"/>
                  <a:gd name="csY2" fmla="*/ 15249 h 29897"/>
                  <a:gd name="csX3" fmla="*/ 15244 w 29915"/>
                  <a:gd name="csY3" fmla="*/ 301 h 29897"/>
                  <a:gd name="csX4" fmla="*/ 30202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202" y="15249"/>
                    </a:moveTo>
                    <a:cubicBezTo>
                      <a:pt x="30202" y="23505"/>
                      <a:pt x="23505" y="30198"/>
                      <a:pt x="15244" y="30198"/>
                    </a:cubicBezTo>
                    <a:cubicBezTo>
                      <a:pt x="6984" y="30198"/>
                      <a:pt x="287" y="23505"/>
                      <a:pt x="287" y="15249"/>
                    </a:cubicBezTo>
                    <a:cubicBezTo>
                      <a:pt x="287" y="6993"/>
                      <a:pt x="6984" y="301"/>
                      <a:pt x="15244" y="301"/>
                    </a:cubicBezTo>
                    <a:cubicBezTo>
                      <a:pt x="23505" y="301"/>
                      <a:pt x="30202" y="6993"/>
                      <a:pt x="30202" y="1524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4" name="任意多边形: 形状 7783"/>
              <p:cNvSpPr/>
              <p:nvPr/>
            </p:nvSpPr>
            <p:spPr>
              <a:xfrm>
                <a:off x="5151313" y="4992740"/>
                <a:ext cx="29915" cy="29897"/>
              </a:xfrm>
              <a:custGeom>
                <a:avLst/>
                <a:gdLst>
                  <a:gd name="csX0" fmla="*/ 30202 w 29915"/>
                  <a:gd name="csY0" fmla="*/ 15233 h 29897"/>
                  <a:gd name="csX1" fmla="*/ 15244 w 29915"/>
                  <a:gd name="csY1" fmla="*/ 30182 h 29897"/>
                  <a:gd name="csX2" fmla="*/ 287 w 29915"/>
                  <a:gd name="csY2" fmla="*/ 15233 h 29897"/>
                  <a:gd name="csX3" fmla="*/ 15244 w 29915"/>
                  <a:gd name="csY3" fmla="*/ 284 h 29897"/>
                  <a:gd name="csX4" fmla="*/ 30202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202" y="15233"/>
                    </a:moveTo>
                    <a:cubicBezTo>
                      <a:pt x="30202" y="23489"/>
                      <a:pt x="23505" y="30182"/>
                      <a:pt x="15244" y="30182"/>
                    </a:cubicBezTo>
                    <a:cubicBezTo>
                      <a:pt x="6984" y="30182"/>
                      <a:pt x="287" y="23489"/>
                      <a:pt x="287" y="15233"/>
                    </a:cubicBezTo>
                    <a:cubicBezTo>
                      <a:pt x="287" y="6977"/>
                      <a:pt x="6984" y="284"/>
                      <a:pt x="15244" y="284"/>
                    </a:cubicBezTo>
                    <a:cubicBezTo>
                      <a:pt x="23505" y="284"/>
                      <a:pt x="30202" y="6977"/>
                      <a:pt x="30202"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5" name="任意多边形: 形状 7784"/>
              <p:cNvSpPr/>
              <p:nvPr/>
            </p:nvSpPr>
            <p:spPr>
              <a:xfrm>
                <a:off x="5151313" y="4931294"/>
                <a:ext cx="29915" cy="29897"/>
              </a:xfrm>
              <a:custGeom>
                <a:avLst/>
                <a:gdLst>
                  <a:gd name="csX0" fmla="*/ 30202 w 29915"/>
                  <a:gd name="csY0" fmla="*/ 15235 h 29897"/>
                  <a:gd name="csX1" fmla="*/ 15244 w 29915"/>
                  <a:gd name="csY1" fmla="*/ 30184 h 29897"/>
                  <a:gd name="csX2" fmla="*/ 287 w 29915"/>
                  <a:gd name="csY2" fmla="*/ 15235 h 29897"/>
                  <a:gd name="csX3" fmla="*/ 15244 w 29915"/>
                  <a:gd name="csY3" fmla="*/ 286 h 29897"/>
                  <a:gd name="csX4" fmla="*/ 30202 w 29915"/>
                  <a:gd name="csY4" fmla="*/ 15235 h 29897"/>
                </a:gdLst>
                <a:ahLst/>
                <a:cxnLst>
                  <a:cxn ang="0">
                    <a:pos x="csX0" y="csY0"/>
                  </a:cxn>
                  <a:cxn ang="0">
                    <a:pos x="csX1" y="csY1"/>
                  </a:cxn>
                  <a:cxn ang="0">
                    <a:pos x="csX2" y="csY2"/>
                  </a:cxn>
                  <a:cxn ang="0">
                    <a:pos x="csX3" y="csY3"/>
                  </a:cxn>
                  <a:cxn ang="0">
                    <a:pos x="csX4" y="csY4"/>
                  </a:cxn>
                </a:cxnLst>
                <a:rect l="l" t="t" r="r" b="b"/>
                <a:pathLst>
                  <a:path w="29915" h="29897">
                    <a:moveTo>
                      <a:pt x="30202" y="15235"/>
                    </a:moveTo>
                    <a:cubicBezTo>
                      <a:pt x="30202" y="23491"/>
                      <a:pt x="23505" y="30184"/>
                      <a:pt x="15244" y="30184"/>
                    </a:cubicBezTo>
                    <a:cubicBezTo>
                      <a:pt x="6984" y="30184"/>
                      <a:pt x="287" y="23491"/>
                      <a:pt x="287" y="15235"/>
                    </a:cubicBezTo>
                    <a:cubicBezTo>
                      <a:pt x="287" y="6979"/>
                      <a:pt x="6984" y="286"/>
                      <a:pt x="15244" y="286"/>
                    </a:cubicBezTo>
                    <a:cubicBezTo>
                      <a:pt x="23505" y="286"/>
                      <a:pt x="30202" y="6979"/>
                      <a:pt x="30202" y="152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6" name="任意多边形: 形状 7785"/>
              <p:cNvSpPr/>
              <p:nvPr/>
            </p:nvSpPr>
            <p:spPr>
              <a:xfrm>
                <a:off x="5151313" y="4664509"/>
                <a:ext cx="29915" cy="29897"/>
              </a:xfrm>
              <a:custGeom>
                <a:avLst/>
                <a:gdLst>
                  <a:gd name="csX0" fmla="*/ 30202 w 29915"/>
                  <a:gd name="csY0" fmla="*/ 15243 h 29897"/>
                  <a:gd name="csX1" fmla="*/ 15244 w 29915"/>
                  <a:gd name="csY1" fmla="*/ 30192 h 29897"/>
                  <a:gd name="csX2" fmla="*/ 287 w 29915"/>
                  <a:gd name="csY2" fmla="*/ 15243 h 29897"/>
                  <a:gd name="csX3" fmla="*/ 15244 w 29915"/>
                  <a:gd name="csY3" fmla="*/ 294 h 29897"/>
                  <a:gd name="csX4" fmla="*/ 30202 w 29915"/>
                  <a:gd name="csY4" fmla="*/ 15243 h 29897"/>
                </a:gdLst>
                <a:ahLst/>
                <a:cxnLst>
                  <a:cxn ang="0">
                    <a:pos x="csX0" y="csY0"/>
                  </a:cxn>
                  <a:cxn ang="0">
                    <a:pos x="csX1" y="csY1"/>
                  </a:cxn>
                  <a:cxn ang="0">
                    <a:pos x="csX2" y="csY2"/>
                  </a:cxn>
                  <a:cxn ang="0">
                    <a:pos x="csX3" y="csY3"/>
                  </a:cxn>
                  <a:cxn ang="0">
                    <a:pos x="csX4" y="csY4"/>
                  </a:cxn>
                </a:cxnLst>
                <a:rect l="l" t="t" r="r" b="b"/>
                <a:pathLst>
                  <a:path w="29915" h="29897">
                    <a:moveTo>
                      <a:pt x="30202" y="15243"/>
                    </a:moveTo>
                    <a:cubicBezTo>
                      <a:pt x="30202" y="23499"/>
                      <a:pt x="23505" y="30192"/>
                      <a:pt x="15244" y="30192"/>
                    </a:cubicBezTo>
                    <a:cubicBezTo>
                      <a:pt x="6984" y="30192"/>
                      <a:pt x="287" y="23499"/>
                      <a:pt x="287" y="15243"/>
                    </a:cubicBezTo>
                    <a:cubicBezTo>
                      <a:pt x="287" y="6987"/>
                      <a:pt x="6984" y="294"/>
                      <a:pt x="15244" y="294"/>
                    </a:cubicBezTo>
                    <a:cubicBezTo>
                      <a:pt x="23505" y="294"/>
                      <a:pt x="30202" y="6987"/>
                      <a:pt x="30202" y="1524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7" name="任意多边形: 形状 7786"/>
              <p:cNvSpPr/>
              <p:nvPr/>
            </p:nvSpPr>
            <p:spPr>
              <a:xfrm>
                <a:off x="4743599" y="4377548"/>
                <a:ext cx="29915" cy="29897"/>
              </a:xfrm>
              <a:custGeom>
                <a:avLst/>
                <a:gdLst>
                  <a:gd name="csX0" fmla="*/ 30215 w 29915"/>
                  <a:gd name="csY0" fmla="*/ 15252 h 29897"/>
                  <a:gd name="csX1" fmla="*/ 15257 w 29915"/>
                  <a:gd name="csY1" fmla="*/ 30201 h 29897"/>
                  <a:gd name="csX2" fmla="*/ 299 w 29915"/>
                  <a:gd name="csY2" fmla="*/ 15252 h 29897"/>
                  <a:gd name="csX3" fmla="*/ 15257 w 29915"/>
                  <a:gd name="csY3" fmla="*/ 303 h 29897"/>
                  <a:gd name="csX4" fmla="*/ 30215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215" y="15252"/>
                    </a:moveTo>
                    <a:cubicBezTo>
                      <a:pt x="30215" y="23508"/>
                      <a:pt x="23518" y="30201"/>
                      <a:pt x="15257" y="30201"/>
                    </a:cubicBezTo>
                    <a:cubicBezTo>
                      <a:pt x="6996" y="30201"/>
                      <a:pt x="299" y="23508"/>
                      <a:pt x="299" y="15252"/>
                    </a:cubicBezTo>
                    <a:cubicBezTo>
                      <a:pt x="299" y="6996"/>
                      <a:pt x="6996" y="303"/>
                      <a:pt x="15257" y="303"/>
                    </a:cubicBezTo>
                    <a:cubicBezTo>
                      <a:pt x="23518" y="303"/>
                      <a:pt x="30215" y="6996"/>
                      <a:pt x="30215" y="152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88" name="任意多边形: 形状 7787"/>
              <p:cNvSpPr/>
              <p:nvPr/>
            </p:nvSpPr>
            <p:spPr>
              <a:xfrm>
                <a:off x="5151313" y="4593067"/>
                <a:ext cx="29915" cy="29897"/>
              </a:xfrm>
              <a:custGeom>
                <a:avLst/>
                <a:gdLst>
                  <a:gd name="csX0" fmla="*/ 30202 w 29915"/>
                  <a:gd name="csY0" fmla="*/ 15245 h 29897"/>
                  <a:gd name="csX1" fmla="*/ 15244 w 29915"/>
                  <a:gd name="csY1" fmla="*/ 30194 h 29897"/>
                  <a:gd name="csX2" fmla="*/ 287 w 29915"/>
                  <a:gd name="csY2" fmla="*/ 15245 h 29897"/>
                  <a:gd name="csX3" fmla="*/ 15244 w 29915"/>
                  <a:gd name="csY3" fmla="*/ 297 h 29897"/>
                  <a:gd name="csX4" fmla="*/ 30202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202" y="15245"/>
                    </a:moveTo>
                    <a:cubicBezTo>
                      <a:pt x="30202" y="23501"/>
                      <a:pt x="23505" y="30194"/>
                      <a:pt x="15244" y="30194"/>
                    </a:cubicBezTo>
                    <a:cubicBezTo>
                      <a:pt x="6984" y="30194"/>
                      <a:pt x="287" y="23501"/>
                      <a:pt x="287" y="15245"/>
                    </a:cubicBezTo>
                    <a:cubicBezTo>
                      <a:pt x="287" y="6989"/>
                      <a:pt x="6984" y="297"/>
                      <a:pt x="15244" y="297"/>
                    </a:cubicBezTo>
                    <a:cubicBezTo>
                      <a:pt x="23505" y="297"/>
                      <a:pt x="30202" y="6989"/>
                      <a:pt x="30202"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9" name="任意多边形: 形状 7788"/>
              <p:cNvSpPr/>
              <p:nvPr/>
            </p:nvSpPr>
            <p:spPr>
              <a:xfrm>
                <a:off x="4743599" y="4391121"/>
                <a:ext cx="29915" cy="29897"/>
              </a:xfrm>
              <a:custGeom>
                <a:avLst/>
                <a:gdLst>
                  <a:gd name="csX0" fmla="*/ 30215 w 29915"/>
                  <a:gd name="csY0" fmla="*/ 15251 h 29897"/>
                  <a:gd name="csX1" fmla="*/ 15257 w 29915"/>
                  <a:gd name="csY1" fmla="*/ 30200 h 29897"/>
                  <a:gd name="csX2" fmla="*/ 299 w 29915"/>
                  <a:gd name="csY2" fmla="*/ 15251 h 29897"/>
                  <a:gd name="csX3" fmla="*/ 15257 w 29915"/>
                  <a:gd name="csY3" fmla="*/ 303 h 29897"/>
                  <a:gd name="csX4" fmla="*/ 30215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215" y="15251"/>
                    </a:moveTo>
                    <a:cubicBezTo>
                      <a:pt x="30215" y="23507"/>
                      <a:pt x="23518" y="30200"/>
                      <a:pt x="15257" y="30200"/>
                    </a:cubicBezTo>
                    <a:cubicBezTo>
                      <a:pt x="6996" y="30200"/>
                      <a:pt x="299" y="23507"/>
                      <a:pt x="299" y="15251"/>
                    </a:cubicBezTo>
                    <a:cubicBezTo>
                      <a:pt x="299" y="6995"/>
                      <a:pt x="6996" y="303"/>
                      <a:pt x="15257" y="303"/>
                    </a:cubicBezTo>
                    <a:cubicBezTo>
                      <a:pt x="23518" y="303"/>
                      <a:pt x="30215" y="6995"/>
                      <a:pt x="30215" y="1525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0" name="任意多边形: 形状 7789"/>
              <p:cNvSpPr/>
              <p:nvPr/>
            </p:nvSpPr>
            <p:spPr>
              <a:xfrm>
                <a:off x="5151313" y="4691839"/>
                <a:ext cx="29915" cy="29897"/>
              </a:xfrm>
              <a:custGeom>
                <a:avLst/>
                <a:gdLst>
                  <a:gd name="csX0" fmla="*/ 30202 w 29915"/>
                  <a:gd name="csY0" fmla="*/ 15242 h 29897"/>
                  <a:gd name="csX1" fmla="*/ 15244 w 29915"/>
                  <a:gd name="csY1" fmla="*/ 30191 h 29897"/>
                  <a:gd name="csX2" fmla="*/ 287 w 29915"/>
                  <a:gd name="csY2" fmla="*/ 15242 h 29897"/>
                  <a:gd name="csX3" fmla="*/ 15244 w 29915"/>
                  <a:gd name="csY3" fmla="*/ 294 h 29897"/>
                  <a:gd name="csX4" fmla="*/ 30202 w 29915"/>
                  <a:gd name="csY4" fmla="*/ 15242 h 29897"/>
                </a:gdLst>
                <a:ahLst/>
                <a:cxnLst>
                  <a:cxn ang="0">
                    <a:pos x="csX0" y="csY0"/>
                  </a:cxn>
                  <a:cxn ang="0">
                    <a:pos x="csX1" y="csY1"/>
                  </a:cxn>
                  <a:cxn ang="0">
                    <a:pos x="csX2" y="csY2"/>
                  </a:cxn>
                  <a:cxn ang="0">
                    <a:pos x="csX3" y="csY3"/>
                  </a:cxn>
                  <a:cxn ang="0">
                    <a:pos x="csX4" y="csY4"/>
                  </a:cxn>
                </a:cxnLst>
                <a:rect l="l" t="t" r="r" b="b"/>
                <a:pathLst>
                  <a:path w="29915" h="29897">
                    <a:moveTo>
                      <a:pt x="30202" y="15242"/>
                    </a:moveTo>
                    <a:cubicBezTo>
                      <a:pt x="30202" y="23498"/>
                      <a:pt x="23505" y="30191"/>
                      <a:pt x="15244" y="30191"/>
                    </a:cubicBezTo>
                    <a:cubicBezTo>
                      <a:pt x="6984" y="30191"/>
                      <a:pt x="287" y="23498"/>
                      <a:pt x="287" y="15242"/>
                    </a:cubicBezTo>
                    <a:cubicBezTo>
                      <a:pt x="287" y="6986"/>
                      <a:pt x="6984" y="294"/>
                      <a:pt x="15244" y="294"/>
                    </a:cubicBezTo>
                    <a:cubicBezTo>
                      <a:pt x="23505" y="294"/>
                      <a:pt x="30202" y="6986"/>
                      <a:pt x="30202" y="1524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1" name="任意多边形: 形状 7790"/>
              <p:cNvSpPr/>
              <p:nvPr/>
            </p:nvSpPr>
            <p:spPr>
              <a:xfrm>
                <a:off x="5151313" y="4275749"/>
                <a:ext cx="29915" cy="29897"/>
              </a:xfrm>
              <a:custGeom>
                <a:avLst/>
                <a:gdLst>
                  <a:gd name="csX0" fmla="*/ 30202 w 29915"/>
                  <a:gd name="csY0" fmla="*/ 15255 h 29897"/>
                  <a:gd name="csX1" fmla="*/ 15244 w 29915"/>
                  <a:gd name="csY1" fmla="*/ 30204 h 29897"/>
                  <a:gd name="csX2" fmla="*/ 287 w 29915"/>
                  <a:gd name="csY2" fmla="*/ 15255 h 29897"/>
                  <a:gd name="csX3" fmla="*/ 15244 w 29915"/>
                  <a:gd name="csY3" fmla="*/ 306 h 29897"/>
                  <a:gd name="csX4" fmla="*/ 30202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202" y="15255"/>
                    </a:moveTo>
                    <a:cubicBezTo>
                      <a:pt x="30202" y="23511"/>
                      <a:pt x="23505" y="30204"/>
                      <a:pt x="15244" y="30204"/>
                    </a:cubicBezTo>
                    <a:cubicBezTo>
                      <a:pt x="6984" y="30204"/>
                      <a:pt x="287" y="23511"/>
                      <a:pt x="287" y="15255"/>
                    </a:cubicBezTo>
                    <a:cubicBezTo>
                      <a:pt x="287" y="6999"/>
                      <a:pt x="6984" y="306"/>
                      <a:pt x="15244" y="306"/>
                    </a:cubicBezTo>
                    <a:cubicBezTo>
                      <a:pt x="23505" y="306"/>
                      <a:pt x="30202" y="6999"/>
                      <a:pt x="30202"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2" name="任意多边形: 形状 7791"/>
              <p:cNvSpPr/>
              <p:nvPr/>
            </p:nvSpPr>
            <p:spPr>
              <a:xfrm>
                <a:off x="4743599" y="4310783"/>
                <a:ext cx="29915" cy="29897"/>
              </a:xfrm>
              <a:custGeom>
                <a:avLst/>
                <a:gdLst>
                  <a:gd name="csX0" fmla="*/ 30215 w 29915"/>
                  <a:gd name="csY0" fmla="*/ 15254 h 29897"/>
                  <a:gd name="csX1" fmla="*/ 15257 w 29915"/>
                  <a:gd name="csY1" fmla="*/ 30203 h 29897"/>
                  <a:gd name="csX2" fmla="*/ 299 w 29915"/>
                  <a:gd name="csY2" fmla="*/ 15254 h 29897"/>
                  <a:gd name="csX3" fmla="*/ 15257 w 29915"/>
                  <a:gd name="csY3" fmla="*/ 305 h 29897"/>
                  <a:gd name="csX4" fmla="*/ 30215 w 29915"/>
                  <a:gd name="csY4" fmla="*/ 15254 h 29897"/>
                </a:gdLst>
                <a:ahLst/>
                <a:cxnLst>
                  <a:cxn ang="0">
                    <a:pos x="csX0" y="csY0"/>
                  </a:cxn>
                  <a:cxn ang="0">
                    <a:pos x="csX1" y="csY1"/>
                  </a:cxn>
                  <a:cxn ang="0">
                    <a:pos x="csX2" y="csY2"/>
                  </a:cxn>
                  <a:cxn ang="0">
                    <a:pos x="csX3" y="csY3"/>
                  </a:cxn>
                  <a:cxn ang="0">
                    <a:pos x="csX4" y="csY4"/>
                  </a:cxn>
                </a:cxnLst>
                <a:rect l="l" t="t" r="r" b="b"/>
                <a:pathLst>
                  <a:path w="29915" h="29897">
                    <a:moveTo>
                      <a:pt x="30215" y="15254"/>
                    </a:moveTo>
                    <a:cubicBezTo>
                      <a:pt x="30215" y="23510"/>
                      <a:pt x="23518" y="30203"/>
                      <a:pt x="15257" y="30203"/>
                    </a:cubicBezTo>
                    <a:cubicBezTo>
                      <a:pt x="6996" y="30203"/>
                      <a:pt x="299" y="23510"/>
                      <a:pt x="299" y="15254"/>
                    </a:cubicBezTo>
                    <a:cubicBezTo>
                      <a:pt x="299" y="6998"/>
                      <a:pt x="6996" y="305"/>
                      <a:pt x="15257" y="305"/>
                    </a:cubicBezTo>
                    <a:cubicBezTo>
                      <a:pt x="23518" y="305"/>
                      <a:pt x="30215" y="6998"/>
                      <a:pt x="30215" y="1525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3" name="任意多边形: 形状 7792"/>
              <p:cNvSpPr/>
              <p:nvPr/>
            </p:nvSpPr>
            <p:spPr>
              <a:xfrm>
                <a:off x="5151313" y="4560143"/>
                <a:ext cx="29915" cy="29897"/>
              </a:xfrm>
              <a:custGeom>
                <a:avLst/>
                <a:gdLst>
                  <a:gd name="csX0" fmla="*/ 30202 w 29915"/>
                  <a:gd name="csY0" fmla="*/ 15246 h 29897"/>
                  <a:gd name="csX1" fmla="*/ 15244 w 29915"/>
                  <a:gd name="csY1" fmla="*/ 30195 h 29897"/>
                  <a:gd name="csX2" fmla="*/ 287 w 29915"/>
                  <a:gd name="csY2" fmla="*/ 15246 h 29897"/>
                  <a:gd name="csX3" fmla="*/ 15244 w 29915"/>
                  <a:gd name="csY3" fmla="*/ 298 h 29897"/>
                  <a:gd name="csX4" fmla="*/ 30202 w 29915"/>
                  <a:gd name="csY4" fmla="*/ 15246 h 29897"/>
                </a:gdLst>
                <a:ahLst/>
                <a:cxnLst>
                  <a:cxn ang="0">
                    <a:pos x="csX0" y="csY0"/>
                  </a:cxn>
                  <a:cxn ang="0">
                    <a:pos x="csX1" y="csY1"/>
                  </a:cxn>
                  <a:cxn ang="0">
                    <a:pos x="csX2" y="csY2"/>
                  </a:cxn>
                  <a:cxn ang="0">
                    <a:pos x="csX3" y="csY3"/>
                  </a:cxn>
                  <a:cxn ang="0">
                    <a:pos x="csX4" y="csY4"/>
                  </a:cxn>
                </a:cxnLst>
                <a:rect l="l" t="t" r="r" b="b"/>
                <a:pathLst>
                  <a:path w="29915" h="29897">
                    <a:moveTo>
                      <a:pt x="30202" y="15246"/>
                    </a:moveTo>
                    <a:cubicBezTo>
                      <a:pt x="30202" y="23502"/>
                      <a:pt x="23505" y="30195"/>
                      <a:pt x="15244" y="30195"/>
                    </a:cubicBezTo>
                    <a:cubicBezTo>
                      <a:pt x="6984" y="30195"/>
                      <a:pt x="287" y="23502"/>
                      <a:pt x="287" y="15246"/>
                    </a:cubicBezTo>
                    <a:cubicBezTo>
                      <a:pt x="287" y="6990"/>
                      <a:pt x="6984" y="298"/>
                      <a:pt x="15244" y="298"/>
                    </a:cubicBezTo>
                    <a:cubicBezTo>
                      <a:pt x="23505" y="298"/>
                      <a:pt x="30202" y="6990"/>
                      <a:pt x="30202" y="1524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4" name="任意多边形: 形状 7793"/>
              <p:cNvSpPr/>
              <p:nvPr/>
            </p:nvSpPr>
            <p:spPr>
              <a:xfrm>
                <a:off x="4743599" y="4275749"/>
                <a:ext cx="29915" cy="29897"/>
              </a:xfrm>
              <a:custGeom>
                <a:avLst/>
                <a:gdLst>
                  <a:gd name="csX0" fmla="*/ 30215 w 29915"/>
                  <a:gd name="csY0" fmla="*/ 15255 h 29897"/>
                  <a:gd name="csX1" fmla="*/ 15257 w 29915"/>
                  <a:gd name="csY1" fmla="*/ 30204 h 29897"/>
                  <a:gd name="csX2" fmla="*/ 299 w 29915"/>
                  <a:gd name="csY2" fmla="*/ 15255 h 29897"/>
                  <a:gd name="csX3" fmla="*/ 15257 w 29915"/>
                  <a:gd name="csY3" fmla="*/ 306 h 29897"/>
                  <a:gd name="csX4" fmla="*/ 30215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215" y="15255"/>
                    </a:moveTo>
                    <a:cubicBezTo>
                      <a:pt x="30215" y="23511"/>
                      <a:pt x="23518" y="30204"/>
                      <a:pt x="15257" y="30204"/>
                    </a:cubicBezTo>
                    <a:cubicBezTo>
                      <a:pt x="6996" y="30204"/>
                      <a:pt x="299" y="23511"/>
                      <a:pt x="299" y="15255"/>
                    </a:cubicBezTo>
                    <a:cubicBezTo>
                      <a:pt x="299" y="6999"/>
                      <a:pt x="6996" y="306"/>
                      <a:pt x="15257" y="306"/>
                    </a:cubicBezTo>
                    <a:cubicBezTo>
                      <a:pt x="23518" y="306"/>
                      <a:pt x="30215" y="6999"/>
                      <a:pt x="30215" y="1525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5" name="任意多边形: 形状 7794"/>
              <p:cNvSpPr/>
              <p:nvPr/>
            </p:nvSpPr>
            <p:spPr>
              <a:xfrm>
                <a:off x="5151313" y="4864988"/>
                <a:ext cx="29915" cy="29897"/>
              </a:xfrm>
              <a:custGeom>
                <a:avLst/>
                <a:gdLst>
                  <a:gd name="csX0" fmla="*/ 30202 w 29915"/>
                  <a:gd name="csY0" fmla="*/ 15237 h 29897"/>
                  <a:gd name="csX1" fmla="*/ 15244 w 29915"/>
                  <a:gd name="csY1" fmla="*/ 30186 h 29897"/>
                  <a:gd name="csX2" fmla="*/ 287 w 29915"/>
                  <a:gd name="csY2" fmla="*/ 15237 h 29897"/>
                  <a:gd name="csX3" fmla="*/ 15244 w 29915"/>
                  <a:gd name="csY3" fmla="*/ 288 h 29897"/>
                  <a:gd name="csX4" fmla="*/ 30202 w 29915"/>
                  <a:gd name="csY4" fmla="*/ 15237 h 29897"/>
                </a:gdLst>
                <a:ahLst/>
                <a:cxnLst>
                  <a:cxn ang="0">
                    <a:pos x="csX0" y="csY0"/>
                  </a:cxn>
                  <a:cxn ang="0">
                    <a:pos x="csX1" y="csY1"/>
                  </a:cxn>
                  <a:cxn ang="0">
                    <a:pos x="csX2" y="csY2"/>
                  </a:cxn>
                  <a:cxn ang="0">
                    <a:pos x="csX3" y="csY3"/>
                  </a:cxn>
                  <a:cxn ang="0">
                    <a:pos x="csX4" y="csY4"/>
                  </a:cxn>
                </a:cxnLst>
                <a:rect l="l" t="t" r="r" b="b"/>
                <a:pathLst>
                  <a:path w="29915" h="29897">
                    <a:moveTo>
                      <a:pt x="30202" y="15237"/>
                    </a:moveTo>
                    <a:cubicBezTo>
                      <a:pt x="30202" y="23493"/>
                      <a:pt x="23505" y="30186"/>
                      <a:pt x="15244" y="30186"/>
                    </a:cubicBezTo>
                    <a:cubicBezTo>
                      <a:pt x="6984" y="30186"/>
                      <a:pt x="287" y="23493"/>
                      <a:pt x="287" y="15237"/>
                    </a:cubicBezTo>
                    <a:cubicBezTo>
                      <a:pt x="287" y="6981"/>
                      <a:pt x="6984" y="288"/>
                      <a:pt x="15244" y="288"/>
                    </a:cubicBezTo>
                    <a:cubicBezTo>
                      <a:pt x="23505" y="288"/>
                      <a:pt x="30202" y="6981"/>
                      <a:pt x="30202" y="1523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6" name="任意多边形: 形状 7795"/>
              <p:cNvSpPr/>
              <p:nvPr/>
            </p:nvSpPr>
            <p:spPr>
              <a:xfrm>
                <a:off x="5151313" y="4821609"/>
                <a:ext cx="29915" cy="29897"/>
              </a:xfrm>
              <a:custGeom>
                <a:avLst/>
                <a:gdLst>
                  <a:gd name="csX0" fmla="*/ 30202 w 29915"/>
                  <a:gd name="csY0" fmla="*/ 15238 h 29897"/>
                  <a:gd name="csX1" fmla="*/ 15244 w 29915"/>
                  <a:gd name="csY1" fmla="*/ 30187 h 29897"/>
                  <a:gd name="csX2" fmla="*/ 287 w 29915"/>
                  <a:gd name="csY2" fmla="*/ 15238 h 29897"/>
                  <a:gd name="csX3" fmla="*/ 15244 w 29915"/>
                  <a:gd name="csY3" fmla="*/ 290 h 29897"/>
                  <a:gd name="csX4" fmla="*/ 30202 w 29915"/>
                  <a:gd name="csY4" fmla="*/ 15238 h 29897"/>
                </a:gdLst>
                <a:ahLst/>
                <a:cxnLst>
                  <a:cxn ang="0">
                    <a:pos x="csX0" y="csY0"/>
                  </a:cxn>
                  <a:cxn ang="0">
                    <a:pos x="csX1" y="csY1"/>
                  </a:cxn>
                  <a:cxn ang="0">
                    <a:pos x="csX2" y="csY2"/>
                  </a:cxn>
                  <a:cxn ang="0">
                    <a:pos x="csX3" y="csY3"/>
                  </a:cxn>
                  <a:cxn ang="0">
                    <a:pos x="csX4" y="csY4"/>
                  </a:cxn>
                </a:cxnLst>
                <a:rect l="l" t="t" r="r" b="b"/>
                <a:pathLst>
                  <a:path w="29915" h="29897">
                    <a:moveTo>
                      <a:pt x="30202" y="15238"/>
                    </a:moveTo>
                    <a:cubicBezTo>
                      <a:pt x="30202" y="23494"/>
                      <a:pt x="23505" y="30187"/>
                      <a:pt x="15244" y="30187"/>
                    </a:cubicBezTo>
                    <a:cubicBezTo>
                      <a:pt x="6984" y="30187"/>
                      <a:pt x="287" y="23494"/>
                      <a:pt x="287" y="15238"/>
                    </a:cubicBezTo>
                    <a:cubicBezTo>
                      <a:pt x="287" y="6982"/>
                      <a:pt x="6984" y="290"/>
                      <a:pt x="15244" y="290"/>
                    </a:cubicBezTo>
                    <a:cubicBezTo>
                      <a:pt x="23505" y="290"/>
                      <a:pt x="30202" y="6982"/>
                      <a:pt x="30202" y="1523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7" name="任意多边形: 形状 7796"/>
              <p:cNvSpPr/>
              <p:nvPr/>
            </p:nvSpPr>
            <p:spPr>
              <a:xfrm>
                <a:off x="4513910" y="4224025"/>
                <a:ext cx="897006" cy="1468097"/>
              </a:xfrm>
              <a:custGeom>
                <a:avLst/>
                <a:gdLst>
                  <a:gd name="csX0" fmla="*/ 293 w 897006"/>
                  <a:gd name="csY0" fmla="*/ 286 h 1468097"/>
                  <a:gd name="csX1" fmla="*/ 897299 w 897006"/>
                  <a:gd name="csY1" fmla="*/ 286 h 1468097"/>
                  <a:gd name="csX2" fmla="*/ 897299 w 897006"/>
                  <a:gd name="csY2" fmla="*/ 1468383 h 1468097"/>
                  <a:gd name="csX3" fmla="*/ 293 w 897006"/>
                  <a:gd name="csY3" fmla="*/ 1468383 h 1468097"/>
                </a:gdLst>
                <a:ahLst/>
                <a:cxnLst>
                  <a:cxn ang="0">
                    <a:pos x="csX0" y="csY0"/>
                  </a:cxn>
                  <a:cxn ang="0">
                    <a:pos x="csX1" y="csY1"/>
                  </a:cxn>
                  <a:cxn ang="0">
                    <a:pos x="csX2" y="csY2"/>
                  </a:cxn>
                  <a:cxn ang="0">
                    <a:pos x="csX3" y="csY3"/>
                  </a:cxn>
                </a:cxnLst>
                <a:rect l="l" t="t" r="r" b="b"/>
                <a:pathLst>
                  <a:path w="897006" h="1468097">
                    <a:moveTo>
                      <a:pt x="293" y="286"/>
                    </a:moveTo>
                    <a:lnTo>
                      <a:pt x="897299" y="286"/>
                    </a:lnTo>
                    <a:lnTo>
                      <a:pt x="897299" y="1468383"/>
                    </a:lnTo>
                    <a:lnTo>
                      <a:pt x="293" y="1468383"/>
                    </a:lnTo>
                    <a:close/>
                  </a:path>
                </a:pathLst>
              </a:custGeom>
              <a:noFill/>
              <a:ln w="13661" cap="rnd">
                <a:solidFill>
                  <a:srgbClr val="000000"/>
                </a:solidFill>
                <a:prstDash val="solid"/>
                <a:round/>
              </a:ln>
            </p:spPr>
            <p:txBody>
              <a:bodyPr/>
              <a:lstStyle/>
              <a:p>
                <a:endParaRPr lang="zh-CN" altLang="en-US" sz="2190"/>
              </a:p>
            </p:txBody>
          </p:sp>
        </p:grpSp>
        <p:grpSp>
          <p:nvGrpSpPr>
            <p:cNvPr id="7798" name="图形 2"/>
            <p:cNvGrpSpPr/>
            <p:nvPr/>
          </p:nvGrpSpPr>
          <p:grpSpPr>
            <a:xfrm>
              <a:off x="4513910" y="5916170"/>
              <a:ext cx="897006" cy="1468097"/>
              <a:chOff x="4513910" y="5916170"/>
              <a:chExt cx="897006" cy="1468097"/>
            </a:xfrm>
          </p:grpSpPr>
          <p:sp>
            <p:nvSpPr>
              <p:cNvPr id="7799" name="任意多边形: 形状 7798"/>
              <p:cNvSpPr/>
              <p:nvPr/>
            </p:nvSpPr>
            <p:spPr>
              <a:xfrm>
                <a:off x="4758557" y="6334369"/>
                <a:ext cx="12705" cy="65939"/>
              </a:xfrm>
              <a:custGeom>
                <a:avLst/>
                <a:gdLst>
                  <a:gd name="csX0" fmla="*/ 299 w 12705"/>
                  <a:gd name="csY0" fmla="*/ 66183 h 65939"/>
                  <a:gd name="csX1" fmla="*/ 299 w 12705"/>
                  <a:gd name="csY1" fmla="*/ 243 h 65939"/>
                </a:gdLst>
                <a:ahLst/>
                <a:cxnLst>
                  <a:cxn ang="0">
                    <a:pos x="csX0" y="csY0"/>
                  </a:cxn>
                  <a:cxn ang="0">
                    <a:pos x="csX1" y="csY1"/>
                  </a:cxn>
                </a:cxnLst>
                <a:rect l="l" t="t" r="r" b="b"/>
                <a:pathLst>
                  <a:path w="12705" h="65939">
                    <a:moveTo>
                      <a:pt x="299" y="66183"/>
                    </a:moveTo>
                    <a:lnTo>
                      <a:pt x="299" y="243"/>
                    </a:lnTo>
                  </a:path>
                </a:pathLst>
              </a:custGeom>
              <a:ln w="9810" cap="flat">
                <a:solidFill>
                  <a:srgbClr val="0073C2"/>
                </a:solidFill>
                <a:prstDash val="solid"/>
                <a:round/>
              </a:ln>
            </p:spPr>
            <p:txBody>
              <a:bodyPr/>
              <a:lstStyle/>
              <a:p>
                <a:endParaRPr lang="zh-CN" altLang="en-US" sz="2190"/>
              </a:p>
            </p:txBody>
          </p:sp>
          <p:sp>
            <p:nvSpPr>
              <p:cNvPr id="7800" name="任意多边形: 形状 7799"/>
              <p:cNvSpPr/>
              <p:nvPr/>
            </p:nvSpPr>
            <p:spPr>
              <a:xfrm>
                <a:off x="4758557" y="7099874"/>
                <a:ext cx="12705" cy="217628"/>
              </a:xfrm>
              <a:custGeom>
                <a:avLst/>
                <a:gdLst>
                  <a:gd name="csX0" fmla="*/ 299 w 12705"/>
                  <a:gd name="csY0" fmla="*/ 218 h 217628"/>
                  <a:gd name="csX1" fmla="*/ 299 w 12705"/>
                  <a:gd name="csY1" fmla="*/ 217846 h 217628"/>
                </a:gdLst>
                <a:ahLst/>
                <a:cxnLst>
                  <a:cxn ang="0">
                    <a:pos x="csX0" y="csY0"/>
                  </a:cxn>
                  <a:cxn ang="0">
                    <a:pos x="csX1" y="csY1"/>
                  </a:cxn>
                </a:cxnLst>
                <a:rect l="l" t="t" r="r" b="b"/>
                <a:pathLst>
                  <a:path w="12705" h="217628">
                    <a:moveTo>
                      <a:pt x="299" y="218"/>
                    </a:moveTo>
                    <a:lnTo>
                      <a:pt x="299" y="217846"/>
                    </a:lnTo>
                  </a:path>
                </a:pathLst>
              </a:custGeom>
              <a:ln w="9810" cap="flat">
                <a:solidFill>
                  <a:srgbClr val="0073C2"/>
                </a:solidFill>
                <a:prstDash val="solid"/>
                <a:round/>
              </a:ln>
            </p:spPr>
            <p:txBody>
              <a:bodyPr/>
              <a:lstStyle/>
              <a:p>
                <a:endParaRPr lang="zh-CN" altLang="en-US" sz="2190"/>
              </a:p>
            </p:txBody>
          </p:sp>
          <p:sp>
            <p:nvSpPr>
              <p:cNvPr id="7801" name="任意多边形: 形状 7800"/>
              <p:cNvSpPr/>
              <p:nvPr/>
            </p:nvSpPr>
            <p:spPr>
              <a:xfrm>
                <a:off x="4656606" y="6400308"/>
                <a:ext cx="203902" cy="699565"/>
              </a:xfrm>
              <a:custGeom>
                <a:avLst/>
                <a:gdLst>
                  <a:gd name="csX0" fmla="*/ 299 w 203902"/>
                  <a:gd name="csY0" fmla="*/ 232 h 699565"/>
                  <a:gd name="csX1" fmla="*/ 299 w 203902"/>
                  <a:gd name="csY1" fmla="*/ 699797 h 699565"/>
                  <a:gd name="csX2" fmla="*/ 204202 w 203902"/>
                  <a:gd name="csY2" fmla="*/ 699797 h 699565"/>
                  <a:gd name="csX3" fmla="*/ 204202 w 203902"/>
                  <a:gd name="csY3" fmla="*/ 232 h 699565"/>
                  <a:gd name="csX4" fmla="*/ 299 w 203902"/>
                  <a:gd name="csY4" fmla="*/ 232 h 699565"/>
                </a:gdLst>
                <a:ahLst/>
                <a:cxnLst>
                  <a:cxn ang="0">
                    <a:pos x="csX0" y="csY0"/>
                  </a:cxn>
                  <a:cxn ang="0">
                    <a:pos x="csX1" y="csY1"/>
                  </a:cxn>
                  <a:cxn ang="0">
                    <a:pos x="csX2" y="csY2"/>
                  </a:cxn>
                  <a:cxn ang="0">
                    <a:pos x="csX3" y="csY3"/>
                  </a:cxn>
                  <a:cxn ang="0">
                    <a:pos x="csX4" y="csY4"/>
                  </a:cxn>
                </a:cxnLst>
                <a:rect l="l" t="t" r="r" b="b"/>
                <a:pathLst>
                  <a:path w="203902" h="699565">
                    <a:moveTo>
                      <a:pt x="299" y="232"/>
                    </a:moveTo>
                    <a:lnTo>
                      <a:pt x="299" y="699797"/>
                    </a:lnTo>
                    <a:lnTo>
                      <a:pt x="204202" y="699797"/>
                    </a:lnTo>
                    <a:lnTo>
                      <a:pt x="204202" y="232"/>
                    </a:lnTo>
                    <a:lnTo>
                      <a:pt x="299" y="232"/>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02" name="任意多边形: 形状 7801"/>
              <p:cNvSpPr/>
              <p:nvPr/>
            </p:nvSpPr>
            <p:spPr>
              <a:xfrm>
                <a:off x="4656606" y="6439835"/>
                <a:ext cx="203902" cy="12698"/>
              </a:xfrm>
              <a:custGeom>
                <a:avLst/>
                <a:gdLst>
                  <a:gd name="csX0" fmla="*/ 299 w 203902"/>
                  <a:gd name="csY0" fmla="*/ 241 h 12698"/>
                  <a:gd name="csX1" fmla="*/ 204202 w 203902"/>
                  <a:gd name="csY1" fmla="*/ 241 h 12698"/>
                </a:gdLst>
                <a:ahLst/>
                <a:cxnLst>
                  <a:cxn ang="0">
                    <a:pos x="csX0" y="csY0"/>
                  </a:cxn>
                  <a:cxn ang="0">
                    <a:pos x="csX1" y="csY1"/>
                  </a:cxn>
                </a:cxnLst>
                <a:rect l="l" t="t" r="r" b="b"/>
                <a:pathLst>
                  <a:path w="203902" h="12698">
                    <a:moveTo>
                      <a:pt x="299" y="241"/>
                    </a:moveTo>
                    <a:lnTo>
                      <a:pt x="204202" y="241"/>
                    </a:lnTo>
                  </a:path>
                </a:pathLst>
              </a:custGeom>
              <a:ln w="19529" cap="flat">
                <a:solidFill>
                  <a:srgbClr val="0073C2"/>
                </a:solidFill>
                <a:prstDash val="solid"/>
                <a:miter/>
              </a:ln>
            </p:spPr>
            <p:txBody>
              <a:bodyPr/>
              <a:lstStyle/>
              <a:p>
                <a:endParaRPr lang="zh-CN" altLang="en-US" sz="2190"/>
              </a:p>
            </p:txBody>
          </p:sp>
          <p:sp>
            <p:nvSpPr>
              <p:cNvPr id="7803" name="任意多边形: 形状 7802"/>
              <p:cNvSpPr/>
              <p:nvPr/>
            </p:nvSpPr>
            <p:spPr>
              <a:xfrm>
                <a:off x="5148376" y="6561626"/>
                <a:ext cx="35788" cy="35766"/>
              </a:xfrm>
              <a:custGeom>
                <a:avLst/>
                <a:gdLst>
                  <a:gd name="csX0" fmla="*/ 36075 w 35788"/>
                  <a:gd name="csY0" fmla="*/ 18120 h 35766"/>
                  <a:gd name="csX1" fmla="*/ 18181 w 35788"/>
                  <a:gd name="csY1" fmla="*/ 36004 h 35766"/>
                  <a:gd name="csX2" fmla="*/ 287 w 35788"/>
                  <a:gd name="csY2" fmla="*/ 18120 h 35766"/>
                  <a:gd name="csX3" fmla="*/ 18181 w 35788"/>
                  <a:gd name="csY3" fmla="*/ 237 h 35766"/>
                  <a:gd name="csX4" fmla="*/ 36075 w 35788"/>
                  <a:gd name="csY4" fmla="*/ 18120 h 35766"/>
                </a:gdLst>
                <a:ahLst/>
                <a:cxnLst>
                  <a:cxn ang="0">
                    <a:pos x="csX0" y="csY0"/>
                  </a:cxn>
                  <a:cxn ang="0">
                    <a:pos x="csX1" y="csY1"/>
                  </a:cxn>
                  <a:cxn ang="0">
                    <a:pos x="csX2" y="csY2"/>
                  </a:cxn>
                  <a:cxn ang="0">
                    <a:pos x="csX3" y="csY3"/>
                  </a:cxn>
                  <a:cxn ang="0">
                    <a:pos x="csX4" y="csY4"/>
                  </a:cxn>
                </a:cxnLst>
                <a:rect l="l" t="t" r="r" b="b"/>
                <a:pathLst>
                  <a:path w="35788" h="35766">
                    <a:moveTo>
                      <a:pt x="36075" y="18120"/>
                    </a:moveTo>
                    <a:cubicBezTo>
                      <a:pt x="36075" y="27997"/>
                      <a:pt x="28064" y="36004"/>
                      <a:pt x="18181" y="36004"/>
                    </a:cubicBezTo>
                    <a:cubicBezTo>
                      <a:pt x="8298" y="36004"/>
                      <a:pt x="287" y="27997"/>
                      <a:pt x="287" y="18120"/>
                    </a:cubicBezTo>
                    <a:cubicBezTo>
                      <a:pt x="287" y="8243"/>
                      <a:pt x="8298" y="237"/>
                      <a:pt x="18181" y="237"/>
                    </a:cubicBezTo>
                    <a:cubicBezTo>
                      <a:pt x="28064" y="237"/>
                      <a:pt x="36075" y="8243"/>
                      <a:pt x="36075" y="1812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04" name="任意多边形: 形状 7803"/>
              <p:cNvSpPr/>
              <p:nvPr/>
            </p:nvSpPr>
            <p:spPr>
              <a:xfrm>
                <a:off x="5166270" y="5997517"/>
                <a:ext cx="12705" cy="86207"/>
              </a:xfrm>
              <a:custGeom>
                <a:avLst/>
                <a:gdLst>
                  <a:gd name="csX0" fmla="*/ 287 w 12705"/>
                  <a:gd name="csY0" fmla="*/ 86461 h 86207"/>
                  <a:gd name="csX1" fmla="*/ 287 w 12705"/>
                  <a:gd name="csY1" fmla="*/ 253 h 86207"/>
                </a:gdLst>
                <a:ahLst/>
                <a:cxnLst>
                  <a:cxn ang="0">
                    <a:pos x="csX0" y="csY0"/>
                  </a:cxn>
                  <a:cxn ang="0">
                    <a:pos x="csX1" y="csY1"/>
                  </a:cxn>
                </a:cxnLst>
                <a:rect l="l" t="t" r="r" b="b"/>
                <a:pathLst>
                  <a:path w="12705" h="86207">
                    <a:moveTo>
                      <a:pt x="287" y="86461"/>
                    </a:moveTo>
                    <a:lnTo>
                      <a:pt x="287" y="253"/>
                    </a:lnTo>
                  </a:path>
                </a:pathLst>
              </a:custGeom>
              <a:ln w="9810" cap="flat">
                <a:solidFill>
                  <a:srgbClr val="EFC000"/>
                </a:solidFill>
                <a:prstDash val="solid"/>
                <a:round/>
              </a:ln>
            </p:spPr>
            <p:txBody>
              <a:bodyPr/>
              <a:lstStyle/>
              <a:p>
                <a:endParaRPr lang="zh-CN" altLang="en-US" sz="2190"/>
              </a:p>
            </p:txBody>
          </p:sp>
          <p:sp>
            <p:nvSpPr>
              <p:cNvPr id="7805" name="任意多边形: 形状 7804"/>
              <p:cNvSpPr/>
              <p:nvPr/>
            </p:nvSpPr>
            <p:spPr>
              <a:xfrm>
                <a:off x="5166270" y="6278976"/>
                <a:ext cx="12705" cy="158566"/>
              </a:xfrm>
              <a:custGeom>
                <a:avLst/>
                <a:gdLst>
                  <a:gd name="csX0" fmla="*/ 287 w 12705"/>
                  <a:gd name="csY0" fmla="*/ 244 h 158566"/>
                  <a:gd name="csX1" fmla="*/ 287 w 12705"/>
                  <a:gd name="csY1" fmla="*/ 158811 h 158566"/>
                </a:gdLst>
                <a:ahLst/>
                <a:cxnLst>
                  <a:cxn ang="0">
                    <a:pos x="csX0" y="csY0"/>
                  </a:cxn>
                  <a:cxn ang="0">
                    <a:pos x="csX1" y="csY1"/>
                  </a:cxn>
                </a:cxnLst>
                <a:rect l="l" t="t" r="r" b="b"/>
                <a:pathLst>
                  <a:path w="12705" h="158566">
                    <a:moveTo>
                      <a:pt x="287" y="244"/>
                    </a:moveTo>
                    <a:lnTo>
                      <a:pt x="287" y="158811"/>
                    </a:lnTo>
                  </a:path>
                </a:pathLst>
              </a:custGeom>
              <a:ln w="9810" cap="flat">
                <a:solidFill>
                  <a:srgbClr val="EFC000"/>
                </a:solidFill>
                <a:prstDash val="solid"/>
                <a:round/>
              </a:ln>
            </p:spPr>
            <p:txBody>
              <a:bodyPr/>
              <a:lstStyle/>
              <a:p>
                <a:endParaRPr lang="zh-CN" altLang="en-US" sz="2190"/>
              </a:p>
            </p:txBody>
          </p:sp>
          <p:sp>
            <p:nvSpPr>
              <p:cNvPr id="7806" name="任意多边形: 形状 7805"/>
              <p:cNvSpPr/>
              <p:nvPr/>
            </p:nvSpPr>
            <p:spPr>
              <a:xfrm>
                <a:off x="5064319" y="6083725"/>
                <a:ext cx="203902" cy="195250"/>
              </a:xfrm>
              <a:custGeom>
                <a:avLst/>
                <a:gdLst>
                  <a:gd name="csX0" fmla="*/ 287 w 203902"/>
                  <a:gd name="csY0" fmla="*/ 249 h 195250"/>
                  <a:gd name="csX1" fmla="*/ 287 w 203902"/>
                  <a:gd name="csY1" fmla="*/ 195500 h 195250"/>
                  <a:gd name="csX2" fmla="*/ 204189 w 203902"/>
                  <a:gd name="csY2" fmla="*/ 195500 h 195250"/>
                  <a:gd name="csX3" fmla="*/ 204189 w 203902"/>
                  <a:gd name="csY3" fmla="*/ 249 h 195250"/>
                  <a:gd name="csX4" fmla="*/ 287 w 203902"/>
                  <a:gd name="csY4" fmla="*/ 249 h 195250"/>
                </a:gdLst>
                <a:ahLst/>
                <a:cxnLst>
                  <a:cxn ang="0">
                    <a:pos x="csX0" y="csY0"/>
                  </a:cxn>
                  <a:cxn ang="0">
                    <a:pos x="csX1" y="csY1"/>
                  </a:cxn>
                  <a:cxn ang="0">
                    <a:pos x="csX2" y="csY2"/>
                  </a:cxn>
                  <a:cxn ang="0">
                    <a:pos x="csX3" y="csY3"/>
                  </a:cxn>
                  <a:cxn ang="0">
                    <a:pos x="csX4" y="csY4"/>
                  </a:cxn>
                </a:cxnLst>
                <a:rect l="l" t="t" r="r" b="b"/>
                <a:pathLst>
                  <a:path w="203902" h="195250">
                    <a:moveTo>
                      <a:pt x="287" y="249"/>
                    </a:moveTo>
                    <a:lnTo>
                      <a:pt x="287" y="195500"/>
                    </a:lnTo>
                    <a:lnTo>
                      <a:pt x="204189" y="195500"/>
                    </a:lnTo>
                    <a:lnTo>
                      <a:pt x="204189" y="249"/>
                    </a:lnTo>
                    <a:lnTo>
                      <a:pt x="287" y="24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07" name="任意多边形: 形状 7806"/>
              <p:cNvSpPr/>
              <p:nvPr/>
            </p:nvSpPr>
            <p:spPr>
              <a:xfrm>
                <a:off x="5064319" y="6141135"/>
                <a:ext cx="203902" cy="12698"/>
              </a:xfrm>
              <a:custGeom>
                <a:avLst/>
                <a:gdLst>
                  <a:gd name="csX0" fmla="*/ 287 w 203902"/>
                  <a:gd name="csY0" fmla="*/ 250 h 12698"/>
                  <a:gd name="csX1" fmla="*/ 204189 w 203902"/>
                  <a:gd name="csY1" fmla="*/ 250 h 12698"/>
                </a:gdLst>
                <a:ahLst/>
                <a:cxnLst>
                  <a:cxn ang="0">
                    <a:pos x="csX0" y="csY0"/>
                  </a:cxn>
                  <a:cxn ang="0">
                    <a:pos x="csX1" y="csY1"/>
                  </a:cxn>
                </a:cxnLst>
                <a:rect l="l" t="t" r="r" b="b"/>
                <a:pathLst>
                  <a:path w="203902" h="12698">
                    <a:moveTo>
                      <a:pt x="287" y="250"/>
                    </a:moveTo>
                    <a:lnTo>
                      <a:pt x="204189" y="250"/>
                    </a:lnTo>
                  </a:path>
                </a:pathLst>
              </a:custGeom>
              <a:ln w="19529" cap="flat">
                <a:solidFill>
                  <a:srgbClr val="EFC000"/>
                </a:solidFill>
                <a:prstDash val="solid"/>
                <a:miter/>
              </a:ln>
            </p:spPr>
            <p:txBody>
              <a:bodyPr/>
              <a:lstStyle/>
              <a:p>
                <a:endParaRPr lang="zh-CN" altLang="en-US" sz="2190"/>
              </a:p>
            </p:txBody>
          </p:sp>
          <p:sp>
            <p:nvSpPr>
              <p:cNvPr id="7808" name="任意多边形: 形状 7807"/>
              <p:cNvSpPr/>
              <p:nvPr/>
            </p:nvSpPr>
            <p:spPr>
              <a:xfrm>
                <a:off x="4758557" y="6283469"/>
                <a:ext cx="407713" cy="1034032"/>
              </a:xfrm>
              <a:custGeom>
                <a:avLst/>
                <a:gdLst>
                  <a:gd name="csX0" fmla="*/ 293 w 407713"/>
                  <a:gd name="csY0" fmla="*/ 1034263 h 1034032"/>
                  <a:gd name="csX1" fmla="*/ 408006 w 407713"/>
                  <a:gd name="csY1" fmla="*/ 230 h 1034032"/>
                </a:gdLst>
                <a:ahLst/>
                <a:cxnLst>
                  <a:cxn ang="0">
                    <a:pos x="csX0" y="csY0"/>
                  </a:cxn>
                  <a:cxn ang="0">
                    <a:pos x="csX1" y="csY1"/>
                  </a:cxn>
                </a:cxnLst>
                <a:rect l="l" t="t" r="r" b="b"/>
                <a:pathLst>
                  <a:path w="407713" h="1034032">
                    <a:moveTo>
                      <a:pt x="293" y="1034263"/>
                    </a:moveTo>
                    <a:lnTo>
                      <a:pt x="408006" y="230"/>
                    </a:lnTo>
                  </a:path>
                </a:pathLst>
              </a:custGeom>
              <a:noFill/>
              <a:ln w="7793" cap="flat">
                <a:solidFill>
                  <a:srgbClr val="000000"/>
                </a:solidFill>
                <a:prstDash val="solid"/>
                <a:round/>
              </a:ln>
            </p:spPr>
            <p:txBody>
              <a:bodyPr/>
              <a:lstStyle/>
              <a:p>
                <a:endParaRPr lang="zh-CN" altLang="en-US" sz="2190"/>
              </a:p>
            </p:txBody>
          </p:sp>
          <p:sp>
            <p:nvSpPr>
              <p:cNvPr id="7809" name="任意多边形: 形状 7808"/>
              <p:cNvSpPr/>
              <p:nvPr/>
            </p:nvSpPr>
            <p:spPr>
              <a:xfrm>
                <a:off x="4758557" y="6579510"/>
                <a:ext cx="407713" cy="737992"/>
              </a:xfrm>
              <a:custGeom>
                <a:avLst/>
                <a:gdLst>
                  <a:gd name="csX0" fmla="*/ 293 w 407713"/>
                  <a:gd name="csY0" fmla="*/ 738218 h 737992"/>
                  <a:gd name="csX1" fmla="*/ 408006 w 407713"/>
                  <a:gd name="csY1" fmla="*/ 226 h 737992"/>
                </a:gdLst>
                <a:ahLst/>
                <a:cxnLst>
                  <a:cxn ang="0">
                    <a:pos x="csX0" y="csY0"/>
                  </a:cxn>
                  <a:cxn ang="0">
                    <a:pos x="csX1" y="csY1"/>
                  </a:cxn>
                </a:cxnLst>
                <a:rect l="l" t="t" r="r" b="b"/>
                <a:pathLst>
                  <a:path w="407713" h="737992">
                    <a:moveTo>
                      <a:pt x="293" y="738218"/>
                    </a:moveTo>
                    <a:lnTo>
                      <a:pt x="408006" y="226"/>
                    </a:lnTo>
                  </a:path>
                </a:pathLst>
              </a:custGeom>
              <a:noFill/>
              <a:ln w="7793" cap="flat">
                <a:solidFill>
                  <a:srgbClr val="000000"/>
                </a:solidFill>
                <a:prstDash val="solid"/>
                <a:round/>
              </a:ln>
            </p:spPr>
            <p:txBody>
              <a:bodyPr/>
              <a:lstStyle/>
              <a:p>
                <a:endParaRPr lang="zh-CN" altLang="en-US" sz="2190"/>
              </a:p>
            </p:txBody>
          </p:sp>
          <p:sp>
            <p:nvSpPr>
              <p:cNvPr id="7810" name="任意多边形: 形状 7809"/>
              <p:cNvSpPr/>
              <p:nvPr/>
            </p:nvSpPr>
            <p:spPr>
              <a:xfrm>
                <a:off x="4758557" y="5997517"/>
                <a:ext cx="407713" cy="336851"/>
              </a:xfrm>
              <a:custGeom>
                <a:avLst/>
                <a:gdLst>
                  <a:gd name="csX0" fmla="*/ 293 w 407713"/>
                  <a:gd name="csY0" fmla="*/ 337101 h 336851"/>
                  <a:gd name="csX1" fmla="*/ 408006 w 407713"/>
                  <a:gd name="csY1" fmla="*/ 249 h 336851"/>
                </a:gdLst>
                <a:ahLst/>
                <a:cxnLst>
                  <a:cxn ang="0">
                    <a:pos x="csX0" y="csY0"/>
                  </a:cxn>
                  <a:cxn ang="0">
                    <a:pos x="csX1" y="csY1"/>
                  </a:cxn>
                </a:cxnLst>
                <a:rect l="l" t="t" r="r" b="b"/>
                <a:pathLst>
                  <a:path w="407713" h="336851">
                    <a:moveTo>
                      <a:pt x="293" y="337101"/>
                    </a:moveTo>
                    <a:lnTo>
                      <a:pt x="408006" y="249"/>
                    </a:lnTo>
                  </a:path>
                </a:pathLst>
              </a:custGeom>
              <a:noFill/>
              <a:ln w="7793" cap="flat">
                <a:solidFill>
                  <a:srgbClr val="000000"/>
                </a:solidFill>
                <a:prstDash val="solid"/>
                <a:round/>
              </a:ln>
            </p:spPr>
            <p:txBody>
              <a:bodyPr/>
              <a:lstStyle/>
              <a:p>
                <a:endParaRPr lang="zh-CN" altLang="en-US" sz="2190"/>
              </a:p>
            </p:txBody>
          </p:sp>
          <p:sp>
            <p:nvSpPr>
              <p:cNvPr id="7811" name="任意多边形: 形状 7810"/>
              <p:cNvSpPr/>
              <p:nvPr/>
            </p:nvSpPr>
            <p:spPr>
              <a:xfrm>
                <a:off x="4758557" y="6083725"/>
                <a:ext cx="407713" cy="305670"/>
              </a:xfrm>
              <a:custGeom>
                <a:avLst/>
                <a:gdLst>
                  <a:gd name="csX0" fmla="*/ 293 w 407713"/>
                  <a:gd name="csY0" fmla="*/ 305917 h 305670"/>
                  <a:gd name="csX1" fmla="*/ 408006 w 407713"/>
                  <a:gd name="csY1" fmla="*/ 247 h 305670"/>
                </a:gdLst>
                <a:ahLst/>
                <a:cxnLst>
                  <a:cxn ang="0">
                    <a:pos x="csX0" y="csY0"/>
                  </a:cxn>
                  <a:cxn ang="0">
                    <a:pos x="csX1" y="csY1"/>
                  </a:cxn>
                </a:cxnLst>
                <a:rect l="l" t="t" r="r" b="b"/>
                <a:pathLst>
                  <a:path w="407713" h="305670">
                    <a:moveTo>
                      <a:pt x="293" y="305917"/>
                    </a:moveTo>
                    <a:lnTo>
                      <a:pt x="408006" y="247"/>
                    </a:lnTo>
                  </a:path>
                </a:pathLst>
              </a:custGeom>
              <a:noFill/>
              <a:ln w="7793" cap="flat">
                <a:solidFill>
                  <a:srgbClr val="000000"/>
                </a:solidFill>
                <a:prstDash val="solid"/>
                <a:round/>
              </a:ln>
            </p:spPr>
            <p:txBody>
              <a:bodyPr/>
              <a:lstStyle/>
              <a:p>
                <a:endParaRPr lang="zh-CN" altLang="en-US" sz="2190"/>
              </a:p>
            </p:txBody>
          </p:sp>
          <p:sp>
            <p:nvSpPr>
              <p:cNvPr id="7812" name="任意多边形: 形状 7811"/>
              <p:cNvSpPr/>
              <p:nvPr/>
            </p:nvSpPr>
            <p:spPr>
              <a:xfrm>
                <a:off x="4758557" y="6141135"/>
                <a:ext cx="407713" cy="291730"/>
              </a:xfrm>
              <a:custGeom>
                <a:avLst/>
                <a:gdLst>
                  <a:gd name="csX0" fmla="*/ 293 w 407713"/>
                  <a:gd name="csY0" fmla="*/ 291976 h 291730"/>
                  <a:gd name="csX1" fmla="*/ 408006 w 407713"/>
                  <a:gd name="csY1" fmla="*/ 246 h 291730"/>
                </a:gdLst>
                <a:ahLst/>
                <a:cxnLst>
                  <a:cxn ang="0">
                    <a:pos x="csX0" y="csY0"/>
                  </a:cxn>
                  <a:cxn ang="0">
                    <a:pos x="csX1" y="csY1"/>
                  </a:cxn>
                </a:cxnLst>
                <a:rect l="l" t="t" r="r" b="b"/>
                <a:pathLst>
                  <a:path w="407713" h="291730">
                    <a:moveTo>
                      <a:pt x="293" y="291976"/>
                    </a:moveTo>
                    <a:lnTo>
                      <a:pt x="408006" y="246"/>
                    </a:lnTo>
                  </a:path>
                </a:pathLst>
              </a:custGeom>
              <a:noFill/>
              <a:ln w="7793" cap="flat">
                <a:solidFill>
                  <a:srgbClr val="000000"/>
                </a:solidFill>
                <a:prstDash val="solid"/>
                <a:round/>
              </a:ln>
            </p:spPr>
            <p:txBody>
              <a:bodyPr/>
              <a:lstStyle/>
              <a:p>
                <a:endParaRPr lang="zh-CN" altLang="en-US" sz="2190"/>
              </a:p>
            </p:txBody>
          </p:sp>
          <p:sp>
            <p:nvSpPr>
              <p:cNvPr id="7813" name="任意多边形: 形状 7812"/>
              <p:cNvSpPr/>
              <p:nvPr/>
            </p:nvSpPr>
            <p:spPr>
              <a:xfrm>
                <a:off x="4758557" y="6437543"/>
                <a:ext cx="407713" cy="9262"/>
              </a:xfrm>
              <a:custGeom>
                <a:avLst/>
                <a:gdLst>
                  <a:gd name="csX0" fmla="*/ 293 w 407713"/>
                  <a:gd name="csY0" fmla="*/ 9504 h 9262"/>
                  <a:gd name="csX1" fmla="*/ 408006 w 407713"/>
                  <a:gd name="csY1" fmla="*/ 241 h 9262"/>
                </a:gdLst>
                <a:ahLst/>
                <a:cxnLst>
                  <a:cxn ang="0">
                    <a:pos x="csX0" y="csY0"/>
                  </a:cxn>
                  <a:cxn ang="0">
                    <a:pos x="csX1" y="csY1"/>
                  </a:cxn>
                </a:cxnLst>
                <a:rect l="l" t="t" r="r" b="b"/>
                <a:pathLst>
                  <a:path w="407713" h="9262">
                    <a:moveTo>
                      <a:pt x="293" y="9504"/>
                    </a:moveTo>
                    <a:lnTo>
                      <a:pt x="408006" y="241"/>
                    </a:lnTo>
                  </a:path>
                </a:pathLst>
              </a:custGeom>
              <a:noFill/>
              <a:ln w="7793" cap="flat">
                <a:solidFill>
                  <a:srgbClr val="000000"/>
                </a:solidFill>
                <a:prstDash val="solid"/>
                <a:round/>
              </a:ln>
            </p:spPr>
            <p:txBody>
              <a:bodyPr/>
              <a:lstStyle/>
              <a:p>
                <a:endParaRPr lang="zh-CN" altLang="en-US" sz="2190"/>
              </a:p>
            </p:txBody>
          </p:sp>
          <p:sp>
            <p:nvSpPr>
              <p:cNvPr id="7814" name="任意多边形: 形状 7813"/>
              <p:cNvSpPr/>
              <p:nvPr/>
            </p:nvSpPr>
            <p:spPr>
              <a:xfrm>
                <a:off x="4743599" y="7302553"/>
                <a:ext cx="29915" cy="29897"/>
              </a:xfrm>
              <a:custGeom>
                <a:avLst/>
                <a:gdLst>
                  <a:gd name="csX0" fmla="*/ 30215 w 29915"/>
                  <a:gd name="csY0" fmla="*/ 15163 h 29897"/>
                  <a:gd name="csX1" fmla="*/ 15257 w 29915"/>
                  <a:gd name="csY1" fmla="*/ 30112 h 29897"/>
                  <a:gd name="csX2" fmla="*/ 299 w 29915"/>
                  <a:gd name="csY2" fmla="*/ 15163 h 29897"/>
                  <a:gd name="csX3" fmla="*/ 15257 w 29915"/>
                  <a:gd name="csY3" fmla="*/ 214 h 29897"/>
                  <a:gd name="csX4" fmla="*/ 30215 w 29915"/>
                  <a:gd name="csY4" fmla="*/ 15163 h 29897"/>
                </a:gdLst>
                <a:ahLst/>
                <a:cxnLst>
                  <a:cxn ang="0">
                    <a:pos x="csX0" y="csY0"/>
                  </a:cxn>
                  <a:cxn ang="0">
                    <a:pos x="csX1" y="csY1"/>
                  </a:cxn>
                  <a:cxn ang="0">
                    <a:pos x="csX2" y="csY2"/>
                  </a:cxn>
                  <a:cxn ang="0">
                    <a:pos x="csX3" y="csY3"/>
                  </a:cxn>
                  <a:cxn ang="0">
                    <a:pos x="csX4" y="csY4"/>
                  </a:cxn>
                </a:cxnLst>
                <a:rect l="l" t="t" r="r" b="b"/>
                <a:pathLst>
                  <a:path w="29915" h="29897">
                    <a:moveTo>
                      <a:pt x="30215" y="15163"/>
                    </a:moveTo>
                    <a:cubicBezTo>
                      <a:pt x="30215" y="23419"/>
                      <a:pt x="23518" y="30112"/>
                      <a:pt x="15257" y="30112"/>
                    </a:cubicBezTo>
                    <a:cubicBezTo>
                      <a:pt x="6996" y="30112"/>
                      <a:pt x="299" y="23419"/>
                      <a:pt x="299" y="15163"/>
                    </a:cubicBezTo>
                    <a:cubicBezTo>
                      <a:pt x="299" y="6907"/>
                      <a:pt x="6996" y="214"/>
                      <a:pt x="15257" y="214"/>
                    </a:cubicBezTo>
                    <a:cubicBezTo>
                      <a:pt x="23518" y="214"/>
                      <a:pt x="30215" y="6907"/>
                      <a:pt x="30215" y="1516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15" name="任意多边形: 形状 7814"/>
              <p:cNvSpPr/>
              <p:nvPr/>
            </p:nvSpPr>
            <p:spPr>
              <a:xfrm>
                <a:off x="5151313" y="6268521"/>
                <a:ext cx="29915" cy="29897"/>
              </a:xfrm>
              <a:custGeom>
                <a:avLst/>
                <a:gdLst>
                  <a:gd name="csX0" fmla="*/ 30202 w 29915"/>
                  <a:gd name="csY0" fmla="*/ 15195 h 29897"/>
                  <a:gd name="csX1" fmla="*/ 15244 w 29915"/>
                  <a:gd name="csY1" fmla="*/ 30143 h 29897"/>
                  <a:gd name="csX2" fmla="*/ 287 w 29915"/>
                  <a:gd name="csY2" fmla="*/ 15195 h 29897"/>
                  <a:gd name="csX3" fmla="*/ 15244 w 29915"/>
                  <a:gd name="csY3" fmla="*/ 246 h 29897"/>
                  <a:gd name="csX4" fmla="*/ 30202 w 29915"/>
                  <a:gd name="csY4" fmla="*/ 15195 h 29897"/>
                </a:gdLst>
                <a:ahLst/>
                <a:cxnLst>
                  <a:cxn ang="0">
                    <a:pos x="csX0" y="csY0"/>
                  </a:cxn>
                  <a:cxn ang="0">
                    <a:pos x="csX1" y="csY1"/>
                  </a:cxn>
                  <a:cxn ang="0">
                    <a:pos x="csX2" y="csY2"/>
                  </a:cxn>
                  <a:cxn ang="0">
                    <a:pos x="csX3" y="csY3"/>
                  </a:cxn>
                  <a:cxn ang="0">
                    <a:pos x="csX4" y="csY4"/>
                  </a:cxn>
                </a:cxnLst>
                <a:rect l="l" t="t" r="r" b="b"/>
                <a:pathLst>
                  <a:path w="29915" h="29897">
                    <a:moveTo>
                      <a:pt x="30202" y="15195"/>
                    </a:moveTo>
                    <a:cubicBezTo>
                      <a:pt x="30202" y="23451"/>
                      <a:pt x="23505" y="30143"/>
                      <a:pt x="15244" y="30143"/>
                    </a:cubicBezTo>
                    <a:cubicBezTo>
                      <a:pt x="6984" y="30143"/>
                      <a:pt x="287" y="23451"/>
                      <a:pt x="287" y="15195"/>
                    </a:cubicBezTo>
                    <a:cubicBezTo>
                      <a:pt x="287" y="6939"/>
                      <a:pt x="6984" y="246"/>
                      <a:pt x="15244" y="246"/>
                    </a:cubicBezTo>
                    <a:cubicBezTo>
                      <a:pt x="23505" y="246"/>
                      <a:pt x="30202" y="6939"/>
                      <a:pt x="30202" y="1519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6" name="任意多边形: 形状 7815"/>
              <p:cNvSpPr/>
              <p:nvPr/>
            </p:nvSpPr>
            <p:spPr>
              <a:xfrm>
                <a:off x="5151313" y="6091703"/>
                <a:ext cx="29915" cy="29897"/>
              </a:xfrm>
              <a:custGeom>
                <a:avLst/>
                <a:gdLst>
                  <a:gd name="csX0" fmla="*/ 30202 w 29915"/>
                  <a:gd name="csY0" fmla="*/ 15200 h 29897"/>
                  <a:gd name="csX1" fmla="*/ 15244 w 29915"/>
                  <a:gd name="csY1" fmla="*/ 30149 h 29897"/>
                  <a:gd name="csX2" fmla="*/ 287 w 29915"/>
                  <a:gd name="csY2" fmla="*/ 15200 h 29897"/>
                  <a:gd name="csX3" fmla="*/ 15244 w 29915"/>
                  <a:gd name="csY3" fmla="*/ 251 h 29897"/>
                  <a:gd name="csX4" fmla="*/ 30202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202" y="15200"/>
                    </a:moveTo>
                    <a:cubicBezTo>
                      <a:pt x="30202" y="23456"/>
                      <a:pt x="23505" y="30149"/>
                      <a:pt x="15244" y="30149"/>
                    </a:cubicBezTo>
                    <a:cubicBezTo>
                      <a:pt x="6984" y="30149"/>
                      <a:pt x="287" y="23456"/>
                      <a:pt x="287" y="15200"/>
                    </a:cubicBezTo>
                    <a:cubicBezTo>
                      <a:pt x="287" y="6944"/>
                      <a:pt x="6984" y="251"/>
                      <a:pt x="15244" y="251"/>
                    </a:cubicBezTo>
                    <a:cubicBezTo>
                      <a:pt x="23505" y="251"/>
                      <a:pt x="30202" y="6944"/>
                      <a:pt x="30202"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7" name="任意多边形: 形状 7816"/>
              <p:cNvSpPr/>
              <p:nvPr/>
            </p:nvSpPr>
            <p:spPr>
              <a:xfrm>
                <a:off x="5151313" y="5994582"/>
                <a:ext cx="29915" cy="29897"/>
              </a:xfrm>
              <a:custGeom>
                <a:avLst/>
                <a:gdLst>
                  <a:gd name="csX0" fmla="*/ 30202 w 29915"/>
                  <a:gd name="csY0" fmla="*/ 15203 h 29897"/>
                  <a:gd name="csX1" fmla="*/ 15244 w 29915"/>
                  <a:gd name="csY1" fmla="*/ 30152 h 29897"/>
                  <a:gd name="csX2" fmla="*/ 287 w 29915"/>
                  <a:gd name="csY2" fmla="*/ 15203 h 29897"/>
                  <a:gd name="csX3" fmla="*/ 15244 w 29915"/>
                  <a:gd name="csY3" fmla="*/ 254 h 29897"/>
                  <a:gd name="csX4" fmla="*/ 30202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202" y="15203"/>
                    </a:moveTo>
                    <a:cubicBezTo>
                      <a:pt x="30202" y="23459"/>
                      <a:pt x="23505" y="30152"/>
                      <a:pt x="15244" y="30152"/>
                    </a:cubicBezTo>
                    <a:cubicBezTo>
                      <a:pt x="6984" y="30152"/>
                      <a:pt x="287" y="23459"/>
                      <a:pt x="287" y="15203"/>
                    </a:cubicBezTo>
                    <a:cubicBezTo>
                      <a:pt x="287" y="6947"/>
                      <a:pt x="6984" y="254"/>
                      <a:pt x="15244" y="254"/>
                    </a:cubicBezTo>
                    <a:cubicBezTo>
                      <a:pt x="23505" y="254"/>
                      <a:pt x="30202" y="6947"/>
                      <a:pt x="30202"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8" name="任意多边形: 形状 7817"/>
              <p:cNvSpPr/>
              <p:nvPr/>
            </p:nvSpPr>
            <p:spPr>
              <a:xfrm>
                <a:off x="4743599" y="7302553"/>
                <a:ext cx="29915" cy="29897"/>
              </a:xfrm>
              <a:custGeom>
                <a:avLst/>
                <a:gdLst>
                  <a:gd name="csX0" fmla="*/ 30215 w 29915"/>
                  <a:gd name="csY0" fmla="*/ 15163 h 29897"/>
                  <a:gd name="csX1" fmla="*/ 15257 w 29915"/>
                  <a:gd name="csY1" fmla="*/ 30112 h 29897"/>
                  <a:gd name="csX2" fmla="*/ 299 w 29915"/>
                  <a:gd name="csY2" fmla="*/ 15163 h 29897"/>
                  <a:gd name="csX3" fmla="*/ 15257 w 29915"/>
                  <a:gd name="csY3" fmla="*/ 214 h 29897"/>
                  <a:gd name="csX4" fmla="*/ 30215 w 29915"/>
                  <a:gd name="csY4" fmla="*/ 15163 h 29897"/>
                </a:gdLst>
                <a:ahLst/>
                <a:cxnLst>
                  <a:cxn ang="0">
                    <a:pos x="csX0" y="csY0"/>
                  </a:cxn>
                  <a:cxn ang="0">
                    <a:pos x="csX1" y="csY1"/>
                  </a:cxn>
                  <a:cxn ang="0">
                    <a:pos x="csX2" y="csY2"/>
                  </a:cxn>
                  <a:cxn ang="0">
                    <a:pos x="csX3" y="csY3"/>
                  </a:cxn>
                  <a:cxn ang="0">
                    <a:pos x="csX4" y="csY4"/>
                  </a:cxn>
                </a:cxnLst>
                <a:rect l="l" t="t" r="r" b="b"/>
                <a:pathLst>
                  <a:path w="29915" h="29897">
                    <a:moveTo>
                      <a:pt x="30215" y="15163"/>
                    </a:moveTo>
                    <a:cubicBezTo>
                      <a:pt x="30215" y="23419"/>
                      <a:pt x="23518" y="30112"/>
                      <a:pt x="15257" y="30112"/>
                    </a:cubicBezTo>
                    <a:cubicBezTo>
                      <a:pt x="6996" y="30112"/>
                      <a:pt x="299" y="23419"/>
                      <a:pt x="299" y="15163"/>
                    </a:cubicBezTo>
                    <a:cubicBezTo>
                      <a:pt x="299" y="6907"/>
                      <a:pt x="6996" y="214"/>
                      <a:pt x="15257" y="214"/>
                    </a:cubicBezTo>
                    <a:cubicBezTo>
                      <a:pt x="23518" y="214"/>
                      <a:pt x="30215" y="6907"/>
                      <a:pt x="30215" y="1516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19" name="任意多边形: 形状 7818"/>
              <p:cNvSpPr/>
              <p:nvPr/>
            </p:nvSpPr>
            <p:spPr>
              <a:xfrm>
                <a:off x="5151313" y="6564561"/>
                <a:ext cx="29915" cy="29897"/>
              </a:xfrm>
              <a:custGeom>
                <a:avLst/>
                <a:gdLst>
                  <a:gd name="csX0" fmla="*/ 30202 w 29915"/>
                  <a:gd name="csY0" fmla="*/ 15186 h 29897"/>
                  <a:gd name="csX1" fmla="*/ 15244 w 29915"/>
                  <a:gd name="csY1" fmla="*/ 30134 h 29897"/>
                  <a:gd name="csX2" fmla="*/ 287 w 29915"/>
                  <a:gd name="csY2" fmla="*/ 15186 h 29897"/>
                  <a:gd name="csX3" fmla="*/ 15244 w 29915"/>
                  <a:gd name="csY3" fmla="*/ 237 h 29897"/>
                  <a:gd name="csX4" fmla="*/ 30202 w 29915"/>
                  <a:gd name="csY4" fmla="*/ 15186 h 29897"/>
                </a:gdLst>
                <a:ahLst/>
                <a:cxnLst>
                  <a:cxn ang="0">
                    <a:pos x="csX0" y="csY0"/>
                  </a:cxn>
                  <a:cxn ang="0">
                    <a:pos x="csX1" y="csY1"/>
                  </a:cxn>
                  <a:cxn ang="0">
                    <a:pos x="csX2" y="csY2"/>
                  </a:cxn>
                  <a:cxn ang="0">
                    <a:pos x="csX3" y="csY3"/>
                  </a:cxn>
                  <a:cxn ang="0">
                    <a:pos x="csX4" y="csY4"/>
                  </a:cxn>
                </a:cxnLst>
                <a:rect l="l" t="t" r="r" b="b"/>
                <a:pathLst>
                  <a:path w="29915" h="29897">
                    <a:moveTo>
                      <a:pt x="30202" y="15186"/>
                    </a:moveTo>
                    <a:cubicBezTo>
                      <a:pt x="30202" y="23442"/>
                      <a:pt x="23505" y="30134"/>
                      <a:pt x="15244" y="30134"/>
                    </a:cubicBezTo>
                    <a:cubicBezTo>
                      <a:pt x="6984" y="30134"/>
                      <a:pt x="287" y="23442"/>
                      <a:pt x="287" y="15186"/>
                    </a:cubicBezTo>
                    <a:cubicBezTo>
                      <a:pt x="287" y="6929"/>
                      <a:pt x="6984" y="237"/>
                      <a:pt x="15244" y="237"/>
                    </a:cubicBezTo>
                    <a:cubicBezTo>
                      <a:pt x="23505" y="237"/>
                      <a:pt x="30202" y="6929"/>
                      <a:pt x="30202" y="1518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0" name="任意多边形: 形状 7819"/>
              <p:cNvSpPr/>
              <p:nvPr/>
            </p:nvSpPr>
            <p:spPr>
              <a:xfrm>
                <a:off x="5151313" y="6221565"/>
                <a:ext cx="29915" cy="29897"/>
              </a:xfrm>
              <a:custGeom>
                <a:avLst/>
                <a:gdLst>
                  <a:gd name="csX0" fmla="*/ 30202 w 29915"/>
                  <a:gd name="csY0" fmla="*/ 15196 h 29897"/>
                  <a:gd name="csX1" fmla="*/ 15244 w 29915"/>
                  <a:gd name="csY1" fmla="*/ 30145 h 29897"/>
                  <a:gd name="csX2" fmla="*/ 287 w 29915"/>
                  <a:gd name="csY2" fmla="*/ 15196 h 29897"/>
                  <a:gd name="csX3" fmla="*/ 15244 w 29915"/>
                  <a:gd name="csY3" fmla="*/ 247 h 29897"/>
                  <a:gd name="csX4" fmla="*/ 30202 w 29915"/>
                  <a:gd name="csY4" fmla="*/ 15196 h 29897"/>
                </a:gdLst>
                <a:ahLst/>
                <a:cxnLst>
                  <a:cxn ang="0">
                    <a:pos x="csX0" y="csY0"/>
                  </a:cxn>
                  <a:cxn ang="0">
                    <a:pos x="csX1" y="csY1"/>
                  </a:cxn>
                  <a:cxn ang="0">
                    <a:pos x="csX2" y="csY2"/>
                  </a:cxn>
                  <a:cxn ang="0">
                    <a:pos x="csX3" y="csY3"/>
                  </a:cxn>
                  <a:cxn ang="0">
                    <a:pos x="csX4" y="csY4"/>
                  </a:cxn>
                </a:cxnLst>
                <a:rect l="l" t="t" r="r" b="b"/>
                <a:pathLst>
                  <a:path w="29915" h="29897">
                    <a:moveTo>
                      <a:pt x="30202" y="15196"/>
                    </a:moveTo>
                    <a:cubicBezTo>
                      <a:pt x="30202" y="23452"/>
                      <a:pt x="23505" y="30145"/>
                      <a:pt x="15244" y="30145"/>
                    </a:cubicBezTo>
                    <a:cubicBezTo>
                      <a:pt x="6984" y="30145"/>
                      <a:pt x="287" y="23452"/>
                      <a:pt x="287" y="15196"/>
                    </a:cubicBezTo>
                    <a:cubicBezTo>
                      <a:pt x="287" y="6940"/>
                      <a:pt x="6984" y="247"/>
                      <a:pt x="15244" y="247"/>
                    </a:cubicBezTo>
                    <a:cubicBezTo>
                      <a:pt x="23505" y="247"/>
                      <a:pt x="30202" y="6940"/>
                      <a:pt x="30202" y="1519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1" name="任意多边形: 形状 7820"/>
              <p:cNvSpPr/>
              <p:nvPr/>
            </p:nvSpPr>
            <p:spPr>
              <a:xfrm>
                <a:off x="5151313" y="6203131"/>
                <a:ext cx="29915" cy="29897"/>
              </a:xfrm>
              <a:custGeom>
                <a:avLst/>
                <a:gdLst>
                  <a:gd name="csX0" fmla="*/ 30202 w 29915"/>
                  <a:gd name="csY0" fmla="*/ 15197 h 29897"/>
                  <a:gd name="csX1" fmla="*/ 15244 w 29915"/>
                  <a:gd name="csY1" fmla="*/ 30145 h 29897"/>
                  <a:gd name="csX2" fmla="*/ 287 w 29915"/>
                  <a:gd name="csY2" fmla="*/ 15197 h 29897"/>
                  <a:gd name="csX3" fmla="*/ 15244 w 29915"/>
                  <a:gd name="csY3" fmla="*/ 248 h 29897"/>
                  <a:gd name="csX4" fmla="*/ 30202 w 29915"/>
                  <a:gd name="csY4" fmla="*/ 15197 h 29897"/>
                </a:gdLst>
                <a:ahLst/>
                <a:cxnLst>
                  <a:cxn ang="0">
                    <a:pos x="csX0" y="csY0"/>
                  </a:cxn>
                  <a:cxn ang="0">
                    <a:pos x="csX1" y="csY1"/>
                  </a:cxn>
                  <a:cxn ang="0">
                    <a:pos x="csX2" y="csY2"/>
                  </a:cxn>
                  <a:cxn ang="0">
                    <a:pos x="csX3" y="csY3"/>
                  </a:cxn>
                  <a:cxn ang="0">
                    <a:pos x="csX4" y="csY4"/>
                  </a:cxn>
                </a:cxnLst>
                <a:rect l="l" t="t" r="r" b="b"/>
                <a:pathLst>
                  <a:path w="29915" h="29897">
                    <a:moveTo>
                      <a:pt x="30202" y="15197"/>
                    </a:moveTo>
                    <a:cubicBezTo>
                      <a:pt x="30202" y="23453"/>
                      <a:pt x="23505" y="30145"/>
                      <a:pt x="15244" y="30145"/>
                    </a:cubicBezTo>
                    <a:cubicBezTo>
                      <a:pt x="6984" y="30145"/>
                      <a:pt x="287" y="23453"/>
                      <a:pt x="287" y="15197"/>
                    </a:cubicBezTo>
                    <a:cubicBezTo>
                      <a:pt x="287" y="6941"/>
                      <a:pt x="6984" y="248"/>
                      <a:pt x="15244" y="248"/>
                    </a:cubicBezTo>
                    <a:cubicBezTo>
                      <a:pt x="23505" y="248"/>
                      <a:pt x="30202" y="6941"/>
                      <a:pt x="30202" y="1519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2" name="任意多边形: 形状 7821"/>
              <p:cNvSpPr/>
              <p:nvPr/>
            </p:nvSpPr>
            <p:spPr>
              <a:xfrm>
                <a:off x="5151313" y="6264027"/>
                <a:ext cx="29915" cy="29897"/>
              </a:xfrm>
              <a:custGeom>
                <a:avLst/>
                <a:gdLst>
                  <a:gd name="csX0" fmla="*/ 30202 w 29915"/>
                  <a:gd name="csY0" fmla="*/ 15195 h 29897"/>
                  <a:gd name="csX1" fmla="*/ 15244 w 29915"/>
                  <a:gd name="csY1" fmla="*/ 30144 h 29897"/>
                  <a:gd name="csX2" fmla="*/ 287 w 29915"/>
                  <a:gd name="csY2" fmla="*/ 15195 h 29897"/>
                  <a:gd name="csX3" fmla="*/ 15244 w 29915"/>
                  <a:gd name="csY3" fmla="*/ 246 h 29897"/>
                  <a:gd name="csX4" fmla="*/ 30202 w 29915"/>
                  <a:gd name="csY4" fmla="*/ 15195 h 29897"/>
                </a:gdLst>
                <a:ahLst/>
                <a:cxnLst>
                  <a:cxn ang="0">
                    <a:pos x="csX0" y="csY0"/>
                  </a:cxn>
                  <a:cxn ang="0">
                    <a:pos x="csX1" y="csY1"/>
                  </a:cxn>
                  <a:cxn ang="0">
                    <a:pos x="csX2" y="csY2"/>
                  </a:cxn>
                  <a:cxn ang="0">
                    <a:pos x="csX3" y="csY3"/>
                  </a:cxn>
                  <a:cxn ang="0">
                    <a:pos x="csX4" y="csY4"/>
                  </a:cxn>
                </a:cxnLst>
                <a:rect l="l" t="t" r="r" b="b"/>
                <a:pathLst>
                  <a:path w="29915" h="29897">
                    <a:moveTo>
                      <a:pt x="30202" y="15195"/>
                    </a:moveTo>
                    <a:cubicBezTo>
                      <a:pt x="30202" y="23451"/>
                      <a:pt x="23505" y="30144"/>
                      <a:pt x="15244" y="30144"/>
                    </a:cubicBezTo>
                    <a:cubicBezTo>
                      <a:pt x="6984" y="30144"/>
                      <a:pt x="287" y="23451"/>
                      <a:pt x="287" y="15195"/>
                    </a:cubicBezTo>
                    <a:cubicBezTo>
                      <a:pt x="287" y="6939"/>
                      <a:pt x="6984" y="246"/>
                      <a:pt x="15244" y="246"/>
                    </a:cubicBezTo>
                    <a:cubicBezTo>
                      <a:pt x="23505" y="246"/>
                      <a:pt x="30202" y="6939"/>
                      <a:pt x="30202" y="1519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3" name="任意多边形: 形状 7822"/>
              <p:cNvSpPr/>
              <p:nvPr/>
            </p:nvSpPr>
            <p:spPr>
              <a:xfrm>
                <a:off x="4743599" y="6319420"/>
                <a:ext cx="29915" cy="29897"/>
              </a:xfrm>
              <a:custGeom>
                <a:avLst/>
                <a:gdLst>
                  <a:gd name="csX0" fmla="*/ 30215 w 29915"/>
                  <a:gd name="csY0" fmla="*/ 15193 h 29897"/>
                  <a:gd name="csX1" fmla="*/ 15257 w 29915"/>
                  <a:gd name="csY1" fmla="*/ 30142 h 29897"/>
                  <a:gd name="csX2" fmla="*/ 299 w 29915"/>
                  <a:gd name="csY2" fmla="*/ 15193 h 29897"/>
                  <a:gd name="csX3" fmla="*/ 15257 w 29915"/>
                  <a:gd name="csY3" fmla="*/ 244 h 29897"/>
                  <a:gd name="csX4" fmla="*/ 30215 w 29915"/>
                  <a:gd name="csY4" fmla="*/ 15193 h 29897"/>
                </a:gdLst>
                <a:ahLst/>
                <a:cxnLst>
                  <a:cxn ang="0">
                    <a:pos x="csX0" y="csY0"/>
                  </a:cxn>
                  <a:cxn ang="0">
                    <a:pos x="csX1" y="csY1"/>
                  </a:cxn>
                  <a:cxn ang="0">
                    <a:pos x="csX2" y="csY2"/>
                  </a:cxn>
                  <a:cxn ang="0">
                    <a:pos x="csX3" y="csY3"/>
                  </a:cxn>
                  <a:cxn ang="0">
                    <a:pos x="csX4" y="csY4"/>
                  </a:cxn>
                </a:cxnLst>
                <a:rect l="l" t="t" r="r" b="b"/>
                <a:pathLst>
                  <a:path w="29915" h="29897">
                    <a:moveTo>
                      <a:pt x="30215" y="15193"/>
                    </a:moveTo>
                    <a:cubicBezTo>
                      <a:pt x="30215" y="23449"/>
                      <a:pt x="23518" y="30142"/>
                      <a:pt x="15257" y="30142"/>
                    </a:cubicBezTo>
                    <a:cubicBezTo>
                      <a:pt x="6996" y="30142"/>
                      <a:pt x="299" y="23449"/>
                      <a:pt x="299" y="15193"/>
                    </a:cubicBezTo>
                    <a:cubicBezTo>
                      <a:pt x="299" y="6937"/>
                      <a:pt x="6996" y="244"/>
                      <a:pt x="15257" y="244"/>
                    </a:cubicBezTo>
                    <a:cubicBezTo>
                      <a:pt x="23518" y="244"/>
                      <a:pt x="30215" y="6937"/>
                      <a:pt x="30215" y="1519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4" name="任意多边形: 形状 7823"/>
              <p:cNvSpPr/>
              <p:nvPr/>
            </p:nvSpPr>
            <p:spPr>
              <a:xfrm>
                <a:off x="5151313" y="5982568"/>
                <a:ext cx="29915" cy="29897"/>
              </a:xfrm>
              <a:custGeom>
                <a:avLst/>
                <a:gdLst>
                  <a:gd name="csX0" fmla="*/ 30202 w 29915"/>
                  <a:gd name="csY0" fmla="*/ 15203 h 29897"/>
                  <a:gd name="csX1" fmla="*/ 15244 w 29915"/>
                  <a:gd name="csY1" fmla="*/ 30152 h 29897"/>
                  <a:gd name="csX2" fmla="*/ 287 w 29915"/>
                  <a:gd name="csY2" fmla="*/ 15203 h 29897"/>
                  <a:gd name="csX3" fmla="*/ 15244 w 29915"/>
                  <a:gd name="csY3" fmla="*/ 254 h 29897"/>
                  <a:gd name="csX4" fmla="*/ 30202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202" y="15203"/>
                    </a:moveTo>
                    <a:cubicBezTo>
                      <a:pt x="30202" y="23459"/>
                      <a:pt x="23505" y="30152"/>
                      <a:pt x="15244" y="30152"/>
                    </a:cubicBezTo>
                    <a:cubicBezTo>
                      <a:pt x="6984" y="30152"/>
                      <a:pt x="287" y="23459"/>
                      <a:pt x="287" y="15203"/>
                    </a:cubicBezTo>
                    <a:cubicBezTo>
                      <a:pt x="287" y="6947"/>
                      <a:pt x="6984" y="254"/>
                      <a:pt x="15244" y="254"/>
                    </a:cubicBezTo>
                    <a:cubicBezTo>
                      <a:pt x="23505" y="254"/>
                      <a:pt x="30202" y="6947"/>
                      <a:pt x="30202"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5" name="任意多边形: 形状 7824"/>
              <p:cNvSpPr/>
              <p:nvPr/>
            </p:nvSpPr>
            <p:spPr>
              <a:xfrm>
                <a:off x="4743599" y="6417917"/>
                <a:ext cx="29915" cy="29897"/>
              </a:xfrm>
              <a:custGeom>
                <a:avLst/>
                <a:gdLst>
                  <a:gd name="csX0" fmla="*/ 30215 w 29915"/>
                  <a:gd name="csY0" fmla="*/ 15190 h 29897"/>
                  <a:gd name="csX1" fmla="*/ 15257 w 29915"/>
                  <a:gd name="csY1" fmla="*/ 30139 h 29897"/>
                  <a:gd name="csX2" fmla="*/ 299 w 29915"/>
                  <a:gd name="csY2" fmla="*/ 15190 h 29897"/>
                  <a:gd name="csX3" fmla="*/ 15257 w 29915"/>
                  <a:gd name="csY3" fmla="*/ 241 h 29897"/>
                  <a:gd name="csX4" fmla="*/ 30215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15" y="15190"/>
                    </a:moveTo>
                    <a:cubicBezTo>
                      <a:pt x="30215" y="23446"/>
                      <a:pt x="23518" y="30139"/>
                      <a:pt x="15257" y="30139"/>
                    </a:cubicBezTo>
                    <a:cubicBezTo>
                      <a:pt x="6996" y="30139"/>
                      <a:pt x="299" y="23446"/>
                      <a:pt x="299" y="15190"/>
                    </a:cubicBezTo>
                    <a:cubicBezTo>
                      <a:pt x="299" y="6934"/>
                      <a:pt x="6996" y="241"/>
                      <a:pt x="15257" y="241"/>
                    </a:cubicBezTo>
                    <a:cubicBezTo>
                      <a:pt x="23518" y="241"/>
                      <a:pt x="30215" y="6934"/>
                      <a:pt x="30215" y="1519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6" name="任意多边形: 形状 7825"/>
              <p:cNvSpPr/>
              <p:nvPr/>
            </p:nvSpPr>
            <p:spPr>
              <a:xfrm>
                <a:off x="5151313" y="6126186"/>
                <a:ext cx="29915" cy="29897"/>
              </a:xfrm>
              <a:custGeom>
                <a:avLst/>
                <a:gdLst>
                  <a:gd name="csX0" fmla="*/ 30202 w 29915"/>
                  <a:gd name="csY0" fmla="*/ 15199 h 29897"/>
                  <a:gd name="csX1" fmla="*/ 15244 w 29915"/>
                  <a:gd name="csY1" fmla="*/ 30148 h 29897"/>
                  <a:gd name="csX2" fmla="*/ 287 w 29915"/>
                  <a:gd name="csY2" fmla="*/ 15199 h 29897"/>
                  <a:gd name="csX3" fmla="*/ 15244 w 29915"/>
                  <a:gd name="csY3" fmla="*/ 250 h 29897"/>
                  <a:gd name="csX4" fmla="*/ 30202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202" y="15199"/>
                    </a:moveTo>
                    <a:cubicBezTo>
                      <a:pt x="30202" y="23455"/>
                      <a:pt x="23505" y="30148"/>
                      <a:pt x="15244" y="30148"/>
                    </a:cubicBezTo>
                    <a:cubicBezTo>
                      <a:pt x="6984" y="30148"/>
                      <a:pt x="287" y="23455"/>
                      <a:pt x="287" y="15199"/>
                    </a:cubicBezTo>
                    <a:cubicBezTo>
                      <a:pt x="287" y="6943"/>
                      <a:pt x="6984" y="250"/>
                      <a:pt x="15244" y="250"/>
                    </a:cubicBezTo>
                    <a:cubicBezTo>
                      <a:pt x="23505" y="250"/>
                      <a:pt x="30202" y="6943"/>
                      <a:pt x="30202"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7" name="任意多边形: 形状 7826"/>
              <p:cNvSpPr/>
              <p:nvPr/>
            </p:nvSpPr>
            <p:spPr>
              <a:xfrm>
                <a:off x="5151313" y="6084733"/>
                <a:ext cx="29915" cy="29897"/>
              </a:xfrm>
              <a:custGeom>
                <a:avLst/>
                <a:gdLst>
                  <a:gd name="csX0" fmla="*/ 30202 w 29915"/>
                  <a:gd name="csY0" fmla="*/ 15200 h 29897"/>
                  <a:gd name="csX1" fmla="*/ 15244 w 29915"/>
                  <a:gd name="csY1" fmla="*/ 30149 h 29897"/>
                  <a:gd name="csX2" fmla="*/ 287 w 29915"/>
                  <a:gd name="csY2" fmla="*/ 15200 h 29897"/>
                  <a:gd name="csX3" fmla="*/ 15244 w 29915"/>
                  <a:gd name="csY3" fmla="*/ 251 h 29897"/>
                  <a:gd name="csX4" fmla="*/ 30202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202" y="15200"/>
                    </a:moveTo>
                    <a:cubicBezTo>
                      <a:pt x="30202" y="23456"/>
                      <a:pt x="23505" y="30149"/>
                      <a:pt x="15244" y="30149"/>
                    </a:cubicBezTo>
                    <a:cubicBezTo>
                      <a:pt x="6984" y="30149"/>
                      <a:pt x="287" y="23456"/>
                      <a:pt x="287" y="15200"/>
                    </a:cubicBezTo>
                    <a:cubicBezTo>
                      <a:pt x="287" y="6944"/>
                      <a:pt x="6984" y="251"/>
                      <a:pt x="15244" y="251"/>
                    </a:cubicBezTo>
                    <a:cubicBezTo>
                      <a:pt x="23505" y="251"/>
                      <a:pt x="30202" y="6944"/>
                      <a:pt x="30202"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8" name="任意多边形: 形状 7827"/>
              <p:cNvSpPr/>
              <p:nvPr/>
            </p:nvSpPr>
            <p:spPr>
              <a:xfrm>
                <a:off x="4743599" y="6374446"/>
                <a:ext cx="29915" cy="29897"/>
              </a:xfrm>
              <a:custGeom>
                <a:avLst/>
                <a:gdLst>
                  <a:gd name="csX0" fmla="*/ 30215 w 29915"/>
                  <a:gd name="csY0" fmla="*/ 15191 h 29897"/>
                  <a:gd name="csX1" fmla="*/ 15257 w 29915"/>
                  <a:gd name="csY1" fmla="*/ 30140 h 29897"/>
                  <a:gd name="csX2" fmla="*/ 299 w 29915"/>
                  <a:gd name="csY2" fmla="*/ 15191 h 29897"/>
                  <a:gd name="csX3" fmla="*/ 15257 w 29915"/>
                  <a:gd name="csY3" fmla="*/ 243 h 29897"/>
                  <a:gd name="csX4" fmla="*/ 30215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215" y="15191"/>
                    </a:moveTo>
                    <a:cubicBezTo>
                      <a:pt x="30215" y="23448"/>
                      <a:pt x="23518" y="30140"/>
                      <a:pt x="15257" y="30140"/>
                    </a:cubicBezTo>
                    <a:cubicBezTo>
                      <a:pt x="6996" y="30140"/>
                      <a:pt x="299" y="23448"/>
                      <a:pt x="299" y="15191"/>
                    </a:cubicBezTo>
                    <a:cubicBezTo>
                      <a:pt x="299" y="6935"/>
                      <a:pt x="6996" y="243"/>
                      <a:pt x="15257" y="243"/>
                    </a:cubicBezTo>
                    <a:cubicBezTo>
                      <a:pt x="23518" y="243"/>
                      <a:pt x="30215" y="6935"/>
                      <a:pt x="30215"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9" name="任意多边形: 形状 7828"/>
              <p:cNvSpPr/>
              <p:nvPr/>
            </p:nvSpPr>
            <p:spPr>
              <a:xfrm>
                <a:off x="5151313" y="6068776"/>
                <a:ext cx="29915" cy="29897"/>
              </a:xfrm>
              <a:custGeom>
                <a:avLst/>
                <a:gdLst>
                  <a:gd name="csX0" fmla="*/ 30202 w 29915"/>
                  <a:gd name="csY0" fmla="*/ 15201 h 29897"/>
                  <a:gd name="csX1" fmla="*/ 15244 w 29915"/>
                  <a:gd name="csY1" fmla="*/ 30150 h 29897"/>
                  <a:gd name="csX2" fmla="*/ 287 w 29915"/>
                  <a:gd name="csY2" fmla="*/ 15201 h 29897"/>
                  <a:gd name="csX3" fmla="*/ 15244 w 29915"/>
                  <a:gd name="csY3" fmla="*/ 252 h 29897"/>
                  <a:gd name="csX4" fmla="*/ 30202 w 29915"/>
                  <a:gd name="csY4" fmla="*/ 15201 h 29897"/>
                </a:gdLst>
                <a:ahLst/>
                <a:cxnLst>
                  <a:cxn ang="0">
                    <a:pos x="csX0" y="csY0"/>
                  </a:cxn>
                  <a:cxn ang="0">
                    <a:pos x="csX1" y="csY1"/>
                  </a:cxn>
                  <a:cxn ang="0">
                    <a:pos x="csX2" y="csY2"/>
                  </a:cxn>
                  <a:cxn ang="0">
                    <a:pos x="csX3" y="csY3"/>
                  </a:cxn>
                  <a:cxn ang="0">
                    <a:pos x="csX4" y="csY4"/>
                  </a:cxn>
                </a:cxnLst>
                <a:rect l="l" t="t" r="r" b="b"/>
                <a:pathLst>
                  <a:path w="29915" h="29897">
                    <a:moveTo>
                      <a:pt x="30202" y="15201"/>
                    </a:moveTo>
                    <a:cubicBezTo>
                      <a:pt x="30202" y="23457"/>
                      <a:pt x="23505" y="30150"/>
                      <a:pt x="15244" y="30150"/>
                    </a:cubicBezTo>
                    <a:cubicBezTo>
                      <a:pt x="6984" y="30150"/>
                      <a:pt x="287" y="23457"/>
                      <a:pt x="287" y="15201"/>
                    </a:cubicBezTo>
                    <a:cubicBezTo>
                      <a:pt x="287" y="6945"/>
                      <a:pt x="6984" y="252"/>
                      <a:pt x="15244" y="252"/>
                    </a:cubicBezTo>
                    <a:cubicBezTo>
                      <a:pt x="23505" y="252"/>
                      <a:pt x="30202" y="6945"/>
                      <a:pt x="30202" y="1520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0" name="任意多边形: 形状 7829"/>
              <p:cNvSpPr/>
              <p:nvPr/>
            </p:nvSpPr>
            <p:spPr>
              <a:xfrm>
                <a:off x="4743599" y="6431857"/>
                <a:ext cx="29915" cy="29897"/>
              </a:xfrm>
              <a:custGeom>
                <a:avLst/>
                <a:gdLst>
                  <a:gd name="csX0" fmla="*/ 30215 w 29915"/>
                  <a:gd name="csY0" fmla="*/ 15190 h 29897"/>
                  <a:gd name="csX1" fmla="*/ 15257 w 29915"/>
                  <a:gd name="csY1" fmla="*/ 30138 h 29897"/>
                  <a:gd name="csX2" fmla="*/ 299 w 29915"/>
                  <a:gd name="csY2" fmla="*/ 15190 h 29897"/>
                  <a:gd name="csX3" fmla="*/ 15257 w 29915"/>
                  <a:gd name="csY3" fmla="*/ 241 h 29897"/>
                  <a:gd name="csX4" fmla="*/ 30215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15" y="15190"/>
                    </a:moveTo>
                    <a:cubicBezTo>
                      <a:pt x="30215" y="23446"/>
                      <a:pt x="23518" y="30138"/>
                      <a:pt x="15257" y="30138"/>
                    </a:cubicBezTo>
                    <a:cubicBezTo>
                      <a:pt x="6996" y="30138"/>
                      <a:pt x="299" y="23446"/>
                      <a:pt x="299" y="15190"/>
                    </a:cubicBezTo>
                    <a:cubicBezTo>
                      <a:pt x="299" y="6933"/>
                      <a:pt x="6996" y="241"/>
                      <a:pt x="15257" y="241"/>
                    </a:cubicBezTo>
                    <a:cubicBezTo>
                      <a:pt x="23518" y="241"/>
                      <a:pt x="30215" y="6933"/>
                      <a:pt x="30215" y="1519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31" name="任意多边形: 形状 7830"/>
              <p:cNvSpPr/>
              <p:nvPr/>
            </p:nvSpPr>
            <p:spPr>
              <a:xfrm>
                <a:off x="5151313" y="6422594"/>
                <a:ext cx="29915" cy="29897"/>
              </a:xfrm>
              <a:custGeom>
                <a:avLst/>
                <a:gdLst>
                  <a:gd name="csX0" fmla="*/ 30202 w 29915"/>
                  <a:gd name="csY0" fmla="*/ 15190 h 29897"/>
                  <a:gd name="csX1" fmla="*/ 15244 w 29915"/>
                  <a:gd name="csY1" fmla="*/ 30139 h 29897"/>
                  <a:gd name="csX2" fmla="*/ 287 w 29915"/>
                  <a:gd name="csY2" fmla="*/ 15190 h 29897"/>
                  <a:gd name="csX3" fmla="*/ 15244 w 29915"/>
                  <a:gd name="csY3" fmla="*/ 241 h 29897"/>
                  <a:gd name="csX4" fmla="*/ 30202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02" y="15190"/>
                    </a:moveTo>
                    <a:cubicBezTo>
                      <a:pt x="30202" y="23446"/>
                      <a:pt x="23505" y="30139"/>
                      <a:pt x="15244" y="30139"/>
                    </a:cubicBezTo>
                    <a:cubicBezTo>
                      <a:pt x="6984" y="30139"/>
                      <a:pt x="287" y="23446"/>
                      <a:pt x="287" y="15190"/>
                    </a:cubicBezTo>
                    <a:cubicBezTo>
                      <a:pt x="287" y="6934"/>
                      <a:pt x="6984" y="241"/>
                      <a:pt x="15244" y="241"/>
                    </a:cubicBezTo>
                    <a:cubicBezTo>
                      <a:pt x="23505" y="241"/>
                      <a:pt x="30202" y="6934"/>
                      <a:pt x="30202"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2" name="任意多边形: 形状 7831"/>
              <p:cNvSpPr/>
              <p:nvPr/>
            </p:nvSpPr>
            <p:spPr>
              <a:xfrm>
                <a:off x="5151313" y="6021637"/>
                <a:ext cx="29915" cy="29897"/>
              </a:xfrm>
              <a:custGeom>
                <a:avLst/>
                <a:gdLst>
                  <a:gd name="csX0" fmla="*/ 30202 w 29915"/>
                  <a:gd name="csY0" fmla="*/ 15202 h 29897"/>
                  <a:gd name="csX1" fmla="*/ 15244 w 29915"/>
                  <a:gd name="csY1" fmla="*/ 30151 h 29897"/>
                  <a:gd name="csX2" fmla="*/ 287 w 29915"/>
                  <a:gd name="csY2" fmla="*/ 15202 h 29897"/>
                  <a:gd name="csX3" fmla="*/ 15244 w 29915"/>
                  <a:gd name="csY3" fmla="*/ 253 h 29897"/>
                  <a:gd name="csX4" fmla="*/ 30202 w 29915"/>
                  <a:gd name="csY4" fmla="*/ 15202 h 29897"/>
                </a:gdLst>
                <a:ahLst/>
                <a:cxnLst>
                  <a:cxn ang="0">
                    <a:pos x="csX0" y="csY0"/>
                  </a:cxn>
                  <a:cxn ang="0">
                    <a:pos x="csX1" y="csY1"/>
                  </a:cxn>
                  <a:cxn ang="0">
                    <a:pos x="csX2" y="csY2"/>
                  </a:cxn>
                  <a:cxn ang="0">
                    <a:pos x="csX3" y="csY3"/>
                  </a:cxn>
                  <a:cxn ang="0">
                    <a:pos x="csX4" y="csY4"/>
                  </a:cxn>
                </a:cxnLst>
                <a:rect l="l" t="t" r="r" b="b"/>
                <a:pathLst>
                  <a:path w="29915" h="29897">
                    <a:moveTo>
                      <a:pt x="30202" y="15202"/>
                    </a:moveTo>
                    <a:cubicBezTo>
                      <a:pt x="30202" y="23458"/>
                      <a:pt x="23505" y="30151"/>
                      <a:pt x="15244" y="30151"/>
                    </a:cubicBezTo>
                    <a:cubicBezTo>
                      <a:pt x="6984" y="30151"/>
                      <a:pt x="287" y="23458"/>
                      <a:pt x="287" y="15202"/>
                    </a:cubicBezTo>
                    <a:cubicBezTo>
                      <a:pt x="287" y="6946"/>
                      <a:pt x="6984" y="253"/>
                      <a:pt x="15244" y="253"/>
                    </a:cubicBezTo>
                    <a:cubicBezTo>
                      <a:pt x="23505" y="253"/>
                      <a:pt x="30202" y="6946"/>
                      <a:pt x="30202" y="1520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3" name="任意多边形: 形状 7832"/>
              <p:cNvSpPr/>
              <p:nvPr/>
            </p:nvSpPr>
            <p:spPr>
              <a:xfrm>
                <a:off x="4513910" y="5916170"/>
                <a:ext cx="897006" cy="1468097"/>
              </a:xfrm>
              <a:custGeom>
                <a:avLst/>
                <a:gdLst>
                  <a:gd name="csX0" fmla="*/ 293 w 897006"/>
                  <a:gd name="csY0" fmla="*/ 235 h 1468097"/>
                  <a:gd name="csX1" fmla="*/ 897299 w 897006"/>
                  <a:gd name="csY1" fmla="*/ 235 h 1468097"/>
                  <a:gd name="csX2" fmla="*/ 897299 w 897006"/>
                  <a:gd name="csY2" fmla="*/ 1468332 h 1468097"/>
                  <a:gd name="csX3" fmla="*/ 293 w 897006"/>
                  <a:gd name="csY3" fmla="*/ 1468332 h 1468097"/>
                </a:gdLst>
                <a:ahLst/>
                <a:cxnLst>
                  <a:cxn ang="0">
                    <a:pos x="csX0" y="csY0"/>
                  </a:cxn>
                  <a:cxn ang="0">
                    <a:pos x="csX1" y="csY1"/>
                  </a:cxn>
                  <a:cxn ang="0">
                    <a:pos x="csX2" y="csY2"/>
                  </a:cxn>
                  <a:cxn ang="0">
                    <a:pos x="csX3" y="csY3"/>
                  </a:cxn>
                </a:cxnLst>
                <a:rect l="l" t="t" r="r" b="b"/>
                <a:pathLst>
                  <a:path w="897006" h="1468097">
                    <a:moveTo>
                      <a:pt x="293" y="235"/>
                    </a:moveTo>
                    <a:lnTo>
                      <a:pt x="897299" y="235"/>
                    </a:lnTo>
                    <a:lnTo>
                      <a:pt x="897299" y="1468332"/>
                    </a:lnTo>
                    <a:lnTo>
                      <a:pt x="293" y="1468332"/>
                    </a:lnTo>
                    <a:close/>
                  </a:path>
                </a:pathLst>
              </a:custGeom>
              <a:noFill/>
              <a:ln w="13661" cap="rnd">
                <a:solidFill>
                  <a:srgbClr val="000000"/>
                </a:solidFill>
                <a:prstDash val="solid"/>
                <a:round/>
              </a:ln>
            </p:spPr>
            <p:txBody>
              <a:bodyPr/>
              <a:lstStyle/>
              <a:p>
                <a:endParaRPr lang="zh-CN" altLang="en-US" sz="2190"/>
              </a:p>
            </p:txBody>
          </p:sp>
        </p:grpSp>
        <p:grpSp>
          <p:nvGrpSpPr>
            <p:cNvPr id="7834" name="图形 2"/>
            <p:cNvGrpSpPr/>
            <p:nvPr/>
          </p:nvGrpSpPr>
          <p:grpSpPr>
            <a:xfrm>
              <a:off x="4513910" y="7608223"/>
              <a:ext cx="897006" cy="1468097"/>
              <a:chOff x="4513910" y="7608223"/>
              <a:chExt cx="897006" cy="1468097"/>
            </a:xfrm>
          </p:grpSpPr>
          <p:sp>
            <p:nvSpPr>
              <p:cNvPr id="7835" name="任意多边形: 形状 7834"/>
              <p:cNvSpPr/>
              <p:nvPr/>
            </p:nvSpPr>
            <p:spPr>
              <a:xfrm>
                <a:off x="4758557" y="7745697"/>
                <a:ext cx="12705" cy="49156"/>
              </a:xfrm>
              <a:custGeom>
                <a:avLst/>
                <a:gdLst>
                  <a:gd name="csX0" fmla="*/ 299 w 12705"/>
                  <a:gd name="csY0" fmla="*/ 49358 h 49156"/>
                  <a:gd name="csX1" fmla="*/ 299 w 12705"/>
                  <a:gd name="csY1" fmla="*/ 201 h 49156"/>
                </a:gdLst>
                <a:ahLst/>
                <a:cxnLst>
                  <a:cxn ang="0">
                    <a:pos x="csX0" y="csY0"/>
                  </a:cxn>
                  <a:cxn ang="0">
                    <a:pos x="csX1" y="csY1"/>
                  </a:cxn>
                </a:cxnLst>
                <a:rect l="l" t="t" r="r" b="b"/>
                <a:pathLst>
                  <a:path w="12705" h="49156">
                    <a:moveTo>
                      <a:pt x="299" y="49358"/>
                    </a:moveTo>
                    <a:lnTo>
                      <a:pt x="299" y="201"/>
                    </a:lnTo>
                  </a:path>
                </a:pathLst>
              </a:custGeom>
              <a:ln w="9810" cap="flat">
                <a:solidFill>
                  <a:srgbClr val="0073C2"/>
                </a:solidFill>
                <a:prstDash val="solid"/>
                <a:round/>
              </a:ln>
            </p:spPr>
            <p:txBody>
              <a:bodyPr/>
              <a:lstStyle/>
              <a:p>
                <a:endParaRPr lang="zh-CN" altLang="en-US" sz="2190"/>
              </a:p>
            </p:txBody>
          </p:sp>
          <p:sp>
            <p:nvSpPr>
              <p:cNvPr id="7836" name="任意多边形: 形状 7835"/>
              <p:cNvSpPr/>
              <p:nvPr/>
            </p:nvSpPr>
            <p:spPr>
              <a:xfrm>
                <a:off x="4758557" y="7969653"/>
                <a:ext cx="12705" cy="94736"/>
              </a:xfrm>
              <a:custGeom>
                <a:avLst/>
                <a:gdLst>
                  <a:gd name="csX0" fmla="*/ 299 w 12705"/>
                  <a:gd name="csY0" fmla="*/ 193 h 94736"/>
                  <a:gd name="csX1" fmla="*/ 299 w 12705"/>
                  <a:gd name="csY1" fmla="*/ 94930 h 94736"/>
                </a:gdLst>
                <a:ahLst/>
                <a:cxnLst>
                  <a:cxn ang="0">
                    <a:pos x="csX0" y="csY0"/>
                  </a:cxn>
                  <a:cxn ang="0">
                    <a:pos x="csX1" y="csY1"/>
                  </a:cxn>
                </a:cxnLst>
                <a:rect l="l" t="t" r="r" b="b"/>
                <a:pathLst>
                  <a:path w="12705" h="94736">
                    <a:moveTo>
                      <a:pt x="299" y="193"/>
                    </a:moveTo>
                    <a:lnTo>
                      <a:pt x="299" y="94930"/>
                    </a:lnTo>
                  </a:path>
                </a:pathLst>
              </a:custGeom>
              <a:ln w="9810" cap="flat">
                <a:solidFill>
                  <a:srgbClr val="0073C2"/>
                </a:solidFill>
                <a:prstDash val="solid"/>
                <a:round/>
              </a:ln>
            </p:spPr>
            <p:txBody>
              <a:bodyPr/>
              <a:lstStyle/>
              <a:p>
                <a:endParaRPr lang="zh-CN" altLang="en-US" sz="2190"/>
              </a:p>
            </p:txBody>
          </p:sp>
          <p:sp>
            <p:nvSpPr>
              <p:cNvPr id="7837" name="任意多边形: 形状 7836"/>
              <p:cNvSpPr/>
              <p:nvPr/>
            </p:nvSpPr>
            <p:spPr>
              <a:xfrm>
                <a:off x="4656606" y="7794854"/>
                <a:ext cx="203902" cy="174799"/>
              </a:xfrm>
              <a:custGeom>
                <a:avLst/>
                <a:gdLst>
                  <a:gd name="csX0" fmla="*/ 299 w 203902"/>
                  <a:gd name="csY0" fmla="*/ 197 h 174799"/>
                  <a:gd name="csX1" fmla="*/ 299 w 203902"/>
                  <a:gd name="csY1" fmla="*/ 174997 h 174799"/>
                  <a:gd name="csX2" fmla="*/ 204202 w 203902"/>
                  <a:gd name="csY2" fmla="*/ 174997 h 174799"/>
                  <a:gd name="csX3" fmla="*/ 204202 w 203902"/>
                  <a:gd name="csY3" fmla="*/ 197 h 174799"/>
                  <a:gd name="csX4" fmla="*/ 299 w 203902"/>
                  <a:gd name="csY4" fmla="*/ 197 h 174799"/>
                </a:gdLst>
                <a:ahLst/>
                <a:cxnLst>
                  <a:cxn ang="0">
                    <a:pos x="csX0" y="csY0"/>
                  </a:cxn>
                  <a:cxn ang="0">
                    <a:pos x="csX1" y="csY1"/>
                  </a:cxn>
                  <a:cxn ang="0">
                    <a:pos x="csX2" y="csY2"/>
                  </a:cxn>
                  <a:cxn ang="0">
                    <a:pos x="csX3" y="csY3"/>
                  </a:cxn>
                  <a:cxn ang="0">
                    <a:pos x="csX4" y="csY4"/>
                  </a:cxn>
                </a:cxnLst>
                <a:rect l="l" t="t" r="r" b="b"/>
                <a:pathLst>
                  <a:path w="203902" h="174799">
                    <a:moveTo>
                      <a:pt x="299" y="197"/>
                    </a:moveTo>
                    <a:lnTo>
                      <a:pt x="299" y="174997"/>
                    </a:lnTo>
                    <a:lnTo>
                      <a:pt x="204202" y="174997"/>
                    </a:lnTo>
                    <a:lnTo>
                      <a:pt x="204202" y="197"/>
                    </a:lnTo>
                    <a:lnTo>
                      <a:pt x="299" y="197"/>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38" name="任意多边形: 形状 7837"/>
              <p:cNvSpPr/>
              <p:nvPr/>
            </p:nvSpPr>
            <p:spPr>
              <a:xfrm>
                <a:off x="4656606" y="7882987"/>
                <a:ext cx="203902" cy="12698"/>
              </a:xfrm>
              <a:custGeom>
                <a:avLst/>
                <a:gdLst>
                  <a:gd name="csX0" fmla="*/ 299 w 203902"/>
                  <a:gd name="csY0" fmla="*/ 197 h 12698"/>
                  <a:gd name="csX1" fmla="*/ 204202 w 203902"/>
                  <a:gd name="csY1" fmla="*/ 197 h 12698"/>
                </a:gdLst>
                <a:ahLst/>
                <a:cxnLst>
                  <a:cxn ang="0">
                    <a:pos x="csX0" y="csY0"/>
                  </a:cxn>
                  <a:cxn ang="0">
                    <a:pos x="csX1" y="csY1"/>
                  </a:cxn>
                </a:cxnLst>
                <a:rect l="l" t="t" r="r" b="b"/>
                <a:pathLst>
                  <a:path w="203902" h="12698">
                    <a:moveTo>
                      <a:pt x="299" y="197"/>
                    </a:moveTo>
                    <a:lnTo>
                      <a:pt x="204202" y="197"/>
                    </a:lnTo>
                  </a:path>
                </a:pathLst>
              </a:custGeom>
              <a:ln w="19529" cap="flat">
                <a:solidFill>
                  <a:srgbClr val="0073C2"/>
                </a:solidFill>
                <a:prstDash val="solid"/>
                <a:miter/>
              </a:ln>
            </p:spPr>
            <p:txBody>
              <a:bodyPr/>
              <a:lstStyle/>
              <a:p>
                <a:endParaRPr lang="zh-CN" altLang="en-US" sz="2190"/>
              </a:p>
            </p:txBody>
          </p:sp>
          <p:sp>
            <p:nvSpPr>
              <p:cNvPr id="7839" name="任意多边形: 形状 7838"/>
              <p:cNvSpPr/>
              <p:nvPr/>
            </p:nvSpPr>
            <p:spPr>
              <a:xfrm>
                <a:off x="5166270" y="7674988"/>
                <a:ext cx="12705" cy="451947"/>
              </a:xfrm>
              <a:custGeom>
                <a:avLst/>
                <a:gdLst>
                  <a:gd name="csX0" fmla="*/ 287 w 12705"/>
                  <a:gd name="csY0" fmla="*/ 452145 h 451947"/>
                  <a:gd name="csX1" fmla="*/ 287 w 12705"/>
                  <a:gd name="csY1" fmla="*/ 197 h 451947"/>
                </a:gdLst>
                <a:ahLst/>
                <a:cxnLst>
                  <a:cxn ang="0">
                    <a:pos x="csX0" y="csY0"/>
                  </a:cxn>
                  <a:cxn ang="0">
                    <a:pos x="csX1" y="csY1"/>
                  </a:cxn>
                </a:cxnLst>
                <a:rect l="l" t="t" r="r" b="b"/>
                <a:pathLst>
                  <a:path w="12705" h="451947">
                    <a:moveTo>
                      <a:pt x="287" y="452145"/>
                    </a:moveTo>
                    <a:lnTo>
                      <a:pt x="287" y="197"/>
                    </a:lnTo>
                  </a:path>
                </a:pathLst>
              </a:custGeom>
              <a:ln w="9810" cap="flat">
                <a:solidFill>
                  <a:srgbClr val="EFC000"/>
                </a:solidFill>
                <a:prstDash val="solid"/>
                <a:round/>
              </a:ln>
            </p:spPr>
            <p:txBody>
              <a:bodyPr/>
              <a:lstStyle/>
              <a:p>
                <a:endParaRPr lang="zh-CN" altLang="en-US" sz="2190"/>
              </a:p>
            </p:txBody>
          </p:sp>
          <p:sp>
            <p:nvSpPr>
              <p:cNvPr id="7840" name="任意多边形: 形状 7839"/>
              <p:cNvSpPr/>
              <p:nvPr/>
            </p:nvSpPr>
            <p:spPr>
              <a:xfrm>
                <a:off x="5166270" y="8851355"/>
                <a:ext cx="12705" cy="141600"/>
              </a:xfrm>
              <a:custGeom>
                <a:avLst/>
                <a:gdLst>
                  <a:gd name="csX0" fmla="*/ 287 w 12705"/>
                  <a:gd name="csY0" fmla="*/ 166 h 141600"/>
                  <a:gd name="csX1" fmla="*/ 287 w 12705"/>
                  <a:gd name="csY1" fmla="*/ 141766 h 141600"/>
                </a:gdLst>
                <a:ahLst/>
                <a:cxnLst>
                  <a:cxn ang="0">
                    <a:pos x="csX0" y="csY0"/>
                  </a:cxn>
                  <a:cxn ang="0">
                    <a:pos x="csX1" y="csY1"/>
                  </a:cxn>
                </a:cxnLst>
                <a:rect l="l" t="t" r="r" b="b"/>
                <a:pathLst>
                  <a:path w="12705" h="141600">
                    <a:moveTo>
                      <a:pt x="287" y="166"/>
                    </a:moveTo>
                    <a:lnTo>
                      <a:pt x="287" y="141766"/>
                    </a:lnTo>
                  </a:path>
                </a:pathLst>
              </a:custGeom>
              <a:ln w="9810" cap="flat">
                <a:solidFill>
                  <a:srgbClr val="EFC000"/>
                </a:solidFill>
                <a:prstDash val="solid"/>
                <a:round/>
              </a:ln>
            </p:spPr>
            <p:txBody>
              <a:bodyPr/>
              <a:lstStyle/>
              <a:p>
                <a:endParaRPr lang="zh-CN" altLang="en-US" sz="2190"/>
              </a:p>
            </p:txBody>
          </p:sp>
          <p:sp>
            <p:nvSpPr>
              <p:cNvPr id="7841" name="任意多边形: 形状 7840"/>
              <p:cNvSpPr/>
              <p:nvPr/>
            </p:nvSpPr>
            <p:spPr>
              <a:xfrm>
                <a:off x="5064319" y="8126936"/>
                <a:ext cx="203902" cy="724418"/>
              </a:xfrm>
              <a:custGeom>
                <a:avLst/>
                <a:gdLst>
                  <a:gd name="csX0" fmla="*/ 287 w 203902"/>
                  <a:gd name="csY0" fmla="*/ 179 h 724418"/>
                  <a:gd name="csX1" fmla="*/ 287 w 203902"/>
                  <a:gd name="csY1" fmla="*/ 724598 h 724418"/>
                  <a:gd name="csX2" fmla="*/ 204189 w 203902"/>
                  <a:gd name="csY2" fmla="*/ 724598 h 724418"/>
                  <a:gd name="csX3" fmla="*/ 204189 w 203902"/>
                  <a:gd name="csY3" fmla="*/ 179 h 724418"/>
                  <a:gd name="csX4" fmla="*/ 287 w 203902"/>
                  <a:gd name="csY4" fmla="*/ 179 h 724418"/>
                </a:gdLst>
                <a:ahLst/>
                <a:cxnLst>
                  <a:cxn ang="0">
                    <a:pos x="csX0" y="csY0"/>
                  </a:cxn>
                  <a:cxn ang="0">
                    <a:pos x="csX1" y="csY1"/>
                  </a:cxn>
                  <a:cxn ang="0">
                    <a:pos x="csX2" y="csY2"/>
                  </a:cxn>
                  <a:cxn ang="0">
                    <a:pos x="csX3" y="csY3"/>
                  </a:cxn>
                  <a:cxn ang="0">
                    <a:pos x="csX4" y="csY4"/>
                  </a:cxn>
                </a:cxnLst>
                <a:rect l="l" t="t" r="r" b="b"/>
                <a:pathLst>
                  <a:path w="203902" h="724418">
                    <a:moveTo>
                      <a:pt x="287" y="179"/>
                    </a:moveTo>
                    <a:lnTo>
                      <a:pt x="287" y="724598"/>
                    </a:lnTo>
                    <a:lnTo>
                      <a:pt x="204189" y="724598"/>
                    </a:lnTo>
                    <a:lnTo>
                      <a:pt x="204189" y="179"/>
                    </a:lnTo>
                    <a:lnTo>
                      <a:pt x="287" y="17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42" name="任意多边形: 形状 7841"/>
              <p:cNvSpPr/>
              <p:nvPr/>
            </p:nvSpPr>
            <p:spPr>
              <a:xfrm>
                <a:off x="5064319" y="8609332"/>
                <a:ext cx="203902" cy="12698"/>
              </a:xfrm>
              <a:custGeom>
                <a:avLst/>
                <a:gdLst>
                  <a:gd name="csX0" fmla="*/ 287 w 203902"/>
                  <a:gd name="csY0" fmla="*/ 175 h 12698"/>
                  <a:gd name="csX1" fmla="*/ 204189 w 203902"/>
                  <a:gd name="csY1" fmla="*/ 175 h 12698"/>
                </a:gdLst>
                <a:ahLst/>
                <a:cxnLst>
                  <a:cxn ang="0">
                    <a:pos x="csX0" y="csY0"/>
                  </a:cxn>
                  <a:cxn ang="0">
                    <a:pos x="csX1" y="csY1"/>
                  </a:cxn>
                </a:cxnLst>
                <a:rect l="l" t="t" r="r" b="b"/>
                <a:pathLst>
                  <a:path w="203902" h="12698">
                    <a:moveTo>
                      <a:pt x="287" y="175"/>
                    </a:moveTo>
                    <a:lnTo>
                      <a:pt x="204189" y="175"/>
                    </a:lnTo>
                  </a:path>
                </a:pathLst>
              </a:custGeom>
              <a:ln w="19529" cap="flat">
                <a:solidFill>
                  <a:srgbClr val="EFC000"/>
                </a:solidFill>
                <a:prstDash val="solid"/>
                <a:miter/>
              </a:ln>
            </p:spPr>
            <p:txBody>
              <a:bodyPr/>
              <a:lstStyle/>
              <a:p>
                <a:endParaRPr lang="zh-CN" altLang="en-US" sz="2190"/>
              </a:p>
            </p:txBody>
          </p:sp>
          <p:sp>
            <p:nvSpPr>
              <p:cNvPr id="7843" name="任意多边形: 形状 7842"/>
              <p:cNvSpPr/>
              <p:nvPr/>
            </p:nvSpPr>
            <p:spPr>
              <a:xfrm>
                <a:off x="4758557" y="8064390"/>
                <a:ext cx="407713" cy="544942"/>
              </a:xfrm>
              <a:custGeom>
                <a:avLst/>
                <a:gdLst>
                  <a:gd name="csX0" fmla="*/ 293 w 407713"/>
                  <a:gd name="csY0" fmla="*/ 184 h 544942"/>
                  <a:gd name="csX1" fmla="*/ 408006 w 407713"/>
                  <a:gd name="csY1" fmla="*/ 545126 h 544942"/>
                </a:gdLst>
                <a:ahLst/>
                <a:cxnLst>
                  <a:cxn ang="0">
                    <a:pos x="csX0" y="csY0"/>
                  </a:cxn>
                  <a:cxn ang="0">
                    <a:pos x="csX1" y="csY1"/>
                  </a:cxn>
                </a:cxnLst>
                <a:rect l="l" t="t" r="r" b="b"/>
                <a:pathLst>
                  <a:path w="407713" h="544942">
                    <a:moveTo>
                      <a:pt x="293" y="184"/>
                    </a:moveTo>
                    <a:lnTo>
                      <a:pt x="408006" y="545126"/>
                    </a:lnTo>
                  </a:path>
                </a:pathLst>
              </a:custGeom>
              <a:noFill/>
              <a:ln w="7793" cap="flat">
                <a:solidFill>
                  <a:srgbClr val="000000"/>
                </a:solidFill>
                <a:prstDash val="solid"/>
                <a:round/>
              </a:ln>
            </p:spPr>
            <p:txBody>
              <a:bodyPr/>
              <a:lstStyle/>
              <a:p>
                <a:endParaRPr lang="zh-CN" altLang="en-US" sz="2190"/>
              </a:p>
            </p:txBody>
          </p:sp>
          <p:sp>
            <p:nvSpPr>
              <p:cNvPr id="7844" name="任意多边形: 形状 7843"/>
              <p:cNvSpPr/>
              <p:nvPr/>
            </p:nvSpPr>
            <p:spPr>
              <a:xfrm>
                <a:off x="4758557" y="7908941"/>
                <a:ext cx="407713" cy="185621"/>
              </a:xfrm>
              <a:custGeom>
                <a:avLst/>
                <a:gdLst>
                  <a:gd name="csX0" fmla="*/ 293 w 407713"/>
                  <a:gd name="csY0" fmla="*/ 194 h 185621"/>
                  <a:gd name="csX1" fmla="*/ 408006 w 407713"/>
                  <a:gd name="csY1" fmla="*/ 185815 h 185621"/>
                </a:gdLst>
                <a:ahLst/>
                <a:cxnLst>
                  <a:cxn ang="0">
                    <a:pos x="csX0" y="csY0"/>
                  </a:cxn>
                  <a:cxn ang="0">
                    <a:pos x="csX1" y="csY1"/>
                  </a:cxn>
                </a:cxnLst>
                <a:rect l="l" t="t" r="r" b="b"/>
                <a:pathLst>
                  <a:path w="407713" h="185621">
                    <a:moveTo>
                      <a:pt x="293" y="194"/>
                    </a:moveTo>
                    <a:lnTo>
                      <a:pt x="408006" y="185815"/>
                    </a:lnTo>
                  </a:path>
                </a:pathLst>
              </a:custGeom>
              <a:noFill/>
              <a:ln w="7793" cap="flat">
                <a:solidFill>
                  <a:srgbClr val="000000"/>
                </a:solidFill>
                <a:prstDash val="solid"/>
                <a:round/>
              </a:ln>
            </p:spPr>
            <p:txBody>
              <a:bodyPr/>
              <a:lstStyle/>
              <a:p>
                <a:endParaRPr lang="zh-CN" altLang="en-US" sz="2190"/>
              </a:p>
            </p:txBody>
          </p:sp>
          <p:sp>
            <p:nvSpPr>
              <p:cNvPr id="7845" name="任意多边形: 形状 7844"/>
              <p:cNvSpPr/>
              <p:nvPr/>
            </p:nvSpPr>
            <p:spPr>
              <a:xfrm>
                <a:off x="4758557" y="7989829"/>
                <a:ext cx="407713" cy="861525"/>
              </a:xfrm>
              <a:custGeom>
                <a:avLst/>
                <a:gdLst>
                  <a:gd name="csX0" fmla="*/ 293 w 407713"/>
                  <a:gd name="csY0" fmla="*/ 181 h 861525"/>
                  <a:gd name="csX1" fmla="*/ 408006 w 407713"/>
                  <a:gd name="csY1" fmla="*/ 861707 h 861525"/>
                </a:gdLst>
                <a:ahLst/>
                <a:cxnLst>
                  <a:cxn ang="0">
                    <a:pos x="csX0" y="csY0"/>
                  </a:cxn>
                  <a:cxn ang="0">
                    <a:pos x="csX1" y="csY1"/>
                  </a:cxn>
                </a:cxnLst>
                <a:rect l="l" t="t" r="r" b="b"/>
                <a:pathLst>
                  <a:path w="407713" h="861525">
                    <a:moveTo>
                      <a:pt x="293" y="181"/>
                    </a:moveTo>
                    <a:lnTo>
                      <a:pt x="408006" y="861707"/>
                    </a:lnTo>
                  </a:path>
                </a:pathLst>
              </a:custGeom>
              <a:noFill/>
              <a:ln w="7793" cap="flat">
                <a:solidFill>
                  <a:srgbClr val="000000"/>
                </a:solidFill>
                <a:prstDash val="solid"/>
                <a:round/>
              </a:ln>
            </p:spPr>
            <p:txBody>
              <a:bodyPr/>
              <a:lstStyle/>
              <a:p>
                <a:endParaRPr lang="zh-CN" altLang="en-US" sz="2190"/>
              </a:p>
            </p:txBody>
          </p:sp>
          <p:sp>
            <p:nvSpPr>
              <p:cNvPr id="7846" name="任意多边形: 形状 7845"/>
              <p:cNvSpPr/>
              <p:nvPr/>
            </p:nvSpPr>
            <p:spPr>
              <a:xfrm>
                <a:off x="4758557" y="7857033"/>
                <a:ext cx="407713" cy="266693"/>
              </a:xfrm>
              <a:custGeom>
                <a:avLst/>
                <a:gdLst>
                  <a:gd name="csX0" fmla="*/ 293 w 407713"/>
                  <a:gd name="csY0" fmla="*/ 194 h 266693"/>
                  <a:gd name="csX1" fmla="*/ 408006 w 407713"/>
                  <a:gd name="csY1" fmla="*/ 266887 h 266693"/>
                </a:gdLst>
                <a:ahLst/>
                <a:cxnLst>
                  <a:cxn ang="0">
                    <a:pos x="csX0" y="csY0"/>
                  </a:cxn>
                  <a:cxn ang="0">
                    <a:pos x="csX1" y="csY1"/>
                  </a:cxn>
                </a:cxnLst>
                <a:rect l="l" t="t" r="r" b="b"/>
                <a:pathLst>
                  <a:path w="407713" h="266693">
                    <a:moveTo>
                      <a:pt x="293" y="194"/>
                    </a:moveTo>
                    <a:lnTo>
                      <a:pt x="408006" y="266887"/>
                    </a:lnTo>
                  </a:path>
                </a:pathLst>
              </a:custGeom>
              <a:noFill/>
              <a:ln w="7793" cap="flat">
                <a:solidFill>
                  <a:srgbClr val="000000"/>
                </a:solidFill>
                <a:prstDash val="solid"/>
                <a:round/>
              </a:ln>
            </p:spPr>
            <p:txBody>
              <a:bodyPr/>
              <a:lstStyle/>
              <a:p>
                <a:endParaRPr lang="zh-CN" altLang="en-US" sz="2190"/>
              </a:p>
            </p:txBody>
          </p:sp>
          <p:sp>
            <p:nvSpPr>
              <p:cNvPr id="7847" name="任意多边形: 形状 7846"/>
              <p:cNvSpPr/>
              <p:nvPr/>
            </p:nvSpPr>
            <p:spPr>
              <a:xfrm>
                <a:off x="4758557" y="7774127"/>
                <a:ext cx="407713" cy="920954"/>
              </a:xfrm>
              <a:custGeom>
                <a:avLst/>
                <a:gdLst>
                  <a:gd name="csX0" fmla="*/ 293 w 407713"/>
                  <a:gd name="csY0" fmla="*/ 187 h 920954"/>
                  <a:gd name="csX1" fmla="*/ 408006 w 407713"/>
                  <a:gd name="csY1" fmla="*/ 921141 h 920954"/>
                </a:gdLst>
                <a:ahLst/>
                <a:cxnLst>
                  <a:cxn ang="0">
                    <a:pos x="csX0" y="csY0"/>
                  </a:cxn>
                  <a:cxn ang="0">
                    <a:pos x="csX1" y="csY1"/>
                  </a:cxn>
                </a:cxnLst>
                <a:rect l="l" t="t" r="r" b="b"/>
                <a:pathLst>
                  <a:path w="407713" h="920954">
                    <a:moveTo>
                      <a:pt x="293" y="187"/>
                    </a:moveTo>
                    <a:lnTo>
                      <a:pt x="408006" y="921141"/>
                    </a:lnTo>
                  </a:path>
                </a:pathLst>
              </a:custGeom>
              <a:noFill/>
              <a:ln w="7793" cap="flat">
                <a:solidFill>
                  <a:srgbClr val="000000"/>
                </a:solidFill>
                <a:prstDash val="solid"/>
                <a:round/>
              </a:ln>
            </p:spPr>
            <p:txBody>
              <a:bodyPr/>
              <a:lstStyle/>
              <a:p>
                <a:endParaRPr lang="zh-CN" altLang="en-US" sz="2190"/>
              </a:p>
            </p:txBody>
          </p:sp>
          <p:sp>
            <p:nvSpPr>
              <p:cNvPr id="7848" name="任意多边形: 形状 7847"/>
              <p:cNvSpPr/>
              <p:nvPr/>
            </p:nvSpPr>
            <p:spPr>
              <a:xfrm>
                <a:off x="4758557" y="7745697"/>
                <a:ext cx="407713" cy="1201403"/>
              </a:xfrm>
              <a:custGeom>
                <a:avLst/>
                <a:gdLst>
                  <a:gd name="csX0" fmla="*/ 293 w 407713"/>
                  <a:gd name="csY0" fmla="*/ 183 h 1201403"/>
                  <a:gd name="csX1" fmla="*/ 408006 w 407713"/>
                  <a:gd name="csY1" fmla="*/ 1201587 h 1201403"/>
                </a:gdLst>
                <a:ahLst/>
                <a:cxnLst>
                  <a:cxn ang="0">
                    <a:pos x="csX0" y="csY0"/>
                  </a:cxn>
                  <a:cxn ang="0">
                    <a:pos x="csX1" y="csY1"/>
                  </a:cxn>
                </a:cxnLst>
                <a:rect l="l" t="t" r="r" b="b"/>
                <a:pathLst>
                  <a:path w="407713" h="1201403">
                    <a:moveTo>
                      <a:pt x="293" y="183"/>
                    </a:moveTo>
                    <a:lnTo>
                      <a:pt x="408006" y="1201587"/>
                    </a:lnTo>
                  </a:path>
                </a:pathLst>
              </a:custGeom>
              <a:noFill/>
              <a:ln w="7793" cap="flat">
                <a:solidFill>
                  <a:srgbClr val="000000"/>
                </a:solidFill>
                <a:prstDash val="solid"/>
                <a:round/>
              </a:ln>
            </p:spPr>
            <p:txBody>
              <a:bodyPr/>
              <a:lstStyle/>
              <a:p>
                <a:endParaRPr lang="zh-CN" altLang="en-US" sz="2190"/>
              </a:p>
            </p:txBody>
          </p:sp>
          <p:sp>
            <p:nvSpPr>
              <p:cNvPr id="7849" name="任意多边形: 形状 7848"/>
              <p:cNvSpPr/>
              <p:nvPr/>
            </p:nvSpPr>
            <p:spPr>
              <a:xfrm>
                <a:off x="4743599" y="8049441"/>
                <a:ext cx="29915" cy="29897"/>
              </a:xfrm>
              <a:custGeom>
                <a:avLst/>
                <a:gdLst>
                  <a:gd name="csX0" fmla="*/ 30215 w 29915"/>
                  <a:gd name="csY0" fmla="*/ 15141 h 29897"/>
                  <a:gd name="csX1" fmla="*/ 15257 w 29915"/>
                  <a:gd name="csY1" fmla="*/ 30089 h 29897"/>
                  <a:gd name="csX2" fmla="*/ 299 w 29915"/>
                  <a:gd name="csY2" fmla="*/ 15141 h 29897"/>
                  <a:gd name="csX3" fmla="*/ 15257 w 29915"/>
                  <a:gd name="csY3" fmla="*/ 192 h 29897"/>
                  <a:gd name="csX4" fmla="*/ 30215 w 29915"/>
                  <a:gd name="csY4" fmla="*/ 15141 h 29897"/>
                </a:gdLst>
                <a:ahLst/>
                <a:cxnLst>
                  <a:cxn ang="0">
                    <a:pos x="csX0" y="csY0"/>
                  </a:cxn>
                  <a:cxn ang="0">
                    <a:pos x="csX1" y="csY1"/>
                  </a:cxn>
                  <a:cxn ang="0">
                    <a:pos x="csX2" y="csY2"/>
                  </a:cxn>
                  <a:cxn ang="0">
                    <a:pos x="csX3" y="csY3"/>
                  </a:cxn>
                  <a:cxn ang="0">
                    <a:pos x="csX4" y="csY4"/>
                  </a:cxn>
                </a:cxnLst>
                <a:rect l="l" t="t" r="r" b="b"/>
                <a:pathLst>
                  <a:path w="29915" h="29897">
                    <a:moveTo>
                      <a:pt x="30215" y="15141"/>
                    </a:moveTo>
                    <a:cubicBezTo>
                      <a:pt x="30215" y="23397"/>
                      <a:pt x="23518" y="30089"/>
                      <a:pt x="15257" y="30089"/>
                    </a:cubicBezTo>
                    <a:cubicBezTo>
                      <a:pt x="6996" y="30089"/>
                      <a:pt x="299" y="23397"/>
                      <a:pt x="299" y="15141"/>
                    </a:cubicBezTo>
                    <a:cubicBezTo>
                      <a:pt x="299" y="6884"/>
                      <a:pt x="6996" y="192"/>
                      <a:pt x="15257" y="192"/>
                    </a:cubicBezTo>
                    <a:cubicBezTo>
                      <a:pt x="23518" y="192"/>
                      <a:pt x="30215" y="6884"/>
                      <a:pt x="30215" y="1514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0" name="任意多边形: 形状 7849"/>
              <p:cNvSpPr/>
              <p:nvPr/>
            </p:nvSpPr>
            <p:spPr>
              <a:xfrm>
                <a:off x="5151313" y="8594383"/>
                <a:ext cx="29915" cy="29897"/>
              </a:xfrm>
              <a:custGeom>
                <a:avLst/>
                <a:gdLst>
                  <a:gd name="csX0" fmla="*/ 30202 w 29915"/>
                  <a:gd name="csY0" fmla="*/ 15124 h 29897"/>
                  <a:gd name="csX1" fmla="*/ 15244 w 29915"/>
                  <a:gd name="csY1" fmla="*/ 30073 h 29897"/>
                  <a:gd name="csX2" fmla="*/ 287 w 29915"/>
                  <a:gd name="csY2" fmla="*/ 15124 h 29897"/>
                  <a:gd name="csX3" fmla="*/ 15244 w 29915"/>
                  <a:gd name="csY3" fmla="*/ 175 h 29897"/>
                  <a:gd name="csX4" fmla="*/ 30202 w 29915"/>
                  <a:gd name="csY4" fmla="*/ 15124 h 29897"/>
                </a:gdLst>
                <a:ahLst/>
                <a:cxnLst>
                  <a:cxn ang="0">
                    <a:pos x="csX0" y="csY0"/>
                  </a:cxn>
                  <a:cxn ang="0">
                    <a:pos x="csX1" y="csY1"/>
                  </a:cxn>
                  <a:cxn ang="0">
                    <a:pos x="csX2" y="csY2"/>
                  </a:cxn>
                  <a:cxn ang="0">
                    <a:pos x="csX3" y="csY3"/>
                  </a:cxn>
                  <a:cxn ang="0">
                    <a:pos x="csX4" y="csY4"/>
                  </a:cxn>
                </a:cxnLst>
                <a:rect l="l" t="t" r="r" b="b"/>
                <a:pathLst>
                  <a:path w="29915" h="29897">
                    <a:moveTo>
                      <a:pt x="30202" y="15124"/>
                    </a:moveTo>
                    <a:cubicBezTo>
                      <a:pt x="30202" y="23380"/>
                      <a:pt x="23505" y="30073"/>
                      <a:pt x="15244" y="30073"/>
                    </a:cubicBezTo>
                    <a:cubicBezTo>
                      <a:pt x="6984" y="30073"/>
                      <a:pt x="287" y="23380"/>
                      <a:pt x="287" y="15124"/>
                    </a:cubicBezTo>
                    <a:cubicBezTo>
                      <a:pt x="287" y="6868"/>
                      <a:pt x="6984" y="175"/>
                      <a:pt x="15244" y="175"/>
                    </a:cubicBezTo>
                    <a:cubicBezTo>
                      <a:pt x="23505" y="175"/>
                      <a:pt x="30202" y="6868"/>
                      <a:pt x="30202" y="151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1" name="任意多边形: 形状 7850"/>
              <p:cNvSpPr/>
              <p:nvPr/>
            </p:nvSpPr>
            <p:spPr>
              <a:xfrm>
                <a:off x="5151313" y="8776978"/>
                <a:ext cx="29915" cy="29897"/>
              </a:xfrm>
              <a:custGeom>
                <a:avLst/>
                <a:gdLst>
                  <a:gd name="csX0" fmla="*/ 30202 w 29915"/>
                  <a:gd name="csY0" fmla="*/ 15119 h 29897"/>
                  <a:gd name="csX1" fmla="*/ 15244 w 29915"/>
                  <a:gd name="csY1" fmla="*/ 30068 h 29897"/>
                  <a:gd name="csX2" fmla="*/ 287 w 29915"/>
                  <a:gd name="csY2" fmla="*/ 15119 h 29897"/>
                  <a:gd name="csX3" fmla="*/ 15244 w 29915"/>
                  <a:gd name="csY3" fmla="*/ 170 h 29897"/>
                  <a:gd name="csX4" fmla="*/ 30202 w 29915"/>
                  <a:gd name="csY4" fmla="*/ 15119 h 29897"/>
                </a:gdLst>
                <a:ahLst/>
                <a:cxnLst>
                  <a:cxn ang="0">
                    <a:pos x="csX0" y="csY0"/>
                  </a:cxn>
                  <a:cxn ang="0">
                    <a:pos x="csX1" y="csY1"/>
                  </a:cxn>
                  <a:cxn ang="0">
                    <a:pos x="csX2" y="csY2"/>
                  </a:cxn>
                  <a:cxn ang="0">
                    <a:pos x="csX3" y="csY3"/>
                  </a:cxn>
                  <a:cxn ang="0">
                    <a:pos x="csX4" y="csY4"/>
                  </a:cxn>
                </a:cxnLst>
                <a:rect l="l" t="t" r="r" b="b"/>
                <a:pathLst>
                  <a:path w="29915" h="29897">
                    <a:moveTo>
                      <a:pt x="30202" y="15119"/>
                    </a:moveTo>
                    <a:cubicBezTo>
                      <a:pt x="30202" y="23375"/>
                      <a:pt x="23505" y="30068"/>
                      <a:pt x="15244" y="30068"/>
                    </a:cubicBezTo>
                    <a:cubicBezTo>
                      <a:pt x="6984" y="30068"/>
                      <a:pt x="287" y="23375"/>
                      <a:pt x="287" y="15119"/>
                    </a:cubicBezTo>
                    <a:cubicBezTo>
                      <a:pt x="287" y="6863"/>
                      <a:pt x="6984" y="170"/>
                      <a:pt x="15244" y="170"/>
                    </a:cubicBezTo>
                    <a:cubicBezTo>
                      <a:pt x="23505" y="170"/>
                      <a:pt x="30202" y="6863"/>
                      <a:pt x="30202" y="1511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2" name="任意多边形: 形状 7851"/>
              <p:cNvSpPr/>
              <p:nvPr/>
            </p:nvSpPr>
            <p:spPr>
              <a:xfrm>
                <a:off x="5151313" y="8222865"/>
                <a:ext cx="29915" cy="29897"/>
              </a:xfrm>
              <a:custGeom>
                <a:avLst/>
                <a:gdLst>
                  <a:gd name="csX0" fmla="*/ 30202 w 29915"/>
                  <a:gd name="csY0" fmla="*/ 15135 h 29897"/>
                  <a:gd name="csX1" fmla="*/ 15244 w 29915"/>
                  <a:gd name="csY1" fmla="*/ 30084 h 29897"/>
                  <a:gd name="csX2" fmla="*/ 287 w 29915"/>
                  <a:gd name="csY2" fmla="*/ 15135 h 29897"/>
                  <a:gd name="csX3" fmla="*/ 15244 w 29915"/>
                  <a:gd name="csY3" fmla="*/ 187 h 29897"/>
                  <a:gd name="csX4" fmla="*/ 30202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202" y="15135"/>
                    </a:moveTo>
                    <a:cubicBezTo>
                      <a:pt x="30202" y="23391"/>
                      <a:pt x="23505" y="30084"/>
                      <a:pt x="15244" y="30084"/>
                    </a:cubicBezTo>
                    <a:cubicBezTo>
                      <a:pt x="6984" y="30084"/>
                      <a:pt x="287" y="23391"/>
                      <a:pt x="287" y="15135"/>
                    </a:cubicBezTo>
                    <a:cubicBezTo>
                      <a:pt x="287" y="6879"/>
                      <a:pt x="6984" y="187"/>
                      <a:pt x="15244" y="187"/>
                    </a:cubicBezTo>
                    <a:cubicBezTo>
                      <a:pt x="23505" y="187"/>
                      <a:pt x="30202" y="6879"/>
                      <a:pt x="30202"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3" name="任意多边形: 形状 7852"/>
              <p:cNvSpPr/>
              <p:nvPr/>
            </p:nvSpPr>
            <p:spPr>
              <a:xfrm>
                <a:off x="4743599" y="7893992"/>
                <a:ext cx="29915" cy="29897"/>
              </a:xfrm>
              <a:custGeom>
                <a:avLst/>
                <a:gdLst>
                  <a:gd name="csX0" fmla="*/ 30215 w 29915"/>
                  <a:gd name="csY0" fmla="*/ 15145 h 29897"/>
                  <a:gd name="csX1" fmla="*/ 15257 w 29915"/>
                  <a:gd name="csY1" fmla="*/ 30094 h 29897"/>
                  <a:gd name="csX2" fmla="*/ 299 w 29915"/>
                  <a:gd name="csY2" fmla="*/ 15145 h 29897"/>
                  <a:gd name="csX3" fmla="*/ 15257 w 29915"/>
                  <a:gd name="csY3" fmla="*/ 197 h 29897"/>
                  <a:gd name="csX4" fmla="*/ 30215 w 29915"/>
                  <a:gd name="csY4" fmla="*/ 15145 h 29897"/>
                </a:gdLst>
                <a:ahLst/>
                <a:cxnLst>
                  <a:cxn ang="0">
                    <a:pos x="csX0" y="csY0"/>
                  </a:cxn>
                  <a:cxn ang="0">
                    <a:pos x="csX1" y="csY1"/>
                  </a:cxn>
                  <a:cxn ang="0">
                    <a:pos x="csX2" y="csY2"/>
                  </a:cxn>
                  <a:cxn ang="0">
                    <a:pos x="csX3" y="csY3"/>
                  </a:cxn>
                  <a:cxn ang="0">
                    <a:pos x="csX4" y="csY4"/>
                  </a:cxn>
                </a:cxnLst>
                <a:rect l="l" t="t" r="r" b="b"/>
                <a:pathLst>
                  <a:path w="29915" h="29897">
                    <a:moveTo>
                      <a:pt x="30215" y="15145"/>
                    </a:moveTo>
                    <a:cubicBezTo>
                      <a:pt x="30215" y="23402"/>
                      <a:pt x="23518" y="30094"/>
                      <a:pt x="15257" y="30094"/>
                    </a:cubicBezTo>
                    <a:cubicBezTo>
                      <a:pt x="6996" y="30094"/>
                      <a:pt x="299" y="23402"/>
                      <a:pt x="299" y="15145"/>
                    </a:cubicBezTo>
                    <a:cubicBezTo>
                      <a:pt x="299" y="6889"/>
                      <a:pt x="6996" y="197"/>
                      <a:pt x="15257" y="197"/>
                    </a:cubicBezTo>
                    <a:cubicBezTo>
                      <a:pt x="23518" y="197"/>
                      <a:pt x="30215" y="6889"/>
                      <a:pt x="30215" y="1514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4" name="任意多边形: 形状 7853"/>
              <p:cNvSpPr/>
              <p:nvPr/>
            </p:nvSpPr>
            <p:spPr>
              <a:xfrm>
                <a:off x="5151313" y="8079614"/>
                <a:ext cx="29915" cy="29897"/>
              </a:xfrm>
              <a:custGeom>
                <a:avLst/>
                <a:gdLst>
                  <a:gd name="csX0" fmla="*/ 30202 w 29915"/>
                  <a:gd name="csY0" fmla="*/ 15140 h 29897"/>
                  <a:gd name="csX1" fmla="*/ 15244 w 29915"/>
                  <a:gd name="csY1" fmla="*/ 30089 h 29897"/>
                  <a:gd name="csX2" fmla="*/ 287 w 29915"/>
                  <a:gd name="csY2" fmla="*/ 15140 h 29897"/>
                  <a:gd name="csX3" fmla="*/ 15244 w 29915"/>
                  <a:gd name="csY3" fmla="*/ 191 h 29897"/>
                  <a:gd name="csX4" fmla="*/ 30202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202" y="15140"/>
                    </a:moveTo>
                    <a:cubicBezTo>
                      <a:pt x="30202" y="23396"/>
                      <a:pt x="23505" y="30089"/>
                      <a:pt x="15244" y="30089"/>
                    </a:cubicBezTo>
                    <a:cubicBezTo>
                      <a:pt x="6984" y="30089"/>
                      <a:pt x="287" y="23396"/>
                      <a:pt x="287" y="15140"/>
                    </a:cubicBezTo>
                    <a:cubicBezTo>
                      <a:pt x="287" y="6884"/>
                      <a:pt x="6984" y="191"/>
                      <a:pt x="15244" y="191"/>
                    </a:cubicBezTo>
                    <a:cubicBezTo>
                      <a:pt x="23505" y="191"/>
                      <a:pt x="30202" y="6884"/>
                      <a:pt x="30202"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5" name="任意多边形: 形状 7854"/>
              <p:cNvSpPr/>
              <p:nvPr/>
            </p:nvSpPr>
            <p:spPr>
              <a:xfrm>
                <a:off x="5151313" y="8942699"/>
                <a:ext cx="29915" cy="29897"/>
              </a:xfrm>
              <a:custGeom>
                <a:avLst/>
                <a:gdLst>
                  <a:gd name="csX0" fmla="*/ 30202 w 29915"/>
                  <a:gd name="csY0" fmla="*/ 15114 h 29897"/>
                  <a:gd name="csX1" fmla="*/ 15244 w 29915"/>
                  <a:gd name="csY1" fmla="*/ 30063 h 29897"/>
                  <a:gd name="csX2" fmla="*/ 287 w 29915"/>
                  <a:gd name="csY2" fmla="*/ 15114 h 29897"/>
                  <a:gd name="csX3" fmla="*/ 15244 w 29915"/>
                  <a:gd name="csY3" fmla="*/ 165 h 29897"/>
                  <a:gd name="csX4" fmla="*/ 30202 w 29915"/>
                  <a:gd name="csY4" fmla="*/ 15114 h 29897"/>
                </a:gdLst>
                <a:ahLst/>
                <a:cxnLst>
                  <a:cxn ang="0">
                    <a:pos x="csX0" y="csY0"/>
                  </a:cxn>
                  <a:cxn ang="0">
                    <a:pos x="csX1" y="csY1"/>
                  </a:cxn>
                  <a:cxn ang="0">
                    <a:pos x="csX2" y="csY2"/>
                  </a:cxn>
                  <a:cxn ang="0">
                    <a:pos x="csX3" y="csY3"/>
                  </a:cxn>
                  <a:cxn ang="0">
                    <a:pos x="csX4" y="csY4"/>
                  </a:cxn>
                </a:cxnLst>
                <a:rect l="l" t="t" r="r" b="b"/>
                <a:pathLst>
                  <a:path w="29915" h="29897">
                    <a:moveTo>
                      <a:pt x="30202" y="15114"/>
                    </a:moveTo>
                    <a:cubicBezTo>
                      <a:pt x="30202" y="23370"/>
                      <a:pt x="23505" y="30063"/>
                      <a:pt x="15244" y="30063"/>
                    </a:cubicBezTo>
                    <a:cubicBezTo>
                      <a:pt x="6984" y="30063"/>
                      <a:pt x="287" y="23370"/>
                      <a:pt x="287" y="15114"/>
                    </a:cubicBezTo>
                    <a:cubicBezTo>
                      <a:pt x="287" y="6858"/>
                      <a:pt x="6984" y="165"/>
                      <a:pt x="15244" y="165"/>
                    </a:cubicBezTo>
                    <a:cubicBezTo>
                      <a:pt x="23505" y="165"/>
                      <a:pt x="30202" y="6858"/>
                      <a:pt x="30202" y="151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6" name="任意多边形: 形状 7855"/>
              <p:cNvSpPr/>
              <p:nvPr/>
            </p:nvSpPr>
            <p:spPr>
              <a:xfrm>
                <a:off x="5151313" y="7660040"/>
                <a:ext cx="29915" cy="29897"/>
              </a:xfrm>
              <a:custGeom>
                <a:avLst/>
                <a:gdLst>
                  <a:gd name="csX0" fmla="*/ 30202 w 29915"/>
                  <a:gd name="csY0" fmla="*/ 15152 h 29897"/>
                  <a:gd name="csX1" fmla="*/ 15244 w 29915"/>
                  <a:gd name="csY1" fmla="*/ 30101 h 29897"/>
                  <a:gd name="csX2" fmla="*/ 287 w 29915"/>
                  <a:gd name="csY2" fmla="*/ 15152 h 29897"/>
                  <a:gd name="csX3" fmla="*/ 15244 w 29915"/>
                  <a:gd name="csY3" fmla="*/ 204 h 29897"/>
                  <a:gd name="csX4" fmla="*/ 30202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202" y="15152"/>
                    </a:moveTo>
                    <a:cubicBezTo>
                      <a:pt x="30202" y="23409"/>
                      <a:pt x="23505" y="30101"/>
                      <a:pt x="15244" y="30101"/>
                    </a:cubicBezTo>
                    <a:cubicBezTo>
                      <a:pt x="6984" y="30101"/>
                      <a:pt x="287" y="23409"/>
                      <a:pt x="287" y="15152"/>
                    </a:cubicBezTo>
                    <a:cubicBezTo>
                      <a:pt x="287" y="6896"/>
                      <a:pt x="6984" y="204"/>
                      <a:pt x="15244" y="204"/>
                    </a:cubicBezTo>
                    <a:cubicBezTo>
                      <a:pt x="23505" y="204"/>
                      <a:pt x="30202" y="6896"/>
                      <a:pt x="30202"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7" name="任意多边形: 形状 7856"/>
              <p:cNvSpPr/>
              <p:nvPr/>
            </p:nvSpPr>
            <p:spPr>
              <a:xfrm>
                <a:off x="5151313" y="8978007"/>
                <a:ext cx="29915" cy="29897"/>
              </a:xfrm>
              <a:custGeom>
                <a:avLst/>
                <a:gdLst>
                  <a:gd name="csX0" fmla="*/ 30202 w 29915"/>
                  <a:gd name="csY0" fmla="*/ 15112 h 29897"/>
                  <a:gd name="csX1" fmla="*/ 15244 w 29915"/>
                  <a:gd name="csY1" fmla="*/ 30061 h 29897"/>
                  <a:gd name="csX2" fmla="*/ 287 w 29915"/>
                  <a:gd name="csY2" fmla="*/ 15112 h 29897"/>
                  <a:gd name="csX3" fmla="*/ 15244 w 29915"/>
                  <a:gd name="csY3" fmla="*/ 164 h 29897"/>
                  <a:gd name="csX4" fmla="*/ 30202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202" y="15112"/>
                    </a:moveTo>
                    <a:cubicBezTo>
                      <a:pt x="30202" y="23368"/>
                      <a:pt x="23505" y="30061"/>
                      <a:pt x="15244" y="30061"/>
                    </a:cubicBezTo>
                    <a:cubicBezTo>
                      <a:pt x="6984" y="30061"/>
                      <a:pt x="287" y="23368"/>
                      <a:pt x="287" y="15112"/>
                    </a:cubicBezTo>
                    <a:cubicBezTo>
                      <a:pt x="287" y="6857"/>
                      <a:pt x="6984" y="164"/>
                      <a:pt x="15244" y="164"/>
                    </a:cubicBezTo>
                    <a:cubicBezTo>
                      <a:pt x="23505" y="164"/>
                      <a:pt x="30202" y="6857"/>
                      <a:pt x="30202"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8" name="任意多边形: 形状 7857"/>
              <p:cNvSpPr/>
              <p:nvPr/>
            </p:nvSpPr>
            <p:spPr>
              <a:xfrm>
                <a:off x="4743599" y="7974881"/>
                <a:ext cx="29915" cy="29897"/>
              </a:xfrm>
              <a:custGeom>
                <a:avLst/>
                <a:gdLst>
                  <a:gd name="csX0" fmla="*/ 30215 w 29915"/>
                  <a:gd name="csY0" fmla="*/ 15143 h 29897"/>
                  <a:gd name="csX1" fmla="*/ 15257 w 29915"/>
                  <a:gd name="csY1" fmla="*/ 30092 h 29897"/>
                  <a:gd name="csX2" fmla="*/ 299 w 29915"/>
                  <a:gd name="csY2" fmla="*/ 15143 h 29897"/>
                  <a:gd name="csX3" fmla="*/ 15257 w 29915"/>
                  <a:gd name="csY3" fmla="*/ 194 h 29897"/>
                  <a:gd name="csX4" fmla="*/ 30215 w 29915"/>
                  <a:gd name="csY4" fmla="*/ 15143 h 29897"/>
                </a:gdLst>
                <a:ahLst/>
                <a:cxnLst>
                  <a:cxn ang="0">
                    <a:pos x="csX0" y="csY0"/>
                  </a:cxn>
                  <a:cxn ang="0">
                    <a:pos x="csX1" y="csY1"/>
                  </a:cxn>
                  <a:cxn ang="0">
                    <a:pos x="csX2" y="csY2"/>
                  </a:cxn>
                  <a:cxn ang="0">
                    <a:pos x="csX3" y="csY3"/>
                  </a:cxn>
                  <a:cxn ang="0">
                    <a:pos x="csX4" y="csY4"/>
                  </a:cxn>
                </a:cxnLst>
                <a:rect l="l" t="t" r="r" b="b"/>
                <a:pathLst>
                  <a:path w="29915" h="29897">
                    <a:moveTo>
                      <a:pt x="30215" y="15143"/>
                    </a:moveTo>
                    <a:cubicBezTo>
                      <a:pt x="30215" y="23399"/>
                      <a:pt x="23518" y="30092"/>
                      <a:pt x="15257" y="30092"/>
                    </a:cubicBezTo>
                    <a:cubicBezTo>
                      <a:pt x="6996" y="30092"/>
                      <a:pt x="299" y="23399"/>
                      <a:pt x="299" y="15143"/>
                    </a:cubicBezTo>
                    <a:cubicBezTo>
                      <a:pt x="299" y="6887"/>
                      <a:pt x="6996" y="194"/>
                      <a:pt x="15257" y="194"/>
                    </a:cubicBezTo>
                    <a:cubicBezTo>
                      <a:pt x="23518" y="194"/>
                      <a:pt x="30215" y="6887"/>
                      <a:pt x="30215" y="151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9" name="任意多边形: 形状 7858"/>
              <p:cNvSpPr/>
              <p:nvPr/>
            </p:nvSpPr>
            <p:spPr>
              <a:xfrm>
                <a:off x="5151313" y="8836407"/>
                <a:ext cx="29915" cy="29897"/>
              </a:xfrm>
              <a:custGeom>
                <a:avLst/>
                <a:gdLst>
                  <a:gd name="csX0" fmla="*/ 30202 w 29915"/>
                  <a:gd name="csY0" fmla="*/ 15117 h 29897"/>
                  <a:gd name="csX1" fmla="*/ 15244 w 29915"/>
                  <a:gd name="csY1" fmla="*/ 30066 h 29897"/>
                  <a:gd name="csX2" fmla="*/ 287 w 29915"/>
                  <a:gd name="csY2" fmla="*/ 15117 h 29897"/>
                  <a:gd name="csX3" fmla="*/ 15244 w 29915"/>
                  <a:gd name="csY3" fmla="*/ 168 h 29897"/>
                  <a:gd name="csX4" fmla="*/ 30202 w 29915"/>
                  <a:gd name="csY4" fmla="*/ 15117 h 29897"/>
                </a:gdLst>
                <a:ahLst/>
                <a:cxnLst>
                  <a:cxn ang="0">
                    <a:pos x="csX0" y="csY0"/>
                  </a:cxn>
                  <a:cxn ang="0">
                    <a:pos x="csX1" y="csY1"/>
                  </a:cxn>
                  <a:cxn ang="0">
                    <a:pos x="csX2" y="csY2"/>
                  </a:cxn>
                  <a:cxn ang="0">
                    <a:pos x="csX3" y="csY3"/>
                  </a:cxn>
                  <a:cxn ang="0">
                    <a:pos x="csX4" y="csY4"/>
                  </a:cxn>
                </a:cxnLst>
                <a:rect l="l" t="t" r="r" b="b"/>
                <a:pathLst>
                  <a:path w="29915" h="29897">
                    <a:moveTo>
                      <a:pt x="30202" y="15117"/>
                    </a:moveTo>
                    <a:cubicBezTo>
                      <a:pt x="30202" y="23373"/>
                      <a:pt x="23505" y="30066"/>
                      <a:pt x="15244" y="30066"/>
                    </a:cubicBezTo>
                    <a:cubicBezTo>
                      <a:pt x="6984" y="30066"/>
                      <a:pt x="287" y="23373"/>
                      <a:pt x="287" y="15117"/>
                    </a:cubicBezTo>
                    <a:cubicBezTo>
                      <a:pt x="287" y="6861"/>
                      <a:pt x="6984" y="168"/>
                      <a:pt x="15244" y="168"/>
                    </a:cubicBezTo>
                    <a:cubicBezTo>
                      <a:pt x="23505" y="168"/>
                      <a:pt x="30202" y="6861"/>
                      <a:pt x="30202" y="1511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0" name="任意多边形: 形状 7859"/>
              <p:cNvSpPr/>
              <p:nvPr/>
            </p:nvSpPr>
            <p:spPr>
              <a:xfrm>
                <a:off x="4743599" y="7759178"/>
                <a:ext cx="29915" cy="29897"/>
              </a:xfrm>
              <a:custGeom>
                <a:avLst/>
                <a:gdLst>
                  <a:gd name="csX0" fmla="*/ 30215 w 29915"/>
                  <a:gd name="csY0" fmla="*/ 15149 h 29897"/>
                  <a:gd name="csX1" fmla="*/ 15257 w 29915"/>
                  <a:gd name="csY1" fmla="*/ 30098 h 29897"/>
                  <a:gd name="csX2" fmla="*/ 299 w 29915"/>
                  <a:gd name="csY2" fmla="*/ 15149 h 29897"/>
                  <a:gd name="csX3" fmla="*/ 15257 w 29915"/>
                  <a:gd name="csY3" fmla="*/ 201 h 29897"/>
                  <a:gd name="csX4" fmla="*/ 30215 w 29915"/>
                  <a:gd name="csY4" fmla="*/ 15149 h 29897"/>
                </a:gdLst>
                <a:ahLst/>
                <a:cxnLst>
                  <a:cxn ang="0">
                    <a:pos x="csX0" y="csY0"/>
                  </a:cxn>
                  <a:cxn ang="0">
                    <a:pos x="csX1" y="csY1"/>
                  </a:cxn>
                  <a:cxn ang="0">
                    <a:pos x="csX2" y="csY2"/>
                  </a:cxn>
                  <a:cxn ang="0">
                    <a:pos x="csX3" y="csY3"/>
                  </a:cxn>
                  <a:cxn ang="0">
                    <a:pos x="csX4" y="csY4"/>
                  </a:cxn>
                </a:cxnLst>
                <a:rect l="l" t="t" r="r" b="b"/>
                <a:pathLst>
                  <a:path w="29915" h="29897">
                    <a:moveTo>
                      <a:pt x="30215" y="15149"/>
                    </a:moveTo>
                    <a:cubicBezTo>
                      <a:pt x="30215" y="23406"/>
                      <a:pt x="23518" y="30098"/>
                      <a:pt x="15257" y="30098"/>
                    </a:cubicBezTo>
                    <a:cubicBezTo>
                      <a:pt x="6996" y="30098"/>
                      <a:pt x="299" y="23406"/>
                      <a:pt x="299" y="15149"/>
                    </a:cubicBezTo>
                    <a:cubicBezTo>
                      <a:pt x="299" y="6893"/>
                      <a:pt x="6996" y="201"/>
                      <a:pt x="15257" y="201"/>
                    </a:cubicBezTo>
                    <a:cubicBezTo>
                      <a:pt x="23518" y="201"/>
                      <a:pt x="30215" y="6893"/>
                      <a:pt x="30215" y="151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1" name="任意多边形: 形状 7860"/>
              <p:cNvSpPr/>
              <p:nvPr/>
            </p:nvSpPr>
            <p:spPr>
              <a:xfrm>
                <a:off x="5151313" y="8680132"/>
                <a:ext cx="29915" cy="29897"/>
              </a:xfrm>
              <a:custGeom>
                <a:avLst/>
                <a:gdLst>
                  <a:gd name="csX0" fmla="*/ 30202 w 29915"/>
                  <a:gd name="csY0" fmla="*/ 15122 h 29897"/>
                  <a:gd name="csX1" fmla="*/ 15244 w 29915"/>
                  <a:gd name="csY1" fmla="*/ 30070 h 29897"/>
                  <a:gd name="csX2" fmla="*/ 287 w 29915"/>
                  <a:gd name="csY2" fmla="*/ 15122 h 29897"/>
                  <a:gd name="csX3" fmla="*/ 15244 w 29915"/>
                  <a:gd name="csY3" fmla="*/ 173 h 29897"/>
                  <a:gd name="csX4" fmla="*/ 30202 w 29915"/>
                  <a:gd name="csY4" fmla="*/ 15122 h 29897"/>
                </a:gdLst>
                <a:ahLst/>
                <a:cxnLst>
                  <a:cxn ang="0">
                    <a:pos x="csX0" y="csY0"/>
                  </a:cxn>
                  <a:cxn ang="0">
                    <a:pos x="csX1" y="csY1"/>
                  </a:cxn>
                  <a:cxn ang="0">
                    <a:pos x="csX2" y="csY2"/>
                  </a:cxn>
                  <a:cxn ang="0">
                    <a:pos x="csX3" y="csY3"/>
                  </a:cxn>
                  <a:cxn ang="0">
                    <a:pos x="csX4" y="csY4"/>
                  </a:cxn>
                </a:cxnLst>
                <a:rect l="l" t="t" r="r" b="b"/>
                <a:pathLst>
                  <a:path w="29915" h="29897">
                    <a:moveTo>
                      <a:pt x="30202" y="15122"/>
                    </a:moveTo>
                    <a:cubicBezTo>
                      <a:pt x="30202" y="23377"/>
                      <a:pt x="23505" y="30070"/>
                      <a:pt x="15244" y="30070"/>
                    </a:cubicBezTo>
                    <a:cubicBezTo>
                      <a:pt x="6984" y="30070"/>
                      <a:pt x="287" y="23377"/>
                      <a:pt x="287" y="15122"/>
                    </a:cubicBezTo>
                    <a:cubicBezTo>
                      <a:pt x="287" y="6866"/>
                      <a:pt x="6984" y="173"/>
                      <a:pt x="15244" y="173"/>
                    </a:cubicBezTo>
                    <a:cubicBezTo>
                      <a:pt x="23505" y="173"/>
                      <a:pt x="30202" y="6866"/>
                      <a:pt x="30202" y="1512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2" name="任意多边形: 形状 7861"/>
              <p:cNvSpPr/>
              <p:nvPr/>
            </p:nvSpPr>
            <p:spPr>
              <a:xfrm>
                <a:off x="5151313" y="8218830"/>
                <a:ext cx="29915" cy="29897"/>
              </a:xfrm>
              <a:custGeom>
                <a:avLst/>
                <a:gdLst>
                  <a:gd name="csX0" fmla="*/ 30202 w 29915"/>
                  <a:gd name="csY0" fmla="*/ 15135 h 29897"/>
                  <a:gd name="csX1" fmla="*/ 15244 w 29915"/>
                  <a:gd name="csY1" fmla="*/ 30084 h 29897"/>
                  <a:gd name="csX2" fmla="*/ 287 w 29915"/>
                  <a:gd name="csY2" fmla="*/ 15135 h 29897"/>
                  <a:gd name="csX3" fmla="*/ 15244 w 29915"/>
                  <a:gd name="csY3" fmla="*/ 187 h 29897"/>
                  <a:gd name="csX4" fmla="*/ 30202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202" y="15135"/>
                    </a:moveTo>
                    <a:cubicBezTo>
                      <a:pt x="30202" y="23392"/>
                      <a:pt x="23505" y="30084"/>
                      <a:pt x="15244" y="30084"/>
                    </a:cubicBezTo>
                    <a:cubicBezTo>
                      <a:pt x="6984" y="30084"/>
                      <a:pt x="287" y="23392"/>
                      <a:pt x="287" y="15135"/>
                    </a:cubicBezTo>
                    <a:cubicBezTo>
                      <a:pt x="287" y="6879"/>
                      <a:pt x="6984" y="187"/>
                      <a:pt x="15244" y="187"/>
                    </a:cubicBezTo>
                    <a:cubicBezTo>
                      <a:pt x="23505" y="187"/>
                      <a:pt x="30202" y="6879"/>
                      <a:pt x="30202"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3" name="任意多边形: 形状 7862"/>
              <p:cNvSpPr/>
              <p:nvPr/>
            </p:nvSpPr>
            <p:spPr>
              <a:xfrm>
                <a:off x="4743599" y="7842084"/>
                <a:ext cx="29915" cy="29897"/>
              </a:xfrm>
              <a:custGeom>
                <a:avLst/>
                <a:gdLst>
                  <a:gd name="csX0" fmla="*/ 30215 w 29915"/>
                  <a:gd name="csY0" fmla="*/ 15147 h 29897"/>
                  <a:gd name="csX1" fmla="*/ 15257 w 29915"/>
                  <a:gd name="csY1" fmla="*/ 30096 h 29897"/>
                  <a:gd name="csX2" fmla="*/ 299 w 29915"/>
                  <a:gd name="csY2" fmla="*/ 15147 h 29897"/>
                  <a:gd name="csX3" fmla="*/ 15257 w 29915"/>
                  <a:gd name="csY3" fmla="*/ 198 h 29897"/>
                  <a:gd name="csX4" fmla="*/ 30215 w 29915"/>
                  <a:gd name="csY4" fmla="*/ 15147 h 29897"/>
                </a:gdLst>
                <a:ahLst/>
                <a:cxnLst>
                  <a:cxn ang="0">
                    <a:pos x="csX0" y="csY0"/>
                  </a:cxn>
                  <a:cxn ang="0">
                    <a:pos x="csX1" y="csY1"/>
                  </a:cxn>
                  <a:cxn ang="0">
                    <a:pos x="csX2" y="csY2"/>
                  </a:cxn>
                  <a:cxn ang="0">
                    <a:pos x="csX3" y="csY3"/>
                  </a:cxn>
                  <a:cxn ang="0">
                    <a:pos x="csX4" y="csY4"/>
                  </a:cxn>
                </a:cxnLst>
                <a:rect l="l" t="t" r="r" b="b"/>
                <a:pathLst>
                  <a:path w="29915" h="29897">
                    <a:moveTo>
                      <a:pt x="30215" y="15147"/>
                    </a:moveTo>
                    <a:cubicBezTo>
                      <a:pt x="30215" y="23403"/>
                      <a:pt x="23518" y="30096"/>
                      <a:pt x="15257" y="30096"/>
                    </a:cubicBezTo>
                    <a:cubicBezTo>
                      <a:pt x="6996" y="30096"/>
                      <a:pt x="299" y="23403"/>
                      <a:pt x="299" y="15147"/>
                    </a:cubicBezTo>
                    <a:cubicBezTo>
                      <a:pt x="299" y="6891"/>
                      <a:pt x="6996" y="198"/>
                      <a:pt x="15257" y="198"/>
                    </a:cubicBezTo>
                    <a:cubicBezTo>
                      <a:pt x="23518" y="198"/>
                      <a:pt x="30215" y="6891"/>
                      <a:pt x="30215" y="15147"/>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4" name="任意多边形: 形状 7863"/>
              <p:cNvSpPr/>
              <p:nvPr/>
            </p:nvSpPr>
            <p:spPr>
              <a:xfrm>
                <a:off x="5151313" y="8108778"/>
                <a:ext cx="29915" cy="29897"/>
              </a:xfrm>
              <a:custGeom>
                <a:avLst/>
                <a:gdLst>
                  <a:gd name="csX0" fmla="*/ 30202 w 29915"/>
                  <a:gd name="csY0" fmla="*/ 15139 h 29897"/>
                  <a:gd name="csX1" fmla="*/ 15244 w 29915"/>
                  <a:gd name="csY1" fmla="*/ 30088 h 29897"/>
                  <a:gd name="csX2" fmla="*/ 287 w 29915"/>
                  <a:gd name="csY2" fmla="*/ 15139 h 29897"/>
                  <a:gd name="csX3" fmla="*/ 15244 w 29915"/>
                  <a:gd name="csY3" fmla="*/ 190 h 29897"/>
                  <a:gd name="csX4" fmla="*/ 30202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202" y="15139"/>
                    </a:moveTo>
                    <a:cubicBezTo>
                      <a:pt x="30202" y="23395"/>
                      <a:pt x="23505" y="30088"/>
                      <a:pt x="15244" y="30088"/>
                    </a:cubicBezTo>
                    <a:cubicBezTo>
                      <a:pt x="6984" y="30088"/>
                      <a:pt x="287" y="23395"/>
                      <a:pt x="287" y="15139"/>
                    </a:cubicBezTo>
                    <a:cubicBezTo>
                      <a:pt x="287" y="6883"/>
                      <a:pt x="6984" y="190"/>
                      <a:pt x="15244" y="190"/>
                    </a:cubicBezTo>
                    <a:cubicBezTo>
                      <a:pt x="23505" y="190"/>
                      <a:pt x="30202" y="6883"/>
                      <a:pt x="30202"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5" name="任意多边形: 形状 7864"/>
              <p:cNvSpPr/>
              <p:nvPr/>
            </p:nvSpPr>
            <p:spPr>
              <a:xfrm>
                <a:off x="4743599" y="7730748"/>
                <a:ext cx="29915" cy="29897"/>
              </a:xfrm>
              <a:custGeom>
                <a:avLst/>
                <a:gdLst>
                  <a:gd name="csX0" fmla="*/ 30215 w 29915"/>
                  <a:gd name="csY0" fmla="*/ 15150 h 29897"/>
                  <a:gd name="csX1" fmla="*/ 15257 w 29915"/>
                  <a:gd name="csY1" fmla="*/ 30099 h 29897"/>
                  <a:gd name="csX2" fmla="*/ 299 w 29915"/>
                  <a:gd name="csY2" fmla="*/ 15150 h 29897"/>
                  <a:gd name="csX3" fmla="*/ 15257 w 29915"/>
                  <a:gd name="csY3" fmla="*/ 201 h 29897"/>
                  <a:gd name="csX4" fmla="*/ 30215 w 29915"/>
                  <a:gd name="csY4" fmla="*/ 15150 h 29897"/>
                </a:gdLst>
                <a:ahLst/>
                <a:cxnLst>
                  <a:cxn ang="0">
                    <a:pos x="csX0" y="csY0"/>
                  </a:cxn>
                  <a:cxn ang="0">
                    <a:pos x="csX1" y="csY1"/>
                  </a:cxn>
                  <a:cxn ang="0">
                    <a:pos x="csX2" y="csY2"/>
                  </a:cxn>
                  <a:cxn ang="0">
                    <a:pos x="csX3" y="csY3"/>
                  </a:cxn>
                  <a:cxn ang="0">
                    <a:pos x="csX4" y="csY4"/>
                  </a:cxn>
                </a:cxnLst>
                <a:rect l="l" t="t" r="r" b="b"/>
                <a:pathLst>
                  <a:path w="29915" h="29897">
                    <a:moveTo>
                      <a:pt x="30215" y="15150"/>
                    </a:moveTo>
                    <a:cubicBezTo>
                      <a:pt x="30215" y="23406"/>
                      <a:pt x="23518" y="30099"/>
                      <a:pt x="15257" y="30099"/>
                    </a:cubicBezTo>
                    <a:cubicBezTo>
                      <a:pt x="6996" y="30099"/>
                      <a:pt x="299" y="23406"/>
                      <a:pt x="299" y="15150"/>
                    </a:cubicBezTo>
                    <a:cubicBezTo>
                      <a:pt x="299" y="6894"/>
                      <a:pt x="6996" y="201"/>
                      <a:pt x="15257" y="201"/>
                    </a:cubicBezTo>
                    <a:cubicBezTo>
                      <a:pt x="23518" y="201"/>
                      <a:pt x="30215" y="6894"/>
                      <a:pt x="30215" y="1515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6" name="任意多边形: 形状 7865"/>
              <p:cNvSpPr/>
              <p:nvPr/>
            </p:nvSpPr>
            <p:spPr>
              <a:xfrm>
                <a:off x="5151313" y="8932152"/>
                <a:ext cx="29915" cy="29897"/>
              </a:xfrm>
              <a:custGeom>
                <a:avLst/>
                <a:gdLst>
                  <a:gd name="csX0" fmla="*/ 30202 w 29915"/>
                  <a:gd name="csY0" fmla="*/ 15114 h 29897"/>
                  <a:gd name="csX1" fmla="*/ 15244 w 29915"/>
                  <a:gd name="csY1" fmla="*/ 30063 h 29897"/>
                  <a:gd name="csX2" fmla="*/ 287 w 29915"/>
                  <a:gd name="csY2" fmla="*/ 15114 h 29897"/>
                  <a:gd name="csX3" fmla="*/ 15244 w 29915"/>
                  <a:gd name="csY3" fmla="*/ 165 h 29897"/>
                  <a:gd name="csX4" fmla="*/ 30202 w 29915"/>
                  <a:gd name="csY4" fmla="*/ 15114 h 29897"/>
                </a:gdLst>
                <a:ahLst/>
                <a:cxnLst>
                  <a:cxn ang="0">
                    <a:pos x="csX0" y="csY0"/>
                  </a:cxn>
                  <a:cxn ang="0">
                    <a:pos x="csX1" y="csY1"/>
                  </a:cxn>
                  <a:cxn ang="0">
                    <a:pos x="csX2" y="csY2"/>
                  </a:cxn>
                  <a:cxn ang="0">
                    <a:pos x="csX3" y="csY3"/>
                  </a:cxn>
                  <a:cxn ang="0">
                    <a:pos x="csX4" y="csY4"/>
                  </a:cxn>
                </a:cxnLst>
                <a:rect l="l" t="t" r="r" b="b"/>
                <a:pathLst>
                  <a:path w="29915" h="29897">
                    <a:moveTo>
                      <a:pt x="30202" y="15114"/>
                    </a:moveTo>
                    <a:cubicBezTo>
                      <a:pt x="30202" y="23370"/>
                      <a:pt x="23505" y="30063"/>
                      <a:pt x="15244" y="30063"/>
                    </a:cubicBezTo>
                    <a:cubicBezTo>
                      <a:pt x="6984" y="30063"/>
                      <a:pt x="287" y="23370"/>
                      <a:pt x="287" y="15114"/>
                    </a:cubicBezTo>
                    <a:cubicBezTo>
                      <a:pt x="287" y="6858"/>
                      <a:pt x="6984" y="165"/>
                      <a:pt x="15244" y="165"/>
                    </a:cubicBezTo>
                    <a:cubicBezTo>
                      <a:pt x="23505" y="165"/>
                      <a:pt x="30202" y="6858"/>
                      <a:pt x="30202" y="151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7" name="任意多边形: 形状 7866"/>
              <p:cNvSpPr/>
              <p:nvPr/>
            </p:nvSpPr>
            <p:spPr>
              <a:xfrm>
                <a:off x="5151313" y="8111988"/>
                <a:ext cx="29915" cy="29897"/>
              </a:xfrm>
              <a:custGeom>
                <a:avLst/>
                <a:gdLst>
                  <a:gd name="csX0" fmla="*/ 30202 w 29915"/>
                  <a:gd name="csY0" fmla="*/ 15139 h 29897"/>
                  <a:gd name="csX1" fmla="*/ 15244 w 29915"/>
                  <a:gd name="csY1" fmla="*/ 30088 h 29897"/>
                  <a:gd name="csX2" fmla="*/ 287 w 29915"/>
                  <a:gd name="csY2" fmla="*/ 15139 h 29897"/>
                  <a:gd name="csX3" fmla="*/ 15244 w 29915"/>
                  <a:gd name="csY3" fmla="*/ 190 h 29897"/>
                  <a:gd name="csX4" fmla="*/ 30202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202" y="15139"/>
                    </a:moveTo>
                    <a:cubicBezTo>
                      <a:pt x="30202" y="23395"/>
                      <a:pt x="23505" y="30088"/>
                      <a:pt x="15244" y="30088"/>
                    </a:cubicBezTo>
                    <a:cubicBezTo>
                      <a:pt x="6984" y="30088"/>
                      <a:pt x="287" y="23395"/>
                      <a:pt x="287" y="15139"/>
                    </a:cubicBezTo>
                    <a:cubicBezTo>
                      <a:pt x="287" y="6883"/>
                      <a:pt x="6984" y="190"/>
                      <a:pt x="15244" y="190"/>
                    </a:cubicBezTo>
                    <a:cubicBezTo>
                      <a:pt x="23505" y="190"/>
                      <a:pt x="30202" y="6883"/>
                      <a:pt x="30202"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8" name="任意多边形: 形状 7867"/>
              <p:cNvSpPr/>
              <p:nvPr/>
            </p:nvSpPr>
            <p:spPr>
              <a:xfrm>
                <a:off x="4513910" y="7608223"/>
                <a:ext cx="897006" cy="1468097"/>
              </a:xfrm>
              <a:custGeom>
                <a:avLst/>
                <a:gdLst>
                  <a:gd name="csX0" fmla="*/ 293 w 897006"/>
                  <a:gd name="csY0" fmla="*/ 184 h 1468097"/>
                  <a:gd name="csX1" fmla="*/ 897299 w 897006"/>
                  <a:gd name="csY1" fmla="*/ 184 h 1468097"/>
                  <a:gd name="csX2" fmla="*/ 897299 w 897006"/>
                  <a:gd name="csY2" fmla="*/ 1468281 h 1468097"/>
                  <a:gd name="csX3" fmla="*/ 293 w 897006"/>
                  <a:gd name="csY3" fmla="*/ 1468281 h 1468097"/>
                </a:gdLst>
                <a:ahLst/>
                <a:cxnLst>
                  <a:cxn ang="0">
                    <a:pos x="csX0" y="csY0"/>
                  </a:cxn>
                  <a:cxn ang="0">
                    <a:pos x="csX1" y="csY1"/>
                  </a:cxn>
                  <a:cxn ang="0">
                    <a:pos x="csX2" y="csY2"/>
                  </a:cxn>
                  <a:cxn ang="0">
                    <a:pos x="csX3" y="csY3"/>
                  </a:cxn>
                </a:cxnLst>
                <a:rect l="l" t="t" r="r" b="b"/>
                <a:pathLst>
                  <a:path w="897006" h="1468097">
                    <a:moveTo>
                      <a:pt x="293" y="184"/>
                    </a:moveTo>
                    <a:lnTo>
                      <a:pt x="897299" y="184"/>
                    </a:lnTo>
                    <a:lnTo>
                      <a:pt x="897299" y="1468281"/>
                    </a:lnTo>
                    <a:lnTo>
                      <a:pt x="293" y="1468281"/>
                    </a:lnTo>
                    <a:close/>
                  </a:path>
                </a:pathLst>
              </a:custGeom>
              <a:noFill/>
              <a:ln w="13661" cap="rnd">
                <a:solidFill>
                  <a:srgbClr val="000000"/>
                </a:solidFill>
                <a:prstDash val="solid"/>
                <a:round/>
              </a:ln>
            </p:spPr>
            <p:txBody>
              <a:bodyPr/>
              <a:lstStyle/>
              <a:p>
                <a:endParaRPr lang="zh-CN" altLang="en-US" sz="2190"/>
              </a:p>
            </p:txBody>
          </p:sp>
        </p:grpSp>
        <p:grpSp>
          <p:nvGrpSpPr>
            <p:cNvPr id="7869" name="图形 2"/>
            <p:cNvGrpSpPr/>
            <p:nvPr/>
          </p:nvGrpSpPr>
          <p:grpSpPr>
            <a:xfrm>
              <a:off x="5465792" y="4224025"/>
              <a:ext cx="897006" cy="1468097"/>
              <a:chOff x="5465792" y="4224025"/>
              <a:chExt cx="897006" cy="1468097"/>
            </a:xfrm>
          </p:grpSpPr>
          <p:sp>
            <p:nvSpPr>
              <p:cNvPr id="7870" name="任意多边形: 形状 7869"/>
              <p:cNvSpPr/>
              <p:nvPr/>
            </p:nvSpPr>
            <p:spPr>
              <a:xfrm>
                <a:off x="5710439" y="5579502"/>
                <a:ext cx="12705" cy="3026"/>
              </a:xfrm>
              <a:custGeom>
                <a:avLst/>
                <a:gdLst>
                  <a:gd name="csX0" fmla="*/ 270 w 12705"/>
                  <a:gd name="csY0" fmla="*/ 3294 h 3026"/>
                  <a:gd name="csX1" fmla="*/ 270 w 12705"/>
                  <a:gd name="csY1" fmla="*/ 267 h 3026"/>
                </a:gdLst>
                <a:ahLst/>
                <a:cxnLst>
                  <a:cxn ang="0">
                    <a:pos x="csX0" y="csY0"/>
                  </a:cxn>
                  <a:cxn ang="0">
                    <a:pos x="csX1" y="csY1"/>
                  </a:cxn>
                </a:cxnLst>
                <a:rect l="l" t="t" r="r" b="b"/>
                <a:pathLst>
                  <a:path w="12705" h="3026">
                    <a:moveTo>
                      <a:pt x="270" y="3294"/>
                    </a:moveTo>
                    <a:lnTo>
                      <a:pt x="270" y="267"/>
                    </a:lnTo>
                  </a:path>
                </a:pathLst>
              </a:custGeom>
              <a:ln w="9810" cap="flat">
                <a:solidFill>
                  <a:srgbClr val="0073C2"/>
                </a:solidFill>
                <a:prstDash val="solid"/>
                <a:round/>
              </a:ln>
            </p:spPr>
            <p:txBody>
              <a:bodyPr/>
              <a:lstStyle/>
              <a:p>
                <a:endParaRPr lang="zh-CN" altLang="en-US" sz="2190"/>
              </a:p>
            </p:txBody>
          </p:sp>
          <p:sp>
            <p:nvSpPr>
              <p:cNvPr id="7871" name="任意多边形: 形状 7870"/>
              <p:cNvSpPr/>
              <p:nvPr/>
            </p:nvSpPr>
            <p:spPr>
              <a:xfrm>
                <a:off x="5710439" y="5619029"/>
                <a:ext cx="12705" cy="6328"/>
              </a:xfrm>
              <a:custGeom>
                <a:avLst/>
                <a:gdLst>
                  <a:gd name="csX0" fmla="*/ 270 w 12705"/>
                  <a:gd name="csY0" fmla="*/ 266 h 6328"/>
                  <a:gd name="csX1" fmla="*/ 270 w 12705"/>
                  <a:gd name="csY1" fmla="*/ 6594 h 6328"/>
                </a:gdLst>
                <a:ahLst/>
                <a:cxnLst>
                  <a:cxn ang="0">
                    <a:pos x="csX0" y="csY0"/>
                  </a:cxn>
                  <a:cxn ang="0">
                    <a:pos x="csX1" y="csY1"/>
                  </a:cxn>
                </a:cxnLst>
                <a:rect l="l" t="t" r="r" b="b"/>
                <a:pathLst>
                  <a:path w="12705" h="6328">
                    <a:moveTo>
                      <a:pt x="270" y="266"/>
                    </a:moveTo>
                    <a:lnTo>
                      <a:pt x="270" y="6594"/>
                    </a:lnTo>
                  </a:path>
                </a:pathLst>
              </a:custGeom>
              <a:ln w="9810" cap="flat">
                <a:solidFill>
                  <a:srgbClr val="0073C2"/>
                </a:solidFill>
                <a:prstDash val="solid"/>
                <a:round/>
              </a:ln>
            </p:spPr>
            <p:txBody>
              <a:bodyPr/>
              <a:lstStyle/>
              <a:p>
                <a:endParaRPr lang="zh-CN" altLang="en-US" sz="2190"/>
              </a:p>
            </p:txBody>
          </p:sp>
          <p:sp>
            <p:nvSpPr>
              <p:cNvPr id="7872" name="任意多边形: 形状 7871"/>
              <p:cNvSpPr/>
              <p:nvPr/>
            </p:nvSpPr>
            <p:spPr>
              <a:xfrm>
                <a:off x="5608488" y="5582528"/>
                <a:ext cx="203810" cy="36500"/>
              </a:xfrm>
              <a:custGeom>
                <a:avLst/>
                <a:gdLst>
                  <a:gd name="csX0" fmla="*/ 270 w 203810"/>
                  <a:gd name="csY0" fmla="*/ 267 h 36500"/>
                  <a:gd name="csX1" fmla="*/ 270 w 203810"/>
                  <a:gd name="csY1" fmla="*/ 36767 h 36500"/>
                  <a:gd name="csX2" fmla="*/ 204081 w 203810"/>
                  <a:gd name="csY2" fmla="*/ 36767 h 36500"/>
                  <a:gd name="csX3" fmla="*/ 204081 w 203810"/>
                  <a:gd name="csY3" fmla="*/ 267 h 36500"/>
                  <a:gd name="csX4" fmla="*/ 270 w 203810"/>
                  <a:gd name="csY4" fmla="*/ 267 h 36500"/>
                </a:gdLst>
                <a:ahLst/>
                <a:cxnLst>
                  <a:cxn ang="0">
                    <a:pos x="csX0" y="csY0"/>
                  </a:cxn>
                  <a:cxn ang="0">
                    <a:pos x="csX1" y="csY1"/>
                  </a:cxn>
                  <a:cxn ang="0">
                    <a:pos x="csX2" y="csY2"/>
                  </a:cxn>
                  <a:cxn ang="0">
                    <a:pos x="csX3" y="csY3"/>
                  </a:cxn>
                  <a:cxn ang="0">
                    <a:pos x="csX4" y="csY4"/>
                  </a:cxn>
                </a:cxnLst>
                <a:rect l="l" t="t" r="r" b="b"/>
                <a:pathLst>
                  <a:path w="203810" h="36500">
                    <a:moveTo>
                      <a:pt x="270" y="267"/>
                    </a:moveTo>
                    <a:lnTo>
                      <a:pt x="270" y="36767"/>
                    </a:lnTo>
                    <a:lnTo>
                      <a:pt x="204081" y="36767"/>
                    </a:lnTo>
                    <a:lnTo>
                      <a:pt x="204081" y="267"/>
                    </a:lnTo>
                    <a:lnTo>
                      <a:pt x="270" y="267"/>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73" name="任意多边形: 形状 7872"/>
              <p:cNvSpPr/>
              <p:nvPr/>
            </p:nvSpPr>
            <p:spPr>
              <a:xfrm>
                <a:off x="5608488" y="5595276"/>
                <a:ext cx="203810" cy="12698"/>
              </a:xfrm>
              <a:custGeom>
                <a:avLst/>
                <a:gdLst>
                  <a:gd name="csX0" fmla="*/ 270 w 203810"/>
                  <a:gd name="csY0" fmla="*/ 267 h 12698"/>
                  <a:gd name="csX1" fmla="*/ 204081 w 203810"/>
                  <a:gd name="csY1" fmla="*/ 267 h 12698"/>
                </a:gdLst>
                <a:ahLst/>
                <a:cxnLst>
                  <a:cxn ang="0">
                    <a:pos x="csX0" y="csY0"/>
                  </a:cxn>
                  <a:cxn ang="0">
                    <a:pos x="csX1" y="csY1"/>
                  </a:cxn>
                </a:cxnLst>
                <a:rect l="l" t="t" r="r" b="b"/>
                <a:pathLst>
                  <a:path w="203810" h="12698">
                    <a:moveTo>
                      <a:pt x="270" y="267"/>
                    </a:moveTo>
                    <a:lnTo>
                      <a:pt x="204081" y="267"/>
                    </a:lnTo>
                  </a:path>
                </a:pathLst>
              </a:custGeom>
              <a:ln w="19529" cap="flat">
                <a:solidFill>
                  <a:srgbClr val="0073C2"/>
                </a:solidFill>
                <a:prstDash val="solid"/>
                <a:miter/>
              </a:ln>
            </p:spPr>
            <p:txBody>
              <a:bodyPr/>
              <a:lstStyle/>
              <a:p>
                <a:endParaRPr lang="zh-CN" altLang="en-US" sz="2190"/>
              </a:p>
            </p:txBody>
          </p:sp>
          <p:sp>
            <p:nvSpPr>
              <p:cNvPr id="7874" name="任意多边形: 形状 7873"/>
              <p:cNvSpPr/>
              <p:nvPr/>
            </p:nvSpPr>
            <p:spPr>
              <a:xfrm>
                <a:off x="6118152" y="4491819"/>
                <a:ext cx="12705" cy="512018"/>
              </a:xfrm>
              <a:custGeom>
                <a:avLst/>
                <a:gdLst>
                  <a:gd name="csX0" fmla="*/ 258 w 12705"/>
                  <a:gd name="csY0" fmla="*/ 512310 h 512018"/>
                  <a:gd name="csX1" fmla="*/ 258 w 12705"/>
                  <a:gd name="csY1" fmla="*/ 292 h 512018"/>
                </a:gdLst>
                <a:ahLst/>
                <a:cxnLst>
                  <a:cxn ang="0">
                    <a:pos x="csX0" y="csY0"/>
                  </a:cxn>
                  <a:cxn ang="0">
                    <a:pos x="csX1" y="csY1"/>
                  </a:cxn>
                </a:cxnLst>
                <a:rect l="l" t="t" r="r" b="b"/>
                <a:pathLst>
                  <a:path w="12705" h="512018">
                    <a:moveTo>
                      <a:pt x="258" y="512310"/>
                    </a:moveTo>
                    <a:lnTo>
                      <a:pt x="258" y="292"/>
                    </a:lnTo>
                  </a:path>
                </a:pathLst>
              </a:custGeom>
              <a:ln w="9810" cap="flat">
                <a:solidFill>
                  <a:srgbClr val="EFC000"/>
                </a:solidFill>
                <a:prstDash val="solid"/>
                <a:round/>
              </a:ln>
            </p:spPr>
            <p:txBody>
              <a:bodyPr/>
              <a:lstStyle/>
              <a:p>
                <a:endParaRPr lang="zh-CN" altLang="en-US" sz="2190"/>
              </a:p>
            </p:txBody>
          </p:sp>
          <p:sp>
            <p:nvSpPr>
              <p:cNvPr id="7875" name="任意多边形: 形状 7874"/>
              <p:cNvSpPr/>
              <p:nvPr/>
            </p:nvSpPr>
            <p:spPr>
              <a:xfrm>
                <a:off x="6118152" y="5509894"/>
                <a:ext cx="12705" cy="115463"/>
              </a:xfrm>
              <a:custGeom>
                <a:avLst/>
                <a:gdLst>
                  <a:gd name="csX0" fmla="*/ 258 w 12705"/>
                  <a:gd name="csY0" fmla="*/ 268 h 115463"/>
                  <a:gd name="csX1" fmla="*/ 258 w 12705"/>
                  <a:gd name="csY1" fmla="*/ 115731 h 115463"/>
                </a:gdLst>
                <a:ahLst/>
                <a:cxnLst>
                  <a:cxn ang="0">
                    <a:pos x="csX0" y="csY0"/>
                  </a:cxn>
                  <a:cxn ang="0">
                    <a:pos x="csX1" y="csY1"/>
                  </a:cxn>
                </a:cxnLst>
                <a:rect l="l" t="t" r="r" b="b"/>
                <a:pathLst>
                  <a:path w="12705" h="115463">
                    <a:moveTo>
                      <a:pt x="258" y="268"/>
                    </a:moveTo>
                    <a:lnTo>
                      <a:pt x="258" y="115731"/>
                    </a:lnTo>
                  </a:path>
                </a:pathLst>
              </a:custGeom>
              <a:ln w="9810" cap="flat">
                <a:solidFill>
                  <a:srgbClr val="EFC000"/>
                </a:solidFill>
                <a:prstDash val="solid"/>
                <a:round/>
              </a:ln>
            </p:spPr>
            <p:txBody>
              <a:bodyPr/>
              <a:lstStyle/>
              <a:p>
                <a:endParaRPr lang="zh-CN" altLang="en-US" sz="2190"/>
              </a:p>
            </p:txBody>
          </p:sp>
          <p:sp>
            <p:nvSpPr>
              <p:cNvPr id="7876" name="任意多边形: 形状 7875"/>
              <p:cNvSpPr/>
              <p:nvPr/>
            </p:nvSpPr>
            <p:spPr>
              <a:xfrm>
                <a:off x="6016201" y="5003837"/>
                <a:ext cx="203810" cy="506056"/>
              </a:xfrm>
              <a:custGeom>
                <a:avLst/>
                <a:gdLst>
                  <a:gd name="csX0" fmla="*/ 258 w 203810"/>
                  <a:gd name="csY0" fmla="*/ 277 h 506056"/>
                  <a:gd name="csX1" fmla="*/ 258 w 203810"/>
                  <a:gd name="csY1" fmla="*/ 506334 h 506056"/>
                  <a:gd name="csX2" fmla="*/ 204069 w 203810"/>
                  <a:gd name="csY2" fmla="*/ 506334 h 506056"/>
                  <a:gd name="csX3" fmla="*/ 204069 w 203810"/>
                  <a:gd name="csY3" fmla="*/ 277 h 506056"/>
                  <a:gd name="csX4" fmla="*/ 258 w 203810"/>
                  <a:gd name="csY4" fmla="*/ 277 h 506056"/>
                </a:gdLst>
                <a:ahLst/>
                <a:cxnLst>
                  <a:cxn ang="0">
                    <a:pos x="csX0" y="csY0"/>
                  </a:cxn>
                  <a:cxn ang="0">
                    <a:pos x="csX1" y="csY1"/>
                  </a:cxn>
                  <a:cxn ang="0">
                    <a:pos x="csX2" y="csY2"/>
                  </a:cxn>
                  <a:cxn ang="0">
                    <a:pos x="csX3" y="csY3"/>
                  </a:cxn>
                  <a:cxn ang="0">
                    <a:pos x="csX4" y="csY4"/>
                  </a:cxn>
                </a:cxnLst>
                <a:rect l="l" t="t" r="r" b="b"/>
                <a:pathLst>
                  <a:path w="203810" h="506056">
                    <a:moveTo>
                      <a:pt x="258" y="277"/>
                    </a:moveTo>
                    <a:lnTo>
                      <a:pt x="258" y="506334"/>
                    </a:lnTo>
                    <a:lnTo>
                      <a:pt x="204069" y="506334"/>
                    </a:lnTo>
                    <a:lnTo>
                      <a:pt x="204069" y="277"/>
                    </a:lnTo>
                    <a:lnTo>
                      <a:pt x="258" y="277"/>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77" name="任意多边形: 形状 7876"/>
              <p:cNvSpPr/>
              <p:nvPr/>
            </p:nvSpPr>
            <p:spPr>
              <a:xfrm>
                <a:off x="6016201" y="5326840"/>
                <a:ext cx="203810" cy="12698"/>
              </a:xfrm>
              <a:custGeom>
                <a:avLst/>
                <a:gdLst>
                  <a:gd name="csX0" fmla="*/ 258 w 203810"/>
                  <a:gd name="csY0" fmla="*/ 275 h 12698"/>
                  <a:gd name="csX1" fmla="*/ 204069 w 203810"/>
                  <a:gd name="csY1" fmla="*/ 275 h 12698"/>
                </a:gdLst>
                <a:ahLst/>
                <a:cxnLst>
                  <a:cxn ang="0">
                    <a:pos x="csX0" y="csY0"/>
                  </a:cxn>
                  <a:cxn ang="0">
                    <a:pos x="csX1" y="csY1"/>
                  </a:cxn>
                </a:cxnLst>
                <a:rect l="l" t="t" r="r" b="b"/>
                <a:pathLst>
                  <a:path w="203810" h="12698">
                    <a:moveTo>
                      <a:pt x="258" y="275"/>
                    </a:moveTo>
                    <a:lnTo>
                      <a:pt x="204069" y="275"/>
                    </a:lnTo>
                  </a:path>
                </a:pathLst>
              </a:custGeom>
              <a:ln w="19529" cap="flat">
                <a:solidFill>
                  <a:srgbClr val="EFC000"/>
                </a:solidFill>
                <a:prstDash val="solid"/>
                <a:miter/>
              </a:ln>
            </p:spPr>
            <p:txBody>
              <a:bodyPr/>
              <a:lstStyle/>
              <a:p>
                <a:endParaRPr lang="zh-CN" altLang="en-US" sz="2190"/>
              </a:p>
            </p:txBody>
          </p:sp>
          <p:sp>
            <p:nvSpPr>
              <p:cNvPr id="7878" name="任意多边形: 形状 7877"/>
              <p:cNvSpPr/>
              <p:nvPr/>
            </p:nvSpPr>
            <p:spPr>
              <a:xfrm>
                <a:off x="5710439" y="5247327"/>
                <a:ext cx="407713" cy="378029"/>
              </a:xfrm>
              <a:custGeom>
                <a:avLst/>
                <a:gdLst>
                  <a:gd name="csX0" fmla="*/ 264 w 407713"/>
                  <a:gd name="csY0" fmla="*/ 378301 h 378029"/>
                  <a:gd name="csX1" fmla="*/ 407977 w 407713"/>
                  <a:gd name="csY1" fmla="*/ 271 h 378029"/>
                </a:gdLst>
                <a:ahLst/>
                <a:cxnLst>
                  <a:cxn ang="0">
                    <a:pos x="csX0" y="csY0"/>
                  </a:cxn>
                  <a:cxn ang="0">
                    <a:pos x="csX1" y="csY1"/>
                  </a:cxn>
                </a:cxnLst>
                <a:rect l="l" t="t" r="r" b="b"/>
                <a:pathLst>
                  <a:path w="407713" h="378029">
                    <a:moveTo>
                      <a:pt x="264" y="378301"/>
                    </a:moveTo>
                    <a:lnTo>
                      <a:pt x="407977" y="271"/>
                    </a:lnTo>
                  </a:path>
                </a:pathLst>
              </a:custGeom>
              <a:noFill/>
              <a:ln w="7793" cap="flat">
                <a:solidFill>
                  <a:srgbClr val="000000"/>
                </a:solidFill>
                <a:prstDash val="solid"/>
                <a:round/>
              </a:ln>
            </p:spPr>
            <p:txBody>
              <a:bodyPr/>
              <a:lstStyle/>
              <a:p>
                <a:endParaRPr lang="zh-CN" altLang="en-US" sz="2190"/>
              </a:p>
            </p:txBody>
          </p:sp>
          <p:sp>
            <p:nvSpPr>
              <p:cNvPr id="7879" name="任意多边形: 形状 7878"/>
              <p:cNvSpPr/>
              <p:nvPr/>
            </p:nvSpPr>
            <p:spPr>
              <a:xfrm>
                <a:off x="5710439" y="5414057"/>
                <a:ext cx="407713" cy="185988"/>
              </a:xfrm>
              <a:custGeom>
                <a:avLst/>
                <a:gdLst>
                  <a:gd name="csX0" fmla="*/ 264 w 407713"/>
                  <a:gd name="csY0" fmla="*/ 186258 h 185988"/>
                  <a:gd name="csX1" fmla="*/ 407977 w 407713"/>
                  <a:gd name="csY1" fmla="*/ 269 h 185988"/>
                </a:gdLst>
                <a:ahLst/>
                <a:cxnLst>
                  <a:cxn ang="0">
                    <a:pos x="csX0" y="csY0"/>
                  </a:cxn>
                  <a:cxn ang="0">
                    <a:pos x="csX1" y="csY1"/>
                  </a:cxn>
                </a:cxnLst>
                <a:rect l="l" t="t" r="r" b="b"/>
                <a:pathLst>
                  <a:path w="407713" h="185988">
                    <a:moveTo>
                      <a:pt x="264" y="186258"/>
                    </a:moveTo>
                    <a:lnTo>
                      <a:pt x="407977" y="269"/>
                    </a:lnTo>
                  </a:path>
                </a:pathLst>
              </a:custGeom>
              <a:noFill/>
              <a:ln w="7793" cap="flat">
                <a:solidFill>
                  <a:srgbClr val="000000"/>
                </a:solidFill>
                <a:prstDash val="solid"/>
                <a:round/>
              </a:ln>
            </p:spPr>
            <p:txBody>
              <a:bodyPr/>
              <a:lstStyle/>
              <a:p>
                <a:endParaRPr lang="zh-CN" altLang="en-US" sz="2190"/>
              </a:p>
            </p:txBody>
          </p:sp>
          <p:sp>
            <p:nvSpPr>
              <p:cNvPr id="7880" name="任意多边形: 形状 7879"/>
              <p:cNvSpPr/>
              <p:nvPr/>
            </p:nvSpPr>
            <p:spPr>
              <a:xfrm>
                <a:off x="5710439" y="5581978"/>
                <a:ext cx="407713" cy="8528"/>
              </a:xfrm>
              <a:custGeom>
                <a:avLst/>
                <a:gdLst>
                  <a:gd name="csX0" fmla="*/ 264 w 407713"/>
                  <a:gd name="csY0" fmla="*/ 8796 h 8528"/>
                  <a:gd name="csX1" fmla="*/ 407977 w 407713"/>
                  <a:gd name="csY1" fmla="*/ 267 h 8528"/>
                </a:gdLst>
                <a:ahLst/>
                <a:cxnLst>
                  <a:cxn ang="0">
                    <a:pos x="csX0" y="csY0"/>
                  </a:cxn>
                  <a:cxn ang="0">
                    <a:pos x="csX1" y="csY1"/>
                  </a:cxn>
                </a:cxnLst>
                <a:rect l="l" t="t" r="r" b="b"/>
                <a:pathLst>
                  <a:path w="407713" h="8528">
                    <a:moveTo>
                      <a:pt x="264" y="8796"/>
                    </a:moveTo>
                    <a:lnTo>
                      <a:pt x="407977" y="267"/>
                    </a:lnTo>
                  </a:path>
                </a:pathLst>
              </a:custGeom>
              <a:noFill/>
              <a:ln w="7793" cap="flat">
                <a:solidFill>
                  <a:srgbClr val="000000"/>
                </a:solidFill>
                <a:prstDash val="solid"/>
                <a:round/>
              </a:ln>
            </p:spPr>
            <p:txBody>
              <a:bodyPr/>
              <a:lstStyle/>
              <a:p>
                <a:endParaRPr lang="zh-CN" altLang="en-US" sz="2190"/>
              </a:p>
            </p:txBody>
          </p:sp>
          <p:sp>
            <p:nvSpPr>
              <p:cNvPr id="7881" name="任意多边形: 形状 7880"/>
              <p:cNvSpPr/>
              <p:nvPr/>
            </p:nvSpPr>
            <p:spPr>
              <a:xfrm>
                <a:off x="5710439" y="5468166"/>
                <a:ext cx="407713" cy="111703"/>
              </a:xfrm>
              <a:custGeom>
                <a:avLst/>
                <a:gdLst>
                  <a:gd name="csX0" fmla="*/ 264 w 407713"/>
                  <a:gd name="csY0" fmla="*/ 111972 h 111703"/>
                  <a:gd name="csX1" fmla="*/ 407977 w 407713"/>
                  <a:gd name="csY1" fmla="*/ 269 h 111703"/>
                </a:gdLst>
                <a:ahLst/>
                <a:cxnLst>
                  <a:cxn ang="0">
                    <a:pos x="csX0" y="csY0"/>
                  </a:cxn>
                  <a:cxn ang="0">
                    <a:pos x="csX1" y="csY1"/>
                  </a:cxn>
                </a:cxnLst>
                <a:rect l="l" t="t" r="r" b="b"/>
                <a:pathLst>
                  <a:path w="407713" h="111703">
                    <a:moveTo>
                      <a:pt x="264" y="111972"/>
                    </a:moveTo>
                    <a:lnTo>
                      <a:pt x="407977" y="269"/>
                    </a:lnTo>
                  </a:path>
                </a:pathLst>
              </a:custGeom>
              <a:noFill/>
              <a:ln w="7793" cap="flat">
                <a:solidFill>
                  <a:srgbClr val="000000"/>
                </a:solidFill>
                <a:prstDash val="solid"/>
                <a:round/>
              </a:ln>
            </p:spPr>
            <p:txBody>
              <a:bodyPr/>
              <a:lstStyle/>
              <a:p>
                <a:endParaRPr lang="zh-CN" altLang="en-US" sz="2190"/>
              </a:p>
            </p:txBody>
          </p:sp>
          <p:sp>
            <p:nvSpPr>
              <p:cNvPr id="7882" name="任意多边形: 形状 7881"/>
              <p:cNvSpPr/>
              <p:nvPr/>
            </p:nvSpPr>
            <p:spPr>
              <a:xfrm>
                <a:off x="5710439" y="4617920"/>
                <a:ext cx="407713" cy="1007436"/>
              </a:xfrm>
              <a:custGeom>
                <a:avLst/>
                <a:gdLst>
                  <a:gd name="csX0" fmla="*/ 264 w 407713"/>
                  <a:gd name="csY0" fmla="*/ 1007718 h 1007436"/>
                  <a:gd name="csX1" fmla="*/ 407977 w 407713"/>
                  <a:gd name="csY1" fmla="*/ 281 h 1007436"/>
                </a:gdLst>
                <a:ahLst/>
                <a:cxnLst>
                  <a:cxn ang="0">
                    <a:pos x="csX0" y="csY0"/>
                  </a:cxn>
                  <a:cxn ang="0">
                    <a:pos x="csX1" y="csY1"/>
                  </a:cxn>
                </a:cxnLst>
                <a:rect l="l" t="t" r="r" b="b"/>
                <a:pathLst>
                  <a:path w="407713" h="1007436">
                    <a:moveTo>
                      <a:pt x="264" y="1007718"/>
                    </a:moveTo>
                    <a:lnTo>
                      <a:pt x="407977" y="281"/>
                    </a:lnTo>
                  </a:path>
                </a:pathLst>
              </a:custGeom>
              <a:noFill/>
              <a:ln w="7793" cap="flat">
                <a:solidFill>
                  <a:srgbClr val="000000"/>
                </a:solidFill>
                <a:prstDash val="solid"/>
                <a:round/>
              </a:ln>
            </p:spPr>
            <p:txBody>
              <a:bodyPr/>
              <a:lstStyle/>
              <a:p>
                <a:endParaRPr lang="zh-CN" altLang="en-US" sz="2190"/>
              </a:p>
            </p:txBody>
          </p:sp>
          <p:sp>
            <p:nvSpPr>
              <p:cNvPr id="7883" name="任意多边形: 形状 7882"/>
              <p:cNvSpPr/>
              <p:nvPr/>
            </p:nvSpPr>
            <p:spPr>
              <a:xfrm>
                <a:off x="5710439" y="5579502"/>
                <a:ext cx="407713" cy="45855"/>
              </a:xfrm>
              <a:custGeom>
                <a:avLst/>
                <a:gdLst>
                  <a:gd name="csX0" fmla="*/ 264 w 407713"/>
                  <a:gd name="csY0" fmla="*/ 266 h 45855"/>
                  <a:gd name="csX1" fmla="*/ 407977 w 407713"/>
                  <a:gd name="csY1" fmla="*/ 46122 h 45855"/>
                </a:gdLst>
                <a:ahLst/>
                <a:cxnLst>
                  <a:cxn ang="0">
                    <a:pos x="csX0" y="csY0"/>
                  </a:cxn>
                  <a:cxn ang="0">
                    <a:pos x="csX1" y="csY1"/>
                  </a:cxn>
                </a:cxnLst>
                <a:rect l="l" t="t" r="r" b="b"/>
                <a:pathLst>
                  <a:path w="407713" h="45855">
                    <a:moveTo>
                      <a:pt x="264" y="266"/>
                    </a:moveTo>
                    <a:lnTo>
                      <a:pt x="407977" y="46122"/>
                    </a:lnTo>
                  </a:path>
                </a:pathLst>
              </a:custGeom>
              <a:noFill/>
              <a:ln w="7793" cap="flat">
                <a:solidFill>
                  <a:srgbClr val="000000"/>
                </a:solidFill>
                <a:prstDash val="solid"/>
                <a:round/>
              </a:ln>
            </p:spPr>
            <p:txBody>
              <a:bodyPr/>
              <a:lstStyle/>
              <a:p>
                <a:endParaRPr lang="zh-CN" altLang="en-US" sz="2190"/>
              </a:p>
            </p:txBody>
          </p:sp>
          <p:sp>
            <p:nvSpPr>
              <p:cNvPr id="7884" name="任意多边形: 形状 7883"/>
              <p:cNvSpPr/>
              <p:nvPr/>
            </p:nvSpPr>
            <p:spPr>
              <a:xfrm>
                <a:off x="5695481" y="5610408"/>
                <a:ext cx="29915" cy="29897"/>
              </a:xfrm>
              <a:custGeom>
                <a:avLst/>
                <a:gdLst>
                  <a:gd name="csX0" fmla="*/ 30186 w 29915"/>
                  <a:gd name="csY0" fmla="*/ 15214 h 29897"/>
                  <a:gd name="csX1" fmla="*/ 15228 w 29915"/>
                  <a:gd name="csY1" fmla="*/ 30163 h 29897"/>
                  <a:gd name="csX2" fmla="*/ 270 w 29915"/>
                  <a:gd name="csY2" fmla="*/ 15214 h 29897"/>
                  <a:gd name="csX3" fmla="*/ 15228 w 29915"/>
                  <a:gd name="csY3" fmla="*/ 266 h 29897"/>
                  <a:gd name="csX4" fmla="*/ 30186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86" y="15214"/>
                    </a:moveTo>
                    <a:cubicBezTo>
                      <a:pt x="30186" y="23470"/>
                      <a:pt x="23489" y="30163"/>
                      <a:pt x="15228" y="30163"/>
                    </a:cubicBezTo>
                    <a:cubicBezTo>
                      <a:pt x="6967" y="30163"/>
                      <a:pt x="270" y="23470"/>
                      <a:pt x="270" y="15214"/>
                    </a:cubicBezTo>
                    <a:cubicBezTo>
                      <a:pt x="270" y="6959"/>
                      <a:pt x="6967" y="266"/>
                      <a:pt x="15228" y="266"/>
                    </a:cubicBezTo>
                    <a:cubicBezTo>
                      <a:pt x="23489" y="266"/>
                      <a:pt x="30186" y="6959"/>
                      <a:pt x="30186"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85" name="任意多边形: 形状 7884"/>
              <p:cNvSpPr/>
              <p:nvPr/>
            </p:nvSpPr>
            <p:spPr>
              <a:xfrm>
                <a:off x="6103195" y="5232379"/>
                <a:ext cx="29915" cy="29897"/>
              </a:xfrm>
              <a:custGeom>
                <a:avLst/>
                <a:gdLst>
                  <a:gd name="csX0" fmla="*/ 30173 w 29915"/>
                  <a:gd name="csY0" fmla="*/ 15226 h 29897"/>
                  <a:gd name="csX1" fmla="*/ 15216 w 29915"/>
                  <a:gd name="csY1" fmla="*/ 30175 h 29897"/>
                  <a:gd name="csX2" fmla="*/ 258 w 29915"/>
                  <a:gd name="csY2" fmla="*/ 15226 h 29897"/>
                  <a:gd name="csX3" fmla="*/ 15216 w 29915"/>
                  <a:gd name="csY3" fmla="*/ 277 h 29897"/>
                  <a:gd name="csX4" fmla="*/ 30173 w 29915"/>
                  <a:gd name="csY4" fmla="*/ 15226 h 29897"/>
                </a:gdLst>
                <a:ahLst/>
                <a:cxnLst>
                  <a:cxn ang="0">
                    <a:pos x="csX0" y="csY0"/>
                  </a:cxn>
                  <a:cxn ang="0">
                    <a:pos x="csX1" y="csY1"/>
                  </a:cxn>
                  <a:cxn ang="0">
                    <a:pos x="csX2" y="csY2"/>
                  </a:cxn>
                  <a:cxn ang="0">
                    <a:pos x="csX3" y="csY3"/>
                  </a:cxn>
                  <a:cxn ang="0">
                    <a:pos x="csX4" y="csY4"/>
                  </a:cxn>
                </a:cxnLst>
                <a:rect l="l" t="t" r="r" b="b"/>
                <a:pathLst>
                  <a:path w="29915" h="29897">
                    <a:moveTo>
                      <a:pt x="30173" y="15226"/>
                    </a:moveTo>
                    <a:cubicBezTo>
                      <a:pt x="30173" y="23482"/>
                      <a:pt x="23477" y="30175"/>
                      <a:pt x="15216" y="30175"/>
                    </a:cubicBezTo>
                    <a:cubicBezTo>
                      <a:pt x="6955" y="30175"/>
                      <a:pt x="258" y="23482"/>
                      <a:pt x="258" y="15226"/>
                    </a:cubicBezTo>
                    <a:cubicBezTo>
                      <a:pt x="258" y="6970"/>
                      <a:pt x="6955" y="277"/>
                      <a:pt x="15216" y="277"/>
                    </a:cubicBezTo>
                    <a:cubicBezTo>
                      <a:pt x="23477" y="277"/>
                      <a:pt x="30173" y="6970"/>
                      <a:pt x="30173" y="1522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6" name="任意多边形: 形状 7885"/>
              <p:cNvSpPr/>
              <p:nvPr/>
            </p:nvSpPr>
            <p:spPr>
              <a:xfrm>
                <a:off x="6103195" y="4620763"/>
                <a:ext cx="29915" cy="29897"/>
              </a:xfrm>
              <a:custGeom>
                <a:avLst/>
                <a:gdLst>
                  <a:gd name="csX0" fmla="*/ 30173 w 29915"/>
                  <a:gd name="csY0" fmla="*/ 15245 h 29897"/>
                  <a:gd name="csX1" fmla="*/ 15216 w 29915"/>
                  <a:gd name="csY1" fmla="*/ 30193 h 29897"/>
                  <a:gd name="csX2" fmla="*/ 258 w 29915"/>
                  <a:gd name="csY2" fmla="*/ 15245 h 29897"/>
                  <a:gd name="csX3" fmla="*/ 15216 w 29915"/>
                  <a:gd name="csY3" fmla="*/ 296 h 29897"/>
                  <a:gd name="csX4" fmla="*/ 30173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173" y="15245"/>
                    </a:moveTo>
                    <a:cubicBezTo>
                      <a:pt x="30173" y="23500"/>
                      <a:pt x="23477" y="30193"/>
                      <a:pt x="15216" y="30193"/>
                    </a:cubicBezTo>
                    <a:cubicBezTo>
                      <a:pt x="6955" y="30193"/>
                      <a:pt x="258" y="23500"/>
                      <a:pt x="258" y="15245"/>
                    </a:cubicBezTo>
                    <a:cubicBezTo>
                      <a:pt x="258" y="6989"/>
                      <a:pt x="6955" y="296"/>
                      <a:pt x="15216" y="296"/>
                    </a:cubicBezTo>
                    <a:cubicBezTo>
                      <a:pt x="23477" y="296"/>
                      <a:pt x="30173" y="6989"/>
                      <a:pt x="30173"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7" name="任意多边形: 形状 7886"/>
              <p:cNvSpPr/>
              <p:nvPr/>
            </p:nvSpPr>
            <p:spPr>
              <a:xfrm>
                <a:off x="6103195" y="5009248"/>
                <a:ext cx="29915" cy="29897"/>
              </a:xfrm>
              <a:custGeom>
                <a:avLst/>
                <a:gdLst>
                  <a:gd name="csX0" fmla="*/ 30173 w 29915"/>
                  <a:gd name="csY0" fmla="*/ 15233 h 29897"/>
                  <a:gd name="csX1" fmla="*/ 15216 w 29915"/>
                  <a:gd name="csY1" fmla="*/ 30181 h 29897"/>
                  <a:gd name="csX2" fmla="*/ 258 w 29915"/>
                  <a:gd name="csY2" fmla="*/ 15233 h 29897"/>
                  <a:gd name="csX3" fmla="*/ 15216 w 29915"/>
                  <a:gd name="csY3" fmla="*/ 284 h 29897"/>
                  <a:gd name="csX4" fmla="*/ 30173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173" y="15233"/>
                    </a:moveTo>
                    <a:cubicBezTo>
                      <a:pt x="30173" y="23489"/>
                      <a:pt x="23477" y="30181"/>
                      <a:pt x="15216" y="30181"/>
                    </a:cubicBezTo>
                    <a:cubicBezTo>
                      <a:pt x="6955" y="30181"/>
                      <a:pt x="258" y="23489"/>
                      <a:pt x="258" y="15233"/>
                    </a:cubicBezTo>
                    <a:cubicBezTo>
                      <a:pt x="258" y="6977"/>
                      <a:pt x="6955" y="284"/>
                      <a:pt x="15216" y="284"/>
                    </a:cubicBezTo>
                    <a:cubicBezTo>
                      <a:pt x="23477" y="284"/>
                      <a:pt x="30173" y="6977"/>
                      <a:pt x="30173"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8" name="任意多边形: 形状 7887"/>
              <p:cNvSpPr/>
              <p:nvPr/>
            </p:nvSpPr>
            <p:spPr>
              <a:xfrm>
                <a:off x="5695481" y="5585096"/>
                <a:ext cx="29915" cy="29897"/>
              </a:xfrm>
              <a:custGeom>
                <a:avLst/>
                <a:gdLst>
                  <a:gd name="csX0" fmla="*/ 30186 w 29915"/>
                  <a:gd name="csY0" fmla="*/ 15215 h 29897"/>
                  <a:gd name="csX1" fmla="*/ 15228 w 29915"/>
                  <a:gd name="csY1" fmla="*/ 30164 h 29897"/>
                  <a:gd name="csX2" fmla="*/ 270 w 29915"/>
                  <a:gd name="csY2" fmla="*/ 15215 h 29897"/>
                  <a:gd name="csX3" fmla="*/ 15228 w 29915"/>
                  <a:gd name="csY3" fmla="*/ 267 h 29897"/>
                  <a:gd name="csX4" fmla="*/ 30186 w 29915"/>
                  <a:gd name="csY4" fmla="*/ 15215 h 29897"/>
                </a:gdLst>
                <a:ahLst/>
                <a:cxnLst>
                  <a:cxn ang="0">
                    <a:pos x="csX0" y="csY0"/>
                  </a:cxn>
                  <a:cxn ang="0">
                    <a:pos x="csX1" y="csY1"/>
                  </a:cxn>
                  <a:cxn ang="0">
                    <a:pos x="csX2" y="csY2"/>
                  </a:cxn>
                  <a:cxn ang="0">
                    <a:pos x="csX3" y="csY3"/>
                  </a:cxn>
                  <a:cxn ang="0">
                    <a:pos x="csX4" y="csY4"/>
                  </a:cxn>
                </a:cxnLst>
                <a:rect l="l" t="t" r="r" b="b"/>
                <a:pathLst>
                  <a:path w="29915" h="29897">
                    <a:moveTo>
                      <a:pt x="30186" y="15215"/>
                    </a:moveTo>
                    <a:cubicBezTo>
                      <a:pt x="30186" y="23471"/>
                      <a:pt x="23489" y="30164"/>
                      <a:pt x="15228" y="30164"/>
                    </a:cubicBezTo>
                    <a:cubicBezTo>
                      <a:pt x="6967" y="30164"/>
                      <a:pt x="270" y="23471"/>
                      <a:pt x="270" y="15215"/>
                    </a:cubicBezTo>
                    <a:cubicBezTo>
                      <a:pt x="270" y="6959"/>
                      <a:pt x="6967" y="267"/>
                      <a:pt x="15228" y="267"/>
                    </a:cubicBezTo>
                    <a:cubicBezTo>
                      <a:pt x="23489" y="267"/>
                      <a:pt x="30186" y="6959"/>
                      <a:pt x="30186" y="1521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89" name="任意多边形: 形状 7888"/>
              <p:cNvSpPr/>
              <p:nvPr/>
            </p:nvSpPr>
            <p:spPr>
              <a:xfrm>
                <a:off x="6103195" y="5399108"/>
                <a:ext cx="29915" cy="29897"/>
              </a:xfrm>
              <a:custGeom>
                <a:avLst/>
                <a:gdLst>
                  <a:gd name="csX0" fmla="*/ 30173 w 29915"/>
                  <a:gd name="csY0" fmla="*/ 15221 h 29897"/>
                  <a:gd name="csX1" fmla="*/ 15216 w 29915"/>
                  <a:gd name="csY1" fmla="*/ 30170 h 29897"/>
                  <a:gd name="csX2" fmla="*/ 258 w 29915"/>
                  <a:gd name="csY2" fmla="*/ 15221 h 29897"/>
                  <a:gd name="csX3" fmla="*/ 15216 w 29915"/>
                  <a:gd name="csY3" fmla="*/ 272 h 29897"/>
                  <a:gd name="csX4" fmla="*/ 30173 w 29915"/>
                  <a:gd name="csY4" fmla="*/ 15221 h 29897"/>
                </a:gdLst>
                <a:ahLst/>
                <a:cxnLst>
                  <a:cxn ang="0">
                    <a:pos x="csX0" y="csY0"/>
                  </a:cxn>
                  <a:cxn ang="0">
                    <a:pos x="csX1" y="csY1"/>
                  </a:cxn>
                  <a:cxn ang="0">
                    <a:pos x="csX2" y="csY2"/>
                  </a:cxn>
                  <a:cxn ang="0">
                    <a:pos x="csX3" y="csY3"/>
                  </a:cxn>
                  <a:cxn ang="0">
                    <a:pos x="csX4" y="csY4"/>
                  </a:cxn>
                </a:cxnLst>
                <a:rect l="l" t="t" r="r" b="b"/>
                <a:pathLst>
                  <a:path w="29915" h="29897">
                    <a:moveTo>
                      <a:pt x="30173" y="15221"/>
                    </a:moveTo>
                    <a:cubicBezTo>
                      <a:pt x="30173" y="23477"/>
                      <a:pt x="23477" y="30170"/>
                      <a:pt x="15216" y="30170"/>
                    </a:cubicBezTo>
                    <a:cubicBezTo>
                      <a:pt x="6955" y="30170"/>
                      <a:pt x="258" y="23477"/>
                      <a:pt x="258" y="15221"/>
                    </a:cubicBezTo>
                    <a:cubicBezTo>
                      <a:pt x="258" y="6965"/>
                      <a:pt x="6955" y="272"/>
                      <a:pt x="15216" y="272"/>
                    </a:cubicBezTo>
                    <a:cubicBezTo>
                      <a:pt x="23477" y="272"/>
                      <a:pt x="30173" y="6965"/>
                      <a:pt x="30173" y="1522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0" name="任意多边形: 形状 7889"/>
              <p:cNvSpPr/>
              <p:nvPr/>
            </p:nvSpPr>
            <p:spPr>
              <a:xfrm>
                <a:off x="6103195" y="5548229"/>
                <a:ext cx="29915" cy="29897"/>
              </a:xfrm>
              <a:custGeom>
                <a:avLst/>
                <a:gdLst>
                  <a:gd name="csX0" fmla="*/ 30173 w 29915"/>
                  <a:gd name="csY0" fmla="*/ 15216 h 29897"/>
                  <a:gd name="csX1" fmla="*/ 15216 w 29915"/>
                  <a:gd name="csY1" fmla="*/ 30165 h 29897"/>
                  <a:gd name="csX2" fmla="*/ 258 w 29915"/>
                  <a:gd name="csY2" fmla="*/ 15216 h 29897"/>
                  <a:gd name="csX3" fmla="*/ 15216 w 29915"/>
                  <a:gd name="csY3" fmla="*/ 268 h 29897"/>
                  <a:gd name="csX4" fmla="*/ 30173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73" y="15216"/>
                    </a:moveTo>
                    <a:cubicBezTo>
                      <a:pt x="30173" y="23472"/>
                      <a:pt x="23477" y="30165"/>
                      <a:pt x="15216" y="30165"/>
                    </a:cubicBezTo>
                    <a:cubicBezTo>
                      <a:pt x="6955" y="30165"/>
                      <a:pt x="258" y="23472"/>
                      <a:pt x="258" y="15216"/>
                    </a:cubicBezTo>
                    <a:cubicBezTo>
                      <a:pt x="258" y="6960"/>
                      <a:pt x="6955" y="268"/>
                      <a:pt x="15216" y="268"/>
                    </a:cubicBezTo>
                    <a:cubicBezTo>
                      <a:pt x="23477" y="268"/>
                      <a:pt x="30173" y="6960"/>
                      <a:pt x="30173" y="1521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1" name="任意多边形: 形状 7890"/>
              <p:cNvSpPr/>
              <p:nvPr/>
            </p:nvSpPr>
            <p:spPr>
              <a:xfrm>
                <a:off x="6103195" y="4476870"/>
                <a:ext cx="29915" cy="29897"/>
              </a:xfrm>
              <a:custGeom>
                <a:avLst/>
                <a:gdLst>
                  <a:gd name="csX0" fmla="*/ 30173 w 29915"/>
                  <a:gd name="csY0" fmla="*/ 15249 h 29897"/>
                  <a:gd name="csX1" fmla="*/ 15216 w 29915"/>
                  <a:gd name="csY1" fmla="*/ 30198 h 29897"/>
                  <a:gd name="csX2" fmla="*/ 258 w 29915"/>
                  <a:gd name="csY2" fmla="*/ 15249 h 29897"/>
                  <a:gd name="csX3" fmla="*/ 15216 w 29915"/>
                  <a:gd name="csY3" fmla="*/ 300 h 29897"/>
                  <a:gd name="csX4" fmla="*/ 30173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173" y="15249"/>
                    </a:moveTo>
                    <a:cubicBezTo>
                      <a:pt x="30173" y="23505"/>
                      <a:pt x="23477" y="30198"/>
                      <a:pt x="15216" y="30198"/>
                    </a:cubicBezTo>
                    <a:cubicBezTo>
                      <a:pt x="6955" y="30198"/>
                      <a:pt x="258" y="23505"/>
                      <a:pt x="258" y="15249"/>
                    </a:cubicBezTo>
                    <a:cubicBezTo>
                      <a:pt x="258" y="6993"/>
                      <a:pt x="6955" y="300"/>
                      <a:pt x="15216" y="300"/>
                    </a:cubicBezTo>
                    <a:cubicBezTo>
                      <a:pt x="23477" y="300"/>
                      <a:pt x="30173" y="6993"/>
                      <a:pt x="30173" y="1524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2" name="任意多边形: 形状 7891"/>
              <p:cNvSpPr/>
              <p:nvPr/>
            </p:nvSpPr>
            <p:spPr>
              <a:xfrm>
                <a:off x="6103195" y="5494945"/>
                <a:ext cx="29915" cy="29897"/>
              </a:xfrm>
              <a:custGeom>
                <a:avLst/>
                <a:gdLst>
                  <a:gd name="csX0" fmla="*/ 30173 w 29915"/>
                  <a:gd name="csY0" fmla="*/ 15218 h 29897"/>
                  <a:gd name="csX1" fmla="*/ 15216 w 29915"/>
                  <a:gd name="csY1" fmla="*/ 30167 h 29897"/>
                  <a:gd name="csX2" fmla="*/ 258 w 29915"/>
                  <a:gd name="csY2" fmla="*/ 15218 h 29897"/>
                  <a:gd name="csX3" fmla="*/ 15216 w 29915"/>
                  <a:gd name="csY3" fmla="*/ 269 h 29897"/>
                  <a:gd name="csX4" fmla="*/ 30173 w 29915"/>
                  <a:gd name="csY4" fmla="*/ 15218 h 29897"/>
                </a:gdLst>
                <a:ahLst/>
                <a:cxnLst>
                  <a:cxn ang="0">
                    <a:pos x="csX0" y="csY0"/>
                  </a:cxn>
                  <a:cxn ang="0">
                    <a:pos x="csX1" y="csY1"/>
                  </a:cxn>
                  <a:cxn ang="0">
                    <a:pos x="csX2" y="csY2"/>
                  </a:cxn>
                  <a:cxn ang="0">
                    <a:pos x="csX3" y="csY3"/>
                  </a:cxn>
                  <a:cxn ang="0">
                    <a:pos x="csX4" y="csY4"/>
                  </a:cxn>
                </a:cxnLst>
                <a:rect l="l" t="t" r="r" b="b"/>
                <a:pathLst>
                  <a:path w="29915" h="29897">
                    <a:moveTo>
                      <a:pt x="30173" y="15218"/>
                    </a:moveTo>
                    <a:cubicBezTo>
                      <a:pt x="30173" y="23474"/>
                      <a:pt x="23477" y="30167"/>
                      <a:pt x="15216" y="30167"/>
                    </a:cubicBezTo>
                    <a:cubicBezTo>
                      <a:pt x="6955" y="30167"/>
                      <a:pt x="258" y="23474"/>
                      <a:pt x="258" y="15218"/>
                    </a:cubicBezTo>
                    <a:cubicBezTo>
                      <a:pt x="258" y="6962"/>
                      <a:pt x="6955" y="269"/>
                      <a:pt x="15216" y="269"/>
                    </a:cubicBezTo>
                    <a:cubicBezTo>
                      <a:pt x="23477" y="269"/>
                      <a:pt x="30173" y="6962"/>
                      <a:pt x="30173" y="152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3" name="任意多边形: 形状 7892"/>
              <p:cNvSpPr/>
              <p:nvPr/>
            </p:nvSpPr>
            <p:spPr>
              <a:xfrm>
                <a:off x="5695481" y="5575558"/>
                <a:ext cx="29915" cy="29897"/>
              </a:xfrm>
              <a:custGeom>
                <a:avLst/>
                <a:gdLst>
                  <a:gd name="csX0" fmla="*/ 30186 w 29915"/>
                  <a:gd name="csY0" fmla="*/ 15216 h 29897"/>
                  <a:gd name="csX1" fmla="*/ 15228 w 29915"/>
                  <a:gd name="csY1" fmla="*/ 30164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1"/>
                      <a:pt x="23489" y="30164"/>
                      <a:pt x="15228" y="30164"/>
                    </a:cubicBezTo>
                    <a:cubicBezTo>
                      <a:pt x="6967" y="30164"/>
                      <a:pt x="270" y="23471"/>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4" name="任意多边形: 形状 7893"/>
              <p:cNvSpPr/>
              <p:nvPr/>
            </p:nvSpPr>
            <p:spPr>
              <a:xfrm>
                <a:off x="6103195" y="5567029"/>
                <a:ext cx="29915" cy="29897"/>
              </a:xfrm>
              <a:custGeom>
                <a:avLst/>
                <a:gdLst>
                  <a:gd name="csX0" fmla="*/ 30173 w 29915"/>
                  <a:gd name="csY0" fmla="*/ 15216 h 29897"/>
                  <a:gd name="csX1" fmla="*/ 15216 w 29915"/>
                  <a:gd name="csY1" fmla="*/ 30165 h 29897"/>
                  <a:gd name="csX2" fmla="*/ 258 w 29915"/>
                  <a:gd name="csY2" fmla="*/ 15216 h 29897"/>
                  <a:gd name="csX3" fmla="*/ 15216 w 29915"/>
                  <a:gd name="csY3" fmla="*/ 267 h 29897"/>
                  <a:gd name="csX4" fmla="*/ 30173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73" y="15216"/>
                    </a:moveTo>
                    <a:cubicBezTo>
                      <a:pt x="30173" y="23472"/>
                      <a:pt x="23477" y="30165"/>
                      <a:pt x="15216" y="30165"/>
                    </a:cubicBezTo>
                    <a:cubicBezTo>
                      <a:pt x="6955" y="30165"/>
                      <a:pt x="258" y="23472"/>
                      <a:pt x="258" y="15216"/>
                    </a:cubicBezTo>
                    <a:cubicBezTo>
                      <a:pt x="258" y="6960"/>
                      <a:pt x="6955" y="267"/>
                      <a:pt x="15216" y="267"/>
                    </a:cubicBezTo>
                    <a:cubicBezTo>
                      <a:pt x="23477" y="267"/>
                      <a:pt x="30173" y="6960"/>
                      <a:pt x="30173" y="1521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5" name="任意多边形: 形状 7894"/>
              <p:cNvSpPr/>
              <p:nvPr/>
            </p:nvSpPr>
            <p:spPr>
              <a:xfrm>
                <a:off x="5695481" y="5610408"/>
                <a:ext cx="29915" cy="29897"/>
              </a:xfrm>
              <a:custGeom>
                <a:avLst/>
                <a:gdLst>
                  <a:gd name="csX0" fmla="*/ 30186 w 29915"/>
                  <a:gd name="csY0" fmla="*/ 15214 h 29897"/>
                  <a:gd name="csX1" fmla="*/ 15228 w 29915"/>
                  <a:gd name="csY1" fmla="*/ 30163 h 29897"/>
                  <a:gd name="csX2" fmla="*/ 270 w 29915"/>
                  <a:gd name="csY2" fmla="*/ 15214 h 29897"/>
                  <a:gd name="csX3" fmla="*/ 15228 w 29915"/>
                  <a:gd name="csY3" fmla="*/ 266 h 29897"/>
                  <a:gd name="csX4" fmla="*/ 30186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86" y="15214"/>
                    </a:moveTo>
                    <a:cubicBezTo>
                      <a:pt x="30186" y="23470"/>
                      <a:pt x="23489" y="30163"/>
                      <a:pt x="15228" y="30163"/>
                    </a:cubicBezTo>
                    <a:cubicBezTo>
                      <a:pt x="6967" y="30163"/>
                      <a:pt x="270" y="23470"/>
                      <a:pt x="270" y="15214"/>
                    </a:cubicBezTo>
                    <a:cubicBezTo>
                      <a:pt x="270" y="6959"/>
                      <a:pt x="6967" y="266"/>
                      <a:pt x="15228" y="266"/>
                    </a:cubicBezTo>
                    <a:cubicBezTo>
                      <a:pt x="23489" y="266"/>
                      <a:pt x="30186" y="6959"/>
                      <a:pt x="30186"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6" name="任意多边形: 形状 7895"/>
              <p:cNvSpPr/>
              <p:nvPr/>
            </p:nvSpPr>
            <p:spPr>
              <a:xfrm>
                <a:off x="6103195" y="4602972"/>
                <a:ext cx="29915" cy="29897"/>
              </a:xfrm>
              <a:custGeom>
                <a:avLst/>
                <a:gdLst>
                  <a:gd name="csX0" fmla="*/ 30173 w 29915"/>
                  <a:gd name="csY0" fmla="*/ 15245 h 29897"/>
                  <a:gd name="csX1" fmla="*/ 15216 w 29915"/>
                  <a:gd name="csY1" fmla="*/ 30194 h 29897"/>
                  <a:gd name="csX2" fmla="*/ 258 w 29915"/>
                  <a:gd name="csY2" fmla="*/ 15245 h 29897"/>
                  <a:gd name="csX3" fmla="*/ 15216 w 29915"/>
                  <a:gd name="csY3" fmla="*/ 296 h 29897"/>
                  <a:gd name="csX4" fmla="*/ 30173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173" y="15245"/>
                    </a:moveTo>
                    <a:cubicBezTo>
                      <a:pt x="30173" y="23501"/>
                      <a:pt x="23477" y="30194"/>
                      <a:pt x="15216" y="30194"/>
                    </a:cubicBezTo>
                    <a:cubicBezTo>
                      <a:pt x="6955" y="30194"/>
                      <a:pt x="258" y="23501"/>
                      <a:pt x="258" y="15245"/>
                    </a:cubicBezTo>
                    <a:cubicBezTo>
                      <a:pt x="258" y="6989"/>
                      <a:pt x="6955" y="296"/>
                      <a:pt x="15216" y="296"/>
                    </a:cubicBezTo>
                    <a:cubicBezTo>
                      <a:pt x="23477" y="296"/>
                      <a:pt x="30173" y="6989"/>
                      <a:pt x="30173"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7" name="任意多边形: 形状 7896"/>
              <p:cNvSpPr/>
              <p:nvPr/>
            </p:nvSpPr>
            <p:spPr>
              <a:xfrm>
                <a:off x="6103195" y="5311891"/>
                <a:ext cx="29915" cy="29897"/>
              </a:xfrm>
              <a:custGeom>
                <a:avLst/>
                <a:gdLst>
                  <a:gd name="csX0" fmla="*/ 30173 w 29915"/>
                  <a:gd name="csY0" fmla="*/ 15224 h 29897"/>
                  <a:gd name="csX1" fmla="*/ 15216 w 29915"/>
                  <a:gd name="csY1" fmla="*/ 30172 h 29897"/>
                  <a:gd name="csX2" fmla="*/ 258 w 29915"/>
                  <a:gd name="csY2" fmla="*/ 15224 h 29897"/>
                  <a:gd name="csX3" fmla="*/ 15216 w 29915"/>
                  <a:gd name="csY3" fmla="*/ 275 h 29897"/>
                  <a:gd name="csX4" fmla="*/ 30173 w 29915"/>
                  <a:gd name="csY4" fmla="*/ 15224 h 29897"/>
                </a:gdLst>
                <a:ahLst/>
                <a:cxnLst>
                  <a:cxn ang="0">
                    <a:pos x="csX0" y="csY0"/>
                  </a:cxn>
                  <a:cxn ang="0">
                    <a:pos x="csX1" y="csY1"/>
                  </a:cxn>
                  <a:cxn ang="0">
                    <a:pos x="csX2" y="csY2"/>
                  </a:cxn>
                  <a:cxn ang="0">
                    <a:pos x="csX3" y="csY3"/>
                  </a:cxn>
                  <a:cxn ang="0">
                    <a:pos x="csX4" y="csY4"/>
                  </a:cxn>
                </a:cxnLst>
                <a:rect l="l" t="t" r="r" b="b"/>
                <a:pathLst>
                  <a:path w="29915" h="29897">
                    <a:moveTo>
                      <a:pt x="30173" y="15224"/>
                    </a:moveTo>
                    <a:cubicBezTo>
                      <a:pt x="30173" y="23479"/>
                      <a:pt x="23477" y="30172"/>
                      <a:pt x="15216" y="30172"/>
                    </a:cubicBezTo>
                    <a:cubicBezTo>
                      <a:pt x="6955" y="30172"/>
                      <a:pt x="258" y="23479"/>
                      <a:pt x="258" y="15224"/>
                    </a:cubicBezTo>
                    <a:cubicBezTo>
                      <a:pt x="258" y="6968"/>
                      <a:pt x="6955" y="275"/>
                      <a:pt x="15216" y="275"/>
                    </a:cubicBezTo>
                    <a:cubicBezTo>
                      <a:pt x="23477" y="275"/>
                      <a:pt x="30173" y="6968"/>
                      <a:pt x="30173" y="152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8" name="任意多边形: 形状 7897"/>
              <p:cNvSpPr/>
              <p:nvPr/>
            </p:nvSpPr>
            <p:spPr>
              <a:xfrm>
                <a:off x="5695481" y="5564920"/>
                <a:ext cx="29915" cy="29897"/>
              </a:xfrm>
              <a:custGeom>
                <a:avLst/>
                <a:gdLst>
                  <a:gd name="csX0" fmla="*/ 30186 w 29915"/>
                  <a:gd name="csY0" fmla="*/ 15216 h 29897"/>
                  <a:gd name="csX1" fmla="*/ 15228 w 29915"/>
                  <a:gd name="csY1" fmla="*/ 30165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2"/>
                      <a:pt x="23489" y="30165"/>
                      <a:pt x="15228" y="30165"/>
                    </a:cubicBezTo>
                    <a:cubicBezTo>
                      <a:pt x="6967" y="30165"/>
                      <a:pt x="270" y="23472"/>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9" name="任意多边形: 形状 7898"/>
              <p:cNvSpPr/>
              <p:nvPr/>
            </p:nvSpPr>
            <p:spPr>
              <a:xfrm>
                <a:off x="6103195" y="5453217"/>
                <a:ext cx="29915" cy="29897"/>
              </a:xfrm>
              <a:custGeom>
                <a:avLst/>
                <a:gdLst>
                  <a:gd name="csX0" fmla="*/ 30173 w 29915"/>
                  <a:gd name="csY0" fmla="*/ 15219 h 29897"/>
                  <a:gd name="csX1" fmla="*/ 15216 w 29915"/>
                  <a:gd name="csY1" fmla="*/ 30168 h 29897"/>
                  <a:gd name="csX2" fmla="*/ 258 w 29915"/>
                  <a:gd name="csY2" fmla="*/ 15219 h 29897"/>
                  <a:gd name="csX3" fmla="*/ 15216 w 29915"/>
                  <a:gd name="csY3" fmla="*/ 270 h 29897"/>
                  <a:gd name="csX4" fmla="*/ 30173 w 29915"/>
                  <a:gd name="csY4" fmla="*/ 15219 h 29897"/>
                </a:gdLst>
                <a:ahLst/>
                <a:cxnLst>
                  <a:cxn ang="0">
                    <a:pos x="csX0" y="csY0"/>
                  </a:cxn>
                  <a:cxn ang="0">
                    <a:pos x="csX1" y="csY1"/>
                  </a:cxn>
                  <a:cxn ang="0">
                    <a:pos x="csX2" y="csY2"/>
                  </a:cxn>
                  <a:cxn ang="0">
                    <a:pos x="csX3" y="csY3"/>
                  </a:cxn>
                  <a:cxn ang="0">
                    <a:pos x="csX4" y="csY4"/>
                  </a:cxn>
                </a:cxnLst>
                <a:rect l="l" t="t" r="r" b="b"/>
                <a:pathLst>
                  <a:path w="29915" h="29897">
                    <a:moveTo>
                      <a:pt x="30173" y="15219"/>
                    </a:moveTo>
                    <a:cubicBezTo>
                      <a:pt x="30173" y="23475"/>
                      <a:pt x="23477" y="30168"/>
                      <a:pt x="15216" y="30168"/>
                    </a:cubicBezTo>
                    <a:cubicBezTo>
                      <a:pt x="6955" y="30168"/>
                      <a:pt x="258" y="23475"/>
                      <a:pt x="258" y="15219"/>
                    </a:cubicBezTo>
                    <a:cubicBezTo>
                      <a:pt x="258" y="6963"/>
                      <a:pt x="6955" y="270"/>
                      <a:pt x="15216" y="270"/>
                    </a:cubicBezTo>
                    <a:cubicBezTo>
                      <a:pt x="23477" y="270"/>
                      <a:pt x="30173" y="6963"/>
                      <a:pt x="30173" y="1521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0" name="任意多边形: 形状 7899"/>
              <p:cNvSpPr/>
              <p:nvPr/>
            </p:nvSpPr>
            <p:spPr>
              <a:xfrm>
                <a:off x="5695481" y="5564553"/>
                <a:ext cx="29915" cy="29897"/>
              </a:xfrm>
              <a:custGeom>
                <a:avLst/>
                <a:gdLst>
                  <a:gd name="csX0" fmla="*/ 30186 w 29915"/>
                  <a:gd name="csY0" fmla="*/ 15216 h 29897"/>
                  <a:gd name="csX1" fmla="*/ 15228 w 29915"/>
                  <a:gd name="csY1" fmla="*/ 30165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2"/>
                      <a:pt x="23489" y="30165"/>
                      <a:pt x="15228" y="30165"/>
                    </a:cubicBezTo>
                    <a:cubicBezTo>
                      <a:pt x="6967" y="30165"/>
                      <a:pt x="270" y="23472"/>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01" name="任意多边形: 形状 7900"/>
              <p:cNvSpPr/>
              <p:nvPr/>
            </p:nvSpPr>
            <p:spPr>
              <a:xfrm>
                <a:off x="6103195" y="5610408"/>
                <a:ext cx="29915" cy="29897"/>
              </a:xfrm>
              <a:custGeom>
                <a:avLst/>
                <a:gdLst>
                  <a:gd name="csX0" fmla="*/ 30173 w 29915"/>
                  <a:gd name="csY0" fmla="*/ 15214 h 29897"/>
                  <a:gd name="csX1" fmla="*/ 15216 w 29915"/>
                  <a:gd name="csY1" fmla="*/ 30163 h 29897"/>
                  <a:gd name="csX2" fmla="*/ 258 w 29915"/>
                  <a:gd name="csY2" fmla="*/ 15214 h 29897"/>
                  <a:gd name="csX3" fmla="*/ 15216 w 29915"/>
                  <a:gd name="csY3" fmla="*/ 266 h 29897"/>
                  <a:gd name="csX4" fmla="*/ 30173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73" y="15214"/>
                    </a:moveTo>
                    <a:cubicBezTo>
                      <a:pt x="30173" y="23470"/>
                      <a:pt x="23477" y="30163"/>
                      <a:pt x="15216" y="30163"/>
                    </a:cubicBezTo>
                    <a:cubicBezTo>
                      <a:pt x="6955" y="30163"/>
                      <a:pt x="258" y="23470"/>
                      <a:pt x="258" y="15214"/>
                    </a:cubicBezTo>
                    <a:cubicBezTo>
                      <a:pt x="258" y="6959"/>
                      <a:pt x="6955" y="266"/>
                      <a:pt x="15216" y="266"/>
                    </a:cubicBezTo>
                    <a:cubicBezTo>
                      <a:pt x="23477" y="266"/>
                      <a:pt x="30173" y="6959"/>
                      <a:pt x="30173" y="152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2" name="任意多边形: 形状 7901"/>
              <p:cNvSpPr/>
              <p:nvPr/>
            </p:nvSpPr>
            <p:spPr>
              <a:xfrm>
                <a:off x="6103195" y="4988888"/>
                <a:ext cx="29915" cy="29897"/>
              </a:xfrm>
              <a:custGeom>
                <a:avLst/>
                <a:gdLst>
                  <a:gd name="csX0" fmla="*/ 30173 w 29915"/>
                  <a:gd name="csY0" fmla="*/ 15233 h 29897"/>
                  <a:gd name="csX1" fmla="*/ 15216 w 29915"/>
                  <a:gd name="csY1" fmla="*/ 30182 h 29897"/>
                  <a:gd name="csX2" fmla="*/ 258 w 29915"/>
                  <a:gd name="csY2" fmla="*/ 15233 h 29897"/>
                  <a:gd name="csX3" fmla="*/ 15216 w 29915"/>
                  <a:gd name="csY3" fmla="*/ 285 h 29897"/>
                  <a:gd name="csX4" fmla="*/ 30173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173" y="15233"/>
                    </a:moveTo>
                    <a:cubicBezTo>
                      <a:pt x="30173" y="23489"/>
                      <a:pt x="23477" y="30182"/>
                      <a:pt x="15216" y="30182"/>
                    </a:cubicBezTo>
                    <a:cubicBezTo>
                      <a:pt x="6955" y="30182"/>
                      <a:pt x="258" y="23489"/>
                      <a:pt x="258" y="15233"/>
                    </a:cubicBezTo>
                    <a:cubicBezTo>
                      <a:pt x="258" y="6977"/>
                      <a:pt x="6955" y="285"/>
                      <a:pt x="15216" y="285"/>
                    </a:cubicBezTo>
                    <a:cubicBezTo>
                      <a:pt x="23477" y="285"/>
                      <a:pt x="30173" y="6977"/>
                      <a:pt x="30173"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3" name="任意多边形: 形状 7902"/>
              <p:cNvSpPr/>
              <p:nvPr/>
            </p:nvSpPr>
            <p:spPr>
              <a:xfrm>
                <a:off x="5465792" y="4224025"/>
                <a:ext cx="897006" cy="1468097"/>
              </a:xfrm>
              <a:custGeom>
                <a:avLst/>
                <a:gdLst>
                  <a:gd name="csX0" fmla="*/ 264 w 897006"/>
                  <a:gd name="csY0" fmla="*/ 286 h 1468097"/>
                  <a:gd name="csX1" fmla="*/ 897270 w 897006"/>
                  <a:gd name="csY1" fmla="*/ 286 h 1468097"/>
                  <a:gd name="csX2" fmla="*/ 897270 w 897006"/>
                  <a:gd name="csY2" fmla="*/ 1468383 h 1468097"/>
                  <a:gd name="csX3" fmla="*/ 264 w 897006"/>
                  <a:gd name="csY3" fmla="*/ 1468383 h 1468097"/>
                </a:gdLst>
                <a:ahLst/>
                <a:cxnLst>
                  <a:cxn ang="0">
                    <a:pos x="csX0" y="csY0"/>
                  </a:cxn>
                  <a:cxn ang="0">
                    <a:pos x="csX1" y="csY1"/>
                  </a:cxn>
                  <a:cxn ang="0">
                    <a:pos x="csX2" y="csY2"/>
                  </a:cxn>
                  <a:cxn ang="0">
                    <a:pos x="csX3" y="csY3"/>
                  </a:cxn>
                </a:cxnLst>
                <a:rect l="l" t="t" r="r" b="b"/>
                <a:pathLst>
                  <a:path w="897006" h="1468097">
                    <a:moveTo>
                      <a:pt x="264" y="286"/>
                    </a:moveTo>
                    <a:lnTo>
                      <a:pt x="897270" y="286"/>
                    </a:lnTo>
                    <a:lnTo>
                      <a:pt x="897270" y="1468383"/>
                    </a:lnTo>
                    <a:lnTo>
                      <a:pt x="264" y="1468383"/>
                    </a:lnTo>
                    <a:close/>
                  </a:path>
                </a:pathLst>
              </a:custGeom>
              <a:noFill/>
              <a:ln w="13661" cap="rnd">
                <a:solidFill>
                  <a:srgbClr val="000000"/>
                </a:solidFill>
                <a:prstDash val="solid"/>
                <a:round/>
              </a:ln>
            </p:spPr>
            <p:txBody>
              <a:bodyPr/>
              <a:lstStyle/>
              <a:p>
                <a:endParaRPr lang="zh-CN" altLang="en-US" sz="2190"/>
              </a:p>
            </p:txBody>
          </p:sp>
        </p:grpSp>
        <p:grpSp>
          <p:nvGrpSpPr>
            <p:cNvPr id="7904" name="图形 2"/>
            <p:cNvGrpSpPr/>
            <p:nvPr/>
          </p:nvGrpSpPr>
          <p:grpSpPr>
            <a:xfrm>
              <a:off x="5465792" y="5916170"/>
              <a:ext cx="897006" cy="1468097"/>
              <a:chOff x="5465792" y="5916170"/>
              <a:chExt cx="897006" cy="1468097"/>
            </a:xfrm>
          </p:grpSpPr>
          <p:sp>
            <p:nvSpPr>
              <p:cNvPr id="7905" name="任意多边形: 形状 7904"/>
              <p:cNvSpPr/>
              <p:nvPr/>
            </p:nvSpPr>
            <p:spPr>
              <a:xfrm>
                <a:off x="5608488" y="5982843"/>
                <a:ext cx="203810" cy="12698"/>
              </a:xfrm>
              <a:custGeom>
                <a:avLst/>
                <a:gdLst>
                  <a:gd name="csX0" fmla="*/ 270 w 203810"/>
                  <a:gd name="csY0" fmla="*/ 255 h 12698"/>
                  <a:gd name="csX1" fmla="*/ 270 w 203810"/>
                  <a:gd name="csY1" fmla="*/ 255 h 12698"/>
                  <a:gd name="csX2" fmla="*/ 204081 w 203810"/>
                  <a:gd name="csY2" fmla="*/ 255 h 12698"/>
                  <a:gd name="csX3" fmla="*/ 204081 w 203810"/>
                  <a:gd name="csY3" fmla="*/ 255 h 12698"/>
                  <a:gd name="csX4" fmla="*/ 270 w 203810"/>
                  <a:gd name="csY4" fmla="*/ 255 h 12698"/>
                </a:gdLst>
                <a:ahLst/>
                <a:cxnLst>
                  <a:cxn ang="0">
                    <a:pos x="csX0" y="csY0"/>
                  </a:cxn>
                  <a:cxn ang="0">
                    <a:pos x="csX1" y="csY1"/>
                  </a:cxn>
                  <a:cxn ang="0">
                    <a:pos x="csX2" y="csY2"/>
                  </a:cxn>
                  <a:cxn ang="0">
                    <a:pos x="csX3" y="csY3"/>
                  </a:cxn>
                  <a:cxn ang="0">
                    <a:pos x="csX4" y="csY4"/>
                  </a:cxn>
                </a:cxnLst>
                <a:rect l="l" t="t" r="r" b="b"/>
                <a:pathLst>
                  <a:path w="203810" h="12698">
                    <a:moveTo>
                      <a:pt x="270" y="255"/>
                    </a:moveTo>
                    <a:lnTo>
                      <a:pt x="270" y="255"/>
                    </a:lnTo>
                    <a:lnTo>
                      <a:pt x="204081" y="255"/>
                    </a:lnTo>
                    <a:lnTo>
                      <a:pt x="204081" y="255"/>
                    </a:lnTo>
                    <a:lnTo>
                      <a:pt x="270" y="255"/>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06" name="任意多边形: 形状 7905"/>
              <p:cNvSpPr/>
              <p:nvPr/>
            </p:nvSpPr>
            <p:spPr>
              <a:xfrm>
                <a:off x="5608488" y="5982843"/>
                <a:ext cx="203810" cy="12698"/>
              </a:xfrm>
              <a:custGeom>
                <a:avLst/>
                <a:gdLst>
                  <a:gd name="csX0" fmla="*/ 270 w 203810"/>
                  <a:gd name="csY0" fmla="*/ 255 h 12698"/>
                  <a:gd name="csX1" fmla="*/ 204081 w 203810"/>
                  <a:gd name="csY1" fmla="*/ 255 h 12698"/>
                </a:gdLst>
                <a:ahLst/>
                <a:cxnLst>
                  <a:cxn ang="0">
                    <a:pos x="csX0" y="csY0"/>
                  </a:cxn>
                  <a:cxn ang="0">
                    <a:pos x="csX1" y="csY1"/>
                  </a:cxn>
                </a:cxnLst>
                <a:rect l="l" t="t" r="r" b="b"/>
                <a:pathLst>
                  <a:path w="203810" h="12698">
                    <a:moveTo>
                      <a:pt x="270" y="255"/>
                    </a:moveTo>
                    <a:lnTo>
                      <a:pt x="204081" y="255"/>
                    </a:lnTo>
                  </a:path>
                </a:pathLst>
              </a:custGeom>
              <a:ln w="19529" cap="flat">
                <a:solidFill>
                  <a:srgbClr val="0073C2"/>
                </a:solidFill>
                <a:prstDash val="solid"/>
                <a:miter/>
              </a:ln>
            </p:spPr>
            <p:txBody>
              <a:bodyPr/>
              <a:lstStyle/>
              <a:p>
                <a:endParaRPr lang="zh-CN" altLang="en-US" sz="2190"/>
              </a:p>
            </p:txBody>
          </p:sp>
          <p:sp>
            <p:nvSpPr>
              <p:cNvPr id="7907" name="任意多边形: 形状 7906"/>
              <p:cNvSpPr/>
              <p:nvPr/>
            </p:nvSpPr>
            <p:spPr>
              <a:xfrm>
                <a:off x="6100258" y="6857025"/>
                <a:ext cx="35788" cy="35766"/>
              </a:xfrm>
              <a:custGeom>
                <a:avLst/>
                <a:gdLst>
                  <a:gd name="csX0" fmla="*/ 36046 w 35788"/>
                  <a:gd name="csY0" fmla="*/ 18112 h 35766"/>
                  <a:gd name="csX1" fmla="*/ 18152 w 35788"/>
                  <a:gd name="csY1" fmla="*/ 35995 h 35766"/>
                  <a:gd name="csX2" fmla="*/ 258 w 35788"/>
                  <a:gd name="csY2" fmla="*/ 18112 h 35766"/>
                  <a:gd name="csX3" fmla="*/ 18152 w 35788"/>
                  <a:gd name="csY3" fmla="*/ 228 h 35766"/>
                  <a:gd name="csX4" fmla="*/ 36046 w 35788"/>
                  <a:gd name="csY4" fmla="*/ 18112 h 35766"/>
                </a:gdLst>
                <a:ahLst/>
                <a:cxnLst>
                  <a:cxn ang="0">
                    <a:pos x="csX0" y="csY0"/>
                  </a:cxn>
                  <a:cxn ang="0">
                    <a:pos x="csX1" y="csY1"/>
                  </a:cxn>
                  <a:cxn ang="0">
                    <a:pos x="csX2" y="csY2"/>
                  </a:cxn>
                  <a:cxn ang="0">
                    <a:pos x="csX3" y="csY3"/>
                  </a:cxn>
                  <a:cxn ang="0">
                    <a:pos x="csX4" y="csY4"/>
                  </a:cxn>
                </a:cxnLst>
                <a:rect l="l" t="t" r="r" b="b"/>
                <a:pathLst>
                  <a:path w="35788" h="35766">
                    <a:moveTo>
                      <a:pt x="36046" y="18112"/>
                    </a:moveTo>
                    <a:cubicBezTo>
                      <a:pt x="36046" y="27988"/>
                      <a:pt x="28035" y="35995"/>
                      <a:pt x="18152" y="35995"/>
                    </a:cubicBezTo>
                    <a:cubicBezTo>
                      <a:pt x="8269" y="35995"/>
                      <a:pt x="258" y="27988"/>
                      <a:pt x="258" y="18112"/>
                    </a:cubicBezTo>
                    <a:cubicBezTo>
                      <a:pt x="258" y="8235"/>
                      <a:pt x="8269" y="228"/>
                      <a:pt x="18152" y="228"/>
                    </a:cubicBezTo>
                    <a:cubicBezTo>
                      <a:pt x="28035" y="228"/>
                      <a:pt x="36046" y="8235"/>
                      <a:pt x="36046" y="18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8" name="任意多边形: 形状 7907"/>
              <p:cNvSpPr/>
              <p:nvPr/>
            </p:nvSpPr>
            <p:spPr>
              <a:xfrm>
                <a:off x="6118152" y="5982843"/>
                <a:ext cx="12705" cy="103907"/>
              </a:xfrm>
              <a:custGeom>
                <a:avLst/>
                <a:gdLst>
                  <a:gd name="csX0" fmla="*/ 258 w 12705"/>
                  <a:gd name="csY0" fmla="*/ 104161 h 103907"/>
                  <a:gd name="csX1" fmla="*/ 258 w 12705"/>
                  <a:gd name="csY1" fmla="*/ 253 h 103907"/>
                </a:gdLst>
                <a:ahLst/>
                <a:cxnLst>
                  <a:cxn ang="0">
                    <a:pos x="csX0" y="csY0"/>
                  </a:cxn>
                  <a:cxn ang="0">
                    <a:pos x="csX1" y="csY1"/>
                  </a:cxn>
                </a:cxnLst>
                <a:rect l="l" t="t" r="r" b="b"/>
                <a:pathLst>
                  <a:path w="12705" h="103907">
                    <a:moveTo>
                      <a:pt x="258" y="104161"/>
                    </a:moveTo>
                    <a:lnTo>
                      <a:pt x="258" y="253"/>
                    </a:lnTo>
                  </a:path>
                </a:pathLst>
              </a:custGeom>
              <a:ln w="9810" cap="flat">
                <a:solidFill>
                  <a:srgbClr val="EFC000"/>
                </a:solidFill>
                <a:prstDash val="solid"/>
                <a:round/>
              </a:ln>
            </p:spPr>
            <p:txBody>
              <a:bodyPr/>
              <a:lstStyle/>
              <a:p>
                <a:endParaRPr lang="zh-CN" altLang="en-US" sz="2190"/>
              </a:p>
            </p:txBody>
          </p:sp>
          <p:sp>
            <p:nvSpPr>
              <p:cNvPr id="7909" name="任意多边形: 形状 7908"/>
              <p:cNvSpPr/>
              <p:nvPr/>
            </p:nvSpPr>
            <p:spPr>
              <a:xfrm>
                <a:off x="6118152" y="6391504"/>
                <a:ext cx="12705" cy="306678"/>
              </a:xfrm>
              <a:custGeom>
                <a:avLst/>
                <a:gdLst>
                  <a:gd name="csX0" fmla="*/ 258 w 12705"/>
                  <a:gd name="csY0" fmla="*/ 238 h 306678"/>
                  <a:gd name="csX1" fmla="*/ 258 w 12705"/>
                  <a:gd name="csY1" fmla="*/ 306917 h 306678"/>
                </a:gdLst>
                <a:ahLst/>
                <a:cxnLst>
                  <a:cxn ang="0">
                    <a:pos x="csX0" y="csY0"/>
                  </a:cxn>
                  <a:cxn ang="0">
                    <a:pos x="csX1" y="csY1"/>
                  </a:cxn>
                </a:cxnLst>
                <a:rect l="l" t="t" r="r" b="b"/>
                <a:pathLst>
                  <a:path w="12705" h="306678">
                    <a:moveTo>
                      <a:pt x="258" y="238"/>
                    </a:moveTo>
                    <a:lnTo>
                      <a:pt x="258" y="306917"/>
                    </a:lnTo>
                  </a:path>
                </a:pathLst>
              </a:custGeom>
              <a:ln w="9810" cap="flat">
                <a:solidFill>
                  <a:srgbClr val="EFC000"/>
                </a:solidFill>
                <a:prstDash val="solid"/>
                <a:round/>
              </a:ln>
            </p:spPr>
            <p:txBody>
              <a:bodyPr/>
              <a:lstStyle/>
              <a:p>
                <a:endParaRPr lang="zh-CN" altLang="en-US" sz="2190"/>
              </a:p>
            </p:txBody>
          </p:sp>
          <p:sp>
            <p:nvSpPr>
              <p:cNvPr id="7910" name="任意多边形: 形状 7909"/>
              <p:cNvSpPr/>
              <p:nvPr/>
            </p:nvSpPr>
            <p:spPr>
              <a:xfrm>
                <a:off x="6016201" y="6086751"/>
                <a:ext cx="203810" cy="304752"/>
              </a:xfrm>
              <a:custGeom>
                <a:avLst/>
                <a:gdLst>
                  <a:gd name="csX0" fmla="*/ 258 w 203810"/>
                  <a:gd name="csY0" fmla="*/ 247 h 304752"/>
                  <a:gd name="csX1" fmla="*/ 258 w 203810"/>
                  <a:gd name="csY1" fmla="*/ 305000 h 304752"/>
                  <a:gd name="csX2" fmla="*/ 204069 w 203810"/>
                  <a:gd name="csY2" fmla="*/ 305000 h 304752"/>
                  <a:gd name="csX3" fmla="*/ 204069 w 203810"/>
                  <a:gd name="csY3" fmla="*/ 247 h 304752"/>
                  <a:gd name="csX4" fmla="*/ 258 w 203810"/>
                  <a:gd name="csY4" fmla="*/ 247 h 304752"/>
                </a:gdLst>
                <a:ahLst/>
                <a:cxnLst>
                  <a:cxn ang="0">
                    <a:pos x="csX0" y="csY0"/>
                  </a:cxn>
                  <a:cxn ang="0">
                    <a:pos x="csX1" y="csY1"/>
                  </a:cxn>
                  <a:cxn ang="0">
                    <a:pos x="csX2" y="csY2"/>
                  </a:cxn>
                  <a:cxn ang="0">
                    <a:pos x="csX3" y="csY3"/>
                  </a:cxn>
                  <a:cxn ang="0">
                    <a:pos x="csX4" y="csY4"/>
                  </a:cxn>
                </a:cxnLst>
                <a:rect l="l" t="t" r="r" b="b"/>
                <a:pathLst>
                  <a:path w="203810" h="304752">
                    <a:moveTo>
                      <a:pt x="258" y="247"/>
                    </a:moveTo>
                    <a:lnTo>
                      <a:pt x="258" y="305000"/>
                    </a:lnTo>
                    <a:lnTo>
                      <a:pt x="204069" y="305000"/>
                    </a:lnTo>
                    <a:lnTo>
                      <a:pt x="204069" y="247"/>
                    </a:lnTo>
                    <a:lnTo>
                      <a:pt x="258" y="247"/>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11" name="任意多边形: 形状 7910"/>
              <p:cNvSpPr/>
              <p:nvPr/>
            </p:nvSpPr>
            <p:spPr>
              <a:xfrm>
                <a:off x="6016201" y="6124811"/>
                <a:ext cx="203810" cy="12698"/>
              </a:xfrm>
              <a:custGeom>
                <a:avLst/>
                <a:gdLst>
                  <a:gd name="csX0" fmla="*/ 258 w 203810"/>
                  <a:gd name="csY0" fmla="*/ 251 h 12698"/>
                  <a:gd name="csX1" fmla="*/ 204069 w 203810"/>
                  <a:gd name="csY1" fmla="*/ 251 h 12698"/>
                </a:gdLst>
                <a:ahLst/>
                <a:cxnLst>
                  <a:cxn ang="0">
                    <a:pos x="csX0" y="csY0"/>
                  </a:cxn>
                  <a:cxn ang="0">
                    <a:pos x="csX1" y="csY1"/>
                  </a:cxn>
                </a:cxnLst>
                <a:rect l="l" t="t" r="r" b="b"/>
                <a:pathLst>
                  <a:path w="203810" h="12698">
                    <a:moveTo>
                      <a:pt x="258" y="251"/>
                    </a:moveTo>
                    <a:lnTo>
                      <a:pt x="204069" y="251"/>
                    </a:lnTo>
                  </a:path>
                </a:pathLst>
              </a:custGeom>
              <a:ln w="19529" cap="flat">
                <a:solidFill>
                  <a:srgbClr val="EFC000"/>
                </a:solidFill>
                <a:prstDash val="solid"/>
                <a:miter/>
              </a:ln>
            </p:spPr>
            <p:txBody>
              <a:bodyPr/>
              <a:lstStyle/>
              <a:p>
                <a:endParaRPr lang="zh-CN" altLang="en-US" sz="2190"/>
              </a:p>
            </p:txBody>
          </p:sp>
          <p:sp>
            <p:nvSpPr>
              <p:cNvPr id="7912" name="任意多边形: 形状 7911"/>
              <p:cNvSpPr/>
              <p:nvPr/>
            </p:nvSpPr>
            <p:spPr>
              <a:xfrm>
                <a:off x="5710439" y="5982843"/>
                <a:ext cx="407713" cy="12698"/>
              </a:xfrm>
              <a:custGeom>
                <a:avLst/>
                <a:gdLst>
                  <a:gd name="csX0" fmla="*/ 264 w 407713"/>
                  <a:gd name="csY0" fmla="*/ 255 h 12698"/>
                  <a:gd name="csX1" fmla="*/ 407977 w 407713"/>
                  <a:gd name="csY1" fmla="*/ 255 h 12698"/>
                </a:gdLst>
                <a:ahLst/>
                <a:cxnLst>
                  <a:cxn ang="0">
                    <a:pos x="csX0" y="csY0"/>
                  </a:cxn>
                  <a:cxn ang="0">
                    <a:pos x="csX1" y="csY1"/>
                  </a:cxn>
                </a:cxnLst>
                <a:rect l="l" t="t" r="r" b="b"/>
                <a:pathLst>
                  <a:path w="407713" h="12698">
                    <a:moveTo>
                      <a:pt x="264" y="255"/>
                    </a:moveTo>
                    <a:lnTo>
                      <a:pt x="407977" y="255"/>
                    </a:lnTo>
                  </a:path>
                </a:pathLst>
              </a:custGeom>
              <a:noFill/>
              <a:ln w="7793" cap="flat">
                <a:solidFill>
                  <a:srgbClr val="000000"/>
                </a:solidFill>
                <a:prstDash val="solid"/>
                <a:round/>
              </a:ln>
            </p:spPr>
            <p:txBody>
              <a:bodyPr/>
              <a:lstStyle/>
              <a:p>
                <a:endParaRPr lang="zh-CN" altLang="en-US" sz="2190"/>
              </a:p>
            </p:txBody>
          </p:sp>
          <p:sp>
            <p:nvSpPr>
              <p:cNvPr id="7913" name="任意多边形: 形状 7912"/>
              <p:cNvSpPr/>
              <p:nvPr/>
            </p:nvSpPr>
            <p:spPr>
              <a:xfrm>
                <a:off x="5710439" y="5982843"/>
                <a:ext cx="407713" cy="123716"/>
              </a:xfrm>
              <a:custGeom>
                <a:avLst/>
                <a:gdLst>
                  <a:gd name="csX0" fmla="*/ 264 w 407713"/>
                  <a:gd name="csY0" fmla="*/ 253 h 123716"/>
                  <a:gd name="csX1" fmla="*/ 407977 w 407713"/>
                  <a:gd name="csY1" fmla="*/ 123970 h 123716"/>
                </a:gdLst>
                <a:ahLst/>
                <a:cxnLst>
                  <a:cxn ang="0">
                    <a:pos x="csX0" y="csY0"/>
                  </a:cxn>
                  <a:cxn ang="0">
                    <a:pos x="csX1" y="csY1"/>
                  </a:cxn>
                </a:cxnLst>
                <a:rect l="l" t="t" r="r" b="b"/>
                <a:pathLst>
                  <a:path w="407713" h="123716">
                    <a:moveTo>
                      <a:pt x="264" y="253"/>
                    </a:moveTo>
                    <a:lnTo>
                      <a:pt x="407977" y="123970"/>
                    </a:lnTo>
                  </a:path>
                </a:pathLst>
              </a:custGeom>
              <a:noFill/>
              <a:ln w="7793" cap="flat">
                <a:solidFill>
                  <a:srgbClr val="000000"/>
                </a:solidFill>
                <a:prstDash val="solid"/>
                <a:round/>
              </a:ln>
            </p:spPr>
            <p:txBody>
              <a:bodyPr/>
              <a:lstStyle/>
              <a:p>
                <a:endParaRPr lang="zh-CN" altLang="en-US" sz="2190"/>
              </a:p>
            </p:txBody>
          </p:sp>
          <p:sp>
            <p:nvSpPr>
              <p:cNvPr id="7914" name="任意多边形: 形状 7913"/>
              <p:cNvSpPr/>
              <p:nvPr/>
            </p:nvSpPr>
            <p:spPr>
              <a:xfrm>
                <a:off x="5710439" y="5982843"/>
                <a:ext cx="407713" cy="715339"/>
              </a:xfrm>
              <a:custGeom>
                <a:avLst/>
                <a:gdLst>
                  <a:gd name="csX0" fmla="*/ 264 w 407713"/>
                  <a:gd name="csY0" fmla="*/ 244 h 715339"/>
                  <a:gd name="csX1" fmla="*/ 407977 w 407713"/>
                  <a:gd name="csY1" fmla="*/ 715584 h 715339"/>
                </a:gdLst>
                <a:ahLst/>
                <a:cxnLst>
                  <a:cxn ang="0">
                    <a:pos x="csX0" y="csY0"/>
                  </a:cxn>
                  <a:cxn ang="0">
                    <a:pos x="csX1" y="csY1"/>
                  </a:cxn>
                </a:cxnLst>
                <a:rect l="l" t="t" r="r" b="b"/>
                <a:pathLst>
                  <a:path w="407713" h="715339">
                    <a:moveTo>
                      <a:pt x="264" y="244"/>
                    </a:moveTo>
                    <a:lnTo>
                      <a:pt x="407977" y="715584"/>
                    </a:lnTo>
                  </a:path>
                </a:pathLst>
              </a:custGeom>
              <a:noFill/>
              <a:ln w="7793" cap="flat">
                <a:solidFill>
                  <a:srgbClr val="000000"/>
                </a:solidFill>
                <a:prstDash val="solid"/>
                <a:round/>
              </a:ln>
            </p:spPr>
            <p:txBody>
              <a:bodyPr/>
              <a:lstStyle/>
              <a:p>
                <a:endParaRPr lang="zh-CN" altLang="en-US" sz="2190"/>
              </a:p>
            </p:txBody>
          </p:sp>
          <p:sp>
            <p:nvSpPr>
              <p:cNvPr id="7915" name="任意多边形: 形状 7914"/>
              <p:cNvSpPr/>
              <p:nvPr/>
            </p:nvSpPr>
            <p:spPr>
              <a:xfrm>
                <a:off x="5710439" y="5982843"/>
                <a:ext cx="407713" cy="66214"/>
              </a:xfrm>
              <a:custGeom>
                <a:avLst/>
                <a:gdLst>
                  <a:gd name="csX0" fmla="*/ 264 w 407713"/>
                  <a:gd name="csY0" fmla="*/ 254 h 66214"/>
                  <a:gd name="csX1" fmla="*/ 407977 w 407713"/>
                  <a:gd name="csY1" fmla="*/ 66469 h 66214"/>
                </a:gdLst>
                <a:ahLst/>
                <a:cxnLst>
                  <a:cxn ang="0">
                    <a:pos x="csX0" y="csY0"/>
                  </a:cxn>
                  <a:cxn ang="0">
                    <a:pos x="csX1" y="csY1"/>
                  </a:cxn>
                </a:cxnLst>
                <a:rect l="l" t="t" r="r" b="b"/>
                <a:pathLst>
                  <a:path w="407713" h="66214">
                    <a:moveTo>
                      <a:pt x="264" y="254"/>
                    </a:moveTo>
                    <a:lnTo>
                      <a:pt x="407977" y="66469"/>
                    </a:lnTo>
                  </a:path>
                </a:pathLst>
              </a:custGeom>
              <a:noFill/>
              <a:ln w="7793" cap="flat">
                <a:solidFill>
                  <a:srgbClr val="000000"/>
                </a:solidFill>
                <a:prstDash val="solid"/>
                <a:round/>
              </a:ln>
            </p:spPr>
            <p:txBody>
              <a:bodyPr/>
              <a:lstStyle/>
              <a:p>
                <a:endParaRPr lang="zh-CN" altLang="en-US" sz="2190"/>
              </a:p>
            </p:txBody>
          </p:sp>
          <p:sp>
            <p:nvSpPr>
              <p:cNvPr id="7916" name="任意多边形: 形状 7915"/>
              <p:cNvSpPr/>
              <p:nvPr/>
            </p:nvSpPr>
            <p:spPr>
              <a:xfrm>
                <a:off x="5710439" y="5982843"/>
                <a:ext cx="407713" cy="509266"/>
              </a:xfrm>
              <a:custGeom>
                <a:avLst/>
                <a:gdLst>
                  <a:gd name="csX0" fmla="*/ 264 w 407713"/>
                  <a:gd name="csY0" fmla="*/ 247 h 509266"/>
                  <a:gd name="csX1" fmla="*/ 407977 w 407713"/>
                  <a:gd name="csY1" fmla="*/ 509514 h 509266"/>
                </a:gdLst>
                <a:ahLst/>
                <a:cxnLst>
                  <a:cxn ang="0">
                    <a:pos x="csX0" y="csY0"/>
                  </a:cxn>
                  <a:cxn ang="0">
                    <a:pos x="csX1" y="csY1"/>
                  </a:cxn>
                </a:cxnLst>
                <a:rect l="l" t="t" r="r" b="b"/>
                <a:pathLst>
                  <a:path w="407713" h="509266">
                    <a:moveTo>
                      <a:pt x="264" y="247"/>
                    </a:moveTo>
                    <a:lnTo>
                      <a:pt x="407977" y="509514"/>
                    </a:lnTo>
                  </a:path>
                </a:pathLst>
              </a:custGeom>
              <a:noFill/>
              <a:ln w="7793" cap="flat">
                <a:solidFill>
                  <a:srgbClr val="000000"/>
                </a:solidFill>
                <a:prstDash val="solid"/>
                <a:round/>
              </a:ln>
            </p:spPr>
            <p:txBody>
              <a:bodyPr/>
              <a:lstStyle/>
              <a:p>
                <a:endParaRPr lang="zh-CN" altLang="en-US" sz="2190"/>
              </a:p>
            </p:txBody>
          </p:sp>
          <p:sp>
            <p:nvSpPr>
              <p:cNvPr id="7917" name="任意多边形: 形状 7916"/>
              <p:cNvSpPr/>
              <p:nvPr/>
            </p:nvSpPr>
            <p:spPr>
              <a:xfrm>
                <a:off x="5710439" y="5982843"/>
                <a:ext cx="407713" cy="312089"/>
              </a:xfrm>
              <a:custGeom>
                <a:avLst/>
                <a:gdLst>
                  <a:gd name="csX0" fmla="*/ 264 w 407713"/>
                  <a:gd name="csY0" fmla="*/ 250 h 312089"/>
                  <a:gd name="csX1" fmla="*/ 407977 w 407713"/>
                  <a:gd name="csY1" fmla="*/ 312340 h 312089"/>
                </a:gdLst>
                <a:ahLst/>
                <a:cxnLst>
                  <a:cxn ang="0">
                    <a:pos x="csX0" y="csY0"/>
                  </a:cxn>
                  <a:cxn ang="0">
                    <a:pos x="csX1" y="csY1"/>
                  </a:cxn>
                </a:cxnLst>
                <a:rect l="l" t="t" r="r" b="b"/>
                <a:pathLst>
                  <a:path w="407713" h="312089">
                    <a:moveTo>
                      <a:pt x="264" y="250"/>
                    </a:moveTo>
                    <a:lnTo>
                      <a:pt x="407977" y="312340"/>
                    </a:lnTo>
                  </a:path>
                </a:pathLst>
              </a:custGeom>
              <a:noFill/>
              <a:ln w="7793" cap="flat">
                <a:solidFill>
                  <a:srgbClr val="000000"/>
                </a:solidFill>
                <a:prstDash val="solid"/>
                <a:round/>
              </a:ln>
            </p:spPr>
            <p:txBody>
              <a:bodyPr/>
              <a:lstStyle/>
              <a:p>
                <a:endParaRPr lang="zh-CN" altLang="en-US" sz="2190"/>
              </a:p>
            </p:txBody>
          </p:sp>
          <p:sp>
            <p:nvSpPr>
              <p:cNvPr id="7918" name="任意多边形: 形状 7917"/>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19" name="任意多边形: 形状 7918"/>
              <p:cNvSpPr/>
              <p:nvPr/>
            </p:nvSpPr>
            <p:spPr>
              <a:xfrm>
                <a:off x="6103195" y="5967895"/>
                <a:ext cx="29915" cy="29897"/>
              </a:xfrm>
              <a:custGeom>
                <a:avLst/>
                <a:gdLst>
                  <a:gd name="csX0" fmla="*/ 30173 w 29915"/>
                  <a:gd name="csY0" fmla="*/ 15204 h 29897"/>
                  <a:gd name="csX1" fmla="*/ 15216 w 29915"/>
                  <a:gd name="csY1" fmla="*/ 30153 h 29897"/>
                  <a:gd name="csX2" fmla="*/ 258 w 29915"/>
                  <a:gd name="csY2" fmla="*/ 15204 h 29897"/>
                  <a:gd name="csX3" fmla="*/ 15216 w 29915"/>
                  <a:gd name="csY3" fmla="*/ 255 h 29897"/>
                  <a:gd name="csX4" fmla="*/ 30173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73" y="15204"/>
                    </a:moveTo>
                    <a:cubicBezTo>
                      <a:pt x="30173" y="23460"/>
                      <a:pt x="23477" y="30153"/>
                      <a:pt x="15216" y="30153"/>
                    </a:cubicBezTo>
                    <a:cubicBezTo>
                      <a:pt x="6955" y="30153"/>
                      <a:pt x="258" y="23460"/>
                      <a:pt x="258" y="15204"/>
                    </a:cubicBezTo>
                    <a:cubicBezTo>
                      <a:pt x="258" y="6948"/>
                      <a:pt x="6955" y="255"/>
                      <a:pt x="15216" y="255"/>
                    </a:cubicBezTo>
                    <a:cubicBezTo>
                      <a:pt x="23477" y="255"/>
                      <a:pt x="30173" y="6948"/>
                      <a:pt x="30173" y="1520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0" name="任意多边形: 形状 7919"/>
              <p:cNvSpPr/>
              <p:nvPr/>
            </p:nvSpPr>
            <p:spPr>
              <a:xfrm>
                <a:off x="6103195" y="6120317"/>
                <a:ext cx="29915" cy="29897"/>
              </a:xfrm>
              <a:custGeom>
                <a:avLst/>
                <a:gdLst>
                  <a:gd name="csX0" fmla="*/ 30173 w 29915"/>
                  <a:gd name="csY0" fmla="*/ 15199 h 29897"/>
                  <a:gd name="csX1" fmla="*/ 15216 w 29915"/>
                  <a:gd name="csY1" fmla="*/ 30148 h 29897"/>
                  <a:gd name="csX2" fmla="*/ 258 w 29915"/>
                  <a:gd name="csY2" fmla="*/ 15199 h 29897"/>
                  <a:gd name="csX3" fmla="*/ 15216 w 29915"/>
                  <a:gd name="csY3" fmla="*/ 250 h 29897"/>
                  <a:gd name="csX4" fmla="*/ 30173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173" y="15199"/>
                    </a:moveTo>
                    <a:cubicBezTo>
                      <a:pt x="30173" y="23455"/>
                      <a:pt x="23477" y="30148"/>
                      <a:pt x="15216" y="30148"/>
                    </a:cubicBezTo>
                    <a:cubicBezTo>
                      <a:pt x="6955" y="30148"/>
                      <a:pt x="258" y="23455"/>
                      <a:pt x="258" y="15199"/>
                    </a:cubicBezTo>
                    <a:cubicBezTo>
                      <a:pt x="258" y="6943"/>
                      <a:pt x="6955" y="250"/>
                      <a:pt x="15216" y="250"/>
                    </a:cubicBezTo>
                    <a:cubicBezTo>
                      <a:pt x="23477" y="250"/>
                      <a:pt x="30173" y="6943"/>
                      <a:pt x="30173"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1" name="任意多边形: 形状 7920"/>
              <p:cNvSpPr/>
              <p:nvPr/>
            </p:nvSpPr>
            <p:spPr>
              <a:xfrm>
                <a:off x="6103195" y="6008155"/>
                <a:ext cx="29915" cy="29897"/>
              </a:xfrm>
              <a:custGeom>
                <a:avLst/>
                <a:gdLst>
                  <a:gd name="csX0" fmla="*/ 30173 w 29915"/>
                  <a:gd name="csY0" fmla="*/ 15203 h 29897"/>
                  <a:gd name="csX1" fmla="*/ 15216 w 29915"/>
                  <a:gd name="csY1" fmla="*/ 30151 h 29897"/>
                  <a:gd name="csX2" fmla="*/ 258 w 29915"/>
                  <a:gd name="csY2" fmla="*/ 15203 h 29897"/>
                  <a:gd name="csX3" fmla="*/ 15216 w 29915"/>
                  <a:gd name="csY3" fmla="*/ 254 h 29897"/>
                  <a:gd name="csX4" fmla="*/ 30173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173" y="15203"/>
                    </a:moveTo>
                    <a:cubicBezTo>
                      <a:pt x="30173" y="23459"/>
                      <a:pt x="23477" y="30151"/>
                      <a:pt x="15216" y="30151"/>
                    </a:cubicBezTo>
                    <a:cubicBezTo>
                      <a:pt x="6955" y="30151"/>
                      <a:pt x="258" y="23459"/>
                      <a:pt x="258" y="15203"/>
                    </a:cubicBezTo>
                    <a:cubicBezTo>
                      <a:pt x="258" y="6947"/>
                      <a:pt x="6955" y="254"/>
                      <a:pt x="15216" y="254"/>
                    </a:cubicBezTo>
                    <a:cubicBezTo>
                      <a:pt x="23477" y="254"/>
                      <a:pt x="30173" y="6947"/>
                      <a:pt x="30173"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2" name="任意多边形: 形状 7921"/>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23" name="任意多边形: 形状 7922"/>
              <p:cNvSpPr/>
              <p:nvPr/>
            </p:nvSpPr>
            <p:spPr>
              <a:xfrm>
                <a:off x="6103195" y="6091612"/>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1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4"/>
                      <a:pt x="6955" y="251"/>
                      <a:pt x="15216" y="251"/>
                    </a:cubicBezTo>
                    <a:cubicBezTo>
                      <a:pt x="23477" y="251"/>
                      <a:pt x="30173" y="6944"/>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4" name="任意多边形: 形状 7923"/>
              <p:cNvSpPr/>
              <p:nvPr/>
            </p:nvSpPr>
            <p:spPr>
              <a:xfrm>
                <a:off x="6103195" y="6109862"/>
                <a:ext cx="29915" cy="29897"/>
              </a:xfrm>
              <a:custGeom>
                <a:avLst/>
                <a:gdLst>
                  <a:gd name="csX0" fmla="*/ 30173 w 29915"/>
                  <a:gd name="csY0" fmla="*/ 15199 h 29897"/>
                  <a:gd name="csX1" fmla="*/ 15216 w 29915"/>
                  <a:gd name="csY1" fmla="*/ 30148 h 29897"/>
                  <a:gd name="csX2" fmla="*/ 258 w 29915"/>
                  <a:gd name="csY2" fmla="*/ 15199 h 29897"/>
                  <a:gd name="csX3" fmla="*/ 15216 w 29915"/>
                  <a:gd name="csY3" fmla="*/ 251 h 29897"/>
                  <a:gd name="csX4" fmla="*/ 30173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173" y="15199"/>
                    </a:moveTo>
                    <a:cubicBezTo>
                      <a:pt x="30173" y="23455"/>
                      <a:pt x="23477" y="30148"/>
                      <a:pt x="15216" y="30148"/>
                    </a:cubicBezTo>
                    <a:cubicBezTo>
                      <a:pt x="6955" y="30148"/>
                      <a:pt x="258" y="23455"/>
                      <a:pt x="258" y="15199"/>
                    </a:cubicBezTo>
                    <a:cubicBezTo>
                      <a:pt x="258" y="6943"/>
                      <a:pt x="6955" y="251"/>
                      <a:pt x="15216" y="251"/>
                    </a:cubicBezTo>
                    <a:cubicBezTo>
                      <a:pt x="23477" y="251"/>
                      <a:pt x="30173" y="6943"/>
                      <a:pt x="30173"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5" name="任意多边形: 形状 7924"/>
              <p:cNvSpPr/>
              <p:nvPr/>
            </p:nvSpPr>
            <p:spPr>
              <a:xfrm>
                <a:off x="6103195" y="6376555"/>
                <a:ext cx="29915" cy="29897"/>
              </a:xfrm>
              <a:custGeom>
                <a:avLst/>
                <a:gdLst>
                  <a:gd name="csX0" fmla="*/ 30173 w 29915"/>
                  <a:gd name="csY0" fmla="*/ 15191 h 29897"/>
                  <a:gd name="csX1" fmla="*/ 15216 w 29915"/>
                  <a:gd name="csY1" fmla="*/ 30140 h 29897"/>
                  <a:gd name="csX2" fmla="*/ 258 w 29915"/>
                  <a:gd name="csY2" fmla="*/ 15191 h 29897"/>
                  <a:gd name="csX3" fmla="*/ 15216 w 29915"/>
                  <a:gd name="csY3" fmla="*/ 242 h 29897"/>
                  <a:gd name="csX4" fmla="*/ 30173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73" y="15191"/>
                    </a:moveTo>
                    <a:cubicBezTo>
                      <a:pt x="30173" y="23447"/>
                      <a:pt x="23477" y="30140"/>
                      <a:pt x="15216" y="30140"/>
                    </a:cubicBezTo>
                    <a:cubicBezTo>
                      <a:pt x="6955" y="30140"/>
                      <a:pt x="258" y="23447"/>
                      <a:pt x="258" y="15191"/>
                    </a:cubicBezTo>
                    <a:cubicBezTo>
                      <a:pt x="258" y="6935"/>
                      <a:pt x="6955" y="242"/>
                      <a:pt x="15216" y="242"/>
                    </a:cubicBezTo>
                    <a:cubicBezTo>
                      <a:pt x="23477" y="242"/>
                      <a:pt x="30173" y="6935"/>
                      <a:pt x="30173" y="1519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6" name="任意多边形: 形状 7925"/>
              <p:cNvSpPr/>
              <p:nvPr/>
            </p:nvSpPr>
            <p:spPr>
              <a:xfrm>
                <a:off x="6103195" y="6071802"/>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2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5"/>
                      <a:pt x="6955" y="252"/>
                      <a:pt x="15216" y="252"/>
                    </a:cubicBezTo>
                    <a:cubicBezTo>
                      <a:pt x="23477" y="252"/>
                      <a:pt x="30173" y="6945"/>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7" name="任意多边形: 形状 7926"/>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28" name="任意多边形: 形状 7927"/>
              <p:cNvSpPr/>
              <p:nvPr/>
            </p:nvSpPr>
            <p:spPr>
              <a:xfrm>
                <a:off x="6103195" y="6683234"/>
                <a:ext cx="29915" cy="29897"/>
              </a:xfrm>
              <a:custGeom>
                <a:avLst/>
                <a:gdLst>
                  <a:gd name="csX0" fmla="*/ 30173 w 29915"/>
                  <a:gd name="csY0" fmla="*/ 15182 h 29897"/>
                  <a:gd name="csX1" fmla="*/ 15216 w 29915"/>
                  <a:gd name="csY1" fmla="*/ 30131 h 29897"/>
                  <a:gd name="csX2" fmla="*/ 258 w 29915"/>
                  <a:gd name="csY2" fmla="*/ 15182 h 29897"/>
                  <a:gd name="csX3" fmla="*/ 15216 w 29915"/>
                  <a:gd name="csY3" fmla="*/ 233 h 29897"/>
                  <a:gd name="csX4" fmla="*/ 30173 w 29915"/>
                  <a:gd name="csY4" fmla="*/ 15182 h 29897"/>
                </a:gdLst>
                <a:ahLst/>
                <a:cxnLst>
                  <a:cxn ang="0">
                    <a:pos x="csX0" y="csY0"/>
                  </a:cxn>
                  <a:cxn ang="0">
                    <a:pos x="csX1" y="csY1"/>
                  </a:cxn>
                  <a:cxn ang="0">
                    <a:pos x="csX2" y="csY2"/>
                  </a:cxn>
                  <a:cxn ang="0">
                    <a:pos x="csX3" y="csY3"/>
                  </a:cxn>
                  <a:cxn ang="0">
                    <a:pos x="csX4" y="csY4"/>
                  </a:cxn>
                </a:cxnLst>
                <a:rect l="l" t="t" r="r" b="b"/>
                <a:pathLst>
                  <a:path w="29915" h="29897">
                    <a:moveTo>
                      <a:pt x="30173" y="15182"/>
                    </a:moveTo>
                    <a:cubicBezTo>
                      <a:pt x="30173" y="23438"/>
                      <a:pt x="23477" y="30131"/>
                      <a:pt x="15216" y="30131"/>
                    </a:cubicBezTo>
                    <a:cubicBezTo>
                      <a:pt x="6955" y="30131"/>
                      <a:pt x="258" y="23438"/>
                      <a:pt x="258" y="15182"/>
                    </a:cubicBezTo>
                    <a:cubicBezTo>
                      <a:pt x="258" y="6926"/>
                      <a:pt x="6955" y="233"/>
                      <a:pt x="15216" y="233"/>
                    </a:cubicBezTo>
                    <a:cubicBezTo>
                      <a:pt x="23477" y="233"/>
                      <a:pt x="30173" y="6926"/>
                      <a:pt x="30173" y="1518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9" name="任意多边形: 形状 7928"/>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0" name="任意多边形: 形状 7929"/>
              <p:cNvSpPr/>
              <p:nvPr/>
            </p:nvSpPr>
            <p:spPr>
              <a:xfrm>
                <a:off x="6103195" y="6477161"/>
                <a:ext cx="29915" cy="29897"/>
              </a:xfrm>
              <a:custGeom>
                <a:avLst/>
                <a:gdLst>
                  <a:gd name="csX0" fmla="*/ 30173 w 29915"/>
                  <a:gd name="csY0" fmla="*/ 15188 h 29897"/>
                  <a:gd name="csX1" fmla="*/ 15216 w 29915"/>
                  <a:gd name="csY1" fmla="*/ 30137 h 29897"/>
                  <a:gd name="csX2" fmla="*/ 258 w 29915"/>
                  <a:gd name="csY2" fmla="*/ 15188 h 29897"/>
                  <a:gd name="csX3" fmla="*/ 15216 w 29915"/>
                  <a:gd name="csY3" fmla="*/ 239 h 29897"/>
                  <a:gd name="csX4" fmla="*/ 30173 w 29915"/>
                  <a:gd name="csY4" fmla="*/ 15188 h 29897"/>
                </a:gdLst>
                <a:ahLst/>
                <a:cxnLst>
                  <a:cxn ang="0">
                    <a:pos x="csX0" y="csY0"/>
                  </a:cxn>
                  <a:cxn ang="0">
                    <a:pos x="csX1" y="csY1"/>
                  </a:cxn>
                  <a:cxn ang="0">
                    <a:pos x="csX2" y="csY2"/>
                  </a:cxn>
                  <a:cxn ang="0">
                    <a:pos x="csX3" y="csY3"/>
                  </a:cxn>
                  <a:cxn ang="0">
                    <a:pos x="csX4" y="csY4"/>
                  </a:cxn>
                </a:cxnLst>
                <a:rect l="l" t="t" r="r" b="b"/>
                <a:pathLst>
                  <a:path w="29915" h="29897">
                    <a:moveTo>
                      <a:pt x="30173" y="15188"/>
                    </a:moveTo>
                    <a:cubicBezTo>
                      <a:pt x="30173" y="23444"/>
                      <a:pt x="23477" y="30137"/>
                      <a:pt x="15216" y="30137"/>
                    </a:cubicBezTo>
                    <a:cubicBezTo>
                      <a:pt x="6955" y="30137"/>
                      <a:pt x="258" y="23444"/>
                      <a:pt x="258" y="15188"/>
                    </a:cubicBezTo>
                    <a:cubicBezTo>
                      <a:pt x="258" y="6932"/>
                      <a:pt x="6955" y="239"/>
                      <a:pt x="15216" y="239"/>
                    </a:cubicBezTo>
                    <a:cubicBezTo>
                      <a:pt x="23477" y="239"/>
                      <a:pt x="30173" y="6932"/>
                      <a:pt x="30173" y="1518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1" name="任意多边形: 形状 7930"/>
              <p:cNvSpPr/>
              <p:nvPr/>
            </p:nvSpPr>
            <p:spPr>
              <a:xfrm>
                <a:off x="6103195" y="6859960"/>
                <a:ext cx="29915" cy="29897"/>
              </a:xfrm>
              <a:custGeom>
                <a:avLst/>
                <a:gdLst>
                  <a:gd name="csX0" fmla="*/ 30173 w 29915"/>
                  <a:gd name="csY0" fmla="*/ 15177 h 29897"/>
                  <a:gd name="csX1" fmla="*/ 15216 w 29915"/>
                  <a:gd name="csY1" fmla="*/ 30126 h 29897"/>
                  <a:gd name="csX2" fmla="*/ 258 w 29915"/>
                  <a:gd name="csY2" fmla="*/ 15177 h 29897"/>
                  <a:gd name="csX3" fmla="*/ 15216 w 29915"/>
                  <a:gd name="csY3" fmla="*/ 228 h 29897"/>
                  <a:gd name="csX4" fmla="*/ 30173 w 29915"/>
                  <a:gd name="csY4" fmla="*/ 15177 h 29897"/>
                </a:gdLst>
                <a:ahLst/>
                <a:cxnLst>
                  <a:cxn ang="0">
                    <a:pos x="csX0" y="csY0"/>
                  </a:cxn>
                  <a:cxn ang="0">
                    <a:pos x="csX1" y="csY1"/>
                  </a:cxn>
                  <a:cxn ang="0">
                    <a:pos x="csX2" y="csY2"/>
                  </a:cxn>
                  <a:cxn ang="0">
                    <a:pos x="csX3" y="csY3"/>
                  </a:cxn>
                  <a:cxn ang="0">
                    <a:pos x="csX4" y="csY4"/>
                  </a:cxn>
                </a:cxnLst>
                <a:rect l="l" t="t" r="r" b="b"/>
                <a:pathLst>
                  <a:path w="29915" h="29897">
                    <a:moveTo>
                      <a:pt x="30173" y="15177"/>
                    </a:moveTo>
                    <a:cubicBezTo>
                      <a:pt x="30173" y="23433"/>
                      <a:pt x="23477" y="30126"/>
                      <a:pt x="15216" y="30126"/>
                    </a:cubicBezTo>
                    <a:cubicBezTo>
                      <a:pt x="6955" y="30126"/>
                      <a:pt x="258" y="23433"/>
                      <a:pt x="258" y="15177"/>
                    </a:cubicBezTo>
                    <a:cubicBezTo>
                      <a:pt x="258" y="6921"/>
                      <a:pt x="6955" y="228"/>
                      <a:pt x="15216" y="228"/>
                    </a:cubicBezTo>
                    <a:cubicBezTo>
                      <a:pt x="23477" y="228"/>
                      <a:pt x="30173" y="6921"/>
                      <a:pt x="30173" y="1517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2" name="任意多边形: 形状 7931"/>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3" name="任意多边形: 形状 7932"/>
              <p:cNvSpPr/>
              <p:nvPr/>
            </p:nvSpPr>
            <p:spPr>
              <a:xfrm>
                <a:off x="6103195" y="6034109"/>
                <a:ext cx="29915" cy="29897"/>
              </a:xfrm>
              <a:custGeom>
                <a:avLst/>
                <a:gdLst>
                  <a:gd name="csX0" fmla="*/ 30173 w 29915"/>
                  <a:gd name="csY0" fmla="*/ 15202 h 29897"/>
                  <a:gd name="csX1" fmla="*/ 15216 w 29915"/>
                  <a:gd name="csY1" fmla="*/ 30150 h 29897"/>
                  <a:gd name="csX2" fmla="*/ 258 w 29915"/>
                  <a:gd name="csY2" fmla="*/ 15202 h 29897"/>
                  <a:gd name="csX3" fmla="*/ 15216 w 29915"/>
                  <a:gd name="csY3" fmla="*/ 253 h 29897"/>
                  <a:gd name="csX4" fmla="*/ 30173 w 29915"/>
                  <a:gd name="csY4" fmla="*/ 15202 h 29897"/>
                </a:gdLst>
                <a:ahLst/>
                <a:cxnLst>
                  <a:cxn ang="0">
                    <a:pos x="csX0" y="csY0"/>
                  </a:cxn>
                  <a:cxn ang="0">
                    <a:pos x="csX1" y="csY1"/>
                  </a:cxn>
                  <a:cxn ang="0">
                    <a:pos x="csX2" y="csY2"/>
                  </a:cxn>
                  <a:cxn ang="0">
                    <a:pos x="csX3" y="csY3"/>
                  </a:cxn>
                  <a:cxn ang="0">
                    <a:pos x="csX4" y="csY4"/>
                  </a:cxn>
                </a:cxnLst>
                <a:rect l="l" t="t" r="r" b="b"/>
                <a:pathLst>
                  <a:path w="29915" h="29897">
                    <a:moveTo>
                      <a:pt x="30173" y="15202"/>
                    </a:moveTo>
                    <a:cubicBezTo>
                      <a:pt x="30173" y="23458"/>
                      <a:pt x="23477" y="30150"/>
                      <a:pt x="15216" y="30150"/>
                    </a:cubicBezTo>
                    <a:cubicBezTo>
                      <a:pt x="6955" y="30150"/>
                      <a:pt x="258" y="23458"/>
                      <a:pt x="258" y="15202"/>
                    </a:cubicBezTo>
                    <a:cubicBezTo>
                      <a:pt x="258" y="6946"/>
                      <a:pt x="6955" y="253"/>
                      <a:pt x="15216" y="253"/>
                    </a:cubicBezTo>
                    <a:cubicBezTo>
                      <a:pt x="23477" y="253"/>
                      <a:pt x="30173" y="6946"/>
                      <a:pt x="30173" y="1520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4" name="任意多边形: 形状 7933"/>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5" name="任意多边形: 形状 7934"/>
              <p:cNvSpPr/>
              <p:nvPr/>
            </p:nvSpPr>
            <p:spPr>
              <a:xfrm>
                <a:off x="6103195" y="6279984"/>
                <a:ext cx="29915" cy="29897"/>
              </a:xfrm>
              <a:custGeom>
                <a:avLst/>
                <a:gdLst>
                  <a:gd name="csX0" fmla="*/ 30173 w 29915"/>
                  <a:gd name="csY0" fmla="*/ 15194 h 29897"/>
                  <a:gd name="csX1" fmla="*/ 15216 w 29915"/>
                  <a:gd name="csY1" fmla="*/ 30143 h 29897"/>
                  <a:gd name="csX2" fmla="*/ 258 w 29915"/>
                  <a:gd name="csY2" fmla="*/ 15194 h 29897"/>
                  <a:gd name="csX3" fmla="*/ 15216 w 29915"/>
                  <a:gd name="csY3" fmla="*/ 245 h 29897"/>
                  <a:gd name="csX4" fmla="*/ 30173 w 29915"/>
                  <a:gd name="csY4" fmla="*/ 15194 h 29897"/>
                </a:gdLst>
                <a:ahLst/>
                <a:cxnLst>
                  <a:cxn ang="0">
                    <a:pos x="csX0" y="csY0"/>
                  </a:cxn>
                  <a:cxn ang="0">
                    <a:pos x="csX1" y="csY1"/>
                  </a:cxn>
                  <a:cxn ang="0">
                    <a:pos x="csX2" y="csY2"/>
                  </a:cxn>
                  <a:cxn ang="0">
                    <a:pos x="csX3" y="csY3"/>
                  </a:cxn>
                  <a:cxn ang="0">
                    <a:pos x="csX4" y="csY4"/>
                  </a:cxn>
                </a:cxnLst>
                <a:rect l="l" t="t" r="r" b="b"/>
                <a:pathLst>
                  <a:path w="29915" h="29897">
                    <a:moveTo>
                      <a:pt x="30173" y="15194"/>
                    </a:moveTo>
                    <a:cubicBezTo>
                      <a:pt x="30173" y="23450"/>
                      <a:pt x="23477" y="30143"/>
                      <a:pt x="15216" y="30143"/>
                    </a:cubicBezTo>
                    <a:cubicBezTo>
                      <a:pt x="6955" y="30143"/>
                      <a:pt x="258" y="23450"/>
                      <a:pt x="258" y="15194"/>
                    </a:cubicBezTo>
                    <a:cubicBezTo>
                      <a:pt x="258" y="6938"/>
                      <a:pt x="6955" y="245"/>
                      <a:pt x="15216" y="245"/>
                    </a:cubicBezTo>
                    <a:cubicBezTo>
                      <a:pt x="23477" y="245"/>
                      <a:pt x="30173" y="6938"/>
                      <a:pt x="30173" y="1519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6" name="任意多边形: 形状 7935"/>
              <p:cNvSpPr/>
              <p:nvPr/>
            </p:nvSpPr>
            <p:spPr>
              <a:xfrm>
                <a:off x="6103195" y="6084367"/>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1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4"/>
                      <a:pt x="6955" y="251"/>
                      <a:pt x="15216" y="251"/>
                    </a:cubicBezTo>
                    <a:cubicBezTo>
                      <a:pt x="23477" y="251"/>
                      <a:pt x="30173" y="6944"/>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7" name="任意多边形: 形状 7936"/>
              <p:cNvSpPr/>
              <p:nvPr/>
            </p:nvSpPr>
            <p:spPr>
              <a:xfrm>
                <a:off x="5465792" y="5916170"/>
                <a:ext cx="897006" cy="1468097"/>
              </a:xfrm>
              <a:custGeom>
                <a:avLst/>
                <a:gdLst>
                  <a:gd name="csX0" fmla="*/ 264 w 897006"/>
                  <a:gd name="csY0" fmla="*/ 235 h 1468097"/>
                  <a:gd name="csX1" fmla="*/ 897270 w 897006"/>
                  <a:gd name="csY1" fmla="*/ 235 h 1468097"/>
                  <a:gd name="csX2" fmla="*/ 897270 w 897006"/>
                  <a:gd name="csY2" fmla="*/ 1468332 h 1468097"/>
                  <a:gd name="csX3" fmla="*/ 264 w 897006"/>
                  <a:gd name="csY3" fmla="*/ 1468332 h 1468097"/>
                </a:gdLst>
                <a:ahLst/>
                <a:cxnLst>
                  <a:cxn ang="0">
                    <a:pos x="csX0" y="csY0"/>
                  </a:cxn>
                  <a:cxn ang="0">
                    <a:pos x="csX1" y="csY1"/>
                  </a:cxn>
                  <a:cxn ang="0">
                    <a:pos x="csX2" y="csY2"/>
                  </a:cxn>
                  <a:cxn ang="0">
                    <a:pos x="csX3" y="csY3"/>
                  </a:cxn>
                </a:cxnLst>
                <a:rect l="l" t="t" r="r" b="b"/>
                <a:pathLst>
                  <a:path w="897006" h="1468097">
                    <a:moveTo>
                      <a:pt x="264" y="235"/>
                    </a:moveTo>
                    <a:lnTo>
                      <a:pt x="897270" y="235"/>
                    </a:lnTo>
                    <a:lnTo>
                      <a:pt x="897270" y="1468332"/>
                    </a:lnTo>
                    <a:lnTo>
                      <a:pt x="264" y="1468332"/>
                    </a:lnTo>
                    <a:close/>
                  </a:path>
                </a:pathLst>
              </a:custGeom>
              <a:noFill/>
              <a:ln w="13661" cap="rnd">
                <a:solidFill>
                  <a:srgbClr val="000000"/>
                </a:solidFill>
                <a:prstDash val="solid"/>
                <a:round/>
              </a:ln>
            </p:spPr>
            <p:txBody>
              <a:bodyPr/>
              <a:lstStyle/>
              <a:p>
                <a:endParaRPr lang="zh-CN" altLang="en-US" sz="2190"/>
              </a:p>
            </p:txBody>
          </p:sp>
        </p:grpSp>
        <p:grpSp>
          <p:nvGrpSpPr>
            <p:cNvPr id="7938" name="图形 2"/>
            <p:cNvGrpSpPr/>
            <p:nvPr/>
          </p:nvGrpSpPr>
          <p:grpSpPr>
            <a:xfrm>
              <a:off x="5465792" y="7608223"/>
              <a:ext cx="897006" cy="1468097"/>
              <a:chOff x="5465792" y="7608223"/>
              <a:chExt cx="897006" cy="1468097"/>
            </a:xfrm>
          </p:grpSpPr>
          <p:sp>
            <p:nvSpPr>
              <p:cNvPr id="7939" name="任意多边形: 形状 7938"/>
              <p:cNvSpPr/>
              <p:nvPr/>
            </p:nvSpPr>
            <p:spPr>
              <a:xfrm>
                <a:off x="5692545" y="8241207"/>
                <a:ext cx="35788" cy="35766"/>
              </a:xfrm>
              <a:custGeom>
                <a:avLst/>
                <a:gdLst>
                  <a:gd name="csX0" fmla="*/ 36059 w 35788"/>
                  <a:gd name="csY0" fmla="*/ 18070 h 35766"/>
                  <a:gd name="csX1" fmla="*/ 18165 w 35788"/>
                  <a:gd name="csY1" fmla="*/ 35953 h 35766"/>
                  <a:gd name="csX2" fmla="*/ 270 w 35788"/>
                  <a:gd name="csY2" fmla="*/ 18070 h 35766"/>
                  <a:gd name="csX3" fmla="*/ 18165 w 35788"/>
                  <a:gd name="csY3" fmla="*/ 186 h 35766"/>
                  <a:gd name="csX4" fmla="*/ 36059 w 35788"/>
                  <a:gd name="csY4" fmla="*/ 18070 h 35766"/>
                </a:gdLst>
                <a:ahLst/>
                <a:cxnLst>
                  <a:cxn ang="0">
                    <a:pos x="csX0" y="csY0"/>
                  </a:cxn>
                  <a:cxn ang="0">
                    <a:pos x="csX1" y="csY1"/>
                  </a:cxn>
                  <a:cxn ang="0">
                    <a:pos x="csX2" y="csY2"/>
                  </a:cxn>
                  <a:cxn ang="0">
                    <a:pos x="csX3" y="csY3"/>
                  </a:cxn>
                  <a:cxn ang="0">
                    <a:pos x="csX4" y="csY4"/>
                  </a:cxn>
                </a:cxnLst>
                <a:rect l="l" t="t" r="r" b="b"/>
                <a:pathLst>
                  <a:path w="35788" h="35766">
                    <a:moveTo>
                      <a:pt x="36059" y="18070"/>
                    </a:moveTo>
                    <a:cubicBezTo>
                      <a:pt x="36059" y="27946"/>
                      <a:pt x="28047" y="35953"/>
                      <a:pt x="18165" y="35953"/>
                    </a:cubicBezTo>
                    <a:cubicBezTo>
                      <a:pt x="8282" y="35953"/>
                      <a:pt x="270" y="27946"/>
                      <a:pt x="270" y="18070"/>
                    </a:cubicBezTo>
                    <a:cubicBezTo>
                      <a:pt x="270" y="8193"/>
                      <a:pt x="8282" y="186"/>
                      <a:pt x="18165" y="186"/>
                    </a:cubicBezTo>
                    <a:cubicBezTo>
                      <a:pt x="28047" y="186"/>
                      <a:pt x="36059" y="8193"/>
                      <a:pt x="36059" y="1807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40" name="任意多边形: 形状 7939"/>
              <p:cNvSpPr/>
              <p:nvPr/>
            </p:nvSpPr>
            <p:spPr>
              <a:xfrm>
                <a:off x="5608488" y="7674988"/>
                <a:ext cx="203810" cy="12698"/>
              </a:xfrm>
              <a:custGeom>
                <a:avLst/>
                <a:gdLst>
                  <a:gd name="csX0" fmla="*/ 270 w 203810"/>
                  <a:gd name="csY0" fmla="*/ 204 h 12698"/>
                  <a:gd name="csX1" fmla="*/ 270 w 203810"/>
                  <a:gd name="csY1" fmla="*/ 204 h 12698"/>
                  <a:gd name="csX2" fmla="*/ 204081 w 203810"/>
                  <a:gd name="csY2" fmla="*/ 204 h 12698"/>
                  <a:gd name="csX3" fmla="*/ 204081 w 203810"/>
                  <a:gd name="csY3" fmla="*/ 204 h 12698"/>
                  <a:gd name="csX4" fmla="*/ 270 w 203810"/>
                  <a:gd name="csY4" fmla="*/ 204 h 12698"/>
                </a:gdLst>
                <a:ahLst/>
                <a:cxnLst>
                  <a:cxn ang="0">
                    <a:pos x="csX0" y="csY0"/>
                  </a:cxn>
                  <a:cxn ang="0">
                    <a:pos x="csX1" y="csY1"/>
                  </a:cxn>
                  <a:cxn ang="0">
                    <a:pos x="csX2" y="csY2"/>
                  </a:cxn>
                  <a:cxn ang="0">
                    <a:pos x="csX3" y="csY3"/>
                  </a:cxn>
                  <a:cxn ang="0">
                    <a:pos x="csX4" y="csY4"/>
                  </a:cxn>
                </a:cxnLst>
                <a:rect l="l" t="t" r="r" b="b"/>
                <a:pathLst>
                  <a:path w="203810" h="12698">
                    <a:moveTo>
                      <a:pt x="270" y="204"/>
                    </a:moveTo>
                    <a:lnTo>
                      <a:pt x="270" y="204"/>
                    </a:lnTo>
                    <a:lnTo>
                      <a:pt x="204081" y="204"/>
                    </a:lnTo>
                    <a:lnTo>
                      <a:pt x="204081" y="204"/>
                    </a:lnTo>
                    <a:lnTo>
                      <a:pt x="270" y="204"/>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41" name="任意多边形: 形状 7940"/>
              <p:cNvSpPr/>
              <p:nvPr/>
            </p:nvSpPr>
            <p:spPr>
              <a:xfrm>
                <a:off x="5608488" y="7674988"/>
                <a:ext cx="203810" cy="12698"/>
              </a:xfrm>
              <a:custGeom>
                <a:avLst/>
                <a:gdLst>
                  <a:gd name="csX0" fmla="*/ 270 w 203810"/>
                  <a:gd name="csY0" fmla="*/ 204 h 12698"/>
                  <a:gd name="csX1" fmla="*/ 204081 w 203810"/>
                  <a:gd name="csY1" fmla="*/ 204 h 12698"/>
                </a:gdLst>
                <a:ahLst/>
                <a:cxnLst>
                  <a:cxn ang="0">
                    <a:pos x="csX0" y="csY0"/>
                  </a:cxn>
                  <a:cxn ang="0">
                    <a:pos x="csX1" y="csY1"/>
                  </a:cxn>
                </a:cxnLst>
                <a:rect l="l" t="t" r="r" b="b"/>
                <a:pathLst>
                  <a:path w="203810" h="12698">
                    <a:moveTo>
                      <a:pt x="270" y="204"/>
                    </a:moveTo>
                    <a:lnTo>
                      <a:pt x="204081" y="204"/>
                    </a:lnTo>
                  </a:path>
                </a:pathLst>
              </a:custGeom>
              <a:ln w="19529" cap="flat">
                <a:solidFill>
                  <a:srgbClr val="0073C2"/>
                </a:solidFill>
                <a:prstDash val="solid"/>
                <a:miter/>
              </a:ln>
            </p:spPr>
            <p:txBody>
              <a:bodyPr/>
              <a:lstStyle/>
              <a:p>
                <a:endParaRPr lang="zh-CN" altLang="en-US" sz="2190"/>
              </a:p>
            </p:txBody>
          </p:sp>
          <p:sp>
            <p:nvSpPr>
              <p:cNvPr id="7942" name="任意多边形: 形状 7941"/>
              <p:cNvSpPr/>
              <p:nvPr/>
            </p:nvSpPr>
            <p:spPr>
              <a:xfrm>
                <a:off x="6100258" y="7657105"/>
                <a:ext cx="35788" cy="35766"/>
              </a:xfrm>
              <a:custGeom>
                <a:avLst/>
                <a:gdLst>
                  <a:gd name="csX0" fmla="*/ 36046 w 35788"/>
                  <a:gd name="csY0" fmla="*/ 18087 h 35766"/>
                  <a:gd name="csX1" fmla="*/ 18152 w 35788"/>
                  <a:gd name="csY1" fmla="*/ 35971 h 35766"/>
                  <a:gd name="csX2" fmla="*/ 258 w 35788"/>
                  <a:gd name="csY2" fmla="*/ 18087 h 35766"/>
                  <a:gd name="csX3" fmla="*/ 18152 w 35788"/>
                  <a:gd name="csY3" fmla="*/ 204 h 35766"/>
                  <a:gd name="csX4" fmla="*/ 36046 w 35788"/>
                  <a:gd name="csY4" fmla="*/ 18087 h 35766"/>
                </a:gdLst>
                <a:ahLst/>
                <a:cxnLst>
                  <a:cxn ang="0">
                    <a:pos x="csX0" y="csY0"/>
                  </a:cxn>
                  <a:cxn ang="0">
                    <a:pos x="csX1" y="csY1"/>
                  </a:cxn>
                  <a:cxn ang="0">
                    <a:pos x="csX2" y="csY2"/>
                  </a:cxn>
                  <a:cxn ang="0">
                    <a:pos x="csX3" y="csY3"/>
                  </a:cxn>
                  <a:cxn ang="0">
                    <a:pos x="csX4" y="csY4"/>
                  </a:cxn>
                </a:cxnLst>
                <a:rect l="l" t="t" r="r" b="b"/>
                <a:pathLst>
                  <a:path w="35788" h="35766">
                    <a:moveTo>
                      <a:pt x="36046" y="18087"/>
                    </a:moveTo>
                    <a:cubicBezTo>
                      <a:pt x="36046" y="27964"/>
                      <a:pt x="28035" y="35971"/>
                      <a:pt x="18152" y="35971"/>
                    </a:cubicBezTo>
                    <a:cubicBezTo>
                      <a:pt x="8269" y="35971"/>
                      <a:pt x="258" y="27964"/>
                      <a:pt x="258" y="18087"/>
                    </a:cubicBezTo>
                    <a:cubicBezTo>
                      <a:pt x="258" y="8210"/>
                      <a:pt x="8269" y="204"/>
                      <a:pt x="18152" y="204"/>
                    </a:cubicBezTo>
                    <a:cubicBezTo>
                      <a:pt x="28035" y="204"/>
                      <a:pt x="36046" y="8210"/>
                      <a:pt x="36046" y="180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43" name="任意多边形: 形状 7942"/>
              <p:cNvSpPr/>
              <p:nvPr/>
            </p:nvSpPr>
            <p:spPr>
              <a:xfrm>
                <a:off x="6118152" y="8099515"/>
                <a:ext cx="12705" cy="196626"/>
              </a:xfrm>
              <a:custGeom>
                <a:avLst/>
                <a:gdLst>
                  <a:gd name="csX0" fmla="*/ 258 w 12705"/>
                  <a:gd name="csY0" fmla="*/ 196815 h 196626"/>
                  <a:gd name="csX1" fmla="*/ 258 w 12705"/>
                  <a:gd name="csY1" fmla="*/ 188 h 196626"/>
                </a:gdLst>
                <a:ahLst/>
                <a:cxnLst>
                  <a:cxn ang="0">
                    <a:pos x="csX0" y="csY0"/>
                  </a:cxn>
                  <a:cxn ang="0">
                    <a:pos x="csX1" y="csY1"/>
                  </a:cxn>
                </a:cxnLst>
                <a:rect l="l" t="t" r="r" b="b"/>
                <a:pathLst>
                  <a:path w="12705" h="196626">
                    <a:moveTo>
                      <a:pt x="258" y="196815"/>
                    </a:moveTo>
                    <a:lnTo>
                      <a:pt x="258" y="188"/>
                    </a:lnTo>
                  </a:path>
                </a:pathLst>
              </a:custGeom>
              <a:ln w="9810" cap="flat">
                <a:solidFill>
                  <a:srgbClr val="EFC000"/>
                </a:solidFill>
                <a:prstDash val="solid"/>
                <a:round/>
              </a:ln>
            </p:spPr>
            <p:txBody>
              <a:bodyPr/>
              <a:lstStyle/>
              <a:p>
                <a:endParaRPr lang="zh-CN" altLang="en-US" sz="2190"/>
              </a:p>
            </p:txBody>
          </p:sp>
          <p:sp>
            <p:nvSpPr>
              <p:cNvPr id="7944" name="任意多边形: 形状 7943"/>
              <p:cNvSpPr/>
              <p:nvPr/>
            </p:nvSpPr>
            <p:spPr>
              <a:xfrm>
                <a:off x="6118152" y="8689303"/>
                <a:ext cx="12705" cy="320343"/>
              </a:xfrm>
              <a:custGeom>
                <a:avLst/>
                <a:gdLst>
                  <a:gd name="csX0" fmla="*/ 258 w 12705"/>
                  <a:gd name="csY0" fmla="*/ 168 h 320343"/>
                  <a:gd name="csX1" fmla="*/ 258 w 12705"/>
                  <a:gd name="csY1" fmla="*/ 320512 h 320343"/>
                </a:gdLst>
                <a:ahLst/>
                <a:cxnLst>
                  <a:cxn ang="0">
                    <a:pos x="csX0" y="csY0"/>
                  </a:cxn>
                  <a:cxn ang="0">
                    <a:pos x="csX1" y="csY1"/>
                  </a:cxn>
                </a:cxnLst>
                <a:rect l="l" t="t" r="r" b="b"/>
                <a:pathLst>
                  <a:path w="12705" h="320343">
                    <a:moveTo>
                      <a:pt x="258" y="168"/>
                    </a:moveTo>
                    <a:lnTo>
                      <a:pt x="258" y="320512"/>
                    </a:lnTo>
                  </a:path>
                </a:pathLst>
              </a:custGeom>
              <a:ln w="9810" cap="flat">
                <a:solidFill>
                  <a:srgbClr val="EFC000"/>
                </a:solidFill>
                <a:prstDash val="solid"/>
                <a:round/>
              </a:ln>
            </p:spPr>
            <p:txBody>
              <a:bodyPr/>
              <a:lstStyle/>
              <a:p>
                <a:endParaRPr lang="zh-CN" altLang="en-US" sz="2190"/>
              </a:p>
            </p:txBody>
          </p:sp>
          <p:sp>
            <p:nvSpPr>
              <p:cNvPr id="7945" name="任意多边形: 形状 7944"/>
              <p:cNvSpPr/>
              <p:nvPr/>
            </p:nvSpPr>
            <p:spPr>
              <a:xfrm>
                <a:off x="6016201" y="8296142"/>
                <a:ext cx="203810" cy="393161"/>
              </a:xfrm>
              <a:custGeom>
                <a:avLst/>
                <a:gdLst>
                  <a:gd name="csX0" fmla="*/ 258 w 203810"/>
                  <a:gd name="csY0" fmla="*/ 179 h 393161"/>
                  <a:gd name="csX1" fmla="*/ 258 w 203810"/>
                  <a:gd name="csY1" fmla="*/ 393341 h 393161"/>
                  <a:gd name="csX2" fmla="*/ 204069 w 203810"/>
                  <a:gd name="csY2" fmla="*/ 393341 h 393161"/>
                  <a:gd name="csX3" fmla="*/ 204069 w 203810"/>
                  <a:gd name="csY3" fmla="*/ 179 h 393161"/>
                  <a:gd name="csX4" fmla="*/ 258 w 203810"/>
                  <a:gd name="csY4" fmla="*/ 179 h 393161"/>
                </a:gdLst>
                <a:ahLst/>
                <a:cxnLst>
                  <a:cxn ang="0">
                    <a:pos x="csX0" y="csY0"/>
                  </a:cxn>
                  <a:cxn ang="0">
                    <a:pos x="csX1" y="csY1"/>
                  </a:cxn>
                  <a:cxn ang="0">
                    <a:pos x="csX2" y="csY2"/>
                  </a:cxn>
                  <a:cxn ang="0">
                    <a:pos x="csX3" y="csY3"/>
                  </a:cxn>
                  <a:cxn ang="0">
                    <a:pos x="csX4" y="csY4"/>
                  </a:cxn>
                </a:cxnLst>
                <a:rect l="l" t="t" r="r" b="b"/>
                <a:pathLst>
                  <a:path w="203810" h="393161">
                    <a:moveTo>
                      <a:pt x="258" y="179"/>
                    </a:moveTo>
                    <a:lnTo>
                      <a:pt x="258" y="393341"/>
                    </a:lnTo>
                    <a:lnTo>
                      <a:pt x="204069" y="393341"/>
                    </a:lnTo>
                    <a:lnTo>
                      <a:pt x="204069" y="179"/>
                    </a:lnTo>
                    <a:lnTo>
                      <a:pt x="258" y="17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46" name="任意多边形: 形状 7945"/>
              <p:cNvSpPr/>
              <p:nvPr/>
            </p:nvSpPr>
            <p:spPr>
              <a:xfrm>
                <a:off x="6016201" y="8510744"/>
                <a:ext cx="203810" cy="12698"/>
              </a:xfrm>
              <a:custGeom>
                <a:avLst/>
                <a:gdLst>
                  <a:gd name="csX0" fmla="*/ 258 w 203810"/>
                  <a:gd name="csY0" fmla="*/ 178 h 12698"/>
                  <a:gd name="csX1" fmla="*/ 204069 w 203810"/>
                  <a:gd name="csY1" fmla="*/ 178 h 12698"/>
                </a:gdLst>
                <a:ahLst/>
                <a:cxnLst>
                  <a:cxn ang="0">
                    <a:pos x="csX0" y="csY0"/>
                  </a:cxn>
                  <a:cxn ang="0">
                    <a:pos x="csX1" y="csY1"/>
                  </a:cxn>
                </a:cxnLst>
                <a:rect l="l" t="t" r="r" b="b"/>
                <a:pathLst>
                  <a:path w="203810" h="12698">
                    <a:moveTo>
                      <a:pt x="258" y="178"/>
                    </a:moveTo>
                    <a:lnTo>
                      <a:pt x="204069" y="178"/>
                    </a:lnTo>
                  </a:path>
                </a:pathLst>
              </a:custGeom>
              <a:ln w="19529" cap="flat">
                <a:solidFill>
                  <a:srgbClr val="EFC000"/>
                </a:solidFill>
                <a:prstDash val="solid"/>
                <a:miter/>
              </a:ln>
            </p:spPr>
            <p:txBody>
              <a:bodyPr/>
              <a:lstStyle/>
              <a:p>
                <a:endParaRPr lang="zh-CN" altLang="en-US" sz="2190"/>
              </a:p>
            </p:txBody>
          </p:sp>
          <p:sp>
            <p:nvSpPr>
              <p:cNvPr id="7947" name="任意多边形: 形状 7946"/>
              <p:cNvSpPr/>
              <p:nvPr/>
            </p:nvSpPr>
            <p:spPr>
              <a:xfrm>
                <a:off x="5710439" y="7674988"/>
                <a:ext cx="407713" cy="1334658"/>
              </a:xfrm>
              <a:custGeom>
                <a:avLst/>
                <a:gdLst>
                  <a:gd name="csX0" fmla="*/ 264 w 407713"/>
                  <a:gd name="csY0" fmla="*/ 183 h 1334658"/>
                  <a:gd name="csX1" fmla="*/ 407977 w 407713"/>
                  <a:gd name="csY1" fmla="*/ 1334842 h 1334658"/>
                </a:gdLst>
                <a:ahLst/>
                <a:cxnLst>
                  <a:cxn ang="0">
                    <a:pos x="csX0" y="csY0"/>
                  </a:cxn>
                  <a:cxn ang="0">
                    <a:pos x="csX1" y="csY1"/>
                  </a:cxn>
                </a:cxnLst>
                <a:rect l="l" t="t" r="r" b="b"/>
                <a:pathLst>
                  <a:path w="407713" h="1334658">
                    <a:moveTo>
                      <a:pt x="264" y="183"/>
                    </a:moveTo>
                    <a:lnTo>
                      <a:pt x="407977" y="1334842"/>
                    </a:lnTo>
                  </a:path>
                </a:pathLst>
              </a:custGeom>
              <a:noFill/>
              <a:ln w="7793" cap="flat">
                <a:solidFill>
                  <a:srgbClr val="000000"/>
                </a:solidFill>
                <a:prstDash val="solid"/>
                <a:round/>
              </a:ln>
            </p:spPr>
            <p:txBody>
              <a:bodyPr/>
              <a:lstStyle/>
              <a:p>
                <a:endParaRPr lang="zh-CN" altLang="en-US" sz="2190"/>
              </a:p>
            </p:txBody>
          </p:sp>
          <p:sp>
            <p:nvSpPr>
              <p:cNvPr id="7948" name="任意多边形: 形状 7947"/>
              <p:cNvSpPr/>
              <p:nvPr/>
            </p:nvSpPr>
            <p:spPr>
              <a:xfrm>
                <a:off x="5710439" y="7674988"/>
                <a:ext cx="407713" cy="575206"/>
              </a:xfrm>
              <a:custGeom>
                <a:avLst/>
                <a:gdLst>
                  <a:gd name="csX0" fmla="*/ 264 w 407713"/>
                  <a:gd name="csY0" fmla="*/ 195 h 575206"/>
                  <a:gd name="csX1" fmla="*/ 407977 w 407713"/>
                  <a:gd name="csY1" fmla="*/ 575401 h 575206"/>
                </a:gdLst>
                <a:ahLst/>
                <a:cxnLst>
                  <a:cxn ang="0">
                    <a:pos x="csX0" y="csY0"/>
                  </a:cxn>
                  <a:cxn ang="0">
                    <a:pos x="csX1" y="csY1"/>
                  </a:cxn>
                </a:cxnLst>
                <a:rect l="l" t="t" r="r" b="b"/>
                <a:pathLst>
                  <a:path w="407713" h="575206">
                    <a:moveTo>
                      <a:pt x="264" y="195"/>
                    </a:moveTo>
                    <a:lnTo>
                      <a:pt x="407977" y="575401"/>
                    </a:lnTo>
                  </a:path>
                </a:pathLst>
              </a:custGeom>
              <a:noFill/>
              <a:ln w="7793" cap="flat">
                <a:solidFill>
                  <a:srgbClr val="000000"/>
                </a:solidFill>
                <a:prstDash val="solid"/>
                <a:round/>
              </a:ln>
            </p:spPr>
            <p:txBody>
              <a:bodyPr/>
              <a:lstStyle/>
              <a:p>
                <a:endParaRPr lang="zh-CN" altLang="en-US" sz="2190"/>
              </a:p>
            </p:txBody>
          </p:sp>
          <p:sp>
            <p:nvSpPr>
              <p:cNvPr id="7949" name="任意多边形: 形状 7948"/>
              <p:cNvSpPr/>
              <p:nvPr/>
            </p:nvSpPr>
            <p:spPr>
              <a:xfrm>
                <a:off x="5710439" y="7674988"/>
                <a:ext cx="407713" cy="837589"/>
              </a:xfrm>
              <a:custGeom>
                <a:avLst/>
                <a:gdLst>
                  <a:gd name="csX0" fmla="*/ 264 w 407713"/>
                  <a:gd name="csY0" fmla="*/ 191 h 837589"/>
                  <a:gd name="csX1" fmla="*/ 407977 w 407713"/>
                  <a:gd name="csY1" fmla="*/ 837780 h 837589"/>
                </a:gdLst>
                <a:ahLst/>
                <a:cxnLst>
                  <a:cxn ang="0">
                    <a:pos x="csX0" y="csY0"/>
                  </a:cxn>
                  <a:cxn ang="0">
                    <a:pos x="csX1" y="csY1"/>
                  </a:cxn>
                </a:cxnLst>
                <a:rect l="l" t="t" r="r" b="b"/>
                <a:pathLst>
                  <a:path w="407713" h="837589">
                    <a:moveTo>
                      <a:pt x="264" y="191"/>
                    </a:moveTo>
                    <a:lnTo>
                      <a:pt x="407977" y="837780"/>
                    </a:lnTo>
                  </a:path>
                </a:pathLst>
              </a:custGeom>
              <a:noFill/>
              <a:ln w="7793" cap="flat">
                <a:solidFill>
                  <a:srgbClr val="000000"/>
                </a:solidFill>
                <a:prstDash val="solid"/>
                <a:round/>
              </a:ln>
            </p:spPr>
            <p:txBody>
              <a:bodyPr/>
              <a:lstStyle/>
              <a:p>
                <a:endParaRPr lang="zh-CN" altLang="en-US" sz="2190"/>
              </a:p>
            </p:txBody>
          </p:sp>
          <p:sp>
            <p:nvSpPr>
              <p:cNvPr id="7950" name="任意多边形: 形状 7949"/>
              <p:cNvSpPr/>
              <p:nvPr/>
            </p:nvSpPr>
            <p:spPr>
              <a:xfrm>
                <a:off x="5710439" y="8259091"/>
                <a:ext cx="407713" cy="343179"/>
              </a:xfrm>
              <a:custGeom>
                <a:avLst/>
                <a:gdLst>
                  <a:gd name="csX0" fmla="*/ 264 w 407713"/>
                  <a:gd name="csY0" fmla="*/ 181 h 343179"/>
                  <a:gd name="csX1" fmla="*/ 407977 w 407713"/>
                  <a:gd name="csY1" fmla="*/ 343360 h 343179"/>
                </a:gdLst>
                <a:ahLst/>
                <a:cxnLst>
                  <a:cxn ang="0">
                    <a:pos x="csX0" y="csY0"/>
                  </a:cxn>
                  <a:cxn ang="0">
                    <a:pos x="csX1" y="csY1"/>
                  </a:cxn>
                </a:cxnLst>
                <a:rect l="l" t="t" r="r" b="b"/>
                <a:pathLst>
                  <a:path w="407713" h="343179">
                    <a:moveTo>
                      <a:pt x="264" y="181"/>
                    </a:moveTo>
                    <a:lnTo>
                      <a:pt x="407977" y="343360"/>
                    </a:lnTo>
                  </a:path>
                </a:pathLst>
              </a:custGeom>
              <a:noFill/>
              <a:ln w="7793" cap="flat">
                <a:solidFill>
                  <a:srgbClr val="000000"/>
                </a:solidFill>
                <a:prstDash val="solid"/>
                <a:round/>
              </a:ln>
            </p:spPr>
            <p:txBody>
              <a:bodyPr/>
              <a:lstStyle/>
              <a:p>
                <a:endParaRPr lang="zh-CN" altLang="en-US" sz="2190"/>
              </a:p>
            </p:txBody>
          </p:sp>
          <p:sp>
            <p:nvSpPr>
              <p:cNvPr id="7951" name="任意多边形: 形状 7950"/>
              <p:cNvSpPr/>
              <p:nvPr/>
            </p:nvSpPr>
            <p:spPr>
              <a:xfrm>
                <a:off x="5710439" y="7674988"/>
                <a:ext cx="407713" cy="711579"/>
              </a:xfrm>
              <a:custGeom>
                <a:avLst/>
                <a:gdLst>
                  <a:gd name="csX0" fmla="*/ 264 w 407713"/>
                  <a:gd name="csY0" fmla="*/ 193 h 711579"/>
                  <a:gd name="csX1" fmla="*/ 407977 w 407713"/>
                  <a:gd name="csY1" fmla="*/ 711772 h 711579"/>
                </a:gdLst>
                <a:ahLst/>
                <a:cxnLst>
                  <a:cxn ang="0">
                    <a:pos x="csX0" y="csY0"/>
                  </a:cxn>
                  <a:cxn ang="0">
                    <a:pos x="csX1" y="csY1"/>
                  </a:cxn>
                </a:cxnLst>
                <a:rect l="l" t="t" r="r" b="b"/>
                <a:pathLst>
                  <a:path w="407713" h="711579">
                    <a:moveTo>
                      <a:pt x="264" y="193"/>
                    </a:moveTo>
                    <a:lnTo>
                      <a:pt x="407977" y="711772"/>
                    </a:lnTo>
                  </a:path>
                </a:pathLst>
              </a:custGeom>
              <a:noFill/>
              <a:ln w="7793" cap="flat">
                <a:solidFill>
                  <a:srgbClr val="000000"/>
                </a:solidFill>
                <a:prstDash val="solid"/>
                <a:round/>
              </a:ln>
            </p:spPr>
            <p:txBody>
              <a:bodyPr/>
              <a:lstStyle/>
              <a:p>
                <a:endParaRPr lang="zh-CN" altLang="en-US" sz="2190"/>
              </a:p>
            </p:txBody>
          </p:sp>
          <p:sp>
            <p:nvSpPr>
              <p:cNvPr id="7952" name="任意多边形: 形状 7951"/>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53" name="任意多边形: 形状 7952"/>
              <p:cNvSpPr/>
              <p:nvPr/>
            </p:nvSpPr>
            <p:spPr>
              <a:xfrm>
                <a:off x="6103195" y="8994698"/>
                <a:ext cx="29915" cy="29897"/>
              </a:xfrm>
              <a:custGeom>
                <a:avLst/>
                <a:gdLst>
                  <a:gd name="csX0" fmla="*/ 30173 w 29915"/>
                  <a:gd name="csY0" fmla="*/ 15112 h 29897"/>
                  <a:gd name="csX1" fmla="*/ 15216 w 29915"/>
                  <a:gd name="csY1" fmla="*/ 30061 h 29897"/>
                  <a:gd name="csX2" fmla="*/ 258 w 29915"/>
                  <a:gd name="csY2" fmla="*/ 15112 h 29897"/>
                  <a:gd name="csX3" fmla="*/ 15216 w 29915"/>
                  <a:gd name="csY3" fmla="*/ 163 h 29897"/>
                  <a:gd name="csX4" fmla="*/ 30173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73" y="15112"/>
                    </a:moveTo>
                    <a:cubicBezTo>
                      <a:pt x="30173" y="23368"/>
                      <a:pt x="23477" y="30061"/>
                      <a:pt x="15216" y="30061"/>
                    </a:cubicBezTo>
                    <a:cubicBezTo>
                      <a:pt x="6955" y="30061"/>
                      <a:pt x="258" y="23368"/>
                      <a:pt x="258" y="15112"/>
                    </a:cubicBezTo>
                    <a:cubicBezTo>
                      <a:pt x="258" y="6856"/>
                      <a:pt x="6955" y="163"/>
                      <a:pt x="15216" y="163"/>
                    </a:cubicBezTo>
                    <a:cubicBezTo>
                      <a:pt x="23477" y="163"/>
                      <a:pt x="30173" y="6856"/>
                      <a:pt x="30173"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4" name="任意多边形: 形状 7953"/>
              <p:cNvSpPr/>
              <p:nvPr/>
            </p:nvSpPr>
            <p:spPr>
              <a:xfrm>
                <a:off x="6103195" y="8296509"/>
                <a:ext cx="29915" cy="29897"/>
              </a:xfrm>
              <a:custGeom>
                <a:avLst/>
                <a:gdLst>
                  <a:gd name="csX0" fmla="*/ 30173 w 29915"/>
                  <a:gd name="csY0" fmla="*/ 15133 h 29897"/>
                  <a:gd name="csX1" fmla="*/ 15216 w 29915"/>
                  <a:gd name="csY1" fmla="*/ 30082 h 29897"/>
                  <a:gd name="csX2" fmla="*/ 258 w 29915"/>
                  <a:gd name="csY2" fmla="*/ 15133 h 29897"/>
                  <a:gd name="csX3" fmla="*/ 15216 w 29915"/>
                  <a:gd name="csY3" fmla="*/ 184 h 29897"/>
                  <a:gd name="csX4" fmla="*/ 30173 w 29915"/>
                  <a:gd name="csY4" fmla="*/ 15133 h 29897"/>
                </a:gdLst>
                <a:ahLst/>
                <a:cxnLst>
                  <a:cxn ang="0">
                    <a:pos x="csX0" y="csY0"/>
                  </a:cxn>
                  <a:cxn ang="0">
                    <a:pos x="csX1" y="csY1"/>
                  </a:cxn>
                  <a:cxn ang="0">
                    <a:pos x="csX2" y="csY2"/>
                  </a:cxn>
                  <a:cxn ang="0">
                    <a:pos x="csX3" y="csY3"/>
                  </a:cxn>
                  <a:cxn ang="0">
                    <a:pos x="csX4" y="csY4"/>
                  </a:cxn>
                </a:cxnLst>
                <a:rect l="l" t="t" r="r" b="b"/>
                <a:pathLst>
                  <a:path w="29915" h="29897">
                    <a:moveTo>
                      <a:pt x="30173" y="15133"/>
                    </a:moveTo>
                    <a:cubicBezTo>
                      <a:pt x="30173" y="23389"/>
                      <a:pt x="23477" y="30082"/>
                      <a:pt x="15216" y="30082"/>
                    </a:cubicBezTo>
                    <a:cubicBezTo>
                      <a:pt x="6955" y="30082"/>
                      <a:pt x="258" y="23389"/>
                      <a:pt x="258" y="15133"/>
                    </a:cubicBezTo>
                    <a:cubicBezTo>
                      <a:pt x="258" y="6877"/>
                      <a:pt x="6955" y="184"/>
                      <a:pt x="15216" y="184"/>
                    </a:cubicBezTo>
                    <a:cubicBezTo>
                      <a:pt x="23477" y="184"/>
                      <a:pt x="30173" y="6877"/>
                      <a:pt x="30173" y="151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5" name="任意多边形: 形状 7954"/>
              <p:cNvSpPr/>
              <p:nvPr/>
            </p:nvSpPr>
            <p:spPr>
              <a:xfrm>
                <a:off x="6103195" y="8994698"/>
                <a:ext cx="29915" cy="29897"/>
              </a:xfrm>
              <a:custGeom>
                <a:avLst/>
                <a:gdLst>
                  <a:gd name="csX0" fmla="*/ 30173 w 29915"/>
                  <a:gd name="csY0" fmla="*/ 15112 h 29897"/>
                  <a:gd name="csX1" fmla="*/ 15216 w 29915"/>
                  <a:gd name="csY1" fmla="*/ 30061 h 29897"/>
                  <a:gd name="csX2" fmla="*/ 258 w 29915"/>
                  <a:gd name="csY2" fmla="*/ 15112 h 29897"/>
                  <a:gd name="csX3" fmla="*/ 15216 w 29915"/>
                  <a:gd name="csY3" fmla="*/ 163 h 29897"/>
                  <a:gd name="csX4" fmla="*/ 30173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73" y="15112"/>
                    </a:moveTo>
                    <a:cubicBezTo>
                      <a:pt x="30173" y="23368"/>
                      <a:pt x="23477" y="30061"/>
                      <a:pt x="15216" y="30061"/>
                    </a:cubicBezTo>
                    <a:cubicBezTo>
                      <a:pt x="6955" y="30061"/>
                      <a:pt x="258" y="23368"/>
                      <a:pt x="258" y="15112"/>
                    </a:cubicBezTo>
                    <a:cubicBezTo>
                      <a:pt x="258" y="6856"/>
                      <a:pt x="6955" y="163"/>
                      <a:pt x="15216" y="163"/>
                    </a:cubicBezTo>
                    <a:cubicBezTo>
                      <a:pt x="23477" y="163"/>
                      <a:pt x="30173" y="6856"/>
                      <a:pt x="30173"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6" name="任意多边形: 形状 7955"/>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57" name="任意多边形: 形状 7956"/>
              <p:cNvSpPr/>
              <p:nvPr/>
            </p:nvSpPr>
            <p:spPr>
              <a:xfrm>
                <a:off x="6103195" y="8235246"/>
                <a:ext cx="29915" cy="29897"/>
              </a:xfrm>
              <a:custGeom>
                <a:avLst/>
                <a:gdLst>
                  <a:gd name="csX0" fmla="*/ 30173 w 29915"/>
                  <a:gd name="csY0" fmla="*/ 15135 h 29897"/>
                  <a:gd name="csX1" fmla="*/ 15216 w 29915"/>
                  <a:gd name="csY1" fmla="*/ 30084 h 29897"/>
                  <a:gd name="csX2" fmla="*/ 258 w 29915"/>
                  <a:gd name="csY2" fmla="*/ 15135 h 29897"/>
                  <a:gd name="csX3" fmla="*/ 15216 w 29915"/>
                  <a:gd name="csY3" fmla="*/ 186 h 29897"/>
                  <a:gd name="csX4" fmla="*/ 30173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173" y="15135"/>
                    </a:moveTo>
                    <a:cubicBezTo>
                      <a:pt x="30173" y="23391"/>
                      <a:pt x="23477" y="30084"/>
                      <a:pt x="15216" y="30084"/>
                    </a:cubicBezTo>
                    <a:cubicBezTo>
                      <a:pt x="6955" y="30084"/>
                      <a:pt x="258" y="23391"/>
                      <a:pt x="258" y="15135"/>
                    </a:cubicBezTo>
                    <a:cubicBezTo>
                      <a:pt x="258" y="6879"/>
                      <a:pt x="6955" y="186"/>
                      <a:pt x="15216" y="186"/>
                    </a:cubicBezTo>
                    <a:cubicBezTo>
                      <a:pt x="23477" y="186"/>
                      <a:pt x="30173" y="6879"/>
                      <a:pt x="30173"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8" name="任意多边形: 形状 7957"/>
              <p:cNvSpPr/>
              <p:nvPr/>
            </p:nvSpPr>
            <p:spPr>
              <a:xfrm>
                <a:off x="6103195" y="8084566"/>
                <a:ext cx="29915" cy="29897"/>
              </a:xfrm>
              <a:custGeom>
                <a:avLst/>
                <a:gdLst>
                  <a:gd name="csX0" fmla="*/ 30173 w 29915"/>
                  <a:gd name="csY0" fmla="*/ 15140 h 29897"/>
                  <a:gd name="csX1" fmla="*/ 15216 w 29915"/>
                  <a:gd name="csY1" fmla="*/ 30088 h 29897"/>
                  <a:gd name="csX2" fmla="*/ 258 w 29915"/>
                  <a:gd name="csY2" fmla="*/ 15140 h 29897"/>
                  <a:gd name="csX3" fmla="*/ 15216 w 29915"/>
                  <a:gd name="csY3" fmla="*/ 191 h 29897"/>
                  <a:gd name="csX4" fmla="*/ 30173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173" y="15140"/>
                    </a:moveTo>
                    <a:cubicBezTo>
                      <a:pt x="30173" y="23396"/>
                      <a:pt x="23477" y="30088"/>
                      <a:pt x="15216" y="30088"/>
                    </a:cubicBezTo>
                    <a:cubicBezTo>
                      <a:pt x="6955" y="30088"/>
                      <a:pt x="258" y="23396"/>
                      <a:pt x="258" y="15140"/>
                    </a:cubicBezTo>
                    <a:cubicBezTo>
                      <a:pt x="258" y="6884"/>
                      <a:pt x="6955" y="191"/>
                      <a:pt x="15216" y="191"/>
                    </a:cubicBezTo>
                    <a:cubicBezTo>
                      <a:pt x="23477" y="191"/>
                      <a:pt x="30173" y="6884"/>
                      <a:pt x="30173"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9" name="任意多边形: 形状 7958"/>
              <p:cNvSpPr/>
              <p:nvPr/>
            </p:nvSpPr>
            <p:spPr>
              <a:xfrm>
                <a:off x="6103195" y="7660040"/>
                <a:ext cx="29915" cy="29897"/>
              </a:xfrm>
              <a:custGeom>
                <a:avLst/>
                <a:gdLst>
                  <a:gd name="csX0" fmla="*/ 30173 w 29915"/>
                  <a:gd name="csY0" fmla="*/ 15152 h 29897"/>
                  <a:gd name="csX1" fmla="*/ 15216 w 29915"/>
                  <a:gd name="csY1" fmla="*/ 30101 h 29897"/>
                  <a:gd name="csX2" fmla="*/ 258 w 29915"/>
                  <a:gd name="csY2" fmla="*/ 15152 h 29897"/>
                  <a:gd name="csX3" fmla="*/ 15216 w 29915"/>
                  <a:gd name="csY3" fmla="*/ 204 h 29897"/>
                  <a:gd name="csX4" fmla="*/ 30173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73" y="15152"/>
                    </a:moveTo>
                    <a:cubicBezTo>
                      <a:pt x="30173" y="23409"/>
                      <a:pt x="23477" y="30101"/>
                      <a:pt x="15216" y="30101"/>
                    </a:cubicBezTo>
                    <a:cubicBezTo>
                      <a:pt x="6955" y="30101"/>
                      <a:pt x="258" y="23409"/>
                      <a:pt x="258" y="15152"/>
                    </a:cubicBezTo>
                    <a:cubicBezTo>
                      <a:pt x="258" y="6896"/>
                      <a:pt x="6955" y="204"/>
                      <a:pt x="15216" y="204"/>
                    </a:cubicBezTo>
                    <a:cubicBezTo>
                      <a:pt x="23477" y="204"/>
                      <a:pt x="30173" y="6896"/>
                      <a:pt x="30173"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0" name="任意多边形: 形状 7959"/>
              <p:cNvSpPr/>
              <p:nvPr/>
            </p:nvSpPr>
            <p:spPr>
              <a:xfrm>
                <a:off x="6103195" y="8635836"/>
                <a:ext cx="29915" cy="29897"/>
              </a:xfrm>
              <a:custGeom>
                <a:avLst/>
                <a:gdLst>
                  <a:gd name="csX0" fmla="*/ 30173 w 29915"/>
                  <a:gd name="csY0" fmla="*/ 15123 h 29897"/>
                  <a:gd name="csX1" fmla="*/ 15216 w 29915"/>
                  <a:gd name="csY1" fmla="*/ 30072 h 29897"/>
                  <a:gd name="csX2" fmla="*/ 258 w 29915"/>
                  <a:gd name="csY2" fmla="*/ 15123 h 29897"/>
                  <a:gd name="csX3" fmla="*/ 15216 w 29915"/>
                  <a:gd name="csY3" fmla="*/ 174 h 29897"/>
                  <a:gd name="csX4" fmla="*/ 30173 w 29915"/>
                  <a:gd name="csY4" fmla="*/ 15123 h 29897"/>
                </a:gdLst>
                <a:ahLst/>
                <a:cxnLst>
                  <a:cxn ang="0">
                    <a:pos x="csX0" y="csY0"/>
                  </a:cxn>
                  <a:cxn ang="0">
                    <a:pos x="csX1" y="csY1"/>
                  </a:cxn>
                  <a:cxn ang="0">
                    <a:pos x="csX2" y="csY2"/>
                  </a:cxn>
                  <a:cxn ang="0">
                    <a:pos x="csX3" y="csY3"/>
                  </a:cxn>
                  <a:cxn ang="0">
                    <a:pos x="csX4" y="csY4"/>
                  </a:cxn>
                </a:cxnLst>
                <a:rect l="l" t="t" r="r" b="b"/>
                <a:pathLst>
                  <a:path w="29915" h="29897">
                    <a:moveTo>
                      <a:pt x="30173" y="15123"/>
                    </a:moveTo>
                    <a:cubicBezTo>
                      <a:pt x="30173" y="23379"/>
                      <a:pt x="23477" y="30072"/>
                      <a:pt x="15216" y="30072"/>
                    </a:cubicBezTo>
                    <a:cubicBezTo>
                      <a:pt x="6955" y="30072"/>
                      <a:pt x="258" y="23379"/>
                      <a:pt x="258" y="15123"/>
                    </a:cubicBezTo>
                    <a:cubicBezTo>
                      <a:pt x="258" y="6867"/>
                      <a:pt x="6955" y="174"/>
                      <a:pt x="15216" y="174"/>
                    </a:cubicBezTo>
                    <a:cubicBezTo>
                      <a:pt x="23477" y="174"/>
                      <a:pt x="30173" y="6867"/>
                      <a:pt x="30173" y="1512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1" name="任意多边形: 形状 7960"/>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2" name="任意多边形: 形状 7961"/>
              <p:cNvSpPr/>
              <p:nvPr/>
            </p:nvSpPr>
            <p:spPr>
              <a:xfrm>
                <a:off x="6103195" y="8497629"/>
                <a:ext cx="29915" cy="29897"/>
              </a:xfrm>
              <a:custGeom>
                <a:avLst/>
                <a:gdLst>
                  <a:gd name="csX0" fmla="*/ 30173 w 29915"/>
                  <a:gd name="csY0" fmla="*/ 15127 h 29897"/>
                  <a:gd name="csX1" fmla="*/ 15216 w 29915"/>
                  <a:gd name="csY1" fmla="*/ 30076 h 29897"/>
                  <a:gd name="csX2" fmla="*/ 258 w 29915"/>
                  <a:gd name="csY2" fmla="*/ 15127 h 29897"/>
                  <a:gd name="csX3" fmla="*/ 15216 w 29915"/>
                  <a:gd name="csY3" fmla="*/ 178 h 29897"/>
                  <a:gd name="csX4" fmla="*/ 30173 w 29915"/>
                  <a:gd name="csY4" fmla="*/ 15127 h 29897"/>
                </a:gdLst>
                <a:ahLst/>
                <a:cxnLst>
                  <a:cxn ang="0">
                    <a:pos x="csX0" y="csY0"/>
                  </a:cxn>
                  <a:cxn ang="0">
                    <a:pos x="csX1" y="csY1"/>
                  </a:cxn>
                  <a:cxn ang="0">
                    <a:pos x="csX2" y="csY2"/>
                  </a:cxn>
                  <a:cxn ang="0">
                    <a:pos x="csX3" y="csY3"/>
                  </a:cxn>
                  <a:cxn ang="0">
                    <a:pos x="csX4" y="csY4"/>
                  </a:cxn>
                </a:cxnLst>
                <a:rect l="l" t="t" r="r" b="b"/>
                <a:pathLst>
                  <a:path w="29915" h="29897">
                    <a:moveTo>
                      <a:pt x="30173" y="15127"/>
                    </a:moveTo>
                    <a:cubicBezTo>
                      <a:pt x="30173" y="23383"/>
                      <a:pt x="23477" y="30076"/>
                      <a:pt x="15216" y="30076"/>
                    </a:cubicBezTo>
                    <a:cubicBezTo>
                      <a:pt x="6955" y="30076"/>
                      <a:pt x="258" y="23383"/>
                      <a:pt x="258" y="15127"/>
                    </a:cubicBezTo>
                    <a:cubicBezTo>
                      <a:pt x="258" y="6871"/>
                      <a:pt x="6955" y="178"/>
                      <a:pt x="15216" y="178"/>
                    </a:cubicBezTo>
                    <a:cubicBezTo>
                      <a:pt x="23477" y="178"/>
                      <a:pt x="30173" y="6871"/>
                      <a:pt x="30173" y="1512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3" name="任意多边形: 形状 7962"/>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4" name="任意多边形: 形状 7963"/>
              <p:cNvSpPr/>
              <p:nvPr/>
            </p:nvSpPr>
            <p:spPr>
              <a:xfrm>
                <a:off x="6103195" y="8789909"/>
                <a:ext cx="29915" cy="29897"/>
              </a:xfrm>
              <a:custGeom>
                <a:avLst/>
                <a:gdLst>
                  <a:gd name="csX0" fmla="*/ 30173 w 29915"/>
                  <a:gd name="csY0" fmla="*/ 15118 h 29897"/>
                  <a:gd name="csX1" fmla="*/ 15216 w 29915"/>
                  <a:gd name="csY1" fmla="*/ 30067 h 29897"/>
                  <a:gd name="csX2" fmla="*/ 258 w 29915"/>
                  <a:gd name="csY2" fmla="*/ 15118 h 29897"/>
                  <a:gd name="csX3" fmla="*/ 15216 w 29915"/>
                  <a:gd name="csY3" fmla="*/ 169 h 29897"/>
                  <a:gd name="csX4" fmla="*/ 30173 w 29915"/>
                  <a:gd name="csY4" fmla="*/ 15118 h 29897"/>
                </a:gdLst>
                <a:ahLst/>
                <a:cxnLst>
                  <a:cxn ang="0">
                    <a:pos x="csX0" y="csY0"/>
                  </a:cxn>
                  <a:cxn ang="0">
                    <a:pos x="csX1" y="csY1"/>
                  </a:cxn>
                  <a:cxn ang="0">
                    <a:pos x="csX2" y="csY2"/>
                  </a:cxn>
                  <a:cxn ang="0">
                    <a:pos x="csX3" y="csY3"/>
                  </a:cxn>
                  <a:cxn ang="0">
                    <a:pos x="csX4" y="csY4"/>
                  </a:cxn>
                </a:cxnLst>
                <a:rect l="l" t="t" r="r" b="b"/>
                <a:pathLst>
                  <a:path w="29915" h="29897">
                    <a:moveTo>
                      <a:pt x="30173" y="15118"/>
                    </a:moveTo>
                    <a:cubicBezTo>
                      <a:pt x="30173" y="23374"/>
                      <a:pt x="23477" y="30067"/>
                      <a:pt x="15216" y="30067"/>
                    </a:cubicBezTo>
                    <a:cubicBezTo>
                      <a:pt x="6955" y="30067"/>
                      <a:pt x="258" y="23374"/>
                      <a:pt x="258" y="15118"/>
                    </a:cubicBezTo>
                    <a:cubicBezTo>
                      <a:pt x="258" y="6862"/>
                      <a:pt x="6955" y="169"/>
                      <a:pt x="15216" y="169"/>
                    </a:cubicBezTo>
                    <a:cubicBezTo>
                      <a:pt x="23477" y="169"/>
                      <a:pt x="30173" y="6862"/>
                      <a:pt x="30173" y="151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5" name="任意多边形: 形状 7964"/>
              <p:cNvSpPr/>
              <p:nvPr/>
            </p:nvSpPr>
            <p:spPr>
              <a:xfrm>
                <a:off x="5695481" y="8244142"/>
                <a:ext cx="29915" cy="29897"/>
              </a:xfrm>
              <a:custGeom>
                <a:avLst/>
                <a:gdLst>
                  <a:gd name="csX0" fmla="*/ 30186 w 29915"/>
                  <a:gd name="csY0" fmla="*/ 15135 h 29897"/>
                  <a:gd name="csX1" fmla="*/ 15228 w 29915"/>
                  <a:gd name="csY1" fmla="*/ 30084 h 29897"/>
                  <a:gd name="csX2" fmla="*/ 270 w 29915"/>
                  <a:gd name="csY2" fmla="*/ 15135 h 29897"/>
                  <a:gd name="csX3" fmla="*/ 15228 w 29915"/>
                  <a:gd name="csY3" fmla="*/ 186 h 29897"/>
                  <a:gd name="csX4" fmla="*/ 30186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186" y="15135"/>
                    </a:moveTo>
                    <a:cubicBezTo>
                      <a:pt x="30186" y="23391"/>
                      <a:pt x="23489" y="30084"/>
                      <a:pt x="15228" y="30084"/>
                    </a:cubicBezTo>
                    <a:cubicBezTo>
                      <a:pt x="6967" y="30084"/>
                      <a:pt x="270" y="23391"/>
                      <a:pt x="270" y="15135"/>
                    </a:cubicBezTo>
                    <a:cubicBezTo>
                      <a:pt x="270" y="6879"/>
                      <a:pt x="6967" y="186"/>
                      <a:pt x="15228" y="186"/>
                    </a:cubicBezTo>
                    <a:cubicBezTo>
                      <a:pt x="23489" y="186"/>
                      <a:pt x="30186" y="6879"/>
                      <a:pt x="30186" y="1513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6" name="任意多边形: 形状 7965"/>
              <p:cNvSpPr/>
              <p:nvPr/>
            </p:nvSpPr>
            <p:spPr>
              <a:xfrm>
                <a:off x="6103195" y="8587322"/>
                <a:ext cx="29915" cy="29897"/>
              </a:xfrm>
              <a:custGeom>
                <a:avLst/>
                <a:gdLst>
                  <a:gd name="csX0" fmla="*/ 30173 w 29915"/>
                  <a:gd name="csY0" fmla="*/ 15124 h 29897"/>
                  <a:gd name="csX1" fmla="*/ 15216 w 29915"/>
                  <a:gd name="csY1" fmla="*/ 30073 h 29897"/>
                  <a:gd name="csX2" fmla="*/ 258 w 29915"/>
                  <a:gd name="csY2" fmla="*/ 15124 h 29897"/>
                  <a:gd name="csX3" fmla="*/ 15216 w 29915"/>
                  <a:gd name="csY3" fmla="*/ 175 h 29897"/>
                  <a:gd name="csX4" fmla="*/ 30173 w 29915"/>
                  <a:gd name="csY4" fmla="*/ 15124 h 29897"/>
                </a:gdLst>
                <a:ahLst/>
                <a:cxnLst>
                  <a:cxn ang="0">
                    <a:pos x="csX0" y="csY0"/>
                  </a:cxn>
                  <a:cxn ang="0">
                    <a:pos x="csX1" y="csY1"/>
                  </a:cxn>
                  <a:cxn ang="0">
                    <a:pos x="csX2" y="csY2"/>
                  </a:cxn>
                  <a:cxn ang="0">
                    <a:pos x="csX3" y="csY3"/>
                  </a:cxn>
                  <a:cxn ang="0">
                    <a:pos x="csX4" y="csY4"/>
                  </a:cxn>
                </a:cxnLst>
                <a:rect l="l" t="t" r="r" b="b"/>
                <a:pathLst>
                  <a:path w="29915" h="29897">
                    <a:moveTo>
                      <a:pt x="30173" y="15124"/>
                    </a:moveTo>
                    <a:cubicBezTo>
                      <a:pt x="30173" y="23380"/>
                      <a:pt x="23477" y="30073"/>
                      <a:pt x="15216" y="30073"/>
                    </a:cubicBezTo>
                    <a:cubicBezTo>
                      <a:pt x="6955" y="30073"/>
                      <a:pt x="258" y="23380"/>
                      <a:pt x="258" y="15124"/>
                    </a:cubicBezTo>
                    <a:cubicBezTo>
                      <a:pt x="258" y="6868"/>
                      <a:pt x="6955" y="175"/>
                      <a:pt x="15216" y="175"/>
                    </a:cubicBezTo>
                    <a:cubicBezTo>
                      <a:pt x="23477" y="175"/>
                      <a:pt x="30173" y="6868"/>
                      <a:pt x="30173" y="151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7" name="任意多边形: 形状 7966"/>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8" name="任意多边形: 形状 7967"/>
              <p:cNvSpPr/>
              <p:nvPr/>
            </p:nvSpPr>
            <p:spPr>
              <a:xfrm>
                <a:off x="6103195" y="8371619"/>
                <a:ext cx="29915" cy="29897"/>
              </a:xfrm>
              <a:custGeom>
                <a:avLst/>
                <a:gdLst>
                  <a:gd name="csX0" fmla="*/ 30173 w 29915"/>
                  <a:gd name="csY0" fmla="*/ 15131 h 29897"/>
                  <a:gd name="csX1" fmla="*/ 15216 w 29915"/>
                  <a:gd name="csY1" fmla="*/ 30080 h 29897"/>
                  <a:gd name="csX2" fmla="*/ 258 w 29915"/>
                  <a:gd name="csY2" fmla="*/ 15131 h 29897"/>
                  <a:gd name="csX3" fmla="*/ 15216 w 29915"/>
                  <a:gd name="csY3" fmla="*/ 182 h 29897"/>
                  <a:gd name="csX4" fmla="*/ 30173 w 29915"/>
                  <a:gd name="csY4" fmla="*/ 15131 h 29897"/>
                </a:gdLst>
                <a:ahLst/>
                <a:cxnLst>
                  <a:cxn ang="0">
                    <a:pos x="csX0" y="csY0"/>
                  </a:cxn>
                  <a:cxn ang="0">
                    <a:pos x="csX1" y="csY1"/>
                  </a:cxn>
                  <a:cxn ang="0">
                    <a:pos x="csX2" y="csY2"/>
                  </a:cxn>
                  <a:cxn ang="0">
                    <a:pos x="csX3" y="csY3"/>
                  </a:cxn>
                  <a:cxn ang="0">
                    <a:pos x="csX4" y="csY4"/>
                  </a:cxn>
                </a:cxnLst>
                <a:rect l="l" t="t" r="r" b="b"/>
                <a:pathLst>
                  <a:path w="29915" h="29897">
                    <a:moveTo>
                      <a:pt x="30173" y="15131"/>
                    </a:moveTo>
                    <a:cubicBezTo>
                      <a:pt x="30173" y="23387"/>
                      <a:pt x="23477" y="30080"/>
                      <a:pt x="15216" y="30080"/>
                    </a:cubicBezTo>
                    <a:cubicBezTo>
                      <a:pt x="6955" y="30080"/>
                      <a:pt x="258" y="23387"/>
                      <a:pt x="258" y="15131"/>
                    </a:cubicBezTo>
                    <a:cubicBezTo>
                      <a:pt x="258" y="6875"/>
                      <a:pt x="6955" y="182"/>
                      <a:pt x="15216" y="182"/>
                    </a:cubicBezTo>
                    <a:cubicBezTo>
                      <a:pt x="23477" y="182"/>
                      <a:pt x="30173" y="6875"/>
                      <a:pt x="30173" y="1513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9" name="任意多边形: 形状 7968"/>
              <p:cNvSpPr/>
              <p:nvPr/>
            </p:nvSpPr>
            <p:spPr>
              <a:xfrm>
                <a:off x="6103195" y="8494052"/>
                <a:ext cx="29915" cy="29897"/>
              </a:xfrm>
              <a:custGeom>
                <a:avLst/>
                <a:gdLst>
                  <a:gd name="csX0" fmla="*/ 30173 w 29915"/>
                  <a:gd name="csY0" fmla="*/ 15127 h 29897"/>
                  <a:gd name="csX1" fmla="*/ 15216 w 29915"/>
                  <a:gd name="csY1" fmla="*/ 30076 h 29897"/>
                  <a:gd name="csX2" fmla="*/ 258 w 29915"/>
                  <a:gd name="csY2" fmla="*/ 15127 h 29897"/>
                  <a:gd name="csX3" fmla="*/ 15216 w 29915"/>
                  <a:gd name="csY3" fmla="*/ 178 h 29897"/>
                  <a:gd name="csX4" fmla="*/ 30173 w 29915"/>
                  <a:gd name="csY4" fmla="*/ 15127 h 29897"/>
                </a:gdLst>
                <a:ahLst/>
                <a:cxnLst>
                  <a:cxn ang="0">
                    <a:pos x="csX0" y="csY0"/>
                  </a:cxn>
                  <a:cxn ang="0">
                    <a:pos x="csX1" y="csY1"/>
                  </a:cxn>
                  <a:cxn ang="0">
                    <a:pos x="csX2" y="csY2"/>
                  </a:cxn>
                  <a:cxn ang="0">
                    <a:pos x="csX3" y="csY3"/>
                  </a:cxn>
                  <a:cxn ang="0">
                    <a:pos x="csX4" y="csY4"/>
                  </a:cxn>
                </a:cxnLst>
                <a:rect l="l" t="t" r="r" b="b"/>
                <a:pathLst>
                  <a:path w="29915" h="29897">
                    <a:moveTo>
                      <a:pt x="30173" y="15127"/>
                    </a:moveTo>
                    <a:cubicBezTo>
                      <a:pt x="30173" y="23383"/>
                      <a:pt x="23477" y="30076"/>
                      <a:pt x="15216" y="30076"/>
                    </a:cubicBezTo>
                    <a:cubicBezTo>
                      <a:pt x="6955" y="30076"/>
                      <a:pt x="258" y="23383"/>
                      <a:pt x="258" y="15127"/>
                    </a:cubicBezTo>
                    <a:cubicBezTo>
                      <a:pt x="258" y="6871"/>
                      <a:pt x="6955" y="178"/>
                      <a:pt x="15216" y="178"/>
                    </a:cubicBezTo>
                    <a:cubicBezTo>
                      <a:pt x="23477" y="178"/>
                      <a:pt x="30173" y="6871"/>
                      <a:pt x="30173" y="1512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70" name="任意多边形: 形状 7969"/>
              <p:cNvSpPr/>
              <p:nvPr/>
            </p:nvSpPr>
            <p:spPr>
              <a:xfrm>
                <a:off x="5465792" y="7608223"/>
                <a:ext cx="897006" cy="1468097"/>
              </a:xfrm>
              <a:custGeom>
                <a:avLst/>
                <a:gdLst>
                  <a:gd name="csX0" fmla="*/ 264 w 897006"/>
                  <a:gd name="csY0" fmla="*/ 184 h 1468097"/>
                  <a:gd name="csX1" fmla="*/ 897270 w 897006"/>
                  <a:gd name="csY1" fmla="*/ 184 h 1468097"/>
                  <a:gd name="csX2" fmla="*/ 897270 w 897006"/>
                  <a:gd name="csY2" fmla="*/ 1468281 h 1468097"/>
                  <a:gd name="csX3" fmla="*/ 264 w 897006"/>
                  <a:gd name="csY3" fmla="*/ 1468281 h 1468097"/>
                </a:gdLst>
                <a:ahLst/>
                <a:cxnLst>
                  <a:cxn ang="0">
                    <a:pos x="csX0" y="csY0"/>
                  </a:cxn>
                  <a:cxn ang="0">
                    <a:pos x="csX1" y="csY1"/>
                  </a:cxn>
                  <a:cxn ang="0">
                    <a:pos x="csX2" y="csY2"/>
                  </a:cxn>
                  <a:cxn ang="0">
                    <a:pos x="csX3" y="csY3"/>
                  </a:cxn>
                </a:cxnLst>
                <a:rect l="l" t="t" r="r" b="b"/>
                <a:pathLst>
                  <a:path w="897006" h="1468097">
                    <a:moveTo>
                      <a:pt x="264" y="184"/>
                    </a:moveTo>
                    <a:lnTo>
                      <a:pt x="897270" y="184"/>
                    </a:lnTo>
                    <a:lnTo>
                      <a:pt x="897270" y="1468281"/>
                    </a:lnTo>
                    <a:lnTo>
                      <a:pt x="264" y="1468281"/>
                    </a:lnTo>
                    <a:close/>
                  </a:path>
                </a:pathLst>
              </a:custGeom>
              <a:noFill/>
              <a:ln w="13661" cap="rnd">
                <a:solidFill>
                  <a:srgbClr val="000000"/>
                </a:solidFill>
                <a:prstDash val="solid"/>
                <a:round/>
              </a:ln>
            </p:spPr>
            <p:txBody>
              <a:bodyPr/>
              <a:lstStyle/>
              <a:p>
                <a:endParaRPr lang="zh-CN" altLang="en-US" sz="2190"/>
              </a:p>
            </p:txBody>
          </p:sp>
        </p:grpSp>
        <p:grpSp>
          <p:nvGrpSpPr>
            <p:cNvPr id="7971" name="图形 2"/>
            <p:cNvGrpSpPr/>
            <p:nvPr/>
          </p:nvGrpSpPr>
          <p:grpSpPr>
            <a:xfrm>
              <a:off x="6417583" y="4224025"/>
              <a:ext cx="897006" cy="1468097"/>
              <a:chOff x="6417583" y="4224025"/>
              <a:chExt cx="897006" cy="1468097"/>
            </a:xfrm>
          </p:grpSpPr>
          <p:sp>
            <p:nvSpPr>
              <p:cNvPr id="7972" name="任意多边形: 形状 7971"/>
              <p:cNvSpPr/>
              <p:nvPr/>
            </p:nvSpPr>
            <p:spPr>
              <a:xfrm>
                <a:off x="6644335" y="5607473"/>
                <a:ext cx="35788" cy="35766"/>
              </a:xfrm>
              <a:custGeom>
                <a:avLst/>
                <a:gdLst>
                  <a:gd name="csX0" fmla="*/ 36030 w 35788"/>
                  <a:gd name="csY0" fmla="*/ 18149 h 35766"/>
                  <a:gd name="csX1" fmla="*/ 18136 w 35788"/>
                  <a:gd name="csY1" fmla="*/ 36033 h 35766"/>
                  <a:gd name="csX2" fmla="*/ 241 w 35788"/>
                  <a:gd name="csY2" fmla="*/ 18149 h 35766"/>
                  <a:gd name="csX3" fmla="*/ 18136 w 35788"/>
                  <a:gd name="csY3" fmla="*/ 266 h 35766"/>
                  <a:gd name="csX4" fmla="*/ 36030 w 35788"/>
                  <a:gd name="csY4" fmla="*/ 18149 h 35766"/>
                </a:gdLst>
                <a:ahLst/>
                <a:cxnLst>
                  <a:cxn ang="0">
                    <a:pos x="csX0" y="csY0"/>
                  </a:cxn>
                  <a:cxn ang="0">
                    <a:pos x="csX1" y="csY1"/>
                  </a:cxn>
                  <a:cxn ang="0">
                    <a:pos x="csX2" y="csY2"/>
                  </a:cxn>
                  <a:cxn ang="0">
                    <a:pos x="csX3" y="csY3"/>
                  </a:cxn>
                  <a:cxn ang="0">
                    <a:pos x="csX4" y="csY4"/>
                  </a:cxn>
                </a:cxnLst>
                <a:rect l="l" t="t" r="r" b="b"/>
                <a:pathLst>
                  <a:path w="35788" h="35766">
                    <a:moveTo>
                      <a:pt x="36030" y="18149"/>
                    </a:moveTo>
                    <a:cubicBezTo>
                      <a:pt x="36030" y="28026"/>
                      <a:pt x="28018" y="36033"/>
                      <a:pt x="18136" y="36033"/>
                    </a:cubicBezTo>
                    <a:cubicBezTo>
                      <a:pt x="8253" y="36033"/>
                      <a:pt x="241" y="28026"/>
                      <a:pt x="241" y="18149"/>
                    </a:cubicBezTo>
                    <a:cubicBezTo>
                      <a:pt x="241" y="8272"/>
                      <a:pt x="8253" y="266"/>
                      <a:pt x="18136" y="266"/>
                    </a:cubicBezTo>
                    <a:cubicBezTo>
                      <a:pt x="28018" y="266"/>
                      <a:pt x="36030" y="8272"/>
                      <a:pt x="36030" y="181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73" name="任意多边形: 形状 7972"/>
              <p:cNvSpPr/>
              <p:nvPr/>
            </p:nvSpPr>
            <p:spPr>
              <a:xfrm>
                <a:off x="6662229" y="4489801"/>
                <a:ext cx="12705" cy="37509"/>
              </a:xfrm>
              <a:custGeom>
                <a:avLst/>
                <a:gdLst>
                  <a:gd name="csX0" fmla="*/ 241 w 12705"/>
                  <a:gd name="csY0" fmla="*/ 37809 h 37509"/>
                  <a:gd name="csX1" fmla="*/ 241 w 12705"/>
                  <a:gd name="csY1" fmla="*/ 300 h 37509"/>
                </a:gdLst>
                <a:ahLst/>
                <a:cxnLst>
                  <a:cxn ang="0">
                    <a:pos x="csX0" y="csY0"/>
                  </a:cxn>
                  <a:cxn ang="0">
                    <a:pos x="csX1" y="csY1"/>
                  </a:cxn>
                </a:cxnLst>
                <a:rect l="l" t="t" r="r" b="b"/>
                <a:pathLst>
                  <a:path w="12705" h="37509">
                    <a:moveTo>
                      <a:pt x="241" y="37809"/>
                    </a:moveTo>
                    <a:lnTo>
                      <a:pt x="241" y="300"/>
                    </a:lnTo>
                  </a:path>
                </a:pathLst>
              </a:custGeom>
              <a:ln w="9810" cap="flat">
                <a:solidFill>
                  <a:srgbClr val="0073C2"/>
                </a:solidFill>
                <a:prstDash val="solid"/>
                <a:round/>
              </a:ln>
            </p:spPr>
            <p:txBody>
              <a:bodyPr/>
              <a:lstStyle/>
              <a:p>
                <a:endParaRPr lang="zh-CN" altLang="en-US" sz="2190"/>
              </a:p>
            </p:txBody>
          </p:sp>
          <p:sp>
            <p:nvSpPr>
              <p:cNvPr id="7974" name="任意多边形: 形状 7973"/>
              <p:cNvSpPr/>
              <p:nvPr/>
            </p:nvSpPr>
            <p:spPr>
              <a:xfrm>
                <a:off x="6662229" y="4723020"/>
                <a:ext cx="12705" cy="8162"/>
              </a:xfrm>
              <a:custGeom>
                <a:avLst/>
                <a:gdLst>
                  <a:gd name="csX0" fmla="*/ 241 w 12705"/>
                  <a:gd name="csY0" fmla="*/ 293 h 8162"/>
                  <a:gd name="csX1" fmla="*/ 241 w 12705"/>
                  <a:gd name="csY1" fmla="*/ 8455 h 8162"/>
                </a:gdLst>
                <a:ahLst/>
                <a:cxnLst>
                  <a:cxn ang="0">
                    <a:pos x="csX0" y="csY0"/>
                  </a:cxn>
                  <a:cxn ang="0">
                    <a:pos x="csX1" y="csY1"/>
                  </a:cxn>
                </a:cxnLst>
                <a:rect l="l" t="t" r="r" b="b"/>
                <a:pathLst>
                  <a:path w="12705" h="8162">
                    <a:moveTo>
                      <a:pt x="241" y="293"/>
                    </a:moveTo>
                    <a:lnTo>
                      <a:pt x="241" y="8455"/>
                    </a:lnTo>
                  </a:path>
                </a:pathLst>
              </a:custGeom>
              <a:ln w="9810" cap="flat">
                <a:solidFill>
                  <a:srgbClr val="0073C2"/>
                </a:solidFill>
                <a:prstDash val="solid"/>
                <a:round/>
              </a:ln>
            </p:spPr>
            <p:txBody>
              <a:bodyPr/>
              <a:lstStyle/>
              <a:p>
                <a:endParaRPr lang="zh-CN" altLang="en-US" sz="2190"/>
              </a:p>
            </p:txBody>
          </p:sp>
          <p:sp>
            <p:nvSpPr>
              <p:cNvPr id="7975" name="任意多边形: 形状 7974"/>
              <p:cNvSpPr/>
              <p:nvPr/>
            </p:nvSpPr>
            <p:spPr>
              <a:xfrm>
                <a:off x="6560278" y="4527311"/>
                <a:ext cx="203902" cy="195709"/>
              </a:xfrm>
              <a:custGeom>
                <a:avLst/>
                <a:gdLst>
                  <a:gd name="csX0" fmla="*/ 241 w 203902"/>
                  <a:gd name="csY0" fmla="*/ 296 h 195709"/>
                  <a:gd name="csX1" fmla="*/ 241 w 203902"/>
                  <a:gd name="csY1" fmla="*/ 196006 h 195709"/>
                  <a:gd name="csX2" fmla="*/ 204144 w 203902"/>
                  <a:gd name="csY2" fmla="*/ 196006 h 195709"/>
                  <a:gd name="csX3" fmla="*/ 204144 w 203902"/>
                  <a:gd name="csY3" fmla="*/ 296 h 195709"/>
                  <a:gd name="csX4" fmla="*/ 241 w 203902"/>
                  <a:gd name="csY4" fmla="*/ 296 h 195709"/>
                </a:gdLst>
                <a:ahLst/>
                <a:cxnLst>
                  <a:cxn ang="0">
                    <a:pos x="csX0" y="csY0"/>
                  </a:cxn>
                  <a:cxn ang="0">
                    <a:pos x="csX1" y="csY1"/>
                  </a:cxn>
                  <a:cxn ang="0">
                    <a:pos x="csX2" y="csY2"/>
                  </a:cxn>
                  <a:cxn ang="0">
                    <a:pos x="csX3" y="csY3"/>
                  </a:cxn>
                  <a:cxn ang="0">
                    <a:pos x="csX4" y="csY4"/>
                  </a:cxn>
                </a:cxnLst>
                <a:rect l="l" t="t" r="r" b="b"/>
                <a:pathLst>
                  <a:path w="203902" h="195709">
                    <a:moveTo>
                      <a:pt x="241" y="296"/>
                    </a:moveTo>
                    <a:lnTo>
                      <a:pt x="241" y="196006"/>
                    </a:lnTo>
                    <a:lnTo>
                      <a:pt x="204144" y="196006"/>
                    </a:lnTo>
                    <a:lnTo>
                      <a:pt x="204144" y="296"/>
                    </a:lnTo>
                    <a:lnTo>
                      <a:pt x="241" y="296"/>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76" name="任意多边形: 形状 7975"/>
              <p:cNvSpPr/>
              <p:nvPr/>
            </p:nvSpPr>
            <p:spPr>
              <a:xfrm>
                <a:off x="6560278" y="4628559"/>
                <a:ext cx="203902" cy="12698"/>
              </a:xfrm>
              <a:custGeom>
                <a:avLst/>
                <a:gdLst>
                  <a:gd name="csX0" fmla="*/ 241 w 203902"/>
                  <a:gd name="csY0" fmla="*/ 296 h 12698"/>
                  <a:gd name="csX1" fmla="*/ 204144 w 203902"/>
                  <a:gd name="csY1" fmla="*/ 296 h 12698"/>
                </a:gdLst>
                <a:ahLst/>
                <a:cxnLst>
                  <a:cxn ang="0">
                    <a:pos x="csX0" y="csY0"/>
                  </a:cxn>
                  <a:cxn ang="0">
                    <a:pos x="csX1" y="csY1"/>
                  </a:cxn>
                </a:cxnLst>
                <a:rect l="l" t="t" r="r" b="b"/>
                <a:pathLst>
                  <a:path w="203902" h="12698">
                    <a:moveTo>
                      <a:pt x="241" y="296"/>
                    </a:moveTo>
                    <a:lnTo>
                      <a:pt x="204144" y="296"/>
                    </a:lnTo>
                  </a:path>
                </a:pathLst>
              </a:custGeom>
              <a:ln w="19529" cap="flat">
                <a:solidFill>
                  <a:srgbClr val="0073C2"/>
                </a:solidFill>
                <a:prstDash val="solid"/>
                <a:miter/>
              </a:ln>
            </p:spPr>
            <p:txBody>
              <a:bodyPr/>
              <a:lstStyle/>
              <a:p>
                <a:endParaRPr lang="zh-CN" altLang="en-US" sz="2190"/>
              </a:p>
            </p:txBody>
          </p:sp>
          <p:sp>
            <p:nvSpPr>
              <p:cNvPr id="7977" name="任意多边形: 形状 7976"/>
              <p:cNvSpPr/>
              <p:nvPr/>
            </p:nvSpPr>
            <p:spPr>
              <a:xfrm>
                <a:off x="7069943" y="4295467"/>
                <a:ext cx="12705" cy="44754"/>
              </a:xfrm>
              <a:custGeom>
                <a:avLst/>
                <a:gdLst>
                  <a:gd name="csX0" fmla="*/ 229 w 12705"/>
                  <a:gd name="csY0" fmla="*/ 45060 h 44754"/>
                  <a:gd name="csX1" fmla="*/ 229 w 12705"/>
                  <a:gd name="csY1" fmla="*/ 305 h 44754"/>
                </a:gdLst>
                <a:ahLst/>
                <a:cxnLst>
                  <a:cxn ang="0">
                    <a:pos x="csX0" y="csY0"/>
                  </a:cxn>
                  <a:cxn ang="0">
                    <a:pos x="csX1" y="csY1"/>
                  </a:cxn>
                </a:cxnLst>
                <a:rect l="l" t="t" r="r" b="b"/>
                <a:pathLst>
                  <a:path w="12705" h="44754">
                    <a:moveTo>
                      <a:pt x="229" y="45060"/>
                    </a:moveTo>
                    <a:lnTo>
                      <a:pt x="229" y="305"/>
                    </a:lnTo>
                  </a:path>
                </a:pathLst>
              </a:custGeom>
              <a:ln w="9810" cap="flat">
                <a:solidFill>
                  <a:srgbClr val="EFC000"/>
                </a:solidFill>
                <a:prstDash val="solid"/>
                <a:round/>
              </a:ln>
            </p:spPr>
            <p:txBody>
              <a:bodyPr/>
              <a:lstStyle/>
              <a:p>
                <a:endParaRPr lang="zh-CN" altLang="en-US" sz="2190"/>
              </a:p>
            </p:txBody>
          </p:sp>
          <p:sp>
            <p:nvSpPr>
              <p:cNvPr id="7978" name="任意多边形: 形状 7977"/>
              <p:cNvSpPr/>
              <p:nvPr/>
            </p:nvSpPr>
            <p:spPr>
              <a:xfrm>
                <a:off x="7069943" y="4435692"/>
                <a:ext cx="12705" cy="119956"/>
              </a:xfrm>
              <a:custGeom>
                <a:avLst/>
                <a:gdLst>
                  <a:gd name="csX0" fmla="*/ 229 w 12705"/>
                  <a:gd name="csY0" fmla="*/ 300 h 119956"/>
                  <a:gd name="csX1" fmla="*/ 229 w 12705"/>
                  <a:gd name="csY1" fmla="*/ 120257 h 119956"/>
                </a:gdLst>
                <a:ahLst/>
                <a:cxnLst>
                  <a:cxn ang="0">
                    <a:pos x="csX0" y="csY0"/>
                  </a:cxn>
                  <a:cxn ang="0">
                    <a:pos x="csX1" y="csY1"/>
                  </a:cxn>
                </a:cxnLst>
                <a:rect l="l" t="t" r="r" b="b"/>
                <a:pathLst>
                  <a:path w="12705" h="119956">
                    <a:moveTo>
                      <a:pt x="229" y="300"/>
                    </a:moveTo>
                    <a:lnTo>
                      <a:pt x="229" y="120257"/>
                    </a:lnTo>
                  </a:path>
                </a:pathLst>
              </a:custGeom>
              <a:ln w="9810" cap="flat">
                <a:solidFill>
                  <a:srgbClr val="EFC000"/>
                </a:solidFill>
                <a:prstDash val="solid"/>
                <a:round/>
              </a:ln>
            </p:spPr>
            <p:txBody>
              <a:bodyPr/>
              <a:lstStyle/>
              <a:p>
                <a:endParaRPr lang="zh-CN" altLang="en-US" sz="2190"/>
              </a:p>
            </p:txBody>
          </p:sp>
          <p:sp>
            <p:nvSpPr>
              <p:cNvPr id="7979" name="任意多边形: 形状 7978"/>
              <p:cNvSpPr/>
              <p:nvPr/>
            </p:nvSpPr>
            <p:spPr>
              <a:xfrm>
                <a:off x="6968083" y="4340222"/>
                <a:ext cx="203810" cy="95470"/>
              </a:xfrm>
              <a:custGeom>
                <a:avLst/>
                <a:gdLst>
                  <a:gd name="csX0" fmla="*/ 229 w 203810"/>
                  <a:gd name="csY0" fmla="*/ 303 h 95470"/>
                  <a:gd name="csX1" fmla="*/ 229 w 203810"/>
                  <a:gd name="csY1" fmla="*/ 95774 h 95470"/>
                  <a:gd name="csX2" fmla="*/ 204040 w 203810"/>
                  <a:gd name="csY2" fmla="*/ 95774 h 95470"/>
                  <a:gd name="csX3" fmla="*/ 204040 w 203810"/>
                  <a:gd name="csY3" fmla="*/ 303 h 95470"/>
                  <a:gd name="csX4" fmla="*/ 229 w 203810"/>
                  <a:gd name="csY4" fmla="*/ 303 h 95470"/>
                </a:gdLst>
                <a:ahLst/>
                <a:cxnLst>
                  <a:cxn ang="0">
                    <a:pos x="csX0" y="csY0"/>
                  </a:cxn>
                  <a:cxn ang="0">
                    <a:pos x="csX1" y="csY1"/>
                  </a:cxn>
                  <a:cxn ang="0">
                    <a:pos x="csX2" y="csY2"/>
                  </a:cxn>
                  <a:cxn ang="0">
                    <a:pos x="csX3" y="csY3"/>
                  </a:cxn>
                  <a:cxn ang="0">
                    <a:pos x="csX4" y="csY4"/>
                  </a:cxn>
                </a:cxnLst>
                <a:rect l="l" t="t" r="r" b="b"/>
                <a:pathLst>
                  <a:path w="203810" h="95470">
                    <a:moveTo>
                      <a:pt x="229" y="303"/>
                    </a:moveTo>
                    <a:lnTo>
                      <a:pt x="229" y="95774"/>
                    </a:lnTo>
                    <a:lnTo>
                      <a:pt x="204040" y="95774"/>
                    </a:lnTo>
                    <a:lnTo>
                      <a:pt x="204040" y="303"/>
                    </a:lnTo>
                    <a:lnTo>
                      <a:pt x="229" y="303"/>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80" name="任意多边形: 形状 7979"/>
              <p:cNvSpPr/>
              <p:nvPr/>
            </p:nvSpPr>
            <p:spPr>
              <a:xfrm>
                <a:off x="6968083" y="4381308"/>
                <a:ext cx="203810" cy="12698"/>
              </a:xfrm>
              <a:custGeom>
                <a:avLst/>
                <a:gdLst>
                  <a:gd name="csX0" fmla="*/ 229 w 203810"/>
                  <a:gd name="csY0" fmla="*/ 303 h 12698"/>
                  <a:gd name="csX1" fmla="*/ 204040 w 203810"/>
                  <a:gd name="csY1" fmla="*/ 303 h 12698"/>
                </a:gdLst>
                <a:ahLst/>
                <a:cxnLst>
                  <a:cxn ang="0">
                    <a:pos x="csX0" y="csY0"/>
                  </a:cxn>
                  <a:cxn ang="0">
                    <a:pos x="csX1" y="csY1"/>
                  </a:cxn>
                </a:cxnLst>
                <a:rect l="l" t="t" r="r" b="b"/>
                <a:pathLst>
                  <a:path w="203810" h="12698">
                    <a:moveTo>
                      <a:pt x="229" y="303"/>
                    </a:moveTo>
                    <a:lnTo>
                      <a:pt x="204040" y="303"/>
                    </a:lnTo>
                  </a:path>
                </a:pathLst>
              </a:custGeom>
              <a:ln w="19529" cap="flat">
                <a:solidFill>
                  <a:srgbClr val="EFC000"/>
                </a:solidFill>
                <a:prstDash val="solid"/>
                <a:miter/>
              </a:ln>
            </p:spPr>
            <p:txBody>
              <a:bodyPr/>
              <a:lstStyle/>
              <a:p>
                <a:endParaRPr lang="zh-CN" altLang="en-US" sz="2190"/>
              </a:p>
            </p:txBody>
          </p:sp>
          <p:sp>
            <p:nvSpPr>
              <p:cNvPr id="7981" name="任意多边形: 形状 7980"/>
              <p:cNvSpPr/>
              <p:nvPr/>
            </p:nvSpPr>
            <p:spPr>
              <a:xfrm>
                <a:off x="6662229" y="4442479"/>
                <a:ext cx="407713" cy="1182878"/>
              </a:xfrm>
              <a:custGeom>
                <a:avLst/>
                <a:gdLst>
                  <a:gd name="csX0" fmla="*/ 235 w 407713"/>
                  <a:gd name="csY0" fmla="*/ 1183162 h 1182878"/>
                  <a:gd name="csX1" fmla="*/ 407949 w 407713"/>
                  <a:gd name="csY1" fmla="*/ 284 h 1182878"/>
                </a:gdLst>
                <a:ahLst/>
                <a:cxnLst>
                  <a:cxn ang="0">
                    <a:pos x="csX0" y="csY0"/>
                  </a:cxn>
                  <a:cxn ang="0">
                    <a:pos x="csX1" y="csY1"/>
                  </a:cxn>
                </a:cxnLst>
                <a:rect l="l" t="t" r="r" b="b"/>
                <a:pathLst>
                  <a:path w="407713" h="1182878">
                    <a:moveTo>
                      <a:pt x="235" y="1183162"/>
                    </a:moveTo>
                    <a:lnTo>
                      <a:pt x="407949" y="284"/>
                    </a:lnTo>
                  </a:path>
                </a:pathLst>
              </a:custGeom>
              <a:noFill/>
              <a:ln w="7793" cap="flat">
                <a:solidFill>
                  <a:srgbClr val="000000"/>
                </a:solidFill>
                <a:prstDash val="solid"/>
                <a:round/>
              </a:ln>
            </p:spPr>
            <p:txBody>
              <a:bodyPr/>
              <a:lstStyle/>
              <a:p>
                <a:endParaRPr lang="zh-CN" altLang="en-US" sz="2190"/>
              </a:p>
            </p:txBody>
          </p:sp>
          <p:sp>
            <p:nvSpPr>
              <p:cNvPr id="7982" name="任意多边形: 形状 7981"/>
              <p:cNvSpPr/>
              <p:nvPr/>
            </p:nvSpPr>
            <p:spPr>
              <a:xfrm>
                <a:off x="6662229" y="4452658"/>
                <a:ext cx="407713" cy="246150"/>
              </a:xfrm>
              <a:custGeom>
                <a:avLst/>
                <a:gdLst>
                  <a:gd name="csX0" fmla="*/ 235 w 407713"/>
                  <a:gd name="csY0" fmla="*/ 246448 h 246150"/>
                  <a:gd name="csX1" fmla="*/ 407949 w 407713"/>
                  <a:gd name="csY1" fmla="*/ 298 h 246150"/>
                </a:gdLst>
                <a:ahLst/>
                <a:cxnLst>
                  <a:cxn ang="0">
                    <a:pos x="csX0" y="csY0"/>
                  </a:cxn>
                  <a:cxn ang="0">
                    <a:pos x="csX1" y="csY1"/>
                  </a:cxn>
                </a:cxnLst>
                <a:rect l="l" t="t" r="r" b="b"/>
                <a:pathLst>
                  <a:path w="407713" h="246150">
                    <a:moveTo>
                      <a:pt x="235" y="246448"/>
                    </a:moveTo>
                    <a:lnTo>
                      <a:pt x="407949" y="298"/>
                    </a:lnTo>
                  </a:path>
                </a:pathLst>
              </a:custGeom>
              <a:noFill/>
              <a:ln w="7793" cap="flat">
                <a:solidFill>
                  <a:srgbClr val="000000"/>
                </a:solidFill>
                <a:prstDash val="solid"/>
                <a:round/>
              </a:ln>
            </p:spPr>
            <p:txBody>
              <a:bodyPr/>
              <a:lstStyle/>
              <a:p>
                <a:endParaRPr lang="zh-CN" altLang="en-US" sz="2190"/>
              </a:p>
            </p:txBody>
          </p:sp>
          <p:sp>
            <p:nvSpPr>
              <p:cNvPr id="7983" name="任意多边形: 形状 7982"/>
              <p:cNvSpPr/>
              <p:nvPr/>
            </p:nvSpPr>
            <p:spPr>
              <a:xfrm>
                <a:off x="6662229" y="4430465"/>
                <a:ext cx="407713" cy="127844"/>
              </a:xfrm>
              <a:custGeom>
                <a:avLst/>
                <a:gdLst>
                  <a:gd name="csX0" fmla="*/ 235 w 407713"/>
                  <a:gd name="csY0" fmla="*/ 128144 h 127844"/>
                  <a:gd name="csX1" fmla="*/ 407949 w 407713"/>
                  <a:gd name="csY1" fmla="*/ 300 h 127844"/>
                </a:gdLst>
                <a:ahLst/>
                <a:cxnLst>
                  <a:cxn ang="0">
                    <a:pos x="csX0" y="csY0"/>
                  </a:cxn>
                  <a:cxn ang="0">
                    <a:pos x="csX1" y="csY1"/>
                  </a:cxn>
                </a:cxnLst>
                <a:rect l="l" t="t" r="r" b="b"/>
                <a:pathLst>
                  <a:path w="407713" h="127844">
                    <a:moveTo>
                      <a:pt x="235" y="128144"/>
                    </a:moveTo>
                    <a:lnTo>
                      <a:pt x="407949" y="300"/>
                    </a:lnTo>
                  </a:path>
                </a:pathLst>
              </a:custGeom>
              <a:noFill/>
              <a:ln w="7793" cap="flat">
                <a:solidFill>
                  <a:srgbClr val="000000"/>
                </a:solidFill>
                <a:prstDash val="solid"/>
                <a:round/>
              </a:ln>
            </p:spPr>
            <p:txBody>
              <a:bodyPr/>
              <a:lstStyle/>
              <a:p>
                <a:endParaRPr lang="zh-CN" altLang="en-US" sz="2190"/>
              </a:p>
            </p:txBody>
          </p:sp>
          <p:sp>
            <p:nvSpPr>
              <p:cNvPr id="7984" name="任意多边形: 形状 7983"/>
              <p:cNvSpPr/>
              <p:nvPr/>
            </p:nvSpPr>
            <p:spPr>
              <a:xfrm>
                <a:off x="6662229" y="4435692"/>
                <a:ext cx="407713" cy="54109"/>
              </a:xfrm>
              <a:custGeom>
                <a:avLst/>
                <a:gdLst>
                  <a:gd name="csX0" fmla="*/ 235 w 407713"/>
                  <a:gd name="csY0" fmla="*/ 54410 h 54109"/>
                  <a:gd name="csX1" fmla="*/ 407949 w 407713"/>
                  <a:gd name="csY1" fmla="*/ 301 h 54109"/>
                </a:gdLst>
                <a:ahLst/>
                <a:cxnLst>
                  <a:cxn ang="0">
                    <a:pos x="csX0" y="csY0"/>
                  </a:cxn>
                  <a:cxn ang="0">
                    <a:pos x="csX1" y="csY1"/>
                  </a:cxn>
                </a:cxnLst>
                <a:rect l="l" t="t" r="r" b="b"/>
                <a:pathLst>
                  <a:path w="407713" h="54109">
                    <a:moveTo>
                      <a:pt x="235" y="54410"/>
                    </a:moveTo>
                    <a:lnTo>
                      <a:pt x="407949" y="301"/>
                    </a:lnTo>
                  </a:path>
                </a:pathLst>
              </a:custGeom>
              <a:noFill/>
              <a:ln w="7793" cap="flat">
                <a:solidFill>
                  <a:srgbClr val="000000"/>
                </a:solidFill>
                <a:prstDash val="solid"/>
                <a:round/>
              </a:ln>
            </p:spPr>
            <p:txBody>
              <a:bodyPr/>
              <a:lstStyle/>
              <a:p>
                <a:endParaRPr lang="zh-CN" altLang="en-US" sz="2190"/>
              </a:p>
            </p:txBody>
          </p:sp>
          <p:sp>
            <p:nvSpPr>
              <p:cNvPr id="7985" name="任意多边形: 形状 7984"/>
              <p:cNvSpPr/>
              <p:nvPr/>
            </p:nvSpPr>
            <p:spPr>
              <a:xfrm>
                <a:off x="6662229" y="4297668"/>
                <a:ext cx="407713" cy="433514"/>
              </a:xfrm>
              <a:custGeom>
                <a:avLst/>
                <a:gdLst>
                  <a:gd name="csX0" fmla="*/ 235 w 407713"/>
                  <a:gd name="csY0" fmla="*/ 433814 h 433514"/>
                  <a:gd name="csX1" fmla="*/ 407949 w 407713"/>
                  <a:gd name="csY1" fmla="*/ 299 h 433514"/>
                </a:gdLst>
                <a:ahLst/>
                <a:cxnLst>
                  <a:cxn ang="0">
                    <a:pos x="csX0" y="csY0"/>
                  </a:cxn>
                  <a:cxn ang="0">
                    <a:pos x="csX1" y="csY1"/>
                  </a:cxn>
                </a:cxnLst>
                <a:rect l="l" t="t" r="r" b="b"/>
                <a:pathLst>
                  <a:path w="407713" h="433514">
                    <a:moveTo>
                      <a:pt x="235" y="433814"/>
                    </a:moveTo>
                    <a:lnTo>
                      <a:pt x="407949" y="299"/>
                    </a:lnTo>
                  </a:path>
                </a:pathLst>
              </a:custGeom>
              <a:noFill/>
              <a:ln w="7793" cap="flat">
                <a:solidFill>
                  <a:srgbClr val="000000"/>
                </a:solidFill>
                <a:prstDash val="solid"/>
                <a:round/>
              </a:ln>
            </p:spPr>
            <p:txBody>
              <a:bodyPr/>
              <a:lstStyle/>
              <a:p>
                <a:endParaRPr lang="zh-CN" altLang="en-US" sz="2190"/>
              </a:p>
            </p:txBody>
          </p:sp>
          <p:sp>
            <p:nvSpPr>
              <p:cNvPr id="7986" name="任意多边形: 形状 7985"/>
              <p:cNvSpPr/>
              <p:nvPr/>
            </p:nvSpPr>
            <p:spPr>
              <a:xfrm>
                <a:off x="6662229" y="4381308"/>
                <a:ext cx="407713" cy="135639"/>
              </a:xfrm>
              <a:custGeom>
                <a:avLst/>
                <a:gdLst>
                  <a:gd name="csX0" fmla="*/ 235 w 407713"/>
                  <a:gd name="csY0" fmla="*/ 135941 h 135639"/>
                  <a:gd name="csX1" fmla="*/ 407949 w 407713"/>
                  <a:gd name="csY1" fmla="*/ 301 h 135639"/>
                </a:gdLst>
                <a:ahLst/>
                <a:cxnLst>
                  <a:cxn ang="0">
                    <a:pos x="csX0" y="csY0"/>
                  </a:cxn>
                  <a:cxn ang="0">
                    <a:pos x="csX1" y="csY1"/>
                  </a:cxn>
                </a:cxnLst>
                <a:rect l="l" t="t" r="r" b="b"/>
                <a:pathLst>
                  <a:path w="407713" h="135639">
                    <a:moveTo>
                      <a:pt x="235" y="135941"/>
                    </a:moveTo>
                    <a:lnTo>
                      <a:pt x="407949" y="301"/>
                    </a:lnTo>
                  </a:path>
                </a:pathLst>
              </a:custGeom>
              <a:noFill/>
              <a:ln w="7793" cap="flat">
                <a:solidFill>
                  <a:srgbClr val="000000"/>
                </a:solidFill>
                <a:prstDash val="solid"/>
                <a:round/>
              </a:ln>
            </p:spPr>
            <p:txBody>
              <a:bodyPr/>
              <a:lstStyle/>
              <a:p>
                <a:endParaRPr lang="zh-CN" altLang="en-US" sz="2190"/>
              </a:p>
            </p:txBody>
          </p:sp>
          <p:sp>
            <p:nvSpPr>
              <p:cNvPr id="7987" name="任意多边形: 形状 7986"/>
              <p:cNvSpPr/>
              <p:nvPr/>
            </p:nvSpPr>
            <p:spPr>
              <a:xfrm>
                <a:off x="6647271" y="5610408"/>
                <a:ext cx="29915" cy="29897"/>
              </a:xfrm>
              <a:custGeom>
                <a:avLst/>
                <a:gdLst>
                  <a:gd name="csX0" fmla="*/ 30157 w 29915"/>
                  <a:gd name="csY0" fmla="*/ 15214 h 29897"/>
                  <a:gd name="csX1" fmla="*/ 15199 w 29915"/>
                  <a:gd name="csY1" fmla="*/ 30163 h 29897"/>
                  <a:gd name="csX2" fmla="*/ 241 w 29915"/>
                  <a:gd name="csY2" fmla="*/ 15214 h 29897"/>
                  <a:gd name="csX3" fmla="*/ 15199 w 29915"/>
                  <a:gd name="csY3" fmla="*/ 266 h 29897"/>
                  <a:gd name="csX4" fmla="*/ 30157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57" y="15214"/>
                    </a:moveTo>
                    <a:cubicBezTo>
                      <a:pt x="30157" y="23470"/>
                      <a:pt x="23460" y="30163"/>
                      <a:pt x="15199" y="30163"/>
                    </a:cubicBezTo>
                    <a:cubicBezTo>
                      <a:pt x="6938" y="30163"/>
                      <a:pt x="241" y="23470"/>
                      <a:pt x="241" y="15214"/>
                    </a:cubicBezTo>
                    <a:cubicBezTo>
                      <a:pt x="241" y="6959"/>
                      <a:pt x="6938" y="266"/>
                      <a:pt x="15199" y="266"/>
                    </a:cubicBezTo>
                    <a:cubicBezTo>
                      <a:pt x="23460" y="266"/>
                      <a:pt x="30157" y="6959"/>
                      <a:pt x="30157"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88" name="任意多边形: 形状 7987"/>
              <p:cNvSpPr/>
              <p:nvPr/>
            </p:nvSpPr>
            <p:spPr>
              <a:xfrm>
                <a:off x="7054985" y="4427530"/>
                <a:ext cx="29915" cy="29897"/>
              </a:xfrm>
              <a:custGeom>
                <a:avLst/>
                <a:gdLst>
                  <a:gd name="csX0" fmla="*/ 30144 w 29915"/>
                  <a:gd name="csY0" fmla="*/ 15250 h 29897"/>
                  <a:gd name="csX1" fmla="*/ 15187 w 29915"/>
                  <a:gd name="csY1" fmla="*/ 30199 h 29897"/>
                  <a:gd name="csX2" fmla="*/ 229 w 29915"/>
                  <a:gd name="csY2" fmla="*/ 15250 h 29897"/>
                  <a:gd name="csX3" fmla="*/ 15187 w 29915"/>
                  <a:gd name="csY3" fmla="*/ 302 h 29897"/>
                  <a:gd name="csX4" fmla="*/ 30144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144" y="15250"/>
                    </a:moveTo>
                    <a:cubicBezTo>
                      <a:pt x="30144" y="23506"/>
                      <a:pt x="23448" y="30199"/>
                      <a:pt x="15187" y="30199"/>
                    </a:cubicBezTo>
                    <a:cubicBezTo>
                      <a:pt x="6926" y="30199"/>
                      <a:pt x="229" y="23506"/>
                      <a:pt x="229" y="15250"/>
                    </a:cubicBezTo>
                    <a:cubicBezTo>
                      <a:pt x="229" y="6994"/>
                      <a:pt x="6926" y="302"/>
                      <a:pt x="15187" y="302"/>
                    </a:cubicBezTo>
                    <a:cubicBezTo>
                      <a:pt x="23448" y="302"/>
                      <a:pt x="30144" y="6994"/>
                      <a:pt x="30144"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89" name="任意多边形: 形状 7988"/>
              <p:cNvSpPr/>
              <p:nvPr/>
            </p:nvSpPr>
            <p:spPr>
              <a:xfrm>
                <a:off x="7054985" y="4289506"/>
                <a:ext cx="29915" cy="29897"/>
              </a:xfrm>
              <a:custGeom>
                <a:avLst/>
                <a:gdLst>
                  <a:gd name="csX0" fmla="*/ 30144 w 29915"/>
                  <a:gd name="csY0" fmla="*/ 15255 h 29897"/>
                  <a:gd name="csX1" fmla="*/ 15187 w 29915"/>
                  <a:gd name="csY1" fmla="*/ 30203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3"/>
                      <a:pt x="15187" y="30203"/>
                    </a:cubicBezTo>
                    <a:cubicBezTo>
                      <a:pt x="6926" y="30203"/>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0" name="任意多边形: 形状 7989"/>
              <p:cNvSpPr/>
              <p:nvPr/>
            </p:nvSpPr>
            <p:spPr>
              <a:xfrm>
                <a:off x="7054985" y="4325273"/>
                <a:ext cx="29915" cy="29897"/>
              </a:xfrm>
              <a:custGeom>
                <a:avLst/>
                <a:gdLst>
                  <a:gd name="csX0" fmla="*/ 30144 w 29915"/>
                  <a:gd name="csY0" fmla="*/ 15253 h 29897"/>
                  <a:gd name="csX1" fmla="*/ 15187 w 29915"/>
                  <a:gd name="csY1" fmla="*/ 30202 h 29897"/>
                  <a:gd name="csX2" fmla="*/ 229 w 29915"/>
                  <a:gd name="csY2" fmla="*/ 15253 h 29897"/>
                  <a:gd name="csX3" fmla="*/ 15187 w 29915"/>
                  <a:gd name="csY3" fmla="*/ 305 h 29897"/>
                  <a:gd name="csX4" fmla="*/ 30144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144" y="15253"/>
                    </a:moveTo>
                    <a:cubicBezTo>
                      <a:pt x="30144" y="23509"/>
                      <a:pt x="23448" y="30202"/>
                      <a:pt x="15187" y="30202"/>
                    </a:cubicBezTo>
                    <a:cubicBezTo>
                      <a:pt x="6926" y="30202"/>
                      <a:pt x="229" y="23509"/>
                      <a:pt x="229" y="15253"/>
                    </a:cubicBezTo>
                    <a:cubicBezTo>
                      <a:pt x="229" y="6997"/>
                      <a:pt x="6926" y="305"/>
                      <a:pt x="15187" y="305"/>
                    </a:cubicBezTo>
                    <a:cubicBezTo>
                      <a:pt x="23448" y="305"/>
                      <a:pt x="30144" y="6997"/>
                      <a:pt x="30144"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1" name="任意多边形: 形状 7990"/>
              <p:cNvSpPr/>
              <p:nvPr/>
            </p:nvSpPr>
            <p:spPr>
              <a:xfrm>
                <a:off x="6647271" y="4683860"/>
                <a:ext cx="29915" cy="29897"/>
              </a:xfrm>
              <a:custGeom>
                <a:avLst/>
                <a:gdLst>
                  <a:gd name="csX0" fmla="*/ 30157 w 29915"/>
                  <a:gd name="csY0" fmla="*/ 15243 h 29897"/>
                  <a:gd name="csX1" fmla="*/ 15199 w 29915"/>
                  <a:gd name="csY1" fmla="*/ 30191 h 29897"/>
                  <a:gd name="csX2" fmla="*/ 241 w 29915"/>
                  <a:gd name="csY2" fmla="*/ 15243 h 29897"/>
                  <a:gd name="csX3" fmla="*/ 15199 w 29915"/>
                  <a:gd name="csY3" fmla="*/ 294 h 29897"/>
                  <a:gd name="csX4" fmla="*/ 30157 w 29915"/>
                  <a:gd name="csY4" fmla="*/ 15243 h 29897"/>
                </a:gdLst>
                <a:ahLst/>
                <a:cxnLst>
                  <a:cxn ang="0">
                    <a:pos x="csX0" y="csY0"/>
                  </a:cxn>
                  <a:cxn ang="0">
                    <a:pos x="csX1" y="csY1"/>
                  </a:cxn>
                  <a:cxn ang="0">
                    <a:pos x="csX2" y="csY2"/>
                  </a:cxn>
                  <a:cxn ang="0">
                    <a:pos x="csX3" y="csY3"/>
                  </a:cxn>
                  <a:cxn ang="0">
                    <a:pos x="csX4" y="csY4"/>
                  </a:cxn>
                </a:cxnLst>
                <a:rect l="l" t="t" r="r" b="b"/>
                <a:pathLst>
                  <a:path w="29915" h="29897">
                    <a:moveTo>
                      <a:pt x="30157" y="15243"/>
                    </a:moveTo>
                    <a:cubicBezTo>
                      <a:pt x="30157" y="23499"/>
                      <a:pt x="23460" y="30191"/>
                      <a:pt x="15199" y="30191"/>
                    </a:cubicBezTo>
                    <a:cubicBezTo>
                      <a:pt x="6938" y="30191"/>
                      <a:pt x="241" y="23499"/>
                      <a:pt x="241" y="15243"/>
                    </a:cubicBezTo>
                    <a:cubicBezTo>
                      <a:pt x="241" y="6987"/>
                      <a:pt x="6938" y="294"/>
                      <a:pt x="15199" y="294"/>
                    </a:cubicBezTo>
                    <a:cubicBezTo>
                      <a:pt x="23460" y="294"/>
                      <a:pt x="30157" y="6987"/>
                      <a:pt x="30157" y="152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2" name="任意多边形: 形状 7991"/>
              <p:cNvSpPr/>
              <p:nvPr/>
            </p:nvSpPr>
            <p:spPr>
              <a:xfrm>
                <a:off x="7054985" y="4437710"/>
                <a:ext cx="29915" cy="29897"/>
              </a:xfrm>
              <a:custGeom>
                <a:avLst/>
                <a:gdLst>
                  <a:gd name="csX0" fmla="*/ 30144 w 29915"/>
                  <a:gd name="csY0" fmla="*/ 15250 h 29897"/>
                  <a:gd name="csX1" fmla="*/ 15187 w 29915"/>
                  <a:gd name="csY1" fmla="*/ 30199 h 29897"/>
                  <a:gd name="csX2" fmla="*/ 229 w 29915"/>
                  <a:gd name="csY2" fmla="*/ 15250 h 29897"/>
                  <a:gd name="csX3" fmla="*/ 15187 w 29915"/>
                  <a:gd name="csY3" fmla="*/ 301 h 29897"/>
                  <a:gd name="csX4" fmla="*/ 30144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144" y="15250"/>
                    </a:moveTo>
                    <a:cubicBezTo>
                      <a:pt x="30144" y="23506"/>
                      <a:pt x="23448" y="30199"/>
                      <a:pt x="15187" y="30199"/>
                    </a:cubicBezTo>
                    <a:cubicBezTo>
                      <a:pt x="6926" y="30199"/>
                      <a:pt x="229" y="23506"/>
                      <a:pt x="229" y="15250"/>
                    </a:cubicBezTo>
                    <a:cubicBezTo>
                      <a:pt x="229" y="6994"/>
                      <a:pt x="6926" y="301"/>
                      <a:pt x="15187" y="301"/>
                    </a:cubicBezTo>
                    <a:cubicBezTo>
                      <a:pt x="23448" y="301"/>
                      <a:pt x="30144" y="6994"/>
                      <a:pt x="30144"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3" name="任意多边形: 形状 7992"/>
              <p:cNvSpPr/>
              <p:nvPr/>
            </p:nvSpPr>
            <p:spPr>
              <a:xfrm>
                <a:off x="7054985" y="4362966"/>
                <a:ext cx="29915" cy="29897"/>
              </a:xfrm>
              <a:custGeom>
                <a:avLst/>
                <a:gdLst>
                  <a:gd name="csX0" fmla="*/ 30144 w 29915"/>
                  <a:gd name="csY0" fmla="*/ 15252 h 29897"/>
                  <a:gd name="csX1" fmla="*/ 15187 w 29915"/>
                  <a:gd name="csY1" fmla="*/ 30201 h 29897"/>
                  <a:gd name="csX2" fmla="*/ 229 w 29915"/>
                  <a:gd name="csY2" fmla="*/ 15252 h 29897"/>
                  <a:gd name="csX3" fmla="*/ 15187 w 29915"/>
                  <a:gd name="csY3" fmla="*/ 304 h 29897"/>
                  <a:gd name="csX4" fmla="*/ 30144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144" y="15252"/>
                    </a:moveTo>
                    <a:cubicBezTo>
                      <a:pt x="30144" y="23508"/>
                      <a:pt x="23448" y="30201"/>
                      <a:pt x="15187" y="30201"/>
                    </a:cubicBezTo>
                    <a:cubicBezTo>
                      <a:pt x="6926" y="30201"/>
                      <a:pt x="229" y="23508"/>
                      <a:pt x="229" y="15252"/>
                    </a:cubicBezTo>
                    <a:cubicBezTo>
                      <a:pt x="229" y="6996"/>
                      <a:pt x="6926" y="304"/>
                      <a:pt x="15187" y="304"/>
                    </a:cubicBezTo>
                    <a:cubicBezTo>
                      <a:pt x="23448" y="304"/>
                      <a:pt x="30144" y="6996"/>
                      <a:pt x="30144" y="152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4" name="任意多边形: 形状 7993"/>
              <p:cNvSpPr/>
              <p:nvPr/>
            </p:nvSpPr>
            <p:spPr>
              <a:xfrm>
                <a:off x="7054985" y="4280518"/>
                <a:ext cx="29915" cy="29897"/>
              </a:xfrm>
              <a:custGeom>
                <a:avLst/>
                <a:gdLst>
                  <a:gd name="csX0" fmla="*/ 30144 w 29915"/>
                  <a:gd name="csY0" fmla="*/ 15255 h 29897"/>
                  <a:gd name="csX1" fmla="*/ 15187 w 29915"/>
                  <a:gd name="csY1" fmla="*/ 30204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4"/>
                      <a:pt x="15187" y="30204"/>
                    </a:cubicBezTo>
                    <a:cubicBezTo>
                      <a:pt x="6926" y="30204"/>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5" name="任意多边形: 形状 7994"/>
              <p:cNvSpPr/>
              <p:nvPr/>
            </p:nvSpPr>
            <p:spPr>
              <a:xfrm>
                <a:off x="7054985" y="4420101"/>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6" name="任意多边形: 形状 7995"/>
              <p:cNvSpPr/>
              <p:nvPr/>
            </p:nvSpPr>
            <p:spPr>
              <a:xfrm>
                <a:off x="6647271" y="4543360"/>
                <a:ext cx="29915" cy="29897"/>
              </a:xfrm>
              <a:custGeom>
                <a:avLst/>
                <a:gdLst>
                  <a:gd name="csX0" fmla="*/ 30157 w 29915"/>
                  <a:gd name="csY0" fmla="*/ 15247 h 29897"/>
                  <a:gd name="csX1" fmla="*/ 15199 w 29915"/>
                  <a:gd name="csY1" fmla="*/ 30196 h 29897"/>
                  <a:gd name="csX2" fmla="*/ 241 w 29915"/>
                  <a:gd name="csY2" fmla="*/ 15247 h 29897"/>
                  <a:gd name="csX3" fmla="*/ 15199 w 29915"/>
                  <a:gd name="csY3" fmla="*/ 298 h 29897"/>
                  <a:gd name="csX4" fmla="*/ 30157 w 29915"/>
                  <a:gd name="csY4" fmla="*/ 15247 h 29897"/>
                </a:gdLst>
                <a:ahLst/>
                <a:cxnLst>
                  <a:cxn ang="0">
                    <a:pos x="csX0" y="csY0"/>
                  </a:cxn>
                  <a:cxn ang="0">
                    <a:pos x="csX1" y="csY1"/>
                  </a:cxn>
                  <a:cxn ang="0">
                    <a:pos x="csX2" y="csY2"/>
                  </a:cxn>
                  <a:cxn ang="0">
                    <a:pos x="csX3" y="csY3"/>
                  </a:cxn>
                  <a:cxn ang="0">
                    <a:pos x="csX4" y="csY4"/>
                  </a:cxn>
                </a:cxnLst>
                <a:rect l="l" t="t" r="r" b="b"/>
                <a:pathLst>
                  <a:path w="29915" h="29897">
                    <a:moveTo>
                      <a:pt x="30157" y="15247"/>
                    </a:moveTo>
                    <a:cubicBezTo>
                      <a:pt x="30157" y="23503"/>
                      <a:pt x="23460" y="30196"/>
                      <a:pt x="15199" y="30196"/>
                    </a:cubicBezTo>
                    <a:cubicBezTo>
                      <a:pt x="6938" y="30196"/>
                      <a:pt x="241" y="23503"/>
                      <a:pt x="241" y="15247"/>
                    </a:cubicBezTo>
                    <a:cubicBezTo>
                      <a:pt x="241" y="6991"/>
                      <a:pt x="6938" y="298"/>
                      <a:pt x="15199" y="298"/>
                    </a:cubicBezTo>
                    <a:cubicBezTo>
                      <a:pt x="23460" y="298"/>
                      <a:pt x="30157" y="6991"/>
                      <a:pt x="30157" y="15247"/>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7" name="任意多边形: 形状 7996"/>
              <p:cNvSpPr/>
              <p:nvPr/>
            </p:nvSpPr>
            <p:spPr>
              <a:xfrm>
                <a:off x="7054985" y="4415516"/>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8" name="任意多边形: 形状 7997"/>
              <p:cNvSpPr/>
              <p:nvPr/>
            </p:nvSpPr>
            <p:spPr>
              <a:xfrm>
                <a:off x="6647271" y="4716234"/>
                <a:ext cx="29915" cy="29897"/>
              </a:xfrm>
              <a:custGeom>
                <a:avLst/>
                <a:gdLst>
                  <a:gd name="csX0" fmla="*/ 30157 w 29915"/>
                  <a:gd name="csY0" fmla="*/ 15242 h 29897"/>
                  <a:gd name="csX1" fmla="*/ 15199 w 29915"/>
                  <a:gd name="csY1" fmla="*/ 30190 h 29897"/>
                  <a:gd name="csX2" fmla="*/ 241 w 29915"/>
                  <a:gd name="csY2" fmla="*/ 15242 h 29897"/>
                  <a:gd name="csX3" fmla="*/ 15199 w 29915"/>
                  <a:gd name="csY3" fmla="*/ 293 h 29897"/>
                  <a:gd name="csX4" fmla="*/ 30157 w 29915"/>
                  <a:gd name="csY4" fmla="*/ 15242 h 29897"/>
                </a:gdLst>
                <a:ahLst/>
                <a:cxnLst>
                  <a:cxn ang="0">
                    <a:pos x="csX0" y="csY0"/>
                  </a:cxn>
                  <a:cxn ang="0">
                    <a:pos x="csX1" y="csY1"/>
                  </a:cxn>
                  <a:cxn ang="0">
                    <a:pos x="csX2" y="csY2"/>
                  </a:cxn>
                  <a:cxn ang="0">
                    <a:pos x="csX3" y="csY3"/>
                  </a:cxn>
                  <a:cxn ang="0">
                    <a:pos x="csX4" y="csY4"/>
                  </a:cxn>
                </a:cxnLst>
                <a:rect l="l" t="t" r="r" b="b"/>
                <a:pathLst>
                  <a:path w="29915" h="29897">
                    <a:moveTo>
                      <a:pt x="30157" y="15242"/>
                    </a:moveTo>
                    <a:cubicBezTo>
                      <a:pt x="30157" y="23498"/>
                      <a:pt x="23460" y="30190"/>
                      <a:pt x="15199" y="30190"/>
                    </a:cubicBezTo>
                    <a:cubicBezTo>
                      <a:pt x="6938" y="30190"/>
                      <a:pt x="241" y="23498"/>
                      <a:pt x="241" y="15242"/>
                    </a:cubicBezTo>
                    <a:cubicBezTo>
                      <a:pt x="241" y="6986"/>
                      <a:pt x="6938" y="293"/>
                      <a:pt x="15199" y="293"/>
                    </a:cubicBezTo>
                    <a:cubicBezTo>
                      <a:pt x="23460" y="293"/>
                      <a:pt x="30157" y="6986"/>
                      <a:pt x="30157" y="1524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9" name="任意多边形: 形状 7998"/>
              <p:cNvSpPr/>
              <p:nvPr/>
            </p:nvSpPr>
            <p:spPr>
              <a:xfrm>
                <a:off x="7054985" y="4282719"/>
                <a:ext cx="29915" cy="29897"/>
              </a:xfrm>
              <a:custGeom>
                <a:avLst/>
                <a:gdLst>
                  <a:gd name="csX0" fmla="*/ 30144 w 29915"/>
                  <a:gd name="csY0" fmla="*/ 15255 h 29897"/>
                  <a:gd name="csX1" fmla="*/ 15187 w 29915"/>
                  <a:gd name="csY1" fmla="*/ 30204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4"/>
                      <a:pt x="15187" y="30204"/>
                    </a:cubicBezTo>
                    <a:cubicBezTo>
                      <a:pt x="6926" y="30204"/>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0" name="任意多边形: 形状 7999"/>
              <p:cNvSpPr/>
              <p:nvPr/>
            </p:nvSpPr>
            <p:spPr>
              <a:xfrm>
                <a:off x="7054985" y="4540700"/>
                <a:ext cx="29915" cy="29897"/>
              </a:xfrm>
              <a:custGeom>
                <a:avLst/>
                <a:gdLst>
                  <a:gd name="csX0" fmla="*/ 30144 w 29915"/>
                  <a:gd name="csY0" fmla="*/ 15247 h 29897"/>
                  <a:gd name="csX1" fmla="*/ 15187 w 29915"/>
                  <a:gd name="csY1" fmla="*/ 30196 h 29897"/>
                  <a:gd name="csX2" fmla="*/ 229 w 29915"/>
                  <a:gd name="csY2" fmla="*/ 15247 h 29897"/>
                  <a:gd name="csX3" fmla="*/ 15187 w 29915"/>
                  <a:gd name="csY3" fmla="*/ 298 h 29897"/>
                  <a:gd name="csX4" fmla="*/ 30144 w 29915"/>
                  <a:gd name="csY4" fmla="*/ 15247 h 29897"/>
                </a:gdLst>
                <a:ahLst/>
                <a:cxnLst>
                  <a:cxn ang="0">
                    <a:pos x="csX0" y="csY0"/>
                  </a:cxn>
                  <a:cxn ang="0">
                    <a:pos x="csX1" y="csY1"/>
                  </a:cxn>
                  <a:cxn ang="0">
                    <a:pos x="csX2" y="csY2"/>
                  </a:cxn>
                  <a:cxn ang="0">
                    <a:pos x="csX3" y="csY3"/>
                  </a:cxn>
                  <a:cxn ang="0">
                    <a:pos x="csX4" y="csY4"/>
                  </a:cxn>
                </a:cxnLst>
                <a:rect l="l" t="t" r="r" b="b"/>
                <a:pathLst>
                  <a:path w="29915" h="29897">
                    <a:moveTo>
                      <a:pt x="30144" y="15247"/>
                    </a:moveTo>
                    <a:cubicBezTo>
                      <a:pt x="30144" y="23503"/>
                      <a:pt x="23448" y="30196"/>
                      <a:pt x="15187" y="30196"/>
                    </a:cubicBezTo>
                    <a:cubicBezTo>
                      <a:pt x="6926" y="30196"/>
                      <a:pt x="229" y="23503"/>
                      <a:pt x="229" y="15247"/>
                    </a:cubicBezTo>
                    <a:cubicBezTo>
                      <a:pt x="229" y="6991"/>
                      <a:pt x="6926" y="298"/>
                      <a:pt x="15187" y="298"/>
                    </a:cubicBezTo>
                    <a:cubicBezTo>
                      <a:pt x="23448" y="298"/>
                      <a:pt x="30144" y="6991"/>
                      <a:pt x="30144" y="1524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1" name="任意多边形: 形状 8000"/>
              <p:cNvSpPr/>
              <p:nvPr/>
            </p:nvSpPr>
            <p:spPr>
              <a:xfrm>
                <a:off x="6647271" y="4474852"/>
                <a:ext cx="29915" cy="29897"/>
              </a:xfrm>
              <a:custGeom>
                <a:avLst/>
                <a:gdLst>
                  <a:gd name="csX0" fmla="*/ 30157 w 29915"/>
                  <a:gd name="csY0" fmla="*/ 15249 h 29897"/>
                  <a:gd name="csX1" fmla="*/ 15199 w 29915"/>
                  <a:gd name="csY1" fmla="*/ 30198 h 29897"/>
                  <a:gd name="csX2" fmla="*/ 241 w 29915"/>
                  <a:gd name="csY2" fmla="*/ 15249 h 29897"/>
                  <a:gd name="csX3" fmla="*/ 15199 w 29915"/>
                  <a:gd name="csY3" fmla="*/ 300 h 29897"/>
                  <a:gd name="csX4" fmla="*/ 30157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157" y="15249"/>
                    </a:moveTo>
                    <a:cubicBezTo>
                      <a:pt x="30157" y="23505"/>
                      <a:pt x="23460" y="30198"/>
                      <a:pt x="15199" y="30198"/>
                    </a:cubicBezTo>
                    <a:cubicBezTo>
                      <a:pt x="6938" y="30198"/>
                      <a:pt x="241" y="23505"/>
                      <a:pt x="241" y="15249"/>
                    </a:cubicBezTo>
                    <a:cubicBezTo>
                      <a:pt x="241" y="6993"/>
                      <a:pt x="6938" y="300"/>
                      <a:pt x="15199" y="300"/>
                    </a:cubicBezTo>
                    <a:cubicBezTo>
                      <a:pt x="23460" y="300"/>
                      <a:pt x="30157" y="6993"/>
                      <a:pt x="30157" y="152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02" name="任意多边形: 形状 8001"/>
              <p:cNvSpPr/>
              <p:nvPr/>
            </p:nvSpPr>
            <p:spPr>
              <a:xfrm>
                <a:off x="7054985" y="4420743"/>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3" name="任意多边形: 形状 8002"/>
              <p:cNvSpPr/>
              <p:nvPr/>
            </p:nvSpPr>
            <p:spPr>
              <a:xfrm>
                <a:off x="6647271" y="4501999"/>
                <a:ext cx="29915" cy="29897"/>
              </a:xfrm>
              <a:custGeom>
                <a:avLst/>
                <a:gdLst>
                  <a:gd name="csX0" fmla="*/ 30157 w 29915"/>
                  <a:gd name="csY0" fmla="*/ 15248 h 29897"/>
                  <a:gd name="csX1" fmla="*/ 15199 w 29915"/>
                  <a:gd name="csY1" fmla="*/ 30197 h 29897"/>
                  <a:gd name="csX2" fmla="*/ 241 w 29915"/>
                  <a:gd name="csY2" fmla="*/ 15248 h 29897"/>
                  <a:gd name="csX3" fmla="*/ 15199 w 29915"/>
                  <a:gd name="csY3" fmla="*/ 299 h 29897"/>
                  <a:gd name="csX4" fmla="*/ 30157 w 29915"/>
                  <a:gd name="csY4" fmla="*/ 15248 h 29897"/>
                </a:gdLst>
                <a:ahLst/>
                <a:cxnLst>
                  <a:cxn ang="0">
                    <a:pos x="csX0" y="csY0"/>
                  </a:cxn>
                  <a:cxn ang="0">
                    <a:pos x="csX1" y="csY1"/>
                  </a:cxn>
                  <a:cxn ang="0">
                    <a:pos x="csX2" y="csY2"/>
                  </a:cxn>
                  <a:cxn ang="0">
                    <a:pos x="csX3" y="csY3"/>
                  </a:cxn>
                  <a:cxn ang="0">
                    <a:pos x="csX4" y="csY4"/>
                  </a:cxn>
                </a:cxnLst>
                <a:rect l="l" t="t" r="r" b="b"/>
                <a:pathLst>
                  <a:path w="29915" h="29897">
                    <a:moveTo>
                      <a:pt x="30157" y="15248"/>
                    </a:moveTo>
                    <a:cubicBezTo>
                      <a:pt x="30157" y="23504"/>
                      <a:pt x="23460" y="30197"/>
                      <a:pt x="15199" y="30197"/>
                    </a:cubicBezTo>
                    <a:cubicBezTo>
                      <a:pt x="6938" y="30197"/>
                      <a:pt x="241" y="23504"/>
                      <a:pt x="241" y="15248"/>
                    </a:cubicBezTo>
                    <a:cubicBezTo>
                      <a:pt x="241" y="6992"/>
                      <a:pt x="6938" y="299"/>
                      <a:pt x="15199" y="299"/>
                    </a:cubicBezTo>
                    <a:cubicBezTo>
                      <a:pt x="23460" y="299"/>
                      <a:pt x="30157" y="6992"/>
                      <a:pt x="30157" y="1524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04" name="任意多边形: 形状 8003"/>
              <p:cNvSpPr/>
              <p:nvPr/>
            </p:nvSpPr>
            <p:spPr>
              <a:xfrm>
                <a:off x="7054985" y="4366359"/>
                <a:ext cx="29915" cy="29897"/>
              </a:xfrm>
              <a:custGeom>
                <a:avLst/>
                <a:gdLst>
                  <a:gd name="csX0" fmla="*/ 30144 w 29915"/>
                  <a:gd name="csY0" fmla="*/ 15252 h 29897"/>
                  <a:gd name="csX1" fmla="*/ 15187 w 29915"/>
                  <a:gd name="csY1" fmla="*/ 30201 h 29897"/>
                  <a:gd name="csX2" fmla="*/ 229 w 29915"/>
                  <a:gd name="csY2" fmla="*/ 15252 h 29897"/>
                  <a:gd name="csX3" fmla="*/ 15187 w 29915"/>
                  <a:gd name="csY3" fmla="*/ 303 h 29897"/>
                  <a:gd name="csX4" fmla="*/ 30144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144" y="15252"/>
                    </a:moveTo>
                    <a:cubicBezTo>
                      <a:pt x="30144" y="23508"/>
                      <a:pt x="23448" y="30201"/>
                      <a:pt x="15187" y="30201"/>
                    </a:cubicBezTo>
                    <a:cubicBezTo>
                      <a:pt x="6926" y="30201"/>
                      <a:pt x="229" y="23508"/>
                      <a:pt x="229" y="15252"/>
                    </a:cubicBezTo>
                    <a:cubicBezTo>
                      <a:pt x="229" y="6996"/>
                      <a:pt x="6926" y="303"/>
                      <a:pt x="15187" y="303"/>
                    </a:cubicBezTo>
                    <a:cubicBezTo>
                      <a:pt x="23448" y="303"/>
                      <a:pt x="30144" y="6996"/>
                      <a:pt x="30144" y="152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5" name="任意多边形: 形状 8004"/>
              <p:cNvSpPr/>
              <p:nvPr/>
            </p:nvSpPr>
            <p:spPr>
              <a:xfrm>
                <a:off x="7054985" y="4331784"/>
                <a:ext cx="29915" cy="29897"/>
              </a:xfrm>
              <a:custGeom>
                <a:avLst/>
                <a:gdLst>
                  <a:gd name="csX0" fmla="*/ 30144 w 29915"/>
                  <a:gd name="csY0" fmla="*/ 15253 h 29897"/>
                  <a:gd name="csX1" fmla="*/ 15187 w 29915"/>
                  <a:gd name="csY1" fmla="*/ 30202 h 29897"/>
                  <a:gd name="csX2" fmla="*/ 229 w 29915"/>
                  <a:gd name="csY2" fmla="*/ 15253 h 29897"/>
                  <a:gd name="csX3" fmla="*/ 15187 w 29915"/>
                  <a:gd name="csY3" fmla="*/ 305 h 29897"/>
                  <a:gd name="csX4" fmla="*/ 30144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144" y="15253"/>
                    </a:moveTo>
                    <a:cubicBezTo>
                      <a:pt x="30144" y="23509"/>
                      <a:pt x="23448" y="30202"/>
                      <a:pt x="15187" y="30202"/>
                    </a:cubicBezTo>
                    <a:cubicBezTo>
                      <a:pt x="6926" y="30202"/>
                      <a:pt x="229" y="23509"/>
                      <a:pt x="229" y="15253"/>
                    </a:cubicBezTo>
                    <a:cubicBezTo>
                      <a:pt x="229" y="6997"/>
                      <a:pt x="6926" y="305"/>
                      <a:pt x="15187" y="305"/>
                    </a:cubicBezTo>
                    <a:cubicBezTo>
                      <a:pt x="23448" y="305"/>
                      <a:pt x="30144" y="6997"/>
                      <a:pt x="30144"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6" name="任意多边形: 形状 8005"/>
              <p:cNvSpPr/>
              <p:nvPr/>
            </p:nvSpPr>
            <p:spPr>
              <a:xfrm>
                <a:off x="6417583" y="4224025"/>
                <a:ext cx="897006" cy="1468097"/>
              </a:xfrm>
              <a:custGeom>
                <a:avLst/>
                <a:gdLst>
                  <a:gd name="csX0" fmla="*/ 235 w 897006"/>
                  <a:gd name="csY0" fmla="*/ 286 h 1468097"/>
                  <a:gd name="csX1" fmla="*/ 897242 w 897006"/>
                  <a:gd name="csY1" fmla="*/ 286 h 1468097"/>
                  <a:gd name="csX2" fmla="*/ 897242 w 897006"/>
                  <a:gd name="csY2" fmla="*/ 1468383 h 1468097"/>
                  <a:gd name="csX3" fmla="*/ 235 w 897006"/>
                  <a:gd name="csY3" fmla="*/ 1468383 h 1468097"/>
                </a:gdLst>
                <a:ahLst/>
                <a:cxnLst>
                  <a:cxn ang="0">
                    <a:pos x="csX0" y="csY0"/>
                  </a:cxn>
                  <a:cxn ang="0">
                    <a:pos x="csX1" y="csY1"/>
                  </a:cxn>
                  <a:cxn ang="0">
                    <a:pos x="csX2" y="csY2"/>
                  </a:cxn>
                  <a:cxn ang="0">
                    <a:pos x="csX3" y="csY3"/>
                  </a:cxn>
                </a:cxnLst>
                <a:rect l="l" t="t" r="r" b="b"/>
                <a:pathLst>
                  <a:path w="897006" h="1468097">
                    <a:moveTo>
                      <a:pt x="235" y="286"/>
                    </a:moveTo>
                    <a:lnTo>
                      <a:pt x="897242" y="286"/>
                    </a:lnTo>
                    <a:lnTo>
                      <a:pt x="897242" y="1468383"/>
                    </a:lnTo>
                    <a:lnTo>
                      <a:pt x="235" y="1468383"/>
                    </a:lnTo>
                    <a:close/>
                  </a:path>
                </a:pathLst>
              </a:custGeom>
              <a:noFill/>
              <a:ln w="13661" cap="rnd">
                <a:solidFill>
                  <a:srgbClr val="000000"/>
                </a:solidFill>
                <a:prstDash val="solid"/>
                <a:round/>
              </a:ln>
            </p:spPr>
            <p:txBody>
              <a:bodyPr/>
              <a:lstStyle/>
              <a:p>
                <a:endParaRPr lang="zh-CN" altLang="en-US" sz="2190"/>
              </a:p>
            </p:txBody>
          </p:sp>
        </p:grpSp>
        <p:grpSp>
          <p:nvGrpSpPr>
            <p:cNvPr id="8007" name="图形 2"/>
            <p:cNvGrpSpPr/>
            <p:nvPr/>
          </p:nvGrpSpPr>
          <p:grpSpPr>
            <a:xfrm>
              <a:off x="6417583" y="5916170"/>
              <a:ext cx="897006" cy="1468097"/>
              <a:chOff x="6417583" y="5916170"/>
              <a:chExt cx="897006" cy="1468097"/>
            </a:xfrm>
          </p:grpSpPr>
          <p:sp>
            <p:nvSpPr>
              <p:cNvPr id="8008" name="任意多边形: 形状 8007"/>
              <p:cNvSpPr/>
              <p:nvPr/>
            </p:nvSpPr>
            <p:spPr>
              <a:xfrm>
                <a:off x="6662229" y="5982843"/>
                <a:ext cx="12705" cy="26229"/>
              </a:xfrm>
              <a:custGeom>
                <a:avLst/>
                <a:gdLst>
                  <a:gd name="csX0" fmla="*/ 241 w 12705"/>
                  <a:gd name="csY0" fmla="*/ 26484 h 26229"/>
                  <a:gd name="csX1" fmla="*/ 241 w 12705"/>
                  <a:gd name="csY1" fmla="*/ 255 h 26229"/>
                </a:gdLst>
                <a:ahLst/>
                <a:cxnLst>
                  <a:cxn ang="0">
                    <a:pos x="csX0" y="csY0"/>
                  </a:cxn>
                  <a:cxn ang="0">
                    <a:pos x="csX1" y="csY1"/>
                  </a:cxn>
                </a:cxnLst>
                <a:rect l="l" t="t" r="r" b="b"/>
                <a:pathLst>
                  <a:path w="12705" h="26229">
                    <a:moveTo>
                      <a:pt x="241" y="26484"/>
                    </a:moveTo>
                    <a:lnTo>
                      <a:pt x="241" y="255"/>
                    </a:lnTo>
                  </a:path>
                </a:pathLst>
              </a:custGeom>
              <a:ln w="9810" cap="flat">
                <a:solidFill>
                  <a:srgbClr val="0073C2"/>
                </a:solidFill>
                <a:prstDash val="solid"/>
                <a:round/>
              </a:ln>
            </p:spPr>
            <p:txBody>
              <a:bodyPr/>
              <a:lstStyle/>
              <a:p>
                <a:endParaRPr lang="zh-CN" altLang="en-US" sz="2190"/>
              </a:p>
            </p:txBody>
          </p:sp>
          <p:sp>
            <p:nvSpPr>
              <p:cNvPr id="8009" name="任意多边形: 形状 8008"/>
              <p:cNvSpPr/>
              <p:nvPr/>
            </p:nvSpPr>
            <p:spPr>
              <a:xfrm>
                <a:off x="6662229" y="6383892"/>
                <a:ext cx="12705" cy="31548"/>
              </a:xfrm>
              <a:custGeom>
                <a:avLst/>
                <a:gdLst>
                  <a:gd name="csX0" fmla="*/ 241 w 12705"/>
                  <a:gd name="csY0" fmla="*/ 242 h 31548"/>
                  <a:gd name="csX1" fmla="*/ 241 w 12705"/>
                  <a:gd name="csY1" fmla="*/ 31791 h 31548"/>
                </a:gdLst>
                <a:ahLst/>
                <a:cxnLst>
                  <a:cxn ang="0">
                    <a:pos x="csX0" y="csY0"/>
                  </a:cxn>
                  <a:cxn ang="0">
                    <a:pos x="csX1" y="csY1"/>
                  </a:cxn>
                </a:cxnLst>
                <a:rect l="l" t="t" r="r" b="b"/>
                <a:pathLst>
                  <a:path w="12705" h="31548">
                    <a:moveTo>
                      <a:pt x="241" y="242"/>
                    </a:moveTo>
                    <a:lnTo>
                      <a:pt x="241" y="31791"/>
                    </a:lnTo>
                  </a:path>
                </a:pathLst>
              </a:custGeom>
              <a:ln w="9810" cap="flat">
                <a:solidFill>
                  <a:srgbClr val="0073C2"/>
                </a:solidFill>
                <a:prstDash val="solid"/>
                <a:round/>
              </a:ln>
            </p:spPr>
            <p:txBody>
              <a:bodyPr/>
              <a:lstStyle/>
              <a:p>
                <a:endParaRPr lang="zh-CN" altLang="en-US" sz="2190"/>
              </a:p>
            </p:txBody>
          </p:sp>
          <p:sp>
            <p:nvSpPr>
              <p:cNvPr id="8010" name="任意多边形: 形状 8009"/>
              <p:cNvSpPr/>
              <p:nvPr/>
            </p:nvSpPr>
            <p:spPr>
              <a:xfrm>
                <a:off x="6560278" y="6009073"/>
                <a:ext cx="203902" cy="374819"/>
              </a:xfrm>
              <a:custGeom>
                <a:avLst/>
                <a:gdLst>
                  <a:gd name="csX0" fmla="*/ 241 w 203902"/>
                  <a:gd name="csY0" fmla="*/ 248 h 374819"/>
                  <a:gd name="csX1" fmla="*/ 241 w 203902"/>
                  <a:gd name="csY1" fmla="*/ 375068 h 374819"/>
                  <a:gd name="csX2" fmla="*/ 204144 w 203902"/>
                  <a:gd name="csY2" fmla="*/ 375068 h 374819"/>
                  <a:gd name="csX3" fmla="*/ 204144 w 203902"/>
                  <a:gd name="csY3" fmla="*/ 248 h 374819"/>
                  <a:gd name="csX4" fmla="*/ 241 w 203902"/>
                  <a:gd name="csY4" fmla="*/ 248 h 374819"/>
                </a:gdLst>
                <a:ahLst/>
                <a:cxnLst>
                  <a:cxn ang="0">
                    <a:pos x="csX0" y="csY0"/>
                  </a:cxn>
                  <a:cxn ang="0">
                    <a:pos x="csX1" y="csY1"/>
                  </a:cxn>
                  <a:cxn ang="0">
                    <a:pos x="csX2" y="csY2"/>
                  </a:cxn>
                  <a:cxn ang="0">
                    <a:pos x="csX3" y="csY3"/>
                  </a:cxn>
                  <a:cxn ang="0">
                    <a:pos x="csX4" y="csY4"/>
                  </a:cxn>
                </a:cxnLst>
                <a:rect l="l" t="t" r="r" b="b"/>
                <a:pathLst>
                  <a:path w="203902" h="374819">
                    <a:moveTo>
                      <a:pt x="241" y="248"/>
                    </a:moveTo>
                    <a:lnTo>
                      <a:pt x="241" y="375068"/>
                    </a:lnTo>
                    <a:lnTo>
                      <a:pt x="204144" y="375068"/>
                    </a:lnTo>
                    <a:lnTo>
                      <a:pt x="204144" y="248"/>
                    </a:lnTo>
                    <a:lnTo>
                      <a:pt x="241" y="248"/>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8011" name="任意多边形: 形状 8010"/>
              <p:cNvSpPr/>
              <p:nvPr/>
            </p:nvSpPr>
            <p:spPr>
              <a:xfrm>
                <a:off x="6560278" y="6197078"/>
                <a:ext cx="203902" cy="12698"/>
              </a:xfrm>
              <a:custGeom>
                <a:avLst/>
                <a:gdLst>
                  <a:gd name="csX0" fmla="*/ 241 w 203902"/>
                  <a:gd name="csY0" fmla="*/ 249 h 12698"/>
                  <a:gd name="csX1" fmla="*/ 204144 w 203902"/>
                  <a:gd name="csY1" fmla="*/ 249 h 12698"/>
                </a:gdLst>
                <a:ahLst/>
                <a:cxnLst>
                  <a:cxn ang="0">
                    <a:pos x="csX0" y="csY0"/>
                  </a:cxn>
                  <a:cxn ang="0">
                    <a:pos x="csX1" y="csY1"/>
                  </a:cxn>
                </a:cxnLst>
                <a:rect l="l" t="t" r="r" b="b"/>
                <a:pathLst>
                  <a:path w="203902" h="12698">
                    <a:moveTo>
                      <a:pt x="241" y="249"/>
                    </a:moveTo>
                    <a:lnTo>
                      <a:pt x="204144" y="249"/>
                    </a:lnTo>
                  </a:path>
                </a:pathLst>
              </a:custGeom>
              <a:ln w="19529" cap="flat">
                <a:solidFill>
                  <a:srgbClr val="0073C2"/>
                </a:solidFill>
                <a:prstDash val="solid"/>
                <a:miter/>
              </a:ln>
            </p:spPr>
            <p:txBody>
              <a:bodyPr/>
              <a:lstStyle/>
              <a:p>
                <a:endParaRPr lang="zh-CN" altLang="en-US" sz="2190"/>
              </a:p>
            </p:txBody>
          </p:sp>
          <p:sp>
            <p:nvSpPr>
              <p:cNvPr id="8012" name="任意多边形: 形状 8011"/>
              <p:cNvSpPr/>
              <p:nvPr/>
            </p:nvSpPr>
            <p:spPr>
              <a:xfrm>
                <a:off x="7052048" y="6204048"/>
                <a:ext cx="35788" cy="35766"/>
              </a:xfrm>
              <a:custGeom>
                <a:avLst/>
                <a:gdLst>
                  <a:gd name="csX0" fmla="*/ 36018 w 35788"/>
                  <a:gd name="csY0" fmla="*/ 18131 h 35766"/>
                  <a:gd name="csX1" fmla="*/ 18123 w 35788"/>
                  <a:gd name="csY1" fmla="*/ 36015 h 35766"/>
                  <a:gd name="csX2" fmla="*/ 229 w 35788"/>
                  <a:gd name="csY2" fmla="*/ 18131 h 35766"/>
                  <a:gd name="csX3" fmla="*/ 18123 w 35788"/>
                  <a:gd name="csY3" fmla="*/ 248 h 35766"/>
                  <a:gd name="csX4" fmla="*/ 36018 w 35788"/>
                  <a:gd name="csY4" fmla="*/ 18131 h 35766"/>
                </a:gdLst>
                <a:ahLst/>
                <a:cxnLst>
                  <a:cxn ang="0">
                    <a:pos x="csX0" y="csY0"/>
                  </a:cxn>
                  <a:cxn ang="0">
                    <a:pos x="csX1" y="csY1"/>
                  </a:cxn>
                  <a:cxn ang="0">
                    <a:pos x="csX2" y="csY2"/>
                  </a:cxn>
                  <a:cxn ang="0">
                    <a:pos x="csX3" y="csY3"/>
                  </a:cxn>
                  <a:cxn ang="0">
                    <a:pos x="csX4" y="csY4"/>
                  </a:cxn>
                </a:cxnLst>
                <a:rect l="l" t="t" r="r" b="b"/>
                <a:pathLst>
                  <a:path w="35788" h="35766">
                    <a:moveTo>
                      <a:pt x="36018" y="18131"/>
                    </a:moveTo>
                    <a:cubicBezTo>
                      <a:pt x="36018" y="28008"/>
                      <a:pt x="28006" y="36015"/>
                      <a:pt x="18123" y="36015"/>
                    </a:cubicBezTo>
                    <a:cubicBezTo>
                      <a:pt x="8240" y="36015"/>
                      <a:pt x="229" y="28008"/>
                      <a:pt x="229" y="18131"/>
                    </a:cubicBezTo>
                    <a:cubicBezTo>
                      <a:pt x="229" y="8254"/>
                      <a:pt x="8240" y="248"/>
                      <a:pt x="18123" y="248"/>
                    </a:cubicBezTo>
                    <a:cubicBezTo>
                      <a:pt x="28006" y="248"/>
                      <a:pt x="36018" y="8254"/>
                      <a:pt x="36018" y="1813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13" name="任意多边形: 形状 8012"/>
              <p:cNvSpPr/>
              <p:nvPr/>
            </p:nvSpPr>
            <p:spPr>
              <a:xfrm>
                <a:off x="7069943" y="6375546"/>
                <a:ext cx="12705" cy="74285"/>
              </a:xfrm>
              <a:custGeom>
                <a:avLst/>
                <a:gdLst>
                  <a:gd name="csX0" fmla="*/ 229 w 12705"/>
                  <a:gd name="csY0" fmla="*/ 74527 h 74285"/>
                  <a:gd name="csX1" fmla="*/ 229 w 12705"/>
                  <a:gd name="csY1" fmla="*/ 242 h 74285"/>
                </a:gdLst>
                <a:ahLst/>
                <a:cxnLst>
                  <a:cxn ang="0">
                    <a:pos x="csX0" y="csY0"/>
                  </a:cxn>
                  <a:cxn ang="0">
                    <a:pos x="csX1" y="csY1"/>
                  </a:cxn>
                </a:cxnLst>
                <a:rect l="l" t="t" r="r" b="b"/>
                <a:pathLst>
                  <a:path w="12705" h="74285">
                    <a:moveTo>
                      <a:pt x="229" y="74527"/>
                    </a:moveTo>
                    <a:lnTo>
                      <a:pt x="229" y="242"/>
                    </a:lnTo>
                  </a:path>
                </a:pathLst>
              </a:custGeom>
              <a:ln w="9810" cap="flat">
                <a:solidFill>
                  <a:srgbClr val="EFC000"/>
                </a:solidFill>
                <a:prstDash val="solid"/>
                <a:round/>
              </a:ln>
            </p:spPr>
            <p:txBody>
              <a:bodyPr/>
              <a:lstStyle/>
              <a:p>
                <a:endParaRPr lang="zh-CN" altLang="en-US" sz="2190"/>
              </a:p>
            </p:txBody>
          </p:sp>
          <p:sp>
            <p:nvSpPr>
              <p:cNvPr id="8014" name="任意多边形: 形状 8013"/>
              <p:cNvSpPr/>
              <p:nvPr/>
            </p:nvSpPr>
            <p:spPr>
              <a:xfrm>
                <a:off x="7069943" y="6572907"/>
                <a:ext cx="12705" cy="107117"/>
              </a:xfrm>
              <a:custGeom>
                <a:avLst/>
                <a:gdLst>
                  <a:gd name="csX0" fmla="*/ 229 w 12705"/>
                  <a:gd name="csY0" fmla="*/ 235 h 107117"/>
                  <a:gd name="csX1" fmla="*/ 229 w 12705"/>
                  <a:gd name="csY1" fmla="*/ 107353 h 107117"/>
                </a:gdLst>
                <a:ahLst/>
                <a:cxnLst>
                  <a:cxn ang="0">
                    <a:pos x="csX0" y="csY0"/>
                  </a:cxn>
                  <a:cxn ang="0">
                    <a:pos x="csX1" y="csY1"/>
                  </a:cxn>
                </a:cxnLst>
                <a:rect l="l" t="t" r="r" b="b"/>
                <a:pathLst>
                  <a:path w="12705" h="107117">
                    <a:moveTo>
                      <a:pt x="229" y="235"/>
                    </a:moveTo>
                    <a:lnTo>
                      <a:pt x="229" y="107353"/>
                    </a:lnTo>
                  </a:path>
                </a:pathLst>
              </a:custGeom>
              <a:ln w="9810" cap="flat">
                <a:solidFill>
                  <a:srgbClr val="EFC000"/>
                </a:solidFill>
                <a:prstDash val="solid"/>
                <a:round/>
              </a:ln>
            </p:spPr>
            <p:txBody>
              <a:bodyPr/>
              <a:lstStyle/>
              <a:p>
                <a:endParaRPr lang="zh-CN" altLang="en-US" sz="2190"/>
              </a:p>
            </p:txBody>
          </p:sp>
          <p:sp>
            <p:nvSpPr>
              <p:cNvPr id="8015" name="任意多边形: 形状 8014"/>
              <p:cNvSpPr/>
              <p:nvPr/>
            </p:nvSpPr>
            <p:spPr>
              <a:xfrm>
                <a:off x="6968083" y="6449832"/>
                <a:ext cx="203810" cy="123074"/>
              </a:xfrm>
              <a:custGeom>
                <a:avLst/>
                <a:gdLst>
                  <a:gd name="csX0" fmla="*/ 229 w 203810"/>
                  <a:gd name="csY0" fmla="*/ 239 h 123074"/>
                  <a:gd name="csX1" fmla="*/ 229 w 203810"/>
                  <a:gd name="csY1" fmla="*/ 123314 h 123074"/>
                  <a:gd name="csX2" fmla="*/ 204040 w 203810"/>
                  <a:gd name="csY2" fmla="*/ 123314 h 123074"/>
                  <a:gd name="csX3" fmla="*/ 204040 w 203810"/>
                  <a:gd name="csY3" fmla="*/ 239 h 123074"/>
                  <a:gd name="csX4" fmla="*/ 229 w 203810"/>
                  <a:gd name="csY4" fmla="*/ 239 h 123074"/>
                </a:gdLst>
                <a:ahLst/>
                <a:cxnLst>
                  <a:cxn ang="0">
                    <a:pos x="csX0" y="csY0"/>
                  </a:cxn>
                  <a:cxn ang="0">
                    <a:pos x="csX1" y="csY1"/>
                  </a:cxn>
                  <a:cxn ang="0">
                    <a:pos x="csX2" y="csY2"/>
                  </a:cxn>
                  <a:cxn ang="0">
                    <a:pos x="csX3" y="csY3"/>
                  </a:cxn>
                  <a:cxn ang="0">
                    <a:pos x="csX4" y="csY4"/>
                  </a:cxn>
                </a:cxnLst>
                <a:rect l="l" t="t" r="r" b="b"/>
                <a:pathLst>
                  <a:path w="203810" h="123074">
                    <a:moveTo>
                      <a:pt x="229" y="239"/>
                    </a:moveTo>
                    <a:lnTo>
                      <a:pt x="229" y="123314"/>
                    </a:lnTo>
                    <a:lnTo>
                      <a:pt x="204040" y="123314"/>
                    </a:lnTo>
                    <a:lnTo>
                      <a:pt x="204040" y="239"/>
                    </a:lnTo>
                    <a:lnTo>
                      <a:pt x="229" y="23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8016" name="任意多边形: 形状 8015"/>
              <p:cNvSpPr/>
              <p:nvPr/>
            </p:nvSpPr>
            <p:spPr>
              <a:xfrm>
                <a:off x="6968083" y="6526043"/>
                <a:ext cx="203810" cy="12698"/>
              </a:xfrm>
              <a:custGeom>
                <a:avLst/>
                <a:gdLst>
                  <a:gd name="csX0" fmla="*/ 229 w 203810"/>
                  <a:gd name="csY0" fmla="*/ 239 h 12698"/>
                  <a:gd name="csX1" fmla="*/ 204040 w 203810"/>
                  <a:gd name="csY1" fmla="*/ 239 h 12698"/>
                </a:gdLst>
                <a:ahLst/>
                <a:cxnLst>
                  <a:cxn ang="0">
                    <a:pos x="csX0" y="csY0"/>
                  </a:cxn>
                  <a:cxn ang="0">
                    <a:pos x="csX1" y="csY1"/>
                  </a:cxn>
                </a:cxnLst>
                <a:rect l="l" t="t" r="r" b="b"/>
                <a:pathLst>
                  <a:path w="203810" h="12698">
                    <a:moveTo>
                      <a:pt x="229" y="239"/>
                    </a:moveTo>
                    <a:lnTo>
                      <a:pt x="204040" y="239"/>
                    </a:lnTo>
                  </a:path>
                </a:pathLst>
              </a:custGeom>
              <a:ln w="19529" cap="flat">
                <a:solidFill>
                  <a:srgbClr val="EFC000"/>
                </a:solidFill>
                <a:prstDash val="solid"/>
                <a:miter/>
              </a:ln>
            </p:spPr>
            <p:txBody>
              <a:bodyPr/>
              <a:lstStyle/>
              <a:p>
                <a:endParaRPr lang="zh-CN" altLang="en-US" sz="2190"/>
              </a:p>
            </p:txBody>
          </p:sp>
          <p:sp>
            <p:nvSpPr>
              <p:cNvPr id="8017" name="任意多边形: 形状 8016"/>
              <p:cNvSpPr/>
              <p:nvPr/>
            </p:nvSpPr>
            <p:spPr>
              <a:xfrm>
                <a:off x="6662229" y="6409663"/>
                <a:ext cx="407713" cy="270361"/>
              </a:xfrm>
              <a:custGeom>
                <a:avLst/>
                <a:gdLst>
                  <a:gd name="csX0" fmla="*/ 235 w 407713"/>
                  <a:gd name="csY0" fmla="*/ 238 h 270361"/>
                  <a:gd name="csX1" fmla="*/ 407949 w 407713"/>
                  <a:gd name="csY1" fmla="*/ 270600 h 270361"/>
                </a:gdLst>
                <a:ahLst/>
                <a:cxnLst>
                  <a:cxn ang="0">
                    <a:pos x="csX0" y="csY0"/>
                  </a:cxn>
                  <a:cxn ang="0">
                    <a:pos x="csX1" y="csY1"/>
                  </a:cxn>
                </a:cxnLst>
                <a:rect l="l" t="t" r="r" b="b"/>
                <a:pathLst>
                  <a:path w="407713" h="270361">
                    <a:moveTo>
                      <a:pt x="235" y="238"/>
                    </a:moveTo>
                    <a:lnTo>
                      <a:pt x="407949" y="270600"/>
                    </a:lnTo>
                  </a:path>
                </a:pathLst>
              </a:custGeom>
              <a:noFill/>
              <a:ln w="7793" cap="flat">
                <a:solidFill>
                  <a:srgbClr val="000000"/>
                </a:solidFill>
                <a:prstDash val="solid"/>
                <a:round/>
              </a:ln>
            </p:spPr>
            <p:txBody>
              <a:bodyPr/>
              <a:lstStyle/>
              <a:p>
                <a:endParaRPr lang="zh-CN" altLang="en-US" sz="2190"/>
              </a:p>
            </p:txBody>
          </p:sp>
          <p:sp>
            <p:nvSpPr>
              <p:cNvPr id="8018" name="任意多边形: 形状 8017"/>
              <p:cNvSpPr/>
              <p:nvPr/>
            </p:nvSpPr>
            <p:spPr>
              <a:xfrm>
                <a:off x="6662229" y="6087760"/>
                <a:ext cx="407713" cy="410403"/>
              </a:xfrm>
              <a:custGeom>
                <a:avLst/>
                <a:gdLst>
                  <a:gd name="csX0" fmla="*/ 235 w 407713"/>
                  <a:gd name="csY0" fmla="*/ 246 h 410403"/>
                  <a:gd name="csX1" fmla="*/ 407949 w 407713"/>
                  <a:gd name="csY1" fmla="*/ 410649 h 410403"/>
                </a:gdLst>
                <a:ahLst/>
                <a:cxnLst>
                  <a:cxn ang="0">
                    <a:pos x="csX0" y="csY0"/>
                  </a:cxn>
                  <a:cxn ang="0">
                    <a:pos x="csX1" y="csY1"/>
                  </a:cxn>
                </a:cxnLst>
                <a:rect l="l" t="t" r="r" b="b"/>
                <a:pathLst>
                  <a:path w="407713" h="410403">
                    <a:moveTo>
                      <a:pt x="235" y="246"/>
                    </a:moveTo>
                    <a:lnTo>
                      <a:pt x="407949" y="410649"/>
                    </a:lnTo>
                  </a:path>
                </a:pathLst>
              </a:custGeom>
              <a:noFill/>
              <a:ln w="7793" cap="flat">
                <a:solidFill>
                  <a:srgbClr val="000000"/>
                </a:solidFill>
                <a:prstDash val="solid"/>
                <a:round/>
              </a:ln>
            </p:spPr>
            <p:txBody>
              <a:bodyPr/>
              <a:lstStyle/>
              <a:p>
                <a:endParaRPr lang="zh-CN" altLang="en-US" sz="2190"/>
              </a:p>
            </p:txBody>
          </p:sp>
          <p:sp>
            <p:nvSpPr>
              <p:cNvPr id="8019" name="任意多边形: 形状 8018"/>
              <p:cNvSpPr/>
              <p:nvPr/>
            </p:nvSpPr>
            <p:spPr>
              <a:xfrm>
                <a:off x="6662229" y="6415440"/>
                <a:ext cx="407713" cy="110602"/>
              </a:xfrm>
              <a:custGeom>
                <a:avLst/>
                <a:gdLst>
                  <a:gd name="csX0" fmla="*/ 235 w 407713"/>
                  <a:gd name="csY0" fmla="*/ 240 h 110602"/>
                  <a:gd name="csX1" fmla="*/ 407949 w 407713"/>
                  <a:gd name="csY1" fmla="*/ 110843 h 110602"/>
                </a:gdLst>
                <a:ahLst/>
                <a:cxnLst>
                  <a:cxn ang="0">
                    <a:pos x="csX0" y="csY0"/>
                  </a:cxn>
                  <a:cxn ang="0">
                    <a:pos x="csX1" y="csY1"/>
                  </a:cxn>
                </a:cxnLst>
                <a:rect l="l" t="t" r="r" b="b"/>
                <a:pathLst>
                  <a:path w="407713" h="110602">
                    <a:moveTo>
                      <a:pt x="235" y="240"/>
                    </a:moveTo>
                    <a:lnTo>
                      <a:pt x="407949" y="110843"/>
                    </a:lnTo>
                  </a:path>
                </a:pathLst>
              </a:custGeom>
              <a:noFill/>
              <a:ln w="7793" cap="flat">
                <a:solidFill>
                  <a:srgbClr val="000000"/>
                </a:solidFill>
                <a:prstDash val="solid"/>
                <a:round/>
              </a:ln>
            </p:spPr>
            <p:txBody>
              <a:bodyPr/>
              <a:lstStyle/>
              <a:p>
                <a:endParaRPr lang="zh-CN" altLang="en-US" sz="2190"/>
              </a:p>
            </p:txBody>
          </p:sp>
          <p:sp>
            <p:nvSpPr>
              <p:cNvPr id="8020" name="任意多边形: 形状 8019"/>
              <p:cNvSpPr/>
              <p:nvPr/>
            </p:nvSpPr>
            <p:spPr>
              <a:xfrm>
                <a:off x="6662229" y="5982843"/>
                <a:ext cx="407713" cy="555947"/>
              </a:xfrm>
              <a:custGeom>
                <a:avLst/>
                <a:gdLst>
                  <a:gd name="csX0" fmla="*/ 235 w 407713"/>
                  <a:gd name="csY0" fmla="*/ 247 h 555947"/>
                  <a:gd name="csX1" fmla="*/ 407949 w 407713"/>
                  <a:gd name="csY1" fmla="*/ 556194 h 555947"/>
                </a:gdLst>
                <a:ahLst/>
                <a:cxnLst>
                  <a:cxn ang="0">
                    <a:pos x="csX0" y="csY0"/>
                  </a:cxn>
                  <a:cxn ang="0">
                    <a:pos x="csX1" y="csY1"/>
                  </a:cxn>
                </a:cxnLst>
                <a:rect l="l" t="t" r="r" b="b"/>
                <a:pathLst>
                  <a:path w="407713" h="555947">
                    <a:moveTo>
                      <a:pt x="235" y="247"/>
                    </a:moveTo>
                    <a:lnTo>
                      <a:pt x="407949" y="556194"/>
                    </a:lnTo>
                  </a:path>
                </a:pathLst>
              </a:custGeom>
              <a:noFill/>
              <a:ln w="7793" cap="flat">
                <a:solidFill>
                  <a:srgbClr val="000000"/>
                </a:solidFill>
                <a:prstDash val="solid"/>
                <a:round/>
              </a:ln>
            </p:spPr>
            <p:txBody>
              <a:bodyPr/>
              <a:lstStyle/>
              <a:p>
                <a:endParaRPr lang="zh-CN" altLang="en-US" sz="2190"/>
              </a:p>
            </p:txBody>
          </p:sp>
          <p:sp>
            <p:nvSpPr>
              <p:cNvPr id="8021" name="任意多边形: 形状 8020"/>
              <p:cNvSpPr/>
              <p:nvPr/>
            </p:nvSpPr>
            <p:spPr>
              <a:xfrm>
                <a:off x="6662229" y="5982843"/>
                <a:ext cx="407713" cy="466988"/>
              </a:xfrm>
              <a:custGeom>
                <a:avLst/>
                <a:gdLst>
                  <a:gd name="csX0" fmla="*/ 235 w 407713"/>
                  <a:gd name="csY0" fmla="*/ 248 h 466988"/>
                  <a:gd name="csX1" fmla="*/ 407949 w 407713"/>
                  <a:gd name="csY1" fmla="*/ 467236 h 466988"/>
                </a:gdLst>
                <a:ahLst/>
                <a:cxnLst>
                  <a:cxn ang="0">
                    <a:pos x="csX0" y="csY0"/>
                  </a:cxn>
                  <a:cxn ang="0">
                    <a:pos x="csX1" y="csY1"/>
                  </a:cxn>
                </a:cxnLst>
                <a:rect l="l" t="t" r="r" b="b"/>
                <a:pathLst>
                  <a:path w="407713" h="466988">
                    <a:moveTo>
                      <a:pt x="235" y="248"/>
                    </a:moveTo>
                    <a:lnTo>
                      <a:pt x="407949" y="467236"/>
                    </a:lnTo>
                  </a:path>
                </a:pathLst>
              </a:custGeom>
              <a:noFill/>
              <a:ln w="7793" cap="flat">
                <a:solidFill>
                  <a:srgbClr val="000000"/>
                </a:solidFill>
                <a:prstDash val="solid"/>
                <a:round/>
              </a:ln>
            </p:spPr>
            <p:txBody>
              <a:bodyPr/>
              <a:lstStyle/>
              <a:p>
                <a:endParaRPr lang="zh-CN" altLang="en-US" sz="2190"/>
              </a:p>
            </p:txBody>
          </p:sp>
          <p:sp>
            <p:nvSpPr>
              <p:cNvPr id="8022" name="任意多边形: 形状 8021"/>
              <p:cNvSpPr/>
              <p:nvPr/>
            </p:nvSpPr>
            <p:spPr>
              <a:xfrm>
                <a:off x="6662229" y="6306397"/>
                <a:ext cx="407713" cy="301634"/>
              </a:xfrm>
              <a:custGeom>
                <a:avLst/>
                <a:gdLst>
                  <a:gd name="csX0" fmla="*/ 235 w 407713"/>
                  <a:gd name="csY0" fmla="*/ 241 h 301634"/>
                  <a:gd name="csX1" fmla="*/ 407949 w 407713"/>
                  <a:gd name="csY1" fmla="*/ 301875 h 301634"/>
                </a:gdLst>
                <a:ahLst/>
                <a:cxnLst>
                  <a:cxn ang="0">
                    <a:pos x="csX0" y="csY0"/>
                  </a:cxn>
                  <a:cxn ang="0">
                    <a:pos x="csX1" y="csY1"/>
                  </a:cxn>
                </a:cxnLst>
                <a:rect l="l" t="t" r="r" b="b"/>
                <a:pathLst>
                  <a:path w="407713" h="301634">
                    <a:moveTo>
                      <a:pt x="235" y="241"/>
                    </a:moveTo>
                    <a:lnTo>
                      <a:pt x="407949" y="301875"/>
                    </a:lnTo>
                  </a:path>
                </a:pathLst>
              </a:custGeom>
              <a:noFill/>
              <a:ln w="7793" cap="flat">
                <a:solidFill>
                  <a:srgbClr val="000000"/>
                </a:solidFill>
                <a:prstDash val="solid"/>
                <a:round/>
              </a:ln>
            </p:spPr>
            <p:txBody>
              <a:bodyPr/>
              <a:lstStyle/>
              <a:p>
                <a:endParaRPr lang="zh-CN" altLang="en-US" sz="2190"/>
              </a:p>
            </p:txBody>
          </p:sp>
          <p:sp>
            <p:nvSpPr>
              <p:cNvPr id="8023" name="任意多边形: 形状 8022"/>
              <p:cNvSpPr/>
              <p:nvPr/>
            </p:nvSpPr>
            <p:spPr>
              <a:xfrm>
                <a:off x="6647271" y="6394714"/>
                <a:ext cx="29915" cy="29897"/>
              </a:xfrm>
              <a:custGeom>
                <a:avLst/>
                <a:gdLst>
                  <a:gd name="csX0" fmla="*/ 30157 w 29915"/>
                  <a:gd name="csY0" fmla="*/ 15191 h 29897"/>
                  <a:gd name="csX1" fmla="*/ 15199 w 29915"/>
                  <a:gd name="csY1" fmla="*/ 30140 h 29897"/>
                  <a:gd name="csX2" fmla="*/ 241 w 29915"/>
                  <a:gd name="csY2" fmla="*/ 15191 h 29897"/>
                  <a:gd name="csX3" fmla="*/ 15199 w 29915"/>
                  <a:gd name="csY3" fmla="*/ 242 h 29897"/>
                  <a:gd name="csX4" fmla="*/ 30157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57" y="15191"/>
                    </a:moveTo>
                    <a:cubicBezTo>
                      <a:pt x="30157" y="23447"/>
                      <a:pt x="23460" y="30140"/>
                      <a:pt x="15199" y="30140"/>
                    </a:cubicBezTo>
                    <a:cubicBezTo>
                      <a:pt x="6938" y="30140"/>
                      <a:pt x="241" y="23447"/>
                      <a:pt x="241" y="15191"/>
                    </a:cubicBezTo>
                    <a:cubicBezTo>
                      <a:pt x="241" y="6935"/>
                      <a:pt x="6938" y="242"/>
                      <a:pt x="15199" y="242"/>
                    </a:cubicBezTo>
                    <a:cubicBezTo>
                      <a:pt x="23460" y="242"/>
                      <a:pt x="30157" y="6935"/>
                      <a:pt x="30157"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24" name="任意多边形: 形状 8023"/>
              <p:cNvSpPr/>
              <p:nvPr/>
            </p:nvSpPr>
            <p:spPr>
              <a:xfrm>
                <a:off x="7054985" y="6665076"/>
                <a:ext cx="29915" cy="29897"/>
              </a:xfrm>
              <a:custGeom>
                <a:avLst/>
                <a:gdLst>
                  <a:gd name="csX0" fmla="*/ 30144 w 29915"/>
                  <a:gd name="csY0" fmla="*/ 15183 h 29897"/>
                  <a:gd name="csX1" fmla="*/ 15187 w 29915"/>
                  <a:gd name="csY1" fmla="*/ 30132 h 29897"/>
                  <a:gd name="csX2" fmla="*/ 229 w 29915"/>
                  <a:gd name="csY2" fmla="*/ 15183 h 29897"/>
                  <a:gd name="csX3" fmla="*/ 15187 w 29915"/>
                  <a:gd name="csY3" fmla="*/ 234 h 29897"/>
                  <a:gd name="csX4" fmla="*/ 30144 w 29915"/>
                  <a:gd name="csY4" fmla="*/ 15183 h 29897"/>
                </a:gdLst>
                <a:ahLst/>
                <a:cxnLst>
                  <a:cxn ang="0">
                    <a:pos x="csX0" y="csY0"/>
                  </a:cxn>
                  <a:cxn ang="0">
                    <a:pos x="csX1" y="csY1"/>
                  </a:cxn>
                  <a:cxn ang="0">
                    <a:pos x="csX2" y="csY2"/>
                  </a:cxn>
                  <a:cxn ang="0">
                    <a:pos x="csX3" y="csY3"/>
                  </a:cxn>
                  <a:cxn ang="0">
                    <a:pos x="csX4" y="csY4"/>
                  </a:cxn>
                </a:cxnLst>
                <a:rect l="l" t="t" r="r" b="b"/>
                <a:pathLst>
                  <a:path w="29915" h="29897">
                    <a:moveTo>
                      <a:pt x="30144" y="15183"/>
                    </a:moveTo>
                    <a:cubicBezTo>
                      <a:pt x="30144" y="23439"/>
                      <a:pt x="23448" y="30132"/>
                      <a:pt x="15187" y="30132"/>
                    </a:cubicBezTo>
                    <a:cubicBezTo>
                      <a:pt x="6926" y="30132"/>
                      <a:pt x="229" y="23439"/>
                      <a:pt x="229" y="15183"/>
                    </a:cubicBezTo>
                    <a:cubicBezTo>
                      <a:pt x="229" y="6927"/>
                      <a:pt x="6926" y="234"/>
                      <a:pt x="15187" y="234"/>
                    </a:cubicBezTo>
                    <a:cubicBezTo>
                      <a:pt x="23448" y="234"/>
                      <a:pt x="30144" y="6927"/>
                      <a:pt x="30144" y="1518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5" name="任意多边形: 形状 8024"/>
              <p:cNvSpPr/>
              <p:nvPr/>
            </p:nvSpPr>
            <p:spPr>
              <a:xfrm>
                <a:off x="7054985" y="6517881"/>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6" name="任意多边形: 形状 8025"/>
              <p:cNvSpPr/>
              <p:nvPr/>
            </p:nvSpPr>
            <p:spPr>
              <a:xfrm>
                <a:off x="7054985" y="6557958"/>
                <a:ext cx="29915" cy="29897"/>
              </a:xfrm>
              <a:custGeom>
                <a:avLst/>
                <a:gdLst>
                  <a:gd name="csX0" fmla="*/ 30144 w 29915"/>
                  <a:gd name="csY0" fmla="*/ 15186 h 29897"/>
                  <a:gd name="csX1" fmla="*/ 15187 w 29915"/>
                  <a:gd name="csY1" fmla="*/ 30135 h 29897"/>
                  <a:gd name="csX2" fmla="*/ 229 w 29915"/>
                  <a:gd name="csY2" fmla="*/ 15186 h 29897"/>
                  <a:gd name="csX3" fmla="*/ 15187 w 29915"/>
                  <a:gd name="csY3" fmla="*/ 237 h 29897"/>
                  <a:gd name="csX4" fmla="*/ 30144 w 29915"/>
                  <a:gd name="csY4" fmla="*/ 15186 h 29897"/>
                </a:gdLst>
                <a:ahLst/>
                <a:cxnLst>
                  <a:cxn ang="0">
                    <a:pos x="csX0" y="csY0"/>
                  </a:cxn>
                  <a:cxn ang="0">
                    <a:pos x="csX1" y="csY1"/>
                  </a:cxn>
                  <a:cxn ang="0">
                    <a:pos x="csX2" y="csY2"/>
                  </a:cxn>
                  <a:cxn ang="0">
                    <a:pos x="csX3" y="csY3"/>
                  </a:cxn>
                  <a:cxn ang="0">
                    <a:pos x="csX4" y="csY4"/>
                  </a:cxn>
                </a:cxnLst>
                <a:rect l="l" t="t" r="r" b="b"/>
                <a:pathLst>
                  <a:path w="29915" h="29897">
                    <a:moveTo>
                      <a:pt x="30144" y="15186"/>
                    </a:moveTo>
                    <a:cubicBezTo>
                      <a:pt x="30144" y="23442"/>
                      <a:pt x="23448" y="30135"/>
                      <a:pt x="15187" y="30135"/>
                    </a:cubicBezTo>
                    <a:cubicBezTo>
                      <a:pt x="6926" y="30135"/>
                      <a:pt x="229" y="23442"/>
                      <a:pt x="229" y="15186"/>
                    </a:cubicBezTo>
                    <a:cubicBezTo>
                      <a:pt x="229" y="6930"/>
                      <a:pt x="6926" y="237"/>
                      <a:pt x="15187" y="237"/>
                    </a:cubicBezTo>
                    <a:cubicBezTo>
                      <a:pt x="23448" y="237"/>
                      <a:pt x="30144" y="6930"/>
                      <a:pt x="30144" y="1518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7" name="任意多边形: 形状 8026"/>
              <p:cNvSpPr/>
              <p:nvPr/>
            </p:nvSpPr>
            <p:spPr>
              <a:xfrm>
                <a:off x="6647271" y="6072811"/>
                <a:ext cx="29915" cy="29897"/>
              </a:xfrm>
              <a:custGeom>
                <a:avLst/>
                <a:gdLst>
                  <a:gd name="csX0" fmla="*/ 30157 w 29915"/>
                  <a:gd name="csY0" fmla="*/ 15200 h 29897"/>
                  <a:gd name="csX1" fmla="*/ 15199 w 29915"/>
                  <a:gd name="csY1" fmla="*/ 30149 h 29897"/>
                  <a:gd name="csX2" fmla="*/ 241 w 29915"/>
                  <a:gd name="csY2" fmla="*/ 15200 h 29897"/>
                  <a:gd name="csX3" fmla="*/ 15199 w 29915"/>
                  <a:gd name="csY3" fmla="*/ 252 h 29897"/>
                  <a:gd name="csX4" fmla="*/ 30157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57" y="15200"/>
                    </a:moveTo>
                    <a:cubicBezTo>
                      <a:pt x="30157" y="23456"/>
                      <a:pt x="23460" y="30149"/>
                      <a:pt x="15199" y="30149"/>
                    </a:cubicBezTo>
                    <a:cubicBezTo>
                      <a:pt x="6938" y="30149"/>
                      <a:pt x="241" y="23456"/>
                      <a:pt x="241" y="15200"/>
                    </a:cubicBezTo>
                    <a:cubicBezTo>
                      <a:pt x="241" y="6945"/>
                      <a:pt x="6938" y="252"/>
                      <a:pt x="15199" y="252"/>
                    </a:cubicBezTo>
                    <a:cubicBezTo>
                      <a:pt x="23460" y="252"/>
                      <a:pt x="30157" y="6945"/>
                      <a:pt x="30157" y="1520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28" name="任意多边形: 形状 8027"/>
              <p:cNvSpPr/>
              <p:nvPr/>
            </p:nvSpPr>
            <p:spPr>
              <a:xfrm>
                <a:off x="7054985" y="6483214"/>
                <a:ext cx="29915" cy="29897"/>
              </a:xfrm>
              <a:custGeom>
                <a:avLst/>
                <a:gdLst>
                  <a:gd name="csX0" fmla="*/ 30144 w 29915"/>
                  <a:gd name="csY0" fmla="*/ 15188 h 29897"/>
                  <a:gd name="csX1" fmla="*/ 15187 w 29915"/>
                  <a:gd name="csY1" fmla="*/ 30137 h 29897"/>
                  <a:gd name="csX2" fmla="*/ 229 w 29915"/>
                  <a:gd name="csY2" fmla="*/ 15188 h 29897"/>
                  <a:gd name="csX3" fmla="*/ 15187 w 29915"/>
                  <a:gd name="csY3" fmla="*/ 239 h 29897"/>
                  <a:gd name="csX4" fmla="*/ 30144 w 29915"/>
                  <a:gd name="csY4" fmla="*/ 15188 h 29897"/>
                </a:gdLst>
                <a:ahLst/>
                <a:cxnLst>
                  <a:cxn ang="0">
                    <a:pos x="csX0" y="csY0"/>
                  </a:cxn>
                  <a:cxn ang="0">
                    <a:pos x="csX1" y="csY1"/>
                  </a:cxn>
                  <a:cxn ang="0">
                    <a:pos x="csX2" y="csY2"/>
                  </a:cxn>
                  <a:cxn ang="0">
                    <a:pos x="csX3" y="csY3"/>
                  </a:cxn>
                  <a:cxn ang="0">
                    <a:pos x="csX4" y="csY4"/>
                  </a:cxn>
                </a:cxnLst>
                <a:rect l="l" t="t" r="r" b="b"/>
                <a:pathLst>
                  <a:path w="29915" h="29897">
                    <a:moveTo>
                      <a:pt x="30144" y="15188"/>
                    </a:moveTo>
                    <a:cubicBezTo>
                      <a:pt x="30144" y="23444"/>
                      <a:pt x="23448" y="30137"/>
                      <a:pt x="15187" y="30137"/>
                    </a:cubicBezTo>
                    <a:cubicBezTo>
                      <a:pt x="6926" y="30137"/>
                      <a:pt x="229" y="23444"/>
                      <a:pt x="229" y="15188"/>
                    </a:cubicBezTo>
                    <a:cubicBezTo>
                      <a:pt x="229" y="6932"/>
                      <a:pt x="6926" y="239"/>
                      <a:pt x="15187" y="239"/>
                    </a:cubicBezTo>
                    <a:cubicBezTo>
                      <a:pt x="23448" y="239"/>
                      <a:pt x="30144" y="6932"/>
                      <a:pt x="30144" y="1518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9" name="任意多边形: 形状 8028"/>
              <p:cNvSpPr/>
              <p:nvPr/>
            </p:nvSpPr>
            <p:spPr>
              <a:xfrm>
                <a:off x="7054985" y="6463221"/>
                <a:ext cx="29915" cy="29897"/>
              </a:xfrm>
              <a:custGeom>
                <a:avLst/>
                <a:gdLst>
                  <a:gd name="csX0" fmla="*/ 30144 w 29915"/>
                  <a:gd name="csY0" fmla="*/ 15189 h 29897"/>
                  <a:gd name="csX1" fmla="*/ 15187 w 29915"/>
                  <a:gd name="csY1" fmla="*/ 30138 h 29897"/>
                  <a:gd name="csX2" fmla="*/ 229 w 29915"/>
                  <a:gd name="csY2" fmla="*/ 15189 h 29897"/>
                  <a:gd name="csX3" fmla="*/ 15187 w 29915"/>
                  <a:gd name="csY3" fmla="*/ 240 h 29897"/>
                  <a:gd name="csX4" fmla="*/ 30144 w 29915"/>
                  <a:gd name="csY4" fmla="*/ 15189 h 29897"/>
                </a:gdLst>
                <a:ahLst/>
                <a:cxnLst>
                  <a:cxn ang="0">
                    <a:pos x="csX0" y="csY0"/>
                  </a:cxn>
                  <a:cxn ang="0">
                    <a:pos x="csX1" y="csY1"/>
                  </a:cxn>
                  <a:cxn ang="0">
                    <a:pos x="csX2" y="csY2"/>
                  </a:cxn>
                  <a:cxn ang="0">
                    <a:pos x="csX3" y="csY3"/>
                  </a:cxn>
                  <a:cxn ang="0">
                    <a:pos x="csX4" y="csY4"/>
                  </a:cxn>
                </a:cxnLst>
                <a:rect l="l" t="t" r="r" b="b"/>
                <a:pathLst>
                  <a:path w="29915" h="29897">
                    <a:moveTo>
                      <a:pt x="30144" y="15189"/>
                    </a:moveTo>
                    <a:cubicBezTo>
                      <a:pt x="30144" y="23445"/>
                      <a:pt x="23448" y="30138"/>
                      <a:pt x="15187" y="30138"/>
                    </a:cubicBezTo>
                    <a:cubicBezTo>
                      <a:pt x="6926" y="30138"/>
                      <a:pt x="229" y="23445"/>
                      <a:pt x="229" y="15189"/>
                    </a:cubicBezTo>
                    <a:cubicBezTo>
                      <a:pt x="229" y="6933"/>
                      <a:pt x="6926" y="240"/>
                      <a:pt x="15187" y="240"/>
                    </a:cubicBezTo>
                    <a:cubicBezTo>
                      <a:pt x="23448" y="240"/>
                      <a:pt x="30144" y="6933"/>
                      <a:pt x="30144" y="1518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0" name="任意多边形: 形状 8029"/>
              <p:cNvSpPr/>
              <p:nvPr/>
            </p:nvSpPr>
            <p:spPr>
              <a:xfrm>
                <a:off x="7054985" y="6427179"/>
                <a:ext cx="29915" cy="29897"/>
              </a:xfrm>
              <a:custGeom>
                <a:avLst/>
                <a:gdLst>
                  <a:gd name="csX0" fmla="*/ 30144 w 29915"/>
                  <a:gd name="csY0" fmla="*/ 15190 h 29897"/>
                  <a:gd name="csX1" fmla="*/ 15187 w 29915"/>
                  <a:gd name="csY1" fmla="*/ 30139 h 29897"/>
                  <a:gd name="csX2" fmla="*/ 229 w 29915"/>
                  <a:gd name="csY2" fmla="*/ 15190 h 29897"/>
                  <a:gd name="csX3" fmla="*/ 15187 w 29915"/>
                  <a:gd name="csY3" fmla="*/ 241 h 29897"/>
                  <a:gd name="csX4" fmla="*/ 30144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144" y="15190"/>
                    </a:moveTo>
                    <a:cubicBezTo>
                      <a:pt x="30144" y="23446"/>
                      <a:pt x="23448" y="30139"/>
                      <a:pt x="15187" y="30139"/>
                    </a:cubicBezTo>
                    <a:cubicBezTo>
                      <a:pt x="6926" y="30139"/>
                      <a:pt x="229" y="23446"/>
                      <a:pt x="229" y="15190"/>
                    </a:cubicBezTo>
                    <a:cubicBezTo>
                      <a:pt x="229" y="6934"/>
                      <a:pt x="6926" y="241"/>
                      <a:pt x="15187" y="241"/>
                    </a:cubicBezTo>
                    <a:cubicBezTo>
                      <a:pt x="23448" y="241"/>
                      <a:pt x="30144" y="6934"/>
                      <a:pt x="30144"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1" name="任意多边形: 形状 8030"/>
              <p:cNvSpPr/>
              <p:nvPr/>
            </p:nvSpPr>
            <p:spPr>
              <a:xfrm>
                <a:off x="7054985" y="6206983"/>
                <a:ext cx="29915" cy="29897"/>
              </a:xfrm>
              <a:custGeom>
                <a:avLst/>
                <a:gdLst>
                  <a:gd name="csX0" fmla="*/ 30144 w 29915"/>
                  <a:gd name="csY0" fmla="*/ 15196 h 29897"/>
                  <a:gd name="csX1" fmla="*/ 15187 w 29915"/>
                  <a:gd name="csY1" fmla="*/ 30145 h 29897"/>
                  <a:gd name="csX2" fmla="*/ 229 w 29915"/>
                  <a:gd name="csY2" fmla="*/ 15196 h 29897"/>
                  <a:gd name="csX3" fmla="*/ 15187 w 29915"/>
                  <a:gd name="csY3" fmla="*/ 248 h 29897"/>
                  <a:gd name="csX4" fmla="*/ 30144 w 29915"/>
                  <a:gd name="csY4" fmla="*/ 15196 h 29897"/>
                </a:gdLst>
                <a:ahLst/>
                <a:cxnLst>
                  <a:cxn ang="0">
                    <a:pos x="csX0" y="csY0"/>
                  </a:cxn>
                  <a:cxn ang="0">
                    <a:pos x="csX1" y="csY1"/>
                  </a:cxn>
                  <a:cxn ang="0">
                    <a:pos x="csX2" y="csY2"/>
                  </a:cxn>
                  <a:cxn ang="0">
                    <a:pos x="csX3" y="csY3"/>
                  </a:cxn>
                  <a:cxn ang="0">
                    <a:pos x="csX4" y="csY4"/>
                  </a:cxn>
                </a:cxnLst>
                <a:rect l="l" t="t" r="r" b="b"/>
                <a:pathLst>
                  <a:path w="29915" h="29897">
                    <a:moveTo>
                      <a:pt x="30144" y="15196"/>
                    </a:moveTo>
                    <a:cubicBezTo>
                      <a:pt x="30144" y="23452"/>
                      <a:pt x="23448" y="30145"/>
                      <a:pt x="15187" y="30145"/>
                    </a:cubicBezTo>
                    <a:cubicBezTo>
                      <a:pt x="6926" y="30145"/>
                      <a:pt x="229" y="23452"/>
                      <a:pt x="229" y="15196"/>
                    </a:cubicBezTo>
                    <a:cubicBezTo>
                      <a:pt x="229" y="6940"/>
                      <a:pt x="6926" y="248"/>
                      <a:pt x="15187" y="248"/>
                    </a:cubicBezTo>
                    <a:cubicBezTo>
                      <a:pt x="23448" y="248"/>
                      <a:pt x="30144" y="6940"/>
                      <a:pt x="30144" y="1519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2" name="任意多边形: 形状 8031"/>
              <p:cNvSpPr/>
              <p:nvPr/>
            </p:nvSpPr>
            <p:spPr>
              <a:xfrm>
                <a:off x="6647271" y="6400492"/>
                <a:ext cx="29915" cy="29897"/>
              </a:xfrm>
              <a:custGeom>
                <a:avLst/>
                <a:gdLst>
                  <a:gd name="csX0" fmla="*/ 30157 w 29915"/>
                  <a:gd name="csY0" fmla="*/ 15191 h 29897"/>
                  <a:gd name="csX1" fmla="*/ 15199 w 29915"/>
                  <a:gd name="csY1" fmla="*/ 30139 h 29897"/>
                  <a:gd name="csX2" fmla="*/ 241 w 29915"/>
                  <a:gd name="csY2" fmla="*/ 15191 h 29897"/>
                  <a:gd name="csX3" fmla="*/ 15199 w 29915"/>
                  <a:gd name="csY3" fmla="*/ 242 h 29897"/>
                  <a:gd name="csX4" fmla="*/ 30157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57" y="15191"/>
                    </a:moveTo>
                    <a:cubicBezTo>
                      <a:pt x="30157" y="23447"/>
                      <a:pt x="23460" y="30139"/>
                      <a:pt x="15199" y="30139"/>
                    </a:cubicBezTo>
                    <a:cubicBezTo>
                      <a:pt x="6938" y="30139"/>
                      <a:pt x="241" y="23447"/>
                      <a:pt x="241" y="15191"/>
                    </a:cubicBezTo>
                    <a:cubicBezTo>
                      <a:pt x="241" y="6935"/>
                      <a:pt x="6938" y="242"/>
                      <a:pt x="15199" y="242"/>
                    </a:cubicBezTo>
                    <a:cubicBezTo>
                      <a:pt x="23460" y="242"/>
                      <a:pt x="30157" y="6935"/>
                      <a:pt x="30157"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3" name="任意多边形: 形状 8032"/>
              <p:cNvSpPr/>
              <p:nvPr/>
            </p:nvSpPr>
            <p:spPr>
              <a:xfrm>
                <a:off x="7054985" y="6511094"/>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4" name="任意多边形: 形状 8033"/>
              <p:cNvSpPr/>
              <p:nvPr/>
            </p:nvSpPr>
            <p:spPr>
              <a:xfrm>
                <a:off x="6647271" y="5967895"/>
                <a:ext cx="29915" cy="29897"/>
              </a:xfrm>
              <a:custGeom>
                <a:avLst/>
                <a:gdLst>
                  <a:gd name="csX0" fmla="*/ 30157 w 29915"/>
                  <a:gd name="csY0" fmla="*/ 15204 h 29897"/>
                  <a:gd name="csX1" fmla="*/ 15199 w 29915"/>
                  <a:gd name="csY1" fmla="*/ 30153 h 29897"/>
                  <a:gd name="csX2" fmla="*/ 241 w 29915"/>
                  <a:gd name="csY2" fmla="*/ 15204 h 29897"/>
                  <a:gd name="csX3" fmla="*/ 15199 w 29915"/>
                  <a:gd name="csY3" fmla="*/ 255 h 29897"/>
                  <a:gd name="csX4" fmla="*/ 30157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57" y="15204"/>
                    </a:moveTo>
                    <a:cubicBezTo>
                      <a:pt x="30157" y="23460"/>
                      <a:pt x="23460" y="30153"/>
                      <a:pt x="15199" y="30153"/>
                    </a:cubicBezTo>
                    <a:cubicBezTo>
                      <a:pt x="6938" y="30153"/>
                      <a:pt x="241" y="23460"/>
                      <a:pt x="241" y="15204"/>
                    </a:cubicBezTo>
                    <a:cubicBezTo>
                      <a:pt x="241" y="6948"/>
                      <a:pt x="6938" y="255"/>
                      <a:pt x="15199" y="255"/>
                    </a:cubicBezTo>
                    <a:cubicBezTo>
                      <a:pt x="23460" y="255"/>
                      <a:pt x="30157" y="6948"/>
                      <a:pt x="30157"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5" name="任意多边形: 形状 8034"/>
              <p:cNvSpPr/>
              <p:nvPr/>
            </p:nvSpPr>
            <p:spPr>
              <a:xfrm>
                <a:off x="7054985" y="6434883"/>
                <a:ext cx="29915" cy="29897"/>
              </a:xfrm>
              <a:custGeom>
                <a:avLst/>
                <a:gdLst>
                  <a:gd name="csX0" fmla="*/ 30144 w 29915"/>
                  <a:gd name="csY0" fmla="*/ 15190 h 29897"/>
                  <a:gd name="csX1" fmla="*/ 15187 w 29915"/>
                  <a:gd name="csY1" fmla="*/ 30138 h 29897"/>
                  <a:gd name="csX2" fmla="*/ 229 w 29915"/>
                  <a:gd name="csY2" fmla="*/ 15190 h 29897"/>
                  <a:gd name="csX3" fmla="*/ 15187 w 29915"/>
                  <a:gd name="csY3" fmla="*/ 241 h 29897"/>
                  <a:gd name="csX4" fmla="*/ 30144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144" y="15190"/>
                    </a:moveTo>
                    <a:cubicBezTo>
                      <a:pt x="30144" y="23446"/>
                      <a:pt x="23448" y="30138"/>
                      <a:pt x="15187" y="30138"/>
                    </a:cubicBezTo>
                    <a:cubicBezTo>
                      <a:pt x="6926" y="30138"/>
                      <a:pt x="229" y="23446"/>
                      <a:pt x="229" y="15190"/>
                    </a:cubicBezTo>
                    <a:cubicBezTo>
                      <a:pt x="229" y="6934"/>
                      <a:pt x="6926" y="241"/>
                      <a:pt x="15187" y="241"/>
                    </a:cubicBezTo>
                    <a:cubicBezTo>
                      <a:pt x="23448" y="241"/>
                      <a:pt x="30144" y="6934"/>
                      <a:pt x="30144"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6" name="任意多边形: 形状 8035"/>
              <p:cNvSpPr/>
              <p:nvPr/>
            </p:nvSpPr>
            <p:spPr>
              <a:xfrm>
                <a:off x="7054985" y="6360598"/>
                <a:ext cx="29915" cy="29897"/>
              </a:xfrm>
              <a:custGeom>
                <a:avLst/>
                <a:gdLst>
                  <a:gd name="csX0" fmla="*/ 30144 w 29915"/>
                  <a:gd name="csY0" fmla="*/ 15192 h 29897"/>
                  <a:gd name="csX1" fmla="*/ 15187 w 29915"/>
                  <a:gd name="csY1" fmla="*/ 30141 h 29897"/>
                  <a:gd name="csX2" fmla="*/ 229 w 29915"/>
                  <a:gd name="csY2" fmla="*/ 15192 h 29897"/>
                  <a:gd name="csX3" fmla="*/ 15187 w 29915"/>
                  <a:gd name="csY3" fmla="*/ 243 h 29897"/>
                  <a:gd name="csX4" fmla="*/ 30144 w 29915"/>
                  <a:gd name="csY4" fmla="*/ 15192 h 29897"/>
                </a:gdLst>
                <a:ahLst/>
                <a:cxnLst>
                  <a:cxn ang="0">
                    <a:pos x="csX0" y="csY0"/>
                  </a:cxn>
                  <a:cxn ang="0">
                    <a:pos x="csX1" y="csY1"/>
                  </a:cxn>
                  <a:cxn ang="0">
                    <a:pos x="csX2" y="csY2"/>
                  </a:cxn>
                  <a:cxn ang="0">
                    <a:pos x="csX3" y="csY3"/>
                  </a:cxn>
                  <a:cxn ang="0">
                    <a:pos x="csX4" y="csY4"/>
                  </a:cxn>
                </a:cxnLst>
                <a:rect l="l" t="t" r="r" b="b"/>
                <a:pathLst>
                  <a:path w="29915" h="29897">
                    <a:moveTo>
                      <a:pt x="30144" y="15192"/>
                    </a:moveTo>
                    <a:cubicBezTo>
                      <a:pt x="30144" y="23448"/>
                      <a:pt x="23448" y="30141"/>
                      <a:pt x="15187" y="30141"/>
                    </a:cubicBezTo>
                    <a:cubicBezTo>
                      <a:pt x="6926" y="30141"/>
                      <a:pt x="229" y="23448"/>
                      <a:pt x="229" y="15192"/>
                    </a:cubicBezTo>
                    <a:cubicBezTo>
                      <a:pt x="229" y="6936"/>
                      <a:pt x="6926" y="243"/>
                      <a:pt x="15187" y="243"/>
                    </a:cubicBezTo>
                    <a:cubicBezTo>
                      <a:pt x="23448" y="243"/>
                      <a:pt x="30144" y="6936"/>
                      <a:pt x="30144" y="1519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7" name="任意多边形: 形状 8036"/>
              <p:cNvSpPr/>
              <p:nvPr/>
            </p:nvSpPr>
            <p:spPr>
              <a:xfrm>
                <a:off x="6647271" y="5967895"/>
                <a:ext cx="29915" cy="29897"/>
              </a:xfrm>
              <a:custGeom>
                <a:avLst/>
                <a:gdLst>
                  <a:gd name="csX0" fmla="*/ 30157 w 29915"/>
                  <a:gd name="csY0" fmla="*/ 15204 h 29897"/>
                  <a:gd name="csX1" fmla="*/ 15199 w 29915"/>
                  <a:gd name="csY1" fmla="*/ 30153 h 29897"/>
                  <a:gd name="csX2" fmla="*/ 241 w 29915"/>
                  <a:gd name="csY2" fmla="*/ 15204 h 29897"/>
                  <a:gd name="csX3" fmla="*/ 15199 w 29915"/>
                  <a:gd name="csY3" fmla="*/ 255 h 29897"/>
                  <a:gd name="csX4" fmla="*/ 30157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57" y="15204"/>
                    </a:moveTo>
                    <a:cubicBezTo>
                      <a:pt x="30157" y="23460"/>
                      <a:pt x="23460" y="30153"/>
                      <a:pt x="15199" y="30153"/>
                    </a:cubicBezTo>
                    <a:cubicBezTo>
                      <a:pt x="6938" y="30153"/>
                      <a:pt x="241" y="23460"/>
                      <a:pt x="241" y="15204"/>
                    </a:cubicBezTo>
                    <a:cubicBezTo>
                      <a:pt x="241" y="6948"/>
                      <a:pt x="6938" y="255"/>
                      <a:pt x="15199" y="255"/>
                    </a:cubicBezTo>
                    <a:cubicBezTo>
                      <a:pt x="23460" y="255"/>
                      <a:pt x="30157" y="6948"/>
                      <a:pt x="30157"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8" name="任意多边形: 形状 8037"/>
              <p:cNvSpPr/>
              <p:nvPr/>
            </p:nvSpPr>
            <p:spPr>
              <a:xfrm>
                <a:off x="7054985" y="6523842"/>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9" name="任意多边形: 形状 8038"/>
              <p:cNvSpPr/>
              <p:nvPr/>
            </p:nvSpPr>
            <p:spPr>
              <a:xfrm>
                <a:off x="6647271" y="6291448"/>
                <a:ext cx="29915" cy="29897"/>
              </a:xfrm>
              <a:custGeom>
                <a:avLst/>
                <a:gdLst>
                  <a:gd name="csX0" fmla="*/ 30157 w 29915"/>
                  <a:gd name="csY0" fmla="*/ 15194 h 29897"/>
                  <a:gd name="csX1" fmla="*/ 15199 w 29915"/>
                  <a:gd name="csY1" fmla="*/ 30143 h 29897"/>
                  <a:gd name="csX2" fmla="*/ 241 w 29915"/>
                  <a:gd name="csY2" fmla="*/ 15194 h 29897"/>
                  <a:gd name="csX3" fmla="*/ 15199 w 29915"/>
                  <a:gd name="csY3" fmla="*/ 245 h 29897"/>
                  <a:gd name="csX4" fmla="*/ 30157 w 29915"/>
                  <a:gd name="csY4" fmla="*/ 15194 h 29897"/>
                </a:gdLst>
                <a:ahLst/>
                <a:cxnLst>
                  <a:cxn ang="0">
                    <a:pos x="csX0" y="csY0"/>
                  </a:cxn>
                  <a:cxn ang="0">
                    <a:pos x="csX1" y="csY1"/>
                  </a:cxn>
                  <a:cxn ang="0">
                    <a:pos x="csX2" y="csY2"/>
                  </a:cxn>
                  <a:cxn ang="0">
                    <a:pos x="csX3" y="csY3"/>
                  </a:cxn>
                  <a:cxn ang="0">
                    <a:pos x="csX4" y="csY4"/>
                  </a:cxn>
                </a:cxnLst>
                <a:rect l="l" t="t" r="r" b="b"/>
                <a:pathLst>
                  <a:path w="29915" h="29897">
                    <a:moveTo>
                      <a:pt x="30157" y="15194"/>
                    </a:moveTo>
                    <a:cubicBezTo>
                      <a:pt x="30157" y="23450"/>
                      <a:pt x="23460" y="30143"/>
                      <a:pt x="15199" y="30143"/>
                    </a:cubicBezTo>
                    <a:cubicBezTo>
                      <a:pt x="6938" y="30143"/>
                      <a:pt x="241" y="23450"/>
                      <a:pt x="241" y="15194"/>
                    </a:cubicBezTo>
                    <a:cubicBezTo>
                      <a:pt x="241" y="6938"/>
                      <a:pt x="6938" y="245"/>
                      <a:pt x="15199" y="245"/>
                    </a:cubicBezTo>
                    <a:cubicBezTo>
                      <a:pt x="23460" y="245"/>
                      <a:pt x="30157" y="6938"/>
                      <a:pt x="30157" y="1519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40" name="任意多边形: 形状 8039"/>
              <p:cNvSpPr/>
              <p:nvPr/>
            </p:nvSpPr>
            <p:spPr>
              <a:xfrm>
                <a:off x="7054985" y="6593083"/>
                <a:ext cx="29915" cy="29897"/>
              </a:xfrm>
              <a:custGeom>
                <a:avLst/>
                <a:gdLst>
                  <a:gd name="csX0" fmla="*/ 30144 w 29915"/>
                  <a:gd name="csY0" fmla="*/ 15185 h 29897"/>
                  <a:gd name="csX1" fmla="*/ 15187 w 29915"/>
                  <a:gd name="csY1" fmla="*/ 30134 h 29897"/>
                  <a:gd name="csX2" fmla="*/ 229 w 29915"/>
                  <a:gd name="csY2" fmla="*/ 15185 h 29897"/>
                  <a:gd name="csX3" fmla="*/ 15187 w 29915"/>
                  <a:gd name="csY3" fmla="*/ 236 h 29897"/>
                  <a:gd name="csX4" fmla="*/ 30144 w 29915"/>
                  <a:gd name="csY4" fmla="*/ 15185 h 29897"/>
                </a:gdLst>
                <a:ahLst/>
                <a:cxnLst>
                  <a:cxn ang="0">
                    <a:pos x="csX0" y="csY0"/>
                  </a:cxn>
                  <a:cxn ang="0">
                    <a:pos x="csX1" y="csY1"/>
                  </a:cxn>
                  <a:cxn ang="0">
                    <a:pos x="csX2" y="csY2"/>
                  </a:cxn>
                  <a:cxn ang="0">
                    <a:pos x="csX3" y="csY3"/>
                  </a:cxn>
                  <a:cxn ang="0">
                    <a:pos x="csX4" y="csY4"/>
                  </a:cxn>
                </a:cxnLst>
                <a:rect l="l" t="t" r="r" b="b"/>
                <a:pathLst>
                  <a:path w="29915" h="29897">
                    <a:moveTo>
                      <a:pt x="30144" y="15185"/>
                    </a:moveTo>
                    <a:cubicBezTo>
                      <a:pt x="30144" y="23441"/>
                      <a:pt x="23448" y="30134"/>
                      <a:pt x="15187" y="30134"/>
                    </a:cubicBezTo>
                    <a:cubicBezTo>
                      <a:pt x="6926" y="30134"/>
                      <a:pt x="229" y="23441"/>
                      <a:pt x="229" y="15185"/>
                    </a:cubicBezTo>
                    <a:cubicBezTo>
                      <a:pt x="229" y="6929"/>
                      <a:pt x="6926" y="236"/>
                      <a:pt x="15187" y="236"/>
                    </a:cubicBezTo>
                    <a:cubicBezTo>
                      <a:pt x="23448" y="236"/>
                      <a:pt x="30144" y="6929"/>
                      <a:pt x="30144" y="1518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41" name="任意多边形: 形状 8040"/>
              <p:cNvSpPr/>
              <p:nvPr/>
            </p:nvSpPr>
            <p:spPr>
              <a:xfrm>
                <a:off x="7054985" y="6615736"/>
                <a:ext cx="29915" cy="29897"/>
              </a:xfrm>
              <a:custGeom>
                <a:avLst/>
                <a:gdLst>
                  <a:gd name="csX0" fmla="*/ 30144 w 29915"/>
                  <a:gd name="csY0" fmla="*/ 15184 h 29897"/>
                  <a:gd name="csX1" fmla="*/ 15187 w 29915"/>
                  <a:gd name="csY1" fmla="*/ 30133 h 29897"/>
                  <a:gd name="csX2" fmla="*/ 229 w 29915"/>
                  <a:gd name="csY2" fmla="*/ 15184 h 29897"/>
                  <a:gd name="csX3" fmla="*/ 15187 w 29915"/>
                  <a:gd name="csY3" fmla="*/ 235 h 29897"/>
                  <a:gd name="csX4" fmla="*/ 30144 w 29915"/>
                  <a:gd name="csY4" fmla="*/ 15184 h 29897"/>
                </a:gdLst>
                <a:ahLst/>
                <a:cxnLst>
                  <a:cxn ang="0">
                    <a:pos x="csX0" y="csY0"/>
                  </a:cxn>
                  <a:cxn ang="0">
                    <a:pos x="csX1" y="csY1"/>
                  </a:cxn>
                  <a:cxn ang="0">
                    <a:pos x="csX2" y="csY2"/>
                  </a:cxn>
                  <a:cxn ang="0">
                    <a:pos x="csX3" y="csY3"/>
                  </a:cxn>
                  <a:cxn ang="0">
                    <a:pos x="csX4" y="csY4"/>
                  </a:cxn>
                </a:cxnLst>
                <a:rect l="l" t="t" r="r" b="b"/>
                <a:pathLst>
                  <a:path w="29915" h="29897">
                    <a:moveTo>
                      <a:pt x="30144" y="15184"/>
                    </a:moveTo>
                    <a:cubicBezTo>
                      <a:pt x="30144" y="23440"/>
                      <a:pt x="23448" y="30133"/>
                      <a:pt x="15187" y="30133"/>
                    </a:cubicBezTo>
                    <a:cubicBezTo>
                      <a:pt x="6926" y="30133"/>
                      <a:pt x="229" y="23440"/>
                      <a:pt x="229" y="15184"/>
                    </a:cubicBezTo>
                    <a:cubicBezTo>
                      <a:pt x="229" y="6928"/>
                      <a:pt x="6926" y="235"/>
                      <a:pt x="15187" y="235"/>
                    </a:cubicBezTo>
                    <a:cubicBezTo>
                      <a:pt x="23448" y="235"/>
                      <a:pt x="30144" y="6928"/>
                      <a:pt x="30144" y="1518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42" name="任意多边形: 形状 8041"/>
              <p:cNvSpPr/>
              <p:nvPr/>
            </p:nvSpPr>
            <p:spPr>
              <a:xfrm>
                <a:off x="6417583" y="5916170"/>
                <a:ext cx="897006" cy="1468097"/>
              </a:xfrm>
              <a:custGeom>
                <a:avLst/>
                <a:gdLst>
                  <a:gd name="csX0" fmla="*/ 235 w 897006"/>
                  <a:gd name="csY0" fmla="*/ 235 h 1468097"/>
                  <a:gd name="csX1" fmla="*/ 897242 w 897006"/>
                  <a:gd name="csY1" fmla="*/ 235 h 1468097"/>
                  <a:gd name="csX2" fmla="*/ 897242 w 897006"/>
                  <a:gd name="csY2" fmla="*/ 1468332 h 1468097"/>
                  <a:gd name="csX3" fmla="*/ 235 w 897006"/>
                  <a:gd name="csY3" fmla="*/ 1468332 h 1468097"/>
                </a:gdLst>
                <a:ahLst/>
                <a:cxnLst>
                  <a:cxn ang="0">
                    <a:pos x="csX0" y="csY0"/>
                  </a:cxn>
                  <a:cxn ang="0">
                    <a:pos x="csX1" y="csY1"/>
                  </a:cxn>
                  <a:cxn ang="0">
                    <a:pos x="csX2" y="csY2"/>
                  </a:cxn>
                  <a:cxn ang="0">
                    <a:pos x="csX3" y="csY3"/>
                  </a:cxn>
                </a:cxnLst>
                <a:rect l="l" t="t" r="r" b="b"/>
                <a:pathLst>
                  <a:path w="897006" h="1468097">
                    <a:moveTo>
                      <a:pt x="235" y="235"/>
                    </a:moveTo>
                    <a:lnTo>
                      <a:pt x="897242" y="235"/>
                    </a:lnTo>
                    <a:lnTo>
                      <a:pt x="897242" y="1468332"/>
                    </a:lnTo>
                    <a:lnTo>
                      <a:pt x="235" y="1468332"/>
                    </a:lnTo>
                    <a:close/>
                  </a:path>
                </a:pathLst>
              </a:custGeom>
              <a:noFill/>
              <a:ln w="13661" cap="rnd">
                <a:solidFill>
                  <a:srgbClr val="000000"/>
                </a:solidFill>
                <a:prstDash val="solid"/>
                <a:round/>
              </a:ln>
            </p:spPr>
            <p:txBody>
              <a:bodyPr/>
              <a:lstStyle/>
              <a:p>
                <a:endParaRPr lang="zh-CN" altLang="en-US" sz="2190"/>
              </a:p>
            </p:txBody>
          </p:sp>
        </p:grpSp>
        <p:grpSp>
          <p:nvGrpSpPr>
            <p:cNvPr id="8043" name="图形 2"/>
            <p:cNvGrpSpPr/>
            <p:nvPr/>
          </p:nvGrpSpPr>
          <p:grpSpPr>
            <a:xfrm>
              <a:off x="6417583" y="7608223"/>
              <a:ext cx="897006" cy="1468097"/>
              <a:chOff x="6417583" y="7608223"/>
              <a:chExt cx="897006" cy="1468097"/>
            </a:xfrm>
          </p:grpSpPr>
          <p:sp>
            <p:nvSpPr>
              <p:cNvPr id="8044" name="任意多边形: 形状 8043"/>
              <p:cNvSpPr/>
              <p:nvPr/>
            </p:nvSpPr>
            <p:spPr>
              <a:xfrm>
                <a:off x="6644335" y="7972405"/>
                <a:ext cx="35788" cy="35766"/>
              </a:xfrm>
              <a:custGeom>
                <a:avLst/>
                <a:gdLst>
                  <a:gd name="csX0" fmla="*/ 36030 w 35788"/>
                  <a:gd name="csY0" fmla="*/ 18078 h 35766"/>
                  <a:gd name="csX1" fmla="*/ 18136 w 35788"/>
                  <a:gd name="csY1" fmla="*/ 35961 h 35766"/>
                  <a:gd name="csX2" fmla="*/ 241 w 35788"/>
                  <a:gd name="csY2" fmla="*/ 18078 h 35766"/>
                  <a:gd name="csX3" fmla="*/ 18136 w 35788"/>
                  <a:gd name="csY3" fmla="*/ 194 h 35766"/>
                  <a:gd name="csX4" fmla="*/ 36030 w 35788"/>
                  <a:gd name="csY4" fmla="*/ 18078 h 35766"/>
                </a:gdLst>
                <a:ahLst/>
                <a:cxnLst>
                  <a:cxn ang="0">
                    <a:pos x="csX0" y="csY0"/>
                  </a:cxn>
                  <a:cxn ang="0">
                    <a:pos x="csX1" y="csY1"/>
                  </a:cxn>
                  <a:cxn ang="0">
                    <a:pos x="csX2" y="csY2"/>
                  </a:cxn>
                  <a:cxn ang="0">
                    <a:pos x="csX3" y="csY3"/>
                  </a:cxn>
                  <a:cxn ang="0">
                    <a:pos x="csX4" y="csY4"/>
                  </a:cxn>
                </a:cxnLst>
                <a:rect l="l" t="t" r="r" b="b"/>
                <a:pathLst>
                  <a:path w="35788" h="35766">
                    <a:moveTo>
                      <a:pt x="36030" y="18078"/>
                    </a:moveTo>
                    <a:cubicBezTo>
                      <a:pt x="36030" y="27955"/>
                      <a:pt x="28018" y="35961"/>
                      <a:pt x="18136" y="35961"/>
                    </a:cubicBezTo>
                    <a:cubicBezTo>
                      <a:pt x="8253" y="35961"/>
                      <a:pt x="241" y="27955"/>
                      <a:pt x="241" y="18078"/>
                    </a:cubicBezTo>
                    <a:cubicBezTo>
                      <a:pt x="241" y="8201"/>
                      <a:pt x="8253" y="194"/>
                      <a:pt x="18136" y="194"/>
                    </a:cubicBezTo>
                    <a:cubicBezTo>
                      <a:pt x="28018" y="194"/>
                      <a:pt x="36030" y="8201"/>
                      <a:pt x="36030" y="1807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45" name="任意多边形: 形状 8044"/>
              <p:cNvSpPr/>
              <p:nvPr/>
            </p:nvSpPr>
            <p:spPr>
              <a:xfrm>
                <a:off x="6662229" y="7800081"/>
                <a:ext cx="12705" cy="20818"/>
              </a:xfrm>
              <a:custGeom>
                <a:avLst/>
                <a:gdLst>
                  <a:gd name="csX0" fmla="*/ 241 w 12705"/>
                  <a:gd name="csY0" fmla="*/ 199 h 20818"/>
                  <a:gd name="csX1" fmla="*/ 241 w 12705"/>
                  <a:gd name="csY1" fmla="*/ 21018 h 20818"/>
                </a:gdLst>
                <a:ahLst/>
                <a:cxnLst>
                  <a:cxn ang="0">
                    <a:pos x="csX0" y="csY0"/>
                  </a:cxn>
                  <a:cxn ang="0">
                    <a:pos x="csX1" y="csY1"/>
                  </a:cxn>
                </a:cxnLst>
                <a:rect l="l" t="t" r="r" b="b"/>
                <a:pathLst>
                  <a:path w="12705" h="20818">
                    <a:moveTo>
                      <a:pt x="241" y="199"/>
                    </a:moveTo>
                    <a:lnTo>
                      <a:pt x="241" y="21018"/>
                    </a:lnTo>
                  </a:path>
                </a:pathLst>
              </a:custGeom>
              <a:ln w="9810" cap="flat">
                <a:solidFill>
                  <a:srgbClr val="0073C2"/>
                </a:solidFill>
                <a:prstDash val="solid"/>
                <a:round/>
              </a:ln>
            </p:spPr>
            <p:txBody>
              <a:bodyPr/>
              <a:lstStyle/>
              <a:p>
                <a:endParaRPr lang="zh-CN" altLang="en-US" sz="2190"/>
              </a:p>
            </p:txBody>
          </p:sp>
          <p:sp>
            <p:nvSpPr>
              <p:cNvPr id="8046" name="任意多边形: 形状 8045"/>
              <p:cNvSpPr/>
              <p:nvPr/>
            </p:nvSpPr>
            <p:spPr>
              <a:xfrm>
                <a:off x="6560278" y="7674988"/>
                <a:ext cx="203902" cy="125092"/>
              </a:xfrm>
              <a:custGeom>
                <a:avLst/>
                <a:gdLst>
                  <a:gd name="csX0" fmla="*/ 241 w 203902"/>
                  <a:gd name="csY0" fmla="*/ 202 h 125092"/>
                  <a:gd name="csX1" fmla="*/ 241 w 203902"/>
                  <a:gd name="csY1" fmla="*/ 125294 h 125092"/>
                  <a:gd name="csX2" fmla="*/ 204144 w 203902"/>
                  <a:gd name="csY2" fmla="*/ 125294 h 125092"/>
                  <a:gd name="csX3" fmla="*/ 204144 w 203902"/>
                  <a:gd name="csY3" fmla="*/ 202 h 125092"/>
                  <a:gd name="csX4" fmla="*/ 241 w 203902"/>
                  <a:gd name="csY4" fmla="*/ 202 h 125092"/>
                </a:gdLst>
                <a:ahLst/>
                <a:cxnLst>
                  <a:cxn ang="0">
                    <a:pos x="csX0" y="csY0"/>
                  </a:cxn>
                  <a:cxn ang="0">
                    <a:pos x="csX1" y="csY1"/>
                  </a:cxn>
                  <a:cxn ang="0">
                    <a:pos x="csX2" y="csY2"/>
                  </a:cxn>
                  <a:cxn ang="0">
                    <a:pos x="csX3" y="csY3"/>
                  </a:cxn>
                  <a:cxn ang="0">
                    <a:pos x="csX4" y="csY4"/>
                  </a:cxn>
                </a:cxnLst>
                <a:rect l="l" t="t" r="r" b="b"/>
                <a:pathLst>
                  <a:path w="203902" h="125092">
                    <a:moveTo>
                      <a:pt x="241" y="202"/>
                    </a:moveTo>
                    <a:lnTo>
                      <a:pt x="241" y="125294"/>
                    </a:lnTo>
                    <a:lnTo>
                      <a:pt x="204144" y="125294"/>
                    </a:lnTo>
                    <a:lnTo>
                      <a:pt x="204144" y="202"/>
                    </a:lnTo>
                    <a:lnTo>
                      <a:pt x="241" y="202"/>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8047" name="任意多边形: 形状 8046"/>
              <p:cNvSpPr/>
              <p:nvPr/>
            </p:nvSpPr>
            <p:spPr>
              <a:xfrm>
                <a:off x="6560278" y="7706353"/>
                <a:ext cx="203902" cy="12698"/>
              </a:xfrm>
              <a:custGeom>
                <a:avLst/>
                <a:gdLst>
                  <a:gd name="csX0" fmla="*/ 241 w 203902"/>
                  <a:gd name="csY0" fmla="*/ 203 h 12698"/>
                  <a:gd name="csX1" fmla="*/ 204144 w 203902"/>
                  <a:gd name="csY1" fmla="*/ 203 h 12698"/>
                </a:gdLst>
                <a:ahLst/>
                <a:cxnLst>
                  <a:cxn ang="0">
                    <a:pos x="csX0" y="csY0"/>
                  </a:cxn>
                  <a:cxn ang="0">
                    <a:pos x="csX1" y="csY1"/>
                  </a:cxn>
                </a:cxnLst>
                <a:rect l="l" t="t" r="r" b="b"/>
                <a:pathLst>
                  <a:path w="203902" h="12698">
                    <a:moveTo>
                      <a:pt x="241" y="203"/>
                    </a:moveTo>
                    <a:lnTo>
                      <a:pt x="204144" y="203"/>
                    </a:lnTo>
                  </a:path>
                </a:pathLst>
              </a:custGeom>
              <a:ln w="19529" cap="flat">
                <a:solidFill>
                  <a:srgbClr val="0073C2"/>
                </a:solidFill>
                <a:prstDash val="solid"/>
                <a:miter/>
              </a:ln>
            </p:spPr>
            <p:txBody>
              <a:bodyPr/>
              <a:lstStyle/>
              <a:p>
                <a:endParaRPr lang="zh-CN" altLang="en-US" sz="2190"/>
              </a:p>
            </p:txBody>
          </p:sp>
          <p:sp>
            <p:nvSpPr>
              <p:cNvPr id="8048" name="任意多边形: 形状 8047"/>
              <p:cNvSpPr/>
              <p:nvPr/>
            </p:nvSpPr>
            <p:spPr>
              <a:xfrm>
                <a:off x="7069943" y="7674988"/>
                <a:ext cx="12705" cy="430946"/>
              </a:xfrm>
              <a:custGeom>
                <a:avLst/>
                <a:gdLst>
                  <a:gd name="csX0" fmla="*/ 229 w 12705"/>
                  <a:gd name="csY0" fmla="*/ 431143 h 430946"/>
                  <a:gd name="csX1" fmla="*/ 229 w 12705"/>
                  <a:gd name="csY1" fmla="*/ 197 h 430946"/>
                </a:gdLst>
                <a:ahLst/>
                <a:cxnLst>
                  <a:cxn ang="0">
                    <a:pos x="csX0" y="csY0"/>
                  </a:cxn>
                  <a:cxn ang="0">
                    <a:pos x="csX1" y="csY1"/>
                  </a:cxn>
                </a:cxnLst>
                <a:rect l="l" t="t" r="r" b="b"/>
                <a:pathLst>
                  <a:path w="12705" h="430946">
                    <a:moveTo>
                      <a:pt x="229" y="431143"/>
                    </a:moveTo>
                    <a:lnTo>
                      <a:pt x="229" y="197"/>
                    </a:lnTo>
                  </a:path>
                </a:pathLst>
              </a:custGeom>
              <a:ln w="9810" cap="flat">
                <a:solidFill>
                  <a:srgbClr val="EFC000"/>
                </a:solidFill>
                <a:prstDash val="solid"/>
                <a:round/>
              </a:ln>
            </p:spPr>
            <p:txBody>
              <a:bodyPr/>
              <a:lstStyle/>
              <a:p>
                <a:endParaRPr lang="zh-CN" altLang="en-US" sz="2190"/>
              </a:p>
            </p:txBody>
          </p:sp>
          <p:sp>
            <p:nvSpPr>
              <p:cNvPr id="8049" name="任意多边形: 形状 8048"/>
              <p:cNvSpPr/>
              <p:nvPr/>
            </p:nvSpPr>
            <p:spPr>
              <a:xfrm>
                <a:off x="7069943" y="8780738"/>
                <a:ext cx="12705" cy="228908"/>
              </a:xfrm>
              <a:custGeom>
                <a:avLst/>
                <a:gdLst>
                  <a:gd name="csX0" fmla="*/ 229 w 12705"/>
                  <a:gd name="csY0" fmla="*/ 167 h 228908"/>
                  <a:gd name="csX1" fmla="*/ 229 w 12705"/>
                  <a:gd name="csY1" fmla="*/ 229075 h 228908"/>
                </a:gdLst>
                <a:ahLst/>
                <a:cxnLst>
                  <a:cxn ang="0">
                    <a:pos x="csX0" y="csY0"/>
                  </a:cxn>
                  <a:cxn ang="0">
                    <a:pos x="csX1" y="csY1"/>
                  </a:cxn>
                </a:cxnLst>
                <a:rect l="l" t="t" r="r" b="b"/>
                <a:pathLst>
                  <a:path w="12705" h="228908">
                    <a:moveTo>
                      <a:pt x="229" y="167"/>
                    </a:moveTo>
                    <a:lnTo>
                      <a:pt x="229" y="229075"/>
                    </a:lnTo>
                  </a:path>
                </a:pathLst>
              </a:custGeom>
              <a:ln w="9810" cap="flat">
                <a:solidFill>
                  <a:srgbClr val="EFC000"/>
                </a:solidFill>
                <a:prstDash val="solid"/>
                <a:round/>
              </a:ln>
            </p:spPr>
            <p:txBody>
              <a:bodyPr/>
              <a:lstStyle/>
              <a:p>
                <a:endParaRPr lang="zh-CN" altLang="en-US" sz="2190"/>
              </a:p>
            </p:txBody>
          </p:sp>
          <p:sp>
            <p:nvSpPr>
              <p:cNvPr id="8050" name="任意多边形: 形状 8049"/>
              <p:cNvSpPr/>
              <p:nvPr/>
            </p:nvSpPr>
            <p:spPr>
              <a:xfrm>
                <a:off x="6968083" y="8105935"/>
                <a:ext cx="203810" cy="674803"/>
              </a:xfrm>
              <a:custGeom>
                <a:avLst/>
                <a:gdLst>
                  <a:gd name="csX0" fmla="*/ 229 w 203810"/>
                  <a:gd name="csY0" fmla="*/ 180 h 674803"/>
                  <a:gd name="csX1" fmla="*/ 229 w 203810"/>
                  <a:gd name="csY1" fmla="*/ 674984 h 674803"/>
                  <a:gd name="csX2" fmla="*/ 204040 w 203810"/>
                  <a:gd name="csY2" fmla="*/ 674984 h 674803"/>
                  <a:gd name="csX3" fmla="*/ 204040 w 203810"/>
                  <a:gd name="csY3" fmla="*/ 180 h 674803"/>
                  <a:gd name="csX4" fmla="*/ 229 w 203810"/>
                  <a:gd name="csY4" fmla="*/ 180 h 674803"/>
                </a:gdLst>
                <a:ahLst/>
                <a:cxnLst>
                  <a:cxn ang="0">
                    <a:pos x="csX0" y="csY0"/>
                  </a:cxn>
                  <a:cxn ang="0">
                    <a:pos x="csX1" y="csY1"/>
                  </a:cxn>
                  <a:cxn ang="0">
                    <a:pos x="csX2" y="csY2"/>
                  </a:cxn>
                  <a:cxn ang="0">
                    <a:pos x="csX3" y="csY3"/>
                  </a:cxn>
                  <a:cxn ang="0">
                    <a:pos x="csX4" y="csY4"/>
                  </a:cxn>
                </a:cxnLst>
                <a:rect l="l" t="t" r="r" b="b"/>
                <a:pathLst>
                  <a:path w="203810" h="674803">
                    <a:moveTo>
                      <a:pt x="229" y="180"/>
                    </a:moveTo>
                    <a:lnTo>
                      <a:pt x="229" y="674984"/>
                    </a:lnTo>
                    <a:lnTo>
                      <a:pt x="204040" y="674984"/>
                    </a:lnTo>
                    <a:lnTo>
                      <a:pt x="204040" y="180"/>
                    </a:lnTo>
                    <a:lnTo>
                      <a:pt x="229" y="180"/>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8051" name="任意多边形: 形状 8050"/>
              <p:cNvSpPr/>
              <p:nvPr/>
            </p:nvSpPr>
            <p:spPr>
              <a:xfrm>
                <a:off x="6968083" y="8315493"/>
                <a:ext cx="203810" cy="12698"/>
              </a:xfrm>
              <a:custGeom>
                <a:avLst/>
                <a:gdLst>
                  <a:gd name="csX0" fmla="*/ 229 w 203810"/>
                  <a:gd name="csY0" fmla="*/ 184 h 12698"/>
                  <a:gd name="csX1" fmla="*/ 204040 w 203810"/>
                  <a:gd name="csY1" fmla="*/ 184 h 12698"/>
                </a:gdLst>
                <a:ahLst/>
                <a:cxnLst>
                  <a:cxn ang="0">
                    <a:pos x="csX0" y="csY0"/>
                  </a:cxn>
                  <a:cxn ang="0">
                    <a:pos x="csX1" y="csY1"/>
                  </a:cxn>
                </a:cxnLst>
                <a:rect l="l" t="t" r="r" b="b"/>
                <a:pathLst>
                  <a:path w="203810" h="12698">
                    <a:moveTo>
                      <a:pt x="229" y="184"/>
                    </a:moveTo>
                    <a:lnTo>
                      <a:pt x="204040" y="184"/>
                    </a:lnTo>
                  </a:path>
                </a:pathLst>
              </a:custGeom>
              <a:ln w="19529" cap="flat">
                <a:solidFill>
                  <a:srgbClr val="EFC000"/>
                </a:solidFill>
                <a:prstDash val="solid"/>
                <a:miter/>
              </a:ln>
            </p:spPr>
            <p:txBody>
              <a:bodyPr/>
              <a:lstStyle/>
              <a:p>
                <a:endParaRPr lang="zh-CN" altLang="en-US" sz="2190"/>
              </a:p>
            </p:txBody>
          </p:sp>
          <p:sp>
            <p:nvSpPr>
              <p:cNvPr id="8052" name="任意多边形: 形状 8051"/>
              <p:cNvSpPr/>
              <p:nvPr/>
            </p:nvSpPr>
            <p:spPr>
              <a:xfrm>
                <a:off x="6662229" y="7674988"/>
                <a:ext cx="407713" cy="1334658"/>
              </a:xfrm>
              <a:custGeom>
                <a:avLst/>
                <a:gdLst>
                  <a:gd name="csX0" fmla="*/ 235 w 407713"/>
                  <a:gd name="csY0" fmla="*/ 183 h 1334658"/>
                  <a:gd name="csX1" fmla="*/ 407949 w 407713"/>
                  <a:gd name="csY1" fmla="*/ 1334842 h 1334658"/>
                </a:gdLst>
                <a:ahLst/>
                <a:cxnLst>
                  <a:cxn ang="0">
                    <a:pos x="csX0" y="csY0"/>
                  </a:cxn>
                  <a:cxn ang="0">
                    <a:pos x="csX1" y="csY1"/>
                  </a:cxn>
                </a:cxnLst>
                <a:rect l="l" t="t" r="r" b="b"/>
                <a:pathLst>
                  <a:path w="407713" h="1334658">
                    <a:moveTo>
                      <a:pt x="235" y="183"/>
                    </a:moveTo>
                    <a:lnTo>
                      <a:pt x="407949" y="1334842"/>
                    </a:lnTo>
                  </a:path>
                </a:pathLst>
              </a:custGeom>
              <a:noFill/>
              <a:ln w="7793" cap="flat">
                <a:solidFill>
                  <a:srgbClr val="000000"/>
                </a:solidFill>
                <a:prstDash val="solid"/>
                <a:round/>
              </a:ln>
            </p:spPr>
            <p:txBody>
              <a:bodyPr/>
              <a:lstStyle/>
              <a:p>
                <a:endParaRPr lang="zh-CN" altLang="en-US" sz="2190"/>
              </a:p>
            </p:txBody>
          </p:sp>
          <p:sp>
            <p:nvSpPr>
              <p:cNvPr id="8053" name="任意多边形: 形状 8052"/>
              <p:cNvSpPr/>
              <p:nvPr/>
            </p:nvSpPr>
            <p:spPr>
              <a:xfrm>
                <a:off x="6662229" y="7674988"/>
                <a:ext cx="407713" cy="527150"/>
              </a:xfrm>
              <a:custGeom>
                <a:avLst/>
                <a:gdLst>
                  <a:gd name="csX0" fmla="*/ 235 w 407713"/>
                  <a:gd name="csY0" fmla="*/ 196 h 527150"/>
                  <a:gd name="csX1" fmla="*/ 407949 w 407713"/>
                  <a:gd name="csY1" fmla="*/ 527346 h 527150"/>
                </a:gdLst>
                <a:ahLst/>
                <a:cxnLst>
                  <a:cxn ang="0">
                    <a:pos x="csX0" y="csY0"/>
                  </a:cxn>
                  <a:cxn ang="0">
                    <a:pos x="csX1" y="csY1"/>
                  </a:cxn>
                </a:cxnLst>
                <a:rect l="l" t="t" r="r" b="b"/>
                <a:pathLst>
                  <a:path w="407713" h="527150">
                    <a:moveTo>
                      <a:pt x="235" y="196"/>
                    </a:moveTo>
                    <a:lnTo>
                      <a:pt x="407949" y="527346"/>
                    </a:lnTo>
                  </a:path>
                </a:pathLst>
              </a:custGeom>
              <a:noFill/>
              <a:ln w="7793" cap="flat">
                <a:solidFill>
                  <a:srgbClr val="000000"/>
                </a:solidFill>
                <a:prstDash val="solid"/>
                <a:round/>
              </a:ln>
            </p:spPr>
            <p:txBody>
              <a:bodyPr/>
              <a:lstStyle/>
              <a:p>
                <a:endParaRPr lang="zh-CN" altLang="en-US" sz="2190"/>
              </a:p>
            </p:txBody>
          </p:sp>
          <p:sp>
            <p:nvSpPr>
              <p:cNvPr id="8054" name="任意多边形: 形状 8053"/>
              <p:cNvSpPr/>
              <p:nvPr/>
            </p:nvSpPr>
            <p:spPr>
              <a:xfrm>
                <a:off x="6662229" y="7674988"/>
                <a:ext cx="407713" cy="145910"/>
              </a:xfrm>
              <a:custGeom>
                <a:avLst/>
                <a:gdLst>
                  <a:gd name="csX0" fmla="*/ 235 w 407713"/>
                  <a:gd name="csY0" fmla="*/ 146112 h 145910"/>
                  <a:gd name="csX1" fmla="*/ 407949 w 407713"/>
                  <a:gd name="csY1" fmla="*/ 201 h 145910"/>
                </a:gdLst>
                <a:ahLst/>
                <a:cxnLst>
                  <a:cxn ang="0">
                    <a:pos x="csX0" y="csY0"/>
                  </a:cxn>
                  <a:cxn ang="0">
                    <a:pos x="csX1" y="csY1"/>
                  </a:cxn>
                </a:cxnLst>
                <a:rect l="l" t="t" r="r" b="b"/>
                <a:pathLst>
                  <a:path w="407713" h="145910">
                    <a:moveTo>
                      <a:pt x="235" y="146112"/>
                    </a:moveTo>
                    <a:lnTo>
                      <a:pt x="407949" y="201"/>
                    </a:lnTo>
                  </a:path>
                </a:pathLst>
              </a:custGeom>
              <a:noFill/>
              <a:ln w="7793" cap="flat">
                <a:solidFill>
                  <a:srgbClr val="000000"/>
                </a:solidFill>
                <a:prstDash val="solid"/>
                <a:round/>
              </a:ln>
            </p:spPr>
            <p:txBody>
              <a:bodyPr/>
              <a:lstStyle/>
              <a:p>
                <a:endParaRPr lang="zh-CN" altLang="en-US" sz="2190"/>
              </a:p>
            </p:txBody>
          </p:sp>
          <p:sp>
            <p:nvSpPr>
              <p:cNvPr id="8055" name="任意多边形: 形状 8054"/>
              <p:cNvSpPr/>
              <p:nvPr/>
            </p:nvSpPr>
            <p:spPr>
              <a:xfrm>
                <a:off x="6662229" y="7737626"/>
                <a:ext cx="407713" cy="829885"/>
              </a:xfrm>
              <a:custGeom>
                <a:avLst/>
                <a:gdLst>
                  <a:gd name="csX0" fmla="*/ 235 w 407713"/>
                  <a:gd name="csY0" fmla="*/ 189 h 829885"/>
                  <a:gd name="csX1" fmla="*/ 407949 w 407713"/>
                  <a:gd name="csY1" fmla="*/ 830075 h 829885"/>
                </a:gdLst>
                <a:ahLst/>
                <a:cxnLst>
                  <a:cxn ang="0">
                    <a:pos x="csX0" y="csY0"/>
                  </a:cxn>
                  <a:cxn ang="0">
                    <a:pos x="csX1" y="csY1"/>
                  </a:cxn>
                </a:cxnLst>
                <a:rect l="l" t="t" r="r" b="b"/>
                <a:pathLst>
                  <a:path w="407713" h="829885">
                    <a:moveTo>
                      <a:pt x="235" y="189"/>
                    </a:moveTo>
                    <a:lnTo>
                      <a:pt x="407949" y="830075"/>
                    </a:lnTo>
                  </a:path>
                </a:pathLst>
              </a:custGeom>
              <a:noFill/>
              <a:ln w="7793" cap="flat">
                <a:solidFill>
                  <a:srgbClr val="000000"/>
                </a:solidFill>
                <a:prstDash val="solid"/>
                <a:round/>
              </a:ln>
            </p:spPr>
            <p:txBody>
              <a:bodyPr/>
              <a:lstStyle/>
              <a:p>
                <a:endParaRPr lang="zh-CN" altLang="en-US" sz="2190"/>
              </a:p>
            </p:txBody>
          </p:sp>
          <p:sp>
            <p:nvSpPr>
              <p:cNvPr id="8056" name="任意多边形: 形状 8055"/>
              <p:cNvSpPr/>
              <p:nvPr/>
            </p:nvSpPr>
            <p:spPr>
              <a:xfrm>
                <a:off x="6662229" y="7674988"/>
                <a:ext cx="407713" cy="1334658"/>
              </a:xfrm>
              <a:custGeom>
                <a:avLst/>
                <a:gdLst>
                  <a:gd name="csX0" fmla="*/ 235 w 407713"/>
                  <a:gd name="csY0" fmla="*/ 183 h 1334658"/>
                  <a:gd name="csX1" fmla="*/ 407949 w 407713"/>
                  <a:gd name="csY1" fmla="*/ 1334842 h 1334658"/>
                </a:gdLst>
                <a:ahLst/>
                <a:cxnLst>
                  <a:cxn ang="0">
                    <a:pos x="csX0" y="csY0"/>
                  </a:cxn>
                  <a:cxn ang="0">
                    <a:pos x="csX1" y="csY1"/>
                  </a:cxn>
                </a:cxnLst>
                <a:rect l="l" t="t" r="r" b="b"/>
                <a:pathLst>
                  <a:path w="407713" h="1334658">
                    <a:moveTo>
                      <a:pt x="235" y="183"/>
                    </a:moveTo>
                    <a:lnTo>
                      <a:pt x="407949" y="1334842"/>
                    </a:lnTo>
                  </a:path>
                </a:pathLst>
              </a:custGeom>
              <a:noFill/>
              <a:ln w="7793" cap="flat">
                <a:solidFill>
                  <a:srgbClr val="000000"/>
                </a:solidFill>
                <a:prstDash val="solid"/>
                <a:round/>
              </a:ln>
            </p:spPr>
            <p:txBody>
              <a:bodyPr/>
              <a:lstStyle/>
              <a:p>
                <a:endParaRPr lang="zh-CN" altLang="en-US" sz="2190"/>
              </a:p>
            </p:txBody>
          </p:sp>
          <p:sp>
            <p:nvSpPr>
              <p:cNvPr id="8057" name="任意多边形: 形状 8056"/>
              <p:cNvSpPr/>
              <p:nvPr/>
            </p:nvSpPr>
            <p:spPr>
              <a:xfrm>
                <a:off x="6662229" y="7990288"/>
                <a:ext cx="407713" cy="101706"/>
              </a:xfrm>
              <a:custGeom>
                <a:avLst/>
                <a:gdLst>
                  <a:gd name="csX0" fmla="*/ 235 w 407713"/>
                  <a:gd name="csY0" fmla="*/ 193 h 101706"/>
                  <a:gd name="csX1" fmla="*/ 407949 w 407713"/>
                  <a:gd name="csY1" fmla="*/ 101899 h 101706"/>
                </a:gdLst>
                <a:ahLst/>
                <a:cxnLst>
                  <a:cxn ang="0">
                    <a:pos x="csX0" y="csY0"/>
                  </a:cxn>
                  <a:cxn ang="0">
                    <a:pos x="csX1" y="csY1"/>
                  </a:cxn>
                </a:cxnLst>
                <a:rect l="l" t="t" r="r" b="b"/>
                <a:pathLst>
                  <a:path w="407713" h="101706">
                    <a:moveTo>
                      <a:pt x="235" y="193"/>
                    </a:moveTo>
                    <a:lnTo>
                      <a:pt x="407949" y="101899"/>
                    </a:lnTo>
                  </a:path>
                </a:pathLst>
              </a:custGeom>
              <a:noFill/>
              <a:ln w="7793" cap="flat">
                <a:solidFill>
                  <a:srgbClr val="000000"/>
                </a:solidFill>
                <a:prstDash val="solid"/>
                <a:round/>
              </a:ln>
            </p:spPr>
            <p:txBody>
              <a:bodyPr/>
              <a:lstStyle/>
              <a:p>
                <a:endParaRPr lang="zh-CN" altLang="en-US" sz="2190"/>
              </a:p>
            </p:txBody>
          </p:sp>
          <p:sp>
            <p:nvSpPr>
              <p:cNvPr id="8058" name="任意多边形: 形状 8057"/>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59" name="任意多边形: 形状 8058"/>
              <p:cNvSpPr/>
              <p:nvPr/>
            </p:nvSpPr>
            <p:spPr>
              <a:xfrm>
                <a:off x="7054985" y="8994698"/>
                <a:ext cx="29915" cy="29897"/>
              </a:xfrm>
              <a:custGeom>
                <a:avLst/>
                <a:gdLst>
                  <a:gd name="csX0" fmla="*/ 30144 w 29915"/>
                  <a:gd name="csY0" fmla="*/ 15112 h 29897"/>
                  <a:gd name="csX1" fmla="*/ 15187 w 29915"/>
                  <a:gd name="csY1" fmla="*/ 30061 h 29897"/>
                  <a:gd name="csX2" fmla="*/ 229 w 29915"/>
                  <a:gd name="csY2" fmla="*/ 15112 h 29897"/>
                  <a:gd name="csX3" fmla="*/ 15187 w 29915"/>
                  <a:gd name="csY3" fmla="*/ 163 h 29897"/>
                  <a:gd name="csX4" fmla="*/ 30144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44" y="15112"/>
                    </a:moveTo>
                    <a:cubicBezTo>
                      <a:pt x="30144" y="23368"/>
                      <a:pt x="23448" y="30061"/>
                      <a:pt x="15187" y="30061"/>
                    </a:cubicBezTo>
                    <a:cubicBezTo>
                      <a:pt x="6926" y="30061"/>
                      <a:pt x="229" y="23368"/>
                      <a:pt x="229" y="15112"/>
                    </a:cubicBezTo>
                    <a:cubicBezTo>
                      <a:pt x="229" y="6856"/>
                      <a:pt x="6926" y="163"/>
                      <a:pt x="15187" y="163"/>
                    </a:cubicBezTo>
                    <a:cubicBezTo>
                      <a:pt x="23448" y="163"/>
                      <a:pt x="30144" y="6856"/>
                      <a:pt x="30144"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0" name="任意多边形: 形状 8059"/>
              <p:cNvSpPr/>
              <p:nvPr/>
            </p:nvSpPr>
            <p:spPr>
              <a:xfrm>
                <a:off x="7054985" y="8194619"/>
                <a:ext cx="29915" cy="29897"/>
              </a:xfrm>
              <a:custGeom>
                <a:avLst/>
                <a:gdLst>
                  <a:gd name="csX0" fmla="*/ 30144 w 29915"/>
                  <a:gd name="csY0" fmla="*/ 15136 h 29897"/>
                  <a:gd name="csX1" fmla="*/ 15187 w 29915"/>
                  <a:gd name="csY1" fmla="*/ 30085 h 29897"/>
                  <a:gd name="csX2" fmla="*/ 229 w 29915"/>
                  <a:gd name="csY2" fmla="*/ 15136 h 29897"/>
                  <a:gd name="csX3" fmla="*/ 15187 w 29915"/>
                  <a:gd name="csY3" fmla="*/ 188 h 29897"/>
                  <a:gd name="csX4" fmla="*/ 30144 w 29915"/>
                  <a:gd name="csY4" fmla="*/ 15136 h 29897"/>
                </a:gdLst>
                <a:ahLst/>
                <a:cxnLst>
                  <a:cxn ang="0">
                    <a:pos x="csX0" y="csY0"/>
                  </a:cxn>
                  <a:cxn ang="0">
                    <a:pos x="csX1" y="csY1"/>
                  </a:cxn>
                  <a:cxn ang="0">
                    <a:pos x="csX2" y="csY2"/>
                  </a:cxn>
                  <a:cxn ang="0">
                    <a:pos x="csX3" y="csY3"/>
                  </a:cxn>
                  <a:cxn ang="0">
                    <a:pos x="csX4" y="csY4"/>
                  </a:cxn>
                </a:cxnLst>
                <a:rect l="l" t="t" r="r" b="b"/>
                <a:pathLst>
                  <a:path w="29915" h="29897">
                    <a:moveTo>
                      <a:pt x="30144" y="15136"/>
                    </a:moveTo>
                    <a:cubicBezTo>
                      <a:pt x="30144" y="23392"/>
                      <a:pt x="23448" y="30085"/>
                      <a:pt x="15187" y="30085"/>
                    </a:cubicBezTo>
                    <a:cubicBezTo>
                      <a:pt x="6926" y="30085"/>
                      <a:pt x="229" y="23392"/>
                      <a:pt x="229" y="15136"/>
                    </a:cubicBezTo>
                    <a:cubicBezTo>
                      <a:pt x="229" y="6880"/>
                      <a:pt x="6926" y="188"/>
                      <a:pt x="15187" y="188"/>
                    </a:cubicBezTo>
                    <a:cubicBezTo>
                      <a:pt x="23448" y="188"/>
                      <a:pt x="30144" y="6880"/>
                      <a:pt x="30144" y="1513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1" name="任意多边形: 形状 8060"/>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2" name="任意多边形: 形状 8061"/>
              <p:cNvSpPr/>
              <p:nvPr/>
            </p:nvSpPr>
            <p:spPr>
              <a:xfrm>
                <a:off x="7054985" y="8187190"/>
                <a:ext cx="29915" cy="29897"/>
              </a:xfrm>
              <a:custGeom>
                <a:avLst/>
                <a:gdLst>
                  <a:gd name="csX0" fmla="*/ 30144 w 29915"/>
                  <a:gd name="csY0" fmla="*/ 15137 h 29897"/>
                  <a:gd name="csX1" fmla="*/ 15187 w 29915"/>
                  <a:gd name="csY1" fmla="*/ 30085 h 29897"/>
                  <a:gd name="csX2" fmla="*/ 229 w 29915"/>
                  <a:gd name="csY2" fmla="*/ 15137 h 29897"/>
                  <a:gd name="csX3" fmla="*/ 15187 w 29915"/>
                  <a:gd name="csY3" fmla="*/ 188 h 29897"/>
                  <a:gd name="csX4" fmla="*/ 30144 w 29915"/>
                  <a:gd name="csY4" fmla="*/ 15137 h 29897"/>
                </a:gdLst>
                <a:ahLst/>
                <a:cxnLst>
                  <a:cxn ang="0">
                    <a:pos x="csX0" y="csY0"/>
                  </a:cxn>
                  <a:cxn ang="0">
                    <a:pos x="csX1" y="csY1"/>
                  </a:cxn>
                  <a:cxn ang="0">
                    <a:pos x="csX2" y="csY2"/>
                  </a:cxn>
                  <a:cxn ang="0">
                    <a:pos x="csX3" y="csY3"/>
                  </a:cxn>
                  <a:cxn ang="0">
                    <a:pos x="csX4" y="csY4"/>
                  </a:cxn>
                </a:cxnLst>
                <a:rect l="l" t="t" r="r" b="b"/>
                <a:pathLst>
                  <a:path w="29915" h="29897">
                    <a:moveTo>
                      <a:pt x="30144" y="15137"/>
                    </a:moveTo>
                    <a:cubicBezTo>
                      <a:pt x="30144" y="23393"/>
                      <a:pt x="23448" y="30085"/>
                      <a:pt x="15187" y="30085"/>
                    </a:cubicBezTo>
                    <a:cubicBezTo>
                      <a:pt x="6926" y="30085"/>
                      <a:pt x="229" y="23393"/>
                      <a:pt x="229" y="15137"/>
                    </a:cubicBezTo>
                    <a:cubicBezTo>
                      <a:pt x="229" y="6880"/>
                      <a:pt x="6926" y="188"/>
                      <a:pt x="15187" y="188"/>
                    </a:cubicBezTo>
                    <a:cubicBezTo>
                      <a:pt x="23448" y="188"/>
                      <a:pt x="30144" y="6880"/>
                      <a:pt x="30144" y="1513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3" name="任意多边形: 形状 8062"/>
              <p:cNvSpPr/>
              <p:nvPr/>
            </p:nvSpPr>
            <p:spPr>
              <a:xfrm>
                <a:off x="7054985" y="8406469"/>
                <a:ext cx="29915" cy="29897"/>
              </a:xfrm>
              <a:custGeom>
                <a:avLst/>
                <a:gdLst>
                  <a:gd name="csX0" fmla="*/ 30144 w 29915"/>
                  <a:gd name="csY0" fmla="*/ 15130 h 29897"/>
                  <a:gd name="csX1" fmla="*/ 15187 w 29915"/>
                  <a:gd name="csY1" fmla="*/ 30079 h 29897"/>
                  <a:gd name="csX2" fmla="*/ 229 w 29915"/>
                  <a:gd name="csY2" fmla="*/ 15130 h 29897"/>
                  <a:gd name="csX3" fmla="*/ 15187 w 29915"/>
                  <a:gd name="csY3" fmla="*/ 181 h 29897"/>
                  <a:gd name="csX4" fmla="*/ 30144 w 29915"/>
                  <a:gd name="csY4" fmla="*/ 15130 h 29897"/>
                </a:gdLst>
                <a:ahLst/>
                <a:cxnLst>
                  <a:cxn ang="0">
                    <a:pos x="csX0" y="csY0"/>
                  </a:cxn>
                  <a:cxn ang="0">
                    <a:pos x="csX1" y="csY1"/>
                  </a:cxn>
                  <a:cxn ang="0">
                    <a:pos x="csX2" y="csY2"/>
                  </a:cxn>
                  <a:cxn ang="0">
                    <a:pos x="csX3" y="csY3"/>
                  </a:cxn>
                  <a:cxn ang="0">
                    <a:pos x="csX4" y="csY4"/>
                  </a:cxn>
                </a:cxnLst>
                <a:rect l="l" t="t" r="r" b="b"/>
                <a:pathLst>
                  <a:path w="29915" h="29897">
                    <a:moveTo>
                      <a:pt x="30144" y="15130"/>
                    </a:moveTo>
                    <a:cubicBezTo>
                      <a:pt x="30144" y="23386"/>
                      <a:pt x="23448" y="30079"/>
                      <a:pt x="15187" y="30079"/>
                    </a:cubicBezTo>
                    <a:cubicBezTo>
                      <a:pt x="6926" y="30079"/>
                      <a:pt x="229" y="23386"/>
                      <a:pt x="229" y="15130"/>
                    </a:cubicBezTo>
                    <a:cubicBezTo>
                      <a:pt x="229" y="6874"/>
                      <a:pt x="6926" y="181"/>
                      <a:pt x="15187" y="181"/>
                    </a:cubicBezTo>
                    <a:cubicBezTo>
                      <a:pt x="23448" y="181"/>
                      <a:pt x="30144" y="6874"/>
                      <a:pt x="30144" y="1513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4" name="任意多边形: 形状 8063"/>
              <p:cNvSpPr/>
              <p:nvPr/>
            </p:nvSpPr>
            <p:spPr>
              <a:xfrm>
                <a:off x="7054985" y="8095571"/>
                <a:ext cx="29915" cy="29897"/>
              </a:xfrm>
              <a:custGeom>
                <a:avLst/>
                <a:gdLst>
                  <a:gd name="csX0" fmla="*/ 30144 w 29915"/>
                  <a:gd name="csY0" fmla="*/ 15139 h 29897"/>
                  <a:gd name="csX1" fmla="*/ 15187 w 29915"/>
                  <a:gd name="csY1" fmla="*/ 30088 h 29897"/>
                  <a:gd name="csX2" fmla="*/ 229 w 29915"/>
                  <a:gd name="csY2" fmla="*/ 15139 h 29897"/>
                  <a:gd name="csX3" fmla="*/ 15187 w 29915"/>
                  <a:gd name="csY3" fmla="*/ 190 h 29897"/>
                  <a:gd name="csX4" fmla="*/ 30144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144" y="15139"/>
                    </a:moveTo>
                    <a:cubicBezTo>
                      <a:pt x="30144" y="23395"/>
                      <a:pt x="23448" y="30088"/>
                      <a:pt x="15187" y="30088"/>
                    </a:cubicBezTo>
                    <a:cubicBezTo>
                      <a:pt x="6926" y="30088"/>
                      <a:pt x="229" y="23395"/>
                      <a:pt x="229" y="15139"/>
                    </a:cubicBezTo>
                    <a:cubicBezTo>
                      <a:pt x="229" y="6883"/>
                      <a:pt x="6926" y="190"/>
                      <a:pt x="15187" y="190"/>
                    </a:cubicBezTo>
                    <a:cubicBezTo>
                      <a:pt x="23448" y="190"/>
                      <a:pt x="30144" y="6883"/>
                      <a:pt x="30144"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5" name="任意多边形: 形状 8064"/>
              <p:cNvSpPr/>
              <p:nvPr/>
            </p:nvSpPr>
            <p:spPr>
              <a:xfrm>
                <a:off x="7054985" y="8814763"/>
                <a:ext cx="29915" cy="29897"/>
              </a:xfrm>
              <a:custGeom>
                <a:avLst/>
                <a:gdLst>
                  <a:gd name="csX0" fmla="*/ 30144 w 29915"/>
                  <a:gd name="csY0" fmla="*/ 15118 h 29897"/>
                  <a:gd name="csX1" fmla="*/ 15187 w 29915"/>
                  <a:gd name="csY1" fmla="*/ 30066 h 29897"/>
                  <a:gd name="csX2" fmla="*/ 229 w 29915"/>
                  <a:gd name="csY2" fmla="*/ 15118 h 29897"/>
                  <a:gd name="csX3" fmla="*/ 15187 w 29915"/>
                  <a:gd name="csY3" fmla="*/ 169 h 29897"/>
                  <a:gd name="csX4" fmla="*/ 30144 w 29915"/>
                  <a:gd name="csY4" fmla="*/ 15118 h 29897"/>
                </a:gdLst>
                <a:ahLst/>
                <a:cxnLst>
                  <a:cxn ang="0">
                    <a:pos x="csX0" y="csY0"/>
                  </a:cxn>
                  <a:cxn ang="0">
                    <a:pos x="csX1" y="csY1"/>
                  </a:cxn>
                  <a:cxn ang="0">
                    <a:pos x="csX2" y="csY2"/>
                  </a:cxn>
                  <a:cxn ang="0">
                    <a:pos x="csX3" y="csY3"/>
                  </a:cxn>
                  <a:cxn ang="0">
                    <a:pos x="csX4" y="csY4"/>
                  </a:cxn>
                </a:cxnLst>
                <a:rect l="l" t="t" r="r" b="b"/>
                <a:pathLst>
                  <a:path w="29915" h="29897">
                    <a:moveTo>
                      <a:pt x="30144" y="15118"/>
                    </a:moveTo>
                    <a:cubicBezTo>
                      <a:pt x="30144" y="23373"/>
                      <a:pt x="23448" y="30066"/>
                      <a:pt x="15187" y="30066"/>
                    </a:cubicBezTo>
                    <a:cubicBezTo>
                      <a:pt x="6926" y="30066"/>
                      <a:pt x="229" y="23373"/>
                      <a:pt x="229" y="15118"/>
                    </a:cubicBezTo>
                    <a:cubicBezTo>
                      <a:pt x="229" y="6862"/>
                      <a:pt x="6926" y="169"/>
                      <a:pt x="15187" y="169"/>
                    </a:cubicBezTo>
                    <a:cubicBezTo>
                      <a:pt x="23448" y="169"/>
                      <a:pt x="30144" y="6862"/>
                      <a:pt x="30144" y="151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6" name="任意多边形: 形状 8065"/>
              <p:cNvSpPr/>
              <p:nvPr/>
            </p:nvSpPr>
            <p:spPr>
              <a:xfrm>
                <a:off x="6647271" y="7805951"/>
                <a:ext cx="29915" cy="29897"/>
              </a:xfrm>
              <a:custGeom>
                <a:avLst/>
                <a:gdLst>
                  <a:gd name="csX0" fmla="*/ 30157 w 29915"/>
                  <a:gd name="csY0" fmla="*/ 15148 h 29897"/>
                  <a:gd name="csX1" fmla="*/ 15199 w 29915"/>
                  <a:gd name="csY1" fmla="*/ 30097 h 29897"/>
                  <a:gd name="csX2" fmla="*/ 241 w 29915"/>
                  <a:gd name="csY2" fmla="*/ 15148 h 29897"/>
                  <a:gd name="csX3" fmla="*/ 15199 w 29915"/>
                  <a:gd name="csY3" fmla="*/ 199 h 29897"/>
                  <a:gd name="csX4" fmla="*/ 30157 w 29915"/>
                  <a:gd name="csY4" fmla="*/ 15148 h 29897"/>
                </a:gdLst>
                <a:ahLst/>
                <a:cxnLst>
                  <a:cxn ang="0">
                    <a:pos x="csX0" y="csY0"/>
                  </a:cxn>
                  <a:cxn ang="0">
                    <a:pos x="csX1" y="csY1"/>
                  </a:cxn>
                  <a:cxn ang="0">
                    <a:pos x="csX2" y="csY2"/>
                  </a:cxn>
                  <a:cxn ang="0">
                    <a:pos x="csX3" y="csY3"/>
                  </a:cxn>
                  <a:cxn ang="0">
                    <a:pos x="csX4" y="csY4"/>
                  </a:cxn>
                </a:cxnLst>
                <a:rect l="l" t="t" r="r" b="b"/>
                <a:pathLst>
                  <a:path w="29915" h="29897">
                    <a:moveTo>
                      <a:pt x="30157" y="15148"/>
                    </a:moveTo>
                    <a:cubicBezTo>
                      <a:pt x="30157" y="23404"/>
                      <a:pt x="23460" y="30097"/>
                      <a:pt x="15199" y="30097"/>
                    </a:cubicBezTo>
                    <a:cubicBezTo>
                      <a:pt x="6938" y="30097"/>
                      <a:pt x="241" y="23404"/>
                      <a:pt x="241" y="15148"/>
                    </a:cubicBezTo>
                    <a:cubicBezTo>
                      <a:pt x="241" y="6892"/>
                      <a:pt x="6938" y="199"/>
                      <a:pt x="15199" y="199"/>
                    </a:cubicBezTo>
                    <a:cubicBezTo>
                      <a:pt x="23460" y="199"/>
                      <a:pt x="30157" y="6892"/>
                      <a:pt x="30157" y="1514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7" name="任意多边形: 形状 8066"/>
              <p:cNvSpPr/>
              <p:nvPr/>
            </p:nvSpPr>
            <p:spPr>
              <a:xfrm>
                <a:off x="7054985" y="7660040"/>
                <a:ext cx="29915" cy="29897"/>
              </a:xfrm>
              <a:custGeom>
                <a:avLst/>
                <a:gdLst>
                  <a:gd name="csX0" fmla="*/ 30144 w 29915"/>
                  <a:gd name="csY0" fmla="*/ 15152 h 29897"/>
                  <a:gd name="csX1" fmla="*/ 15187 w 29915"/>
                  <a:gd name="csY1" fmla="*/ 30101 h 29897"/>
                  <a:gd name="csX2" fmla="*/ 229 w 29915"/>
                  <a:gd name="csY2" fmla="*/ 15152 h 29897"/>
                  <a:gd name="csX3" fmla="*/ 15187 w 29915"/>
                  <a:gd name="csY3" fmla="*/ 204 h 29897"/>
                  <a:gd name="csX4" fmla="*/ 30144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44" y="15152"/>
                    </a:moveTo>
                    <a:cubicBezTo>
                      <a:pt x="30144" y="23409"/>
                      <a:pt x="23448" y="30101"/>
                      <a:pt x="15187" y="30101"/>
                    </a:cubicBezTo>
                    <a:cubicBezTo>
                      <a:pt x="6926" y="30101"/>
                      <a:pt x="229" y="23409"/>
                      <a:pt x="229" y="15152"/>
                    </a:cubicBezTo>
                    <a:cubicBezTo>
                      <a:pt x="229" y="6896"/>
                      <a:pt x="6926" y="204"/>
                      <a:pt x="15187" y="204"/>
                    </a:cubicBezTo>
                    <a:cubicBezTo>
                      <a:pt x="23448" y="204"/>
                      <a:pt x="30144" y="6896"/>
                      <a:pt x="30144"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8" name="任意多边形: 形状 8067"/>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9" name="任意多边形: 形状 8068"/>
              <p:cNvSpPr/>
              <p:nvPr/>
            </p:nvSpPr>
            <p:spPr>
              <a:xfrm>
                <a:off x="7054985" y="8994698"/>
                <a:ext cx="29915" cy="29897"/>
              </a:xfrm>
              <a:custGeom>
                <a:avLst/>
                <a:gdLst>
                  <a:gd name="csX0" fmla="*/ 30144 w 29915"/>
                  <a:gd name="csY0" fmla="*/ 15112 h 29897"/>
                  <a:gd name="csX1" fmla="*/ 15187 w 29915"/>
                  <a:gd name="csY1" fmla="*/ 30061 h 29897"/>
                  <a:gd name="csX2" fmla="*/ 229 w 29915"/>
                  <a:gd name="csY2" fmla="*/ 15112 h 29897"/>
                  <a:gd name="csX3" fmla="*/ 15187 w 29915"/>
                  <a:gd name="csY3" fmla="*/ 163 h 29897"/>
                  <a:gd name="csX4" fmla="*/ 30144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44" y="15112"/>
                    </a:moveTo>
                    <a:cubicBezTo>
                      <a:pt x="30144" y="23368"/>
                      <a:pt x="23448" y="30061"/>
                      <a:pt x="15187" y="30061"/>
                    </a:cubicBezTo>
                    <a:cubicBezTo>
                      <a:pt x="6926" y="30061"/>
                      <a:pt x="229" y="23368"/>
                      <a:pt x="229" y="15112"/>
                    </a:cubicBezTo>
                    <a:cubicBezTo>
                      <a:pt x="229" y="6856"/>
                      <a:pt x="6926" y="163"/>
                      <a:pt x="15187" y="163"/>
                    </a:cubicBezTo>
                    <a:cubicBezTo>
                      <a:pt x="23448" y="163"/>
                      <a:pt x="30144" y="6856"/>
                      <a:pt x="30144"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0" name="任意多边形: 形状 8069"/>
              <p:cNvSpPr/>
              <p:nvPr/>
            </p:nvSpPr>
            <p:spPr>
              <a:xfrm>
                <a:off x="7054985" y="8749465"/>
                <a:ext cx="29915" cy="29897"/>
              </a:xfrm>
              <a:custGeom>
                <a:avLst/>
                <a:gdLst>
                  <a:gd name="csX0" fmla="*/ 30144 w 29915"/>
                  <a:gd name="csY0" fmla="*/ 15120 h 29897"/>
                  <a:gd name="csX1" fmla="*/ 15187 w 29915"/>
                  <a:gd name="csY1" fmla="*/ 30068 h 29897"/>
                  <a:gd name="csX2" fmla="*/ 229 w 29915"/>
                  <a:gd name="csY2" fmla="*/ 15120 h 29897"/>
                  <a:gd name="csX3" fmla="*/ 15187 w 29915"/>
                  <a:gd name="csY3" fmla="*/ 171 h 29897"/>
                  <a:gd name="csX4" fmla="*/ 30144 w 29915"/>
                  <a:gd name="csY4" fmla="*/ 15120 h 29897"/>
                </a:gdLst>
                <a:ahLst/>
                <a:cxnLst>
                  <a:cxn ang="0">
                    <a:pos x="csX0" y="csY0"/>
                  </a:cxn>
                  <a:cxn ang="0">
                    <a:pos x="csX1" y="csY1"/>
                  </a:cxn>
                  <a:cxn ang="0">
                    <a:pos x="csX2" y="csY2"/>
                  </a:cxn>
                  <a:cxn ang="0">
                    <a:pos x="csX3" y="csY3"/>
                  </a:cxn>
                  <a:cxn ang="0">
                    <a:pos x="csX4" y="csY4"/>
                  </a:cxn>
                </a:cxnLst>
                <a:rect l="l" t="t" r="r" b="b"/>
                <a:pathLst>
                  <a:path w="29915" h="29897">
                    <a:moveTo>
                      <a:pt x="30144" y="15120"/>
                    </a:moveTo>
                    <a:cubicBezTo>
                      <a:pt x="30144" y="23375"/>
                      <a:pt x="23448" y="30068"/>
                      <a:pt x="15187" y="30068"/>
                    </a:cubicBezTo>
                    <a:cubicBezTo>
                      <a:pt x="6926" y="30068"/>
                      <a:pt x="229" y="23375"/>
                      <a:pt x="229" y="15120"/>
                    </a:cubicBezTo>
                    <a:cubicBezTo>
                      <a:pt x="229" y="6864"/>
                      <a:pt x="6926" y="171"/>
                      <a:pt x="15187" y="171"/>
                    </a:cubicBezTo>
                    <a:cubicBezTo>
                      <a:pt x="23448" y="171"/>
                      <a:pt x="30144" y="6864"/>
                      <a:pt x="30144" y="1512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1" name="任意多边形: 形状 8070"/>
              <p:cNvSpPr/>
              <p:nvPr/>
            </p:nvSpPr>
            <p:spPr>
              <a:xfrm>
                <a:off x="6647271" y="7722678"/>
                <a:ext cx="29915" cy="29897"/>
              </a:xfrm>
              <a:custGeom>
                <a:avLst/>
                <a:gdLst>
                  <a:gd name="csX0" fmla="*/ 30157 w 29915"/>
                  <a:gd name="csY0" fmla="*/ 15150 h 29897"/>
                  <a:gd name="csX1" fmla="*/ 15199 w 29915"/>
                  <a:gd name="csY1" fmla="*/ 30099 h 29897"/>
                  <a:gd name="csX2" fmla="*/ 241 w 29915"/>
                  <a:gd name="csY2" fmla="*/ 15150 h 29897"/>
                  <a:gd name="csX3" fmla="*/ 15199 w 29915"/>
                  <a:gd name="csY3" fmla="*/ 202 h 29897"/>
                  <a:gd name="csX4" fmla="*/ 30157 w 29915"/>
                  <a:gd name="csY4" fmla="*/ 15150 h 29897"/>
                </a:gdLst>
                <a:ahLst/>
                <a:cxnLst>
                  <a:cxn ang="0">
                    <a:pos x="csX0" y="csY0"/>
                  </a:cxn>
                  <a:cxn ang="0">
                    <a:pos x="csX1" y="csY1"/>
                  </a:cxn>
                  <a:cxn ang="0">
                    <a:pos x="csX2" y="csY2"/>
                  </a:cxn>
                  <a:cxn ang="0">
                    <a:pos x="csX3" y="csY3"/>
                  </a:cxn>
                  <a:cxn ang="0">
                    <a:pos x="csX4" y="csY4"/>
                  </a:cxn>
                </a:cxnLst>
                <a:rect l="l" t="t" r="r" b="b"/>
                <a:pathLst>
                  <a:path w="29915" h="29897">
                    <a:moveTo>
                      <a:pt x="30157" y="15150"/>
                    </a:moveTo>
                    <a:cubicBezTo>
                      <a:pt x="30157" y="23407"/>
                      <a:pt x="23460" y="30099"/>
                      <a:pt x="15199" y="30099"/>
                    </a:cubicBezTo>
                    <a:cubicBezTo>
                      <a:pt x="6938" y="30099"/>
                      <a:pt x="241" y="23407"/>
                      <a:pt x="241" y="15150"/>
                    </a:cubicBezTo>
                    <a:cubicBezTo>
                      <a:pt x="241" y="6894"/>
                      <a:pt x="6938" y="202"/>
                      <a:pt x="15199" y="202"/>
                    </a:cubicBezTo>
                    <a:cubicBezTo>
                      <a:pt x="23460" y="202"/>
                      <a:pt x="30157" y="6894"/>
                      <a:pt x="30157" y="1515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72" name="任意多边形: 形状 8071"/>
              <p:cNvSpPr/>
              <p:nvPr/>
            </p:nvSpPr>
            <p:spPr>
              <a:xfrm>
                <a:off x="7054985" y="8552563"/>
                <a:ext cx="29915" cy="29897"/>
              </a:xfrm>
              <a:custGeom>
                <a:avLst/>
                <a:gdLst>
                  <a:gd name="csX0" fmla="*/ 30144 w 29915"/>
                  <a:gd name="csY0" fmla="*/ 15125 h 29897"/>
                  <a:gd name="csX1" fmla="*/ 15187 w 29915"/>
                  <a:gd name="csY1" fmla="*/ 30074 h 29897"/>
                  <a:gd name="csX2" fmla="*/ 229 w 29915"/>
                  <a:gd name="csY2" fmla="*/ 15125 h 29897"/>
                  <a:gd name="csX3" fmla="*/ 15187 w 29915"/>
                  <a:gd name="csY3" fmla="*/ 177 h 29897"/>
                  <a:gd name="csX4" fmla="*/ 30144 w 29915"/>
                  <a:gd name="csY4" fmla="*/ 15125 h 29897"/>
                </a:gdLst>
                <a:ahLst/>
                <a:cxnLst>
                  <a:cxn ang="0">
                    <a:pos x="csX0" y="csY0"/>
                  </a:cxn>
                  <a:cxn ang="0">
                    <a:pos x="csX1" y="csY1"/>
                  </a:cxn>
                  <a:cxn ang="0">
                    <a:pos x="csX2" y="csY2"/>
                  </a:cxn>
                  <a:cxn ang="0">
                    <a:pos x="csX3" y="csY3"/>
                  </a:cxn>
                  <a:cxn ang="0">
                    <a:pos x="csX4" y="csY4"/>
                  </a:cxn>
                </a:cxnLst>
                <a:rect l="l" t="t" r="r" b="b"/>
                <a:pathLst>
                  <a:path w="29915" h="29897">
                    <a:moveTo>
                      <a:pt x="30144" y="15125"/>
                    </a:moveTo>
                    <a:cubicBezTo>
                      <a:pt x="30144" y="23382"/>
                      <a:pt x="23448" y="30074"/>
                      <a:pt x="15187" y="30074"/>
                    </a:cubicBezTo>
                    <a:cubicBezTo>
                      <a:pt x="6926" y="30074"/>
                      <a:pt x="229" y="23382"/>
                      <a:pt x="229" y="15125"/>
                    </a:cubicBezTo>
                    <a:cubicBezTo>
                      <a:pt x="229" y="6869"/>
                      <a:pt x="6926" y="177"/>
                      <a:pt x="15187" y="177"/>
                    </a:cubicBezTo>
                    <a:cubicBezTo>
                      <a:pt x="23448" y="177"/>
                      <a:pt x="30144" y="6869"/>
                      <a:pt x="30144" y="1512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3" name="任意多边形: 形状 8072"/>
              <p:cNvSpPr/>
              <p:nvPr/>
            </p:nvSpPr>
            <p:spPr>
              <a:xfrm>
                <a:off x="6647271" y="7975339"/>
                <a:ext cx="29915" cy="29897"/>
              </a:xfrm>
              <a:custGeom>
                <a:avLst/>
                <a:gdLst>
                  <a:gd name="csX0" fmla="*/ 30157 w 29915"/>
                  <a:gd name="csY0" fmla="*/ 15143 h 29897"/>
                  <a:gd name="csX1" fmla="*/ 15199 w 29915"/>
                  <a:gd name="csY1" fmla="*/ 30092 h 29897"/>
                  <a:gd name="csX2" fmla="*/ 241 w 29915"/>
                  <a:gd name="csY2" fmla="*/ 15143 h 29897"/>
                  <a:gd name="csX3" fmla="*/ 15199 w 29915"/>
                  <a:gd name="csY3" fmla="*/ 194 h 29897"/>
                  <a:gd name="csX4" fmla="*/ 30157 w 29915"/>
                  <a:gd name="csY4" fmla="*/ 15143 h 29897"/>
                </a:gdLst>
                <a:ahLst/>
                <a:cxnLst>
                  <a:cxn ang="0">
                    <a:pos x="csX0" y="csY0"/>
                  </a:cxn>
                  <a:cxn ang="0">
                    <a:pos x="csX1" y="csY1"/>
                  </a:cxn>
                  <a:cxn ang="0">
                    <a:pos x="csX2" y="csY2"/>
                  </a:cxn>
                  <a:cxn ang="0">
                    <a:pos x="csX3" y="csY3"/>
                  </a:cxn>
                  <a:cxn ang="0">
                    <a:pos x="csX4" y="csY4"/>
                  </a:cxn>
                </a:cxnLst>
                <a:rect l="l" t="t" r="r" b="b"/>
                <a:pathLst>
                  <a:path w="29915" h="29897">
                    <a:moveTo>
                      <a:pt x="30157" y="15143"/>
                    </a:moveTo>
                    <a:cubicBezTo>
                      <a:pt x="30157" y="23399"/>
                      <a:pt x="23460" y="30092"/>
                      <a:pt x="15199" y="30092"/>
                    </a:cubicBezTo>
                    <a:cubicBezTo>
                      <a:pt x="6938" y="30092"/>
                      <a:pt x="241" y="23399"/>
                      <a:pt x="241" y="15143"/>
                    </a:cubicBezTo>
                    <a:cubicBezTo>
                      <a:pt x="241" y="6887"/>
                      <a:pt x="6938" y="194"/>
                      <a:pt x="15199" y="194"/>
                    </a:cubicBezTo>
                    <a:cubicBezTo>
                      <a:pt x="23460" y="194"/>
                      <a:pt x="30157" y="6887"/>
                      <a:pt x="30157" y="151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74" name="任意多边形: 形状 8073"/>
              <p:cNvSpPr/>
              <p:nvPr/>
            </p:nvSpPr>
            <p:spPr>
              <a:xfrm>
                <a:off x="7054985" y="8077046"/>
                <a:ext cx="29915" cy="29897"/>
              </a:xfrm>
              <a:custGeom>
                <a:avLst/>
                <a:gdLst>
                  <a:gd name="csX0" fmla="*/ 30144 w 29915"/>
                  <a:gd name="csY0" fmla="*/ 15140 h 29897"/>
                  <a:gd name="csX1" fmla="*/ 15187 w 29915"/>
                  <a:gd name="csY1" fmla="*/ 30089 h 29897"/>
                  <a:gd name="csX2" fmla="*/ 229 w 29915"/>
                  <a:gd name="csY2" fmla="*/ 15140 h 29897"/>
                  <a:gd name="csX3" fmla="*/ 15187 w 29915"/>
                  <a:gd name="csY3" fmla="*/ 191 h 29897"/>
                  <a:gd name="csX4" fmla="*/ 30144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144" y="15140"/>
                    </a:moveTo>
                    <a:cubicBezTo>
                      <a:pt x="30144" y="23396"/>
                      <a:pt x="23448" y="30089"/>
                      <a:pt x="15187" y="30089"/>
                    </a:cubicBezTo>
                    <a:cubicBezTo>
                      <a:pt x="6926" y="30089"/>
                      <a:pt x="229" y="23396"/>
                      <a:pt x="229" y="15140"/>
                    </a:cubicBezTo>
                    <a:cubicBezTo>
                      <a:pt x="229" y="6884"/>
                      <a:pt x="6926" y="191"/>
                      <a:pt x="15187" y="191"/>
                    </a:cubicBezTo>
                    <a:cubicBezTo>
                      <a:pt x="23448" y="191"/>
                      <a:pt x="30144" y="6884"/>
                      <a:pt x="30144"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5" name="任意多边形: 形状 8074"/>
              <p:cNvSpPr/>
              <p:nvPr/>
            </p:nvSpPr>
            <p:spPr>
              <a:xfrm>
                <a:off x="7054985" y="7921322"/>
                <a:ext cx="29915" cy="29897"/>
              </a:xfrm>
              <a:custGeom>
                <a:avLst/>
                <a:gdLst>
                  <a:gd name="csX0" fmla="*/ 30144 w 29915"/>
                  <a:gd name="csY0" fmla="*/ 15144 h 29897"/>
                  <a:gd name="csX1" fmla="*/ 15187 w 29915"/>
                  <a:gd name="csY1" fmla="*/ 30093 h 29897"/>
                  <a:gd name="csX2" fmla="*/ 229 w 29915"/>
                  <a:gd name="csY2" fmla="*/ 15144 h 29897"/>
                  <a:gd name="csX3" fmla="*/ 15187 w 29915"/>
                  <a:gd name="csY3" fmla="*/ 196 h 29897"/>
                  <a:gd name="csX4" fmla="*/ 30144 w 29915"/>
                  <a:gd name="csY4" fmla="*/ 15144 h 29897"/>
                </a:gdLst>
                <a:ahLst/>
                <a:cxnLst>
                  <a:cxn ang="0">
                    <a:pos x="csX0" y="csY0"/>
                  </a:cxn>
                  <a:cxn ang="0">
                    <a:pos x="csX1" y="csY1"/>
                  </a:cxn>
                  <a:cxn ang="0">
                    <a:pos x="csX2" y="csY2"/>
                  </a:cxn>
                  <a:cxn ang="0">
                    <a:pos x="csX3" y="csY3"/>
                  </a:cxn>
                  <a:cxn ang="0">
                    <a:pos x="csX4" y="csY4"/>
                  </a:cxn>
                </a:cxnLst>
                <a:rect l="l" t="t" r="r" b="b"/>
                <a:pathLst>
                  <a:path w="29915" h="29897">
                    <a:moveTo>
                      <a:pt x="30144" y="15144"/>
                    </a:moveTo>
                    <a:cubicBezTo>
                      <a:pt x="30144" y="23401"/>
                      <a:pt x="23448" y="30093"/>
                      <a:pt x="15187" y="30093"/>
                    </a:cubicBezTo>
                    <a:cubicBezTo>
                      <a:pt x="6926" y="30093"/>
                      <a:pt x="229" y="23401"/>
                      <a:pt x="229" y="15144"/>
                    </a:cubicBezTo>
                    <a:cubicBezTo>
                      <a:pt x="229" y="6888"/>
                      <a:pt x="6926" y="196"/>
                      <a:pt x="15187" y="196"/>
                    </a:cubicBezTo>
                    <a:cubicBezTo>
                      <a:pt x="23448" y="196"/>
                      <a:pt x="30144" y="6888"/>
                      <a:pt x="30144" y="1514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6" name="任意多边形: 形状 8075"/>
              <p:cNvSpPr/>
              <p:nvPr/>
            </p:nvSpPr>
            <p:spPr>
              <a:xfrm>
                <a:off x="6417583" y="7608223"/>
                <a:ext cx="897006" cy="1468097"/>
              </a:xfrm>
              <a:custGeom>
                <a:avLst/>
                <a:gdLst>
                  <a:gd name="csX0" fmla="*/ 235 w 897006"/>
                  <a:gd name="csY0" fmla="*/ 184 h 1468097"/>
                  <a:gd name="csX1" fmla="*/ 897242 w 897006"/>
                  <a:gd name="csY1" fmla="*/ 184 h 1468097"/>
                  <a:gd name="csX2" fmla="*/ 897242 w 897006"/>
                  <a:gd name="csY2" fmla="*/ 1468281 h 1468097"/>
                  <a:gd name="csX3" fmla="*/ 235 w 897006"/>
                  <a:gd name="csY3" fmla="*/ 1468281 h 1468097"/>
                </a:gdLst>
                <a:ahLst/>
                <a:cxnLst>
                  <a:cxn ang="0">
                    <a:pos x="csX0" y="csY0"/>
                  </a:cxn>
                  <a:cxn ang="0">
                    <a:pos x="csX1" y="csY1"/>
                  </a:cxn>
                  <a:cxn ang="0">
                    <a:pos x="csX2" y="csY2"/>
                  </a:cxn>
                  <a:cxn ang="0">
                    <a:pos x="csX3" y="csY3"/>
                  </a:cxn>
                </a:cxnLst>
                <a:rect l="l" t="t" r="r" b="b"/>
                <a:pathLst>
                  <a:path w="897006" h="1468097">
                    <a:moveTo>
                      <a:pt x="235" y="184"/>
                    </a:moveTo>
                    <a:lnTo>
                      <a:pt x="897242" y="184"/>
                    </a:lnTo>
                    <a:lnTo>
                      <a:pt x="897242" y="1468281"/>
                    </a:lnTo>
                    <a:lnTo>
                      <a:pt x="235" y="1468281"/>
                    </a:lnTo>
                    <a:close/>
                  </a:path>
                </a:pathLst>
              </a:custGeom>
              <a:noFill/>
              <a:ln w="13661" cap="rnd">
                <a:solidFill>
                  <a:srgbClr val="000000"/>
                </a:solidFill>
                <a:prstDash val="solid"/>
                <a:round/>
              </a:ln>
            </p:spPr>
            <p:txBody>
              <a:bodyPr/>
              <a:lstStyle/>
              <a:p>
                <a:endParaRPr lang="zh-CN" altLang="en-US" sz="2190"/>
              </a:p>
            </p:txBody>
          </p:sp>
        </p:grpSp>
        <p:sp>
          <p:nvSpPr>
            <p:cNvPr id="8077" name="文本框 8076"/>
            <p:cNvSpPr txBox="1"/>
            <p:nvPr/>
          </p:nvSpPr>
          <p:spPr>
            <a:xfrm>
              <a:off x="4687383" y="7429701"/>
              <a:ext cx="588770"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TKFC-AL</a:t>
              </a:r>
            </a:p>
          </p:txBody>
        </p:sp>
        <p:sp>
          <p:nvSpPr>
            <p:cNvPr id="8078" name="文本框 8077"/>
            <p:cNvSpPr txBox="1"/>
            <p:nvPr/>
          </p:nvSpPr>
          <p:spPr>
            <a:xfrm>
              <a:off x="5636770" y="7429701"/>
              <a:ext cx="594071"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VNN1-A3</a:t>
              </a:r>
            </a:p>
          </p:txBody>
        </p:sp>
        <p:sp>
          <p:nvSpPr>
            <p:cNvPr id="8079" name="文本框 8078"/>
            <p:cNvSpPr txBox="1"/>
            <p:nvPr/>
          </p:nvSpPr>
          <p:spPr>
            <a:xfrm>
              <a:off x="6583770" y="7429701"/>
              <a:ext cx="604673"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VNN1-SE</a:t>
              </a:r>
            </a:p>
          </p:txBody>
        </p:sp>
        <p:sp>
          <p:nvSpPr>
            <p:cNvPr id="8080" name="文本框 8079"/>
            <p:cNvSpPr txBox="1"/>
            <p:nvPr/>
          </p:nvSpPr>
          <p:spPr>
            <a:xfrm>
              <a:off x="4716762" y="5737647"/>
              <a:ext cx="526924"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JUP-AF</a:t>
              </a:r>
            </a:p>
          </p:txBody>
        </p:sp>
        <p:sp>
          <p:nvSpPr>
            <p:cNvPr id="8081" name="文本框 8080"/>
            <p:cNvSpPr txBox="1"/>
            <p:nvPr/>
          </p:nvSpPr>
          <p:spPr>
            <a:xfrm>
              <a:off x="5612251" y="5737647"/>
              <a:ext cx="645314"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LOXL2-SE</a:t>
              </a:r>
            </a:p>
          </p:txBody>
        </p:sp>
        <p:sp>
          <p:nvSpPr>
            <p:cNvPr id="8082" name="文本框 8081"/>
            <p:cNvSpPr txBox="1"/>
            <p:nvPr/>
          </p:nvSpPr>
          <p:spPr>
            <a:xfrm>
              <a:off x="6615579" y="5737647"/>
              <a:ext cx="537526"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PVR-A3</a:t>
              </a:r>
            </a:p>
          </p:txBody>
        </p:sp>
        <p:sp>
          <p:nvSpPr>
            <p:cNvPr id="8083" name="文本框 8082"/>
            <p:cNvSpPr txBox="1"/>
            <p:nvPr/>
          </p:nvSpPr>
          <p:spPr>
            <a:xfrm>
              <a:off x="4657939" y="4045503"/>
              <a:ext cx="650615"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ACSL5-SE</a:t>
              </a:r>
            </a:p>
          </p:txBody>
        </p:sp>
        <p:sp>
          <p:nvSpPr>
            <p:cNvPr id="8084" name="文本框 8083"/>
            <p:cNvSpPr txBox="1"/>
            <p:nvPr/>
          </p:nvSpPr>
          <p:spPr>
            <a:xfrm>
              <a:off x="5658814" y="4045503"/>
              <a:ext cx="548128"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GSN-A5</a:t>
              </a:r>
            </a:p>
          </p:txBody>
        </p:sp>
        <p:sp>
          <p:nvSpPr>
            <p:cNvPr id="8085" name="文本框 8084"/>
            <p:cNvSpPr txBox="1"/>
            <p:nvPr/>
          </p:nvSpPr>
          <p:spPr>
            <a:xfrm>
              <a:off x="6608288" y="4045503"/>
              <a:ext cx="553429" cy="212537"/>
            </a:xfrm>
            <a:prstGeom prst="rect">
              <a:avLst/>
            </a:prstGeom>
            <a:noFill/>
          </p:spPr>
          <p:txBody>
            <a:bodyPr wrap="none" rtlCol="0">
              <a:spAutoFit/>
            </a:bodyPr>
            <a:lstStyle/>
            <a:p>
              <a:pPr algn="l"/>
              <a:r>
                <a:rPr lang="zh-CN" altLang="en-US" sz="655" dirty="0">
                  <a:solidFill>
                    <a:srgbClr val="1A1A1A"/>
                  </a:solidFill>
                  <a:latin typeface="Arial" panose="020B0604020202090204"/>
                  <a:cs typeface="Arial" panose="020B0604020202090204"/>
                  <a:sym typeface="Arial" panose="020B0604020202090204"/>
                  <a:rtl val="0"/>
                </a:rPr>
                <a:t>GSN-AF</a:t>
              </a:r>
            </a:p>
          </p:txBody>
        </p:sp>
        <p:grpSp>
          <p:nvGrpSpPr>
            <p:cNvPr id="8086" name="图形 2"/>
            <p:cNvGrpSpPr/>
            <p:nvPr/>
          </p:nvGrpSpPr>
          <p:grpSpPr>
            <a:xfrm>
              <a:off x="4041352" y="4184786"/>
              <a:ext cx="3315878" cy="5114570"/>
              <a:chOff x="4041352" y="4184786"/>
              <a:chExt cx="3315878" cy="5114570"/>
            </a:xfrm>
          </p:grpSpPr>
          <p:sp>
            <p:nvSpPr>
              <p:cNvPr id="8087" name="任意多边形: 形状 8086"/>
              <p:cNvSpPr/>
              <p:nvPr/>
            </p:nvSpPr>
            <p:spPr>
              <a:xfrm>
                <a:off x="4758557" y="9076412"/>
                <a:ext cx="12705" cy="27329"/>
              </a:xfrm>
              <a:custGeom>
                <a:avLst/>
                <a:gdLst>
                  <a:gd name="csX0" fmla="*/ 299 w 12705"/>
                  <a:gd name="csY0" fmla="*/ 27490 h 27329"/>
                  <a:gd name="csX1" fmla="*/ 299 w 12705"/>
                  <a:gd name="csY1" fmla="*/ 161 h 27329"/>
                </a:gdLst>
                <a:ahLst/>
                <a:cxnLst>
                  <a:cxn ang="0">
                    <a:pos x="csX0" y="csY0"/>
                  </a:cxn>
                  <a:cxn ang="0">
                    <a:pos x="csX1" y="csY1"/>
                  </a:cxn>
                </a:cxnLst>
                <a:rect l="l" t="t" r="r" b="b"/>
                <a:pathLst>
                  <a:path w="12705" h="27329">
                    <a:moveTo>
                      <a:pt x="299" y="27490"/>
                    </a:moveTo>
                    <a:lnTo>
                      <a:pt x="299" y="161"/>
                    </a:lnTo>
                  </a:path>
                </a:pathLst>
              </a:custGeom>
              <a:noFill/>
              <a:ln w="10635" cap="flat">
                <a:solidFill>
                  <a:srgbClr val="000000"/>
                </a:solidFill>
                <a:prstDash val="solid"/>
                <a:round/>
              </a:ln>
            </p:spPr>
            <p:txBody>
              <a:bodyPr/>
              <a:lstStyle/>
              <a:p>
                <a:endParaRPr lang="zh-CN" altLang="en-US" sz="2190"/>
              </a:p>
            </p:txBody>
          </p:sp>
          <p:sp>
            <p:nvSpPr>
              <p:cNvPr id="8088" name="任意多边形: 形状 8087"/>
              <p:cNvSpPr/>
              <p:nvPr/>
            </p:nvSpPr>
            <p:spPr>
              <a:xfrm>
                <a:off x="5166270" y="9076412"/>
                <a:ext cx="12705" cy="27329"/>
              </a:xfrm>
              <a:custGeom>
                <a:avLst/>
                <a:gdLst>
                  <a:gd name="csX0" fmla="*/ 287 w 12705"/>
                  <a:gd name="csY0" fmla="*/ 27490 h 27329"/>
                  <a:gd name="csX1" fmla="*/ 287 w 12705"/>
                  <a:gd name="csY1" fmla="*/ 161 h 27329"/>
                </a:gdLst>
                <a:ahLst/>
                <a:cxnLst>
                  <a:cxn ang="0">
                    <a:pos x="csX0" y="csY0"/>
                  </a:cxn>
                  <a:cxn ang="0">
                    <a:pos x="csX1" y="csY1"/>
                  </a:cxn>
                </a:cxnLst>
                <a:rect l="l" t="t" r="r" b="b"/>
                <a:pathLst>
                  <a:path w="12705" h="27329">
                    <a:moveTo>
                      <a:pt x="287" y="27490"/>
                    </a:moveTo>
                    <a:lnTo>
                      <a:pt x="287" y="161"/>
                    </a:lnTo>
                  </a:path>
                </a:pathLst>
              </a:custGeom>
              <a:noFill/>
              <a:ln w="10635" cap="flat">
                <a:solidFill>
                  <a:srgbClr val="000000"/>
                </a:solidFill>
                <a:prstDash val="solid"/>
                <a:round/>
              </a:ln>
            </p:spPr>
            <p:txBody>
              <a:bodyPr/>
              <a:lstStyle/>
              <a:p>
                <a:endParaRPr lang="zh-CN" altLang="en-US" sz="2190"/>
              </a:p>
            </p:txBody>
          </p:sp>
          <p:sp>
            <p:nvSpPr>
              <p:cNvPr id="8089" name="文本框 8088"/>
              <p:cNvSpPr txBox="1"/>
              <p:nvPr/>
            </p:nvSpPr>
            <p:spPr>
              <a:xfrm>
                <a:off x="4489679"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0" name="文本框 8089"/>
              <p:cNvSpPr txBox="1"/>
              <p:nvPr/>
            </p:nvSpPr>
            <p:spPr>
              <a:xfrm>
                <a:off x="4917799"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1" name="任意多边形: 形状 8090"/>
              <p:cNvSpPr/>
              <p:nvPr/>
            </p:nvSpPr>
            <p:spPr>
              <a:xfrm>
                <a:off x="5710439" y="9076412"/>
                <a:ext cx="12705" cy="27329"/>
              </a:xfrm>
              <a:custGeom>
                <a:avLst/>
                <a:gdLst>
                  <a:gd name="csX0" fmla="*/ 270 w 12705"/>
                  <a:gd name="csY0" fmla="*/ 27490 h 27329"/>
                  <a:gd name="csX1" fmla="*/ 270 w 12705"/>
                  <a:gd name="csY1" fmla="*/ 161 h 27329"/>
                </a:gdLst>
                <a:ahLst/>
                <a:cxnLst>
                  <a:cxn ang="0">
                    <a:pos x="csX0" y="csY0"/>
                  </a:cxn>
                  <a:cxn ang="0">
                    <a:pos x="csX1" y="csY1"/>
                  </a:cxn>
                </a:cxnLst>
                <a:rect l="l" t="t" r="r" b="b"/>
                <a:pathLst>
                  <a:path w="12705" h="27329">
                    <a:moveTo>
                      <a:pt x="270" y="27490"/>
                    </a:moveTo>
                    <a:lnTo>
                      <a:pt x="270" y="161"/>
                    </a:lnTo>
                  </a:path>
                </a:pathLst>
              </a:custGeom>
              <a:noFill/>
              <a:ln w="10635" cap="flat">
                <a:solidFill>
                  <a:srgbClr val="000000"/>
                </a:solidFill>
                <a:prstDash val="solid"/>
                <a:round/>
              </a:ln>
            </p:spPr>
            <p:txBody>
              <a:bodyPr/>
              <a:lstStyle/>
              <a:p>
                <a:endParaRPr lang="zh-CN" altLang="en-US" sz="2190"/>
              </a:p>
            </p:txBody>
          </p:sp>
          <p:sp>
            <p:nvSpPr>
              <p:cNvPr id="8092" name="任意多边形: 形状 8091"/>
              <p:cNvSpPr/>
              <p:nvPr/>
            </p:nvSpPr>
            <p:spPr>
              <a:xfrm>
                <a:off x="6118152" y="9076412"/>
                <a:ext cx="12705" cy="27329"/>
              </a:xfrm>
              <a:custGeom>
                <a:avLst/>
                <a:gdLst>
                  <a:gd name="csX0" fmla="*/ 258 w 12705"/>
                  <a:gd name="csY0" fmla="*/ 27490 h 27329"/>
                  <a:gd name="csX1" fmla="*/ 258 w 12705"/>
                  <a:gd name="csY1" fmla="*/ 161 h 27329"/>
                </a:gdLst>
                <a:ahLst/>
                <a:cxnLst>
                  <a:cxn ang="0">
                    <a:pos x="csX0" y="csY0"/>
                  </a:cxn>
                  <a:cxn ang="0">
                    <a:pos x="csX1" y="csY1"/>
                  </a:cxn>
                </a:cxnLst>
                <a:rect l="l" t="t" r="r" b="b"/>
                <a:pathLst>
                  <a:path w="12705" h="27329">
                    <a:moveTo>
                      <a:pt x="258" y="27490"/>
                    </a:moveTo>
                    <a:lnTo>
                      <a:pt x="258" y="161"/>
                    </a:lnTo>
                  </a:path>
                </a:pathLst>
              </a:custGeom>
              <a:noFill/>
              <a:ln w="10635" cap="flat">
                <a:solidFill>
                  <a:srgbClr val="000000"/>
                </a:solidFill>
                <a:prstDash val="solid"/>
                <a:round/>
              </a:ln>
            </p:spPr>
            <p:txBody>
              <a:bodyPr/>
              <a:lstStyle/>
              <a:p>
                <a:endParaRPr lang="zh-CN" altLang="en-US" sz="2190"/>
              </a:p>
            </p:txBody>
          </p:sp>
          <p:sp>
            <p:nvSpPr>
              <p:cNvPr id="8093" name="文本框 8092"/>
              <p:cNvSpPr txBox="1"/>
              <p:nvPr/>
            </p:nvSpPr>
            <p:spPr>
              <a:xfrm>
                <a:off x="5441562"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4" name="文本框 8093"/>
              <p:cNvSpPr txBox="1"/>
              <p:nvPr/>
            </p:nvSpPr>
            <p:spPr>
              <a:xfrm>
                <a:off x="5869681"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5" name="任意多边形: 形状 8094"/>
              <p:cNvSpPr/>
              <p:nvPr/>
            </p:nvSpPr>
            <p:spPr>
              <a:xfrm>
                <a:off x="6662229" y="9076412"/>
                <a:ext cx="12705" cy="27329"/>
              </a:xfrm>
              <a:custGeom>
                <a:avLst/>
                <a:gdLst>
                  <a:gd name="csX0" fmla="*/ 241 w 12705"/>
                  <a:gd name="csY0" fmla="*/ 27490 h 27329"/>
                  <a:gd name="csX1" fmla="*/ 241 w 12705"/>
                  <a:gd name="csY1" fmla="*/ 161 h 27329"/>
                </a:gdLst>
                <a:ahLst/>
                <a:cxnLst>
                  <a:cxn ang="0">
                    <a:pos x="csX0" y="csY0"/>
                  </a:cxn>
                  <a:cxn ang="0">
                    <a:pos x="csX1" y="csY1"/>
                  </a:cxn>
                </a:cxnLst>
                <a:rect l="l" t="t" r="r" b="b"/>
                <a:pathLst>
                  <a:path w="12705" h="27329">
                    <a:moveTo>
                      <a:pt x="241" y="27490"/>
                    </a:moveTo>
                    <a:lnTo>
                      <a:pt x="241" y="161"/>
                    </a:lnTo>
                  </a:path>
                </a:pathLst>
              </a:custGeom>
              <a:noFill/>
              <a:ln w="10635" cap="flat">
                <a:solidFill>
                  <a:srgbClr val="000000"/>
                </a:solidFill>
                <a:prstDash val="solid"/>
                <a:round/>
              </a:ln>
            </p:spPr>
            <p:txBody>
              <a:bodyPr/>
              <a:lstStyle/>
              <a:p>
                <a:endParaRPr lang="zh-CN" altLang="en-US" sz="2190"/>
              </a:p>
            </p:txBody>
          </p:sp>
          <p:sp>
            <p:nvSpPr>
              <p:cNvPr id="8096" name="任意多边形: 形状 8095"/>
              <p:cNvSpPr/>
              <p:nvPr/>
            </p:nvSpPr>
            <p:spPr>
              <a:xfrm>
                <a:off x="7069943" y="9076412"/>
                <a:ext cx="12705" cy="27329"/>
              </a:xfrm>
              <a:custGeom>
                <a:avLst/>
                <a:gdLst>
                  <a:gd name="csX0" fmla="*/ 229 w 12705"/>
                  <a:gd name="csY0" fmla="*/ 27490 h 27329"/>
                  <a:gd name="csX1" fmla="*/ 229 w 12705"/>
                  <a:gd name="csY1" fmla="*/ 161 h 27329"/>
                </a:gdLst>
                <a:ahLst/>
                <a:cxnLst>
                  <a:cxn ang="0">
                    <a:pos x="csX0" y="csY0"/>
                  </a:cxn>
                  <a:cxn ang="0">
                    <a:pos x="csX1" y="csY1"/>
                  </a:cxn>
                </a:cxnLst>
                <a:rect l="l" t="t" r="r" b="b"/>
                <a:pathLst>
                  <a:path w="12705" h="27329">
                    <a:moveTo>
                      <a:pt x="229" y="27490"/>
                    </a:moveTo>
                    <a:lnTo>
                      <a:pt x="229" y="161"/>
                    </a:lnTo>
                  </a:path>
                </a:pathLst>
              </a:custGeom>
              <a:noFill/>
              <a:ln w="10635" cap="flat">
                <a:solidFill>
                  <a:srgbClr val="000000"/>
                </a:solidFill>
                <a:prstDash val="solid"/>
                <a:round/>
              </a:ln>
            </p:spPr>
            <p:txBody>
              <a:bodyPr/>
              <a:lstStyle/>
              <a:p>
                <a:endParaRPr lang="zh-CN" altLang="en-US" sz="2190"/>
              </a:p>
            </p:txBody>
          </p:sp>
          <p:sp>
            <p:nvSpPr>
              <p:cNvPr id="8097" name="文本框 8096"/>
              <p:cNvSpPr txBox="1"/>
              <p:nvPr/>
            </p:nvSpPr>
            <p:spPr>
              <a:xfrm>
                <a:off x="6393352"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8" name="文本框 8097"/>
              <p:cNvSpPr txBox="1"/>
              <p:nvPr/>
            </p:nvSpPr>
            <p:spPr>
              <a:xfrm>
                <a:off x="6821472"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9" name="文本框 8098"/>
              <p:cNvSpPr txBox="1"/>
              <p:nvPr/>
            </p:nvSpPr>
            <p:spPr>
              <a:xfrm>
                <a:off x="4158778" y="551944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00" name="文本框 8099"/>
              <p:cNvSpPr txBox="1"/>
              <p:nvPr/>
            </p:nvSpPr>
            <p:spPr>
              <a:xfrm>
                <a:off x="4158778" y="5185803"/>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01" name="文本框 8100"/>
              <p:cNvSpPr txBox="1"/>
              <p:nvPr/>
            </p:nvSpPr>
            <p:spPr>
              <a:xfrm>
                <a:off x="4158778" y="485216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02" name="文本框 8101"/>
              <p:cNvSpPr txBox="1"/>
              <p:nvPr/>
            </p:nvSpPr>
            <p:spPr>
              <a:xfrm>
                <a:off x="4158778" y="451842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03" name="文本框 8102"/>
              <p:cNvSpPr txBox="1"/>
              <p:nvPr/>
            </p:nvSpPr>
            <p:spPr>
              <a:xfrm>
                <a:off x="4158778" y="4184786"/>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04" name="任意多边形: 形状 8103"/>
              <p:cNvSpPr/>
              <p:nvPr/>
            </p:nvSpPr>
            <p:spPr>
              <a:xfrm>
                <a:off x="4486473" y="5625357"/>
                <a:ext cx="27437" cy="12698"/>
              </a:xfrm>
              <a:custGeom>
                <a:avLst/>
                <a:gdLst>
                  <a:gd name="csX0" fmla="*/ 307 w 27437"/>
                  <a:gd name="csY0" fmla="*/ 266 h 12698"/>
                  <a:gd name="csX1" fmla="*/ 27745 w 27437"/>
                  <a:gd name="csY1" fmla="*/ 266 h 12698"/>
                </a:gdLst>
                <a:ahLst/>
                <a:cxnLst>
                  <a:cxn ang="0">
                    <a:pos x="csX0" y="csY0"/>
                  </a:cxn>
                  <a:cxn ang="0">
                    <a:pos x="csX1" y="csY1"/>
                  </a:cxn>
                </a:cxnLst>
                <a:rect l="l" t="t" r="r" b="b"/>
                <a:pathLst>
                  <a:path w="27437" h="12698">
                    <a:moveTo>
                      <a:pt x="307" y="266"/>
                    </a:moveTo>
                    <a:lnTo>
                      <a:pt x="27745" y="266"/>
                    </a:lnTo>
                  </a:path>
                </a:pathLst>
              </a:custGeom>
              <a:noFill/>
              <a:ln w="10635" cap="flat">
                <a:solidFill>
                  <a:srgbClr val="000000"/>
                </a:solidFill>
                <a:prstDash val="solid"/>
                <a:round/>
              </a:ln>
            </p:spPr>
            <p:txBody>
              <a:bodyPr/>
              <a:lstStyle/>
              <a:p>
                <a:endParaRPr lang="zh-CN" altLang="en-US" sz="2190"/>
              </a:p>
            </p:txBody>
          </p:sp>
          <p:sp>
            <p:nvSpPr>
              <p:cNvPr id="8105" name="任意多边形: 形状 8104"/>
              <p:cNvSpPr/>
              <p:nvPr/>
            </p:nvSpPr>
            <p:spPr>
              <a:xfrm>
                <a:off x="4486473" y="5291715"/>
                <a:ext cx="27437" cy="12698"/>
              </a:xfrm>
              <a:custGeom>
                <a:avLst/>
                <a:gdLst>
                  <a:gd name="csX0" fmla="*/ 307 w 27437"/>
                  <a:gd name="csY0" fmla="*/ 276 h 12698"/>
                  <a:gd name="csX1" fmla="*/ 27745 w 27437"/>
                  <a:gd name="csY1" fmla="*/ 276 h 12698"/>
                </a:gdLst>
                <a:ahLst/>
                <a:cxnLst>
                  <a:cxn ang="0">
                    <a:pos x="csX0" y="csY0"/>
                  </a:cxn>
                  <a:cxn ang="0">
                    <a:pos x="csX1" y="csY1"/>
                  </a:cxn>
                </a:cxnLst>
                <a:rect l="l" t="t" r="r" b="b"/>
                <a:pathLst>
                  <a:path w="27437" h="12698">
                    <a:moveTo>
                      <a:pt x="307" y="276"/>
                    </a:moveTo>
                    <a:lnTo>
                      <a:pt x="27745" y="276"/>
                    </a:lnTo>
                  </a:path>
                </a:pathLst>
              </a:custGeom>
              <a:noFill/>
              <a:ln w="10635" cap="flat">
                <a:solidFill>
                  <a:srgbClr val="000000"/>
                </a:solidFill>
                <a:prstDash val="solid"/>
                <a:round/>
              </a:ln>
            </p:spPr>
            <p:txBody>
              <a:bodyPr/>
              <a:lstStyle/>
              <a:p>
                <a:endParaRPr lang="zh-CN" altLang="en-US" sz="2190"/>
              </a:p>
            </p:txBody>
          </p:sp>
          <p:sp>
            <p:nvSpPr>
              <p:cNvPr id="8106" name="任意多边形: 形状 8105"/>
              <p:cNvSpPr/>
              <p:nvPr/>
            </p:nvSpPr>
            <p:spPr>
              <a:xfrm>
                <a:off x="4486473" y="4958073"/>
                <a:ext cx="27437" cy="12698"/>
              </a:xfrm>
              <a:custGeom>
                <a:avLst/>
                <a:gdLst>
                  <a:gd name="csX0" fmla="*/ 307 w 27437"/>
                  <a:gd name="csY0" fmla="*/ 286 h 12698"/>
                  <a:gd name="csX1" fmla="*/ 27745 w 27437"/>
                  <a:gd name="csY1" fmla="*/ 286 h 12698"/>
                </a:gdLst>
                <a:ahLst/>
                <a:cxnLst>
                  <a:cxn ang="0">
                    <a:pos x="csX0" y="csY0"/>
                  </a:cxn>
                  <a:cxn ang="0">
                    <a:pos x="csX1" y="csY1"/>
                  </a:cxn>
                </a:cxnLst>
                <a:rect l="l" t="t" r="r" b="b"/>
                <a:pathLst>
                  <a:path w="27437" h="12698">
                    <a:moveTo>
                      <a:pt x="307" y="286"/>
                    </a:moveTo>
                    <a:lnTo>
                      <a:pt x="27745" y="286"/>
                    </a:lnTo>
                  </a:path>
                </a:pathLst>
              </a:custGeom>
              <a:noFill/>
              <a:ln w="10635" cap="flat">
                <a:solidFill>
                  <a:srgbClr val="000000"/>
                </a:solidFill>
                <a:prstDash val="solid"/>
                <a:round/>
              </a:ln>
            </p:spPr>
            <p:txBody>
              <a:bodyPr/>
              <a:lstStyle/>
              <a:p>
                <a:endParaRPr lang="zh-CN" altLang="en-US" sz="2190"/>
              </a:p>
            </p:txBody>
          </p:sp>
          <p:sp>
            <p:nvSpPr>
              <p:cNvPr id="8107" name="任意多边形: 形状 8106"/>
              <p:cNvSpPr/>
              <p:nvPr/>
            </p:nvSpPr>
            <p:spPr>
              <a:xfrm>
                <a:off x="4486473" y="4624432"/>
                <a:ext cx="27437" cy="12698"/>
              </a:xfrm>
              <a:custGeom>
                <a:avLst/>
                <a:gdLst>
                  <a:gd name="csX0" fmla="*/ 307 w 27437"/>
                  <a:gd name="csY0" fmla="*/ 296 h 12698"/>
                  <a:gd name="csX1" fmla="*/ 27745 w 27437"/>
                  <a:gd name="csY1" fmla="*/ 296 h 12698"/>
                </a:gdLst>
                <a:ahLst/>
                <a:cxnLst>
                  <a:cxn ang="0">
                    <a:pos x="csX0" y="csY0"/>
                  </a:cxn>
                  <a:cxn ang="0">
                    <a:pos x="csX1" y="csY1"/>
                  </a:cxn>
                </a:cxnLst>
                <a:rect l="l" t="t" r="r" b="b"/>
                <a:pathLst>
                  <a:path w="27437" h="12698">
                    <a:moveTo>
                      <a:pt x="307" y="296"/>
                    </a:moveTo>
                    <a:lnTo>
                      <a:pt x="27745" y="296"/>
                    </a:lnTo>
                  </a:path>
                </a:pathLst>
              </a:custGeom>
              <a:noFill/>
              <a:ln w="10635" cap="flat">
                <a:solidFill>
                  <a:srgbClr val="000000"/>
                </a:solidFill>
                <a:prstDash val="solid"/>
                <a:round/>
              </a:ln>
            </p:spPr>
            <p:txBody>
              <a:bodyPr/>
              <a:lstStyle/>
              <a:p>
                <a:endParaRPr lang="zh-CN" altLang="en-US" sz="2190"/>
              </a:p>
            </p:txBody>
          </p:sp>
          <p:sp>
            <p:nvSpPr>
              <p:cNvPr id="8108" name="任意多边形: 形状 8107"/>
              <p:cNvSpPr/>
              <p:nvPr/>
            </p:nvSpPr>
            <p:spPr>
              <a:xfrm>
                <a:off x="4486473" y="4290698"/>
                <a:ext cx="27437" cy="12698"/>
              </a:xfrm>
              <a:custGeom>
                <a:avLst/>
                <a:gdLst>
                  <a:gd name="csX0" fmla="*/ 307 w 27437"/>
                  <a:gd name="csY0" fmla="*/ 306 h 12698"/>
                  <a:gd name="csX1" fmla="*/ 27745 w 27437"/>
                  <a:gd name="csY1" fmla="*/ 306 h 12698"/>
                </a:gdLst>
                <a:ahLst/>
                <a:cxnLst>
                  <a:cxn ang="0">
                    <a:pos x="csX0" y="csY0"/>
                  </a:cxn>
                  <a:cxn ang="0">
                    <a:pos x="csX1" y="csY1"/>
                  </a:cxn>
                </a:cxnLst>
                <a:rect l="l" t="t" r="r" b="b"/>
                <a:pathLst>
                  <a:path w="27437" h="12698">
                    <a:moveTo>
                      <a:pt x="307" y="306"/>
                    </a:moveTo>
                    <a:lnTo>
                      <a:pt x="27745" y="306"/>
                    </a:lnTo>
                  </a:path>
                </a:pathLst>
              </a:custGeom>
              <a:noFill/>
              <a:ln w="10635" cap="flat">
                <a:solidFill>
                  <a:srgbClr val="000000"/>
                </a:solidFill>
                <a:prstDash val="solid"/>
                <a:round/>
              </a:ln>
            </p:spPr>
            <p:txBody>
              <a:bodyPr/>
              <a:lstStyle/>
              <a:p>
                <a:endParaRPr lang="zh-CN" altLang="en-US" sz="2190"/>
              </a:p>
            </p:txBody>
          </p:sp>
          <p:sp>
            <p:nvSpPr>
              <p:cNvPr id="8109" name="文本框 8108"/>
              <p:cNvSpPr txBox="1"/>
              <p:nvPr/>
            </p:nvSpPr>
            <p:spPr>
              <a:xfrm>
                <a:off x="4158778" y="721159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10" name="文本框 8109"/>
              <p:cNvSpPr txBox="1"/>
              <p:nvPr/>
            </p:nvSpPr>
            <p:spPr>
              <a:xfrm>
                <a:off x="4158778" y="687794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11" name="文本框 8110"/>
              <p:cNvSpPr txBox="1"/>
              <p:nvPr/>
            </p:nvSpPr>
            <p:spPr>
              <a:xfrm>
                <a:off x="4158778" y="654421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12" name="文本框 8111"/>
              <p:cNvSpPr txBox="1"/>
              <p:nvPr/>
            </p:nvSpPr>
            <p:spPr>
              <a:xfrm>
                <a:off x="4158778" y="6210573"/>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13" name="文本框 8112"/>
              <p:cNvSpPr txBox="1"/>
              <p:nvPr/>
            </p:nvSpPr>
            <p:spPr>
              <a:xfrm>
                <a:off x="4158778" y="5876931"/>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14" name="任意多边形: 形状 8113"/>
              <p:cNvSpPr/>
              <p:nvPr/>
            </p:nvSpPr>
            <p:spPr>
              <a:xfrm>
                <a:off x="4486473" y="7317502"/>
                <a:ext cx="27437" cy="12698"/>
              </a:xfrm>
              <a:custGeom>
                <a:avLst/>
                <a:gdLst>
                  <a:gd name="csX0" fmla="*/ 307 w 27437"/>
                  <a:gd name="csY0" fmla="*/ 215 h 12698"/>
                  <a:gd name="csX1" fmla="*/ 27745 w 27437"/>
                  <a:gd name="csY1" fmla="*/ 215 h 12698"/>
                </a:gdLst>
                <a:ahLst/>
                <a:cxnLst>
                  <a:cxn ang="0">
                    <a:pos x="csX0" y="csY0"/>
                  </a:cxn>
                  <a:cxn ang="0">
                    <a:pos x="csX1" y="csY1"/>
                  </a:cxn>
                </a:cxnLst>
                <a:rect l="l" t="t" r="r" b="b"/>
                <a:pathLst>
                  <a:path w="27437" h="12698">
                    <a:moveTo>
                      <a:pt x="307" y="215"/>
                    </a:moveTo>
                    <a:lnTo>
                      <a:pt x="27745" y="215"/>
                    </a:lnTo>
                  </a:path>
                </a:pathLst>
              </a:custGeom>
              <a:noFill/>
              <a:ln w="10635" cap="flat">
                <a:solidFill>
                  <a:srgbClr val="000000"/>
                </a:solidFill>
                <a:prstDash val="solid"/>
                <a:round/>
              </a:ln>
            </p:spPr>
            <p:txBody>
              <a:bodyPr/>
              <a:lstStyle/>
              <a:p>
                <a:endParaRPr lang="zh-CN" altLang="en-US" sz="2190"/>
              </a:p>
            </p:txBody>
          </p:sp>
          <p:sp>
            <p:nvSpPr>
              <p:cNvPr id="8115" name="任意多边形: 形状 8114"/>
              <p:cNvSpPr/>
              <p:nvPr/>
            </p:nvSpPr>
            <p:spPr>
              <a:xfrm>
                <a:off x="4486473" y="6983860"/>
                <a:ext cx="27437" cy="12698"/>
              </a:xfrm>
              <a:custGeom>
                <a:avLst/>
                <a:gdLst>
                  <a:gd name="csX0" fmla="*/ 307 w 27437"/>
                  <a:gd name="csY0" fmla="*/ 225 h 12698"/>
                  <a:gd name="csX1" fmla="*/ 27745 w 27437"/>
                  <a:gd name="csY1" fmla="*/ 225 h 12698"/>
                </a:gdLst>
                <a:ahLst/>
                <a:cxnLst>
                  <a:cxn ang="0">
                    <a:pos x="csX0" y="csY0"/>
                  </a:cxn>
                  <a:cxn ang="0">
                    <a:pos x="csX1" y="csY1"/>
                  </a:cxn>
                </a:cxnLst>
                <a:rect l="l" t="t" r="r" b="b"/>
                <a:pathLst>
                  <a:path w="27437" h="12698">
                    <a:moveTo>
                      <a:pt x="307" y="225"/>
                    </a:moveTo>
                    <a:lnTo>
                      <a:pt x="27745" y="225"/>
                    </a:lnTo>
                  </a:path>
                </a:pathLst>
              </a:custGeom>
              <a:noFill/>
              <a:ln w="10635" cap="flat">
                <a:solidFill>
                  <a:srgbClr val="000000"/>
                </a:solidFill>
                <a:prstDash val="solid"/>
                <a:round/>
              </a:ln>
            </p:spPr>
            <p:txBody>
              <a:bodyPr/>
              <a:lstStyle/>
              <a:p>
                <a:endParaRPr lang="zh-CN" altLang="en-US" sz="2190"/>
              </a:p>
            </p:txBody>
          </p:sp>
          <p:sp>
            <p:nvSpPr>
              <p:cNvPr id="8116" name="任意多边形: 形状 8115"/>
              <p:cNvSpPr/>
              <p:nvPr/>
            </p:nvSpPr>
            <p:spPr>
              <a:xfrm>
                <a:off x="4486473" y="6650219"/>
                <a:ext cx="27437" cy="12698"/>
              </a:xfrm>
              <a:custGeom>
                <a:avLst/>
                <a:gdLst>
                  <a:gd name="csX0" fmla="*/ 307 w 27437"/>
                  <a:gd name="csY0" fmla="*/ 235 h 12698"/>
                  <a:gd name="csX1" fmla="*/ 27745 w 27437"/>
                  <a:gd name="csY1" fmla="*/ 235 h 12698"/>
                </a:gdLst>
                <a:ahLst/>
                <a:cxnLst>
                  <a:cxn ang="0">
                    <a:pos x="csX0" y="csY0"/>
                  </a:cxn>
                  <a:cxn ang="0">
                    <a:pos x="csX1" y="csY1"/>
                  </a:cxn>
                </a:cxnLst>
                <a:rect l="l" t="t" r="r" b="b"/>
                <a:pathLst>
                  <a:path w="27437" h="12698">
                    <a:moveTo>
                      <a:pt x="307" y="235"/>
                    </a:moveTo>
                    <a:lnTo>
                      <a:pt x="27745" y="235"/>
                    </a:lnTo>
                  </a:path>
                </a:pathLst>
              </a:custGeom>
              <a:noFill/>
              <a:ln w="10635" cap="flat">
                <a:solidFill>
                  <a:srgbClr val="000000"/>
                </a:solidFill>
                <a:prstDash val="solid"/>
                <a:round/>
              </a:ln>
            </p:spPr>
            <p:txBody>
              <a:bodyPr/>
              <a:lstStyle/>
              <a:p>
                <a:endParaRPr lang="zh-CN" altLang="en-US" sz="2190"/>
              </a:p>
            </p:txBody>
          </p:sp>
          <p:sp>
            <p:nvSpPr>
              <p:cNvPr id="8117" name="任意多边形: 形状 8116"/>
              <p:cNvSpPr/>
              <p:nvPr/>
            </p:nvSpPr>
            <p:spPr>
              <a:xfrm>
                <a:off x="4486473" y="6316485"/>
                <a:ext cx="27437" cy="12698"/>
              </a:xfrm>
              <a:custGeom>
                <a:avLst/>
                <a:gdLst>
                  <a:gd name="csX0" fmla="*/ 307 w 27437"/>
                  <a:gd name="csY0" fmla="*/ 245 h 12698"/>
                  <a:gd name="csX1" fmla="*/ 27745 w 27437"/>
                  <a:gd name="csY1" fmla="*/ 245 h 12698"/>
                </a:gdLst>
                <a:ahLst/>
                <a:cxnLst>
                  <a:cxn ang="0">
                    <a:pos x="csX0" y="csY0"/>
                  </a:cxn>
                  <a:cxn ang="0">
                    <a:pos x="csX1" y="csY1"/>
                  </a:cxn>
                </a:cxnLst>
                <a:rect l="l" t="t" r="r" b="b"/>
                <a:pathLst>
                  <a:path w="27437" h="12698">
                    <a:moveTo>
                      <a:pt x="307" y="245"/>
                    </a:moveTo>
                    <a:lnTo>
                      <a:pt x="27745" y="245"/>
                    </a:lnTo>
                  </a:path>
                </a:pathLst>
              </a:custGeom>
              <a:noFill/>
              <a:ln w="10635" cap="flat">
                <a:solidFill>
                  <a:srgbClr val="000000"/>
                </a:solidFill>
                <a:prstDash val="solid"/>
                <a:round/>
              </a:ln>
            </p:spPr>
            <p:txBody>
              <a:bodyPr/>
              <a:lstStyle/>
              <a:p>
                <a:endParaRPr lang="zh-CN" altLang="en-US" sz="2190"/>
              </a:p>
            </p:txBody>
          </p:sp>
          <p:sp>
            <p:nvSpPr>
              <p:cNvPr id="8118" name="任意多边形: 形状 8117"/>
              <p:cNvSpPr/>
              <p:nvPr/>
            </p:nvSpPr>
            <p:spPr>
              <a:xfrm>
                <a:off x="4486473" y="5982843"/>
                <a:ext cx="27437" cy="12698"/>
              </a:xfrm>
              <a:custGeom>
                <a:avLst/>
                <a:gdLst>
                  <a:gd name="csX0" fmla="*/ 307 w 27437"/>
                  <a:gd name="csY0" fmla="*/ 255 h 12698"/>
                  <a:gd name="csX1" fmla="*/ 27745 w 27437"/>
                  <a:gd name="csY1" fmla="*/ 255 h 12698"/>
                </a:gdLst>
                <a:ahLst/>
                <a:cxnLst>
                  <a:cxn ang="0">
                    <a:pos x="csX0" y="csY0"/>
                  </a:cxn>
                  <a:cxn ang="0">
                    <a:pos x="csX1" y="csY1"/>
                  </a:cxn>
                </a:cxnLst>
                <a:rect l="l" t="t" r="r" b="b"/>
                <a:pathLst>
                  <a:path w="27437" h="12698">
                    <a:moveTo>
                      <a:pt x="307" y="255"/>
                    </a:moveTo>
                    <a:lnTo>
                      <a:pt x="27745" y="255"/>
                    </a:lnTo>
                  </a:path>
                </a:pathLst>
              </a:custGeom>
              <a:noFill/>
              <a:ln w="10635" cap="flat">
                <a:solidFill>
                  <a:srgbClr val="000000"/>
                </a:solidFill>
                <a:prstDash val="solid"/>
                <a:round/>
              </a:ln>
            </p:spPr>
            <p:txBody>
              <a:bodyPr/>
              <a:lstStyle/>
              <a:p>
                <a:endParaRPr lang="zh-CN" altLang="en-US" sz="2190"/>
              </a:p>
            </p:txBody>
          </p:sp>
          <p:sp>
            <p:nvSpPr>
              <p:cNvPr id="8119" name="文本框 8118"/>
              <p:cNvSpPr txBox="1"/>
              <p:nvPr/>
            </p:nvSpPr>
            <p:spPr>
              <a:xfrm>
                <a:off x="4158778" y="890373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20" name="文本框 8119"/>
              <p:cNvSpPr txBox="1"/>
              <p:nvPr/>
            </p:nvSpPr>
            <p:spPr>
              <a:xfrm>
                <a:off x="4158778" y="8570094"/>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21" name="文本框 8120"/>
              <p:cNvSpPr txBox="1"/>
              <p:nvPr/>
            </p:nvSpPr>
            <p:spPr>
              <a:xfrm>
                <a:off x="4158778" y="823636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22" name="文本框 8121"/>
              <p:cNvSpPr txBox="1"/>
              <p:nvPr/>
            </p:nvSpPr>
            <p:spPr>
              <a:xfrm>
                <a:off x="4158778" y="790271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23" name="文本框 8122"/>
              <p:cNvSpPr txBox="1"/>
              <p:nvPr/>
            </p:nvSpPr>
            <p:spPr>
              <a:xfrm>
                <a:off x="4158778" y="7569076"/>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24" name="任意多边形: 形状 8123"/>
              <p:cNvSpPr/>
              <p:nvPr/>
            </p:nvSpPr>
            <p:spPr>
              <a:xfrm>
                <a:off x="4486473" y="9009647"/>
                <a:ext cx="27437" cy="12698"/>
              </a:xfrm>
              <a:custGeom>
                <a:avLst/>
                <a:gdLst>
                  <a:gd name="csX0" fmla="*/ 307 w 27437"/>
                  <a:gd name="csY0" fmla="*/ 163 h 12698"/>
                  <a:gd name="csX1" fmla="*/ 27745 w 27437"/>
                  <a:gd name="csY1" fmla="*/ 163 h 12698"/>
                </a:gdLst>
                <a:ahLst/>
                <a:cxnLst>
                  <a:cxn ang="0">
                    <a:pos x="csX0" y="csY0"/>
                  </a:cxn>
                  <a:cxn ang="0">
                    <a:pos x="csX1" y="csY1"/>
                  </a:cxn>
                </a:cxnLst>
                <a:rect l="l" t="t" r="r" b="b"/>
                <a:pathLst>
                  <a:path w="27437" h="12698">
                    <a:moveTo>
                      <a:pt x="307" y="163"/>
                    </a:moveTo>
                    <a:lnTo>
                      <a:pt x="27745" y="163"/>
                    </a:lnTo>
                  </a:path>
                </a:pathLst>
              </a:custGeom>
              <a:noFill/>
              <a:ln w="10635" cap="flat">
                <a:solidFill>
                  <a:srgbClr val="000000"/>
                </a:solidFill>
                <a:prstDash val="solid"/>
                <a:round/>
              </a:ln>
            </p:spPr>
            <p:txBody>
              <a:bodyPr/>
              <a:lstStyle/>
              <a:p>
                <a:endParaRPr lang="zh-CN" altLang="en-US" sz="2190"/>
              </a:p>
            </p:txBody>
          </p:sp>
          <p:sp>
            <p:nvSpPr>
              <p:cNvPr id="8125" name="任意多边形: 形状 8124"/>
              <p:cNvSpPr/>
              <p:nvPr/>
            </p:nvSpPr>
            <p:spPr>
              <a:xfrm>
                <a:off x="4486473" y="8676005"/>
                <a:ext cx="27437" cy="12698"/>
              </a:xfrm>
              <a:custGeom>
                <a:avLst/>
                <a:gdLst>
                  <a:gd name="csX0" fmla="*/ 307 w 27437"/>
                  <a:gd name="csY0" fmla="*/ 173 h 12698"/>
                  <a:gd name="csX1" fmla="*/ 27745 w 27437"/>
                  <a:gd name="csY1" fmla="*/ 173 h 12698"/>
                </a:gdLst>
                <a:ahLst/>
                <a:cxnLst>
                  <a:cxn ang="0">
                    <a:pos x="csX0" y="csY0"/>
                  </a:cxn>
                  <a:cxn ang="0">
                    <a:pos x="csX1" y="csY1"/>
                  </a:cxn>
                </a:cxnLst>
                <a:rect l="l" t="t" r="r" b="b"/>
                <a:pathLst>
                  <a:path w="27437" h="12698">
                    <a:moveTo>
                      <a:pt x="307" y="173"/>
                    </a:moveTo>
                    <a:lnTo>
                      <a:pt x="27745" y="173"/>
                    </a:lnTo>
                  </a:path>
                </a:pathLst>
              </a:custGeom>
              <a:noFill/>
              <a:ln w="10635" cap="flat">
                <a:solidFill>
                  <a:srgbClr val="000000"/>
                </a:solidFill>
                <a:prstDash val="solid"/>
                <a:round/>
              </a:ln>
            </p:spPr>
            <p:txBody>
              <a:bodyPr/>
              <a:lstStyle/>
              <a:p>
                <a:endParaRPr lang="zh-CN" altLang="en-US" sz="2190"/>
              </a:p>
            </p:txBody>
          </p:sp>
          <p:sp>
            <p:nvSpPr>
              <p:cNvPr id="8126" name="任意多边形: 形状 8125"/>
              <p:cNvSpPr/>
              <p:nvPr/>
            </p:nvSpPr>
            <p:spPr>
              <a:xfrm>
                <a:off x="4486473" y="8342272"/>
                <a:ext cx="27437" cy="12698"/>
              </a:xfrm>
              <a:custGeom>
                <a:avLst/>
                <a:gdLst>
                  <a:gd name="csX0" fmla="*/ 307 w 27437"/>
                  <a:gd name="csY0" fmla="*/ 183 h 12698"/>
                  <a:gd name="csX1" fmla="*/ 27745 w 27437"/>
                  <a:gd name="csY1" fmla="*/ 183 h 12698"/>
                </a:gdLst>
                <a:ahLst/>
                <a:cxnLst>
                  <a:cxn ang="0">
                    <a:pos x="csX0" y="csY0"/>
                  </a:cxn>
                  <a:cxn ang="0">
                    <a:pos x="csX1" y="csY1"/>
                  </a:cxn>
                </a:cxnLst>
                <a:rect l="l" t="t" r="r" b="b"/>
                <a:pathLst>
                  <a:path w="27437" h="12698">
                    <a:moveTo>
                      <a:pt x="307" y="183"/>
                    </a:moveTo>
                    <a:lnTo>
                      <a:pt x="27745" y="183"/>
                    </a:lnTo>
                  </a:path>
                </a:pathLst>
              </a:custGeom>
              <a:noFill/>
              <a:ln w="10635" cap="flat">
                <a:solidFill>
                  <a:srgbClr val="000000"/>
                </a:solidFill>
                <a:prstDash val="solid"/>
                <a:round/>
              </a:ln>
            </p:spPr>
            <p:txBody>
              <a:bodyPr/>
              <a:lstStyle/>
              <a:p>
                <a:endParaRPr lang="zh-CN" altLang="en-US" sz="2190"/>
              </a:p>
            </p:txBody>
          </p:sp>
          <p:sp>
            <p:nvSpPr>
              <p:cNvPr id="8127" name="任意多边形: 形状 8126"/>
              <p:cNvSpPr/>
              <p:nvPr/>
            </p:nvSpPr>
            <p:spPr>
              <a:xfrm>
                <a:off x="4486473" y="8008630"/>
                <a:ext cx="27437" cy="12698"/>
              </a:xfrm>
              <a:custGeom>
                <a:avLst/>
                <a:gdLst>
                  <a:gd name="csX0" fmla="*/ 307 w 27437"/>
                  <a:gd name="csY0" fmla="*/ 194 h 12698"/>
                  <a:gd name="csX1" fmla="*/ 27745 w 27437"/>
                  <a:gd name="csY1" fmla="*/ 194 h 12698"/>
                </a:gdLst>
                <a:ahLst/>
                <a:cxnLst>
                  <a:cxn ang="0">
                    <a:pos x="csX0" y="csY0"/>
                  </a:cxn>
                  <a:cxn ang="0">
                    <a:pos x="csX1" y="csY1"/>
                  </a:cxn>
                </a:cxnLst>
                <a:rect l="l" t="t" r="r" b="b"/>
                <a:pathLst>
                  <a:path w="27437" h="12698">
                    <a:moveTo>
                      <a:pt x="307" y="194"/>
                    </a:moveTo>
                    <a:lnTo>
                      <a:pt x="27745" y="194"/>
                    </a:lnTo>
                  </a:path>
                </a:pathLst>
              </a:custGeom>
              <a:noFill/>
              <a:ln w="10635" cap="flat">
                <a:solidFill>
                  <a:srgbClr val="000000"/>
                </a:solidFill>
                <a:prstDash val="solid"/>
                <a:round/>
              </a:ln>
            </p:spPr>
            <p:txBody>
              <a:bodyPr/>
              <a:lstStyle/>
              <a:p>
                <a:endParaRPr lang="zh-CN" altLang="en-US" sz="2190"/>
              </a:p>
            </p:txBody>
          </p:sp>
          <p:sp>
            <p:nvSpPr>
              <p:cNvPr id="8128" name="任意多边形: 形状 8127"/>
              <p:cNvSpPr/>
              <p:nvPr/>
            </p:nvSpPr>
            <p:spPr>
              <a:xfrm>
                <a:off x="4486473" y="7674988"/>
                <a:ext cx="27437" cy="12698"/>
              </a:xfrm>
              <a:custGeom>
                <a:avLst/>
                <a:gdLst>
                  <a:gd name="csX0" fmla="*/ 307 w 27437"/>
                  <a:gd name="csY0" fmla="*/ 204 h 12698"/>
                  <a:gd name="csX1" fmla="*/ 27745 w 27437"/>
                  <a:gd name="csY1" fmla="*/ 204 h 12698"/>
                </a:gdLst>
                <a:ahLst/>
                <a:cxnLst>
                  <a:cxn ang="0">
                    <a:pos x="csX0" y="csY0"/>
                  </a:cxn>
                  <a:cxn ang="0">
                    <a:pos x="csX1" y="csY1"/>
                  </a:cxn>
                </a:cxnLst>
                <a:rect l="l" t="t" r="r" b="b"/>
                <a:pathLst>
                  <a:path w="27437" h="12698">
                    <a:moveTo>
                      <a:pt x="307" y="204"/>
                    </a:moveTo>
                    <a:lnTo>
                      <a:pt x="27745" y="204"/>
                    </a:lnTo>
                  </a:path>
                </a:pathLst>
              </a:custGeom>
              <a:noFill/>
              <a:ln w="10635" cap="flat">
                <a:solidFill>
                  <a:srgbClr val="000000"/>
                </a:solidFill>
                <a:prstDash val="solid"/>
                <a:round/>
              </a:ln>
            </p:spPr>
            <p:txBody>
              <a:bodyPr/>
              <a:lstStyle/>
              <a:p>
                <a:endParaRPr lang="zh-CN" altLang="en-US" sz="2190"/>
              </a:p>
            </p:txBody>
          </p:sp>
          <p:sp>
            <p:nvSpPr>
              <p:cNvPr id="8129" name="文本框 8128"/>
              <p:cNvSpPr txBox="1"/>
              <p:nvPr/>
            </p:nvSpPr>
            <p:spPr>
              <a:xfrm rot="16200000">
                <a:off x="3966006" y="6530134"/>
                <a:ext cx="39086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PSI</a:t>
                </a:r>
              </a:p>
            </p:txBody>
          </p:sp>
        </p:grpSp>
      </p:grpSp>
      <p:sp>
        <p:nvSpPr>
          <p:cNvPr id="8130" name="文本框 8129"/>
          <p:cNvSpPr txBox="1"/>
          <p:nvPr/>
        </p:nvSpPr>
        <p:spPr>
          <a:xfrm>
            <a:off x="3440093" y="3575601"/>
            <a:ext cx="314510"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c</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8258" name="文本框 8257"/>
          <p:cNvSpPr txBox="1"/>
          <p:nvPr/>
        </p:nvSpPr>
        <p:spPr>
          <a:xfrm>
            <a:off x="342905" y="6064168"/>
            <a:ext cx="327334"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d</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4" name="文本框 3"/>
          <p:cNvSpPr txBox="1"/>
          <p:nvPr/>
        </p:nvSpPr>
        <p:spPr>
          <a:xfrm>
            <a:off x="110839" y="8492205"/>
            <a:ext cx="6509483" cy="1477328"/>
          </a:xfrm>
          <a:prstGeom prst="rect">
            <a:avLst/>
          </a:prstGeom>
          <a:noFill/>
        </p:spPr>
        <p:txBody>
          <a:bodyPr vert="horz" rtlCol="0">
            <a:spAutoFit/>
          </a:bodyPr>
          <a:lstStyle/>
          <a:p>
            <a:pPr algn="just"/>
            <a:r>
              <a:rPr lang="en-US" altLang="zh-CN" sz="905" b="1" dirty="0">
                <a:latin typeface="Arial" panose="020B0604020202090204" pitchFamily="34" charset="0"/>
              </a:rPr>
              <a:t>Figure 2.</a:t>
            </a:r>
            <a:r>
              <a:rPr lang="en-US" altLang="zh-CN" sz="905" dirty="0">
                <a:latin typeface="Arial" panose="020B0604020202090204" pitchFamily="34"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Alternative splicing events landscape and functional enrichment.</a:t>
            </a:r>
            <a:r>
              <a:rPr lang="en-US" altLang="zh-CN" sz="1000" b="1" dirty="0">
                <a:effectLst/>
                <a:latin typeface="Times New Roman" panose="02020603050405020304" pitchFamily="18" charset="0"/>
                <a:ea typeface="Times New Roman" panose="02020603050405020304" pitchFamily="18" charset="0"/>
              </a:rPr>
              <a:t> (a)</a:t>
            </a:r>
            <a:r>
              <a:rPr lang="en-US" altLang="zh-CN" sz="1000" dirty="0">
                <a:effectLst/>
                <a:latin typeface="Times New Roman" panose="02020603050405020304" pitchFamily="18" charset="0"/>
                <a:ea typeface="Times New Roman" panose="02020603050405020304" pitchFamily="18" charset="0"/>
              </a:rPr>
              <a:t> </a:t>
            </a:r>
            <a:r>
              <a:rPr lang="en-US" altLang="zh-CN" sz="1000" dirty="0" err="1">
                <a:effectLst/>
                <a:latin typeface="Times New Roman" panose="02020603050405020304" pitchFamily="18" charset="0"/>
                <a:ea typeface="Times New Roman" panose="02020603050405020304" pitchFamily="18" charset="0"/>
              </a:rPr>
              <a:t>UpSet</a:t>
            </a:r>
            <a:r>
              <a:rPr lang="en-US" altLang="zh-CN" sz="1000" dirty="0">
                <a:effectLst/>
                <a:latin typeface="Times New Roman" panose="02020603050405020304" pitchFamily="18" charset="0"/>
                <a:ea typeface="Times New Roman" panose="02020603050405020304" pitchFamily="18" charset="0"/>
              </a:rPr>
              <a:t> plot showing the co-occurrence counts of alternative splicing (AS) event types. The inset pie chart represents the proportional distribution across seven AS event types. The total number of events for novel (N = 10,871) and known (N = 12,643) isoforms are indicated. </a:t>
            </a:r>
            <a:r>
              <a:rPr lang="en-US" altLang="zh-CN" sz="1000" b="1" dirty="0">
                <a:effectLst/>
                <a:latin typeface="Times New Roman" panose="02020603050405020304" pitchFamily="18" charset="0"/>
                <a:ea typeface="Times New Roman" panose="02020603050405020304" pitchFamily="18" charset="0"/>
              </a:rPr>
              <a:t>(b) </a:t>
            </a:r>
            <a:r>
              <a:rPr lang="en-US" altLang="zh-CN" sz="1000" dirty="0">
                <a:effectLst/>
                <a:latin typeface="Times New Roman" panose="02020603050405020304" pitchFamily="18" charset="0"/>
                <a:ea typeface="Times New Roman" panose="02020603050405020304" pitchFamily="18" charset="0"/>
              </a:rPr>
              <a:t>Volcano plot of differentially spliced events, where each dot represents an individual AS event. Dashed lines indicate the significance and effect size thresholds (|ΔPSI| ≥ 0.2, P &lt; 0.01, Mann–Whitney U test) comparing 13 PDAC tumors against 6 normal tissues from the JP cohort (GSE196009). </a:t>
            </a:r>
            <a:r>
              <a:rPr lang="en-US" altLang="zh-CN" sz="1000" b="1" dirty="0">
                <a:effectLst/>
                <a:latin typeface="Times New Roman" panose="02020603050405020304" pitchFamily="18" charset="0"/>
                <a:ea typeface="Times New Roman" panose="02020603050405020304" pitchFamily="18" charset="0"/>
              </a:rPr>
              <a:t>(c) </a:t>
            </a:r>
            <a:r>
              <a:rPr lang="en-US" altLang="zh-CN" sz="1000" dirty="0">
                <a:effectLst/>
                <a:latin typeface="Times New Roman" panose="02020603050405020304" pitchFamily="18" charset="0"/>
                <a:ea typeface="Times New Roman" panose="02020603050405020304" pitchFamily="18" charset="0"/>
              </a:rPr>
              <a:t>PSI distributions for </a:t>
            </a:r>
            <a:r>
              <a:rPr lang="en-US" altLang="zh-CN" sz="1000" dirty="0">
                <a:effectLst/>
                <a:latin typeface="Times New Roman" panose="02020603050405020304" pitchFamily="18" charset="0"/>
                <a:ea typeface="DengXian" panose="02010600030101010101" pitchFamily="2" charset="-122"/>
              </a:rPr>
              <a:t>nine</a:t>
            </a:r>
            <a:r>
              <a:rPr lang="en-US" altLang="zh-CN" sz="1000" dirty="0">
                <a:effectLst/>
                <a:latin typeface="Times New Roman" panose="02020603050405020304" pitchFamily="18" charset="0"/>
                <a:ea typeface="Times New Roman" panose="02020603050405020304" pitchFamily="18" charset="0"/>
              </a:rPr>
              <a:t> representative dysregulated splicing events (n = 13 tumors, n = 6 normal). In box plots, the center line represents the median, box limits indicate the first and third quartiles (Q1 and Q3), and whiskers extend to 1.5× the IQR. </a:t>
            </a:r>
            <a:r>
              <a:rPr lang="en-US" altLang="zh-CN" sz="1000" b="1" dirty="0">
                <a:effectLst/>
                <a:latin typeface="Times New Roman" panose="02020603050405020304" pitchFamily="18" charset="0"/>
                <a:ea typeface="Times New Roman" panose="02020603050405020304" pitchFamily="18" charset="0"/>
              </a:rPr>
              <a:t>(d)</a:t>
            </a:r>
            <a:r>
              <a:rPr lang="en-US" altLang="zh-CN" sz="1000" dirty="0">
                <a:effectLst/>
                <a:latin typeface="Times New Roman" panose="02020603050405020304" pitchFamily="18" charset="0"/>
                <a:ea typeface="Times New Roman" panose="02020603050405020304" pitchFamily="18" charset="0"/>
              </a:rPr>
              <a:t> </a:t>
            </a:r>
            <a:r>
              <a:rPr lang="zh-CN" altLang="zh-CN" sz="800" dirty="0">
                <a:latin typeface="Arial" panose="020B0604020202020204" pitchFamily="34" charset="0"/>
                <a:cs typeface="Arial" panose="020B0604020202020204" pitchFamily="34" charset="0"/>
              </a:rPr>
              <a:t>Pathway enrichment of </a:t>
            </a:r>
            <a:r>
              <a:rPr lang="en-US" altLang="zh-CN" sz="800" dirty="0">
                <a:latin typeface="Arial" panose="020B0604020202020204" pitchFamily="34" charset="0"/>
                <a:cs typeface="Arial" panose="020B0604020202020204" pitchFamily="34" charset="0"/>
              </a:rPr>
              <a:t>genes harboring </a:t>
            </a:r>
            <a:r>
              <a:rPr lang="zh-CN" altLang="zh-CN" sz="800" dirty="0">
                <a:latin typeface="Arial" panose="020B0604020202020204" pitchFamily="34" charset="0"/>
                <a:cs typeface="Arial" panose="020B0604020202020204" pitchFamily="34" charset="0"/>
              </a:rPr>
              <a:t>novel isoform</a:t>
            </a:r>
            <a:r>
              <a:rPr lang="en-US" altLang="zh-CN" sz="800" dirty="0">
                <a:latin typeface="Arial" panose="020B0604020202020204" pitchFamily="34" charset="0"/>
                <a:cs typeface="Arial" panose="020B0604020202020204" pitchFamily="34" charset="0"/>
              </a:rPr>
              <a:t>s</a:t>
            </a:r>
            <a:r>
              <a:rPr lang="zh-CN" altLang="zh-CN" sz="800" dirty="0">
                <a:latin typeface="Arial" panose="020B0604020202020204" pitchFamily="34" charset="0"/>
                <a:cs typeface="Arial" panose="020B0604020202020204" pitchFamily="34" charset="0"/>
              </a:rPr>
              <a:t>.</a:t>
            </a:r>
            <a:r>
              <a:rPr lang="zh-CN" altLang="en-US" sz="800" dirty="0">
                <a:latin typeface="Arial" panose="020B0604020202020204" pitchFamily="34" charset="0"/>
                <a:cs typeface="Arial" panose="020B0604020202020204" pitchFamily="34" charset="0"/>
              </a:rPr>
              <a:t> </a:t>
            </a:r>
            <a:r>
              <a:rPr lang="en-US" altLang="zh-CN" sz="800" dirty="0">
                <a:solidFill>
                  <a:prstClr val="black"/>
                </a:solidFill>
                <a:latin typeface="Arial" panose="020B0604020202020204" pitchFamily="34" charset="0"/>
                <a:ea typeface="宋体" panose="02010600030101010101" pitchFamily="2" charset="-122"/>
                <a:cs typeface="Arial" panose="020B0604020202020204" pitchFamily="34" charset="0"/>
              </a:rPr>
              <a:t>A3/A5: alternative 3’/5’ splice sites; AF: alternative first exon; AL: alternative last exon; RI: retained intron; SE: skipping exon.</a:t>
            </a:r>
            <a:endParaRPr lang="zh-CN" altLang="en-US" sz="905" dirty="0">
              <a:latin typeface="Arial" panose="020B0604020202090204" pitchFamily="34" charset="0"/>
            </a:endParaRPr>
          </a:p>
        </p:txBody>
      </p:sp>
      <p:grpSp>
        <p:nvGrpSpPr>
          <p:cNvPr id="2" name="图形 17763">
            <a:extLst>
              <a:ext uri="{FF2B5EF4-FFF2-40B4-BE49-F238E27FC236}">
                <a16:creationId xmlns:a16="http://schemas.microsoft.com/office/drawing/2014/main" id="{2B67D31C-7D54-4045-9D8E-D6B1F056E0BB}"/>
              </a:ext>
            </a:extLst>
          </p:cNvPr>
          <p:cNvGrpSpPr/>
          <p:nvPr/>
        </p:nvGrpSpPr>
        <p:grpSpPr>
          <a:xfrm>
            <a:off x="541702" y="4023283"/>
            <a:ext cx="2518810" cy="2005315"/>
            <a:chOff x="3218889" y="2161324"/>
            <a:chExt cx="1421364" cy="1198794"/>
          </a:xfrm>
        </p:grpSpPr>
        <p:sp>
          <p:nvSpPr>
            <p:cNvPr id="3" name="矩形 2">
              <a:extLst>
                <a:ext uri="{FF2B5EF4-FFF2-40B4-BE49-F238E27FC236}">
                  <a16:creationId xmlns:a16="http://schemas.microsoft.com/office/drawing/2014/main" id="{4ECD48BF-40B6-418B-9218-A5056FD82461}"/>
                </a:ext>
              </a:extLst>
            </p:cNvPr>
            <p:cNvSpPr/>
            <p:nvPr/>
          </p:nvSpPr>
          <p:spPr>
            <a:xfrm>
              <a:off x="3318917" y="2161324"/>
              <a:ext cx="1321336" cy="1057069"/>
            </a:xfrm>
            <a:prstGeom prst="rect">
              <a:avLst/>
            </a:prstGeom>
            <a:solidFill>
              <a:srgbClr val="FFFFFF"/>
            </a:solidFill>
            <a:ln w="3651" cap="rnd">
              <a:no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5" name="矩形 4">
              <a:extLst>
                <a:ext uri="{FF2B5EF4-FFF2-40B4-BE49-F238E27FC236}">
                  <a16:creationId xmlns:a16="http://schemas.microsoft.com/office/drawing/2014/main" id="{4B1ABAE9-C33B-4BA2-9EDA-F899BF0E200A}"/>
                </a:ext>
              </a:extLst>
            </p:cNvPr>
            <p:cNvSpPr/>
            <p:nvPr/>
          </p:nvSpPr>
          <p:spPr>
            <a:xfrm>
              <a:off x="3318917" y="2161324"/>
              <a:ext cx="1321336" cy="1057069"/>
            </a:xfrm>
            <a:prstGeom prst="rect">
              <a:avLst/>
            </a:prstGeom>
            <a:solidFill>
              <a:srgbClr val="FFFFFF"/>
            </a:solidFill>
            <a:ln w="3907" cap="rnd">
              <a:solidFill>
                <a:srgbClr val="FFFFFF"/>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grpSp>
          <p:nvGrpSpPr>
            <p:cNvPr id="6" name="图形 17763">
              <a:extLst>
                <a:ext uri="{FF2B5EF4-FFF2-40B4-BE49-F238E27FC236}">
                  <a16:creationId xmlns:a16="http://schemas.microsoft.com/office/drawing/2014/main" id="{661F62DB-4A4B-44F3-86AD-FB25D1E1D525}"/>
                </a:ext>
              </a:extLst>
            </p:cNvPr>
            <p:cNvGrpSpPr/>
            <p:nvPr/>
          </p:nvGrpSpPr>
          <p:grpSpPr>
            <a:xfrm>
              <a:off x="3425027" y="2181437"/>
              <a:ext cx="1195111" cy="917264"/>
              <a:chOff x="3425027" y="2181437"/>
              <a:chExt cx="1195111" cy="917264"/>
            </a:xfrm>
          </p:grpSpPr>
          <p:sp>
            <p:nvSpPr>
              <p:cNvPr id="8273" name="矩形 8272">
                <a:extLst>
                  <a:ext uri="{FF2B5EF4-FFF2-40B4-BE49-F238E27FC236}">
                    <a16:creationId xmlns:a16="http://schemas.microsoft.com/office/drawing/2014/main" id="{2EC16EA9-330F-4E8A-BA18-6610BDB57E27}"/>
                  </a:ext>
                </a:extLst>
              </p:cNvPr>
              <p:cNvSpPr/>
              <p:nvPr/>
            </p:nvSpPr>
            <p:spPr>
              <a:xfrm>
                <a:off x="3425027" y="2181437"/>
                <a:ext cx="1195111" cy="917264"/>
              </a:xfrm>
              <a:prstGeom prst="rect">
                <a:avLst/>
              </a:prstGeom>
              <a:solidFill>
                <a:srgbClr val="FFFFFF"/>
              </a:solidFill>
              <a:ln w="3907" cap="rnd">
                <a:no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4" name="任意多边形: 形状 8273">
                <a:extLst>
                  <a:ext uri="{FF2B5EF4-FFF2-40B4-BE49-F238E27FC236}">
                    <a16:creationId xmlns:a16="http://schemas.microsoft.com/office/drawing/2014/main" id="{6CA82501-4E24-4B8C-B109-9162755D607C}"/>
                  </a:ext>
                </a:extLst>
              </p:cNvPr>
              <p:cNvSpPr/>
              <p:nvPr/>
            </p:nvSpPr>
            <p:spPr>
              <a:xfrm>
                <a:off x="3425027" y="3057006"/>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5" name="任意多边形: 形状 8274">
                <a:extLst>
                  <a:ext uri="{FF2B5EF4-FFF2-40B4-BE49-F238E27FC236}">
                    <a16:creationId xmlns:a16="http://schemas.microsoft.com/office/drawing/2014/main" id="{3C45ADBB-2DC1-4CBB-B7AA-CEAC78EECB69}"/>
                  </a:ext>
                </a:extLst>
              </p:cNvPr>
              <p:cNvSpPr/>
              <p:nvPr/>
            </p:nvSpPr>
            <p:spPr>
              <a:xfrm>
                <a:off x="3425027" y="2855209"/>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6" name="任意多边形: 形状 8275">
                <a:extLst>
                  <a:ext uri="{FF2B5EF4-FFF2-40B4-BE49-F238E27FC236}">
                    <a16:creationId xmlns:a16="http://schemas.microsoft.com/office/drawing/2014/main" id="{6CBAACE6-32B8-4400-A766-5D971E753235}"/>
                  </a:ext>
                </a:extLst>
              </p:cNvPr>
              <p:cNvSpPr/>
              <p:nvPr/>
            </p:nvSpPr>
            <p:spPr>
              <a:xfrm>
                <a:off x="3425027" y="2653411"/>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7" name="任意多边形: 形状 8276">
                <a:extLst>
                  <a:ext uri="{FF2B5EF4-FFF2-40B4-BE49-F238E27FC236}">
                    <a16:creationId xmlns:a16="http://schemas.microsoft.com/office/drawing/2014/main" id="{B1534095-FF4D-4593-8F1F-49B50FC4FBE5}"/>
                  </a:ext>
                </a:extLst>
              </p:cNvPr>
              <p:cNvSpPr/>
              <p:nvPr/>
            </p:nvSpPr>
            <p:spPr>
              <a:xfrm>
                <a:off x="3425027" y="2451650"/>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8" name="任意多边形: 形状 8277">
                <a:extLst>
                  <a:ext uri="{FF2B5EF4-FFF2-40B4-BE49-F238E27FC236}">
                    <a16:creationId xmlns:a16="http://schemas.microsoft.com/office/drawing/2014/main" id="{6AF0D5A3-A818-4944-A468-AEDBEAB6704E}"/>
                  </a:ext>
                </a:extLst>
              </p:cNvPr>
              <p:cNvSpPr/>
              <p:nvPr/>
            </p:nvSpPr>
            <p:spPr>
              <a:xfrm>
                <a:off x="3425027" y="2249853"/>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9" name="任意多边形: 形状 8278">
                <a:extLst>
                  <a:ext uri="{FF2B5EF4-FFF2-40B4-BE49-F238E27FC236}">
                    <a16:creationId xmlns:a16="http://schemas.microsoft.com/office/drawing/2014/main" id="{67DA8E11-C4CD-4EF2-B3D1-A476C8AAD73B}"/>
                  </a:ext>
                </a:extLst>
              </p:cNvPr>
              <p:cNvSpPr/>
              <p:nvPr/>
            </p:nvSpPr>
            <p:spPr>
              <a:xfrm>
                <a:off x="3712161"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0" name="任意多边形: 形状 8279">
                <a:extLst>
                  <a:ext uri="{FF2B5EF4-FFF2-40B4-BE49-F238E27FC236}">
                    <a16:creationId xmlns:a16="http://schemas.microsoft.com/office/drawing/2014/main" id="{409768B0-67B1-4F06-A440-6B53B4F3D75D}"/>
                  </a:ext>
                </a:extLst>
              </p:cNvPr>
              <p:cNvSpPr/>
              <p:nvPr/>
            </p:nvSpPr>
            <p:spPr>
              <a:xfrm>
                <a:off x="4022565"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1" name="任意多边形: 形状 8280">
                <a:extLst>
                  <a:ext uri="{FF2B5EF4-FFF2-40B4-BE49-F238E27FC236}">
                    <a16:creationId xmlns:a16="http://schemas.microsoft.com/office/drawing/2014/main" id="{374913A1-D71B-4721-B086-FAC02A6D392C}"/>
                  </a:ext>
                </a:extLst>
              </p:cNvPr>
              <p:cNvSpPr/>
              <p:nvPr/>
            </p:nvSpPr>
            <p:spPr>
              <a:xfrm>
                <a:off x="4333005"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2" name="椭圆 8281">
                <a:extLst>
                  <a:ext uri="{FF2B5EF4-FFF2-40B4-BE49-F238E27FC236}">
                    <a16:creationId xmlns:a16="http://schemas.microsoft.com/office/drawing/2014/main" id="{1D72E362-04CB-431A-B574-E364EFBB65DA}"/>
                  </a:ext>
                </a:extLst>
              </p:cNvPr>
              <p:cNvSpPr/>
              <p:nvPr/>
            </p:nvSpPr>
            <p:spPr>
              <a:xfrm>
                <a:off x="412680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3" name="椭圆 8282">
                <a:extLst>
                  <a:ext uri="{FF2B5EF4-FFF2-40B4-BE49-F238E27FC236}">
                    <a16:creationId xmlns:a16="http://schemas.microsoft.com/office/drawing/2014/main" id="{B21A02CC-5C7B-4D6E-8EF1-3FE481A01E1D}"/>
                  </a:ext>
                </a:extLst>
              </p:cNvPr>
              <p:cNvSpPr/>
              <p:nvPr/>
            </p:nvSpPr>
            <p:spPr>
              <a:xfrm>
                <a:off x="4285804"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4" name="椭圆 8283">
                <a:extLst>
                  <a:ext uri="{FF2B5EF4-FFF2-40B4-BE49-F238E27FC236}">
                    <a16:creationId xmlns:a16="http://schemas.microsoft.com/office/drawing/2014/main" id="{7E89C6D6-D2AC-4C60-8CE3-146E97067685}"/>
                  </a:ext>
                </a:extLst>
              </p:cNvPr>
              <p:cNvSpPr/>
              <p:nvPr/>
            </p:nvSpPr>
            <p:spPr>
              <a:xfrm>
                <a:off x="4264332" y="2828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5" name="椭圆 8284">
                <a:extLst>
                  <a:ext uri="{FF2B5EF4-FFF2-40B4-BE49-F238E27FC236}">
                    <a16:creationId xmlns:a16="http://schemas.microsoft.com/office/drawing/2014/main" id="{647BB374-6476-446B-BB52-A39B8E4EEC8D}"/>
                  </a:ext>
                </a:extLst>
              </p:cNvPr>
              <p:cNvSpPr/>
              <p:nvPr/>
            </p:nvSpPr>
            <p:spPr>
              <a:xfrm>
                <a:off x="402612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6" name="椭圆 8285">
                <a:extLst>
                  <a:ext uri="{FF2B5EF4-FFF2-40B4-BE49-F238E27FC236}">
                    <a16:creationId xmlns:a16="http://schemas.microsoft.com/office/drawing/2014/main" id="{87D34F00-DF22-4809-8C12-0BA3C2FAA6AA}"/>
                  </a:ext>
                </a:extLst>
              </p:cNvPr>
              <p:cNvSpPr/>
              <p:nvPr/>
            </p:nvSpPr>
            <p:spPr>
              <a:xfrm>
                <a:off x="40019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7" name="椭圆 8286">
                <a:extLst>
                  <a:ext uri="{FF2B5EF4-FFF2-40B4-BE49-F238E27FC236}">
                    <a16:creationId xmlns:a16="http://schemas.microsoft.com/office/drawing/2014/main" id="{F79739AC-9374-46F4-B5CF-BD50DEA82F85}"/>
                  </a:ext>
                </a:extLst>
              </p:cNvPr>
              <p:cNvSpPr/>
              <p:nvPr/>
            </p:nvSpPr>
            <p:spPr>
              <a:xfrm>
                <a:off x="4084667"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8" name="椭圆 8287">
                <a:extLst>
                  <a:ext uri="{FF2B5EF4-FFF2-40B4-BE49-F238E27FC236}">
                    <a16:creationId xmlns:a16="http://schemas.microsoft.com/office/drawing/2014/main" id="{62150102-869E-4EAA-B99C-5BFF8CDF33B9}"/>
                  </a:ext>
                </a:extLst>
              </p:cNvPr>
              <p:cNvSpPr/>
              <p:nvPr/>
            </p:nvSpPr>
            <p:spPr>
              <a:xfrm>
                <a:off x="3963325"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9" name="椭圆 8288">
                <a:extLst>
                  <a:ext uri="{FF2B5EF4-FFF2-40B4-BE49-F238E27FC236}">
                    <a16:creationId xmlns:a16="http://schemas.microsoft.com/office/drawing/2014/main" id="{1A1C0DCC-710E-428F-84D0-8C079FA0FE09}"/>
                  </a:ext>
                </a:extLst>
              </p:cNvPr>
              <p:cNvSpPr/>
              <p:nvPr/>
            </p:nvSpPr>
            <p:spPr>
              <a:xfrm>
                <a:off x="40300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0" name="椭圆 8289">
                <a:extLst>
                  <a:ext uri="{FF2B5EF4-FFF2-40B4-BE49-F238E27FC236}">
                    <a16:creationId xmlns:a16="http://schemas.microsoft.com/office/drawing/2014/main" id="{8BFFC896-288F-4545-B91C-7DBCE6400A3A}"/>
                  </a:ext>
                </a:extLst>
              </p:cNvPr>
              <p:cNvSpPr/>
              <p:nvPr/>
            </p:nvSpPr>
            <p:spPr>
              <a:xfrm>
                <a:off x="40190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1" name="椭圆 8290">
                <a:extLst>
                  <a:ext uri="{FF2B5EF4-FFF2-40B4-BE49-F238E27FC236}">
                    <a16:creationId xmlns:a16="http://schemas.microsoft.com/office/drawing/2014/main" id="{A2336BD3-AE3C-4FF9-8963-32F03B218A34}"/>
                  </a:ext>
                </a:extLst>
              </p:cNvPr>
              <p:cNvSpPr/>
              <p:nvPr/>
            </p:nvSpPr>
            <p:spPr>
              <a:xfrm>
                <a:off x="400483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2" name="椭圆 8291">
                <a:extLst>
                  <a:ext uri="{FF2B5EF4-FFF2-40B4-BE49-F238E27FC236}">
                    <a16:creationId xmlns:a16="http://schemas.microsoft.com/office/drawing/2014/main" id="{551774DE-42F5-48E3-A2A5-7594780E0735}"/>
                  </a:ext>
                </a:extLst>
              </p:cNvPr>
              <p:cNvSpPr/>
              <p:nvPr/>
            </p:nvSpPr>
            <p:spPr>
              <a:xfrm>
                <a:off x="4019114"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3" name="椭圆 8292">
                <a:extLst>
                  <a:ext uri="{FF2B5EF4-FFF2-40B4-BE49-F238E27FC236}">
                    <a16:creationId xmlns:a16="http://schemas.microsoft.com/office/drawing/2014/main" id="{99DDE6D6-5AF9-4273-BE6A-73A83D4008AC}"/>
                  </a:ext>
                </a:extLst>
              </p:cNvPr>
              <p:cNvSpPr/>
              <p:nvPr/>
            </p:nvSpPr>
            <p:spPr>
              <a:xfrm>
                <a:off x="4094614" y="30385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4" name="椭圆 8293">
                <a:extLst>
                  <a:ext uri="{FF2B5EF4-FFF2-40B4-BE49-F238E27FC236}">
                    <a16:creationId xmlns:a16="http://schemas.microsoft.com/office/drawing/2014/main" id="{BAE9C6F2-A98A-464E-9389-60346E1C5372}"/>
                  </a:ext>
                </a:extLst>
              </p:cNvPr>
              <p:cNvSpPr/>
              <p:nvPr/>
            </p:nvSpPr>
            <p:spPr>
              <a:xfrm>
                <a:off x="4045982"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5" name="椭圆 8294">
                <a:extLst>
                  <a:ext uri="{FF2B5EF4-FFF2-40B4-BE49-F238E27FC236}">
                    <a16:creationId xmlns:a16="http://schemas.microsoft.com/office/drawing/2014/main" id="{5741BD4E-8E43-4B64-BAE4-8DE99BCF06C3}"/>
                  </a:ext>
                </a:extLst>
              </p:cNvPr>
              <p:cNvSpPr/>
              <p:nvPr/>
            </p:nvSpPr>
            <p:spPr>
              <a:xfrm>
                <a:off x="398989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6" name="椭圆 8295">
                <a:extLst>
                  <a:ext uri="{FF2B5EF4-FFF2-40B4-BE49-F238E27FC236}">
                    <a16:creationId xmlns:a16="http://schemas.microsoft.com/office/drawing/2014/main" id="{B151773C-9A5A-445C-BABE-9AF88E3632F9}"/>
                  </a:ext>
                </a:extLst>
              </p:cNvPr>
              <p:cNvSpPr/>
              <p:nvPr/>
            </p:nvSpPr>
            <p:spPr>
              <a:xfrm>
                <a:off x="3885880" y="29180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7" name="椭圆 8296">
                <a:extLst>
                  <a:ext uri="{FF2B5EF4-FFF2-40B4-BE49-F238E27FC236}">
                    <a16:creationId xmlns:a16="http://schemas.microsoft.com/office/drawing/2014/main" id="{62BD9D4C-2EB5-435F-B0D7-F02A8A6B142C}"/>
                  </a:ext>
                </a:extLst>
              </p:cNvPr>
              <p:cNvSpPr/>
              <p:nvPr/>
            </p:nvSpPr>
            <p:spPr>
              <a:xfrm>
                <a:off x="4114508"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8" name="椭圆 8297">
                <a:extLst>
                  <a:ext uri="{FF2B5EF4-FFF2-40B4-BE49-F238E27FC236}">
                    <a16:creationId xmlns:a16="http://schemas.microsoft.com/office/drawing/2014/main" id="{B435AADF-22F3-4732-8D60-2D1CF5EE78D1}"/>
                  </a:ext>
                </a:extLst>
              </p:cNvPr>
              <p:cNvSpPr/>
              <p:nvPr/>
            </p:nvSpPr>
            <p:spPr>
              <a:xfrm>
                <a:off x="401595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9" name="椭圆 8298">
                <a:extLst>
                  <a:ext uri="{FF2B5EF4-FFF2-40B4-BE49-F238E27FC236}">
                    <a16:creationId xmlns:a16="http://schemas.microsoft.com/office/drawing/2014/main" id="{BA5C6278-2D6C-49C7-9281-D9C5E936AA90}"/>
                  </a:ext>
                </a:extLst>
              </p:cNvPr>
              <p:cNvSpPr/>
              <p:nvPr/>
            </p:nvSpPr>
            <p:spPr>
              <a:xfrm>
                <a:off x="396890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0" name="椭圆 8299">
                <a:extLst>
                  <a:ext uri="{FF2B5EF4-FFF2-40B4-BE49-F238E27FC236}">
                    <a16:creationId xmlns:a16="http://schemas.microsoft.com/office/drawing/2014/main" id="{4E8B9590-7CE9-45C8-94D0-1FDA02B15C96}"/>
                  </a:ext>
                </a:extLst>
              </p:cNvPr>
              <p:cNvSpPr/>
              <p:nvPr/>
            </p:nvSpPr>
            <p:spPr>
              <a:xfrm>
                <a:off x="4145449"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1" name="椭圆 8300">
                <a:extLst>
                  <a:ext uri="{FF2B5EF4-FFF2-40B4-BE49-F238E27FC236}">
                    <a16:creationId xmlns:a16="http://schemas.microsoft.com/office/drawing/2014/main" id="{5313581D-E1C5-4FEB-B0CE-9E7068DC1A33}"/>
                  </a:ext>
                </a:extLst>
              </p:cNvPr>
              <p:cNvSpPr/>
              <p:nvPr/>
            </p:nvSpPr>
            <p:spPr>
              <a:xfrm>
                <a:off x="399386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2" name="椭圆 8301">
                <a:extLst>
                  <a:ext uri="{FF2B5EF4-FFF2-40B4-BE49-F238E27FC236}">
                    <a16:creationId xmlns:a16="http://schemas.microsoft.com/office/drawing/2014/main" id="{04B2CF23-5615-4F39-A538-5B425BE54272}"/>
                  </a:ext>
                </a:extLst>
              </p:cNvPr>
              <p:cNvSpPr/>
              <p:nvPr/>
            </p:nvSpPr>
            <p:spPr>
              <a:xfrm>
                <a:off x="403849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3" name="椭圆 8302">
                <a:extLst>
                  <a:ext uri="{FF2B5EF4-FFF2-40B4-BE49-F238E27FC236}">
                    <a16:creationId xmlns:a16="http://schemas.microsoft.com/office/drawing/2014/main" id="{C7335C2D-6301-4872-8C55-0CF7DED5866D}"/>
                  </a:ext>
                </a:extLst>
              </p:cNvPr>
              <p:cNvSpPr/>
              <p:nvPr/>
            </p:nvSpPr>
            <p:spPr>
              <a:xfrm>
                <a:off x="3941633" y="25483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4" name="椭圆 8303">
                <a:extLst>
                  <a:ext uri="{FF2B5EF4-FFF2-40B4-BE49-F238E27FC236}">
                    <a16:creationId xmlns:a16="http://schemas.microsoft.com/office/drawing/2014/main" id="{B1B93287-53DD-460B-9B0E-D8672E3BB6E7}"/>
                  </a:ext>
                </a:extLst>
              </p:cNvPr>
              <p:cNvSpPr/>
              <p:nvPr/>
            </p:nvSpPr>
            <p:spPr>
              <a:xfrm>
                <a:off x="3796176" y="2903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5" name="椭圆 8304">
                <a:extLst>
                  <a:ext uri="{FF2B5EF4-FFF2-40B4-BE49-F238E27FC236}">
                    <a16:creationId xmlns:a16="http://schemas.microsoft.com/office/drawing/2014/main" id="{5D00A696-D4FB-4FAA-9766-D536316B5774}"/>
                  </a:ext>
                </a:extLst>
              </p:cNvPr>
              <p:cNvSpPr/>
              <p:nvPr/>
            </p:nvSpPr>
            <p:spPr>
              <a:xfrm>
                <a:off x="399133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6" name="椭圆 8305">
                <a:extLst>
                  <a:ext uri="{FF2B5EF4-FFF2-40B4-BE49-F238E27FC236}">
                    <a16:creationId xmlns:a16="http://schemas.microsoft.com/office/drawing/2014/main" id="{B9810C73-577E-42BE-BA6E-C3E71D4A9D41}"/>
                  </a:ext>
                </a:extLst>
              </p:cNvPr>
              <p:cNvSpPr/>
              <p:nvPr/>
            </p:nvSpPr>
            <p:spPr>
              <a:xfrm>
                <a:off x="403691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7" name="椭圆 8306">
                <a:extLst>
                  <a:ext uri="{FF2B5EF4-FFF2-40B4-BE49-F238E27FC236}">
                    <a16:creationId xmlns:a16="http://schemas.microsoft.com/office/drawing/2014/main" id="{0731ACD5-93AF-4292-A2C0-58615259B3EC}"/>
                  </a:ext>
                </a:extLst>
              </p:cNvPr>
              <p:cNvSpPr/>
              <p:nvPr/>
            </p:nvSpPr>
            <p:spPr>
              <a:xfrm>
                <a:off x="405288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8" name="椭圆 8307">
                <a:extLst>
                  <a:ext uri="{FF2B5EF4-FFF2-40B4-BE49-F238E27FC236}">
                    <a16:creationId xmlns:a16="http://schemas.microsoft.com/office/drawing/2014/main" id="{E3FD8CFE-0752-439E-8AF9-04F3FD8065DD}"/>
                  </a:ext>
                </a:extLst>
              </p:cNvPr>
              <p:cNvSpPr/>
              <p:nvPr/>
            </p:nvSpPr>
            <p:spPr>
              <a:xfrm>
                <a:off x="415726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9" name="椭圆 8308">
                <a:extLst>
                  <a:ext uri="{FF2B5EF4-FFF2-40B4-BE49-F238E27FC236}">
                    <a16:creationId xmlns:a16="http://schemas.microsoft.com/office/drawing/2014/main" id="{90669238-CA31-42DD-84D0-087CAB5CB8DF}"/>
                  </a:ext>
                </a:extLst>
              </p:cNvPr>
              <p:cNvSpPr/>
              <p:nvPr/>
            </p:nvSpPr>
            <p:spPr>
              <a:xfrm>
                <a:off x="40025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0" name="椭圆 8309">
                <a:extLst>
                  <a:ext uri="{FF2B5EF4-FFF2-40B4-BE49-F238E27FC236}">
                    <a16:creationId xmlns:a16="http://schemas.microsoft.com/office/drawing/2014/main" id="{326188E6-3876-4E56-AAEE-4EEAD3DD574D}"/>
                  </a:ext>
                </a:extLst>
              </p:cNvPr>
              <p:cNvSpPr/>
              <p:nvPr/>
            </p:nvSpPr>
            <p:spPr>
              <a:xfrm>
                <a:off x="407780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1" name="椭圆 8310">
                <a:extLst>
                  <a:ext uri="{FF2B5EF4-FFF2-40B4-BE49-F238E27FC236}">
                    <a16:creationId xmlns:a16="http://schemas.microsoft.com/office/drawing/2014/main" id="{94CEF5B9-8196-45CB-8A85-5CB028FCEADF}"/>
                  </a:ext>
                </a:extLst>
              </p:cNvPr>
              <p:cNvSpPr/>
              <p:nvPr/>
            </p:nvSpPr>
            <p:spPr>
              <a:xfrm>
                <a:off x="3901295"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2" name="椭圆 8311">
                <a:extLst>
                  <a:ext uri="{FF2B5EF4-FFF2-40B4-BE49-F238E27FC236}">
                    <a16:creationId xmlns:a16="http://schemas.microsoft.com/office/drawing/2014/main" id="{8A751D3E-D908-4A0E-8146-F143EB88BFFA}"/>
                  </a:ext>
                </a:extLst>
              </p:cNvPr>
              <p:cNvSpPr/>
              <p:nvPr/>
            </p:nvSpPr>
            <p:spPr>
              <a:xfrm>
                <a:off x="39872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3" name="椭圆 8312">
                <a:extLst>
                  <a:ext uri="{FF2B5EF4-FFF2-40B4-BE49-F238E27FC236}">
                    <a16:creationId xmlns:a16="http://schemas.microsoft.com/office/drawing/2014/main" id="{B9598287-76C9-4FD7-90A1-FB06578A4C1E}"/>
                  </a:ext>
                </a:extLst>
              </p:cNvPr>
              <p:cNvSpPr/>
              <p:nvPr/>
            </p:nvSpPr>
            <p:spPr>
              <a:xfrm>
                <a:off x="400168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4" name="椭圆 8313">
                <a:extLst>
                  <a:ext uri="{FF2B5EF4-FFF2-40B4-BE49-F238E27FC236}">
                    <a16:creationId xmlns:a16="http://schemas.microsoft.com/office/drawing/2014/main" id="{F43C08E6-1F60-4FE0-81D2-5DFA29862B01}"/>
                  </a:ext>
                </a:extLst>
              </p:cNvPr>
              <p:cNvSpPr/>
              <p:nvPr/>
            </p:nvSpPr>
            <p:spPr>
              <a:xfrm>
                <a:off x="404190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5" name="椭圆 8314">
                <a:extLst>
                  <a:ext uri="{FF2B5EF4-FFF2-40B4-BE49-F238E27FC236}">
                    <a16:creationId xmlns:a16="http://schemas.microsoft.com/office/drawing/2014/main" id="{EE1B6567-D360-4CDA-AE2C-8628EE8CC778}"/>
                  </a:ext>
                </a:extLst>
              </p:cNvPr>
              <p:cNvSpPr/>
              <p:nvPr/>
            </p:nvSpPr>
            <p:spPr>
              <a:xfrm>
                <a:off x="3905810"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6" name="椭圆 8315">
                <a:extLst>
                  <a:ext uri="{FF2B5EF4-FFF2-40B4-BE49-F238E27FC236}">
                    <a16:creationId xmlns:a16="http://schemas.microsoft.com/office/drawing/2014/main" id="{1D617274-0EE6-4C7B-8731-FB6ECADFEF64}"/>
                  </a:ext>
                </a:extLst>
              </p:cNvPr>
              <p:cNvSpPr/>
              <p:nvPr/>
            </p:nvSpPr>
            <p:spPr>
              <a:xfrm>
                <a:off x="40060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7" name="椭圆 8316">
                <a:extLst>
                  <a:ext uri="{FF2B5EF4-FFF2-40B4-BE49-F238E27FC236}">
                    <a16:creationId xmlns:a16="http://schemas.microsoft.com/office/drawing/2014/main" id="{D50AEAF7-3248-4FF5-813A-27517F3F2B0D}"/>
                  </a:ext>
                </a:extLst>
              </p:cNvPr>
              <p:cNvSpPr/>
              <p:nvPr/>
            </p:nvSpPr>
            <p:spPr>
              <a:xfrm>
                <a:off x="398905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8" name="椭圆 8317">
                <a:extLst>
                  <a:ext uri="{FF2B5EF4-FFF2-40B4-BE49-F238E27FC236}">
                    <a16:creationId xmlns:a16="http://schemas.microsoft.com/office/drawing/2014/main" id="{63899387-C170-48C1-B553-E8380BC923CC}"/>
                  </a:ext>
                </a:extLst>
              </p:cNvPr>
              <p:cNvSpPr/>
              <p:nvPr/>
            </p:nvSpPr>
            <p:spPr>
              <a:xfrm>
                <a:off x="390632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9" name="椭圆 8318">
                <a:extLst>
                  <a:ext uri="{FF2B5EF4-FFF2-40B4-BE49-F238E27FC236}">
                    <a16:creationId xmlns:a16="http://schemas.microsoft.com/office/drawing/2014/main" id="{B0CC4ECC-F669-4F96-9FFE-96FF45C4B093}"/>
                  </a:ext>
                </a:extLst>
              </p:cNvPr>
              <p:cNvSpPr/>
              <p:nvPr/>
            </p:nvSpPr>
            <p:spPr>
              <a:xfrm>
                <a:off x="3991513"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0" name="椭圆 8319">
                <a:extLst>
                  <a:ext uri="{FF2B5EF4-FFF2-40B4-BE49-F238E27FC236}">
                    <a16:creationId xmlns:a16="http://schemas.microsoft.com/office/drawing/2014/main" id="{61944767-6E94-44CC-B10F-5C709A388640}"/>
                  </a:ext>
                </a:extLst>
              </p:cNvPr>
              <p:cNvSpPr/>
              <p:nvPr/>
            </p:nvSpPr>
            <p:spPr>
              <a:xfrm>
                <a:off x="3992908"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1" name="椭圆 8320">
                <a:extLst>
                  <a:ext uri="{FF2B5EF4-FFF2-40B4-BE49-F238E27FC236}">
                    <a16:creationId xmlns:a16="http://schemas.microsoft.com/office/drawing/2014/main" id="{BC687D38-A182-43F4-9529-F695CEB6EFDF}"/>
                  </a:ext>
                </a:extLst>
              </p:cNvPr>
              <p:cNvSpPr/>
              <p:nvPr/>
            </p:nvSpPr>
            <p:spPr>
              <a:xfrm>
                <a:off x="384088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2" name="椭圆 8321">
                <a:extLst>
                  <a:ext uri="{FF2B5EF4-FFF2-40B4-BE49-F238E27FC236}">
                    <a16:creationId xmlns:a16="http://schemas.microsoft.com/office/drawing/2014/main" id="{67510B13-B1A4-4665-9000-98ADF8377D4D}"/>
                  </a:ext>
                </a:extLst>
              </p:cNvPr>
              <p:cNvSpPr/>
              <p:nvPr/>
            </p:nvSpPr>
            <p:spPr>
              <a:xfrm>
                <a:off x="39948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3" name="椭圆 8322">
                <a:extLst>
                  <a:ext uri="{FF2B5EF4-FFF2-40B4-BE49-F238E27FC236}">
                    <a16:creationId xmlns:a16="http://schemas.microsoft.com/office/drawing/2014/main" id="{E35EF33C-481F-4EA0-9005-AE12277B93BE}"/>
                  </a:ext>
                </a:extLst>
              </p:cNvPr>
              <p:cNvSpPr/>
              <p:nvPr/>
            </p:nvSpPr>
            <p:spPr>
              <a:xfrm>
                <a:off x="3854682"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4" name="椭圆 8323">
                <a:extLst>
                  <a:ext uri="{FF2B5EF4-FFF2-40B4-BE49-F238E27FC236}">
                    <a16:creationId xmlns:a16="http://schemas.microsoft.com/office/drawing/2014/main" id="{32408230-E694-4343-BBF9-008C23E73C6E}"/>
                  </a:ext>
                </a:extLst>
              </p:cNvPr>
              <p:cNvSpPr/>
              <p:nvPr/>
            </p:nvSpPr>
            <p:spPr>
              <a:xfrm>
                <a:off x="3919023" y="29089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5" name="椭圆 8324">
                <a:extLst>
                  <a:ext uri="{FF2B5EF4-FFF2-40B4-BE49-F238E27FC236}">
                    <a16:creationId xmlns:a16="http://schemas.microsoft.com/office/drawing/2014/main" id="{67277553-0E3C-43FF-B412-18F61D4B828C}"/>
                  </a:ext>
                </a:extLst>
              </p:cNvPr>
              <p:cNvSpPr/>
              <p:nvPr/>
            </p:nvSpPr>
            <p:spPr>
              <a:xfrm>
                <a:off x="4136787"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6" name="椭圆 8325">
                <a:extLst>
                  <a:ext uri="{FF2B5EF4-FFF2-40B4-BE49-F238E27FC236}">
                    <a16:creationId xmlns:a16="http://schemas.microsoft.com/office/drawing/2014/main" id="{40BE346D-2BCA-4BB9-B079-55A8BCD0D15B}"/>
                  </a:ext>
                </a:extLst>
              </p:cNvPr>
              <p:cNvSpPr/>
              <p:nvPr/>
            </p:nvSpPr>
            <p:spPr>
              <a:xfrm>
                <a:off x="40906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7" name="椭圆 8326">
                <a:extLst>
                  <a:ext uri="{FF2B5EF4-FFF2-40B4-BE49-F238E27FC236}">
                    <a16:creationId xmlns:a16="http://schemas.microsoft.com/office/drawing/2014/main" id="{80160A12-D54D-47D9-B5DB-FB856AB15062}"/>
                  </a:ext>
                </a:extLst>
              </p:cNvPr>
              <p:cNvSpPr/>
              <p:nvPr/>
            </p:nvSpPr>
            <p:spPr>
              <a:xfrm>
                <a:off x="4109112" y="2801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8" name="椭圆 8327">
                <a:extLst>
                  <a:ext uri="{FF2B5EF4-FFF2-40B4-BE49-F238E27FC236}">
                    <a16:creationId xmlns:a16="http://schemas.microsoft.com/office/drawing/2014/main" id="{C5B4A71E-7D1A-46B6-8FDF-15E3DCA0E681}"/>
                  </a:ext>
                </a:extLst>
              </p:cNvPr>
              <p:cNvSpPr/>
              <p:nvPr/>
            </p:nvSpPr>
            <p:spPr>
              <a:xfrm>
                <a:off x="398751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9" name="椭圆 8328">
                <a:extLst>
                  <a:ext uri="{FF2B5EF4-FFF2-40B4-BE49-F238E27FC236}">
                    <a16:creationId xmlns:a16="http://schemas.microsoft.com/office/drawing/2014/main" id="{65EEE40F-80FD-4B50-A42B-0F930827FF8B}"/>
                  </a:ext>
                </a:extLst>
              </p:cNvPr>
              <p:cNvSpPr/>
              <p:nvPr/>
            </p:nvSpPr>
            <p:spPr>
              <a:xfrm>
                <a:off x="406558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0" name="椭圆 8329">
                <a:extLst>
                  <a:ext uri="{FF2B5EF4-FFF2-40B4-BE49-F238E27FC236}">
                    <a16:creationId xmlns:a16="http://schemas.microsoft.com/office/drawing/2014/main" id="{2E58FA2B-0F8A-4460-BB72-607BAD4A0EC3}"/>
                  </a:ext>
                </a:extLst>
              </p:cNvPr>
              <p:cNvSpPr/>
              <p:nvPr/>
            </p:nvSpPr>
            <p:spPr>
              <a:xfrm>
                <a:off x="400891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1" name="椭圆 8330">
                <a:extLst>
                  <a:ext uri="{FF2B5EF4-FFF2-40B4-BE49-F238E27FC236}">
                    <a16:creationId xmlns:a16="http://schemas.microsoft.com/office/drawing/2014/main" id="{B290FBB3-03E4-4F76-945A-3E0ABDAB47E2}"/>
                  </a:ext>
                </a:extLst>
              </p:cNvPr>
              <p:cNvSpPr/>
              <p:nvPr/>
            </p:nvSpPr>
            <p:spPr>
              <a:xfrm>
                <a:off x="4041871"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2" name="椭圆 8331">
                <a:extLst>
                  <a:ext uri="{FF2B5EF4-FFF2-40B4-BE49-F238E27FC236}">
                    <a16:creationId xmlns:a16="http://schemas.microsoft.com/office/drawing/2014/main" id="{D1B19CDB-E052-4DE8-8FB7-6990BD8E32A6}"/>
                  </a:ext>
                </a:extLst>
              </p:cNvPr>
              <p:cNvSpPr/>
              <p:nvPr/>
            </p:nvSpPr>
            <p:spPr>
              <a:xfrm>
                <a:off x="3998120"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3" name="椭圆 8332">
                <a:extLst>
                  <a:ext uri="{FF2B5EF4-FFF2-40B4-BE49-F238E27FC236}">
                    <a16:creationId xmlns:a16="http://schemas.microsoft.com/office/drawing/2014/main" id="{C8554306-B4A3-47A9-8DE7-91C44E07C4D5}"/>
                  </a:ext>
                </a:extLst>
              </p:cNvPr>
              <p:cNvSpPr/>
              <p:nvPr/>
            </p:nvSpPr>
            <p:spPr>
              <a:xfrm>
                <a:off x="403922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4" name="椭圆 8333">
                <a:extLst>
                  <a:ext uri="{FF2B5EF4-FFF2-40B4-BE49-F238E27FC236}">
                    <a16:creationId xmlns:a16="http://schemas.microsoft.com/office/drawing/2014/main" id="{523C94F4-8FD7-4E2D-A82E-357EE6E0EF4F}"/>
                  </a:ext>
                </a:extLst>
              </p:cNvPr>
              <p:cNvSpPr/>
              <p:nvPr/>
            </p:nvSpPr>
            <p:spPr>
              <a:xfrm>
                <a:off x="399841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5" name="椭圆 8334">
                <a:extLst>
                  <a:ext uri="{FF2B5EF4-FFF2-40B4-BE49-F238E27FC236}">
                    <a16:creationId xmlns:a16="http://schemas.microsoft.com/office/drawing/2014/main" id="{7DA6CC2B-54F6-4642-9126-EBD5DF758ED1}"/>
                  </a:ext>
                </a:extLst>
              </p:cNvPr>
              <p:cNvSpPr/>
              <p:nvPr/>
            </p:nvSpPr>
            <p:spPr>
              <a:xfrm>
                <a:off x="40240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6" name="椭圆 8335">
                <a:extLst>
                  <a:ext uri="{FF2B5EF4-FFF2-40B4-BE49-F238E27FC236}">
                    <a16:creationId xmlns:a16="http://schemas.microsoft.com/office/drawing/2014/main" id="{162C3A12-DA43-4943-8C76-74D9A6D74816}"/>
                  </a:ext>
                </a:extLst>
              </p:cNvPr>
              <p:cNvSpPr/>
              <p:nvPr/>
            </p:nvSpPr>
            <p:spPr>
              <a:xfrm>
                <a:off x="40234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7" name="椭圆 8336">
                <a:extLst>
                  <a:ext uri="{FF2B5EF4-FFF2-40B4-BE49-F238E27FC236}">
                    <a16:creationId xmlns:a16="http://schemas.microsoft.com/office/drawing/2014/main" id="{0A547DB4-E984-401F-A5C5-100D94A5F90C}"/>
                  </a:ext>
                </a:extLst>
              </p:cNvPr>
              <p:cNvSpPr/>
              <p:nvPr/>
            </p:nvSpPr>
            <p:spPr>
              <a:xfrm>
                <a:off x="402410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8" name="椭圆 8337">
                <a:extLst>
                  <a:ext uri="{FF2B5EF4-FFF2-40B4-BE49-F238E27FC236}">
                    <a16:creationId xmlns:a16="http://schemas.microsoft.com/office/drawing/2014/main" id="{CFC989E4-1212-4EAB-9E7C-148176CA84FC}"/>
                  </a:ext>
                </a:extLst>
              </p:cNvPr>
              <p:cNvSpPr/>
              <p:nvPr/>
            </p:nvSpPr>
            <p:spPr>
              <a:xfrm>
                <a:off x="401324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9" name="椭圆 8338">
                <a:extLst>
                  <a:ext uri="{FF2B5EF4-FFF2-40B4-BE49-F238E27FC236}">
                    <a16:creationId xmlns:a16="http://schemas.microsoft.com/office/drawing/2014/main" id="{AA2A7A57-C9C2-4573-963C-2FE9120C6360}"/>
                  </a:ext>
                </a:extLst>
              </p:cNvPr>
              <p:cNvSpPr/>
              <p:nvPr/>
            </p:nvSpPr>
            <p:spPr>
              <a:xfrm>
                <a:off x="4015407"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0" name="椭圆 8339">
                <a:extLst>
                  <a:ext uri="{FF2B5EF4-FFF2-40B4-BE49-F238E27FC236}">
                    <a16:creationId xmlns:a16="http://schemas.microsoft.com/office/drawing/2014/main" id="{59D7788A-5753-4BB4-ACDF-A9DE5F8998F5}"/>
                  </a:ext>
                </a:extLst>
              </p:cNvPr>
              <p:cNvSpPr/>
              <p:nvPr/>
            </p:nvSpPr>
            <p:spPr>
              <a:xfrm>
                <a:off x="404062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1" name="椭圆 8340">
                <a:extLst>
                  <a:ext uri="{FF2B5EF4-FFF2-40B4-BE49-F238E27FC236}">
                    <a16:creationId xmlns:a16="http://schemas.microsoft.com/office/drawing/2014/main" id="{FBC969B2-F8F3-4DFD-8160-3307BA852431}"/>
                  </a:ext>
                </a:extLst>
              </p:cNvPr>
              <p:cNvSpPr/>
              <p:nvPr/>
            </p:nvSpPr>
            <p:spPr>
              <a:xfrm>
                <a:off x="414544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2" name="椭圆 8341">
                <a:extLst>
                  <a:ext uri="{FF2B5EF4-FFF2-40B4-BE49-F238E27FC236}">
                    <a16:creationId xmlns:a16="http://schemas.microsoft.com/office/drawing/2014/main" id="{B51692FC-F532-43A9-9666-76D2B0805822}"/>
                  </a:ext>
                </a:extLst>
              </p:cNvPr>
              <p:cNvSpPr/>
              <p:nvPr/>
            </p:nvSpPr>
            <p:spPr>
              <a:xfrm>
                <a:off x="406242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3" name="椭圆 8342">
                <a:extLst>
                  <a:ext uri="{FF2B5EF4-FFF2-40B4-BE49-F238E27FC236}">
                    <a16:creationId xmlns:a16="http://schemas.microsoft.com/office/drawing/2014/main" id="{764A2C95-2D80-4C87-8CBC-93D70BBF08D6}"/>
                  </a:ext>
                </a:extLst>
              </p:cNvPr>
              <p:cNvSpPr/>
              <p:nvPr/>
            </p:nvSpPr>
            <p:spPr>
              <a:xfrm>
                <a:off x="393891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4" name="椭圆 8343">
                <a:extLst>
                  <a:ext uri="{FF2B5EF4-FFF2-40B4-BE49-F238E27FC236}">
                    <a16:creationId xmlns:a16="http://schemas.microsoft.com/office/drawing/2014/main" id="{2BBD9B8B-DF66-427C-BCBE-5EDA007B1B5C}"/>
                  </a:ext>
                </a:extLst>
              </p:cNvPr>
              <p:cNvSpPr/>
              <p:nvPr/>
            </p:nvSpPr>
            <p:spPr>
              <a:xfrm>
                <a:off x="3813537"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5" name="椭圆 8344">
                <a:extLst>
                  <a:ext uri="{FF2B5EF4-FFF2-40B4-BE49-F238E27FC236}">
                    <a16:creationId xmlns:a16="http://schemas.microsoft.com/office/drawing/2014/main" id="{3132B34C-16C4-45B9-9E83-F8AB1F9BBEA7}"/>
                  </a:ext>
                </a:extLst>
              </p:cNvPr>
              <p:cNvSpPr/>
              <p:nvPr/>
            </p:nvSpPr>
            <p:spPr>
              <a:xfrm>
                <a:off x="3921629"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6" name="椭圆 8345">
                <a:extLst>
                  <a:ext uri="{FF2B5EF4-FFF2-40B4-BE49-F238E27FC236}">
                    <a16:creationId xmlns:a16="http://schemas.microsoft.com/office/drawing/2014/main" id="{C3A45D1B-B1B6-40EA-A9BC-41BED104CBFA}"/>
                  </a:ext>
                </a:extLst>
              </p:cNvPr>
              <p:cNvSpPr/>
              <p:nvPr/>
            </p:nvSpPr>
            <p:spPr>
              <a:xfrm>
                <a:off x="404814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7" name="椭圆 8346">
                <a:extLst>
                  <a:ext uri="{FF2B5EF4-FFF2-40B4-BE49-F238E27FC236}">
                    <a16:creationId xmlns:a16="http://schemas.microsoft.com/office/drawing/2014/main" id="{199C7169-CD98-4730-8E71-1B8B4117FD46}"/>
                  </a:ext>
                </a:extLst>
              </p:cNvPr>
              <p:cNvSpPr/>
              <p:nvPr/>
            </p:nvSpPr>
            <p:spPr>
              <a:xfrm>
                <a:off x="399786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8" name="椭圆 8347">
                <a:extLst>
                  <a:ext uri="{FF2B5EF4-FFF2-40B4-BE49-F238E27FC236}">
                    <a16:creationId xmlns:a16="http://schemas.microsoft.com/office/drawing/2014/main" id="{6D89F866-B21D-41DA-A089-7A3E128F6C07}"/>
                  </a:ext>
                </a:extLst>
              </p:cNvPr>
              <p:cNvSpPr/>
              <p:nvPr/>
            </p:nvSpPr>
            <p:spPr>
              <a:xfrm>
                <a:off x="4135355"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9" name="椭圆 8348">
                <a:extLst>
                  <a:ext uri="{FF2B5EF4-FFF2-40B4-BE49-F238E27FC236}">
                    <a16:creationId xmlns:a16="http://schemas.microsoft.com/office/drawing/2014/main" id="{F32908B4-0469-44CC-A822-564921832713}"/>
                  </a:ext>
                </a:extLst>
              </p:cNvPr>
              <p:cNvSpPr/>
              <p:nvPr/>
            </p:nvSpPr>
            <p:spPr>
              <a:xfrm>
                <a:off x="397092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0" name="椭圆 8349">
                <a:extLst>
                  <a:ext uri="{FF2B5EF4-FFF2-40B4-BE49-F238E27FC236}">
                    <a16:creationId xmlns:a16="http://schemas.microsoft.com/office/drawing/2014/main" id="{DF1777DB-DEF3-4C21-8F09-438978B229BA}"/>
                  </a:ext>
                </a:extLst>
              </p:cNvPr>
              <p:cNvSpPr/>
              <p:nvPr/>
            </p:nvSpPr>
            <p:spPr>
              <a:xfrm>
                <a:off x="388822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1" name="椭圆 8350">
                <a:extLst>
                  <a:ext uri="{FF2B5EF4-FFF2-40B4-BE49-F238E27FC236}">
                    <a16:creationId xmlns:a16="http://schemas.microsoft.com/office/drawing/2014/main" id="{08DE1E54-052D-4E8A-AD33-D2CA424EDFBF}"/>
                  </a:ext>
                </a:extLst>
              </p:cNvPr>
              <p:cNvSpPr/>
              <p:nvPr/>
            </p:nvSpPr>
            <p:spPr>
              <a:xfrm>
                <a:off x="396497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2" name="椭圆 8351">
                <a:extLst>
                  <a:ext uri="{FF2B5EF4-FFF2-40B4-BE49-F238E27FC236}">
                    <a16:creationId xmlns:a16="http://schemas.microsoft.com/office/drawing/2014/main" id="{E539AC52-57DF-401D-BCDD-072B27CCBAA1}"/>
                  </a:ext>
                </a:extLst>
              </p:cNvPr>
              <p:cNvSpPr/>
              <p:nvPr/>
            </p:nvSpPr>
            <p:spPr>
              <a:xfrm>
                <a:off x="395213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3" name="椭圆 8352">
                <a:extLst>
                  <a:ext uri="{FF2B5EF4-FFF2-40B4-BE49-F238E27FC236}">
                    <a16:creationId xmlns:a16="http://schemas.microsoft.com/office/drawing/2014/main" id="{42AB22B2-A4DF-43C7-AA07-AB1543D9DD6D}"/>
                  </a:ext>
                </a:extLst>
              </p:cNvPr>
              <p:cNvSpPr/>
              <p:nvPr/>
            </p:nvSpPr>
            <p:spPr>
              <a:xfrm>
                <a:off x="3967656" y="2837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4" name="椭圆 8353">
                <a:extLst>
                  <a:ext uri="{FF2B5EF4-FFF2-40B4-BE49-F238E27FC236}">
                    <a16:creationId xmlns:a16="http://schemas.microsoft.com/office/drawing/2014/main" id="{5FCD753E-A5AF-43DA-A61D-B3215016FC28}"/>
                  </a:ext>
                </a:extLst>
              </p:cNvPr>
              <p:cNvSpPr/>
              <p:nvPr/>
            </p:nvSpPr>
            <p:spPr>
              <a:xfrm>
                <a:off x="4040953"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5" name="椭圆 8354">
                <a:extLst>
                  <a:ext uri="{FF2B5EF4-FFF2-40B4-BE49-F238E27FC236}">
                    <a16:creationId xmlns:a16="http://schemas.microsoft.com/office/drawing/2014/main" id="{2906E687-607A-44D1-A6A6-7D6EAED9D337}"/>
                  </a:ext>
                </a:extLst>
              </p:cNvPr>
              <p:cNvSpPr/>
              <p:nvPr/>
            </p:nvSpPr>
            <p:spPr>
              <a:xfrm>
                <a:off x="39726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6" name="椭圆 8355">
                <a:extLst>
                  <a:ext uri="{FF2B5EF4-FFF2-40B4-BE49-F238E27FC236}">
                    <a16:creationId xmlns:a16="http://schemas.microsoft.com/office/drawing/2014/main" id="{B51C5EBF-828B-43B5-A594-C8920DC852FC}"/>
                  </a:ext>
                </a:extLst>
              </p:cNvPr>
              <p:cNvSpPr/>
              <p:nvPr/>
            </p:nvSpPr>
            <p:spPr>
              <a:xfrm>
                <a:off x="4013352" y="28425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7" name="椭圆 8356">
                <a:extLst>
                  <a:ext uri="{FF2B5EF4-FFF2-40B4-BE49-F238E27FC236}">
                    <a16:creationId xmlns:a16="http://schemas.microsoft.com/office/drawing/2014/main" id="{68A2E5E8-50A9-40F5-B4BD-4942749BC17E}"/>
                  </a:ext>
                </a:extLst>
              </p:cNvPr>
              <p:cNvSpPr/>
              <p:nvPr/>
            </p:nvSpPr>
            <p:spPr>
              <a:xfrm>
                <a:off x="406462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8" name="椭圆 8357">
                <a:extLst>
                  <a:ext uri="{FF2B5EF4-FFF2-40B4-BE49-F238E27FC236}">
                    <a16:creationId xmlns:a16="http://schemas.microsoft.com/office/drawing/2014/main" id="{EFD8E5D1-1E78-4CF5-AB25-0AE116190B73}"/>
                  </a:ext>
                </a:extLst>
              </p:cNvPr>
              <p:cNvSpPr/>
              <p:nvPr/>
            </p:nvSpPr>
            <p:spPr>
              <a:xfrm>
                <a:off x="4061838"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9" name="椭圆 8358">
                <a:extLst>
                  <a:ext uri="{FF2B5EF4-FFF2-40B4-BE49-F238E27FC236}">
                    <a16:creationId xmlns:a16="http://schemas.microsoft.com/office/drawing/2014/main" id="{3FB6F429-204F-4E6D-A98F-60EB496D4F3A}"/>
                  </a:ext>
                </a:extLst>
              </p:cNvPr>
              <p:cNvSpPr/>
              <p:nvPr/>
            </p:nvSpPr>
            <p:spPr>
              <a:xfrm>
                <a:off x="397114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0" name="椭圆 8359">
                <a:extLst>
                  <a:ext uri="{FF2B5EF4-FFF2-40B4-BE49-F238E27FC236}">
                    <a16:creationId xmlns:a16="http://schemas.microsoft.com/office/drawing/2014/main" id="{186C329E-5AF7-48F5-AE65-77F81F1C176F}"/>
                  </a:ext>
                </a:extLst>
              </p:cNvPr>
              <p:cNvSpPr/>
              <p:nvPr/>
            </p:nvSpPr>
            <p:spPr>
              <a:xfrm>
                <a:off x="4013719"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1" name="椭圆 8360">
                <a:extLst>
                  <a:ext uri="{FF2B5EF4-FFF2-40B4-BE49-F238E27FC236}">
                    <a16:creationId xmlns:a16="http://schemas.microsoft.com/office/drawing/2014/main" id="{6B12D6BD-86B1-42C8-A25E-D3CFD6E61055}"/>
                  </a:ext>
                </a:extLst>
              </p:cNvPr>
              <p:cNvSpPr/>
              <p:nvPr/>
            </p:nvSpPr>
            <p:spPr>
              <a:xfrm>
                <a:off x="40094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2" name="椭圆 8361">
                <a:extLst>
                  <a:ext uri="{FF2B5EF4-FFF2-40B4-BE49-F238E27FC236}">
                    <a16:creationId xmlns:a16="http://schemas.microsoft.com/office/drawing/2014/main" id="{F235AC6C-4EA0-452D-B8CE-B25B1C6F21B9}"/>
                  </a:ext>
                </a:extLst>
              </p:cNvPr>
              <p:cNvSpPr/>
              <p:nvPr/>
            </p:nvSpPr>
            <p:spPr>
              <a:xfrm>
                <a:off x="39835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3" name="椭圆 8362">
                <a:extLst>
                  <a:ext uri="{FF2B5EF4-FFF2-40B4-BE49-F238E27FC236}">
                    <a16:creationId xmlns:a16="http://schemas.microsoft.com/office/drawing/2014/main" id="{AB5AB2CC-C3E4-4FC5-B310-2337E9CCB6FD}"/>
                  </a:ext>
                </a:extLst>
              </p:cNvPr>
              <p:cNvSpPr/>
              <p:nvPr/>
            </p:nvSpPr>
            <p:spPr>
              <a:xfrm>
                <a:off x="4015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4" name="椭圆 8363">
                <a:extLst>
                  <a:ext uri="{FF2B5EF4-FFF2-40B4-BE49-F238E27FC236}">
                    <a16:creationId xmlns:a16="http://schemas.microsoft.com/office/drawing/2014/main" id="{636BA0E2-86D7-47D8-888C-444DDFF8170F}"/>
                  </a:ext>
                </a:extLst>
              </p:cNvPr>
              <p:cNvSpPr/>
              <p:nvPr/>
            </p:nvSpPr>
            <p:spPr>
              <a:xfrm>
                <a:off x="3952350" y="3009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5" name="椭圆 8364">
                <a:extLst>
                  <a:ext uri="{FF2B5EF4-FFF2-40B4-BE49-F238E27FC236}">
                    <a16:creationId xmlns:a16="http://schemas.microsoft.com/office/drawing/2014/main" id="{7AACC9A5-AE42-4969-A485-043D61B4E2BD}"/>
                  </a:ext>
                </a:extLst>
              </p:cNvPr>
              <p:cNvSpPr/>
              <p:nvPr/>
            </p:nvSpPr>
            <p:spPr>
              <a:xfrm>
                <a:off x="4005167"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6" name="椭圆 8365">
                <a:extLst>
                  <a:ext uri="{FF2B5EF4-FFF2-40B4-BE49-F238E27FC236}">
                    <a16:creationId xmlns:a16="http://schemas.microsoft.com/office/drawing/2014/main" id="{2C012F29-87A4-4C7C-9216-AC3B0C202524}"/>
                  </a:ext>
                </a:extLst>
              </p:cNvPr>
              <p:cNvSpPr/>
              <p:nvPr/>
            </p:nvSpPr>
            <p:spPr>
              <a:xfrm>
                <a:off x="4010636" y="3039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7" name="椭圆 8366">
                <a:extLst>
                  <a:ext uri="{FF2B5EF4-FFF2-40B4-BE49-F238E27FC236}">
                    <a16:creationId xmlns:a16="http://schemas.microsoft.com/office/drawing/2014/main" id="{A01E174B-34BA-4254-92C4-12346BB2AD5F}"/>
                  </a:ext>
                </a:extLst>
              </p:cNvPr>
              <p:cNvSpPr/>
              <p:nvPr/>
            </p:nvSpPr>
            <p:spPr>
              <a:xfrm>
                <a:off x="4010562"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8" name="椭圆 8367">
                <a:extLst>
                  <a:ext uri="{FF2B5EF4-FFF2-40B4-BE49-F238E27FC236}">
                    <a16:creationId xmlns:a16="http://schemas.microsoft.com/office/drawing/2014/main" id="{85C82B83-5990-4480-9820-2ED1751C8763}"/>
                  </a:ext>
                </a:extLst>
              </p:cNvPr>
              <p:cNvSpPr/>
              <p:nvPr/>
            </p:nvSpPr>
            <p:spPr>
              <a:xfrm>
                <a:off x="3975988" y="30237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9" name="椭圆 8368">
                <a:extLst>
                  <a:ext uri="{FF2B5EF4-FFF2-40B4-BE49-F238E27FC236}">
                    <a16:creationId xmlns:a16="http://schemas.microsoft.com/office/drawing/2014/main" id="{1BDA7BB3-30E7-4827-9237-1A8CF7C23AE3}"/>
                  </a:ext>
                </a:extLst>
              </p:cNvPr>
              <p:cNvSpPr/>
              <p:nvPr/>
            </p:nvSpPr>
            <p:spPr>
              <a:xfrm>
                <a:off x="4115535"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0" name="椭圆 8369">
                <a:extLst>
                  <a:ext uri="{FF2B5EF4-FFF2-40B4-BE49-F238E27FC236}">
                    <a16:creationId xmlns:a16="http://schemas.microsoft.com/office/drawing/2014/main" id="{44EE013F-B0D4-4265-B16B-6340FA5D58A5}"/>
                  </a:ext>
                </a:extLst>
              </p:cNvPr>
              <p:cNvSpPr/>
              <p:nvPr/>
            </p:nvSpPr>
            <p:spPr>
              <a:xfrm>
                <a:off x="4033172"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1" name="椭圆 8370">
                <a:extLst>
                  <a:ext uri="{FF2B5EF4-FFF2-40B4-BE49-F238E27FC236}">
                    <a16:creationId xmlns:a16="http://schemas.microsoft.com/office/drawing/2014/main" id="{8DFEB309-B0E1-4904-9FC0-3B53092DEB9A}"/>
                  </a:ext>
                </a:extLst>
              </p:cNvPr>
              <p:cNvSpPr/>
              <p:nvPr/>
            </p:nvSpPr>
            <p:spPr>
              <a:xfrm>
                <a:off x="3975951"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2" name="椭圆 8371">
                <a:extLst>
                  <a:ext uri="{FF2B5EF4-FFF2-40B4-BE49-F238E27FC236}">
                    <a16:creationId xmlns:a16="http://schemas.microsoft.com/office/drawing/2014/main" id="{4FD779C5-B641-43B9-8AD5-23E5F41C21DE}"/>
                  </a:ext>
                </a:extLst>
              </p:cNvPr>
              <p:cNvSpPr/>
              <p:nvPr/>
            </p:nvSpPr>
            <p:spPr>
              <a:xfrm>
                <a:off x="399628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3" name="椭圆 8372">
                <a:extLst>
                  <a:ext uri="{FF2B5EF4-FFF2-40B4-BE49-F238E27FC236}">
                    <a16:creationId xmlns:a16="http://schemas.microsoft.com/office/drawing/2014/main" id="{21E0E233-98EF-4A4E-A02E-84FC186C2F84}"/>
                  </a:ext>
                </a:extLst>
              </p:cNvPr>
              <p:cNvSpPr/>
              <p:nvPr/>
            </p:nvSpPr>
            <p:spPr>
              <a:xfrm>
                <a:off x="3950992"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4" name="椭圆 8373">
                <a:extLst>
                  <a:ext uri="{FF2B5EF4-FFF2-40B4-BE49-F238E27FC236}">
                    <a16:creationId xmlns:a16="http://schemas.microsoft.com/office/drawing/2014/main" id="{BCF4A1F0-7D2D-4666-B8BE-70EDCB39DE4A}"/>
                  </a:ext>
                </a:extLst>
              </p:cNvPr>
              <p:cNvSpPr/>
              <p:nvPr/>
            </p:nvSpPr>
            <p:spPr>
              <a:xfrm>
                <a:off x="413238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5" name="椭圆 8374">
                <a:extLst>
                  <a:ext uri="{FF2B5EF4-FFF2-40B4-BE49-F238E27FC236}">
                    <a16:creationId xmlns:a16="http://schemas.microsoft.com/office/drawing/2014/main" id="{B24E684F-A332-49C1-8621-365B16F2DAA2}"/>
                  </a:ext>
                </a:extLst>
              </p:cNvPr>
              <p:cNvSpPr/>
              <p:nvPr/>
            </p:nvSpPr>
            <p:spPr>
              <a:xfrm>
                <a:off x="401698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6" name="椭圆 8375">
                <a:extLst>
                  <a:ext uri="{FF2B5EF4-FFF2-40B4-BE49-F238E27FC236}">
                    <a16:creationId xmlns:a16="http://schemas.microsoft.com/office/drawing/2014/main" id="{83CA931D-4909-4DFD-BFE0-F530F8AAFCC1}"/>
                  </a:ext>
                </a:extLst>
              </p:cNvPr>
              <p:cNvSpPr/>
              <p:nvPr/>
            </p:nvSpPr>
            <p:spPr>
              <a:xfrm>
                <a:off x="39511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7" name="椭圆 8376">
                <a:extLst>
                  <a:ext uri="{FF2B5EF4-FFF2-40B4-BE49-F238E27FC236}">
                    <a16:creationId xmlns:a16="http://schemas.microsoft.com/office/drawing/2014/main" id="{D74E85B2-64FE-47B5-A854-C7539D5FB68A}"/>
                  </a:ext>
                </a:extLst>
              </p:cNvPr>
              <p:cNvSpPr/>
              <p:nvPr/>
            </p:nvSpPr>
            <p:spPr>
              <a:xfrm>
                <a:off x="4073473"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8" name="椭圆 8377">
                <a:extLst>
                  <a:ext uri="{FF2B5EF4-FFF2-40B4-BE49-F238E27FC236}">
                    <a16:creationId xmlns:a16="http://schemas.microsoft.com/office/drawing/2014/main" id="{7175D6F7-BC57-4F97-B06B-701A107FE75A}"/>
                  </a:ext>
                </a:extLst>
              </p:cNvPr>
              <p:cNvSpPr/>
              <p:nvPr/>
            </p:nvSpPr>
            <p:spPr>
              <a:xfrm>
                <a:off x="411127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9" name="椭圆 8378">
                <a:extLst>
                  <a:ext uri="{FF2B5EF4-FFF2-40B4-BE49-F238E27FC236}">
                    <a16:creationId xmlns:a16="http://schemas.microsoft.com/office/drawing/2014/main" id="{35CB1D38-2FD0-4160-A66F-9CBBED10AFF7}"/>
                  </a:ext>
                </a:extLst>
              </p:cNvPr>
              <p:cNvSpPr/>
              <p:nvPr/>
            </p:nvSpPr>
            <p:spPr>
              <a:xfrm>
                <a:off x="3919354"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0" name="椭圆 8379">
                <a:extLst>
                  <a:ext uri="{FF2B5EF4-FFF2-40B4-BE49-F238E27FC236}">
                    <a16:creationId xmlns:a16="http://schemas.microsoft.com/office/drawing/2014/main" id="{DAE25A57-86C9-4685-B7E5-3E64ACF05BE4}"/>
                  </a:ext>
                </a:extLst>
              </p:cNvPr>
              <p:cNvSpPr/>
              <p:nvPr/>
            </p:nvSpPr>
            <p:spPr>
              <a:xfrm>
                <a:off x="4059635"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1" name="椭圆 8380">
                <a:extLst>
                  <a:ext uri="{FF2B5EF4-FFF2-40B4-BE49-F238E27FC236}">
                    <a16:creationId xmlns:a16="http://schemas.microsoft.com/office/drawing/2014/main" id="{E4CD7F20-E443-4EA5-9AB6-33FF1718DC29}"/>
                  </a:ext>
                </a:extLst>
              </p:cNvPr>
              <p:cNvSpPr/>
              <p:nvPr/>
            </p:nvSpPr>
            <p:spPr>
              <a:xfrm>
                <a:off x="402972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2" name="椭圆 8381">
                <a:extLst>
                  <a:ext uri="{FF2B5EF4-FFF2-40B4-BE49-F238E27FC236}">
                    <a16:creationId xmlns:a16="http://schemas.microsoft.com/office/drawing/2014/main" id="{E810C68B-B32B-4938-9448-3A7C68E491BD}"/>
                  </a:ext>
                </a:extLst>
              </p:cNvPr>
              <p:cNvSpPr/>
              <p:nvPr/>
            </p:nvSpPr>
            <p:spPr>
              <a:xfrm>
                <a:off x="401790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3" name="椭圆 8382">
                <a:extLst>
                  <a:ext uri="{FF2B5EF4-FFF2-40B4-BE49-F238E27FC236}">
                    <a16:creationId xmlns:a16="http://schemas.microsoft.com/office/drawing/2014/main" id="{07031FAF-4861-40C9-B567-16698F461B1B}"/>
                  </a:ext>
                </a:extLst>
              </p:cNvPr>
              <p:cNvSpPr/>
              <p:nvPr/>
            </p:nvSpPr>
            <p:spPr>
              <a:xfrm>
                <a:off x="393627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4" name="椭圆 8383">
                <a:extLst>
                  <a:ext uri="{FF2B5EF4-FFF2-40B4-BE49-F238E27FC236}">
                    <a16:creationId xmlns:a16="http://schemas.microsoft.com/office/drawing/2014/main" id="{DAFA73B0-AC7E-4AB6-B5E7-17A2E045C524}"/>
                  </a:ext>
                </a:extLst>
              </p:cNvPr>
              <p:cNvSpPr/>
              <p:nvPr/>
            </p:nvSpPr>
            <p:spPr>
              <a:xfrm>
                <a:off x="3977309" y="30188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5" name="椭圆 8384">
                <a:extLst>
                  <a:ext uri="{FF2B5EF4-FFF2-40B4-BE49-F238E27FC236}">
                    <a16:creationId xmlns:a16="http://schemas.microsoft.com/office/drawing/2014/main" id="{DB7CEFBE-8F08-4E4D-8172-250882803E7F}"/>
                  </a:ext>
                </a:extLst>
              </p:cNvPr>
              <p:cNvSpPr/>
              <p:nvPr/>
            </p:nvSpPr>
            <p:spPr>
              <a:xfrm>
                <a:off x="401570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6" name="椭圆 8385">
                <a:extLst>
                  <a:ext uri="{FF2B5EF4-FFF2-40B4-BE49-F238E27FC236}">
                    <a16:creationId xmlns:a16="http://schemas.microsoft.com/office/drawing/2014/main" id="{0855F7DA-60AF-499D-BF1E-8105ECF98CFF}"/>
                  </a:ext>
                </a:extLst>
              </p:cNvPr>
              <p:cNvSpPr/>
              <p:nvPr/>
            </p:nvSpPr>
            <p:spPr>
              <a:xfrm>
                <a:off x="40210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7" name="椭圆 8386">
                <a:extLst>
                  <a:ext uri="{FF2B5EF4-FFF2-40B4-BE49-F238E27FC236}">
                    <a16:creationId xmlns:a16="http://schemas.microsoft.com/office/drawing/2014/main" id="{72A75304-51A8-42BA-B7A9-370053BDB2A4}"/>
                  </a:ext>
                </a:extLst>
              </p:cNvPr>
              <p:cNvSpPr/>
              <p:nvPr/>
            </p:nvSpPr>
            <p:spPr>
              <a:xfrm>
                <a:off x="4075491"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8" name="椭圆 8387">
                <a:extLst>
                  <a:ext uri="{FF2B5EF4-FFF2-40B4-BE49-F238E27FC236}">
                    <a16:creationId xmlns:a16="http://schemas.microsoft.com/office/drawing/2014/main" id="{C73D379A-7C11-4212-A003-C62BB067AD71}"/>
                  </a:ext>
                </a:extLst>
              </p:cNvPr>
              <p:cNvSpPr/>
              <p:nvPr/>
            </p:nvSpPr>
            <p:spPr>
              <a:xfrm>
                <a:off x="3999955"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9" name="椭圆 8388">
                <a:extLst>
                  <a:ext uri="{FF2B5EF4-FFF2-40B4-BE49-F238E27FC236}">
                    <a16:creationId xmlns:a16="http://schemas.microsoft.com/office/drawing/2014/main" id="{D85ADA3D-2983-4666-9D16-862DD97BB106}"/>
                  </a:ext>
                </a:extLst>
              </p:cNvPr>
              <p:cNvSpPr/>
              <p:nvPr/>
            </p:nvSpPr>
            <p:spPr>
              <a:xfrm>
                <a:off x="401478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0" name="椭圆 8389">
                <a:extLst>
                  <a:ext uri="{FF2B5EF4-FFF2-40B4-BE49-F238E27FC236}">
                    <a16:creationId xmlns:a16="http://schemas.microsoft.com/office/drawing/2014/main" id="{3D3F012D-1217-4E40-B3D4-3CE5F4292E77}"/>
                  </a:ext>
                </a:extLst>
              </p:cNvPr>
              <p:cNvSpPr/>
              <p:nvPr/>
            </p:nvSpPr>
            <p:spPr>
              <a:xfrm>
                <a:off x="400997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1" name="椭圆 8390">
                <a:extLst>
                  <a:ext uri="{FF2B5EF4-FFF2-40B4-BE49-F238E27FC236}">
                    <a16:creationId xmlns:a16="http://schemas.microsoft.com/office/drawing/2014/main" id="{2D289859-2834-46F8-92F9-AA6221E15E75}"/>
                  </a:ext>
                </a:extLst>
              </p:cNvPr>
              <p:cNvSpPr/>
              <p:nvPr/>
            </p:nvSpPr>
            <p:spPr>
              <a:xfrm>
                <a:off x="4260222" y="28958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2" name="椭圆 8391">
                <a:extLst>
                  <a:ext uri="{FF2B5EF4-FFF2-40B4-BE49-F238E27FC236}">
                    <a16:creationId xmlns:a16="http://schemas.microsoft.com/office/drawing/2014/main" id="{AC26F6A2-4D7A-4933-8E45-B5B67A226CB6}"/>
                  </a:ext>
                </a:extLst>
              </p:cNvPr>
              <p:cNvSpPr/>
              <p:nvPr/>
            </p:nvSpPr>
            <p:spPr>
              <a:xfrm>
                <a:off x="3957269"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3" name="椭圆 8392">
                <a:extLst>
                  <a:ext uri="{FF2B5EF4-FFF2-40B4-BE49-F238E27FC236}">
                    <a16:creationId xmlns:a16="http://schemas.microsoft.com/office/drawing/2014/main" id="{592A4588-8BDA-4CC2-B19A-4CD56D58ADA2}"/>
                  </a:ext>
                </a:extLst>
              </p:cNvPr>
              <p:cNvSpPr/>
              <p:nvPr/>
            </p:nvSpPr>
            <p:spPr>
              <a:xfrm>
                <a:off x="3959544"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4" name="椭圆 8393">
                <a:extLst>
                  <a:ext uri="{FF2B5EF4-FFF2-40B4-BE49-F238E27FC236}">
                    <a16:creationId xmlns:a16="http://schemas.microsoft.com/office/drawing/2014/main" id="{BEAD6573-E28E-4C5E-AADA-351CB78DF254}"/>
                  </a:ext>
                </a:extLst>
              </p:cNvPr>
              <p:cNvSpPr/>
              <p:nvPr/>
            </p:nvSpPr>
            <p:spPr>
              <a:xfrm>
                <a:off x="3959544"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5" name="椭圆 8394">
                <a:extLst>
                  <a:ext uri="{FF2B5EF4-FFF2-40B4-BE49-F238E27FC236}">
                    <a16:creationId xmlns:a16="http://schemas.microsoft.com/office/drawing/2014/main" id="{8106D40B-71E8-40F4-A967-26D4CEAFFBB4}"/>
                  </a:ext>
                </a:extLst>
              </p:cNvPr>
              <p:cNvSpPr/>
              <p:nvPr/>
            </p:nvSpPr>
            <p:spPr>
              <a:xfrm>
                <a:off x="39271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6" name="椭圆 8395">
                <a:extLst>
                  <a:ext uri="{FF2B5EF4-FFF2-40B4-BE49-F238E27FC236}">
                    <a16:creationId xmlns:a16="http://schemas.microsoft.com/office/drawing/2014/main" id="{35F1B853-AFE2-4BA2-807D-9A76590E5FEC}"/>
                  </a:ext>
                </a:extLst>
              </p:cNvPr>
              <p:cNvSpPr/>
              <p:nvPr/>
            </p:nvSpPr>
            <p:spPr>
              <a:xfrm>
                <a:off x="4028584"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7" name="椭圆 8396">
                <a:extLst>
                  <a:ext uri="{FF2B5EF4-FFF2-40B4-BE49-F238E27FC236}">
                    <a16:creationId xmlns:a16="http://schemas.microsoft.com/office/drawing/2014/main" id="{E8AA5A47-C59A-45CE-B74F-9908B8829640}"/>
                  </a:ext>
                </a:extLst>
              </p:cNvPr>
              <p:cNvSpPr/>
              <p:nvPr/>
            </p:nvSpPr>
            <p:spPr>
              <a:xfrm>
                <a:off x="3947359"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8" name="椭圆 8397">
                <a:extLst>
                  <a:ext uri="{FF2B5EF4-FFF2-40B4-BE49-F238E27FC236}">
                    <a16:creationId xmlns:a16="http://schemas.microsoft.com/office/drawing/2014/main" id="{4476E304-5E5F-49F7-83E7-693528E0E621}"/>
                  </a:ext>
                </a:extLst>
              </p:cNvPr>
              <p:cNvSpPr/>
              <p:nvPr/>
            </p:nvSpPr>
            <p:spPr>
              <a:xfrm>
                <a:off x="3992578" y="2993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9" name="椭圆 8398">
                <a:extLst>
                  <a:ext uri="{FF2B5EF4-FFF2-40B4-BE49-F238E27FC236}">
                    <a16:creationId xmlns:a16="http://schemas.microsoft.com/office/drawing/2014/main" id="{9C0C1EC9-9298-4C45-AF02-F868A00AE86B}"/>
                  </a:ext>
                </a:extLst>
              </p:cNvPr>
              <p:cNvSpPr/>
              <p:nvPr/>
            </p:nvSpPr>
            <p:spPr>
              <a:xfrm>
                <a:off x="401401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0" name="椭圆 8399">
                <a:extLst>
                  <a:ext uri="{FF2B5EF4-FFF2-40B4-BE49-F238E27FC236}">
                    <a16:creationId xmlns:a16="http://schemas.microsoft.com/office/drawing/2014/main" id="{FF875D95-804C-4B1A-8238-4A3EDFAB0193}"/>
                  </a:ext>
                </a:extLst>
              </p:cNvPr>
              <p:cNvSpPr/>
              <p:nvPr/>
            </p:nvSpPr>
            <p:spPr>
              <a:xfrm>
                <a:off x="3865179"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1" name="椭圆 8400">
                <a:extLst>
                  <a:ext uri="{FF2B5EF4-FFF2-40B4-BE49-F238E27FC236}">
                    <a16:creationId xmlns:a16="http://schemas.microsoft.com/office/drawing/2014/main" id="{B8E668FF-542F-4552-B15D-844490007C21}"/>
                  </a:ext>
                </a:extLst>
              </p:cNvPr>
              <p:cNvSpPr/>
              <p:nvPr/>
            </p:nvSpPr>
            <p:spPr>
              <a:xfrm>
                <a:off x="4165452"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2" name="椭圆 8401">
                <a:extLst>
                  <a:ext uri="{FF2B5EF4-FFF2-40B4-BE49-F238E27FC236}">
                    <a16:creationId xmlns:a16="http://schemas.microsoft.com/office/drawing/2014/main" id="{2C9D0D42-1745-4B05-9215-D0018716FB52}"/>
                  </a:ext>
                </a:extLst>
              </p:cNvPr>
              <p:cNvSpPr/>
              <p:nvPr/>
            </p:nvSpPr>
            <p:spPr>
              <a:xfrm>
                <a:off x="3917482"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3" name="椭圆 8402">
                <a:extLst>
                  <a:ext uri="{FF2B5EF4-FFF2-40B4-BE49-F238E27FC236}">
                    <a16:creationId xmlns:a16="http://schemas.microsoft.com/office/drawing/2014/main" id="{ED10A65F-B352-4CBD-8D91-F269B3E37E09}"/>
                  </a:ext>
                </a:extLst>
              </p:cNvPr>
              <p:cNvSpPr/>
              <p:nvPr/>
            </p:nvSpPr>
            <p:spPr>
              <a:xfrm>
                <a:off x="395939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4" name="椭圆 8403">
                <a:extLst>
                  <a:ext uri="{FF2B5EF4-FFF2-40B4-BE49-F238E27FC236}">
                    <a16:creationId xmlns:a16="http://schemas.microsoft.com/office/drawing/2014/main" id="{88C8052E-79C7-45F3-B784-5DB827BE83D7}"/>
                  </a:ext>
                </a:extLst>
              </p:cNvPr>
              <p:cNvSpPr/>
              <p:nvPr/>
            </p:nvSpPr>
            <p:spPr>
              <a:xfrm>
                <a:off x="4248330"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5" name="椭圆 8404">
                <a:extLst>
                  <a:ext uri="{FF2B5EF4-FFF2-40B4-BE49-F238E27FC236}">
                    <a16:creationId xmlns:a16="http://schemas.microsoft.com/office/drawing/2014/main" id="{F01A7278-22DF-44E4-A6F9-BAF37862A146}"/>
                  </a:ext>
                </a:extLst>
              </p:cNvPr>
              <p:cNvSpPr/>
              <p:nvPr/>
            </p:nvSpPr>
            <p:spPr>
              <a:xfrm>
                <a:off x="4074684"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6" name="椭圆 8405">
                <a:extLst>
                  <a:ext uri="{FF2B5EF4-FFF2-40B4-BE49-F238E27FC236}">
                    <a16:creationId xmlns:a16="http://schemas.microsoft.com/office/drawing/2014/main" id="{9592AA00-A6F5-4FD3-9A56-58EB451FECF4}"/>
                  </a:ext>
                </a:extLst>
              </p:cNvPr>
              <p:cNvSpPr/>
              <p:nvPr/>
            </p:nvSpPr>
            <p:spPr>
              <a:xfrm>
                <a:off x="4216140"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7" name="椭圆 8406">
                <a:extLst>
                  <a:ext uri="{FF2B5EF4-FFF2-40B4-BE49-F238E27FC236}">
                    <a16:creationId xmlns:a16="http://schemas.microsoft.com/office/drawing/2014/main" id="{40ED8025-7DC8-4C4B-9AE1-C8656B98990F}"/>
                  </a:ext>
                </a:extLst>
              </p:cNvPr>
              <p:cNvSpPr/>
              <p:nvPr/>
            </p:nvSpPr>
            <p:spPr>
              <a:xfrm>
                <a:off x="4023923"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8" name="椭圆 8407">
                <a:extLst>
                  <a:ext uri="{FF2B5EF4-FFF2-40B4-BE49-F238E27FC236}">
                    <a16:creationId xmlns:a16="http://schemas.microsoft.com/office/drawing/2014/main" id="{4CD901CB-268F-4D51-9DAA-B47F81E4BE2D}"/>
                  </a:ext>
                </a:extLst>
              </p:cNvPr>
              <p:cNvSpPr/>
              <p:nvPr/>
            </p:nvSpPr>
            <p:spPr>
              <a:xfrm>
                <a:off x="3868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9" name="椭圆 8408">
                <a:extLst>
                  <a:ext uri="{FF2B5EF4-FFF2-40B4-BE49-F238E27FC236}">
                    <a16:creationId xmlns:a16="http://schemas.microsoft.com/office/drawing/2014/main" id="{36397A35-8880-4EE3-999E-9F7D71A7EF43}"/>
                  </a:ext>
                </a:extLst>
              </p:cNvPr>
              <p:cNvSpPr/>
              <p:nvPr/>
            </p:nvSpPr>
            <p:spPr>
              <a:xfrm>
                <a:off x="394192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0" name="椭圆 8409">
                <a:extLst>
                  <a:ext uri="{FF2B5EF4-FFF2-40B4-BE49-F238E27FC236}">
                    <a16:creationId xmlns:a16="http://schemas.microsoft.com/office/drawing/2014/main" id="{4E7D4832-0E26-4B4E-BA63-67026F15AC7F}"/>
                  </a:ext>
                </a:extLst>
              </p:cNvPr>
              <p:cNvSpPr/>
              <p:nvPr/>
            </p:nvSpPr>
            <p:spPr>
              <a:xfrm>
                <a:off x="4005607"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1" name="椭圆 8410">
                <a:extLst>
                  <a:ext uri="{FF2B5EF4-FFF2-40B4-BE49-F238E27FC236}">
                    <a16:creationId xmlns:a16="http://schemas.microsoft.com/office/drawing/2014/main" id="{CEC14D48-57CE-456D-8E0A-943B82ADDFC5}"/>
                  </a:ext>
                </a:extLst>
              </p:cNvPr>
              <p:cNvSpPr/>
              <p:nvPr/>
            </p:nvSpPr>
            <p:spPr>
              <a:xfrm>
                <a:off x="41364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2" name="椭圆 8411">
                <a:extLst>
                  <a:ext uri="{FF2B5EF4-FFF2-40B4-BE49-F238E27FC236}">
                    <a16:creationId xmlns:a16="http://schemas.microsoft.com/office/drawing/2014/main" id="{3E3980CD-8C8F-40E6-99DA-3D58A3C4CC81}"/>
                  </a:ext>
                </a:extLst>
              </p:cNvPr>
              <p:cNvSpPr/>
              <p:nvPr/>
            </p:nvSpPr>
            <p:spPr>
              <a:xfrm>
                <a:off x="4199110"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3" name="椭圆 8412">
                <a:extLst>
                  <a:ext uri="{FF2B5EF4-FFF2-40B4-BE49-F238E27FC236}">
                    <a16:creationId xmlns:a16="http://schemas.microsoft.com/office/drawing/2014/main" id="{6BC4B7BA-9B85-422D-871C-2DBC71D81542}"/>
                  </a:ext>
                </a:extLst>
              </p:cNvPr>
              <p:cNvSpPr/>
              <p:nvPr/>
            </p:nvSpPr>
            <p:spPr>
              <a:xfrm>
                <a:off x="3997092"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4" name="椭圆 8413">
                <a:extLst>
                  <a:ext uri="{FF2B5EF4-FFF2-40B4-BE49-F238E27FC236}">
                    <a16:creationId xmlns:a16="http://schemas.microsoft.com/office/drawing/2014/main" id="{5A39BBA7-BDE1-4A33-87AD-06397E2428B0}"/>
                  </a:ext>
                </a:extLst>
              </p:cNvPr>
              <p:cNvSpPr/>
              <p:nvPr/>
            </p:nvSpPr>
            <p:spPr>
              <a:xfrm>
                <a:off x="402194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5" name="椭圆 8414">
                <a:extLst>
                  <a:ext uri="{FF2B5EF4-FFF2-40B4-BE49-F238E27FC236}">
                    <a16:creationId xmlns:a16="http://schemas.microsoft.com/office/drawing/2014/main" id="{CF04550F-5798-4150-A19C-01B07E54325B}"/>
                  </a:ext>
                </a:extLst>
              </p:cNvPr>
              <p:cNvSpPr/>
              <p:nvPr/>
            </p:nvSpPr>
            <p:spPr>
              <a:xfrm>
                <a:off x="3986301"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6" name="椭圆 8415">
                <a:extLst>
                  <a:ext uri="{FF2B5EF4-FFF2-40B4-BE49-F238E27FC236}">
                    <a16:creationId xmlns:a16="http://schemas.microsoft.com/office/drawing/2014/main" id="{945682AB-9658-4E27-962F-08276B55CF4F}"/>
                  </a:ext>
                </a:extLst>
              </p:cNvPr>
              <p:cNvSpPr/>
              <p:nvPr/>
            </p:nvSpPr>
            <p:spPr>
              <a:xfrm>
                <a:off x="3894615"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7" name="椭圆 8416">
                <a:extLst>
                  <a:ext uri="{FF2B5EF4-FFF2-40B4-BE49-F238E27FC236}">
                    <a16:creationId xmlns:a16="http://schemas.microsoft.com/office/drawing/2014/main" id="{060B6484-4321-48B8-85B7-19F957B3CB31}"/>
                  </a:ext>
                </a:extLst>
              </p:cNvPr>
              <p:cNvSpPr/>
              <p:nvPr/>
            </p:nvSpPr>
            <p:spPr>
              <a:xfrm>
                <a:off x="3896671" y="2867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8" name="椭圆 8417">
                <a:extLst>
                  <a:ext uri="{FF2B5EF4-FFF2-40B4-BE49-F238E27FC236}">
                    <a16:creationId xmlns:a16="http://schemas.microsoft.com/office/drawing/2014/main" id="{6D017D90-43EA-492B-999B-BB24F63B5A6C}"/>
                  </a:ext>
                </a:extLst>
              </p:cNvPr>
              <p:cNvSpPr/>
              <p:nvPr/>
            </p:nvSpPr>
            <p:spPr>
              <a:xfrm>
                <a:off x="3936641" y="29101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9" name="椭圆 8418">
                <a:extLst>
                  <a:ext uri="{FF2B5EF4-FFF2-40B4-BE49-F238E27FC236}">
                    <a16:creationId xmlns:a16="http://schemas.microsoft.com/office/drawing/2014/main" id="{E920A848-AF56-450C-80B7-BA4853D7074E}"/>
                  </a:ext>
                </a:extLst>
              </p:cNvPr>
              <p:cNvSpPr/>
              <p:nvPr/>
            </p:nvSpPr>
            <p:spPr>
              <a:xfrm>
                <a:off x="395899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0" name="椭圆 8419">
                <a:extLst>
                  <a:ext uri="{FF2B5EF4-FFF2-40B4-BE49-F238E27FC236}">
                    <a16:creationId xmlns:a16="http://schemas.microsoft.com/office/drawing/2014/main" id="{80FF96C5-985D-4514-A139-5E54DB84374A}"/>
                  </a:ext>
                </a:extLst>
              </p:cNvPr>
              <p:cNvSpPr/>
              <p:nvPr/>
            </p:nvSpPr>
            <p:spPr>
              <a:xfrm>
                <a:off x="4043119"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1" name="椭圆 8420">
                <a:extLst>
                  <a:ext uri="{FF2B5EF4-FFF2-40B4-BE49-F238E27FC236}">
                    <a16:creationId xmlns:a16="http://schemas.microsoft.com/office/drawing/2014/main" id="{5832DC55-11B0-441B-BCB8-499EF050F951}"/>
                  </a:ext>
                </a:extLst>
              </p:cNvPr>
              <p:cNvSpPr/>
              <p:nvPr/>
            </p:nvSpPr>
            <p:spPr>
              <a:xfrm>
                <a:off x="3990082"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2" name="椭圆 8421">
                <a:extLst>
                  <a:ext uri="{FF2B5EF4-FFF2-40B4-BE49-F238E27FC236}">
                    <a16:creationId xmlns:a16="http://schemas.microsoft.com/office/drawing/2014/main" id="{958BF6D3-4904-40CD-B6D7-6F2E50660D08}"/>
                  </a:ext>
                </a:extLst>
              </p:cNvPr>
              <p:cNvSpPr/>
              <p:nvPr/>
            </p:nvSpPr>
            <p:spPr>
              <a:xfrm>
                <a:off x="4129813" y="2975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3" name="椭圆 8422">
                <a:extLst>
                  <a:ext uri="{FF2B5EF4-FFF2-40B4-BE49-F238E27FC236}">
                    <a16:creationId xmlns:a16="http://schemas.microsoft.com/office/drawing/2014/main" id="{F80F7776-1363-47C2-A531-6DC3C62879D8}"/>
                  </a:ext>
                </a:extLst>
              </p:cNvPr>
              <p:cNvSpPr/>
              <p:nvPr/>
            </p:nvSpPr>
            <p:spPr>
              <a:xfrm>
                <a:off x="406150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4" name="椭圆 8423">
                <a:extLst>
                  <a:ext uri="{FF2B5EF4-FFF2-40B4-BE49-F238E27FC236}">
                    <a16:creationId xmlns:a16="http://schemas.microsoft.com/office/drawing/2014/main" id="{418D6A46-A334-4C87-86BC-0A86B5E04965}"/>
                  </a:ext>
                </a:extLst>
              </p:cNvPr>
              <p:cNvSpPr/>
              <p:nvPr/>
            </p:nvSpPr>
            <p:spPr>
              <a:xfrm>
                <a:off x="398850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5" name="椭圆 8424">
                <a:extLst>
                  <a:ext uri="{FF2B5EF4-FFF2-40B4-BE49-F238E27FC236}">
                    <a16:creationId xmlns:a16="http://schemas.microsoft.com/office/drawing/2014/main" id="{3D4A70B4-EACF-443D-981F-740114C2BBDE}"/>
                  </a:ext>
                </a:extLst>
              </p:cNvPr>
              <p:cNvSpPr/>
              <p:nvPr/>
            </p:nvSpPr>
            <p:spPr>
              <a:xfrm>
                <a:off x="401529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6" name="椭圆 8425">
                <a:extLst>
                  <a:ext uri="{FF2B5EF4-FFF2-40B4-BE49-F238E27FC236}">
                    <a16:creationId xmlns:a16="http://schemas.microsoft.com/office/drawing/2014/main" id="{2B039C3C-42CF-4E22-BA28-A4BCC44BBD8E}"/>
                  </a:ext>
                </a:extLst>
              </p:cNvPr>
              <p:cNvSpPr/>
              <p:nvPr/>
            </p:nvSpPr>
            <p:spPr>
              <a:xfrm>
                <a:off x="4012288"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7" name="椭圆 8426">
                <a:extLst>
                  <a:ext uri="{FF2B5EF4-FFF2-40B4-BE49-F238E27FC236}">
                    <a16:creationId xmlns:a16="http://schemas.microsoft.com/office/drawing/2014/main" id="{5D30AFFF-2E80-4421-B9EA-822500DCE9A4}"/>
                  </a:ext>
                </a:extLst>
              </p:cNvPr>
              <p:cNvSpPr/>
              <p:nvPr/>
            </p:nvSpPr>
            <p:spPr>
              <a:xfrm>
                <a:off x="4018491"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8" name="椭圆 8427">
                <a:extLst>
                  <a:ext uri="{FF2B5EF4-FFF2-40B4-BE49-F238E27FC236}">
                    <a16:creationId xmlns:a16="http://schemas.microsoft.com/office/drawing/2014/main" id="{E8F7D84F-F6EC-400C-B394-48545D72BEB6}"/>
                  </a:ext>
                </a:extLst>
              </p:cNvPr>
              <p:cNvSpPr/>
              <p:nvPr/>
            </p:nvSpPr>
            <p:spPr>
              <a:xfrm>
                <a:off x="402175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9" name="椭圆 8428">
                <a:extLst>
                  <a:ext uri="{FF2B5EF4-FFF2-40B4-BE49-F238E27FC236}">
                    <a16:creationId xmlns:a16="http://schemas.microsoft.com/office/drawing/2014/main" id="{AABB7AAB-D4FC-406E-B3AD-4AB37A5D4AD9}"/>
                  </a:ext>
                </a:extLst>
              </p:cNvPr>
              <p:cNvSpPr/>
              <p:nvPr/>
            </p:nvSpPr>
            <p:spPr>
              <a:xfrm>
                <a:off x="4114544"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0" name="椭圆 8429">
                <a:extLst>
                  <a:ext uri="{FF2B5EF4-FFF2-40B4-BE49-F238E27FC236}">
                    <a16:creationId xmlns:a16="http://schemas.microsoft.com/office/drawing/2014/main" id="{294D818D-90E0-4C87-9E0F-8C189C912D0D}"/>
                  </a:ext>
                </a:extLst>
              </p:cNvPr>
              <p:cNvSpPr/>
              <p:nvPr/>
            </p:nvSpPr>
            <p:spPr>
              <a:xfrm>
                <a:off x="4007553" y="30459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1" name="椭圆 8430">
                <a:extLst>
                  <a:ext uri="{FF2B5EF4-FFF2-40B4-BE49-F238E27FC236}">
                    <a16:creationId xmlns:a16="http://schemas.microsoft.com/office/drawing/2014/main" id="{D55E357E-BBC4-4164-9CED-B8E857B41587}"/>
                  </a:ext>
                </a:extLst>
              </p:cNvPr>
              <p:cNvSpPr/>
              <p:nvPr/>
            </p:nvSpPr>
            <p:spPr>
              <a:xfrm>
                <a:off x="3890945" y="29769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2" name="椭圆 8431">
                <a:extLst>
                  <a:ext uri="{FF2B5EF4-FFF2-40B4-BE49-F238E27FC236}">
                    <a16:creationId xmlns:a16="http://schemas.microsoft.com/office/drawing/2014/main" id="{4EB16BC1-8E0E-4A84-A0BA-234989F8D876}"/>
                  </a:ext>
                </a:extLst>
              </p:cNvPr>
              <p:cNvSpPr/>
              <p:nvPr/>
            </p:nvSpPr>
            <p:spPr>
              <a:xfrm>
                <a:off x="397785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3" name="椭圆 8432">
                <a:extLst>
                  <a:ext uri="{FF2B5EF4-FFF2-40B4-BE49-F238E27FC236}">
                    <a16:creationId xmlns:a16="http://schemas.microsoft.com/office/drawing/2014/main" id="{464078DD-E966-4BE6-96AA-12E53B5F2C5F}"/>
                  </a:ext>
                </a:extLst>
              </p:cNvPr>
              <p:cNvSpPr/>
              <p:nvPr/>
            </p:nvSpPr>
            <p:spPr>
              <a:xfrm>
                <a:off x="402197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4" name="椭圆 8433">
                <a:extLst>
                  <a:ext uri="{FF2B5EF4-FFF2-40B4-BE49-F238E27FC236}">
                    <a16:creationId xmlns:a16="http://schemas.microsoft.com/office/drawing/2014/main" id="{D4AF6967-68A4-4744-8D7A-FEBC24DD0657}"/>
                  </a:ext>
                </a:extLst>
              </p:cNvPr>
              <p:cNvSpPr/>
              <p:nvPr/>
            </p:nvSpPr>
            <p:spPr>
              <a:xfrm>
                <a:off x="4029281"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5" name="椭圆 8434">
                <a:extLst>
                  <a:ext uri="{FF2B5EF4-FFF2-40B4-BE49-F238E27FC236}">
                    <a16:creationId xmlns:a16="http://schemas.microsoft.com/office/drawing/2014/main" id="{DCC8A796-7621-4A55-9706-F41C8A9A7300}"/>
                  </a:ext>
                </a:extLst>
              </p:cNvPr>
              <p:cNvSpPr/>
              <p:nvPr/>
            </p:nvSpPr>
            <p:spPr>
              <a:xfrm>
                <a:off x="401493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6" name="椭圆 8435">
                <a:extLst>
                  <a:ext uri="{FF2B5EF4-FFF2-40B4-BE49-F238E27FC236}">
                    <a16:creationId xmlns:a16="http://schemas.microsoft.com/office/drawing/2014/main" id="{D39D8956-2BD0-48A0-BBE4-07520229AE37}"/>
                  </a:ext>
                </a:extLst>
              </p:cNvPr>
              <p:cNvSpPr/>
              <p:nvPr/>
            </p:nvSpPr>
            <p:spPr>
              <a:xfrm>
                <a:off x="408815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7" name="椭圆 8436">
                <a:extLst>
                  <a:ext uri="{FF2B5EF4-FFF2-40B4-BE49-F238E27FC236}">
                    <a16:creationId xmlns:a16="http://schemas.microsoft.com/office/drawing/2014/main" id="{F0ABAADB-4581-410C-8FE7-1F579F43F721}"/>
                  </a:ext>
                </a:extLst>
              </p:cNvPr>
              <p:cNvSpPr/>
              <p:nvPr/>
            </p:nvSpPr>
            <p:spPr>
              <a:xfrm>
                <a:off x="39948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8" name="椭圆 8437">
                <a:extLst>
                  <a:ext uri="{FF2B5EF4-FFF2-40B4-BE49-F238E27FC236}">
                    <a16:creationId xmlns:a16="http://schemas.microsoft.com/office/drawing/2014/main" id="{A8CBBB1F-880B-4C62-AB1F-F520DA3F19FA}"/>
                  </a:ext>
                </a:extLst>
              </p:cNvPr>
              <p:cNvSpPr/>
              <p:nvPr/>
            </p:nvSpPr>
            <p:spPr>
              <a:xfrm>
                <a:off x="40180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9" name="椭圆 8438">
                <a:extLst>
                  <a:ext uri="{FF2B5EF4-FFF2-40B4-BE49-F238E27FC236}">
                    <a16:creationId xmlns:a16="http://schemas.microsoft.com/office/drawing/2014/main" id="{635963D3-61E2-455D-8A57-D44F8CA51106}"/>
                  </a:ext>
                </a:extLst>
              </p:cNvPr>
              <p:cNvSpPr/>
              <p:nvPr/>
            </p:nvSpPr>
            <p:spPr>
              <a:xfrm>
                <a:off x="4020509"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0" name="椭圆 8439">
                <a:extLst>
                  <a:ext uri="{FF2B5EF4-FFF2-40B4-BE49-F238E27FC236}">
                    <a16:creationId xmlns:a16="http://schemas.microsoft.com/office/drawing/2014/main" id="{49FA1FDB-454F-4AD4-911D-853AB896C3CD}"/>
                  </a:ext>
                </a:extLst>
              </p:cNvPr>
              <p:cNvSpPr/>
              <p:nvPr/>
            </p:nvSpPr>
            <p:spPr>
              <a:xfrm>
                <a:off x="400814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1" name="椭圆 8440">
                <a:extLst>
                  <a:ext uri="{FF2B5EF4-FFF2-40B4-BE49-F238E27FC236}">
                    <a16:creationId xmlns:a16="http://schemas.microsoft.com/office/drawing/2014/main" id="{D608E1D1-B58A-4FDA-BD80-A6D0F8D85FCD}"/>
                  </a:ext>
                </a:extLst>
              </p:cNvPr>
              <p:cNvSpPr/>
              <p:nvPr/>
            </p:nvSpPr>
            <p:spPr>
              <a:xfrm>
                <a:off x="402590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2" name="椭圆 8441">
                <a:extLst>
                  <a:ext uri="{FF2B5EF4-FFF2-40B4-BE49-F238E27FC236}">
                    <a16:creationId xmlns:a16="http://schemas.microsoft.com/office/drawing/2014/main" id="{476B67F6-EEF0-475F-A81A-9124BAD0A22D}"/>
                  </a:ext>
                </a:extLst>
              </p:cNvPr>
              <p:cNvSpPr/>
              <p:nvPr/>
            </p:nvSpPr>
            <p:spPr>
              <a:xfrm>
                <a:off x="405644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3" name="椭圆 8442">
                <a:extLst>
                  <a:ext uri="{FF2B5EF4-FFF2-40B4-BE49-F238E27FC236}">
                    <a16:creationId xmlns:a16="http://schemas.microsoft.com/office/drawing/2014/main" id="{5C3BC80B-63E8-4883-8CF3-75CD88327210}"/>
                  </a:ext>
                </a:extLst>
              </p:cNvPr>
              <p:cNvSpPr/>
              <p:nvPr/>
            </p:nvSpPr>
            <p:spPr>
              <a:xfrm>
                <a:off x="390848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4" name="椭圆 8443">
                <a:extLst>
                  <a:ext uri="{FF2B5EF4-FFF2-40B4-BE49-F238E27FC236}">
                    <a16:creationId xmlns:a16="http://schemas.microsoft.com/office/drawing/2014/main" id="{20128378-6DBE-423C-9651-F5FB88684FF6}"/>
                  </a:ext>
                </a:extLst>
              </p:cNvPr>
              <p:cNvSpPr/>
              <p:nvPr/>
            </p:nvSpPr>
            <p:spPr>
              <a:xfrm>
                <a:off x="4111865"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5" name="椭圆 8444">
                <a:extLst>
                  <a:ext uri="{FF2B5EF4-FFF2-40B4-BE49-F238E27FC236}">
                    <a16:creationId xmlns:a16="http://schemas.microsoft.com/office/drawing/2014/main" id="{D66DCCF6-A3C7-420E-84E3-D7FC4B5B2E8B}"/>
                  </a:ext>
                </a:extLst>
              </p:cNvPr>
              <p:cNvSpPr/>
              <p:nvPr/>
            </p:nvSpPr>
            <p:spPr>
              <a:xfrm>
                <a:off x="398329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6" name="椭圆 8445">
                <a:extLst>
                  <a:ext uri="{FF2B5EF4-FFF2-40B4-BE49-F238E27FC236}">
                    <a16:creationId xmlns:a16="http://schemas.microsoft.com/office/drawing/2014/main" id="{D1121697-65E6-43D1-9E7B-CD35CB83D786}"/>
                  </a:ext>
                </a:extLst>
              </p:cNvPr>
              <p:cNvSpPr/>
              <p:nvPr/>
            </p:nvSpPr>
            <p:spPr>
              <a:xfrm>
                <a:off x="403772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7" name="椭圆 8446">
                <a:extLst>
                  <a:ext uri="{FF2B5EF4-FFF2-40B4-BE49-F238E27FC236}">
                    <a16:creationId xmlns:a16="http://schemas.microsoft.com/office/drawing/2014/main" id="{04644342-A043-4CCB-8D3A-52CE45F59C4A}"/>
                  </a:ext>
                </a:extLst>
              </p:cNvPr>
              <p:cNvSpPr/>
              <p:nvPr/>
            </p:nvSpPr>
            <p:spPr>
              <a:xfrm>
                <a:off x="4329261" y="28110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8" name="椭圆 8447">
                <a:extLst>
                  <a:ext uri="{FF2B5EF4-FFF2-40B4-BE49-F238E27FC236}">
                    <a16:creationId xmlns:a16="http://schemas.microsoft.com/office/drawing/2014/main" id="{1050B19B-46E1-4F1F-B028-2C7E0C3DFF7C}"/>
                  </a:ext>
                </a:extLst>
              </p:cNvPr>
              <p:cNvSpPr/>
              <p:nvPr/>
            </p:nvSpPr>
            <p:spPr>
              <a:xfrm>
                <a:off x="401900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9" name="椭圆 8448">
                <a:extLst>
                  <a:ext uri="{FF2B5EF4-FFF2-40B4-BE49-F238E27FC236}">
                    <a16:creationId xmlns:a16="http://schemas.microsoft.com/office/drawing/2014/main" id="{5D52456E-7C1E-4CF9-B5A3-0AFD579643B0}"/>
                  </a:ext>
                </a:extLst>
              </p:cNvPr>
              <p:cNvSpPr/>
              <p:nvPr/>
            </p:nvSpPr>
            <p:spPr>
              <a:xfrm>
                <a:off x="402260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0" name="椭圆 8449">
                <a:extLst>
                  <a:ext uri="{FF2B5EF4-FFF2-40B4-BE49-F238E27FC236}">
                    <a16:creationId xmlns:a16="http://schemas.microsoft.com/office/drawing/2014/main" id="{78B3F3C7-B97D-4CC6-AB07-9D36DF1BED76}"/>
                  </a:ext>
                </a:extLst>
              </p:cNvPr>
              <p:cNvSpPr/>
              <p:nvPr/>
            </p:nvSpPr>
            <p:spPr>
              <a:xfrm>
                <a:off x="403159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1" name="椭圆 8450">
                <a:extLst>
                  <a:ext uri="{FF2B5EF4-FFF2-40B4-BE49-F238E27FC236}">
                    <a16:creationId xmlns:a16="http://schemas.microsoft.com/office/drawing/2014/main" id="{769336F4-8486-4032-B04E-E543A2396F06}"/>
                  </a:ext>
                </a:extLst>
              </p:cNvPr>
              <p:cNvSpPr/>
              <p:nvPr/>
            </p:nvSpPr>
            <p:spPr>
              <a:xfrm>
                <a:off x="4087237"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2" name="椭圆 8451">
                <a:extLst>
                  <a:ext uri="{FF2B5EF4-FFF2-40B4-BE49-F238E27FC236}">
                    <a16:creationId xmlns:a16="http://schemas.microsoft.com/office/drawing/2014/main" id="{A11922C9-93E2-4A7B-85ED-7C2354B59E8D}"/>
                  </a:ext>
                </a:extLst>
              </p:cNvPr>
              <p:cNvSpPr/>
              <p:nvPr/>
            </p:nvSpPr>
            <p:spPr>
              <a:xfrm>
                <a:off x="4010342"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3" name="椭圆 8452">
                <a:extLst>
                  <a:ext uri="{FF2B5EF4-FFF2-40B4-BE49-F238E27FC236}">
                    <a16:creationId xmlns:a16="http://schemas.microsoft.com/office/drawing/2014/main" id="{13A4BE4F-12A5-44A1-8FFD-C86652C5FC31}"/>
                  </a:ext>
                </a:extLst>
              </p:cNvPr>
              <p:cNvSpPr/>
              <p:nvPr/>
            </p:nvSpPr>
            <p:spPr>
              <a:xfrm>
                <a:off x="395429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4" name="椭圆 8453">
                <a:extLst>
                  <a:ext uri="{FF2B5EF4-FFF2-40B4-BE49-F238E27FC236}">
                    <a16:creationId xmlns:a16="http://schemas.microsoft.com/office/drawing/2014/main" id="{531EFB95-1A78-4B41-81F1-68AF1C9536D2}"/>
                  </a:ext>
                </a:extLst>
              </p:cNvPr>
              <p:cNvSpPr/>
              <p:nvPr/>
            </p:nvSpPr>
            <p:spPr>
              <a:xfrm>
                <a:off x="4041687"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5" name="椭圆 8454">
                <a:extLst>
                  <a:ext uri="{FF2B5EF4-FFF2-40B4-BE49-F238E27FC236}">
                    <a16:creationId xmlns:a16="http://schemas.microsoft.com/office/drawing/2014/main" id="{FF9CFCBD-C271-434F-BFB0-E92AA47BEBF5}"/>
                  </a:ext>
                </a:extLst>
              </p:cNvPr>
              <p:cNvSpPr/>
              <p:nvPr/>
            </p:nvSpPr>
            <p:spPr>
              <a:xfrm>
                <a:off x="4171729" y="29663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6" name="椭圆 8455">
                <a:extLst>
                  <a:ext uri="{FF2B5EF4-FFF2-40B4-BE49-F238E27FC236}">
                    <a16:creationId xmlns:a16="http://schemas.microsoft.com/office/drawing/2014/main" id="{E79DFB54-E988-455E-BFA4-4ECA996723F3}"/>
                  </a:ext>
                </a:extLst>
              </p:cNvPr>
              <p:cNvSpPr/>
              <p:nvPr/>
            </p:nvSpPr>
            <p:spPr>
              <a:xfrm>
                <a:off x="41243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7" name="椭圆 8456">
                <a:extLst>
                  <a:ext uri="{FF2B5EF4-FFF2-40B4-BE49-F238E27FC236}">
                    <a16:creationId xmlns:a16="http://schemas.microsoft.com/office/drawing/2014/main" id="{AFBAB041-57A0-426D-86BE-74B46326D15D}"/>
                  </a:ext>
                </a:extLst>
              </p:cNvPr>
              <p:cNvSpPr/>
              <p:nvPr/>
            </p:nvSpPr>
            <p:spPr>
              <a:xfrm>
                <a:off x="382425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8" name="椭圆 8457">
                <a:extLst>
                  <a:ext uri="{FF2B5EF4-FFF2-40B4-BE49-F238E27FC236}">
                    <a16:creationId xmlns:a16="http://schemas.microsoft.com/office/drawing/2014/main" id="{DA88183C-4034-44AE-B41C-1C7B568816E0}"/>
                  </a:ext>
                </a:extLst>
              </p:cNvPr>
              <p:cNvSpPr/>
              <p:nvPr/>
            </p:nvSpPr>
            <p:spPr>
              <a:xfrm>
                <a:off x="4015444" y="30044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9" name="椭圆 8458">
                <a:extLst>
                  <a:ext uri="{FF2B5EF4-FFF2-40B4-BE49-F238E27FC236}">
                    <a16:creationId xmlns:a16="http://schemas.microsoft.com/office/drawing/2014/main" id="{8733B674-FBA1-4F9F-A591-7D606AEC9DF0}"/>
                  </a:ext>
                </a:extLst>
              </p:cNvPr>
              <p:cNvSpPr/>
              <p:nvPr/>
            </p:nvSpPr>
            <p:spPr>
              <a:xfrm>
                <a:off x="4144017"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0" name="椭圆 8459">
                <a:extLst>
                  <a:ext uri="{FF2B5EF4-FFF2-40B4-BE49-F238E27FC236}">
                    <a16:creationId xmlns:a16="http://schemas.microsoft.com/office/drawing/2014/main" id="{8252E0A7-2A17-4987-BA3C-3DF796F29199}"/>
                  </a:ext>
                </a:extLst>
              </p:cNvPr>
              <p:cNvSpPr/>
              <p:nvPr/>
            </p:nvSpPr>
            <p:spPr>
              <a:xfrm>
                <a:off x="4014233"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1" name="椭圆 8460">
                <a:extLst>
                  <a:ext uri="{FF2B5EF4-FFF2-40B4-BE49-F238E27FC236}">
                    <a16:creationId xmlns:a16="http://schemas.microsoft.com/office/drawing/2014/main" id="{38A70E03-7BAD-4A70-BFA8-B9D83C4CE3CD}"/>
                  </a:ext>
                </a:extLst>
              </p:cNvPr>
              <p:cNvSpPr/>
              <p:nvPr/>
            </p:nvSpPr>
            <p:spPr>
              <a:xfrm>
                <a:off x="401599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2" name="椭圆 8461">
                <a:extLst>
                  <a:ext uri="{FF2B5EF4-FFF2-40B4-BE49-F238E27FC236}">
                    <a16:creationId xmlns:a16="http://schemas.microsoft.com/office/drawing/2014/main" id="{2F25A271-986D-4321-8CFA-61C20E3B4D4D}"/>
                  </a:ext>
                </a:extLst>
              </p:cNvPr>
              <p:cNvSpPr/>
              <p:nvPr/>
            </p:nvSpPr>
            <p:spPr>
              <a:xfrm>
                <a:off x="4018491"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3" name="椭圆 8462">
                <a:extLst>
                  <a:ext uri="{FF2B5EF4-FFF2-40B4-BE49-F238E27FC236}">
                    <a16:creationId xmlns:a16="http://schemas.microsoft.com/office/drawing/2014/main" id="{DC48538E-8D53-487A-BF51-12F20DFC7EF4}"/>
                  </a:ext>
                </a:extLst>
              </p:cNvPr>
              <p:cNvSpPr/>
              <p:nvPr/>
            </p:nvSpPr>
            <p:spPr>
              <a:xfrm>
                <a:off x="41120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4" name="椭圆 8463">
                <a:extLst>
                  <a:ext uri="{FF2B5EF4-FFF2-40B4-BE49-F238E27FC236}">
                    <a16:creationId xmlns:a16="http://schemas.microsoft.com/office/drawing/2014/main" id="{4E599213-2077-46F3-A64D-9C9E5950346B}"/>
                  </a:ext>
                </a:extLst>
              </p:cNvPr>
              <p:cNvSpPr/>
              <p:nvPr/>
            </p:nvSpPr>
            <p:spPr>
              <a:xfrm>
                <a:off x="4015958" y="30465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5" name="椭圆 8464">
                <a:extLst>
                  <a:ext uri="{FF2B5EF4-FFF2-40B4-BE49-F238E27FC236}">
                    <a16:creationId xmlns:a16="http://schemas.microsoft.com/office/drawing/2014/main" id="{748E3162-B583-448D-A714-F4C3FFB34947}"/>
                  </a:ext>
                </a:extLst>
              </p:cNvPr>
              <p:cNvSpPr/>
              <p:nvPr/>
            </p:nvSpPr>
            <p:spPr>
              <a:xfrm>
                <a:off x="396794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6" name="椭圆 8465">
                <a:extLst>
                  <a:ext uri="{FF2B5EF4-FFF2-40B4-BE49-F238E27FC236}">
                    <a16:creationId xmlns:a16="http://schemas.microsoft.com/office/drawing/2014/main" id="{82CB53C4-E0F0-4B9A-B145-47213CBB63F0}"/>
                  </a:ext>
                </a:extLst>
              </p:cNvPr>
              <p:cNvSpPr/>
              <p:nvPr/>
            </p:nvSpPr>
            <p:spPr>
              <a:xfrm>
                <a:off x="401768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7" name="椭圆 8466">
                <a:extLst>
                  <a:ext uri="{FF2B5EF4-FFF2-40B4-BE49-F238E27FC236}">
                    <a16:creationId xmlns:a16="http://schemas.microsoft.com/office/drawing/2014/main" id="{D5B3E489-7399-435C-99C5-A16A6728C1B0}"/>
                  </a:ext>
                </a:extLst>
              </p:cNvPr>
              <p:cNvSpPr/>
              <p:nvPr/>
            </p:nvSpPr>
            <p:spPr>
              <a:xfrm>
                <a:off x="4017243" y="30154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8" name="椭圆 8467">
                <a:extLst>
                  <a:ext uri="{FF2B5EF4-FFF2-40B4-BE49-F238E27FC236}">
                    <a16:creationId xmlns:a16="http://schemas.microsoft.com/office/drawing/2014/main" id="{6FFF5610-F388-4359-911B-01C144BE1579}"/>
                  </a:ext>
                </a:extLst>
              </p:cNvPr>
              <p:cNvSpPr/>
              <p:nvPr/>
            </p:nvSpPr>
            <p:spPr>
              <a:xfrm>
                <a:off x="4020876"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9" name="椭圆 8468">
                <a:extLst>
                  <a:ext uri="{FF2B5EF4-FFF2-40B4-BE49-F238E27FC236}">
                    <a16:creationId xmlns:a16="http://schemas.microsoft.com/office/drawing/2014/main" id="{E62E25F7-6004-421E-B903-9029C4796417}"/>
                  </a:ext>
                </a:extLst>
              </p:cNvPr>
              <p:cNvSpPr/>
              <p:nvPr/>
            </p:nvSpPr>
            <p:spPr>
              <a:xfrm>
                <a:off x="3996799"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0" name="椭圆 8469">
                <a:extLst>
                  <a:ext uri="{FF2B5EF4-FFF2-40B4-BE49-F238E27FC236}">
                    <a16:creationId xmlns:a16="http://schemas.microsoft.com/office/drawing/2014/main" id="{61116889-60B8-4B97-87A6-7AF4EB022D16}"/>
                  </a:ext>
                </a:extLst>
              </p:cNvPr>
              <p:cNvSpPr/>
              <p:nvPr/>
            </p:nvSpPr>
            <p:spPr>
              <a:xfrm>
                <a:off x="402814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1" name="椭圆 8470">
                <a:extLst>
                  <a:ext uri="{FF2B5EF4-FFF2-40B4-BE49-F238E27FC236}">
                    <a16:creationId xmlns:a16="http://schemas.microsoft.com/office/drawing/2014/main" id="{951AD095-AC3E-411F-84C5-ED9F2DBF5470}"/>
                  </a:ext>
                </a:extLst>
              </p:cNvPr>
              <p:cNvSpPr/>
              <p:nvPr/>
            </p:nvSpPr>
            <p:spPr>
              <a:xfrm>
                <a:off x="397954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2" name="椭圆 8471">
                <a:extLst>
                  <a:ext uri="{FF2B5EF4-FFF2-40B4-BE49-F238E27FC236}">
                    <a16:creationId xmlns:a16="http://schemas.microsoft.com/office/drawing/2014/main" id="{54F0C43A-5B51-498A-9029-6407D131BF97}"/>
                  </a:ext>
                </a:extLst>
              </p:cNvPr>
              <p:cNvSpPr/>
              <p:nvPr/>
            </p:nvSpPr>
            <p:spPr>
              <a:xfrm>
                <a:off x="40084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3" name="椭圆 8472">
                <a:extLst>
                  <a:ext uri="{FF2B5EF4-FFF2-40B4-BE49-F238E27FC236}">
                    <a16:creationId xmlns:a16="http://schemas.microsoft.com/office/drawing/2014/main" id="{83275084-07F7-4924-87B1-D1015ABD08D2}"/>
                  </a:ext>
                </a:extLst>
              </p:cNvPr>
              <p:cNvSpPr/>
              <p:nvPr/>
            </p:nvSpPr>
            <p:spPr>
              <a:xfrm>
                <a:off x="391282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4" name="椭圆 8473">
                <a:extLst>
                  <a:ext uri="{FF2B5EF4-FFF2-40B4-BE49-F238E27FC236}">
                    <a16:creationId xmlns:a16="http://schemas.microsoft.com/office/drawing/2014/main" id="{A4FAE0BF-D3BE-445D-8E72-7EFFDB3ADB74}"/>
                  </a:ext>
                </a:extLst>
              </p:cNvPr>
              <p:cNvSpPr/>
              <p:nvPr/>
            </p:nvSpPr>
            <p:spPr>
              <a:xfrm>
                <a:off x="4012141" y="3026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5" name="椭圆 8474">
                <a:extLst>
                  <a:ext uri="{FF2B5EF4-FFF2-40B4-BE49-F238E27FC236}">
                    <a16:creationId xmlns:a16="http://schemas.microsoft.com/office/drawing/2014/main" id="{625DA479-C991-406F-BAA6-C231C9FB1809}"/>
                  </a:ext>
                </a:extLst>
              </p:cNvPr>
              <p:cNvSpPr/>
              <p:nvPr/>
            </p:nvSpPr>
            <p:spPr>
              <a:xfrm>
                <a:off x="383056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6" name="椭圆 8475">
                <a:extLst>
                  <a:ext uri="{FF2B5EF4-FFF2-40B4-BE49-F238E27FC236}">
                    <a16:creationId xmlns:a16="http://schemas.microsoft.com/office/drawing/2014/main" id="{5B7EB52B-B160-4DB2-A33C-B928C827AC4B}"/>
                  </a:ext>
                </a:extLst>
              </p:cNvPr>
              <p:cNvSpPr/>
              <p:nvPr/>
            </p:nvSpPr>
            <p:spPr>
              <a:xfrm>
                <a:off x="4140604"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7" name="椭圆 8476">
                <a:extLst>
                  <a:ext uri="{FF2B5EF4-FFF2-40B4-BE49-F238E27FC236}">
                    <a16:creationId xmlns:a16="http://schemas.microsoft.com/office/drawing/2014/main" id="{BDE0523E-048D-480A-BCAF-3853D68E5FD1}"/>
                  </a:ext>
                </a:extLst>
              </p:cNvPr>
              <p:cNvSpPr/>
              <p:nvPr/>
            </p:nvSpPr>
            <p:spPr>
              <a:xfrm>
                <a:off x="391238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8" name="椭圆 8477">
                <a:extLst>
                  <a:ext uri="{FF2B5EF4-FFF2-40B4-BE49-F238E27FC236}">
                    <a16:creationId xmlns:a16="http://schemas.microsoft.com/office/drawing/2014/main" id="{CAFF17C7-20C1-4800-AC0D-EEDAF1811C80}"/>
                  </a:ext>
                </a:extLst>
              </p:cNvPr>
              <p:cNvSpPr/>
              <p:nvPr/>
            </p:nvSpPr>
            <p:spPr>
              <a:xfrm>
                <a:off x="3818969" y="30464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9" name="椭圆 8478">
                <a:extLst>
                  <a:ext uri="{FF2B5EF4-FFF2-40B4-BE49-F238E27FC236}">
                    <a16:creationId xmlns:a16="http://schemas.microsoft.com/office/drawing/2014/main" id="{32D1D86B-6946-4285-BB3C-1F5A0A2778F7}"/>
                  </a:ext>
                </a:extLst>
              </p:cNvPr>
              <p:cNvSpPr/>
              <p:nvPr/>
            </p:nvSpPr>
            <p:spPr>
              <a:xfrm>
                <a:off x="402594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0" name="椭圆 8479">
                <a:extLst>
                  <a:ext uri="{FF2B5EF4-FFF2-40B4-BE49-F238E27FC236}">
                    <a16:creationId xmlns:a16="http://schemas.microsoft.com/office/drawing/2014/main" id="{02B3E893-0F71-4460-8B14-516E0857047C}"/>
                  </a:ext>
                </a:extLst>
              </p:cNvPr>
              <p:cNvSpPr/>
              <p:nvPr/>
            </p:nvSpPr>
            <p:spPr>
              <a:xfrm>
                <a:off x="4140274" y="30288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1" name="椭圆 8480">
                <a:extLst>
                  <a:ext uri="{FF2B5EF4-FFF2-40B4-BE49-F238E27FC236}">
                    <a16:creationId xmlns:a16="http://schemas.microsoft.com/office/drawing/2014/main" id="{7AA65701-0A97-4C18-BC52-DA1522A064EC}"/>
                  </a:ext>
                </a:extLst>
              </p:cNvPr>
              <p:cNvSpPr/>
              <p:nvPr/>
            </p:nvSpPr>
            <p:spPr>
              <a:xfrm>
                <a:off x="3837394"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2" name="椭圆 8481">
                <a:extLst>
                  <a:ext uri="{FF2B5EF4-FFF2-40B4-BE49-F238E27FC236}">
                    <a16:creationId xmlns:a16="http://schemas.microsoft.com/office/drawing/2014/main" id="{483287C9-C954-4B86-AC7C-3570F4E3D1AD}"/>
                  </a:ext>
                </a:extLst>
              </p:cNvPr>
              <p:cNvSpPr/>
              <p:nvPr/>
            </p:nvSpPr>
            <p:spPr>
              <a:xfrm>
                <a:off x="4124491" y="28948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3" name="椭圆 8482">
                <a:extLst>
                  <a:ext uri="{FF2B5EF4-FFF2-40B4-BE49-F238E27FC236}">
                    <a16:creationId xmlns:a16="http://schemas.microsoft.com/office/drawing/2014/main" id="{71BEBCB7-0BE5-4B02-B6CF-897344164703}"/>
                  </a:ext>
                </a:extLst>
              </p:cNvPr>
              <p:cNvSpPr/>
              <p:nvPr/>
            </p:nvSpPr>
            <p:spPr>
              <a:xfrm>
                <a:off x="4067453" y="27275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4" name="椭圆 8483">
                <a:extLst>
                  <a:ext uri="{FF2B5EF4-FFF2-40B4-BE49-F238E27FC236}">
                    <a16:creationId xmlns:a16="http://schemas.microsoft.com/office/drawing/2014/main" id="{02EFA2F7-D23A-4568-9994-F63D51383350}"/>
                  </a:ext>
                </a:extLst>
              </p:cNvPr>
              <p:cNvSpPr/>
              <p:nvPr/>
            </p:nvSpPr>
            <p:spPr>
              <a:xfrm>
                <a:off x="4101625"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5" name="椭圆 8484">
                <a:extLst>
                  <a:ext uri="{FF2B5EF4-FFF2-40B4-BE49-F238E27FC236}">
                    <a16:creationId xmlns:a16="http://schemas.microsoft.com/office/drawing/2014/main" id="{98AF1124-B2A2-4F6B-8475-EF332A784082}"/>
                  </a:ext>
                </a:extLst>
              </p:cNvPr>
              <p:cNvSpPr/>
              <p:nvPr/>
            </p:nvSpPr>
            <p:spPr>
              <a:xfrm>
                <a:off x="432544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6" name="椭圆 8485">
                <a:extLst>
                  <a:ext uri="{FF2B5EF4-FFF2-40B4-BE49-F238E27FC236}">
                    <a16:creationId xmlns:a16="http://schemas.microsoft.com/office/drawing/2014/main" id="{270572A5-53C7-4DCE-83B1-B4850317822A}"/>
                  </a:ext>
                </a:extLst>
              </p:cNvPr>
              <p:cNvSpPr/>
              <p:nvPr/>
            </p:nvSpPr>
            <p:spPr>
              <a:xfrm>
                <a:off x="400546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7" name="椭圆 8486">
                <a:extLst>
                  <a:ext uri="{FF2B5EF4-FFF2-40B4-BE49-F238E27FC236}">
                    <a16:creationId xmlns:a16="http://schemas.microsoft.com/office/drawing/2014/main" id="{AA829FCC-37B3-4C27-B07E-58CD5D5007B0}"/>
                  </a:ext>
                </a:extLst>
              </p:cNvPr>
              <p:cNvSpPr/>
              <p:nvPr/>
            </p:nvSpPr>
            <p:spPr>
              <a:xfrm>
                <a:off x="4034860"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8" name="椭圆 8487">
                <a:extLst>
                  <a:ext uri="{FF2B5EF4-FFF2-40B4-BE49-F238E27FC236}">
                    <a16:creationId xmlns:a16="http://schemas.microsoft.com/office/drawing/2014/main" id="{795ED259-B0D2-4148-9922-6FB973E0A20B}"/>
                  </a:ext>
                </a:extLst>
              </p:cNvPr>
              <p:cNvSpPr/>
              <p:nvPr/>
            </p:nvSpPr>
            <p:spPr>
              <a:xfrm>
                <a:off x="396402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9" name="椭圆 8488">
                <a:extLst>
                  <a:ext uri="{FF2B5EF4-FFF2-40B4-BE49-F238E27FC236}">
                    <a16:creationId xmlns:a16="http://schemas.microsoft.com/office/drawing/2014/main" id="{5A63E85E-C5BF-4318-BE2E-D52192BDFF06}"/>
                  </a:ext>
                </a:extLst>
              </p:cNvPr>
              <p:cNvSpPr/>
              <p:nvPr/>
            </p:nvSpPr>
            <p:spPr>
              <a:xfrm>
                <a:off x="396879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0" name="椭圆 8489">
                <a:extLst>
                  <a:ext uri="{FF2B5EF4-FFF2-40B4-BE49-F238E27FC236}">
                    <a16:creationId xmlns:a16="http://schemas.microsoft.com/office/drawing/2014/main" id="{27CD9798-8922-41BB-A56B-D8196907D119}"/>
                  </a:ext>
                </a:extLst>
              </p:cNvPr>
              <p:cNvSpPr/>
              <p:nvPr/>
            </p:nvSpPr>
            <p:spPr>
              <a:xfrm>
                <a:off x="408294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1" name="椭圆 8490">
                <a:extLst>
                  <a:ext uri="{FF2B5EF4-FFF2-40B4-BE49-F238E27FC236}">
                    <a16:creationId xmlns:a16="http://schemas.microsoft.com/office/drawing/2014/main" id="{F466555F-B682-4845-86EB-2263186B271A}"/>
                  </a:ext>
                </a:extLst>
              </p:cNvPr>
              <p:cNvSpPr/>
              <p:nvPr/>
            </p:nvSpPr>
            <p:spPr>
              <a:xfrm>
                <a:off x="4051891"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2" name="椭圆 8491">
                <a:extLst>
                  <a:ext uri="{FF2B5EF4-FFF2-40B4-BE49-F238E27FC236}">
                    <a16:creationId xmlns:a16="http://schemas.microsoft.com/office/drawing/2014/main" id="{6EEFC03D-30EF-4F3E-9BFE-4016F8C720D9}"/>
                  </a:ext>
                </a:extLst>
              </p:cNvPr>
              <p:cNvSpPr/>
              <p:nvPr/>
            </p:nvSpPr>
            <p:spPr>
              <a:xfrm>
                <a:off x="4019482" y="2634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3" name="椭圆 8492">
                <a:extLst>
                  <a:ext uri="{FF2B5EF4-FFF2-40B4-BE49-F238E27FC236}">
                    <a16:creationId xmlns:a16="http://schemas.microsoft.com/office/drawing/2014/main" id="{EDBB5CF3-CB5F-4C64-84B3-C22B851C1D59}"/>
                  </a:ext>
                </a:extLst>
              </p:cNvPr>
              <p:cNvSpPr/>
              <p:nvPr/>
            </p:nvSpPr>
            <p:spPr>
              <a:xfrm>
                <a:off x="4017720"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4" name="椭圆 8493">
                <a:extLst>
                  <a:ext uri="{FF2B5EF4-FFF2-40B4-BE49-F238E27FC236}">
                    <a16:creationId xmlns:a16="http://schemas.microsoft.com/office/drawing/2014/main" id="{93490DED-9699-492C-A938-A302BDC310AF}"/>
                  </a:ext>
                </a:extLst>
              </p:cNvPr>
              <p:cNvSpPr/>
              <p:nvPr/>
            </p:nvSpPr>
            <p:spPr>
              <a:xfrm>
                <a:off x="402990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5" name="椭圆 8494">
                <a:extLst>
                  <a:ext uri="{FF2B5EF4-FFF2-40B4-BE49-F238E27FC236}">
                    <a16:creationId xmlns:a16="http://schemas.microsoft.com/office/drawing/2014/main" id="{57A093B6-1AEC-4D1A-ADB1-32873FB71BA8}"/>
                  </a:ext>
                </a:extLst>
              </p:cNvPr>
              <p:cNvSpPr/>
              <p:nvPr/>
            </p:nvSpPr>
            <p:spPr>
              <a:xfrm>
                <a:off x="392328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6" name="椭圆 8495">
                <a:extLst>
                  <a:ext uri="{FF2B5EF4-FFF2-40B4-BE49-F238E27FC236}">
                    <a16:creationId xmlns:a16="http://schemas.microsoft.com/office/drawing/2014/main" id="{B61FA2EB-C760-4CD2-A988-8A6CC2A0548F}"/>
                  </a:ext>
                </a:extLst>
              </p:cNvPr>
              <p:cNvSpPr/>
              <p:nvPr/>
            </p:nvSpPr>
            <p:spPr>
              <a:xfrm>
                <a:off x="4106433"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7" name="椭圆 8496">
                <a:extLst>
                  <a:ext uri="{FF2B5EF4-FFF2-40B4-BE49-F238E27FC236}">
                    <a16:creationId xmlns:a16="http://schemas.microsoft.com/office/drawing/2014/main" id="{AD407B34-D03F-451F-9B46-BA368BCC75A0}"/>
                  </a:ext>
                </a:extLst>
              </p:cNvPr>
              <p:cNvSpPr/>
              <p:nvPr/>
            </p:nvSpPr>
            <p:spPr>
              <a:xfrm>
                <a:off x="40526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8" name="椭圆 8497">
                <a:extLst>
                  <a:ext uri="{FF2B5EF4-FFF2-40B4-BE49-F238E27FC236}">
                    <a16:creationId xmlns:a16="http://schemas.microsoft.com/office/drawing/2014/main" id="{45A63774-0A22-4F1E-8AEF-7FF5E6D5D94D}"/>
                  </a:ext>
                </a:extLst>
              </p:cNvPr>
              <p:cNvSpPr/>
              <p:nvPr/>
            </p:nvSpPr>
            <p:spPr>
              <a:xfrm>
                <a:off x="4211846" y="28022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9" name="椭圆 8498">
                <a:extLst>
                  <a:ext uri="{FF2B5EF4-FFF2-40B4-BE49-F238E27FC236}">
                    <a16:creationId xmlns:a16="http://schemas.microsoft.com/office/drawing/2014/main" id="{3752C4C8-623A-401B-8832-8DFF377C216F}"/>
                  </a:ext>
                </a:extLst>
              </p:cNvPr>
              <p:cNvSpPr/>
              <p:nvPr/>
            </p:nvSpPr>
            <p:spPr>
              <a:xfrm>
                <a:off x="39656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0" name="椭圆 8499">
                <a:extLst>
                  <a:ext uri="{FF2B5EF4-FFF2-40B4-BE49-F238E27FC236}">
                    <a16:creationId xmlns:a16="http://schemas.microsoft.com/office/drawing/2014/main" id="{92ED7ECB-9233-401E-9BD9-D1192135A60F}"/>
                  </a:ext>
                </a:extLst>
              </p:cNvPr>
              <p:cNvSpPr/>
              <p:nvPr/>
            </p:nvSpPr>
            <p:spPr>
              <a:xfrm>
                <a:off x="39500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1" name="椭圆 8500">
                <a:extLst>
                  <a:ext uri="{FF2B5EF4-FFF2-40B4-BE49-F238E27FC236}">
                    <a16:creationId xmlns:a16="http://schemas.microsoft.com/office/drawing/2014/main" id="{61E4CA43-EE41-40CF-B0FD-C24534E77BD8}"/>
                  </a:ext>
                </a:extLst>
              </p:cNvPr>
              <p:cNvSpPr/>
              <p:nvPr/>
            </p:nvSpPr>
            <p:spPr>
              <a:xfrm>
                <a:off x="40329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2" name="椭圆 8501">
                <a:extLst>
                  <a:ext uri="{FF2B5EF4-FFF2-40B4-BE49-F238E27FC236}">
                    <a16:creationId xmlns:a16="http://schemas.microsoft.com/office/drawing/2014/main" id="{BB4B4E3D-87C2-4761-A6F5-BDA97ED2F6F9}"/>
                  </a:ext>
                </a:extLst>
              </p:cNvPr>
              <p:cNvSpPr/>
              <p:nvPr/>
            </p:nvSpPr>
            <p:spPr>
              <a:xfrm>
                <a:off x="400355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3" name="椭圆 8502">
                <a:extLst>
                  <a:ext uri="{FF2B5EF4-FFF2-40B4-BE49-F238E27FC236}">
                    <a16:creationId xmlns:a16="http://schemas.microsoft.com/office/drawing/2014/main" id="{6C909EB7-8612-4B72-A6A8-C0FD342FC2FC}"/>
                  </a:ext>
                </a:extLst>
              </p:cNvPr>
              <p:cNvSpPr/>
              <p:nvPr/>
            </p:nvSpPr>
            <p:spPr>
              <a:xfrm>
                <a:off x="4078244"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4" name="椭圆 8503">
                <a:extLst>
                  <a:ext uri="{FF2B5EF4-FFF2-40B4-BE49-F238E27FC236}">
                    <a16:creationId xmlns:a16="http://schemas.microsoft.com/office/drawing/2014/main" id="{EADCCEDA-3B76-4D5E-8CAE-F7A5D9D8F566}"/>
                  </a:ext>
                </a:extLst>
              </p:cNvPr>
              <p:cNvSpPr/>
              <p:nvPr/>
            </p:nvSpPr>
            <p:spPr>
              <a:xfrm>
                <a:off x="410617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5" name="椭圆 8504">
                <a:extLst>
                  <a:ext uri="{FF2B5EF4-FFF2-40B4-BE49-F238E27FC236}">
                    <a16:creationId xmlns:a16="http://schemas.microsoft.com/office/drawing/2014/main" id="{629E5ED7-3592-4058-95AB-90EC6CF0E283}"/>
                  </a:ext>
                </a:extLst>
              </p:cNvPr>
              <p:cNvSpPr/>
              <p:nvPr/>
            </p:nvSpPr>
            <p:spPr>
              <a:xfrm>
                <a:off x="4016105"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6" name="椭圆 8505">
                <a:extLst>
                  <a:ext uri="{FF2B5EF4-FFF2-40B4-BE49-F238E27FC236}">
                    <a16:creationId xmlns:a16="http://schemas.microsoft.com/office/drawing/2014/main" id="{5AA39F7D-E74E-4B54-98DC-B15FB0A498C3}"/>
                  </a:ext>
                </a:extLst>
              </p:cNvPr>
              <p:cNvSpPr/>
              <p:nvPr/>
            </p:nvSpPr>
            <p:spPr>
              <a:xfrm>
                <a:off x="402502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7" name="椭圆 8506">
                <a:extLst>
                  <a:ext uri="{FF2B5EF4-FFF2-40B4-BE49-F238E27FC236}">
                    <a16:creationId xmlns:a16="http://schemas.microsoft.com/office/drawing/2014/main" id="{ACD703DB-85FB-4A54-AF8F-50DD9E7481C9}"/>
                  </a:ext>
                </a:extLst>
              </p:cNvPr>
              <p:cNvSpPr/>
              <p:nvPr/>
            </p:nvSpPr>
            <p:spPr>
              <a:xfrm>
                <a:off x="400002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8" name="椭圆 8507">
                <a:extLst>
                  <a:ext uri="{FF2B5EF4-FFF2-40B4-BE49-F238E27FC236}">
                    <a16:creationId xmlns:a16="http://schemas.microsoft.com/office/drawing/2014/main" id="{F52A2F60-054E-483F-ABEA-DA9C1F5ED2EB}"/>
                  </a:ext>
                </a:extLst>
              </p:cNvPr>
              <p:cNvSpPr/>
              <p:nvPr/>
            </p:nvSpPr>
            <p:spPr>
              <a:xfrm>
                <a:off x="40502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9" name="椭圆 8508">
                <a:extLst>
                  <a:ext uri="{FF2B5EF4-FFF2-40B4-BE49-F238E27FC236}">
                    <a16:creationId xmlns:a16="http://schemas.microsoft.com/office/drawing/2014/main" id="{BD843538-5BD0-4E6A-ADE2-016DE1827031}"/>
                  </a:ext>
                </a:extLst>
              </p:cNvPr>
              <p:cNvSpPr/>
              <p:nvPr/>
            </p:nvSpPr>
            <p:spPr>
              <a:xfrm>
                <a:off x="403038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0" name="椭圆 8509">
                <a:extLst>
                  <a:ext uri="{FF2B5EF4-FFF2-40B4-BE49-F238E27FC236}">
                    <a16:creationId xmlns:a16="http://schemas.microsoft.com/office/drawing/2014/main" id="{E585E839-486C-48A8-A935-584B4CBD7FCC}"/>
                  </a:ext>
                </a:extLst>
              </p:cNvPr>
              <p:cNvSpPr/>
              <p:nvPr/>
            </p:nvSpPr>
            <p:spPr>
              <a:xfrm>
                <a:off x="398648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1" name="椭圆 8510">
                <a:extLst>
                  <a:ext uri="{FF2B5EF4-FFF2-40B4-BE49-F238E27FC236}">
                    <a16:creationId xmlns:a16="http://schemas.microsoft.com/office/drawing/2014/main" id="{A05C3019-7876-42C3-8D2D-6CC31A058D90}"/>
                  </a:ext>
                </a:extLst>
              </p:cNvPr>
              <p:cNvSpPr/>
              <p:nvPr/>
            </p:nvSpPr>
            <p:spPr>
              <a:xfrm>
                <a:off x="40413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2" name="椭圆 8511">
                <a:extLst>
                  <a:ext uri="{FF2B5EF4-FFF2-40B4-BE49-F238E27FC236}">
                    <a16:creationId xmlns:a16="http://schemas.microsoft.com/office/drawing/2014/main" id="{B4238236-7556-44D7-A115-4D9B078A596D}"/>
                  </a:ext>
                </a:extLst>
              </p:cNvPr>
              <p:cNvSpPr/>
              <p:nvPr/>
            </p:nvSpPr>
            <p:spPr>
              <a:xfrm>
                <a:off x="40619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3" name="椭圆 8512">
                <a:extLst>
                  <a:ext uri="{FF2B5EF4-FFF2-40B4-BE49-F238E27FC236}">
                    <a16:creationId xmlns:a16="http://schemas.microsoft.com/office/drawing/2014/main" id="{DFCA3648-090E-4C61-8A19-6B5DFAB56334}"/>
                  </a:ext>
                </a:extLst>
              </p:cNvPr>
              <p:cNvSpPr/>
              <p:nvPr/>
            </p:nvSpPr>
            <p:spPr>
              <a:xfrm>
                <a:off x="4029942"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4" name="椭圆 8513">
                <a:extLst>
                  <a:ext uri="{FF2B5EF4-FFF2-40B4-BE49-F238E27FC236}">
                    <a16:creationId xmlns:a16="http://schemas.microsoft.com/office/drawing/2014/main" id="{E4ADB275-A556-41F1-9D5B-7BBB1C4348F7}"/>
                  </a:ext>
                </a:extLst>
              </p:cNvPr>
              <p:cNvSpPr/>
              <p:nvPr/>
            </p:nvSpPr>
            <p:spPr>
              <a:xfrm>
                <a:off x="4151909"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5" name="椭圆 8514">
                <a:extLst>
                  <a:ext uri="{FF2B5EF4-FFF2-40B4-BE49-F238E27FC236}">
                    <a16:creationId xmlns:a16="http://schemas.microsoft.com/office/drawing/2014/main" id="{9A6ABB8B-ADCC-4191-BD63-E7AF3F75110D}"/>
                  </a:ext>
                </a:extLst>
              </p:cNvPr>
              <p:cNvSpPr/>
              <p:nvPr/>
            </p:nvSpPr>
            <p:spPr>
              <a:xfrm>
                <a:off x="409028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6" name="椭圆 8515">
                <a:extLst>
                  <a:ext uri="{FF2B5EF4-FFF2-40B4-BE49-F238E27FC236}">
                    <a16:creationId xmlns:a16="http://schemas.microsoft.com/office/drawing/2014/main" id="{27507B3D-263D-46BF-99F8-8AC1D6238F91}"/>
                  </a:ext>
                </a:extLst>
              </p:cNvPr>
              <p:cNvSpPr/>
              <p:nvPr/>
            </p:nvSpPr>
            <p:spPr>
              <a:xfrm>
                <a:off x="3949120"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7" name="椭圆 8516">
                <a:extLst>
                  <a:ext uri="{FF2B5EF4-FFF2-40B4-BE49-F238E27FC236}">
                    <a16:creationId xmlns:a16="http://schemas.microsoft.com/office/drawing/2014/main" id="{ACC041D4-8479-4BD8-84F8-D984F514A87C}"/>
                  </a:ext>
                </a:extLst>
              </p:cNvPr>
              <p:cNvSpPr/>
              <p:nvPr/>
            </p:nvSpPr>
            <p:spPr>
              <a:xfrm>
                <a:off x="40215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8" name="椭圆 8517">
                <a:extLst>
                  <a:ext uri="{FF2B5EF4-FFF2-40B4-BE49-F238E27FC236}">
                    <a16:creationId xmlns:a16="http://schemas.microsoft.com/office/drawing/2014/main" id="{C1C4ECCE-3697-4484-BDC1-5CC80DD06707}"/>
                  </a:ext>
                </a:extLst>
              </p:cNvPr>
              <p:cNvSpPr/>
              <p:nvPr/>
            </p:nvSpPr>
            <p:spPr>
              <a:xfrm>
                <a:off x="3959654"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9" name="椭圆 8518">
                <a:extLst>
                  <a:ext uri="{FF2B5EF4-FFF2-40B4-BE49-F238E27FC236}">
                    <a16:creationId xmlns:a16="http://schemas.microsoft.com/office/drawing/2014/main" id="{E3AE3542-F0DC-4D4C-AD1A-D673F88FA4F5}"/>
                  </a:ext>
                </a:extLst>
              </p:cNvPr>
              <p:cNvSpPr/>
              <p:nvPr/>
            </p:nvSpPr>
            <p:spPr>
              <a:xfrm>
                <a:off x="4090834"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0" name="椭圆 8519">
                <a:extLst>
                  <a:ext uri="{FF2B5EF4-FFF2-40B4-BE49-F238E27FC236}">
                    <a16:creationId xmlns:a16="http://schemas.microsoft.com/office/drawing/2014/main" id="{0AE04E3F-D8B3-4290-B5B3-FD94D620DEEC}"/>
                  </a:ext>
                </a:extLst>
              </p:cNvPr>
              <p:cNvSpPr/>
              <p:nvPr/>
            </p:nvSpPr>
            <p:spPr>
              <a:xfrm>
                <a:off x="395822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1" name="椭圆 8520">
                <a:extLst>
                  <a:ext uri="{FF2B5EF4-FFF2-40B4-BE49-F238E27FC236}">
                    <a16:creationId xmlns:a16="http://schemas.microsoft.com/office/drawing/2014/main" id="{306ECAFB-0F1E-40FD-9C95-42758774098B}"/>
                  </a:ext>
                </a:extLst>
              </p:cNvPr>
              <p:cNvSpPr/>
              <p:nvPr/>
            </p:nvSpPr>
            <p:spPr>
              <a:xfrm>
                <a:off x="4109406"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2" name="椭圆 8521">
                <a:extLst>
                  <a:ext uri="{FF2B5EF4-FFF2-40B4-BE49-F238E27FC236}">
                    <a16:creationId xmlns:a16="http://schemas.microsoft.com/office/drawing/2014/main" id="{5D914B5E-5D14-4C76-91AA-BF55634503D9}"/>
                  </a:ext>
                </a:extLst>
              </p:cNvPr>
              <p:cNvSpPr/>
              <p:nvPr/>
            </p:nvSpPr>
            <p:spPr>
              <a:xfrm>
                <a:off x="3951506" y="29783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3" name="椭圆 8522">
                <a:extLst>
                  <a:ext uri="{FF2B5EF4-FFF2-40B4-BE49-F238E27FC236}">
                    <a16:creationId xmlns:a16="http://schemas.microsoft.com/office/drawing/2014/main" id="{0C6F3685-2041-4A60-9880-5B91F8619767}"/>
                  </a:ext>
                </a:extLst>
              </p:cNvPr>
              <p:cNvSpPr/>
              <p:nvPr/>
            </p:nvSpPr>
            <p:spPr>
              <a:xfrm>
                <a:off x="4050716" y="2998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4" name="椭圆 8523">
                <a:extLst>
                  <a:ext uri="{FF2B5EF4-FFF2-40B4-BE49-F238E27FC236}">
                    <a16:creationId xmlns:a16="http://schemas.microsoft.com/office/drawing/2014/main" id="{020E1AC3-1677-4800-9EC4-E6626554C86B}"/>
                  </a:ext>
                </a:extLst>
              </p:cNvPr>
              <p:cNvSpPr/>
              <p:nvPr/>
            </p:nvSpPr>
            <p:spPr>
              <a:xfrm>
                <a:off x="4108525"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5" name="椭圆 8524">
                <a:extLst>
                  <a:ext uri="{FF2B5EF4-FFF2-40B4-BE49-F238E27FC236}">
                    <a16:creationId xmlns:a16="http://schemas.microsoft.com/office/drawing/2014/main" id="{F632F0E9-5A35-4A14-BC05-73C579EEA45A}"/>
                  </a:ext>
                </a:extLst>
              </p:cNvPr>
              <p:cNvSpPr/>
              <p:nvPr/>
            </p:nvSpPr>
            <p:spPr>
              <a:xfrm>
                <a:off x="395436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6" name="椭圆 8525">
                <a:extLst>
                  <a:ext uri="{FF2B5EF4-FFF2-40B4-BE49-F238E27FC236}">
                    <a16:creationId xmlns:a16="http://schemas.microsoft.com/office/drawing/2014/main" id="{E9B264F6-2AAE-46AD-9FD1-A2966FFC145E}"/>
                  </a:ext>
                </a:extLst>
              </p:cNvPr>
              <p:cNvSpPr/>
              <p:nvPr/>
            </p:nvSpPr>
            <p:spPr>
              <a:xfrm>
                <a:off x="3997496"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7" name="椭圆 8526">
                <a:extLst>
                  <a:ext uri="{FF2B5EF4-FFF2-40B4-BE49-F238E27FC236}">
                    <a16:creationId xmlns:a16="http://schemas.microsoft.com/office/drawing/2014/main" id="{5A6529CB-371D-4DBE-94E6-DAA4F6B61BA1}"/>
                  </a:ext>
                </a:extLst>
              </p:cNvPr>
              <p:cNvSpPr/>
              <p:nvPr/>
            </p:nvSpPr>
            <p:spPr>
              <a:xfrm>
                <a:off x="3939467"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8" name="椭圆 8527">
                <a:extLst>
                  <a:ext uri="{FF2B5EF4-FFF2-40B4-BE49-F238E27FC236}">
                    <a16:creationId xmlns:a16="http://schemas.microsoft.com/office/drawing/2014/main" id="{74521A09-ED54-4743-A9DE-E9022884C4C8}"/>
                  </a:ext>
                </a:extLst>
              </p:cNvPr>
              <p:cNvSpPr/>
              <p:nvPr/>
            </p:nvSpPr>
            <p:spPr>
              <a:xfrm>
                <a:off x="40105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9" name="椭圆 8528">
                <a:extLst>
                  <a:ext uri="{FF2B5EF4-FFF2-40B4-BE49-F238E27FC236}">
                    <a16:creationId xmlns:a16="http://schemas.microsoft.com/office/drawing/2014/main" id="{9B8940AB-C6EF-4B6D-8806-F22332AC5DDD}"/>
                  </a:ext>
                </a:extLst>
              </p:cNvPr>
              <p:cNvSpPr/>
              <p:nvPr/>
            </p:nvSpPr>
            <p:spPr>
              <a:xfrm>
                <a:off x="3933191"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0" name="椭圆 8529">
                <a:extLst>
                  <a:ext uri="{FF2B5EF4-FFF2-40B4-BE49-F238E27FC236}">
                    <a16:creationId xmlns:a16="http://schemas.microsoft.com/office/drawing/2014/main" id="{6350B747-73BE-491D-9E31-03CB0E9B59AC}"/>
                  </a:ext>
                </a:extLst>
              </p:cNvPr>
              <p:cNvSpPr/>
              <p:nvPr/>
            </p:nvSpPr>
            <p:spPr>
              <a:xfrm>
                <a:off x="3929447"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1" name="椭圆 8530">
                <a:extLst>
                  <a:ext uri="{FF2B5EF4-FFF2-40B4-BE49-F238E27FC236}">
                    <a16:creationId xmlns:a16="http://schemas.microsoft.com/office/drawing/2014/main" id="{AE5556C9-0092-4C29-879D-3BC1E1022B6D}"/>
                  </a:ext>
                </a:extLst>
              </p:cNvPr>
              <p:cNvSpPr/>
              <p:nvPr/>
            </p:nvSpPr>
            <p:spPr>
              <a:xfrm>
                <a:off x="3975180"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2" name="椭圆 8531">
                <a:extLst>
                  <a:ext uri="{FF2B5EF4-FFF2-40B4-BE49-F238E27FC236}">
                    <a16:creationId xmlns:a16="http://schemas.microsoft.com/office/drawing/2014/main" id="{5D356204-77FA-4464-B553-96E2FBE3A916}"/>
                  </a:ext>
                </a:extLst>
              </p:cNvPr>
              <p:cNvSpPr/>
              <p:nvPr/>
            </p:nvSpPr>
            <p:spPr>
              <a:xfrm>
                <a:off x="3993605"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3" name="椭圆 8532">
                <a:extLst>
                  <a:ext uri="{FF2B5EF4-FFF2-40B4-BE49-F238E27FC236}">
                    <a16:creationId xmlns:a16="http://schemas.microsoft.com/office/drawing/2014/main" id="{7F0DA3C2-3E0A-466F-B305-11C42C0DD28C}"/>
                  </a:ext>
                </a:extLst>
              </p:cNvPr>
              <p:cNvSpPr/>
              <p:nvPr/>
            </p:nvSpPr>
            <p:spPr>
              <a:xfrm>
                <a:off x="39814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4" name="椭圆 8533">
                <a:extLst>
                  <a:ext uri="{FF2B5EF4-FFF2-40B4-BE49-F238E27FC236}">
                    <a16:creationId xmlns:a16="http://schemas.microsoft.com/office/drawing/2014/main" id="{0A0E57DC-E21A-46DF-A24C-29CC69FF074D}"/>
                  </a:ext>
                </a:extLst>
              </p:cNvPr>
              <p:cNvSpPr/>
              <p:nvPr/>
            </p:nvSpPr>
            <p:spPr>
              <a:xfrm>
                <a:off x="3997386"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5" name="椭圆 8534">
                <a:extLst>
                  <a:ext uri="{FF2B5EF4-FFF2-40B4-BE49-F238E27FC236}">
                    <a16:creationId xmlns:a16="http://schemas.microsoft.com/office/drawing/2014/main" id="{168B0616-4CB8-4126-BD78-F574C73896E1}"/>
                  </a:ext>
                </a:extLst>
              </p:cNvPr>
              <p:cNvSpPr/>
              <p:nvPr/>
            </p:nvSpPr>
            <p:spPr>
              <a:xfrm>
                <a:off x="400487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6" name="椭圆 8535">
                <a:extLst>
                  <a:ext uri="{FF2B5EF4-FFF2-40B4-BE49-F238E27FC236}">
                    <a16:creationId xmlns:a16="http://schemas.microsoft.com/office/drawing/2014/main" id="{D331D19C-578B-4339-9497-E22D2ECCAD3E}"/>
                  </a:ext>
                </a:extLst>
              </p:cNvPr>
              <p:cNvSpPr/>
              <p:nvPr/>
            </p:nvSpPr>
            <p:spPr>
              <a:xfrm>
                <a:off x="404381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7" name="椭圆 8536">
                <a:extLst>
                  <a:ext uri="{FF2B5EF4-FFF2-40B4-BE49-F238E27FC236}">
                    <a16:creationId xmlns:a16="http://schemas.microsoft.com/office/drawing/2014/main" id="{779CDB14-C783-460D-912F-16C1CF609114}"/>
                  </a:ext>
                </a:extLst>
              </p:cNvPr>
              <p:cNvSpPr/>
              <p:nvPr/>
            </p:nvSpPr>
            <p:spPr>
              <a:xfrm>
                <a:off x="4100964"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8" name="椭圆 8537">
                <a:extLst>
                  <a:ext uri="{FF2B5EF4-FFF2-40B4-BE49-F238E27FC236}">
                    <a16:creationId xmlns:a16="http://schemas.microsoft.com/office/drawing/2014/main" id="{CC9EE238-D6D3-4886-B3AA-A4E4E5DFD37B}"/>
                  </a:ext>
                </a:extLst>
              </p:cNvPr>
              <p:cNvSpPr/>
              <p:nvPr/>
            </p:nvSpPr>
            <p:spPr>
              <a:xfrm>
                <a:off x="40321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9" name="椭圆 8538">
                <a:extLst>
                  <a:ext uri="{FF2B5EF4-FFF2-40B4-BE49-F238E27FC236}">
                    <a16:creationId xmlns:a16="http://schemas.microsoft.com/office/drawing/2014/main" id="{2670E20C-37BC-487F-8F86-1737C8FF7FFC}"/>
                  </a:ext>
                </a:extLst>
              </p:cNvPr>
              <p:cNvSpPr/>
              <p:nvPr/>
            </p:nvSpPr>
            <p:spPr>
              <a:xfrm>
                <a:off x="41192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0" name="椭圆 8539">
                <a:extLst>
                  <a:ext uri="{FF2B5EF4-FFF2-40B4-BE49-F238E27FC236}">
                    <a16:creationId xmlns:a16="http://schemas.microsoft.com/office/drawing/2014/main" id="{3DF300AB-A22E-4FC7-B6FB-2C8FD0DBE4FC}"/>
                  </a:ext>
                </a:extLst>
              </p:cNvPr>
              <p:cNvSpPr/>
              <p:nvPr/>
            </p:nvSpPr>
            <p:spPr>
              <a:xfrm>
                <a:off x="40587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1" name="椭圆 8540">
                <a:extLst>
                  <a:ext uri="{FF2B5EF4-FFF2-40B4-BE49-F238E27FC236}">
                    <a16:creationId xmlns:a16="http://schemas.microsoft.com/office/drawing/2014/main" id="{B8ECE31D-62E5-4159-992F-CB27F004DD23}"/>
                  </a:ext>
                </a:extLst>
              </p:cNvPr>
              <p:cNvSpPr/>
              <p:nvPr/>
            </p:nvSpPr>
            <p:spPr>
              <a:xfrm>
                <a:off x="3878759"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2" name="椭圆 8541">
                <a:extLst>
                  <a:ext uri="{FF2B5EF4-FFF2-40B4-BE49-F238E27FC236}">
                    <a16:creationId xmlns:a16="http://schemas.microsoft.com/office/drawing/2014/main" id="{D60FE960-23D5-4D0C-A16C-8831C2AB9C27}"/>
                  </a:ext>
                </a:extLst>
              </p:cNvPr>
              <p:cNvSpPr/>
              <p:nvPr/>
            </p:nvSpPr>
            <p:spPr>
              <a:xfrm>
                <a:off x="3983218"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3" name="椭圆 8542">
                <a:extLst>
                  <a:ext uri="{FF2B5EF4-FFF2-40B4-BE49-F238E27FC236}">
                    <a16:creationId xmlns:a16="http://schemas.microsoft.com/office/drawing/2014/main" id="{A7A0FCF0-327F-43A2-868A-C690BB79279E}"/>
                  </a:ext>
                </a:extLst>
              </p:cNvPr>
              <p:cNvSpPr/>
              <p:nvPr/>
            </p:nvSpPr>
            <p:spPr>
              <a:xfrm>
                <a:off x="41080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4" name="椭圆 8543">
                <a:extLst>
                  <a:ext uri="{FF2B5EF4-FFF2-40B4-BE49-F238E27FC236}">
                    <a16:creationId xmlns:a16="http://schemas.microsoft.com/office/drawing/2014/main" id="{5E01FF44-29DB-4135-86F7-4A395F016EA7}"/>
                  </a:ext>
                </a:extLst>
              </p:cNvPr>
              <p:cNvSpPr/>
              <p:nvPr/>
            </p:nvSpPr>
            <p:spPr>
              <a:xfrm>
                <a:off x="409178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5" name="椭圆 8544">
                <a:extLst>
                  <a:ext uri="{FF2B5EF4-FFF2-40B4-BE49-F238E27FC236}">
                    <a16:creationId xmlns:a16="http://schemas.microsoft.com/office/drawing/2014/main" id="{046E4B9F-4A84-40BF-85B0-5312FA951CB9}"/>
                  </a:ext>
                </a:extLst>
              </p:cNvPr>
              <p:cNvSpPr/>
              <p:nvPr/>
            </p:nvSpPr>
            <p:spPr>
              <a:xfrm>
                <a:off x="4026565"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6" name="椭圆 8545">
                <a:extLst>
                  <a:ext uri="{FF2B5EF4-FFF2-40B4-BE49-F238E27FC236}">
                    <a16:creationId xmlns:a16="http://schemas.microsoft.com/office/drawing/2014/main" id="{6BB41562-DE0D-4242-BF62-AFB4D9CA733F}"/>
                  </a:ext>
                </a:extLst>
              </p:cNvPr>
              <p:cNvSpPr/>
              <p:nvPr/>
            </p:nvSpPr>
            <p:spPr>
              <a:xfrm>
                <a:off x="40188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7" name="椭圆 8546">
                <a:extLst>
                  <a:ext uri="{FF2B5EF4-FFF2-40B4-BE49-F238E27FC236}">
                    <a16:creationId xmlns:a16="http://schemas.microsoft.com/office/drawing/2014/main" id="{DDE19C99-4527-4327-AA36-A082B707E711}"/>
                  </a:ext>
                </a:extLst>
              </p:cNvPr>
              <p:cNvSpPr/>
              <p:nvPr/>
            </p:nvSpPr>
            <p:spPr>
              <a:xfrm>
                <a:off x="395594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8" name="椭圆 8547">
                <a:extLst>
                  <a:ext uri="{FF2B5EF4-FFF2-40B4-BE49-F238E27FC236}">
                    <a16:creationId xmlns:a16="http://schemas.microsoft.com/office/drawing/2014/main" id="{B1E52278-E314-4BCC-BB60-27307D9EEAE7}"/>
                  </a:ext>
                </a:extLst>
              </p:cNvPr>
              <p:cNvSpPr/>
              <p:nvPr/>
            </p:nvSpPr>
            <p:spPr>
              <a:xfrm>
                <a:off x="3972941"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9" name="椭圆 8548">
                <a:extLst>
                  <a:ext uri="{FF2B5EF4-FFF2-40B4-BE49-F238E27FC236}">
                    <a16:creationId xmlns:a16="http://schemas.microsoft.com/office/drawing/2014/main" id="{3DC2E382-CBD2-4E28-8D5E-C47295C294B5}"/>
                  </a:ext>
                </a:extLst>
              </p:cNvPr>
              <p:cNvSpPr/>
              <p:nvPr/>
            </p:nvSpPr>
            <p:spPr>
              <a:xfrm>
                <a:off x="404866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0" name="椭圆 8549">
                <a:extLst>
                  <a:ext uri="{FF2B5EF4-FFF2-40B4-BE49-F238E27FC236}">
                    <a16:creationId xmlns:a16="http://schemas.microsoft.com/office/drawing/2014/main" id="{DB5525FD-F8C2-40DC-99E3-B73DE0428DE1}"/>
                  </a:ext>
                </a:extLst>
              </p:cNvPr>
              <p:cNvSpPr/>
              <p:nvPr/>
            </p:nvSpPr>
            <p:spPr>
              <a:xfrm>
                <a:off x="396765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1" name="椭圆 8550">
                <a:extLst>
                  <a:ext uri="{FF2B5EF4-FFF2-40B4-BE49-F238E27FC236}">
                    <a16:creationId xmlns:a16="http://schemas.microsoft.com/office/drawing/2014/main" id="{34B0C3EE-846D-47A2-BCF9-6201A3773C06}"/>
                  </a:ext>
                </a:extLst>
              </p:cNvPr>
              <p:cNvSpPr/>
              <p:nvPr/>
            </p:nvSpPr>
            <p:spPr>
              <a:xfrm>
                <a:off x="4042825"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2" name="椭圆 8551">
                <a:extLst>
                  <a:ext uri="{FF2B5EF4-FFF2-40B4-BE49-F238E27FC236}">
                    <a16:creationId xmlns:a16="http://schemas.microsoft.com/office/drawing/2014/main" id="{0DE871C2-0809-4CC7-8B08-7D8F6F2BFBAE}"/>
                  </a:ext>
                </a:extLst>
              </p:cNvPr>
              <p:cNvSpPr/>
              <p:nvPr/>
            </p:nvSpPr>
            <p:spPr>
              <a:xfrm>
                <a:off x="401533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3" name="椭圆 8552">
                <a:extLst>
                  <a:ext uri="{FF2B5EF4-FFF2-40B4-BE49-F238E27FC236}">
                    <a16:creationId xmlns:a16="http://schemas.microsoft.com/office/drawing/2014/main" id="{31FBF6D2-3E81-4AD0-83EB-3CCBA60FE4A5}"/>
                  </a:ext>
                </a:extLst>
              </p:cNvPr>
              <p:cNvSpPr/>
              <p:nvPr/>
            </p:nvSpPr>
            <p:spPr>
              <a:xfrm>
                <a:off x="407086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4" name="椭圆 8553">
                <a:extLst>
                  <a:ext uri="{FF2B5EF4-FFF2-40B4-BE49-F238E27FC236}">
                    <a16:creationId xmlns:a16="http://schemas.microsoft.com/office/drawing/2014/main" id="{544C1904-924E-4F11-B8DA-0C689485DCFF}"/>
                  </a:ext>
                </a:extLst>
              </p:cNvPr>
              <p:cNvSpPr/>
              <p:nvPr/>
            </p:nvSpPr>
            <p:spPr>
              <a:xfrm>
                <a:off x="3855893" y="29040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5" name="椭圆 8554">
                <a:extLst>
                  <a:ext uri="{FF2B5EF4-FFF2-40B4-BE49-F238E27FC236}">
                    <a16:creationId xmlns:a16="http://schemas.microsoft.com/office/drawing/2014/main" id="{36AC5B42-7F4D-48FD-9E04-481D344CFBC4}"/>
                  </a:ext>
                </a:extLst>
              </p:cNvPr>
              <p:cNvSpPr/>
              <p:nvPr/>
            </p:nvSpPr>
            <p:spPr>
              <a:xfrm>
                <a:off x="4033062"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6" name="椭圆 8555">
                <a:extLst>
                  <a:ext uri="{FF2B5EF4-FFF2-40B4-BE49-F238E27FC236}">
                    <a16:creationId xmlns:a16="http://schemas.microsoft.com/office/drawing/2014/main" id="{1A69B7DB-2203-448E-ADB2-6B52B3BA835A}"/>
                  </a:ext>
                </a:extLst>
              </p:cNvPr>
              <p:cNvSpPr/>
              <p:nvPr/>
            </p:nvSpPr>
            <p:spPr>
              <a:xfrm>
                <a:off x="40796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7" name="椭圆 8556">
                <a:extLst>
                  <a:ext uri="{FF2B5EF4-FFF2-40B4-BE49-F238E27FC236}">
                    <a16:creationId xmlns:a16="http://schemas.microsoft.com/office/drawing/2014/main" id="{7349A65C-641E-4B3B-8396-905C926C9A12}"/>
                  </a:ext>
                </a:extLst>
              </p:cNvPr>
              <p:cNvSpPr/>
              <p:nvPr/>
            </p:nvSpPr>
            <p:spPr>
              <a:xfrm>
                <a:off x="4013682" y="2917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8" name="椭圆 8557">
                <a:extLst>
                  <a:ext uri="{FF2B5EF4-FFF2-40B4-BE49-F238E27FC236}">
                    <a16:creationId xmlns:a16="http://schemas.microsoft.com/office/drawing/2014/main" id="{7147900D-1D13-4F82-BAB7-AB4742FAE5BF}"/>
                  </a:ext>
                </a:extLst>
              </p:cNvPr>
              <p:cNvSpPr/>
              <p:nvPr/>
            </p:nvSpPr>
            <p:spPr>
              <a:xfrm>
                <a:off x="4013682"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9" name="椭圆 8558">
                <a:extLst>
                  <a:ext uri="{FF2B5EF4-FFF2-40B4-BE49-F238E27FC236}">
                    <a16:creationId xmlns:a16="http://schemas.microsoft.com/office/drawing/2014/main" id="{1697F784-A677-445C-8D88-240B616F62C9}"/>
                  </a:ext>
                </a:extLst>
              </p:cNvPr>
              <p:cNvSpPr/>
              <p:nvPr/>
            </p:nvSpPr>
            <p:spPr>
              <a:xfrm>
                <a:off x="4013792" y="28846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0" name="椭圆 8559">
                <a:extLst>
                  <a:ext uri="{FF2B5EF4-FFF2-40B4-BE49-F238E27FC236}">
                    <a16:creationId xmlns:a16="http://schemas.microsoft.com/office/drawing/2014/main" id="{48235C78-570C-47BC-AB98-E523A5F5813D}"/>
                  </a:ext>
                </a:extLst>
              </p:cNvPr>
              <p:cNvSpPr/>
              <p:nvPr/>
            </p:nvSpPr>
            <p:spPr>
              <a:xfrm>
                <a:off x="394640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1" name="椭圆 8560">
                <a:extLst>
                  <a:ext uri="{FF2B5EF4-FFF2-40B4-BE49-F238E27FC236}">
                    <a16:creationId xmlns:a16="http://schemas.microsoft.com/office/drawing/2014/main" id="{407873C8-5668-4BD4-9AF8-F15837281313}"/>
                  </a:ext>
                </a:extLst>
              </p:cNvPr>
              <p:cNvSpPr/>
              <p:nvPr/>
            </p:nvSpPr>
            <p:spPr>
              <a:xfrm>
                <a:off x="4042311"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2" name="椭圆 8561">
                <a:extLst>
                  <a:ext uri="{FF2B5EF4-FFF2-40B4-BE49-F238E27FC236}">
                    <a16:creationId xmlns:a16="http://schemas.microsoft.com/office/drawing/2014/main" id="{9EE9A9DB-5816-41C1-A33F-2A605BA43D9E}"/>
                  </a:ext>
                </a:extLst>
              </p:cNvPr>
              <p:cNvSpPr/>
              <p:nvPr/>
            </p:nvSpPr>
            <p:spPr>
              <a:xfrm>
                <a:off x="3960131"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3" name="椭圆 8562">
                <a:extLst>
                  <a:ext uri="{FF2B5EF4-FFF2-40B4-BE49-F238E27FC236}">
                    <a16:creationId xmlns:a16="http://schemas.microsoft.com/office/drawing/2014/main" id="{10C8DBCB-43E7-4592-A70A-6955F420FF8F}"/>
                  </a:ext>
                </a:extLst>
              </p:cNvPr>
              <p:cNvSpPr/>
              <p:nvPr/>
            </p:nvSpPr>
            <p:spPr>
              <a:xfrm>
                <a:off x="3991146" y="27665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4" name="椭圆 8563">
                <a:extLst>
                  <a:ext uri="{FF2B5EF4-FFF2-40B4-BE49-F238E27FC236}">
                    <a16:creationId xmlns:a16="http://schemas.microsoft.com/office/drawing/2014/main" id="{757B7E85-445D-4E78-A0B6-239FEB29DB6E}"/>
                  </a:ext>
                </a:extLst>
              </p:cNvPr>
              <p:cNvSpPr/>
              <p:nvPr/>
            </p:nvSpPr>
            <p:spPr>
              <a:xfrm>
                <a:off x="4106616" y="278514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5" name="椭圆 8564">
                <a:extLst>
                  <a:ext uri="{FF2B5EF4-FFF2-40B4-BE49-F238E27FC236}">
                    <a16:creationId xmlns:a16="http://schemas.microsoft.com/office/drawing/2014/main" id="{4AE556FE-BD66-4AE1-9616-D72703254D9D}"/>
                  </a:ext>
                </a:extLst>
              </p:cNvPr>
              <p:cNvSpPr/>
              <p:nvPr/>
            </p:nvSpPr>
            <p:spPr>
              <a:xfrm>
                <a:off x="4014490"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6" name="椭圆 8565">
                <a:extLst>
                  <a:ext uri="{FF2B5EF4-FFF2-40B4-BE49-F238E27FC236}">
                    <a16:creationId xmlns:a16="http://schemas.microsoft.com/office/drawing/2014/main" id="{D154D496-E22C-457F-8265-A1E9B461914B}"/>
                  </a:ext>
                </a:extLst>
              </p:cNvPr>
              <p:cNvSpPr/>
              <p:nvPr/>
            </p:nvSpPr>
            <p:spPr>
              <a:xfrm>
                <a:off x="39174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7" name="椭圆 8566">
                <a:extLst>
                  <a:ext uri="{FF2B5EF4-FFF2-40B4-BE49-F238E27FC236}">
                    <a16:creationId xmlns:a16="http://schemas.microsoft.com/office/drawing/2014/main" id="{B790F41F-FF7D-4F5E-9609-3E6083D469E3}"/>
                  </a:ext>
                </a:extLst>
              </p:cNvPr>
              <p:cNvSpPr/>
              <p:nvPr/>
            </p:nvSpPr>
            <p:spPr>
              <a:xfrm>
                <a:off x="3798525" y="28184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8" name="椭圆 8567">
                <a:extLst>
                  <a:ext uri="{FF2B5EF4-FFF2-40B4-BE49-F238E27FC236}">
                    <a16:creationId xmlns:a16="http://schemas.microsoft.com/office/drawing/2014/main" id="{2154FA0E-F9AF-4071-86D9-541CAE0A39BB}"/>
                  </a:ext>
                </a:extLst>
              </p:cNvPr>
              <p:cNvSpPr/>
              <p:nvPr/>
            </p:nvSpPr>
            <p:spPr>
              <a:xfrm>
                <a:off x="39504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9" name="椭圆 8568">
                <a:extLst>
                  <a:ext uri="{FF2B5EF4-FFF2-40B4-BE49-F238E27FC236}">
                    <a16:creationId xmlns:a16="http://schemas.microsoft.com/office/drawing/2014/main" id="{8672B17F-E1E3-4F8B-BF03-29D165CBE865}"/>
                  </a:ext>
                </a:extLst>
              </p:cNvPr>
              <p:cNvSpPr/>
              <p:nvPr/>
            </p:nvSpPr>
            <p:spPr>
              <a:xfrm>
                <a:off x="4039008"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0" name="椭圆 8569">
                <a:extLst>
                  <a:ext uri="{FF2B5EF4-FFF2-40B4-BE49-F238E27FC236}">
                    <a16:creationId xmlns:a16="http://schemas.microsoft.com/office/drawing/2014/main" id="{0B79E72B-9F01-4199-83E4-1C849BA10F64}"/>
                  </a:ext>
                </a:extLst>
              </p:cNvPr>
              <p:cNvSpPr/>
              <p:nvPr/>
            </p:nvSpPr>
            <p:spPr>
              <a:xfrm>
                <a:off x="39987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1" name="椭圆 8570">
                <a:extLst>
                  <a:ext uri="{FF2B5EF4-FFF2-40B4-BE49-F238E27FC236}">
                    <a16:creationId xmlns:a16="http://schemas.microsoft.com/office/drawing/2014/main" id="{E9E0DE15-1DEA-4B60-B530-28902184F9E1}"/>
                  </a:ext>
                </a:extLst>
              </p:cNvPr>
              <p:cNvSpPr/>
              <p:nvPr/>
            </p:nvSpPr>
            <p:spPr>
              <a:xfrm>
                <a:off x="40122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2" name="椭圆 8571">
                <a:extLst>
                  <a:ext uri="{FF2B5EF4-FFF2-40B4-BE49-F238E27FC236}">
                    <a16:creationId xmlns:a16="http://schemas.microsoft.com/office/drawing/2014/main" id="{6E51D2D4-FB8F-4299-893D-BDFA776D8FF6}"/>
                  </a:ext>
                </a:extLst>
              </p:cNvPr>
              <p:cNvSpPr/>
              <p:nvPr/>
            </p:nvSpPr>
            <p:spPr>
              <a:xfrm>
                <a:off x="3921115" y="29928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3" name="椭圆 8572">
                <a:extLst>
                  <a:ext uri="{FF2B5EF4-FFF2-40B4-BE49-F238E27FC236}">
                    <a16:creationId xmlns:a16="http://schemas.microsoft.com/office/drawing/2014/main" id="{47F622FC-E9CD-4F1D-A6C7-8C930FA534DE}"/>
                  </a:ext>
                </a:extLst>
              </p:cNvPr>
              <p:cNvSpPr/>
              <p:nvPr/>
            </p:nvSpPr>
            <p:spPr>
              <a:xfrm>
                <a:off x="4102689" y="2958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4" name="椭圆 8573">
                <a:extLst>
                  <a:ext uri="{FF2B5EF4-FFF2-40B4-BE49-F238E27FC236}">
                    <a16:creationId xmlns:a16="http://schemas.microsoft.com/office/drawing/2014/main" id="{FD43E95F-5678-47D9-8C20-270BB7F3340E}"/>
                  </a:ext>
                </a:extLst>
              </p:cNvPr>
              <p:cNvSpPr/>
              <p:nvPr/>
            </p:nvSpPr>
            <p:spPr>
              <a:xfrm>
                <a:off x="4019004"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5" name="椭圆 8574">
                <a:extLst>
                  <a:ext uri="{FF2B5EF4-FFF2-40B4-BE49-F238E27FC236}">
                    <a16:creationId xmlns:a16="http://schemas.microsoft.com/office/drawing/2014/main" id="{99AB4937-BE0E-4DD5-82BD-4B71F7097DE8}"/>
                  </a:ext>
                </a:extLst>
              </p:cNvPr>
              <p:cNvSpPr/>
              <p:nvPr/>
            </p:nvSpPr>
            <p:spPr>
              <a:xfrm>
                <a:off x="4040439" y="29141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6" name="椭圆 8575">
                <a:extLst>
                  <a:ext uri="{FF2B5EF4-FFF2-40B4-BE49-F238E27FC236}">
                    <a16:creationId xmlns:a16="http://schemas.microsoft.com/office/drawing/2014/main" id="{7A7DE5E2-C39C-4BA5-8B00-81833C664A5C}"/>
                  </a:ext>
                </a:extLst>
              </p:cNvPr>
              <p:cNvSpPr/>
              <p:nvPr/>
            </p:nvSpPr>
            <p:spPr>
              <a:xfrm>
                <a:off x="402733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7" name="椭圆 8576">
                <a:extLst>
                  <a:ext uri="{FF2B5EF4-FFF2-40B4-BE49-F238E27FC236}">
                    <a16:creationId xmlns:a16="http://schemas.microsoft.com/office/drawing/2014/main" id="{582F736B-2F54-4E5D-82FC-E9E01B82EA49}"/>
                  </a:ext>
                </a:extLst>
              </p:cNvPr>
              <p:cNvSpPr/>
              <p:nvPr/>
            </p:nvSpPr>
            <p:spPr>
              <a:xfrm>
                <a:off x="4043412"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8" name="椭圆 8577">
                <a:extLst>
                  <a:ext uri="{FF2B5EF4-FFF2-40B4-BE49-F238E27FC236}">
                    <a16:creationId xmlns:a16="http://schemas.microsoft.com/office/drawing/2014/main" id="{14073762-B89D-4345-AECA-4922B863AAA2}"/>
                  </a:ext>
                </a:extLst>
              </p:cNvPr>
              <p:cNvSpPr/>
              <p:nvPr/>
            </p:nvSpPr>
            <p:spPr>
              <a:xfrm>
                <a:off x="39868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9" name="椭圆 8578">
                <a:extLst>
                  <a:ext uri="{FF2B5EF4-FFF2-40B4-BE49-F238E27FC236}">
                    <a16:creationId xmlns:a16="http://schemas.microsoft.com/office/drawing/2014/main" id="{131EFF6A-42FA-438E-934B-44256E5082DD}"/>
                  </a:ext>
                </a:extLst>
              </p:cNvPr>
              <p:cNvSpPr/>
              <p:nvPr/>
            </p:nvSpPr>
            <p:spPr>
              <a:xfrm>
                <a:off x="3809426"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0" name="椭圆 8579">
                <a:extLst>
                  <a:ext uri="{FF2B5EF4-FFF2-40B4-BE49-F238E27FC236}">
                    <a16:creationId xmlns:a16="http://schemas.microsoft.com/office/drawing/2014/main" id="{48E2248B-9D51-411F-9C34-8630D1DF28E8}"/>
                  </a:ext>
                </a:extLst>
              </p:cNvPr>
              <p:cNvSpPr/>
              <p:nvPr/>
            </p:nvSpPr>
            <p:spPr>
              <a:xfrm>
                <a:off x="389689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1" name="椭圆 8580">
                <a:extLst>
                  <a:ext uri="{FF2B5EF4-FFF2-40B4-BE49-F238E27FC236}">
                    <a16:creationId xmlns:a16="http://schemas.microsoft.com/office/drawing/2014/main" id="{337D14BB-5B22-407D-A5FF-69391BC7251A}"/>
                  </a:ext>
                </a:extLst>
              </p:cNvPr>
              <p:cNvSpPr/>
              <p:nvPr/>
            </p:nvSpPr>
            <p:spPr>
              <a:xfrm>
                <a:off x="414713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2" name="椭圆 8581">
                <a:extLst>
                  <a:ext uri="{FF2B5EF4-FFF2-40B4-BE49-F238E27FC236}">
                    <a16:creationId xmlns:a16="http://schemas.microsoft.com/office/drawing/2014/main" id="{92E423EC-CF0A-4D13-97F0-26F2B9C08CC2}"/>
                  </a:ext>
                </a:extLst>
              </p:cNvPr>
              <p:cNvSpPr/>
              <p:nvPr/>
            </p:nvSpPr>
            <p:spPr>
              <a:xfrm>
                <a:off x="3918876"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3" name="椭圆 8582">
                <a:extLst>
                  <a:ext uri="{FF2B5EF4-FFF2-40B4-BE49-F238E27FC236}">
                    <a16:creationId xmlns:a16="http://schemas.microsoft.com/office/drawing/2014/main" id="{F2162267-CCCB-4A52-9A78-7CB127909597}"/>
                  </a:ext>
                </a:extLst>
              </p:cNvPr>
              <p:cNvSpPr/>
              <p:nvPr/>
            </p:nvSpPr>
            <p:spPr>
              <a:xfrm>
                <a:off x="3935467"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4" name="椭圆 8583">
                <a:extLst>
                  <a:ext uri="{FF2B5EF4-FFF2-40B4-BE49-F238E27FC236}">
                    <a16:creationId xmlns:a16="http://schemas.microsoft.com/office/drawing/2014/main" id="{5C1C71B9-C79A-47D2-A410-02372F0DDA6B}"/>
                  </a:ext>
                </a:extLst>
              </p:cNvPr>
              <p:cNvSpPr/>
              <p:nvPr/>
            </p:nvSpPr>
            <p:spPr>
              <a:xfrm>
                <a:off x="3898983" y="2893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5" name="椭圆 8584">
                <a:extLst>
                  <a:ext uri="{FF2B5EF4-FFF2-40B4-BE49-F238E27FC236}">
                    <a16:creationId xmlns:a16="http://schemas.microsoft.com/office/drawing/2014/main" id="{1C706A02-D14A-4B85-96D6-EAF7574D7A60}"/>
                  </a:ext>
                </a:extLst>
              </p:cNvPr>
              <p:cNvSpPr/>
              <p:nvPr/>
            </p:nvSpPr>
            <p:spPr>
              <a:xfrm>
                <a:off x="4137447" y="2964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6" name="椭圆 8585">
                <a:extLst>
                  <a:ext uri="{FF2B5EF4-FFF2-40B4-BE49-F238E27FC236}">
                    <a16:creationId xmlns:a16="http://schemas.microsoft.com/office/drawing/2014/main" id="{D3B0374F-A888-4986-BDA0-7AB5D458B8C9}"/>
                  </a:ext>
                </a:extLst>
              </p:cNvPr>
              <p:cNvSpPr/>
              <p:nvPr/>
            </p:nvSpPr>
            <p:spPr>
              <a:xfrm>
                <a:off x="39819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7" name="椭圆 8586">
                <a:extLst>
                  <a:ext uri="{FF2B5EF4-FFF2-40B4-BE49-F238E27FC236}">
                    <a16:creationId xmlns:a16="http://schemas.microsoft.com/office/drawing/2014/main" id="{FD00105E-B43D-4A3A-A319-3C08FC758B83}"/>
                  </a:ext>
                </a:extLst>
              </p:cNvPr>
              <p:cNvSpPr/>
              <p:nvPr/>
            </p:nvSpPr>
            <p:spPr>
              <a:xfrm>
                <a:off x="401808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8" name="椭圆 8587">
                <a:extLst>
                  <a:ext uri="{FF2B5EF4-FFF2-40B4-BE49-F238E27FC236}">
                    <a16:creationId xmlns:a16="http://schemas.microsoft.com/office/drawing/2014/main" id="{EE0F8D51-38A1-4C8C-93F1-108687C3B6BE}"/>
                  </a:ext>
                </a:extLst>
              </p:cNvPr>
              <p:cNvSpPr/>
              <p:nvPr/>
            </p:nvSpPr>
            <p:spPr>
              <a:xfrm>
                <a:off x="402616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9" name="椭圆 8588">
                <a:extLst>
                  <a:ext uri="{FF2B5EF4-FFF2-40B4-BE49-F238E27FC236}">
                    <a16:creationId xmlns:a16="http://schemas.microsoft.com/office/drawing/2014/main" id="{C278026A-9553-4C30-9BD4-404FB71724B2}"/>
                  </a:ext>
                </a:extLst>
              </p:cNvPr>
              <p:cNvSpPr/>
              <p:nvPr/>
            </p:nvSpPr>
            <p:spPr>
              <a:xfrm>
                <a:off x="388760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0" name="椭圆 8589">
                <a:extLst>
                  <a:ext uri="{FF2B5EF4-FFF2-40B4-BE49-F238E27FC236}">
                    <a16:creationId xmlns:a16="http://schemas.microsoft.com/office/drawing/2014/main" id="{3FD9E4D6-7FBC-4BC3-B7AD-5DD18C8FF8F3}"/>
                  </a:ext>
                </a:extLst>
              </p:cNvPr>
              <p:cNvSpPr/>
              <p:nvPr/>
            </p:nvSpPr>
            <p:spPr>
              <a:xfrm>
                <a:off x="408297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1" name="椭圆 8590">
                <a:extLst>
                  <a:ext uri="{FF2B5EF4-FFF2-40B4-BE49-F238E27FC236}">
                    <a16:creationId xmlns:a16="http://schemas.microsoft.com/office/drawing/2014/main" id="{107E2E77-5788-4A1D-85D6-26F8E1BD691D}"/>
                  </a:ext>
                </a:extLst>
              </p:cNvPr>
              <p:cNvSpPr/>
              <p:nvPr/>
            </p:nvSpPr>
            <p:spPr>
              <a:xfrm>
                <a:off x="401170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2" name="椭圆 8591">
                <a:extLst>
                  <a:ext uri="{FF2B5EF4-FFF2-40B4-BE49-F238E27FC236}">
                    <a16:creationId xmlns:a16="http://schemas.microsoft.com/office/drawing/2014/main" id="{F65CF364-9277-4D00-B116-022DE86FFD9C}"/>
                  </a:ext>
                </a:extLst>
              </p:cNvPr>
              <p:cNvSpPr/>
              <p:nvPr/>
            </p:nvSpPr>
            <p:spPr>
              <a:xfrm>
                <a:off x="4017169"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3" name="椭圆 8592">
                <a:extLst>
                  <a:ext uri="{FF2B5EF4-FFF2-40B4-BE49-F238E27FC236}">
                    <a16:creationId xmlns:a16="http://schemas.microsoft.com/office/drawing/2014/main" id="{9F2FFBEF-FA87-4C58-87C9-1BB7821479EE}"/>
                  </a:ext>
                </a:extLst>
              </p:cNvPr>
              <p:cNvSpPr/>
              <p:nvPr/>
            </p:nvSpPr>
            <p:spPr>
              <a:xfrm>
                <a:off x="4013939" y="3036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4" name="椭圆 8593">
                <a:extLst>
                  <a:ext uri="{FF2B5EF4-FFF2-40B4-BE49-F238E27FC236}">
                    <a16:creationId xmlns:a16="http://schemas.microsoft.com/office/drawing/2014/main" id="{DB0207B9-F1C2-49CE-A7F4-05DFB2E859E8}"/>
                  </a:ext>
                </a:extLst>
              </p:cNvPr>
              <p:cNvSpPr/>
              <p:nvPr/>
            </p:nvSpPr>
            <p:spPr>
              <a:xfrm>
                <a:off x="40210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5" name="椭圆 8594">
                <a:extLst>
                  <a:ext uri="{FF2B5EF4-FFF2-40B4-BE49-F238E27FC236}">
                    <a16:creationId xmlns:a16="http://schemas.microsoft.com/office/drawing/2014/main" id="{C20131AA-E0B6-418D-8228-042E2396E411}"/>
                  </a:ext>
                </a:extLst>
              </p:cNvPr>
              <p:cNvSpPr/>
              <p:nvPr/>
            </p:nvSpPr>
            <p:spPr>
              <a:xfrm>
                <a:off x="401309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6" name="椭圆 8595">
                <a:extLst>
                  <a:ext uri="{FF2B5EF4-FFF2-40B4-BE49-F238E27FC236}">
                    <a16:creationId xmlns:a16="http://schemas.microsoft.com/office/drawing/2014/main" id="{412B5834-B7CC-4CFC-94F6-58AF43495CAD}"/>
                  </a:ext>
                </a:extLst>
              </p:cNvPr>
              <p:cNvSpPr/>
              <p:nvPr/>
            </p:nvSpPr>
            <p:spPr>
              <a:xfrm>
                <a:off x="40252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7" name="椭圆 8596">
                <a:extLst>
                  <a:ext uri="{FF2B5EF4-FFF2-40B4-BE49-F238E27FC236}">
                    <a16:creationId xmlns:a16="http://schemas.microsoft.com/office/drawing/2014/main" id="{83D75066-F355-4E09-AF66-57EED0F087DB}"/>
                  </a:ext>
                </a:extLst>
              </p:cNvPr>
              <p:cNvSpPr/>
              <p:nvPr/>
            </p:nvSpPr>
            <p:spPr>
              <a:xfrm>
                <a:off x="4171986"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8" name="椭圆 8597">
                <a:extLst>
                  <a:ext uri="{FF2B5EF4-FFF2-40B4-BE49-F238E27FC236}">
                    <a16:creationId xmlns:a16="http://schemas.microsoft.com/office/drawing/2014/main" id="{C4EFD9DA-99B9-494E-9B17-0EF4B396F6D4}"/>
                  </a:ext>
                </a:extLst>
              </p:cNvPr>
              <p:cNvSpPr/>
              <p:nvPr/>
            </p:nvSpPr>
            <p:spPr>
              <a:xfrm>
                <a:off x="4029208"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9" name="椭圆 8598">
                <a:extLst>
                  <a:ext uri="{FF2B5EF4-FFF2-40B4-BE49-F238E27FC236}">
                    <a16:creationId xmlns:a16="http://schemas.microsoft.com/office/drawing/2014/main" id="{98673B49-FC47-4D5A-A200-97638C1BAE0C}"/>
                  </a:ext>
                </a:extLst>
              </p:cNvPr>
              <p:cNvSpPr/>
              <p:nvPr/>
            </p:nvSpPr>
            <p:spPr>
              <a:xfrm>
                <a:off x="4196173"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0" name="椭圆 8599">
                <a:extLst>
                  <a:ext uri="{FF2B5EF4-FFF2-40B4-BE49-F238E27FC236}">
                    <a16:creationId xmlns:a16="http://schemas.microsoft.com/office/drawing/2014/main" id="{93610203-05ED-4249-827A-F21D18F92B35}"/>
                  </a:ext>
                </a:extLst>
              </p:cNvPr>
              <p:cNvSpPr/>
              <p:nvPr/>
            </p:nvSpPr>
            <p:spPr>
              <a:xfrm>
                <a:off x="402296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1" name="椭圆 8600">
                <a:extLst>
                  <a:ext uri="{FF2B5EF4-FFF2-40B4-BE49-F238E27FC236}">
                    <a16:creationId xmlns:a16="http://schemas.microsoft.com/office/drawing/2014/main" id="{73DE1FD6-CD5D-44A0-A6C9-D90BDC30BBBB}"/>
                  </a:ext>
                </a:extLst>
              </p:cNvPr>
              <p:cNvSpPr/>
              <p:nvPr/>
            </p:nvSpPr>
            <p:spPr>
              <a:xfrm>
                <a:off x="3819116" y="2868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2" name="椭圆 8601">
                <a:extLst>
                  <a:ext uri="{FF2B5EF4-FFF2-40B4-BE49-F238E27FC236}">
                    <a16:creationId xmlns:a16="http://schemas.microsoft.com/office/drawing/2014/main" id="{26A75E88-4922-4950-900D-88CD96D526FA}"/>
                  </a:ext>
                </a:extLst>
              </p:cNvPr>
              <p:cNvSpPr/>
              <p:nvPr/>
            </p:nvSpPr>
            <p:spPr>
              <a:xfrm>
                <a:off x="4138916" y="2916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3" name="椭圆 8602">
                <a:extLst>
                  <a:ext uri="{FF2B5EF4-FFF2-40B4-BE49-F238E27FC236}">
                    <a16:creationId xmlns:a16="http://schemas.microsoft.com/office/drawing/2014/main" id="{1ECBA294-B0FB-4A70-ABFF-A0D61499687F}"/>
                  </a:ext>
                </a:extLst>
              </p:cNvPr>
              <p:cNvSpPr/>
              <p:nvPr/>
            </p:nvSpPr>
            <p:spPr>
              <a:xfrm>
                <a:off x="401144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4" name="椭圆 8603">
                <a:extLst>
                  <a:ext uri="{FF2B5EF4-FFF2-40B4-BE49-F238E27FC236}">
                    <a16:creationId xmlns:a16="http://schemas.microsoft.com/office/drawing/2014/main" id="{F2FABB12-6028-406C-ADF6-3251ED52F117}"/>
                  </a:ext>
                </a:extLst>
              </p:cNvPr>
              <p:cNvSpPr/>
              <p:nvPr/>
            </p:nvSpPr>
            <p:spPr>
              <a:xfrm>
                <a:off x="4010122"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5" name="椭圆 8604">
                <a:extLst>
                  <a:ext uri="{FF2B5EF4-FFF2-40B4-BE49-F238E27FC236}">
                    <a16:creationId xmlns:a16="http://schemas.microsoft.com/office/drawing/2014/main" id="{CA46795D-907A-4240-A7A5-109468350333}"/>
                  </a:ext>
                </a:extLst>
              </p:cNvPr>
              <p:cNvSpPr/>
              <p:nvPr/>
            </p:nvSpPr>
            <p:spPr>
              <a:xfrm>
                <a:off x="3999478"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6" name="椭圆 8605">
                <a:extLst>
                  <a:ext uri="{FF2B5EF4-FFF2-40B4-BE49-F238E27FC236}">
                    <a16:creationId xmlns:a16="http://schemas.microsoft.com/office/drawing/2014/main" id="{F01A9A3B-C742-4364-B4C2-673FAB6573F7}"/>
                  </a:ext>
                </a:extLst>
              </p:cNvPr>
              <p:cNvSpPr/>
              <p:nvPr/>
            </p:nvSpPr>
            <p:spPr>
              <a:xfrm>
                <a:off x="3813316"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7" name="椭圆 8606">
                <a:extLst>
                  <a:ext uri="{FF2B5EF4-FFF2-40B4-BE49-F238E27FC236}">
                    <a16:creationId xmlns:a16="http://schemas.microsoft.com/office/drawing/2014/main" id="{B2BA5DD3-8B60-47F5-8593-6055A4C2B4D0}"/>
                  </a:ext>
                </a:extLst>
              </p:cNvPr>
              <p:cNvSpPr/>
              <p:nvPr/>
            </p:nvSpPr>
            <p:spPr>
              <a:xfrm>
                <a:off x="4015040"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8" name="椭圆 8607">
                <a:extLst>
                  <a:ext uri="{FF2B5EF4-FFF2-40B4-BE49-F238E27FC236}">
                    <a16:creationId xmlns:a16="http://schemas.microsoft.com/office/drawing/2014/main" id="{B9EBA0C8-83A9-4D70-BFF3-CF5F91773C65}"/>
                  </a:ext>
                </a:extLst>
              </p:cNvPr>
              <p:cNvSpPr/>
              <p:nvPr/>
            </p:nvSpPr>
            <p:spPr>
              <a:xfrm>
                <a:off x="39973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9" name="椭圆 8608">
                <a:extLst>
                  <a:ext uri="{FF2B5EF4-FFF2-40B4-BE49-F238E27FC236}">
                    <a16:creationId xmlns:a16="http://schemas.microsoft.com/office/drawing/2014/main" id="{5C9BF231-AC3B-442F-8773-D02A8D1EFDDE}"/>
                  </a:ext>
                </a:extLst>
              </p:cNvPr>
              <p:cNvSpPr/>
              <p:nvPr/>
            </p:nvSpPr>
            <p:spPr>
              <a:xfrm>
                <a:off x="39805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0" name="椭圆 8609">
                <a:extLst>
                  <a:ext uri="{FF2B5EF4-FFF2-40B4-BE49-F238E27FC236}">
                    <a16:creationId xmlns:a16="http://schemas.microsoft.com/office/drawing/2014/main" id="{0E5F22D1-DC32-4E0D-8596-239A753BFEFA}"/>
                  </a:ext>
                </a:extLst>
              </p:cNvPr>
              <p:cNvSpPr/>
              <p:nvPr/>
            </p:nvSpPr>
            <p:spPr>
              <a:xfrm>
                <a:off x="389355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1" name="椭圆 8610">
                <a:extLst>
                  <a:ext uri="{FF2B5EF4-FFF2-40B4-BE49-F238E27FC236}">
                    <a16:creationId xmlns:a16="http://schemas.microsoft.com/office/drawing/2014/main" id="{2AEC7D63-664B-4526-BB7E-97FD339CB54A}"/>
                  </a:ext>
                </a:extLst>
              </p:cNvPr>
              <p:cNvSpPr/>
              <p:nvPr/>
            </p:nvSpPr>
            <p:spPr>
              <a:xfrm>
                <a:off x="396240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2" name="椭圆 8611">
                <a:extLst>
                  <a:ext uri="{FF2B5EF4-FFF2-40B4-BE49-F238E27FC236}">
                    <a16:creationId xmlns:a16="http://schemas.microsoft.com/office/drawing/2014/main" id="{704824A0-EBFE-4BB4-A1A8-34E7C067F7DE}"/>
                  </a:ext>
                </a:extLst>
              </p:cNvPr>
              <p:cNvSpPr/>
              <p:nvPr/>
            </p:nvSpPr>
            <p:spPr>
              <a:xfrm>
                <a:off x="4154478"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3" name="椭圆 8612">
                <a:extLst>
                  <a:ext uri="{FF2B5EF4-FFF2-40B4-BE49-F238E27FC236}">
                    <a16:creationId xmlns:a16="http://schemas.microsoft.com/office/drawing/2014/main" id="{DC85E530-0B4C-467E-8B32-3258BBC7E3CB}"/>
                  </a:ext>
                </a:extLst>
              </p:cNvPr>
              <p:cNvSpPr/>
              <p:nvPr/>
            </p:nvSpPr>
            <p:spPr>
              <a:xfrm>
                <a:off x="4042091" y="28113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4" name="椭圆 8613">
                <a:extLst>
                  <a:ext uri="{FF2B5EF4-FFF2-40B4-BE49-F238E27FC236}">
                    <a16:creationId xmlns:a16="http://schemas.microsoft.com/office/drawing/2014/main" id="{9A58BDB2-EFF4-4C2D-A25C-D34DD1B5AD46}"/>
                  </a:ext>
                </a:extLst>
              </p:cNvPr>
              <p:cNvSpPr/>
              <p:nvPr/>
            </p:nvSpPr>
            <p:spPr>
              <a:xfrm>
                <a:off x="39947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5" name="椭圆 8614">
                <a:extLst>
                  <a:ext uri="{FF2B5EF4-FFF2-40B4-BE49-F238E27FC236}">
                    <a16:creationId xmlns:a16="http://schemas.microsoft.com/office/drawing/2014/main" id="{4ED48EFA-1CB0-49F0-BBF7-3409B2D23542}"/>
                  </a:ext>
                </a:extLst>
              </p:cNvPr>
              <p:cNvSpPr/>
              <p:nvPr/>
            </p:nvSpPr>
            <p:spPr>
              <a:xfrm>
                <a:off x="413818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6" name="椭圆 8615">
                <a:extLst>
                  <a:ext uri="{FF2B5EF4-FFF2-40B4-BE49-F238E27FC236}">
                    <a16:creationId xmlns:a16="http://schemas.microsoft.com/office/drawing/2014/main" id="{05061AA8-7647-4B56-B12C-29BF78DE6DF2}"/>
                  </a:ext>
                </a:extLst>
              </p:cNvPr>
              <p:cNvSpPr/>
              <p:nvPr/>
            </p:nvSpPr>
            <p:spPr>
              <a:xfrm>
                <a:off x="3961893"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7" name="椭圆 8616">
                <a:extLst>
                  <a:ext uri="{FF2B5EF4-FFF2-40B4-BE49-F238E27FC236}">
                    <a16:creationId xmlns:a16="http://schemas.microsoft.com/office/drawing/2014/main" id="{27202F93-DF66-49E8-9CF1-B201AE1B2B11}"/>
                  </a:ext>
                </a:extLst>
              </p:cNvPr>
              <p:cNvSpPr/>
              <p:nvPr/>
            </p:nvSpPr>
            <p:spPr>
              <a:xfrm>
                <a:off x="403225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8" name="椭圆 8617">
                <a:extLst>
                  <a:ext uri="{FF2B5EF4-FFF2-40B4-BE49-F238E27FC236}">
                    <a16:creationId xmlns:a16="http://schemas.microsoft.com/office/drawing/2014/main" id="{515DE8FF-C690-4AE4-A706-B2BE97523963}"/>
                  </a:ext>
                </a:extLst>
              </p:cNvPr>
              <p:cNvSpPr/>
              <p:nvPr/>
            </p:nvSpPr>
            <p:spPr>
              <a:xfrm>
                <a:off x="4079309"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9" name="椭圆 8618">
                <a:extLst>
                  <a:ext uri="{FF2B5EF4-FFF2-40B4-BE49-F238E27FC236}">
                    <a16:creationId xmlns:a16="http://schemas.microsoft.com/office/drawing/2014/main" id="{266B2D43-C696-419F-84D3-8F0FCD102191}"/>
                  </a:ext>
                </a:extLst>
              </p:cNvPr>
              <p:cNvSpPr/>
              <p:nvPr/>
            </p:nvSpPr>
            <p:spPr>
              <a:xfrm>
                <a:off x="4017793"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0" name="椭圆 8619">
                <a:extLst>
                  <a:ext uri="{FF2B5EF4-FFF2-40B4-BE49-F238E27FC236}">
                    <a16:creationId xmlns:a16="http://schemas.microsoft.com/office/drawing/2014/main" id="{7D6ED458-2C82-46CC-BAF4-94ED528A98F7}"/>
                  </a:ext>
                </a:extLst>
              </p:cNvPr>
              <p:cNvSpPr/>
              <p:nvPr/>
            </p:nvSpPr>
            <p:spPr>
              <a:xfrm>
                <a:off x="3913775" y="29353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1" name="椭圆 8620">
                <a:extLst>
                  <a:ext uri="{FF2B5EF4-FFF2-40B4-BE49-F238E27FC236}">
                    <a16:creationId xmlns:a16="http://schemas.microsoft.com/office/drawing/2014/main" id="{60879355-4B2D-4C25-9D27-ABE1809ACDAB}"/>
                  </a:ext>
                </a:extLst>
              </p:cNvPr>
              <p:cNvSpPr/>
              <p:nvPr/>
            </p:nvSpPr>
            <p:spPr>
              <a:xfrm>
                <a:off x="3908673"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2" name="椭圆 8621">
                <a:extLst>
                  <a:ext uri="{FF2B5EF4-FFF2-40B4-BE49-F238E27FC236}">
                    <a16:creationId xmlns:a16="http://schemas.microsoft.com/office/drawing/2014/main" id="{9E44EF2C-1988-42D6-8BA6-38D0CF49259A}"/>
                  </a:ext>
                </a:extLst>
              </p:cNvPr>
              <p:cNvSpPr/>
              <p:nvPr/>
            </p:nvSpPr>
            <p:spPr>
              <a:xfrm>
                <a:off x="402840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3" name="椭圆 8622">
                <a:extLst>
                  <a:ext uri="{FF2B5EF4-FFF2-40B4-BE49-F238E27FC236}">
                    <a16:creationId xmlns:a16="http://schemas.microsoft.com/office/drawing/2014/main" id="{4BB2BA64-E075-4C64-B18B-9ED7DAC7CD01}"/>
                  </a:ext>
                </a:extLst>
              </p:cNvPr>
              <p:cNvSpPr/>
              <p:nvPr/>
            </p:nvSpPr>
            <p:spPr>
              <a:xfrm>
                <a:off x="3965123"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4" name="椭圆 8623">
                <a:extLst>
                  <a:ext uri="{FF2B5EF4-FFF2-40B4-BE49-F238E27FC236}">
                    <a16:creationId xmlns:a16="http://schemas.microsoft.com/office/drawing/2014/main" id="{15890FFA-C1E5-4EC6-AEA9-507C8B83DB06}"/>
                  </a:ext>
                </a:extLst>
              </p:cNvPr>
              <p:cNvSpPr/>
              <p:nvPr/>
            </p:nvSpPr>
            <p:spPr>
              <a:xfrm>
                <a:off x="395455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5" name="椭圆 8624">
                <a:extLst>
                  <a:ext uri="{FF2B5EF4-FFF2-40B4-BE49-F238E27FC236}">
                    <a16:creationId xmlns:a16="http://schemas.microsoft.com/office/drawing/2014/main" id="{54459367-7FE3-4104-B478-AC14E0AA6F76}"/>
                  </a:ext>
                </a:extLst>
              </p:cNvPr>
              <p:cNvSpPr/>
              <p:nvPr/>
            </p:nvSpPr>
            <p:spPr>
              <a:xfrm>
                <a:off x="4056626"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6" name="椭圆 8625">
                <a:extLst>
                  <a:ext uri="{FF2B5EF4-FFF2-40B4-BE49-F238E27FC236}">
                    <a16:creationId xmlns:a16="http://schemas.microsoft.com/office/drawing/2014/main" id="{7CB2B298-6ADF-4363-B4E3-4747B91CE817}"/>
                  </a:ext>
                </a:extLst>
              </p:cNvPr>
              <p:cNvSpPr/>
              <p:nvPr/>
            </p:nvSpPr>
            <p:spPr>
              <a:xfrm>
                <a:off x="3755875" y="27641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7" name="椭圆 8626">
                <a:extLst>
                  <a:ext uri="{FF2B5EF4-FFF2-40B4-BE49-F238E27FC236}">
                    <a16:creationId xmlns:a16="http://schemas.microsoft.com/office/drawing/2014/main" id="{DC01B650-4D2D-4E83-8F8B-04EC09C06507}"/>
                  </a:ext>
                </a:extLst>
              </p:cNvPr>
              <p:cNvSpPr/>
              <p:nvPr/>
            </p:nvSpPr>
            <p:spPr>
              <a:xfrm>
                <a:off x="40646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8" name="椭圆 8627">
                <a:extLst>
                  <a:ext uri="{FF2B5EF4-FFF2-40B4-BE49-F238E27FC236}">
                    <a16:creationId xmlns:a16="http://schemas.microsoft.com/office/drawing/2014/main" id="{0A2A3EAB-8ED3-40A0-BC07-BE78135C085A}"/>
                  </a:ext>
                </a:extLst>
              </p:cNvPr>
              <p:cNvSpPr/>
              <p:nvPr/>
            </p:nvSpPr>
            <p:spPr>
              <a:xfrm>
                <a:off x="39956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9" name="椭圆 8628">
                <a:extLst>
                  <a:ext uri="{FF2B5EF4-FFF2-40B4-BE49-F238E27FC236}">
                    <a16:creationId xmlns:a16="http://schemas.microsoft.com/office/drawing/2014/main" id="{114EC7D0-DE85-4FEE-98AC-18BE64898C07}"/>
                  </a:ext>
                </a:extLst>
              </p:cNvPr>
              <p:cNvSpPr/>
              <p:nvPr/>
            </p:nvSpPr>
            <p:spPr>
              <a:xfrm>
                <a:off x="4015517" y="3020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0" name="椭圆 8629">
                <a:extLst>
                  <a:ext uri="{FF2B5EF4-FFF2-40B4-BE49-F238E27FC236}">
                    <a16:creationId xmlns:a16="http://schemas.microsoft.com/office/drawing/2014/main" id="{BBFD5659-4EFF-475F-9CA1-2E315F6B6AD4}"/>
                  </a:ext>
                </a:extLst>
              </p:cNvPr>
              <p:cNvSpPr/>
              <p:nvPr/>
            </p:nvSpPr>
            <p:spPr>
              <a:xfrm>
                <a:off x="3997936"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1" name="椭圆 8630">
                <a:extLst>
                  <a:ext uri="{FF2B5EF4-FFF2-40B4-BE49-F238E27FC236}">
                    <a16:creationId xmlns:a16="http://schemas.microsoft.com/office/drawing/2014/main" id="{0BD666EE-7C44-4413-A7CC-CE5099AB26D6}"/>
                  </a:ext>
                </a:extLst>
              </p:cNvPr>
              <p:cNvSpPr/>
              <p:nvPr/>
            </p:nvSpPr>
            <p:spPr>
              <a:xfrm>
                <a:off x="4204909" y="272619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2" name="椭圆 8631">
                <a:extLst>
                  <a:ext uri="{FF2B5EF4-FFF2-40B4-BE49-F238E27FC236}">
                    <a16:creationId xmlns:a16="http://schemas.microsoft.com/office/drawing/2014/main" id="{0BF6BEA2-93C4-48A6-99CE-AB738F7E5E95}"/>
                  </a:ext>
                </a:extLst>
              </p:cNvPr>
              <p:cNvSpPr/>
              <p:nvPr/>
            </p:nvSpPr>
            <p:spPr>
              <a:xfrm>
                <a:off x="40325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3" name="椭圆 8632">
                <a:extLst>
                  <a:ext uri="{FF2B5EF4-FFF2-40B4-BE49-F238E27FC236}">
                    <a16:creationId xmlns:a16="http://schemas.microsoft.com/office/drawing/2014/main" id="{FD150519-4026-4702-B939-B4F2912B8BA3}"/>
                  </a:ext>
                </a:extLst>
              </p:cNvPr>
              <p:cNvSpPr/>
              <p:nvPr/>
            </p:nvSpPr>
            <p:spPr>
              <a:xfrm>
                <a:off x="398237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4" name="椭圆 8633">
                <a:extLst>
                  <a:ext uri="{FF2B5EF4-FFF2-40B4-BE49-F238E27FC236}">
                    <a16:creationId xmlns:a16="http://schemas.microsoft.com/office/drawing/2014/main" id="{3D92A9EF-90A0-47E8-9476-7E038149D3A3}"/>
                  </a:ext>
                </a:extLst>
              </p:cNvPr>
              <p:cNvSpPr/>
              <p:nvPr/>
            </p:nvSpPr>
            <p:spPr>
              <a:xfrm>
                <a:off x="4118105"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5" name="椭圆 8634">
                <a:extLst>
                  <a:ext uri="{FF2B5EF4-FFF2-40B4-BE49-F238E27FC236}">
                    <a16:creationId xmlns:a16="http://schemas.microsoft.com/office/drawing/2014/main" id="{F5C99ABA-2CFD-40EA-88D5-25007C1BDD11}"/>
                  </a:ext>
                </a:extLst>
              </p:cNvPr>
              <p:cNvSpPr/>
              <p:nvPr/>
            </p:nvSpPr>
            <p:spPr>
              <a:xfrm>
                <a:off x="394144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6" name="椭圆 8635">
                <a:extLst>
                  <a:ext uri="{FF2B5EF4-FFF2-40B4-BE49-F238E27FC236}">
                    <a16:creationId xmlns:a16="http://schemas.microsoft.com/office/drawing/2014/main" id="{78AE2A54-FC4C-4C11-B051-F0B613B332E9}"/>
                  </a:ext>
                </a:extLst>
              </p:cNvPr>
              <p:cNvSpPr/>
              <p:nvPr/>
            </p:nvSpPr>
            <p:spPr>
              <a:xfrm>
                <a:off x="394383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7" name="椭圆 8636">
                <a:extLst>
                  <a:ext uri="{FF2B5EF4-FFF2-40B4-BE49-F238E27FC236}">
                    <a16:creationId xmlns:a16="http://schemas.microsoft.com/office/drawing/2014/main" id="{5670585C-6765-4F96-91B5-5920BF1CCE47}"/>
                  </a:ext>
                </a:extLst>
              </p:cNvPr>
              <p:cNvSpPr/>
              <p:nvPr/>
            </p:nvSpPr>
            <p:spPr>
              <a:xfrm>
                <a:off x="3959140" y="29910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8" name="椭圆 8637">
                <a:extLst>
                  <a:ext uri="{FF2B5EF4-FFF2-40B4-BE49-F238E27FC236}">
                    <a16:creationId xmlns:a16="http://schemas.microsoft.com/office/drawing/2014/main" id="{D84850A0-672F-4F72-BDB8-AA86981C19DB}"/>
                  </a:ext>
                </a:extLst>
              </p:cNvPr>
              <p:cNvSpPr/>
              <p:nvPr/>
            </p:nvSpPr>
            <p:spPr>
              <a:xfrm>
                <a:off x="40879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9" name="椭圆 8638">
                <a:extLst>
                  <a:ext uri="{FF2B5EF4-FFF2-40B4-BE49-F238E27FC236}">
                    <a16:creationId xmlns:a16="http://schemas.microsoft.com/office/drawing/2014/main" id="{1DE5AC6C-8690-4A06-90E4-258744D6559B}"/>
                  </a:ext>
                </a:extLst>
              </p:cNvPr>
              <p:cNvSpPr/>
              <p:nvPr/>
            </p:nvSpPr>
            <p:spPr>
              <a:xfrm>
                <a:off x="4000322" y="30373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0" name="椭圆 8639">
                <a:extLst>
                  <a:ext uri="{FF2B5EF4-FFF2-40B4-BE49-F238E27FC236}">
                    <a16:creationId xmlns:a16="http://schemas.microsoft.com/office/drawing/2014/main" id="{C377FE36-262E-47D2-935C-AF95D009BA3C}"/>
                  </a:ext>
                </a:extLst>
              </p:cNvPr>
              <p:cNvSpPr/>
              <p:nvPr/>
            </p:nvSpPr>
            <p:spPr>
              <a:xfrm>
                <a:off x="3997349" y="29688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1" name="椭圆 8640">
                <a:extLst>
                  <a:ext uri="{FF2B5EF4-FFF2-40B4-BE49-F238E27FC236}">
                    <a16:creationId xmlns:a16="http://schemas.microsoft.com/office/drawing/2014/main" id="{C58E9921-3660-42DC-A147-EDD83C17B9EA}"/>
                  </a:ext>
                </a:extLst>
              </p:cNvPr>
              <p:cNvSpPr/>
              <p:nvPr/>
            </p:nvSpPr>
            <p:spPr>
              <a:xfrm>
                <a:off x="3911793"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2" name="椭圆 8641">
                <a:extLst>
                  <a:ext uri="{FF2B5EF4-FFF2-40B4-BE49-F238E27FC236}">
                    <a16:creationId xmlns:a16="http://schemas.microsoft.com/office/drawing/2014/main" id="{A81D566F-FB2D-4DAE-A579-A072C0134886}"/>
                  </a:ext>
                </a:extLst>
              </p:cNvPr>
              <p:cNvSpPr/>
              <p:nvPr/>
            </p:nvSpPr>
            <p:spPr>
              <a:xfrm>
                <a:off x="4096523"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3" name="椭圆 8642">
                <a:extLst>
                  <a:ext uri="{FF2B5EF4-FFF2-40B4-BE49-F238E27FC236}">
                    <a16:creationId xmlns:a16="http://schemas.microsoft.com/office/drawing/2014/main" id="{B5712DA5-62A1-4945-B11E-B51F8EFB1A1D}"/>
                  </a:ext>
                </a:extLst>
              </p:cNvPr>
              <p:cNvSpPr/>
              <p:nvPr/>
            </p:nvSpPr>
            <p:spPr>
              <a:xfrm>
                <a:off x="4064627"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4" name="椭圆 8643">
                <a:extLst>
                  <a:ext uri="{FF2B5EF4-FFF2-40B4-BE49-F238E27FC236}">
                    <a16:creationId xmlns:a16="http://schemas.microsoft.com/office/drawing/2014/main" id="{F50F6EDA-6EC1-40BB-80F2-6FA78077A80D}"/>
                  </a:ext>
                </a:extLst>
              </p:cNvPr>
              <p:cNvSpPr/>
              <p:nvPr/>
            </p:nvSpPr>
            <p:spPr>
              <a:xfrm>
                <a:off x="3982594"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5" name="椭圆 8644">
                <a:extLst>
                  <a:ext uri="{FF2B5EF4-FFF2-40B4-BE49-F238E27FC236}">
                    <a16:creationId xmlns:a16="http://schemas.microsoft.com/office/drawing/2014/main" id="{B6E0A4DA-8DF0-45C6-BBDC-C1C8411D6A18}"/>
                  </a:ext>
                </a:extLst>
              </p:cNvPr>
              <p:cNvSpPr/>
              <p:nvPr/>
            </p:nvSpPr>
            <p:spPr>
              <a:xfrm>
                <a:off x="3953708"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6" name="椭圆 8645">
                <a:extLst>
                  <a:ext uri="{FF2B5EF4-FFF2-40B4-BE49-F238E27FC236}">
                    <a16:creationId xmlns:a16="http://schemas.microsoft.com/office/drawing/2014/main" id="{5800FAE0-BC1D-483D-AD8B-E6B1997F1F9A}"/>
                  </a:ext>
                </a:extLst>
              </p:cNvPr>
              <p:cNvSpPr/>
              <p:nvPr/>
            </p:nvSpPr>
            <p:spPr>
              <a:xfrm>
                <a:off x="396787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7" name="椭圆 8646">
                <a:extLst>
                  <a:ext uri="{FF2B5EF4-FFF2-40B4-BE49-F238E27FC236}">
                    <a16:creationId xmlns:a16="http://schemas.microsoft.com/office/drawing/2014/main" id="{C35869A3-F006-461B-858C-B8D266AD4606}"/>
                  </a:ext>
                </a:extLst>
              </p:cNvPr>
              <p:cNvSpPr/>
              <p:nvPr/>
            </p:nvSpPr>
            <p:spPr>
              <a:xfrm>
                <a:off x="40218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8" name="椭圆 8647">
                <a:extLst>
                  <a:ext uri="{FF2B5EF4-FFF2-40B4-BE49-F238E27FC236}">
                    <a16:creationId xmlns:a16="http://schemas.microsoft.com/office/drawing/2014/main" id="{565968D8-86D7-47AD-B2D9-79CDD7F10FCB}"/>
                  </a:ext>
                </a:extLst>
              </p:cNvPr>
              <p:cNvSpPr/>
              <p:nvPr/>
            </p:nvSpPr>
            <p:spPr>
              <a:xfrm>
                <a:off x="39923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9" name="椭圆 8648">
                <a:extLst>
                  <a:ext uri="{FF2B5EF4-FFF2-40B4-BE49-F238E27FC236}">
                    <a16:creationId xmlns:a16="http://schemas.microsoft.com/office/drawing/2014/main" id="{2780024D-CAD4-4877-A5C5-B3B33F139C1C}"/>
                  </a:ext>
                </a:extLst>
              </p:cNvPr>
              <p:cNvSpPr/>
              <p:nvPr/>
            </p:nvSpPr>
            <p:spPr>
              <a:xfrm>
                <a:off x="40485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0" name="椭圆 8649">
                <a:extLst>
                  <a:ext uri="{FF2B5EF4-FFF2-40B4-BE49-F238E27FC236}">
                    <a16:creationId xmlns:a16="http://schemas.microsoft.com/office/drawing/2014/main" id="{7AECB389-361C-4196-9235-62FF55B5D8DD}"/>
                  </a:ext>
                </a:extLst>
              </p:cNvPr>
              <p:cNvSpPr/>
              <p:nvPr/>
            </p:nvSpPr>
            <p:spPr>
              <a:xfrm>
                <a:off x="4007846"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1" name="椭圆 8650">
                <a:extLst>
                  <a:ext uri="{FF2B5EF4-FFF2-40B4-BE49-F238E27FC236}">
                    <a16:creationId xmlns:a16="http://schemas.microsoft.com/office/drawing/2014/main" id="{D3340BD4-E453-4E0B-8672-D17C1A640022}"/>
                  </a:ext>
                </a:extLst>
              </p:cNvPr>
              <p:cNvSpPr/>
              <p:nvPr/>
            </p:nvSpPr>
            <p:spPr>
              <a:xfrm>
                <a:off x="4087163"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2" name="椭圆 8651">
                <a:extLst>
                  <a:ext uri="{FF2B5EF4-FFF2-40B4-BE49-F238E27FC236}">
                    <a16:creationId xmlns:a16="http://schemas.microsoft.com/office/drawing/2014/main" id="{A744B842-4E8D-4ADF-A42C-38FDD5E828EF}"/>
                  </a:ext>
                </a:extLst>
              </p:cNvPr>
              <p:cNvSpPr/>
              <p:nvPr/>
            </p:nvSpPr>
            <p:spPr>
              <a:xfrm>
                <a:off x="401427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3" name="椭圆 8652">
                <a:extLst>
                  <a:ext uri="{FF2B5EF4-FFF2-40B4-BE49-F238E27FC236}">
                    <a16:creationId xmlns:a16="http://schemas.microsoft.com/office/drawing/2014/main" id="{34C248EC-BDFF-49B2-A79B-9DDD4BFB34D4}"/>
                  </a:ext>
                </a:extLst>
              </p:cNvPr>
              <p:cNvSpPr/>
              <p:nvPr/>
            </p:nvSpPr>
            <p:spPr>
              <a:xfrm>
                <a:off x="41058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4" name="椭圆 8653">
                <a:extLst>
                  <a:ext uri="{FF2B5EF4-FFF2-40B4-BE49-F238E27FC236}">
                    <a16:creationId xmlns:a16="http://schemas.microsoft.com/office/drawing/2014/main" id="{CA80B4BE-D60E-474D-8D84-770F0C7F6929}"/>
                  </a:ext>
                </a:extLst>
              </p:cNvPr>
              <p:cNvSpPr/>
              <p:nvPr/>
            </p:nvSpPr>
            <p:spPr>
              <a:xfrm>
                <a:off x="4090540" y="2839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5" name="椭圆 8654">
                <a:extLst>
                  <a:ext uri="{FF2B5EF4-FFF2-40B4-BE49-F238E27FC236}">
                    <a16:creationId xmlns:a16="http://schemas.microsoft.com/office/drawing/2014/main" id="{8E11825D-70B8-4AC2-A525-33174FD2A916}"/>
                  </a:ext>
                </a:extLst>
              </p:cNvPr>
              <p:cNvSpPr/>
              <p:nvPr/>
            </p:nvSpPr>
            <p:spPr>
              <a:xfrm>
                <a:off x="4094651" y="2818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6" name="椭圆 8655">
                <a:extLst>
                  <a:ext uri="{FF2B5EF4-FFF2-40B4-BE49-F238E27FC236}">
                    <a16:creationId xmlns:a16="http://schemas.microsoft.com/office/drawing/2014/main" id="{F45C2F56-3874-46DA-8844-DFFE1719C434}"/>
                  </a:ext>
                </a:extLst>
              </p:cNvPr>
              <p:cNvSpPr/>
              <p:nvPr/>
            </p:nvSpPr>
            <p:spPr>
              <a:xfrm>
                <a:off x="404818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7" name="椭圆 8656">
                <a:extLst>
                  <a:ext uri="{FF2B5EF4-FFF2-40B4-BE49-F238E27FC236}">
                    <a16:creationId xmlns:a16="http://schemas.microsoft.com/office/drawing/2014/main" id="{36C4D35C-1060-4746-85A1-F20572781C6B}"/>
                  </a:ext>
                </a:extLst>
              </p:cNvPr>
              <p:cNvSpPr/>
              <p:nvPr/>
            </p:nvSpPr>
            <p:spPr>
              <a:xfrm>
                <a:off x="39147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8" name="椭圆 8657">
                <a:extLst>
                  <a:ext uri="{FF2B5EF4-FFF2-40B4-BE49-F238E27FC236}">
                    <a16:creationId xmlns:a16="http://schemas.microsoft.com/office/drawing/2014/main" id="{9DDC571C-7057-4E08-A335-3958D58F5FE9}"/>
                  </a:ext>
                </a:extLst>
              </p:cNvPr>
              <p:cNvSpPr/>
              <p:nvPr/>
            </p:nvSpPr>
            <p:spPr>
              <a:xfrm>
                <a:off x="394001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9" name="椭圆 8658">
                <a:extLst>
                  <a:ext uri="{FF2B5EF4-FFF2-40B4-BE49-F238E27FC236}">
                    <a16:creationId xmlns:a16="http://schemas.microsoft.com/office/drawing/2014/main" id="{33CCBA7E-803F-4F3E-ACE3-0104CDB78B07}"/>
                  </a:ext>
                </a:extLst>
              </p:cNvPr>
              <p:cNvSpPr/>
              <p:nvPr/>
            </p:nvSpPr>
            <p:spPr>
              <a:xfrm>
                <a:off x="406095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0" name="椭圆 8659">
                <a:extLst>
                  <a:ext uri="{FF2B5EF4-FFF2-40B4-BE49-F238E27FC236}">
                    <a16:creationId xmlns:a16="http://schemas.microsoft.com/office/drawing/2014/main" id="{2C6E6F14-D801-4F9B-95A7-027BF8DA1669}"/>
                  </a:ext>
                </a:extLst>
              </p:cNvPr>
              <p:cNvSpPr/>
              <p:nvPr/>
            </p:nvSpPr>
            <p:spPr>
              <a:xfrm>
                <a:off x="4009241"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1" name="椭圆 8660">
                <a:extLst>
                  <a:ext uri="{FF2B5EF4-FFF2-40B4-BE49-F238E27FC236}">
                    <a16:creationId xmlns:a16="http://schemas.microsoft.com/office/drawing/2014/main" id="{2E2BAD2C-B2E5-4C93-BA25-90DC540F5646}"/>
                  </a:ext>
                </a:extLst>
              </p:cNvPr>
              <p:cNvSpPr/>
              <p:nvPr/>
            </p:nvSpPr>
            <p:spPr>
              <a:xfrm>
                <a:off x="4050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2" name="椭圆 8661">
                <a:extLst>
                  <a:ext uri="{FF2B5EF4-FFF2-40B4-BE49-F238E27FC236}">
                    <a16:creationId xmlns:a16="http://schemas.microsoft.com/office/drawing/2014/main" id="{26EDCD6A-3156-44BE-B7C8-3FDD62B9F849}"/>
                  </a:ext>
                </a:extLst>
              </p:cNvPr>
              <p:cNvSpPr/>
              <p:nvPr/>
            </p:nvSpPr>
            <p:spPr>
              <a:xfrm>
                <a:off x="3936458"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3" name="椭圆 8662">
                <a:extLst>
                  <a:ext uri="{FF2B5EF4-FFF2-40B4-BE49-F238E27FC236}">
                    <a16:creationId xmlns:a16="http://schemas.microsoft.com/office/drawing/2014/main" id="{5E684B0A-409E-4C97-924C-EBBEF48343E8}"/>
                  </a:ext>
                </a:extLst>
              </p:cNvPr>
              <p:cNvSpPr/>
              <p:nvPr/>
            </p:nvSpPr>
            <p:spPr>
              <a:xfrm>
                <a:off x="399265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4" name="椭圆 8663">
                <a:extLst>
                  <a:ext uri="{FF2B5EF4-FFF2-40B4-BE49-F238E27FC236}">
                    <a16:creationId xmlns:a16="http://schemas.microsoft.com/office/drawing/2014/main" id="{34EEC842-4B79-42D7-9BBC-17EFB2791D8D}"/>
                  </a:ext>
                </a:extLst>
              </p:cNvPr>
              <p:cNvSpPr/>
              <p:nvPr/>
            </p:nvSpPr>
            <p:spPr>
              <a:xfrm>
                <a:off x="4122729"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5" name="椭圆 8664">
                <a:extLst>
                  <a:ext uri="{FF2B5EF4-FFF2-40B4-BE49-F238E27FC236}">
                    <a16:creationId xmlns:a16="http://schemas.microsoft.com/office/drawing/2014/main" id="{B6C8BB77-2FEA-47C3-BDAE-4F0CA80469C1}"/>
                  </a:ext>
                </a:extLst>
              </p:cNvPr>
              <p:cNvSpPr/>
              <p:nvPr/>
            </p:nvSpPr>
            <p:spPr>
              <a:xfrm>
                <a:off x="4199330"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6" name="椭圆 8665">
                <a:extLst>
                  <a:ext uri="{FF2B5EF4-FFF2-40B4-BE49-F238E27FC236}">
                    <a16:creationId xmlns:a16="http://schemas.microsoft.com/office/drawing/2014/main" id="{A60DE5A5-2F46-4BE4-AA0D-0E209174CEC9}"/>
                  </a:ext>
                </a:extLst>
              </p:cNvPr>
              <p:cNvSpPr/>
              <p:nvPr/>
            </p:nvSpPr>
            <p:spPr>
              <a:xfrm>
                <a:off x="39687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7" name="椭圆 8666">
                <a:extLst>
                  <a:ext uri="{FF2B5EF4-FFF2-40B4-BE49-F238E27FC236}">
                    <a16:creationId xmlns:a16="http://schemas.microsoft.com/office/drawing/2014/main" id="{6DCD0A23-6DE3-4A59-8BFA-04F617964666}"/>
                  </a:ext>
                </a:extLst>
              </p:cNvPr>
              <p:cNvSpPr/>
              <p:nvPr/>
            </p:nvSpPr>
            <p:spPr>
              <a:xfrm>
                <a:off x="4004506" y="30049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8" name="椭圆 8667">
                <a:extLst>
                  <a:ext uri="{FF2B5EF4-FFF2-40B4-BE49-F238E27FC236}">
                    <a16:creationId xmlns:a16="http://schemas.microsoft.com/office/drawing/2014/main" id="{9CB64047-AF21-49BE-87AF-239246A77AD8}"/>
                  </a:ext>
                </a:extLst>
              </p:cNvPr>
              <p:cNvSpPr/>
              <p:nvPr/>
            </p:nvSpPr>
            <p:spPr>
              <a:xfrm>
                <a:off x="4103974"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9" name="椭圆 8668">
                <a:extLst>
                  <a:ext uri="{FF2B5EF4-FFF2-40B4-BE49-F238E27FC236}">
                    <a16:creationId xmlns:a16="http://schemas.microsoft.com/office/drawing/2014/main" id="{DA7F8FA8-21DC-49B0-991B-5715152ADD6B}"/>
                  </a:ext>
                </a:extLst>
              </p:cNvPr>
              <p:cNvSpPr/>
              <p:nvPr/>
            </p:nvSpPr>
            <p:spPr>
              <a:xfrm>
                <a:off x="394879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0" name="椭圆 8669">
                <a:extLst>
                  <a:ext uri="{FF2B5EF4-FFF2-40B4-BE49-F238E27FC236}">
                    <a16:creationId xmlns:a16="http://schemas.microsoft.com/office/drawing/2014/main" id="{CBAA673F-EE21-4271-904D-362CF05B4F27}"/>
                  </a:ext>
                </a:extLst>
              </p:cNvPr>
              <p:cNvSpPr/>
              <p:nvPr/>
            </p:nvSpPr>
            <p:spPr>
              <a:xfrm>
                <a:off x="401544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1" name="椭圆 8670">
                <a:extLst>
                  <a:ext uri="{FF2B5EF4-FFF2-40B4-BE49-F238E27FC236}">
                    <a16:creationId xmlns:a16="http://schemas.microsoft.com/office/drawing/2014/main" id="{E0F2DCE8-009A-4CD0-B01E-9F57881AF6FB}"/>
                  </a:ext>
                </a:extLst>
              </p:cNvPr>
              <p:cNvSpPr/>
              <p:nvPr/>
            </p:nvSpPr>
            <p:spPr>
              <a:xfrm>
                <a:off x="3963215"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2" name="椭圆 8671">
                <a:extLst>
                  <a:ext uri="{FF2B5EF4-FFF2-40B4-BE49-F238E27FC236}">
                    <a16:creationId xmlns:a16="http://schemas.microsoft.com/office/drawing/2014/main" id="{6EBC1E4B-9841-4BC0-88E7-36742F738E8E}"/>
                  </a:ext>
                </a:extLst>
              </p:cNvPr>
              <p:cNvSpPr/>
              <p:nvPr/>
            </p:nvSpPr>
            <p:spPr>
              <a:xfrm>
                <a:off x="412478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3" name="椭圆 8672">
                <a:extLst>
                  <a:ext uri="{FF2B5EF4-FFF2-40B4-BE49-F238E27FC236}">
                    <a16:creationId xmlns:a16="http://schemas.microsoft.com/office/drawing/2014/main" id="{90412304-3EDD-4674-83AE-2822C4E31BC6}"/>
                  </a:ext>
                </a:extLst>
              </p:cNvPr>
              <p:cNvSpPr/>
              <p:nvPr/>
            </p:nvSpPr>
            <p:spPr>
              <a:xfrm>
                <a:off x="405130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4" name="椭圆 8673">
                <a:extLst>
                  <a:ext uri="{FF2B5EF4-FFF2-40B4-BE49-F238E27FC236}">
                    <a16:creationId xmlns:a16="http://schemas.microsoft.com/office/drawing/2014/main" id="{7033D65E-E147-4227-8DF5-EB3D623F8EFF}"/>
                  </a:ext>
                </a:extLst>
              </p:cNvPr>
              <p:cNvSpPr/>
              <p:nvPr/>
            </p:nvSpPr>
            <p:spPr>
              <a:xfrm>
                <a:off x="400439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5" name="椭圆 8674">
                <a:extLst>
                  <a:ext uri="{FF2B5EF4-FFF2-40B4-BE49-F238E27FC236}">
                    <a16:creationId xmlns:a16="http://schemas.microsoft.com/office/drawing/2014/main" id="{6237ADA0-3D97-4C7D-BC21-19E9D9567AD3}"/>
                  </a:ext>
                </a:extLst>
              </p:cNvPr>
              <p:cNvSpPr/>
              <p:nvPr/>
            </p:nvSpPr>
            <p:spPr>
              <a:xfrm>
                <a:off x="3805058"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6" name="椭圆 8675">
                <a:extLst>
                  <a:ext uri="{FF2B5EF4-FFF2-40B4-BE49-F238E27FC236}">
                    <a16:creationId xmlns:a16="http://schemas.microsoft.com/office/drawing/2014/main" id="{2ECC82D2-36DB-40B7-B1C1-DEE4B4421D60}"/>
                  </a:ext>
                </a:extLst>
              </p:cNvPr>
              <p:cNvSpPr/>
              <p:nvPr/>
            </p:nvSpPr>
            <p:spPr>
              <a:xfrm>
                <a:off x="3947652" y="29925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7" name="椭圆 8676">
                <a:extLst>
                  <a:ext uri="{FF2B5EF4-FFF2-40B4-BE49-F238E27FC236}">
                    <a16:creationId xmlns:a16="http://schemas.microsoft.com/office/drawing/2014/main" id="{F4FC0AA5-B34B-4581-B579-D99AB4F1324C}"/>
                  </a:ext>
                </a:extLst>
              </p:cNvPr>
              <p:cNvSpPr/>
              <p:nvPr/>
            </p:nvSpPr>
            <p:spPr>
              <a:xfrm>
                <a:off x="3770263" y="28581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8" name="椭圆 8677">
                <a:extLst>
                  <a:ext uri="{FF2B5EF4-FFF2-40B4-BE49-F238E27FC236}">
                    <a16:creationId xmlns:a16="http://schemas.microsoft.com/office/drawing/2014/main" id="{A52DA2E2-1C32-4950-A7A9-B2F0E3170736}"/>
                  </a:ext>
                </a:extLst>
              </p:cNvPr>
              <p:cNvSpPr/>
              <p:nvPr/>
            </p:nvSpPr>
            <p:spPr>
              <a:xfrm>
                <a:off x="3774520" y="2879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9" name="椭圆 8678">
                <a:extLst>
                  <a:ext uri="{FF2B5EF4-FFF2-40B4-BE49-F238E27FC236}">
                    <a16:creationId xmlns:a16="http://schemas.microsoft.com/office/drawing/2014/main" id="{66AFDC50-E27F-4080-8066-83767EA025F2}"/>
                  </a:ext>
                </a:extLst>
              </p:cNvPr>
              <p:cNvSpPr/>
              <p:nvPr/>
            </p:nvSpPr>
            <p:spPr>
              <a:xfrm>
                <a:off x="4010856"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0" name="椭圆 8679">
                <a:extLst>
                  <a:ext uri="{FF2B5EF4-FFF2-40B4-BE49-F238E27FC236}">
                    <a16:creationId xmlns:a16="http://schemas.microsoft.com/office/drawing/2014/main" id="{6F7E3438-164D-4876-B98B-ABFF25F3CD5A}"/>
                  </a:ext>
                </a:extLst>
              </p:cNvPr>
              <p:cNvSpPr/>
              <p:nvPr/>
            </p:nvSpPr>
            <p:spPr>
              <a:xfrm>
                <a:off x="3997459" y="2720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1" name="椭圆 8680">
                <a:extLst>
                  <a:ext uri="{FF2B5EF4-FFF2-40B4-BE49-F238E27FC236}">
                    <a16:creationId xmlns:a16="http://schemas.microsoft.com/office/drawing/2014/main" id="{48344FBA-3167-4667-BCEF-15D36804E80A}"/>
                  </a:ext>
                </a:extLst>
              </p:cNvPr>
              <p:cNvSpPr/>
              <p:nvPr/>
            </p:nvSpPr>
            <p:spPr>
              <a:xfrm>
                <a:off x="401768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2" name="椭圆 8681">
                <a:extLst>
                  <a:ext uri="{FF2B5EF4-FFF2-40B4-BE49-F238E27FC236}">
                    <a16:creationId xmlns:a16="http://schemas.microsoft.com/office/drawing/2014/main" id="{F578C3EB-E98C-42E3-8808-BB6BF01BC3BD}"/>
                  </a:ext>
                </a:extLst>
              </p:cNvPr>
              <p:cNvSpPr/>
              <p:nvPr/>
            </p:nvSpPr>
            <p:spPr>
              <a:xfrm>
                <a:off x="3783623"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3" name="椭圆 8682">
                <a:extLst>
                  <a:ext uri="{FF2B5EF4-FFF2-40B4-BE49-F238E27FC236}">
                    <a16:creationId xmlns:a16="http://schemas.microsoft.com/office/drawing/2014/main" id="{F2B589B5-5101-484D-9DC3-5BCED85EC5C9}"/>
                  </a:ext>
                </a:extLst>
              </p:cNvPr>
              <p:cNvSpPr/>
              <p:nvPr/>
            </p:nvSpPr>
            <p:spPr>
              <a:xfrm>
                <a:off x="4060663"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4" name="椭圆 8683">
                <a:extLst>
                  <a:ext uri="{FF2B5EF4-FFF2-40B4-BE49-F238E27FC236}">
                    <a16:creationId xmlns:a16="http://schemas.microsoft.com/office/drawing/2014/main" id="{5613772B-B87C-46BC-B93F-541FFDE0E647}"/>
                  </a:ext>
                </a:extLst>
              </p:cNvPr>
              <p:cNvSpPr/>
              <p:nvPr/>
            </p:nvSpPr>
            <p:spPr>
              <a:xfrm>
                <a:off x="39482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5" name="椭圆 8684">
                <a:extLst>
                  <a:ext uri="{FF2B5EF4-FFF2-40B4-BE49-F238E27FC236}">
                    <a16:creationId xmlns:a16="http://schemas.microsoft.com/office/drawing/2014/main" id="{05C812F1-3B02-4B4F-AD27-6D0A02B5ADC3}"/>
                  </a:ext>
                </a:extLst>
              </p:cNvPr>
              <p:cNvSpPr/>
              <p:nvPr/>
            </p:nvSpPr>
            <p:spPr>
              <a:xfrm>
                <a:off x="3995734"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6" name="椭圆 8685">
                <a:extLst>
                  <a:ext uri="{FF2B5EF4-FFF2-40B4-BE49-F238E27FC236}">
                    <a16:creationId xmlns:a16="http://schemas.microsoft.com/office/drawing/2014/main" id="{99DDBD96-8996-428C-94A7-3626C980C391}"/>
                  </a:ext>
                </a:extLst>
              </p:cNvPr>
              <p:cNvSpPr/>
              <p:nvPr/>
            </p:nvSpPr>
            <p:spPr>
              <a:xfrm>
                <a:off x="390111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7" name="椭圆 8686">
                <a:extLst>
                  <a:ext uri="{FF2B5EF4-FFF2-40B4-BE49-F238E27FC236}">
                    <a16:creationId xmlns:a16="http://schemas.microsoft.com/office/drawing/2014/main" id="{97F63EA4-646B-4C61-BF82-1B2EC6D3466D}"/>
                  </a:ext>
                </a:extLst>
              </p:cNvPr>
              <p:cNvSpPr/>
              <p:nvPr/>
            </p:nvSpPr>
            <p:spPr>
              <a:xfrm>
                <a:off x="40001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8" name="椭圆 8687">
                <a:extLst>
                  <a:ext uri="{FF2B5EF4-FFF2-40B4-BE49-F238E27FC236}">
                    <a16:creationId xmlns:a16="http://schemas.microsoft.com/office/drawing/2014/main" id="{B7B9F20E-A7F7-4258-95ED-E061F0936EAE}"/>
                  </a:ext>
                </a:extLst>
              </p:cNvPr>
              <p:cNvSpPr/>
              <p:nvPr/>
            </p:nvSpPr>
            <p:spPr>
              <a:xfrm>
                <a:off x="3859857"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9" name="椭圆 8688">
                <a:extLst>
                  <a:ext uri="{FF2B5EF4-FFF2-40B4-BE49-F238E27FC236}">
                    <a16:creationId xmlns:a16="http://schemas.microsoft.com/office/drawing/2014/main" id="{BC7624FC-AB9F-4A13-A825-EA37DD768FE2}"/>
                  </a:ext>
                </a:extLst>
              </p:cNvPr>
              <p:cNvSpPr/>
              <p:nvPr/>
            </p:nvSpPr>
            <p:spPr>
              <a:xfrm>
                <a:off x="3996395"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0" name="椭圆 8689">
                <a:extLst>
                  <a:ext uri="{FF2B5EF4-FFF2-40B4-BE49-F238E27FC236}">
                    <a16:creationId xmlns:a16="http://schemas.microsoft.com/office/drawing/2014/main" id="{B562135F-FCE3-4E4B-A4B6-812916735643}"/>
                  </a:ext>
                </a:extLst>
              </p:cNvPr>
              <p:cNvSpPr/>
              <p:nvPr/>
            </p:nvSpPr>
            <p:spPr>
              <a:xfrm>
                <a:off x="3854865"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1" name="椭圆 8690">
                <a:extLst>
                  <a:ext uri="{FF2B5EF4-FFF2-40B4-BE49-F238E27FC236}">
                    <a16:creationId xmlns:a16="http://schemas.microsoft.com/office/drawing/2014/main" id="{9F1170EE-6F86-4B4B-B55E-345E272013AE}"/>
                  </a:ext>
                </a:extLst>
              </p:cNvPr>
              <p:cNvSpPr/>
              <p:nvPr/>
            </p:nvSpPr>
            <p:spPr>
              <a:xfrm>
                <a:off x="400373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2" name="椭圆 8691">
                <a:extLst>
                  <a:ext uri="{FF2B5EF4-FFF2-40B4-BE49-F238E27FC236}">
                    <a16:creationId xmlns:a16="http://schemas.microsoft.com/office/drawing/2014/main" id="{34DD4B52-3863-409D-B321-9EC51D7CB336}"/>
                  </a:ext>
                </a:extLst>
              </p:cNvPr>
              <p:cNvSpPr/>
              <p:nvPr/>
            </p:nvSpPr>
            <p:spPr>
              <a:xfrm>
                <a:off x="4012691"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3" name="椭圆 8692">
                <a:extLst>
                  <a:ext uri="{FF2B5EF4-FFF2-40B4-BE49-F238E27FC236}">
                    <a16:creationId xmlns:a16="http://schemas.microsoft.com/office/drawing/2014/main" id="{1659A4B2-D9D0-496C-95EA-01E9144D85CC}"/>
                  </a:ext>
                </a:extLst>
              </p:cNvPr>
              <p:cNvSpPr/>
              <p:nvPr/>
            </p:nvSpPr>
            <p:spPr>
              <a:xfrm>
                <a:off x="408154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4" name="椭圆 8693">
                <a:extLst>
                  <a:ext uri="{FF2B5EF4-FFF2-40B4-BE49-F238E27FC236}">
                    <a16:creationId xmlns:a16="http://schemas.microsoft.com/office/drawing/2014/main" id="{13EDEFA9-2103-40D7-8CCC-4720F262274D}"/>
                  </a:ext>
                </a:extLst>
              </p:cNvPr>
              <p:cNvSpPr/>
              <p:nvPr/>
            </p:nvSpPr>
            <p:spPr>
              <a:xfrm>
                <a:off x="398017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5" name="椭圆 8694">
                <a:extLst>
                  <a:ext uri="{FF2B5EF4-FFF2-40B4-BE49-F238E27FC236}">
                    <a16:creationId xmlns:a16="http://schemas.microsoft.com/office/drawing/2014/main" id="{C85EF438-8E0A-479D-A51A-BC4F5D794C95}"/>
                  </a:ext>
                </a:extLst>
              </p:cNvPr>
              <p:cNvSpPr/>
              <p:nvPr/>
            </p:nvSpPr>
            <p:spPr>
              <a:xfrm>
                <a:off x="4007626"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6" name="椭圆 8695">
                <a:extLst>
                  <a:ext uri="{FF2B5EF4-FFF2-40B4-BE49-F238E27FC236}">
                    <a16:creationId xmlns:a16="http://schemas.microsoft.com/office/drawing/2014/main" id="{7DCB4420-3D93-4C7E-B31E-809B190ED393}"/>
                  </a:ext>
                </a:extLst>
              </p:cNvPr>
              <p:cNvSpPr/>
              <p:nvPr/>
            </p:nvSpPr>
            <p:spPr>
              <a:xfrm>
                <a:off x="3981970"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7" name="椭圆 8696">
                <a:extLst>
                  <a:ext uri="{FF2B5EF4-FFF2-40B4-BE49-F238E27FC236}">
                    <a16:creationId xmlns:a16="http://schemas.microsoft.com/office/drawing/2014/main" id="{9E960192-476B-4026-B8C6-77AC3B1F6B98}"/>
                  </a:ext>
                </a:extLst>
              </p:cNvPr>
              <p:cNvSpPr/>
              <p:nvPr/>
            </p:nvSpPr>
            <p:spPr>
              <a:xfrm>
                <a:off x="4357266" y="276924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8" name="椭圆 8697">
                <a:extLst>
                  <a:ext uri="{FF2B5EF4-FFF2-40B4-BE49-F238E27FC236}">
                    <a16:creationId xmlns:a16="http://schemas.microsoft.com/office/drawing/2014/main" id="{ADA9EE6E-13DC-4548-89AE-DE295EF51FE5}"/>
                  </a:ext>
                </a:extLst>
              </p:cNvPr>
              <p:cNvSpPr/>
              <p:nvPr/>
            </p:nvSpPr>
            <p:spPr>
              <a:xfrm>
                <a:off x="39988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9" name="椭圆 8698">
                <a:extLst>
                  <a:ext uri="{FF2B5EF4-FFF2-40B4-BE49-F238E27FC236}">
                    <a16:creationId xmlns:a16="http://schemas.microsoft.com/office/drawing/2014/main" id="{55833649-E704-42D4-8B4F-88F2EAAF1058}"/>
                  </a:ext>
                </a:extLst>
              </p:cNvPr>
              <p:cNvSpPr/>
              <p:nvPr/>
            </p:nvSpPr>
            <p:spPr>
              <a:xfrm>
                <a:off x="400876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0" name="椭圆 8699">
                <a:extLst>
                  <a:ext uri="{FF2B5EF4-FFF2-40B4-BE49-F238E27FC236}">
                    <a16:creationId xmlns:a16="http://schemas.microsoft.com/office/drawing/2014/main" id="{70E7FF4F-BB1A-4159-A2DD-80A92316A5A1}"/>
                  </a:ext>
                </a:extLst>
              </p:cNvPr>
              <p:cNvSpPr/>
              <p:nvPr/>
            </p:nvSpPr>
            <p:spPr>
              <a:xfrm>
                <a:off x="404675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1" name="椭圆 8700">
                <a:extLst>
                  <a:ext uri="{FF2B5EF4-FFF2-40B4-BE49-F238E27FC236}">
                    <a16:creationId xmlns:a16="http://schemas.microsoft.com/office/drawing/2014/main" id="{91762C54-C36E-434A-A0E7-62625F5EE160}"/>
                  </a:ext>
                </a:extLst>
              </p:cNvPr>
              <p:cNvSpPr/>
              <p:nvPr/>
            </p:nvSpPr>
            <p:spPr>
              <a:xfrm>
                <a:off x="402043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2" name="椭圆 8701">
                <a:extLst>
                  <a:ext uri="{FF2B5EF4-FFF2-40B4-BE49-F238E27FC236}">
                    <a16:creationId xmlns:a16="http://schemas.microsoft.com/office/drawing/2014/main" id="{89852FFC-87A0-4826-AD48-A44BD24A6F25}"/>
                  </a:ext>
                </a:extLst>
              </p:cNvPr>
              <p:cNvSpPr/>
              <p:nvPr/>
            </p:nvSpPr>
            <p:spPr>
              <a:xfrm>
                <a:off x="40153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3" name="椭圆 8702">
                <a:extLst>
                  <a:ext uri="{FF2B5EF4-FFF2-40B4-BE49-F238E27FC236}">
                    <a16:creationId xmlns:a16="http://schemas.microsoft.com/office/drawing/2014/main" id="{880FC3A1-33CE-4325-A78F-3FD9F030503F}"/>
                  </a:ext>
                </a:extLst>
              </p:cNvPr>
              <p:cNvSpPr/>
              <p:nvPr/>
            </p:nvSpPr>
            <p:spPr>
              <a:xfrm>
                <a:off x="408459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4" name="椭圆 8703">
                <a:extLst>
                  <a:ext uri="{FF2B5EF4-FFF2-40B4-BE49-F238E27FC236}">
                    <a16:creationId xmlns:a16="http://schemas.microsoft.com/office/drawing/2014/main" id="{37A7926B-8820-4555-A178-D1C0E25FC24D}"/>
                  </a:ext>
                </a:extLst>
              </p:cNvPr>
              <p:cNvSpPr/>
              <p:nvPr/>
            </p:nvSpPr>
            <p:spPr>
              <a:xfrm>
                <a:off x="39748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5" name="椭圆 8704">
                <a:extLst>
                  <a:ext uri="{FF2B5EF4-FFF2-40B4-BE49-F238E27FC236}">
                    <a16:creationId xmlns:a16="http://schemas.microsoft.com/office/drawing/2014/main" id="{BB23C36F-5CD4-4448-8CD3-E1626CE40DC6}"/>
                  </a:ext>
                </a:extLst>
              </p:cNvPr>
              <p:cNvSpPr/>
              <p:nvPr/>
            </p:nvSpPr>
            <p:spPr>
              <a:xfrm>
                <a:off x="402729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6" name="椭圆 8705">
                <a:extLst>
                  <a:ext uri="{FF2B5EF4-FFF2-40B4-BE49-F238E27FC236}">
                    <a16:creationId xmlns:a16="http://schemas.microsoft.com/office/drawing/2014/main" id="{9BF9305D-4196-402F-ABF9-F277FE1AFC80}"/>
                  </a:ext>
                </a:extLst>
              </p:cNvPr>
              <p:cNvSpPr/>
              <p:nvPr/>
            </p:nvSpPr>
            <p:spPr>
              <a:xfrm>
                <a:off x="397018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7" name="椭圆 8706">
                <a:extLst>
                  <a:ext uri="{FF2B5EF4-FFF2-40B4-BE49-F238E27FC236}">
                    <a16:creationId xmlns:a16="http://schemas.microsoft.com/office/drawing/2014/main" id="{BB7B3550-3E65-4FBF-9419-A16BC653BD6F}"/>
                  </a:ext>
                </a:extLst>
              </p:cNvPr>
              <p:cNvSpPr/>
              <p:nvPr/>
            </p:nvSpPr>
            <p:spPr>
              <a:xfrm>
                <a:off x="396960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8" name="椭圆 8707">
                <a:extLst>
                  <a:ext uri="{FF2B5EF4-FFF2-40B4-BE49-F238E27FC236}">
                    <a16:creationId xmlns:a16="http://schemas.microsoft.com/office/drawing/2014/main" id="{A2C72756-600D-4E8E-87C1-E42933D80D4E}"/>
                  </a:ext>
                </a:extLst>
              </p:cNvPr>
              <p:cNvSpPr/>
              <p:nvPr/>
            </p:nvSpPr>
            <p:spPr>
              <a:xfrm>
                <a:off x="40317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9" name="椭圆 8708">
                <a:extLst>
                  <a:ext uri="{FF2B5EF4-FFF2-40B4-BE49-F238E27FC236}">
                    <a16:creationId xmlns:a16="http://schemas.microsoft.com/office/drawing/2014/main" id="{C05144F7-F15E-41A4-9A82-5C12AB73FF89}"/>
                  </a:ext>
                </a:extLst>
              </p:cNvPr>
              <p:cNvSpPr/>
              <p:nvPr/>
            </p:nvSpPr>
            <p:spPr>
              <a:xfrm>
                <a:off x="3956498"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0" name="椭圆 8709">
                <a:extLst>
                  <a:ext uri="{FF2B5EF4-FFF2-40B4-BE49-F238E27FC236}">
                    <a16:creationId xmlns:a16="http://schemas.microsoft.com/office/drawing/2014/main" id="{08D8B366-9EC0-440C-B757-074115AAE7D4}"/>
                  </a:ext>
                </a:extLst>
              </p:cNvPr>
              <p:cNvSpPr/>
              <p:nvPr/>
            </p:nvSpPr>
            <p:spPr>
              <a:xfrm>
                <a:off x="411880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1" name="椭圆 8710">
                <a:extLst>
                  <a:ext uri="{FF2B5EF4-FFF2-40B4-BE49-F238E27FC236}">
                    <a16:creationId xmlns:a16="http://schemas.microsoft.com/office/drawing/2014/main" id="{B79AEDB0-DFF1-4F68-BBC5-7E6AEA9282CD}"/>
                  </a:ext>
                </a:extLst>
              </p:cNvPr>
              <p:cNvSpPr/>
              <p:nvPr/>
            </p:nvSpPr>
            <p:spPr>
              <a:xfrm>
                <a:off x="3934329" y="268494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2" name="椭圆 8711">
                <a:extLst>
                  <a:ext uri="{FF2B5EF4-FFF2-40B4-BE49-F238E27FC236}">
                    <a16:creationId xmlns:a16="http://schemas.microsoft.com/office/drawing/2014/main" id="{ED167534-A24F-4263-B432-FA0C46BAC219}"/>
                  </a:ext>
                </a:extLst>
              </p:cNvPr>
              <p:cNvSpPr/>
              <p:nvPr/>
            </p:nvSpPr>
            <p:spPr>
              <a:xfrm>
                <a:off x="40147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3" name="椭圆 8712">
                <a:extLst>
                  <a:ext uri="{FF2B5EF4-FFF2-40B4-BE49-F238E27FC236}">
                    <a16:creationId xmlns:a16="http://schemas.microsoft.com/office/drawing/2014/main" id="{21D1C89F-942B-439C-9AF8-683D8D921160}"/>
                  </a:ext>
                </a:extLst>
              </p:cNvPr>
              <p:cNvSpPr/>
              <p:nvPr/>
            </p:nvSpPr>
            <p:spPr>
              <a:xfrm>
                <a:off x="3933228"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4" name="椭圆 8713">
                <a:extLst>
                  <a:ext uri="{FF2B5EF4-FFF2-40B4-BE49-F238E27FC236}">
                    <a16:creationId xmlns:a16="http://schemas.microsoft.com/office/drawing/2014/main" id="{6E1385FB-8176-45E8-9C1A-3965C239F7D1}"/>
                  </a:ext>
                </a:extLst>
              </p:cNvPr>
              <p:cNvSpPr/>
              <p:nvPr/>
            </p:nvSpPr>
            <p:spPr>
              <a:xfrm>
                <a:off x="399400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5" name="椭圆 8714">
                <a:extLst>
                  <a:ext uri="{FF2B5EF4-FFF2-40B4-BE49-F238E27FC236}">
                    <a16:creationId xmlns:a16="http://schemas.microsoft.com/office/drawing/2014/main" id="{36770EFC-BFC3-4456-AA07-90D02CFE193D}"/>
                  </a:ext>
                </a:extLst>
              </p:cNvPr>
              <p:cNvSpPr/>
              <p:nvPr/>
            </p:nvSpPr>
            <p:spPr>
              <a:xfrm>
                <a:off x="406095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6" name="椭圆 8715">
                <a:extLst>
                  <a:ext uri="{FF2B5EF4-FFF2-40B4-BE49-F238E27FC236}">
                    <a16:creationId xmlns:a16="http://schemas.microsoft.com/office/drawing/2014/main" id="{6889B522-547F-4409-9711-DF8A287DAE06}"/>
                  </a:ext>
                </a:extLst>
              </p:cNvPr>
              <p:cNvSpPr/>
              <p:nvPr/>
            </p:nvSpPr>
            <p:spPr>
              <a:xfrm>
                <a:off x="401559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7" name="椭圆 8716">
                <a:extLst>
                  <a:ext uri="{FF2B5EF4-FFF2-40B4-BE49-F238E27FC236}">
                    <a16:creationId xmlns:a16="http://schemas.microsoft.com/office/drawing/2014/main" id="{1D19AE24-D3F5-4F09-8E3A-A0798C12CBFD}"/>
                  </a:ext>
                </a:extLst>
              </p:cNvPr>
              <p:cNvSpPr/>
              <p:nvPr/>
            </p:nvSpPr>
            <p:spPr>
              <a:xfrm>
                <a:off x="402737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8" name="椭圆 8717">
                <a:extLst>
                  <a:ext uri="{FF2B5EF4-FFF2-40B4-BE49-F238E27FC236}">
                    <a16:creationId xmlns:a16="http://schemas.microsoft.com/office/drawing/2014/main" id="{B7ED26E2-04B6-4B77-85E1-74ACEE2E8CDD}"/>
                  </a:ext>
                </a:extLst>
              </p:cNvPr>
              <p:cNvSpPr/>
              <p:nvPr/>
            </p:nvSpPr>
            <p:spPr>
              <a:xfrm>
                <a:off x="402553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9" name="椭圆 8718">
                <a:extLst>
                  <a:ext uri="{FF2B5EF4-FFF2-40B4-BE49-F238E27FC236}">
                    <a16:creationId xmlns:a16="http://schemas.microsoft.com/office/drawing/2014/main" id="{433AF988-AA61-4417-988E-FCC5AA0841A9}"/>
                  </a:ext>
                </a:extLst>
              </p:cNvPr>
              <p:cNvSpPr/>
              <p:nvPr/>
            </p:nvSpPr>
            <p:spPr>
              <a:xfrm>
                <a:off x="4016655"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0" name="椭圆 8719">
                <a:extLst>
                  <a:ext uri="{FF2B5EF4-FFF2-40B4-BE49-F238E27FC236}">
                    <a16:creationId xmlns:a16="http://schemas.microsoft.com/office/drawing/2014/main" id="{89A2668D-F5BF-4935-B2BF-0D221754CB0F}"/>
                  </a:ext>
                </a:extLst>
              </p:cNvPr>
              <p:cNvSpPr/>
              <p:nvPr/>
            </p:nvSpPr>
            <p:spPr>
              <a:xfrm>
                <a:off x="4021720" y="27510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1" name="椭圆 8720">
                <a:extLst>
                  <a:ext uri="{FF2B5EF4-FFF2-40B4-BE49-F238E27FC236}">
                    <a16:creationId xmlns:a16="http://schemas.microsoft.com/office/drawing/2014/main" id="{80FECF96-5170-4764-9CAE-F395C3E095B9}"/>
                  </a:ext>
                </a:extLst>
              </p:cNvPr>
              <p:cNvSpPr/>
              <p:nvPr/>
            </p:nvSpPr>
            <p:spPr>
              <a:xfrm>
                <a:off x="40050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2" name="椭圆 8721">
                <a:extLst>
                  <a:ext uri="{FF2B5EF4-FFF2-40B4-BE49-F238E27FC236}">
                    <a16:creationId xmlns:a16="http://schemas.microsoft.com/office/drawing/2014/main" id="{5167F7DF-745F-4625-BCDA-613D76F7BC5E}"/>
                  </a:ext>
                </a:extLst>
              </p:cNvPr>
              <p:cNvSpPr/>
              <p:nvPr/>
            </p:nvSpPr>
            <p:spPr>
              <a:xfrm>
                <a:off x="3943211"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3" name="椭圆 8722">
                <a:extLst>
                  <a:ext uri="{FF2B5EF4-FFF2-40B4-BE49-F238E27FC236}">
                    <a16:creationId xmlns:a16="http://schemas.microsoft.com/office/drawing/2014/main" id="{6298F11F-D079-4CB0-A71E-2777DCC5B8E0}"/>
                  </a:ext>
                </a:extLst>
              </p:cNvPr>
              <p:cNvSpPr/>
              <p:nvPr/>
            </p:nvSpPr>
            <p:spPr>
              <a:xfrm>
                <a:off x="40800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4" name="椭圆 8723">
                <a:extLst>
                  <a:ext uri="{FF2B5EF4-FFF2-40B4-BE49-F238E27FC236}">
                    <a16:creationId xmlns:a16="http://schemas.microsoft.com/office/drawing/2014/main" id="{D4A66328-5572-43DE-8FFD-FE9A7465CFA9}"/>
                  </a:ext>
                </a:extLst>
              </p:cNvPr>
              <p:cNvSpPr/>
              <p:nvPr/>
            </p:nvSpPr>
            <p:spPr>
              <a:xfrm>
                <a:off x="3790964"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5" name="椭圆 8724">
                <a:extLst>
                  <a:ext uri="{FF2B5EF4-FFF2-40B4-BE49-F238E27FC236}">
                    <a16:creationId xmlns:a16="http://schemas.microsoft.com/office/drawing/2014/main" id="{5813ADCB-4CC5-4CF3-802E-E450FFDA2EC2}"/>
                  </a:ext>
                </a:extLst>
              </p:cNvPr>
              <p:cNvSpPr/>
              <p:nvPr/>
            </p:nvSpPr>
            <p:spPr>
              <a:xfrm>
                <a:off x="4119536"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6" name="椭圆 8725">
                <a:extLst>
                  <a:ext uri="{FF2B5EF4-FFF2-40B4-BE49-F238E27FC236}">
                    <a16:creationId xmlns:a16="http://schemas.microsoft.com/office/drawing/2014/main" id="{B1304007-F769-4299-86AE-B3FA6FCEC225}"/>
                  </a:ext>
                </a:extLst>
              </p:cNvPr>
              <p:cNvSpPr/>
              <p:nvPr/>
            </p:nvSpPr>
            <p:spPr>
              <a:xfrm>
                <a:off x="4121188"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7" name="椭圆 8726">
                <a:extLst>
                  <a:ext uri="{FF2B5EF4-FFF2-40B4-BE49-F238E27FC236}">
                    <a16:creationId xmlns:a16="http://schemas.microsoft.com/office/drawing/2014/main" id="{F756FFB2-1872-4789-A110-05F1F22357BC}"/>
                  </a:ext>
                </a:extLst>
              </p:cNvPr>
              <p:cNvSpPr/>
              <p:nvPr/>
            </p:nvSpPr>
            <p:spPr>
              <a:xfrm>
                <a:off x="4015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8" name="椭圆 8727">
                <a:extLst>
                  <a:ext uri="{FF2B5EF4-FFF2-40B4-BE49-F238E27FC236}">
                    <a16:creationId xmlns:a16="http://schemas.microsoft.com/office/drawing/2014/main" id="{853BC8DB-E73E-4F51-A057-88E4642AA4B0}"/>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9" name="椭圆 8728">
                <a:extLst>
                  <a:ext uri="{FF2B5EF4-FFF2-40B4-BE49-F238E27FC236}">
                    <a16:creationId xmlns:a16="http://schemas.microsoft.com/office/drawing/2014/main" id="{9A07271E-AE68-419F-A3C2-E832C268E019}"/>
                  </a:ext>
                </a:extLst>
              </p:cNvPr>
              <p:cNvSpPr/>
              <p:nvPr/>
            </p:nvSpPr>
            <p:spPr>
              <a:xfrm>
                <a:off x="40649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0" name="椭圆 8729">
                <a:extLst>
                  <a:ext uri="{FF2B5EF4-FFF2-40B4-BE49-F238E27FC236}">
                    <a16:creationId xmlns:a16="http://schemas.microsoft.com/office/drawing/2014/main" id="{A87ACF4E-B253-4D38-9E15-4FCF97D94482}"/>
                  </a:ext>
                </a:extLst>
              </p:cNvPr>
              <p:cNvSpPr/>
              <p:nvPr/>
            </p:nvSpPr>
            <p:spPr>
              <a:xfrm>
                <a:off x="40021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1" name="椭圆 8730">
                <a:extLst>
                  <a:ext uri="{FF2B5EF4-FFF2-40B4-BE49-F238E27FC236}">
                    <a16:creationId xmlns:a16="http://schemas.microsoft.com/office/drawing/2014/main" id="{A69F6A13-6F4E-40A2-88F8-53B5865F3399}"/>
                  </a:ext>
                </a:extLst>
              </p:cNvPr>
              <p:cNvSpPr/>
              <p:nvPr/>
            </p:nvSpPr>
            <p:spPr>
              <a:xfrm>
                <a:off x="411480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2" name="椭圆 8731">
                <a:extLst>
                  <a:ext uri="{FF2B5EF4-FFF2-40B4-BE49-F238E27FC236}">
                    <a16:creationId xmlns:a16="http://schemas.microsoft.com/office/drawing/2014/main" id="{E8C94578-68B8-49A9-8551-F880F7883D77}"/>
                  </a:ext>
                </a:extLst>
              </p:cNvPr>
              <p:cNvSpPr/>
              <p:nvPr/>
            </p:nvSpPr>
            <p:spPr>
              <a:xfrm>
                <a:off x="3881952"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3" name="椭圆 8732">
                <a:extLst>
                  <a:ext uri="{FF2B5EF4-FFF2-40B4-BE49-F238E27FC236}">
                    <a16:creationId xmlns:a16="http://schemas.microsoft.com/office/drawing/2014/main" id="{36BBA37D-05D0-4B64-A8BE-AC15B53D7F5E}"/>
                  </a:ext>
                </a:extLst>
              </p:cNvPr>
              <p:cNvSpPr/>
              <p:nvPr/>
            </p:nvSpPr>
            <p:spPr>
              <a:xfrm>
                <a:off x="3850020" y="2925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4" name="椭圆 8733">
                <a:extLst>
                  <a:ext uri="{FF2B5EF4-FFF2-40B4-BE49-F238E27FC236}">
                    <a16:creationId xmlns:a16="http://schemas.microsoft.com/office/drawing/2014/main" id="{02B04345-FBF3-4A69-9EBE-44F2B4C7185C}"/>
                  </a:ext>
                </a:extLst>
              </p:cNvPr>
              <p:cNvSpPr/>
              <p:nvPr/>
            </p:nvSpPr>
            <p:spPr>
              <a:xfrm>
                <a:off x="405501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5" name="椭圆 8734">
                <a:extLst>
                  <a:ext uri="{FF2B5EF4-FFF2-40B4-BE49-F238E27FC236}">
                    <a16:creationId xmlns:a16="http://schemas.microsoft.com/office/drawing/2014/main" id="{BBE479C1-941F-446D-AFD5-FA0DFAD869AA}"/>
                  </a:ext>
                </a:extLst>
              </p:cNvPr>
              <p:cNvSpPr/>
              <p:nvPr/>
            </p:nvSpPr>
            <p:spPr>
              <a:xfrm>
                <a:off x="386400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6" name="椭圆 8735">
                <a:extLst>
                  <a:ext uri="{FF2B5EF4-FFF2-40B4-BE49-F238E27FC236}">
                    <a16:creationId xmlns:a16="http://schemas.microsoft.com/office/drawing/2014/main" id="{77C1F0C5-529F-4575-BFE4-A9839FC70B2F}"/>
                  </a:ext>
                </a:extLst>
              </p:cNvPr>
              <p:cNvSpPr/>
              <p:nvPr/>
            </p:nvSpPr>
            <p:spPr>
              <a:xfrm>
                <a:off x="3898396" y="278158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7" name="椭圆 8736">
                <a:extLst>
                  <a:ext uri="{FF2B5EF4-FFF2-40B4-BE49-F238E27FC236}">
                    <a16:creationId xmlns:a16="http://schemas.microsoft.com/office/drawing/2014/main" id="{4CBE880F-C247-44B4-8C5A-3D3D3FF4FE07}"/>
                  </a:ext>
                </a:extLst>
              </p:cNvPr>
              <p:cNvSpPr/>
              <p:nvPr/>
            </p:nvSpPr>
            <p:spPr>
              <a:xfrm>
                <a:off x="3931613"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8" name="椭圆 8737">
                <a:extLst>
                  <a:ext uri="{FF2B5EF4-FFF2-40B4-BE49-F238E27FC236}">
                    <a16:creationId xmlns:a16="http://schemas.microsoft.com/office/drawing/2014/main" id="{1A60BD37-DBCF-4027-BEDE-CB3AAFA746C1}"/>
                  </a:ext>
                </a:extLst>
              </p:cNvPr>
              <p:cNvSpPr/>
              <p:nvPr/>
            </p:nvSpPr>
            <p:spPr>
              <a:xfrm>
                <a:off x="4057543"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9" name="椭圆 8738">
                <a:extLst>
                  <a:ext uri="{FF2B5EF4-FFF2-40B4-BE49-F238E27FC236}">
                    <a16:creationId xmlns:a16="http://schemas.microsoft.com/office/drawing/2014/main" id="{BD7D55E9-0F09-40B8-AF99-C2214A7850DF}"/>
                  </a:ext>
                </a:extLst>
              </p:cNvPr>
              <p:cNvSpPr/>
              <p:nvPr/>
            </p:nvSpPr>
            <p:spPr>
              <a:xfrm>
                <a:off x="4047083"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0" name="椭圆 8739">
                <a:extLst>
                  <a:ext uri="{FF2B5EF4-FFF2-40B4-BE49-F238E27FC236}">
                    <a16:creationId xmlns:a16="http://schemas.microsoft.com/office/drawing/2014/main" id="{94F70521-7699-4E15-904F-63D54DDC2196}"/>
                  </a:ext>
                </a:extLst>
              </p:cNvPr>
              <p:cNvSpPr/>
              <p:nvPr/>
            </p:nvSpPr>
            <p:spPr>
              <a:xfrm>
                <a:off x="41794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1" name="椭圆 8740">
                <a:extLst>
                  <a:ext uri="{FF2B5EF4-FFF2-40B4-BE49-F238E27FC236}">
                    <a16:creationId xmlns:a16="http://schemas.microsoft.com/office/drawing/2014/main" id="{8D259DC6-7D87-4648-A210-A84A9B1BC84F}"/>
                  </a:ext>
                </a:extLst>
              </p:cNvPr>
              <p:cNvSpPr/>
              <p:nvPr/>
            </p:nvSpPr>
            <p:spPr>
              <a:xfrm>
                <a:off x="4179620" y="29818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2" name="椭圆 8741">
                <a:extLst>
                  <a:ext uri="{FF2B5EF4-FFF2-40B4-BE49-F238E27FC236}">
                    <a16:creationId xmlns:a16="http://schemas.microsoft.com/office/drawing/2014/main" id="{549D718E-5AC0-4C13-AC0E-4C2EEBB8CA3E}"/>
                  </a:ext>
                </a:extLst>
              </p:cNvPr>
              <p:cNvSpPr/>
              <p:nvPr/>
            </p:nvSpPr>
            <p:spPr>
              <a:xfrm>
                <a:off x="3968353" y="30108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3" name="椭圆 8742">
                <a:extLst>
                  <a:ext uri="{FF2B5EF4-FFF2-40B4-BE49-F238E27FC236}">
                    <a16:creationId xmlns:a16="http://schemas.microsoft.com/office/drawing/2014/main" id="{40293CFA-3D29-44C3-9E13-F800604A3D52}"/>
                  </a:ext>
                </a:extLst>
              </p:cNvPr>
              <p:cNvSpPr/>
              <p:nvPr/>
            </p:nvSpPr>
            <p:spPr>
              <a:xfrm>
                <a:off x="4247706" y="2866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4" name="椭圆 8743">
                <a:extLst>
                  <a:ext uri="{FF2B5EF4-FFF2-40B4-BE49-F238E27FC236}">
                    <a16:creationId xmlns:a16="http://schemas.microsoft.com/office/drawing/2014/main" id="{5BAFE475-AA3E-4047-B61A-69433EE5BDB2}"/>
                  </a:ext>
                </a:extLst>
              </p:cNvPr>
              <p:cNvSpPr/>
              <p:nvPr/>
            </p:nvSpPr>
            <p:spPr>
              <a:xfrm>
                <a:off x="3968610" y="2976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5" name="椭圆 8744">
                <a:extLst>
                  <a:ext uri="{FF2B5EF4-FFF2-40B4-BE49-F238E27FC236}">
                    <a16:creationId xmlns:a16="http://schemas.microsoft.com/office/drawing/2014/main" id="{3E294A10-5403-4160-A0B5-33BADCE4D442}"/>
                  </a:ext>
                </a:extLst>
              </p:cNvPr>
              <p:cNvSpPr/>
              <p:nvPr/>
            </p:nvSpPr>
            <p:spPr>
              <a:xfrm>
                <a:off x="402230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6" name="椭圆 8745">
                <a:extLst>
                  <a:ext uri="{FF2B5EF4-FFF2-40B4-BE49-F238E27FC236}">
                    <a16:creationId xmlns:a16="http://schemas.microsoft.com/office/drawing/2014/main" id="{D0D77489-CCDC-4FB2-A2FA-6BB648516728}"/>
                  </a:ext>
                </a:extLst>
              </p:cNvPr>
              <p:cNvSpPr/>
              <p:nvPr/>
            </p:nvSpPr>
            <p:spPr>
              <a:xfrm>
                <a:off x="4009865" y="29740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7" name="椭圆 8746">
                <a:extLst>
                  <a:ext uri="{FF2B5EF4-FFF2-40B4-BE49-F238E27FC236}">
                    <a16:creationId xmlns:a16="http://schemas.microsoft.com/office/drawing/2014/main" id="{B1667AAE-F9B7-457E-B708-28125CE37C30}"/>
                  </a:ext>
                </a:extLst>
              </p:cNvPr>
              <p:cNvSpPr/>
              <p:nvPr/>
            </p:nvSpPr>
            <p:spPr>
              <a:xfrm>
                <a:off x="39755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8" name="椭圆 8747">
                <a:extLst>
                  <a:ext uri="{FF2B5EF4-FFF2-40B4-BE49-F238E27FC236}">
                    <a16:creationId xmlns:a16="http://schemas.microsoft.com/office/drawing/2014/main" id="{39D47751-7329-45E1-9CA4-FEEB07C29E92}"/>
                  </a:ext>
                </a:extLst>
              </p:cNvPr>
              <p:cNvSpPr/>
              <p:nvPr/>
            </p:nvSpPr>
            <p:spPr>
              <a:xfrm>
                <a:off x="3847451" y="252850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9" name="椭圆 8748">
                <a:extLst>
                  <a:ext uri="{FF2B5EF4-FFF2-40B4-BE49-F238E27FC236}">
                    <a16:creationId xmlns:a16="http://schemas.microsoft.com/office/drawing/2014/main" id="{AAF27215-4320-4533-B5FF-2260078CCD9F}"/>
                  </a:ext>
                </a:extLst>
              </p:cNvPr>
              <p:cNvSpPr/>
              <p:nvPr/>
            </p:nvSpPr>
            <p:spPr>
              <a:xfrm>
                <a:off x="401874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0" name="椭圆 8749">
                <a:extLst>
                  <a:ext uri="{FF2B5EF4-FFF2-40B4-BE49-F238E27FC236}">
                    <a16:creationId xmlns:a16="http://schemas.microsoft.com/office/drawing/2014/main" id="{DAC32DD9-3A00-425B-85FB-179B17E1B4BA}"/>
                  </a:ext>
                </a:extLst>
              </p:cNvPr>
              <p:cNvSpPr/>
              <p:nvPr/>
            </p:nvSpPr>
            <p:spPr>
              <a:xfrm>
                <a:off x="3984870" y="29172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1" name="椭圆 8750">
                <a:extLst>
                  <a:ext uri="{FF2B5EF4-FFF2-40B4-BE49-F238E27FC236}">
                    <a16:creationId xmlns:a16="http://schemas.microsoft.com/office/drawing/2014/main" id="{4E5D2BA9-D2E9-45B7-BD42-0CC3F2170B3B}"/>
                  </a:ext>
                </a:extLst>
              </p:cNvPr>
              <p:cNvSpPr/>
              <p:nvPr/>
            </p:nvSpPr>
            <p:spPr>
              <a:xfrm>
                <a:off x="4290465" y="2821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2" name="椭圆 8751">
                <a:extLst>
                  <a:ext uri="{FF2B5EF4-FFF2-40B4-BE49-F238E27FC236}">
                    <a16:creationId xmlns:a16="http://schemas.microsoft.com/office/drawing/2014/main" id="{C0D9CDF0-B5B8-4467-8584-014916BB1AEE}"/>
                  </a:ext>
                </a:extLst>
              </p:cNvPr>
              <p:cNvSpPr/>
              <p:nvPr/>
            </p:nvSpPr>
            <p:spPr>
              <a:xfrm>
                <a:off x="3956718" y="3013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3" name="椭圆 8752">
                <a:extLst>
                  <a:ext uri="{FF2B5EF4-FFF2-40B4-BE49-F238E27FC236}">
                    <a16:creationId xmlns:a16="http://schemas.microsoft.com/office/drawing/2014/main" id="{7260FDBE-C202-42F8-8F9C-D79E95181745}"/>
                  </a:ext>
                </a:extLst>
              </p:cNvPr>
              <p:cNvSpPr/>
              <p:nvPr/>
            </p:nvSpPr>
            <p:spPr>
              <a:xfrm>
                <a:off x="411171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4" name="椭圆 8753">
                <a:extLst>
                  <a:ext uri="{FF2B5EF4-FFF2-40B4-BE49-F238E27FC236}">
                    <a16:creationId xmlns:a16="http://schemas.microsoft.com/office/drawing/2014/main" id="{A6592FAB-7230-4F2E-936D-3DCA1E3A7BE9}"/>
                  </a:ext>
                </a:extLst>
              </p:cNvPr>
              <p:cNvSpPr/>
              <p:nvPr/>
            </p:nvSpPr>
            <p:spPr>
              <a:xfrm>
                <a:off x="39868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5" name="椭圆 8754">
                <a:extLst>
                  <a:ext uri="{FF2B5EF4-FFF2-40B4-BE49-F238E27FC236}">
                    <a16:creationId xmlns:a16="http://schemas.microsoft.com/office/drawing/2014/main" id="{0294EAB2-57E2-4F07-9684-D9F4407BE2E1}"/>
                  </a:ext>
                </a:extLst>
              </p:cNvPr>
              <p:cNvSpPr/>
              <p:nvPr/>
            </p:nvSpPr>
            <p:spPr>
              <a:xfrm>
                <a:off x="3929007"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6" name="椭圆 8755">
                <a:extLst>
                  <a:ext uri="{FF2B5EF4-FFF2-40B4-BE49-F238E27FC236}">
                    <a16:creationId xmlns:a16="http://schemas.microsoft.com/office/drawing/2014/main" id="{BDD9D2D3-3130-4E7B-84EB-6D02425FDD32}"/>
                  </a:ext>
                </a:extLst>
              </p:cNvPr>
              <p:cNvSpPr/>
              <p:nvPr/>
            </p:nvSpPr>
            <p:spPr>
              <a:xfrm>
                <a:off x="40368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7" name="椭圆 8756">
                <a:extLst>
                  <a:ext uri="{FF2B5EF4-FFF2-40B4-BE49-F238E27FC236}">
                    <a16:creationId xmlns:a16="http://schemas.microsoft.com/office/drawing/2014/main" id="{D39756F1-D34F-43C9-92C2-860A8C0C4B75}"/>
                  </a:ext>
                </a:extLst>
              </p:cNvPr>
              <p:cNvSpPr/>
              <p:nvPr/>
            </p:nvSpPr>
            <p:spPr>
              <a:xfrm>
                <a:off x="3900745" y="29349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8" name="椭圆 8757">
                <a:extLst>
                  <a:ext uri="{FF2B5EF4-FFF2-40B4-BE49-F238E27FC236}">
                    <a16:creationId xmlns:a16="http://schemas.microsoft.com/office/drawing/2014/main" id="{EE7E87F0-0EFF-4A67-AB24-59B793102690}"/>
                  </a:ext>
                </a:extLst>
              </p:cNvPr>
              <p:cNvSpPr/>
              <p:nvPr/>
            </p:nvSpPr>
            <p:spPr>
              <a:xfrm>
                <a:off x="3939394"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9" name="椭圆 8758">
                <a:extLst>
                  <a:ext uri="{FF2B5EF4-FFF2-40B4-BE49-F238E27FC236}">
                    <a16:creationId xmlns:a16="http://schemas.microsoft.com/office/drawing/2014/main" id="{B22C9E6E-A6F0-4695-8DD3-74A7C733D340}"/>
                  </a:ext>
                </a:extLst>
              </p:cNvPr>
              <p:cNvSpPr/>
              <p:nvPr/>
            </p:nvSpPr>
            <p:spPr>
              <a:xfrm>
                <a:off x="4046128" y="28496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0" name="椭圆 8759">
                <a:extLst>
                  <a:ext uri="{FF2B5EF4-FFF2-40B4-BE49-F238E27FC236}">
                    <a16:creationId xmlns:a16="http://schemas.microsoft.com/office/drawing/2014/main" id="{EDCAD913-96C7-4302-8A7B-B80E89C7A9B4}"/>
                  </a:ext>
                </a:extLst>
              </p:cNvPr>
              <p:cNvSpPr/>
              <p:nvPr/>
            </p:nvSpPr>
            <p:spPr>
              <a:xfrm>
                <a:off x="4262057" y="28409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1" name="椭圆 8760">
                <a:extLst>
                  <a:ext uri="{FF2B5EF4-FFF2-40B4-BE49-F238E27FC236}">
                    <a16:creationId xmlns:a16="http://schemas.microsoft.com/office/drawing/2014/main" id="{C5AF687B-DDA3-45F1-8168-B55DEA7BC06E}"/>
                  </a:ext>
                </a:extLst>
              </p:cNvPr>
              <p:cNvSpPr/>
              <p:nvPr/>
            </p:nvSpPr>
            <p:spPr>
              <a:xfrm>
                <a:off x="39805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2" name="椭圆 8761">
                <a:extLst>
                  <a:ext uri="{FF2B5EF4-FFF2-40B4-BE49-F238E27FC236}">
                    <a16:creationId xmlns:a16="http://schemas.microsoft.com/office/drawing/2014/main" id="{182AF229-50DE-42E2-9906-0E5616902E8F}"/>
                  </a:ext>
                </a:extLst>
              </p:cNvPr>
              <p:cNvSpPr/>
              <p:nvPr/>
            </p:nvSpPr>
            <p:spPr>
              <a:xfrm>
                <a:off x="4015995"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3" name="椭圆 8762">
                <a:extLst>
                  <a:ext uri="{FF2B5EF4-FFF2-40B4-BE49-F238E27FC236}">
                    <a16:creationId xmlns:a16="http://schemas.microsoft.com/office/drawing/2014/main" id="{C3AEF868-A79D-4868-A2E6-F043A5C10F3D}"/>
                  </a:ext>
                </a:extLst>
              </p:cNvPr>
              <p:cNvSpPr/>
              <p:nvPr/>
            </p:nvSpPr>
            <p:spPr>
              <a:xfrm>
                <a:off x="37207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4" name="椭圆 8763">
                <a:extLst>
                  <a:ext uri="{FF2B5EF4-FFF2-40B4-BE49-F238E27FC236}">
                    <a16:creationId xmlns:a16="http://schemas.microsoft.com/office/drawing/2014/main" id="{81FF12F3-73F4-4835-967B-17C20200EA0F}"/>
                  </a:ext>
                </a:extLst>
              </p:cNvPr>
              <p:cNvSpPr/>
              <p:nvPr/>
            </p:nvSpPr>
            <p:spPr>
              <a:xfrm>
                <a:off x="4032952" y="3018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5" name="椭圆 8764">
                <a:extLst>
                  <a:ext uri="{FF2B5EF4-FFF2-40B4-BE49-F238E27FC236}">
                    <a16:creationId xmlns:a16="http://schemas.microsoft.com/office/drawing/2014/main" id="{1616DB8B-6A15-46EE-A7F1-248A87D4AAB5}"/>
                  </a:ext>
                </a:extLst>
              </p:cNvPr>
              <p:cNvSpPr/>
              <p:nvPr/>
            </p:nvSpPr>
            <p:spPr>
              <a:xfrm>
                <a:off x="4017059" y="30174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6" name="椭圆 8765">
                <a:extLst>
                  <a:ext uri="{FF2B5EF4-FFF2-40B4-BE49-F238E27FC236}">
                    <a16:creationId xmlns:a16="http://schemas.microsoft.com/office/drawing/2014/main" id="{EAE66BE5-8106-449D-AAB8-190AA14AE55D}"/>
                  </a:ext>
                </a:extLst>
              </p:cNvPr>
              <p:cNvSpPr/>
              <p:nvPr/>
            </p:nvSpPr>
            <p:spPr>
              <a:xfrm>
                <a:off x="405262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7" name="椭圆 8766">
                <a:extLst>
                  <a:ext uri="{FF2B5EF4-FFF2-40B4-BE49-F238E27FC236}">
                    <a16:creationId xmlns:a16="http://schemas.microsoft.com/office/drawing/2014/main" id="{C414D664-9E88-4033-8D34-1DF9DE48A75D}"/>
                  </a:ext>
                </a:extLst>
              </p:cNvPr>
              <p:cNvSpPr/>
              <p:nvPr/>
            </p:nvSpPr>
            <p:spPr>
              <a:xfrm>
                <a:off x="3939834" y="30159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8" name="椭圆 8767">
                <a:extLst>
                  <a:ext uri="{FF2B5EF4-FFF2-40B4-BE49-F238E27FC236}">
                    <a16:creationId xmlns:a16="http://schemas.microsoft.com/office/drawing/2014/main" id="{137FF9D3-2861-4A71-B8DD-BA5B3CC80B81}"/>
                  </a:ext>
                </a:extLst>
              </p:cNvPr>
              <p:cNvSpPr/>
              <p:nvPr/>
            </p:nvSpPr>
            <p:spPr>
              <a:xfrm>
                <a:off x="3976465"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9" name="椭圆 8768">
                <a:extLst>
                  <a:ext uri="{FF2B5EF4-FFF2-40B4-BE49-F238E27FC236}">
                    <a16:creationId xmlns:a16="http://schemas.microsoft.com/office/drawing/2014/main" id="{16C67CC6-80FD-49C2-A0B4-5E6074B7CA46}"/>
                  </a:ext>
                </a:extLst>
              </p:cNvPr>
              <p:cNvSpPr/>
              <p:nvPr/>
            </p:nvSpPr>
            <p:spPr>
              <a:xfrm>
                <a:off x="3996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0" name="椭圆 8769">
                <a:extLst>
                  <a:ext uri="{FF2B5EF4-FFF2-40B4-BE49-F238E27FC236}">
                    <a16:creationId xmlns:a16="http://schemas.microsoft.com/office/drawing/2014/main" id="{ECDAC7CC-9D0A-4524-83A4-4DD6AC0780E5}"/>
                  </a:ext>
                </a:extLst>
              </p:cNvPr>
              <p:cNvSpPr/>
              <p:nvPr/>
            </p:nvSpPr>
            <p:spPr>
              <a:xfrm>
                <a:off x="39734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1" name="椭圆 8770">
                <a:extLst>
                  <a:ext uri="{FF2B5EF4-FFF2-40B4-BE49-F238E27FC236}">
                    <a16:creationId xmlns:a16="http://schemas.microsoft.com/office/drawing/2014/main" id="{130B107B-5895-49B7-9A6E-DF70F7CACD84}"/>
                  </a:ext>
                </a:extLst>
              </p:cNvPr>
              <p:cNvSpPr/>
              <p:nvPr/>
            </p:nvSpPr>
            <p:spPr>
              <a:xfrm>
                <a:off x="399933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2" name="椭圆 8771">
                <a:extLst>
                  <a:ext uri="{FF2B5EF4-FFF2-40B4-BE49-F238E27FC236}">
                    <a16:creationId xmlns:a16="http://schemas.microsoft.com/office/drawing/2014/main" id="{7B13C640-1DEC-4336-8CE3-FBCF6B8BA429}"/>
                  </a:ext>
                </a:extLst>
              </p:cNvPr>
              <p:cNvSpPr/>
              <p:nvPr/>
            </p:nvSpPr>
            <p:spPr>
              <a:xfrm>
                <a:off x="409241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3" name="椭圆 8772">
                <a:extLst>
                  <a:ext uri="{FF2B5EF4-FFF2-40B4-BE49-F238E27FC236}">
                    <a16:creationId xmlns:a16="http://schemas.microsoft.com/office/drawing/2014/main" id="{A5D10018-AC00-4810-A982-86EFD446D5EE}"/>
                  </a:ext>
                </a:extLst>
              </p:cNvPr>
              <p:cNvSpPr/>
              <p:nvPr/>
            </p:nvSpPr>
            <p:spPr>
              <a:xfrm>
                <a:off x="3995587"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4" name="椭圆 8773">
                <a:extLst>
                  <a:ext uri="{FF2B5EF4-FFF2-40B4-BE49-F238E27FC236}">
                    <a16:creationId xmlns:a16="http://schemas.microsoft.com/office/drawing/2014/main" id="{1D0F076B-95A4-42BA-BCB7-CFBD38706E8A}"/>
                  </a:ext>
                </a:extLst>
              </p:cNvPr>
              <p:cNvSpPr/>
              <p:nvPr/>
            </p:nvSpPr>
            <p:spPr>
              <a:xfrm>
                <a:off x="40255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5" name="椭圆 8774">
                <a:extLst>
                  <a:ext uri="{FF2B5EF4-FFF2-40B4-BE49-F238E27FC236}">
                    <a16:creationId xmlns:a16="http://schemas.microsoft.com/office/drawing/2014/main" id="{EC34F6EB-6043-444A-A61F-7653C8D88666}"/>
                  </a:ext>
                </a:extLst>
              </p:cNvPr>
              <p:cNvSpPr/>
              <p:nvPr/>
            </p:nvSpPr>
            <p:spPr>
              <a:xfrm>
                <a:off x="40168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6" name="椭圆 8775">
                <a:extLst>
                  <a:ext uri="{FF2B5EF4-FFF2-40B4-BE49-F238E27FC236}">
                    <a16:creationId xmlns:a16="http://schemas.microsoft.com/office/drawing/2014/main" id="{55BCBA53-8A13-4F94-B035-0100F07C8397}"/>
                  </a:ext>
                </a:extLst>
              </p:cNvPr>
              <p:cNvSpPr/>
              <p:nvPr/>
            </p:nvSpPr>
            <p:spPr>
              <a:xfrm>
                <a:off x="404190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7" name="椭圆 8776">
                <a:extLst>
                  <a:ext uri="{FF2B5EF4-FFF2-40B4-BE49-F238E27FC236}">
                    <a16:creationId xmlns:a16="http://schemas.microsoft.com/office/drawing/2014/main" id="{DD0523AB-ABC9-47C5-BB2A-5C3DB5D7D35F}"/>
                  </a:ext>
                </a:extLst>
              </p:cNvPr>
              <p:cNvSpPr/>
              <p:nvPr/>
            </p:nvSpPr>
            <p:spPr>
              <a:xfrm>
                <a:off x="390147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8" name="椭圆 8777">
                <a:extLst>
                  <a:ext uri="{FF2B5EF4-FFF2-40B4-BE49-F238E27FC236}">
                    <a16:creationId xmlns:a16="http://schemas.microsoft.com/office/drawing/2014/main" id="{373774BC-5031-46ED-BB36-F70430958CE4}"/>
                  </a:ext>
                </a:extLst>
              </p:cNvPr>
              <p:cNvSpPr/>
              <p:nvPr/>
            </p:nvSpPr>
            <p:spPr>
              <a:xfrm>
                <a:off x="412071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9" name="椭圆 8778">
                <a:extLst>
                  <a:ext uri="{FF2B5EF4-FFF2-40B4-BE49-F238E27FC236}">
                    <a16:creationId xmlns:a16="http://schemas.microsoft.com/office/drawing/2014/main" id="{6A5502AE-5543-4EB0-A02A-58DA888344F1}"/>
                  </a:ext>
                </a:extLst>
              </p:cNvPr>
              <p:cNvSpPr/>
              <p:nvPr/>
            </p:nvSpPr>
            <p:spPr>
              <a:xfrm>
                <a:off x="3999882"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0" name="椭圆 8779">
                <a:extLst>
                  <a:ext uri="{FF2B5EF4-FFF2-40B4-BE49-F238E27FC236}">
                    <a16:creationId xmlns:a16="http://schemas.microsoft.com/office/drawing/2014/main" id="{43E0299D-585B-49A8-A552-000DF3173AEC}"/>
                  </a:ext>
                </a:extLst>
              </p:cNvPr>
              <p:cNvSpPr/>
              <p:nvPr/>
            </p:nvSpPr>
            <p:spPr>
              <a:xfrm>
                <a:off x="382062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1" name="椭圆 8780">
                <a:extLst>
                  <a:ext uri="{FF2B5EF4-FFF2-40B4-BE49-F238E27FC236}">
                    <a16:creationId xmlns:a16="http://schemas.microsoft.com/office/drawing/2014/main" id="{00F55F52-42FB-4CDA-A4EC-A557292C4DF5}"/>
                  </a:ext>
                </a:extLst>
              </p:cNvPr>
              <p:cNvSpPr/>
              <p:nvPr/>
            </p:nvSpPr>
            <p:spPr>
              <a:xfrm>
                <a:off x="3933631"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2" name="椭圆 8781">
                <a:extLst>
                  <a:ext uri="{FF2B5EF4-FFF2-40B4-BE49-F238E27FC236}">
                    <a16:creationId xmlns:a16="http://schemas.microsoft.com/office/drawing/2014/main" id="{27D2D246-F492-482F-8734-ABFBA66EE2AB}"/>
                  </a:ext>
                </a:extLst>
              </p:cNvPr>
              <p:cNvSpPr/>
              <p:nvPr/>
            </p:nvSpPr>
            <p:spPr>
              <a:xfrm>
                <a:off x="402252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3" name="椭圆 8782">
                <a:extLst>
                  <a:ext uri="{FF2B5EF4-FFF2-40B4-BE49-F238E27FC236}">
                    <a16:creationId xmlns:a16="http://schemas.microsoft.com/office/drawing/2014/main" id="{26FF553D-7426-4805-8541-87EFA7333BCA}"/>
                  </a:ext>
                </a:extLst>
              </p:cNvPr>
              <p:cNvSpPr/>
              <p:nvPr/>
            </p:nvSpPr>
            <p:spPr>
              <a:xfrm>
                <a:off x="402065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4" name="椭圆 8783">
                <a:extLst>
                  <a:ext uri="{FF2B5EF4-FFF2-40B4-BE49-F238E27FC236}">
                    <a16:creationId xmlns:a16="http://schemas.microsoft.com/office/drawing/2014/main" id="{1CF0C26A-3EA7-4668-A248-E103FC88F260}"/>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5" name="椭圆 8784">
                <a:extLst>
                  <a:ext uri="{FF2B5EF4-FFF2-40B4-BE49-F238E27FC236}">
                    <a16:creationId xmlns:a16="http://schemas.microsoft.com/office/drawing/2014/main" id="{91C2981A-1E4A-4C7E-8E26-D237B1E3AE2D}"/>
                  </a:ext>
                </a:extLst>
              </p:cNvPr>
              <p:cNvSpPr/>
              <p:nvPr/>
            </p:nvSpPr>
            <p:spPr>
              <a:xfrm>
                <a:off x="40096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6" name="椭圆 8785">
                <a:extLst>
                  <a:ext uri="{FF2B5EF4-FFF2-40B4-BE49-F238E27FC236}">
                    <a16:creationId xmlns:a16="http://schemas.microsoft.com/office/drawing/2014/main" id="{08811265-886D-4C61-8CDD-959B04554FA6}"/>
                  </a:ext>
                </a:extLst>
              </p:cNvPr>
              <p:cNvSpPr/>
              <p:nvPr/>
            </p:nvSpPr>
            <p:spPr>
              <a:xfrm>
                <a:off x="39654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7" name="椭圆 8786">
                <a:extLst>
                  <a:ext uri="{FF2B5EF4-FFF2-40B4-BE49-F238E27FC236}">
                    <a16:creationId xmlns:a16="http://schemas.microsoft.com/office/drawing/2014/main" id="{DFF037B0-C35D-4D01-B64A-F3D233107418}"/>
                  </a:ext>
                </a:extLst>
              </p:cNvPr>
              <p:cNvSpPr/>
              <p:nvPr/>
            </p:nvSpPr>
            <p:spPr>
              <a:xfrm>
                <a:off x="406719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8" name="椭圆 8787">
                <a:extLst>
                  <a:ext uri="{FF2B5EF4-FFF2-40B4-BE49-F238E27FC236}">
                    <a16:creationId xmlns:a16="http://schemas.microsoft.com/office/drawing/2014/main" id="{B85CB65C-523F-4941-BF5A-36B3634CA708}"/>
                  </a:ext>
                </a:extLst>
              </p:cNvPr>
              <p:cNvSpPr/>
              <p:nvPr/>
            </p:nvSpPr>
            <p:spPr>
              <a:xfrm>
                <a:off x="397683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9" name="椭圆 8788">
                <a:extLst>
                  <a:ext uri="{FF2B5EF4-FFF2-40B4-BE49-F238E27FC236}">
                    <a16:creationId xmlns:a16="http://schemas.microsoft.com/office/drawing/2014/main" id="{741ACF1D-9D6A-475D-B038-66A123F0B826}"/>
                  </a:ext>
                </a:extLst>
              </p:cNvPr>
              <p:cNvSpPr/>
              <p:nvPr/>
            </p:nvSpPr>
            <p:spPr>
              <a:xfrm>
                <a:off x="40473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0" name="椭圆 8789">
                <a:extLst>
                  <a:ext uri="{FF2B5EF4-FFF2-40B4-BE49-F238E27FC236}">
                    <a16:creationId xmlns:a16="http://schemas.microsoft.com/office/drawing/2014/main" id="{45622189-D44B-458C-A086-287C3069AA17}"/>
                  </a:ext>
                </a:extLst>
              </p:cNvPr>
              <p:cNvSpPr/>
              <p:nvPr/>
            </p:nvSpPr>
            <p:spPr>
              <a:xfrm>
                <a:off x="40150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1" name="椭圆 8790">
                <a:extLst>
                  <a:ext uri="{FF2B5EF4-FFF2-40B4-BE49-F238E27FC236}">
                    <a16:creationId xmlns:a16="http://schemas.microsoft.com/office/drawing/2014/main" id="{F1ED638D-4CF3-4D91-8F48-C86FB22E8CF9}"/>
                  </a:ext>
                </a:extLst>
              </p:cNvPr>
              <p:cNvSpPr/>
              <p:nvPr/>
            </p:nvSpPr>
            <p:spPr>
              <a:xfrm>
                <a:off x="3984466"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2" name="椭圆 8791">
                <a:extLst>
                  <a:ext uri="{FF2B5EF4-FFF2-40B4-BE49-F238E27FC236}">
                    <a16:creationId xmlns:a16="http://schemas.microsoft.com/office/drawing/2014/main" id="{4F073375-3C4C-40E4-B7AE-D345251752F7}"/>
                  </a:ext>
                </a:extLst>
              </p:cNvPr>
              <p:cNvSpPr/>
              <p:nvPr/>
            </p:nvSpPr>
            <p:spPr>
              <a:xfrm>
                <a:off x="3956314"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3" name="椭圆 8792">
                <a:extLst>
                  <a:ext uri="{FF2B5EF4-FFF2-40B4-BE49-F238E27FC236}">
                    <a16:creationId xmlns:a16="http://schemas.microsoft.com/office/drawing/2014/main" id="{9F58CD90-D42D-42D0-BD68-896FE2C6CBE9}"/>
                  </a:ext>
                </a:extLst>
              </p:cNvPr>
              <p:cNvSpPr/>
              <p:nvPr/>
            </p:nvSpPr>
            <p:spPr>
              <a:xfrm>
                <a:off x="398083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4" name="椭圆 8793">
                <a:extLst>
                  <a:ext uri="{FF2B5EF4-FFF2-40B4-BE49-F238E27FC236}">
                    <a16:creationId xmlns:a16="http://schemas.microsoft.com/office/drawing/2014/main" id="{F97F1116-79FF-46EA-8269-307340A75549}"/>
                  </a:ext>
                </a:extLst>
              </p:cNvPr>
              <p:cNvSpPr/>
              <p:nvPr/>
            </p:nvSpPr>
            <p:spPr>
              <a:xfrm>
                <a:off x="40033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5" name="椭圆 8794">
                <a:extLst>
                  <a:ext uri="{FF2B5EF4-FFF2-40B4-BE49-F238E27FC236}">
                    <a16:creationId xmlns:a16="http://schemas.microsoft.com/office/drawing/2014/main" id="{6D9A5892-BD0E-422C-BFE3-3ADAB39C6AFA}"/>
                  </a:ext>
                </a:extLst>
              </p:cNvPr>
              <p:cNvSpPr/>
              <p:nvPr/>
            </p:nvSpPr>
            <p:spPr>
              <a:xfrm>
                <a:off x="4053836"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6" name="椭圆 8795">
                <a:extLst>
                  <a:ext uri="{FF2B5EF4-FFF2-40B4-BE49-F238E27FC236}">
                    <a16:creationId xmlns:a16="http://schemas.microsoft.com/office/drawing/2014/main" id="{9EFD0840-5168-43DD-8506-5870443AE1B4}"/>
                  </a:ext>
                </a:extLst>
              </p:cNvPr>
              <p:cNvSpPr/>
              <p:nvPr/>
            </p:nvSpPr>
            <p:spPr>
              <a:xfrm>
                <a:off x="3903387"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7" name="椭圆 8796">
                <a:extLst>
                  <a:ext uri="{FF2B5EF4-FFF2-40B4-BE49-F238E27FC236}">
                    <a16:creationId xmlns:a16="http://schemas.microsoft.com/office/drawing/2014/main" id="{7A2D8EDF-9B32-446C-BB94-423AB1945E2C}"/>
                  </a:ext>
                </a:extLst>
              </p:cNvPr>
              <p:cNvSpPr/>
              <p:nvPr/>
            </p:nvSpPr>
            <p:spPr>
              <a:xfrm>
                <a:off x="3971400"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8" name="椭圆 8797">
                <a:extLst>
                  <a:ext uri="{FF2B5EF4-FFF2-40B4-BE49-F238E27FC236}">
                    <a16:creationId xmlns:a16="http://schemas.microsoft.com/office/drawing/2014/main" id="{464AEF60-3E1C-4BD3-99E5-1F80AB00EE05}"/>
                  </a:ext>
                </a:extLst>
              </p:cNvPr>
              <p:cNvSpPr/>
              <p:nvPr/>
            </p:nvSpPr>
            <p:spPr>
              <a:xfrm>
                <a:off x="3972758"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9" name="椭圆 8798">
                <a:extLst>
                  <a:ext uri="{FF2B5EF4-FFF2-40B4-BE49-F238E27FC236}">
                    <a16:creationId xmlns:a16="http://schemas.microsoft.com/office/drawing/2014/main" id="{759F494E-984E-42B6-AD99-D369734B3FD8}"/>
                  </a:ext>
                </a:extLst>
              </p:cNvPr>
              <p:cNvSpPr/>
              <p:nvPr/>
            </p:nvSpPr>
            <p:spPr>
              <a:xfrm>
                <a:off x="407758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0" name="椭圆 8799">
                <a:extLst>
                  <a:ext uri="{FF2B5EF4-FFF2-40B4-BE49-F238E27FC236}">
                    <a16:creationId xmlns:a16="http://schemas.microsoft.com/office/drawing/2014/main" id="{5482A923-C5B2-457D-9C09-776052A5D7E3}"/>
                  </a:ext>
                </a:extLst>
              </p:cNvPr>
              <p:cNvSpPr/>
              <p:nvPr/>
            </p:nvSpPr>
            <p:spPr>
              <a:xfrm>
                <a:off x="40717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1" name="椭圆 8800">
                <a:extLst>
                  <a:ext uri="{FF2B5EF4-FFF2-40B4-BE49-F238E27FC236}">
                    <a16:creationId xmlns:a16="http://schemas.microsoft.com/office/drawing/2014/main" id="{28966B25-4911-479A-9993-F4A36CBECA7F}"/>
                  </a:ext>
                </a:extLst>
              </p:cNvPr>
              <p:cNvSpPr/>
              <p:nvPr/>
            </p:nvSpPr>
            <p:spPr>
              <a:xfrm>
                <a:off x="4107864"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2" name="椭圆 8801">
                <a:extLst>
                  <a:ext uri="{FF2B5EF4-FFF2-40B4-BE49-F238E27FC236}">
                    <a16:creationId xmlns:a16="http://schemas.microsoft.com/office/drawing/2014/main" id="{B0AF7427-2AD4-4B20-B543-783B37CDF523}"/>
                  </a:ext>
                </a:extLst>
              </p:cNvPr>
              <p:cNvSpPr/>
              <p:nvPr/>
            </p:nvSpPr>
            <p:spPr>
              <a:xfrm>
                <a:off x="402957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3" name="椭圆 8802">
                <a:extLst>
                  <a:ext uri="{FF2B5EF4-FFF2-40B4-BE49-F238E27FC236}">
                    <a16:creationId xmlns:a16="http://schemas.microsoft.com/office/drawing/2014/main" id="{0B5A9E73-E9B6-45F5-B0BE-8ED0684E0EC0}"/>
                  </a:ext>
                </a:extLst>
              </p:cNvPr>
              <p:cNvSpPr/>
              <p:nvPr/>
            </p:nvSpPr>
            <p:spPr>
              <a:xfrm>
                <a:off x="402550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4" name="椭圆 8803">
                <a:extLst>
                  <a:ext uri="{FF2B5EF4-FFF2-40B4-BE49-F238E27FC236}">
                    <a16:creationId xmlns:a16="http://schemas.microsoft.com/office/drawing/2014/main" id="{71B0EF07-C33B-4F8E-86D8-6758A289F4AD}"/>
                  </a:ext>
                </a:extLst>
              </p:cNvPr>
              <p:cNvSpPr/>
              <p:nvPr/>
            </p:nvSpPr>
            <p:spPr>
              <a:xfrm>
                <a:off x="40358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5" name="椭圆 8804">
                <a:extLst>
                  <a:ext uri="{FF2B5EF4-FFF2-40B4-BE49-F238E27FC236}">
                    <a16:creationId xmlns:a16="http://schemas.microsoft.com/office/drawing/2014/main" id="{CB164025-50D9-49CB-A847-F434C5ADF0B0}"/>
                  </a:ext>
                </a:extLst>
              </p:cNvPr>
              <p:cNvSpPr/>
              <p:nvPr/>
            </p:nvSpPr>
            <p:spPr>
              <a:xfrm>
                <a:off x="411153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6" name="椭圆 8805">
                <a:extLst>
                  <a:ext uri="{FF2B5EF4-FFF2-40B4-BE49-F238E27FC236}">
                    <a16:creationId xmlns:a16="http://schemas.microsoft.com/office/drawing/2014/main" id="{602984EE-1C81-4CCC-8499-27D9AE29FE07}"/>
                  </a:ext>
                </a:extLst>
              </p:cNvPr>
              <p:cNvSpPr/>
              <p:nvPr/>
            </p:nvSpPr>
            <p:spPr>
              <a:xfrm>
                <a:off x="411113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7" name="椭圆 8806">
                <a:extLst>
                  <a:ext uri="{FF2B5EF4-FFF2-40B4-BE49-F238E27FC236}">
                    <a16:creationId xmlns:a16="http://schemas.microsoft.com/office/drawing/2014/main" id="{55D85C01-E473-4F0C-91AC-3105AFF2393D}"/>
                  </a:ext>
                </a:extLst>
              </p:cNvPr>
              <p:cNvSpPr/>
              <p:nvPr/>
            </p:nvSpPr>
            <p:spPr>
              <a:xfrm>
                <a:off x="4093036"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8" name="椭圆 8807">
                <a:extLst>
                  <a:ext uri="{FF2B5EF4-FFF2-40B4-BE49-F238E27FC236}">
                    <a16:creationId xmlns:a16="http://schemas.microsoft.com/office/drawing/2014/main" id="{9437092C-1D35-4F54-BAFA-F4FB206EA046}"/>
                  </a:ext>
                </a:extLst>
              </p:cNvPr>
              <p:cNvSpPr/>
              <p:nvPr/>
            </p:nvSpPr>
            <p:spPr>
              <a:xfrm>
                <a:off x="40413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9" name="椭圆 8808">
                <a:extLst>
                  <a:ext uri="{FF2B5EF4-FFF2-40B4-BE49-F238E27FC236}">
                    <a16:creationId xmlns:a16="http://schemas.microsoft.com/office/drawing/2014/main" id="{F1BA2849-9392-4DD0-AC28-AE5AF974BF7E}"/>
                  </a:ext>
                </a:extLst>
              </p:cNvPr>
              <p:cNvSpPr/>
              <p:nvPr/>
            </p:nvSpPr>
            <p:spPr>
              <a:xfrm>
                <a:off x="4015958" y="30379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0" name="椭圆 8809">
                <a:extLst>
                  <a:ext uri="{FF2B5EF4-FFF2-40B4-BE49-F238E27FC236}">
                    <a16:creationId xmlns:a16="http://schemas.microsoft.com/office/drawing/2014/main" id="{AE6A524B-BD42-46E8-BC18-D59AB4E50077}"/>
                  </a:ext>
                </a:extLst>
              </p:cNvPr>
              <p:cNvSpPr/>
              <p:nvPr/>
            </p:nvSpPr>
            <p:spPr>
              <a:xfrm>
                <a:off x="414544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1" name="椭圆 8810">
                <a:extLst>
                  <a:ext uri="{FF2B5EF4-FFF2-40B4-BE49-F238E27FC236}">
                    <a16:creationId xmlns:a16="http://schemas.microsoft.com/office/drawing/2014/main" id="{61C78840-2036-4ADE-A671-2BDFF80D467B}"/>
                  </a:ext>
                </a:extLst>
              </p:cNvPr>
              <p:cNvSpPr/>
              <p:nvPr/>
            </p:nvSpPr>
            <p:spPr>
              <a:xfrm>
                <a:off x="3884228"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2" name="椭圆 8811">
                <a:extLst>
                  <a:ext uri="{FF2B5EF4-FFF2-40B4-BE49-F238E27FC236}">
                    <a16:creationId xmlns:a16="http://schemas.microsoft.com/office/drawing/2014/main" id="{61AF9DD1-7AF3-4328-A1BD-A6414A4086AB}"/>
                  </a:ext>
                </a:extLst>
              </p:cNvPr>
              <p:cNvSpPr/>
              <p:nvPr/>
            </p:nvSpPr>
            <p:spPr>
              <a:xfrm>
                <a:off x="4231556" y="278158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3" name="椭圆 8812">
                <a:extLst>
                  <a:ext uri="{FF2B5EF4-FFF2-40B4-BE49-F238E27FC236}">
                    <a16:creationId xmlns:a16="http://schemas.microsoft.com/office/drawing/2014/main" id="{1591DE94-C89A-4668-B464-F8B5C5F83148}"/>
                  </a:ext>
                </a:extLst>
              </p:cNvPr>
              <p:cNvSpPr/>
              <p:nvPr/>
            </p:nvSpPr>
            <p:spPr>
              <a:xfrm>
                <a:off x="4137301" y="27408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4" name="椭圆 8813">
                <a:extLst>
                  <a:ext uri="{FF2B5EF4-FFF2-40B4-BE49-F238E27FC236}">
                    <a16:creationId xmlns:a16="http://schemas.microsoft.com/office/drawing/2014/main" id="{FE1A594B-94B9-48D7-A73B-7BDE2B2C1464}"/>
                  </a:ext>
                </a:extLst>
              </p:cNvPr>
              <p:cNvSpPr/>
              <p:nvPr/>
            </p:nvSpPr>
            <p:spPr>
              <a:xfrm>
                <a:off x="3993165"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5" name="椭圆 8814">
                <a:extLst>
                  <a:ext uri="{FF2B5EF4-FFF2-40B4-BE49-F238E27FC236}">
                    <a16:creationId xmlns:a16="http://schemas.microsoft.com/office/drawing/2014/main" id="{2227866F-D983-4398-A7B9-8A560FC2286F}"/>
                  </a:ext>
                </a:extLst>
              </p:cNvPr>
              <p:cNvSpPr/>
              <p:nvPr/>
            </p:nvSpPr>
            <p:spPr>
              <a:xfrm>
                <a:off x="40477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6" name="椭圆 8815">
                <a:extLst>
                  <a:ext uri="{FF2B5EF4-FFF2-40B4-BE49-F238E27FC236}">
                    <a16:creationId xmlns:a16="http://schemas.microsoft.com/office/drawing/2014/main" id="{4C6473DC-9810-40CC-B704-FF0E2A3C23C9}"/>
                  </a:ext>
                </a:extLst>
              </p:cNvPr>
              <p:cNvSpPr/>
              <p:nvPr/>
            </p:nvSpPr>
            <p:spPr>
              <a:xfrm>
                <a:off x="40965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7" name="椭圆 8816">
                <a:extLst>
                  <a:ext uri="{FF2B5EF4-FFF2-40B4-BE49-F238E27FC236}">
                    <a16:creationId xmlns:a16="http://schemas.microsoft.com/office/drawing/2014/main" id="{B5E38BB3-1CE4-4AD3-BD0F-8D10E4DEC206}"/>
                  </a:ext>
                </a:extLst>
              </p:cNvPr>
              <p:cNvSpPr/>
              <p:nvPr/>
            </p:nvSpPr>
            <p:spPr>
              <a:xfrm>
                <a:off x="410650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8" name="椭圆 8817">
                <a:extLst>
                  <a:ext uri="{FF2B5EF4-FFF2-40B4-BE49-F238E27FC236}">
                    <a16:creationId xmlns:a16="http://schemas.microsoft.com/office/drawing/2014/main" id="{68DD5FC7-9FCD-4DE6-9485-EFD668A14582}"/>
                  </a:ext>
                </a:extLst>
              </p:cNvPr>
              <p:cNvSpPr/>
              <p:nvPr/>
            </p:nvSpPr>
            <p:spPr>
              <a:xfrm>
                <a:off x="4035668"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9" name="椭圆 8818">
                <a:extLst>
                  <a:ext uri="{FF2B5EF4-FFF2-40B4-BE49-F238E27FC236}">
                    <a16:creationId xmlns:a16="http://schemas.microsoft.com/office/drawing/2014/main" id="{FD8789BC-1153-4E64-BE9B-5CC10CCAC7F0}"/>
                  </a:ext>
                </a:extLst>
              </p:cNvPr>
              <p:cNvSpPr/>
              <p:nvPr/>
            </p:nvSpPr>
            <p:spPr>
              <a:xfrm>
                <a:off x="4020656"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0" name="椭圆 8819">
                <a:extLst>
                  <a:ext uri="{FF2B5EF4-FFF2-40B4-BE49-F238E27FC236}">
                    <a16:creationId xmlns:a16="http://schemas.microsoft.com/office/drawing/2014/main" id="{F4FB5916-D7B5-4634-897E-FC96CCB5FCB6}"/>
                  </a:ext>
                </a:extLst>
              </p:cNvPr>
              <p:cNvSpPr/>
              <p:nvPr/>
            </p:nvSpPr>
            <p:spPr>
              <a:xfrm>
                <a:off x="402484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1" name="椭圆 8820">
                <a:extLst>
                  <a:ext uri="{FF2B5EF4-FFF2-40B4-BE49-F238E27FC236}">
                    <a16:creationId xmlns:a16="http://schemas.microsoft.com/office/drawing/2014/main" id="{A5131F21-E544-44DF-94A8-E835445DABBA}"/>
                  </a:ext>
                </a:extLst>
              </p:cNvPr>
              <p:cNvSpPr/>
              <p:nvPr/>
            </p:nvSpPr>
            <p:spPr>
              <a:xfrm>
                <a:off x="39257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2" name="椭圆 8821">
                <a:extLst>
                  <a:ext uri="{FF2B5EF4-FFF2-40B4-BE49-F238E27FC236}">
                    <a16:creationId xmlns:a16="http://schemas.microsoft.com/office/drawing/2014/main" id="{1357477D-B5EE-4903-8C9D-AC2036CD623F}"/>
                  </a:ext>
                </a:extLst>
              </p:cNvPr>
              <p:cNvSpPr/>
              <p:nvPr/>
            </p:nvSpPr>
            <p:spPr>
              <a:xfrm>
                <a:off x="4128198"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3" name="椭圆 8822">
                <a:extLst>
                  <a:ext uri="{FF2B5EF4-FFF2-40B4-BE49-F238E27FC236}">
                    <a16:creationId xmlns:a16="http://schemas.microsoft.com/office/drawing/2014/main" id="{69AC605F-F128-46E1-8C46-A229320D64AC}"/>
                  </a:ext>
                </a:extLst>
              </p:cNvPr>
              <p:cNvSpPr/>
              <p:nvPr/>
            </p:nvSpPr>
            <p:spPr>
              <a:xfrm>
                <a:off x="407127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4" name="椭圆 8823">
                <a:extLst>
                  <a:ext uri="{FF2B5EF4-FFF2-40B4-BE49-F238E27FC236}">
                    <a16:creationId xmlns:a16="http://schemas.microsoft.com/office/drawing/2014/main" id="{28D5BDD6-B891-4252-AFAA-1E32438861C5}"/>
                  </a:ext>
                </a:extLst>
              </p:cNvPr>
              <p:cNvSpPr/>
              <p:nvPr/>
            </p:nvSpPr>
            <p:spPr>
              <a:xfrm>
                <a:off x="40489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5" name="椭圆 8824">
                <a:extLst>
                  <a:ext uri="{FF2B5EF4-FFF2-40B4-BE49-F238E27FC236}">
                    <a16:creationId xmlns:a16="http://schemas.microsoft.com/office/drawing/2014/main" id="{8C95B9A7-2683-4E94-8AAA-4723180783B7}"/>
                  </a:ext>
                </a:extLst>
              </p:cNvPr>
              <p:cNvSpPr/>
              <p:nvPr/>
            </p:nvSpPr>
            <p:spPr>
              <a:xfrm>
                <a:off x="38797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6" name="椭圆 8825">
                <a:extLst>
                  <a:ext uri="{FF2B5EF4-FFF2-40B4-BE49-F238E27FC236}">
                    <a16:creationId xmlns:a16="http://schemas.microsoft.com/office/drawing/2014/main" id="{43EE1CBA-D8F1-4C8E-9785-B19F06E429C7}"/>
                  </a:ext>
                </a:extLst>
              </p:cNvPr>
              <p:cNvSpPr/>
              <p:nvPr/>
            </p:nvSpPr>
            <p:spPr>
              <a:xfrm>
                <a:off x="4071711"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7" name="椭圆 8826">
                <a:extLst>
                  <a:ext uri="{FF2B5EF4-FFF2-40B4-BE49-F238E27FC236}">
                    <a16:creationId xmlns:a16="http://schemas.microsoft.com/office/drawing/2014/main" id="{E8237E1B-CFD5-4DB6-A1F4-94BB2C98A04C}"/>
                  </a:ext>
                </a:extLst>
              </p:cNvPr>
              <p:cNvSpPr/>
              <p:nvPr/>
            </p:nvSpPr>
            <p:spPr>
              <a:xfrm>
                <a:off x="4112599"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8" name="椭圆 8827">
                <a:extLst>
                  <a:ext uri="{FF2B5EF4-FFF2-40B4-BE49-F238E27FC236}">
                    <a16:creationId xmlns:a16="http://schemas.microsoft.com/office/drawing/2014/main" id="{ADF43834-F742-41EF-AC8E-A25150A0C9FF}"/>
                  </a:ext>
                </a:extLst>
              </p:cNvPr>
              <p:cNvSpPr/>
              <p:nvPr/>
            </p:nvSpPr>
            <p:spPr>
              <a:xfrm>
                <a:off x="398666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9" name="椭圆 8828">
                <a:extLst>
                  <a:ext uri="{FF2B5EF4-FFF2-40B4-BE49-F238E27FC236}">
                    <a16:creationId xmlns:a16="http://schemas.microsoft.com/office/drawing/2014/main" id="{203BA226-0526-4C06-BCFF-BDAF2C77302D}"/>
                  </a:ext>
                </a:extLst>
              </p:cNvPr>
              <p:cNvSpPr/>
              <p:nvPr/>
            </p:nvSpPr>
            <p:spPr>
              <a:xfrm>
                <a:off x="40103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0" name="椭圆 8829">
                <a:extLst>
                  <a:ext uri="{FF2B5EF4-FFF2-40B4-BE49-F238E27FC236}">
                    <a16:creationId xmlns:a16="http://schemas.microsoft.com/office/drawing/2014/main" id="{2151A8FB-6BD8-4983-9DD3-FD8CD825EE3D}"/>
                  </a:ext>
                </a:extLst>
              </p:cNvPr>
              <p:cNvSpPr/>
              <p:nvPr/>
            </p:nvSpPr>
            <p:spPr>
              <a:xfrm>
                <a:off x="400670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1" name="椭圆 8830">
                <a:extLst>
                  <a:ext uri="{FF2B5EF4-FFF2-40B4-BE49-F238E27FC236}">
                    <a16:creationId xmlns:a16="http://schemas.microsoft.com/office/drawing/2014/main" id="{F3AC8558-2F1F-4996-8FE6-5D1B06C174ED}"/>
                  </a:ext>
                </a:extLst>
              </p:cNvPr>
              <p:cNvSpPr/>
              <p:nvPr/>
            </p:nvSpPr>
            <p:spPr>
              <a:xfrm>
                <a:off x="403544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2" name="椭圆 8831">
                <a:extLst>
                  <a:ext uri="{FF2B5EF4-FFF2-40B4-BE49-F238E27FC236}">
                    <a16:creationId xmlns:a16="http://schemas.microsoft.com/office/drawing/2014/main" id="{2F459F50-9AED-4741-B86C-6BBF9051D9A2}"/>
                  </a:ext>
                </a:extLst>
              </p:cNvPr>
              <p:cNvSpPr/>
              <p:nvPr/>
            </p:nvSpPr>
            <p:spPr>
              <a:xfrm>
                <a:off x="4010416"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3" name="椭圆 8832">
                <a:extLst>
                  <a:ext uri="{FF2B5EF4-FFF2-40B4-BE49-F238E27FC236}">
                    <a16:creationId xmlns:a16="http://schemas.microsoft.com/office/drawing/2014/main" id="{D44755DF-BF20-4151-9E2F-ADAE98BEB4A8}"/>
                  </a:ext>
                </a:extLst>
              </p:cNvPr>
              <p:cNvSpPr/>
              <p:nvPr/>
            </p:nvSpPr>
            <p:spPr>
              <a:xfrm>
                <a:off x="3755691"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4" name="椭圆 8833">
                <a:extLst>
                  <a:ext uri="{FF2B5EF4-FFF2-40B4-BE49-F238E27FC236}">
                    <a16:creationId xmlns:a16="http://schemas.microsoft.com/office/drawing/2014/main" id="{894C7025-833B-4B63-B7E0-08025788D9FD}"/>
                  </a:ext>
                </a:extLst>
              </p:cNvPr>
              <p:cNvSpPr/>
              <p:nvPr/>
            </p:nvSpPr>
            <p:spPr>
              <a:xfrm>
                <a:off x="3861765"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5" name="椭圆 8834">
                <a:extLst>
                  <a:ext uri="{FF2B5EF4-FFF2-40B4-BE49-F238E27FC236}">
                    <a16:creationId xmlns:a16="http://schemas.microsoft.com/office/drawing/2014/main" id="{20566D05-65D6-4943-BA99-FB655BEE88DD}"/>
                  </a:ext>
                </a:extLst>
              </p:cNvPr>
              <p:cNvSpPr/>
              <p:nvPr/>
            </p:nvSpPr>
            <p:spPr>
              <a:xfrm>
                <a:off x="40724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6" name="椭圆 8835">
                <a:extLst>
                  <a:ext uri="{FF2B5EF4-FFF2-40B4-BE49-F238E27FC236}">
                    <a16:creationId xmlns:a16="http://schemas.microsoft.com/office/drawing/2014/main" id="{CA45E6B2-280E-48C1-A4EA-92204186632F}"/>
                  </a:ext>
                </a:extLst>
              </p:cNvPr>
              <p:cNvSpPr/>
              <p:nvPr/>
            </p:nvSpPr>
            <p:spPr>
              <a:xfrm>
                <a:off x="396310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7" name="椭圆 8836">
                <a:extLst>
                  <a:ext uri="{FF2B5EF4-FFF2-40B4-BE49-F238E27FC236}">
                    <a16:creationId xmlns:a16="http://schemas.microsoft.com/office/drawing/2014/main" id="{0FDC2615-0785-4C8A-A982-16D0135C8D67}"/>
                  </a:ext>
                </a:extLst>
              </p:cNvPr>
              <p:cNvSpPr/>
              <p:nvPr/>
            </p:nvSpPr>
            <p:spPr>
              <a:xfrm>
                <a:off x="40365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8" name="椭圆 8837">
                <a:extLst>
                  <a:ext uri="{FF2B5EF4-FFF2-40B4-BE49-F238E27FC236}">
                    <a16:creationId xmlns:a16="http://schemas.microsoft.com/office/drawing/2014/main" id="{C9AD9FD7-B043-454D-9AD7-BBCB0EA91D9B}"/>
                  </a:ext>
                </a:extLst>
              </p:cNvPr>
              <p:cNvSpPr/>
              <p:nvPr/>
            </p:nvSpPr>
            <p:spPr>
              <a:xfrm>
                <a:off x="419543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9" name="椭圆 8838">
                <a:extLst>
                  <a:ext uri="{FF2B5EF4-FFF2-40B4-BE49-F238E27FC236}">
                    <a16:creationId xmlns:a16="http://schemas.microsoft.com/office/drawing/2014/main" id="{DCA0FF87-5C57-4A61-A7E0-A9956AE48B36}"/>
                  </a:ext>
                </a:extLst>
              </p:cNvPr>
              <p:cNvSpPr/>
              <p:nvPr/>
            </p:nvSpPr>
            <p:spPr>
              <a:xfrm>
                <a:off x="4005314"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0" name="椭圆 8839">
                <a:extLst>
                  <a:ext uri="{FF2B5EF4-FFF2-40B4-BE49-F238E27FC236}">
                    <a16:creationId xmlns:a16="http://schemas.microsoft.com/office/drawing/2014/main" id="{2BA66E04-6E9E-4953-88AA-62D7615B748B}"/>
                  </a:ext>
                </a:extLst>
              </p:cNvPr>
              <p:cNvSpPr/>
              <p:nvPr/>
            </p:nvSpPr>
            <p:spPr>
              <a:xfrm>
                <a:off x="405288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1" name="椭圆 8840">
                <a:extLst>
                  <a:ext uri="{FF2B5EF4-FFF2-40B4-BE49-F238E27FC236}">
                    <a16:creationId xmlns:a16="http://schemas.microsoft.com/office/drawing/2014/main" id="{A857F39B-3A74-4DFD-B5D4-B570F6244279}"/>
                  </a:ext>
                </a:extLst>
              </p:cNvPr>
              <p:cNvSpPr/>
              <p:nvPr/>
            </p:nvSpPr>
            <p:spPr>
              <a:xfrm>
                <a:off x="4146697"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2" name="椭圆 8841">
                <a:extLst>
                  <a:ext uri="{FF2B5EF4-FFF2-40B4-BE49-F238E27FC236}">
                    <a16:creationId xmlns:a16="http://schemas.microsoft.com/office/drawing/2014/main" id="{A1600679-B3DB-4779-8E92-631DF5052876}"/>
                  </a:ext>
                </a:extLst>
              </p:cNvPr>
              <p:cNvSpPr/>
              <p:nvPr/>
            </p:nvSpPr>
            <p:spPr>
              <a:xfrm>
                <a:off x="3964022"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3" name="椭圆 8842">
                <a:extLst>
                  <a:ext uri="{FF2B5EF4-FFF2-40B4-BE49-F238E27FC236}">
                    <a16:creationId xmlns:a16="http://schemas.microsoft.com/office/drawing/2014/main" id="{4A11BD11-FCF9-4E37-B8AE-CF045FD4BB51}"/>
                  </a:ext>
                </a:extLst>
              </p:cNvPr>
              <p:cNvSpPr/>
              <p:nvPr/>
            </p:nvSpPr>
            <p:spPr>
              <a:xfrm>
                <a:off x="40799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4" name="椭圆 8843">
                <a:extLst>
                  <a:ext uri="{FF2B5EF4-FFF2-40B4-BE49-F238E27FC236}">
                    <a16:creationId xmlns:a16="http://schemas.microsoft.com/office/drawing/2014/main" id="{A561FB6E-0FAB-466D-85EB-6155E534330E}"/>
                  </a:ext>
                </a:extLst>
              </p:cNvPr>
              <p:cNvSpPr/>
              <p:nvPr/>
            </p:nvSpPr>
            <p:spPr>
              <a:xfrm>
                <a:off x="3816032" y="2971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5" name="椭圆 8844">
                <a:extLst>
                  <a:ext uri="{FF2B5EF4-FFF2-40B4-BE49-F238E27FC236}">
                    <a16:creationId xmlns:a16="http://schemas.microsoft.com/office/drawing/2014/main" id="{23EC6E8B-E581-49B3-A6FC-7B77ED7CF09B}"/>
                  </a:ext>
                </a:extLst>
              </p:cNvPr>
              <p:cNvSpPr/>
              <p:nvPr/>
            </p:nvSpPr>
            <p:spPr>
              <a:xfrm>
                <a:off x="404491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6" name="椭圆 8845">
                <a:extLst>
                  <a:ext uri="{FF2B5EF4-FFF2-40B4-BE49-F238E27FC236}">
                    <a16:creationId xmlns:a16="http://schemas.microsoft.com/office/drawing/2014/main" id="{166AF5FA-7CDF-4EFC-AFAA-72350758A4D3}"/>
                  </a:ext>
                </a:extLst>
              </p:cNvPr>
              <p:cNvSpPr/>
              <p:nvPr/>
            </p:nvSpPr>
            <p:spPr>
              <a:xfrm>
                <a:off x="4012177"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7" name="椭圆 8846">
                <a:extLst>
                  <a:ext uri="{FF2B5EF4-FFF2-40B4-BE49-F238E27FC236}">
                    <a16:creationId xmlns:a16="http://schemas.microsoft.com/office/drawing/2014/main" id="{BDEE5032-2E47-4C3C-81D1-AAEF430D1AEA}"/>
                  </a:ext>
                </a:extLst>
              </p:cNvPr>
              <p:cNvSpPr/>
              <p:nvPr/>
            </p:nvSpPr>
            <p:spPr>
              <a:xfrm>
                <a:off x="4121408"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8" name="椭圆 8847">
                <a:extLst>
                  <a:ext uri="{FF2B5EF4-FFF2-40B4-BE49-F238E27FC236}">
                    <a16:creationId xmlns:a16="http://schemas.microsoft.com/office/drawing/2014/main" id="{1AE40575-45B3-4EF4-9816-9BE4F28BF1E3}"/>
                  </a:ext>
                </a:extLst>
              </p:cNvPr>
              <p:cNvSpPr/>
              <p:nvPr/>
            </p:nvSpPr>
            <p:spPr>
              <a:xfrm>
                <a:off x="408679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9" name="椭圆 8848">
                <a:extLst>
                  <a:ext uri="{FF2B5EF4-FFF2-40B4-BE49-F238E27FC236}">
                    <a16:creationId xmlns:a16="http://schemas.microsoft.com/office/drawing/2014/main" id="{5039602C-A7AF-4320-B7F8-0B4C02DAB083}"/>
                  </a:ext>
                </a:extLst>
              </p:cNvPr>
              <p:cNvSpPr/>
              <p:nvPr/>
            </p:nvSpPr>
            <p:spPr>
              <a:xfrm>
                <a:off x="4012801" y="29719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0" name="椭圆 8849">
                <a:extLst>
                  <a:ext uri="{FF2B5EF4-FFF2-40B4-BE49-F238E27FC236}">
                    <a16:creationId xmlns:a16="http://schemas.microsoft.com/office/drawing/2014/main" id="{B2D1990C-186E-4CC2-8A4C-E8DA3F4E1D23}"/>
                  </a:ext>
                </a:extLst>
              </p:cNvPr>
              <p:cNvSpPr/>
              <p:nvPr/>
            </p:nvSpPr>
            <p:spPr>
              <a:xfrm>
                <a:off x="3994670"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1" name="椭圆 8850">
                <a:extLst>
                  <a:ext uri="{FF2B5EF4-FFF2-40B4-BE49-F238E27FC236}">
                    <a16:creationId xmlns:a16="http://schemas.microsoft.com/office/drawing/2014/main" id="{4D735116-CA3F-4DD0-9D7F-4476CC1F734B}"/>
                  </a:ext>
                </a:extLst>
              </p:cNvPr>
              <p:cNvSpPr/>
              <p:nvPr/>
            </p:nvSpPr>
            <p:spPr>
              <a:xfrm>
                <a:off x="401691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2" name="椭圆 8851">
                <a:extLst>
                  <a:ext uri="{FF2B5EF4-FFF2-40B4-BE49-F238E27FC236}">
                    <a16:creationId xmlns:a16="http://schemas.microsoft.com/office/drawing/2014/main" id="{540ADF52-1288-4D5A-83A2-D64C90A19092}"/>
                  </a:ext>
                </a:extLst>
              </p:cNvPr>
              <p:cNvSpPr/>
              <p:nvPr/>
            </p:nvSpPr>
            <p:spPr>
              <a:xfrm>
                <a:off x="401650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3" name="椭圆 8852">
                <a:extLst>
                  <a:ext uri="{FF2B5EF4-FFF2-40B4-BE49-F238E27FC236}">
                    <a16:creationId xmlns:a16="http://schemas.microsoft.com/office/drawing/2014/main" id="{FE3894F4-8B80-45A6-B41A-7713D622BB5F}"/>
                  </a:ext>
                </a:extLst>
              </p:cNvPr>
              <p:cNvSpPr/>
              <p:nvPr/>
            </p:nvSpPr>
            <p:spPr>
              <a:xfrm>
                <a:off x="399059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4" name="椭圆 8853">
                <a:extLst>
                  <a:ext uri="{FF2B5EF4-FFF2-40B4-BE49-F238E27FC236}">
                    <a16:creationId xmlns:a16="http://schemas.microsoft.com/office/drawing/2014/main" id="{169DBD42-3EE4-4886-AB4D-351C27A9CFD4}"/>
                  </a:ext>
                </a:extLst>
              </p:cNvPr>
              <p:cNvSpPr/>
              <p:nvPr/>
            </p:nvSpPr>
            <p:spPr>
              <a:xfrm>
                <a:off x="3871529" y="28179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5" name="椭圆 8854">
                <a:extLst>
                  <a:ext uri="{FF2B5EF4-FFF2-40B4-BE49-F238E27FC236}">
                    <a16:creationId xmlns:a16="http://schemas.microsoft.com/office/drawing/2014/main" id="{FDC2F5A4-236D-45BC-AF27-643EE0053A9B}"/>
                  </a:ext>
                </a:extLst>
              </p:cNvPr>
              <p:cNvSpPr/>
              <p:nvPr/>
            </p:nvSpPr>
            <p:spPr>
              <a:xfrm>
                <a:off x="4016252" y="29960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6" name="椭圆 8855">
                <a:extLst>
                  <a:ext uri="{FF2B5EF4-FFF2-40B4-BE49-F238E27FC236}">
                    <a16:creationId xmlns:a16="http://schemas.microsoft.com/office/drawing/2014/main" id="{ADC9418B-E5FA-4224-88B6-A57CB594676F}"/>
                  </a:ext>
                </a:extLst>
              </p:cNvPr>
              <p:cNvSpPr/>
              <p:nvPr/>
            </p:nvSpPr>
            <p:spPr>
              <a:xfrm>
                <a:off x="3937595" y="2929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7" name="椭圆 8856">
                <a:extLst>
                  <a:ext uri="{FF2B5EF4-FFF2-40B4-BE49-F238E27FC236}">
                    <a16:creationId xmlns:a16="http://schemas.microsoft.com/office/drawing/2014/main" id="{F3FC81D2-B11E-41C4-BEC4-1752BBCA64E3}"/>
                  </a:ext>
                </a:extLst>
              </p:cNvPr>
              <p:cNvSpPr/>
              <p:nvPr/>
            </p:nvSpPr>
            <p:spPr>
              <a:xfrm>
                <a:off x="40394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8" name="椭圆 8857">
                <a:extLst>
                  <a:ext uri="{FF2B5EF4-FFF2-40B4-BE49-F238E27FC236}">
                    <a16:creationId xmlns:a16="http://schemas.microsoft.com/office/drawing/2014/main" id="{EDB3D89C-F927-424D-AEB1-BA863406D585}"/>
                  </a:ext>
                </a:extLst>
              </p:cNvPr>
              <p:cNvSpPr/>
              <p:nvPr/>
            </p:nvSpPr>
            <p:spPr>
              <a:xfrm>
                <a:off x="4039338"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9" name="椭圆 8858">
                <a:extLst>
                  <a:ext uri="{FF2B5EF4-FFF2-40B4-BE49-F238E27FC236}">
                    <a16:creationId xmlns:a16="http://schemas.microsoft.com/office/drawing/2014/main" id="{018E25BB-12AE-4275-B643-5A7C1D55C6DF}"/>
                  </a:ext>
                </a:extLst>
              </p:cNvPr>
              <p:cNvSpPr/>
              <p:nvPr/>
            </p:nvSpPr>
            <p:spPr>
              <a:xfrm>
                <a:off x="3775144"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0" name="椭圆 8859">
                <a:extLst>
                  <a:ext uri="{FF2B5EF4-FFF2-40B4-BE49-F238E27FC236}">
                    <a16:creationId xmlns:a16="http://schemas.microsoft.com/office/drawing/2014/main" id="{9F09A6A8-AA19-4A88-9685-B2EF0C1A9539}"/>
                  </a:ext>
                </a:extLst>
              </p:cNvPr>
              <p:cNvSpPr/>
              <p:nvPr/>
            </p:nvSpPr>
            <p:spPr>
              <a:xfrm>
                <a:off x="404517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1" name="椭圆 8860">
                <a:extLst>
                  <a:ext uri="{FF2B5EF4-FFF2-40B4-BE49-F238E27FC236}">
                    <a16:creationId xmlns:a16="http://schemas.microsoft.com/office/drawing/2014/main" id="{DD121597-DFB5-422A-9405-E9DDA741A4FD}"/>
                  </a:ext>
                </a:extLst>
              </p:cNvPr>
              <p:cNvSpPr/>
              <p:nvPr/>
            </p:nvSpPr>
            <p:spPr>
              <a:xfrm>
                <a:off x="4034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2" name="椭圆 8861">
                <a:extLst>
                  <a:ext uri="{FF2B5EF4-FFF2-40B4-BE49-F238E27FC236}">
                    <a16:creationId xmlns:a16="http://schemas.microsoft.com/office/drawing/2014/main" id="{D83D907C-C4B3-4325-91D1-1B0B8C05EC7F}"/>
                  </a:ext>
                </a:extLst>
              </p:cNvPr>
              <p:cNvSpPr/>
              <p:nvPr/>
            </p:nvSpPr>
            <p:spPr>
              <a:xfrm>
                <a:off x="4034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3" name="椭圆 8862">
                <a:extLst>
                  <a:ext uri="{FF2B5EF4-FFF2-40B4-BE49-F238E27FC236}">
                    <a16:creationId xmlns:a16="http://schemas.microsoft.com/office/drawing/2014/main" id="{541674DD-9504-4E08-8712-A69AE49F66E5}"/>
                  </a:ext>
                </a:extLst>
              </p:cNvPr>
              <p:cNvSpPr/>
              <p:nvPr/>
            </p:nvSpPr>
            <p:spPr>
              <a:xfrm>
                <a:off x="40160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4" name="椭圆 8863">
                <a:extLst>
                  <a:ext uri="{FF2B5EF4-FFF2-40B4-BE49-F238E27FC236}">
                    <a16:creationId xmlns:a16="http://schemas.microsoft.com/office/drawing/2014/main" id="{2611CB12-4233-407A-BC19-2B2745885119}"/>
                  </a:ext>
                </a:extLst>
              </p:cNvPr>
              <p:cNvSpPr/>
              <p:nvPr/>
            </p:nvSpPr>
            <p:spPr>
              <a:xfrm>
                <a:off x="399327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5" name="椭圆 8864">
                <a:extLst>
                  <a:ext uri="{FF2B5EF4-FFF2-40B4-BE49-F238E27FC236}">
                    <a16:creationId xmlns:a16="http://schemas.microsoft.com/office/drawing/2014/main" id="{D7C8569E-C78A-41E4-B568-D1C65063C911}"/>
                  </a:ext>
                </a:extLst>
              </p:cNvPr>
              <p:cNvSpPr/>
              <p:nvPr/>
            </p:nvSpPr>
            <p:spPr>
              <a:xfrm>
                <a:off x="401081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6" name="椭圆 8865">
                <a:extLst>
                  <a:ext uri="{FF2B5EF4-FFF2-40B4-BE49-F238E27FC236}">
                    <a16:creationId xmlns:a16="http://schemas.microsoft.com/office/drawing/2014/main" id="{8FC722A6-F4F5-4BA4-A3DF-6946E23EAD55}"/>
                  </a:ext>
                </a:extLst>
              </p:cNvPr>
              <p:cNvSpPr/>
              <p:nvPr/>
            </p:nvSpPr>
            <p:spPr>
              <a:xfrm>
                <a:off x="40214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7" name="椭圆 8866">
                <a:extLst>
                  <a:ext uri="{FF2B5EF4-FFF2-40B4-BE49-F238E27FC236}">
                    <a16:creationId xmlns:a16="http://schemas.microsoft.com/office/drawing/2014/main" id="{2E982B02-1AC2-4923-B53D-F02960322EFA}"/>
                  </a:ext>
                </a:extLst>
              </p:cNvPr>
              <p:cNvSpPr/>
              <p:nvPr/>
            </p:nvSpPr>
            <p:spPr>
              <a:xfrm>
                <a:off x="402344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8" name="椭圆 8867">
                <a:extLst>
                  <a:ext uri="{FF2B5EF4-FFF2-40B4-BE49-F238E27FC236}">
                    <a16:creationId xmlns:a16="http://schemas.microsoft.com/office/drawing/2014/main" id="{F53E5AFC-8B0B-473F-99FC-D05E5F693CD2}"/>
                  </a:ext>
                </a:extLst>
              </p:cNvPr>
              <p:cNvSpPr/>
              <p:nvPr/>
            </p:nvSpPr>
            <p:spPr>
              <a:xfrm>
                <a:off x="3787881" y="269672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9" name="椭圆 8868">
                <a:extLst>
                  <a:ext uri="{FF2B5EF4-FFF2-40B4-BE49-F238E27FC236}">
                    <a16:creationId xmlns:a16="http://schemas.microsoft.com/office/drawing/2014/main" id="{FCF8CDFA-867D-45B9-A34B-B45E55307AE6}"/>
                  </a:ext>
                </a:extLst>
              </p:cNvPr>
              <p:cNvSpPr/>
              <p:nvPr/>
            </p:nvSpPr>
            <p:spPr>
              <a:xfrm>
                <a:off x="3984356" y="3001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0" name="椭圆 8869">
                <a:extLst>
                  <a:ext uri="{FF2B5EF4-FFF2-40B4-BE49-F238E27FC236}">
                    <a16:creationId xmlns:a16="http://schemas.microsoft.com/office/drawing/2014/main" id="{4659ACBC-E4E4-4C47-AED9-E757B044E982}"/>
                  </a:ext>
                </a:extLst>
              </p:cNvPr>
              <p:cNvSpPr/>
              <p:nvPr/>
            </p:nvSpPr>
            <p:spPr>
              <a:xfrm>
                <a:off x="4015481"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1" name="椭圆 8870">
                <a:extLst>
                  <a:ext uri="{FF2B5EF4-FFF2-40B4-BE49-F238E27FC236}">
                    <a16:creationId xmlns:a16="http://schemas.microsoft.com/office/drawing/2014/main" id="{03845450-47E8-4E1E-A27E-AA439CDC5C7A}"/>
                  </a:ext>
                </a:extLst>
              </p:cNvPr>
              <p:cNvSpPr/>
              <p:nvPr/>
            </p:nvSpPr>
            <p:spPr>
              <a:xfrm>
                <a:off x="4016619" y="29960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2" name="椭圆 8871">
                <a:extLst>
                  <a:ext uri="{FF2B5EF4-FFF2-40B4-BE49-F238E27FC236}">
                    <a16:creationId xmlns:a16="http://schemas.microsoft.com/office/drawing/2014/main" id="{C11A6C22-B791-4459-BB25-4760FE4F77DB}"/>
                  </a:ext>
                </a:extLst>
              </p:cNvPr>
              <p:cNvSpPr/>
              <p:nvPr/>
            </p:nvSpPr>
            <p:spPr>
              <a:xfrm>
                <a:off x="4008911"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3" name="椭圆 8872">
                <a:extLst>
                  <a:ext uri="{FF2B5EF4-FFF2-40B4-BE49-F238E27FC236}">
                    <a16:creationId xmlns:a16="http://schemas.microsoft.com/office/drawing/2014/main" id="{84B3ABDA-5905-4186-B52F-829A3303F327}"/>
                  </a:ext>
                </a:extLst>
              </p:cNvPr>
              <p:cNvSpPr/>
              <p:nvPr/>
            </p:nvSpPr>
            <p:spPr>
              <a:xfrm>
                <a:off x="401669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4" name="椭圆 8873">
                <a:extLst>
                  <a:ext uri="{FF2B5EF4-FFF2-40B4-BE49-F238E27FC236}">
                    <a16:creationId xmlns:a16="http://schemas.microsoft.com/office/drawing/2014/main" id="{EF29764C-5D69-4570-BBA2-265F4FD7A1AD}"/>
                  </a:ext>
                </a:extLst>
              </p:cNvPr>
              <p:cNvSpPr/>
              <p:nvPr/>
            </p:nvSpPr>
            <p:spPr>
              <a:xfrm>
                <a:off x="40074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5" name="椭圆 8874">
                <a:extLst>
                  <a:ext uri="{FF2B5EF4-FFF2-40B4-BE49-F238E27FC236}">
                    <a16:creationId xmlns:a16="http://schemas.microsoft.com/office/drawing/2014/main" id="{BA7E44D3-87FE-45CF-9A8E-83A194A22239}"/>
                  </a:ext>
                </a:extLst>
              </p:cNvPr>
              <p:cNvSpPr/>
              <p:nvPr/>
            </p:nvSpPr>
            <p:spPr>
              <a:xfrm>
                <a:off x="40207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6" name="椭圆 8875">
                <a:extLst>
                  <a:ext uri="{FF2B5EF4-FFF2-40B4-BE49-F238E27FC236}">
                    <a16:creationId xmlns:a16="http://schemas.microsoft.com/office/drawing/2014/main" id="{FEB2EB60-48A5-44B3-985D-E5F099047C31}"/>
                  </a:ext>
                </a:extLst>
              </p:cNvPr>
              <p:cNvSpPr/>
              <p:nvPr/>
            </p:nvSpPr>
            <p:spPr>
              <a:xfrm>
                <a:off x="3977309"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7" name="椭圆 8876">
                <a:extLst>
                  <a:ext uri="{FF2B5EF4-FFF2-40B4-BE49-F238E27FC236}">
                    <a16:creationId xmlns:a16="http://schemas.microsoft.com/office/drawing/2014/main" id="{DCFD2CBD-303E-4296-886C-99E4BD7F7248}"/>
                  </a:ext>
                </a:extLst>
              </p:cNvPr>
              <p:cNvSpPr/>
              <p:nvPr/>
            </p:nvSpPr>
            <p:spPr>
              <a:xfrm>
                <a:off x="402414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8" name="椭圆 8877">
                <a:extLst>
                  <a:ext uri="{FF2B5EF4-FFF2-40B4-BE49-F238E27FC236}">
                    <a16:creationId xmlns:a16="http://schemas.microsoft.com/office/drawing/2014/main" id="{1153683A-1BEB-4271-975E-BAFF723E76AD}"/>
                  </a:ext>
                </a:extLst>
              </p:cNvPr>
              <p:cNvSpPr/>
              <p:nvPr/>
            </p:nvSpPr>
            <p:spPr>
              <a:xfrm>
                <a:off x="397095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9" name="椭圆 8878">
                <a:extLst>
                  <a:ext uri="{FF2B5EF4-FFF2-40B4-BE49-F238E27FC236}">
                    <a16:creationId xmlns:a16="http://schemas.microsoft.com/office/drawing/2014/main" id="{2A8BFEA3-E2E5-4973-93F5-A68F8CDED468}"/>
                  </a:ext>
                </a:extLst>
              </p:cNvPr>
              <p:cNvSpPr/>
              <p:nvPr/>
            </p:nvSpPr>
            <p:spPr>
              <a:xfrm>
                <a:off x="4112526"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0" name="椭圆 8879">
                <a:extLst>
                  <a:ext uri="{FF2B5EF4-FFF2-40B4-BE49-F238E27FC236}">
                    <a16:creationId xmlns:a16="http://schemas.microsoft.com/office/drawing/2014/main" id="{9B68F7A1-62C4-4834-B2C1-6BE657B34E67}"/>
                  </a:ext>
                </a:extLst>
              </p:cNvPr>
              <p:cNvSpPr/>
              <p:nvPr/>
            </p:nvSpPr>
            <p:spPr>
              <a:xfrm>
                <a:off x="413946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1" name="椭圆 8880">
                <a:extLst>
                  <a:ext uri="{FF2B5EF4-FFF2-40B4-BE49-F238E27FC236}">
                    <a16:creationId xmlns:a16="http://schemas.microsoft.com/office/drawing/2014/main" id="{40BEB9BE-B3A7-4DBF-B7DC-9C5F58E53BBF}"/>
                  </a:ext>
                </a:extLst>
              </p:cNvPr>
              <p:cNvSpPr/>
              <p:nvPr/>
            </p:nvSpPr>
            <p:spPr>
              <a:xfrm>
                <a:off x="401786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2" name="椭圆 8881">
                <a:extLst>
                  <a:ext uri="{FF2B5EF4-FFF2-40B4-BE49-F238E27FC236}">
                    <a16:creationId xmlns:a16="http://schemas.microsoft.com/office/drawing/2014/main" id="{7F0D7BA2-CBBB-4F5B-B7F1-536ABCDB122F}"/>
                  </a:ext>
                </a:extLst>
              </p:cNvPr>
              <p:cNvSpPr/>
              <p:nvPr/>
            </p:nvSpPr>
            <p:spPr>
              <a:xfrm>
                <a:off x="40334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3" name="椭圆 8882">
                <a:extLst>
                  <a:ext uri="{FF2B5EF4-FFF2-40B4-BE49-F238E27FC236}">
                    <a16:creationId xmlns:a16="http://schemas.microsoft.com/office/drawing/2014/main" id="{66FCADC1-8009-4766-82F6-796705336118}"/>
                  </a:ext>
                </a:extLst>
              </p:cNvPr>
              <p:cNvSpPr/>
              <p:nvPr/>
            </p:nvSpPr>
            <p:spPr>
              <a:xfrm>
                <a:off x="384304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4" name="椭圆 8883">
                <a:extLst>
                  <a:ext uri="{FF2B5EF4-FFF2-40B4-BE49-F238E27FC236}">
                    <a16:creationId xmlns:a16="http://schemas.microsoft.com/office/drawing/2014/main" id="{E7241EF2-8BC9-464E-88AF-AD0F85DBDA4F}"/>
                  </a:ext>
                </a:extLst>
              </p:cNvPr>
              <p:cNvSpPr/>
              <p:nvPr/>
            </p:nvSpPr>
            <p:spPr>
              <a:xfrm>
                <a:off x="4109883"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5" name="椭圆 8884">
                <a:extLst>
                  <a:ext uri="{FF2B5EF4-FFF2-40B4-BE49-F238E27FC236}">
                    <a16:creationId xmlns:a16="http://schemas.microsoft.com/office/drawing/2014/main" id="{E0FD47C0-4AD8-49D6-8F80-B2F00B6A4BB0}"/>
                  </a:ext>
                </a:extLst>
              </p:cNvPr>
              <p:cNvSpPr/>
              <p:nvPr/>
            </p:nvSpPr>
            <p:spPr>
              <a:xfrm>
                <a:off x="40979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6" name="椭圆 8885">
                <a:extLst>
                  <a:ext uri="{FF2B5EF4-FFF2-40B4-BE49-F238E27FC236}">
                    <a16:creationId xmlns:a16="http://schemas.microsoft.com/office/drawing/2014/main" id="{9B30F231-8C76-4228-A038-D93F905852EA}"/>
                  </a:ext>
                </a:extLst>
              </p:cNvPr>
              <p:cNvSpPr/>
              <p:nvPr/>
            </p:nvSpPr>
            <p:spPr>
              <a:xfrm>
                <a:off x="40668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7" name="椭圆 8886">
                <a:extLst>
                  <a:ext uri="{FF2B5EF4-FFF2-40B4-BE49-F238E27FC236}">
                    <a16:creationId xmlns:a16="http://schemas.microsoft.com/office/drawing/2014/main" id="{1799AF62-DC48-45ED-8ADD-6CD40127C609}"/>
                  </a:ext>
                </a:extLst>
              </p:cNvPr>
              <p:cNvSpPr/>
              <p:nvPr/>
            </p:nvSpPr>
            <p:spPr>
              <a:xfrm>
                <a:off x="3929998"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8" name="椭圆 8887">
                <a:extLst>
                  <a:ext uri="{FF2B5EF4-FFF2-40B4-BE49-F238E27FC236}">
                    <a16:creationId xmlns:a16="http://schemas.microsoft.com/office/drawing/2014/main" id="{FE7620C8-5F18-4CE3-A719-05F73B1A7226}"/>
                  </a:ext>
                </a:extLst>
              </p:cNvPr>
              <p:cNvSpPr/>
              <p:nvPr/>
            </p:nvSpPr>
            <p:spPr>
              <a:xfrm>
                <a:off x="382451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9" name="椭圆 8888">
                <a:extLst>
                  <a:ext uri="{FF2B5EF4-FFF2-40B4-BE49-F238E27FC236}">
                    <a16:creationId xmlns:a16="http://schemas.microsoft.com/office/drawing/2014/main" id="{2A3AA50C-E22F-498E-99E7-532CA751450E}"/>
                  </a:ext>
                </a:extLst>
              </p:cNvPr>
              <p:cNvSpPr/>
              <p:nvPr/>
            </p:nvSpPr>
            <p:spPr>
              <a:xfrm>
                <a:off x="3859159"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0" name="椭圆 8889">
                <a:extLst>
                  <a:ext uri="{FF2B5EF4-FFF2-40B4-BE49-F238E27FC236}">
                    <a16:creationId xmlns:a16="http://schemas.microsoft.com/office/drawing/2014/main" id="{B09EF371-5EC4-4012-8088-F8307636171F}"/>
                  </a:ext>
                </a:extLst>
              </p:cNvPr>
              <p:cNvSpPr/>
              <p:nvPr/>
            </p:nvSpPr>
            <p:spPr>
              <a:xfrm>
                <a:off x="407655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1" name="椭圆 8890">
                <a:extLst>
                  <a:ext uri="{FF2B5EF4-FFF2-40B4-BE49-F238E27FC236}">
                    <a16:creationId xmlns:a16="http://schemas.microsoft.com/office/drawing/2014/main" id="{DDAF678E-8EFA-46EA-8F9B-97FB57CB1EB8}"/>
                  </a:ext>
                </a:extLst>
              </p:cNvPr>
              <p:cNvSpPr/>
              <p:nvPr/>
            </p:nvSpPr>
            <p:spPr>
              <a:xfrm>
                <a:off x="4007883"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2" name="椭圆 8891">
                <a:extLst>
                  <a:ext uri="{FF2B5EF4-FFF2-40B4-BE49-F238E27FC236}">
                    <a16:creationId xmlns:a16="http://schemas.microsoft.com/office/drawing/2014/main" id="{8BCB8C9E-EF23-49C3-8178-C4C85F28C70A}"/>
                  </a:ext>
                </a:extLst>
              </p:cNvPr>
              <p:cNvSpPr/>
              <p:nvPr/>
            </p:nvSpPr>
            <p:spPr>
              <a:xfrm>
                <a:off x="39691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3" name="椭圆 8892">
                <a:extLst>
                  <a:ext uri="{FF2B5EF4-FFF2-40B4-BE49-F238E27FC236}">
                    <a16:creationId xmlns:a16="http://schemas.microsoft.com/office/drawing/2014/main" id="{0C634BC3-D191-4EC1-891C-88E3F03BBD43}"/>
                  </a:ext>
                </a:extLst>
              </p:cNvPr>
              <p:cNvSpPr/>
              <p:nvPr/>
            </p:nvSpPr>
            <p:spPr>
              <a:xfrm>
                <a:off x="40602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4" name="椭圆 8893">
                <a:extLst>
                  <a:ext uri="{FF2B5EF4-FFF2-40B4-BE49-F238E27FC236}">
                    <a16:creationId xmlns:a16="http://schemas.microsoft.com/office/drawing/2014/main" id="{80C40446-CF1F-4528-964C-60B6B195335F}"/>
                  </a:ext>
                </a:extLst>
              </p:cNvPr>
              <p:cNvSpPr/>
              <p:nvPr/>
            </p:nvSpPr>
            <p:spPr>
              <a:xfrm>
                <a:off x="4128125"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5" name="椭圆 8894">
                <a:extLst>
                  <a:ext uri="{FF2B5EF4-FFF2-40B4-BE49-F238E27FC236}">
                    <a16:creationId xmlns:a16="http://schemas.microsoft.com/office/drawing/2014/main" id="{811B50CA-6DF0-42A6-9CE1-665E15EE412C}"/>
                  </a:ext>
                </a:extLst>
              </p:cNvPr>
              <p:cNvSpPr/>
              <p:nvPr/>
            </p:nvSpPr>
            <p:spPr>
              <a:xfrm>
                <a:off x="401705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6" name="椭圆 8895">
                <a:extLst>
                  <a:ext uri="{FF2B5EF4-FFF2-40B4-BE49-F238E27FC236}">
                    <a16:creationId xmlns:a16="http://schemas.microsoft.com/office/drawing/2014/main" id="{D97D96AE-29A6-43EF-93E5-594AE3B26EE8}"/>
                  </a:ext>
                </a:extLst>
              </p:cNvPr>
              <p:cNvSpPr/>
              <p:nvPr/>
            </p:nvSpPr>
            <p:spPr>
              <a:xfrm>
                <a:off x="398439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7" name="椭圆 8896">
                <a:extLst>
                  <a:ext uri="{FF2B5EF4-FFF2-40B4-BE49-F238E27FC236}">
                    <a16:creationId xmlns:a16="http://schemas.microsoft.com/office/drawing/2014/main" id="{84AC94AB-F5C0-4229-9DCC-B1A1A75AC0ED}"/>
                  </a:ext>
                </a:extLst>
              </p:cNvPr>
              <p:cNvSpPr/>
              <p:nvPr/>
            </p:nvSpPr>
            <p:spPr>
              <a:xfrm>
                <a:off x="400902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8" name="椭圆 8897">
                <a:extLst>
                  <a:ext uri="{FF2B5EF4-FFF2-40B4-BE49-F238E27FC236}">
                    <a16:creationId xmlns:a16="http://schemas.microsoft.com/office/drawing/2014/main" id="{BCCAC0A6-D35A-4A0C-9411-7B0A78753DD1}"/>
                  </a:ext>
                </a:extLst>
              </p:cNvPr>
              <p:cNvSpPr/>
              <p:nvPr/>
            </p:nvSpPr>
            <p:spPr>
              <a:xfrm>
                <a:off x="400197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9" name="椭圆 8898">
                <a:extLst>
                  <a:ext uri="{FF2B5EF4-FFF2-40B4-BE49-F238E27FC236}">
                    <a16:creationId xmlns:a16="http://schemas.microsoft.com/office/drawing/2014/main" id="{DF488A7F-4C73-426E-944C-5DBBDAC284B6}"/>
                  </a:ext>
                </a:extLst>
              </p:cNvPr>
              <p:cNvSpPr/>
              <p:nvPr/>
            </p:nvSpPr>
            <p:spPr>
              <a:xfrm>
                <a:off x="40660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0" name="椭圆 8899">
                <a:extLst>
                  <a:ext uri="{FF2B5EF4-FFF2-40B4-BE49-F238E27FC236}">
                    <a16:creationId xmlns:a16="http://schemas.microsoft.com/office/drawing/2014/main" id="{14E7E20C-4D9E-4385-8FF7-DB33827533F8}"/>
                  </a:ext>
                </a:extLst>
              </p:cNvPr>
              <p:cNvSpPr/>
              <p:nvPr/>
            </p:nvSpPr>
            <p:spPr>
              <a:xfrm>
                <a:off x="402546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1" name="椭圆 8900">
                <a:extLst>
                  <a:ext uri="{FF2B5EF4-FFF2-40B4-BE49-F238E27FC236}">
                    <a16:creationId xmlns:a16="http://schemas.microsoft.com/office/drawing/2014/main" id="{424E2F78-785B-4DB2-9CB7-5D0873BD8583}"/>
                  </a:ext>
                </a:extLst>
              </p:cNvPr>
              <p:cNvSpPr/>
              <p:nvPr/>
            </p:nvSpPr>
            <p:spPr>
              <a:xfrm>
                <a:off x="40207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2" name="椭圆 8901">
                <a:extLst>
                  <a:ext uri="{FF2B5EF4-FFF2-40B4-BE49-F238E27FC236}">
                    <a16:creationId xmlns:a16="http://schemas.microsoft.com/office/drawing/2014/main" id="{AE9E0A62-3282-463E-8A48-E2C4D3657D64}"/>
                  </a:ext>
                </a:extLst>
              </p:cNvPr>
              <p:cNvSpPr/>
              <p:nvPr/>
            </p:nvSpPr>
            <p:spPr>
              <a:xfrm>
                <a:off x="393234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3" name="椭圆 8902">
                <a:extLst>
                  <a:ext uri="{FF2B5EF4-FFF2-40B4-BE49-F238E27FC236}">
                    <a16:creationId xmlns:a16="http://schemas.microsoft.com/office/drawing/2014/main" id="{722D9888-9404-4E47-93D9-0EBF7BED343B}"/>
                  </a:ext>
                </a:extLst>
              </p:cNvPr>
              <p:cNvSpPr/>
              <p:nvPr/>
            </p:nvSpPr>
            <p:spPr>
              <a:xfrm>
                <a:off x="4255744"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4" name="椭圆 8903">
                <a:extLst>
                  <a:ext uri="{FF2B5EF4-FFF2-40B4-BE49-F238E27FC236}">
                    <a16:creationId xmlns:a16="http://schemas.microsoft.com/office/drawing/2014/main" id="{56B95A2C-11DA-47D1-83CB-52CE47776DE5}"/>
                  </a:ext>
                </a:extLst>
              </p:cNvPr>
              <p:cNvSpPr/>
              <p:nvPr/>
            </p:nvSpPr>
            <p:spPr>
              <a:xfrm>
                <a:off x="415212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5" name="椭圆 8904">
                <a:extLst>
                  <a:ext uri="{FF2B5EF4-FFF2-40B4-BE49-F238E27FC236}">
                    <a16:creationId xmlns:a16="http://schemas.microsoft.com/office/drawing/2014/main" id="{7B632D9E-6E5D-4FE5-9724-1EE5814FB492}"/>
                  </a:ext>
                </a:extLst>
              </p:cNvPr>
              <p:cNvSpPr/>
              <p:nvPr/>
            </p:nvSpPr>
            <p:spPr>
              <a:xfrm>
                <a:off x="4233978"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6" name="椭圆 8905">
                <a:extLst>
                  <a:ext uri="{FF2B5EF4-FFF2-40B4-BE49-F238E27FC236}">
                    <a16:creationId xmlns:a16="http://schemas.microsoft.com/office/drawing/2014/main" id="{F3E2BCC8-63B4-435F-9172-B88BB6EAD29B}"/>
                  </a:ext>
                </a:extLst>
              </p:cNvPr>
              <p:cNvSpPr/>
              <p:nvPr/>
            </p:nvSpPr>
            <p:spPr>
              <a:xfrm>
                <a:off x="394713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7" name="椭圆 8906">
                <a:extLst>
                  <a:ext uri="{FF2B5EF4-FFF2-40B4-BE49-F238E27FC236}">
                    <a16:creationId xmlns:a16="http://schemas.microsoft.com/office/drawing/2014/main" id="{01EE50E6-3CAB-4939-A5A5-A81471DB1670}"/>
                  </a:ext>
                </a:extLst>
              </p:cNvPr>
              <p:cNvSpPr/>
              <p:nvPr/>
            </p:nvSpPr>
            <p:spPr>
              <a:xfrm>
                <a:off x="403489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8" name="椭圆 8907">
                <a:extLst>
                  <a:ext uri="{FF2B5EF4-FFF2-40B4-BE49-F238E27FC236}">
                    <a16:creationId xmlns:a16="http://schemas.microsoft.com/office/drawing/2014/main" id="{D55EDA09-E41F-43EF-818F-A32023F2A402}"/>
                  </a:ext>
                </a:extLst>
              </p:cNvPr>
              <p:cNvSpPr/>
              <p:nvPr/>
            </p:nvSpPr>
            <p:spPr>
              <a:xfrm>
                <a:off x="3970996" y="2697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9" name="椭圆 8908">
                <a:extLst>
                  <a:ext uri="{FF2B5EF4-FFF2-40B4-BE49-F238E27FC236}">
                    <a16:creationId xmlns:a16="http://schemas.microsoft.com/office/drawing/2014/main" id="{788282DC-253A-479F-B695-DABAE0BF69A5}"/>
                  </a:ext>
                </a:extLst>
              </p:cNvPr>
              <p:cNvSpPr/>
              <p:nvPr/>
            </p:nvSpPr>
            <p:spPr>
              <a:xfrm>
                <a:off x="3978226" y="2697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0" name="椭圆 8909">
                <a:extLst>
                  <a:ext uri="{FF2B5EF4-FFF2-40B4-BE49-F238E27FC236}">
                    <a16:creationId xmlns:a16="http://schemas.microsoft.com/office/drawing/2014/main" id="{0B50C453-B514-4727-8546-F2D795167BBE}"/>
                  </a:ext>
                </a:extLst>
              </p:cNvPr>
              <p:cNvSpPr/>
              <p:nvPr/>
            </p:nvSpPr>
            <p:spPr>
              <a:xfrm>
                <a:off x="40240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1" name="椭圆 8910">
                <a:extLst>
                  <a:ext uri="{FF2B5EF4-FFF2-40B4-BE49-F238E27FC236}">
                    <a16:creationId xmlns:a16="http://schemas.microsoft.com/office/drawing/2014/main" id="{AD3D28C0-E5B8-476B-9F73-BC1DF470B064}"/>
                  </a:ext>
                </a:extLst>
              </p:cNvPr>
              <p:cNvSpPr/>
              <p:nvPr/>
            </p:nvSpPr>
            <p:spPr>
              <a:xfrm>
                <a:off x="4009058" y="28286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2" name="椭圆 8911">
                <a:extLst>
                  <a:ext uri="{FF2B5EF4-FFF2-40B4-BE49-F238E27FC236}">
                    <a16:creationId xmlns:a16="http://schemas.microsoft.com/office/drawing/2014/main" id="{9BE025C8-3E47-48A0-ACDC-090D7C2BF9E1}"/>
                  </a:ext>
                </a:extLst>
              </p:cNvPr>
              <p:cNvSpPr/>
              <p:nvPr/>
            </p:nvSpPr>
            <p:spPr>
              <a:xfrm>
                <a:off x="3941559"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3" name="椭圆 8912">
                <a:extLst>
                  <a:ext uri="{FF2B5EF4-FFF2-40B4-BE49-F238E27FC236}">
                    <a16:creationId xmlns:a16="http://schemas.microsoft.com/office/drawing/2014/main" id="{931B6774-FADD-4187-AB9F-5AC0E2602351}"/>
                  </a:ext>
                </a:extLst>
              </p:cNvPr>
              <p:cNvSpPr/>
              <p:nvPr/>
            </p:nvSpPr>
            <p:spPr>
              <a:xfrm>
                <a:off x="398644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4" name="椭圆 8913">
                <a:extLst>
                  <a:ext uri="{FF2B5EF4-FFF2-40B4-BE49-F238E27FC236}">
                    <a16:creationId xmlns:a16="http://schemas.microsoft.com/office/drawing/2014/main" id="{DB6DB0A8-BFDC-483A-99B9-725153E02190}"/>
                  </a:ext>
                </a:extLst>
              </p:cNvPr>
              <p:cNvSpPr/>
              <p:nvPr/>
            </p:nvSpPr>
            <p:spPr>
              <a:xfrm>
                <a:off x="406448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5" name="椭圆 8914">
                <a:extLst>
                  <a:ext uri="{FF2B5EF4-FFF2-40B4-BE49-F238E27FC236}">
                    <a16:creationId xmlns:a16="http://schemas.microsoft.com/office/drawing/2014/main" id="{F1C968F6-1E56-4068-BFEE-E6734809F045}"/>
                  </a:ext>
                </a:extLst>
              </p:cNvPr>
              <p:cNvSpPr/>
              <p:nvPr/>
            </p:nvSpPr>
            <p:spPr>
              <a:xfrm>
                <a:off x="40222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6" name="椭圆 8915">
                <a:extLst>
                  <a:ext uri="{FF2B5EF4-FFF2-40B4-BE49-F238E27FC236}">
                    <a16:creationId xmlns:a16="http://schemas.microsoft.com/office/drawing/2014/main" id="{8F07F17F-9701-42B0-BBEC-3A8095CDD4D3}"/>
                  </a:ext>
                </a:extLst>
              </p:cNvPr>
              <p:cNvSpPr/>
              <p:nvPr/>
            </p:nvSpPr>
            <p:spPr>
              <a:xfrm>
                <a:off x="3931686"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7" name="椭圆 8916">
                <a:extLst>
                  <a:ext uri="{FF2B5EF4-FFF2-40B4-BE49-F238E27FC236}">
                    <a16:creationId xmlns:a16="http://schemas.microsoft.com/office/drawing/2014/main" id="{46978B32-27C4-493A-9338-6E30E06BD1E2}"/>
                  </a:ext>
                </a:extLst>
              </p:cNvPr>
              <p:cNvSpPr/>
              <p:nvPr/>
            </p:nvSpPr>
            <p:spPr>
              <a:xfrm>
                <a:off x="39215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8" name="椭圆 8917">
                <a:extLst>
                  <a:ext uri="{FF2B5EF4-FFF2-40B4-BE49-F238E27FC236}">
                    <a16:creationId xmlns:a16="http://schemas.microsoft.com/office/drawing/2014/main" id="{3D719679-1B21-4B59-B1D7-220D57C7AD98}"/>
                  </a:ext>
                </a:extLst>
              </p:cNvPr>
              <p:cNvSpPr/>
              <p:nvPr/>
            </p:nvSpPr>
            <p:spPr>
              <a:xfrm>
                <a:off x="39981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9" name="椭圆 8918">
                <a:extLst>
                  <a:ext uri="{FF2B5EF4-FFF2-40B4-BE49-F238E27FC236}">
                    <a16:creationId xmlns:a16="http://schemas.microsoft.com/office/drawing/2014/main" id="{26975291-E841-4A59-9F5A-562739902427}"/>
                  </a:ext>
                </a:extLst>
              </p:cNvPr>
              <p:cNvSpPr/>
              <p:nvPr/>
            </p:nvSpPr>
            <p:spPr>
              <a:xfrm>
                <a:off x="399668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0" name="椭圆 8919">
                <a:extLst>
                  <a:ext uri="{FF2B5EF4-FFF2-40B4-BE49-F238E27FC236}">
                    <a16:creationId xmlns:a16="http://schemas.microsoft.com/office/drawing/2014/main" id="{BC43F085-8E5D-4215-BB6A-0C620FED3F7F}"/>
                  </a:ext>
                </a:extLst>
              </p:cNvPr>
              <p:cNvSpPr/>
              <p:nvPr/>
            </p:nvSpPr>
            <p:spPr>
              <a:xfrm>
                <a:off x="393972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1" name="椭圆 8920">
                <a:extLst>
                  <a:ext uri="{FF2B5EF4-FFF2-40B4-BE49-F238E27FC236}">
                    <a16:creationId xmlns:a16="http://schemas.microsoft.com/office/drawing/2014/main" id="{6F7CCBBE-EC3C-43F9-890A-E3F1145C368E}"/>
                  </a:ext>
                </a:extLst>
              </p:cNvPr>
              <p:cNvSpPr/>
              <p:nvPr/>
            </p:nvSpPr>
            <p:spPr>
              <a:xfrm>
                <a:off x="40659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2" name="椭圆 8921">
                <a:extLst>
                  <a:ext uri="{FF2B5EF4-FFF2-40B4-BE49-F238E27FC236}">
                    <a16:creationId xmlns:a16="http://schemas.microsoft.com/office/drawing/2014/main" id="{B290E878-E021-44EB-8C1D-BE09A6A863EE}"/>
                  </a:ext>
                </a:extLst>
              </p:cNvPr>
              <p:cNvSpPr/>
              <p:nvPr/>
            </p:nvSpPr>
            <p:spPr>
              <a:xfrm>
                <a:off x="39722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3" name="椭圆 8922">
                <a:extLst>
                  <a:ext uri="{FF2B5EF4-FFF2-40B4-BE49-F238E27FC236}">
                    <a16:creationId xmlns:a16="http://schemas.microsoft.com/office/drawing/2014/main" id="{10544B3A-4198-4790-913E-4025F133C942}"/>
                  </a:ext>
                </a:extLst>
              </p:cNvPr>
              <p:cNvSpPr/>
              <p:nvPr/>
            </p:nvSpPr>
            <p:spPr>
              <a:xfrm>
                <a:off x="40231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4" name="椭圆 8923">
                <a:extLst>
                  <a:ext uri="{FF2B5EF4-FFF2-40B4-BE49-F238E27FC236}">
                    <a16:creationId xmlns:a16="http://schemas.microsoft.com/office/drawing/2014/main" id="{B3BE6C1A-D022-43A7-B56D-BCBEFCC81C3C}"/>
                  </a:ext>
                </a:extLst>
              </p:cNvPr>
              <p:cNvSpPr/>
              <p:nvPr/>
            </p:nvSpPr>
            <p:spPr>
              <a:xfrm>
                <a:off x="39605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5" name="椭圆 8924">
                <a:extLst>
                  <a:ext uri="{FF2B5EF4-FFF2-40B4-BE49-F238E27FC236}">
                    <a16:creationId xmlns:a16="http://schemas.microsoft.com/office/drawing/2014/main" id="{DDB891E8-BD78-481A-BA76-D65FE6F09869}"/>
                  </a:ext>
                </a:extLst>
              </p:cNvPr>
              <p:cNvSpPr/>
              <p:nvPr/>
            </p:nvSpPr>
            <p:spPr>
              <a:xfrm>
                <a:off x="394075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6" name="椭圆 8925">
                <a:extLst>
                  <a:ext uri="{FF2B5EF4-FFF2-40B4-BE49-F238E27FC236}">
                    <a16:creationId xmlns:a16="http://schemas.microsoft.com/office/drawing/2014/main" id="{3B20E597-BD19-4147-8DDF-A85F00DEBD9E}"/>
                  </a:ext>
                </a:extLst>
              </p:cNvPr>
              <p:cNvSpPr/>
              <p:nvPr/>
            </p:nvSpPr>
            <p:spPr>
              <a:xfrm>
                <a:off x="394596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7" name="椭圆 8926">
                <a:extLst>
                  <a:ext uri="{FF2B5EF4-FFF2-40B4-BE49-F238E27FC236}">
                    <a16:creationId xmlns:a16="http://schemas.microsoft.com/office/drawing/2014/main" id="{79618288-E86C-4129-A796-092DC7F5118B}"/>
                  </a:ext>
                </a:extLst>
              </p:cNvPr>
              <p:cNvSpPr/>
              <p:nvPr/>
            </p:nvSpPr>
            <p:spPr>
              <a:xfrm>
                <a:off x="40523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8" name="椭圆 8927">
                <a:extLst>
                  <a:ext uri="{FF2B5EF4-FFF2-40B4-BE49-F238E27FC236}">
                    <a16:creationId xmlns:a16="http://schemas.microsoft.com/office/drawing/2014/main" id="{B30A48CC-46CE-491E-A541-FDD07FBF17D6}"/>
                  </a:ext>
                </a:extLst>
              </p:cNvPr>
              <p:cNvSpPr/>
              <p:nvPr/>
            </p:nvSpPr>
            <p:spPr>
              <a:xfrm>
                <a:off x="3935356"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9" name="椭圆 8928">
                <a:extLst>
                  <a:ext uri="{FF2B5EF4-FFF2-40B4-BE49-F238E27FC236}">
                    <a16:creationId xmlns:a16="http://schemas.microsoft.com/office/drawing/2014/main" id="{5A3420CA-43EE-4ED8-B0F9-FB197F61EB94}"/>
                  </a:ext>
                </a:extLst>
              </p:cNvPr>
              <p:cNvSpPr/>
              <p:nvPr/>
            </p:nvSpPr>
            <p:spPr>
              <a:xfrm>
                <a:off x="405045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0" name="椭圆 8929">
                <a:extLst>
                  <a:ext uri="{FF2B5EF4-FFF2-40B4-BE49-F238E27FC236}">
                    <a16:creationId xmlns:a16="http://schemas.microsoft.com/office/drawing/2014/main" id="{0CA9D5D7-D55D-4C2A-BD78-ECA21E2B955F}"/>
                  </a:ext>
                </a:extLst>
              </p:cNvPr>
              <p:cNvSpPr/>
              <p:nvPr/>
            </p:nvSpPr>
            <p:spPr>
              <a:xfrm>
                <a:off x="40244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1" name="椭圆 8930">
                <a:extLst>
                  <a:ext uri="{FF2B5EF4-FFF2-40B4-BE49-F238E27FC236}">
                    <a16:creationId xmlns:a16="http://schemas.microsoft.com/office/drawing/2014/main" id="{ABAE2467-A411-403E-8948-0C70483BE731}"/>
                  </a:ext>
                </a:extLst>
              </p:cNvPr>
              <p:cNvSpPr/>
              <p:nvPr/>
            </p:nvSpPr>
            <p:spPr>
              <a:xfrm>
                <a:off x="392999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2" name="椭圆 8931">
                <a:extLst>
                  <a:ext uri="{FF2B5EF4-FFF2-40B4-BE49-F238E27FC236}">
                    <a16:creationId xmlns:a16="http://schemas.microsoft.com/office/drawing/2014/main" id="{E7BC94AB-708F-4745-814E-A61EF3FC5109}"/>
                  </a:ext>
                </a:extLst>
              </p:cNvPr>
              <p:cNvSpPr/>
              <p:nvPr/>
            </p:nvSpPr>
            <p:spPr>
              <a:xfrm>
                <a:off x="3983255" y="3024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3" name="椭圆 8932">
                <a:extLst>
                  <a:ext uri="{FF2B5EF4-FFF2-40B4-BE49-F238E27FC236}">
                    <a16:creationId xmlns:a16="http://schemas.microsoft.com/office/drawing/2014/main" id="{8069C5E8-2A47-45B1-944C-503AEAFE6B6D}"/>
                  </a:ext>
                </a:extLst>
              </p:cNvPr>
              <p:cNvSpPr/>
              <p:nvPr/>
            </p:nvSpPr>
            <p:spPr>
              <a:xfrm>
                <a:off x="414956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4" name="椭圆 8933">
                <a:extLst>
                  <a:ext uri="{FF2B5EF4-FFF2-40B4-BE49-F238E27FC236}">
                    <a16:creationId xmlns:a16="http://schemas.microsoft.com/office/drawing/2014/main" id="{3B369BA1-9357-4C95-B413-84BE5312B84A}"/>
                  </a:ext>
                </a:extLst>
              </p:cNvPr>
              <p:cNvSpPr/>
              <p:nvPr/>
            </p:nvSpPr>
            <p:spPr>
              <a:xfrm>
                <a:off x="399914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5" name="椭圆 8934">
                <a:extLst>
                  <a:ext uri="{FF2B5EF4-FFF2-40B4-BE49-F238E27FC236}">
                    <a16:creationId xmlns:a16="http://schemas.microsoft.com/office/drawing/2014/main" id="{A2F90F2F-58DD-4410-BCB1-901737EB84C6}"/>
                  </a:ext>
                </a:extLst>
              </p:cNvPr>
              <p:cNvSpPr/>
              <p:nvPr/>
            </p:nvSpPr>
            <p:spPr>
              <a:xfrm>
                <a:off x="4071895" y="27855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6" name="椭圆 8935">
                <a:extLst>
                  <a:ext uri="{FF2B5EF4-FFF2-40B4-BE49-F238E27FC236}">
                    <a16:creationId xmlns:a16="http://schemas.microsoft.com/office/drawing/2014/main" id="{FA291ADD-54F5-4E1B-9FD5-82D61802EC91}"/>
                  </a:ext>
                </a:extLst>
              </p:cNvPr>
              <p:cNvSpPr/>
              <p:nvPr/>
            </p:nvSpPr>
            <p:spPr>
              <a:xfrm>
                <a:off x="4209203"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7" name="椭圆 8936">
                <a:extLst>
                  <a:ext uri="{FF2B5EF4-FFF2-40B4-BE49-F238E27FC236}">
                    <a16:creationId xmlns:a16="http://schemas.microsoft.com/office/drawing/2014/main" id="{8FF668D8-8DE3-4776-B8FE-31D9D38552CF}"/>
                  </a:ext>
                </a:extLst>
              </p:cNvPr>
              <p:cNvSpPr/>
              <p:nvPr/>
            </p:nvSpPr>
            <p:spPr>
              <a:xfrm>
                <a:off x="4253321"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8" name="椭圆 8937">
                <a:extLst>
                  <a:ext uri="{FF2B5EF4-FFF2-40B4-BE49-F238E27FC236}">
                    <a16:creationId xmlns:a16="http://schemas.microsoft.com/office/drawing/2014/main" id="{09D8AEA6-3C94-4843-960A-2F6FEEBFD29C}"/>
                  </a:ext>
                </a:extLst>
              </p:cNvPr>
              <p:cNvSpPr/>
              <p:nvPr/>
            </p:nvSpPr>
            <p:spPr>
              <a:xfrm>
                <a:off x="397830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9" name="椭圆 8938">
                <a:extLst>
                  <a:ext uri="{FF2B5EF4-FFF2-40B4-BE49-F238E27FC236}">
                    <a16:creationId xmlns:a16="http://schemas.microsoft.com/office/drawing/2014/main" id="{1AD0DEE7-8D05-496B-A6AA-42E06200A048}"/>
                  </a:ext>
                </a:extLst>
              </p:cNvPr>
              <p:cNvSpPr/>
              <p:nvPr/>
            </p:nvSpPr>
            <p:spPr>
              <a:xfrm>
                <a:off x="4039081"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0" name="椭圆 8939">
                <a:extLst>
                  <a:ext uri="{FF2B5EF4-FFF2-40B4-BE49-F238E27FC236}">
                    <a16:creationId xmlns:a16="http://schemas.microsoft.com/office/drawing/2014/main" id="{C64D9EC5-10C3-4397-8490-59AA8557A4DC}"/>
                  </a:ext>
                </a:extLst>
              </p:cNvPr>
              <p:cNvSpPr/>
              <p:nvPr/>
            </p:nvSpPr>
            <p:spPr>
              <a:xfrm>
                <a:off x="40286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1" name="椭圆 8940">
                <a:extLst>
                  <a:ext uri="{FF2B5EF4-FFF2-40B4-BE49-F238E27FC236}">
                    <a16:creationId xmlns:a16="http://schemas.microsoft.com/office/drawing/2014/main" id="{2E4C4695-431C-4E93-8DEC-123A678AB863}"/>
                  </a:ext>
                </a:extLst>
              </p:cNvPr>
              <p:cNvSpPr/>
              <p:nvPr/>
            </p:nvSpPr>
            <p:spPr>
              <a:xfrm>
                <a:off x="4041687"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2" name="椭圆 8941">
                <a:extLst>
                  <a:ext uri="{FF2B5EF4-FFF2-40B4-BE49-F238E27FC236}">
                    <a16:creationId xmlns:a16="http://schemas.microsoft.com/office/drawing/2014/main" id="{FAF8A6B1-D4FF-48F8-A7A2-E6FF98141B74}"/>
                  </a:ext>
                </a:extLst>
              </p:cNvPr>
              <p:cNvSpPr/>
              <p:nvPr/>
            </p:nvSpPr>
            <p:spPr>
              <a:xfrm>
                <a:off x="4015738"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3" name="椭圆 8942">
                <a:extLst>
                  <a:ext uri="{FF2B5EF4-FFF2-40B4-BE49-F238E27FC236}">
                    <a16:creationId xmlns:a16="http://schemas.microsoft.com/office/drawing/2014/main" id="{13A64261-1B88-438F-996E-835B2E816B81}"/>
                  </a:ext>
                </a:extLst>
              </p:cNvPr>
              <p:cNvSpPr/>
              <p:nvPr/>
            </p:nvSpPr>
            <p:spPr>
              <a:xfrm>
                <a:off x="411560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4" name="椭圆 8943">
                <a:extLst>
                  <a:ext uri="{FF2B5EF4-FFF2-40B4-BE49-F238E27FC236}">
                    <a16:creationId xmlns:a16="http://schemas.microsoft.com/office/drawing/2014/main" id="{B21EB1F2-4BA1-4112-BA9B-3E554C663896}"/>
                  </a:ext>
                </a:extLst>
              </p:cNvPr>
              <p:cNvSpPr/>
              <p:nvPr/>
            </p:nvSpPr>
            <p:spPr>
              <a:xfrm>
                <a:off x="399808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5" name="椭圆 8944">
                <a:extLst>
                  <a:ext uri="{FF2B5EF4-FFF2-40B4-BE49-F238E27FC236}">
                    <a16:creationId xmlns:a16="http://schemas.microsoft.com/office/drawing/2014/main" id="{4DEA98D8-EBFA-473E-B92B-8A365406DBBD}"/>
                  </a:ext>
                </a:extLst>
              </p:cNvPr>
              <p:cNvSpPr/>
              <p:nvPr/>
            </p:nvSpPr>
            <p:spPr>
              <a:xfrm>
                <a:off x="391814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6" name="椭圆 8945">
                <a:extLst>
                  <a:ext uri="{FF2B5EF4-FFF2-40B4-BE49-F238E27FC236}">
                    <a16:creationId xmlns:a16="http://schemas.microsoft.com/office/drawing/2014/main" id="{F974AEE9-69A4-402B-A80D-C9EED2EA0883}"/>
                  </a:ext>
                </a:extLst>
              </p:cNvPr>
              <p:cNvSpPr/>
              <p:nvPr/>
            </p:nvSpPr>
            <p:spPr>
              <a:xfrm>
                <a:off x="403346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7" name="椭圆 8946">
                <a:extLst>
                  <a:ext uri="{FF2B5EF4-FFF2-40B4-BE49-F238E27FC236}">
                    <a16:creationId xmlns:a16="http://schemas.microsoft.com/office/drawing/2014/main" id="{96E84F40-2182-43A4-A992-009CA10C27BD}"/>
                  </a:ext>
                </a:extLst>
              </p:cNvPr>
              <p:cNvSpPr/>
              <p:nvPr/>
            </p:nvSpPr>
            <p:spPr>
              <a:xfrm>
                <a:off x="3999221"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8" name="椭圆 8947">
                <a:extLst>
                  <a:ext uri="{FF2B5EF4-FFF2-40B4-BE49-F238E27FC236}">
                    <a16:creationId xmlns:a16="http://schemas.microsoft.com/office/drawing/2014/main" id="{0435EA8C-3D33-4468-B640-D57F9307EE28}"/>
                  </a:ext>
                </a:extLst>
              </p:cNvPr>
              <p:cNvSpPr/>
              <p:nvPr/>
            </p:nvSpPr>
            <p:spPr>
              <a:xfrm>
                <a:off x="3912160" y="30062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9" name="椭圆 8948">
                <a:extLst>
                  <a:ext uri="{FF2B5EF4-FFF2-40B4-BE49-F238E27FC236}">
                    <a16:creationId xmlns:a16="http://schemas.microsoft.com/office/drawing/2014/main" id="{65F04FE0-72B7-4A22-93CD-6BF98847083A}"/>
                  </a:ext>
                </a:extLst>
              </p:cNvPr>
              <p:cNvSpPr/>
              <p:nvPr/>
            </p:nvSpPr>
            <p:spPr>
              <a:xfrm>
                <a:off x="397595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0" name="椭圆 8949">
                <a:extLst>
                  <a:ext uri="{FF2B5EF4-FFF2-40B4-BE49-F238E27FC236}">
                    <a16:creationId xmlns:a16="http://schemas.microsoft.com/office/drawing/2014/main" id="{308F6309-D222-4EC7-ACCC-C3BAB749022B}"/>
                  </a:ext>
                </a:extLst>
              </p:cNvPr>
              <p:cNvSpPr/>
              <p:nvPr/>
            </p:nvSpPr>
            <p:spPr>
              <a:xfrm>
                <a:off x="400880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1" name="椭圆 8950">
                <a:extLst>
                  <a:ext uri="{FF2B5EF4-FFF2-40B4-BE49-F238E27FC236}">
                    <a16:creationId xmlns:a16="http://schemas.microsoft.com/office/drawing/2014/main" id="{F4F68DEF-83C7-4947-B7A4-406AB48AD453}"/>
                  </a:ext>
                </a:extLst>
              </p:cNvPr>
              <p:cNvSpPr/>
              <p:nvPr/>
            </p:nvSpPr>
            <p:spPr>
              <a:xfrm>
                <a:off x="40099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2" name="椭圆 8951">
                <a:extLst>
                  <a:ext uri="{FF2B5EF4-FFF2-40B4-BE49-F238E27FC236}">
                    <a16:creationId xmlns:a16="http://schemas.microsoft.com/office/drawing/2014/main" id="{A7842439-57B9-4B6D-A377-2AA8191F018E}"/>
                  </a:ext>
                </a:extLst>
              </p:cNvPr>
              <p:cNvSpPr/>
              <p:nvPr/>
            </p:nvSpPr>
            <p:spPr>
              <a:xfrm>
                <a:off x="394864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3" name="椭圆 8952">
                <a:extLst>
                  <a:ext uri="{FF2B5EF4-FFF2-40B4-BE49-F238E27FC236}">
                    <a16:creationId xmlns:a16="http://schemas.microsoft.com/office/drawing/2014/main" id="{53BAFA79-46DA-478B-8F88-83E90F44B65C}"/>
                  </a:ext>
                </a:extLst>
              </p:cNvPr>
              <p:cNvSpPr/>
              <p:nvPr/>
            </p:nvSpPr>
            <p:spPr>
              <a:xfrm>
                <a:off x="407820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4" name="椭圆 8953">
                <a:extLst>
                  <a:ext uri="{FF2B5EF4-FFF2-40B4-BE49-F238E27FC236}">
                    <a16:creationId xmlns:a16="http://schemas.microsoft.com/office/drawing/2014/main" id="{21D5161A-AAA0-4765-807A-74CEF1FBE218}"/>
                  </a:ext>
                </a:extLst>
              </p:cNvPr>
              <p:cNvSpPr/>
              <p:nvPr/>
            </p:nvSpPr>
            <p:spPr>
              <a:xfrm>
                <a:off x="396864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5" name="椭圆 8954">
                <a:extLst>
                  <a:ext uri="{FF2B5EF4-FFF2-40B4-BE49-F238E27FC236}">
                    <a16:creationId xmlns:a16="http://schemas.microsoft.com/office/drawing/2014/main" id="{9AA66985-640C-4AEB-A5E9-4B51EEC868CC}"/>
                  </a:ext>
                </a:extLst>
              </p:cNvPr>
              <p:cNvSpPr/>
              <p:nvPr/>
            </p:nvSpPr>
            <p:spPr>
              <a:xfrm>
                <a:off x="397378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6" name="椭圆 8955">
                <a:extLst>
                  <a:ext uri="{FF2B5EF4-FFF2-40B4-BE49-F238E27FC236}">
                    <a16:creationId xmlns:a16="http://schemas.microsoft.com/office/drawing/2014/main" id="{67D242B6-6E0D-46C0-9635-2461CFAC3965}"/>
                  </a:ext>
                </a:extLst>
              </p:cNvPr>
              <p:cNvSpPr/>
              <p:nvPr/>
            </p:nvSpPr>
            <p:spPr>
              <a:xfrm>
                <a:off x="4012324"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7" name="椭圆 8956">
                <a:extLst>
                  <a:ext uri="{FF2B5EF4-FFF2-40B4-BE49-F238E27FC236}">
                    <a16:creationId xmlns:a16="http://schemas.microsoft.com/office/drawing/2014/main" id="{5BD0AB39-B7D7-47FA-9011-F4B301E9BFF2}"/>
                  </a:ext>
                </a:extLst>
              </p:cNvPr>
              <p:cNvSpPr/>
              <p:nvPr/>
            </p:nvSpPr>
            <p:spPr>
              <a:xfrm>
                <a:off x="394809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8" name="椭圆 8957">
                <a:extLst>
                  <a:ext uri="{FF2B5EF4-FFF2-40B4-BE49-F238E27FC236}">
                    <a16:creationId xmlns:a16="http://schemas.microsoft.com/office/drawing/2014/main" id="{05EE7291-B62A-4CFF-A696-0F5DEE6EE5CC}"/>
                  </a:ext>
                </a:extLst>
              </p:cNvPr>
              <p:cNvSpPr/>
              <p:nvPr/>
            </p:nvSpPr>
            <p:spPr>
              <a:xfrm>
                <a:off x="407600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9" name="椭圆 8958">
                <a:extLst>
                  <a:ext uri="{FF2B5EF4-FFF2-40B4-BE49-F238E27FC236}">
                    <a16:creationId xmlns:a16="http://schemas.microsoft.com/office/drawing/2014/main" id="{5CAAD3EE-E3B6-44B7-BC00-D4594B7D27E4}"/>
                  </a:ext>
                </a:extLst>
              </p:cNvPr>
              <p:cNvSpPr/>
              <p:nvPr/>
            </p:nvSpPr>
            <p:spPr>
              <a:xfrm>
                <a:off x="394280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0" name="椭圆 8959">
                <a:extLst>
                  <a:ext uri="{FF2B5EF4-FFF2-40B4-BE49-F238E27FC236}">
                    <a16:creationId xmlns:a16="http://schemas.microsoft.com/office/drawing/2014/main" id="{D8D67E71-F8DA-4AE6-8A5B-DEBC6F3D69C7}"/>
                  </a:ext>
                </a:extLst>
              </p:cNvPr>
              <p:cNvSpPr/>
              <p:nvPr/>
            </p:nvSpPr>
            <p:spPr>
              <a:xfrm>
                <a:off x="4032438"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1" name="椭圆 8960">
                <a:extLst>
                  <a:ext uri="{FF2B5EF4-FFF2-40B4-BE49-F238E27FC236}">
                    <a16:creationId xmlns:a16="http://schemas.microsoft.com/office/drawing/2014/main" id="{35915DA0-7A8C-4A72-BA50-1BE401734606}"/>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2" name="椭圆 8961">
                <a:extLst>
                  <a:ext uri="{FF2B5EF4-FFF2-40B4-BE49-F238E27FC236}">
                    <a16:creationId xmlns:a16="http://schemas.microsoft.com/office/drawing/2014/main" id="{FFFC1F53-1A40-44D9-B1E5-E4C22DF39EC3}"/>
                  </a:ext>
                </a:extLst>
              </p:cNvPr>
              <p:cNvSpPr/>
              <p:nvPr/>
            </p:nvSpPr>
            <p:spPr>
              <a:xfrm>
                <a:off x="3833614"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3" name="椭圆 8962">
                <a:extLst>
                  <a:ext uri="{FF2B5EF4-FFF2-40B4-BE49-F238E27FC236}">
                    <a16:creationId xmlns:a16="http://schemas.microsoft.com/office/drawing/2014/main" id="{2C2437A9-4E42-45CF-B4F6-DE52E249CA38}"/>
                  </a:ext>
                </a:extLst>
              </p:cNvPr>
              <p:cNvSpPr/>
              <p:nvPr/>
            </p:nvSpPr>
            <p:spPr>
              <a:xfrm>
                <a:off x="4059158"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4" name="椭圆 8963">
                <a:extLst>
                  <a:ext uri="{FF2B5EF4-FFF2-40B4-BE49-F238E27FC236}">
                    <a16:creationId xmlns:a16="http://schemas.microsoft.com/office/drawing/2014/main" id="{E293E060-4307-41B0-A3DA-47EC4487C368}"/>
                  </a:ext>
                </a:extLst>
              </p:cNvPr>
              <p:cNvSpPr/>
              <p:nvPr/>
            </p:nvSpPr>
            <p:spPr>
              <a:xfrm>
                <a:off x="414486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5" name="椭圆 8964">
                <a:extLst>
                  <a:ext uri="{FF2B5EF4-FFF2-40B4-BE49-F238E27FC236}">
                    <a16:creationId xmlns:a16="http://schemas.microsoft.com/office/drawing/2014/main" id="{6B26E3A8-5646-4BAE-A64D-4A332557B6AE}"/>
                  </a:ext>
                </a:extLst>
              </p:cNvPr>
              <p:cNvSpPr/>
              <p:nvPr/>
            </p:nvSpPr>
            <p:spPr>
              <a:xfrm>
                <a:off x="395536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6" name="椭圆 8965">
                <a:extLst>
                  <a:ext uri="{FF2B5EF4-FFF2-40B4-BE49-F238E27FC236}">
                    <a16:creationId xmlns:a16="http://schemas.microsoft.com/office/drawing/2014/main" id="{C9B1C576-6FB3-4DFE-9EBA-5E2E0E9F37BF}"/>
                  </a:ext>
                </a:extLst>
              </p:cNvPr>
              <p:cNvSpPr/>
              <p:nvPr/>
            </p:nvSpPr>
            <p:spPr>
              <a:xfrm>
                <a:off x="39430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7" name="椭圆 8966">
                <a:extLst>
                  <a:ext uri="{FF2B5EF4-FFF2-40B4-BE49-F238E27FC236}">
                    <a16:creationId xmlns:a16="http://schemas.microsoft.com/office/drawing/2014/main" id="{CBB9055C-FEEC-4FA1-8C0A-ADD57D7B516D}"/>
                  </a:ext>
                </a:extLst>
              </p:cNvPr>
              <p:cNvSpPr/>
              <p:nvPr/>
            </p:nvSpPr>
            <p:spPr>
              <a:xfrm>
                <a:off x="4054313"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8" name="椭圆 8967">
                <a:extLst>
                  <a:ext uri="{FF2B5EF4-FFF2-40B4-BE49-F238E27FC236}">
                    <a16:creationId xmlns:a16="http://schemas.microsoft.com/office/drawing/2014/main" id="{84AECE40-0104-4056-B804-58D9868BEB84}"/>
                  </a:ext>
                </a:extLst>
              </p:cNvPr>
              <p:cNvSpPr/>
              <p:nvPr/>
            </p:nvSpPr>
            <p:spPr>
              <a:xfrm>
                <a:off x="40025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9" name="椭圆 8968">
                <a:extLst>
                  <a:ext uri="{FF2B5EF4-FFF2-40B4-BE49-F238E27FC236}">
                    <a16:creationId xmlns:a16="http://schemas.microsoft.com/office/drawing/2014/main" id="{E6244A96-CE0E-4850-83CE-C079399549C8}"/>
                  </a:ext>
                </a:extLst>
              </p:cNvPr>
              <p:cNvSpPr/>
              <p:nvPr/>
            </p:nvSpPr>
            <p:spPr>
              <a:xfrm>
                <a:off x="4091458"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0" name="椭圆 8969">
                <a:extLst>
                  <a:ext uri="{FF2B5EF4-FFF2-40B4-BE49-F238E27FC236}">
                    <a16:creationId xmlns:a16="http://schemas.microsoft.com/office/drawing/2014/main" id="{F0185599-B020-40BA-BFB1-7BE616C9A705}"/>
                  </a:ext>
                </a:extLst>
              </p:cNvPr>
              <p:cNvSpPr/>
              <p:nvPr/>
            </p:nvSpPr>
            <p:spPr>
              <a:xfrm>
                <a:off x="410918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1" name="椭圆 8970">
                <a:extLst>
                  <a:ext uri="{FF2B5EF4-FFF2-40B4-BE49-F238E27FC236}">
                    <a16:creationId xmlns:a16="http://schemas.microsoft.com/office/drawing/2014/main" id="{8901F0DF-267F-4F5F-AF8E-54CABC17DC78}"/>
                  </a:ext>
                </a:extLst>
              </p:cNvPr>
              <p:cNvSpPr/>
              <p:nvPr/>
            </p:nvSpPr>
            <p:spPr>
              <a:xfrm>
                <a:off x="399584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2" name="椭圆 8971">
                <a:extLst>
                  <a:ext uri="{FF2B5EF4-FFF2-40B4-BE49-F238E27FC236}">
                    <a16:creationId xmlns:a16="http://schemas.microsoft.com/office/drawing/2014/main" id="{E0B0EEBB-4540-47AA-8817-E654DCD2F854}"/>
                  </a:ext>
                </a:extLst>
              </p:cNvPr>
              <p:cNvSpPr/>
              <p:nvPr/>
            </p:nvSpPr>
            <p:spPr>
              <a:xfrm>
                <a:off x="414574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3" name="椭圆 8972">
                <a:extLst>
                  <a:ext uri="{FF2B5EF4-FFF2-40B4-BE49-F238E27FC236}">
                    <a16:creationId xmlns:a16="http://schemas.microsoft.com/office/drawing/2014/main" id="{C5461298-CBBD-4E40-95F6-5453CD0A1925}"/>
                  </a:ext>
                </a:extLst>
              </p:cNvPr>
              <p:cNvSpPr/>
              <p:nvPr/>
            </p:nvSpPr>
            <p:spPr>
              <a:xfrm>
                <a:off x="402256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4" name="椭圆 8973">
                <a:extLst>
                  <a:ext uri="{FF2B5EF4-FFF2-40B4-BE49-F238E27FC236}">
                    <a16:creationId xmlns:a16="http://schemas.microsoft.com/office/drawing/2014/main" id="{6862AA3D-46B2-464F-8724-A5B7F6DC46B4}"/>
                  </a:ext>
                </a:extLst>
              </p:cNvPr>
              <p:cNvSpPr/>
              <p:nvPr/>
            </p:nvSpPr>
            <p:spPr>
              <a:xfrm>
                <a:off x="412023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5" name="椭圆 8974">
                <a:extLst>
                  <a:ext uri="{FF2B5EF4-FFF2-40B4-BE49-F238E27FC236}">
                    <a16:creationId xmlns:a16="http://schemas.microsoft.com/office/drawing/2014/main" id="{3ABFD228-8E18-4614-A585-A17193967C18}"/>
                  </a:ext>
                </a:extLst>
              </p:cNvPr>
              <p:cNvSpPr/>
              <p:nvPr/>
            </p:nvSpPr>
            <p:spPr>
              <a:xfrm>
                <a:off x="398813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6" name="椭圆 8975">
                <a:extLst>
                  <a:ext uri="{FF2B5EF4-FFF2-40B4-BE49-F238E27FC236}">
                    <a16:creationId xmlns:a16="http://schemas.microsoft.com/office/drawing/2014/main" id="{D9F28561-B5D9-4939-AAC2-1F727A86A55D}"/>
                  </a:ext>
                </a:extLst>
              </p:cNvPr>
              <p:cNvSpPr/>
              <p:nvPr/>
            </p:nvSpPr>
            <p:spPr>
              <a:xfrm>
                <a:off x="404609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7" name="椭圆 8976">
                <a:extLst>
                  <a:ext uri="{FF2B5EF4-FFF2-40B4-BE49-F238E27FC236}">
                    <a16:creationId xmlns:a16="http://schemas.microsoft.com/office/drawing/2014/main" id="{A8CECFD0-D0C3-4E0E-8B5B-D8ACF9FEC863}"/>
                  </a:ext>
                </a:extLst>
              </p:cNvPr>
              <p:cNvSpPr/>
              <p:nvPr/>
            </p:nvSpPr>
            <p:spPr>
              <a:xfrm>
                <a:off x="40191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8" name="椭圆 8977">
                <a:extLst>
                  <a:ext uri="{FF2B5EF4-FFF2-40B4-BE49-F238E27FC236}">
                    <a16:creationId xmlns:a16="http://schemas.microsoft.com/office/drawing/2014/main" id="{7B053724-2A37-4A43-9177-67290436265E}"/>
                  </a:ext>
                </a:extLst>
              </p:cNvPr>
              <p:cNvSpPr/>
              <p:nvPr/>
            </p:nvSpPr>
            <p:spPr>
              <a:xfrm>
                <a:off x="40083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9" name="椭圆 8978">
                <a:extLst>
                  <a:ext uri="{FF2B5EF4-FFF2-40B4-BE49-F238E27FC236}">
                    <a16:creationId xmlns:a16="http://schemas.microsoft.com/office/drawing/2014/main" id="{E5734571-4724-452B-986F-EC9578FF79A8}"/>
                  </a:ext>
                </a:extLst>
              </p:cNvPr>
              <p:cNvSpPr/>
              <p:nvPr/>
            </p:nvSpPr>
            <p:spPr>
              <a:xfrm>
                <a:off x="403530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0" name="椭圆 8979">
                <a:extLst>
                  <a:ext uri="{FF2B5EF4-FFF2-40B4-BE49-F238E27FC236}">
                    <a16:creationId xmlns:a16="http://schemas.microsoft.com/office/drawing/2014/main" id="{02B8A880-5B30-402E-9FD8-61ECA8063DBC}"/>
                  </a:ext>
                </a:extLst>
              </p:cNvPr>
              <p:cNvSpPr/>
              <p:nvPr/>
            </p:nvSpPr>
            <p:spPr>
              <a:xfrm>
                <a:off x="40176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1" name="椭圆 8980">
                <a:extLst>
                  <a:ext uri="{FF2B5EF4-FFF2-40B4-BE49-F238E27FC236}">
                    <a16:creationId xmlns:a16="http://schemas.microsoft.com/office/drawing/2014/main" id="{67505EE6-4D15-407E-B3D8-5652B823EEAA}"/>
                  </a:ext>
                </a:extLst>
              </p:cNvPr>
              <p:cNvSpPr/>
              <p:nvPr/>
            </p:nvSpPr>
            <p:spPr>
              <a:xfrm>
                <a:off x="396328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2" name="椭圆 8981">
                <a:extLst>
                  <a:ext uri="{FF2B5EF4-FFF2-40B4-BE49-F238E27FC236}">
                    <a16:creationId xmlns:a16="http://schemas.microsoft.com/office/drawing/2014/main" id="{BF399FD0-3898-48FD-A96D-3035E5F18168}"/>
                  </a:ext>
                </a:extLst>
              </p:cNvPr>
              <p:cNvSpPr/>
              <p:nvPr/>
            </p:nvSpPr>
            <p:spPr>
              <a:xfrm>
                <a:off x="3837100" y="29249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3" name="椭圆 8982">
                <a:extLst>
                  <a:ext uri="{FF2B5EF4-FFF2-40B4-BE49-F238E27FC236}">
                    <a16:creationId xmlns:a16="http://schemas.microsoft.com/office/drawing/2014/main" id="{C1F186A8-3EA9-48FF-86B2-3382FF210573}"/>
                  </a:ext>
                </a:extLst>
              </p:cNvPr>
              <p:cNvSpPr/>
              <p:nvPr/>
            </p:nvSpPr>
            <p:spPr>
              <a:xfrm>
                <a:off x="411091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4" name="椭圆 8983">
                <a:extLst>
                  <a:ext uri="{FF2B5EF4-FFF2-40B4-BE49-F238E27FC236}">
                    <a16:creationId xmlns:a16="http://schemas.microsoft.com/office/drawing/2014/main" id="{962776EA-85D1-4047-AF63-6892F041CE59}"/>
                  </a:ext>
                </a:extLst>
              </p:cNvPr>
              <p:cNvSpPr/>
              <p:nvPr/>
            </p:nvSpPr>
            <p:spPr>
              <a:xfrm>
                <a:off x="40195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5" name="椭圆 8984">
                <a:extLst>
                  <a:ext uri="{FF2B5EF4-FFF2-40B4-BE49-F238E27FC236}">
                    <a16:creationId xmlns:a16="http://schemas.microsoft.com/office/drawing/2014/main" id="{B463348B-1FEF-4723-917A-D5553299E1BE}"/>
                  </a:ext>
                </a:extLst>
              </p:cNvPr>
              <p:cNvSpPr/>
              <p:nvPr/>
            </p:nvSpPr>
            <p:spPr>
              <a:xfrm>
                <a:off x="410162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6" name="椭圆 8985">
                <a:extLst>
                  <a:ext uri="{FF2B5EF4-FFF2-40B4-BE49-F238E27FC236}">
                    <a16:creationId xmlns:a16="http://schemas.microsoft.com/office/drawing/2014/main" id="{73B5EE40-1423-40F4-BB89-319BCFCA3DD2}"/>
                  </a:ext>
                </a:extLst>
              </p:cNvPr>
              <p:cNvSpPr/>
              <p:nvPr/>
            </p:nvSpPr>
            <p:spPr>
              <a:xfrm>
                <a:off x="401761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7" name="椭圆 8986">
                <a:extLst>
                  <a:ext uri="{FF2B5EF4-FFF2-40B4-BE49-F238E27FC236}">
                    <a16:creationId xmlns:a16="http://schemas.microsoft.com/office/drawing/2014/main" id="{01DD1C37-AC09-4B36-8349-6D04AC694FA1}"/>
                  </a:ext>
                </a:extLst>
              </p:cNvPr>
              <p:cNvSpPr/>
              <p:nvPr/>
            </p:nvSpPr>
            <p:spPr>
              <a:xfrm>
                <a:off x="41377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8" name="椭圆 8987">
                <a:extLst>
                  <a:ext uri="{FF2B5EF4-FFF2-40B4-BE49-F238E27FC236}">
                    <a16:creationId xmlns:a16="http://schemas.microsoft.com/office/drawing/2014/main" id="{720CB75E-110F-4F8B-9935-D3554F0593CD}"/>
                  </a:ext>
                </a:extLst>
              </p:cNvPr>
              <p:cNvSpPr/>
              <p:nvPr/>
            </p:nvSpPr>
            <p:spPr>
              <a:xfrm>
                <a:off x="402113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9" name="椭圆 8988">
                <a:extLst>
                  <a:ext uri="{FF2B5EF4-FFF2-40B4-BE49-F238E27FC236}">
                    <a16:creationId xmlns:a16="http://schemas.microsoft.com/office/drawing/2014/main" id="{222F7A9D-F780-481A-AF12-7C2C0C853C41}"/>
                  </a:ext>
                </a:extLst>
              </p:cNvPr>
              <p:cNvSpPr/>
              <p:nvPr/>
            </p:nvSpPr>
            <p:spPr>
              <a:xfrm>
                <a:off x="408620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0" name="椭圆 8989">
                <a:extLst>
                  <a:ext uri="{FF2B5EF4-FFF2-40B4-BE49-F238E27FC236}">
                    <a16:creationId xmlns:a16="http://schemas.microsoft.com/office/drawing/2014/main" id="{366C2EDC-E5F8-40E0-A804-4F2606190EFD}"/>
                  </a:ext>
                </a:extLst>
              </p:cNvPr>
              <p:cNvSpPr/>
              <p:nvPr/>
            </p:nvSpPr>
            <p:spPr>
              <a:xfrm>
                <a:off x="403324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1" name="椭圆 8990">
                <a:extLst>
                  <a:ext uri="{FF2B5EF4-FFF2-40B4-BE49-F238E27FC236}">
                    <a16:creationId xmlns:a16="http://schemas.microsoft.com/office/drawing/2014/main" id="{9C570F11-1A51-4C39-8585-D22D1747CBE9}"/>
                  </a:ext>
                </a:extLst>
              </p:cNvPr>
              <p:cNvSpPr/>
              <p:nvPr/>
            </p:nvSpPr>
            <p:spPr>
              <a:xfrm>
                <a:off x="40233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2" name="椭圆 8991">
                <a:extLst>
                  <a:ext uri="{FF2B5EF4-FFF2-40B4-BE49-F238E27FC236}">
                    <a16:creationId xmlns:a16="http://schemas.microsoft.com/office/drawing/2014/main" id="{DAC08C2B-C011-4C1C-9F1F-29867B76FB1D}"/>
                  </a:ext>
                </a:extLst>
              </p:cNvPr>
              <p:cNvSpPr/>
              <p:nvPr/>
            </p:nvSpPr>
            <p:spPr>
              <a:xfrm>
                <a:off x="400626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3" name="椭圆 8992">
                <a:extLst>
                  <a:ext uri="{FF2B5EF4-FFF2-40B4-BE49-F238E27FC236}">
                    <a16:creationId xmlns:a16="http://schemas.microsoft.com/office/drawing/2014/main" id="{28E63ED2-C3BB-47F3-9242-E56A0B0A31A6}"/>
                  </a:ext>
                </a:extLst>
              </p:cNvPr>
              <p:cNvSpPr/>
              <p:nvPr/>
            </p:nvSpPr>
            <p:spPr>
              <a:xfrm>
                <a:off x="4044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4" name="椭圆 8993">
                <a:extLst>
                  <a:ext uri="{FF2B5EF4-FFF2-40B4-BE49-F238E27FC236}">
                    <a16:creationId xmlns:a16="http://schemas.microsoft.com/office/drawing/2014/main" id="{B6E85EAF-AB86-44F6-BDB0-765C1DC5DA3A}"/>
                  </a:ext>
                </a:extLst>
              </p:cNvPr>
              <p:cNvSpPr/>
              <p:nvPr/>
            </p:nvSpPr>
            <p:spPr>
              <a:xfrm>
                <a:off x="409773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5" name="椭圆 8994">
                <a:extLst>
                  <a:ext uri="{FF2B5EF4-FFF2-40B4-BE49-F238E27FC236}">
                    <a16:creationId xmlns:a16="http://schemas.microsoft.com/office/drawing/2014/main" id="{247AE087-F535-4BA3-931A-4F50CAFAE159}"/>
                  </a:ext>
                </a:extLst>
              </p:cNvPr>
              <p:cNvSpPr/>
              <p:nvPr/>
            </p:nvSpPr>
            <p:spPr>
              <a:xfrm>
                <a:off x="403093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6" name="椭圆 8995">
                <a:extLst>
                  <a:ext uri="{FF2B5EF4-FFF2-40B4-BE49-F238E27FC236}">
                    <a16:creationId xmlns:a16="http://schemas.microsoft.com/office/drawing/2014/main" id="{36543B39-43CE-42D7-991A-D969D35E8F84}"/>
                  </a:ext>
                </a:extLst>
              </p:cNvPr>
              <p:cNvSpPr/>
              <p:nvPr/>
            </p:nvSpPr>
            <p:spPr>
              <a:xfrm>
                <a:off x="40351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7" name="椭圆 8996">
                <a:extLst>
                  <a:ext uri="{FF2B5EF4-FFF2-40B4-BE49-F238E27FC236}">
                    <a16:creationId xmlns:a16="http://schemas.microsoft.com/office/drawing/2014/main" id="{472A7659-D545-437F-A933-0EE05A9827AC}"/>
                  </a:ext>
                </a:extLst>
              </p:cNvPr>
              <p:cNvSpPr/>
              <p:nvPr/>
            </p:nvSpPr>
            <p:spPr>
              <a:xfrm>
                <a:off x="3837835" y="25495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8" name="椭圆 8997">
                <a:extLst>
                  <a:ext uri="{FF2B5EF4-FFF2-40B4-BE49-F238E27FC236}">
                    <a16:creationId xmlns:a16="http://schemas.microsoft.com/office/drawing/2014/main" id="{6094AE3D-EA8E-4D25-BAE3-0C4A66FF42C8}"/>
                  </a:ext>
                </a:extLst>
              </p:cNvPr>
              <p:cNvSpPr/>
              <p:nvPr/>
            </p:nvSpPr>
            <p:spPr>
              <a:xfrm>
                <a:off x="4198266"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9" name="椭圆 8998">
                <a:extLst>
                  <a:ext uri="{FF2B5EF4-FFF2-40B4-BE49-F238E27FC236}">
                    <a16:creationId xmlns:a16="http://schemas.microsoft.com/office/drawing/2014/main" id="{2474C86E-512A-4BB9-9BB5-A65F527D65B6}"/>
                  </a:ext>
                </a:extLst>
              </p:cNvPr>
              <p:cNvSpPr/>
              <p:nvPr/>
            </p:nvSpPr>
            <p:spPr>
              <a:xfrm>
                <a:off x="40699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0" name="椭圆 8999">
                <a:extLst>
                  <a:ext uri="{FF2B5EF4-FFF2-40B4-BE49-F238E27FC236}">
                    <a16:creationId xmlns:a16="http://schemas.microsoft.com/office/drawing/2014/main" id="{A6B22B78-A6F5-4FC6-88BF-CC344DBFD245}"/>
                  </a:ext>
                </a:extLst>
              </p:cNvPr>
              <p:cNvSpPr/>
              <p:nvPr/>
            </p:nvSpPr>
            <p:spPr>
              <a:xfrm>
                <a:off x="40196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1" name="椭圆 9000">
                <a:extLst>
                  <a:ext uri="{FF2B5EF4-FFF2-40B4-BE49-F238E27FC236}">
                    <a16:creationId xmlns:a16="http://schemas.microsoft.com/office/drawing/2014/main" id="{5A0BB43E-756A-41C0-9A5E-E22CC92842C6}"/>
                  </a:ext>
                </a:extLst>
              </p:cNvPr>
              <p:cNvSpPr/>
              <p:nvPr/>
            </p:nvSpPr>
            <p:spPr>
              <a:xfrm>
                <a:off x="4109883"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2" name="椭圆 9001">
                <a:extLst>
                  <a:ext uri="{FF2B5EF4-FFF2-40B4-BE49-F238E27FC236}">
                    <a16:creationId xmlns:a16="http://schemas.microsoft.com/office/drawing/2014/main" id="{73C1562B-3151-47DD-BF9B-D398BE0878C1}"/>
                  </a:ext>
                </a:extLst>
              </p:cNvPr>
              <p:cNvSpPr/>
              <p:nvPr/>
            </p:nvSpPr>
            <p:spPr>
              <a:xfrm>
                <a:off x="401654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3" name="椭圆 9002">
                <a:extLst>
                  <a:ext uri="{FF2B5EF4-FFF2-40B4-BE49-F238E27FC236}">
                    <a16:creationId xmlns:a16="http://schemas.microsoft.com/office/drawing/2014/main" id="{82D80962-D746-455E-8FDE-70A87674AB34}"/>
                  </a:ext>
                </a:extLst>
              </p:cNvPr>
              <p:cNvSpPr/>
              <p:nvPr/>
            </p:nvSpPr>
            <p:spPr>
              <a:xfrm>
                <a:off x="4141191"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4" name="椭圆 9003">
                <a:extLst>
                  <a:ext uri="{FF2B5EF4-FFF2-40B4-BE49-F238E27FC236}">
                    <a16:creationId xmlns:a16="http://schemas.microsoft.com/office/drawing/2014/main" id="{1EE86937-1B95-4AC5-890D-12E41A37B974}"/>
                  </a:ext>
                </a:extLst>
              </p:cNvPr>
              <p:cNvSpPr/>
              <p:nvPr/>
            </p:nvSpPr>
            <p:spPr>
              <a:xfrm>
                <a:off x="393968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5" name="椭圆 9004">
                <a:extLst>
                  <a:ext uri="{FF2B5EF4-FFF2-40B4-BE49-F238E27FC236}">
                    <a16:creationId xmlns:a16="http://schemas.microsoft.com/office/drawing/2014/main" id="{9BD07942-166C-4826-9851-B812A7E572B1}"/>
                  </a:ext>
                </a:extLst>
              </p:cNvPr>
              <p:cNvSpPr/>
              <p:nvPr/>
            </p:nvSpPr>
            <p:spPr>
              <a:xfrm>
                <a:off x="405669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6" name="椭圆 9005">
                <a:extLst>
                  <a:ext uri="{FF2B5EF4-FFF2-40B4-BE49-F238E27FC236}">
                    <a16:creationId xmlns:a16="http://schemas.microsoft.com/office/drawing/2014/main" id="{A2D17CE3-CD9A-476A-8398-D5AE19E7662E}"/>
                  </a:ext>
                </a:extLst>
              </p:cNvPr>
              <p:cNvSpPr/>
              <p:nvPr/>
            </p:nvSpPr>
            <p:spPr>
              <a:xfrm>
                <a:off x="405079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7" name="椭圆 9006">
                <a:extLst>
                  <a:ext uri="{FF2B5EF4-FFF2-40B4-BE49-F238E27FC236}">
                    <a16:creationId xmlns:a16="http://schemas.microsoft.com/office/drawing/2014/main" id="{D7CDB286-E554-4707-B79C-17D71B06E035}"/>
                  </a:ext>
                </a:extLst>
              </p:cNvPr>
              <p:cNvSpPr/>
              <p:nvPr/>
            </p:nvSpPr>
            <p:spPr>
              <a:xfrm>
                <a:off x="40028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8" name="椭圆 9007">
                <a:extLst>
                  <a:ext uri="{FF2B5EF4-FFF2-40B4-BE49-F238E27FC236}">
                    <a16:creationId xmlns:a16="http://schemas.microsoft.com/office/drawing/2014/main" id="{C4A5D759-DE4A-41A8-8089-75E2F3051FF0}"/>
                  </a:ext>
                </a:extLst>
              </p:cNvPr>
              <p:cNvSpPr/>
              <p:nvPr/>
            </p:nvSpPr>
            <p:spPr>
              <a:xfrm>
                <a:off x="400909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9" name="椭圆 9008">
                <a:extLst>
                  <a:ext uri="{FF2B5EF4-FFF2-40B4-BE49-F238E27FC236}">
                    <a16:creationId xmlns:a16="http://schemas.microsoft.com/office/drawing/2014/main" id="{E90AF16B-969F-4BC5-9813-DD62BE77F677}"/>
                  </a:ext>
                </a:extLst>
              </p:cNvPr>
              <p:cNvSpPr/>
              <p:nvPr/>
            </p:nvSpPr>
            <p:spPr>
              <a:xfrm>
                <a:off x="39286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0" name="椭圆 9009">
                <a:extLst>
                  <a:ext uri="{FF2B5EF4-FFF2-40B4-BE49-F238E27FC236}">
                    <a16:creationId xmlns:a16="http://schemas.microsoft.com/office/drawing/2014/main" id="{E70E8F96-D949-4089-95C1-EB668DA29F9D}"/>
                  </a:ext>
                </a:extLst>
              </p:cNvPr>
              <p:cNvSpPr/>
              <p:nvPr/>
            </p:nvSpPr>
            <p:spPr>
              <a:xfrm>
                <a:off x="39640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1" name="椭圆 9010">
                <a:extLst>
                  <a:ext uri="{FF2B5EF4-FFF2-40B4-BE49-F238E27FC236}">
                    <a16:creationId xmlns:a16="http://schemas.microsoft.com/office/drawing/2014/main" id="{BE33E722-5BCA-46AF-867F-D42CB79DFC89}"/>
                  </a:ext>
                </a:extLst>
              </p:cNvPr>
              <p:cNvSpPr/>
              <p:nvPr/>
            </p:nvSpPr>
            <p:spPr>
              <a:xfrm>
                <a:off x="4017977"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2" name="椭圆 9011">
                <a:extLst>
                  <a:ext uri="{FF2B5EF4-FFF2-40B4-BE49-F238E27FC236}">
                    <a16:creationId xmlns:a16="http://schemas.microsoft.com/office/drawing/2014/main" id="{CF5FA217-82F5-47D5-8BAD-B03110A1BC5E}"/>
                  </a:ext>
                </a:extLst>
              </p:cNvPr>
              <p:cNvSpPr/>
              <p:nvPr/>
            </p:nvSpPr>
            <p:spPr>
              <a:xfrm>
                <a:off x="402623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3" name="椭圆 9012">
                <a:extLst>
                  <a:ext uri="{FF2B5EF4-FFF2-40B4-BE49-F238E27FC236}">
                    <a16:creationId xmlns:a16="http://schemas.microsoft.com/office/drawing/2014/main" id="{BD525386-747A-49D8-9118-B84EE789CBE9}"/>
                  </a:ext>
                </a:extLst>
              </p:cNvPr>
              <p:cNvSpPr/>
              <p:nvPr/>
            </p:nvSpPr>
            <p:spPr>
              <a:xfrm>
                <a:off x="4010416"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4" name="椭圆 9013">
                <a:extLst>
                  <a:ext uri="{FF2B5EF4-FFF2-40B4-BE49-F238E27FC236}">
                    <a16:creationId xmlns:a16="http://schemas.microsoft.com/office/drawing/2014/main" id="{689DB2A0-9112-475D-9A95-263631FC7702}"/>
                  </a:ext>
                </a:extLst>
              </p:cNvPr>
              <p:cNvSpPr/>
              <p:nvPr/>
            </p:nvSpPr>
            <p:spPr>
              <a:xfrm>
                <a:off x="3948056"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5" name="椭圆 9014">
                <a:extLst>
                  <a:ext uri="{FF2B5EF4-FFF2-40B4-BE49-F238E27FC236}">
                    <a16:creationId xmlns:a16="http://schemas.microsoft.com/office/drawing/2014/main" id="{BBD8866B-A002-4D4F-913B-9A545E253AEC}"/>
                  </a:ext>
                </a:extLst>
              </p:cNvPr>
              <p:cNvSpPr/>
              <p:nvPr/>
            </p:nvSpPr>
            <p:spPr>
              <a:xfrm>
                <a:off x="408764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6" name="椭圆 9015">
                <a:extLst>
                  <a:ext uri="{FF2B5EF4-FFF2-40B4-BE49-F238E27FC236}">
                    <a16:creationId xmlns:a16="http://schemas.microsoft.com/office/drawing/2014/main" id="{498C0C3D-2BD2-41F6-8D9E-B1BB8AF0F68D}"/>
                  </a:ext>
                </a:extLst>
              </p:cNvPr>
              <p:cNvSpPr/>
              <p:nvPr/>
            </p:nvSpPr>
            <p:spPr>
              <a:xfrm>
                <a:off x="4083823"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7" name="椭圆 9016">
                <a:extLst>
                  <a:ext uri="{FF2B5EF4-FFF2-40B4-BE49-F238E27FC236}">
                    <a16:creationId xmlns:a16="http://schemas.microsoft.com/office/drawing/2014/main" id="{05FE61C4-F8E1-43EE-8318-E67C01851FD5}"/>
                  </a:ext>
                </a:extLst>
              </p:cNvPr>
              <p:cNvSpPr/>
              <p:nvPr/>
            </p:nvSpPr>
            <p:spPr>
              <a:xfrm>
                <a:off x="402957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8" name="椭圆 9017">
                <a:extLst>
                  <a:ext uri="{FF2B5EF4-FFF2-40B4-BE49-F238E27FC236}">
                    <a16:creationId xmlns:a16="http://schemas.microsoft.com/office/drawing/2014/main" id="{4FDDF49A-147D-4019-B4E1-B1C693AC3615}"/>
                  </a:ext>
                </a:extLst>
              </p:cNvPr>
              <p:cNvSpPr/>
              <p:nvPr/>
            </p:nvSpPr>
            <p:spPr>
              <a:xfrm>
                <a:off x="399360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9" name="椭圆 9018">
                <a:extLst>
                  <a:ext uri="{FF2B5EF4-FFF2-40B4-BE49-F238E27FC236}">
                    <a16:creationId xmlns:a16="http://schemas.microsoft.com/office/drawing/2014/main" id="{6C76A413-BE7B-4BC4-BCF2-F193843E842E}"/>
                  </a:ext>
                </a:extLst>
              </p:cNvPr>
              <p:cNvSpPr/>
              <p:nvPr/>
            </p:nvSpPr>
            <p:spPr>
              <a:xfrm>
                <a:off x="390287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0" name="椭圆 9019">
                <a:extLst>
                  <a:ext uri="{FF2B5EF4-FFF2-40B4-BE49-F238E27FC236}">
                    <a16:creationId xmlns:a16="http://schemas.microsoft.com/office/drawing/2014/main" id="{6F79B5EB-0098-4780-9873-CC57CBDB7598}"/>
                  </a:ext>
                </a:extLst>
              </p:cNvPr>
              <p:cNvSpPr/>
              <p:nvPr/>
            </p:nvSpPr>
            <p:spPr>
              <a:xfrm>
                <a:off x="398182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1" name="椭圆 9020">
                <a:extLst>
                  <a:ext uri="{FF2B5EF4-FFF2-40B4-BE49-F238E27FC236}">
                    <a16:creationId xmlns:a16="http://schemas.microsoft.com/office/drawing/2014/main" id="{33C84E2F-90D5-4965-895B-118B9CF3F23E}"/>
                  </a:ext>
                </a:extLst>
              </p:cNvPr>
              <p:cNvSpPr/>
              <p:nvPr/>
            </p:nvSpPr>
            <p:spPr>
              <a:xfrm>
                <a:off x="3910214" y="25148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2" name="椭圆 9021">
                <a:extLst>
                  <a:ext uri="{FF2B5EF4-FFF2-40B4-BE49-F238E27FC236}">
                    <a16:creationId xmlns:a16="http://schemas.microsoft.com/office/drawing/2014/main" id="{9FEFA013-8E1E-4B71-B8AA-D85B10B7624C}"/>
                  </a:ext>
                </a:extLst>
              </p:cNvPr>
              <p:cNvSpPr/>
              <p:nvPr/>
            </p:nvSpPr>
            <p:spPr>
              <a:xfrm>
                <a:off x="398329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3" name="椭圆 9022">
                <a:extLst>
                  <a:ext uri="{FF2B5EF4-FFF2-40B4-BE49-F238E27FC236}">
                    <a16:creationId xmlns:a16="http://schemas.microsoft.com/office/drawing/2014/main" id="{31AF3CC6-7DB2-4BF1-BFC9-68AC6C826F61}"/>
                  </a:ext>
                </a:extLst>
              </p:cNvPr>
              <p:cNvSpPr/>
              <p:nvPr/>
            </p:nvSpPr>
            <p:spPr>
              <a:xfrm>
                <a:off x="396894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4" name="椭圆 9023">
                <a:extLst>
                  <a:ext uri="{FF2B5EF4-FFF2-40B4-BE49-F238E27FC236}">
                    <a16:creationId xmlns:a16="http://schemas.microsoft.com/office/drawing/2014/main" id="{B7BE37AC-1117-48BC-8C80-A9498F3FC0C4}"/>
                  </a:ext>
                </a:extLst>
              </p:cNvPr>
              <p:cNvSpPr/>
              <p:nvPr/>
            </p:nvSpPr>
            <p:spPr>
              <a:xfrm>
                <a:off x="4015921"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5" name="椭圆 9024">
                <a:extLst>
                  <a:ext uri="{FF2B5EF4-FFF2-40B4-BE49-F238E27FC236}">
                    <a16:creationId xmlns:a16="http://schemas.microsoft.com/office/drawing/2014/main" id="{42BF0858-88FA-4A9D-A2EB-B30F1EC62DD2}"/>
                  </a:ext>
                </a:extLst>
              </p:cNvPr>
              <p:cNvSpPr/>
              <p:nvPr/>
            </p:nvSpPr>
            <p:spPr>
              <a:xfrm>
                <a:off x="4001900" y="28297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6" name="椭圆 9025">
                <a:extLst>
                  <a:ext uri="{FF2B5EF4-FFF2-40B4-BE49-F238E27FC236}">
                    <a16:creationId xmlns:a16="http://schemas.microsoft.com/office/drawing/2014/main" id="{190F4FB3-B6E4-40F3-A49C-EE9985B90F6E}"/>
                  </a:ext>
                </a:extLst>
              </p:cNvPr>
              <p:cNvSpPr/>
              <p:nvPr/>
            </p:nvSpPr>
            <p:spPr>
              <a:xfrm>
                <a:off x="40119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7" name="椭圆 9026">
                <a:extLst>
                  <a:ext uri="{FF2B5EF4-FFF2-40B4-BE49-F238E27FC236}">
                    <a16:creationId xmlns:a16="http://schemas.microsoft.com/office/drawing/2014/main" id="{14BAE70A-DEB6-415C-B106-BE414778F668}"/>
                  </a:ext>
                </a:extLst>
              </p:cNvPr>
              <p:cNvSpPr/>
              <p:nvPr/>
            </p:nvSpPr>
            <p:spPr>
              <a:xfrm>
                <a:off x="403665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8" name="椭圆 9027">
                <a:extLst>
                  <a:ext uri="{FF2B5EF4-FFF2-40B4-BE49-F238E27FC236}">
                    <a16:creationId xmlns:a16="http://schemas.microsoft.com/office/drawing/2014/main" id="{997BDFBA-8CC4-4E73-B3CD-4A69B73D8F4E}"/>
                  </a:ext>
                </a:extLst>
              </p:cNvPr>
              <p:cNvSpPr/>
              <p:nvPr/>
            </p:nvSpPr>
            <p:spPr>
              <a:xfrm>
                <a:off x="409329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9" name="椭圆 9028">
                <a:extLst>
                  <a:ext uri="{FF2B5EF4-FFF2-40B4-BE49-F238E27FC236}">
                    <a16:creationId xmlns:a16="http://schemas.microsoft.com/office/drawing/2014/main" id="{25A87CDF-0B83-4946-A3EC-820F2927FB0E}"/>
                  </a:ext>
                </a:extLst>
              </p:cNvPr>
              <p:cNvSpPr/>
              <p:nvPr/>
            </p:nvSpPr>
            <p:spPr>
              <a:xfrm>
                <a:off x="3882797"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0" name="椭圆 9029">
                <a:extLst>
                  <a:ext uri="{FF2B5EF4-FFF2-40B4-BE49-F238E27FC236}">
                    <a16:creationId xmlns:a16="http://schemas.microsoft.com/office/drawing/2014/main" id="{BA5227AB-8BAC-49DE-B030-4E534BE20A79}"/>
                  </a:ext>
                </a:extLst>
              </p:cNvPr>
              <p:cNvSpPr/>
              <p:nvPr/>
            </p:nvSpPr>
            <p:spPr>
              <a:xfrm>
                <a:off x="404212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1" name="椭圆 9030">
                <a:extLst>
                  <a:ext uri="{FF2B5EF4-FFF2-40B4-BE49-F238E27FC236}">
                    <a16:creationId xmlns:a16="http://schemas.microsoft.com/office/drawing/2014/main" id="{4A2432A1-6C39-4CE9-A96E-6B069A8612DF}"/>
                  </a:ext>
                </a:extLst>
              </p:cNvPr>
              <p:cNvSpPr/>
              <p:nvPr/>
            </p:nvSpPr>
            <p:spPr>
              <a:xfrm>
                <a:off x="4043229"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2" name="椭圆 9031">
                <a:extLst>
                  <a:ext uri="{FF2B5EF4-FFF2-40B4-BE49-F238E27FC236}">
                    <a16:creationId xmlns:a16="http://schemas.microsoft.com/office/drawing/2014/main" id="{3E9395AF-C177-41DD-AD1E-053A725C94B1}"/>
                  </a:ext>
                </a:extLst>
              </p:cNvPr>
              <p:cNvSpPr/>
              <p:nvPr/>
            </p:nvSpPr>
            <p:spPr>
              <a:xfrm>
                <a:off x="3946551"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3" name="椭圆 9032">
                <a:extLst>
                  <a:ext uri="{FF2B5EF4-FFF2-40B4-BE49-F238E27FC236}">
                    <a16:creationId xmlns:a16="http://schemas.microsoft.com/office/drawing/2014/main" id="{BC80CC6F-F6B3-4CCE-A980-01FCD25A99C8}"/>
                  </a:ext>
                </a:extLst>
              </p:cNvPr>
              <p:cNvSpPr/>
              <p:nvPr/>
            </p:nvSpPr>
            <p:spPr>
              <a:xfrm>
                <a:off x="4033833"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4" name="椭圆 9033">
                <a:extLst>
                  <a:ext uri="{FF2B5EF4-FFF2-40B4-BE49-F238E27FC236}">
                    <a16:creationId xmlns:a16="http://schemas.microsoft.com/office/drawing/2014/main" id="{EA689D62-AABE-4CA0-8A09-34F5DCE1B962}"/>
                  </a:ext>
                </a:extLst>
              </p:cNvPr>
              <p:cNvSpPr/>
              <p:nvPr/>
            </p:nvSpPr>
            <p:spPr>
              <a:xfrm>
                <a:off x="4137668"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5" name="椭圆 9034">
                <a:extLst>
                  <a:ext uri="{FF2B5EF4-FFF2-40B4-BE49-F238E27FC236}">
                    <a16:creationId xmlns:a16="http://schemas.microsoft.com/office/drawing/2014/main" id="{F96B6883-96E4-4DC6-8DC9-B81BF5E4A5C9}"/>
                  </a:ext>
                </a:extLst>
              </p:cNvPr>
              <p:cNvSpPr/>
              <p:nvPr/>
            </p:nvSpPr>
            <p:spPr>
              <a:xfrm>
                <a:off x="4016582" y="30468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6" name="椭圆 9035">
                <a:extLst>
                  <a:ext uri="{FF2B5EF4-FFF2-40B4-BE49-F238E27FC236}">
                    <a16:creationId xmlns:a16="http://schemas.microsoft.com/office/drawing/2014/main" id="{07DDE09D-EEC9-4865-8AFD-24A74B785139}"/>
                  </a:ext>
                </a:extLst>
              </p:cNvPr>
              <p:cNvSpPr/>
              <p:nvPr/>
            </p:nvSpPr>
            <p:spPr>
              <a:xfrm>
                <a:off x="4121995"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7" name="椭圆 9036">
                <a:extLst>
                  <a:ext uri="{FF2B5EF4-FFF2-40B4-BE49-F238E27FC236}">
                    <a16:creationId xmlns:a16="http://schemas.microsoft.com/office/drawing/2014/main" id="{A0324E85-BD7F-4E5A-B6F0-90C21AD6208C}"/>
                  </a:ext>
                </a:extLst>
              </p:cNvPr>
              <p:cNvSpPr/>
              <p:nvPr/>
            </p:nvSpPr>
            <p:spPr>
              <a:xfrm>
                <a:off x="3967986"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8" name="椭圆 9037">
                <a:extLst>
                  <a:ext uri="{FF2B5EF4-FFF2-40B4-BE49-F238E27FC236}">
                    <a16:creationId xmlns:a16="http://schemas.microsoft.com/office/drawing/2014/main" id="{C2F40BCF-4C79-470F-88A2-5C51AA4FA41C}"/>
                  </a:ext>
                </a:extLst>
              </p:cNvPr>
              <p:cNvSpPr/>
              <p:nvPr/>
            </p:nvSpPr>
            <p:spPr>
              <a:xfrm>
                <a:off x="395202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9" name="椭圆 9038">
                <a:extLst>
                  <a:ext uri="{FF2B5EF4-FFF2-40B4-BE49-F238E27FC236}">
                    <a16:creationId xmlns:a16="http://schemas.microsoft.com/office/drawing/2014/main" id="{2A0E602B-59CD-449B-84ED-9090748B19F6}"/>
                  </a:ext>
                </a:extLst>
              </p:cNvPr>
              <p:cNvSpPr/>
              <p:nvPr/>
            </p:nvSpPr>
            <p:spPr>
              <a:xfrm>
                <a:off x="400116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0" name="椭圆 9039">
                <a:extLst>
                  <a:ext uri="{FF2B5EF4-FFF2-40B4-BE49-F238E27FC236}">
                    <a16:creationId xmlns:a16="http://schemas.microsoft.com/office/drawing/2014/main" id="{A0B32853-6592-45DA-819C-15C26A688DF3}"/>
                  </a:ext>
                </a:extLst>
              </p:cNvPr>
              <p:cNvSpPr/>
              <p:nvPr/>
            </p:nvSpPr>
            <p:spPr>
              <a:xfrm>
                <a:off x="39835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1" name="椭圆 9040">
                <a:extLst>
                  <a:ext uri="{FF2B5EF4-FFF2-40B4-BE49-F238E27FC236}">
                    <a16:creationId xmlns:a16="http://schemas.microsoft.com/office/drawing/2014/main" id="{D1225030-0C01-4A78-849E-9F47770A4DAA}"/>
                  </a:ext>
                </a:extLst>
              </p:cNvPr>
              <p:cNvSpPr/>
              <p:nvPr/>
            </p:nvSpPr>
            <p:spPr>
              <a:xfrm>
                <a:off x="404829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2" name="椭圆 9041">
                <a:extLst>
                  <a:ext uri="{FF2B5EF4-FFF2-40B4-BE49-F238E27FC236}">
                    <a16:creationId xmlns:a16="http://schemas.microsoft.com/office/drawing/2014/main" id="{8F54FEB8-C865-46E3-A9C4-3F274F26E959}"/>
                  </a:ext>
                </a:extLst>
              </p:cNvPr>
              <p:cNvSpPr/>
              <p:nvPr/>
            </p:nvSpPr>
            <p:spPr>
              <a:xfrm>
                <a:off x="391887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3" name="椭圆 9042">
                <a:extLst>
                  <a:ext uri="{FF2B5EF4-FFF2-40B4-BE49-F238E27FC236}">
                    <a16:creationId xmlns:a16="http://schemas.microsoft.com/office/drawing/2014/main" id="{ABEF131A-6820-4C7B-99D7-E74F5C1996FF}"/>
                  </a:ext>
                </a:extLst>
              </p:cNvPr>
              <p:cNvSpPr/>
              <p:nvPr/>
            </p:nvSpPr>
            <p:spPr>
              <a:xfrm>
                <a:off x="389193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4" name="椭圆 9043">
                <a:extLst>
                  <a:ext uri="{FF2B5EF4-FFF2-40B4-BE49-F238E27FC236}">
                    <a16:creationId xmlns:a16="http://schemas.microsoft.com/office/drawing/2014/main" id="{F7EC8BE9-E22A-4DE1-BB44-D6D83FD86EFA}"/>
                  </a:ext>
                </a:extLst>
              </p:cNvPr>
              <p:cNvSpPr/>
              <p:nvPr/>
            </p:nvSpPr>
            <p:spPr>
              <a:xfrm>
                <a:off x="39854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5" name="椭圆 9044">
                <a:extLst>
                  <a:ext uri="{FF2B5EF4-FFF2-40B4-BE49-F238E27FC236}">
                    <a16:creationId xmlns:a16="http://schemas.microsoft.com/office/drawing/2014/main" id="{44ACA749-3632-479E-ADF3-8A8275C41C75}"/>
                  </a:ext>
                </a:extLst>
              </p:cNvPr>
              <p:cNvSpPr/>
              <p:nvPr/>
            </p:nvSpPr>
            <p:spPr>
              <a:xfrm>
                <a:off x="40532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6" name="椭圆 9045">
                <a:extLst>
                  <a:ext uri="{FF2B5EF4-FFF2-40B4-BE49-F238E27FC236}">
                    <a16:creationId xmlns:a16="http://schemas.microsoft.com/office/drawing/2014/main" id="{6B4008A8-8272-4A4C-AF06-767FCE302F9F}"/>
                  </a:ext>
                </a:extLst>
              </p:cNvPr>
              <p:cNvSpPr/>
              <p:nvPr/>
            </p:nvSpPr>
            <p:spPr>
              <a:xfrm>
                <a:off x="4095679"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7" name="椭圆 9046">
                <a:extLst>
                  <a:ext uri="{FF2B5EF4-FFF2-40B4-BE49-F238E27FC236}">
                    <a16:creationId xmlns:a16="http://schemas.microsoft.com/office/drawing/2014/main" id="{03C96E1E-8482-47BB-BBD7-B93C572C71F8}"/>
                  </a:ext>
                </a:extLst>
              </p:cNvPr>
              <p:cNvSpPr/>
              <p:nvPr/>
            </p:nvSpPr>
            <p:spPr>
              <a:xfrm>
                <a:off x="40390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8" name="椭圆 9047">
                <a:extLst>
                  <a:ext uri="{FF2B5EF4-FFF2-40B4-BE49-F238E27FC236}">
                    <a16:creationId xmlns:a16="http://schemas.microsoft.com/office/drawing/2014/main" id="{66CBCB00-E962-472A-BBC4-F45583AFE26E}"/>
                  </a:ext>
                </a:extLst>
              </p:cNvPr>
              <p:cNvSpPr/>
              <p:nvPr/>
            </p:nvSpPr>
            <p:spPr>
              <a:xfrm>
                <a:off x="40665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9" name="椭圆 9048">
                <a:extLst>
                  <a:ext uri="{FF2B5EF4-FFF2-40B4-BE49-F238E27FC236}">
                    <a16:creationId xmlns:a16="http://schemas.microsoft.com/office/drawing/2014/main" id="{EA9A27F2-39B9-4C1C-A875-A1AEF5C6FDD0}"/>
                  </a:ext>
                </a:extLst>
              </p:cNvPr>
              <p:cNvSpPr/>
              <p:nvPr/>
            </p:nvSpPr>
            <p:spPr>
              <a:xfrm>
                <a:off x="3989605" y="27913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0" name="椭圆 9049">
                <a:extLst>
                  <a:ext uri="{FF2B5EF4-FFF2-40B4-BE49-F238E27FC236}">
                    <a16:creationId xmlns:a16="http://schemas.microsoft.com/office/drawing/2014/main" id="{9D0DA47F-5273-4C78-A6B3-A02BC09D11C0}"/>
                  </a:ext>
                </a:extLst>
              </p:cNvPr>
              <p:cNvSpPr/>
              <p:nvPr/>
            </p:nvSpPr>
            <p:spPr>
              <a:xfrm>
                <a:off x="4091935" y="27073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1" name="椭圆 9050">
                <a:extLst>
                  <a:ext uri="{FF2B5EF4-FFF2-40B4-BE49-F238E27FC236}">
                    <a16:creationId xmlns:a16="http://schemas.microsoft.com/office/drawing/2014/main" id="{2F746DB4-28C8-4BBA-95EB-F7678CA30C61}"/>
                  </a:ext>
                </a:extLst>
              </p:cNvPr>
              <p:cNvSpPr/>
              <p:nvPr/>
            </p:nvSpPr>
            <p:spPr>
              <a:xfrm>
                <a:off x="406925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2" name="椭圆 9051">
                <a:extLst>
                  <a:ext uri="{FF2B5EF4-FFF2-40B4-BE49-F238E27FC236}">
                    <a16:creationId xmlns:a16="http://schemas.microsoft.com/office/drawing/2014/main" id="{3BFDE96F-EC07-4B6F-8DA3-65643C82C272}"/>
                  </a:ext>
                </a:extLst>
              </p:cNvPr>
              <p:cNvSpPr/>
              <p:nvPr/>
            </p:nvSpPr>
            <p:spPr>
              <a:xfrm>
                <a:off x="4086613" y="29792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3" name="椭圆 9052">
                <a:extLst>
                  <a:ext uri="{FF2B5EF4-FFF2-40B4-BE49-F238E27FC236}">
                    <a16:creationId xmlns:a16="http://schemas.microsoft.com/office/drawing/2014/main" id="{739E7C93-1412-4D1E-BDA0-76C691310AE9}"/>
                  </a:ext>
                </a:extLst>
              </p:cNvPr>
              <p:cNvSpPr/>
              <p:nvPr/>
            </p:nvSpPr>
            <p:spPr>
              <a:xfrm>
                <a:off x="4004433"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4" name="椭圆 9053">
                <a:extLst>
                  <a:ext uri="{FF2B5EF4-FFF2-40B4-BE49-F238E27FC236}">
                    <a16:creationId xmlns:a16="http://schemas.microsoft.com/office/drawing/2014/main" id="{B35571E1-C42A-4685-8B44-3BB664F05161}"/>
                  </a:ext>
                </a:extLst>
              </p:cNvPr>
              <p:cNvSpPr/>
              <p:nvPr/>
            </p:nvSpPr>
            <p:spPr>
              <a:xfrm>
                <a:off x="4028327" y="2839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5" name="椭圆 9054">
                <a:extLst>
                  <a:ext uri="{FF2B5EF4-FFF2-40B4-BE49-F238E27FC236}">
                    <a16:creationId xmlns:a16="http://schemas.microsoft.com/office/drawing/2014/main" id="{CB0D36B1-ACB4-4EFD-AA5C-DA61BFDF0566}"/>
                  </a:ext>
                </a:extLst>
              </p:cNvPr>
              <p:cNvSpPr/>
              <p:nvPr/>
            </p:nvSpPr>
            <p:spPr>
              <a:xfrm>
                <a:off x="3999368"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6" name="椭圆 9055">
                <a:extLst>
                  <a:ext uri="{FF2B5EF4-FFF2-40B4-BE49-F238E27FC236}">
                    <a16:creationId xmlns:a16="http://schemas.microsoft.com/office/drawing/2014/main" id="{B520ED3E-E0AC-4DD5-95F8-BC2FA6E934E1}"/>
                  </a:ext>
                </a:extLst>
              </p:cNvPr>
              <p:cNvSpPr/>
              <p:nvPr/>
            </p:nvSpPr>
            <p:spPr>
              <a:xfrm>
                <a:off x="401687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7" name="椭圆 9056">
                <a:extLst>
                  <a:ext uri="{FF2B5EF4-FFF2-40B4-BE49-F238E27FC236}">
                    <a16:creationId xmlns:a16="http://schemas.microsoft.com/office/drawing/2014/main" id="{0C569143-C09D-4B3A-AAE6-14772ED768FD}"/>
                  </a:ext>
                </a:extLst>
              </p:cNvPr>
              <p:cNvSpPr/>
              <p:nvPr/>
            </p:nvSpPr>
            <p:spPr>
              <a:xfrm>
                <a:off x="414688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8" name="椭圆 9057">
                <a:extLst>
                  <a:ext uri="{FF2B5EF4-FFF2-40B4-BE49-F238E27FC236}">
                    <a16:creationId xmlns:a16="http://schemas.microsoft.com/office/drawing/2014/main" id="{15994732-8875-427B-AC89-1312186A17C3}"/>
                  </a:ext>
                </a:extLst>
              </p:cNvPr>
              <p:cNvSpPr/>
              <p:nvPr/>
            </p:nvSpPr>
            <p:spPr>
              <a:xfrm>
                <a:off x="391388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9" name="椭圆 9058">
                <a:extLst>
                  <a:ext uri="{FF2B5EF4-FFF2-40B4-BE49-F238E27FC236}">
                    <a16:creationId xmlns:a16="http://schemas.microsoft.com/office/drawing/2014/main" id="{0685B7FF-C9F8-47C0-A875-AADFA451A866}"/>
                  </a:ext>
                </a:extLst>
              </p:cNvPr>
              <p:cNvSpPr/>
              <p:nvPr/>
            </p:nvSpPr>
            <p:spPr>
              <a:xfrm>
                <a:off x="39954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0" name="椭圆 9059">
                <a:extLst>
                  <a:ext uri="{FF2B5EF4-FFF2-40B4-BE49-F238E27FC236}">
                    <a16:creationId xmlns:a16="http://schemas.microsoft.com/office/drawing/2014/main" id="{5735D864-8D59-4B83-AFE3-62E48FC1E95F}"/>
                  </a:ext>
                </a:extLst>
              </p:cNvPr>
              <p:cNvSpPr/>
              <p:nvPr/>
            </p:nvSpPr>
            <p:spPr>
              <a:xfrm>
                <a:off x="404671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1" name="椭圆 9060">
                <a:extLst>
                  <a:ext uri="{FF2B5EF4-FFF2-40B4-BE49-F238E27FC236}">
                    <a16:creationId xmlns:a16="http://schemas.microsoft.com/office/drawing/2014/main" id="{DA1B71CB-D4B7-4355-B508-434B46D3902C}"/>
                  </a:ext>
                </a:extLst>
              </p:cNvPr>
              <p:cNvSpPr/>
              <p:nvPr/>
            </p:nvSpPr>
            <p:spPr>
              <a:xfrm>
                <a:off x="3978300"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2" name="椭圆 9061">
                <a:extLst>
                  <a:ext uri="{FF2B5EF4-FFF2-40B4-BE49-F238E27FC236}">
                    <a16:creationId xmlns:a16="http://schemas.microsoft.com/office/drawing/2014/main" id="{C4996C78-9218-4E0A-BDA8-FDFD7E8B9360}"/>
                  </a:ext>
                </a:extLst>
              </p:cNvPr>
              <p:cNvSpPr/>
              <p:nvPr/>
            </p:nvSpPr>
            <p:spPr>
              <a:xfrm>
                <a:off x="397844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3" name="椭圆 9062">
                <a:extLst>
                  <a:ext uri="{FF2B5EF4-FFF2-40B4-BE49-F238E27FC236}">
                    <a16:creationId xmlns:a16="http://schemas.microsoft.com/office/drawing/2014/main" id="{502C81D1-71AD-4D57-B825-CE0253A6FA30}"/>
                  </a:ext>
                </a:extLst>
              </p:cNvPr>
              <p:cNvSpPr/>
              <p:nvPr/>
            </p:nvSpPr>
            <p:spPr>
              <a:xfrm>
                <a:off x="400946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4" name="椭圆 9063">
                <a:extLst>
                  <a:ext uri="{FF2B5EF4-FFF2-40B4-BE49-F238E27FC236}">
                    <a16:creationId xmlns:a16="http://schemas.microsoft.com/office/drawing/2014/main" id="{E56B4E04-9B57-4C78-B812-705B063ED2DF}"/>
                  </a:ext>
                </a:extLst>
              </p:cNvPr>
              <p:cNvSpPr/>
              <p:nvPr/>
            </p:nvSpPr>
            <p:spPr>
              <a:xfrm>
                <a:off x="400355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5" name="椭圆 9064">
                <a:extLst>
                  <a:ext uri="{FF2B5EF4-FFF2-40B4-BE49-F238E27FC236}">
                    <a16:creationId xmlns:a16="http://schemas.microsoft.com/office/drawing/2014/main" id="{1AF25ADA-0413-4088-859C-A1C2CF0D0323}"/>
                  </a:ext>
                </a:extLst>
              </p:cNvPr>
              <p:cNvSpPr/>
              <p:nvPr/>
            </p:nvSpPr>
            <p:spPr>
              <a:xfrm>
                <a:off x="396655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6" name="椭圆 9065">
                <a:extLst>
                  <a:ext uri="{FF2B5EF4-FFF2-40B4-BE49-F238E27FC236}">
                    <a16:creationId xmlns:a16="http://schemas.microsoft.com/office/drawing/2014/main" id="{0A8DC20C-877B-4D9E-BC7B-8F339E581C12}"/>
                  </a:ext>
                </a:extLst>
              </p:cNvPr>
              <p:cNvSpPr/>
              <p:nvPr/>
            </p:nvSpPr>
            <p:spPr>
              <a:xfrm>
                <a:off x="4118361"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7" name="椭圆 9066">
                <a:extLst>
                  <a:ext uri="{FF2B5EF4-FFF2-40B4-BE49-F238E27FC236}">
                    <a16:creationId xmlns:a16="http://schemas.microsoft.com/office/drawing/2014/main" id="{877AAD07-7DF1-4E87-829C-676C2B932E0B}"/>
                  </a:ext>
                </a:extLst>
              </p:cNvPr>
              <p:cNvSpPr/>
              <p:nvPr/>
            </p:nvSpPr>
            <p:spPr>
              <a:xfrm>
                <a:off x="3858499" y="22774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8" name="椭圆 9067">
                <a:extLst>
                  <a:ext uri="{FF2B5EF4-FFF2-40B4-BE49-F238E27FC236}">
                    <a16:creationId xmlns:a16="http://schemas.microsoft.com/office/drawing/2014/main" id="{DF2E9103-2AFA-4905-A968-A69AA42DFB14}"/>
                  </a:ext>
                </a:extLst>
              </p:cNvPr>
              <p:cNvSpPr/>
              <p:nvPr/>
            </p:nvSpPr>
            <p:spPr>
              <a:xfrm>
                <a:off x="3859270" y="22774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9" name="椭圆 9068">
                <a:extLst>
                  <a:ext uri="{FF2B5EF4-FFF2-40B4-BE49-F238E27FC236}">
                    <a16:creationId xmlns:a16="http://schemas.microsoft.com/office/drawing/2014/main" id="{786C7577-DE82-4A77-87EA-6AA2862FD51F}"/>
                  </a:ext>
                </a:extLst>
              </p:cNvPr>
              <p:cNvSpPr/>
              <p:nvPr/>
            </p:nvSpPr>
            <p:spPr>
              <a:xfrm>
                <a:off x="40107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0" name="椭圆 9069">
                <a:extLst>
                  <a:ext uri="{FF2B5EF4-FFF2-40B4-BE49-F238E27FC236}">
                    <a16:creationId xmlns:a16="http://schemas.microsoft.com/office/drawing/2014/main" id="{78DF2FAA-AEE3-49DC-9BEF-764174D11A74}"/>
                  </a:ext>
                </a:extLst>
              </p:cNvPr>
              <p:cNvSpPr/>
              <p:nvPr/>
            </p:nvSpPr>
            <p:spPr>
              <a:xfrm>
                <a:off x="3940311"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1" name="椭圆 9070">
                <a:extLst>
                  <a:ext uri="{FF2B5EF4-FFF2-40B4-BE49-F238E27FC236}">
                    <a16:creationId xmlns:a16="http://schemas.microsoft.com/office/drawing/2014/main" id="{7ED5FF5F-DF31-4F4A-8498-E53E28D90613}"/>
                  </a:ext>
                </a:extLst>
              </p:cNvPr>
              <p:cNvSpPr/>
              <p:nvPr/>
            </p:nvSpPr>
            <p:spPr>
              <a:xfrm>
                <a:off x="3923207"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2" name="椭圆 9071">
                <a:extLst>
                  <a:ext uri="{FF2B5EF4-FFF2-40B4-BE49-F238E27FC236}">
                    <a16:creationId xmlns:a16="http://schemas.microsoft.com/office/drawing/2014/main" id="{BADCAB26-EC27-4040-B6C1-1F595862FCF6}"/>
                  </a:ext>
                </a:extLst>
              </p:cNvPr>
              <p:cNvSpPr/>
              <p:nvPr/>
            </p:nvSpPr>
            <p:spPr>
              <a:xfrm>
                <a:off x="40315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3" name="椭圆 9072">
                <a:extLst>
                  <a:ext uri="{FF2B5EF4-FFF2-40B4-BE49-F238E27FC236}">
                    <a16:creationId xmlns:a16="http://schemas.microsoft.com/office/drawing/2014/main" id="{AAA37AF0-3A99-4AA5-AA08-9AF79A82BF26}"/>
                  </a:ext>
                </a:extLst>
              </p:cNvPr>
              <p:cNvSpPr/>
              <p:nvPr/>
            </p:nvSpPr>
            <p:spPr>
              <a:xfrm>
                <a:off x="3803149" y="277890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4" name="椭圆 9073">
                <a:extLst>
                  <a:ext uri="{FF2B5EF4-FFF2-40B4-BE49-F238E27FC236}">
                    <a16:creationId xmlns:a16="http://schemas.microsoft.com/office/drawing/2014/main" id="{C530F49D-EF5D-4D30-998F-BF12E1474BE2}"/>
                  </a:ext>
                </a:extLst>
              </p:cNvPr>
              <p:cNvSpPr/>
              <p:nvPr/>
            </p:nvSpPr>
            <p:spPr>
              <a:xfrm>
                <a:off x="402520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5" name="椭圆 9074">
                <a:extLst>
                  <a:ext uri="{FF2B5EF4-FFF2-40B4-BE49-F238E27FC236}">
                    <a16:creationId xmlns:a16="http://schemas.microsoft.com/office/drawing/2014/main" id="{C62DDFF4-F5D4-4593-97DA-C20D8F343B0C}"/>
                  </a:ext>
                </a:extLst>
              </p:cNvPr>
              <p:cNvSpPr/>
              <p:nvPr/>
            </p:nvSpPr>
            <p:spPr>
              <a:xfrm>
                <a:off x="4003258"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6" name="椭圆 9075">
                <a:extLst>
                  <a:ext uri="{FF2B5EF4-FFF2-40B4-BE49-F238E27FC236}">
                    <a16:creationId xmlns:a16="http://schemas.microsoft.com/office/drawing/2014/main" id="{BEFF0E90-7309-466A-888D-15E932305809}"/>
                  </a:ext>
                </a:extLst>
              </p:cNvPr>
              <p:cNvSpPr/>
              <p:nvPr/>
            </p:nvSpPr>
            <p:spPr>
              <a:xfrm>
                <a:off x="402480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7" name="椭圆 9076">
                <a:extLst>
                  <a:ext uri="{FF2B5EF4-FFF2-40B4-BE49-F238E27FC236}">
                    <a16:creationId xmlns:a16="http://schemas.microsoft.com/office/drawing/2014/main" id="{FA7F24C8-A3D2-4039-B66A-E99D42F40E83}"/>
                  </a:ext>
                </a:extLst>
              </p:cNvPr>
              <p:cNvSpPr/>
              <p:nvPr/>
            </p:nvSpPr>
            <p:spPr>
              <a:xfrm>
                <a:off x="3920381" y="267425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8" name="椭圆 9077">
                <a:extLst>
                  <a:ext uri="{FF2B5EF4-FFF2-40B4-BE49-F238E27FC236}">
                    <a16:creationId xmlns:a16="http://schemas.microsoft.com/office/drawing/2014/main" id="{1C346B4F-FEA7-4812-9BB5-7393F0390A8D}"/>
                  </a:ext>
                </a:extLst>
              </p:cNvPr>
              <p:cNvSpPr/>
              <p:nvPr/>
            </p:nvSpPr>
            <p:spPr>
              <a:xfrm>
                <a:off x="400725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9" name="椭圆 9078">
                <a:extLst>
                  <a:ext uri="{FF2B5EF4-FFF2-40B4-BE49-F238E27FC236}">
                    <a16:creationId xmlns:a16="http://schemas.microsoft.com/office/drawing/2014/main" id="{5FD26D61-E11F-4119-8C1F-D7216DF423E2}"/>
                  </a:ext>
                </a:extLst>
              </p:cNvPr>
              <p:cNvSpPr/>
              <p:nvPr/>
            </p:nvSpPr>
            <p:spPr>
              <a:xfrm>
                <a:off x="40635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0" name="椭圆 9079">
                <a:extLst>
                  <a:ext uri="{FF2B5EF4-FFF2-40B4-BE49-F238E27FC236}">
                    <a16:creationId xmlns:a16="http://schemas.microsoft.com/office/drawing/2014/main" id="{AB09B4C2-74F3-4026-B40E-71912FD51A39}"/>
                  </a:ext>
                </a:extLst>
              </p:cNvPr>
              <p:cNvSpPr/>
              <p:nvPr/>
            </p:nvSpPr>
            <p:spPr>
              <a:xfrm>
                <a:off x="40635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1" name="椭圆 9080">
                <a:extLst>
                  <a:ext uri="{FF2B5EF4-FFF2-40B4-BE49-F238E27FC236}">
                    <a16:creationId xmlns:a16="http://schemas.microsoft.com/office/drawing/2014/main" id="{BAAD11CC-9283-4B79-A999-C57C69EED018}"/>
                  </a:ext>
                </a:extLst>
              </p:cNvPr>
              <p:cNvSpPr/>
              <p:nvPr/>
            </p:nvSpPr>
            <p:spPr>
              <a:xfrm>
                <a:off x="39856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2" name="椭圆 9081">
                <a:extLst>
                  <a:ext uri="{FF2B5EF4-FFF2-40B4-BE49-F238E27FC236}">
                    <a16:creationId xmlns:a16="http://schemas.microsoft.com/office/drawing/2014/main" id="{713C8B43-90AF-4008-9252-8B313F5078C2}"/>
                  </a:ext>
                </a:extLst>
              </p:cNvPr>
              <p:cNvSpPr/>
              <p:nvPr/>
            </p:nvSpPr>
            <p:spPr>
              <a:xfrm>
                <a:off x="386613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3" name="椭圆 9082">
                <a:extLst>
                  <a:ext uri="{FF2B5EF4-FFF2-40B4-BE49-F238E27FC236}">
                    <a16:creationId xmlns:a16="http://schemas.microsoft.com/office/drawing/2014/main" id="{588FC5BA-8DDF-4B0E-8091-9C00B4E77AAD}"/>
                  </a:ext>
                </a:extLst>
              </p:cNvPr>
              <p:cNvSpPr/>
              <p:nvPr/>
            </p:nvSpPr>
            <p:spPr>
              <a:xfrm>
                <a:off x="402039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4" name="椭圆 9083">
                <a:extLst>
                  <a:ext uri="{FF2B5EF4-FFF2-40B4-BE49-F238E27FC236}">
                    <a16:creationId xmlns:a16="http://schemas.microsoft.com/office/drawing/2014/main" id="{17DCBCD5-9C8E-457A-BC9D-7864B4FC0516}"/>
                  </a:ext>
                </a:extLst>
              </p:cNvPr>
              <p:cNvSpPr/>
              <p:nvPr/>
            </p:nvSpPr>
            <p:spPr>
              <a:xfrm>
                <a:off x="4122069"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5" name="椭圆 9084">
                <a:extLst>
                  <a:ext uri="{FF2B5EF4-FFF2-40B4-BE49-F238E27FC236}">
                    <a16:creationId xmlns:a16="http://schemas.microsoft.com/office/drawing/2014/main" id="{D1C271E7-4A46-4A98-BEFC-40F5BE3F52AF}"/>
                  </a:ext>
                </a:extLst>
              </p:cNvPr>
              <p:cNvSpPr/>
              <p:nvPr/>
            </p:nvSpPr>
            <p:spPr>
              <a:xfrm>
                <a:off x="395139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6" name="椭圆 9085">
                <a:extLst>
                  <a:ext uri="{FF2B5EF4-FFF2-40B4-BE49-F238E27FC236}">
                    <a16:creationId xmlns:a16="http://schemas.microsoft.com/office/drawing/2014/main" id="{5E6370C3-BD6A-40A1-A250-E8786797C65C}"/>
                  </a:ext>
                </a:extLst>
              </p:cNvPr>
              <p:cNvSpPr/>
              <p:nvPr/>
            </p:nvSpPr>
            <p:spPr>
              <a:xfrm>
                <a:off x="392985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7" name="椭圆 9086">
                <a:extLst>
                  <a:ext uri="{FF2B5EF4-FFF2-40B4-BE49-F238E27FC236}">
                    <a16:creationId xmlns:a16="http://schemas.microsoft.com/office/drawing/2014/main" id="{8EF3AC07-E40C-46D5-A95B-B087F773690A}"/>
                  </a:ext>
                </a:extLst>
              </p:cNvPr>
              <p:cNvSpPr/>
              <p:nvPr/>
            </p:nvSpPr>
            <p:spPr>
              <a:xfrm>
                <a:off x="404146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8" name="椭圆 9087">
                <a:extLst>
                  <a:ext uri="{FF2B5EF4-FFF2-40B4-BE49-F238E27FC236}">
                    <a16:creationId xmlns:a16="http://schemas.microsoft.com/office/drawing/2014/main" id="{07CB9C61-9D31-4AB6-9BA7-52B7AD496BE8}"/>
                  </a:ext>
                </a:extLst>
              </p:cNvPr>
              <p:cNvSpPr/>
              <p:nvPr/>
            </p:nvSpPr>
            <p:spPr>
              <a:xfrm>
                <a:off x="39912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9" name="椭圆 9088">
                <a:extLst>
                  <a:ext uri="{FF2B5EF4-FFF2-40B4-BE49-F238E27FC236}">
                    <a16:creationId xmlns:a16="http://schemas.microsoft.com/office/drawing/2014/main" id="{0086A9F3-1A9C-4BFA-9E93-EEEC47852325}"/>
                  </a:ext>
                </a:extLst>
              </p:cNvPr>
              <p:cNvSpPr/>
              <p:nvPr/>
            </p:nvSpPr>
            <p:spPr>
              <a:xfrm>
                <a:off x="417246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0" name="椭圆 9089">
                <a:extLst>
                  <a:ext uri="{FF2B5EF4-FFF2-40B4-BE49-F238E27FC236}">
                    <a16:creationId xmlns:a16="http://schemas.microsoft.com/office/drawing/2014/main" id="{0ECDB7D6-0176-4796-9E26-B21FCC042E1C}"/>
                  </a:ext>
                </a:extLst>
              </p:cNvPr>
              <p:cNvSpPr/>
              <p:nvPr/>
            </p:nvSpPr>
            <p:spPr>
              <a:xfrm>
                <a:off x="4039669"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1" name="椭圆 9090">
                <a:extLst>
                  <a:ext uri="{FF2B5EF4-FFF2-40B4-BE49-F238E27FC236}">
                    <a16:creationId xmlns:a16="http://schemas.microsoft.com/office/drawing/2014/main" id="{F13B40C1-A704-4766-A7D0-F695373DA1C8}"/>
                  </a:ext>
                </a:extLst>
              </p:cNvPr>
              <p:cNvSpPr/>
              <p:nvPr/>
            </p:nvSpPr>
            <p:spPr>
              <a:xfrm>
                <a:off x="3833063"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2" name="椭圆 9091">
                <a:extLst>
                  <a:ext uri="{FF2B5EF4-FFF2-40B4-BE49-F238E27FC236}">
                    <a16:creationId xmlns:a16="http://schemas.microsoft.com/office/drawing/2014/main" id="{516CCD8D-72A0-4603-8ACF-38154B0A81F8}"/>
                  </a:ext>
                </a:extLst>
              </p:cNvPr>
              <p:cNvSpPr/>
              <p:nvPr/>
            </p:nvSpPr>
            <p:spPr>
              <a:xfrm>
                <a:off x="4019738" y="2758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3" name="椭圆 9092">
                <a:extLst>
                  <a:ext uri="{FF2B5EF4-FFF2-40B4-BE49-F238E27FC236}">
                    <a16:creationId xmlns:a16="http://schemas.microsoft.com/office/drawing/2014/main" id="{844A76FC-6A5E-4642-90C9-42ABDB94B28E}"/>
                  </a:ext>
                </a:extLst>
              </p:cNvPr>
              <p:cNvSpPr/>
              <p:nvPr/>
            </p:nvSpPr>
            <p:spPr>
              <a:xfrm>
                <a:off x="4018637"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4" name="椭圆 9093">
                <a:extLst>
                  <a:ext uri="{FF2B5EF4-FFF2-40B4-BE49-F238E27FC236}">
                    <a16:creationId xmlns:a16="http://schemas.microsoft.com/office/drawing/2014/main" id="{B979DC8E-80BB-48E2-8F55-F39D0453ED09}"/>
                  </a:ext>
                </a:extLst>
              </p:cNvPr>
              <p:cNvSpPr/>
              <p:nvPr/>
            </p:nvSpPr>
            <p:spPr>
              <a:xfrm>
                <a:off x="39965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5" name="椭圆 9094">
                <a:extLst>
                  <a:ext uri="{FF2B5EF4-FFF2-40B4-BE49-F238E27FC236}">
                    <a16:creationId xmlns:a16="http://schemas.microsoft.com/office/drawing/2014/main" id="{844EDECF-9990-4D58-AC70-8BC2E257EDE1}"/>
                  </a:ext>
                </a:extLst>
              </p:cNvPr>
              <p:cNvSpPr/>
              <p:nvPr/>
            </p:nvSpPr>
            <p:spPr>
              <a:xfrm>
                <a:off x="40924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6" name="椭圆 9095">
                <a:extLst>
                  <a:ext uri="{FF2B5EF4-FFF2-40B4-BE49-F238E27FC236}">
                    <a16:creationId xmlns:a16="http://schemas.microsoft.com/office/drawing/2014/main" id="{A45BB98E-FF4A-45AB-8E15-440470D5CA62}"/>
                  </a:ext>
                </a:extLst>
              </p:cNvPr>
              <p:cNvSpPr/>
              <p:nvPr/>
            </p:nvSpPr>
            <p:spPr>
              <a:xfrm>
                <a:off x="4019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7" name="椭圆 9096">
                <a:extLst>
                  <a:ext uri="{FF2B5EF4-FFF2-40B4-BE49-F238E27FC236}">
                    <a16:creationId xmlns:a16="http://schemas.microsoft.com/office/drawing/2014/main" id="{317A1EA2-7C65-4E5F-996E-33EE4D0F60C9}"/>
                  </a:ext>
                </a:extLst>
              </p:cNvPr>
              <p:cNvSpPr/>
              <p:nvPr/>
            </p:nvSpPr>
            <p:spPr>
              <a:xfrm>
                <a:off x="4151982" y="2965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8" name="椭圆 9097">
                <a:extLst>
                  <a:ext uri="{FF2B5EF4-FFF2-40B4-BE49-F238E27FC236}">
                    <a16:creationId xmlns:a16="http://schemas.microsoft.com/office/drawing/2014/main" id="{FA7C68C1-280C-4FC8-96F6-6968760EFBCB}"/>
                  </a:ext>
                </a:extLst>
              </p:cNvPr>
              <p:cNvSpPr/>
              <p:nvPr/>
            </p:nvSpPr>
            <p:spPr>
              <a:xfrm>
                <a:off x="4208029"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9" name="椭圆 9098">
                <a:extLst>
                  <a:ext uri="{FF2B5EF4-FFF2-40B4-BE49-F238E27FC236}">
                    <a16:creationId xmlns:a16="http://schemas.microsoft.com/office/drawing/2014/main" id="{B7CC15AF-F223-47E2-A06E-309B6992904E}"/>
                  </a:ext>
                </a:extLst>
              </p:cNvPr>
              <p:cNvSpPr/>
              <p:nvPr/>
            </p:nvSpPr>
            <p:spPr>
              <a:xfrm>
                <a:off x="400131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0" name="椭圆 9099">
                <a:extLst>
                  <a:ext uri="{FF2B5EF4-FFF2-40B4-BE49-F238E27FC236}">
                    <a16:creationId xmlns:a16="http://schemas.microsoft.com/office/drawing/2014/main" id="{4EAE56F0-EBB8-4756-98A1-2E5734E439D6}"/>
                  </a:ext>
                </a:extLst>
              </p:cNvPr>
              <p:cNvSpPr/>
              <p:nvPr/>
            </p:nvSpPr>
            <p:spPr>
              <a:xfrm>
                <a:off x="3755214"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1" name="椭圆 9100">
                <a:extLst>
                  <a:ext uri="{FF2B5EF4-FFF2-40B4-BE49-F238E27FC236}">
                    <a16:creationId xmlns:a16="http://schemas.microsoft.com/office/drawing/2014/main" id="{D0A0F467-B6C7-4FA4-ADF7-D5397FC82D1A}"/>
                  </a:ext>
                </a:extLst>
              </p:cNvPr>
              <p:cNvSpPr/>
              <p:nvPr/>
            </p:nvSpPr>
            <p:spPr>
              <a:xfrm>
                <a:off x="40610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2" name="椭圆 9101">
                <a:extLst>
                  <a:ext uri="{FF2B5EF4-FFF2-40B4-BE49-F238E27FC236}">
                    <a16:creationId xmlns:a16="http://schemas.microsoft.com/office/drawing/2014/main" id="{693A7720-A440-49F2-937E-F7BE085B7D55}"/>
                  </a:ext>
                </a:extLst>
              </p:cNvPr>
              <p:cNvSpPr/>
              <p:nvPr/>
            </p:nvSpPr>
            <p:spPr>
              <a:xfrm>
                <a:off x="398707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3" name="椭圆 9102">
                <a:extLst>
                  <a:ext uri="{FF2B5EF4-FFF2-40B4-BE49-F238E27FC236}">
                    <a16:creationId xmlns:a16="http://schemas.microsoft.com/office/drawing/2014/main" id="{4B08E2AE-2115-4F21-BF0D-555C133A08F9}"/>
                  </a:ext>
                </a:extLst>
              </p:cNvPr>
              <p:cNvSpPr/>
              <p:nvPr/>
            </p:nvSpPr>
            <p:spPr>
              <a:xfrm>
                <a:off x="39438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4" name="椭圆 9103">
                <a:extLst>
                  <a:ext uri="{FF2B5EF4-FFF2-40B4-BE49-F238E27FC236}">
                    <a16:creationId xmlns:a16="http://schemas.microsoft.com/office/drawing/2014/main" id="{ED71188D-6136-42CE-8FA9-DFA9D9D199C9}"/>
                  </a:ext>
                </a:extLst>
              </p:cNvPr>
              <p:cNvSpPr/>
              <p:nvPr/>
            </p:nvSpPr>
            <p:spPr>
              <a:xfrm>
                <a:off x="40014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5" name="椭圆 9104">
                <a:extLst>
                  <a:ext uri="{FF2B5EF4-FFF2-40B4-BE49-F238E27FC236}">
                    <a16:creationId xmlns:a16="http://schemas.microsoft.com/office/drawing/2014/main" id="{1376F026-BE42-4013-ABE2-370F6F2CE695}"/>
                  </a:ext>
                </a:extLst>
              </p:cNvPr>
              <p:cNvSpPr/>
              <p:nvPr/>
            </p:nvSpPr>
            <p:spPr>
              <a:xfrm>
                <a:off x="394111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6" name="椭圆 9105">
                <a:extLst>
                  <a:ext uri="{FF2B5EF4-FFF2-40B4-BE49-F238E27FC236}">
                    <a16:creationId xmlns:a16="http://schemas.microsoft.com/office/drawing/2014/main" id="{273932F2-2C7B-46D5-A61D-5E2620E4DAC7}"/>
                  </a:ext>
                </a:extLst>
              </p:cNvPr>
              <p:cNvSpPr/>
              <p:nvPr/>
            </p:nvSpPr>
            <p:spPr>
              <a:xfrm>
                <a:off x="400226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7" name="椭圆 9106">
                <a:extLst>
                  <a:ext uri="{FF2B5EF4-FFF2-40B4-BE49-F238E27FC236}">
                    <a16:creationId xmlns:a16="http://schemas.microsoft.com/office/drawing/2014/main" id="{1CD6F518-A724-4F4E-811C-12039A395338}"/>
                  </a:ext>
                </a:extLst>
              </p:cNvPr>
              <p:cNvSpPr/>
              <p:nvPr/>
            </p:nvSpPr>
            <p:spPr>
              <a:xfrm>
                <a:off x="4068775"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8" name="椭圆 9107">
                <a:extLst>
                  <a:ext uri="{FF2B5EF4-FFF2-40B4-BE49-F238E27FC236}">
                    <a16:creationId xmlns:a16="http://schemas.microsoft.com/office/drawing/2014/main" id="{F6E24006-FB42-4A1E-ADE5-143472D75D7B}"/>
                  </a:ext>
                </a:extLst>
              </p:cNvPr>
              <p:cNvSpPr/>
              <p:nvPr/>
            </p:nvSpPr>
            <p:spPr>
              <a:xfrm>
                <a:off x="3866794" y="29472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9" name="椭圆 9108">
                <a:extLst>
                  <a:ext uri="{FF2B5EF4-FFF2-40B4-BE49-F238E27FC236}">
                    <a16:creationId xmlns:a16="http://schemas.microsoft.com/office/drawing/2014/main" id="{08F3F2E5-8DD4-4C3B-8B79-4F4CDB3DAC5E}"/>
                  </a:ext>
                </a:extLst>
              </p:cNvPr>
              <p:cNvSpPr/>
              <p:nvPr/>
            </p:nvSpPr>
            <p:spPr>
              <a:xfrm>
                <a:off x="395954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0" name="椭圆 9109">
                <a:extLst>
                  <a:ext uri="{FF2B5EF4-FFF2-40B4-BE49-F238E27FC236}">
                    <a16:creationId xmlns:a16="http://schemas.microsoft.com/office/drawing/2014/main" id="{9CA709D6-5AEF-4AE2-A70F-5E4F8D602478}"/>
                  </a:ext>
                </a:extLst>
              </p:cNvPr>
              <p:cNvSpPr/>
              <p:nvPr/>
            </p:nvSpPr>
            <p:spPr>
              <a:xfrm>
                <a:off x="39945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1" name="椭圆 9110">
                <a:extLst>
                  <a:ext uri="{FF2B5EF4-FFF2-40B4-BE49-F238E27FC236}">
                    <a16:creationId xmlns:a16="http://schemas.microsoft.com/office/drawing/2014/main" id="{8828C1C6-2129-46EE-88B8-137EEE639958}"/>
                  </a:ext>
                </a:extLst>
              </p:cNvPr>
              <p:cNvSpPr/>
              <p:nvPr/>
            </p:nvSpPr>
            <p:spPr>
              <a:xfrm>
                <a:off x="391017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2" name="椭圆 9111">
                <a:extLst>
                  <a:ext uri="{FF2B5EF4-FFF2-40B4-BE49-F238E27FC236}">
                    <a16:creationId xmlns:a16="http://schemas.microsoft.com/office/drawing/2014/main" id="{D4A67752-3775-4F6E-B1D6-C67BE5A53740}"/>
                  </a:ext>
                </a:extLst>
              </p:cNvPr>
              <p:cNvSpPr/>
              <p:nvPr/>
            </p:nvSpPr>
            <p:spPr>
              <a:xfrm>
                <a:off x="4040366"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3" name="椭圆 9112">
                <a:extLst>
                  <a:ext uri="{FF2B5EF4-FFF2-40B4-BE49-F238E27FC236}">
                    <a16:creationId xmlns:a16="http://schemas.microsoft.com/office/drawing/2014/main" id="{D0F08413-0D5A-4931-AAC1-5B589A42C14F}"/>
                  </a:ext>
                </a:extLst>
              </p:cNvPr>
              <p:cNvSpPr/>
              <p:nvPr/>
            </p:nvSpPr>
            <p:spPr>
              <a:xfrm>
                <a:off x="401775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4" name="椭圆 9113">
                <a:extLst>
                  <a:ext uri="{FF2B5EF4-FFF2-40B4-BE49-F238E27FC236}">
                    <a16:creationId xmlns:a16="http://schemas.microsoft.com/office/drawing/2014/main" id="{9DA25E30-FA59-458B-84DD-280BE0B95500}"/>
                  </a:ext>
                </a:extLst>
              </p:cNvPr>
              <p:cNvSpPr/>
              <p:nvPr/>
            </p:nvSpPr>
            <p:spPr>
              <a:xfrm>
                <a:off x="4147651" y="2959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5" name="椭圆 9114">
                <a:extLst>
                  <a:ext uri="{FF2B5EF4-FFF2-40B4-BE49-F238E27FC236}">
                    <a16:creationId xmlns:a16="http://schemas.microsoft.com/office/drawing/2014/main" id="{240C8149-2A14-4FBC-9476-D32C25505BCD}"/>
                  </a:ext>
                </a:extLst>
              </p:cNvPr>
              <p:cNvSpPr/>
              <p:nvPr/>
            </p:nvSpPr>
            <p:spPr>
              <a:xfrm>
                <a:off x="408430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6" name="椭圆 9115">
                <a:extLst>
                  <a:ext uri="{FF2B5EF4-FFF2-40B4-BE49-F238E27FC236}">
                    <a16:creationId xmlns:a16="http://schemas.microsoft.com/office/drawing/2014/main" id="{28CA8880-DAC4-4C47-A046-29F4EA230AB8}"/>
                  </a:ext>
                </a:extLst>
              </p:cNvPr>
              <p:cNvSpPr/>
              <p:nvPr/>
            </p:nvSpPr>
            <p:spPr>
              <a:xfrm>
                <a:off x="3973455"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7" name="椭圆 9116">
                <a:extLst>
                  <a:ext uri="{FF2B5EF4-FFF2-40B4-BE49-F238E27FC236}">
                    <a16:creationId xmlns:a16="http://schemas.microsoft.com/office/drawing/2014/main" id="{BFB3B758-EADB-4648-B2E6-955D6F0476B2}"/>
                  </a:ext>
                </a:extLst>
              </p:cNvPr>
              <p:cNvSpPr/>
              <p:nvPr/>
            </p:nvSpPr>
            <p:spPr>
              <a:xfrm>
                <a:off x="417367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8" name="椭圆 9117">
                <a:extLst>
                  <a:ext uri="{FF2B5EF4-FFF2-40B4-BE49-F238E27FC236}">
                    <a16:creationId xmlns:a16="http://schemas.microsoft.com/office/drawing/2014/main" id="{42798FC1-6354-4173-9AF3-CB967270B82A}"/>
                  </a:ext>
                </a:extLst>
              </p:cNvPr>
              <p:cNvSpPr/>
              <p:nvPr/>
            </p:nvSpPr>
            <p:spPr>
              <a:xfrm>
                <a:off x="4004727"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9" name="椭圆 9118">
                <a:extLst>
                  <a:ext uri="{FF2B5EF4-FFF2-40B4-BE49-F238E27FC236}">
                    <a16:creationId xmlns:a16="http://schemas.microsoft.com/office/drawing/2014/main" id="{BAE415CD-900A-40BB-8340-46D0A3BE1FA2}"/>
                  </a:ext>
                </a:extLst>
              </p:cNvPr>
              <p:cNvSpPr/>
              <p:nvPr/>
            </p:nvSpPr>
            <p:spPr>
              <a:xfrm>
                <a:off x="41818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0" name="椭圆 9119">
                <a:extLst>
                  <a:ext uri="{FF2B5EF4-FFF2-40B4-BE49-F238E27FC236}">
                    <a16:creationId xmlns:a16="http://schemas.microsoft.com/office/drawing/2014/main" id="{08627498-3D3D-4ADD-876A-3ACA71F2F84B}"/>
                  </a:ext>
                </a:extLst>
              </p:cNvPr>
              <p:cNvSpPr/>
              <p:nvPr/>
            </p:nvSpPr>
            <p:spPr>
              <a:xfrm>
                <a:off x="4068114" y="2916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1" name="椭圆 9120">
                <a:extLst>
                  <a:ext uri="{FF2B5EF4-FFF2-40B4-BE49-F238E27FC236}">
                    <a16:creationId xmlns:a16="http://schemas.microsoft.com/office/drawing/2014/main" id="{713D9ED6-1CF8-474B-B20A-0C7343E0BF7F}"/>
                  </a:ext>
                </a:extLst>
              </p:cNvPr>
              <p:cNvSpPr/>
              <p:nvPr/>
            </p:nvSpPr>
            <p:spPr>
              <a:xfrm>
                <a:off x="409087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2" name="椭圆 9121">
                <a:extLst>
                  <a:ext uri="{FF2B5EF4-FFF2-40B4-BE49-F238E27FC236}">
                    <a16:creationId xmlns:a16="http://schemas.microsoft.com/office/drawing/2014/main" id="{866B8A7F-069C-41A6-AFE1-815C7DEF73DA}"/>
                  </a:ext>
                </a:extLst>
              </p:cNvPr>
              <p:cNvSpPr/>
              <p:nvPr/>
            </p:nvSpPr>
            <p:spPr>
              <a:xfrm>
                <a:off x="402252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3" name="椭圆 9122">
                <a:extLst>
                  <a:ext uri="{FF2B5EF4-FFF2-40B4-BE49-F238E27FC236}">
                    <a16:creationId xmlns:a16="http://schemas.microsoft.com/office/drawing/2014/main" id="{FAD0CE7A-DB95-456D-B0E3-255523651E77}"/>
                  </a:ext>
                </a:extLst>
              </p:cNvPr>
              <p:cNvSpPr/>
              <p:nvPr/>
            </p:nvSpPr>
            <p:spPr>
              <a:xfrm>
                <a:off x="406576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4" name="椭圆 9123">
                <a:extLst>
                  <a:ext uri="{FF2B5EF4-FFF2-40B4-BE49-F238E27FC236}">
                    <a16:creationId xmlns:a16="http://schemas.microsoft.com/office/drawing/2014/main" id="{EFAFAE46-0BC3-4F8B-8883-0A1560B33FB9}"/>
                  </a:ext>
                </a:extLst>
              </p:cNvPr>
              <p:cNvSpPr/>
              <p:nvPr/>
            </p:nvSpPr>
            <p:spPr>
              <a:xfrm>
                <a:off x="409762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5" name="椭圆 9124">
                <a:extLst>
                  <a:ext uri="{FF2B5EF4-FFF2-40B4-BE49-F238E27FC236}">
                    <a16:creationId xmlns:a16="http://schemas.microsoft.com/office/drawing/2014/main" id="{078377F3-C3D8-4325-857A-053E04A93D4F}"/>
                  </a:ext>
                </a:extLst>
              </p:cNvPr>
              <p:cNvSpPr/>
              <p:nvPr/>
            </p:nvSpPr>
            <p:spPr>
              <a:xfrm>
                <a:off x="401959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6" name="椭圆 9125">
                <a:extLst>
                  <a:ext uri="{FF2B5EF4-FFF2-40B4-BE49-F238E27FC236}">
                    <a16:creationId xmlns:a16="http://schemas.microsoft.com/office/drawing/2014/main" id="{7CA98282-4EC3-4B3E-BC01-C810B31D5314}"/>
                  </a:ext>
                </a:extLst>
              </p:cNvPr>
              <p:cNvSpPr/>
              <p:nvPr/>
            </p:nvSpPr>
            <p:spPr>
              <a:xfrm>
                <a:off x="400784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7" name="椭圆 9126">
                <a:extLst>
                  <a:ext uri="{FF2B5EF4-FFF2-40B4-BE49-F238E27FC236}">
                    <a16:creationId xmlns:a16="http://schemas.microsoft.com/office/drawing/2014/main" id="{401863B3-5E25-4674-86A6-CF4E3A3A1C12}"/>
                  </a:ext>
                </a:extLst>
              </p:cNvPr>
              <p:cNvSpPr/>
              <p:nvPr/>
            </p:nvSpPr>
            <p:spPr>
              <a:xfrm>
                <a:off x="399793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8" name="椭圆 9127">
                <a:extLst>
                  <a:ext uri="{FF2B5EF4-FFF2-40B4-BE49-F238E27FC236}">
                    <a16:creationId xmlns:a16="http://schemas.microsoft.com/office/drawing/2014/main" id="{50612081-BBD8-4283-A25E-0E1649C8F762}"/>
                  </a:ext>
                </a:extLst>
              </p:cNvPr>
              <p:cNvSpPr/>
              <p:nvPr/>
            </p:nvSpPr>
            <p:spPr>
              <a:xfrm>
                <a:off x="389751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9" name="椭圆 9128">
                <a:extLst>
                  <a:ext uri="{FF2B5EF4-FFF2-40B4-BE49-F238E27FC236}">
                    <a16:creationId xmlns:a16="http://schemas.microsoft.com/office/drawing/2014/main" id="{099B6A35-8A11-4A4E-8D56-A2E4D06C1317}"/>
                  </a:ext>
                </a:extLst>
              </p:cNvPr>
              <p:cNvSpPr/>
              <p:nvPr/>
            </p:nvSpPr>
            <p:spPr>
              <a:xfrm>
                <a:off x="4102065"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0" name="椭圆 9129">
                <a:extLst>
                  <a:ext uri="{FF2B5EF4-FFF2-40B4-BE49-F238E27FC236}">
                    <a16:creationId xmlns:a16="http://schemas.microsoft.com/office/drawing/2014/main" id="{34093492-1B5A-440C-A21C-4FEE8C39565C}"/>
                  </a:ext>
                </a:extLst>
              </p:cNvPr>
              <p:cNvSpPr/>
              <p:nvPr/>
            </p:nvSpPr>
            <p:spPr>
              <a:xfrm>
                <a:off x="4050459"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1" name="椭圆 9130">
                <a:extLst>
                  <a:ext uri="{FF2B5EF4-FFF2-40B4-BE49-F238E27FC236}">
                    <a16:creationId xmlns:a16="http://schemas.microsoft.com/office/drawing/2014/main" id="{D453A2A9-6383-489A-B705-79B42C3F63BF}"/>
                  </a:ext>
                </a:extLst>
              </p:cNvPr>
              <p:cNvSpPr/>
              <p:nvPr/>
            </p:nvSpPr>
            <p:spPr>
              <a:xfrm>
                <a:off x="408987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2" name="椭圆 9131">
                <a:extLst>
                  <a:ext uri="{FF2B5EF4-FFF2-40B4-BE49-F238E27FC236}">
                    <a16:creationId xmlns:a16="http://schemas.microsoft.com/office/drawing/2014/main" id="{DB30A399-BFDD-465F-B6FD-982AA0B7E958}"/>
                  </a:ext>
                </a:extLst>
              </p:cNvPr>
              <p:cNvSpPr/>
              <p:nvPr/>
            </p:nvSpPr>
            <p:spPr>
              <a:xfrm>
                <a:off x="405387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3" name="椭圆 9132">
                <a:extLst>
                  <a:ext uri="{FF2B5EF4-FFF2-40B4-BE49-F238E27FC236}">
                    <a16:creationId xmlns:a16="http://schemas.microsoft.com/office/drawing/2014/main" id="{7918F2BB-7BCB-40FD-A877-A3B8D35322B7}"/>
                  </a:ext>
                </a:extLst>
              </p:cNvPr>
              <p:cNvSpPr/>
              <p:nvPr/>
            </p:nvSpPr>
            <p:spPr>
              <a:xfrm>
                <a:off x="389751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4" name="椭圆 9133">
                <a:extLst>
                  <a:ext uri="{FF2B5EF4-FFF2-40B4-BE49-F238E27FC236}">
                    <a16:creationId xmlns:a16="http://schemas.microsoft.com/office/drawing/2014/main" id="{78ABE728-DAAF-427A-97EC-F8084E98A590}"/>
                  </a:ext>
                </a:extLst>
              </p:cNvPr>
              <p:cNvSpPr/>
              <p:nvPr/>
            </p:nvSpPr>
            <p:spPr>
              <a:xfrm>
                <a:off x="40259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5" name="椭圆 9134">
                <a:extLst>
                  <a:ext uri="{FF2B5EF4-FFF2-40B4-BE49-F238E27FC236}">
                    <a16:creationId xmlns:a16="http://schemas.microsoft.com/office/drawing/2014/main" id="{6EC34A7B-269A-4452-89B1-9274E522F6BD}"/>
                  </a:ext>
                </a:extLst>
              </p:cNvPr>
              <p:cNvSpPr/>
              <p:nvPr/>
            </p:nvSpPr>
            <p:spPr>
              <a:xfrm>
                <a:off x="397011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6" name="椭圆 9135">
                <a:extLst>
                  <a:ext uri="{FF2B5EF4-FFF2-40B4-BE49-F238E27FC236}">
                    <a16:creationId xmlns:a16="http://schemas.microsoft.com/office/drawing/2014/main" id="{FE21FB4D-DE13-4090-AEE7-072410C71E06}"/>
                  </a:ext>
                </a:extLst>
              </p:cNvPr>
              <p:cNvSpPr/>
              <p:nvPr/>
            </p:nvSpPr>
            <p:spPr>
              <a:xfrm>
                <a:off x="385886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7" name="椭圆 9136">
                <a:extLst>
                  <a:ext uri="{FF2B5EF4-FFF2-40B4-BE49-F238E27FC236}">
                    <a16:creationId xmlns:a16="http://schemas.microsoft.com/office/drawing/2014/main" id="{B273AF46-0D20-4406-BFAA-29C99B371B9F}"/>
                  </a:ext>
                </a:extLst>
              </p:cNvPr>
              <p:cNvSpPr/>
              <p:nvPr/>
            </p:nvSpPr>
            <p:spPr>
              <a:xfrm>
                <a:off x="3967729" y="3013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8" name="椭圆 9137">
                <a:extLst>
                  <a:ext uri="{FF2B5EF4-FFF2-40B4-BE49-F238E27FC236}">
                    <a16:creationId xmlns:a16="http://schemas.microsoft.com/office/drawing/2014/main" id="{945CA9FB-9D94-403F-AC7B-405F30C7C4AC}"/>
                  </a:ext>
                </a:extLst>
              </p:cNvPr>
              <p:cNvSpPr/>
              <p:nvPr/>
            </p:nvSpPr>
            <p:spPr>
              <a:xfrm>
                <a:off x="4097844"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9" name="椭圆 9138">
                <a:extLst>
                  <a:ext uri="{FF2B5EF4-FFF2-40B4-BE49-F238E27FC236}">
                    <a16:creationId xmlns:a16="http://schemas.microsoft.com/office/drawing/2014/main" id="{7D8F2CB6-C897-41F0-83AD-7B2156FEC773}"/>
                  </a:ext>
                </a:extLst>
              </p:cNvPr>
              <p:cNvSpPr/>
              <p:nvPr/>
            </p:nvSpPr>
            <p:spPr>
              <a:xfrm>
                <a:off x="403548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0" name="椭圆 9139">
                <a:extLst>
                  <a:ext uri="{FF2B5EF4-FFF2-40B4-BE49-F238E27FC236}">
                    <a16:creationId xmlns:a16="http://schemas.microsoft.com/office/drawing/2014/main" id="{69E9E876-89EE-40D6-9BDA-088887E37F33}"/>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1" name="椭圆 9140">
                <a:extLst>
                  <a:ext uri="{FF2B5EF4-FFF2-40B4-BE49-F238E27FC236}">
                    <a16:creationId xmlns:a16="http://schemas.microsoft.com/office/drawing/2014/main" id="{5906E156-55AB-4521-B3A4-1CB06A2E27BD}"/>
                  </a:ext>
                </a:extLst>
              </p:cNvPr>
              <p:cNvSpPr/>
              <p:nvPr/>
            </p:nvSpPr>
            <p:spPr>
              <a:xfrm>
                <a:off x="40374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2" name="椭圆 9141">
                <a:extLst>
                  <a:ext uri="{FF2B5EF4-FFF2-40B4-BE49-F238E27FC236}">
                    <a16:creationId xmlns:a16="http://schemas.microsoft.com/office/drawing/2014/main" id="{CCDD96E7-D10F-4E5F-A875-5D6F894B9306}"/>
                  </a:ext>
                </a:extLst>
              </p:cNvPr>
              <p:cNvSpPr/>
              <p:nvPr/>
            </p:nvSpPr>
            <p:spPr>
              <a:xfrm>
                <a:off x="405930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3" name="椭圆 9142">
                <a:extLst>
                  <a:ext uri="{FF2B5EF4-FFF2-40B4-BE49-F238E27FC236}">
                    <a16:creationId xmlns:a16="http://schemas.microsoft.com/office/drawing/2014/main" id="{6BC55D4C-0AD2-4B2E-8755-6ED297B6AEE0}"/>
                  </a:ext>
                </a:extLst>
              </p:cNvPr>
              <p:cNvSpPr/>
              <p:nvPr/>
            </p:nvSpPr>
            <p:spPr>
              <a:xfrm>
                <a:off x="4151578"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4" name="椭圆 9143">
                <a:extLst>
                  <a:ext uri="{FF2B5EF4-FFF2-40B4-BE49-F238E27FC236}">
                    <a16:creationId xmlns:a16="http://schemas.microsoft.com/office/drawing/2014/main" id="{0187CE14-5DEE-4CBD-B1E0-25767131CF2E}"/>
                  </a:ext>
                </a:extLst>
              </p:cNvPr>
              <p:cNvSpPr/>
              <p:nvPr/>
            </p:nvSpPr>
            <p:spPr>
              <a:xfrm>
                <a:off x="4200541" y="2915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5" name="椭圆 9144">
                <a:extLst>
                  <a:ext uri="{FF2B5EF4-FFF2-40B4-BE49-F238E27FC236}">
                    <a16:creationId xmlns:a16="http://schemas.microsoft.com/office/drawing/2014/main" id="{D22021D6-2BBE-4779-BDAD-55557F3AB209}"/>
                  </a:ext>
                </a:extLst>
              </p:cNvPr>
              <p:cNvSpPr/>
              <p:nvPr/>
            </p:nvSpPr>
            <p:spPr>
              <a:xfrm>
                <a:off x="3996909"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6" name="椭圆 9145">
                <a:extLst>
                  <a:ext uri="{FF2B5EF4-FFF2-40B4-BE49-F238E27FC236}">
                    <a16:creationId xmlns:a16="http://schemas.microsoft.com/office/drawing/2014/main" id="{55A5DAE5-0F0B-41A6-AC6B-F4773BF3633C}"/>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7" name="椭圆 9146">
                <a:extLst>
                  <a:ext uri="{FF2B5EF4-FFF2-40B4-BE49-F238E27FC236}">
                    <a16:creationId xmlns:a16="http://schemas.microsoft.com/office/drawing/2014/main" id="{56900B9D-583C-4F33-889A-6A40FA84C84E}"/>
                  </a:ext>
                </a:extLst>
              </p:cNvPr>
              <p:cNvSpPr/>
              <p:nvPr/>
            </p:nvSpPr>
            <p:spPr>
              <a:xfrm>
                <a:off x="395418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8" name="椭圆 9147">
                <a:extLst>
                  <a:ext uri="{FF2B5EF4-FFF2-40B4-BE49-F238E27FC236}">
                    <a16:creationId xmlns:a16="http://schemas.microsoft.com/office/drawing/2014/main" id="{C91A096C-8BDC-4B56-A4E8-F2A8326CC2EF}"/>
                  </a:ext>
                </a:extLst>
              </p:cNvPr>
              <p:cNvSpPr/>
              <p:nvPr/>
            </p:nvSpPr>
            <p:spPr>
              <a:xfrm>
                <a:off x="4053726"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9" name="椭圆 9148">
                <a:extLst>
                  <a:ext uri="{FF2B5EF4-FFF2-40B4-BE49-F238E27FC236}">
                    <a16:creationId xmlns:a16="http://schemas.microsoft.com/office/drawing/2014/main" id="{AA9639C8-3257-44EF-8F4C-A6DF224888CC}"/>
                  </a:ext>
                </a:extLst>
              </p:cNvPr>
              <p:cNvSpPr/>
              <p:nvPr/>
            </p:nvSpPr>
            <p:spPr>
              <a:xfrm>
                <a:off x="4147321"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0" name="椭圆 9149">
                <a:extLst>
                  <a:ext uri="{FF2B5EF4-FFF2-40B4-BE49-F238E27FC236}">
                    <a16:creationId xmlns:a16="http://schemas.microsoft.com/office/drawing/2014/main" id="{61ABB1F1-6B62-41A6-8E27-666103CCCFE6}"/>
                  </a:ext>
                </a:extLst>
              </p:cNvPr>
              <p:cNvSpPr/>
              <p:nvPr/>
            </p:nvSpPr>
            <p:spPr>
              <a:xfrm>
                <a:off x="409076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1" name="椭圆 9150">
                <a:extLst>
                  <a:ext uri="{FF2B5EF4-FFF2-40B4-BE49-F238E27FC236}">
                    <a16:creationId xmlns:a16="http://schemas.microsoft.com/office/drawing/2014/main" id="{341159D6-2BD9-402F-BC9C-6A4949D57292}"/>
                  </a:ext>
                </a:extLst>
              </p:cNvPr>
              <p:cNvSpPr/>
              <p:nvPr/>
            </p:nvSpPr>
            <p:spPr>
              <a:xfrm>
                <a:off x="4078391"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2" name="椭圆 9151">
                <a:extLst>
                  <a:ext uri="{FF2B5EF4-FFF2-40B4-BE49-F238E27FC236}">
                    <a16:creationId xmlns:a16="http://schemas.microsoft.com/office/drawing/2014/main" id="{1189D36A-30CE-4640-B5C1-4C14B41C2C9F}"/>
                  </a:ext>
                </a:extLst>
              </p:cNvPr>
              <p:cNvSpPr/>
              <p:nvPr/>
            </p:nvSpPr>
            <p:spPr>
              <a:xfrm>
                <a:off x="416886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3" name="椭圆 9152">
                <a:extLst>
                  <a:ext uri="{FF2B5EF4-FFF2-40B4-BE49-F238E27FC236}">
                    <a16:creationId xmlns:a16="http://schemas.microsoft.com/office/drawing/2014/main" id="{A6E47978-5862-48F3-A8A1-E2454A3831E1}"/>
                  </a:ext>
                </a:extLst>
              </p:cNvPr>
              <p:cNvSpPr/>
              <p:nvPr/>
            </p:nvSpPr>
            <p:spPr>
              <a:xfrm>
                <a:off x="414761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4" name="椭圆 9153">
                <a:extLst>
                  <a:ext uri="{FF2B5EF4-FFF2-40B4-BE49-F238E27FC236}">
                    <a16:creationId xmlns:a16="http://schemas.microsoft.com/office/drawing/2014/main" id="{43084D73-1909-4415-A044-AD8D90E35246}"/>
                  </a:ext>
                </a:extLst>
              </p:cNvPr>
              <p:cNvSpPr/>
              <p:nvPr/>
            </p:nvSpPr>
            <p:spPr>
              <a:xfrm>
                <a:off x="4084521"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5" name="椭圆 9154">
                <a:extLst>
                  <a:ext uri="{FF2B5EF4-FFF2-40B4-BE49-F238E27FC236}">
                    <a16:creationId xmlns:a16="http://schemas.microsoft.com/office/drawing/2014/main" id="{ABF8D92A-6CD2-49FC-9F14-3979A39D5D17}"/>
                  </a:ext>
                </a:extLst>
              </p:cNvPr>
              <p:cNvSpPr/>
              <p:nvPr/>
            </p:nvSpPr>
            <p:spPr>
              <a:xfrm>
                <a:off x="3992211"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6" name="椭圆 9155">
                <a:extLst>
                  <a:ext uri="{FF2B5EF4-FFF2-40B4-BE49-F238E27FC236}">
                    <a16:creationId xmlns:a16="http://schemas.microsoft.com/office/drawing/2014/main" id="{471A36BF-27AC-4106-8AB3-BAC91E6D5D4F}"/>
                  </a:ext>
                </a:extLst>
              </p:cNvPr>
              <p:cNvSpPr/>
              <p:nvPr/>
            </p:nvSpPr>
            <p:spPr>
              <a:xfrm>
                <a:off x="4153817" y="2810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7" name="椭圆 9156">
                <a:extLst>
                  <a:ext uri="{FF2B5EF4-FFF2-40B4-BE49-F238E27FC236}">
                    <a16:creationId xmlns:a16="http://schemas.microsoft.com/office/drawing/2014/main" id="{9EB006DB-8E8D-425E-B621-212EDB3052F1}"/>
                  </a:ext>
                </a:extLst>
              </p:cNvPr>
              <p:cNvSpPr/>
              <p:nvPr/>
            </p:nvSpPr>
            <p:spPr>
              <a:xfrm>
                <a:off x="412276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8" name="椭圆 9157">
                <a:extLst>
                  <a:ext uri="{FF2B5EF4-FFF2-40B4-BE49-F238E27FC236}">
                    <a16:creationId xmlns:a16="http://schemas.microsoft.com/office/drawing/2014/main" id="{94642C57-084E-47D7-A3E3-A13FEE8358A0}"/>
                  </a:ext>
                </a:extLst>
              </p:cNvPr>
              <p:cNvSpPr/>
              <p:nvPr/>
            </p:nvSpPr>
            <p:spPr>
              <a:xfrm>
                <a:off x="3881806" y="278404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9" name="椭圆 9158">
                <a:extLst>
                  <a:ext uri="{FF2B5EF4-FFF2-40B4-BE49-F238E27FC236}">
                    <a16:creationId xmlns:a16="http://schemas.microsoft.com/office/drawing/2014/main" id="{8BC45899-5D6A-4962-BEF4-95079DE3AF95}"/>
                  </a:ext>
                </a:extLst>
              </p:cNvPr>
              <p:cNvSpPr/>
              <p:nvPr/>
            </p:nvSpPr>
            <p:spPr>
              <a:xfrm>
                <a:off x="402304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0" name="椭圆 9159">
                <a:extLst>
                  <a:ext uri="{FF2B5EF4-FFF2-40B4-BE49-F238E27FC236}">
                    <a16:creationId xmlns:a16="http://schemas.microsoft.com/office/drawing/2014/main" id="{957FADF8-035A-4FDA-9ED7-F103ADD49716}"/>
                  </a:ext>
                </a:extLst>
              </p:cNvPr>
              <p:cNvSpPr/>
              <p:nvPr/>
            </p:nvSpPr>
            <p:spPr>
              <a:xfrm>
                <a:off x="3942440" y="28401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1" name="椭圆 9160">
                <a:extLst>
                  <a:ext uri="{FF2B5EF4-FFF2-40B4-BE49-F238E27FC236}">
                    <a16:creationId xmlns:a16="http://schemas.microsoft.com/office/drawing/2014/main" id="{C55C5CCC-7D39-40BF-85CD-4E959938707E}"/>
                  </a:ext>
                </a:extLst>
              </p:cNvPr>
              <p:cNvSpPr/>
              <p:nvPr/>
            </p:nvSpPr>
            <p:spPr>
              <a:xfrm>
                <a:off x="4232290" y="260162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2" name="椭圆 9161">
                <a:extLst>
                  <a:ext uri="{FF2B5EF4-FFF2-40B4-BE49-F238E27FC236}">
                    <a16:creationId xmlns:a16="http://schemas.microsoft.com/office/drawing/2014/main" id="{1E03014C-F470-408A-92B6-7A2772D1DD1F}"/>
                  </a:ext>
                </a:extLst>
              </p:cNvPr>
              <p:cNvSpPr/>
              <p:nvPr/>
            </p:nvSpPr>
            <p:spPr>
              <a:xfrm>
                <a:off x="3732825" y="28060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3" name="椭圆 9162">
                <a:extLst>
                  <a:ext uri="{FF2B5EF4-FFF2-40B4-BE49-F238E27FC236}">
                    <a16:creationId xmlns:a16="http://schemas.microsoft.com/office/drawing/2014/main" id="{6F7D292A-708B-409E-A218-B162095F09BB}"/>
                  </a:ext>
                </a:extLst>
              </p:cNvPr>
              <p:cNvSpPr/>
              <p:nvPr/>
            </p:nvSpPr>
            <p:spPr>
              <a:xfrm>
                <a:off x="4381931" y="271944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4" name="椭圆 9163">
                <a:extLst>
                  <a:ext uri="{FF2B5EF4-FFF2-40B4-BE49-F238E27FC236}">
                    <a16:creationId xmlns:a16="http://schemas.microsoft.com/office/drawing/2014/main" id="{B2169A0F-CA6D-440E-9585-C2BD6FDB51B6}"/>
                  </a:ext>
                </a:extLst>
              </p:cNvPr>
              <p:cNvSpPr/>
              <p:nvPr/>
            </p:nvSpPr>
            <p:spPr>
              <a:xfrm>
                <a:off x="3911903"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5" name="椭圆 9164">
                <a:extLst>
                  <a:ext uri="{FF2B5EF4-FFF2-40B4-BE49-F238E27FC236}">
                    <a16:creationId xmlns:a16="http://schemas.microsoft.com/office/drawing/2014/main" id="{E7F47C3A-F320-4A47-926E-9EBE0AA6A412}"/>
                  </a:ext>
                </a:extLst>
              </p:cNvPr>
              <p:cNvSpPr/>
              <p:nvPr/>
            </p:nvSpPr>
            <p:spPr>
              <a:xfrm>
                <a:off x="402032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6" name="椭圆 9165">
                <a:extLst>
                  <a:ext uri="{FF2B5EF4-FFF2-40B4-BE49-F238E27FC236}">
                    <a16:creationId xmlns:a16="http://schemas.microsoft.com/office/drawing/2014/main" id="{9781BBE0-3C14-4462-9A76-D73C51EEA516}"/>
                  </a:ext>
                </a:extLst>
              </p:cNvPr>
              <p:cNvSpPr/>
              <p:nvPr/>
            </p:nvSpPr>
            <p:spPr>
              <a:xfrm>
                <a:off x="398802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7" name="椭圆 9166">
                <a:extLst>
                  <a:ext uri="{FF2B5EF4-FFF2-40B4-BE49-F238E27FC236}">
                    <a16:creationId xmlns:a16="http://schemas.microsoft.com/office/drawing/2014/main" id="{85843710-8F0B-47F9-8D2B-E0E915578318}"/>
                  </a:ext>
                </a:extLst>
              </p:cNvPr>
              <p:cNvSpPr/>
              <p:nvPr/>
            </p:nvSpPr>
            <p:spPr>
              <a:xfrm>
                <a:off x="405633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8" name="椭圆 9167">
                <a:extLst>
                  <a:ext uri="{FF2B5EF4-FFF2-40B4-BE49-F238E27FC236}">
                    <a16:creationId xmlns:a16="http://schemas.microsoft.com/office/drawing/2014/main" id="{24CB9963-A5A3-4413-BECA-8A5A8E75969E}"/>
                  </a:ext>
                </a:extLst>
              </p:cNvPr>
              <p:cNvSpPr/>
              <p:nvPr/>
            </p:nvSpPr>
            <p:spPr>
              <a:xfrm>
                <a:off x="395205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9" name="椭圆 9168">
                <a:extLst>
                  <a:ext uri="{FF2B5EF4-FFF2-40B4-BE49-F238E27FC236}">
                    <a16:creationId xmlns:a16="http://schemas.microsoft.com/office/drawing/2014/main" id="{EC83129E-2B5C-4068-8192-DBC3911C1A3E}"/>
                  </a:ext>
                </a:extLst>
              </p:cNvPr>
              <p:cNvSpPr/>
              <p:nvPr/>
            </p:nvSpPr>
            <p:spPr>
              <a:xfrm>
                <a:off x="406602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0" name="椭圆 9169">
                <a:extLst>
                  <a:ext uri="{FF2B5EF4-FFF2-40B4-BE49-F238E27FC236}">
                    <a16:creationId xmlns:a16="http://schemas.microsoft.com/office/drawing/2014/main" id="{A1BD4193-9AD5-4FC8-B629-981325A8D73F}"/>
                  </a:ext>
                </a:extLst>
              </p:cNvPr>
              <p:cNvSpPr/>
              <p:nvPr/>
            </p:nvSpPr>
            <p:spPr>
              <a:xfrm>
                <a:off x="407714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1" name="椭圆 9170">
                <a:extLst>
                  <a:ext uri="{FF2B5EF4-FFF2-40B4-BE49-F238E27FC236}">
                    <a16:creationId xmlns:a16="http://schemas.microsoft.com/office/drawing/2014/main" id="{11523B8A-B80C-4397-98B9-9C95A3281B5E}"/>
                  </a:ext>
                </a:extLst>
              </p:cNvPr>
              <p:cNvSpPr/>
              <p:nvPr/>
            </p:nvSpPr>
            <p:spPr>
              <a:xfrm>
                <a:off x="402285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2" name="椭圆 9171">
                <a:extLst>
                  <a:ext uri="{FF2B5EF4-FFF2-40B4-BE49-F238E27FC236}">
                    <a16:creationId xmlns:a16="http://schemas.microsoft.com/office/drawing/2014/main" id="{E95486C6-8A90-40E4-BD67-CD0E1C77B09D}"/>
                  </a:ext>
                </a:extLst>
              </p:cNvPr>
              <p:cNvSpPr/>
              <p:nvPr/>
            </p:nvSpPr>
            <p:spPr>
              <a:xfrm>
                <a:off x="401654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3" name="椭圆 9172">
                <a:extLst>
                  <a:ext uri="{FF2B5EF4-FFF2-40B4-BE49-F238E27FC236}">
                    <a16:creationId xmlns:a16="http://schemas.microsoft.com/office/drawing/2014/main" id="{0FEC38EB-F613-4435-89D0-DA8F981B0147}"/>
                  </a:ext>
                </a:extLst>
              </p:cNvPr>
              <p:cNvSpPr/>
              <p:nvPr/>
            </p:nvSpPr>
            <p:spPr>
              <a:xfrm>
                <a:off x="4191696"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4" name="椭圆 9173">
                <a:extLst>
                  <a:ext uri="{FF2B5EF4-FFF2-40B4-BE49-F238E27FC236}">
                    <a16:creationId xmlns:a16="http://schemas.microsoft.com/office/drawing/2014/main" id="{AC1FCEF8-D730-41CB-9D92-43A83358B3E4}"/>
                  </a:ext>
                </a:extLst>
              </p:cNvPr>
              <p:cNvSpPr/>
              <p:nvPr/>
            </p:nvSpPr>
            <p:spPr>
              <a:xfrm>
                <a:off x="402124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5" name="椭圆 9174">
                <a:extLst>
                  <a:ext uri="{FF2B5EF4-FFF2-40B4-BE49-F238E27FC236}">
                    <a16:creationId xmlns:a16="http://schemas.microsoft.com/office/drawing/2014/main" id="{1DD56093-FABC-4001-98DE-2579BCA419DD}"/>
                  </a:ext>
                </a:extLst>
              </p:cNvPr>
              <p:cNvSpPr/>
              <p:nvPr/>
            </p:nvSpPr>
            <p:spPr>
              <a:xfrm>
                <a:off x="398868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6" name="椭圆 9175">
                <a:extLst>
                  <a:ext uri="{FF2B5EF4-FFF2-40B4-BE49-F238E27FC236}">
                    <a16:creationId xmlns:a16="http://schemas.microsoft.com/office/drawing/2014/main" id="{B9A4CB54-2AEC-4997-91E2-830E3250104B}"/>
                  </a:ext>
                </a:extLst>
              </p:cNvPr>
              <p:cNvSpPr/>
              <p:nvPr/>
            </p:nvSpPr>
            <p:spPr>
              <a:xfrm>
                <a:off x="4019592"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7" name="椭圆 9176">
                <a:extLst>
                  <a:ext uri="{FF2B5EF4-FFF2-40B4-BE49-F238E27FC236}">
                    <a16:creationId xmlns:a16="http://schemas.microsoft.com/office/drawing/2014/main" id="{9F0052BB-B6E4-45A1-B255-AC36711DA5C2}"/>
                  </a:ext>
                </a:extLst>
              </p:cNvPr>
              <p:cNvSpPr/>
              <p:nvPr/>
            </p:nvSpPr>
            <p:spPr>
              <a:xfrm>
                <a:off x="39891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8" name="椭圆 9177">
                <a:extLst>
                  <a:ext uri="{FF2B5EF4-FFF2-40B4-BE49-F238E27FC236}">
                    <a16:creationId xmlns:a16="http://schemas.microsoft.com/office/drawing/2014/main" id="{D4B97CA2-1A04-463B-9C62-F8868D7D1BC1}"/>
                  </a:ext>
                </a:extLst>
              </p:cNvPr>
              <p:cNvSpPr/>
              <p:nvPr/>
            </p:nvSpPr>
            <p:spPr>
              <a:xfrm>
                <a:off x="4043339"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9" name="椭圆 9178">
                <a:extLst>
                  <a:ext uri="{FF2B5EF4-FFF2-40B4-BE49-F238E27FC236}">
                    <a16:creationId xmlns:a16="http://schemas.microsoft.com/office/drawing/2014/main" id="{1AFA12D4-565F-4B84-9AFC-E367B0BAFBB0}"/>
                  </a:ext>
                </a:extLst>
              </p:cNvPr>
              <p:cNvSpPr/>
              <p:nvPr/>
            </p:nvSpPr>
            <p:spPr>
              <a:xfrm>
                <a:off x="4045321"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0" name="椭圆 9179">
                <a:extLst>
                  <a:ext uri="{FF2B5EF4-FFF2-40B4-BE49-F238E27FC236}">
                    <a16:creationId xmlns:a16="http://schemas.microsoft.com/office/drawing/2014/main" id="{7A476C7C-155B-4F27-B077-AB79FAB3C8D7}"/>
                  </a:ext>
                </a:extLst>
              </p:cNvPr>
              <p:cNvSpPr/>
              <p:nvPr/>
            </p:nvSpPr>
            <p:spPr>
              <a:xfrm>
                <a:off x="4016692"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1" name="椭圆 9180">
                <a:extLst>
                  <a:ext uri="{FF2B5EF4-FFF2-40B4-BE49-F238E27FC236}">
                    <a16:creationId xmlns:a16="http://schemas.microsoft.com/office/drawing/2014/main" id="{57C126AD-1946-42A2-83E2-715F4D923909}"/>
                  </a:ext>
                </a:extLst>
              </p:cNvPr>
              <p:cNvSpPr/>
              <p:nvPr/>
            </p:nvSpPr>
            <p:spPr>
              <a:xfrm>
                <a:off x="4016398" y="29532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2" name="椭圆 9181">
                <a:extLst>
                  <a:ext uri="{FF2B5EF4-FFF2-40B4-BE49-F238E27FC236}">
                    <a16:creationId xmlns:a16="http://schemas.microsoft.com/office/drawing/2014/main" id="{0944D998-282E-4F3B-B921-19DF1D2D1AE5}"/>
                  </a:ext>
                </a:extLst>
              </p:cNvPr>
              <p:cNvSpPr/>
              <p:nvPr/>
            </p:nvSpPr>
            <p:spPr>
              <a:xfrm>
                <a:off x="401225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3" name="椭圆 9182">
                <a:extLst>
                  <a:ext uri="{FF2B5EF4-FFF2-40B4-BE49-F238E27FC236}">
                    <a16:creationId xmlns:a16="http://schemas.microsoft.com/office/drawing/2014/main" id="{F4E72B31-E83F-4C8A-9331-48EE8DF34C66}"/>
                  </a:ext>
                </a:extLst>
              </p:cNvPr>
              <p:cNvSpPr/>
              <p:nvPr/>
            </p:nvSpPr>
            <p:spPr>
              <a:xfrm>
                <a:off x="4016105"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4" name="椭圆 9183">
                <a:extLst>
                  <a:ext uri="{FF2B5EF4-FFF2-40B4-BE49-F238E27FC236}">
                    <a16:creationId xmlns:a16="http://schemas.microsoft.com/office/drawing/2014/main" id="{2D4117EB-F8C4-4D08-A428-E8A367451688}"/>
                  </a:ext>
                </a:extLst>
              </p:cNvPr>
              <p:cNvSpPr/>
              <p:nvPr/>
            </p:nvSpPr>
            <p:spPr>
              <a:xfrm>
                <a:off x="3989935" y="29407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5" name="椭圆 9184">
                <a:extLst>
                  <a:ext uri="{FF2B5EF4-FFF2-40B4-BE49-F238E27FC236}">
                    <a16:creationId xmlns:a16="http://schemas.microsoft.com/office/drawing/2014/main" id="{364A0783-5430-4043-8CE5-34B1488A6787}"/>
                  </a:ext>
                </a:extLst>
              </p:cNvPr>
              <p:cNvSpPr/>
              <p:nvPr/>
            </p:nvSpPr>
            <p:spPr>
              <a:xfrm>
                <a:off x="4069839"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6" name="椭圆 9185">
                <a:extLst>
                  <a:ext uri="{FF2B5EF4-FFF2-40B4-BE49-F238E27FC236}">
                    <a16:creationId xmlns:a16="http://schemas.microsoft.com/office/drawing/2014/main" id="{CF6758A9-FBCB-4513-8D52-A846DA129828}"/>
                  </a:ext>
                </a:extLst>
              </p:cNvPr>
              <p:cNvSpPr/>
              <p:nvPr/>
            </p:nvSpPr>
            <p:spPr>
              <a:xfrm>
                <a:off x="3936164"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7" name="椭圆 9186">
                <a:extLst>
                  <a:ext uri="{FF2B5EF4-FFF2-40B4-BE49-F238E27FC236}">
                    <a16:creationId xmlns:a16="http://schemas.microsoft.com/office/drawing/2014/main" id="{928A7D60-6F85-457D-9C39-5F13220128AE}"/>
                  </a:ext>
                </a:extLst>
              </p:cNvPr>
              <p:cNvSpPr/>
              <p:nvPr/>
            </p:nvSpPr>
            <p:spPr>
              <a:xfrm>
                <a:off x="398178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8" name="椭圆 9187">
                <a:extLst>
                  <a:ext uri="{FF2B5EF4-FFF2-40B4-BE49-F238E27FC236}">
                    <a16:creationId xmlns:a16="http://schemas.microsoft.com/office/drawing/2014/main" id="{127F7604-CE0E-41D7-9CD9-6D2156C6F578}"/>
                  </a:ext>
                </a:extLst>
              </p:cNvPr>
              <p:cNvSpPr/>
              <p:nvPr/>
            </p:nvSpPr>
            <p:spPr>
              <a:xfrm>
                <a:off x="400799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9" name="椭圆 9188">
                <a:extLst>
                  <a:ext uri="{FF2B5EF4-FFF2-40B4-BE49-F238E27FC236}">
                    <a16:creationId xmlns:a16="http://schemas.microsoft.com/office/drawing/2014/main" id="{1FE01513-99F3-41A7-A454-AEF6053AE540}"/>
                  </a:ext>
                </a:extLst>
              </p:cNvPr>
              <p:cNvSpPr/>
              <p:nvPr/>
            </p:nvSpPr>
            <p:spPr>
              <a:xfrm>
                <a:off x="4014600"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0" name="椭圆 9189">
                <a:extLst>
                  <a:ext uri="{FF2B5EF4-FFF2-40B4-BE49-F238E27FC236}">
                    <a16:creationId xmlns:a16="http://schemas.microsoft.com/office/drawing/2014/main" id="{0596E0B3-19BA-4905-8BB9-AA0304C904E2}"/>
                  </a:ext>
                </a:extLst>
              </p:cNvPr>
              <p:cNvSpPr/>
              <p:nvPr/>
            </p:nvSpPr>
            <p:spPr>
              <a:xfrm>
                <a:off x="3958810" y="30331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1" name="椭圆 9190">
                <a:extLst>
                  <a:ext uri="{FF2B5EF4-FFF2-40B4-BE49-F238E27FC236}">
                    <a16:creationId xmlns:a16="http://schemas.microsoft.com/office/drawing/2014/main" id="{CCD00717-1839-421B-B703-AF4F905F19D2}"/>
                  </a:ext>
                </a:extLst>
              </p:cNvPr>
              <p:cNvSpPr/>
              <p:nvPr/>
            </p:nvSpPr>
            <p:spPr>
              <a:xfrm>
                <a:off x="399243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2" name="椭圆 9191">
                <a:extLst>
                  <a:ext uri="{FF2B5EF4-FFF2-40B4-BE49-F238E27FC236}">
                    <a16:creationId xmlns:a16="http://schemas.microsoft.com/office/drawing/2014/main" id="{D5B72C25-7389-4500-8123-74FD8AE4E6D2}"/>
                  </a:ext>
                </a:extLst>
              </p:cNvPr>
              <p:cNvSpPr/>
              <p:nvPr/>
            </p:nvSpPr>
            <p:spPr>
              <a:xfrm>
                <a:off x="4012398" y="26429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3" name="椭圆 9192">
                <a:extLst>
                  <a:ext uri="{FF2B5EF4-FFF2-40B4-BE49-F238E27FC236}">
                    <a16:creationId xmlns:a16="http://schemas.microsoft.com/office/drawing/2014/main" id="{8A0A7B2F-C969-4EBE-B875-6A9933AD7AA7}"/>
                  </a:ext>
                </a:extLst>
              </p:cNvPr>
              <p:cNvSpPr/>
              <p:nvPr/>
            </p:nvSpPr>
            <p:spPr>
              <a:xfrm>
                <a:off x="40136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4" name="椭圆 9193">
                <a:extLst>
                  <a:ext uri="{FF2B5EF4-FFF2-40B4-BE49-F238E27FC236}">
                    <a16:creationId xmlns:a16="http://schemas.microsoft.com/office/drawing/2014/main" id="{7D079076-84C5-4E18-B49E-01FE553087C9}"/>
                  </a:ext>
                </a:extLst>
              </p:cNvPr>
              <p:cNvSpPr/>
              <p:nvPr/>
            </p:nvSpPr>
            <p:spPr>
              <a:xfrm>
                <a:off x="4023446"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5" name="椭圆 9194">
                <a:extLst>
                  <a:ext uri="{FF2B5EF4-FFF2-40B4-BE49-F238E27FC236}">
                    <a16:creationId xmlns:a16="http://schemas.microsoft.com/office/drawing/2014/main" id="{DF90522F-B84B-40C0-8FE5-1E5836BB8AA0}"/>
                  </a:ext>
                </a:extLst>
              </p:cNvPr>
              <p:cNvSpPr/>
              <p:nvPr/>
            </p:nvSpPr>
            <p:spPr>
              <a:xfrm>
                <a:off x="4107497" y="27913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6" name="椭圆 9195">
                <a:extLst>
                  <a:ext uri="{FF2B5EF4-FFF2-40B4-BE49-F238E27FC236}">
                    <a16:creationId xmlns:a16="http://schemas.microsoft.com/office/drawing/2014/main" id="{ED905891-66D6-4D57-B7BC-B427D9579F47}"/>
                  </a:ext>
                </a:extLst>
              </p:cNvPr>
              <p:cNvSpPr/>
              <p:nvPr/>
            </p:nvSpPr>
            <p:spPr>
              <a:xfrm>
                <a:off x="40241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7" name="椭圆 9196">
                <a:extLst>
                  <a:ext uri="{FF2B5EF4-FFF2-40B4-BE49-F238E27FC236}">
                    <a16:creationId xmlns:a16="http://schemas.microsoft.com/office/drawing/2014/main" id="{D4ECD23C-408C-4F46-B6EA-F6AC1C3DE460}"/>
                  </a:ext>
                </a:extLst>
              </p:cNvPr>
              <p:cNvSpPr/>
              <p:nvPr/>
            </p:nvSpPr>
            <p:spPr>
              <a:xfrm>
                <a:off x="3935026" y="266339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8" name="椭圆 9197">
                <a:extLst>
                  <a:ext uri="{FF2B5EF4-FFF2-40B4-BE49-F238E27FC236}">
                    <a16:creationId xmlns:a16="http://schemas.microsoft.com/office/drawing/2014/main" id="{A575FCD8-D80B-4F3A-9582-AFBF4CC6121A}"/>
                  </a:ext>
                </a:extLst>
              </p:cNvPr>
              <p:cNvSpPr/>
              <p:nvPr/>
            </p:nvSpPr>
            <p:spPr>
              <a:xfrm>
                <a:off x="40602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9" name="椭圆 9198">
                <a:extLst>
                  <a:ext uri="{FF2B5EF4-FFF2-40B4-BE49-F238E27FC236}">
                    <a16:creationId xmlns:a16="http://schemas.microsoft.com/office/drawing/2014/main" id="{869F8D6D-66F8-4A60-83DA-EA10A93464EF}"/>
                  </a:ext>
                </a:extLst>
              </p:cNvPr>
              <p:cNvSpPr/>
              <p:nvPr/>
            </p:nvSpPr>
            <p:spPr>
              <a:xfrm>
                <a:off x="388650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0" name="椭圆 9199">
                <a:extLst>
                  <a:ext uri="{FF2B5EF4-FFF2-40B4-BE49-F238E27FC236}">
                    <a16:creationId xmlns:a16="http://schemas.microsoft.com/office/drawing/2014/main" id="{35C99578-5452-47BB-8C44-021A3DC6926B}"/>
                  </a:ext>
                </a:extLst>
              </p:cNvPr>
              <p:cNvSpPr/>
              <p:nvPr/>
            </p:nvSpPr>
            <p:spPr>
              <a:xfrm>
                <a:off x="4005938"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1" name="椭圆 9200">
                <a:extLst>
                  <a:ext uri="{FF2B5EF4-FFF2-40B4-BE49-F238E27FC236}">
                    <a16:creationId xmlns:a16="http://schemas.microsoft.com/office/drawing/2014/main" id="{77533B78-B881-4911-B0E9-F7E11C3D7E9E}"/>
                  </a:ext>
                </a:extLst>
              </p:cNvPr>
              <p:cNvSpPr/>
              <p:nvPr/>
            </p:nvSpPr>
            <p:spPr>
              <a:xfrm>
                <a:off x="4014637"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2" name="椭圆 9201">
                <a:extLst>
                  <a:ext uri="{FF2B5EF4-FFF2-40B4-BE49-F238E27FC236}">
                    <a16:creationId xmlns:a16="http://schemas.microsoft.com/office/drawing/2014/main" id="{60C02F7B-98FD-4CBC-B3FE-1ECA79178432}"/>
                  </a:ext>
                </a:extLst>
              </p:cNvPr>
              <p:cNvSpPr/>
              <p:nvPr/>
            </p:nvSpPr>
            <p:spPr>
              <a:xfrm>
                <a:off x="399672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3" name="椭圆 9202">
                <a:extLst>
                  <a:ext uri="{FF2B5EF4-FFF2-40B4-BE49-F238E27FC236}">
                    <a16:creationId xmlns:a16="http://schemas.microsoft.com/office/drawing/2014/main" id="{EEBD2182-FDEB-43D1-AC90-A840F32A1C10}"/>
                  </a:ext>
                </a:extLst>
              </p:cNvPr>
              <p:cNvSpPr/>
              <p:nvPr/>
            </p:nvSpPr>
            <p:spPr>
              <a:xfrm>
                <a:off x="397874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4" name="椭圆 9203">
                <a:extLst>
                  <a:ext uri="{FF2B5EF4-FFF2-40B4-BE49-F238E27FC236}">
                    <a16:creationId xmlns:a16="http://schemas.microsoft.com/office/drawing/2014/main" id="{F617BA1B-9ADD-4146-9BCA-3934BCF0102B}"/>
                  </a:ext>
                </a:extLst>
              </p:cNvPr>
              <p:cNvSpPr/>
              <p:nvPr/>
            </p:nvSpPr>
            <p:spPr>
              <a:xfrm>
                <a:off x="3802195"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5" name="椭圆 9204">
                <a:extLst>
                  <a:ext uri="{FF2B5EF4-FFF2-40B4-BE49-F238E27FC236}">
                    <a16:creationId xmlns:a16="http://schemas.microsoft.com/office/drawing/2014/main" id="{D371AF29-D700-403D-98B0-A9AD2E47DDFD}"/>
                  </a:ext>
                </a:extLst>
              </p:cNvPr>
              <p:cNvSpPr/>
              <p:nvPr/>
            </p:nvSpPr>
            <p:spPr>
              <a:xfrm>
                <a:off x="3964536"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6" name="椭圆 9205">
                <a:extLst>
                  <a:ext uri="{FF2B5EF4-FFF2-40B4-BE49-F238E27FC236}">
                    <a16:creationId xmlns:a16="http://schemas.microsoft.com/office/drawing/2014/main" id="{D6063356-3D38-42A1-9E83-99EE9E1B3E27}"/>
                  </a:ext>
                </a:extLst>
              </p:cNvPr>
              <p:cNvSpPr/>
              <p:nvPr/>
            </p:nvSpPr>
            <p:spPr>
              <a:xfrm>
                <a:off x="4109332"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7" name="椭圆 9206">
                <a:extLst>
                  <a:ext uri="{FF2B5EF4-FFF2-40B4-BE49-F238E27FC236}">
                    <a16:creationId xmlns:a16="http://schemas.microsoft.com/office/drawing/2014/main" id="{4B330021-FB14-4836-A589-69B7554C71B1}"/>
                  </a:ext>
                </a:extLst>
              </p:cNvPr>
              <p:cNvSpPr/>
              <p:nvPr/>
            </p:nvSpPr>
            <p:spPr>
              <a:xfrm>
                <a:off x="418934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8" name="椭圆 9207">
                <a:extLst>
                  <a:ext uri="{FF2B5EF4-FFF2-40B4-BE49-F238E27FC236}">
                    <a16:creationId xmlns:a16="http://schemas.microsoft.com/office/drawing/2014/main" id="{78C18C27-DB50-44C8-B406-D16D163EC5E3}"/>
                  </a:ext>
                </a:extLst>
              </p:cNvPr>
              <p:cNvSpPr/>
              <p:nvPr/>
            </p:nvSpPr>
            <p:spPr>
              <a:xfrm>
                <a:off x="402117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9" name="椭圆 9208">
                <a:extLst>
                  <a:ext uri="{FF2B5EF4-FFF2-40B4-BE49-F238E27FC236}">
                    <a16:creationId xmlns:a16="http://schemas.microsoft.com/office/drawing/2014/main" id="{2EDC4262-9A9E-40E6-BD16-1CAFC5674F3A}"/>
                  </a:ext>
                </a:extLst>
              </p:cNvPr>
              <p:cNvSpPr/>
              <p:nvPr/>
            </p:nvSpPr>
            <p:spPr>
              <a:xfrm>
                <a:off x="400751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0" name="椭圆 9209">
                <a:extLst>
                  <a:ext uri="{FF2B5EF4-FFF2-40B4-BE49-F238E27FC236}">
                    <a16:creationId xmlns:a16="http://schemas.microsoft.com/office/drawing/2014/main" id="{22562D10-F0D8-4401-893C-4E576FC390A3}"/>
                  </a:ext>
                </a:extLst>
              </p:cNvPr>
              <p:cNvSpPr/>
              <p:nvPr/>
            </p:nvSpPr>
            <p:spPr>
              <a:xfrm>
                <a:off x="40377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1" name="椭圆 9210">
                <a:extLst>
                  <a:ext uri="{FF2B5EF4-FFF2-40B4-BE49-F238E27FC236}">
                    <a16:creationId xmlns:a16="http://schemas.microsoft.com/office/drawing/2014/main" id="{27CEDBAB-C5E5-4D15-AE38-5E0BC8565E20}"/>
                  </a:ext>
                </a:extLst>
              </p:cNvPr>
              <p:cNvSpPr/>
              <p:nvPr/>
            </p:nvSpPr>
            <p:spPr>
              <a:xfrm>
                <a:off x="4010012"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2" name="椭圆 9211">
                <a:extLst>
                  <a:ext uri="{FF2B5EF4-FFF2-40B4-BE49-F238E27FC236}">
                    <a16:creationId xmlns:a16="http://schemas.microsoft.com/office/drawing/2014/main" id="{E1C53936-7E07-42B6-8323-1B1E1C0A02BF}"/>
                  </a:ext>
                </a:extLst>
              </p:cNvPr>
              <p:cNvSpPr/>
              <p:nvPr/>
            </p:nvSpPr>
            <p:spPr>
              <a:xfrm>
                <a:off x="400898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3" name="椭圆 9212">
                <a:extLst>
                  <a:ext uri="{FF2B5EF4-FFF2-40B4-BE49-F238E27FC236}">
                    <a16:creationId xmlns:a16="http://schemas.microsoft.com/office/drawing/2014/main" id="{B1984BA4-3AF3-4683-8FFD-2E78F3BDDB06}"/>
                  </a:ext>
                </a:extLst>
              </p:cNvPr>
              <p:cNvSpPr/>
              <p:nvPr/>
            </p:nvSpPr>
            <p:spPr>
              <a:xfrm>
                <a:off x="403155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4" name="椭圆 9213">
                <a:extLst>
                  <a:ext uri="{FF2B5EF4-FFF2-40B4-BE49-F238E27FC236}">
                    <a16:creationId xmlns:a16="http://schemas.microsoft.com/office/drawing/2014/main" id="{BF946F8E-11D3-45EB-AB5F-1D21B9AEB297}"/>
                  </a:ext>
                </a:extLst>
              </p:cNvPr>
              <p:cNvSpPr/>
              <p:nvPr/>
            </p:nvSpPr>
            <p:spPr>
              <a:xfrm>
                <a:off x="3744460" y="29044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5" name="椭圆 9214">
                <a:extLst>
                  <a:ext uri="{FF2B5EF4-FFF2-40B4-BE49-F238E27FC236}">
                    <a16:creationId xmlns:a16="http://schemas.microsoft.com/office/drawing/2014/main" id="{E5A2340D-95A7-4A56-97A3-264DA6A41B2E}"/>
                  </a:ext>
                </a:extLst>
              </p:cNvPr>
              <p:cNvSpPr/>
              <p:nvPr/>
            </p:nvSpPr>
            <p:spPr>
              <a:xfrm>
                <a:off x="40345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6" name="椭圆 9215">
                <a:extLst>
                  <a:ext uri="{FF2B5EF4-FFF2-40B4-BE49-F238E27FC236}">
                    <a16:creationId xmlns:a16="http://schemas.microsoft.com/office/drawing/2014/main" id="{85BEFE19-9C9E-4810-9373-192044AAA477}"/>
                  </a:ext>
                </a:extLst>
              </p:cNvPr>
              <p:cNvSpPr/>
              <p:nvPr/>
            </p:nvSpPr>
            <p:spPr>
              <a:xfrm>
                <a:off x="404058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7" name="椭圆 9216">
                <a:extLst>
                  <a:ext uri="{FF2B5EF4-FFF2-40B4-BE49-F238E27FC236}">
                    <a16:creationId xmlns:a16="http://schemas.microsoft.com/office/drawing/2014/main" id="{ABB5EB2F-612D-4DD7-8EFB-454745D89260}"/>
                  </a:ext>
                </a:extLst>
              </p:cNvPr>
              <p:cNvSpPr/>
              <p:nvPr/>
            </p:nvSpPr>
            <p:spPr>
              <a:xfrm>
                <a:off x="4055488" y="29435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8" name="椭圆 9217">
                <a:extLst>
                  <a:ext uri="{FF2B5EF4-FFF2-40B4-BE49-F238E27FC236}">
                    <a16:creationId xmlns:a16="http://schemas.microsoft.com/office/drawing/2014/main" id="{60F55896-2F1B-4FD9-949E-9504B5B825FC}"/>
                  </a:ext>
                </a:extLst>
              </p:cNvPr>
              <p:cNvSpPr/>
              <p:nvPr/>
            </p:nvSpPr>
            <p:spPr>
              <a:xfrm>
                <a:off x="400814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9" name="椭圆 9218">
                <a:extLst>
                  <a:ext uri="{FF2B5EF4-FFF2-40B4-BE49-F238E27FC236}">
                    <a16:creationId xmlns:a16="http://schemas.microsoft.com/office/drawing/2014/main" id="{D76CD490-C676-4215-B6BC-68791E250315}"/>
                  </a:ext>
                </a:extLst>
              </p:cNvPr>
              <p:cNvSpPr/>
              <p:nvPr/>
            </p:nvSpPr>
            <p:spPr>
              <a:xfrm>
                <a:off x="39776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0" name="椭圆 9219">
                <a:extLst>
                  <a:ext uri="{FF2B5EF4-FFF2-40B4-BE49-F238E27FC236}">
                    <a16:creationId xmlns:a16="http://schemas.microsoft.com/office/drawing/2014/main" id="{4ACA06CB-EE61-4860-BBA9-2FF1EA4E598D}"/>
                  </a:ext>
                </a:extLst>
              </p:cNvPr>
              <p:cNvSpPr/>
              <p:nvPr/>
            </p:nvSpPr>
            <p:spPr>
              <a:xfrm>
                <a:off x="4044183"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1" name="椭圆 9220">
                <a:extLst>
                  <a:ext uri="{FF2B5EF4-FFF2-40B4-BE49-F238E27FC236}">
                    <a16:creationId xmlns:a16="http://schemas.microsoft.com/office/drawing/2014/main" id="{4651C276-A674-472E-9C15-61C4E173750B}"/>
                  </a:ext>
                </a:extLst>
              </p:cNvPr>
              <p:cNvSpPr/>
              <p:nvPr/>
            </p:nvSpPr>
            <p:spPr>
              <a:xfrm>
                <a:off x="3871455"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2" name="椭圆 9221">
                <a:extLst>
                  <a:ext uri="{FF2B5EF4-FFF2-40B4-BE49-F238E27FC236}">
                    <a16:creationId xmlns:a16="http://schemas.microsoft.com/office/drawing/2014/main" id="{A471F9BE-053F-49D9-9E88-DF17CC54F53C}"/>
                  </a:ext>
                </a:extLst>
              </p:cNvPr>
              <p:cNvSpPr/>
              <p:nvPr/>
            </p:nvSpPr>
            <p:spPr>
              <a:xfrm>
                <a:off x="406961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3" name="椭圆 9222">
                <a:extLst>
                  <a:ext uri="{FF2B5EF4-FFF2-40B4-BE49-F238E27FC236}">
                    <a16:creationId xmlns:a16="http://schemas.microsoft.com/office/drawing/2014/main" id="{951CBAD9-466C-4A79-84D6-BE81157EB0B0}"/>
                  </a:ext>
                </a:extLst>
              </p:cNvPr>
              <p:cNvSpPr/>
              <p:nvPr/>
            </p:nvSpPr>
            <p:spPr>
              <a:xfrm>
                <a:off x="4040403" y="28729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4" name="椭圆 9223">
                <a:extLst>
                  <a:ext uri="{FF2B5EF4-FFF2-40B4-BE49-F238E27FC236}">
                    <a16:creationId xmlns:a16="http://schemas.microsoft.com/office/drawing/2014/main" id="{B3D0F624-8682-4BF5-8A01-59EEAA1CC10F}"/>
                  </a:ext>
                </a:extLst>
              </p:cNvPr>
              <p:cNvSpPr/>
              <p:nvPr/>
            </p:nvSpPr>
            <p:spPr>
              <a:xfrm>
                <a:off x="404088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5" name="椭圆 9224">
                <a:extLst>
                  <a:ext uri="{FF2B5EF4-FFF2-40B4-BE49-F238E27FC236}">
                    <a16:creationId xmlns:a16="http://schemas.microsoft.com/office/drawing/2014/main" id="{67D904B4-BDD0-4180-85AA-F618DC47903A}"/>
                  </a:ext>
                </a:extLst>
              </p:cNvPr>
              <p:cNvSpPr/>
              <p:nvPr/>
            </p:nvSpPr>
            <p:spPr>
              <a:xfrm>
                <a:off x="4128088"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6" name="椭圆 9225">
                <a:extLst>
                  <a:ext uri="{FF2B5EF4-FFF2-40B4-BE49-F238E27FC236}">
                    <a16:creationId xmlns:a16="http://schemas.microsoft.com/office/drawing/2014/main" id="{A9F13B5B-DB3A-4C0E-8631-5CDDB39A1721}"/>
                  </a:ext>
                </a:extLst>
              </p:cNvPr>
              <p:cNvSpPr/>
              <p:nvPr/>
            </p:nvSpPr>
            <p:spPr>
              <a:xfrm>
                <a:off x="406738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7" name="椭圆 9226">
                <a:extLst>
                  <a:ext uri="{FF2B5EF4-FFF2-40B4-BE49-F238E27FC236}">
                    <a16:creationId xmlns:a16="http://schemas.microsoft.com/office/drawing/2014/main" id="{10F787D3-171A-4D22-85F7-AAA8C41A0851}"/>
                  </a:ext>
                </a:extLst>
              </p:cNvPr>
              <p:cNvSpPr/>
              <p:nvPr/>
            </p:nvSpPr>
            <p:spPr>
              <a:xfrm>
                <a:off x="4141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8" name="椭圆 9227">
                <a:extLst>
                  <a:ext uri="{FF2B5EF4-FFF2-40B4-BE49-F238E27FC236}">
                    <a16:creationId xmlns:a16="http://schemas.microsoft.com/office/drawing/2014/main" id="{10DFD2E7-9E02-4B17-A3B7-8839DE44E1C7}"/>
                  </a:ext>
                </a:extLst>
              </p:cNvPr>
              <p:cNvSpPr/>
              <p:nvPr/>
            </p:nvSpPr>
            <p:spPr>
              <a:xfrm>
                <a:off x="4012398"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9" name="椭圆 9228">
                <a:extLst>
                  <a:ext uri="{FF2B5EF4-FFF2-40B4-BE49-F238E27FC236}">
                    <a16:creationId xmlns:a16="http://schemas.microsoft.com/office/drawing/2014/main" id="{79E8EC5A-02CF-48CE-912D-CBF54E5E47E1}"/>
                  </a:ext>
                </a:extLst>
              </p:cNvPr>
              <p:cNvSpPr/>
              <p:nvPr/>
            </p:nvSpPr>
            <p:spPr>
              <a:xfrm>
                <a:off x="40900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0" name="椭圆 9229">
                <a:extLst>
                  <a:ext uri="{FF2B5EF4-FFF2-40B4-BE49-F238E27FC236}">
                    <a16:creationId xmlns:a16="http://schemas.microsoft.com/office/drawing/2014/main" id="{E21F5F98-4ED7-46B8-A203-5832309FBD65}"/>
                  </a:ext>
                </a:extLst>
              </p:cNvPr>
              <p:cNvSpPr/>
              <p:nvPr/>
            </p:nvSpPr>
            <p:spPr>
              <a:xfrm>
                <a:off x="4014270"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1" name="椭圆 9230">
                <a:extLst>
                  <a:ext uri="{FF2B5EF4-FFF2-40B4-BE49-F238E27FC236}">
                    <a16:creationId xmlns:a16="http://schemas.microsoft.com/office/drawing/2014/main" id="{919F4BBD-3E81-49AC-BA98-F5D64590454C}"/>
                  </a:ext>
                </a:extLst>
              </p:cNvPr>
              <p:cNvSpPr/>
              <p:nvPr/>
            </p:nvSpPr>
            <p:spPr>
              <a:xfrm>
                <a:off x="400322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2" name="椭圆 9231">
                <a:extLst>
                  <a:ext uri="{FF2B5EF4-FFF2-40B4-BE49-F238E27FC236}">
                    <a16:creationId xmlns:a16="http://schemas.microsoft.com/office/drawing/2014/main" id="{D7C623F0-4BA3-4E7C-8D94-D7338B626AA0}"/>
                  </a:ext>
                </a:extLst>
              </p:cNvPr>
              <p:cNvSpPr/>
              <p:nvPr/>
            </p:nvSpPr>
            <p:spPr>
              <a:xfrm>
                <a:off x="39932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3" name="椭圆 9232">
                <a:extLst>
                  <a:ext uri="{FF2B5EF4-FFF2-40B4-BE49-F238E27FC236}">
                    <a16:creationId xmlns:a16="http://schemas.microsoft.com/office/drawing/2014/main" id="{9889CA3D-7ED0-4728-9248-2A91D9B74F5A}"/>
                  </a:ext>
                </a:extLst>
              </p:cNvPr>
              <p:cNvSpPr/>
              <p:nvPr/>
            </p:nvSpPr>
            <p:spPr>
              <a:xfrm>
                <a:off x="395554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4" name="椭圆 9233">
                <a:extLst>
                  <a:ext uri="{FF2B5EF4-FFF2-40B4-BE49-F238E27FC236}">
                    <a16:creationId xmlns:a16="http://schemas.microsoft.com/office/drawing/2014/main" id="{3197579E-5A69-4A1A-9522-60BC7D167514}"/>
                  </a:ext>
                </a:extLst>
              </p:cNvPr>
              <p:cNvSpPr/>
              <p:nvPr/>
            </p:nvSpPr>
            <p:spPr>
              <a:xfrm>
                <a:off x="39840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5" name="椭圆 9234">
                <a:extLst>
                  <a:ext uri="{FF2B5EF4-FFF2-40B4-BE49-F238E27FC236}">
                    <a16:creationId xmlns:a16="http://schemas.microsoft.com/office/drawing/2014/main" id="{7CC4B8E8-CEE9-4F9F-883C-B393083C9951}"/>
                  </a:ext>
                </a:extLst>
              </p:cNvPr>
              <p:cNvSpPr/>
              <p:nvPr/>
            </p:nvSpPr>
            <p:spPr>
              <a:xfrm>
                <a:off x="4193384"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6" name="椭圆 9235">
                <a:extLst>
                  <a:ext uri="{FF2B5EF4-FFF2-40B4-BE49-F238E27FC236}">
                    <a16:creationId xmlns:a16="http://schemas.microsoft.com/office/drawing/2014/main" id="{D4BB594C-1D90-4FD3-B60B-C8F3D8D3C9A6}"/>
                  </a:ext>
                </a:extLst>
              </p:cNvPr>
              <p:cNvSpPr/>
              <p:nvPr/>
            </p:nvSpPr>
            <p:spPr>
              <a:xfrm>
                <a:off x="401500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7" name="椭圆 9236">
                <a:extLst>
                  <a:ext uri="{FF2B5EF4-FFF2-40B4-BE49-F238E27FC236}">
                    <a16:creationId xmlns:a16="http://schemas.microsoft.com/office/drawing/2014/main" id="{2D5E7C95-A2D4-434B-B914-A93302B58C17}"/>
                  </a:ext>
                </a:extLst>
              </p:cNvPr>
              <p:cNvSpPr/>
              <p:nvPr/>
            </p:nvSpPr>
            <p:spPr>
              <a:xfrm>
                <a:off x="4046165"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8" name="椭圆 9237">
                <a:extLst>
                  <a:ext uri="{FF2B5EF4-FFF2-40B4-BE49-F238E27FC236}">
                    <a16:creationId xmlns:a16="http://schemas.microsoft.com/office/drawing/2014/main" id="{D35B4775-F013-483D-BA89-82FD7F409413}"/>
                  </a:ext>
                </a:extLst>
              </p:cNvPr>
              <p:cNvSpPr/>
              <p:nvPr/>
            </p:nvSpPr>
            <p:spPr>
              <a:xfrm>
                <a:off x="3957085"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9" name="椭圆 9238">
                <a:extLst>
                  <a:ext uri="{FF2B5EF4-FFF2-40B4-BE49-F238E27FC236}">
                    <a16:creationId xmlns:a16="http://schemas.microsoft.com/office/drawing/2014/main" id="{C2BF20E3-CFDC-4FF7-9A84-FAC3834EA31E}"/>
                  </a:ext>
                </a:extLst>
              </p:cNvPr>
              <p:cNvSpPr/>
              <p:nvPr/>
            </p:nvSpPr>
            <p:spPr>
              <a:xfrm>
                <a:off x="400377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0" name="椭圆 9239">
                <a:extLst>
                  <a:ext uri="{FF2B5EF4-FFF2-40B4-BE49-F238E27FC236}">
                    <a16:creationId xmlns:a16="http://schemas.microsoft.com/office/drawing/2014/main" id="{7BB559B3-EBEC-4CE6-BD3A-EC974769506B}"/>
                  </a:ext>
                </a:extLst>
              </p:cNvPr>
              <p:cNvSpPr/>
              <p:nvPr/>
            </p:nvSpPr>
            <p:spPr>
              <a:xfrm>
                <a:off x="3986558"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1" name="椭圆 9240">
                <a:extLst>
                  <a:ext uri="{FF2B5EF4-FFF2-40B4-BE49-F238E27FC236}">
                    <a16:creationId xmlns:a16="http://schemas.microsoft.com/office/drawing/2014/main" id="{56B4DA77-9013-4855-AACB-FEA6C16C4C84}"/>
                  </a:ext>
                </a:extLst>
              </p:cNvPr>
              <p:cNvSpPr/>
              <p:nvPr/>
            </p:nvSpPr>
            <p:spPr>
              <a:xfrm>
                <a:off x="399118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2" name="椭圆 9241">
                <a:extLst>
                  <a:ext uri="{FF2B5EF4-FFF2-40B4-BE49-F238E27FC236}">
                    <a16:creationId xmlns:a16="http://schemas.microsoft.com/office/drawing/2014/main" id="{BB4F261B-3458-4807-8469-AFB66627AC50}"/>
                  </a:ext>
                </a:extLst>
              </p:cNvPr>
              <p:cNvSpPr/>
              <p:nvPr/>
            </p:nvSpPr>
            <p:spPr>
              <a:xfrm>
                <a:off x="3934769"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3" name="椭圆 9242">
                <a:extLst>
                  <a:ext uri="{FF2B5EF4-FFF2-40B4-BE49-F238E27FC236}">
                    <a16:creationId xmlns:a16="http://schemas.microsoft.com/office/drawing/2014/main" id="{12CDEC8C-5C48-496A-9A4E-93AE1B82663A}"/>
                  </a:ext>
                </a:extLst>
              </p:cNvPr>
              <p:cNvSpPr/>
              <p:nvPr/>
            </p:nvSpPr>
            <p:spPr>
              <a:xfrm>
                <a:off x="3836036" y="28953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4" name="椭圆 9243">
                <a:extLst>
                  <a:ext uri="{FF2B5EF4-FFF2-40B4-BE49-F238E27FC236}">
                    <a16:creationId xmlns:a16="http://schemas.microsoft.com/office/drawing/2014/main" id="{D8550DE3-A311-4D2B-B339-D64C2F6B45E1}"/>
                  </a:ext>
                </a:extLst>
              </p:cNvPr>
              <p:cNvSpPr/>
              <p:nvPr/>
            </p:nvSpPr>
            <p:spPr>
              <a:xfrm>
                <a:off x="40429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5" name="椭圆 9244">
                <a:extLst>
                  <a:ext uri="{FF2B5EF4-FFF2-40B4-BE49-F238E27FC236}">
                    <a16:creationId xmlns:a16="http://schemas.microsoft.com/office/drawing/2014/main" id="{E6625AC7-0B06-41DC-909A-4A8A4DE05C01}"/>
                  </a:ext>
                </a:extLst>
              </p:cNvPr>
              <p:cNvSpPr/>
              <p:nvPr/>
            </p:nvSpPr>
            <p:spPr>
              <a:xfrm>
                <a:off x="4291824" y="28054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6" name="椭圆 9245">
                <a:extLst>
                  <a:ext uri="{FF2B5EF4-FFF2-40B4-BE49-F238E27FC236}">
                    <a16:creationId xmlns:a16="http://schemas.microsoft.com/office/drawing/2014/main" id="{B4527242-AEA7-4567-B2FC-73731429D70A}"/>
                  </a:ext>
                </a:extLst>
              </p:cNvPr>
              <p:cNvSpPr/>
              <p:nvPr/>
            </p:nvSpPr>
            <p:spPr>
              <a:xfrm>
                <a:off x="4123720"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7" name="椭圆 9246">
                <a:extLst>
                  <a:ext uri="{FF2B5EF4-FFF2-40B4-BE49-F238E27FC236}">
                    <a16:creationId xmlns:a16="http://schemas.microsoft.com/office/drawing/2014/main" id="{6D1D3ED4-6042-4C37-AEEF-8DCCC51E617C}"/>
                  </a:ext>
                </a:extLst>
              </p:cNvPr>
              <p:cNvSpPr/>
              <p:nvPr/>
            </p:nvSpPr>
            <p:spPr>
              <a:xfrm>
                <a:off x="3874502"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8" name="椭圆 9247">
                <a:extLst>
                  <a:ext uri="{FF2B5EF4-FFF2-40B4-BE49-F238E27FC236}">
                    <a16:creationId xmlns:a16="http://schemas.microsoft.com/office/drawing/2014/main" id="{F1D62514-5DE6-437C-AFBD-A553B0709C1D}"/>
                  </a:ext>
                </a:extLst>
              </p:cNvPr>
              <p:cNvSpPr/>
              <p:nvPr/>
            </p:nvSpPr>
            <p:spPr>
              <a:xfrm>
                <a:off x="399683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9" name="椭圆 9248">
                <a:extLst>
                  <a:ext uri="{FF2B5EF4-FFF2-40B4-BE49-F238E27FC236}">
                    <a16:creationId xmlns:a16="http://schemas.microsoft.com/office/drawing/2014/main" id="{FA048A60-58E8-4095-82BF-0800368A5698}"/>
                  </a:ext>
                </a:extLst>
              </p:cNvPr>
              <p:cNvSpPr/>
              <p:nvPr/>
            </p:nvSpPr>
            <p:spPr>
              <a:xfrm>
                <a:off x="404124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0" name="椭圆 9249">
                <a:extLst>
                  <a:ext uri="{FF2B5EF4-FFF2-40B4-BE49-F238E27FC236}">
                    <a16:creationId xmlns:a16="http://schemas.microsoft.com/office/drawing/2014/main" id="{37B0BC9E-975E-452E-8E8C-313B01F44CFB}"/>
                  </a:ext>
                </a:extLst>
              </p:cNvPr>
              <p:cNvSpPr/>
              <p:nvPr/>
            </p:nvSpPr>
            <p:spPr>
              <a:xfrm>
                <a:off x="408650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1" name="椭圆 9250">
                <a:extLst>
                  <a:ext uri="{FF2B5EF4-FFF2-40B4-BE49-F238E27FC236}">
                    <a16:creationId xmlns:a16="http://schemas.microsoft.com/office/drawing/2014/main" id="{0AD5FCE3-CF71-488C-B34A-87D84AD06C4B}"/>
                  </a:ext>
                </a:extLst>
              </p:cNvPr>
              <p:cNvSpPr/>
              <p:nvPr/>
            </p:nvSpPr>
            <p:spPr>
              <a:xfrm>
                <a:off x="408246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2" name="椭圆 9251">
                <a:extLst>
                  <a:ext uri="{FF2B5EF4-FFF2-40B4-BE49-F238E27FC236}">
                    <a16:creationId xmlns:a16="http://schemas.microsoft.com/office/drawing/2014/main" id="{620D3215-C041-421C-90F4-C7B6A65505A8}"/>
                  </a:ext>
                </a:extLst>
              </p:cNvPr>
              <p:cNvSpPr/>
              <p:nvPr/>
            </p:nvSpPr>
            <p:spPr>
              <a:xfrm>
                <a:off x="400612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3" name="椭圆 9252">
                <a:extLst>
                  <a:ext uri="{FF2B5EF4-FFF2-40B4-BE49-F238E27FC236}">
                    <a16:creationId xmlns:a16="http://schemas.microsoft.com/office/drawing/2014/main" id="{0E80E0DB-22E2-41E8-9FC6-CFDEAA13C0CD}"/>
                  </a:ext>
                </a:extLst>
              </p:cNvPr>
              <p:cNvSpPr/>
              <p:nvPr/>
            </p:nvSpPr>
            <p:spPr>
              <a:xfrm>
                <a:off x="41193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4" name="椭圆 9253">
                <a:extLst>
                  <a:ext uri="{FF2B5EF4-FFF2-40B4-BE49-F238E27FC236}">
                    <a16:creationId xmlns:a16="http://schemas.microsoft.com/office/drawing/2014/main" id="{0BC5F376-1FB1-4ACC-A19C-66C10FF0039B}"/>
                  </a:ext>
                </a:extLst>
              </p:cNvPr>
              <p:cNvSpPr/>
              <p:nvPr/>
            </p:nvSpPr>
            <p:spPr>
              <a:xfrm>
                <a:off x="4071638"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5" name="椭圆 9254">
                <a:extLst>
                  <a:ext uri="{FF2B5EF4-FFF2-40B4-BE49-F238E27FC236}">
                    <a16:creationId xmlns:a16="http://schemas.microsoft.com/office/drawing/2014/main" id="{813E897F-8BA3-4658-8F15-EDA7EC801AE4}"/>
                  </a:ext>
                </a:extLst>
              </p:cNvPr>
              <p:cNvSpPr/>
              <p:nvPr/>
            </p:nvSpPr>
            <p:spPr>
              <a:xfrm>
                <a:off x="40304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6" name="椭圆 9255">
                <a:extLst>
                  <a:ext uri="{FF2B5EF4-FFF2-40B4-BE49-F238E27FC236}">
                    <a16:creationId xmlns:a16="http://schemas.microsoft.com/office/drawing/2014/main" id="{8F11EC15-5515-4CFD-BE0F-34DE46506D1B}"/>
                  </a:ext>
                </a:extLst>
              </p:cNvPr>
              <p:cNvSpPr/>
              <p:nvPr/>
            </p:nvSpPr>
            <p:spPr>
              <a:xfrm>
                <a:off x="40892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7" name="椭圆 9256">
                <a:extLst>
                  <a:ext uri="{FF2B5EF4-FFF2-40B4-BE49-F238E27FC236}">
                    <a16:creationId xmlns:a16="http://schemas.microsoft.com/office/drawing/2014/main" id="{E23C73ED-02BF-40B3-AC70-E7CDB45DED95}"/>
                  </a:ext>
                </a:extLst>
              </p:cNvPr>
              <p:cNvSpPr/>
              <p:nvPr/>
            </p:nvSpPr>
            <p:spPr>
              <a:xfrm>
                <a:off x="404513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8" name="椭圆 9257">
                <a:extLst>
                  <a:ext uri="{FF2B5EF4-FFF2-40B4-BE49-F238E27FC236}">
                    <a16:creationId xmlns:a16="http://schemas.microsoft.com/office/drawing/2014/main" id="{2BB17D37-A7F3-4C18-B21B-A6DD46774C0B}"/>
                  </a:ext>
                </a:extLst>
              </p:cNvPr>
              <p:cNvSpPr/>
              <p:nvPr/>
            </p:nvSpPr>
            <p:spPr>
              <a:xfrm>
                <a:off x="398545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9" name="椭圆 9258">
                <a:extLst>
                  <a:ext uri="{FF2B5EF4-FFF2-40B4-BE49-F238E27FC236}">
                    <a16:creationId xmlns:a16="http://schemas.microsoft.com/office/drawing/2014/main" id="{420E2737-FB51-446F-877D-53B8E53C8741}"/>
                  </a:ext>
                </a:extLst>
              </p:cNvPr>
              <p:cNvSpPr/>
              <p:nvPr/>
            </p:nvSpPr>
            <p:spPr>
              <a:xfrm>
                <a:off x="40221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0" name="椭圆 9259">
                <a:extLst>
                  <a:ext uri="{FF2B5EF4-FFF2-40B4-BE49-F238E27FC236}">
                    <a16:creationId xmlns:a16="http://schemas.microsoft.com/office/drawing/2014/main" id="{8DC72F3C-D5DA-41CD-9FC3-29D568E19D43}"/>
                  </a:ext>
                </a:extLst>
              </p:cNvPr>
              <p:cNvSpPr/>
              <p:nvPr/>
            </p:nvSpPr>
            <p:spPr>
              <a:xfrm>
                <a:off x="39468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1" name="椭圆 9260">
                <a:extLst>
                  <a:ext uri="{FF2B5EF4-FFF2-40B4-BE49-F238E27FC236}">
                    <a16:creationId xmlns:a16="http://schemas.microsoft.com/office/drawing/2014/main" id="{AC9E89BC-2529-4188-A149-79DA59744D35}"/>
                  </a:ext>
                </a:extLst>
              </p:cNvPr>
              <p:cNvSpPr/>
              <p:nvPr/>
            </p:nvSpPr>
            <p:spPr>
              <a:xfrm>
                <a:off x="4178739"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2" name="椭圆 9261">
                <a:extLst>
                  <a:ext uri="{FF2B5EF4-FFF2-40B4-BE49-F238E27FC236}">
                    <a16:creationId xmlns:a16="http://schemas.microsoft.com/office/drawing/2014/main" id="{9B5BAE4B-B134-4F24-9E63-A161EEA8EA0D}"/>
                  </a:ext>
                </a:extLst>
              </p:cNvPr>
              <p:cNvSpPr/>
              <p:nvPr/>
            </p:nvSpPr>
            <p:spPr>
              <a:xfrm>
                <a:off x="402381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3" name="椭圆 9262">
                <a:extLst>
                  <a:ext uri="{FF2B5EF4-FFF2-40B4-BE49-F238E27FC236}">
                    <a16:creationId xmlns:a16="http://schemas.microsoft.com/office/drawing/2014/main" id="{13319FEA-CD4D-4407-8074-93A7C51B02FA}"/>
                  </a:ext>
                </a:extLst>
              </p:cNvPr>
              <p:cNvSpPr/>
              <p:nvPr/>
            </p:nvSpPr>
            <p:spPr>
              <a:xfrm>
                <a:off x="4088962"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4" name="椭圆 9263">
                <a:extLst>
                  <a:ext uri="{FF2B5EF4-FFF2-40B4-BE49-F238E27FC236}">
                    <a16:creationId xmlns:a16="http://schemas.microsoft.com/office/drawing/2014/main" id="{F0AF33DA-F5A9-4783-BF92-E61A6070C0B2}"/>
                  </a:ext>
                </a:extLst>
              </p:cNvPr>
              <p:cNvSpPr/>
              <p:nvPr/>
            </p:nvSpPr>
            <p:spPr>
              <a:xfrm>
                <a:off x="40271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5" name="椭圆 9264">
                <a:extLst>
                  <a:ext uri="{FF2B5EF4-FFF2-40B4-BE49-F238E27FC236}">
                    <a16:creationId xmlns:a16="http://schemas.microsoft.com/office/drawing/2014/main" id="{3E47A3B8-5EC1-4C6B-AF09-146FABC62F6E}"/>
                  </a:ext>
                </a:extLst>
              </p:cNvPr>
              <p:cNvSpPr/>
              <p:nvPr/>
            </p:nvSpPr>
            <p:spPr>
              <a:xfrm>
                <a:off x="407479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6" name="椭圆 9265">
                <a:extLst>
                  <a:ext uri="{FF2B5EF4-FFF2-40B4-BE49-F238E27FC236}">
                    <a16:creationId xmlns:a16="http://schemas.microsoft.com/office/drawing/2014/main" id="{64E0859A-7725-41DE-B6FC-C8712DFF4884}"/>
                  </a:ext>
                </a:extLst>
              </p:cNvPr>
              <p:cNvSpPr/>
              <p:nvPr/>
            </p:nvSpPr>
            <p:spPr>
              <a:xfrm>
                <a:off x="401533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7" name="椭圆 9266">
                <a:extLst>
                  <a:ext uri="{FF2B5EF4-FFF2-40B4-BE49-F238E27FC236}">
                    <a16:creationId xmlns:a16="http://schemas.microsoft.com/office/drawing/2014/main" id="{77B663D6-4C26-4621-82F7-7833ADB460FE}"/>
                  </a:ext>
                </a:extLst>
              </p:cNvPr>
              <p:cNvSpPr/>
              <p:nvPr/>
            </p:nvSpPr>
            <p:spPr>
              <a:xfrm>
                <a:off x="407769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8" name="椭圆 9267">
                <a:extLst>
                  <a:ext uri="{FF2B5EF4-FFF2-40B4-BE49-F238E27FC236}">
                    <a16:creationId xmlns:a16="http://schemas.microsoft.com/office/drawing/2014/main" id="{7E590459-CAF8-4CE8-8FB5-599E674B3F16}"/>
                  </a:ext>
                </a:extLst>
              </p:cNvPr>
              <p:cNvSpPr/>
              <p:nvPr/>
            </p:nvSpPr>
            <p:spPr>
              <a:xfrm>
                <a:off x="409509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9" name="椭圆 9268">
                <a:extLst>
                  <a:ext uri="{FF2B5EF4-FFF2-40B4-BE49-F238E27FC236}">
                    <a16:creationId xmlns:a16="http://schemas.microsoft.com/office/drawing/2014/main" id="{F56A85E3-0C2A-4249-9AD7-65BC4F9184FB}"/>
                  </a:ext>
                </a:extLst>
              </p:cNvPr>
              <p:cNvSpPr/>
              <p:nvPr/>
            </p:nvSpPr>
            <p:spPr>
              <a:xfrm>
                <a:off x="39996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0" name="椭圆 9269">
                <a:extLst>
                  <a:ext uri="{FF2B5EF4-FFF2-40B4-BE49-F238E27FC236}">
                    <a16:creationId xmlns:a16="http://schemas.microsoft.com/office/drawing/2014/main" id="{B1100B5E-3FF6-4CD9-A613-A2BA0D07E5E4}"/>
                  </a:ext>
                </a:extLst>
              </p:cNvPr>
              <p:cNvSpPr/>
              <p:nvPr/>
            </p:nvSpPr>
            <p:spPr>
              <a:xfrm>
                <a:off x="407149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1" name="椭圆 9270">
                <a:extLst>
                  <a:ext uri="{FF2B5EF4-FFF2-40B4-BE49-F238E27FC236}">
                    <a16:creationId xmlns:a16="http://schemas.microsoft.com/office/drawing/2014/main" id="{B5FBF26F-CAB3-4D14-8672-1FF10B410E8B}"/>
                  </a:ext>
                </a:extLst>
              </p:cNvPr>
              <p:cNvSpPr/>
              <p:nvPr/>
            </p:nvSpPr>
            <p:spPr>
              <a:xfrm>
                <a:off x="399507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2" name="椭圆 9271">
                <a:extLst>
                  <a:ext uri="{FF2B5EF4-FFF2-40B4-BE49-F238E27FC236}">
                    <a16:creationId xmlns:a16="http://schemas.microsoft.com/office/drawing/2014/main" id="{0E94E448-7B93-47E7-8480-30EEB4EFC719}"/>
                  </a:ext>
                </a:extLst>
              </p:cNvPr>
              <p:cNvSpPr/>
              <p:nvPr/>
            </p:nvSpPr>
            <p:spPr>
              <a:xfrm>
                <a:off x="4014123"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3" name="椭圆 9272">
                <a:extLst>
                  <a:ext uri="{FF2B5EF4-FFF2-40B4-BE49-F238E27FC236}">
                    <a16:creationId xmlns:a16="http://schemas.microsoft.com/office/drawing/2014/main" id="{E9394D82-9B6C-47AF-A51F-82934830F0F7}"/>
                  </a:ext>
                </a:extLst>
              </p:cNvPr>
              <p:cNvSpPr/>
              <p:nvPr/>
            </p:nvSpPr>
            <p:spPr>
              <a:xfrm>
                <a:off x="399995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4" name="椭圆 9273">
                <a:extLst>
                  <a:ext uri="{FF2B5EF4-FFF2-40B4-BE49-F238E27FC236}">
                    <a16:creationId xmlns:a16="http://schemas.microsoft.com/office/drawing/2014/main" id="{4342B042-2336-4619-A24B-1C4204584C40}"/>
                  </a:ext>
                </a:extLst>
              </p:cNvPr>
              <p:cNvSpPr/>
              <p:nvPr/>
            </p:nvSpPr>
            <p:spPr>
              <a:xfrm>
                <a:off x="401863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5" name="椭圆 9274">
                <a:extLst>
                  <a:ext uri="{FF2B5EF4-FFF2-40B4-BE49-F238E27FC236}">
                    <a16:creationId xmlns:a16="http://schemas.microsoft.com/office/drawing/2014/main" id="{2E32F812-376F-49E2-9BDB-98A54F871380}"/>
                  </a:ext>
                </a:extLst>
              </p:cNvPr>
              <p:cNvSpPr/>
              <p:nvPr/>
            </p:nvSpPr>
            <p:spPr>
              <a:xfrm>
                <a:off x="40344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6" name="椭圆 9275">
                <a:extLst>
                  <a:ext uri="{FF2B5EF4-FFF2-40B4-BE49-F238E27FC236}">
                    <a16:creationId xmlns:a16="http://schemas.microsoft.com/office/drawing/2014/main" id="{C1C97810-E83A-4E6F-B21C-B5B130C0AC9E}"/>
                  </a:ext>
                </a:extLst>
              </p:cNvPr>
              <p:cNvSpPr/>
              <p:nvPr/>
            </p:nvSpPr>
            <p:spPr>
              <a:xfrm>
                <a:off x="398424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7" name="椭圆 9276">
                <a:extLst>
                  <a:ext uri="{FF2B5EF4-FFF2-40B4-BE49-F238E27FC236}">
                    <a16:creationId xmlns:a16="http://schemas.microsoft.com/office/drawing/2014/main" id="{28640B80-9FB8-4D46-ABE3-5B64B638FB1F}"/>
                  </a:ext>
                </a:extLst>
              </p:cNvPr>
              <p:cNvSpPr/>
              <p:nvPr/>
            </p:nvSpPr>
            <p:spPr>
              <a:xfrm>
                <a:off x="39380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8" name="椭圆 9277">
                <a:extLst>
                  <a:ext uri="{FF2B5EF4-FFF2-40B4-BE49-F238E27FC236}">
                    <a16:creationId xmlns:a16="http://schemas.microsoft.com/office/drawing/2014/main" id="{D0F7B7F6-352D-48EB-8B85-220DA840AAE1}"/>
                  </a:ext>
                </a:extLst>
              </p:cNvPr>
              <p:cNvSpPr/>
              <p:nvPr/>
            </p:nvSpPr>
            <p:spPr>
              <a:xfrm>
                <a:off x="39725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9" name="椭圆 9278">
                <a:extLst>
                  <a:ext uri="{FF2B5EF4-FFF2-40B4-BE49-F238E27FC236}">
                    <a16:creationId xmlns:a16="http://schemas.microsoft.com/office/drawing/2014/main" id="{DDBD7CF9-C9C8-4427-B746-7EF138F4DC4B}"/>
                  </a:ext>
                </a:extLst>
              </p:cNvPr>
              <p:cNvSpPr/>
              <p:nvPr/>
            </p:nvSpPr>
            <p:spPr>
              <a:xfrm>
                <a:off x="4015774" y="30379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0" name="椭圆 9279">
                <a:extLst>
                  <a:ext uri="{FF2B5EF4-FFF2-40B4-BE49-F238E27FC236}">
                    <a16:creationId xmlns:a16="http://schemas.microsoft.com/office/drawing/2014/main" id="{97F18B07-870D-4F1C-BA31-0825F5D0A755}"/>
                  </a:ext>
                </a:extLst>
              </p:cNvPr>
              <p:cNvSpPr/>
              <p:nvPr/>
            </p:nvSpPr>
            <p:spPr>
              <a:xfrm>
                <a:off x="4000799"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1" name="椭圆 9280">
                <a:extLst>
                  <a:ext uri="{FF2B5EF4-FFF2-40B4-BE49-F238E27FC236}">
                    <a16:creationId xmlns:a16="http://schemas.microsoft.com/office/drawing/2014/main" id="{FB959D3A-4238-4EF7-BBE2-32FA1C34BD38}"/>
                  </a:ext>
                </a:extLst>
              </p:cNvPr>
              <p:cNvSpPr/>
              <p:nvPr/>
            </p:nvSpPr>
            <p:spPr>
              <a:xfrm>
                <a:off x="4000763"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2" name="椭圆 9281">
                <a:extLst>
                  <a:ext uri="{FF2B5EF4-FFF2-40B4-BE49-F238E27FC236}">
                    <a16:creationId xmlns:a16="http://schemas.microsoft.com/office/drawing/2014/main" id="{437FF576-8C93-44CA-9848-65D6457F7E0D}"/>
                  </a:ext>
                </a:extLst>
              </p:cNvPr>
              <p:cNvSpPr/>
              <p:nvPr/>
            </p:nvSpPr>
            <p:spPr>
              <a:xfrm>
                <a:off x="4153303" y="267444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3" name="椭圆 9282">
                <a:extLst>
                  <a:ext uri="{FF2B5EF4-FFF2-40B4-BE49-F238E27FC236}">
                    <a16:creationId xmlns:a16="http://schemas.microsoft.com/office/drawing/2014/main" id="{E4680906-3EE1-4A74-83ED-5855CE988F24}"/>
                  </a:ext>
                </a:extLst>
              </p:cNvPr>
              <p:cNvSpPr/>
              <p:nvPr/>
            </p:nvSpPr>
            <p:spPr>
              <a:xfrm>
                <a:off x="4165196" y="2947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4" name="椭圆 9283">
                <a:extLst>
                  <a:ext uri="{FF2B5EF4-FFF2-40B4-BE49-F238E27FC236}">
                    <a16:creationId xmlns:a16="http://schemas.microsoft.com/office/drawing/2014/main" id="{882F2859-5799-4F40-841E-D249290CFA88}"/>
                  </a:ext>
                </a:extLst>
              </p:cNvPr>
              <p:cNvSpPr/>
              <p:nvPr/>
            </p:nvSpPr>
            <p:spPr>
              <a:xfrm>
                <a:off x="399995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5" name="椭圆 9284">
                <a:extLst>
                  <a:ext uri="{FF2B5EF4-FFF2-40B4-BE49-F238E27FC236}">
                    <a16:creationId xmlns:a16="http://schemas.microsoft.com/office/drawing/2014/main" id="{3EFCD7EB-4359-4182-8613-B6C16BB545CE}"/>
                  </a:ext>
                </a:extLst>
              </p:cNvPr>
              <p:cNvSpPr/>
              <p:nvPr/>
            </p:nvSpPr>
            <p:spPr>
              <a:xfrm>
                <a:off x="400259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6" name="椭圆 9285">
                <a:extLst>
                  <a:ext uri="{FF2B5EF4-FFF2-40B4-BE49-F238E27FC236}">
                    <a16:creationId xmlns:a16="http://schemas.microsoft.com/office/drawing/2014/main" id="{81ED87EF-D73E-4889-915A-CEF45EE53682}"/>
                  </a:ext>
                </a:extLst>
              </p:cNvPr>
              <p:cNvSpPr/>
              <p:nvPr/>
            </p:nvSpPr>
            <p:spPr>
              <a:xfrm>
                <a:off x="408125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7" name="椭圆 9286">
                <a:extLst>
                  <a:ext uri="{FF2B5EF4-FFF2-40B4-BE49-F238E27FC236}">
                    <a16:creationId xmlns:a16="http://schemas.microsoft.com/office/drawing/2014/main" id="{C31D16CC-03FA-4755-B521-C91DC1179C55}"/>
                  </a:ext>
                </a:extLst>
              </p:cNvPr>
              <p:cNvSpPr/>
              <p:nvPr/>
            </p:nvSpPr>
            <p:spPr>
              <a:xfrm>
                <a:off x="4089806" y="2962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8" name="椭圆 9287">
                <a:extLst>
                  <a:ext uri="{FF2B5EF4-FFF2-40B4-BE49-F238E27FC236}">
                    <a16:creationId xmlns:a16="http://schemas.microsoft.com/office/drawing/2014/main" id="{1665C434-06FF-41E2-AC37-50660887E9A9}"/>
                  </a:ext>
                </a:extLst>
              </p:cNvPr>
              <p:cNvSpPr/>
              <p:nvPr/>
            </p:nvSpPr>
            <p:spPr>
              <a:xfrm>
                <a:off x="404840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9" name="椭圆 9288">
                <a:extLst>
                  <a:ext uri="{FF2B5EF4-FFF2-40B4-BE49-F238E27FC236}">
                    <a16:creationId xmlns:a16="http://schemas.microsoft.com/office/drawing/2014/main" id="{5968E98B-BC44-44D9-8F4A-3E3DA439A719}"/>
                  </a:ext>
                </a:extLst>
              </p:cNvPr>
              <p:cNvSpPr/>
              <p:nvPr/>
            </p:nvSpPr>
            <p:spPr>
              <a:xfrm>
                <a:off x="40656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0" name="椭圆 9289">
                <a:extLst>
                  <a:ext uri="{FF2B5EF4-FFF2-40B4-BE49-F238E27FC236}">
                    <a16:creationId xmlns:a16="http://schemas.microsoft.com/office/drawing/2014/main" id="{24F3AF65-BD27-492B-AC5B-AB4183252D0A}"/>
                  </a:ext>
                </a:extLst>
              </p:cNvPr>
              <p:cNvSpPr/>
              <p:nvPr/>
            </p:nvSpPr>
            <p:spPr>
              <a:xfrm>
                <a:off x="4072555"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1" name="椭圆 9290">
                <a:extLst>
                  <a:ext uri="{FF2B5EF4-FFF2-40B4-BE49-F238E27FC236}">
                    <a16:creationId xmlns:a16="http://schemas.microsoft.com/office/drawing/2014/main" id="{1C00482B-E861-4266-8769-2E169D5B52FC}"/>
                  </a:ext>
                </a:extLst>
              </p:cNvPr>
              <p:cNvSpPr/>
              <p:nvPr/>
            </p:nvSpPr>
            <p:spPr>
              <a:xfrm>
                <a:off x="38216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2" name="椭圆 9291">
                <a:extLst>
                  <a:ext uri="{FF2B5EF4-FFF2-40B4-BE49-F238E27FC236}">
                    <a16:creationId xmlns:a16="http://schemas.microsoft.com/office/drawing/2014/main" id="{30CB04BB-52D7-4753-8BCC-64CE9DB313A1}"/>
                  </a:ext>
                </a:extLst>
              </p:cNvPr>
              <p:cNvSpPr/>
              <p:nvPr/>
            </p:nvSpPr>
            <p:spPr>
              <a:xfrm>
                <a:off x="3912784" y="28735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3" name="椭圆 9292">
                <a:extLst>
                  <a:ext uri="{FF2B5EF4-FFF2-40B4-BE49-F238E27FC236}">
                    <a16:creationId xmlns:a16="http://schemas.microsoft.com/office/drawing/2014/main" id="{AD8B6C55-AB40-4A8C-A0F3-EEC9F235E0B8}"/>
                  </a:ext>
                </a:extLst>
              </p:cNvPr>
              <p:cNvSpPr/>
              <p:nvPr/>
            </p:nvSpPr>
            <p:spPr>
              <a:xfrm>
                <a:off x="3971253"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4" name="椭圆 9293">
                <a:extLst>
                  <a:ext uri="{FF2B5EF4-FFF2-40B4-BE49-F238E27FC236}">
                    <a16:creationId xmlns:a16="http://schemas.microsoft.com/office/drawing/2014/main" id="{4819C0A4-3390-49AF-97FE-448ABB817DC4}"/>
                  </a:ext>
                </a:extLst>
              </p:cNvPr>
              <p:cNvSpPr/>
              <p:nvPr/>
            </p:nvSpPr>
            <p:spPr>
              <a:xfrm>
                <a:off x="401537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5" name="椭圆 9294">
                <a:extLst>
                  <a:ext uri="{FF2B5EF4-FFF2-40B4-BE49-F238E27FC236}">
                    <a16:creationId xmlns:a16="http://schemas.microsoft.com/office/drawing/2014/main" id="{3E08B583-DA13-47E7-BD47-2A25A2DFEED2}"/>
                  </a:ext>
                </a:extLst>
              </p:cNvPr>
              <p:cNvSpPr/>
              <p:nvPr/>
            </p:nvSpPr>
            <p:spPr>
              <a:xfrm>
                <a:off x="41192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6" name="椭圆 9295">
                <a:extLst>
                  <a:ext uri="{FF2B5EF4-FFF2-40B4-BE49-F238E27FC236}">
                    <a16:creationId xmlns:a16="http://schemas.microsoft.com/office/drawing/2014/main" id="{C9B075E6-3518-42CF-97C6-DFEDA31F0259}"/>
                  </a:ext>
                </a:extLst>
              </p:cNvPr>
              <p:cNvSpPr/>
              <p:nvPr/>
            </p:nvSpPr>
            <p:spPr>
              <a:xfrm>
                <a:off x="404752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7" name="椭圆 9296">
                <a:extLst>
                  <a:ext uri="{FF2B5EF4-FFF2-40B4-BE49-F238E27FC236}">
                    <a16:creationId xmlns:a16="http://schemas.microsoft.com/office/drawing/2014/main" id="{7D8F4074-7AED-471D-87A6-8C4C4B876D0F}"/>
                  </a:ext>
                </a:extLst>
              </p:cNvPr>
              <p:cNvSpPr/>
              <p:nvPr/>
            </p:nvSpPr>
            <p:spPr>
              <a:xfrm>
                <a:off x="394754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8" name="椭圆 9297">
                <a:extLst>
                  <a:ext uri="{FF2B5EF4-FFF2-40B4-BE49-F238E27FC236}">
                    <a16:creationId xmlns:a16="http://schemas.microsoft.com/office/drawing/2014/main" id="{775EF5A5-5850-4A85-8067-FC83589309F1}"/>
                  </a:ext>
                </a:extLst>
              </p:cNvPr>
              <p:cNvSpPr/>
              <p:nvPr/>
            </p:nvSpPr>
            <p:spPr>
              <a:xfrm>
                <a:off x="4098945"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9" name="椭圆 9298">
                <a:extLst>
                  <a:ext uri="{FF2B5EF4-FFF2-40B4-BE49-F238E27FC236}">
                    <a16:creationId xmlns:a16="http://schemas.microsoft.com/office/drawing/2014/main" id="{3B656E91-5B20-41EC-B134-EE817B6CED0C}"/>
                  </a:ext>
                </a:extLst>
              </p:cNvPr>
              <p:cNvSpPr/>
              <p:nvPr/>
            </p:nvSpPr>
            <p:spPr>
              <a:xfrm>
                <a:off x="403038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0" name="椭圆 9299">
                <a:extLst>
                  <a:ext uri="{FF2B5EF4-FFF2-40B4-BE49-F238E27FC236}">
                    <a16:creationId xmlns:a16="http://schemas.microsoft.com/office/drawing/2014/main" id="{B1C9FD88-31D6-4B29-AA67-6ABE0162C642}"/>
                  </a:ext>
                </a:extLst>
              </p:cNvPr>
              <p:cNvSpPr/>
              <p:nvPr/>
            </p:nvSpPr>
            <p:spPr>
              <a:xfrm>
                <a:off x="40809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1" name="椭圆 9300">
                <a:extLst>
                  <a:ext uri="{FF2B5EF4-FFF2-40B4-BE49-F238E27FC236}">
                    <a16:creationId xmlns:a16="http://schemas.microsoft.com/office/drawing/2014/main" id="{D9550D1F-31A9-4751-AC29-EC47D7AABE20}"/>
                  </a:ext>
                </a:extLst>
              </p:cNvPr>
              <p:cNvSpPr/>
              <p:nvPr/>
            </p:nvSpPr>
            <p:spPr>
              <a:xfrm>
                <a:off x="4035741"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2" name="椭圆 9301">
                <a:extLst>
                  <a:ext uri="{FF2B5EF4-FFF2-40B4-BE49-F238E27FC236}">
                    <a16:creationId xmlns:a16="http://schemas.microsoft.com/office/drawing/2014/main" id="{8A2159B6-1D97-4DAC-979E-394D4135ABF2}"/>
                  </a:ext>
                </a:extLst>
              </p:cNvPr>
              <p:cNvSpPr/>
              <p:nvPr/>
            </p:nvSpPr>
            <p:spPr>
              <a:xfrm>
                <a:off x="416963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3" name="椭圆 9302">
                <a:extLst>
                  <a:ext uri="{FF2B5EF4-FFF2-40B4-BE49-F238E27FC236}">
                    <a16:creationId xmlns:a16="http://schemas.microsoft.com/office/drawing/2014/main" id="{C86C5A05-442F-4880-8F70-92ED5A3903F9}"/>
                  </a:ext>
                </a:extLst>
              </p:cNvPr>
              <p:cNvSpPr/>
              <p:nvPr/>
            </p:nvSpPr>
            <p:spPr>
              <a:xfrm>
                <a:off x="403397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4" name="椭圆 9303">
                <a:extLst>
                  <a:ext uri="{FF2B5EF4-FFF2-40B4-BE49-F238E27FC236}">
                    <a16:creationId xmlns:a16="http://schemas.microsoft.com/office/drawing/2014/main" id="{FE65CB30-5044-45F6-8ED9-5EC3B93A1984}"/>
                  </a:ext>
                </a:extLst>
              </p:cNvPr>
              <p:cNvSpPr/>
              <p:nvPr/>
            </p:nvSpPr>
            <p:spPr>
              <a:xfrm>
                <a:off x="39589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5" name="椭圆 9304">
                <a:extLst>
                  <a:ext uri="{FF2B5EF4-FFF2-40B4-BE49-F238E27FC236}">
                    <a16:creationId xmlns:a16="http://schemas.microsoft.com/office/drawing/2014/main" id="{7BA6E22E-0CF8-4825-AA90-EB3237B35D56}"/>
                  </a:ext>
                </a:extLst>
              </p:cNvPr>
              <p:cNvSpPr/>
              <p:nvPr/>
            </p:nvSpPr>
            <p:spPr>
              <a:xfrm>
                <a:off x="3912160"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6" name="椭圆 9305">
                <a:extLst>
                  <a:ext uri="{FF2B5EF4-FFF2-40B4-BE49-F238E27FC236}">
                    <a16:creationId xmlns:a16="http://schemas.microsoft.com/office/drawing/2014/main" id="{639720FF-1D8E-4D1F-9389-308CC2447FBB}"/>
                  </a:ext>
                </a:extLst>
              </p:cNvPr>
              <p:cNvSpPr/>
              <p:nvPr/>
            </p:nvSpPr>
            <p:spPr>
              <a:xfrm>
                <a:off x="3963985" y="3018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7" name="椭圆 9306">
                <a:extLst>
                  <a:ext uri="{FF2B5EF4-FFF2-40B4-BE49-F238E27FC236}">
                    <a16:creationId xmlns:a16="http://schemas.microsoft.com/office/drawing/2014/main" id="{E09B9346-6F75-4DC0-A7F9-31FA5E9A29CD}"/>
                  </a:ext>
                </a:extLst>
              </p:cNvPr>
              <p:cNvSpPr/>
              <p:nvPr/>
            </p:nvSpPr>
            <p:spPr>
              <a:xfrm>
                <a:off x="40932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8" name="椭圆 9307">
                <a:extLst>
                  <a:ext uri="{FF2B5EF4-FFF2-40B4-BE49-F238E27FC236}">
                    <a16:creationId xmlns:a16="http://schemas.microsoft.com/office/drawing/2014/main" id="{441D9CD3-193F-4C76-8A79-B48BCA154B6C}"/>
                  </a:ext>
                </a:extLst>
              </p:cNvPr>
              <p:cNvSpPr/>
              <p:nvPr/>
            </p:nvSpPr>
            <p:spPr>
              <a:xfrm>
                <a:off x="4008874"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9" name="椭圆 9308">
                <a:extLst>
                  <a:ext uri="{FF2B5EF4-FFF2-40B4-BE49-F238E27FC236}">
                    <a16:creationId xmlns:a16="http://schemas.microsoft.com/office/drawing/2014/main" id="{F05CF9F2-3123-43DB-87B1-FB25A3BA0E3F}"/>
                  </a:ext>
                </a:extLst>
              </p:cNvPr>
              <p:cNvSpPr/>
              <p:nvPr/>
            </p:nvSpPr>
            <p:spPr>
              <a:xfrm>
                <a:off x="4033649" y="3043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0" name="椭圆 9309">
                <a:extLst>
                  <a:ext uri="{FF2B5EF4-FFF2-40B4-BE49-F238E27FC236}">
                    <a16:creationId xmlns:a16="http://schemas.microsoft.com/office/drawing/2014/main" id="{0B56F5EA-3AEB-42D5-A5E6-A2939F7C676D}"/>
                  </a:ext>
                </a:extLst>
              </p:cNvPr>
              <p:cNvSpPr/>
              <p:nvPr/>
            </p:nvSpPr>
            <p:spPr>
              <a:xfrm>
                <a:off x="3937779" y="28951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1" name="椭圆 9310">
                <a:extLst>
                  <a:ext uri="{FF2B5EF4-FFF2-40B4-BE49-F238E27FC236}">
                    <a16:creationId xmlns:a16="http://schemas.microsoft.com/office/drawing/2014/main" id="{C4DCCABF-5454-4A43-991F-AB7E4EB50FF8}"/>
                  </a:ext>
                </a:extLst>
              </p:cNvPr>
              <p:cNvSpPr/>
              <p:nvPr/>
            </p:nvSpPr>
            <p:spPr>
              <a:xfrm>
                <a:off x="4011700"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2" name="椭圆 9311">
                <a:extLst>
                  <a:ext uri="{FF2B5EF4-FFF2-40B4-BE49-F238E27FC236}">
                    <a16:creationId xmlns:a16="http://schemas.microsoft.com/office/drawing/2014/main" id="{2EADC08F-456F-4F61-B2F5-4BEB4538CF59}"/>
                  </a:ext>
                </a:extLst>
              </p:cNvPr>
              <p:cNvSpPr/>
              <p:nvPr/>
            </p:nvSpPr>
            <p:spPr>
              <a:xfrm>
                <a:off x="4008213" y="30067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3" name="椭圆 9312">
                <a:extLst>
                  <a:ext uri="{FF2B5EF4-FFF2-40B4-BE49-F238E27FC236}">
                    <a16:creationId xmlns:a16="http://schemas.microsoft.com/office/drawing/2014/main" id="{AACF954A-FAA9-4844-8B6A-CA577192419F}"/>
                  </a:ext>
                </a:extLst>
              </p:cNvPr>
              <p:cNvSpPr/>
              <p:nvPr/>
            </p:nvSpPr>
            <p:spPr>
              <a:xfrm>
                <a:off x="4055561"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4" name="椭圆 9313">
                <a:extLst>
                  <a:ext uri="{FF2B5EF4-FFF2-40B4-BE49-F238E27FC236}">
                    <a16:creationId xmlns:a16="http://schemas.microsoft.com/office/drawing/2014/main" id="{A049749E-9091-4FC4-9837-F0BFB4F774DC}"/>
                  </a:ext>
                </a:extLst>
              </p:cNvPr>
              <p:cNvSpPr/>
              <p:nvPr/>
            </p:nvSpPr>
            <p:spPr>
              <a:xfrm>
                <a:off x="397202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5" name="椭圆 9314">
                <a:extLst>
                  <a:ext uri="{FF2B5EF4-FFF2-40B4-BE49-F238E27FC236}">
                    <a16:creationId xmlns:a16="http://schemas.microsoft.com/office/drawing/2014/main" id="{60FCE738-CCD6-464E-B8DC-012016E1D47A}"/>
                  </a:ext>
                </a:extLst>
              </p:cNvPr>
              <p:cNvSpPr/>
              <p:nvPr/>
            </p:nvSpPr>
            <p:spPr>
              <a:xfrm>
                <a:off x="406275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6" name="椭圆 9315">
                <a:extLst>
                  <a:ext uri="{FF2B5EF4-FFF2-40B4-BE49-F238E27FC236}">
                    <a16:creationId xmlns:a16="http://schemas.microsoft.com/office/drawing/2014/main" id="{E81AF286-6DBF-4659-BBBC-9F60F8790C6B}"/>
                  </a:ext>
                </a:extLst>
              </p:cNvPr>
              <p:cNvSpPr/>
              <p:nvPr/>
            </p:nvSpPr>
            <p:spPr>
              <a:xfrm>
                <a:off x="3825062" y="2884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7" name="椭圆 9316">
                <a:extLst>
                  <a:ext uri="{FF2B5EF4-FFF2-40B4-BE49-F238E27FC236}">
                    <a16:creationId xmlns:a16="http://schemas.microsoft.com/office/drawing/2014/main" id="{E9D9733F-A46D-4081-AD11-082CE90536AC}"/>
                  </a:ext>
                </a:extLst>
              </p:cNvPr>
              <p:cNvSpPr/>
              <p:nvPr/>
            </p:nvSpPr>
            <p:spPr>
              <a:xfrm>
                <a:off x="3966224"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8" name="椭圆 9317">
                <a:extLst>
                  <a:ext uri="{FF2B5EF4-FFF2-40B4-BE49-F238E27FC236}">
                    <a16:creationId xmlns:a16="http://schemas.microsoft.com/office/drawing/2014/main" id="{264200BA-490C-41ED-B203-DCBBEACDF21F}"/>
                  </a:ext>
                </a:extLst>
              </p:cNvPr>
              <p:cNvSpPr/>
              <p:nvPr/>
            </p:nvSpPr>
            <p:spPr>
              <a:xfrm>
                <a:off x="3844294"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9" name="椭圆 9318">
                <a:extLst>
                  <a:ext uri="{FF2B5EF4-FFF2-40B4-BE49-F238E27FC236}">
                    <a16:creationId xmlns:a16="http://schemas.microsoft.com/office/drawing/2014/main" id="{0EEBF854-E3C7-43A6-9ACE-71029CA65C72}"/>
                  </a:ext>
                </a:extLst>
              </p:cNvPr>
              <p:cNvSpPr/>
              <p:nvPr/>
            </p:nvSpPr>
            <p:spPr>
              <a:xfrm>
                <a:off x="4086136" y="3026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0" name="椭圆 9319">
                <a:extLst>
                  <a:ext uri="{FF2B5EF4-FFF2-40B4-BE49-F238E27FC236}">
                    <a16:creationId xmlns:a16="http://schemas.microsoft.com/office/drawing/2014/main" id="{C320D396-E506-4147-9236-BEC553D6F224}"/>
                  </a:ext>
                </a:extLst>
              </p:cNvPr>
              <p:cNvSpPr/>
              <p:nvPr/>
            </p:nvSpPr>
            <p:spPr>
              <a:xfrm>
                <a:off x="3960755"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1" name="椭圆 9320">
                <a:extLst>
                  <a:ext uri="{FF2B5EF4-FFF2-40B4-BE49-F238E27FC236}">
                    <a16:creationId xmlns:a16="http://schemas.microsoft.com/office/drawing/2014/main" id="{2722A4A7-F686-491C-8BE0-58ED5743B1CE}"/>
                  </a:ext>
                </a:extLst>
              </p:cNvPr>
              <p:cNvSpPr/>
              <p:nvPr/>
            </p:nvSpPr>
            <p:spPr>
              <a:xfrm>
                <a:off x="402667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2" name="椭圆 9321">
                <a:extLst>
                  <a:ext uri="{FF2B5EF4-FFF2-40B4-BE49-F238E27FC236}">
                    <a16:creationId xmlns:a16="http://schemas.microsoft.com/office/drawing/2014/main" id="{BCCC0C67-8EE1-43A0-BEF4-55E4C0B3453D}"/>
                  </a:ext>
                </a:extLst>
              </p:cNvPr>
              <p:cNvSpPr/>
              <p:nvPr/>
            </p:nvSpPr>
            <p:spPr>
              <a:xfrm>
                <a:off x="4203661" y="2882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3" name="椭圆 9322">
                <a:extLst>
                  <a:ext uri="{FF2B5EF4-FFF2-40B4-BE49-F238E27FC236}">
                    <a16:creationId xmlns:a16="http://schemas.microsoft.com/office/drawing/2014/main" id="{7DF8894B-D716-447F-BB21-62A6D0630FD3}"/>
                  </a:ext>
                </a:extLst>
              </p:cNvPr>
              <p:cNvSpPr/>
              <p:nvPr/>
            </p:nvSpPr>
            <p:spPr>
              <a:xfrm>
                <a:off x="402418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4" name="椭圆 9323">
                <a:extLst>
                  <a:ext uri="{FF2B5EF4-FFF2-40B4-BE49-F238E27FC236}">
                    <a16:creationId xmlns:a16="http://schemas.microsoft.com/office/drawing/2014/main" id="{B857FCF3-8DDA-4CB1-BA94-40F2FC697E71}"/>
                  </a:ext>
                </a:extLst>
              </p:cNvPr>
              <p:cNvSpPr/>
              <p:nvPr/>
            </p:nvSpPr>
            <p:spPr>
              <a:xfrm>
                <a:off x="39629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5" name="椭圆 9324">
                <a:extLst>
                  <a:ext uri="{FF2B5EF4-FFF2-40B4-BE49-F238E27FC236}">
                    <a16:creationId xmlns:a16="http://schemas.microsoft.com/office/drawing/2014/main" id="{E84186ED-3BEB-44FA-818A-2529D0C95C56}"/>
                  </a:ext>
                </a:extLst>
              </p:cNvPr>
              <p:cNvSpPr/>
              <p:nvPr/>
            </p:nvSpPr>
            <p:spPr>
              <a:xfrm>
                <a:off x="41204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6" name="椭圆 9325">
                <a:extLst>
                  <a:ext uri="{FF2B5EF4-FFF2-40B4-BE49-F238E27FC236}">
                    <a16:creationId xmlns:a16="http://schemas.microsoft.com/office/drawing/2014/main" id="{5CAB98A4-F8CE-4235-BFC6-9B47B0957480}"/>
                  </a:ext>
                </a:extLst>
              </p:cNvPr>
              <p:cNvSpPr/>
              <p:nvPr/>
            </p:nvSpPr>
            <p:spPr>
              <a:xfrm>
                <a:off x="4009315"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7" name="椭圆 9326">
                <a:extLst>
                  <a:ext uri="{FF2B5EF4-FFF2-40B4-BE49-F238E27FC236}">
                    <a16:creationId xmlns:a16="http://schemas.microsoft.com/office/drawing/2014/main" id="{3DD9E29F-03EE-49F1-B3A7-359BB50C348D}"/>
                  </a:ext>
                </a:extLst>
              </p:cNvPr>
              <p:cNvSpPr/>
              <p:nvPr/>
            </p:nvSpPr>
            <p:spPr>
              <a:xfrm>
                <a:off x="402652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8" name="椭圆 9327">
                <a:extLst>
                  <a:ext uri="{FF2B5EF4-FFF2-40B4-BE49-F238E27FC236}">
                    <a16:creationId xmlns:a16="http://schemas.microsoft.com/office/drawing/2014/main" id="{8516C3A0-2BF3-4714-879F-81E309A09064}"/>
                  </a:ext>
                </a:extLst>
              </p:cNvPr>
              <p:cNvSpPr/>
              <p:nvPr/>
            </p:nvSpPr>
            <p:spPr>
              <a:xfrm>
                <a:off x="402840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9" name="椭圆 9328">
                <a:extLst>
                  <a:ext uri="{FF2B5EF4-FFF2-40B4-BE49-F238E27FC236}">
                    <a16:creationId xmlns:a16="http://schemas.microsoft.com/office/drawing/2014/main" id="{D120B81D-6425-437D-ACCC-C73272DA03B7}"/>
                  </a:ext>
                </a:extLst>
              </p:cNvPr>
              <p:cNvSpPr/>
              <p:nvPr/>
            </p:nvSpPr>
            <p:spPr>
              <a:xfrm>
                <a:off x="39042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0" name="椭圆 9329">
                <a:extLst>
                  <a:ext uri="{FF2B5EF4-FFF2-40B4-BE49-F238E27FC236}">
                    <a16:creationId xmlns:a16="http://schemas.microsoft.com/office/drawing/2014/main" id="{54676EBE-81D6-44F4-A5B7-AC6E23BA8461}"/>
                  </a:ext>
                </a:extLst>
              </p:cNvPr>
              <p:cNvSpPr/>
              <p:nvPr/>
            </p:nvSpPr>
            <p:spPr>
              <a:xfrm>
                <a:off x="403328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1" name="椭圆 9330">
                <a:extLst>
                  <a:ext uri="{FF2B5EF4-FFF2-40B4-BE49-F238E27FC236}">
                    <a16:creationId xmlns:a16="http://schemas.microsoft.com/office/drawing/2014/main" id="{2B6CD501-33B1-4170-8059-069B43FE2388}"/>
                  </a:ext>
                </a:extLst>
              </p:cNvPr>
              <p:cNvSpPr/>
              <p:nvPr/>
            </p:nvSpPr>
            <p:spPr>
              <a:xfrm>
                <a:off x="405064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2" name="椭圆 9331">
                <a:extLst>
                  <a:ext uri="{FF2B5EF4-FFF2-40B4-BE49-F238E27FC236}">
                    <a16:creationId xmlns:a16="http://schemas.microsoft.com/office/drawing/2014/main" id="{7B8CE3EB-6D10-4680-AA17-C3A7E0CEDC8E}"/>
                  </a:ext>
                </a:extLst>
              </p:cNvPr>
              <p:cNvSpPr/>
              <p:nvPr/>
            </p:nvSpPr>
            <p:spPr>
              <a:xfrm>
                <a:off x="401298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3" name="椭圆 9332">
                <a:extLst>
                  <a:ext uri="{FF2B5EF4-FFF2-40B4-BE49-F238E27FC236}">
                    <a16:creationId xmlns:a16="http://schemas.microsoft.com/office/drawing/2014/main" id="{61E374DF-6C8B-430B-BC6A-8478B54E91DF}"/>
                  </a:ext>
                </a:extLst>
              </p:cNvPr>
              <p:cNvSpPr/>
              <p:nvPr/>
            </p:nvSpPr>
            <p:spPr>
              <a:xfrm>
                <a:off x="395018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4" name="椭圆 9333">
                <a:extLst>
                  <a:ext uri="{FF2B5EF4-FFF2-40B4-BE49-F238E27FC236}">
                    <a16:creationId xmlns:a16="http://schemas.microsoft.com/office/drawing/2014/main" id="{FDE4118D-58AB-4891-9C50-7C42716A101A}"/>
                  </a:ext>
                </a:extLst>
              </p:cNvPr>
              <p:cNvSpPr/>
              <p:nvPr/>
            </p:nvSpPr>
            <p:spPr>
              <a:xfrm>
                <a:off x="4121738" y="30159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5" name="椭圆 9334">
                <a:extLst>
                  <a:ext uri="{FF2B5EF4-FFF2-40B4-BE49-F238E27FC236}">
                    <a16:creationId xmlns:a16="http://schemas.microsoft.com/office/drawing/2014/main" id="{DC353D10-11D2-4FC3-9314-D786DF17D85E}"/>
                  </a:ext>
                </a:extLst>
              </p:cNvPr>
              <p:cNvSpPr/>
              <p:nvPr/>
            </p:nvSpPr>
            <p:spPr>
              <a:xfrm>
                <a:off x="403933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6" name="椭圆 9335">
                <a:extLst>
                  <a:ext uri="{FF2B5EF4-FFF2-40B4-BE49-F238E27FC236}">
                    <a16:creationId xmlns:a16="http://schemas.microsoft.com/office/drawing/2014/main" id="{0B11EDDF-A721-47B6-ABB5-A98F3A8B32A0}"/>
                  </a:ext>
                </a:extLst>
              </p:cNvPr>
              <p:cNvSpPr/>
              <p:nvPr/>
            </p:nvSpPr>
            <p:spPr>
              <a:xfrm>
                <a:off x="3936421"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7" name="椭圆 9336">
                <a:extLst>
                  <a:ext uri="{FF2B5EF4-FFF2-40B4-BE49-F238E27FC236}">
                    <a16:creationId xmlns:a16="http://schemas.microsoft.com/office/drawing/2014/main" id="{2B528C58-8659-4B61-8871-103525CBD89B}"/>
                  </a:ext>
                </a:extLst>
              </p:cNvPr>
              <p:cNvSpPr/>
              <p:nvPr/>
            </p:nvSpPr>
            <p:spPr>
              <a:xfrm>
                <a:off x="3855562"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8" name="椭圆 9337">
                <a:extLst>
                  <a:ext uri="{FF2B5EF4-FFF2-40B4-BE49-F238E27FC236}">
                    <a16:creationId xmlns:a16="http://schemas.microsoft.com/office/drawing/2014/main" id="{7C6205FF-82D3-4E7C-9D4B-A6053FAFBACB}"/>
                  </a:ext>
                </a:extLst>
              </p:cNvPr>
              <p:cNvSpPr/>
              <p:nvPr/>
            </p:nvSpPr>
            <p:spPr>
              <a:xfrm>
                <a:off x="4101404"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9" name="椭圆 9338">
                <a:extLst>
                  <a:ext uri="{FF2B5EF4-FFF2-40B4-BE49-F238E27FC236}">
                    <a16:creationId xmlns:a16="http://schemas.microsoft.com/office/drawing/2014/main" id="{1289EEB2-954E-46A0-A2D6-F2CD5CD6AB22}"/>
                  </a:ext>
                </a:extLst>
              </p:cNvPr>
              <p:cNvSpPr/>
              <p:nvPr/>
            </p:nvSpPr>
            <p:spPr>
              <a:xfrm>
                <a:off x="4189273"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0" name="椭圆 9339">
                <a:extLst>
                  <a:ext uri="{FF2B5EF4-FFF2-40B4-BE49-F238E27FC236}">
                    <a16:creationId xmlns:a16="http://schemas.microsoft.com/office/drawing/2014/main" id="{8A893E20-2361-4353-BAB9-6ED703E9D2EC}"/>
                  </a:ext>
                </a:extLst>
              </p:cNvPr>
              <p:cNvSpPr/>
              <p:nvPr/>
            </p:nvSpPr>
            <p:spPr>
              <a:xfrm>
                <a:off x="4210745" y="24723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1" name="椭圆 9340">
                <a:extLst>
                  <a:ext uri="{FF2B5EF4-FFF2-40B4-BE49-F238E27FC236}">
                    <a16:creationId xmlns:a16="http://schemas.microsoft.com/office/drawing/2014/main" id="{4681C224-FCC3-4294-B825-A5D104B438DA}"/>
                  </a:ext>
                </a:extLst>
              </p:cNvPr>
              <p:cNvSpPr/>
              <p:nvPr/>
            </p:nvSpPr>
            <p:spPr>
              <a:xfrm>
                <a:off x="4131245"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2" name="椭圆 9341">
                <a:extLst>
                  <a:ext uri="{FF2B5EF4-FFF2-40B4-BE49-F238E27FC236}">
                    <a16:creationId xmlns:a16="http://schemas.microsoft.com/office/drawing/2014/main" id="{3DF38370-F9E2-4FEF-9713-85A315300C90}"/>
                  </a:ext>
                </a:extLst>
              </p:cNvPr>
              <p:cNvSpPr/>
              <p:nvPr/>
            </p:nvSpPr>
            <p:spPr>
              <a:xfrm>
                <a:off x="38930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3" name="椭圆 9342">
                <a:extLst>
                  <a:ext uri="{FF2B5EF4-FFF2-40B4-BE49-F238E27FC236}">
                    <a16:creationId xmlns:a16="http://schemas.microsoft.com/office/drawing/2014/main" id="{DDB4C5BE-6F00-4E54-8D6D-49C1DD20F85C}"/>
                  </a:ext>
                </a:extLst>
              </p:cNvPr>
              <p:cNvSpPr/>
              <p:nvPr/>
            </p:nvSpPr>
            <p:spPr>
              <a:xfrm>
                <a:off x="40232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4" name="椭圆 9343">
                <a:extLst>
                  <a:ext uri="{FF2B5EF4-FFF2-40B4-BE49-F238E27FC236}">
                    <a16:creationId xmlns:a16="http://schemas.microsoft.com/office/drawing/2014/main" id="{DB3625EE-E641-410E-9248-95EA7B6FAFB0}"/>
                  </a:ext>
                </a:extLst>
              </p:cNvPr>
              <p:cNvSpPr/>
              <p:nvPr/>
            </p:nvSpPr>
            <p:spPr>
              <a:xfrm>
                <a:off x="397954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5" name="椭圆 9344">
                <a:extLst>
                  <a:ext uri="{FF2B5EF4-FFF2-40B4-BE49-F238E27FC236}">
                    <a16:creationId xmlns:a16="http://schemas.microsoft.com/office/drawing/2014/main" id="{D93ADA54-1D6C-4291-BD26-E5631F4F4414}"/>
                  </a:ext>
                </a:extLst>
              </p:cNvPr>
              <p:cNvSpPr/>
              <p:nvPr/>
            </p:nvSpPr>
            <p:spPr>
              <a:xfrm>
                <a:off x="40008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6" name="椭圆 9345">
                <a:extLst>
                  <a:ext uri="{FF2B5EF4-FFF2-40B4-BE49-F238E27FC236}">
                    <a16:creationId xmlns:a16="http://schemas.microsoft.com/office/drawing/2014/main" id="{5F3C0DDA-7A53-48AA-996E-9F38C6E8A42B}"/>
                  </a:ext>
                </a:extLst>
              </p:cNvPr>
              <p:cNvSpPr/>
              <p:nvPr/>
            </p:nvSpPr>
            <p:spPr>
              <a:xfrm>
                <a:off x="4015517" y="30322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7" name="椭圆 9346">
                <a:extLst>
                  <a:ext uri="{FF2B5EF4-FFF2-40B4-BE49-F238E27FC236}">
                    <a16:creationId xmlns:a16="http://schemas.microsoft.com/office/drawing/2014/main" id="{15CA4749-CCDE-4E40-AD71-8793C48CF114}"/>
                  </a:ext>
                </a:extLst>
              </p:cNvPr>
              <p:cNvSpPr/>
              <p:nvPr/>
            </p:nvSpPr>
            <p:spPr>
              <a:xfrm>
                <a:off x="4004066"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8" name="椭圆 9347">
                <a:extLst>
                  <a:ext uri="{FF2B5EF4-FFF2-40B4-BE49-F238E27FC236}">
                    <a16:creationId xmlns:a16="http://schemas.microsoft.com/office/drawing/2014/main" id="{73217867-5FD8-4316-94B3-0B8CA6ED0D33}"/>
                  </a:ext>
                </a:extLst>
              </p:cNvPr>
              <p:cNvSpPr/>
              <p:nvPr/>
            </p:nvSpPr>
            <p:spPr>
              <a:xfrm>
                <a:off x="391641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9" name="椭圆 9348">
                <a:extLst>
                  <a:ext uri="{FF2B5EF4-FFF2-40B4-BE49-F238E27FC236}">
                    <a16:creationId xmlns:a16="http://schemas.microsoft.com/office/drawing/2014/main" id="{90E17ACA-7E41-4F4C-8FBE-D5B9B7D0E1C3}"/>
                  </a:ext>
                </a:extLst>
              </p:cNvPr>
              <p:cNvSpPr/>
              <p:nvPr/>
            </p:nvSpPr>
            <p:spPr>
              <a:xfrm>
                <a:off x="4166810"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0" name="椭圆 9349">
                <a:extLst>
                  <a:ext uri="{FF2B5EF4-FFF2-40B4-BE49-F238E27FC236}">
                    <a16:creationId xmlns:a16="http://schemas.microsoft.com/office/drawing/2014/main" id="{34F22BC1-E833-4565-B9D3-60F75FFE4D97}"/>
                  </a:ext>
                </a:extLst>
              </p:cNvPr>
              <p:cNvSpPr/>
              <p:nvPr/>
            </p:nvSpPr>
            <p:spPr>
              <a:xfrm>
                <a:off x="409134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1" name="椭圆 9350">
                <a:extLst>
                  <a:ext uri="{FF2B5EF4-FFF2-40B4-BE49-F238E27FC236}">
                    <a16:creationId xmlns:a16="http://schemas.microsoft.com/office/drawing/2014/main" id="{62200512-E2C8-415B-8E46-0C33715DCD36}"/>
                  </a:ext>
                </a:extLst>
              </p:cNvPr>
              <p:cNvSpPr/>
              <p:nvPr/>
            </p:nvSpPr>
            <p:spPr>
              <a:xfrm>
                <a:off x="4053689"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2" name="椭圆 9351">
                <a:extLst>
                  <a:ext uri="{FF2B5EF4-FFF2-40B4-BE49-F238E27FC236}">
                    <a16:creationId xmlns:a16="http://schemas.microsoft.com/office/drawing/2014/main" id="{C15A66C1-9B4D-42BB-A67A-2F50C9DF2A2B}"/>
                  </a:ext>
                </a:extLst>
              </p:cNvPr>
              <p:cNvSpPr/>
              <p:nvPr/>
            </p:nvSpPr>
            <p:spPr>
              <a:xfrm>
                <a:off x="3972317" y="27305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3" name="椭圆 9352">
                <a:extLst>
                  <a:ext uri="{FF2B5EF4-FFF2-40B4-BE49-F238E27FC236}">
                    <a16:creationId xmlns:a16="http://schemas.microsoft.com/office/drawing/2014/main" id="{EE446320-0C46-4322-9402-C4E554C48ADE}"/>
                  </a:ext>
                </a:extLst>
              </p:cNvPr>
              <p:cNvSpPr/>
              <p:nvPr/>
            </p:nvSpPr>
            <p:spPr>
              <a:xfrm>
                <a:off x="40559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4" name="椭圆 9353">
                <a:extLst>
                  <a:ext uri="{FF2B5EF4-FFF2-40B4-BE49-F238E27FC236}">
                    <a16:creationId xmlns:a16="http://schemas.microsoft.com/office/drawing/2014/main" id="{6AA16FDA-E0BA-4B55-9285-D5477B9A0886}"/>
                  </a:ext>
                </a:extLst>
              </p:cNvPr>
              <p:cNvSpPr/>
              <p:nvPr/>
            </p:nvSpPr>
            <p:spPr>
              <a:xfrm>
                <a:off x="4100670"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5" name="椭圆 9354">
                <a:extLst>
                  <a:ext uri="{FF2B5EF4-FFF2-40B4-BE49-F238E27FC236}">
                    <a16:creationId xmlns:a16="http://schemas.microsoft.com/office/drawing/2014/main" id="{0A66C677-AD3E-441E-8C8F-E2BB0EC54807}"/>
                  </a:ext>
                </a:extLst>
              </p:cNvPr>
              <p:cNvSpPr/>
              <p:nvPr/>
            </p:nvSpPr>
            <p:spPr>
              <a:xfrm>
                <a:off x="3992247"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6" name="椭圆 9355">
                <a:extLst>
                  <a:ext uri="{FF2B5EF4-FFF2-40B4-BE49-F238E27FC236}">
                    <a16:creationId xmlns:a16="http://schemas.microsoft.com/office/drawing/2014/main" id="{FCA24E6B-D905-43C9-A951-D4C1B274A9A7}"/>
                  </a:ext>
                </a:extLst>
              </p:cNvPr>
              <p:cNvSpPr/>
              <p:nvPr/>
            </p:nvSpPr>
            <p:spPr>
              <a:xfrm>
                <a:off x="406514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7" name="椭圆 9356">
                <a:extLst>
                  <a:ext uri="{FF2B5EF4-FFF2-40B4-BE49-F238E27FC236}">
                    <a16:creationId xmlns:a16="http://schemas.microsoft.com/office/drawing/2014/main" id="{93C242D4-A7D2-40A5-83B2-1A67EBC4D47B}"/>
                  </a:ext>
                </a:extLst>
              </p:cNvPr>
              <p:cNvSpPr/>
              <p:nvPr/>
            </p:nvSpPr>
            <p:spPr>
              <a:xfrm>
                <a:off x="4025501"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8" name="椭圆 9357">
                <a:extLst>
                  <a:ext uri="{FF2B5EF4-FFF2-40B4-BE49-F238E27FC236}">
                    <a16:creationId xmlns:a16="http://schemas.microsoft.com/office/drawing/2014/main" id="{65D90171-3D25-4920-B8FB-04456AC001D4}"/>
                  </a:ext>
                </a:extLst>
              </p:cNvPr>
              <p:cNvSpPr/>
              <p:nvPr/>
            </p:nvSpPr>
            <p:spPr>
              <a:xfrm>
                <a:off x="39630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9" name="椭圆 9358">
                <a:extLst>
                  <a:ext uri="{FF2B5EF4-FFF2-40B4-BE49-F238E27FC236}">
                    <a16:creationId xmlns:a16="http://schemas.microsoft.com/office/drawing/2014/main" id="{7ED7009F-AAE8-4D8A-92F7-7C3F68A1ED47}"/>
                  </a:ext>
                </a:extLst>
              </p:cNvPr>
              <p:cNvSpPr/>
              <p:nvPr/>
            </p:nvSpPr>
            <p:spPr>
              <a:xfrm>
                <a:off x="404891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0" name="椭圆 9359">
                <a:extLst>
                  <a:ext uri="{FF2B5EF4-FFF2-40B4-BE49-F238E27FC236}">
                    <a16:creationId xmlns:a16="http://schemas.microsoft.com/office/drawing/2014/main" id="{ECFB47DC-8CD8-4502-9C11-B672D8BA2A2B}"/>
                  </a:ext>
                </a:extLst>
              </p:cNvPr>
              <p:cNvSpPr/>
              <p:nvPr/>
            </p:nvSpPr>
            <p:spPr>
              <a:xfrm>
                <a:off x="4054534"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1" name="椭圆 9360">
                <a:extLst>
                  <a:ext uri="{FF2B5EF4-FFF2-40B4-BE49-F238E27FC236}">
                    <a16:creationId xmlns:a16="http://schemas.microsoft.com/office/drawing/2014/main" id="{D5AA9E29-3CC3-400E-99C0-B342C99017F6}"/>
                  </a:ext>
                </a:extLst>
              </p:cNvPr>
              <p:cNvSpPr/>
              <p:nvPr/>
            </p:nvSpPr>
            <p:spPr>
              <a:xfrm>
                <a:off x="40056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2" name="椭圆 9361">
                <a:extLst>
                  <a:ext uri="{FF2B5EF4-FFF2-40B4-BE49-F238E27FC236}">
                    <a16:creationId xmlns:a16="http://schemas.microsoft.com/office/drawing/2014/main" id="{9204C294-004D-4E97-9281-AEC5A6047155}"/>
                  </a:ext>
                </a:extLst>
              </p:cNvPr>
              <p:cNvSpPr/>
              <p:nvPr/>
            </p:nvSpPr>
            <p:spPr>
              <a:xfrm>
                <a:off x="40213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3" name="椭圆 9362">
                <a:extLst>
                  <a:ext uri="{FF2B5EF4-FFF2-40B4-BE49-F238E27FC236}">
                    <a16:creationId xmlns:a16="http://schemas.microsoft.com/office/drawing/2014/main" id="{DE989EE1-EB77-4281-A148-0AD2DED1FF51}"/>
                  </a:ext>
                </a:extLst>
              </p:cNvPr>
              <p:cNvSpPr/>
              <p:nvPr/>
            </p:nvSpPr>
            <p:spPr>
              <a:xfrm>
                <a:off x="411417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4" name="椭圆 9363">
                <a:extLst>
                  <a:ext uri="{FF2B5EF4-FFF2-40B4-BE49-F238E27FC236}">
                    <a16:creationId xmlns:a16="http://schemas.microsoft.com/office/drawing/2014/main" id="{9673C013-F0BE-4AF7-A29D-3D9F2C1857A6}"/>
                  </a:ext>
                </a:extLst>
              </p:cNvPr>
              <p:cNvSpPr/>
              <p:nvPr/>
            </p:nvSpPr>
            <p:spPr>
              <a:xfrm>
                <a:off x="39259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5" name="椭圆 9364">
                <a:extLst>
                  <a:ext uri="{FF2B5EF4-FFF2-40B4-BE49-F238E27FC236}">
                    <a16:creationId xmlns:a16="http://schemas.microsoft.com/office/drawing/2014/main" id="{18C75095-CC50-4660-89AE-300BEE869EE6}"/>
                  </a:ext>
                </a:extLst>
              </p:cNvPr>
              <p:cNvSpPr/>
              <p:nvPr/>
            </p:nvSpPr>
            <p:spPr>
              <a:xfrm>
                <a:off x="3839963" y="276304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6" name="椭圆 9365">
                <a:extLst>
                  <a:ext uri="{FF2B5EF4-FFF2-40B4-BE49-F238E27FC236}">
                    <a16:creationId xmlns:a16="http://schemas.microsoft.com/office/drawing/2014/main" id="{8E924DCF-7FB6-4938-A974-4ECB43DA45E9}"/>
                  </a:ext>
                </a:extLst>
              </p:cNvPr>
              <p:cNvSpPr/>
              <p:nvPr/>
            </p:nvSpPr>
            <p:spPr>
              <a:xfrm>
                <a:off x="40182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7" name="椭圆 9366">
                <a:extLst>
                  <a:ext uri="{FF2B5EF4-FFF2-40B4-BE49-F238E27FC236}">
                    <a16:creationId xmlns:a16="http://schemas.microsoft.com/office/drawing/2014/main" id="{A02862DB-A720-40CB-A4EC-D75BA00FD468}"/>
                  </a:ext>
                </a:extLst>
              </p:cNvPr>
              <p:cNvSpPr/>
              <p:nvPr/>
            </p:nvSpPr>
            <p:spPr>
              <a:xfrm>
                <a:off x="4137704"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8" name="椭圆 9367">
                <a:extLst>
                  <a:ext uri="{FF2B5EF4-FFF2-40B4-BE49-F238E27FC236}">
                    <a16:creationId xmlns:a16="http://schemas.microsoft.com/office/drawing/2014/main" id="{BF8145D5-410B-4009-99FD-802CDC4E0EC0}"/>
                  </a:ext>
                </a:extLst>
              </p:cNvPr>
              <p:cNvSpPr/>
              <p:nvPr/>
            </p:nvSpPr>
            <p:spPr>
              <a:xfrm>
                <a:off x="40124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9" name="椭圆 9368">
                <a:extLst>
                  <a:ext uri="{FF2B5EF4-FFF2-40B4-BE49-F238E27FC236}">
                    <a16:creationId xmlns:a16="http://schemas.microsoft.com/office/drawing/2014/main" id="{B2D0999B-FD00-4927-90A0-E1ACC4F8843D}"/>
                  </a:ext>
                </a:extLst>
              </p:cNvPr>
              <p:cNvSpPr/>
              <p:nvPr/>
            </p:nvSpPr>
            <p:spPr>
              <a:xfrm>
                <a:off x="4012324" y="29150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0" name="椭圆 9369">
                <a:extLst>
                  <a:ext uri="{FF2B5EF4-FFF2-40B4-BE49-F238E27FC236}">
                    <a16:creationId xmlns:a16="http://schemas.microsoft.com/office/drawing/2014/main" id="{82FA18C6-7142-4496-BC59-C143E6805B39}"/>
                  </a:ext>
                </a:extLst>
              </p:cNvPr>
              <p:cNvSpPr/>
              <p:nvPr/>
            </p:nvSpPr>
            <p:spPr>
              <a:xfrm>
                <a:off x="4009425"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1" name="椭圆 9370">
                <a:extLst>
                  <a:ext uri="{FF2B5EF4-FFF2-40B4-BE49-F238E27FC236}">
                    <a16:creationId xmlns:a16="http://schemas.microsoft.com/office/drawing/2014/main" id="{7D3E3CFA-B6B4-41A5-907A-F7598287C34E}"/>
                  </a:ext>
                </a:extLst>
              </p:cNvPr>
              <p:cNvSpPr/>
              <p:nvPr/>
            </p:nvSpPr>
            <p:spPr>
              <a:xfrm>
                <a:off x="3988283"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2" name="椭圆 9371">
                <a:extLst>
                  <a:ext uri="{FF2B5EF4-FFF2-40B4-BE49-F238E27FC236}">
                    <a16:creationId xmlns:a16="http://schemas.microsoft.com/office/drawing/2014/main" id="{616E7351-8F1B-43A9-98CB-1919049B02B7}"/>
                  </a:ext>
                </a:extLst>
              </p:cNvPr>
              <p:cNvSpPr/>
              <p:nvPr/>
            </p:nvSpPr>
            <p:spPr>
              <a:xfrm>
                <a:off x="4083603"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3" name="椭圆 9372">
                <a:extLst>
                  <a:ext uri="{FF2B5EF4-FFF2-40B4-BE49-F238E27FC236}">
                    <a16:creationId xmlns:a16="http://schemas.microsoft.com/office/drawing/2014/main" id="{DDF9DD80-545E-4691-816D-FFD2676A954E}"/>
                  </a:ext>
                </a:extLst>
              </p:cNvPr>
              <p:cNvSpPr/>
              <p:nvPr/>
            </p:nvSpPr>
            <p:spPr>
              <a:xfrm>
                <a:off x="404113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4" name="椭圆 9373">
                <a:extLst>
                  <a:ext uri="{FF2B5EF4-FFF2-40B4-BE49-F238E27FC236}">
                    <a16:creationId xmlns:a16="http://schemas.microsoft.com/office/drawing/2014/main" id="{783850BB-30D0-4729-8C6E-1753AFF1ABD8}"/>
                  </a:ext>
                </a:extLst>
              </p:cNvPr>
              <p:cNvSpPr/>
              <p:nvPr/>
            </p:nvSpPr>
            <p:spPr>
              <a:xfrm>
                <a:off x="389204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5" name="椭圆 9374">
                <a:extLst>
                  <a:ext uri="{FF2B5EF4-FFF2-40B4-BE49-F238E27FC236}">
                    <a16:creationId xmlns:a16="http://schemas.microsoft.com/office/drawing/2014/main" id="{D2A0425D-8B0B-4671-9C39-58C5E7D0E894}"/>
                  </a:ext>
                </a:extLst>
              </p:cNvPr>
              <p:cNvSpPr/>
              <p:nvPr/>
            </p:nvSpPr>
            <p:spPr>
              <a:xfrm>
                <a:off x="4059122" y="30108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6" name="椭圆 9375">
                <a:extLst>
                  <a:ext uri="{FF2B5EF4-FFF2-40B4-BE49-F238E27FC236}">
                    <a16:creationId xmlns:a16="http://schemas.microsoft.com/office/drawing/2014/main" id="{04C7AF5A-ECB5-4EFC-9895-5D054A0F0E33}"/>
                  </a:ext>
                </a:extLst>
              </p:cNvPr>
              <p:cNvSpPr/>
              <p:nvPr/>
            </p:nvSpPr>
            <p:spPr>
              <a:xfrm>
                <a:off x="404631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7" name="椭圆 9376">
                <a:extLst>
                  <a:ext uri="{FF2B5EF4-FFF2-40B4-BE49-F238E27FC236}">
                    <a16:creationId xmlns:a16="http://schemas.microsoft.com/office/drawing/2014/main" id="{E3C6A7C5-945B-43F4-80B7-5BDAD75D4043}"/>
                  </a:ext>
                </a:extLst>
              </p:cNvPr>
              <p:cNvSpPr/>
              <p:nvPr/>
            </p:nvSpPr>
            <p:spPr>
              <a:xfrm>
                <a:off x="4025354"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8" name="椭圆 9377">
                <a:extLst>
                  <a:ext uri="{FF2B5EF4-FFF2-40B4-BE49-F238E27FC236}">
                    <a16:creationId xmlns:a16="http://schemas.microsoft.com/office/drawing/2014/main" id="{FE556F44-A71D-4D5B-A9E9-AAED9CD6543E}"/>
                  </a:ext>
                </a:extLst>
              </p:cNvPr>
              <p:cNvSpPr/>
              <p:nvPr/>
            </p:nvSpPr>
            <p:spPr>
              <a:xfrm>
                <a:off x="4027630" y="3044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9" name="椭圆 9378">
                <a:extLst>
                  <a:ext uri="{FF2B5EF4-FFF2-40B4-BE49-F238E27FC236}">
                    <a16:creationId xmlns:a16="http://schemas.microsoft.com/office/drawing/2014/main" id="{3D80FF59-7E7F-4F58-925B-CB57112EE686}"/>
                  </a:ext>
                </a:extLst>
              </p:cNvPr>
              <p:cNvSpPr/>
              <p:nvPr/>
            </p:nvSpPr>
            <p:spPr>
              <a:xfrm>
                <a:off x="3855709" y="29239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0" name="椭圆 9379">
                <a:extLst>
                  <a:ext uri="{FF2B5EF4-FFF2-40B4-BE49-F238E27FC236}">
                    <a16:creationId xmlns:a16="http://schemas.microsoft.com/office/drawing/2014/main" id="{96C5533C-8279-4228-B2CB-C53B36B90CB5}"/>
                  </a:ext>
                </a:extLst>
              </p:cNvPr>
              <p:cNvSpPr/>
              <p:nvPr/>
            </p:nvSpPr>
            <p:spPr>
              <a:xfrm>
                <a:off x="391784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1" name="椭圆 9380">
                <a:extLst>
                  <a:ext uri="{FF2B5EF4-FFF2-40B4-BE49-F238E27FC236}">
                    <a16:creationId xmlns:a16="http://schemas.microsoft.com/office/drawing/2014/main" id="{29337A85-48D3-415A-B205-2CFF3411D09E}"/>
                  </a:ext>
                </a:extLst>
              </p:cNvPr>
              <p:cNvSpPr/>
              <p:nvPr/>
            </p:nvSpPr>
            <p:spPr>
              <a:xfrm>
                <a:off x="387552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2" name="椭圆 9381">
                <a:extLst>
                  <a:ext uri="{FF2B5EF4-FFF2-40B4-BE49-F238E27FC236}">
                    <a16:creationId xmlns:a16="http://schemas.microsoft.com/office/drawing/2014/main" id="{B594C175-311D-45B3-A8E1-D11C4F555827}"/>
                  </a:ext>
                </a:extLst>
              </p:cNvPr>
              <p:cNvSpPr/>
              <p:nvPr/>
            </p:nvSpPr>
            <p:spPr>
              <a:xfrm>
                <a:off x="3956938"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3" name="椭圆 9382">
                <a:extLst>
                  <a:ext uri="{FF2B5EF4-FFF2-40B4-BE49-F238E27FC236}">
                    <a16:creationId xmlns:a16="http://schemas.microsoft.com/office/drawing/2014/main" id="{8C4FFD5D-0CF6-47C0-AD13-914D92B174C3}"/>
                  </a:ext>
                </a:extLst>
              </p:cNvPr>
              <p:cNvSpPr/>
              <p:nvPr/>
            </p:nvSpPr>
            <p:spPr>
              <a:xfrm>
                <a:off x="39272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4" name="椭圆 9383">
                <a:extLst>
                  <a:ext uri="{FF2B5EF4-FFF2-40B4-BE49-F238E27FC236}">
                    <a16:creationId xmlns:a16="http://schemas.microsoft.com/office/drawing/2014/main" id="{6970C03B-2B16-4373-8465-09A46F9B764A}"/>
                  </a:ext>
                </a:extLst>
              </p:cNvPr>
              <p:cNvSpPr/>
              <p:nvPr/>
            </p:nvSpPr>
            <p:spPr>
              <a:xfrm>
                <a:off x="3999331"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5" name="椭圆 9384">
                <a:extLst>
                  <a:ext uri="{FF2B5EF4-FFF2-40B4-BE49-F238E27FC236}">
                    <a16:creationId xmlns:a16="http://schemas.microsoft.com/office/drawing/2014/main" id="{2E05C01C-3C6B-4D23-9E9F-50B12558079A}"/>
                  </a:ext>
                </a:extLst>
              </p:cNvPr>
              <p:cNvSpPr/>
              <p:nvPr/>
            </p:nvSpPr>
            <p:spPr>
              <a:xfrm>
                <a:off x="40963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6" name="椭圆 9385">
                <a:extLst>
                  <a:ext uri="{FF2B5EF4-FFF2-40B4-BE49-F238E27FC236}">
                    <a16:creationId xmlns:a16="http://schemas.microsoft.com/office/drawing/2014/main" id="{7D97BC73-5FC0-419D-B98D-F8A5E968AB29}"/>
                  </a:ext>
                </a:extLst>
              </p:cNvPr>
              <p:cNvSpPr/>
              <p:nvPr/>
            </p:nvSpPr>
            <p:spPr>
              <a:xfrm>
                <a:off x="40923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7" name="椭圆 9386">
                <a:extLst>
                  <a:ext uri="{FF2B5EF4-FFF2-40B4-BE49-F238E27FC236}">
                    <a16:creationId xmlns:a16="http://schemas.microsoft.com/office/drawing/2014/main" id="{88A0BA37-86A0-4EE4-8A38-33676DEFC50F}"/>
                  </a:ext>
                </a:extLst>
              </p:cNvPr>
              <p:cNvSpPr/>
              <p:nvPr/>
            </p:nvSpPr>
            <p:spPr>
              <a:xfrm>
                <a:off x="401852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8" name="椭圆 9387">
                <a:extLst>
                  <a:ext uri="{FF2B5EF4-FFF2-40B4-BE49-F238E27FC236}">
                    <a16:creationId xmlns:a16="http://schemas.microsoft.com/office/drawing/2014/main" id="{D923BFFF-352E-4799-BED6-B1592A26F4FA}"/>
                  </a:ext>
                </a:extLst>
              </p:cNvPr>
              <p:cNvSpPr/>
              <p:nvPr/>
            </p:nvSpPr>
            <p:spPr>
              <a:xfrm>
                <a:off x="392085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9" name="椭圆 9388">
                <a:extLst>
                  <a:ext uri="{FF2B5EF4-FFF2-40B4-BE49-F238E27FC236}">
                    <a16:creationId xmlns:a16="http://schemas.microsoft.com/office/drawing/2014/main" id="{C479C57E-F25C-4B6B-BB00-40B48A7EAA6F}"/>
                  </a:ext>
                </a:extLst>
              </p:cNvPr>
              <p:cNvSpPr/>
              <p:nvPr/>
            </p:nvSpPr>
            <p:spPr>
              <a:xfrm>
                <a:off x="392992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0" name="椭圆 9389">
                <a:extLst>
                  <a:ext uri="{FF2B5EF4-FFF2-40B4-BE49-F238E27FC236}">
                    <a16:creationId xmlns:a16="http://schemas.microsoft.com/office/drawing/2014/main" id="{0C7460C2-6198-4B70-B0AA-9AC1246A8084}"/>
                  </a:ext>
                </a:extLst>
              </p:cNvPr>
              <p:cNvSpPr/>
              <p:nvPr/>
            </p:nvSpPr>
            <p:spPr>
              <a:xfrm>
                <a:off x="40047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1" name="椭圆 9390">
                <a:extLst>
                  <a:ext uri="{FF2B5EF4-FFF2-40B4-BE49-F238E27FC236}">
                    <a16:creationId xmlns:a16="http://schemas.microsoft.com/office/drawing/2014/main" id="{8BFB20FD-098E-40B1-99C3-3F712CCE8001}"/>
                  </a:ext>
                </a:extLst>
              </p:cNvPr>
              <p:cNvSpPr/>
              <p:nvPr/>
            </p:nvSpPr>
            <p:spPr>
              <a:xfrm>
                <a:off x="411946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2" name="椭圆 9391">
                <a:extLst>
                  <a:ext uri="{FF2B5EF4-FFF2-40B4-BE49-F238E27FC236}">
                    <a16:creationId xmlns:a16="http://schemas.microsoft.com/office/drawing/2014/main" id="{8AEA2C13-E5B9-407E-A294-A2F9CFB3F276}"/>
                  </a:ext>
                </a:extLst>
              </p:cNvPr>
              <p:cNvSpPr/>
              <p:nvPr/>
            </p:nvSpPr>
            <p:spPr>
              <a:xfrm>
                <a:off x="399489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3" name="椭圆 9392">
                <a:extLst>
                  <a:ext uri="{FF2B5EF4-FFF2-40B4-BE49-F238E27FC236}">
                    <a16:creationId xmlns:a16="http://schemas.microsoft.com/office/drawing/2014/main" id="{666F0797-2123-4510-930C-B7EADA1505E0}"/>
                  </a:ext>
                </a:extLst>
              </p:cNvPr>
              <p:cNvSpPr/>
              <p:nvPr/>
            </p:nvSpPr>
            <p:spPr>
              <a:xfrm>
                <a:off x="41248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4" name="椭圆 9393">
                <a:extLst>
                  <a:ext uri="{FF2B5EF4-FFF2-40B4-BE49-F238E27FC236}">
                    <a16:creationId xmlns:a16="http://schemas.microsoft.com/office/drawing/2014/main" id="{1E053764-F610-4B3E-B8CD-FBCC08728BB7}"/>
                  </a:ext>
                </a:extLst>
              </p:cNvPr>
              <p:cNvSpPr/>
              <p:nvPr/>
            </p:nvSpPr>
            <p:spPr>
              <a:xfrm>
                <a:off x="407666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5" name="椭圆 9394">
                <a:extLst>
                  <a:ext uri="{FF2B5EF4-FFF2-40B4-BE49-F238E27FC236}">
                    <a16:creationId xmlns:a16="http://schemas.microsoft.com/office/drawing/2014/main" id="{F7218A65-9327-44B4-9067-C30532BBDAB8}"/>
                  </a:ext>
                </a:extLst>
              </p:cNvPr>
              <p:cNvSpPr/>
              <p:nvPr/>
            </p:nvSpPr>
            <p:spPr>
              <a:xfrm>
                <a:off x="3967289"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6" name="椭圆 9395">
                <a:extLst>
                  <a:ext uri="{FF2B5EF4-FFF2-40B4-BE49-F238E27FC236}">
                    <a16:creationId xmlns:a16="http://schemas.microsoft.com/office/drawing/2014/main" id="{FDBA9FB3-58F6-4D3E-B1F2-3343C8FAF07F}"/>
                  </a:ext>
                </a:extLst>
              </p:cNvPr>
              <p:cNvSpPr/>
              <p:nvPr/>
            </p:nvSpPr>
            <p:spPr>
              <a:xfrm>
                <a:off x="403225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7" name="椭圆 9396">
                <a:extLst>
                  <a:ext uri="{FF2B5EF4-FFF2-40B4-BE49-F238E27FC236}">
                    <a16:creationId xmlns:a16="http://schemas.microsoft.com/office/drawing/2014/main" id="{D226D586-59EC-4227-9BE9-FD1F6F258BAA}"/>
                  </a:ext>
                </a:extLst>
              </p:cNvPr>
              <p:cNvSpPr/>
              <p:nvPr/>
            </p:nvSpPr>
            <p:spPr>
              <a:xfrm>
                <a:off x="39339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8" name="椭圆 9397">
                <a:extLst>
                  <a:ext uri="{FF2B5EF4-FFF2-40B4-BE49-F238E27FC236}">
                    <a16:creationId xmlns:a16="http://schemas.microsoft.com/office/drawing/2014/main" id="{7D07394D-3266-412E-A3DB-10CAE1CB5D91}"/>
                  </a:ext>
                </a:extLst>
              </p:cNvPr>
              <p:cNvSpPr/>
              <p:nvPr/>
            </p:nvSpPr>
            <p:spPr>
              <a:xfrm>
                <a:off x="405846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9" name="椭圆 9398">
                <a:extLst>
                  <a:ext uri="{FF2B5EF4-FFF2-40B4-BE49-F238E27FC236}">
                    <a16:creationId xmlns:a16="http://schemas.microsoft.com/office/drawing/2014/main" id="{41D88BB4-BE13-44CC-9835-5290B4F82D5A}"/>
                  </a:ext>
                </a:extLst>
              </p:cNvPr>
              <p:cNvSpPr/>
              <p:nvPr/>
            </p:nvSpPr>
            <p:spPr>
              <a:xfrm>
                <a:off x="39934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0" name="椭圆 9399">
                <a:extLst>
                  <a:ext uri="{FF2B5EF4-FFF2-40B4-BE49-F238E27FC236}">
                    <a16:creationId xmlns:a16="http://schemas.microsoft.com/office/drawing/2014/main" id="{A9CF4E34-03F4-45B0-B1A7-19546CEE1378}"/>
                  </a:ext>
                </a:extLst>
              </p:cNvPr>
              <p:cNvSpPr/>
              <p:nvPr/>
            </p:nvSpPr>
            <p:spPr>
              <a:xfrm>
                <a:off x="404620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1" name="椭圆 9400">
                <a:extLst>
                  <a:ext uri="{FF2B5EF4-FFF2-40B4-BE49-F238E27FC236}">
                    <a16:creationId xmlns:a16="http://schemas.microsoft.com/office/drawing/2014/main" id="{606BD8BE-B29B-4BA9-B419-67131B2867BD}"/>
                  </a:ext>
                </a:extLst>
              </p:cNvPr>
              <p:cNvSpPr/>
              <p:nvPr/>
            </p:nvSpPr>
            <p:spPr>
              <a:xfrm>
                <a:off x="3919060"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2" name="椭圆 9401">
                <a:extLst>
                  <a:ext uri="{FF2B5EF4-FFF2-40B4-BE49-F238E27FC236}">
                    <a16:creationId xmlns:a16="http://schemas.microsoft.com/office/drawing/2014/main" id="{4B434F25-6867-4454-86F6-FF25CFACF2CD}"/>
                  </a:ext>
                </a:extLst>
              </p:cNvPr>
              <p:cNvSpPr/>
              <p:nvPr/>
            </p:nvSpPr>
            <p:spPr>
              <a:xfrm>
                <a:off x="40491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3" name="椭圆 9402">
                <a:extLst>
                  <a:ext uri="{FF2B5EF4-FFF2-40B4-BE49-F238E27FC236}">
                    <a16:creationId xmlns:a16="http://schemas.microsoft.com/office/drawing/2014/main" id="{05B31DA8-D7A6-4E81-8A22-A783F7F5DE23}"/>
                  </a:ext>
                </a:extLst>
              </p:cNvPr>
              <p:cNvSpPr/>
              <p:nvPr/>
            </p:nvSpPr>
            <p:spPr>
              <a:xfrm>
                <a:off x="397576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4" name="椭圆 9403">
                <a:extLst>
                  <a:ext uri="{FF2B5EF4-FFF2-40B4-BE49-F238E27FC236}">
                    <a16:creationId xmlns:a16="http://schemas.microsoft.com/office/drawing/2014/main" id="{8654E795-A2F4-46CA-85C4-A67BF7126741}"/>
                  </a:ext>
                </a:extLst>
              </p:cNvPr>
              <p:cNvSpPr/>
              <p:nvPr/>
            </p:nvSpPr>
            <p:spPr>
              <a:xfrm>
                <a:off x="3995257"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5" name="椭圆 9404">
                <a:extLst>
                  <a:ext uri="{FF2B5EF4-FFF2-40B4-BE49-F238E27FC236}">
                    <a16:creationId xmlns:a16="http://schemas.microsoft.com/office/drawing/2014/main" id="{0AAB4334-2D18-4E49-BD69-165EEAB091F5}"/>
                  </a:ext>
                </a:extLst>
              </p:cNvPr>
              <p:cNvSpPr/>
              <p:nvPr/>
            </p:nvSpPr>
            <p:spPr>
              <a:xfrm>
                <a:off x="402729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6" name="椭圆 9405">
                <a:extLst>
                  <a:ext uri="{FF2B5EF4-FFF2-40B4-BE49-F238E27FC236}">
                    <a16:creationId xmlns:a16="http://schemas.microsoft.com/office/drawing/2014/main" id="{C6881BE1-4904-4D98-9A14-88CABDB09E78}"/>
                  </a:ext>
                </a:extLst>
              </p:cNvPr>
              <p:cNvSpPr/>
              <p:nvPr/>
            </p:nvSpPr>
            <p:spPr>
              <a:xfrm>
                <a:off x="401019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7" name="椭圆 9406">
                <a:extLst>
                  <a:ext uri="{FF2B5EF4-FFF2-40B4-BE49-F238E27FC236}">
                    <a16:creationId xmlns:a16="http://schemas.microsoft.com/office/drawing/2014/main" id="{FF801928-F2C6-4720-9CA3-546A35EC1823}"/>
                  </a:ext>
                </a:extLst>
              </p:cNvPr>
              <p:cNvSpPr/>
              <p:nvPr/>
            </p:nvSpPr>
            <p:spPr>
              <a:xfrm>
                <a:off x="3987586"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8" name="椭圆 9407">
                <a:extLst>
                  <a:ext uri="{FF2B5EF4-FFF2-40B4-BE49-F238E27FC236}">
                    <a16:creationId xmlns:a16="http://schemas.microsoft.com/office/drawing/2014/main" id="{3853D390-A88B-47BD-8EC1-F8D840016021}"/>
                  </a:ext>
                </a:extLst>
              </p:cNvPr>
              <p:cNvSpPr/>
              <p:nvPr/>
            </p:nvSpPr>
            <p:spPr>
              <a:xfrm>
                <a:off x="398336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9" name="椭圆 9408">
                <a:extLst>
                  <a:ext uri="{FF2B5EF4-FFF2-40B4-BE49-F238E27FC236}">
                    <a16:creationId xmlns:a16="http://schemas.microsoft.com/office/drawing/2014/main" id="{1F49674E-A272-4971-ACD1-8C8183021A4D}"/>
                  </a:ext>
                </a:extLst>
              </p:cNvPr>
              <p:cNvSpPr/>
              <p:nvPr/>
            </p:nvSpPr>
            <p:spPr>
              <a:xfrm>
                <a:off x="4328050" y="272597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0" name="椭圆 9409">
                <a:extLst>
                  <a:ext uri="{FF2B5EF4-FFF2-40B4-BE49-F238E27FC236}">
                    <a16:creationId xmlns:a16="http://schemas.microsoft.com/office/drawing/2014/main" id="{93BB2234-8298-4BE6-8922-58FB955F2527}"/>
                  </a:ext>
                </a:extLst>
              </p:cNvPr>
              <p:cNvSpPr/>
              <p:nvPr/>
            </p:nvSpPr>
            <p:spPr>
              <a:xfrm>
                <a:off x="4173307"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1" name="椭圆 9410">
                <a:extLst>
                  <a:ext uri="{FF2B5EF4-FFF2-40B4-BE49-F238E27FC236}">
                    <a16:creationId xmlns:a16="http://schemas.microsoft.com/office/drawing/2014/main" id="{51B7602B-3146-4EA4-8304-A46A382D0DB4}"/>
                  </a:ext>
                </a:extLst>
              </p:cNvPr>
              <p:cNvSpPr/>
              <p:nvPr/>
            </p:nvSpPr>
            <p:spPr>
              <a:xfrm>
                <a:off x="405438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2" name="椭圆 9411">
                <a:extLst>
                  <a:ext uri="{FF2B5EF4-FFF2-40B4-BE49-F238E27FC236}">
                    <a16:creationId xmlns:a16="http://schemas.microsoft.com/office/drawing/2014/main" id="{333027F3-0D35-472E-B702-BD6AE739DFF9}"/>
                  </a:ext>
                </a:extLst>
              </p:cNvPr>
              <p:cNvSpPr/>
              <p:nvPr/>
            </p:nvSpPr>
            <p:spPr>
              <a:xfrm>
                <a:off x="4183217"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3" name="椭圆 9412">
                <a:extLst>
                  <a:ext uri="{FF2B5EF4-FFF2-40B4-BE49-F238E27FC236}">
                    <a16:creationId xmlns:a16="http://schemas.microsoft.com/office/drawing/2014/main" id="{FA155F40-3642-4B46-8B13-04CC1A148287}"/>
                  </a:ext>
                </a:extLst>
              </p:cNvPr>
              <p:cNvSpPr/>
              <p:nvPr/>
            </p:nvSpPr>
            <p:spPr>
              <a:xfrm>
                <a:off x="4059525"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4" name="椭圆 9413">
                <a:extLst>
                  <a:ext uri="{FF2B5EF4-FFF2-40B4-BE49-F238E27FC236}">
                    <a16:creationId xmlns:a16="http://schemas.microsoft.com/office/drawing/2014/main" id="{30298882-1236-423C-9DE2-BB57525C937D}"/>
                  </a:ext>
                </a:extLst>
              </p:cNvPr>
              <p:cNvSpPr/>
              <p:nvPr/>
            </p:nvSpPr>
            <p:spPr>
              <a:xfrm>
                <a:off x="4052845"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5" name="椭圆 9414">
                <a:extLst>
                  <a:ext uri="{FF2B5EF4-FFF2-40B4-BE49-F238E27FC236}">
                    <a16:creationId xmlns:a16="http://schemas.microsoft.com/office/drawing/2014/main" id="{08F1840D-4D6B-412B-B98B-1C96253C26F3}"/>
                  </a:ext>
                </a:extLst>
              </p:cNvPr>
              <p:cNvSpPr/>
              <p:nvPr/>
            </p:nvSpPr>
            <p:spPr>
              <a:xfrm>
                <a:off x="399158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6" name="椭圆 9415">
                <a:extLst>
                  <a:ext uri="{FF2B5EF4-FFF2-40B4-BE49-F238E27FC236}">
                    <a16:creationId xmlns:a16="http://schemas.microsoft.com/office/drawing/2014/main" id="{6CB79040-F1D3-43FA-B869-AFAE5FD9151E}"/>
                  </a:ext>
                </a:extLst>
              </p:cNvPr>
              <p:cNvSpPr/>
              <p:nvPr/>
            </p:nvSpPr>
            <p:spPr>
              <a:xfrm>
                <a:off x="392173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7" name="椭圆 9416">
                <a:extLst>
                  <a:ext uri="{FF2B5EF4-FFF2-40B4-BE49-F238E27FC236}">
                    <a16:creationId xmlns:a16="http://schemas.microsoft.com/office/drawing/2014/main" id="{D201A268-A363-47E4-9732-39F553FCC677}"/>
                  </a:ext>
                </a:extLst>
              </p:cNvPr>
              <p:cNvSpPr/>
              <p:nvPr/>
            </p:nvSpPr>
            <p:spPr>
              <a:xfrm>
                <a:off x="41080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8" name="椭圆 9417">
                <a:extLst>
                  <a:ext uri="{FF2B5EF4-FFF2-40B4-BE49-F238E27FC236}">
                    <a16:creationId xmlns:a16="http://schemas.microsoft.com/office/drawing/2014/main" id="{424D29FE-7D9F-44C3-A9B2-8F93F33836C1}"/>
                  </a:ext>
                </a:extLst>
              </p:cNvPr>
              <p:cNvSpPr/>
              <p:nvPr/>
            </p:nvSpPr>
            <p:spPr>
              <a:xfrm>
                <a:off x="393880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9" name="椭圆 9418">
                <a:extLst>
                  <a:ext uri="{FF2B5EF4-FFF2-40B4-BE49-F238E27FC236}">
                    <a16:creationId xmlns:a16="http://schemas.microsoft.com/office/drawing/2014/main" id="{FE11E8B0-6D44-4C3B-BD24-3F390ED99D0F}"/>
                  </a:ext>
                </a:extLst>
              </p:cNvPr>
              <p:cNvSpPr/>
              <p:nvPr/>
            </p:nvSpPr>
            <p:spPr>
              <a:xfrm>
                <a:off x="40018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0" name="椭圆 9419">
                <a:extLst>
                  <a:ext uri="{FF2B5EF4-FFF2-40B4-BE49-F238E27FC236}">
                    <a16:creationId xmlns:a16="http://schemas.microsoft.com/office/drawing/2014/main" id="{B901BF9D-8F00-42E6-9CF5-94200C5F9281}"/>
                  </a:ext>
                </a:extLst>
              </p:cNvPr>
              <p:cNvSpPr/>
              <p:nvPr/>
            </p:nvSpPr>
            <p:spPr>
              <a:xfrm>
                <a:off x="39568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1" name="椭圆 9420">
                <a:extLst>
                  <a:ext uri="{FF2B5EF4-FFF2-40B4-BE49-F238E27FC236}">
                    <a16:creationId xmlns:a16="http://schemas.microsoft.com/office/drawing/2014/main" id="{27B0DCEA-FDBF-4BF8-B2DC-59513B1414CB}"/>
                  </a:ext>
                </a:extLst>
              </p:cNvPr>
              <p:cNvSpPr/>
              <p:nvPr/>
            </p:nvSpPr>
            <p:spPr>
              <a:xfrm>
                <a:off x="40266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2" name="椭圆 9421">
                <a:extLst>
                  <a:ext uri="{FF2B5EF4-FFF2-40B4-BE49-F238E27FC236}">
                    <a16:creationId xmlns:a16="http://schemas.microsoft.com/office/drawing/2014/main" id="{798AF1C4-BD46-4D46-8F7F-DD4C5469E99F}"/>
                  </a:ext>
                </a:extLst>
              </p:cNvPr>
              <p:cNvSpPr/>
              <p:nvPr/>
            </p:nvSpPr>
            <p:spPr>
              <a:xfrm>
                <a:off x="393990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3" name="椭圆 9422">
                <a:extLst>
                  <a:ext uri="{FF2B5EF4-FFF2-40B4-BE49-F238E27FC236}">
                    <a16:creationId xmlns:a16="http://schemas.microsoft.com/office/drawing/2014/main" id="{EFFC400B-C5C9-48FD-A87A-EC2CB99BC3FE}"/>
                  </a:ext>
                </a:extLst>
              </p:cNvPr>
              <p:cNvSpPr/>
              <p:nvPr/>
            </p:nvSpPr>
            <p:spPr>
              <a:xfrm>
                <a:off x="397206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4" name="椭圆 9423">
                <a:extLst>
                  <a:ext uri="{FF2B5EF4-FFF2-40B4-BE49-F238E27FC236}">
                    <a16:creationId xmlns:a16="http://schemas.microsoft.com/office/drawing/2014/main" id="{6FDBDBE2-D89A-412B-B366-BA0FCF505A0A}"/>
                  </a:ext>
                </a:extLst>
              </p:cNvPr>
              <p:cNvSpPr/>
              <p:nvPr/>
            </p:nvSpPr>
            <p:spPr>
              <a:xfrm>
                <a:off x="411245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5" name="椭圆 9424">
                <a:extLst>
                  <a:ext uri="{FF2B5EF4-FFF2-40B4-BE49-F238E27FC236}">
                    <a16:creationId xmlns:a16="http://schemas.microsoft.com/office/drawing/2014/main" id="{CC05D773-A96C-4052-B72C-B82D98BB8685}"/>
                  </a:ext>
                </a:extLst>
              </p:cNvPr>
              <p:cNvSpPr/>
              <p:nvPr/>
            </p:nvSpPr>
            <p:spPr>
              <a:xfrm>
                <a:off x="39560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6" name="椭圆 9425">
                <a:extLst>
                  <a:ext uri="{FF2B5EF4-FFF2-40B4-BE49-F238E27FC236}">
                    <a16:creationId xmlns:a16="http://schemas.microsoft.com/office/drawing/2014/main" id="{5698E1B4-DB0C-4183-BBB1-223CB41E6E39}"/>
                  </a:ext>
                </a:extLst>
              </p:cNvPr>
              <p:cNvSpPr/>
              <p:nvPr/>
            </p:nvSpPr>
            <p:spPr>
              <a:xfrm>
                <a:off x="401731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7" name="椭圆 9426">
                <a:extLst>
                  <a:ext uri="{FF2B5EF4-FFF2-40B4-BE49-F238E27FC236}">
                    <a16:creationId xmlns:a16="http://schemas.microsoft.com/office/drawing/2014/main" id="{5095DA9F-4FC0-47AC-B5D9-829B3884E72A}"/>
                  </a:ext>
                </a:extLst>
              </p:cNvPr>
              <p:cNvSpPr/>
              <p:nvPr/>
            </p:nvSpPr>
            <p:spPr>
              <a:xfrm>
                <a:off x="406473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8" name="椭圆 9427">
                <a:extLst>
                  <a:ext uri="{FF2B5EF4-FFF2-40B4-BE49-F238E27FC236}">
                    <a16:creationId xmlns:a16="http://schemas.microsoft.com/office/drawing/2014/main" id="{2DE6BAD3-CE19-4010-9B4D-F87C4F18B0DA}"/>
                  </a:ext>
                </a:extLst>
              </p:cNvPr>
              <p:cNvSpPr/>
              <p:nvPr/>
            </p:nvSpPr>
            <p:spPr>
              <a:xfrm>
                <a:off x="402649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9" name="椭圆 9428">
                <a:extLst>
                  <a:ext uri="{FF2B5EF4-FFF2-40B4-BE49-F238E27FC236}">
                    <a16:creationId xmlns:a16="http://schemas.microsoft.com/office/drawing/2014/main" id="{C3C7F0B0-7124-4CDF-B885-365E5CB3269F}"/>
                  </a:ext>
                </a:extLst>
              </p:cNvPr>
              <p:cNvSpPr/>
              <p:nvPr/>
            </p:nvSpPr>
            <p:spPr>
              <a:xfrm>
                <a:off x="39850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0" name="椭圆 9429">
                <a:extLst>
                  <a:ext uri="{FF2B5EF4-FFF2-40B4-BE49-F238E27FC236}">
                    <a16:creationId xmlns:a16="http://schemas.microsoft.com/office/drawing/2014/main" id="{8748F353-BC1D-4C1B-AD57-B435860D9522}"/>
                  </a:ext>
                </a:extLst>
              </p:cNvPr>
              <p:cNvSpPr/>
              <p:nvPr/>
            </p:nvSpPr>
            <p:spPr>
              <a:xfrm>
                <a:off x="405838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1" name="椭圆 9430">
                <a:extLst>
                  <a:ext uri="{FF2B5EF4-FFF2-40B4-BE49-F238E27FC236}">
                    <a16:creationId xmlns:a16="http://schemas.microsoft.com/office/drawing/2014/main" id="{8AE7DEC8-6E07-4D36-8CA2-1674A7CD2E0E}"/>
                  </a:ext>
                </a:extLst>
              </p:cNvPr>
              <p:cNvSpPr/>
              <p:nvPr/>
            </p:nvSpPr>
            <p:spPr>
              <a:xfrm>
                <a:off x="397844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2" name="椭圆 9431">
                <a:extLst>
                  <a:ext uri="{FF2B5EF4-FFF2-40B4-BE49-F238E27FC236}">
                    <a16:creationId xmlns:a16="http://schemas.microsoft.com/office/drawing/2014/main" id="{051FCCE2-B18F-48B1-A9EE-7DDF70224813}"/>
                  </a:ext>
                </a:extLst>
              </p:cNvPr>
              <p:cNvSpPr/>
              <p:nvPr/>
            </p:nvSpPr>
            <p:spPr>
              <a:xfrm>
                <a:off x="398461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3" name="椭圆 9432">
                <a:extLst>
                  <a:ext uri="{FF2B5EF4-FFF2-40B4-BE49-F238E27FC236}">
                    <a16:creationId xmlns:a16="http://schemas.microsoft.com/office/drawing/2014/main" id="{3698EBFA-47CC-45BC-BB58-62848F7EF60D}"/>
                  </a:ext>
                </a:extLst>
              </p:cNvPr>
              <p:cNvSpPr/>
              <p:nvPr/>
            </p:nvSpPr>
            <p:spPr>
              <a:xfrm>
                <a:off x="389590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4" name="椭圆 9433">
                <a:extLst>
                  <a:ext uri="{FF2B5EF4-FFF2-40B4-BE49-F238E27FC236}">
                    <a16:creationId xmlns:a16="http://schemas.microsoft.com/office/drawing/2014/main" id="{6EBFFF5E-3E34-49C7-A4E9-3CE4266A0F5F}"/>
                  </a:ext>
                </a:extLst>
              </p:cNvPr>
              <p:cNvSpPr/>
              <p:nvPr/>
            </p:nvSpPr>
            <p:spPr>
              <a:xfrm>
                <a:off x="409898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5" name="椭圆 9434">
                <a:extLst>
                  <a:ext uri="{FF2B5EF4-FFF2-40B4-BE49-F238E27FC236}">
                    <a16:creationId xmlns:a16="http://schemas.microsoft.com/office/drawing/2014/main" id="{2906A395-3B17-477A-9F32-4D4C831E1C04}"/>
                  </a:ext>
                </a:extLst>
              </p:cNvPr>
              <p:cNvSpPr/>
              <p:nvPr/>
            </p:nvSpPr>
            <p:spPr>
              <a:xfrm>
                <a:off x="4010159"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6" name="椭圆 9435">
                <a:extLst>
                  <a:ext uri="{FF2B5EF4-FFF2-40B4-BE49-F238E27FC236}">
                    <a16:creationId xmlns:a16="http://schemas.microsoft.com/office/drawing/2014/main" id="{CF162220-29FE-4B48-AB18-AD90CED4C558}"/>
                  </a:ext>
                </a:extLst>
              </p:cNvPr>
              <p:cNvSpPr/>
              <p:nvPr/>
            </p:nvSpPr>
            <p:spPr>
              <a:xfrm>
                <a:off x="401482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7" name="椭圆 9436">
                <a:extLst>
                  <a:ext uri="{FF2B5EF4-FFF2-40B4-BE49-F238E27FC236}">
                    <a16:creationId xmlns:a16="http://schemas.microsoft.com/office/drawing/2014/main" id="{07FD8012-9A7E-497B-953F-76A7A8A5C26F}"/>
                  </a:ext>
                </a:extLst>
              </p:cNvPr>
              <p:cNvSpPr/>
              <p:nvPr/>
            </p:nvSpPr>
            <p:spPr>
              <a:xfrm>
                <a:off x="38446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8" name="椭圆 9437">
                <a:extLst>
                  <a:ext uri="{FF2B5EF4-FFF2-40B4-BE49-F238E27FC236}">
                    <a16:creationId xmlns:a16="http://schemas.microsoft.com/office/drawing/2014/main" id="{7C051464-40C1-41DB-8556-077438374B88}"/>
                  </a:ext>
                </a:extLst>
              </p:cNvPr>
              <p:cNvSpPr/>
              <p:nvPr/>
            </p:nvSpPr>
            <p:spPr>
              <a:xfrm>
                <a:off x="397290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9" name="椭圆 9438">
                <a:extLst>
                  <a:ext uri="{FF2B5EF4-FFF2-40B4-BE49-F238E27FC236}">
                    <a16:creationId xmlns:a16="http://schemas.microsoft.com/office/drawing/2014/main" id="{0261F44C-BFFB-4CCD-BD76-E04A1CDD24E3}"/>
                  </a:ext>
                </a:extLst>
              </p:cNvPr>
              <p:cNvSpPr/>
              <p:nvPr/>
            </p:nvSpPr>
            <p:spPr>
              <a:xfrm>
                <a:off x="3945046"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0" name="椭圆 9439">
                <a:extLst>
                  <a:ext uri="{FF2B5EF4-FFF2-40B4-BE49-F238E27FC236}">
                    <a16:creationId xmlns:a16="http://schemas.microsoft.com/office/drawing/2014/main" id="{6646B191-0965-4B44-947E-4CE4787B7F13}"/>
                  </a:ext>
                </a:extLst>
              </p:cNvPr>
              <p:cNvSpPr/>
              <p:nvPr/>
            </p:nvSpPr>
            <p:spPr>
              <a:xfrm>
                <a:off x="4031851"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1" name="椭圆 9440">
                <a:extLst>
                  <a:ext uri="{FF2B5EF4-FFF2-40B4-BE49-F238E27FC236}">
                    <a16:creationId xmlns:a16="http://schemas.microsoft.com/office/drawing/2014/main" id="{8D737AE8-BC98-46B9-9F21-DE53FD562D43}"/>
                  </a:ext>
                </a:extLst>
              </p:cNvPr>
              <p:cNvSpPr/>
              <p:nvPr/>
            </p:nvSpPr>
            <p:spPr>
              <a:xfrm>
                <a:off x="39712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2" name="椭圆 9441">
                <a:extLst>
                  <a:ext uri="{FF2B5EF4-FFF2-40B4-BE49-F238E27FC236}">
                    <a16:creationId xmlns:a16="http://schemas.microsoft.com/office/drawing/2014/main" id="{F39F01FE-F197-4406-9F84-91A93D574848}"/>
                  </a:ext>
                </a:extLst>
              </p:cNvPr>
              <p:cNvSpPr/>
              <p:nvPr/>
            </p:nvSpPr>
            <p:spPr>
              <a:xfrm>
                <a:off x="39691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3" name="椭圆 9442">
                <a:extLst>
                  <a:ext uri="{FF2B5EF4-FFF2-40B4-BE49-F238E27FC236}">
                    <a16:creationId xmlns:a16="http://schemas.microsoft.com/office/drawing/2014/main" id="{0B44758F-3806-4FA9-B906-45BF904A4122}"/>
                  </a:ext>
                </a:extLst>
              </p:cNvPr>
              <p:cNvSpPr/>
              <p:nvPr/>
            </p:nvSpPr>
            <p:spPr>
              <a:xfrm>
                <a:off x="39638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4" name="椭圆 9443">
                <a:extLst>
                  <a:ext uri="{FF2B5EF4-FFF2-40B4-BE49-F238E27FC236}">
                    <a16:creationId xmlns:a16="http://schemas.microsoft.com/office/drawing/2014/main" id="{23147D5A-B0C1-4C18-98A2-B2728A2A0A9A}"/>
                  </a:ext>
                </a:extLst>
              </p:cNvPr>
              <p:cNvSpPr/>
              <p:nvPr/>
            </p:nvSpPr>
            <p:spPr>
              <a:xfrm>
                <a:off x="401805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5" name="椭圆 9444">
                <a:extLst>
                  <a:ext uri="{FF2B5EF4-FFF2-40B4-BE49-F238E27FC236}">
                    <a16:creationId xmlns:a16="http://schemas.microsoft.com/office/drawing/2014/main" id="{12D202D9-06D8-4B9B-A696-0FD1C50C58E6}"/>
                  </a:ext>
                </a:extLst>
              </p:cNvPr>
              <p:cNvSpPr/>
              <p:nvPr/>
            </p:nvSpPr>
            <p:spPr>
              <a:xfrm>
                <a:off x="39896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6" name="椭圆 9445">
                <a:extLst>
                  <a:ext uri="{FF2B5EF4-FFF2-40B4-BE49-F238E27FC236}">
                    <a16:creationId xmlns:a16="http://schemas.microsoft.com/office/drawing/2014/main" id="{FF215949-A523-40AB-9FD9-A41B3485E0D3}"/>
                  </a:ext>
                </a:extLst>
              </p:cNvPr>
              <p:cNvSpPr/>
              <p:nvPr/>
            </p:nvSpPr>
            <p:spPr>
              <a:xfrm>
                <a:off x="3950148"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7" name="椭圆 9446">
                <a:extLst>
                  <a:ext uri="{FF2B5EF4-FFF2-40B4-BE49-F238E27FC236}">
                    <a16:creationId xmlns:a16="http://schemas.microsoft.com/office/drawing/2014/main" id="{D996C0E8-81AD-4F3F-9296-B94015B6AF67}"/>
                  </a:ext>
                </a:extLst>
              </p:cNvPr>
              <p:cNvSpPr/>
              <p:nvPr/>
            </p:nvSpPr>
            <p:spPr>
              <a:xfrm>
                <a:off x="4234566" y="243451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8" name="椭圆 9447">
                <a:extLst>
                  <a:ext uri="{FF2B5EF4-FFF2-40B4-BE49-F238E27FC236}">
                    <a16:creationId xmlns:a16="http://schemas.microsoft.com/office/drawing/2014/main" id="{BAE70817-6DEA-4A17-BBBA-47B3CD5C1454}"/>
                  </a:ext>
                </a:extLst>
              </p:cNvPr>
              <p:cNvSpPr/>
              <p:nvPr/>
            </p:nvSpPr>
            <p:spPr>
              <a:xfrm>
                <a:off x="40751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9" name="椭圆 9448">
                <a:extLst>
                  <a:ext uri="{FF2B5EF4-FFF2-40B4-BE49-F238E27FC236}">
                    <a16:creationId xmlns:a16="http://schemas.microsoft.com/office/drawing/2014/main" id="{DCFC7691-EF06-43D1-AC7D-36E638EE36BA}"/>
                  </a:ext>
                </a:extLst>
              </p:cNvPr>
              <p:cNvSpPr/>
              <p:nvPr/>
            </p:nvSpPr>
            <p:spPr>
              <a:xfrm>
                <a:off x="40305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0" name="椭圆 9449">
                <a:extLst>
                  <a:ext uri="{FF2B5EF4-FFF2-40B4-BE49-F238E27FC236}">
                    <a16:creationId xmlns:a16="http://schemas.microsoft.com/office/drawing/2014/main" id="{7EE9A8E0-0C2E-4D6F-8847-E8DDBDA441FF}"/>
                  </a:ext>
                </a:extLst>
              </p:cNvPr>
              <p:cNvSpPr/>
              <p:nvPr/>
            </p:nvSpPr>
            <p:spPr>
              <a:xfrm>
                <a:off x="40227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1" name="椭圆 9450">
                <a:extLst>
                  <a:ext uri="{FF2B5EF4-FFF2-40B4-BE49-F238E27FC236}">
                    <a16:creationId xmlns:a16="http://schemas.microsoft.com/office/drawing/2014/main" id="{1E8569DB-6D60-4F83-B1C4-DCDB5D762826}"/>
                  </a:ext>
                </a:extLst>
              </p:cNvPr>
              <p:cNvSpPr/>
              <p:nvPr/>
            </p:nvSpPr>
            <p:spPr>
              <a:xfrm>
                <a:off x="393609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2" name="椭圆 9451">
                <a:extLst>
                  <a:ext uri="{FF2B5EF4-FFF2-40B4-BE49-F238E27FC236}">
                    <a16:creationId xmlns:a16="http://schemas.microsoft.com/office/drawing/2014/main" id="{389FC85D-2DB3-476C-94B5-86ABCD7A3AEE}"/>
                  </a:ext>
                </a:extLst>
              </p:cNvPr>
              <p:cNvSpPr/>
              <p:nvPr/>
            </p:nvSpPr>
            <p:spPr>
              <a:xfrm>
                <a:off x="402674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3" name="椭圆 9452">
                <a:extLst>
                  <a:ext uri="{FF2B5EF4-FFF2-40B4-BE49-F238E27FC236}">
                    <a16:creationId xmlns:a16="http://schemas.microsoft.com/office/drawing/2014/main" id="{5BA0205C-CF78-474C-A833-D32CD1993ADA}"/>
                  </a:ext>
                </a:extLst>
              </p:cNvPr>
              <p:cNvSpPr/>
              <p:nvPr/>
            </p:nvSpPr>
            <p:spPr>
              <a:xfrm>
                <a:off x="400223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4" name="椭圆 9453">
                <a:extLst>
                  <a:ext uri="{FF2B5EF4-FFF2-40B4-BE49-F238E27FC236}">
                    <a16:creationId xmlns:a16="http://schemas.microsoft.com/office/drawing/2014/main" id="{D96930A7-D7EF-45B8-B743-84C3CDB4399C}"/>
                  </a:ext>
                </a:extLst>
              </p:cNvPr>
              <p:cNvSpPr/>
              <p:nvPr/>
            </p:nvSpPr>
            <p:spPr>
              <a:xfrm>
                <a:off x="4120894"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5" name="椭圆 9454">
                <a:extLst>
                  <a:ext uri="{FF2B5EF4-FFF2-40B4-BE49-F238E27FC236}">
                    <a16:creationId xmlns:a16="http://schemas.microsoft.com/office/drawing/2014/main" id="{C4054836-49FE-41E6-B8AD-96881D11786E}"/>
                  </a:ext>
                </a:extLst>
              </p:cNvPr>
              <p:cNvSpPr/>
              <p:nvPr/>
            </p:nvSpPr>
            <p:spPr>
              <a:xfrm>
                <a:off x="4342658" y="271015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6" name="椭圆 9455">
                <a:extLst>
                  <a:ext uri="{FF2B5EF4-FFF2-40B4-BE49-F238E27FC236}">
                    <a16:creationId xmlns:a16="http://schemas.microsoft.com/office/drawing/2014/main" id="{B58ED9C5-B990-4FEB-9974-662A62262F11}"/>
                  </a:ext>
                </a:extLst>
              </p:cNvPr>
              <p:cNvSpPr/>
              <p:nvPr/>
            </p:nvSpPr>
            <p:spPr>
              <a:xfrm>
                <a:off x="383475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7" name="椭圆 9456">
                <a:extLst>
                  <a:ext uri="{FF2B5EF4-FFF2-40B4-BE49-F238E27FC236}">
                    <a16:creationId xmlns:a16="http://schemas.microsoft.com/office/drawing/2014/main" id="{F0590F69-F99D-4C2A-A2B7-C33242D75BD9}"/>
                  </a:ext>
                </a:extLst>
              </p:cNvPr>
              <p:cNvSpPr/>
              <p:nvPr/>
            </p:nvSpPr>
            <p:spPr>
              <a:xfrm>
                <a:off x="39808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8" name="椭圆 9457">
                <a:extLst>
                  <a:ext uri="{FF2B5EF4-FFF2-40B4-BE49-F238E27FC236}">
                    <a16:creationId xmlns:a16="http://schemas.microsoft.com/office/drawing/2014/main" id="{EE20F35B-CE41-492C-A61F-CCA6FC926073}"/>
                  </a:ext>
                </a:extLst>
              </p:cNvPr>
              <p:cNvSpPr/>
              <p:nvPr/>
            </p:nvSpPr>
            <p:spPr>
              <a:xfrm>
                <a:off x="4113076"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9" name="椭圆 9458">
                <a:extLst>
                  <a:ext uri="{FF2B5EF4-FFF2-40B4-BE49-F238E27FC236}">
                    <a16:creationId xmlns:a16="http://schemas.microsoft.com/office/drawing/2014/main" id="{91E4C6E1-7B96-4C35-8820-DB76E4B7755B}"/>
                  </a:ext>
                </a:extLst>
              </p:cNvPr>
              <p:cNvSpPr/>
              <p:nvPr/>
            </p:nvSpPr>
            <p:spPr>
              <a:xfrm>
                <a:off x="403530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0" name="椭圆 9459">
                <a:extLst>
                  <a:ext uri="{FF2B5EF4-FFF2-40B4-BE49-F238E27FC236}">
                    <a16:creationId xmlns:a16="http://schemas.microsoft.com/office/drawing/2014/main" id="{2F4664B6-7179-4105-9A9F-08C8127BF9AB}"/>
                  </a:ext>
                </a:extLst>
              </p:cNvPr>
              <p:cNvSpPr/>
              <p:nvPr/>
            </p:nvSpPr>
            <p:spPr>
              <a:xfrm>
                <a:off x="3956755"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1" name="椭圆 9460">
                <a:extLst>
                  <a:ext uri="{FF2B5EF4-FFF2-40B4-BE49-F238E27FC236}">
                    <a16:creationId xmlns:a16="http://schemas.microsoft.com/office/drawing/2014/main" id="{05F8915A-8AD6-4AC4-9A12-DEBFA5888BCF}"/>
                  </a:ext>
                </a:extLst>
              </p:cNvPr>
              <p:cNvSpPr/>
              <p:nvPr/>
            </p:nvSpPr>
            <p:spPr>
              <a:xfrm>
                <a:off x="4009535" y="2831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2" name="椭圆 9461">
                <a:extLst>
                  <a:ext uri="{FF2B5EF4-FFF2-40B4-BE49-F238E27FC236}">
                    <a16:creationId xmlns:a16="http://schemas.microsoft.com/office/drawing/2014/main" id="{3B9DFC89-333A-4C3C-9A6D-5382585F7607}"/>
                  </a:ext>
                </a:extLst>
              </p:cNvPr>
              <p:cNvSpPr/>
              <p:nvPr/>
            </p:nvSpPr>
            <p:spPr>
              <a:xfrm>
                <a:off x="3933007"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3" name="椭圆 9462">
                <a:extLst>
                  <a:ext uri="{FF2B5EF4-FFF2-40B4-BE49-F238E27FC236}">
                    <a16:creationId xmlns:a16="http://schemas.microsoft.com/office/drawing/2014/main" id="{C0B0D5BB-A0AB-4C19-AE04-8D58954CF533}"/>
                  </a:ext>
                </a:extLst>
              </p:cNvPr>
              <p:cNvSpPr/>
              <p:nvPr/>
            </p:nvSpPr>
            <p:spPr>
              <a:xfrm>
                <a:off x="40713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4" name="椭圆 9463">
                <a:extLst>
                  <a:ext uri="{FF2B5EF4-FFF2-40B4-BE49-F238E27FC236}">
                    <a16:creationId xmlns:a16="http://schemas.microsoft.com/office/drawing/2014/main" id="{DDABA49C-CC56-4647-8F90-418EFAE0AA65}"/>
                  </a:ext>
                </a:extLst>
              </p:cNvPr>
              <p:cNvSpPr/>
              <p:nvPr/>
            </p:nvSpPr>
            <p:spPr>
              <a:xfrm>
                <a:off x="4111718" y="2994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5" name="椭圆 9464">
                <a:extLst>
                  <a:ext uri="{FF2B5EF4-FFF2-40B4-BE49-F238E27FC236}">
                    <a16:creationId xmlns:a16="http://schemas.microsoft.com/office/drawing/2014/main" id="{E7310E34-89B2-4CE1-B242-612B9F1E8D22}"/>
                  </a:ext>
                </a:extLst>
              </p:cNvPr>
              <p:cNvSpPr/>
              <p:nvPr/>
            </p:nvSpPr>
            <p:spPr>
              <a:xfrm>
                <a:off x="4144605"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6" name="椭圆 9465">
                <a:extLst>
                  <a:ext uri="{FF2B5EF4-FFF2-40B4-BE49-F238E27FC236}">
                    <a16:creationId xmlns:a16="http://schemas.microsoft.com/office/drawing/2014/main" id="{244C427B-DD6E-4DA6-9E06-0FD693DC4A3F}"/>
                  </a:ext>
                </a:extLst>
              </p:cNvPr>
              <p:cNvSpPr/>
              <p:nvPr/>
            </p:nvSpPr>
            <p:spPr>
              <a:xfrm>
                <a:off x="4196247"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7" name="椭圆 9466">
                <a:extLst>
                  <a:ext uri="{FF2B5EF4-FFF2-40B4-BE49-F238E27FC236}">
                    <a16:creationId xmlns:a16="http://schemas.microsoft.com/office/drawing/2014/main" id="{4D244053-B5E0-4F90-B1FF-C73984876615}"/>
                  </a:ext>
                </a:extLst>
              </p:cNvPr>
              <p:cNvSpPr/>
              <p:nvPr/>
            </p:nvSpPr>
            <p:spPr>
              <a:xfrm>
                <a:off x="3978300" y="29528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8" name="椭圆 9467">
                <a:extLst>
                  <a:ext uri="{FF2B5EF4-FFF2-40B4-BE49-F238E27FC236}">
                    <a16:creationId xmlns:a16="http://schemas.microsoft.com/office/drawing/2014/main" id="{E51A9AFD-AAB4-4C9A-B5BE-175D609E6794}"/>
                  </a:ext>
                </a:extLst>
              </p:cNvPr>
              <p:cNvSpPr/>
              <p:nvPr/>
            </p:nvSpPr>
            <p:spPr>
              <a:xfrm>
                <a:off x="3994266"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9" name="椭圆 9468">
                <a:extLst>
                  <a:ext uri="{FF2B5EF4-FFF2-40B4-BE49-F238E27FC236}">
                    <a16:creationId xmlns:a16="http://schemas.microsoft.com/office/drawing/2014/main" id="{D2C5B509-E1B0-4CDE-8418-CECDE949F5FD}"/>
                  </a:ext>
                </a:extLst>
              </p:cNvPr>
              <p:cNvSpPr/>
              <p:nvPr/>
            </p:nvSpPr>
            <p:spPr>
              <a:xfrm>
                <a:off x="4012288"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0" name="椭圆 9469">
                <a:extLst>
                  <a:ext uri="{FF2B5EF4-FFF2-40B4-BE49-F238E27FC236}">
                    <a16:creationId xmlns:a16="http://schemas.microsoft.com/office/drawing/2014/main" id="{F5373106-189D-4DE7-BC2D-5F8176476352}"/>
                  </a:ext>
                </a:extLst>
              </p:cNvPr>
              <p:cNvSpPr/>
              <p:nvPr/>
            </p:nvSpPr>
            <p:spPr>
              <a:xfrm>
                <a:off x="403126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1" name="椭圆 9470">
                <a:extLst>
                  <a:ext uri="{FF2B5EF4-FFF2-40B4-BE49-F238E27FC236}">
                    <a16:creationId xmlns:a16="http://schemas.microsoft.com/office/drawing/2014/main" id="{576BF3D6-D653-4310-B044-4D556B559F38}"/>
                  </a:ext>
                </a:extLst>
              </p:cNvPr>
              <p:cNvSpPr/>
              <p:nvPr/>
            </p:nvSpPr>
            <p:spPr>
              <a:xfrm>
                <a:off x="40300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2" name="椭圆 9471">
                <a:extLst>
                  <a:ext uri="{FF2B5EF4-FFF2-40B4-BE49-F238E27FC236}">
                    <a16:creationId xmlns:a16="http://schemas.microsoft.com/office/drawing/2014/main" id="{13239EAA-FE7B-4F83-ACCA-2473A7A68DA7}"/>
                  </a:ext>
                </a:extLst>
              </p:cNvPr>
              <p:cNvSpPr/>
              <p:nvPr/>
            </p:nvSpPr>
            <p:spPr>
              <a:xfrm>
                <a:off x="4021977" y="2852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3" name="椭圆 9472">
                <a:extLst>
                  <a:ext uri="{FF2B5EF4-FFF2-40B4-BE49-F238E27FC236}">
                    <a16:creationId xmlns:a16="http://schemas.microsoft.com/office/drawing/2014/main" id="{33044433-5827-45BF-A602-5D6DF93275D2}"/>
                  </a:ext>
                </a:extLst>
              </p:cNvPr>
              <p:cNvSpPr/>
              <p:nvPr/>
            </p:nvSpPr>
            <p:spPr>
              <a:xfrm>
                <a:off x="3966628"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4" name="椭圆 9473">
                <a:extLst>
                  <a:ext uri="{FF2B5EF4-FFF2-40B4-BE49-F238E27FC236}">
                    <a16:creationId xmlns:a16="http://schemas.microsoft.com/office/drawing/2014/main" id="{352789FB-BF41-43C1-9F8D-6460F50677EF}"/>
                  </a:ext>
                </a:extLst>
              </p:cNvPr>
              <p:cNvSpPr/>
              <p:nvPr/>
            </p:nvSpPr>
            <p:spPr>
              <a:xfrm>
                <a:off x="4014783" y="29313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5" name="椭圆 9474">
                <a:extLst>
                  <a:ext uri="{FF2B5EF4-FFF2-40B4-BE49-F238E27FC236}">
                    <a16:creationId xmlns:a16="http://schemas.microsoft.com/office/drawing/2014/main" id="{A0A65930-35CD-41B3-A0AB-07D8CE5A8526}"/>
                  </a:ext>
                </a:extLst>
              </p:cNvPr>
              <p:cNvSpPr/>
              <p:nvPr/>
            </p:nvSpPr>
            <p:spPr>
              <a:xfrm>
                <a:off x="4016619" y="2866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6" name="椭圆 9475">
                <a:extLst>
                  <a:ext uri="{FF2B5EF4-FFF2-40B4-BE49-F238E27FC236}">
                    <a16:creationId xmlns:a16="http://schemas.microsoft.com/office/drawing/2014/main" id="{148ADC35-21EC-40CC-A132-A9E6A0316EA3}"/>
                  </a:ext>
                </a:extLst>
              </p:cNvPr>
              <p:cNvSpPr/>
              <p:nvPr/>
            </p:nvSpPr>
            <p:spPr>
              <a:xfrm>
                <a:off x="3995367"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7" name="椭圆 9476">
                <a:extLst>
                  <a:ext uri="{FF2B5EF4-FFF2-40B4-BE49-F238E27FC236}">
                    <a16:creationId xmlns:a16="http://schemas.microsoft.com/office/drawing/2014/main" id="{D4AC691B-67AB-422B-9C65-581AAD3A088A}"/>
                  </a:ext>
                </a:extLst>
              </p:cNvPr>
              <p:cNvSpPr/>
              <p:nvPr/>
            </p:nvSpPr>
            <p:spPr>
              <a:xfrm>
                <a:off x="4011407"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8" name="椭圆 9477">
                <a:extLst>
                  <a:ext uri="{FF2B5EF4-FFF2-40B4-BE49-F238E27FC236}">
                    <a16:creationId xmlns:a16="http://schemas.microsoft.com/office/drawing/2014/main" id="{1A464601-2779-4BF2-B2D6-A59A66587F47}"/>
                  </a:ext>
                </a:extLst>
              </p:cNvPr>
              <p:cNvSpPr/>
              <p:nvPr/>
            </p:nvSpPr>
            <p:spPr>
              <a:xfrm>
                <a:off x="405302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9" name="椭圆 9478">
                <a:extLst>
                  <a:ext uri="{FF2B5EF4-FFF2-40B4-BE49-F238E27FC236}">
                    <a16:creationId xmlns:a16="http://schemas.microsoft.com/office/drawing/2014/main" id="{FB37FBBD-5D0E-455C-9E5F-92F05979AE2C}"/>
                  </a:ext>
                </a:extLst>
              </p:cNvPr>
              <p:cNvSpPr/>
              <p:nvPr/>
            </p:nvSpPr>
            <p:spPr>
              <a:xfrm>
                <a:off x="393341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0" name="椭圆 9479">
                <a:extLst>
                  <a:ext uri="{FF2B5EF4-FFF2-40B4-BE49-F238E27FC236}">
                    <a16:creationId xmlns:a16="http://schemas.microsoft.com/office/drawing/2014/main" id="{F14177F5-7C77-44FC-A5C3-55183350A09B}"/>
                  </a:ext>
                </a:extLst>
              </p:cNvPr>
              <p:cNvSpPr/>
              <p:nvPr/>
            </p:nvSpPr>
            <p:spPr>
              <a:xfrm>
                <a:off x="401360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1" name="椭圆 9480">
                <a:extLst>
                  <a:ext uri="{FF2B5EF4-FFF2-40B4-BE49-F238E27FC236}">
                    <a16:creationId xmlns:a16="http://schemas.microsoft.com/office/drawing/2014/main" id="{7723CC0A-E7CA-4DBD-A964-34CC8E324967}"/>
                  </a:ext>
                </a:extLst>
              </p:cNvPr>
              <p:cNvSpPr/>
              <p:nvPr/>
            </p:nvSpPr>
            <p:spPr>
              <a:xfrm>
                <a:off x="3831338"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2" name="椭圆 9481">
                <a:extLst>
                  <a:ext uri="{FF2B5EF4-FFF2-40B4-BE49-F238E27FC236}">
                    <a16:creationId xmlns:a16="http://schemas.microsoft.com/office/drawing/2014/main" id="{36F7F929-93CE-477B-AA70-ECFF22DCFCFD}"/>
                  </a:ext>
                </a:extLst>
              </p:cNvPr>
              <p:cNvSpPr/>
              <p:nvPr/>
            </p:nvSpPr>
            <p:spPr>
              <a:xfrm>
                <a:off x="397932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3" name="椭圆 9482">
                <a:extLst>
                  <a:ext uri="{FF2B5EF4-FFF2-40B4-BE49-F238E27FC236}">
                    <a16:creationId xmlns:a16="http://schemas.microsoft.com/office/drawing/2014/main" id="{4E7EC0CE-A0BA-4CBB-B6D7-871B40F36C93}"/>
                  </a:ext>
                </a:extLst>
              </p:cNvPr>
              <p:cNvSpPr/>
              <p:nvPr/>
            </p:nvSpPr>
            <p:spPr>
              <a:xfrm>
                <a:off x="399349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4" name="椭圆 9483">
                <a:extLst>
                  <a:ext uri="{FF2B5EF4-FFF2-40B4-BE49-F238E27FC236}">
                    <a16:creationId xmlns:a16="http://schemas.microsoft.com/office/drawing/2014/main" id="{560F879A-B5DA-4CE3-91EC-4B2CE83DF9BF}"/>
                  </a:ext>
                </a:extLst>
              </p:cNvPr>
              <p:cNvSpPr/>
              <p:nvPr/>
            </p:nvSpPr>
            <p:spPr>
              <a:xfrm>
                <a:off x="396817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5" name="椭圆 9484">
                <a:extLst>
                  <a:ext uri="{FF2B5EF4-FFF2-40B4-BE49-F238E27FC236}">
                    <a16:creationId xmlns:a16="http://schemas.microsoft.com/office/drawing/2014/main" id="{9018426F-CDC7-47C1-A20E-E3061D573485}"/>
                  </a:ext>
                </a:extLst>
              </p:cNvPr>
              <p:cNvSpPr/>
              <p:nvPr/>
            </p:nvSpPr>
            <p:spPr>
              <a:xfrm>
                <a:off x="40173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6" name="椭圆 9485">
                <a:extLst>
                  <a:ext uri="{FF2B5EF4-FFF2-40B4-BE49-F238E27FC236}">
                    <a16:creationId xmlns:a16="http://schemas.microsoft.com/office/drawing/2014/main" id="{A52BBC0A-A8DC-4626-B74A-7E35A9430739}"/>
                  </a:ext>
                </a:extLst>
              </p:cNvPr>
              <p:cNvSpPr/>
              <p:nvPr/>
            </p:nvSpPr>
            <p:spPr>
              <a:xfrm>
                <a:off x="38914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7" name="椭圆 9486">
                <a:extLst>
                  <a:ext uri="{FF2B5EF4-FFF2-40B4-BE49-F238E27FC236}">
                    <a16:creationId xmlns:a16="http://schemas.microsoft.com/office/drawing/2014/main" id="{881712DB-69CC-4C04-8670-8CF90871963F}"/>
                  </a:ext>
                </a:extLst>
              </p:cNvPr>
              <p:cNvSpPr/>
              <p:nvPr/>
            </p:nvSpPr>
            <p:spPr>
              <a:xfrm>
                <a:off x="3982704"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8" name="椭圆 9487">
                <a:extLst>
                  <a:ext uri="{FF2B5EF4-FFF2-40B4-BE49-F238E27FC236}">
                    <a16:creationId xmlns:a16="http://schemas.microsoft.com/office/drawing/2014/main" id="{720D774A-07C3-4696-8574-2F6C7BFCDE7C}"/>
                  </a:ext>
                </a:extLst>
              </p:cNvPr>
              <p:cNvSpPr/>
              <p:nvPr/>
            </p:nvSpPr>
            <p:spPr>
              <a:xfrm>
                <a:off x="3825429" y="28469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9" name="椭圆 9488">
                <a:extLst>
                  <a:ext uri="{FF2B5EF4-FFF2-40B4-BE49-F238E27FC236}">
                    <a16:creationId xmlns:a16="http://schemas.microsoft.com/office/drawing/2014/main" id="{C1DE8577-6374-4E5E-BC70-9255B5AC9845}"/>
                  </a:ext>
                </a:extLst>
              </p:cNvPr>
              <p:cNvSpPr/>
              <p:nvPr/>
            </p:nvSpPr>
            <p:spPr>
              <a:xfrm>
                <a:off x="4064113"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0" name="椭圆 9489">
                <a:extLst>
                  <a:ext uri="{FF2B5EF4-FFF2-40B4-BE49-F238E27FC236}">
                    <a16:creationId xmlns:a16="http://schemas.microsoft.com/office/drawing/2014/main" id="{854ECDA4-67AA-41E0-8303-A82A8774D71E}"/>
                  </a:ext>
                </a:extLst>
              </p:cNvPr>
              <p:cNvSpPr/>
              <p:nvPr/>
            </p:nvSpPr>
            <p:spPr>
              <a:xfrm>
                <a:off x="39983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1" name="椭圆 9490">
                <a:extLst>
                  <a:ext uri="{FF2B5EF4-FFF2-40B4-BE49-F238E27FC236}">
                    <a16:creationId xmlns:a16="http://schemas.microsoft.com/office/drawing/2014/main" id="{162B672D-C2CA-4F63-B44E-E1DD41AF8A90}"/>
                  </a:ext>
                </a:extLst>
              </p:cNvPr>
              <p:cNvSpPr/>
              <p:nvPr/>
            </p:nvSpPr>
            <p:spPr>
              <a:xfrm>
                <a:off x="3881806"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2" name="椭圆 9491">
                <a:extLst>
                  <a:ext uri="{FF2B5EF4-FFF2-40B4-BE49-F238E27FC236}">
                    <a16:creationId xmlns:a16="http://schemas.microsoft.com/office/drawing/2014/main" id="{7377CD97-410B-4E24-88A8-BE7ED1C968B6}"/>
                  </a:ext>
                </a:extLst>
              </p:cNvPr>
              <p:cNvSpPr/>
              <p:nvPr/>
            </p:nvSpPr>
            <p:spPr>
              <a:xfrm>
                <a:off x="4044146"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3" name="椭圆 9492">
                <a:extLst>
                  <a:ext uri="{FF2B5EF4-FFF2-40B4-BE49-F238E27FC236}">
                    <a16:creationId xmlns:a16="http://schemas.microsoft.com/office/drawing/2014/main" id="{75DECF50-6A8C-42A8-A3FC-3A95E7E05431}"/>
                  </a:ext>
                </a:extLst>
              </p:cNvPr>
              <p:cNvSpPr/>
              <p:nvPr/>
            </p:nvSpPr>
            <p:spPr>
              <a:xfrm>
                <a:off x="401074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4" name="椭圆 9493">
                <a:extLst>
                  <a:ext uri="{FF2B5EF4-FFF2-40B4-BE49-F238E27FC236}">
                    <a16:creationId xmlns:a16="http://schemas.microsoft.com/office/drawing/2014/main" id="{81CCE5C5-1510-4891-BEA7-D066DB69513E}"/>
                  </a:ext>
                </a:extLst>
              </p:cNvPr>
              <p:cNvSpPr/>
              <p:nvPr/>
            </p:nvSpPr>
            <p:spPr>
              <a:xfrm>
                <a:off x="400648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5" name="椭圆 9494">
                <a:extLst>
                  <a:ext uri="{FF2B5EF4-FFF2-40B4-BE49-F238E27FC236}">
                    <a16:creationId xmlns:a16="http://schemas.microsoft.com/office/drawing/2014/main" id="{8F0A3A49-3963-4A44-9081-AA571E48D2E7}"/>
                  </a:ext>
                </a:extLst>
              </p:cNvPr>
              <p:cNvSpPr/>
              <p:nvPr/>
            </p:nvSpPr>
            <p:spPr>
              <a:xfrm>
                <a:off x="4028657"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6" name="椭圆 9495">
                <a:extLst>
                  <a:ext uri="{FF2B5EF4-FFF2-40B4-BE49-F238E27FC236}">
                    <a16:creationId xmlns:a16="http://schemas.microsoft.com/office/drawing/2014/main" id="{5EE58EB3-9215-4213-AE47-4A765D3E1BFC}"/>
                  </a:ext>
                </a:extLst>
              </p:cNvPr>
              <p:cNvSpPr/>
              <p:nvPr/>
            </p:nvSpPr>
            <p:spPr>
              <a:xfrm>
                <a:off x="4075491"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7" name="椭圆 9496">
                <a:extLst>
                  <a:ext uri="{FF2B5EF4-FFF2-40B4-BE49-F238E27FC236}">
                    <a16:creationId xmlns:a16="http://schemas.microsoft.com/office/drawing/2014/main" id="{B5BDA858-B43F-4DF0-AB2E-1CF4D4C594F2}"/>
                  </a:ext>
                </a:extLst>
              </p:cNvPr>
              <p:cNvSpPr/>
              <p:nvPr/>
            </p:nvSpPr>
            <p:spPr>
              <a:xfrm>
                <a:off x="4100890" y="29780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8" name="椭圆 9497">
                <a:extLst>
                  <a:ext uri="{FF2B5EF4-FFF2-40B4-BE49-F238E27FC236}">
                    <a16:creationId xmlns:a16="http://schemas.microsoft.com/office/drawing/2014/main" id="{BCC15EC0-DD23-4905-AEB3-FB2E6597E31D}"/>
                  </a:ext>
                </a:extLst>
              </p:cNvPr>
              <p:cNvSpPr/>
              <p:nvPr/>
            </p:nvSpPr>
            <p:spPr>
              <a:xfrm>
                <a:off x="40875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9" name="椭圆 9498">
                <a:extLst>
                  <a:ext uri="{FF2B5EF4-FFF2-40B4-BE49-F238E27FC236}">
                    <a16:creationId xmlns:a16="http://schemas.microsoft.com/office/drawing/2014/main" id="{17FDBF3E-3CCA-4D41-B7F7-C1DBD29B9412}"/>
                  </a:ext>
                </a:extLst>
              </p:cNvPr>
              <p:cNvSpPr/>
              <p:nvPr/>
            </p:nvSpPr>
            <p:spPr>
              <a:xfrm>
                <a:off x="3894799" y="28984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0" name="椭圆 9499">
                <a:extLst>
                  <a:ext uri="{FF2B5EF4-FFF2-40B4-BE49-F238E27FC236}">
                    <a16:creationId xmlns:a16="http://schemas.microsoft.com/office/drawing/2014/main" id="{39FFB54C-D391-4EE9-B260-C8EF67D711FF}"/>
                  </a:ext>
                </a:extLst>
              </p:cNvPr>
              <p:cNvSpPr/>
              <p:nvPr/>
            </p:nvSpPr>
            <p:spPr>
              <a:xfrm>
                <a:off x="3794891" y="28984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1" name="椭圆 9500">
                <a:extLst>
                  <a:ext uri="{FF2B5EF4-FFF2-40B4-BE49-F238E27FC236}">
                    <a16:creationId xmlns:a16="http://schemas.microsoft.com/office/drawing/2014/main" id="{AD0F54B1-6EC5-4B96-B8A4-528ACE18ED98}"/>
                  </a:ext>
                </a:extLst>
              </p:cNvPr>
              <p:cNvSpPr/>
              <p:nvPr/>
            </p:nvSpPr>
            <p:spPr>
              <a:xfrm>
                <a:off x="3880227" y="29091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2" name="椭圆 9501">
                <a:extLst>
                  <a:ext uri="{FF2B5EF4-FFF2-40B4-BE49-F238E27FC236}">
                    <a16:creationId xmlns:a16="http://schemas.microsoft.com/office/drawing/2014/main" id="{C92468E4-5661-4B5C-88AD-82CC2F693B21}"/>
                  </a:ext>
                </a:extLst>
              </p:cNvPr>
              <p:cNvSpPr/>
              <p:nvPr/>
            </p:nvSpPr>
            <p:spPr>
              <a:xfrm>
                <a:off x="3761527" y="29177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3" name="椭圆 9502">
                <a:extLst>
                  <a:ext uri="{FF2B5EF4-FFF2-40B4-BE49-F238E27FC236}">
                    <a16:creationId xmlns:a16="http://schemas.microsoft.com/office/drawing/2014/main" id="{2AC89EA2-AF65-4C2D-930D-7CB2A20BE7F1}"/>
                  </a:ext>
                </a:extLst>
              </p:cNvPr>
              <p:cNvSpPr/>
              <p:nvPr/>
            </p:nvSpPr>
            <p:spPr>
              <a:xfrm>
                <a:off x="3901479"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4" name="椭圆 9503">
                <a:extLst>
                  <a:ext uri="{FF2B5EF4-FFF2-40B4-BE49-F238E27FC236}">
                    <a16:creationId xmlns:a16="http://schemas.microsoft.com/office/drawing/2014/main" id="{FFA97363-264E-430E-BA2E-7BB411C4A741}"/>
                  </a:ext>
                </a:extLst>
              </p:cNvPr>
              <p:cNvSpPr/>
              <p:nvPr/>
            </p:nvSpPr>
            <p:spPr>
              <a:xfrm>
                <a:off x="3877108" y="29178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5" name="椭圆 9504">
                <a:extLst>
                  <a:ext uri="{FF2B5EF4-FFF2-40B4-BE49-F238E27FC236}">
                    <a16:creationId xmlns:a16="http://schemas.microsoft.com/office/drawing/2014/main" id="{E4B40FEF-97CB-4E75-ACED-2FF08158142F}"/>
                  </a:ext>
                </a:extLst>
              </p:cNvPr>
              <p:cNvSpPr/>
              <p:nvPr/>
            </p:nvSpPr>
            <p:spPr>
              <a:xfrm>
                <a:off x="4073106" y="27405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6" name="椭圆 9505">
                <a:extLst>
                  <a:ext uri="{FF2B5EF4-FFF2-40B4-BE49-F238E27FC236}">
                    <a16:creationId xmlns:a16="http://schemas.microsoft.com/office/drawing/2014/main" id="{57D4608F-57AF-4744-880D-B7D37E6650AD}"/>
                  </a:ext>
                </a:extLst>
              </p:cNvPr>
              <p:cNvSpPr/>
              <p:nvPr/>
            </p:nvSpPr>
            <p:spPr>
              <a:xfrm>
                <a:off x="4203771" y="27424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7" name="椭圆 9506">
                <a:extLst>
                  <a:ext uri="{FF2B5EF4-FFF2-40B4-BE49-F238E27FC236}">
                    <a16:creationId xmlns:a16="http://schemas.microsoft.com/office/drawing/2014/main" id="{20C38715-C598-4D21-9A2F-8BD633D680A3}"/>
                  </a:ext>
                </a:extLst>
              </p:cNvPr>
              <p:cNvSpPr/>
              <p:nvPr/>
            </p:nvSpPr>
            <p:spPr>
              <a:xfrm>
                <a:off x="401981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8" name="椭圆 9507">
                <a:extLst>
                  <a:ext uri="{FF2B5EF4-FFF2-40B4-BE49-F238E27FC236}">
                    <a16:creationId xmlns:a16="http://schemas.microsoft.com/office/drawing/2014/main" id="{21018C2F-9664-41C1-874B-15F2056C76E2}"/>
                  </a:ext>
                </a:extLst>
              </p:cNvPr>
              <p:cNvSpPr/>
              <p:nvPr/>
            </p:nvSpPr>
            <p:spPr>
              <a:xfrm>
                <a:off x="4077180" y="28957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9" name="椭圆 9508">
                <a:extLst>
                  <a:ext uri="{FF2B5EF4-FFF2-40B4-BE49-F238E27FC236}">
                    <a16:creationId xmlns:a16="http://schemas.microsoft.com/office/drawing/2014/main" id="{46268CBF-8576-42FB-A6BE-14A51853B967}"/>
                  </a:ext>
                </a:extLst>
              </p:cNvPr>
              <p:cNvSpPr/>
              <p:nvPr/>
            </p:nvSpPr>
            <p:spPr>
              <a:xfrm>
                <a:off x="4073693" y="2987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0" name="椭圆 9509">
                <a:extLst>
                  <a:ext uri="{FF2B5EF4-FFF2-40B4-BE49-F238E27FC236}">
                    <a16:creationId xmlns:a16="http://schemas.microsoft.com/office/drawing/2014/main" id="{5CECEEFF-67FF-4A94-90B4-39AEFBF430A2}"/>
                  </a:ext>
                </a:extLst>
              </p:cNvPr>
              <p:cNvSpPr/>
              <p:nvPr/>
            </p:nvSpPr>
            <p:spPr>
              <a:xfrm>
                <a:off x="4096706"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1" name="椭圆 9510">
                <a:extLst>
                  <a:ext uri="{FF2B5EF4-FFF2-40B4-BE49-F238E27FC236}">
                    <a16:creationId xmlns:a16="http://schemas.microsoft.com/office/drawing/2014/main" id="{3BAB5B63-2201-44E6-84C4-8A4BDA5A64E3}"/>
                  </a:ext>
                </a:extLst>
              </p:cNvPr>
              <p:cNvSpPr/>
              <p:nvPr/>
            </p:nvSpPr>
            <p:spPr>
              <a:xfrm>
                <a:off x="39709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2" name="椭圆 9511">
                <a:extLst>
                  <a:ext uri="{FF2B5EF4-FFF2-40B4-BE49-F238E27FC236}">
                    <a16:creationId xmlns:a16="http://schemas.microsoft.com/office/drawing/2014/main" id="{7F3B0750-191D-4117-9AD8-D0E7396A6004}"/>
                  </a:ext>
                </a:extLst>
              </p:cNvPr>
              <p:cNvSpPr/>
              <p:nvPr/>
            </p:nvSpPr>
            <p:spPr>
              <a:xfrm>
                <a:off x="4135025" y="29369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3" name="椭圆 9512">
                <a:extLst>
                  <a:ext uri="{FF2B5EF4-FFF2-40B4-BE49-F238E27FC236}">
                    <a16:creationId xmlns:a16="http://schemas.microsoft.com/office/drawing/2014/main" id="{4665795D-C460-46EE-B752-F68118F2E09D}"/>
                  </a:ext>
                </a:extLst>
              </p:cNvPr>
              <p:cNvSpPr/>
              <p:nvPr/>
            </p:nvSpPr>
            <p:spPr>
              <a:xfrm>
                <a:off x="3951543"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4" name="椭圆 9513">
                <a:extLst>
                  <a:ext uri="{FF2B5EF4-FFF2-40B4-BE49-F238E27FC236}">
                    <a16:creationId xmlns:a16="http://schemas.microsoft.com/office/drawing/2014/main" id="{8A88964F-FDB6-4B2E-86BD-9FB56F4E6575}"/>
                  </a:ext>
                </a:extLst>
              </p:cNvPr>
              <p:cNvSpPr/>
              <p:nvPr/>
            </p:nvSpPr>
            <p:spPr>
              <a:xfrm>
                <a:off x="3943321" y="3003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5" name="椭圆 9514">
                <a:extLst>
                  <a:ext uri="{FF2B5EF4-FFF2-40B4-BE49-F238E27FC236}">
                    <a16:creationId xmlns:a16="http://schemas.microsoft.com/office/drawing/2014/main" id="{2F3F2DCF-4732-4EAD-8000-8AB8AE782EB4}"/>
                  </a:ext>
                </a:extLst>
              </p:cNvPr>
              <p:cNvSpPr/>
              <p:nvPr/>
            </p:nvSpPr>
            <p:spPr>
              <a:xfrm>
                <a:off x="3843267" y="28271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6" name="椭圆 9515">
                <a:extLst>
                  <a:ext uri="{FF2B5EF4-FFF2-40B4-BE49-F238E27FC236}">
                    <a16:creationId xmlns:a16="http://schemas.microsoft.com/office/drawing/2014/main" id="{C13464A7-1262-4DD8-BBA2-C41D8D35B87E}"/>
                  </a:ext>
                </a:extLst>
              </p:cNvPr>
              <p:cNvSpPr/>
              <p:nvPr/>
            </p:nvSpPr>
            <p:spPr>
              <a:xfrm>
                <a:off x="3971913" y="29991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7" name="椭圆 9516">
                <a:extLst>
                  <a:ext uri="{FF2B5EF4-FFF2-40B4-BE49-F238E27FC236}">
                    <a16:creationId xmlns:a16="http://schemas.microsoft.com/office/drawing/2014/main" id="{2B9D6507-F446-43DF-8937-34EAA1549B99}"/>
                  </a:ext>
                </a:extLst>
              </p:cNvPr>
              <p:cNvSpPr/>
              <p:nvPr/>
            </p:nvSpPr>
            <p:spPr>
              <a:xfrm>
                <a:off x="390298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8" name="椭圆 9517">
                <a:extLst>
                  <a:ext uri="{FF2B5EF4-FFF2-40B4-BE49-F238E27FC236}">
                    <a16:creationId xmlns:a16="http://schemas.microsoft.com/office/drawing/2014/main" id="{F200DD81-35D7-4482-9D9C-3023B23ED244}"/>
                  </a:ext>
                </a:extLst>
              </p:cNvPr>
              <p:cNvSpPr/>
              <p:nvPr/>
            </p:nvSpPr>
            <p:spPr>
              <a:xfrm>
                <a:off x="3985494"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9" name="椭圆 9518">
                <a:extLst>
                  <a:ext uri="{FF2B5EF4-FFF2-40B4-BE49-F238E27FC236}">
                    <a16:creationId xmlns:a16="http://schemas.microsoft.com/office/drawing/2014/main" id="{8B028FF2-3152-49B2-B581-14193B4BCD67}"/>
                  </a:ext>
                </a:extLst>
              </p:cNvPr>
              <p:cNvSpPr/>
              <p:nvPr/>
            </p:nvSpPr>
            <p:spPr>
              <a:xfrm>
                <a:off x="399984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0" name="椭圆 9519">
                <a:extLst>
                  <a:ext uri="{FF2B5EF4-FFF2-40B4-BE49-F238E27FC236}">
                    <a16:creationId xmlns:a16="http://schemas.microsoft.com/office/drawing/2014/main" id="{F8013A8E-2861-4168-BF45-8625AE29F783}"/>
                  </a:ext>
                </a:extLst>
              </p:cNvPr>
              <p:cNvSpPr/>
              <p:nvPr/>
            </p:nvSpPr>
            <p:spPr>
              <a:xfrm>
                <a:off x="4132639"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1" name="椭圆 9520">
                <a:extLst>
                  <a:ext uri="{FF2B5EF4-FFF2-40B4-BE49-F238E27FC236}">
                    <a16:creationId xmlns:a16="http://schemas.microsoft.com/office/drawing/2014/main" id="{D871D8FB-AE04-4B13-8CC1-3EE498FA3354}"/>
                  </a:ext>
                </a:extLst>
              </p:cNvPr>
              <p:cNvSpPr/>
              <p:nvPr/>
            </p:nvSpPr>
            <p:spPr>
              <a:xfrm>
                <a:off x="4132639"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2" name="椭圆 9521">
                <a:extLst>
                  <a:ext uri="{FF2B5EF4-FFF2-40B4-BE49-F238E27FC236}">
                    <a16:creationId xmlns:a16="http://schemas.microsoft.com/office/drawing/2014/main" id="{75620742-7117-4BD6-9F53-71111F475A3D}"/>
                  </a:ext>
                </a:extLst>
              </p:cNvPr>
              <p:cNvSpPr/>
              <p:nvPr/>
            </p:nvSpPr>
            <p:spPr>
              <a:xfrm>
                <a:off x="388129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3" name="椭圆 9522">
                <a:extLst>
                  <a:ext uri="{FF2B5EF4-FFF2-40B4-BE49-F238E27FC236}">
                    <a16:creationId xmlns:a16="http://schemas.microsoft.com/office/drawing/2014/main" id="{67E8BD4C-7EDA-4FA6-BA49-B1E2C14CF6BC}"/>
                  </a:ext>
                </a:extLst>
              </p:cNvPr>
              <p:cNvSpPr/>
              <p:nvPr/>
            </p:nvSpPr>
            <p:spPr>
              <a:xfrm>
                <a:off x="40617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4" name="椭圆 9523">
                <a:extLst>
                  <a:ext uri="{FF2B5EF4-FFF2-40B4-BE49-F238E27FC236}">
                    <a16:creationId xmlns:a16="http://schemas.microsoft.com/office/drawing/2014/main" id="{89E0FE12-5B28-47C4-A2B2-94AF16EB3E66}"/>
                  </a:ext>
                </a:extLst>
              </p:cNvPr>
              <p:cNvSpPr/>
              <p:nvPr/>
            </p:nvSpPr>
            <p:spPr>
              <a:xfrm>
                <a:off x="397940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5" name="椭圆 9524">
                <a:extLst>
                  <a:ext uri="{FF2B5EF4-FFF2-40B4-BE49-F238E27FC236}">
                    <a16:creationId xmlns:a16="http://schemas.microsoft.com/office/drawing/2014/main" id="{A82D60C1-899D-4F1E-9AD2-E6DBFF26E6E1}"/>
                  </a:ext>
                </a:extLst>
              </p:cNvPr>
              <p:cNvSpPr/>
              <p:nvPr/>
            </p:nvSpPr>
            <p:spPr>
              <a:xfrm>
                <a:off x="4036989"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6" name="椭圆 9525">
                <a:extLst>
                  <a:ext uri="{FF2B5EF4-FFF2-40B4-BE49-F238E27FC236}">
                    <a16:creationId xmlns:a16="http://schemas.microsoft.com/office/drawing/2014/main" id="{CA52AFB5-71CB-4ECF-959C-43DAD9344848}"/>
                  </a:ext>
                </a:extLst>
              </p:cNvPr>
              <p:cNvSpPr/>
              <p:nvPr/>
            </p:nvSpPr>
            <p:spPr>
              <a:xfrm>
                <a:off x="4135869"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7" name="椭圆 9526">
                <a:extLst>
                  <a:ext uri="{FF2B5EF4-FFF2-40B4-BE49-F238E27FC236}">
                    <a16:creationId xmlns:a16="http://schemas.microsoft.com/office/drawing/2014/main" id="{9145CDCD-C073-49DC-AB09-E3D2187402B0}"/>
                  </a:ext>
                </a:extLst>
              </p:cNvPr>
              <p:cNvSpPr/>
              <p:nvPr/>
            </p:nvSpPr>
            <p:spPr>
              <a:xfrm>
                <a:off x="4004066"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8" name="椭圆 9527">
                <a:extLst>
                  <a:ext uri="{FF2B5EF4-FFF2-40B4-BE49-F238E27FC236}">
                    <a16:creationId xmlns:a16="http://schemas.microsoft.com/office/drawing/2014/main" id="{0B127F31-8DEE-4A1B-BE63-267727C76026}"/>
                  </a:ext>
                </a:extLst>
              </p:cNvPr>
              <p:cNvSpPr/>
              <p:nvPr/>
            </p:nvSpPr>
            <p:spPr>
              <a:xfrm>
                <a:off x="413073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9" name="椭圆 9528">
                <a:extLst>
                  <a:ext uri="{FF2B5EF4-FFF2-40B4-BE49-F238E27FC236}">
                    <a16:creationId xmlns:a16="http://schemas.microsoft.com/office/drawing/2014/main" id="{649F0FBB-4E9D-470B-B420-9106B8EC0A9E}"/>
                  </a:ext>
                </a:extLst>
              </p:cNvPr>
              <p:cNvSpPr/>
              <p:nvPr/>
            </p:nvSpPr>
            <p:spPr>
              <a:xfrm>
                <a:off x="40580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0" name="椭圆 9529">
                <a:extLst>
                  <a:ext uri="{FF2B5EF4-FFF2-40B4-BE49-F238E27FC236}">
                    <a16:creationId xmlns:a16="http://schemas.microsoft.com/office/drawing/2014/main" id="{FA9D88E7-7532-4550-B8CA-28A5ED4C0DC7}"/>
                  </a:ext>
                </a:extLst>
              </p:cNvPr>
              <p:cNvSpPr/>
              <p:nvPr/>
            </p:nvSpPr>
            <p:spPr>
              <a:xfrm>
                <a:off x="410397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1" name="椭圆 9530">
                <a:extLst>
                  <a:ext uri="{FF2B5EF4-FFF2-40B4-BE49-F238E27FC236}">
                    <a16:creationId xmlns:a16="http://schemas.microsoft.com/office/drawing/2014/main" id="{8628948C-A587-4DBC-97E0-53612856EA75}"/>
                  </a:ext>
                </a:extLst>
              </p:cNvPr>
              <p:cNvSpPr/>
              <p:nvPr/>
            </p:nvSpPr>
            <p:spPr>
              <a:xfrm>
                <a:off x="40364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2" name="椭圆 9531">
                <a:extLst>
                  <a:ext uri="{FF2B5EF4-FFF2-40B4-BE49-F238E27FC236}">
                    <a16:creationId xmlns:a16="http://schemas.microsoft.com/office/drawing/2014/main" id="{2D023869-F341-476D-B6B2-00DFB6B15820}"/>
                  </a:ext>
                </a:extLst>
              </p:cNvPr>
              <p:cNvSpPr/>
              <p:nvPr/>
            </p:nvSpPr>
            <p:spPr>
              <a:xfrm>
                <a:off x="40323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3" name="椭圆 9532">
                <a:extLst>
                  <a:ext uri="{FF2B5EF4-FFF2-40B4-BE49-F238E27FC236}">
                    <a16:creationId xmlns:a16="http://schemas.microsoft.com/office/drawing/2014/main" id="{D1927A62-DA8E-4090-B884-658B315B0775}"/>
                  </a:ext>
                </a:extLst>
              </p:cNvPr>
              <p:cNvSpPr/>
              <p:nvPr/>
            </p:nvSpPr>
            <p:spPr>
              <a:xfrm>
                <a:off x="40903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4" name="椭圆 9533">
                <a:extLst>
                  <a:ext uri="{FF2B5EF4-FFF2-40B4-BE49-F238E27FC236}">
                    <a16:creationId xmlns:a16="http://schemas.microsoft.com/office/drawing/2014/main" id="{F897079B-8EEF-44A3-8982-0601BC5E3554}"/>
                  </a:ext>
                </a:extLst>
              </p:cNvPr>
              <p:cNvSpPr/>
              <p:nvPr/>
            </p:nvSpPr>
            <p:spPr>
              <a:xfrm>
                <a:off x="4064003"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5" name="椭圆 9534">
                <a:extLst>
                  <a:ext uri="{FF2B5EF4-FFF2-40B4-BE49-F238E27FC236}">
                    <a16:creationId xmlns:a16="http://schemas.microsoft.com/office/drawing/2014/main" id="{275BB7DC-7246-44EC-814F-F1F00A8BEF4A}"/>
                  </a:ext>
                </a:extLst>
              </p:cNvPr>
              <p:cNvSpPr/>
              <p:nvPr/>
            </p:nvSpPr>
            <p:spPr>
              <a:xfrm>
                <a:off x="4065361"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6" name="椭圆 9535">
                <a:extLst>
                  <a:ext uri="{FF2B5EF4-FFF2-40B4-BE49-F238E27FC236}">
                    <a16:creationId xmlns:a16="http://schemas.microsoft.com/office/drawing/2014/main" id="{066F4072-BE96-493F-86DA-9A9C6A197ED0}"/>
                  </a:ext>
                </a:extLst>
              </p:cNvPr>
              <p:cNvSpPr/>
              <p:nvPr/>
            </p:nvSpPr>
            <p:spPr>
              <a:xfrm>
                <a:off x="4103974"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7" name="椭圆 9536">
                <a:extLst>
                  <a:ext uri="{FF2B5EF4-FFF2-40B4-BE49-F238E27FC236}">
                    <a16:creationId xmlns:a16="http://schemas.microsoft.com/office/drawing/2014/main" id="{4E8CDCBD-067C-4A1A-9F39-0AEE76ECDBA9}"/>
                  </a:ext>
                </a:extLst>
              </p:cNvPr>
              <p:cNvSpPr/>
              <p:nvPr/>
            </p:nvSpPr>
            <p:spPr>
              <a:xfrm>
                <a:off x="40729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8" name="椭圆 9537">
                <a:extLst>
                  <a:ext uri="{FF2B5EF4-FFF2-40B4-BE49-F238E27FC236}">
                    <a16:creationId xmlns:a16="http://schemas.microsoft.com/office/drawing/2014/main" id="{16C2BF08-6663-48FA-BE45-266460DC12A4}"/>
                  </a:ext>
                </a:extLst>
              </p:cNvPr>
              <p:cNvSpPr/>
              <p:nvPr/>
            </p:nvSpPr>
            <p:spPr>
              <a:xfrm>
                <a:off x="4027153"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9" name="椭圆 9538">
                <a:extLst>
                  <a:ext uri="{FF2B5EF4-FFF2-40B4-BE49-F238E27FC236}">
                    <a16:creationId xmlns:a16="http://schemas.microsoft.com/office/drawing/2014/main" id="{D657A765-0E8D-4FB5-ADA4-877C67E8E628}"/>
                  </a:ext>
                </a:extLst>
              </p:cNvPr>
              <p:cNvSpPr/>
              <p:nvPr/>
            </p:nvSpPr>
            <p:spPr>
              <a:xfrm>
                <a:off x="398164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0" name="椭圆 9539">
                <a:extLst>
                  <a:ext uri="{FF2B5EF4-FFF2-40B4-BE49-F238E27FC236}">
                    <a16:creationId xmlns:a16="http://schemas.microsoft.com/office/drawing/2014/main" id="{0B72882B-429C-4FDF-9B1F-07A51895C6AE}"/>
                  </a:ext>
                </a:extLst>
              </p:cNvPr>
              <p:cNvSpPr/>
              <p:nvPr/>
            </p:nvSpPr>
            <p:spPr>
              <a:xfrm>
                <a:off x="39932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1" name="椭圆 9540">
                <a:extLst>
                  <a:ext uri="{FF2B5EF4-FFF2-40B4-BE49-F238E27FC236}">
                    <a16:creationId xmlns:a16="http://schemas.microsoft.com/office/drawing/2014/main" id="{945417C6-3C5C-4F12-8499-F9924B390D8B}"/>
                  </a:ext>
                </a:extLst>
              </p:cNvPr>
              <p:cNvSpPr/>
              <p:nvPr/>
            </p:nvSpPr>
            <p:spPr>
              <a:xfrm>
                <a:off x="393869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2" name="椭圆 9541">
                <a:extLst>
                  <a:ext uri="{FF2B5EF4-FFF2-40B4-BE49-F238E27FC236}">
                    <a16:creationId xmlns:a16="http://schemas.microsoft.com/office/drawing/2014/main" id="{DD343EED-11AB-491D-B938-8BC0BD47B9D7}"/>
                  </a:ext>
                </a:extLst>
              </p:cNvPr>
              <p:cNvSpPr/>
              <p:nvPr/>
            </p:nvSpPr>
            <p:spPr>
              <a:xfrm>
                <a:off x="3987366"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3" name="椭圆 9542">
                <a:extLst>
                  <a:ext uri="{FF2B5EF4-FFF2-40B4-BE49-F238E27FC236}">
                    <a16:creationId xmlns:a16="http://schemas.microsoft.com/office/drawing/2014/main" id="{16EB5724-7981-44CB-A17A-CABC97546E45}"/>
                  </a:ext>
                </a:extLst>
              </p:cNvPr>
              <p:cNvSpPr/>
              <p:nvPr/>
            </p:nvSpPr>
            <p:spPr>
              <a:xfrm>
                <a:off x="4009021"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4" name="椭圆 9543">
                <a:extLst>
                  <a:ext uri="{FF2B5EF4-FFF2-40B4-BE49-F238E27FC236}">
                    <a16:creationId xmlns:a16="http://schemas.microsoft.com/office/drawing/2014/main" id="{8E8EE307-6F77-41E8-9DF1-F7C0F208148F}"/>
                  </a:ext>
                </a:extLst>
              </p:cNvPr>
              <p:cNvSpPr/>
              <p:nvPr/>
            </p:nvSpPr>
            <p:spPr>
              <a:xfrm>
                <a:off x="403831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5" name="椭圆 9544">
                <a:extLst>
                  <a:ext uri="{FF2B5EF4-FFF2-40B4-BE49-F238E27FC236}">
                    <a16:creationId xmlns:a16="http://schemas.microsoft.com/office/drawing/2014/main" id="{45CA90A6-F168-4DF4-9EA5-CB2B60A3169C}"/>
                  </a:ext>
                </a:extLst>
              </p:cNvPr>
              <p:cNvSpPr/>
              <p:nvPr/>
            </p:nvSpPr>
            <p:spPr>
              <a:xfrm>
                <a:off x="407545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6" name="椭圆 9545">
                <a:extLst>
                  <a:ext uri="{FF2B5EF4-FFF2-40B4-BE49-F238E27FC236}">
                    <a16:creationId xmlns:a16="http://schemas.microsoft.com/office/drawing/2014/main" id="{D451BA73-4D51-4F4A-986B-5B6ACAE6EB54}"/>
                  </a:ext>
                </a:extLst>
              </p:cNvPr>
              <p:cNvSpPr/>
              <p:nvPr/>
            </p:nvSpPr>
            <p:spPr>
              <a:xfrm>
                <a:off x="3979474"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7" name="椭圆 9546">
                <a:extLst>
                  <a:ext uri="{FF2B5EF4-FFF2-40B4-BE49-F238E27FC236}">
                    <a16:creationId xmlns:a16="http://schemas.microsoft.com/office/drawing/2014/main" id="{16F12056-8E4C-4AC0-B1F8-0BF071CB8919}"/>
                  </a:ext>
                </a:extLst>
              </p:cNvPr>
              <p:cNvSpPr/>
              <p:nvPr/>
            </p:nvSpPr>
            <p:spPr>
              <a:xfrm>
                <a:off x="39617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8" name="椭圆 9547">
                <a:extLst>
                  <a:ext uri="{FF2B5EF4-FFF2-40B4-BE49-F238E27FC236}">
                    <a16:creationId xmlns:a16="http://schemas.microsoft.com/office/drawing/2014/main" id="{AFD9AA8F-316A-41CD-B1B7-0479C9B18189}"/>
                  </a:ext>
                </a:extLst>
              </p:cNvPr>
              <p:cNvSpPr/>
              <p:nvPr/>
            </p:nvSpPr>
            <p:spPr>
              <a:xfrm>
                <a:off x="40661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9" name="椭圆 9548">
                <a:extLst>
                  <a:ext uri="{FF2B5EF4-FFF2-40B4-BE49-F238E27FC236}">
                    <a16:creationId xmlns:a16="http://schemas.microsoft.com/office/drawing/2014/main" id="{40CDEC46-F1B9-41FD-A2F9-89DC73C1C860}"/>
                  </a:ext>
                </a:extLst>
              </p:cNvPr>
              <p:cNvSpPr/>
              <p:nvPr/>
            </p:nvSpPr>
            <p:spPr>
              <a:xfrm>
                <a:off x="413179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0" name="椭圆 9549">
                <a:extLst>
                  <a:ext uri="{FF2B5EF4-FFF2-40B4-BE49-F238E27FC236}">
                    <a16:creationId xmlns:a16="http://schemas.microsoft.com/office/drawing/2014/main" id="{24A8FF20-6372-4628-9F5F-D18A0CCC1398}"/>
                  </a:ext>
                </a:extLst>
              </p:cNvPr>
              <p:cNvSpPr/>
              <p:nvPr/>
            </p:nvSpPr>
            <p:spPr>
              <a:xfrm>
                <a:off x="4189714" y="27254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1" name="椭圆 9550">
                <a:extLst>
                  <a:ext uri="{FF2B5EF4-FFF2-40B4-BE49-F238E27FC236}">
                    <a16:creationId xmlns:a16="http://schemas.microsoft.com/office/drawing/2014/main" id="{7723B278-6658-4CB7-AB1F-03293FAE5EB8}"/>
                  </a:ext>
                </a:extLst>
              </p:cNvPr>
              <p:cNvSpPr/>
              <p:nvPr/>
            </p:nvSpPr>
            <p:spPr>
              <a:xfrm>
                <a:off x="3912674" y="2868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2" name="椭圆 9551">
                <a:extLst>
                  <a:ext uri="{FF2B5EF4-FFF2-40B4-BE49-F238E27FC236}">
                    <a16:creationId xmlns:a16="http://schemas.microsoft.com/office/drawing/2014/main" id="{ADE8498C-5B63-4A00-8C21-09C3BDF24DAD}"/>
                  </a:ext>
                </a:extLst>
              </p:cNvPr>
              <p:cNvSpPr/>
              <p:nvPr/>
            </p:nvSpPr>
            <p:spPr>
              <a:xfrm>
                <a:off x="3986044"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3" name="椭圆 9552">
                <a:extLst>
                  <a:ext uri="{FF2B5EF4-FFF2-40B4-BE49-F238E27FC236}">
                    <a16:creationId xmlns:a16="http://schemas.microsoft.com/office/drawing/2014/main" id="{6B5B2D7F-0F77-4C2D-8DA3-2927E961C3DC}"/>
                  </a:ext>
                </a:extLst>
              </p:cNvPr>
              <p:cNvSpPr/>
              <p:nvPr/>
            </p:nvSpPr>
            <p:spPr>
              <a:xfrm>
                <a:off x="392999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4" name="椭圆 9553">
                <a:extLst>
                  <a:ext uri="{FF2B5EF4-FFF2-40B4-BE49-F238E27FC236}">
                    <a16:creationId xmlns:a16="http://schemas.microsoft.com/office/drawing/2014/main" id="{D9E63423-834A-472A-B64A-02744307618C}"/>
                  </a:ext>
                </a:extLst>
              </p:cNvPr>
              <p:cNvSpPr/>
              <p:nvPr/>
            </p:nvSpPr>
            <p:spPr>
              <a:xfrm>
                <a:off x="40567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5" name="椭圆 9554">
                <a:extLst>
                  <a:ext uri="{FF2B5EF4-FFF2-40B4-BE49-F238E27FC236}">
                    <a16:creationId xmlns:a16="http://schemas.microsoft.com/office/drawing/2014/main" id="{420F41EA-D42E-4B56-B859-890B9AB4E9E7}"/>
                  </a:ext>
                </a:extLst>
              </p:cNvPr>
              <p:cNvSpPr/>
              <p:nvPr/>
            </p:nvSpPr>
            <p:spPr>
              <a:xfrm>
                <a:off x="3988944" y="30237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6" name="椭圆 9555">
                <a:extLst>
                  <a:ext uri="{FF2B5EF4-FFF2-40B4-BE49-F238E27FC236}">
                    <a16:creationId xmlns:a16="http://schemas.microsoft.com/office/drawing/2014/main" id="{2FBFBD00-C846-4BD9-984C-97B045E35C38}"/>
                  </a:ext>
                </a:extLst>
              </p:cNvPr>
              <p:cNvSpPr/>
              <p:nvPr/>
            </p:nvSpPr>
            <p:spPr>
              <a:xfrm>
                <a:off x="4049762"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7" name="椭圆 9556">
                <a:extLst>
                  <a:ext uri="{FF2B5EF4-FFF2-40B4-BE49-F238E27FC236}">
                    <a16:creationId xmlns:a16="http://schemas.microsoft.com/office/drawing/2014/main" id="{664F8E70-00B7-4C50-B6B8-3F906D0B1C78}"/>
                  </a:ext>
                </a:extLst>
              </p:cNvPr>
              <p:cNvSpPr/>
              <p:nvPr/>
            </p:nvSpPr>
            <p:spPr>
              <a:xfrm>
                <a:off x="4002451"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8" name="椭圆 9557">
                <a:extLst>
                  <a:ext uri="{FF2B5EF4-FFF2-40B4-BE49-F238E27FC236}">
                    <a16:creationId xmlns:a16="http://schemas.microsoft.com/office/drawing/2014/main" id="{E6EC1D2D-F2E3-4A81-8148-B8F223DE4EAC}"/>
                  </a:ext>
                </a:extLst>
              </p:cNvPr>
              <p:cNvSpPr/>
              <p:nvPr/>
            </p:nvSpPr>
            <p:spPr>
              <a:xfrm>
                <a:off x="4016178"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9" name="椭圆 9558">
                <a:extLst>
                  <a:ext uri="{FF2B5EF4-FFF2-40B4-BE49-F238E27FC236}">
                    <a16:creationId xmlns:a16="http://schemas.microsoft.com/office/drawing/2014/main" id="{994B0787-4A39-4C70-A134-4CC721B3794F}"/>
                  </a:ext>
                </a:extLst>
              </p:cNvPr>
              <p:cNvSpPr/>
              <p:nvPr/>
            </p:nvSpPr>
            <p:spPr>
              <a:xfrm>
                <a:off x="398006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0" name="椭圆 9559">
                <a:extLst>
                  <a:ext uri="{FF2B5EF4-FFF2-40B4-BE49-F238E27FC236}">
                    <a16:creationId xmlns:a16="http://schemas.microsoft.com/office/drawing/2014/main" id="{56D67297-F829-446C-904D-CC16D323FF5B}"/>
                  </a:ext>
                </a:extLst>
              </p:cNvPr>
              <p:cNvSpPr/>
              <p:nvPr/>
            </p:nvSpPr>
            <p:spPr>
              <a:xfrm>
                <a:off x="408602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1" name="椭圆 9560">
                <a:extLst>
                  <a:ext uri="{FF2B5EF4-FFF2-40B4-BE49-F238E27FC236}">
                    <a16:creationId xmlns:a16="http://schemas.microsoft.com/office/drawing/2014/main" id="{52CC68A8-901A-43A5-BA5F-81447B9A37F9}"/>
                  </a:ext>
                </a:extLst>
              </p:cNvPr>
              <p:cNvSpPr/>
              <p:nvPr/>
            </p:nvSpPr>
            <p:spPr>
              <a:xfrm>
                <a:off x="394728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2" name="椭圆 9561">
                <a:extLst>
                  <a:ext uri="{FF2B5EF4-FFF2-40B4-BE49-F238E27FC236}">
                    <a16:creationId xmlns:a16="http://schemas.microsoft.com/office/drawing/2014/main" id="{34323C4D-5A3C-4E0A-9D7F-A31528095B68}"/>
                  </a:ext>
                </a:extLst>
              </p:cNvPr>
              <p:cNvSpPr/>
              <p:nvPr/>
            </p:nvSpPr>
            <p:spPr>
              <a:xfrm>
                <a:off x="3941119"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3" name="椭圆 9562">
                <a:extLst>
                  <a:ext uri="{FF2B5EF4-FFF2-40B4-BE49-F238E27FC236}">
                    <a16:creationId xmlns:a16="http://schemas.microsoft.com/office/drawing/2014/main" id="{97A24190-B6C0-4468-BD5D-F6E4BC267FF2}"/>
                  </a:ext>
                </a:extLst>
              </p:cNvPr>
              <p:cNvSpPr/>
              <p:nvPr/>
            </p:nvSpPr>
            <p:spPr>
              <a:xfrm>
                <a:off x="401614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4" name="椭圆 9563">
                <a:extLst>
                  <a:ext uri="{FF2B5EF4-FFF2-40B4-BE49-F238E27FC236}">
                    <a16:creationId xmlns:a16="http://schemas.microsoft.com/office/drawing/2014/main" id="{92337622-3640-4FA0-9FB6-4C76DA2D5C56}"/>
                  </a:ext>
                </a:extLst>
              </p:cNvPr>
              <p:cNvSpPr/>
              <p:nvPr/>
            </p:nvSpPr>
            <p:spPr>
              <a:xfrm>
                <a:off x="402590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5" name="椭圆 9564">
                <a:extLst>
                  <a:ext uri="{FF2B5EF4-FFF2-40B4-BE49-F238E27FC236}">
                    <a16:creationId xmlns:a16="http://schemas.microsoft.com/office/drawing/2014/main" id="{1A63B82E-53A8-473D-906C-F5DE64E671D7}"/>
                  </a:ext>
                </a:extLst>
              </p:cNvPr>
              <p:cNvSpPr/>
              <p:nvPr/>
            </p:nvSpPr>
            <p:spPr>
              <a:xfrm>
                <a:off x="4070169"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6" name="椭圆 9565">
                <a:extLst>
                  <a:ext uri="{FF2B5EF4-FFF2-40B4-BE49-F238E27FC236}">
                    <a16:creationId xmlns:a16="http://schemas.microsoft.com/office/drawing/2014/main" id="{B749EC56-3FF4-4188-8217-68AC9A25FE2A}"/>
                  </a:ext>
                </a:extLst>
              </p:cNvPr>
              <p:cNvSpPr/>
              <p:nvPr/>
            </p:nvSpPr>
            <p:spPr>
              <a:xfrm>
                <a:off x="423210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7" name="椭圆 9566">
                <a:extLst>
                  <a:ext uri="{FF2B5EF4-FFF2-40B4-BE49-F238E27FC236}">
                    <a16:creationId xmlns:a16="http://schemas.microsoft.com/office/drawing/2014/main" id="{B380FFE6-0ECA-4A4E-AF94-96A128151B12}"/>
                  </a:ext>
                </a:extLst>
              </p:cNvPr>
              <p:cNvSpPr/>
              <p:nvPr/>
            </p:nvSpPr>
            <p:spPr>
              <a:xfrm>
                <a:off x="3987182"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8" name="椭圆 9567">
                <a:extLst>
                  <a:ext uri="{FF2B5EF4-FFF2-40B4-BE49-F238E27FC236}">
                    <a16:creationId xmlns:a16="http://schemas.microsoft.com/office/drawing/2014/main" id="{CAA04647-9E77-421D-9599-1C6E9C07AF16}"/>
                  </a:ext>
                </a:extLst>
              </p:cNvPr>
              <p:cNvSpPr/>
              <p:nvPr/>
            </p:nvSpPr>
            <p:spPr>
              <a:xfrm>
                <a:off x="400366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9" name="椭圆 9568">
                <a:extLst>
                  <a:ext uri="{FF2B5EF4-FFF2-40B4-BE49-F238E27FC236}">
                    <a16:creationId xmlns:a16="http://schemas.microsoft.com/office/drawing/2014/main" id="{00EDFA02-F707-4425-B66F-DD02F1FCA298}"/>
                  </a:ext>
                </a:extLst>
              </p:cNvPr>
              <p:cNvSpPr/>
              <p:nvPr/>
            </p:nvSpPr>
            <p:spPr>
              <a:xfrm>
                <a:off x="39452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0" name="椭圆 9569">
                <a:extLst>
                  <a:ext uri="{FF2B5EF4-FFF2-40B4-BE49-F238E27FC236}">
                    <a16:creationId xmlns:a16="http://schemas.microsoft.com/office/drawing/2014/main" id="{002AF5A4-EC82-4418-ACFA-B422E4E88205}"/>
                  </a:ext>
                </a:extLst>
              </p:cNvPr>
              <p:cNvSpPr/>
              <p:nvPr/>
            </p:nvSpPr>
            <p:spPr>
              <a:xfrm>
                <a:off x="3846350"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1" name="椭圆 9570">
                <a:extLst>
                  <a:ext uri="{FF2B5EF4-FFF2-40B4-BE49-F238E27FC236}">
                    <a16:creationId xmlns:a16="http://schemas.microsoft.com/office/drawing/2014/main" id="{62C240E3-7448-46C5-8771-04DCCF19D23A}"/>
                  </a:ext>
                </a:extLst>
              </p:cNvPr>
              <p:cNvSpPr/>
              <p:nvPr/>
            </p:nvSpPr>
            <p:spPr>
              <a:xfrm>
                <a:off x="3880705"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2" name="椭圆 9571">
                <a:extLst>
                  <a:ext uri="{FF2B5EF4-FFF2-40B4-BE49-F238E27FC236}">
                    <a16:creationId xmlns:a16="http://schemas.microsoft.com/office/drawing/2014/main" id="{9C95D4F6-94AE-4F25-A18D-737ED2A5D4BE}"/>
                  </a:ext>
                </a:extLst>
              </p:cNvPr>
              <p:cNvSpPr/>
              <p:nvPr/>
            </p:nvSpPr>
            <p:spPr>
              <a:xfrm>
                <a:off x="381581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3" name="椭圆 9572">
                <a:extLst>
                  <a:ext uri="{FF2B5EF4-FFF2-40B4-BE49-F238E27FC236}">
                    <a16:creationId xmlns:a16="http://schemas.microsoft.com/office/drawing/2014/main" id="{1BAC1B9E-8C04-467D-8D81-D06347D0F419}"/>
                  </a:ext>
                </a:extLst>
              </p:cNvPr>
              <p:cNvSpPr/>
              <p:nvPr/>
            </p:nvSpPr>
            <p:spPr>
              <a:xfrm>
                <a:off x="4091494"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4" name="椭圆 9573">
                <a:extLst>
                  <a:ext uri="{FF2B5EF4-FFF2-40B4-BE49-F238E27FC236}">
                    <a16:creationId xmlns:a16="http://schemas.microsoft.com/office/drawing/2014/main" id="{5EDF182A-3DB3-4B53-8A00-C6E6EAD0C4A6}"/>
                  </a:ext>
                </a:extLst>
              </p:cNvPr>
              <p:cNvSpPr/>
              <p:nvPr/>
            </p:nvSpPr>
            <p:spPr>
              <a:xfrm>
                <a:off x="39207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5" name="椭圆 9574">
                <a:extLst>
                  <a:ext uri="{FF2B5EF4-FFF2-40B4-BE49-F238E27FC236}">
                    <a16:creationId xmlns:a16="http://schemas.microsoft.com/office/drawing/2014/main" id="{9D873E42-1B59-48AF-A583-B3765C96C630}"/>
                  </a:ext>
                </a:extLst>
              </p:cNvPr>
              <p:cNvSpPr/>
              <p:nvPr/>
            </p:nvSpPr>
            <p:spPr>
              <a:xfrm>
                <a:off x="3793460" y="2870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6" name="椭圆 9575">
                <a:extLst>
                  <a:ext uri="{FF2B5EF4-FFF2-40B4-BE49-F238E27FC236}">
                    <a16:creationId xmlns:a16="http://schemas.microsoft.com/office/drawing/2014/main" id="{A8864960-DEA5-4A4D-936C-DAD1BFA35D2B}"/>
                  </a:ext>
                </a:extLst>
              </p:cNvPr>
              <p:cNvSpPr/>
              <p:nvPr/>
            </p:nvSpPr>
            <p:spPr>
              <a:xfrm>
                <a:off x="4011664"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7" name="椭圆 9576">
                <a:extLst>
                  <a:ext uri="{FF2B5EF4-FFF2-40B4-BE49-F238E27FC236}">
                    <a16:creationId xmlns:a16="http://schemas.microsoft.com/office/drawing/2014/main" id="{A3878083-093D-4E28-A2CA-EC7642A4DD90}"/>
                  </a:ext>
                </a:extLst>
              </p:cNvPr>
              <p:cNvSpPr/>
              <p:nvPr/>
            </p:nvSpPr>
            <p:spPr>
              <a:xfrm>
                <a:off x="3925300"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8" name="椭圆 9577">
                <a:extLst>
                  <a:ext uri="{FF2B5EF4-FFF2-40B4-BE49-F238E27FC236}">
                    <a16:creationId xmlns:a16="http://schemas.microsoft.com/office/drawing/2014/main" id="{6B7BB5B6-F724-448F-BC09-6BFE2CB826AA}"/>
                  </a:ext>
                </a:extLst>
              </p:cNvPr>
              <p:cNvSpPr/>
              <p:nvPr/>
            </p:nvSpPr>
            <p:spPr>
              <a:xfrm>
                <a:off x="3862499"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9" name="椭圆 9578">
                <a:extLst>
                  <a:ext uri="{FF2B5EF4-FFF2-40B4-BE49-F238E27FC236}">
                    <a16:creationId xmlns:a16="http://schemas.microsoft.com/office/drawing/2014/main" id="{911530B5-11F1-42F0-A2D3-AE0F63D6F8D9}"/>
                  </a:ext>
                </a:extLst>
              </p:cNvPr>
              <p:cNvSpPr/>
              <p:nvPr/>
            </p:nvSpPr>
            <p:spPr>
              <a:xfrm>
                <a:off x="396651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0" name="椭圆 9579">
                <a:extLst>
                  <a:ext uri="{FF2B5EF4-FFF2-40B4-BE49-F238E27FC236}">
                    <a16:creationId xmlns:a16="http://schemas.microsoft.com/office/drawing/2014/main" id="{75E888F0-54C0-4836-BBF1-DAC620CD021A}"/>
                  </a:ext>
                </a:extLst>
              </p:cNvPr>
              <p:cNvSpPr/>
              <p:nvPr/>
            </p:nvSpPr>
            <p:spPr>
              <a:xfrm>
                <a:off x="4101845"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1" name="椭圆 9580">
                <a:extLst>
                  <a:ext uri="{FF2B5EF4-FFF2-40B4-BE49-F238E27FC236}">
                    <a16:creationId xmlns:a16="http://schemas.microsoft.com/office/drawing/2014/main" id="{F9C934B5-0074-4D34-9466-5BE940F6B311}"/>
                  </a:ext>
                </a:extLst>
              </p:cNvPr>
              <p:cNvSpPr/>
              <p:nvPr/>
            </p:nvSpPr>
            <p:spPr>
              <a:xfrm>
                <a:off x="407505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2" name="椭圆 9581">
                <a:extLst>
                  <a:ext uri="{FF2B5EF4-FFF2-40B4-BE49-F238E27FC236}">
                    <a16:creationId xmlns:a16="http://schemas.microsoft.com/office/drawing/2014/main" id="{A4BA2D21-4148-448E-BD63-C72A7E6E1424}"/>
                  </a:ext>
                </a:extLst>
              </p:cNvPr>
              <p:cNvSpPr/>
              <p:nvPr/>
            </p:nvSpPr>
            <p:spPr>
              <a:xfrm>
                <a:off x="3899350"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3" name="椭圆 9582">
                <a:extLst>
                  <a:ext uri="{FF2B5EF4-FFF2-40B4-BE49-F238E27FC236}">
                    <a16:creationId xmlns:a16="http://schemas.microsoft.com/office/drawing/2014/main" id="{24C4E6FD-B2ED-45E0-A17D-81833B6E2E9F}"/>
                  </a:ext>
                </a:extLst>
              </p:cNvPr>
              <p:cNvSpPr/>
              <p:nvPr/>
            </p:nvSpPr>
            <p:spPr>
              <a:xfrm>
                <a:off x="4014343" y="30047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4" name="椭圆 9583">
                <a:extLst>
                  <a:ext uri="{FF2B5EF4-FFF2-40B4-BE49-F238E27FC236}">
                    <a16:creationId xmlns:a16="http://schemas.microsoft.com/office/drawing/2014/main" id="{EF6B0194-FD7B-4AA4-A15E-3B0A2085BAD3}"/>
                  </a:ext>
                </a:extLst>
              </p:cNvPr>
              <p:cNvSpPr/>
              <p:nvPr/>
            </p:nvSpPr>
            <p:spPr>
              <a:xfrm>
                <a:off x="40036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5" name="椭圆 9584">
                <a:extLst>
                  <a:ext uri="{FF2B5EF4-FFF2-40B4-BE49-F238E27FC236}">
                    <a16:creationId xmlns:a16="http://schemas.microsoft.com/office/drawing/2014/main" id="{EB58057C-D763-461E-B3C6-A26B12F6EB44}"/>
                  </a:ext>
                </a:extLst>
              </p:cNvPr>
              <p:cNvSpPr/>
              <p:nvPr/>
            </p:nvSpPr>
            <p:spPr>
              <a:xfrm>
                <a:off x="4111571"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6" name="椭圆 9585">
                <a:extLst>
                  <a:ext uri="{FF2B5EF4-FFF2-40B4-BE49-F238E27FC236}">
                    <a16:creationId xmlns:a16="http://schemas.microsoft.com/office/drawing/2014/main" id="{E3197643-7311-45C3-A508-B6115AFD59CB}"/>
                  </a:ext>
                </a:extLst>
              </p:cNvPr>
              <p:cNvSpPr/>
              <p:nvPr/>
            </p:nvSpPr>
            <p:spPr>
              <a:xfrm>
                <a:off x="4113150"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7" name="椭圆 9586">
                <a:extLst>
                  <a:ext uri="{FF2B5EF4-FFF2-40B4-BE49-F238E27FC236}">
                    <a16:creationId xmlns:a16="http://schemas.microsoft.com/office/drawing/2014/main" id="{7523DDCE-068C-4FC9-B369-63D7187B3013}"/>
                  </a:ext>
                </a:extLst>
              </p:cNvPr>
              <p:cNvSpPr/>
              <p:nvPr/>
            </p:nvSpPr>
            <p:spPr>
              <a:xfrm>
                <a:off x="4027042"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8" name="椭圆 9587">
                <a:extLst>
                  <a:ext uri="{FF2B5EF4-FFF2-40B4-BE49-F238E27FC236}">
                    <a16:creationId xmlns:a16="http://schemas.microsoft.com/office/drawing/2014/main" id="{5C79EEF3-EF81-4BA9-8C8E-6D9A116B6598}"/>
                  </a:ext>
                </a:extLst>
              </p:cNvPr>
              <p:cNvSpPr/>
              <p:nvPr/>
            </p:nvSpPr>
            <p:spPr>
              <a:xfrm>
                <a:off x="40237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9" name="椭圆 9588">
                <a:extLst>
                  <a:ext uri="{FF2B5EF4-FFF2-40B4-BE49-F238E27FC236}">
                    <a16:creationId xmlns:a16="http://schemas.microsoft.com/office/drawing/2014/main" id="{56F7E80B-A2F0-4BF1-8A71-9DC6DF11A61E}"/>
                  </a:ext>
                </a:extLst>
              </p:cNvPr>
              <p:cNvSpPr/>
              <p:nvPr/>
            </p:nvSpPr>
            <p:spPr>
              <a:xfrm>
                <a:off x="4084117"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0" name="椭圆 9589">
                <a:extLst>
                  <a:ext uri="{FF2B5EF4-FFF2-40B4-BE49-F238E27FC236}">
                    <a16:creationId xmlns:a16="http://schemas.microsoft.com/office/drawing/2014/main" id="{9C00688A-5FFA-4F31-8063-83BC3419B708}"/>
                  </a:ext>
                </a:extLst>
              </p:cNvPr>
              <p:cNvSpPr/>
              <p:nvPr/>
            </p:nvSpPr>
            <p:spPr>
              <a:xfrm>
                <a:off x="4104304"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1" name="椭圆 9590">
                <a:extLst>
                  <a:ext uri="{FF2B5EF4-FFF2-40B4-BE49-F238E27FC236}">
                    <a16:creationId xmlns:a16="http://schemas.microsoft.com/office/drawing/2014/main" id="{4686E731-3693-4FA5-85A0-F6C374204A96}"/>
                  </a:ext>
                </a:extLst>
              </p:cNvPr>
              <p:cNvSpPr/>
              <p:nvPr/>
            </p:nvSpPr>
            <p:spPr>
              <a:xfrm>
                <a:off x="416259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2" name="椭圆 9591">
                <a:extLst>
                  <a:ext uri="{FF2B5EF4-FFF2-40B4-BE49-F238E27FC236}">
                    <a16:creationId xmlns:a16="http://schemas.microsoft.com/office/drawing/2014/main" id="{788BBBB5-1030-4091-8A00-B145553FAD69}"/>
                  </a:ext>
                </a:extLst>
              </p:cNvPr>
              <p:cNvSpPr/>
              <p:nvPr/>
            </p:nvSpPr>
            <p:spPr>
              <a:xfrm>
                <a:off x="409061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3" name="椭圆 9592">
                <a:extLst>
                  <a:ext uri="{FF2B5EF4-FFF2-40B4-BE49-F238E27FC236}">
                    <a16:creationId xmlns:a16="http://schemas.microsoft.com/office/drawing/2014/main" id="{9B2B88B5-BCCF-4FF6-B54B-799F8333D5AD}"/>
                  </a:ext>
                </a:extLst>
              </p:cNvPr>
              <p:cNvSpPr/>
              <p:nvPr/>
            </p:nvSpPr>
            <p:spPr>
              <a:xfrm>
                <a:off x="4020252" y="28113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4" name="椭圆 9593">
                <a:extLst>
                  <a:ext uri="{FF2B5EF4-FFF2-40B4-BE49-F238E27FC236}">
                    <a16:creationId xmlns:a16="http://schemas.microsoft.com/office/drawing/2014/main" id="{E1A63B1F-3067-4452-988B-79630AE65ABD}"/>
                  </a:ext>
                </a:extLst>
              </p:cNvPr>
              <p:cNvSpPr/>
              <p:nvPr/>
            </p:nvSpPr>
            <p:spPr>
              <a:xfrm>
                <a:off x="398538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5" name="椭圆 9594">
                <a:extLst>
                  <a:ext uri="{FF2B5EF4-FFF2-40B4-BE49-F238E27FC236}">
                    <a16:creationId xmlns:a16="http://schemas.microsoft.com/office/drawing/2014/main" id="{DABAB847-035D-4642-9573-720B7E1A3D35}"/>
                  </a:ext>
                </a:extLst>
              </p:cNvPr>
              <p:cNvSpPr/>
              <p:nvPr/>
            </p:nvSpPr>
            <p:spPr>
              <a:xfrm>
                <a:off x="4085622"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6" name="椭圆 9595">
                <a:extLst>
                  <a:ext uri="{FF2B5EF4-FFF2-40B4-BE49-F238E27FC236}">
                    <a16:creationId xmlns:a16="http://schemas.microsoft.com/office/drawing/2014/main" id="{863112B6-B2CD-4541-B22F-B85B7D9446D1}"/>
                  </a:ext>
                </a:extLst>
              </p:cNvPr>
              <p:cNvSpPr/>
              <p:nvPr/>
            </p:nvSpPr>
            <p:spPr>
              <a:xfrm>
                <a:off x="4085622"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7" name="椭圆 9596">
                <a:extLst>
                  <a:ext uri="{FF2B5EF4-FFF2-40B4-BE49-F238E27FC236}">
                    <a16:creationId xmlns:a16="http://schemas.microsoft.com/office/drawing/2014/main" id="{05F96E3E-D7FA-487B-9EA7-E8C00E69AE98}"/>
                  </a:ext>
                </a:extLst>
              </p:cNvPr>
              <p:cNvSpPr/>
              <p:nvPr/>
            </p:nvSpPr>
            <p:spPr>
              <a:xfrm>
                <a:off x="405079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8" name="椭圆 9597">
                <a:extLst>
                  <a:ext uri="{FF2B5EF4-FFF2-40B4-BE49-F238E27FC236}">
                    <a16:creationId xmlns:a16="http://schemas.microsoft.com/office/drawing/2014/main" id="{B439E8C1-52D6-45D8-B629-354A74588C01}"/>
                  </a:ext>
                </a:extLst>
              </p:cNvPr>
              <p:cNvSpPr/>
              <p:nvPr/>
            </p:nvSpPr>
            <p:spPr>
              <a:xfrm>
                <a:off x="404656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9" name="椭圆 9598">
                <a:extLst>
                  <a:ext uri="{FF2B5EF4-FFF2-40B4-BE49-F238E27FC236}">
                    <a16:creationId xmlns:a16="http://schemas.microsoft.com/office/drawing/2014/main" id="{9FC7EDB2-11CC-4EAF-A1D7-5A3EBE503AF0}"/>
                  </a:ext>
                </a:extLst>
              </p:cNvPr>
              <p:cNvSpPr/>
              <p:nvPr/>
            </p:nvSpPr>
            <p:spPr>
              <a:xfrm>
                <a:off x="4219664"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0" name="椭圆 9599">
                <a:extLst>
                  <a:ext uri="{FF2B5EF4-FFF2-40B4-BE49-F238E27FC236}">
                    <a16:creationId xmlns:a16="http://schemas.microsoft.com/office/drawing/2014/main" id="{4FB0EE29-1951-4FFE-93CE-E977FEEF74EB}"/>
                  </a:ext>
                </a:extLst>
              </p:cNvPr>
              <p:cNvSpPr/>
              <p:nvPr/>
            </p:nvSpPr>
            <p:spPr>
              <a:xfrm>
                <a:off x="4145119"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1" name="椭圆 9600">
                <a:extLst>
                  <a:ext uri="{FF2B5EF4-FFF2-40B4-BE49-F238E27FC236}">
                    <a16:creationId xmlns:a16="http://schemas.microsoft.com/office/drawing/2014/main" id="{08B14E04-6BC7-4360-A5B3-99DE7340BAB6}"/>
                  </a:ext>
                </a:extLst>
              </p:cNvPr>
              <p:cNvSpPr/>
              <p:nvPr/>
            </p:nvSpPr>
            <p:spPr>
              <a:xfrm>
                <a:off x="4062572"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2" name="椭圆 9601">
                <a:extLst>
                  <a:ext uri="{FF2B5EF4-FFF2-40B4-BE49-F238E27FC236}">
                    <a16:creationId xmlns:a16="http://schemas.microsoft.com/office/drawing/2014/main" id="{F6EE6EEF-FEE1-4C6F-8EE3-CD507BB822E7}"/>
                  </a:ext>
                </a:extLst>
              </p:cNvPr>
              <p:cNvSpPr/>
              <p:nvPr/>
            </p:nvSpPr>
            <p:spPr>
              <a:xfrm>
                <a:off x="402267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3" name="椭圆 9602">
                <a:extLst>
                  <a:ext uri="{FF2B5EF4-FFF2-40B4-BE49-F238E27FC236}">
                    <a16:creationId xmlns:a16="http://schemas.microsoft.com/office/drawing/2014/main" id="{3E0C3485-9E67-47B6-ADD4-B83D1CC0569F}"/>
                  </a:ext>
                </a:extLst>
              </p:cNvPr>
              <p:cNvSpPr/>
              <p:nvPr/>
            </p:nvSpPr>
            <p:spPr>
              <a:xfrm>
                <a:off x="4011847"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4" name="椭圆 9603">
                <a:extLst>
                  <a:ext uri="{FF2B5EF4-FFF2-40B4-BE49-F238E27FC236}">
                    <a16:creationId xmlns:a16="http://schemas.microsoft.com/office/drawing/2014/main" id="{E8AA0081-EACE-4CE0-8F52-6F3E2711ED76}"/>
                  </a:ext>
                </a:extLst>
              </p:cNvPr>
              <p:cNvSpPr/>
              <p:nvPr/>
            </p:nvSpPr>
            <p:spPr>
              <a:xfrm>
                <a:off x="401294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5" name="椭圆 9604">
                <a:extLst>
                  <a:ext uri="{FF2B5EF4-FFF2-40B4-BE49-F238E27FC236}">
                    <a16:creationId xmlns:a16="http://schemas.microsoft.com/office/drawing/2014/main" id="{2D80BA19-9D21-42EA-9842-AF7BAF9C5570}"/>
                  </a:ext>
                </a:extLst>
              </p:cNvPr>
              <p:cNvSpPr/>
              <p:nvPr/>
            </p:nvSpPr>
            <p:spPr>
              <a:xfrm>
                <a:off x="4015921" y="2893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6" name="椭圆 9605">
                <a:extLst>
                  <a:ext uri="{FF2B5EF4-FFF2-40B4-BE49-F238E27FC236}">
                    <a16:creationId xmlns:a16="http://schemas.microsoft.com/office/drawing/2014/main" id="{E66B4146-5630-4824-97B0-C32CAC4F4D8B}"/>
                  </a:ext>
                </a:extLst>
              </p:cNvPr>
              <p:cNvSpPr/>
              <p:nvPr/>
            </p:nvSpPr>
            <p:spPr>
              <a:xfrm>
                <a:off x="4014270" y="27511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7" name="椭圆 9606">
                <a:extLst>
                  <a:ext uri="{FF2B5EF4-FFF2-40B4-BE49-F238E27FC236}">
                    <a16:creationId xmlns:a16="http://schemas.microsoft.com/office/drawing/2014/main" id="{1D77AE10-C784-4352-9047-A1DAC1208B04}"/>
                  </a:ext>
                </a:extLst>
              </p:cNvPr>
              <p:cNvSpPr/>
              <p:nvPr/>
            </p:nvSpPr>
            <p:spPr>
              <a:xfrm>
                <a:off x="408154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8" name="椭圆 9607">
                <a:extLst>
                  <a:ext uri="{FF2B5EF4-FFF2-40B4-BE49-F238E27FC236}">
                    <a16:creationId xmlns:a16="http://schemas.microsoft.com/office/drawing/2014/main" id="{2AF90005-A8F2-4BC4-953D-B56D4F853480}"/>
                  </a:ext>
                </a:extLst>
              </p:cNvPr>
              <p:cNvSpPr/>
              <p:nvPr/>
            </p:nvSpPr>
            <p:spPr>
              <a:xfrm>
                <a:off x="415312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9" name="椭圆 9608">
                <a:extLst>
                  <a:ext uri="{FF2B5EF4-FFF2-40B4-BE49-F238E27FC236}">
                    <a16:creationId xmlns:a16="http://schemas.microsoft.com/office/drawing/2014/main" id="{C803F251-0B76-4F66-87C1-EEC4E661461C}"/>
                  </a:ext>
                </a:extLst>
              </p:cNvPr>
              <p:cNvSpPr/>
              <p:nvPr/>
            </p:nvSpPr>
            <p:spPr>
              <a:xfrm>
                <a:off x="406198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0" name="椭圆 9609">
                <a:extLst>
                  <a:ext uri="{FF2B5EF4-FFF2-40B4-BE49-F238E27FC236}">
                    <a16:creationId xmlns:a16="http://schemas.microsoft.com/office/drawing/2014/main" id="{C2F80576-D21D-4E37-AB54-A6755F0A56DF}"/>
                  </a:ext>
                </a:extLst>
              </p:cNvPr>
              <p:cNvSpPr/>
              <p:nvPr/>
            </p:nvSpPr>
            <p:spPr>
              <a:xfrm>
                <a:off x="401386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1" name="椭圆 9610">
                <a:extLst>
                  <a:ext uri="{FF2B5EF4-FFF2-40B4-BE49-F238E27FC236}">
                    <a16:creationId xmlns:a16="http://schemas.microsoft.com/office/drawing/2014/main" id="{B6CD9AD7-6761-4F40-937C-B1C9AE311683}"/>
                  </a:ext>
                </a:extLst>
              </p:cNvPr>
              <p:cNvSpPr/>
              <p:nvPr/>
            </p:nvSpPr>
            <p:spPr>
              <a:xfrm>
                <a:off x="3833357"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2" name="椭圆 9611">
                <a:extLst>
                  <a:ext uri="{FF2B5EF4-FFF2-40B4-BE49-F238E27FC236}">
                    <a16:creationId xmlns:a16="http://schemas.microsoft.com/office/drawing/2014/main" id="{3A228219-411A-4C90-93B5-8B461FEF5EE6}"/>
                  </a:ext>
                </a:extLst>
              </p:cNvPr>
              <p:cNvSpPr/>
              <p:nvPr/>
            </p:nvSpPr>
            <p:spPr>
              <a:xfrm>
                <a:off x="4232327"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3" name="椭圆 9612">
                <a:extLst>
                  <a:ext uri="{FF2B5EF4-FFF2-40B4-BE49-F238E27FC236}">
                    <a16:creationId xmlns:a16="http://schemas.microsoft.com/office/drawing/2014/main" id="{C0E28187-12E4-467A-A315-A4F2E869F5BA}"/>
                  </a:ext>
                </a:extLst>
              </p:cNvPr>
              <p:cNvSpPr/>
              <p:nvPr/>
            </p:nvSpPr>
            <p:spPr>
              <a:xfrm>
                <a:off x="405508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4" name="椭圆 9613">
                <a:extLst>
                  <a:ext uri="{FF2B5EF4-FFF2-40B4-BE49-F238E27FC236}">
                    <a16:creationId xmlns:a16="http://schemas.microsoft.com/office/drawing/2014/main" id="{D47C0A91-8820-4F6F-8399-9B5E4F8AAB23}"/>
                  </a:ext>
                </a:extLst>
              </p:cNvPr>
              <p:cNvSpPr/>
              <p:nvPr/>
            </p:nvSpPr>
            <p:spPr>
              <a:xfrm>
                <a:off x="3996028"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5" name="椭圆 9614">
                <a:extLst>
                  <a:ext uri="{FF2B5EF4-FFF2-40B4-BE49-F238E27FC236}">
                    <a16:creationId xmlns:a16="http://schemas.microsoft.com/office/drawing/2014/main" id="{6396E9C5-1671-464F-91F3-E9E5C31FCE09}"/>
                  </a:ext>
                </a:extLst>
              </p:cNvPr>
              <p:cNvSpPr/>
              <p:nvPr/>
            </p:nvSpPr>
            <p:spPr>
              <a:xfrm>
                <a:off x="3995551"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6" name="椭圆 9615">
                <a:extLst>
                  <a:ext uri="{FF2B5EF4-FFF2-40B4-BE49-F238E27FC236}">
                    <a16:creationId xmlns:a16="http://schemas.microsoft.com/office/drawing/2014/main" id="{EAFD1062-2A4E-4DBF-B79C-1C93644A863F}"/>
                  </a:ext>
                </a:extLst>
              </p:cNvPr>
              <p:cNvSpPr/>
              <p:nvPr/>
            </p:nvSpPr>
            <p:spPr>
              <a:xfrm>
                <a:off x="3967546"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7" name="椭圆 9616">
                <a:extLst>
                  <a:ext uri="{FF2B5EF4-FFF2-40B4-BE49-F238E27FC236}">
                    <a16:creationId xmlns:a16="http://schemas.microsoft.com/office/drawing/2014/main" id="{4FBABCC5-6173-465D-A0B5-951E7A97AAC4}"/>
                  </a:ext>
                </a:extLst>
              </p:cNvPr>
              <p:cNvSpPr/>
              <p:nvPr/>
            </p:nvSpPr>
            <p:spPr>
              <a:xfrm>
                <a:off x="3969785"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8" name="椭圆 9617">
                <a:extLst>
                  <a:ext uri="{FF2B5EF4-FFF2-40B4-BE49-F238E27FC236}">
                    <a16:creationId xmlns:a16="http://schemas.microsoft.com/office/drawing/2014/main" id="{1FE8FFA8-CC7E-4EE7-A342-ECC76152220E}"/>
                  </a:ext>
                </a:extLst>
              </p:cNvPr>
              <p:cNvSpPr/>
              <p:nvPr/>
            </p:nvSpPr>
            <p:spPr>
              <a:xfrm>
                <a:off x="408536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9" name="椭圆 9618">
                <a:extLst>
                  <a:ext uri="{FF2B5EF4-FFF2-40B4-BE49-F238E27FC236}">
                    <a16:creationId xmlns:a16="http://schemas.microsoft.com/office/drawing/2014/main" id="{AC77AC61-04D4-4DFE-9414-37F9AEC01349}"/>
                  </a:ext>
                </a:extLst>
              </p:cNvPr>
              <p:cNvSpPr/>
              <p:nvPr/>
            </p:nvSpPr>
            <p:spPr>
              <a:xfrm>
                <a:off x="4027923"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0" name="椭圆 9619">
                <a:extLst>
                  <a:ext uri="{FF2B5EF4-FFF2-40B4-BE49-F238E27FC236}">
                    <a16:creationId xmlns:a16="http://schemas.microsoft.com/office/drawing/2014/main" id="{9543E6C7-BE8F-4564-A405-1BB010202001}"/>
                  </a:ext>
                </a:extLst>
              </p:cNvPr>
              <p:cNvSpPr/>
              <p:nvPr/>
            </p:nvSpPr>
            <p:spPr>
              <a:xfrm>
                <a:off x="40288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1" name="椭圆 9620">
                <a:extLst>
                  <a:ext uri="{FF2B5EF4-FFF2-40B4-BE49-F238E27FC236}">
                    <a16:creationId xmlns:a16="http://schemas.microsoft.com/office/drawing/2014/main" id="{1054F2DA-FD9B-414D-BE4E-D234E456A566}"/>
                  </a:ext>
                </a:extLst>
              </p:cNvPr>
              <p:cNvSpPr/>
              <p:nvPr/>
            </p:nvSpPr>
            <p:spPr>
              <a:xfrm>
                <a:off x="4146256" y="29802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2" name="椭圆 9621">
                <a:extLst>
                  <a:ext uri="{FF2B5EF4-FFF2-40B4-BE49-F238E27FC236}">
                    <a16:creationId xmlns:a16="http://schemas.microsoft.com/office/drawing/2014/main" id="{F292D524-79CE-4426-BBFD-489AD13A561D}"/>
                  </a:ext>
                </a:extLst>
              </p:cNvPr>
              <p:cNvSpPr/>
              <p:nvPr/>
            </p:nvSpPr>
            <p:spPr>
              <a:xfrm>
                <a:off x="402296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3" name="椭圆 9622">
                <a:extLst>
                  <a:ext uri="{FF2B5EF4-FFF2-40B4-BE49-F238E27FC236}">
                    <a16:creationId xmlns:a16="http://schemas.microsoft.com/office/drawing/2014/main" id="{406616DD-B2D9-442A-9387-D98E6D7C3464}"/>
                  </a:ext>
                </a:extLst>
              </p:cNvPr>
              <p:cNvSpPr/>
              <p:nvPr/>
            </p:nvSpPr>
            <p:spPr>
              <a:xfrm>
                <a:off x="411887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4" name="椭圆 9623">
                <a:extLst>
                  <a:ext uri="{FF2B5EF4-FFF2-40B4-BE49-F238E27FC236}">
                    <a16:creationId xmlns:a16="http://schemas.microsoft.com/office/drawing/2014/main" id="{76E97B7F-10FE-481A-85A3-191428A2490D}"/>
                  </a:ext>
                </a:extLst>
              </p:cNvPr>
              <p:cNvSpPr/>
              <p:nvPr/>
            </p:nvSpPr>
            <p:spPr>
              <a:xfrm>
                <a:off x="4014233"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5" name="椭圆 9624">
                <a:extLst>
                  <a:ext uri="{FF2B5EF4-FFF2-40B4-BE49-F238E27FC236}">
                    <a16:creationId xmlns:a16="http://schemas.microsoft.com/office/drawing/2014/main" id="{77734634-38AD-4080-9C45-791669AFB0E2}"/>
                  </a:ext>
                </a:extLst>
              </p:cNvPr>
              <p:cNvSpPr/>
              <p:nvPr/>
            </p:nvSpPr>
            <p:spPr>
              <a:xfrm>
                <a:off x="4145522" y="28911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6" name="椭圆 9625">
                <a:extLst>
                  <a:ext uri="{FF2B5EF4-FFF2-40B4-BE49-F238E27FC236}">
                    <a16:creationId xmlns:a16="http://schemas.microsoft.com/office/drawing/2014/main" id="{37A77CF8-0FF4-4266-A349-84EECF8A683E}"/>
                  </a:ext>
                </a:extLst>
              </p:cNvPr>
              <p:cNvSpPr/>
              <p:nvPr/>
            </p:nvSpPr>
            <p:spPr>
              <a:xfrm>
                <a:off x="401441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7" name="椭圆 9626">
                <a:extLst>
                  <a:ext uri="{FF2B5EF4-FFF2-40B4-BE49-F238E27FC236}">
                    <a16:creationId xmlns:a16="http://schemas.microsoft.com/office/drawing/2014/main" id="{C9E4E946-FCED-4B88-A902-34C73D3A99A0}"/>
                  </a:ext>
                </a:extLst>
              </p:cNvPr>
              <p:cNvSpPr/>
              <p:nvPr/>
            </p:nvSpPr>
            <p:spPr>
              <a:xfrm>
                <a:off x="4012948"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8" name="椭圆 9627">
                <a:extLst>
                  <a:ext uri="{FF2B5EF4-FFF2-40B4-BE49-F238E27FC236}">
                    <a16:creationId xmlns:a16="http://schemas.microsoft.com/office/drawing/2014/main" id="{984D9E0F-AF3B-4448-8AEB-06A70AB891C4}"/>
                  </a:ext>
                </a:extLst>
              </p:cNvPr>
              <p:cNvSpPr/>
              <p:nvPr/>
            </p:nvSpPr>
            <p:spPr>
              <a:xfrm>
                <a:off x="404532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9" name="椭圆 9628">
                <a:extLst>
                  <a:ext uri="{FF2B5EF4-FFF2-40B4-BE49-F238E27FC236}">
                    <a16:creationId xmlns:a16="http://schemas.microsoft.com/office/drawing/2014/main" id="{180A272D-F0E3-47BB-ADA8-960B0BF3E2FE}"/>
                  </a:ext>
                </a:extLst>
              </p:cNvPr>
              <p:cNvSpPr/>
              <p:nvPr/>
            </p:nvSpPr>
            <p:spPr>
              <a:xfrm>
                <a:off x="4000579"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0" name="椭圆 9629">
                <a:extLst>
                  <a:ext uri="{FF2B5EF4-FFF2-40B4-BE49-F238E27FC236}">
                    <a16:creationId xmlns:a16="http://schemas.microsoft.com/office/drawing/2014/main" id="{28139659-AC6F-4754-A877-0B546B320319}"/>
                  </a:ext>
                </a:extLst>
              </p:cNvPr>
              <p:cNvSpPr/>
              <p:nvPr/>
            </p:nvSpPr>
            <p:spPr>
              <a:xfrm>
                <a:off x="401474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1" name="椭圆 9630">
                <a:extLst>
                  <a:ext uri="{FF2B5EF4-FFF2-40B4-BE49-F238E27FC236}">
                    <a16:creationId xmlns:a16="http://schemas.microsoft.com/office/drawing/2014/main" id="{1EFA52FE-5036-459D-8ACF-F4A7B85C5848}"/>
                  </a:ext>
                </a:extLst>
              </p:cNvPr>
              <p:cNvSpPr/>
              <p:nvPr/>
            </p:nvSpPr>
            <p:spPr>
              <a:xfrm>
                <a:off x="39756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2" name="椭圆 9631">
                <a:extLst>
                  <a:ext uri="{FF2B5EF4-FFF2-40B4-BE49-F238E27FC236}">
                    <a16:creationId xmlns:a16="http://schemas.microsoft.com/office/drawing/2014/main" id="{9228DA9B-3133-4063-B576-8B96917BB6D9}"/>
                  </a:ext>
                </a:extLst>
              </p:cNvPr>
              <p:cNvSpPr/>
              <p:nvPr/>
            </p:nvSpPr>
            <p:spPr>
              <a:xfrm>
                <a:off x="403581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3" name="椭圆 9632">
                <a:extLst>
                  <a:ext uri="{FF2B5EF4-FFF2-40B4-BE49-F238E27FC236}">
                    <a16:creationId xmlns:a16="http://schemas.microsoft.com/office/drawing/2014/main" id="{ABD794F3-3286-4CF6-B999-37834BEAD977}"/>
                  </a:ext>
                </a:extLst>
              </p:cNvPr>
              <p:cNvSpPr/>
              <p:nvPr/>
            </p:nvSpPr>
            <p:spPr>
              <a:xfrm>
                <a:off x="4021537" y="24925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4" name="椭圆 9633">
                <a:extLst>
                  <a:ext uri="{FF2B5EF4-FFF2-40B4-BE49-F238E27FC236}">
                    <a16:creationId xmlns:a16="http://schemas.microsoft.com/office/drawing/2014/main" id="{B8773F11-F80A-45C6-86B9-51980697C4E6}"/>
                  </a:ext>
                </a:extLst>
              </p:cNvPr>
              <p:cNvSpPr/>
              <p:nvPr/>
            </p:nvSpPr>
            <p:spPr>
              <a:xfrm>
                <a:off x="4017169"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5" name="椭圆 9634">
                <a:extLst>
                  <a:ext uri="{FF2B5EF4-FFF2-40B4-BE49-F238E27FC236}">
                    <a16:creationId xmlns:a16="http://schemas.microsoft.com/office/drawing/2014/main" id="{93B386A1-37A9-45D7-A0FB-6DC948A0EF96}"/>
                  </a:ext>
                </a:extLst>
              </p:cNvPr>
              <p:cNvSpPr/>
              <p:nvPr/>
            </p:nvSpPr>
            <p:spPr>
              <a:xfrm>
                <a:off x="397349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6" name="椭圆 9635">
                <a:extLst>
                  <a:ext uri="{FF2B5EF4-FFF2-40B4-BE49-F238E27FC236}">
                    <a16:creationId xmlns:a16="http://schemas.microsoft.com/office/drawing/2014/main" id="{6B441446-B083-4B08-B435-7FB677F49D88}"/>
                  </a:ext>
                </a:extLst>
              </p:cNvPr>
              <p:cNvSpPr/>
              <p:nvPr/>
            </p:nvSpPr>
            <p:spPr>
              <a:xfrm>
                <a:off x="3934072"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7" name="椭圆 9636">
                <a:extLst>
                  <a:ext uri="{FF2B5EF4-FFF2-40B4-BE49-F238E27FC236}">
                    <a16:creationId xmlns:a16="http://schemas.microsoft.com/office/drawing/2014/main" id="{3A742AF7-3295-4062-9F0E-0D66EF352D8F}"/>
                  </a:ext>
                </a:extLst>
              </p:cNvPr>
              <p:cNvSpPr/>
              <p:nvPr/>
            </p:nvSpPr>
            <p:spPr>
              <a:xfrm>
                <a:off x="3829870" y="27851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8" name="椭圆 9637">
                <a:extLst>
                  <a:ext uri="{FF2B5EF4-FFF2-40B4-BE49-F238E27FC236}">
                    <a16:creationId xmlns:a16="http://schemas.microsoft.com/office/drawing/2014/main" id="{9CAAA502-63CC-4155-BB5D-9E4DDC1AF62F}"/>
                  </a:ext>
                </a:extLst>
              </p:cNvPr>
              <p:cNvSpPr/>
              <p:nvPr/>
            </p:nvSpPr>
            <p:spPr>
              <a:xfrm>
                <a:off x="403570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9" name="椭圆 9638">
                <a:extLst>
                  <a:ext uri="{FF2B5EF4-FFF2-40B4-BE49-F238E27FC236}">
                    <a16:creationId xmlns:a16="http://schemas.microsoft.com/office/drawing/2014/main" id="{6B284735-D3F5-46D0-9A45-6D71AB29C09A}"/>
                  </a:ext>
                </a:extLst>
              </p:cNvPr>
              <p:cNvSpPr/>
              <p:nvPr/>
            </p:nvSpPr>
            <p:spPr>
              <a:xfrm>
                <a:off x="40259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0" name="椭圆 9639">
                <a:extLst>
                  <a:ext uri="{FF2B5EF4-FFF2-40B4-BE49-F238E27FC236}">
                    <a16:creationId xmlns:a16="http://schemas.microsoft.com/office/drawing/2014/main" id="{6B3DFADB-D178-40E7-BAB2-4F50920FA1D5}"/>
                  </a:ext>
                </a:extLst>
              </p:cNvPr>
              <p:cNvSpPr/>
              <p:nvPr/>
            </p:nvSpPr>
            <p:spPr>
              <a:xfrm>
                <a:off x="397690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1" name="椭圆 9640">
                <a:extLst>
                  <a:ext uri="{FF2B5EF4-FFF2-40B4-BE49-F238E27FC236}">
                    <a16:creationId xmlns:a16="http://schemas.microsoft.com/office/drawing/2014/main" id="{68344CEA-F7AC-4BB8-9251-FAFDDB7E26B8}"/>
                  </a:ext>
                </a:extLst>
              </p:cNvPr>
              <p:cNvSpPr/>
              <p:nvPr/>
            </p:nvSpPr>
            <p:spPr>
              <a:xfrm>
                <a:off x="39945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2" name="椭圆 9641">
                <a:extLst>
                  <a:ext uri="{FF2B5EF4-FFF2-40B4-BE49-F238E27FC236}">
                    <a16:creationId xmlns:a16="http://schemas.microsoft.com/office/drawing/2014/main" id="{461E96D1-F9DD-4815-BA34-D2E9DBEAAA3F}"/>
                  </a:ext>
                </a:extLst>
              </p:cNvPr>
              <p:cNvSpPr/>
              <p:nvPr/>
            </p:nvSpPr>
            <p:spPr>
              <a:xfrm>
                <a:off x="413711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3" name="椭圆 9642">
                <a:extLst>
                  <a:ext uri="{FF2B5EF4-FFF2-40B4-BE49-F238E27FC236}">
                    <a16:creationId xmlns:a16="http://schemas.microsoft.com/office/drawing/2014/main" id="{AAA9EE6E-947E-4C4A-928D-4E006CA513D7}"/>
                  </a:ext>
                </a:extLst>
              </p:cNvPr>
              <p:cNvSpPr/>
              <p:nvPr/>
            </p:nvSpPr>
            <p:spPr>
              <a:xfrm>
                <a:off x="39440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4" name="椭圆 9643">
                <a:extLst>
                  <a:ext uri="{FF2B5EF4-FFF2-40B4-BE49-F238E27FC236}">
                    <a16:creationId xmlns:a16="http://schemas.microsoft.com/office/drawing/2014/main" id="{6B206BA7-AC4E-4E41-83D1-1305F5A0E026}"/>
                  </a:ext>
                </a:extLst>
              </p:cNvPr>
              <p:cNvSpPr/>
              <p:nvPr/>
            </p:nvSpPr>
            <p:spPr>
              <a:xfrm>
                <a:off x="394045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5" name="椭圆 9644">
                <a:extLst>
                  <a:ext uri="{FF2B5EF4-FFF2-40B4-BE49-F238E27FC236}">
                    <a16:creationId xmlns:a16="http://schemas.microsoft.com/office/drawing/2014/main" id="{5D8AB387-4668-4A4E-A134-C31903ED7E57}"/>
                  </a:ext>
                </a:extLst>
              </p:cNvPr>
              <p:cNvSpPr/>
              <p:nvPr/>
            </p:nvSpPr>
            <p:spPr>
              <a:xfrm>
                <a:off x="3921005" y="263986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6" name="椭圆 9645">
                <a:extLst>
                  <a:ext uri="{FF2B5EF4-FFF2-40B4-BE49-F238E27FC236}">
                    <a16:creationId xmlns:a16="http://schemas.microsoft.com/office/drawing/2014/main" id="{2521EF7B-B68F-42F4-955A-48EC7D008C68}"/>
                  </a:ext>
                </a:extLst>
              </p:cNvPr>
              <p:cNvSpPr/>
              <p:nvPr/>
            </p:nvSpPr>
            <p:spPr>
              <a:xfrm>
                <a:off x="391561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7" name="椭圆 9646">
                <a:extLst>
                  <a:ext uri="{FF2B5EF4-FFF2-40B4-BE49-F238E27FC236}">
                    <a16:creationId xmlns:a16="http://schemas.microsoft.com/office/drawing/2014/main" id="{5B61039F-299F-455D-A136-82672E3E1124}"/>
                  </a:ext>
                </a:extLst>
              </p:cNvPr>
              <p:cNvSpPr/>
              <p:nvPr/>
            </p:nvSpPr>
            <p:spPr>
              <a:xfrm>
                <a:off x="389696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8" name="椭圆 9647">
                <a:extLst>
                  <a:ext uri="{FF2B5EF4-FFF2-40B4-BE49-F238E27FC236}">
                    <a16:creationId xmlns:a16="http://schemas.microsoft.com/office/drawing/2014/main" id="{19EAA0BE-FE02-416A-9CC8-AA58E64F331F}"/>
                  </a:ext>
                </a:extLst>
              </p:cNvPr>
              <p:cNvSpPr/>
              <p:nvPr/>
            </p:nvSpPr>
            <p:spPr>
              <a:xfrm>
                <a:off x="4010489"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9" name="椭圆 9648">
                <a:extLst>
                  <a:ext uri="{FF2B5EF4-FFF2-40B4-BE49-F238E27FC236}">
                    <a16:creationId xmlns:a16="http://schemas.microsoft.com/office/drawing/2014/main" id="{51C21987-76D0-4BF5-99CF-EC657ADF40DA}"/>
                  </a:ext>
                </a:extLst>
              </p:cNvPr>
              <p:cNvSpPr/>
              <p:nvPr/>
            </p:nvSpPr>
            <p:spPr>
              <a:xfrm>
                <a:off x="39709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0" name="椭圆 9649">
                <a:extLst>
                  <a:ext uri="{FF2B5EF4-FFF2-40B4-BE49-F238E27FC236}">
                    <a16:creationId xmlns:a16="http://schemas.microsoft.com/office/drawing/2014/main" id="{62A12E99-2057-4E15-9A8A-525189E0FC73}"/>
                  </a:ext>
                </a:extLst>
              </p:cNvPr>
              <p:cNvSpPr/>
              <p:nvPr/>
            </p:nvSpPr>
            <p:spPr>
              <a:xfrm>
                <a:off x="40215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1" name="椭圆 9650">
                <a:extLst>
                  <a:ext uri="{FF2B5EF4-FFF2-40B4-BE49-F238E27FC236}">
                    <a16:creationId xmlns:a16="http://schemas.microsoft.com/office/drawing/2014/main" id="{226AE54F-9827-4DE7-82E8-90A998555626}"/>
                  </a:ext>
                </a:extLst>
              </p:cNvPr>
              <p:cNvSpPr/>
              <p:nvPr/>
            </p:nvSpPr>
            <p:spPr>
              <a:xfrm>
                <a:off x="401012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2" name="椭圆 9651">
                <a:extLst>
                  <a:ext uri="{FF2B5EF4-FFF2-40B4-BE49-F238E27FC236}">
                    <a16:creationId xmlns:a16="http://schemas.microsoft.com/office/drawing/2014/main" id="{986104ED-2B0E-4E2B-B878-DF35FB67D4CB}"/>
                  </a:ext>
                </a:extLst>
              </p:cNvPr>
              <p:cNvSpPr/>
              <p:nvPr/>
            </p:nvSpPr>
            <p:spPr>
              <a:xfrm>
                <a:off x="4021904"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3" name="椭圆 9652">
                <a:extLst>
                  <a:ext uri="{FF2B5EF4-FFF2-40B4-BE49-F238E27FC236}">
                    <a16:creationId xmlns:a16="http://schemas.microsoft.com/office/drawing/2014/main" id="{CDFE6E3F-3EF3-471B-B7BF-71F2558ADD8B}"/>
                  </a:ext>
                </a:extLst>
              </p:cNvPr>
              <p:cNvSpPr/>
              <p:nvPr/>
            </p:nvSpPr>
            <p:spPr>
              <a:xfrm>
                <a:off x="395051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4" name="椭圆 9653">
                <a:extLst>
                  <a:ext uri="{FF2B5EF4-FFF2-40B4-BE49-F238E27FC236}">
                    <a16:creationId xmlns:a16="http://schemas.microsoft.com/office/drawing/2014/main" id="{3522695E-1B53-43BA-B7AC-622A83CAF7B5}"/>
                  </a:ext>
                </a:extLst>
              </p:cNvPr>
              <p:cNvSpPr/>
              <p:nvPr/>
            </p:nvSpPr>
            <p:spPr>
              <a:xfrm>
                <a:off x="4119573"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5" name="椭圆 9654">
                <a:extLst>
                  <a:ext uri="{FF2B5EF4-FFF2-40B4-BE49-F238E27FC236}">
                    <a16:creationId xmlns:a16="http://schemas.microsoft.com/office/drawing/2014/main" id="{9B936D89-5B33-4CE5-98FE-CF05E166DC1E}"/>
                  </a:ext>
                </a:extLst>
              </p:cNvPr>
              <p:cNvSpPr/>
              <p:nvPr/>
            </p:nvSpPr>
            <p:spPr>
              <a:xfrm>
                <a:off x="401335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6" name="椭圆 9655">
                <a:extLst>
                  <a:ext uri="{FF2B5EF4-FFF2-40B4-BE49-F238E27FC236}">
                    <a16:creationId xmlns:a16="http://schemas.microsoft.com/office/drawing/2014/main" id="{8C5A9147-FE59-4ED0-9794-CD3853063F19}"/>
                  </a:ext>
                </a:extLst>
              </p:cNvPr>
              <p:cNvSpPr/>
              <p:nvPr/>
            </p:nvSpPr>
            <p:spPr>
              <a:xfrm>
                <a:off x="405937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7" name="椭圆 9656">
                <a:extLst>
                  <a:ext uri="{FF2B5EF4-FFF2-40B4-BE49-F238E27FC236}">
                    <a16:creationId xmlns:a16="http://schemas.microsoft.com/office/drawing/2014/main" id="{A466F74F-EA80-41FB-916F-16C0CEC7E61A}"/>
                  </a:ext>
                </a:extLst>
              </p:cNvPr>
              <p:cNvSpPr/>
              <p:nvPr/>
            </p:nvSpPr>
            <p:spPr>
              <a:xfrm>
                <a:off x="40105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8" name="椭圆 9657">
                <a:extLst>
                  <a:ext uri="{FF2B5EF4-FFF2-40B4-BE49-F238E27FC236}">
                    <a16:creationId xmlns:a16="http://schemas.microsoft.com/office/drawing/2014/main" id="{B1C66212-6E31-4A24-9F01-ABF59CF4C8F1}"/>
                  </a:ext>
                </a:extLst>
              </p:cNvPr>
              <p:cNvSpPr/>
              <p:nvPr/>
            </p:nvSpPr>
            <p:spPr>
              <a:xfrm>
                <a:off x="4027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9" name="椭圆 9658">
                <a:extLst>
                  <a:ext uri="{FF2B5EF4-FFF2-40B4-BE49-F238E27FC236}">
                    <a16:creationId xmlns:a16="http://schemas.microsoft.com/office/drawing/2014/main" id="{AB4E3F8C-73F9-4A3F-8BC0-73F2A80C7D2C}"/>
                  </a:ext>
                </a:extLst>
              </p:cNvPr>
              <p:cNvSpPr/>
              <p:nvPr/>
            </p:nvSpPr>
            <p:spPr>
              <a:xfrm>
                <a:off x="4024216"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0" name="椭圆 9659">
                <a:extLst>
                  <a:ext uri="{FF2B5EF4-FFF2-40B4-BE49-F238E27FC236}">
                    <a16:creationId xmlns:a16="http://schemas.microsoft.com/office/drawing/2014/main" id="{322543E0-3BF6-486E-BD01-6F2ABFCF2D2E}"/>
                  </a:ext>
                </a:extLst>
              </p:cNvPr>
              <p:cNvSpPr/>
              <p:nvPr/>
            </p:nvSpPr>
            <p:spPr>
              <a:xfrm>
                <a:off x="39826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1" name="椭圆 9660">
                <a:extLst>
                  <a:ext uri="{FF2B5EF4-FFF2-40B4-BE49-F238E27FC236}">
                    <a16:creationId xmlns:a16="http://schemas.microsoft.com/office/drawing/2014/main" id="{A14DACB3-6D21-475E-A36E-F50FC47DBB3F}"/>
                  </a:ext>
                </a:extLst>
              </p:cNvPr>
              <p:cNvSpPr/>
              <p:nvPr/>
            </p:nvSpPr>
            <p:spPr>
              <a:xfrm>
                <a:off x="403743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2" name="椭圆 9661">
                <a:extLst>
                  <a:ext uri="{FF2B5EF4-FFF2-40B4-BE49-F238E27FC236}">
                    <a16:creationId xmlns:a16="http://schemas.microsoft.com/office/drawing/2014/main" id="{36636BCC-4A8A-43E1-A253-DD20CD3CE058}"/>
                  </a:ext>
                </a:extLst>
              </p:cNvPr>
              <p:cNvSpPr/>
              <p:nvPr/>
            </p:nvSpPr>
            <p:spPr>
              <a:xfrm>
                <a:off x="405769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3" name="椭圆 9662">
                <a:extLst>
                  <a:ext uri="{FF2B5EF4-FFF2-40B4-BE49-F238E27FC236}">
                    <a16:creationId xmlns:a16="http://schemas.microsoft.com/office/drawing/2014/main" id="{25229346-4E7F-4A68-9919-5C1CA7FF1CD1}"/>
                  </a:ext>
                </a:extLst>
              </p:cNvPr>
              <p:cNvSpPr/>
              <p:nvPr/>
            </p:nvSpPr>
            <p:spPr>
              <a:xfrm>
                <a:off x="403970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4" name="椭圆 9663">
                <a:extLst>
                  <a:ext uri="{FF2B5EF4-FFF2-40B4-BE49-F238E27FC236}">
                    <a16:creationId xmlns:a16="http://schemas.microsoft.com/office/drawing/2014/main" id="{FA198739-655E-4A02-8577-15463E8BC6BC}"/>
                  </a:ext>
                </a:extLst>
              </p:cNvPr>
              <p:cNvSpPr/>
              <p:nvPr/>
            </p:nvSpPr>
            <p:spPr>
              <a:xfrm>
                <a:off x="3993385" y="29712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5" name="椭圆 9664">
                <a:extLst>
                  <a:ext uri="{FF2B5EF4-FFF2-40B4-BE49-F238E27FC236}">
                    <a16:creationId xmlns:a16="http://schemas.microsoft.com/office/drawing/2014/main" id="{3AE5CB9E-20F7-4124-AAC9-BD9FDC03C1D9}"/>
                  </a:ext>
                </a:extLst>
              </p:cNvPr>
              <p:cNvSpPr/>
              <p:nvPr/>
            </p:nvSpPr>
            <p:spPr>
              <a:xfrm>
                <a:off x="399863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6" name="椭圆 9665">
                <a:extLst>
                  <a:ext uri="{FF2B5EF4-FFF2-40B4-BE49-F238E27FC236}">
                    <a16:creationId xmlns:a16="http://schemas.microsoft.com/office/drawing/2014/main" id="{7EAEC0F5-DF52-489B-B433-A3778305E930}"/>
                  </a:ext>
                </a:extLst>
              </p:cNvPr>
              <p:cNvSpPr/>
              <p:nvPr/>
            </p:nvSpPr>
            <p:spPr>
              <a:xfrm>
                <a:off x="39439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7" name="椭圆 9666">
                <a:extLst>
                  <a:ext uri="{FF2B5EF4-FFF2-40B4-BE49-F238E27FC236}">
                    <a16:creationId xmlns:a16="http://schemas.microsoft.com/office/drawing/2014/main" id="{546D3878-0F60-4867-9D8C-F30469F9ABA0}"/>
                  </a:ext>
                </a:extLst>
              </p:cNvPr>
              <p:cNvSpPr/>
              <p:nvPr/>
            </p:nvSpPr>
            <p:spPr>
              <a:xfrm>
                <a:off x="401159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8" name="椭圆 9667">
                <a:extLst>
                  <a:ext uri="{FF2B5EF4-FFF2-40B4-BE49-F238E27FC236}">
                    <a16:creationId xmlns:a16="http://schemas.microsoft.com/office/drawing/2014/main" id="{20A3A633-E86E-4998-8453-4AB19E59B9EE}"/>
                  </a:ext>
                </a:extLst>
              </p:cNvPr>
              <p:cNvSpPr/>
              <p:nvPr/>
            </p:nvSpPr>
            <p:spPr>
              <a:xfrm>
                <a:off x="3974556"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9" name="椭圆 9668">
                <a:extLst>
                  <a:ext uri="{FF2B5EF4-FFF2-40B4-BE49-F238E27FC236}">
                    <a16:creationId xmlns:a16="http://schemas.microsoft.com/office/drawing/2014/main" id="{0C9E7A01-8852-4875-9DE3-F970C6495DCD}"/>
                  </a:ext>
                </a:extLst>
              </p:cNvPr>
              <p:cNvSpPr/>
              <p:nvPr/>
            </p:nvSpPr>
            <p:spPr>
              <a:xfrm>
                <a:off x="400160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0" name="椭圆 9669">
                <a:extLst>
                  <a:ext uri="{FF2B5EF4-FFF2-40B4-BE49-F238E27FC236}">
                    <a16:creationId xmlns:a16="http://schemas.microsoft.com/office/drawing/2014/main" id="{60E84AC3-77B2-4AD3-B7ED-C36A6598C8CB}"/>
                  </a:ext>
                </a:extLst>
              </p:cNvPr>
              <p:cNvSpPr/>
              <p:nvPr/>
            </p:nvSpPr>
            <p:spPr>
              <a:xfrm>
                <a:off x="409611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1" name="椭圆 9670">
                <a:extLst>
                  <a:ext uri="{FF2B5EF4-FFF2-40B4-BE49-F238E27FC236}">
                    <a16:creationId xmlns:a16="http://schemas.microsoft.com/office/drawing/2014/main" id="{803562B2-8C6C-4125-9643-E86AE3D10DAA}"/>
                  </a:ext>
                </a:extLst>
              </p:cNvPr>
              <p:cNvSpPr/>
              <p:nvPr/>
            </p:nvSpPr>
            <p:spPr>
              <a:xfrm>
                <a:off x="404385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2" name="椭圆 9671">
                <a:extLst>
                  <a:ext uri="{FF2B5EF4-FFF2-40B4-BE49-F238E27FC236}">
                    <a16:creationId xmlns:a16="http://schemas.microsoft.com/office/drawing/2014/main" id="{13B1520C-7850-4F17-B763-BF26BA9B06E8}"/>
                  </a:ext>
                </a:extLst>
              </p:cNvPr>
              <p:cNvSpPr/>
              <p:nvPr/>
            </p:nvSpPr>
            <p:spPr>
              <a:xfrm>
                <a:off x="40562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3" name="椭圆 9672">
                <a:extLst>
                  <a:ext uri="{FF2B5EF4-FFF2-40B4-BE49-F238E27FC236}">
                    <a16:creationId xmlns:a16="http://schemas.microsoft.com/office/drawing/2014/main" id="{EE21E333-39B0-4F40-A6DB-6CF8B2B45AE1}"/>
                  </a:ext>
                </a:extLst>
              </p:cNvPr>
              <p:cNvSpPr/>
              <p:nvPr/>
            </p:nvSpPr>
            <p:spPr>
              <a:xfrm>
                <a:off x="40306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4" name="椭圆 9673">
                <a:extLst>
                  <a:ext uri="{FF2B5EF4-FFF2-40B4-BE49-F238E27FC236}">
                    <a16:creationId xmlns:a16="http://schemas.microsoft.com/office/drawing/2014/main" id="{3F1C9F98-A3AA-4E6D-86F3-544E1D8DC3F3}"/>
                  </a:ext>
                </a:extLst>
              </p:cNvPr>
              <p:cNvSpPr/>
              <p:nvPr/>
            </p:nvSpPr>
            <p:spPr>
              <a:xfrm>
                <a:off x="40055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5" name="椭圆 9674">
                <a:extLst>
                  <a:ext uri="{FF2B5EF4-FFF2-40B4-BE49-F238E27FC236}">
                    <a16:creationId xmlns:a16="http://schemas.microsoft.com/office/drawing/2014/main" id="{1CA40070-6224-4F00-9FF5-D16EA7FD7413}"/>
                  </a:ext>
                </a:extLst>
              </p:cNvPr>
              <p:cNvSpPr/>
              <p:nvPr/>
            </p:nvSpPr>
            <p:spPr>
              <a:xfrm>
                <a:off x="4041173" y="3025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6" name="椭圆 9675">
                <a:extLst>
                  <a:ext uri="{FF2B5EF4-FFF2-40B4-BE49-F238E27FC236}">
                    <a16:creationId xmlns:a16="http://schemas.microsoft.com/office/drawing/2014/main" id="{DEA0B94B-DAA7-4250-97BC-7F0660F72FE6}"/>
                  </a:ext>
                </a:extLst>
              </p:cNvPr>
              <p:cNvSpPr/>
              <p:nvPr/>
            </p:nvSpPr>
            <p:spPr>
              <a:xfrm>
                <a:off x="399074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7" name="椭圆 9676">
                <a:extLst>
                  <a:ext uri="{FF2B5EF4-FFF2-40B4-BE49-F238E27FC236}">
                    <a16:creationId xmlns:a16="http://schemas.microsoft.com/office/drawing/2014/main" id="{6B434607-9C73-4CC3-863D-01E79EC6758F}"/>
                  </a:ext>
                </a:extLst>
              </p:cNvPr>
              <p:cNvSpPr/>
              <p:nvPr/>
            </p:nvSpPr>
            <p:spPr>
              <a:xfrm>
                <a:off x="41601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8" name="椭圆 9677">
                <a:extLst>
                  <a:ext uri="{FF2B5EF4-FFF2-40B4-BE49-F238E27FC236}">
                    <a16:creationId xmlns:a16="http://schemas.microsoft.com/office/drawing/2014/main" id="{8FD3894D-F602-41A8-BD74-D137C4A06B6C}"/>
                  </a:ext>
                </a:extLst>
              </p:cNvPr>
              <p:cNvSpPr/>
              <p:nvPr/>
            </p:nvSpPr>
            <p:spPr>
              <a:xfrm>
                <a:off x="4099753"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9" name="椭圆 9678">
                <a:extLst>
                  <a:ext uri="{FF2B5EF4-FFF2-40B4-BE49-F238E27FC236}">
                    <a16:creationId xmlns:a16="http://schemas.microsoft.com/office/drawing/2014/main" id="{30D77E4B-D121-4EBE-ADDB-44C130C4E67F}"/>
                  </a:ext>
                </a:extLst>
              </p:cNvPr>
              <p:cNvSpPr/>
              <p:nvPr/>
            </p:nvSpPr>
            <p:spPr>
              <a:xfrm>
                <a:off x="4003185" y="29915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0" name="椭圆 9679">
                <a:extLst>
                  <a:ext uri="{FF2B5EF4-FFF2-40B4-BE49-F238E27FC236}">
                    <a16:creationId xmlns:a16="http://schemas.microsoft.com/office/drawing/2014/main" id="{0056AF09-1B7F-49DC-BA82-9DBCCEA10BE5}"/>
                  </a:ext>
                </a:extLst>
              </p:cNvPr>
              <p:cNvSpPr/>
              <p:nvPr/>
            </p:nvSpPr>
            <p:spPr>
              <a:xfrm>
                <a:off x="3887274"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1" name="椭圆 9680">
                <a:extLst>
                  <a:ext uri="{FF2B5EF4-FFF2-40B4-BE49-F238E27FC236}">
                    <a16:creationId xmlns:a16="http://schemas.microsoft.com/office/drawing/2014/main" id="{36C78999-21B7-4099-9E69-D6DA522557D0}"/>
                  </a:ext>
                </a:extLst>
              </p:cNvPr>
              <p:cNvSpPr/>
              <p:nvPr/>
            </p:nvSpPr>
            <p:spPr>
              <a:xfrm>
                <a:off x="40169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2" name="椭圆 9681">
                <a:extLst>
                  <a:ext uri="{FF2B5EF4-FFF2-40B4-BE49-F238E27FC236}">
                    <a16:creationId xmlns:a16="http://schemas.microsoft.com/office/drawing/2014/main" id="{8FFA5CFB-82D8-46C4-9A9F-AF455AC7BC3B}"/>
                  </a:ext>
                </a:extLst>
              </p:cNvPr>
              <p:cNvSpPr/>
              <p:nvPr/>
            </p:nvSpPr>
            <p:spPr>
              <a:xfrm>
                <a:off x="409017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3" name="椭圆 9682">
                <a:extLst>
                  <a:ext uri="{FF2B5EF4-FFF2-40B4-BE49-F238E27FC236}">
                    <a16:creationId xmlns:a16="http://schemas.microsoft.com/office/drawing/2014/main" id="{15605915-F6D2-48A9-B8CB-F62D8C173BF4}"/>
                  </a:ext>
                </a:extLst>
              </p:cNvPr>
              <p:cNvSpPr/>
              <p:nvPr/>
            </p:nvSpPr>
            <p:spPr>
              <a:xfrm>
                <a:off x="4017389" y="2902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4" name="椭圆 9683">
                <a:extLst>
                  <a:ext uri="{FF2B5EF4-FFF2-40B4-BE49-F238E27FC236}">
                    <a16:creationId xmlns:a16="http://schemas.microsoft.com/office/drawing/2014/main" id="{8E6BDBB4-4C0B-4B63-A230-5A444FC6097F}"/>
                  </a:ext>
                </a:extLst>
              </p:cNvPr>
              <p:cNvSpPr/>
              <p:nvPr/>
            </p:nvSpPr>
            <p:spPr>
              <a:xfrm>
                <a:off x="4017977" y="29259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5" name="椭圆 9684">
                <a:extLst>
                  <a:ext uri="{FF2B5EF4-FFF2-40B4-BE49-F238E27FC236}">
                    <a16:creationId xmlns:a16="http://schemas.microsoft.com/office/drawing/2014/main" id="{B0892222-30EA-476C-B985-456007F56ADF}"/>
                  </a:ext>
                </a:extLst>
              </p:cNvPr>
              <p:cNvSpPr/>
              <p:nvPr/>
            </p:nvSpPr>
            <p:spPr>
              <a:xfrm>
                <a:off x="3874869"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6" name="椭圆 9685">
                <a:extLst>
                  <a:ext uri="{FF2B5EF4-FFF2-40B4-BE49-F238E27FC236}">
                    <a16:creationId xmlns:a16="http://schemas.microsoft.com/office/drawing/2014/main" id="{7E2D0B18-392B-4B25-8503-804BA20587D0}"/>
                  </a:ext>
                </a:extLst>
              </p:cNvPr>
              <p:cNvSpPr/>
              <p:nvPr/>
            </p:nvSpPr>
            <p:spPr>
              <a:xfrm>
                <a:off x="40253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7" name="椭圆 9686">
                <a:extLst>
                  <a:ext uri="{FF2B5EF4-FFF2-40B4-BE49-F238E27FC236}">
                    <a16:creationId xmlns:a16="http://schemas.microsoft.com/office/drawing/2014/main" id="{C4135F48-06E9-4559-9E3B-51EF88429192}"/>
                  </a:ext>
                </a:extLst>
              </p:cNvPr>
              <p:cNvSpPr/>
              <p:nvPr/>
            </p:nvSpPr>
            <p:spPr>
              <a:xfrm>
                <a:off x="4034090"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8" name="椭圆 9687">
                <a:extLst>
                  <a:ext uri="{FF2B5EF4-FFF2-40B4-BE49-F238E27FC236}">
                    <a16:creationId xmlns:a16="http://schemas.microsoft.com/office/drawing/2014/main" id="{1A0AA58B-C3B3-4635-ACBD-4842E2BD7561}"/>
                  </a:ext>
                </a:extLst>
              </p:cNvPr>
              <p:cNvSpPr/>
              <p:nvPr/>
            </p:nvSpPr>
            <p:spPr>
              <a:xfrm>
                <a:off x="4016986"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9" name="椭圆 9688">
                <a:extLst>
                  <a:ext uri="{FF2B5EF4-FFF2-40B4-BE49-F238E27FC236}">
                    <a16:creationId xmlns:a16="http://schemas.microsoft.com/office/drawing/2014/main" id="{D506928C-B240-455B-A6E8-3023D9926B0C}"/>
                  </a:ext>
                </a:extLst>
              </p:cNvPr>
              <p:cNvSpPr/>
              <p:nvPr/>
            </p:nvSpPr>
            <p:spPr>
              <a:xfrm>
                <a:off x="4015738" y="2947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0" name="椭圆 9689">
                <a:extLst>
                  <a:ext uri="{FF2B5EF4-FFF2-40B4-BE49-F238E27FC236}">
                    <a16:creationId xmlns:a16="http://schemas.microsoft.com/office/drawing/2014/main" id="{4B5B3E4A-6D48-4512-ADA2-6CA03D57F2CC}"/>
                  </a:ext>
                </a:extLst>
              </p:cNvPr>
              <p:cNvSpPr/>
              <p:nvPr/>
            </p:nvSpPr>
            <p:spPr>
              <a:xfrm>
                <a:off x="4016178" y="30026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1" name="椭圆 9690">
                <a:extLst>
                  <a:ext uri="{FF2B5EF4-FFF2-40B4-BE49-F238E27FC236}">
                    <a16:creationId xmlns:a16="http://schemas.microsoft.com/office/drawing/2014/main" id="{20A67692-F21A-422B-A5BD-200D861E6585}"/>
                  </a:ext>
                </a:extLst>
              </p:cNvPr>
              <p:cNvSpPr/>
              <p:nvPr/>
            </p:nvSpPr>
            <p:spPr>
              <a:xfrm>
                <a:off x="4009021"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2" name="椭圆 9691">
                <a:extLst>
                  <a:ext uri="{FF2B5EF4-FFF2-40B4-BE49-F238E27FC236}">
                    <a16:creationId xmlns:a16="http://schemas.microsoft.com/office/drawing/2014/main" id="{FDC20F19-B2CB-4232-A2F5-1335E6863A68}"/>
                  </a:ext>
                </a:extLst>
              </p:cNvPr>
              <p:cNvSpPr/>
              <p:nvPr/>
            </p:nvSpPr>
            <p:spPr>
              <a:xfrm>
                <a:off x="40233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3" name="椭圆 9692">
                <a:extLst>
                  <a:ext uri="{FF2B5EF4-FFF2-40B4-BE49-F238E27FC236}">
                    <a16:creationId xmlns:a16="http://schemas.microsoft.com/office/drawing/2014/main" id="{4D7A3459-31EF-4501-985E-469343C8830E}"/>
                  </a:ext>
                </a:extLst>
              </p:cNvPr>
              <p:cNvSpPr/>
              <p:nvPr/>
            </p:nvSpPr>
            <p:spPr>
              <a:xfrm>
                <a:off x="40325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4" name="椭圆 9693">
                <a:extLst>
                  <a:ext uri="{FF2B5EF4-FFF2-40B4-BE49-F238E27FC236}">
                    <a16:creationId xmlns:a16="http://schemas.microsoft.com/office/drawing/2014/main" id="{CFA75C0A-AA52-40AE-AED3-EA92257CEB64}"/>
                  </a:ext>
                </a:extLst>
              </p:cNvPr>
              <p:cNvSpPr/>
              <p:nvPr/>
            </p:nvSpPr>
            <p:spPr>
              <a:xfrm>
                <a:off x="40207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5" name="椭圆 9694">
                <a:extLst>
                  <a:ext uri="{FF2B5EF4-FFF2-40B4-BE49-F238E27FC236}">
                    <a16:creationId xmlns:a16="http://schemas.microsoft.com/office/drawing/2014/main" id="{4FBB8729-5D40-4AAD-997B-5995EE75036D}"/>
                  </a:ext>
                </a:extLst>
              </p:cNvPr>
              <p:cNvSpPr/>
              <p:nvPr/>
            </p:nvSpPr>
            <p:spPr>
              <a:xfrm>
                <a:off x="401184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6" name="椭圆 9695">
                <a:extLst>
                  <a:ext uri="{FF2B5EF4-FFF2-40B4-BE49-F238E27FC236}">
                    <a16:creationId xmlns:a16="http://schemas.microsoft.com/office/drawing/2014/main" id="{DC300C15-9F84-499A-AAD7-CE1DB996D93A}"/>
                  </a:ext>
                </a:extLst>
              </p:cNvPr>
              <p:cNvSpPr/>
              <p:nvPr/>
            </p:nvSpPr>
            <p:spPr>
              <a:xfrm>
                <a:off x="40365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7" name="椭圆 9696">
                <a:extLst>
                  <a:ext uri="{FF2B5EF4-FFF2-40B4-BE49-F238E27FC236}">
                    <a16:creationId xmlns:a16="http://schemas.microsoft.com/office/drawing/2014/main" id="{E10490CF-1C0D-4278-ABD0-F25AD16D8289}"/>
                  </a:ext>
                </a:extLst>
              </p:cNvPr>
              <p:cNvSpPr/>
              <p:nvPr/>
            </p:nvSpPr>
            <p:spPr>
              <a:xfrm>
                <a:off x="4051450" y="26271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8" name="椭圆 9697">
                <a:extLst>
                  <a:ext uri="{FF2B5EF4-FFF2-40B4-BE49-F238E27FC236}">
                    <a16:creationId xmlns:a16="http://schemas.microsoft.com/office/drawing/2014/main" id="{65FD34E5-F25C-45F2-AB4E-6010393DC1F1}"/>
                  </a:ext>
                </a:extLst>
              </p:cNvPr>
              <p:cNvSpPr/>
              <p:nvPr/>
            </p:nvSpPr>
            <p:spPr>
              <a:xfrm>
                <a:off x="4123647"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9" name="椭圆 9698">
                <a:extLst>
                  <a:ext uri="{FF2B5EF4-FFF2-40B4-BE49-F238E27FC236}">
                    <a16:creationId xmlns:a16="http://schemas.microsoft.com/office/drawing/2014/main" id="{17EFE902-250A-4711-A7C6-6E183C7DFBE7}"/>
                  </a:ext>
                </a:extLst>
              </p:cNvPr>
              <p:cNvSpPr/>
              <p:nvPr/>
            </p:nvSpPr>
            <p:spPr>
              <a:xfrm>
                <a:off x="4101037"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0" name="椭圆 9699">
                <a:extLst>
                  <a:ext uri="{FF2B5EF4-FFF2-40B4-BE49-F238E27FC236}">
                    <a16:creationId xmlns:a16="http://schemas.microsoft.com/office/drawing/2014/main" id="{F85B563F-5A08-4FBD-A0B9-A4FA1BF6F915}"/>
                  </a:ext>
                </a:extLst>
              </p:cNvPr>
              <p:cNvSpPr/>
              <p:nvPr/>
            </p:nvSpPr>
            <p:spPr>
              <a:xfrm>
                <a:off x="4112159"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1" name="椭圆 9700">
                <a:extLst>
                  <a:ext uri="{FF2B5EF4-FFF2-40B4-BE49-F238E27FC236}">
                    <a16:creationId xmlns:a16="http://schemas.microsoft.com/office/drawing/2014/main" id="{091825DC-C113-4E60-894E-5992D55C58CB}"/>
                  </a:ext>
                </a:extLst>
              </p:cNvPr>
              <p:cNvSpPr/>
              <p:nvPr/>
            </p:nvSpPr>
            <p:spPr>
              <a:xfrm>
                <a:off x="410801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2" name="椭圆 9701">
                <a:extLst>
                  <a:ext uri="{FF2B5EF4-FFF2-40B4-BE49-F238E27FC236}">
                    <a16:creationId xmlns:a16="http://schemas.microsoft.com/office/drawing/2014/main" id="{C901D7C4-7004-42AD-BF5C-64F625B2E858}"/>
                  </a:ext>
                </a:extLst>
              </p:cNvPr>
              <p:cNvSpPr/>
              <p:nvPr/>
            </p:nvSpPr>
            <p:spPr>
              <a:xfrm>
                <a:off x="4342511" y="27438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3" name="椭圆 9702">
                <a:extLst>
                  <a:ext uri="{FF2B5EF4-FFF2-40B4-BE49-F238E27FC236}">
                    <a16:creationId xmlns:a16="http://schemas.microsoft.com/office/drawing/2014/main" id="{99266174-D80E-40A1-9FCF-7E8FA0D2E112}"/>
                  </a:ext>
                </a:extLst>
              </p:cNvPr>
              <p:cNvSpPr/>
              <p:nvPr/>
            </p:nvSpPr>
            <p:spPr>
              <a:xfrm>
                <a:off x="4287896"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4" name="椭圆 9703">
                <a:extLst>
                  <a:ext uri="{FF2B5EF4-FFF2-40B4-BE49-F238E27FC236}">
                    <a16:creationId xmlns:a16="http://schemas.microsoft.com/office/drawing/2014/main" id="{BE84FC26-88B7-430B-A62C-67B0D518A0BB}"/>
                  </a:ext>
                </a:extLst>
              </p:cNvPr>
              <p:cNvSpPr/>
              <p:nvPr/>
            </p:nvSpPr>
            <p:spPr>
              <a:xfrm>
                <a:off x="4185162" y="29688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5" name="椭圆 9704">
                <a:extLst>
                  <a:ext uri="{FF2B5EF4-FFF2-40B4-BE49-F238E27FC236}">
                    <a16:creationId xmlns:a16="http://schemas.microsoft.com/office/drawing/2014/main" id="{A4420B9B-DDD7-409A-B9E4-38340E83FF6B}"/>
                  </a:ext>
                </a:extLst>
              </p:cNvPr>
              <p:cNvSpPr/>
              <p:nvPr/>
            </p:nvSpPr>
            <p:spPr>
              <a:xfrm>
                <a:off x="396930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6" name="椭圆 9705">
                <a:extLst>
                  <a:ext uri="{FF2B5EF4-FFF2-40B4-BE49-F238E27FC236}">
                    <a16:creationId xmlns:a16="http://schemas.microsoft.com/office/drawing/2014/main" id="{C68A415A-BD12-47BA-8641-D258EC0D56D2}"/>
                  </a:ext>
                </a:extLst>
              </p:cNvPr>
              <p:cNvSpPr/>
              <p:nvPr/>
            </p:nvSpPr>
            <p:spPr>
              <a:xfrm>
                <a:off x="401515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7" name="椭圆 9706">
                <a:extLst>
                  <a:ext uri="{FF2B5EF4-FFF2-40B4-BE49-F238E27FC236}">
                    <a16:creationId xmlns:a16="http://schemas.microsoft.com/office/drawing/2014/main" id="{7E1DB032-BCEE-4B02-804D-C13CE303291D}"/>
                  </a:ext>
                </a:extLst>
              </p:cNvPr>
              <p:cNvSpPr/>
              <p:nvPr/>
            </p:nvSpPr>
            <p:spPr>
              <a:xfrm>
                <a:off x="405174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8" name="椭圆 9707">
                <a:extLst>
                  <a:ext uri="{FF2B5EF4-FFF2-40B4-BE49-F238E27FC236}">
                    <a16:creationId xmlns:a16="http://schemas.microsoft.com/office/drawing/2014/main" id="{382BC59B-9B3A-4C33-96FA-1CF4B83FC889}"/>
                  </a:ext>
                </a:extLst>
              </p:cNvPr>
              <p:cNvSpPr/>
              <p:nvPr/>
            </p:nvSpPr>
            <p:spPr>
              <a:xfrm>
                <a:off x="4003589"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9" name="椭圆 9708">
                <a:extLst>
                  <a:ext uri="{FF2B5EF4-FFF2-40B4-BE49-F238E27FC236}">
                    <a16:creationId xmlns:a16="http://schemas.microsoft.com/office/drawing/2014/main" id="{328C09AF-32FB-430A-ACE2-C839333B8052}"/>
                  </a:ext>
                </a:extLst>
              </p:cNvPr>
              <p:cNvSpPr/>
              <p:nvPr/>
            </p:nvSpPr>
            <p:spPr>
              <a:xfrm>
                <a:off x="40172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0" name="椭圆 9709">
                <a:extLst>
                  <a:ext uri="{FF2B5EF4-FFF2-40B4-BE49-F238E27FC236}">
                    <a16:creationId xmlns:a16="http://schemas.microsoft.com/office/drawing/2014/main" id="{6758C1E2-8813-4018-A380-7FDDB93319B4}"/>
                  </a:ext>
                </a:extLst>
              </p:cNvPr>
              <p:cNvSpPr/>
              <p:nvPr/>
            </p:nvSpPr>
            <p:spPr>
              <a:xfrm>
                <a:off x="4048331"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1" name="椭圆 9710">
                <a:extLst>
                  <a:ext uri="{FF2B5EF4-FFF2-40B4-BE49-F238E27FC236}">
                    <a16:creationId xmlns:a16="http://schemas.microsoft.com/office/drawing/2014/main" id="{BAB5C2F7-21BF-4F2D-A5A3-2DF1614CCAB3}"/>
                  </a:ext>
                </a:extLst>
              </p:cNvPr>
              <p:cNvSpPr/>
              <p:nvPr/>
            </p:nvSpPr>
            <p:spPr>
              <a:xfrm>
                <a:off x="410588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2" name="椭圆 9711">
                <a:extLst>
                  <a:ext uri="{FF2B5EF4-FFF2-40B4-BE49-F238E27FC236}">
                    <a16:creationId xmlns:a16="http://schemas.microsoft.com/office/drawing/2014/main" id="{E4B47E49-3B81-46E0-9D8C-73BBB5F91FBB}"/>
                  </a:ext>
                </a:extLst>
              </p:cNvPr>
              <p:cNvSpPr/>
              <p:nvPr/>
            </p:nvSpPr>
            <p:spPr>
              <a:xfrm>
                <a:off x="397114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3" name="椭圆 9712">
                <a:extLst>
                  <a:ext uri="{FF2B5EF4-FFF2-40B4-BE49-F238E27FC236}">
                    <a16:creationId xmlns:a16="http://schemas.microsoft.com/office/drawing/2014/main" id="{723AEE1D-75B5-4D24-9589-BBF9711CC6B9}"/>
                  </a:ext>
                </a:extLst>
              </p:cNvPr>
              <p:cNvSpPr/>
              <p:nvPr/>
            </p:nvSpPr>
            <p:spPr>
              <a:xfrm>
                <a:off x="400828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4" name="椭圆 9713">
                <a:extLst>
                  <a:ext uri="{FF2B5EF4-FFF2-40B4-BE49-F238E27FC236}">
                    <a16:creationId xmlns:a16="http://schemas.microsoft.com/office/drawing/2014/main" id="{76583E90-532A-4DE4-A1D8-2BAE58D90CF8}"/>
                  </a:ext>
                </a:extLst>
              </p:cNvPr>
              <p:cNvSpPr/>
              <p:nvPr/>
            </p:nvSpPr>
            <p:spPr>
              <a:xfrm>
                <a:off x="4016068" y="2971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5" name="椭圆 9714">
                <a:extLst>
                  <a:ext uri="{FF2B5EF4-FFF2-40B4-BE49-F238E27FC236}">
                    <a16:creationId xmlns:a16="http://schemas.microsoft.com/office/drawing/2014/main" id="{B08A9AFC-89B9-4FAB-B3B8-A88EBB6873C8}"/>
                  </a:ext>
                </a:extLst>
              </p:cNvPr>
              <p:cNvSpPr/>
              <p:nvPr/>
            </p:nvSpPr>
            <p:spPr>
              <a:xfrm>
                <a:off x="40389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6" name="椭圆 9715">
                <a:extLst>
                  <a:ext uri="{FF2B5EF4-FFF2-40B4-BE49-F238E27FC236}">
                    <a16:creationId xmlns:a16="http://schemas.microsoft.com/office/drawing/2014/main" id="{74364E66-6954-46AE-8853-4A0AD6588AD9}"/>
                  </a:ext>
                </a:extLst>
              </p:cNvPr>
              <p:cNvSpPr/>
              <p:nvPr/>
            </p:nvSpPr>
            <p:spPr>
              <a:xfrm>
                <a:off x="40651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7" name="椭圆 9716">
                <a:extLst>
                  <a:ext uri="{FF2B5EF4-FFF2-40B4-BE49-F238E27FC236}">
                    <a16:creationId xmlns:a16="http://schemas.microsoft.com/office/drawing/2014/main" id="{D71484F0-2A98-46BD-BC9B-BD4C11D18760}"/>
                  </a:ext>
                </a:extLst>
              </p:cNvPr>
              <p:cNvSpPr/>
              <p:nvPr/>
            </p:nvSpPr>
            <p:spPr>
              <a:xfrm>
                <a:off x="4023189"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8" name="椭圆 9717">
                <a:extLst>
                  <a:ext uri="{FF2B5EF4-FFF2-40B4-BE49-F238E27FC236}">
                    <a16:creationId xmlns:a16="http://schemas.microsoft.com/office/drawing/2014/main" id="{C18A8C87-72DF-40BD-B6B3-8C42B1C892B2}"/>
                  </a:ext>
                </a:extLst>
              </p:cNvPr>
              <p:cNvSpPr/>
              <p:nvPr/>
            </p:nvSpPr>
            <p:spPr>
              <a:xfrm>
                <a:off x="401573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9" name="椭圆 9718">
                <a:extLst>
                  <a:ext uri="{FF2B5EF4-FFF2-40B4-BE49-F238E27FC236}">
                    <a16:creationId xmlns:a16="http://schemas.microsoft.com/office/drawing/2014/main" id="{89A4F198-A1BB-4178-B670-05961C568304}"/>
                  </a:ext>
                </a:extLst>
              </p:cNvPr>
              <p:cNvSpPr/>
              <p:nvPr/>
            </p:nvSpPr>
            <p:spPr>
              <a:xfrm>
                <a:off x="401970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0" name="椭圆 9719">
                <a:extLst>
                  <a:ext uri="{FF2B5EF4-FFF2-40B4-BE49-F238E27FC236}">
                    <a16:creationId xmlns:a16="http://schemas.microsoft.com/office/drawing/2014/main" id="{329EF736-F3DB-437D-AF5F-67D008CD086E}"/>
                  </a:ext>
                </a:extLst>
              </p:cNvPr>
              <p:cNvSpPr/>
              <p:nvPr/>
            </p:nvSpPr>
            <p:spPr>
              <a:xfrm>
                <a:off x="4005607" y="30358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1" name="椭圆 9720">
                <a:extLst>
                  <a:ext uri="{FF2B5EF4-FFF2-40B4-BE49-F238E27FC236}">
                    <a16:creationId xmlns:a16="http://schemas.microsoft.com/office/drawing/2014/main" id="{66D95A93-D7A7-4A5C-9C64-153EF58C71C6}"/>
                  </a:ext>
                </a:extLst>
              </p:cNvPr>
              <p:cNvSpPr/>
              <p:nvPr/>
            </p:nvSpPr>
            <p:spPr>
              <a:xfrm>
                <a:off x="4102505" y="29201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2" name="椭圆 9721">
                <a:extLst>
                  <a:ext uri="{FF2B5EF4-FFF2-40B4-BE49-F238E27FC236}">
                    <a16:creationId xmlns:a16="http://schemas.microsoft.com/office/drawing/2014/main" id="{D369163F-ED00-47F6-AE7C-53851258EE2D}"/>
                  </a:ext>
                </a:extLst>
              </p:cNvPr>
              <p:cNvSpPr/>
              <p:nvPr/>
            </p:nvSpPr>
            <p:spPr>
              <a:xfrm>
                <a:off x="3986485"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3" name="椭圆 9722">
                <a:extLst>
                  <a:ext uri="{FF2B5EF4-FFF2-40B4-BE49-F238E27FC236}">
                    <a16:creationId xmlns:a16="http://schemas.microsoft.com/office/drawing/2014/main" id="{4E574466-EAAA-42A5-B2A6-2FD8F3C4FAA7}"/>
                  </a:ext>
                </a:extLst>
              </p:cNvPr>
              <p:cNvSpPr/>
              <p:nvPr/>
            </p:nvSpPr>
            <p:spPr>
              <a:xfrm>
                <a:off x="4061140"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4" name="椭圆 9723">
                <a:extLst>
                  <a:ext uri="{FF2B5EF4-FFF2-40B4-BE49-F238E27FC236}">
                    <a16:creationId xmlns:a16="http://schemas.microsoft.com/office/drawing/2014/main" id="{2910D622-AC33-4B7F-B575-003EE0D31D17}"/>
                  </a:ext>
                </a:extLst>
              </p:cNvPr>
              <p:cNvSpPr/>
              <p:nvPr/>
            </p:nvSpPr>
            <p:spPr>
              <a:xfrm>
                <a:off x="40132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5" name="椭圆 9724">
                <a:extLst>
                  <a:ext uri="{FF2B5EF4-FFF2-40B4-BE49-F238E27FC236}">
                    <a16:creationId xmlns:a16="http://schemas.microsoft.com/office/drawing/2014/main" id="{50F72590-2D6C-4A2B-8592-FFBBED1F370A}"/>
                  </a:ext>
                </a:extLst>
              </p:cNvPr>
              <p:cNvSpPr/>
              <p:nvPr/>
            </p:nvSpPr>
            <p:spPr>
              <a:xfrm>
                <a:off x="40273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6" name="椭圆 9725">
                <a:extLst>
                  <a:ext uri="{FF2B5EF4-FFF2-40B4-BE49-F238E27FC236}">
                    <a16:creationId xmlns:a16="http://schemas.microsoft.com/office/drawing/2014/main" id="{ABFF73FC-9799-4805-9B1B-0B9F5DE8D8DD}"/>
                  </a:ext>
                </a:extLst>
              </p:cNvPr>
              <p:cNvSpPr/>
              <p:nvPr/>
            </p:nvSpPr>
            <p:spPr>
              <a:xfrm>
                <a:off x="4013058"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7" name="椭圆 9726">
                <a:extLst>
                  <a:ext uri="{FF2B5EF4-FFF2-40B4-BE49-F238E27FC236}">
                    <a16:creationId xmlns:a16="http://schemas.microsoft.com/office/drawing/2014/main" id="{1CC271CB-1E03-4725-9274-F15BD0F941AE}"/>
                  </a:ext>
                </a:extLst>
              </p:cNvPr>
              <p:cNvSpPr/>
              <p:nvPr/>
            </p:nvSpPr>
            <p:spPr>
              <a:xfrm>
                <a:off x="4014710"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8" name="椭圆 9727">
                <a:extLst>
                  <a:ext uri="{FF2B5EF4-FFF2-40B4-BE49-F238E27FC236}">
                    <a16:creationId xmlns:a16="http://schemas.microsoft.com/office/drawing/2014/main" id="{F306C434-253E-4456-9A26-05884E8B4218}"/>
                  </a:ext>
                </a:extLst>
              </p:cNvPr>
              <p:cNvSpPr/>
              <p:nvPr/>
            </p:nvSpPr>
            <p:spPr>
              <a:xfrm>
                <a:off x="393528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9" name="椭圆 9728">
                <a:extLst>
                  <a:ext uri="{FF2B5EF4-FFF2-40B4-BE49-F238E27FC236}">
                    <a16:creationId xmlns:a16="http://schemas.microsoft.com/office/drawing/2014/main" id="{CE3378E9-09CF-4EDB-8C69-2D60D6565084}"/>
                  </a:ext>
                </a:extLst>
              </p:cNvPr>
              <p:cNvSpPr/>
              <p:nvPr/>
            </p:nvSpPr>
            <p:spPr>
              <a:xfrm>
                <a:off x="40154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0" name="椭圆 9729">
                <a:extLst>
                  <a:ext uri="{FF2B5EF4-FFF2-40B4-BE49-F238E27FC236}">
                    <a16:creationId xmlns:a16="http://schemas.microsoft.com/office/drawing/2014/main" id="{90E2BEBA-B8FC-45E5-8AAD-5FCED67EF111}"/>
                  </a:ext>
                </a:extLst>
              </p:cNvPr>
              <p:cNvSpPr/>
              <p:nvPr/>
            </p:nvSpPr>
            <p:spPr>
              <a:xfrm>
                <a:off x="391913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1" name="椭圆 9730">
                <a:extLst>
                  <a:ext uri="{FF2B5EF4-FFF2-40B4-BE49-F238E27FC236}">
                    <a16:creationId xmlns:a16="http://schemas.microsoft.com/office/drawing/2014/main" id="{F62A8B66-A84D-4FBF-8FFE-E7C2990713E9}"/>
                  </a:ext>
                </a:extLst>
              </p:cNvPr>
              <p:cNvSpPr/>
              <p:nvPr/>
            </p:nvSpPr>
            <p:spPr>
              <a:xfrm>
                <a:off x="4048367" y="30119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2" name="椭圆 9731">
                <a:extLst>
                  <a:ext uri="{FF2B5EF4-FFF2-40B4-BE49-F238E27FC236}">
                    <a16:creationId xmlns:a16="http://schemas.microsoft.com/office/drawing/2014/main" id="{28750114-1714-46C2-8475-28B96D34FACA}"/>
                  </a:ext>
                </a:extLst>
              </p:cNvPr>
              <p:cNvSpPr/>
              <p:nvPr/>
            </p:nvSpPr>
            <p:spPr>
              <a:xfrm>
                <a:off x="3835559"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3" name="椭圆 9732">
                <a:extLst>
                  <a:ext uri="{FF2B5EF4-FFF2-40B4-BE49-F238E27FC236}">
                    <a16:creationId xmlns:a16="http://schemas.microsoft.com/office/drawing/2014/main" id="{DECA5948-E8B0-46D9-A4F5-26FA92EEDA7B}"/>
                  </a:ext>
                </a:extLst>
              </p:cNvPr>
              <p:cNvSpPr/>
              <p:nvPr/>
            </p:nvSpPr>
            <p:spPr>
              <a:xfrm>
                <a:off x="3784137"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4" name="椭圆 9733">
                <a:extLst>
                  <a:ext uri="{FF2B5EF4-FFF2-40B4-BE49-F238E27FC236}">
                    <a16:creationId xmlns:a16="http://schemas.microsoft.com/office/drawing/2014/main" id="{DA4E02BD-5855-4759-8AAE-22743EF9B32D}"/>
                  </a:ext>
                </a:extLst>
              </p:cNvPr>
              <p:cNvSpPr/>
              <p:nvPr/>
            </p:nvSpPr>
            <p:spPr>
              <a:xfrm>
                <a:off x="4012948" y="2915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5" name="椭圆 9734">
                <a:extLst>
                  <a:ext uri="{FF2B5EF4-FFF2-40B4-BE49-F238E27FC236}">
                    <a16:creationId xmlns:a16="http://schemas.microsoft.com/office/drawing/2014/main" id="{C565C1CB-F64E-48EB-9F61-755571D2BE31}"/>
                  </a:ext>
                </a:extLst>
              </p:cNvPr>
              <p:cNvSpPr/>
              <p:nvPr/>
            </p:nvSpPr>
            <p:spPr>
              <a:xfrm>
                <a:off x="39809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6" name="椭圆 9735">
                <a:extLst>
                  <a:ext uri="{FF2B5EF4-FFF2-40B4-BE49-F238E27FC236}">
                    <a16:creationId xmlns:a16="http://schemas.microsoft.com/office/drawing/2014/main" id="{8BCF4B5B-B336-45A9-9E55-33B169E41EEB}"/>
                  </a:ext>
                </a:extLst>
              </p:cNvPr>
              <p:cNvSpPr/>
              <p:nvPr/>
            </p:nvSpPr>
            <p:spPr>
              <a:xfrm>
                <a:off x="4014783"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7" name="椭圆 9736">
                <a:extLst>
                  <a:ext uri="{FF2B5EF4-FFF2-40B4-BE49-F238E27FC236}">
                    <a16:creationId xmlns:a16="http://schemas.microsoft.com/office/drawing/2014/main" id="{AD74A876-1584-420F-9BDE-6F66122B3554}"/>
                  </a:ext>
                </a:extLst>
              </p:cNvPr>
              <p:cNvSpPr/>
              <p:nvPr/>
            </p:nvSpPr>
            <p:spPr>
              <a:xfrm>
                <a:off x="3937082" y="2965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8" name="椭圆 9737">
                <a:extLst>
                  <a:ext uri="{FF2B5EF4-FFF2-40B4-BE49-F238E27FC236}">
                    <a16:creationId xmlns:a16="http://schemas.microsoft.com/office/drawing/2014/main" id="{79BC59FF-84BD-44E5-AEC5-5AE4430701A9}"/>
                  </a:ext>
                </a:extLst>
              </p:cNvPr>
              <p:cNvSpPr/>
              <p:nvPr/>
            </p:nvSpPr>
            <p:spPr>
              <a:xfrm>
                <a:off x="4007149" y="2951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9" name="椭圆 9738">
                <a:extLst>
                  <a:ext uri="{FF2B5EF4-FFF2-40B4-BE49-F238E27FC236}">
                    <a16:creationId xmlns:a16="http://schemas.microsoft.com/office/drawing/2014/main" id="{8DD83381-B67E-4CC7-9BB8-85C8218224C0}"/>
                  </a:ext>
                </a:extLst>
              </p:cNvPr>
              <p:cNvSpPr/>
              <p:nvPr/>
            </p:nvSpPr>
            <p:spPr>
              <a:xfrm>
                <a:off x="3979731"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0" name="椭圆 9739">
                <a:extLst>
                  <a:ext uri="{FF2B5EF4-FFF2-40B4-BE49-F238E27FC236}">
                    <a16:creationId xmlns:a16="http://schemas.microsoft.com/office/drawing/2014/main" id="{FBE2B926-99ED-4A9A-84C9-9BE6CA82D85A}"/>
                  </a:ext>
                </a:extLst>
              </p:cNvPr>
              <p:cNvSpPr/>
              <p:nvPr/>
            </p:nvSpPr>
            <p:spPr>
              <a:xfrm>
                <a:off x="391748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1" name="椭圆 9740">
                <a:extLst>
                  <a:ext uri="{FF2B5EF4-FFF2-40B4-BE49-F238E27FC236}">
                    <a16:creationId xmlns:a16="http://schemas.microsoft.com/office/drawing/2014/main" id="{B6091031-3FBC-4DBC-B500-A8710E23F933}"/>
                  </a:ext>
                </a:extLst>
              </p:cNvPr>
              <p:cNvSpPr/>
              <p:nvPr/>
            </p:nvSpPr>
            <p:spPr>
              <a:xfrm>
                <a:off x="4065214"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2" name="椭圆 9741">
                <a:extLst>
                  <a:ext uri="{FF2B5EF4-FFF2-40B4-BE49-F238E27FC236}">
                    <a16:creationId xmlns:a16="http://schemas.microsoft.com/office/drawing/2014/main" id="{74AA0050-81EF-4A3C-BAB5-445B815FA2D3}"/>
                  </a:ext>
                </a:extLst>
              </p:cNvPr>
              <p:cNvSpPr/>
              <p:nvPr/>
            </p:nvSpPr>
            <p:spPr>
              <a:xfrm>
                <a:off x="402285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3" name="椭圆 9742">
                <a:extLst>
                  <a:ext uri="{FF2B5EF4-FFF2-40B4-BE49-F238E27FC236}">
                    <a16:creationId xmlns:a16="http://schemas.microsoft.com/office/drawing/2014/main" id="{2AC314D4-B839-43D8-B112-0D0E443BC89A}"/>
                  </a:ext>
                </a:extLst>
              </p:cNvPr>
              <p:cNvSpPr/>
              <p:nvPr/>
            </p:nvSpPr>
            <p:spPr>
              <a:xfrm>
                <a:off x="4001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4" name="椭圆 9743">
                <a:extLst>
                  <a:ext uri="{FF2B5EF4-FFF2-40B4-BE49-F238E27FC236}">
                    <a16:creationId xmlns:a16="http://schemas.microsoft.com/office/drawing/2014/main" id="{2F7E454B-ACFB-4CEC-B14F-E7D9600BF895}"/>
                  </a:ext>
                </a:extLst>
              </p:cNvPr>
              <p:cNvSpPr/>
              <p:nvPr/>
            </p:nvSpPr>
            <p:spPr>
              <a:xfrm>
                <a:off x="4001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5" name="椭圆 9744">
                <a:extLst>
                  <a:ext uri="{FF2B5EF4-FFF2-40B4-BE49-F238E27FC236}">
                    <a16:creationId xmlns:a16="http://schemas.microsoft.com/office/drawing/2014/main" id="{966F918C-7FEC-49DE-A459-F0D5CDB83D49}"/>
                  </a:ext>
                </a:extLst>
              </p:cNvPr>
              <p:cNvSpPr/>
              <p:nvPr/>
            </p:nvSpPr>
            <p:spPr>
              <a:xfrm>
                <a:off x="401566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6" name="椭圆 9745">
                <a:extLst>
                  <a:ext uri="{FF2B5EF4-FFF2-40B4-BE49-F238E27FC236}">
                    <a16:creationId xmlns:a16="http://schemas.microsoft.com/office/drawing/2014/main" id="{7738D51E-F58D-4AF6-BF80-798040F15568}"/>
                  </a:ext>
                </a:extLst>
              </p:cNvPr>
              <p:cNvSpPr/>
              <p:nvPr/>
            </p:nvSpPr>
            <p:spPr>
              <a:xfrm>
                <a:off x="4083052"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7" name="椭圆 9746">
                <a:extLst>
                  <a:ext uri="{FF2B5EF4-FFF2-40B4-BE49-F238E27FC236}">
                    <a16:creationId xmlns:a16="http://schemas.microsoft.com/office/drawing/2014/main" id="{D22010DB-80BE-4411-8293-6382F25FBD3F}"/>
                  </a:ext>
                </a:extLst>
              </p:cNvPr>
              <p:cNvSpPr/>
              <p:nvPr/>
            </p:nvSpPr>
            <p:spPr>
              <a:xfrm>
                <a:off x="401977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8" name="椭圆 9747">
                <a:extLst>
                  <a:ext uri="{FF2B5EF4-FFF2-40B4-BE49-F238E27FC236}">
                    <a16:creationId xmlns:a16="http://schemas.microsoft.com/office/drawing/2014/main" id="{8430828C-C34F-454A-A612-134503035197}"/>
                  </a:ext>
                </a:extLst>
              </p:cNvPr>
              <p:cNvSpPr/>
              <p:nvPr/>
            </p:nvSpPr>
            <p:spPr>
              <a:xfrm>
                <a:off x="400781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9" name="椭圆 9748">
                <a:extLst>
                  <a:ext uri="{FF2B5EF4-FFF2-40B4-BE49-F238E27FC236}">
                    <a16:creationId xmlns:a16="http://schemas.microsoft.com/office/drawing/2014/main" id="{7D633B16-1D47-4319-A426-0C04BCDB9180}"/>
                  </a:ext>
                </a:extLst>
              </p:cNvPr>
              <p:cNvSpPr/>
              <p:nvPr/>
            </p:nvSpPr>
            <p:spPr>
              <a:xfrm>
                <a:off x="401111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0" name="椭圆 9749">
                <a:extLst>
                  <a:ext uri="{FF2B5EF4-FFF2-40B4-BE49-F238E27FC236}">
                    <a16:creationId xmlns:a16="http://schemas.microsoft.com/office/drawing/2014/main" id="{690AB532-76AA-43D1-960F-DB5876E8C4E4}"/>
                  </a:ext>
                </a:extLst>
              </p:cNvPr>
              <p:cNvSpPr/>
              <p:nvPr/>
            </p:nvSpPr>
            <p:spPr>
              <a:xfrm>
                <a:off x="40568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1" name="椭圆 9750">
                <a:extLst>
                  <a:ext uri="{FF2B5EF4-FFF2-40B4-BE49-F238E27FC236}">
                    <a16:creationId xmlns:a16="http://schemas.microsoft.com/office/drawing/2014/main" id="{9B53322F-A332-4C67-BC6D-E79953AF4193}"/>
                  </a:ext>
                </a:extLst>
              </p:cNvPr>
              <p:cNvSpPr/>
              <p:nvPr/>
            </p:nvSpPr>
            <p:spPr>
              <a:xfrm>
                <a:off x="4060957"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2" name="椭圆 9751">
                <a:extLst>
                  <a:ext uri="{FF2B5EF4-FFF2-40B4-BE49-F238E27FC236}">
                    <a16:creationId xmlns:a16="http://schemas.microsoft.com/office/drawing/2014/main" id="{A58F65E1-D185-4C79-BFBC-2786BC3D72A9}"/>
                  </a:ext>
                </a:extLst>
              </p:cNvPr>
              <p:cNvSpPr/>
              <p:nvPr/>
            </p:nvSpPr>
            <p:spPr>
              <a:xfrm>
                <a:off x="397470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3" name="椭圆 9752">
                <a:extLst>
                  <a:ext uri="{FF2B5EF4-FFF2-40B4-BE49-F238E27FC236}">
                    <a16:creationId xmlns:a16="http://schemas.microsoft.com/office/drawing/2014/main" id="{81ECF027-479A-49D9-A203-8F552A8589D2}"/>
                  </a:ext>
                </a:extLst>
              </p:cNvPr>
              <p:cNvSpPr/>
              <p:nvPr/>
            </p:nvSpPr>
            <p:spPr>
              <a:xfrm>
                <a:off x="3946771"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4" name="椭圆 9753">
                <a:extLst>
                  <a:ext uri="{FF2B5EF4-FFF2-40B4-BE49-F238E27FC236}">
                    <a16:creationId xmlns:a16="http://schemas.microsoft.com/office/drawing/2014/main" id="{AECB9BB9-74F1-4E51-BC60-875D1258F099}"/>
                  </a:ext>
                </a:extLst>
              </p:cNvPr>
              <p:cNvSpPr/>
              <p:nvPr/>
            </p:nvSpPr>
            <p:spPr>
              <a:xfrm>
                <a:off x="4027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5" name="椭圆 9754">
                <a:extLst>
                  <a:ext uri="{FF2B5EF4-FFF2-40B4-BE49-F238E27FC236}">
                    <a16:creationId xmlns:a16="http://schemas.microsoft.com/office/drawing/2014/main" id="{4F02BDB0-5CAF-401D-8032-B3F5487BFD51}"/>
                  </a:ext>
                </a:extLst>
              </p:cNvPr>
              <p:cNvSpPr/>
              <p:nvPr/>
            </p:nvSpPr>
            <p:spPr>
              <a:xfrm>
                <a:off x="4036769"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6" name="椭圆 9755">
                <a:extLst>
                  <a:ext uri="{FF2B5EF4-FFF2-40B4-BE49-F238E27FC236}">
                    <a16:creationId xmlns:a16="http://schemas.microsoft.com/office/drawing/2014/main" id="{A318D0D3-A9BD-498C-9FE6-6FCFFD94C71D}"/>
                  </a:ext>
                </a:extLst>
              </p:cNvPr>
              <p:cNvSpPr/>
              <p:nvPr/>
            </p:nvSpPr>
            <p:spPr>
              <a:xfrm>
                <a:off x="4005204"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7" name="椭圆 9756">
                <a:extLst>
                  <a:ext uri="{FF2B5EF4-FFF2-40B4-BE49-F238E27FC236}">
                    <a16:creationId xmlns:a16="http://schemas.microsoft.com/office/drawing/2014/main" id="{00796361-DD51-4780-ACCC-5D2C34BEA1AD}"/>
                  </a:ext>
                </a:extLst>
              </p:cNvPr>
              <p:cNvSpPr/>
              <p:nvPr/>
            </p:nvSpPr>
            <p:spPr>
              <a:xfrm>
                <a:off x="3883494"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8" name="椭圆 9757">
                <a:extLst>
                  <a:ext uri="{FF2B5EF4-FFF2-40B4-BE49-F238E27FC236}">
                    <a16:creationId xmlns:a16="http://schemas.microsoft.com/office/drawing/2014/main" id="{6A57B47A-AFDA-4662-8DBF-6724C8D2DEE1}"/>
                  </a:ext>
                </a:extLst>
              </p:cNvPr>
              <p:cNvSpPr/>
              <p:nvPr/>
            </p:nvSpPr>
            <p:spPr>
              <a:xfrm>
                <a:off x="4059599" y="2888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9" name="椭圆 9758">
                <a:extLst>
                  <a:ext uri="{FF2B5EF4-FFF2-40B4-BE49-F238E27FC236}">
                    <a16:creationId xmlns:a16="http://schemas.microsoft.com/office/drawing/2014/main" id="{AA50B25C-76CA-4004-91AA-8D4897E73101}"/>
                  </a:ext>
                </a:extLst>
              </p:cNvPr>
              <p:cNvSpPr/>
              <p:nvPr/>
            </p:nvSpPr>
            <p:spPr>
              <a:xfrm>
                <a:off x="4004543"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0" name="椭圆 9759">
                <a:extLst>
                  <a:ext uri="{FF2B5EF4-FFF2-40B4-BE49-F238E27FC236}">
                    <a16:creationId xmlns:a16="http://schemas.microsoft.com/office/drawing/2014/main" id="{368D6FA1-A734-48AC-AD3F-8137DCDFC912}"/>
                  </a:ext>
                </a:extLst>
              </p:cNvPr>
              <p:cNvSpPr/>
              <p:nvPr/>
            </p:nvSpPr>
            <p:spPr>
              <a:xfrm>
                <a:off x="4045248"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1" name="椭圆 9760">
                <a:extLst>
                  <a:ext uri="{FF2B5EF4-FFF2-40B4-BE49-F238E27FC236}">
                    <a16:creationId xmlns:a16="http://schemas.microsoft.com/office/drawing/2014/main" id="{29DF16AC-9DD3-423A-B4BC-E30764E746C3}"/>
                  </a:ext>
                </a:extLst>
              </p:cNvPr>
              <p:cNvSpPr/>
              <p:nvPr/>
            </p:nvSpPr>
            <p:spPr>
              <a:xfrm>
                <a:off x="3772906"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2" name="椭圆 9761">
                <a:extLst>
                  <a:ext uri="{FF2B5EF4-FFF2-40B4-BE49-F238E27FC236}">
                    <a16:creationId xmlns:a16="http://schemas.microsoft.com/office/drawing/2014/main" id="{EBE6B38A-10BB-44BC-BBD8-01BC725A83B1}"/>
                  </a:ext>
                </a:extLst>
              </p:cNvPr>
              <p:cNvSpPr/>
              <p:nvPr/>
            </p:nvSpPr>
            <p:spPr>
              <a:xfrm>
                <a:off x="40219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3" name="椭圆 9762">
                <a:extLst>
                  <a:ext uri="{FF2B5EF4-FFF2-40B4-BE49-F238E27FC236}">
                    <a16:creationId xmlns:a16="http://schemas.microsoft.com/office/drawing/2014/main" id="{E6F11541-ABCA-43CD-89BD-641B264A7768}"/>
                  </a:ext>
                </a:extLst>
              </p:cNvPr>
              <p:cNvSpPr/>
              <p:nvPr/>
            </p:nvSpPr>
            <p:spPr>
              <a:xfrm>
                <a:off x="4015261" y="30203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4" name="椭圆 9763">
                <a:extLst>
                  <a:ext uri="{FF2B5EF4-FFF2-40B4-BE49-F238E27FC236}">
                    <a16:creationId xmlns:a16="http://schemas.microsoft.com/office/drawing/2014/main" id="{A06C7D26-0F19-4C3B-8CCC-A8BD6694151A}"/>
                  </a:ext>
                </a:extLst>
              </p:cNvPr>
              <p:cNvSpPr/>
              <p:nvPr/>
            </p:nvSpPr>
            <p:spPr>
              <a:xfrm>
                <a:off x="3806636"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5" name="椭圆 9764">
                <a:extLst>
                  <a:ext uri="{FF2B5EF4-FFF2-40B4-BE49-F238E27FC236}">
                    <a16:creationId xmlns:a16="http://schemas.microsoft.com/office/drawing/2014/main" id="{7ADE085F-EFF0-41B4-9096-1B0683883D02}"/>
                  </a:ext>
                </a:extLst>
              </p:cNvPr>
              <p:cNvSpPr/>
              <p:nvPr/>
            </p:nvSpPr>
            <p:spPr>
              <a:xfrm>
                <a:off x="4025060" y="3005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6" name="椭圆 9765">
                <a:extLst>
                  <a:ext uri="{FF2B5EF4-FFF2-40B4-BE49-F238E27FC236}">
                    <a16:creationId xmlns:a16="http://schemas.microsoft.com/office/drawing/2014/main" id="{74302758-DD55-495E-A269-D9F0A84B31D6}"/>
                  </a:ext>
                </a:extLst>
              </p:cNvPr>
              <p:cNvSpPr/>
              <p:nvPr/>
            </p:nvSpPr>
            <p:spPr>
              <a:xfrm>
                <a:off x="3945560"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7" name="椭圆 9766">
                <a:extLst>
                  <a:ext uri="{FF2B5EF4-FFF2-40B4-BE49-F238E27FC236}">
                    <a16:creationId xmlns:a16="http://schemas.microsoft.com/office/drawing/2014/main" id="{6226745F-466E-4B8C-95CA-0FC02063A2F3}"/>
                  </a:ext>
                </a:extLst>
              </p:cNvPr>
              <p:cNvSpPr/>
              <p:nvPr/>
            </p:nvSpPr>
            <p:spPr>
              <a:xfrm>
                <a:off x="4010966" y="29426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8" name="椭圆 9767">
                <a:extLst>
                  <a:ext uri="{FF2B5EF4-FFF2-40B4-BE49-F238E27FC236}">
                    <a16:creationId xmlns:a16="http://schemas.microsoft.com/office/drawing/2014/main" id="{E8F99257-6016-49BB-8DD1-9B715507E5C2}"/>
                  </a:ext>
                </a:extLst>
              </p:cNvPr>
              <p:cNvSpPr/>
              <p:nvPr/>
            </p:nvSpPr>
            <p:spPr>
              <a:xfrm>
                <a:off x="4112269"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9" name="椭圆 9768">
                <a:extLst>
                  <a:ext uri="{FF2B5EF4-FFF2-40B4-BE49-F238E27FC236}">
                    <a16:creationId xmlns:a16="http://schemas.microsoft.com/office/drawing/2014/main" id="{35C370A5-BB93-402E-83F6-E4B6198965EC}"/>
                  </a:ext>
                </a:extLst>
              </p:cNvPr>
              <p:cNvSpPr/>
              <p:nvPr/>
            </p:nvSpPr>
            <p:spPr>
              <a:xfrm>
                <a:off x="3914839"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0" name="椭圆 9769">
                <a:extLst>
                  <a:ext uri="{FF2B5EF4-FFF2-40B4-BE49-F238E27FC236}">
                    <a16:creationId xmlns:a16="http://schemas.microsoft.com/office/drawing/2014/main" id="{77579242-B99C-4A86-B012-EDEB3DD02A97}"/>
                  </a:ext>
                </a:extLst>
              </p:cNvPr>
              <p:cNvSpPr/>
              <p:nvPr/>
            </p:nvSpPr>
            <p:spPr>
              <a:xfrm>
                <a:off x="4017169" y="2902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1" name="椭圆 9770">
                <a:extLst>
                  <a:ext uri="{FF2B5EF4-FFF2-40B4-BE49-F238E27FC236}">
                    <a16:creationId xmlns:a16="http://schemas.microsoft.com/office/drawing/2014/main" id="{F2E386E6-FF42-4CE5-BDE0-8D4B7D672108}"/>
                  </a:ext>
                </a:extLst>
              </p:cNvPr>
              <p:cNvSpPr/>
              <p:nvPr/>
            </p:nvSpPr>
            <p:spPr>
              <a:xfrm>
                <a:off x="4015628"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2" name="椭圆 9771">
                <a:extLst>
                  <a:ext uri="{FF2B5EF4-FFF2-40B4-BE49-F238E27FC236}">
                    <a16:creationId xmlns:a16="http://schemas.microsoft.com/office/drawing/2014/main" id="{0120F966-740D-4B90-937D-4612E2935F8A}"/>
                  </a:ext>
                </a:extLst>
              </p:cNvPr>
              <p:cNvSpPr/>
              <p:nvPr/>
            </p:nvSpPr>
            <p:spPr>
              <a:xfrm>
                <a:off x="3924896" y="29508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3" name="椭圆 9772">
                <a:extLst>
                  <a:ext uri="{FF2B5EF4-FFF2-40B4-BE49-F238E27FC236}">
                    <a16:creationId xmlns:a16="http://schemas.microsoft.com/office/drawing/2014/main" id="{74872DBB-193F-4042-988A-C3109C30780C}"/>
                  </a:ext>
                </a:extLst>
              </p:cNvPr>
              <p:cNvSpPr/>
              <p:nvPr/>
            </p:nvSpPr>
            <p:spPr>
              <a:xfrm>
                <a:off x="407391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4" name="椭圆 9773">
                <a:extLst>
                  <a:ext uri="{FF2B5EF4-FFF2-40B4-BE49-F238E27FC236}">
                    <a16:creationId xmlns:a16="http://schemas.microsoft.com/office/drawing/2014/main" id="{0C5798D1-EA10-4674-BD92-BDC1D00F255A}"/>
                  </a:ext>
                </a:extLst>
              </p:cNvPr>
              <p:cNvSpPr/>
              <p:nvPr/>
            </p:nvSpPr>
            <p:spPr>
              <a:xfrm>
                <a:off x="3901772"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5" name="椭圆 9774">
                <a:extLst>
                  <a:ext uri="{FF2B5EF4-FFF2-40B4-BE49-F238E27FC236}">
                    <a16:creationId xmlns:a16="http://schemas.microsoft.com/office/drawing/2014/main" id="{929A69A3-E458-4111-BC21-A7F598D83D97}"/>
                  </a:ext>
                </a:extLst>
              </p:cNvPr>
              <p:cNvSpPr/>
              <p:nvPr/>
            </p:nvSpPr>
            <p:spPr>
              <a:xfrm>
                <a:off x="40039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6" name="椭圆 9775">
                <a:extLst>
                  <a:ext uri="{FF2B5EF4-FFF2-40B4-BE49-F238E27FC236}">
                    <a16:creationId xmlns:a16="http://schemas.microsoft.com/office/drawing/2014/main" id="{EEC88C67-79F3-498E-B456-6F8D210302E9}"/>
                  </a:ext>
                </a:extLst>
              </p:cNvPr>
              <p:cNvSpPr/>
              <p:nvPr/>
            </p:nvSpPr>
            <p:spPr>
              <a:xfrm>
                <a:off x="392229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7" name="椭圆 9776">
                <a:extLst>
                  <a:ext uri="{FF2B5EF4-FFF2-40B4-BE49-F238E27FC236}">
                    <a16:creationId xmlns:a16="http://schemas.microsoft.com/office/drawing/2014/main" id="{BE51CF13-6F07-49B8-AA76-BFD3F9BF84C8}"/>
                  </a:ext>
                </a:extLst>
              </p:cNvPr>
              <p:cNvSpPr/>
              <p:nvPr/>
            </p:nvSpPr>
            <p:spPr>
              <a:xfrm>
                <a:off x="40342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8" name="椭圆 9777">
                <a:extLst>
                  <a:ext uri="{FF2B5EF4-FFF2-40B4-BE49-F238E27FC236}">
                    <a16:creationId xmlns:a16="http://schemas.microsoft.com/office/drawing/2014/main" id="{D752EAF2-79D3-48A4-AB76-14637E0812DD}"/>
                  </a:ext>
                </a:extLst>
              </p:cNvPr>
              <p:cNvSpPr/>
              <p:nvPr/>
            </p:nvSpPr>
            <p:spPr>
              <a:xfrm>
                <a:off x="402953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9" name="椭圆 9778">
                <a:extLst>
                  <a:ext uri="{FF2B5EF4-FFF2-40B4-BE49-F238E27FC236}">
                    <a16:creationId xmlns:a16="http://schemas.microsoft.com/office/drawing/2014/main" id="{AC853B08-56C1-4D8C-ADEA-051973225C0F}"/>
                  </a:ext>
                </a:extLst>
              </p:cNvPr>
              <p:cNvSpPr/>
              <p:nvPr/>
            </p:nvSpPr>
            <p:spPr>
              <a:xfrm>
                <a:off x="4064994" y="30206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0" name="椭圆 9779">
                <a:extLst>
                  <a:ext uri="{FF2B5EF4-FFF2-40B4-BE49-F238E27FC236}">
                    <a16:creationId xmlns:a16="http://schemas.microsoft.com/office/drawing/2014/main" id="{F5F62C9F-FC8D-4EDF-A5B7-8BBD464215C7}"/>
                  </a:ext>
                </a:extLst>
              </p:cNvPr>
              <p:cNvSpPr/>
              <p:nvPr/>
            </p:nvSpPr>
            <p:spPr>
              <a:xfrm>
                <a:off x="402095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1" name="椭圆 9780">
                <a:extLst>
                  <a:ext uri="{FF2B5EF4-FFF2-40B4-BE49-F238E27FC236}">
                    <a16:creationId xmlns:a16="http://schemas.microsoft.com/office/drawing/2014/main" id="{26B07ED3-78FD-4B3D-A2AA-8D30B8064DA2}"/>
                  </a:ext>
                </a:extLst>
              </p:cNvPr>
              <p:cNvSpPr/>
              <p:nvPr/>
            </p:nvSpPr>
            <p:spPr>
              <a:xfrm>
                <a:off x="401687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2" name="椭圆 9781">
                <a:extLst>
                  <a:ext uri="{FF2B5EF4-FFF2-40B4-BE49-F238E27FC236}">
                    <a16:creationId xmlns:a16="http://schemas.microsoft.com/office/drawing/2014/main" id="{5F584080-FB4A-43BF-89BC-1101E952C7A4}"/>
                  </a:ext>
                </a:extLst>
              </p:cNvPr>
              <p:cNvSpPr/>
              <p:nvPr/>
            </p:nvSpPr>
            <p:spPr>
              <a:xfrm>
                <a:off x="39846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3" name="椭圆 9782">
                <a:extLst>
                  <a:ext uri="{FF2B5EF4-FFF2-40B4-BE49-F238E27FC236}">
                    <a16:creationId xmlns:a16="http://schemas.microsoft.com/office/drawing/2014/main" id="{D11B3A06-984C-401C-AA80-5CC8C3203E0A}"/>
                  </a:ext>
                </a:extLst>
              </p:cNvPr>
              <p:cNvSpPr/>
              <p:nvPr/>
            </p:nvSpPr>
            <p:spPr>
              <a:xfrm>
                <a:off x="401195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4" name="椭圆 9783">
                <a:extLst>
                  <a:ext uri="{FF2B5EF4-FFF2-40B4-BE49-F238E27FC236}">
                    <a16:creationId xmlns:a16="http://schemas.microsoft.com/office/drawing/2014/main" id="{AA673EDE-AA1F-4E56-B7A8-C5E4A9154C8C}"/>
                  </a:ext>
                </a:extLst>
              </p:cNvPr>
              <p:cNvSpPr/>
              <p:nvPr/>
            </p:nvSpPr>
            <p:spPr>
              <a:xfrm>
                <a:off x="3984576"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5" name="椭圆 9784">
                <a:extLst>
                  <a:ext uri="{FF2B5EF4-FFF2-40B4-BE49-F238E27FC236}">
                    <a16:creationId xmlns:a16="http://schemas.microsoft.com/office/drawing/2014/main" id="{01D1B4B9-B323-43EE-ACEF-F2FF812BF215}"/>
                  </a:ext>
                </a:extLst>
              </p:cNvPr>
              <p:cNvSpPr/>
              <p:nvPr/>
            </p:nvSpPr>
            <p:spPr>
              <a:xfrm>
                <a:off x="412184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6" name="椭圆 9785">
                <a:extLst>
                  <a:ext uri="{FF2B5EF4-FFF2-40B4-BE49-F238E27FC236}">
                    <a16:creationId xmlns:a16="http://schemas.microsoft.com/office/drawing/2014/main" id="{98E91AC0-3E9B-4B2D-A43F-A7892239E5EC}"/>
                  </a:ext>
                </a:extLst>
              </p:cNvPr>
              <p:cNvSpPr/>
              <p:nvPr/>
            </p:nvSpPr>
            <p:spPr>
              <a:xfrm>
                <a:off x="4011186" y="29623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7" name="椭圆 9786">
                <a:extLst>
                  <a:ext uri="{FF2B5EF4-FFF2-40B4-BE49-F238E27FC236}">
                    <a16:creationId xmlns:a16="http://schemas.microsoft.com/office/drawing/2014/main" id="{9AB5A566-5230-4B1B-B33E-DDD902046724}"/>
                  </a:ext>
                </a:extLst>
              </p:cNvPr>
              <p:cNvSpPr/>
              <p:nvPr/>
            </p:nvSpPr>
            <p:spPr>
              <a:xfrm>
                <a:off x="3896230"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8" name="椭圆 9787">
                <a:extLst>
                  <a:ext uri="{FF2B5EF4-FFF2-40B4-BE49-F238E27FC236}">
                    <a16:creationId xmlns:a16="http://schemas.microsoft.com/office/drawing/2014/main" id="{0DF8CAFE-BD15-4026-A5D2-C61098B22781}"/>
                  </a:ext>
                </a:extLst>
              </p:cNvPr>
              <p:cNvSpPr/>
              <p:nvPr/>
            </p:nvSpPr>
            <p:spPr>
              <a:xfrm>
                <a:off x="3841688"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9" name="椭圆 9788">
                <a:extLst>
                  <a:ext uri="{FF2B5EF4-FFF2-40B4-BE49-F238E27FC236}">
                    <a16:creationId xmlns:a16="http://schemas.microsoft.com/office/drawing/2014/main" id="{C5257C34-FC9E-4BB1-9129-A6489273E695}"/>
                  </a:ext>
                </a:extLst>
              </p:cNvPr>
              <p:cNvSpPr/>
              <p:nvPr/>
            </p:nvSpPr>
            <p:spPr>
              <a:xfrm>
                <a:off x="404605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0" name="椭圆 9789">
                <a:extLst>
                  <a:ext uri="{FF2B5EF4-FFF2-40B4-BE49-F238E27FC236}">
                    <a16:creationId xmlns:a16="http://schemas.microsoft.com/office/drawing/2014/main" id="{AE8D937A-F0BD-404F-BBD5-4FB1FB9A288E}"/>
                  </a:ext>
                </a:extLst>
              </p:cNvPr>
              <p:cNvSpPr/>
              <p:nvPr/>
            </p:nvSpPr>
            <p:spPr>
              <a:xfrm>
                <a:off x="4066866"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1" name="椭圆 9790">
                <a:extLst>
                  <a:ext uri="{FF2B5EF4-FFF2-40B4-BE49-F238E27FC236}">
                    <a16:creationId xmlns:a16="http://schemas.microsoft.com/office/drawing/2014/main" id="{64FDFC4C-3B99-4C14-A7FA-37114BC12EB8}"/>
                  </a:ext>
                </a:extLst>
              </p:cNvPr>
              <p:cNvSpPr/>
              <p:nvPr/>
            </p:nvSpPr>
            <p:spPr>
              <a:xfrm>
                <a:off x="401375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2" name="椭圆 9791">
                <a:extLst>
                  <a:ext uri="{FF2B5EF4-FFF2-40B4-BE49-F238E27FC236}">
                    <a16:creationId xmlns:a16="http://schemas.microsoft.com/office/drawing/2014/main" id="{D967EF9E-BC17-4AA9-8E5D-BD2D872E2854}"/>
                  </a:ext>
                </a:extLst>
              </p:cNvPr>
              <p:cNvSpPr/>
              <p:nvPr/>
            </p:nvSpPr>
            <p:spPr>
              <a:xfrm>
                <a:off x="404807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3" name="椭圆 9792">
                <a:extLst>
                  <a:ext uri="{FF2B5EF4-FFF2-40B4-BE49-F238E27FC236}">
                    <a16:creationId xmlns:a16="http://schemas.microsoft.com/office/drawing/2014/main" id="{5382E9EF-22F1-4C66-A611-345739BAC3AE}"/>
                  </a:ext>
                </a:extLst>
              </p:cNvPr>
              <p:cNvSpPr/>
              <p:nvPr/>
            </p:nvSpPr>
            <p:spPr>
              <a:xfrm>
                <a:off x="4028070"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4" name="椭圆 9793">
                <a:extLst>
                  <a:ext uri="{FF2B5EF4-FFF2-40B4-BE49-F238E27FC236}">
                    <a16:creationId xmlns:a16="http://schemas.microsoft.com/office/drawing/2014/main" id="{2A24DBAB-7F98-4F40-8129-A5317C7879C8}"/>
                  </a:ext>
                </a:extLst>
              </p:cNvPr>
              <p:cNvSpPr/>
              <p:nvPr/>
            </p:nvSpPr>
            <p:spPr>
              <a:xfrm>
                <a:off x="4037797"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5" name="椭圆 9794">
                <a:extLst>
                  <a:ext uri="{FF2B5EF4-FFF2-40B4-BE49-F238E27FC236}">
                    <a16:creationId xmlns:a16="http://schemas.microsoft.com/office/drawing/2014/main" id="{470003F4-1E37-40E7-9A98-EDFA787E4011}"/>
                  </a:ext>
                </a:extLst>
              </p:cNvPr>
              <p:cNvSpPr/>
              <p:nvPr/>
            </p:nvSpPr>
            <p:spPr>
              <a:xfrm>
                <a:off x="4020142" y="28911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6" name="椭圆 9795">
                <a:extLst>
                  <a:ext uri="{FF2B5EF4-FFF2-40B4-BE49-F238E27FC236}">
                    <a16:creationId xmlns:a16="http://schemas.microsoft.com/office/drawing/2014/main" id="{49131810-AAB6-473E-9C45-893CA92760DA}"/>
                  </a:ext>
                </a:extLst>
              </p:cNvPr>
              <p:cNvSpPr/>
              <p:nvPr/>
            </p:nvSpPr>
            <p:spPr>
              <a:xfrm>
                <a:off x="3964866"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7" name="椭圆 9796">
                <a:extLst>
                  <a:ext uri="{FF2B5EF4-FFF2-40B4-BE49-F238E27FC236}">
                    <a16:creationId xmlns:a16="http://schemas.microsoft.com/office/drawing/2014/main" id="{3D940012-CA74-4590-9CA2-D4A841E1C69C}"/>
                  </a:ext>
                </a:extLst>
              </p:cNvPr>
              <p:cNvSpPr/>
              <p:nvPr/>
            </p:nvSpPr>
            <p:spPr>
              <a:xfrm>
                <a:off x="4019298"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8" name="椭圆 9797">
                <a:extLst>
                  <a:ext uri="{FF2B5EF4-FFF2-40B4-BE49-F238E27FC236}">
                    <a16:creationId xmlns:a16="http://schemas.microsoft.com/office/drawing/2014/main" id="{13FD6C30-17FD-4C9A-924C-0BF90590D6D6}"/>
                  </a:ext>
                </a:extLst>
              </p:cNvPr>
              <p:cNvSpPr/>
              <p:nvPr/>
            </p:nvSpPr>
            <p:spPr>
              <a:xfrm>
                <a:off x="4007479"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9" name="椭圆 9798">
                <a:extLst>
                  <a:ext uri="{FF2B5EF4-FFF2-40B4-BE49-F238E27FC236}">
                    <a16:creationId xmlns:a16="http://schemas.microsoft.com/office/drawing/2014/main" id="{AA0C4048-CC06-463E-B9BB-FFF0D8BB7490}"/>
                  </a:ext>
                </a:extLst>
              </p:cNvPr>
              <p:cNvSpPr/>
              <p:nvPr/>
            </p:nvSpPr>
            <p:spPr>
              <a:xfrm>
                <a:off x="403030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0" name="椭圆 9799">
                <a:extLst>
                  <a:ext uri="{FF2B5EF4-FFF2-40B4-BE49-F238E27FC236}">
                    <a16:creationId xmlns:a16="http://schemas.microsoft.com/office/drawing/2014/main" id="{3A9E5A09-8731-4E33-AAD0-0ADE68AE338E}"/>
                  </a:ext>
                </a:extLst>
              </p:cNvPr>
              <p:cNvSpPr/>
              <p:nvPr/>
            </p:nvSpPr>
            <p:spPr>
              <a:xfrm>
                <a:off x="40183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1" name="椭圆 9800">
                <a:extLst>
                  <a:ext uri="{FF2B5EF4-FFF2-40B4-BE49-F238E27FC236}">
                    <a16:creationId xmlns:a16="http://schemas.microsoft.com/office/drawing/2014/main" id="{0625B58C-F21C-411F-BE19-82BB187C3D3A}"/>
                  </a:ext>
                </a:extLst>
              </p:cNvPr>
              <p:cNvSpPr/>
              <p:nvPr/>
            </p:nvSpPr>
            <p:spPr>
              <a:xfrm>
                <a:off x="4079933"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2" name="椭圆 9801">
                <a:extLst>
                  <a:ext uri="{FF2B5EF4-FFF2-40B4-BE49-F238E27FC236}">
                    <a16:creationId xmlns:a16="http://schemas.microsoft.com/office/drawing/2014/main" id="{AEA76258-231F-42C6-8CE6-590BF1A594F3}"/>
                  </a:ext>
                </a:extLst>
              </p:cNvPr>
              <p:cNvSpPr/>
              <p:nvPr/>
            </p:nvSpPr>
            <p:spPr>
              <a:xfrm>
                <a:off x="40301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3" name="椭圆 9802">
                <a:extLst>
                  <a:ext uri="{FF2B5EF4-FFF2-40B4-BE49-F238E27FC236}">
                    <a16:creationId xmlns:a16="http://schemas.microsoft.com/office/drawing/2014/main" id="{44A11A29-7F54-4ACD-B1F0-39733C7F204A}"/>
                  </a:ext>
                </a:extLst>
              </p:cNvPr>
              <p:cNvSpPr/>
              <p:nvPr/>
            </p:nvSpPr>
            <p:spPr>
              <a:xfrm>
                <a:off x="401419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4" name="椭圆 9803">
                <a:extLst>
                  <a:ext uri="{FF2B5EF4-FFF2-40B4-BE49-F238E27FC236}">
                    <a16:creationId xmlns:a16="http://schemas.microsoft.com/office/drawing/2014/main" id="{3EAC5575-46ED-40B6-BA66-18055D10A3B6}"/>
                  </a:ext>
                </a:extLst>
              </p:cNvPr>
              <p:cNvSpPr/>
              <p:nvPr/>
            </p:nvSpPr>
            <p:spPr>
              <a:xfrm>
                <a:off x="408676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5" name="椭圆 9804">
                <a:extLst>
                  <a:ext uri="{FF2B5EF4-FFF2-40B4-BE49-F238E27FC236}">
                    <a16:creationId xmlns:a16="http://schemas.microsoft.com/office/drawing/2014/main" id="{92AA93C9-E692-4C81-A47E-022B7FB4605F}"/>
                  </a:ext>
                </a:extLst>
              </p:cNvPr>
              <p:cNvSpPr/>
              <p:nvPr/>
            </p:nvSpPr>
            <p:spPr>
              <a:xfrm>
                <a:off x="408870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6" name="椭圆 9805">
                <a:extLst>
                  <a:ext uri="{FF2B5EF4-FFF2-40B4-BE49-F238E27FC236}">
                    <a16:creationId xmlns:a16="http://schemas.microsoft.com/office/drawing/2014/main" id="{782E6553-C691-46A0-84B1-6E3B3ECF8BAB}"/>
                  </a:ext>
                </a:extLst>
              </p:cNvPr>
              <p:cNvSpPr/>
              <p:nvPr/>
            </p:nvSpPr>
            <p:spPr>
              <a:xfrm>
                <a:off x="3972831"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7" name="椭圆 9806">
                <a:extLst>
                  <a:ext uri="{FF2B5EF4-FFF2-40B4-BE49-F238E27FC236}">
                    <a16:creationId xmlns:a16="http://schemas.microsoft.com/office/drawing/2014/main" id="{59E5B077-4B08-4748-8559-A5DD156DBD18}"/>
                  </a:ext>
                </a:extLst>
              </p:cNvPr>
              <p:cNvSpPr/>
              <p:nvPr/>
            </p:nvSpPr>
            <p:spPr>
              <a:xfrm>
                <a:off x="403030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8" name="椭圆 9807">
                <a:extLst>
                  <a:ext uri="{FF2B5EF4-FFF2-40B4-BE49-F238E27FC236}">
                    <a16:creationId xmlns:a16="http://schemas.microsoft.com/office/drawing/2014/main" id="{72321FBD-E69E-4E33-8B07-2E1AEEFE570A}"/>
                  </a:ext>
                </a:extLst>
              </p:cNvPr>
              <p:cNvSpPr/>
              <p:nvPr/>
            </p:nvSpPr>
            <p:spPr>
              <a:xfrm>
                <a:off x="407314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9" name="椭圆 9808">
                <a:extLst>
                  <a:ext uri="{FF2B5EF4-FFF2-40B4-BE49-F238E27FC236}">
                    <a16:creationId xmlns:a16="http://schemas.microsoft.com/office/drawing/2014/main" id="{02D7BBA5-58FD-4DB8-9728-1E7D6DF73E03}"/>
                  </a:ext>
                </a:extLst>
              </p:cNvPr>
              <p:cNvSpPr/>
              <p:nvPr/>
            </p:nvSpPr>
            <p:spPr>
              <a:xfrm>
                <a:off x="4054717"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0" name="椭圆 9809">
                <a:extLst>
                  <a:ext uri="{FF2B5EF4-FFF2-40B4-BE49-F238E27FC236}">
                    <a16:creationId xmlns:a16="http://schemas.microsoft.com/office/drawing/2014/main" id="{277295BB-D1B6-4B76-8E98-4C8EB3822BF5}"/>
                  </a:ext>
                </a:extLst>
              </p:cNvPr>
              <p:cNvSpPr/>
              <p:nvPr/>
            </p:nvSpPr>
            <p:spPr>
              <a:xfrm>
                <a:off x="401647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1" name="椭圆 9810">
                <a:extLst>
                  <a:ext uri="{FF2B5EF4-FFF2-40B4-BE49-F238E27FC236}">
                    <a16:creationId xmlns:a16="http://schemas.microsoft.com/office/drawing/2014/main" id="{5B170A93-3600-4585-9A8B-55E8BE0DFE04}"/>
                  </a:ext>
                </a:extLst>
              </p:cNvPr>
              <p:cNvSpPr/>
              <p:nvPr/>
            </p:nvSpPr>
            <p:spPr>
              <a:xfrm>
                <a:off x="4018821"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2" name="椭圆 9811">
                <a:extLst>
                  <a:ext uri="{FF2B5EF4-FFF2-40B4-BE49-F238E27FC236}">
                    <a16:creationId xmlns:a16="http://schemas.microsoft.com/office/drawing/2014/main" id="{AD093B73-7638-47AD-851E-0B19A6FCCD81}"/>
                  </a:ext>
                </a:extLst>
              </p:cNvPr>
              <p:cNvSpPr/>
              <p:nvPr/>
            </p:nvSpPr>
            <p:spPr>
              <a:xfrm>
                <a:off x="406613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3" name="椭圆 9812">
                <a:extLst>
                  <a:ext uri="{FF2B5EF4-FFF2-40B4-BE49-F238E27FC236}">
                    <a16:creationId xmlns:a16="http://schemas.microsoft.com/office/drawing/2014/main" id="{50FF3D94-721E-482C-A5AC-42514F372782}"/>
                  </a:ext>
                </a:extLst>
              </p:cNvPr>
              <p:cNvSpPr/>
              <p:nvPr/>
            </p:nvSpPr>
            <p:spPr>
              <a:xfrm>
                <a:off x="408565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4" name="椭圆 9813">
                <a:extLst>
                  <a:ext uri="{FF2B5EF4-FFF2-40B4-BE49-F238E27FC236}">
                    <a16:creationId xmlns:a16="http://schemas.microsoft.com/office/drawing/2014/main" id="{417938A8-840B-4B3C-8A88-EE28933DAC8B}"/>
                  </a:ext>
                </a:extLst>
              </p:cNvPr>
              <p:cNvSpPr/>
              <p:nvPr/>
            </p:nvSpPr>
            <p:spPr>
              <a:xfrm>
                <a:off x="408565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5" name="椭圆 9814">
                <a:extLst>
                  <a:ext uri="{FF2B5EF4-FFF2-40B4-BE49-F238E27FC236}">
                    <a16:creationId xmlns:a16="http://schemas.microsoft.com/office/drawing/2014/main" id="{70E7B151-A298-4318-B2E2-D537B80C60CB}"/>
                  </a:ext>
                </a:extLst>
              </p:cNvPr>
              <p:cNvSpPr/>
              <p:nvPr/>
            </p:nvSpPr>
            <p:spPr>
              <a:xfrm>
                <a:off x="4029428"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6" name="椭圆 9815">
                <a:extLst>
                  <a:ext uri="{FF2B5EF4-FFF2-40B4-BE49-F238E27FC236}">
                    <a16:creationId xmlns:a16="http://schemas.microsoft.com/office/drawing/2014/main" id="{B370C470-B1A6-4F03-B15B-B4DE4AD0CE38}"/>
                  </a:ext>
                </a:extLst>
              </p:cNvPr>
              <p:cNvSpPr/>
              <p:nvPr/>
            </p:nvSpPr>
            <p:spPr>
              <a:xfrm>
                <a:off x="4153891" y="266060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7" name="椭圆 9816">
                <a:extLst>
                  <a:ext uri="{FF2B5EF4-FFF2-40B4-BE49-F238E27FC236}">
                    <a16:creationId xmlns:a16="http://schemas.microsoft.com/office/drawing/2014/main" id="{252CA26C-A941-4AEC-966C-7C651BA774FC}"/>
                  </a:ext>
                </a:extLst>
              </p:cNvPr>
              <p:cNvSpPr/>
              <p:nvPr/>
            </p:nvSpPr>
            <p:spPr>
              <a:xfrm>
                <a:off x="4103386"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8" name="椭圆 9817">
                <a:extLst>
                  <a:ext uri="{FF2B5EF4-FFF2-40B4-BE49-F238E27FC236}">
                    <a16:creationId xmlns:a16="http://schemas.microsoft.com/office/drawing/2014/main" id="{368A8D3B-76C7-4033-958A-5C383B1836AD}"/>
                  </a:ext>
                </a:extLst>
              </p:cNvPr>
              <p:cNvSpPr/>
              <p:nvPr/>
            </p:nvSpPr>
            <p:spPr>
              <a:xfrm>
                <a:off x="402843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9" name="椭圆 9818">
                <a:extLst>
                  <a:ext uri="{FF2B5EF4-FFF2-40B4-BE49-F238E27FC236}">
                    <a16:creationId xmlns:a16="http://schemas.microsoft.com/office/drawing/2014/main" id="{190AA353-579F-4BFA-BA8C-307F182F48B4}"/>
                  </a:ext>
                </a:extLst>
              </p:cNvPr>
              <p:cNvSpPr/>
              <p:nvPr/>
            </p:nvSpPr>
            <p:spPr>
              <a:xfrm>
                <a:off x="4204799"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0" name="椭圆 9819">
                <a:extLst>
                  <a:ext uri="{FF2B5EF4-FFF2-40B4-BE49-F238E27FC236}">
                    <a16:creationId xmlns:a16="http://schemas.microsoft.com/office/drawing/2014/main" id="{0720233C-EA2C-4642-AFC7-2226C7C480DC}"/>
                  </a:ext>
                </a:extLst>
              </p:cNvPr>
              <p:cNvSpPr/>
              <p:nvPr/>
            </p:nvSpPr>
            <p:spPr>
              <a:xfrm>
                <a:off x="3867821"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1" name="椭圆 9820">
                <a:extLst>
                  <a:ext uri="{FF2B5EF4-FFF2-40B4-BE49-F238E27FC236}">
                    <a16:creationId xmlns:a16="http://schemas.microsoft.com/office/drawing/2014/main" id="{82422764-3F34-40ED-A4D1-FFB91E706CD9}"/>
                  </a:ext>
                </a:extLst>
              </p:cNvPr>
              <p:cNvSpPr/>
              <p:nvPr/>
            </p:nvSpPr>
            <p:spPr>
              <a:xfrm>
                <a:off x="409505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2" name="椭圆 9821">
                <a:extLst>
                  <a:ext uri="{FF2B5EF4-FFF2-40B4-BE49-F238E27FC236}">
                    <a16:creationId xmlns:a16="http://schemas.microsoft.com/office/drawing/2014/main" id="{2873A18F-DF5C-44D2-AD58-710D04B267F6}"/>
                  </a:ext>
                </a:extLst>
              </p:cNvPr>
              <p:cNvSpPr/>
              <p:nvPr/>
            </p:nvSpPr>
            <p:spPr>
              <a:xfrm>
                <a:off x="407795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3" name="椭圆 9822">
                <a:extLst>
                  <a:ext uri="{FF2B5EF4-FFF2-40B4-BE49-F238E27FC236}">
                    <a16:creationId xmlns:a16="http://schemas.microsoft.com/office/drawing/2014/main" id="{527CA6C8-0346-498C-A31B-DF2BFFE88A32}"/>
                  </a:ext>
                </a:extLst>
              </p:cNvPr>
              <p:cNvSpPr/>
              <p:nvPr/>
            </p:nvSpPr>
            <p:spPr>
              <a:xfrm>
                <a:off x="40749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4" name="椭圆 9823">
                <a:extLst>
                  <a:ext uri="{FF2B5EF4-FFF2-40B4-BE49-F238E27FC236}">
                    <a16:creationId xmlns:a16="http://schemas.microsoft.com/office/drawing/2014/main" id="{0CA61ADB-F516-4722-9952-86334605CC8F}"/>
                  </a:ext>
                </a:extLst>
              </p:cNvPr>
              <p:cNvSpPr/>
              <p:nvPr/>
            </p:nvSpPr>
            <p:spPr>
              <a:xfrm>
                <a:off x="40185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5" name="椭圆 9824">
                <a:extLst>
                  <a:ext uri="{FF2B5EF4-FFF2-40B4-BE49-F238E27FC236}">
                    <a16:creationId xmlns:a16="http://schemas.microsoft.com/office/drawing/2014/main" id="{DCAADFDC-4A99-4866-A00D-1D8A45EE5123}"/>
                  </a:ext>
                </a:extLst>
              </p:cNvPr>
              <p:cNvSpPr/>
              <p:nvPr/>
            </p:nvSpPr>
            <p:spPr>
              <a:xfrm>
                <a:off x="4043596"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6" name="椭圆 9825">
                <a:extLst>
                  <a:ext uri="{FF2B5EF4-FFF2-40B4-BE49-F238E27FC236}">
                    <a16:creationId xmlns:a16="http://schemas.microsoft.com/office/drawing/2014/main" id="{4FBEA54B-1D54-44B2-8352-68CF5D3766AA}"/>
                  </a:ext>
                </a:extLst>
              </p:cNvPr>
              <p:cNvSpPr/>
              <p:nvPr/>
            </p:nvSpPr>
            <p:spPr>
              <a:xfrm>
                <a:off x="398424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7" name="椭圆 9826">
                <a:extLst>
                  <a:ext uri="{FF2B5EF4-FFF2-40B4-BE49-F238E27FC236}">
                    <a16:creationId xmlns:a16="http://schemas.microsoft.com/office/drawing/2014/main" id="{B4BC0649-406E-47C1-AABF-04D029D8B17F}"/>
                  </a:ext>
                </a:extLst>
              </p:cNvPr>
              <p:cNvSpPr/>
              <p:nvPr/>
            </p:nvSpPr>
            <p:spPr>
              <a:xfrm>
                <a:off x="40264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8" name="椭圆 9827">
                <a:extLst>
                  <a:ext uri="{FF2B5EF4-FFF2-40B4-BE49-F238E27FC236}">
                    <a16:creationId xmlns:a16="http://schemas.microsoft.com/office/drawing/2014/main" id="{672353B1-A4E2-4A08-8AD2-8B0FC297E068}"/>
                  </a:ext>
                </a:extLst>
              </p:cNvPr>
              <p:cNvSpPr/>
              <p:nvPr/>
            </p:nvSpPr>
            <p:spPr>
              <a:xfrm>
                <a:off x="3990375"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9" name="椭圆 9828">
                <a:extLst>
                  <a:ext uri="{FF2B5EF4-FFF2-40B4-BE49-F238E27FC236}">
                    <a16:creationId xmlns:a16="http://schemas.microsoft.com/office/drawing/2014/main" id="{B8F80969-B8FF-4A12-A0D2-3D2685369415}"/>
                  </a:ext>
                </a:extLst>
              </p:cNvPr>
              <p:cNvSpPr/>
              <p:nvPr/>
            </p:nvSpPr>
            <p:spPr>
              <a:xfrm>
                <a:off x="398868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0" name="椭圆 9829">
                <a:extLst>
                  <a:ext uri="{FF2B5EF4-FFF2-40B4-BE49-F238E27FC236}">
                    <a16:creationId xmlns:a16="http://schemas.microsoft.com/office/drawing/2014/main" id="{C2236386-ECB7-4F19-8D66-470534880AED}"/>
                  </a:ext>
                </a:extLst>
              </p:cNvPr>
              <p:cNvSpPr/>
              <p:nvPr/>
            </p:nvSpPr>
            <p:spPr>
              <a:xfrm>
                <a:off x="3960462"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1" name="椭圆 9830">
                <a:extLst>
                  <a:ext uri="{FF2B5EF4-FFF2-40B4-BE49-F238E27FC236}">
                    <a16:creationId xmlns:a16="http://schemas.microsoft.com/office/drawing/2014/main" id="{77BFF2E8-EE1E-46C9-9E73-49F07A78262F}"/>
                  </a:ext>
                </a:extLst>
              </p:cNvPr>
              <p:cNvSpPr/>
              <p:nvPr/>
            </p:nvSpPr>
            <p:spPr>
              <a:xfrm>
                <a:off x="40197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2" name="椭圆 9831">
                <a:extLst>
                  <a:ext uri="{FF2B5EF4-FFF2-40B4-BE49-F238E27FC236}">
                    <a16:creationId xmlns:a16="http://schemas.microsoft.com/office/drawing/2014/main" id="{00830C3A-9AD7-483C-9664-6D359FF069DD}"/>
                  </a:ext>
                </a:extLst>
              </p:cNvPr>
              <p:cNvSpPr/>
              <p:nvPr/>
            </p:nvSpPr>
            <p:spPr>
              <a:xfrm>
                <a:off x="4165196"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3" name="椭圆 9832">
                <a:extLst>
                  <a:ext uri="{FF2B5EF4-FFF2-40B4-BE49-F238E27FC236}">
                    <a16:creationId xmlns:a16="http://schemas.microsoft.com/office/drawing/2014/main" id="{4E65D6D7-F8BA-4BC6-A4D4-E628E232C9A3}"/>
                  </a:ext>
                </a:extLst>
              </p:cNvPr>
              <p:cNvSpPr/>
              <p:nvPr/>
            </p:nvSpPr>
            <p:spPr>
              <a:xfrm>
                <a:off x="4189200"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4" name="椭圆 9833">
                <a:extLst>
                  <a:ext uri="{FF2B5EF4-FFF2-40B4-BE49-F238E27FC236}">
                    <a16:creationId xmlns:a16="http://schemas.microsoft.com/office/drawing/2014/main" id="{BD638CC7-54F6-45C1-B0F3-9CF4607036E6}"/>
                  </a:ext>
                </a:extLst>
              </p:cNvPr>
              <p:cNvSpPr/>
              <p:nvPr/>
            </p:nvSpPr>
            <p:spPr>
              <a:xfrm>
                <a:off x="3969748"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5" name="椭圆 9834">
                <a:extLst>
                  <a:ext uri="{FF2B5EF4-FFF2-40B4-BE49-F238E27FC236}">
                    <a16:creationId xmlns:a16="http://schemas.microsoft.com/office/drawing/2014/main" id="{3236C203-E714-4011-AB58-D17E0D7917AF}"/>
                  </a:ext>
                </a:extLst>
              </p:cNvPr>
              <p:cNvSpPr/>
              <p:nvPr/>
            </p:nvSpPr>
            <p:spPr>
              <a:xfrm>
                <a:off x="408775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6" name="椭圆 9835">
                <a:extLst>
                  <a:ext uri="{FF2B5EF4-FFF2-40B4-BE49-F238E27FC236}">
                    <a16:creationId xmlns:a16="http://schemas.microsoft.com/office/drawing/2014/main" id="{4D4EDF79-882A-40B8-8E84-D368CAFCEDDE}"/>
                  </a:ext>
                </a:extLst>
              </p:cNvPr>
              <p:cNvSpPr/>
              <p:nvPr/>
            </p:nvSpPr>
            <p:spPr>
              <a:xfrm>
                <a:off x="396259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7" name="椭圆 9836">
                <a:extLst>
                  <a:ext uri="{FF2B5EF4-FFF2-40B4-BE49-F238E27FC236}">
                    <a16:creationId xmlns:a16="http://schemas.microsoft.com/office/drawing/2014/main" id="{FD68517F-6FCB-4F8B-B9FE-910DD7C66B57}"/>
                  </a:ext>
                </a:extLst>
              </p:cNvPr>
              <p:cNvSpPr/>
              <p:nvPr/>
            </p:nvSpPr>
            <p:spPr>
              <a:xfrm>
                <a:off x="4140567"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8" name="椭圆 9837">
                <a:extLst>
                  <a:ext uri="{FF2B5EF4-FFF2-40B4-BE49-F238E27FC236}">
                    <a16:creationId xmlns:a16="http://schemas.microsoft.com/office/drawing/2014/main" id="{30F62FFB-1FB4-47F7-A23C-49315DC6CAF7}"/>
                  </a:ext>
                </a:extLst>
              </p:cNvPr>
              <p:cNvSpPr/>
              <p:nvPr/>
            </p:nvSpPr>
            <p:spPr>
              <a:xfrm>
                <a:off x="397793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9" name="椭圆 9838">
                <a:extLst>
                  <a:ext uri="{FF2B5EF4-FFF2-40B4-BE49-F238E27FC236}">
                    <a16:creationId xmlns:a16="http://schemas.microsoft.com/office/drawing/2014/main" id="{A648F215-4F40-4008-80CD-6CA60863C4DA}"/>
                  </a:ext>
                </a:extLst>
              </p:cNvPr>
              <p:cNvSpPr/>
              <p:nvPr/>
            </p:nvSpPr>
            <p:spPr>
              <a:xfrm>
                <a:off x="39809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0" name="椭圆 9839">
                <a:extLst>
                  <a:ext uri="{FF2B5EF4-FFF2-40B4-BE49-F238E27FC236}">
                    <a16:creationId xmlns:a16="http://schemas.microsoft.com/office/drawing/2014/main" id="{5FE41D99-3044-4EA5-B916-036B7003AC36}"/>
                  </a:ext>
                </a:extLst>
              </p:cNvPr>
              <p:cNvSpPr/>
              <p:nvPr/>
            </p:nvSpPr>
            <p:spPr>
              <a:xfrm>
                <a:off x="39194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1" name="椭圆 9840">
                <a:extLst>
                  <a:ext uri="{FF2B5EF4-FFF2-40B4-BE49-F238E27FC236}">
                    <a16:creationId xmlns:a16="http://schemas.microsoft.com/office/drawing/2014/main" id="{44AD3AE5-6825-4B0C-B986-34B3D5E65C63}"/>
                  </a:ext>
                </a:extLst>
              </p:cNvPr>
              <p:cNvSpPr/>
              <p:nvPr/>
            </p:nvSpPr>
            <p:spPr>
              <a:xfrm>
                <a:off x="41420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2" name="椭圆 9841">
                <a:extLst>
                  <a:ext uri="{FF2B5EF4-FFF2-40B4-BE49-F238E27FC236}">
                    <a16:creationId xmlns:a16="http://schemas.microsoft.com/office/drawing/2014/main" id="{08CEBDF8-1F17-4907-8D9A-D0533DAC78B9}"/>
                  </a:ext>
                </a:extLst>
              </p:cNvPr>
              <p:cNvSpPr/>
              <p:nvPr/>
            </p:nvSpPr>
            <p:spPr>
              <a:xfrm>
                <a:off x="4025978"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3" name="椭圆 9842">
                <a:extLst>
                  <a:ext uri="{FF2B5EF4-FFF2-40B4-BE49-F238E27FC236}">
                    <a16:creationId xmlns:a16="http://schemas.microsoft.com/office/drawing/2014/main" id="{09C67BAA-725A-4217-99F5-ECA1F5F9B066}"/>
                  </a:ext>
                </a:extLst>
              </p:cNvPr>
              <p:cNvSpPr/>
              <p:nvPr/>
            </p:nvSpPr>
            <p:spPr>
              <a:xfrm>
                <a:off x="3960645"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4" name="椭圆 9843">
                <a:extLst>
                  <a:ext uri="{FF2B5EF4-FFF2-40B4-BE49-F238E27FC236}">
                    <a16:creationId xmlns:a16="http://schemas.microsoft.com/office/drawing/2014/main" id="{DCF232BB-C6B8-48ED-90AA-46CE8A1EAEB1}"/>
                  </a:ext>
                </a:extLst>
              </p:cNvPr>
              <p:cNvSpPr/>
              <p:nvPr/>
            </p:nvSpPr>
            <p:spPr>
              <a:xfrm>
                <a:off x="4058571"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5" name="椭圆 9844">
                <a:extLst>
                  <a:ext uri="{FF2B5EF4-FFF2-40B4-BE49-F238E27FC236}">
                    <a16:creationId xmlns:a16="http://schemas.microsoft.com/office/drawing/2014/main" id="{0060FD3B-184B-4C40-B891-D3BB41F4C129}"/>
                  </a:ext>
                </a:extLst>
              </p:cNvPr>
              <p:cNvSpPr/>
              <p:nvPr/>
            </p:nvSpPr>
            <p:spPr>
              <a:xfrm>
                <a:off x="400149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6" name="椭圆 9845">
                <a:extLst>
                  <a:ext uri="{FF2B5EF4-FFF2-40B4-BE49-F238E27FC236}">
                    <a16:creationId xmlns:a16="http://schemas.microsoft.com/office/drawing/2014/main" id="{F9B1A565-2EFE-4733-B940-60AEAB9FE61F}"/>
                  </a:ext>
                </a:extLst>
              </p:cNvPr>
              <p:cNvSpPr/>
              <p:nvPr/>
            </p:nvSpPr>
            <p:spPr>
              <a:xfrm>
                <a:off x="389197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7" name="椭圆 9846">
                <a:extLst>
                  <a:ext uri="{FF2B5EF4-FFF2-40B4-BE49-F238E27FC236}">
                    <a16:creationId xmlns:a16="http://schemas.microsoft.com/office/drawing/2014/main" id="{A8A8FE6E-7212-465D-A919-4869E5147071}"/>
                  </a:ext>
                </a:extLst>
              </p:cNvPr>
              <p:cNvSpPr/>
              <p:nvPr/>
            </p:nvSpPr>
            <p:spPr>
              <a:xfrm>
                <a:off x="422208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8" name="椭圆 9847">
                <a:extLst>
                  <a:ext uri="{FF2B5EF4-FFF2-40B4-BE49-F238E27FC236}">
                    <a16:creationId xmlns:a16="http://schemas.microsoft.com/office/drawing/2014/main" id="{497E3BAC-F129-4911-9312-56C07FAEB4EA}"/>
                  </a:ext>
                </a:extLst>
              </p:cNvPr>
              <p:cNvSpPr/>
              <p:nvPr/>
            </p:nvSpPr>
            <p:spPr>
              <a:xfrm>
                <a:off x="412786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9" name="椭圆 9848">
                <a:extLst>
                  <a:ext uri="{FF2B5EF4-FFF2-40B4-BE49-F238E27FC236}">
                    <a16:creationId xmlns:a16="http://schemas.microsoft.com/office/drawing/2014/main" id="{B67D83B5-261C-428E-9DA2-A9D9557C5913}"/>
                  </a:ext>
                </a:extLst>
              </p:cNvPr>
              <p:cNvSpPr/>
              <p:nvPr/>
            </p:nvSpPr>
            <p:spPr>
              <a:xfrm>
                <a:off x="4109663"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0" name="椭圆 9849">
                <a:extLst>
                  <a:ext uri="{FF2B5EF4-FFF2-40B4-BE49-F238E27FC236}">
                    <a16:creationId xmlns:a16="http://schemas.microsoft.com/office/drawing/2014/main" id="{E34E342C-4169-4E3E-B72C-7979EB371BDD}"/>
                  </a:ext>
                </a:extLst>
              </p:cNvPr>
              <p:cNvSpPr/>
              <p:nvPr/>
            </p:nvSpPr>
            <p:spPr>
              <a:xfrm>
                <a:off x="388720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1" name="椭圆 9850">
                <a:extLst>
                  <a:ext uri="{FF2B5EF4-FFF2-40B4-BE49-F238E27FC236}">
                    <a16:creationId xmlns:a16="http://schemas.microsoft.com/office/drawing/2014/main" id="{41C3D84A-C119-45F4-B88B-74BF0580A525}"/>
                  </a:ext>
                </a:extLst>
              </p:cNvPr>
              <p:cNvSpPr/>
              <p:nvPr/>
            </p:nvSpPr>
            <p:spPr>
              <a:xfrm>
                <a:off x="39834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2" name="椭圆 9851">
                <a:extLst>
                  <a:ext uri="{FF2B5EF4-FFF2-40B4-BE49-F238E27FC236}">
                    <a16:creationId xmlns:a16="http://schemas.microsoft.com/office/drawing/2014/main" id="{8A55B718-26DB-4BA9-9EB8-3827A3E2896B}"/>
                  </a:ext>
                </a:extLst>
              </p:cNvPr>
              <p:cNvSpPr/>
              <p:nvPr/>
            </p:nvSpPr>
            <p:spPr>
              <a:xfrm>
                <a:off x="393818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3" name="椭圆 9852">
                <a:extLst>
                  <a:ext uri="{FF2B5EF4-FFF2-40B4-BE49-F238E27FC236}">
                    <a16:creationId xmlns:a16="http://schemas.microsoft.com/office/drawing/2014/main" id="{A817EDF3-4167-4E5D-8354-9904EC6F45EA}"/>
                  </a:ext>
                </a:extLst>
              </p:cNvPr>
              <p:cNvSpPr/>
              <p:nvPr/>
            </p:nvSpPr>
            <p:spPr>
              <a:xfrm>
                <a:off x="384143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4" name="椭圆 9853">
                <a:extLst>
                  <a:ext uri="{FF2B5EF4-FFF2-40B4-BE49-F238E27FC236}">
                    <a16:creationId xmlns:a16="http://schemas.microsoft.com/office/drawing/2014/main" id="{077A4F36-06DF-47C1-88EC-B322F4AB0655}"/>
                  </a:ext>
                </a:extLst>
              </p:cNvPr>
              <p:cNvSpPr/>
              <p:nvPr/>
            </p:nvSpPr>
            <p:spPr>
              <a:xfrm>
                <a:off x="40832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5" name="椭圆 9854">
                <a:extLst>
                  <a:ext uri="{FF2B5EF4-FFF2-40B4-BE49-F238E27FC236}">
                    <a16:creationId xmlns:a16="http://schemas.microsoft.com/office/drawing/2014/main" id="{7256D42B-FB47-4921-89F2-B734CF5EE09D}"/>
                  </a:ext>
                </a:extLst>
              </p:cNvPr>
              <p:cNvSpPr/>
              <p:nvPr/>
            </p:nvSpPr>
            <p:spPr>
              <a:xfrm>
                <a:off x="40328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6" name="椭圆 9855">
                <a:extLst>
                  <a:ext uri="{FF2B5EF4-FFF2-40B4-BE49-F238E27FC236}">
                    <a16:creationId xmlns:a16="http://schemas.microsoft.com/office/drawing/2014/main" id="{E7437D39-3B51-4E6E-A16A-1954162498E1}"/>
                  </a:ext>
                </a:extLst>
              </p:cNvPr>
              <p:cNvSpPr/>
              <p:nvPr/>
            </p:nvSpPr>
            <p:spPr>
              <a:xfrm>
                <a:off x="41510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7" name="椭圆 9856">
                <a:extLst>
                  <a:ext uri="{FF2B5EF4-FFF2-40B4-BE49-F238E27FC236}">
                    <a16:creationId xmlns:a16="http://schemas.microsoft.com/office/drawing/2014/main" id="{4260285E-A76B-4CB2-A211-FE9BCC2CD716}"/>
                  </a:ext>
                </a:extLst>
              </p:cNvPr>
              <p:cNvSpPr/>
              <p:nvPr/>
            </p:nvSpPr>
            <p:spPr>
              <a:xfrm>
                <a:off x="41541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8" name="椭圆 9857">
                <a:extLst>
                  <a:ext uri="{FF2B5EF4-FFF2-40B4-BE49-F238E27FC236}">
                    <a16:creationId xmlns:a16="http://schemas.microsoft.com/office/drawing/2014/main" id="{D0CAC908-68FE-45C6-83AB-F560AF3FA30E}"/>
                  </a:ext>
                </a:extLst>
              </p:cNvPr>
              <p:cNvSpPr/>
              <p:nvPr/>
            </p:nvSpPr>
            <p:spPr>
              <a:xfrm>
                <a:off x="413832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9" name="椭圆 9858">
                <a:extLst>
                  <a:ext uri="{FF2B5EF4-FFF2-40B4-BE49-F238E27FC236}">
                    <a16:creationId xmlns:a16="http://schemas.microsoft.com/office/drawing/2014/main" id="{AE961341-6388-4C8A-8E0E-EBCC55BF882A}"/>
                  </a:ext>
                </a:extLst>
              </p:cNvPr>
              <p:cNvSpPr/>
              <p:nvPr/>
            </p:nvSpPr>
            <p:spPr>
              <a:xfrm>
                <a:off x="39407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0" name="椭圆 9859">
                <a:extLst>
                  <a:ext uri="{FF2B5EF4-FFF2-40B4-BE49-F238E27FC236}">
                    <a16:creationId xmlns:a16="http://schemas.microsoft.com/office/drawing/2014/main" id="{98E86C9C-28DD-496A-81CE-91E08151B85B}"/>
                  </a:ext>
                </a:extLst>
              </p:cNvPr>
              <p:cNvSpPr/>
              <p:nvPr/>
            </p:nvSpPr>
            <p:spPr>
              <a:xfrm>
                <a:off x="40184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1" name="椭圆 9860">
                <a:extLst>
                  <a:ext uri="{FF2B5EF4-FFF2-40B4-BE49-F238E27FC236}">
                    <a16:creationId xmlns:a16="http://schemas.microsoft.com/office/drawing/2014/main" id="{FBB4DD1E-F07D-498F-B4EF-8D7D607EA240}"/>
                  </a:ext>
                </a:extLst>
              </p:cNvPr>
              <p:cNvSpPr/>
              <p:nvPr/>
            </p:nvSpPr>
            <p:spPr>
              <a:xfrm>
                <a:off x="39052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2" name="椭圆 9861">
                <a:extLst>
                  <a:ext uri="{FF2B5EF4-FFF2-40B4-BE49-F238E27FC236}">
                    <a16:creationId xmlns:a16="http://schemas.microsoft.com/office/drawing/2014/main" id="{62166E57-54A0-4DF0-9BE7-B2AE50089F17}"/>
                  </a:ext>
                </a:extLst>
              </p:cNvPr>
              <p:cNvSpPr/>
              <p:nvPr/>
            </p:nvSpPr>
            <p:spPr>
              <a:xfrm>
                <a:off x="39143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3" name="椭圆 9862">
                <a:extLst>
                  <a:ext uri="{FF2B5EF4-FFF2-40B4-BE49-F238E27FC236}">
                    <a16:creationId xmlns:a16="http://schemas.microsoft.com/office/drawing/2014/main" id="{22024381-A2D1-4426-9464-18862174ADB9}"/>
                  </a:ext>
                </a:extLst>
              </p:cNvPr>
              <p:cNvSpPr/>
              <p:nvPr/>
            </p:nvSpPr>
            <p:spPr>
              <a:xfrm>
                <a:off x="40070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4" name="椭圆 9863">
                <a:extLst>
                  <a:ext uri="{FF2B5EF4-FFF2-40B4-BE49-F238E27FC236}">
                    <a16:creationId xmlns:a16="http://schemas.microsoft.com/office/drawing/2014/main" id="{A1D1A691-042A-43C1-9B11-F98371256753}"/>
                  </a:ext>
                </a:extLst>
              </p:cNvPr>
              <p:cNvSpPr/>
              <p:nvPr/>
            </p:nvSpPr>
            <p:spPr>
              <a:xfrm>
                <a:off x="4047707"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5" name="椭圆 9864">
                <a:extLst>
                  <a:ext uri="{FF2B5EF4-FFF2-40B4-BE49-F238E27FC236}">
                    <a16:creationId xmlns:a16="http://schemas.microsoft.com/office/drawing/2014/main" id="{84BE007E-4036-4878-B29A-82FCAB29C022}"/>
                  </a:ext>
                </a:extLst>
              </p:cNvPr>
              <p:cNvSpPr/>
              <p:nvPr/>
            </p:nvSpPr>
            <p:spPr>
              <a:xfrm>
                <a:off x="4043155" y="23872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6" name="椭圆 9865">
                <a:extLst>
                  <a:ext uri="{FF2B5EF4-FFF2-40B4-BE49-F238E27FC236}">
                    <a16:creationId xmlns:a16="http://schemas.microsoft.com/office/drawing/2014/main" id="{A945D65D-8E41-40F7-876A-7AE85A88D948}"/>
                  </a:ext>
                </a:extLst>
              </p:cNvPr>
              <p:cNvSpPr/>
              <p:nvPr/>
            </p:nvSpPr>
            <p:spPr>
              <a:xfrm>
                <a:off x="400968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7" name="椭圆 9866">
                <a:extLst>
                  <a:ext uri="{FF2B5EF4-FFF2-40B4-BE49-F238E27FC236}">
                    <a16:creationId xmlns:a16="http://schemas.microsoft.com/office/drawing/2014/main" id="{A4B4BCEA-69AA-4BF0-BF62-E7C10E553352}"/>
                  </a:ext>
                </a:extLst>
              </p:cNvPr>
              <p:cNvSpPr/>
              <p:nvPr/>
            </p:nvSpPr>
            <p:spPr>
              <a:xfrm>
                <a:off x="40539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8" name="椭圆 9867">
                <a:extLst>
                  <a:ext uri="{FF2B5EF4-FFF2-40B4-BE49-F238E27FC236}">
                    <a16:creationId xmlns:a16="http://schemas.microsoft.com/office/drawing/2014/main" id="{73ED76DF-5983-46A4-9171-1BD772C3A4BB}"/>
                  </a:ext>
                </a:extLst>
              </p:cNvPr>
              <p:cNvSpPr/>
              <p:nvPr/>
            </p:nvSpPr>
            <p:spPr>
              <a:xfrm>
                <a:off x="39816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9" name="椭圆 9868">
                <a:extLst>
                  <a:ext uri="{FF2B5EF4-FFF2-40B4-BE49-F238E27FC236}">
                    <a16:creationId xmlns:a16="http://schemas.microsoft.com/office/drawing/2014/main" id="{90870AE5-72D3-4A8C-9C35-14B98A025569}"/>
                  </a:ext>
                </a:extLst>
              </p:cNvPr>
              <p:cNvSpPr/>
              <p:nvPr/>
            </p:nvSpPr>
            <p:spPr>
              <a:xfrm>
                <a:off x="40913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0" name="椭圆 9869">
                <a:extLst>
                  <a:ext uri="{FF2B5EF4-FFF2-40B4-BE49-F238E27FC236}">
                    <a16:creationId xmlns:a16="http://schemas.microsoft.com/office/drawing/2014/main" id="{982488E8-0BE3-4222-9149-9353C12364FF}"/>
                  </a:ext>
                </a:extLst>
              </p:cNvPr>
              <p:cNvSpPr/>
              <p:nvPr/>
            </p:nvSpPr>
            <p:spPr>
              <a:xfrm>
                <a:off x="400990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1" name="椭圆 9870">
                <a:extLst>
                  <a:ext uri="{FF2B5EF4-FFF2-40B4-BE49-F238E27FC236}">
                    <a16:creationId xmlns:a16="http://schemas.microsoft.com/office/drawing/2014/main" id="{71241230-2306-411B-AE55-82802C941BEF}"/>
                  </a:ext>
                </a:extLst>
              </p:cNvPr>
              <p:cNvSpPr/>
              <p:nvPr/>
            </p:nvSpPr>
            <p:spPr>
              <a:xfrm>
                <a:off x="4061617" y="29263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2" name="椭圆 9871">
                <a:extLst>
                  <a:ext uri="{FF2B5EF4-FFF2-40B4-BE49-F238E27FC236}">
                    <a16:creationId xmlns:a16="http://schemas.microsoft.com/office/drawing/2014/main" id="{0CA46AAD-F1FA-4DFB-AA1D-BA3DE991A2F4}"/>
                  </a:ext>
                </a:extLst>
              </p:cNvPr>
              <p:cNvSpPr/>
              <p:nvPr/>
            </p:nvSpPr>
            <p:spPr>
              <a:xfrm>
                <a:off x="396967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3" name="椭圆 9872">
                <a:extLst>
                  <a:ext uri="{FF2B5EF4-FFF2-40B4-BE49-F238E27FC236}">
                    <a16:creationId xmlns:a16="http://schemas.microsoft.com/office/drawing/2014/main" id="{688C866A-AC7A-4A26-9AF7-620721EC675A}"/>
                  </a:ext>
                </a:extLst>
              </p:cNvPr>
              <p:cNvSpPr/>
              <p:nvPr/>
            </p:nvSpPr>
            <p:spPr>
              <a:xfrm>
                <a:off x="404539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4" name="椭圆 9873">
                <a:extLst>
                  <a:ext uri="{FF2B5EF4-FFF2-40B4-BE49-F238E27FC236}">
                    <a16:creationId xmlns:a16="http://schemas.microsoft.com/office/drawing/2014/main" id="{898D1B87-6677-4388-878D-EACFD9B3531B}"/>
                  </a:ext>
                </a:extLst>
              </p:cNvPr>
              <p:cNvSpPr/>
              <p:nvPr/>
            </p:nvSpPr>
            <p:spPr>
              <a:xfrm>
                <a:off x="39937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5" name="椭圆 9874">
                <a:extLst>
                  <a:ext uri="{FF2B5EF4-FFF2-40B4-BE49-F238E27FC236}">
                    <a16:creationId xmlns:a16="http://schemas.microsoft.com/office/drawing/2014/main" id="{242DB440-8A6F-4729-9886-33C29ECC1383}"/>
                  </a:ext>
                </a:extLst>
              </p:cNvPr>
              <p:cNvSpPr/>
              <p:nvPr/>
            </p:nvSpPr>
            <p:spPr>
              <a:xfrm>
                <a:off x="4002818"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6" name="椭圆 9875">
                <a:extLst>
                  <a:ext uri="{FF2B5EF4-FFF2-40B4-BE49-F238E27FC236}">
                    <a16:creationId xmlns:a16="http://schemas.microsoft.com/office/drawing/2014/main" id="{BD7EEA8F-2818-4C77-857E-6601DE9F6A71}"/>
                  </a:ext>
                </a:extLst>
              </p:cNvPr>
              <p:cNvSpPr/>
              <p:nvPr/>
            </p:nvSpPr>
            <p:spPr>
              <a:xfrm>
                <a:off x="4063710"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7" name="椭圆 9876">
                <a:extLst>
                  <a:ext uri="{FF2B5EF4-FFF2-40B4-BE49-F238E27FC236}">
                    <a16:creationId xmlns:a16="http://schemas.microsoft.com/office/drawing/2014/main" id="{D64D3B26-A344-4915-B3ED-B770FC431023}"/>
                  </a:ext>
                </a:extLst>
              </p:cNvPr>
              <p:cNvSpPr/>
              <p:nvPr/>
            </p:nvSpPr>
            <p:spPr>
              <a:xfrm>
                <a:off x="4065141" y="3018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8" name="椭圆 9877">
                <a:extLst>
                  <a:ext uri="{FF2B5EF4-FFF2-40B4-BE49-F238E27FC236}">
                    <a16:creationId xmlns:a16="http://schemas.microsoft.com/office/drawing/2014/main" id="{B9575EBF-3612-4472-A81E-3131DE23FC18}"/>
                  </a:ext>
                </a:extLst>
              </p:cNvPr>
              <p:cNvSpPr/>
              <p:nvPr/>
            </p:nvSpPr>
            <p:spPr>
              <a:xfrm>
                <a:off x="4054020" y="29968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9" name="椭圆 9878">
                <a:extLst>
                  <a:ext uri="{FF2B5EF4-FFF2-40B4-BE49-F238E27FC236}">
                    <a16:creationId xmlns:a16="http://schemas.microsoft.com/office/drawing/2014/main" id="{44A24E04-925E-40B7-80F1-B141D95C9577}"/>
                  </a:ext>
                </a:extLst>
              </p:cNvPr>
              <p:cNvSpPr/>
              <p:nvPr/>
            </p:nvSpPr>
            <p:spPr>
              <a:xfrm>
                <a:off x="397371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0" name="椭圆 9879">
                <a:extLst>
                  <a:ext uri="{FF2B5EF4-FFF2-40B4-BE49-F238E27FC236}">
                    <a16:creationId xmlns:a16="http://schemas.microsoft.com/office/drawing/2014/main" id="{D2F2C626-6DA4-448E-A6F3-860458BCCCE7}"/>
                  </a:ext>
                </a:extLst>
              </p:cNvPr>
              <p:cNvSpPr/>
              <p:nvPr/>
            </p:nvSpPr>
            <p:spPr>
              <a:xfrm>
                <a:off x="399977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1" name="椭圆 9880">
                <a:extLst>
                  <a:ext uri="{FF2B5EF4-FFF2-40B4-BE49-F238E27FC236}">
                    <a16:creationId xmlns:a16="http://schemas.microsoft.com/office/drawing/2014/main" id="{5D3BC77C-E407-4FCD-AC42-B2A6AFDD182C}"/>
                  </a:ext>
                </a:extLst>
              </p:cNvPr>
              <p:cNvSpPr/>
              <p:nvPr/>
            </p:nvSpPr>
            <p:spPr>
              <a:xfrm>
                <a:off x="399511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2" name="椭圆 9881">
                <a:extLst>
                  <a:ext uri="{FF2B5EF4-FFF2-40B4-BE49-F238E27FC236}">
                    <a16:creationId xmlns:a16="http://schemas.microsoft.com/office/drawing/2014/main" id="{F9FC7963-81F7-4818-9577-172E7F97D37F}"/>
                  </a:ext>
                </a:extLst>
              </p:cNvPr>
              <p:cNvSpPr/>
              <p:nvPr/>
            </p:nvSpPr>
            <p:spPr>
              <a:xfrm>
                <a:off x="412397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3" name="椭圆 9882">
                <a:extLst>
                  <a:ext uri="{FF2B5EF4-FFF2-40B4-BE49-F238E27FC236}">
                    <a16:creationId xmlns:a16="http://schemas.microsoft.com/office/drawing/2014/main" id="{22501292-B1B2-4CAD-8838-3BE216691988}"/>
                  </a:ext>
                </a:extLst>
              </p:cNvPr>
              <p:cNvSpPr/>
              <p:nvPr/>
            </p:nvSpPr>
            <p:spPr>
              <a:xfrm>
                <a:off x="389615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4" name="椭圆 9883">
                <a:extLst>
                  <a:ext uri="{FF2B5EF4-FFF2-40B4-BE49-F238E27FC236}">
                    <a16:creationId xmlns:a16="http://schemas.microsoft.com/office/drawing/2014/main" id="{6F32D543-E709-405A-A23C-6EDC3C1E513B}"/>
                  </a:ext>
                </a:extLst>
              </p:cNvPr>
              <p:cNvSpPr/>
              <p:nvPr/>
            </p:nvSpPr>
            <p:spPr>
              <a:xfrm>
                <a:off x="408969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5" name="椭圆 9884">
                <a:extLst>
                  <a:ext uri="{FF2B5EF4-FFF2-40B4-BE49-F238E27FC236}">
                    <a16:creationId xmlns:a16="http://schemas.microsoft.com/office/drawing/2014/main" id="{3C9CD0C3-5C36-4CEF-AA56-8477E0209D22}"/>
                  </a:ext>
                </a:extLst>
              </p:cNvPr>
              <p:cNvSpPr/>
              <p:nvPr/>
            </p:nvSpPr>
            <p:spPr>
              <a:xfrm>
                <a:off x="403188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6" name="椭圆 9885">
                <a:extLst>
                  <a:ext uri="{FF2B5EF4-FFF2-40B4-BE49-F238E27FC236}">
                    <a16:creationId xmlns:a16="http://schemas.microsoft.com/office/drawing/2014/main" id="{4B39D908-05C8-4320-855C-089D0057DC33}"/>
                  </a:ext>
                </a:extLst>
              </p:cNvPr>
              <p:cNvSpPr/>
              <p:nvPr/>
            </p:nvSpPr>
            <p:spPr>
              <a:xfrm>
                <a:off x="3851268" y="29399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7" name="椭圆 9886">
                <a:extLst>
                  <a:ext uri="{FF2B5EF4-FFF2-40B4-BE49-F238E27FC236}">
                    <a16:creationId xmlns:a16="http://schemas.microsoft.com/office/drawing/2014/main" id="{F7F9BB15-8022-4681-B610-87F98F0F6625}"/>
                  </a:ext>
                </a:extLst>
              </p:cNvPr>
              <p:cNvSpPr/>
              <p:nvPr/>
            </p:nvSpPr>
            <p:spPr>
              <a:xfrm>
                <a:off x="40342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8" name="椭圆 9887">
                <a:extLst>
                  <a:ext uri="{FF2B5EF4-FFF2-40B4-BE49-F238E27FC236}">
                    <a16:creationId xmlns:a16="http://schemas.microsoft.com/office/drawing/2014/main" id="{082DC547-13C0-4A71-B276-CCE81FEDA0B3}"/>
                  </a:ext>
                </a:extLst>
              </p:cNvPr>
              <p:cNvSpPr/>
              <p:nvPr/>
            </p:nvSpPr>
            <p:spPr>
              <a:xfrm>
                <a:off x="395969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9" name="椭圆 9888">
                <a:extLst>
                  <a:ext uri="{FF2B5EF4-FFF2-40B4-BE49-F238E27FC236}">
                    <a16:creationId xmlns:a16="http://schemas.microsoft.com/office/drawing/2014/main" id="{88B0684B-A567-4AE4-BEFD-672CF746E56B}"/>
                  </a:ext>
                </a:extLst>
              </p:cNvPr>
              <p:cNvSpPr/>
              <p:nvPr/>
            </p:nvSpPr>
            <p:spPr>
              <a:xfrm>
                <a:off x="4012471"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0" name="椭圆 9889">
                <a:extLst>
                  <a:ext uri="{FF2B5EF4-FFF2-40B4-BE49-F238E27FC236}">
                    <a16:creationId xmlns:a16="http://schemas.microsoft.com/office/drawing/2014/main" id="{95436258-3D44-4977-98C9-5552D84B91AC}"/>
                  </a:ext>
                </a:extLst>
              </p:cNvPr>
              <p:cNvSpPr/>
              <p:nvPr/>
            </p:nvSpPr>
            <p:spPr>
              <a:xfrm>
                <a:off x="4016178" y="3001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1" name="椭圆 9890">
                <a:extLst>
                  <a:ext uri="{FF2B5EF4-FFF2-40B4-BE49-F238E27FC236}">
                    <a16:creationId xmlns:a16="http://schemas.microsoft.com/office/drawing/2014/main" id="{6E6A1BA7-1B60-4397-9CB1-EA78F6B3978D}"/>
                  </a:ext>
                </a:extLst>
              </p:cNvPr>
              <p:cNvSpPr/>
              <p:nvPr/>
            </p:nvSpPr>
            <p:spPr>
              <a:xfrm>
                <a:off x="4010269" y="30095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2" name="椭圆 9891">
                <a:extLst>
                  <a:ext uri="{FF2B5EF4-FFF2-40B4-BE49-F238E27FC236}">
                    <a16:creationId xmlns:a16="http://schemas.microsoft.com/office/drawing/2014/main" id="{D1764B4E-35A2-4F73-9447-AFEA9A875693}"/>
                  </a:ext>
                </a:extLst>
              </p:cNvPr>
              <p:cNvSpPr/>
              <p:nvPr/>
            </p:nvSpPr>
            <p:spPr>
              <a:xfrm>
                <a:off x="40154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3" name="椭圆 9892">
                <a:extLst>
                  <a:ext uri="{FF2B5EF4-FFF2-40B4-BE49-F238E27FC236}">
                    <a16:creationId xmlns:a16="http://schemas.microsoft.com/office/drawing/2014/main" id="{3571CD18-D5F3-41F3-9C18-890A30E37FB7}"/>
                  </a:ext>
                </a:extLst>
              </p:cNvPr>
              <p:cNvSpPr/>
              <p:nvPr/>
            </p:nvSpPr>
            <p:spPr>
              <a:xfrm>
                <a:off x="396193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4" name="椭圆 9893">
                <a:extLst>
                  <a:ext uri="{FF2B5EF4-FFF2-40B4-BE49-F238E27FC236}">
                    <a16:creationId xmlns:a16="http://schemas.microsoft.com/office/drawing/2014/main" id="{40D0EE43-1A21-49A8-A6A0-69980BF2CE1E}"/>
                  </a:ext>
                </a:extLst>
              </p:cNvPr>
              <p:cNvSpPr/>
              <p:nvPr/>
            </p:nvSpPr>
            <p:spPr>
              <a:xfrm>
                <a:off x="4167067"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5" name="椭圆 9894">
                <a:extLst>
                  <a:ext uri="{FF2B5EF4-FFF2-40B4-BE49-F238E27FC236}">
                    <a16:creationId xmlns:a16="http://schemas.microsoft.com/office/drawing/2014/main" id="{D3C1FD32-7A2A-4755-B6DF-7E19085DC895}"/>
                  </a:ext>
                </a:extLst>
              </p:cNvPr>
              <p:cNvSpPr/>
              <p:nvPr/>
            </p:nvSpPr>
            <p:spPr>
              <a:xfrm>
                <a:off x="403713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6" name="椭圆 9895">
                <a:extLst>
                  <a:ext uri="{FF2B5EF4-FFF2-40B4-BE49-F238E27FC236}">
                    <a16:creationId xmlns:a16="http://schemas.microsoft.com/office/drawing/2014/main" id="{26BC616C-CA6E-4B18-8ABA-894D7D35EDAE}"/>
                  </a:ext>
                </a:extLst>
              </p:cNvPr>
              <p:cNvSpPr/>
              <p:nvPr/>
            </p:nvSpPr>
            <p:spPr>
              <a:xfrm>
                <a:off x="4014159"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7" name="椭圆 9896">
                <a:extLst>
                  <a:ext uri="{FF2B5EF4-FFF2-40B4-BE49-F238E27FC236}">
                    <a16:creationId xmlns:a16="http://schemas.microsoft.com/office/drawing/2014/main" id="{E283F221-B4A9-42F5-A377-4CABC8EF56BD}"/>
                  </a:ext>
                </a:extLst>
              </p:cNvPr>
              <p:cNvSpPr/>
              <p:nvPr/>
            </p:nvSpPr>
            <p:spPr>
              <a:xfrm>
                <a:off x="399514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8" name="椭圆 9897">
                <a:extLst>
                  <a:ext uri="{FF2B5EF4-FFF2-40B4-BE49-F238E27FC236}">
                    <a16:creationId xmlns:a16="http://schemas.microsoft.com/office/drawing/2014/main" id="{D0DF940C-4599-48C8-81FC-431A1F11EBD6}"/>
                  </a:ext>
                </a:extLst>
              </p:cNvPr>
              <p:cNvSpPr/>
              <p:nvPr/>
            </p:nvSpPr>
            <p:spPr>
              <a:xfrm>
                <a:off x="40372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9" name="椭圆 9898">
                <a:extLst>
                  <a:ext uri="{FF2B5EF4-FFF2-40B4-BE49-F238E27FC236}">
                    <a16:creationId xmlns:a16="http://schemas.microsoft.com/office/drawing/2014/main" id="{AFC4B4AA-969E-455C-932B-EE1D0F135A1E}"/>
                  </a:ext>
                </a:extLst>
              </p:cNvPr>
              <p:cNvSpPr/>
              <p:nvPr/>
            </p:nvSpPr>
            <p:spPr>
              <a:xfrm>
                <a:off x="405581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0" name="椭圆 9899">
                <a:extLst>
                  <a:ext uri="{FF2B5EF4-FFF2-40B4-BE49-F238E27FC236}">
                    <a16:creationId xmlns:a16="http://schemas.microsoft.com/office/drawing/2014/main" id="{702B2333-B00F-4D62-ABDE-78AFA00ACA9F}"/>
                  </a:ext>
                </a:extLst>
              </p:cNvPr>
              <p:cNvSpPr/>
              <p:nvPr/>
            </p:nvSpPr>
            <p:spPr>
              <a:xfrm>
                <a:off x="401397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1" name="椭圆 9900">
                <a:extLst>
                  <a:ext uri="{FF2B5EF4-FFF2-40B4-BE49-F238E27FC236}">
                    <a16:creationId xmlns:a16="http://schemas.microsoft.com/office/drawing/2014/main" id="{7BFDB26F-C49A-43A9-875E-C101C83C6467}"/>
                  </a:ext>
                </a:extLst>
              </p:cNvPr>
              <p:cNvSpPr/>
              <p:nvPr/>
            </p:nvSpPr>
            <p:spPr>
              <a:xfrm>
                <a:off x="398740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2" name="椭圆 9901">
                <a:extLst>
                  <a:ext uri="{FF2B5EF4-FFF2-40B4-BE49-F238E27FC236}">
                    <a16:creationId xmlns:a16="http://schemas.microsoft.com/office/drawing/2014/main" id="{56F368E3-8E4A-49F1-AC56-C3DB97D543C6}"/>
                  </a:ext>
                </a:extLst>
              </p:cNvPr>
              <p:cNvSpPr/>
              <p:nvPr/>
            </p:nvSpPr>
            <p:spPr>
              <a:xfrm>
                <a:off x="394034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3" name="椭圆 9902">
                <a:extLst>
                  <a:ext uri="{FF2B5EF4-FFF2-40B4-BE49-F238E27FC236}">
                    <a16:creationId xmlns:a16="http://schemas.microsoft.com/office/drawing/2014/main" id="{A70E0A39-FDFE-4ABC-B5D9-4BB590AF2F3A}"/>
                  </a:ext>
                </a:extLst>
              </p:cNvPr>
              <p:cNvSpPr/>
              <p:nvPr/>
            </p:nvSpPr>
            <p:spPr>
              <a:xfrm>
                <a:off x="400755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4" name="椭圆 9903">
                <a:extLst>
                  <a:ext uri="{FF2B5EF4-FFF2-40B4-BE49-F238E27FC236}">
                    <a16:creationId xmlns:a16="http://schemas.microsoft.com/office/drawing/2014/main" id="{7C9FAA3D-6101-4E79-9492-F4AF70067D8C}"/>
                  </a:ext>
                </a:extLst>
              </p:cNvPr>
              <p:cNvSpPr/>
              <p:nvPr/>
            </p:nvSpPr>
            <p:spPr>
              <a:xfrm>
                <a:off x="3985604"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5" name="椭圆 9904">
                <a:extLst>
                  <a:ext uri="{FF2B5EF4-FFF2-40B4-BE49-F238E27FC236}">
                    <a16:creationId xmlns:a16="http://schemas.microsoft.com/office/drawing/2014/main" id="{C5EB3C9F-380B-409F-8E69-88AEA94EED91}"/>
                  </a:ext>
                </a:extLst>
              </p:cNvPr>
              <p:cNvSpPr/>
              <p:nvPr/>
            </p:nvSpPr>
            <p:spPr>
              <a:xfrm>
                <a:off x="39236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6" name="椭圆 9905">
                <a:extLst>
                  <a:ext uri="{FF2B5EF4-FFF2-40B4-BE49-F238E27FC236}">
                    <a16:creationId xmlns:a16="http://schemas.microsoft.com/office/drawing/2014/main" id="{5FE66C3A-0B55-4D03-8B52-E4F9054E39F8}"/>
                  </a:ext>
                </a:extLst>
              </p:cNvPr>
              <p:cNvSpPr/>
              <p:nvPr/>
            </p:nvSpPr>
            <p:spPr>
              <a:xfrm>
                <a:off x="4009571" y="28112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7" name="椭圆 9906">
                <a:extLst>
                  <a:ext uri="{FF2B5EF4-FFF2-40B4-BE49-F238E27FC236}">
                    <a16:creationId xmlns:a16="http://schemas.microsoft.com/office/drawing/2014/main" id="{7156B13D-56D0-485E-AED3-06E23F9C5C93}"/>
                  </a:ext>
                </a:extLst>
              </p:cNvPr>
              <p:cNvSpPr/>
              <p:nvPr/>
            </p:nvSpPr>
            <p:spPr>
              <a:xfrm>
                <a:off x="402238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8" name="椭圆 9907">
                <a:extLst>
                  <a:ext uri="{FF2B5EF4-FFF2-40B4-BE49-F238E27FC236}">
                    <a16:creationId xmlns:a16="http://schemas.microsoft.com/office/drawing/2014/main" id="{D15ED092-E2F0-4D39-8D87-1BD51A34F27A}"/>
                  </a:ext>
                </a:extLst>
              </p:cNvPr>
              <p:cNvSpPr/>
              <p:nvPr/>
            </p:nvSpPr>
            <p:spPr>
              <a:xfrm>
                <a:off x="4126143"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9" name="椭圆 9908">
                <a:extLst>
                  <a:ext uri="{FF2B5EF4-FFF2-40B4-BE49-F238E27FC236}">
                    <a16:creationId xmlns:a16="http://schemas.microsoft.com/office/drawing/2014/main" id="{AB3AC343-ADA5-4AAE-AE61-3F3CCAB8E6A1}"/>
                  </a:ext>
                </a:extLst>
              </p:cNvPr>
              <p:cNvSpPr/>
              <p:nvPr/>
            </p:nvSpPr>
            <p:spPr>
              <a:xfrm>
                <a:off x="392155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0" name="椭圆 9909">
                <a:extLst>
                  <a:ext uri="{FF2B5EF4-FFF2-40B4-BE49-F238E27FC236}">
                    <a16:creationId xmlns:a16="http://schemas.microsoft.com/office/drawing/2014/main" id="{AE51B015-DA08-46CB-9977-E7AD7B314DEB}"/>
                  </a:ext>
                </a:extLst>
              </p:cNvPr>
              <p:cNvSpPr/>
              <p:nvPr/>
            </p:nvSpPr>
            <p:spPr>
              <a:xfrm>
                <a:off x="4027042"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1" name="椭圆 9910">
                <a:extLst>
                  <a:ext uri="{FF2B5EF4-FFF2-40B4-BE49-F238E27FC236}">
                    <a16:creationId xmlns:a16="http://schemas.microsoft.com/office/drawing/2014/main" id="{8EA2A00B-1F06-4E1F-9EF7-52CF6D01E2D5}"/>
                  </a:ext>
                </a:extLst>
              </p:cNvPr>
              <p:cNvSpPr/>
              <p:nvPr/>
            </p:nvSpPr>
            <p:spPr>
              <a:xfrm>
                <a:off x="4018454"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2" name="椭圆 9911">
                <a:extLst>
                  <a:ext uri="{FF2B5EF4-FFF2-40B4-BE49-F238E27FC236}">
                    <a16:creationId xmlns:a16="http://schemas.microsoft.com/office/drawing/2014/main" id="{F7930500-539D-4502-B9F4-27C4AEA34DEB}"/>
                  </a:ext>
                </a:extLst>
              </p:cNvPr>
              <p:cNvSpPr/>
              <p:nvPr/>
            </p:nvSpPr>
            <p:spPr>
              <a:xfrm>
                <a:off x="3892853"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3" name="椭圆 9912">
                <a:extLst>
                  <a:ext uri="{FF2B5EF4-FFF2-40B4-BE49-F238E27FC236}">
                    <a16:creationId xmlns:a16="http://schemas.microsoft.com/office/drawing/2014/main" id="{4239D929-BC20-4403-8601-89A2DAE0728F}"/>
                  </a:ext>
                </a:extLst>
              </p:cNvPr>
              <p:cNvSpPr/>
              <p:nvPr/>
            </p:nvSpPr>
            <p:spPr>
              <a:xfrm>
                <a:off x="391755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4" name="椭圆 9913">
                <a:extLst>
                  <a:ext uri="{FF2B5EF4-FFF2-40B4-BE49-F238E27FC236}">
                    <a16:creationId xmlns:a16="http://schemas.microsoft.com/office/drawing/2014/main" id="{1B9463F9-7972-4D9C-B43D-0E5E2EBAE3FE}"/>
                  </a:ext>
                </a:extLst>
              </p:cNvPr>
              <p:cNvSpPr/>
              <p:nvPr/>
            </p:nvSpPr>
            <p:spPr>
              <a:xfrm>
                <a:off x="408187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5" name="椭圆 9914">
                <a:extLst>
                  <a:ext uri="{FF2B5EF4-FFF2-40B4-BE49-F238E27FC236}">
                    <a16:creationId xmlns:a16="http://schemas.microsoft.com/office/drawing/2014/main" id="{B5DF5D6A-8CB9-48F5-9440-DC1E0C0EEC23}"/>
                  </a:ext>
                </a:extLst>
              </p:cNvPr>
              <p:cNvSpPr/>
              <p:nvPr/>
            </p:nvSpPr>
            <p:spPr>
              <a:xfrm>
                <a:off x="3884045"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6" name="椭圆 9915">
                <a:extLst>
                  <a:ext uri="{FF2B5EF4-FFF2-40B4-BE49-F238E27FC236}">
                    <a16:creationId xmlns:a16="http://schemas.microsoft.com/office/drawing/2014/main" id="{77E57728-36BD-4012-A03B-7A8342AA9E21}"/>
                  </a:ext>
                </a:extLst>
              </p:cNvPr>
              <p:cNvSpPr/>
              <p:nvPr/>
            </p:nvSpPr>
            <p:spPr>
              <a:xfrm>
                <a:off x="4196541" y="28729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7" name="椭圆 9916">
                <a:extLst>
                  <a:ext uri="{FF2B5EF4-FFF2-40B4-BE49-F238E27FC236}">
                    <a16:creationId xmlns:a16="http://schemas.microsoft.com/office/drawing/2014/main" id="{47DF3F28-78FF-43FB-8BA2-E2EEF9FB1ABB}"/>
                  </a:ext>
                </a:extLst>
              </p:cNvPr>
              <p:cNvSpPr/>
              <p:nvPr/>
            </p:nvSpPr>
            <p:spPr>
              <a:xfrm>
                <a:off x="410573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8" name="椭圆 9917">
                <a:extLst>
                  <a:ext uri="{FF2B5EF4-FFF2-40B4-BE49-F238E27FC236}">
                    <a16:creationId xmlns:a16="http://schemas.microsoft.com/office/drawing/2014/main" id="{D8F17D05-DB76-451F-9C77-699EE0BC1F59}"/>
                  </a:ext>
                </a:extLst>
              </p:cNvPr>
              <p:cNvSpPr/>
              <p:nvPr/>
            </p:nvSpPr>
            <p:spPr>
              <a:xfrm>
                <a:off x="4009498"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9" name="椭圆 9918">
                <a:extLst>
                  <a:ext uri="{FF2B5EF4-FFF2-40B4-BE49-F238E27FC236}">
                    <a16:creationId xmlns:a16="http://schemas.microsoft.com/office/drawing/2014/main" id="{690BFB63-D4CD-4AEF-899F-801C84DCF982}"/>
                  </a:ext>
                </a:extLst>
              </p:cNvPr>
              <p:cNvSpPr/>
              <p:nvPr/>
            </p:nvSpPr>
            <p:spPr>
              <a:xfrm>
                <a:off x="401823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0" name="椭圆 9919">
                <a:extLst>
                  <a:ext uri="{FF2B5EF4-FFF2-40B4-BE49-F238E27FC236}">
                    <a16:creationId xmlns:a16="http://schemas.microsoft.com/office/drawing/2014/main" id="{CBC7B175-1982-4CCE-B6C1-A50052AD389E}"/>
                  </a:ext>
                </a:extLst>
              </p:cNvPr>
              <p:cNvSpPr/>
              <p:nvPr/>
            </p:nvSpPr>
            <p:spPr>
              <a:xfrm>
                <a:off x="413667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1" name="椭圆 9920">
                <a:extLst>
                  <a:ext uri="{FF2B5EF4-FFF2-40B4-BE49-F238E27FC236}">
                    <a16:creationId xmlns:a16="http://schemas.microsoft.com/office/drawing/2014/main" id="{A7FBD9CA-8B6D-4131-9B4C-3FB386B033EA}"/>
                  </a:ext>
                </a:extLst>
              </p:cNvPr>
              <p:cNvSpPr/>
              <p:nvPr/>
            </p:nvSpPr>
            <p:spPr>
              <a:xfrm>
                <a:off x="40311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2" name="椭圆 9921">
                <a:extLst>
                  <a:ext uri="{FF2B5EF4-FFF2-40B4-BE49-F238E27FC236}">
                    <a16:creationId xmlns:a16="http://schemas.microsoft.com/office/drawing/2014/main" id="{10FE1C34-E865-444C-91D5-27CA3F9FAF38}"/>
                  </a:ext>
                </a:extLst>
              </p:cNvPr>
              <p:cNvSpPr/>
              <p:nvPr/>
            </p:nvSpPr>
            <p:spPr>
              <a:xfrm>
                <a:off x="388562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3" name="椭圆 9922">
                <a:extLst>
                  <a:ext uri="{FF2B5EF4-FFF2-40B4-BE49-F238E27FC236}">
                    <a16:creationId xmlns:a16="http://schemas.microsoft.com/office/drawing/2014/main" id="{62771DBB-6A0A-4A00-902C-0F35B3E05F32}"/>
                  </a:ext>
                </a:extLst>
              </p:cNvPr>
              <p:cNvSpPr/>
              <p:nvPr/>
            </p:nvSpPr>
            <p:spPr>
              <a:xfrm>
                <a:off x="40277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4" name="椭圆 9923">
                <a:extLst>
                  <a:ext uri="{FF2B5EF4-FFF2-40B4-BE49-F238E27FC236}">
                    <a16:creationId xmlns:a16="http://schemas.microsoft.com/office/drawing/2014/main" id="{5E815459-3085-469B-997E-0A25EBF59AD5}"/>
                  </a:ext>
                </a:extLst>
              </p:cNvPr>
              <p:cNvSpPr/>
              <p:nvPr/>
            </p:nvSpPr>
            <p:spPr>
              <a:xfrm>
                <a:off x="4004433"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5" name="椭圆 9924">
                <a:extLst>
                  <a:ext uri="{FF2B5EF4-FFF2-40B4-BE49-F238E27FC236}">
                    <a16:creationId xmlns:a16="http://schemas.microsoft.com/office/drawing/2014/main" id="{2BFEB943-CF79-43FD-A570-5DE26EDCE899}"/>
                  </a:ext>
                </a:extLst>
              </p:cNvPr>
              <p:cNvSpPr/>
              <p:nvPr/>
            </p:nvSpPr>
            <p:spPr>
              <a:xfrm>
                <a:off x="4084447"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6" name="椭圆 9925">
                <a:extLst>
                  <a:ext uri="{FF2B5EF4-FFF2-40B4-BE49-F238E27FC236}">
                    <a16:creationId xmlns:a16="http://schemas.microsoft.com/office/drawing/2014/main" id="{341A9900-BE93-4F99-AD3D-A3DB68123DDF}"/>
                  </a:ext>
                </a:extLst>
              </p:cNvPr>
              <p:cNvSpPr/>
              <p:nvPr/>
            </p:nvSpPr>
            <p:spPr>
              <a:xfrm>
                <a:off x="40243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7" name="椭圆 9926">
                <a:extLst>
                  <a:ext uri="{FF2B5EF4-FFF2-40B4-BE49-F238E27FC236}">
                    <a16:creationId xmlns:a16="http://schemas.microsoft.com/office/drawing/2014/main" id="{B1553D05-8434-425D-B90D-189037992C6E}"/>
                  </a:ext>
                </a:extLst>
              </p:cNvPr>
              <p:cNvSpPr/>
              <p:nvPr/>
            </p:nvSpPr>
            <p:spPr>
              <a:xfrm>
                <a:off x="4314874" y="292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8" name="椭圆 9927">
                <a:extLst>
                  <a:ext uri="{FF2B5EF4-FFF2-40B4-BE49-F238E27FC236}">
                    <a16:creationId xmlns:a16="http://schemas.microsoft.com/office/drawing/2014/main" id="{C45D549D-C10C-47FE-8A6B-849ECCFD9BFF}"/>
                  </a:ext>
                </a:extLst>
              </p:cNvPr>
              <p:cNvSpPr/>
              <p:nvPr/>
            </p:nvSpPr>
            <p:spPr>
              <a:xfrm>
                <a:off x="401735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9" name="椭圆 9928">
                <a:extLst>
                  <a:ext uri="{FF2B5EF4-FFF2-40B4-BE49-F238E27FC236}">
                    <a16:creationId xmlns:a16="http://schemas.microsoft.com/office/drawing/2014/main" id="{F699A23C-2CD4-41EE-B050-473E8A3AAF17}"/>
                  </a:ext>
                </a:extLst>
              </p:cNvPr>
              <p:cNvSpPr/>
              <p:nvPr/>
            </p:nvSpPr>
            <p:spPr>
              <a:xfrm>
                <a:off x="4098395"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0" name="椭圆 9929">
                <a:extLst>
                  <a:ext uri="{FF2B5EF4-FFF2-40B4-BE49-F238E27FC236}">
                    <a16:creationId xmlns:a16="http://schemas.microsoft.com/office/drawing/2014/main" id="{49F9FADA-38C9-465F-AA3A-31C74314A489}"/>
                  </a:ext>
                </a:extLst>
              </p:cNvPr>
              <p:cNvSpPr/>
              <p:nvPr/>
            </p:nvSpPr>
            <p:spPr>
              <a:xfrm>
                <a:off x="405108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1" name="椭圆 9930">
                <a:extLst>
                  <a:ext uri="{FF2B5EF4-FFF2-40B4-BE49-F238E27FC236}">
                    <a16:creationId xmlns:a16="http://schemas.microsoft.com/office/drawing/2014/main" id="{5EAA1E34-AB2D-4652-A257-5D53C829CEA7}"/>
                  </a:ext>
                </a:extLst>
              </p:cNvPr>
              <p:cNvSpPr/>
              <p:nvPr/>
            </p:nvSpPr>
            <p:spPr>
              <a:xfrm>
                <a:off x="397576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2" name="椭圆 9931">
                <a:extLst>
                  <a:ext uri="{FF2B5EF4-FFF2-40B4-BE49-F238E27FC236}">
                    <a16:creationId xmlns:a16="http://schemas.microsoft.com/office/drawing/2014/main" id="{191B2B09-E235-4933-8935-7743EFCBB1F9}"/>
                  </a:ext>
                </a:extLst>
              </p:cNvPr>
              <p:cNvSpPr/>
              <p:nvPr/>
            </p:nvSpPr>
            <p:spPr>
              <a:xfrm>
                <a:off x="405343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3" name="椭圆 9932">
                <a:extLst>
                  <a:ext uri="{FF2B5EF4-FFF2-40B4-BE49-F238E27FC236}">
                    <a16:creationId xmlns:a16="http://schemas.microsoft.com/office/drawing/2014/main" id="{EDD45ACF-AC53-4DB6-8514-873317C8A196}"/>
                  </a:ext>
                </a:extLst>
              </p:cNvPr>
              <p:cNvSpPr/>
              <p:nvPr/>
            </p:nvSpPr>
            <p:spPr>
              <a:xfrm>
                <a:off x="4135943"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4" name="椭圆 9933">
                <a:extLst>
                  <a:ext uri="{FF2B5EF4-FFF2-40B4-BE49-F238E27FC236}">
                    <a16:creationId xmlns:a16="http://schemas.microsoft.com/office/drawing/2014/main" id="{7CDBC397-5176-4A7E-B3D7-F775924F8A76}"/>
                  </a:ext>
                </a:extLst>
              </p:cNvPr>
              <p:cNvSpPr/>
              <p:nvPr/>
            </p:nvSpPr>
            <p:spPr>
              <a:xfrm>
                <a:off x="3977529"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5" name="椭圆 9934">
                <a:extLst>
                  <a:ext uri="{FF2B5EF4-FFF2-40B4-BE49-F238E27FC236}">
                    <a16:creationId xmlns:a16="http://schemas.microsoft.com/office/drawing/2014/main" id="{8F74EB4C-A44F-4ADA-A8CF-74677BFBDBB3}"/>
                  </a:ext>
                </a:extLst>
              </p:cNvPr>
              <p:cNvSpPr/>
              <p:nvPr/>
            </p:nvSpPr>
            <p:spPr>
              <a:xfrm>
                <a:off x="4044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6" name="椭圆 9935">
                <a:extLst>
                  <a:ext uri="{FF2B5EF4-FFF2-40B4-BE49-F238E27FC236}">
                    <a16:creationId xmlns:a16="http://schemas.microsoft.com/office/drawing/2014/main" id="{6FBB52FC-ED3F-44BB-AF27-1513EAD91D50}"/>
                  </a:ext>
                </a:extLst>
              </p:cNvPr>
              <p:cNvSpPr/>
              <p:nvPr/>
            </p:nvSpPr>
            <p:spPr>
              <a:xfrm>
                <a:off x="39549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7" name="椭圆 9936">
                <a:extLst>
                  <a:ext uri="{FF2B5EF4-FFF2-40B4-BE49-F238E27FC236}">
                    <a16:creationId xmlns:a16="http://schemas.microsoft.com/office/drawing/2014/main" id="{6094E5E0-65E7-4648-A7D4-60CCEA3CD35B}"/>
                  </a:ext>
                </a:extLst>
              </p:cNvPr>
              <p:cNvSpPr/>
              <p:nvPr/>
            </p:nvSpPr>
            <p:spPr>
              <a:xfrm>
                <a:off x="396787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8" name="椭圆 9937">
                <a:extLst>
                  <a:ext uri="{FF2B5EF4-FFF2-40B4-BE49-F238E27FC236}">
                    <a16:creationId xmlns:a16="http://schemas.microsoft.com/office/drawing/2014/main" id="{BA4D037D-E439-447A-A6BB-7C2B177B73C2}"/>
                  </a:ext>
                </a:extLst>
              </p:cNvPr>
              <p:cNvSpPr/>
              <p:nvPr/>
            </p:nvSpPr>
            <p:spPr>
              <a:xfrm>
                <a:off x="403041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9" name="椭圆 9938">
                <a:extLst>
                  <a:ext uri="{FF2B5EF4-FFF2-40B4-BE49-F238E27FC236}">
                    <a16:creationId xmlns:a16="http://schemas.microsoft.com/office/drawing/2014/main" id="{4D19148C-AA39-495A-B114-05F4F5CD9C35}"/>
                  </a:ext>
                </a:extLst>
              </p:cNvPr>
              <p:cNvSpPr/>
              <p:nvPr/>
            </p:nvSpPr>
            <p:spPr>
              <a:xfrm>
                <a:off x="40431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0" name="椭圆 9939">
                <a:extLst>
                  <a:ext uri="{FF2B5EF4-FFF2-40B4-BE49-F238E27FC236}">
                    <a16:creationId xmlns:a16="http://schemas.microsoft.com/office/drawing/2014/main" id="{C05EE76B-0E97-43CF-92D1-C63633BFF5C3}"/>
                  </a:ext>
                </a:extLst>
              </p:cNvPr>
              <p:cNvSpPr/>
              <p:nvPr/>
            </p:nvSpPr>
            <p:spPr>
              <a:xfrm>
                <a:off x="39787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1" name="椭圆 9940">
                <a:extLst>
                  <a:ext uri="{FF2B5EF4-FFF2-40B4-BE49-F238E27FC236}">
                    <a16:creationId xmlns:a16="http://schemas.microsoft.com/office/drawing/2014/main" id="{C672AEB4-ED18-4485-8130-4BE22E0C708C}"/>
                  </a:ext>
                </a:extLst>
              </p:cNvPr>
              <p:cNvSpPr/>
              <p:nvPr/>
            </p:nvSpPr>
            <p:spPr>
              <a:xfrm>
                <a:off x="409667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2" name="椭圆 9941">
                <a:extLst>
                  <a:ext uri="{FF2B5EF4-FFF2-40B4-BE49-F238E27FC236}">
                    <a16:creationId xmlns:a16="http://schemas.microsoft.com/office/drawing/2014/main" id="{F78D8E6D-FED4-4710-BEF9-24A95A649664}"/>
                  </a:ext>
                </a:extLst>
              </p:cNvPr>
              <p:cNvSpPr/>
              <p:nvPr/>
            </p:nvSpPr>
            <p:spPr>
              <a:xfrm>
                <a:off x="40547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3" name="椭圆 9942">
                <a:extLst>
                  <a:ext uri="{FF2B5EF4-FFF2-40B4-BE49-F238E27FC236}">
                    <a16:creationId xmlns:a16="http://schemas.microsoft.com/office/drawing/2014/main" id="{4A142050-3A92-4D48-9145-ACE21173EA9D}"/>
                  </a:ext>
                </a:extLst>
              </p:cNvPr>
              <p:cNvSpPr/>
              <p:nvPr/>
            </p:nvSpPr>
            <p:spPr>
              <a:xfrm>
                <a:off x="40084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4" name="椭圆 9943">
                <a:extLst>
                  <a:ext uri="{FF2B5EF4-FFF2-40B4-BE49-F238E27FC236}">
                    <a16:creationId xmlns:a16="http://schemas.microsoft.com/office/drawing/2014/main" id="{8F31A33C-3190-412B-B67A-7310D5944BBC}"/>
                  </a:ext>
                </a:extLst>
              </p:cNvPr>
              <p:cNvSpPr/>
              <p:nvPr/>
            </p:nvSpPr>
            <p:spPr>
              <a:xfrm>
                <a:off x="4011407"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5" name="椭圆 9944">
                <a:extLst>
                  <a:ext uri="{FF2B5EF4-FFF2-40B4-BE49-F238E27FC236}">
                    <a16:creationId xmlns:a16="http://schemas.microsoft.com/office/drawing/2014/main" id="{8D3C0B79-E569-446D-A848-36574B3A62EE}"/>
                  </a:ext>
                </a:extLst>
              </p:cNvPr>
              <p:cNvSpPr/>
              <p:nvPr/>
            </p:nvSpPr>
            <p:spPr>
              <a:xfrm>
                <a:off x="3916491"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6" name="椭圆 9945">
                <a:extLst>
                  <a:ext uri="{FF2B5EF4-FFF2-40B4-BE49-F238E27FC236}">
                    <a16:creationId xmlns:a16="http://schemas.microsoft.com/office/drawing/2014/main" id="{082AFE5B-1EB1-4AC5-80AA-D6575D17D1C7}"/>
                  </a:ext>
                </a:extLst>
              </p:cNvPr>
              <p:cNvSpPr/>
              <p:nvPr/>
            </p:nvSpPr>
            <p:spPr>
              <a:xfrm>
                <a:off x="4161745"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7" name="椭圆 9946">
                <a:extLst>
                  <a:ext uri="{FF2B5EF4-FFF2-40B4-BE49-F238E27FC236}">
                    <a16:creationId xmlns:a16="http://schemas.microsoft.com/office/drawing/2014/main" id="{3CD3C39F-7A80-438D-8728-8162AF902A2B}"/>
                  </a:ext>
                </a:extLst>
              </p:cNvPr>
              <p:cNvSpPr/>
              <p:nvPr/>
            </p:nvSpPr>
            <p:spPr>
              <a:xfrm>
                <a:off x="396508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8" name="椭圆 9947">
                <a:extLst>
                  <a:ext uri="{FF2B5EF4-FFF2-40B4-BE49-F238E27FC236}">
                    <a16:creationId xmlns:a16="http://schemas.microsoft.com/office/drawing/2014/main" id="{BE32B838-555B-4C0D-8217-C6DED5815142}"/>
                  </a:ext>
                </a:extLst>
              </p:cNvPr>
              <p:cNvSpPr/>
              <p:nvPr/>
            </p:nvSpPr>
            <p:spPr>
              <a:xfrm>
                <a:off x="409200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9" name="椭圆 9948">
                <a:extLst>
                  <a:ext uri="{FF2B5EF4-FFF2-40B4-BE49-F238E27FC236}">
                    <a16:creationId xmlns:a16="http://schemas.microsoft.com/office/drawing/2014/main" id="{D08DB527-7709-469B-BABB-4482C003CF95}"/>
                  </a:ext>
                </a:extLst>
              </p:cNvPr>
              <p:cNvSpPr/>
              <p:nvPr/>
            </p:nvSpPr>
            <p:spPr>
              <a:xfrm>
                <a:off x="4019592" y="29673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0" name="椭圆 9949">
                <a:extLst>
                  <a:ext uri="{FF2B5EF4-FFF2-40B4-BE49-F238E27FC236}">
                    <a16:creationId xmlns:a16="http://schemas.microsoft.com/office/drawing/2014/main" id="{116DF7C6-C161-443C-A7F9-CB5CEE5F6344}"/>
                  </a:ext>
                </a:extLst>
              </p:cNvPr>
              <p:cNvSpPr/>
              <p:nvPr/>
            </p:nvSpPr>
            <p:spPr>
              <a:xfrm>
                <a:off x="39261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1" name="椭圆 9950">
                <a:extLst>
                  <a:ext uri="{FF2B5EF4-FFF2-40B4-BE49-F238E27FC236}">
                    <a16:creationId xmlns:a16="http://schemas.microsoft.com/office/drawing/2014/main" id="{4F580CB7-9CBD-4A37-8E21-51409475E5AD}"/>
                  </a:ext>
                </a:extLst>
              </p:cNvPr>
              <p:cNvSpPr/>
              <p:nvPr/>
            </p:nvSpPr>
            <p:spPr>
              <a:xfrm>
                <a:off x="407281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2" name="椭圆 9951">
                <a:extLst>
                  <a:ext uri="{FF2B5EF4-FFF2-40B4-BE49-F238E27FC236}">
                    <a16:creationId xmlns:a16="http://schemas.microsoft.com/office/drawing/2014/main" id="{2AB36F10-2464-48CD-9D77-1C6A8FCCF913}"/>
                  </a:ext>
                </a:extLst>
              </p:cNvPr>
              <p:cNvSpPr/>
              <p:nvPr/>
            </p:nvSpPr>
            <p:spPr>
              <a:xfrm>
                <a:off x="40055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3" name="椭圆 9952">
                <a:extLst>
                  <a:ext uri="{FF2B5EF4-FFF2-40B4-BE49-F238E27FC236}">
                    <a16:creationId xmlns:a16="http://schemas.microsoft.com/office/drawing/2014/main" id="{D6BBF26B-DCB1-4C73-8281-5B4B7678B89B}"/>
                  </a:ext>
                </a:extLst>
              </p:cNvPr>
              <p:cNvSpPr/>
              <p:nvPr/>
            </p:nvSpPr>
            <p:spPr>
              <a:xfrm>
                <a:off x="384458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4" name="椭圆 9953">
                <a:extLst>
                  <a:ext uri="{FF2B5EF4-FFF2-40B4-BE49-F238E27FC236}">
                    <a16:creationId xmlns:a16="http://schemas.microsoft.com/office/drawing/2014/main" id="{C32566E0-AB7D-4946-9B9F-D739E2C87FE9}"/>
                  </a:ext>
                </a:extLst>
              </p:cNvPr>
              <p:cNvSpPr/>
              <p:nvPr/>
            </p:nvSpPr>
            <p:spPr>
              <a:xfrm>
                <a:off x="4079199" y="29685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5" name="椭圆 9954">
                <a:extLst>
                  <a:ext uri="{FF2B5EF4-FFF2-40B4-BE49-F238E27FC236}">
                    <a16:creationId xmlns:a16="http://schemas.microsoft.com/office/drawing/2014/main" id="{3655453F-DCD6-4D88-8CCF-C16EEDD4A2B3}"/>
                  </a:ext>
                </a:extLst>
              </p:cNvPr>
              <p:cNvSpPr/>
              <p:nvPr/>
            </p:nvSpPr>
            <p:spPr>
              <a:xfrm>
                <a:off x="4012104"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6" name="椭圆 9955">
                <a:extLst>
                  <a:ext uri="{FF2B5EF4-FFF2-40B4-BE49-F238E27FC236}">
                    <a16:creationId xmlns:a16="http://schemas.microsoft.com/office/drawing/2014/main" id="{8ADD2E55-3B87-48B7-8835-3DE0229DCA09}"/>
                  </a:ext>
                </a:extLst>
              </p:cNvPr>
              <p:cNvSpPr/>
              <p:nvPr/>
            </p:nvSpPr>
            <p:spPr>
              <a:xfrm>
                <a:off x="3950919" y="3025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7" name="椭圆 9956">
                <a:extLst>
                  <a:ext uri="{FF2B5EF4-FFF2-40B4-BE49-F238E27FC236}">
                    <a16:creationId xmlns:a16="http://schemas.microsoft.com/office/drawing/2014/main" id="{1E014D8C-C260-496F-BFEA-E1B98FA32613}"/>
                  </a:ext>
                </a:extLst>
              </p:cNvPr>
              <p:cNvSpPr/>
              <p:nvPr/>
            </p:nvSpPr>
            <p:spPr>
              <a:xfrm>
                <a:off x="3965637"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8" name="椭圆 9957">
                <a:extLst>
                  <a:ext uri="{FF2B5EF4-FFF2-40B4-BE49-F238E27FC236}">
                    <a16:creationId xmlns:a16="http://schemas.microsoft.com/office/drawing/2014/main" id="{1EF62606-B0DF-48ED-8C0C-E7083C3D21B8}"/>
                  </a:ext>
                </a:extLst>
              </p:cNvPr>
              <p:cNvSpPr/>
              <p:nvPr/>
            </p:nvSpPr>
            <p:spPr>
              <a:xfrm>
                <a:off x="4123867"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9" name="椭圆 9958">
                <a:extLst>
                  <a:ext uri="{FF2B5EF4-FFF2-40B4-BE49-F238E27FC236}">
                    <a16:creationId xmlns:a16="http://schemas.microsoft.com/office/drawing/2014/main" id="{75A49AA2-C78A-45A3-ABD7-822C4F69147B}"/>
                  </a:ext>
                </a:extLst>
              </p:cNvPr>
              <p:cNvSpPr/>
              <p:nvPr/>
            </p:nvSpPr>
            <p:spPr>
              <a:xfrm>
                <a:off x="395202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0" name="椭圆 9959">
                <a:extLst>
                  <a:ext uri="{FF2B5EF4-FFF2-40B4-BE49-F238E27FC236}">
                    <a16:creationId xmlns:a16="http://schemas.microsoft.com/office/drawing/2014/main" id="{1E8FE64D-9CDE-491E-9F22-0137D55879B1}"/>
                  </a:ext>
                </a:extLst>
              </p:cNvPr>
              <p:cNvSpPr/>
              <p:nvPr/>
            </p:nvSpPr>
            <p:spPr>
              <a:xfrm>
                <a:off x="4094981"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1" name="椭圆 9960">
                <a:extLst>
                  <a:ext uri="{FF2B5EF4-FFF2-40B4-BE49-F238E27FC236}">
                    <a16:creationId xmlns:a16="http://schemas.microsoft.com/office/drawing/2014/main" id="{B362331E-34D2-48F3-9C44-A21E83318E8F}"/>
                  </a:ext>
                </a:extLst>
              </p:cNvPr>
              <p:cNvSpPr/>
              <p:nvPr/>
            </p:nvSpPr>
            <p:spPr>
              <a:xfrm>
                <a:off x="4133924"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2" name="椭圆 9961">
                <a:extLst>
                  <a:ext uri="{FF2B5EF4-FFF2-40B4-BE49-F238E27FC236}">
                    <a16:creationId xmlns:a16="http://schemas.microsoft.com/office/drawing/2014/main" id="{B80F131E-8313-4E91-83F2-430B6B9069E9}"/>
                  </a:ext>
                </a:extLst>
              </p:cNvPr>
              <p:cNvSpPr/>
              <p:nvPr/>
            </p:nvSpPr>
            <p:spPr>
              <a:xfrm>
                <a:off x="411604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3" name="椭圆 9962">
                <a:extLst>
                  <a:ext uri="{FF2B5EF4-FFF2-40B4-BE49-F238E27FC236}">
                    <a16:creationId xmlns:a16="http://schemas.microsoft.com/office/drawing/2014/main" id="{88E41E01-1094-4011-BFA4-92C2B6EA7CEE}"/>
                  </a:ext>
                </a:extLst>
              </p:cNvPr>
              <p:cNvSpPr/>
              <p:nvPr/>
            </p:nvSpPr>
            <p:spPr>
              <a:xfrm>
                <a:off x="3999918"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4" name="椭圆 9963">
                <a:extLst>
                  <a:ext uri="{FF2B5EF4-FFF2-40B4-BE49-F238E27FC236}">
                    <a16:creationId xmlns:a16="http://schemas.microsoft.com/office/drawing/2014/main" id="{667E472B-D3EE-4C08-961C-92AF022D0E47}"/>
                  </a:ext>
                </a:extLst>
              </p:cNvPr>
              <p:cNvSpPr/>
              <p:nvPr/>
            </p:nvSpPr>
            <p:spPr>
              <a:xfrm>
                <a:off x="4008691"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5" name="椭圆 9964">
                <a:extLst>
                  <a:ext uri="{FF2B5EF4-FFF2-40B4-BE49-F238E27FC236}">
                    <a16:creationId xmlns:a16="http://schemas.microsoft.com/office/drawing/2014/main" id="{666B894D-C493-4BD1-BFC3-E5BD6044FB4C}"/>
                  </a:ext>
                </a:extLst>
              </p:cNvPr>
              <p:cNvSpPr/>
              <p:nvPr/>
            </p:nvSpPr>
            <p:spPr>
              <a:xfrm>
                <a:off x="404495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6" name="椭圆 9965">
                <a:extLst>
                  <a:ext uri="{FF2B5EF4-FFF2-40B4-BE49-F238E27FC236}">
                    <a16:creationId xmlns:a16="http://schemas.microsoft.com/office/drawing/2014/main" id="{BAA15E0D-E0CB-436C-9F87-F7989615D0AB}"/>
                  </a:ext>
                </a:extLst>
              </p:cNvPr>
              <p:cNvSpPr/>
              <p:nvPr/>
            </p:nvSpPr>
            <p:spPr>
              <a:xfrm>
                <a:off x="4010122"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7" name="椭圆 9966">
                <a:extLst>
                  <a:ext uri="{FF2B5EF4-FFF2-40B4-BE49-F238E27FC236}">
                    <a16:creationId xmlns:a16="http://schemas.microsoft.com/office/drawing/2014/main" id="{AF0F0C90-E7D0-4AD3-AAD1-AE07F396C60B}"/>
                  </a:ext>
                </a:extLst>
              </p:cNvPr>
              <p:cNvSpPr/>
              <p:nvPr/>
            </p:nvSpPr>
            <p:spPr>
              <a:xfrm>
                <a:off x="40980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8" name="椭圆 9967">
                <a:extLst>
                  <a:ext uri="{FF2B5EF4-FFF2-40B4-BE49-F238E27FC236}">
                    <a16:creationId xmlns:a16="http://schemas.microsoft.com/office/drawing/2014/main" id="{7453F477-A036-4D92-928E-E997DE3B4DD2}"/>
                  </a:ext>
                </a:extLst>
              </p:cNvPr>
              <p:cNvSpPr/>
              <p:nvPr/>
            </p:nvSpPr>
            <p:spPr>
              <a:xfrm>
                <a:off x="3902543"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9" name="椭圆 9968">
                <a:extLst>
                  <a:ext uri="{FF2B5EF4-FFF2-40B4-BE49-F238E27FC236}">
                    <a16:creationId xmlns:a16="http://schemas.microsoft.com/office/drawing/2014/main" id="{EBA62574-E5CF-494B-BCB1-6E2AA878EDDC}"/>
                  </a:ext>
                </a:extLst>
              </p:cNvPr>
              <p:cNvSpPr/>
              <p:nvPr/>
            </p:nvSpPr>
            <p:spPr>
              <a:xfrm>
                <a:off x="40938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0" name="椭圆 9969">
                <a:extLst>
                  <a:ext uri="{FF2B5EF4-FFF2-40B4-BE49-F238E27FC236}">
                    <a16:creationId xmlns:a16="http://schemas.microsoft.com/office/drawing/2014/main" id="{76F21C17-FF76-4DFB-8E1A-6A9D9E6261DB}"/>
                  </a:ext>
                </a:extLst>
              </p:cNvPr>
              <p:cNvSpPr/>
              <p:nvPr/>
            </p:nvSpPr>
            <p:spPr>
              <a:xfrm>
                <a:off x="4022161"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1" name="椭圆 9970">
                <a:extLst>
                  <a:ext uri="{FF2B5EF4-FFF2-40B4-BE49-F238E27FC236}">
                    <a16:creationId xmlns:a16="http://schemas.microsoft.com/office/drawing/2014/main" id="{FE8AC036-3A3C-4A52-A35F-D0D28BC1EC02}"/>
                  </a:ext>
                </a:extLst>
              </p:cNvPr>
              <p:cNvSpPr/>
              <p:nvPr/>
            </p:nvSpPr>
            <p:spPr>
              <a:xfrm>
                <a:off x="3886907"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2" name="椭圆 9971">
                <a:extLst>
                  <a:ext uri="{FF2B5EF4-FFF2-40B4-BE49-F238E27FC236}">
                    <a16:creationId xmlns:a16="http://schemas.microsoft.com/office/drawing/2014/main" id="{99D24332-2756-4FA8-866F-D3A580170752}"/>
                  </a:ext>
                </a:extLst>
              </p:cNvPr>
              <p:cNvSpPr/>
              <p:nvPr/>
            </p:nvSpPr>
            <p:spPr>
              <a:xfrm>
                <a:off x="412254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3" name="椭圆 9972">
                <a:extLst>
                  <a:ext uri="{FF2B5EF4-FFF2-40B4-BE49-F238E27FC236}">
                    <a16:creationId xmlns:a16="http://schemas.microsoft.com/office/drawing/2014/main" id="{1D172EAD-175D-46B0-8A0D-93587EC319F6}"/>
                  </a:ext>
                </a:extLst>
              </p:cNvPr>
              <p:cNvSpPr/>
              <p:nvPr/>
            </p:nvSpPr>
            <p:spPr>
              <a:xfrm>
                <a:off x="3771070" y="265491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4" name="椭圆 9973">
                <a:extLst>
                  <a:ext uri="{FF2B5EF4-FFF2-40B4-BE49-F238E27FC236}">
                    <a16:creationId xmlns:a16="http://schemas.microsoft.com/office/drawing/2014/main" id="{939A5E1B-4A16-45A7-A363-13B8B73EFC48}"/>
                  </a:ext>
                </a:extLst>
              </p:cNvPr>
              <p:cNvSpPr/>
              <p:nvPr/>
            </p:nvSpPr>
            <p:spPr>
              <a:xfrm>
                <a:off x="4088595"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5" name="椭圆 9974">
                <a:extLst>
                  <a:ext uri="{FF2B5EF4-FFF2-40B4-BE49-F238E27FC236}">
                    <a16:creationId xmlns:a16="http://schemas.microsoft.com/office/drawing/2014/main" id="{EDAFCC72-1B11-469D-A4E1-99B95F09C0FA}"/>
                  </a:ext>
                </a:extLst>
              </p:cNvPr>
              <p:cNvSpPr/>
              <p:nvPr/>
            </p:nvSpPr>
            <p:spPr>
              <a:xfrm>
                <a:off x="4065068"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6" name="椭圆 9975">
                <a:extLst>
                  <a:ext uri="{FF2B5EF4-FFF2-40B4-BE49-F238E27FC236}">
                    <a16:creationId xmlns:a16="http://schemas.microsoft.com/office/drawing/2014/main" id="{204DCC20-90DF-41CD-A76F-CDF3D497A485}"/>
                  </a:ext>
                </a:extLst>
              </p:cNvPr>
              <p:cNvSpPr/>
              <p:nvPr/>
            </p:nvSpPr>
            <p:spPr>
              <a:xfrm>
                <a:off x="397808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7" name="椭圆 9976">
                <a:extLst>
                  <a:ext uri="{FF2B5EF4-FFF2-40B4-BE49-F238E27FC236}">
                    <a16:creationId xmlns:a16="http://schemas.microsoft.com/office/drawing/2014/main" id="{874DAA19-7AD0-4CE3-A983-2FBD51AC38E6}"/>
                  </a:ext>
                </a:extLst>
              </p:cNvPr>
              <p:cNvSpPr/>
              <p:nvPr/>
            </p:nvSpPr>
            <p:spPr>
              <a:xfrm>
                <a:off x="409424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8" name="椭圆 9977">
                <a:extLst>
                  <a:ext uri="{FF2B5EF4-FFF2-40B4-BE49-F238E27FC236}">
                    <a16:creationId xmlns:a16="http://schemas.microsoft.com/office/drawing/2014/main" id="{44DD2471-38B5-4D6E-9796-900BB2585B90}"/>
                  </a:ext>
                </a:extLst>
              </p:cNvPr>
              <p:cNvSpPr/>
              <p:nvPr/>
            </p:nvSpPr>
            <p:spPr>
              <a:xfrm>
                <a:off x="3938219"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9" name="椭圆 9978">
                <a:extLst>
                  <a:ext uri="{FF2B5EF4-FFF2-40B4-BE49-F238E27FC236}">
                    <a16:creationId xmlns:a16="http://schemas.microsoft.com/office/drawing/2014/main" id="{E09E1BBE-F8F0-44E5-A182-87B17AEDABE9}"/>
                  </a:ext>
                </a:extLst>
              </p:cNvPr>
              <p:cNvSpPr/>
              <p:nvPr/>
            </p:nvSpPr>
            <p:spPr>
              <a:xfrm>
                <a:off x="407538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0" name="椭圆 9979">
                <a:extLst>
                  <a:ext uri="{FF2B5EF4-FFF2-40B4-BE49-F238E27FC236}">
                    <a16:creationId xmlns:a16="http://schemas.microsoft.com/office/drawing/2014/main" id="{D207B338-31CF-46D2-ADBA-346BE4CB0B68}"/>
                  </a:ext>
                </a:extLst>
              </p:cNvPr>
              <p:cNvSpPr/>
              <p:nvPr/>
            </p:nvSpPr>
            <p:spPr>
              <a:xfrm>
                <a:off x="4361230"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1" name="椭圆 9980">
                <a:extLst>
                  <a:ext uri="{FF2B5EF4-FFF2-40B4-BE49-F238E27FC236}">
                    <a16:creationId xmlns:a16="http://schemas.microsoft.com/office/drawing/2014/main" id="{57DB9162-B020-4F6C-8D4F-DCD1837BC0D9}"/>
                  </a:ext>
                </a:extLst>
              </p:cNvPr>
              <p:cNvSpPr/>
              <p:nvPr/>
            </p:nvSpPr>
            <p:spPr>
              <a:xfrm>
                <a:off x="401966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2" name="椭圆 9981">
                <a:extLst>
                  <a:ext uri="{FF2B5EF4-FFF2-40B4-BE49-F238E27FC236}">
                    <a16:creationId xmlns:a16="http://schemas.microsoft.com/office/drawing/2014/main" id="{195D71F3-D200-4A6F-9D60-8F0CC20CEE36}"/>
                  </a:ext>
                </a:extLst>
              </p:cNvPr>
              <p:cNvSpPr/>
              <p:nvPr/>
            </p:nvSpPr>
            <p:spPr>
              <a:xfrm>
                <a:off x="394434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3" name="椭圆 9982">
                <a:extLst>
                  <a:ext uri="{FF2B5EF4-FFF2-40B4-BE49-F238E27FC236}">
                    <a16:creationId xmlns:a16="http://schemas.microsoft.com/office/drawing/2014/main" id="{B5F94510-E0FD-41BC-A0A5-137EA131615F}"/>
                  </a:ext>
                </a:extLst>
              </p:cNvPr>
              <p:cNvSpPr/>
              <p:nvPr/>
            </p:nvSpPr>
            <p:spPr>
              <a:xfrm>
                <a:off x="3941596"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4" name="椭圆 9983">
                <a:extLst>
                  <a:ext uri="{FF2B5EF4-FFF2-40B4-BE49-F238E27FC236}">
                    <a16:creationId xmlns:a16="http://schemas.microsoft.com/office/drawing/2014/main" id="{7B180A60-073D-4B75-8278-F5D81CF14471}"/>
                  </a:ext>
                </a:extLst>
              </p:cNvPr>
              <p:cNvSpPr/>
              <p:nvPr/>
            </p:nvSpPr>
            <p:spPr>
              <a:xfrm>
                <a:off x="41332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5" name="椭圆 9984">
                <a:extLst>
                  <a:ext uri="{FF2B5EF4-FFF2-40B4-BE49-F238E27FC236}">
                    <a16:creationId xmlns:a16="http://schemas.microsoft.com/office/drawing/2014/main" id="{9072957A-DDF6-4CFC-BC06-1A6A4FA6F847}"/>
                  </a:ext>
                </a:extLst>
              </p:cNvPr>
              <p:cNvSpPr/>
              <p:nvPr/>
            </p:nvSpPr>
            <p:spPr>
              <a:xfrm>
                <a:off x="398402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6" name="椭圆 9985">
                <a:extLst>
                  <a:ext uri="{FF2B5EF4-FFF2-40B4-BE49-F238E27FC236}">
                    <a16:creationId xmlns:a16="http://schemas.microsoft.com/office/drawing/2014/main" id="{53F7AD29-7DC2-4422-BDFB-E02CFA61AAF2}"/>
                  </a:ext>
                </a:extLst>
              </p:cNvPr>
              <p:cNvSpPr/>
              <p:nvPr/>
            </p:nvSpPr>
            <p:spPr>
              <a:xfrm>
                <a:off x="401214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7" name="椭圆 9986">
                <a:extLst>
                  <a:ext uri="{FF2B5EF4-FFF2-40B4-BE49-F238E27FC236}">
                    <a16:creationId xmlns:a16="http://schemas.microsoft.com/office/drawing/2014/main" id="{5D42BD96-B7AE-4F99-A8E5-4B60DFA5E113}"/>
                  </a:ext>
                </a:extLst>
              </p:cNvPr>
              <p:cNvSpPr/>
              <p:nvPr/>
            </p:nvSpPr>
            <p:spPr>
              <a:xfrm>
                <a:off x="4065728"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8" name="椭圆 9987">
                <a:extLst>
                  <a:ext uri="{FF2B5EF4-FFF2-40B4-BE49-F238E27FC236}">
                    <a16:creationId xmlns:a16="http://schemas.microsoft.com/office/drawing/2014/main" id="{4BF79B86-A1D9-4C5E-8912-67D46D9331D6}"/>
                  </a:ext>
                </a:extLst>
              </p:cNvPr>
              <p:cNvSpPr/>
              <p:nvPr/>
            </p:nvSpPr>
            <p:spPr>
              <a:xfrm>
                <a:off x="4182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9" name="椭圆 9988">
                <a:extLst>
                  <a:ext uri="{FF2B5EF4-FFF2-40B4-BE49-F238E27FC236}">
                    <a16:creationId xmlns:a16="http://schemas.microsoft.com/office/drawing/2014/main" id="{5E069C60-ADFD-4A90-8DD9-82E2602EE0BF}"/>
                  </a:ext>
                </a:extLst>
              </p:cNvPr>
              <p:cNvSpPr/>
              <p:nvPr/>
            </p:nvSpPr>
            <p:spPr>
              <a:xfrm>
                <a:off x="4018968"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0" name="椭圆 9989">
                <a:extLst>
                  <a:ext uri="{FF2B5EF4-FFF2-40B4-BE49-F238E27FC236}">
                    <a16:creationId xmlns:a16="http://schemas.microsoft.com/office/drawing/2014/main" id="{31CE3823-B242-4172-8C8F-28A30B5071C8}"/>
                  </a:ext>
                </a:extLst>
              </p:cNvPr>
              <p:cNvSpPr/>
              <p:nvPr/>
            </p:nvSpPr>
            <p:spPr>
              <a:xfrm>
                <a:off x="4113737"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1" name="椭圆 9990">
                <a:extLst>
                  <a:ext uri="{FF2B5EF4-FFF2-40B4-BE49-F238E27FC236}">
                    <a16:creationId xmlns:a16="http://schemas.microsoft.com/office/drawing/2014/main" id="{C3B609F0-ACC7-47F5-A91A-14979C494D9D}"/>
                  </a:ext>
                </a:extLst>
              </p:cNvPr>
              <p:cNvSpPr/>
              <p:nvPr/>
            </p:nvSpPr>
            <p:spPr>
              <a:xfrm>
                <a:off x="40522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2" name="椭圆 9991">
                <a:extLst>
                  <a:ext uri="{FF2B5EF4-FFF2-40B4-BE49-F238E27FC236}">
                    <a16:creationId xmlns:a16="http://schemas.microsoft.com/office/drawing/2014/main" id="{085E1032-67D8-4EB2-9A95-AF211F114A9C}"/>
                  </a:ext>
                </a:extLst>
              </p:cNvPr>
              <p:cNvSpPr/>
              <p:nvPr/>
            </p:nvSpPr>
            <p:spPr>
              <a:xfrm>
                <a:off x="402451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3" name="椭圆 9992">
                <a:extLst>
                  <a:ext uri="{FF2B5EF4-FFF2-40B4-BE49-F238E27FC236}">
                    <a16:creationId xmlns:a16="http://schemas.microsoft.com/office/drawing/2014/main" id="{A9ACFC58-290F-4C4C-B711-45C206A3D6C6}"/>
                  </a:ext>
                </a:extLst>
              </p:cNvPr>
              <p:cNvSpPr/>
              <p:nvPr/>
            </p:nvSpPr>
            <p:spPr>
              <a:xfrm>
                <a:off x="4034383"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4" name="椭圆 9993">
                <a:extLst>
                  <a:ext uri="{FF2B5EF4-FFF2-40B4-BE49-F238E27FC236}">
                    <a16:creationId xmlns:a16="http://schemas.microsoft.com/office/drawing/2014/main" id="{F0A30B4A-E4CD-4A8C-AE2D-5BFE822E632E}"/>
                  </a:ext>
                </a:extLst>
              </p:cNvPr>
              <p:cNvSpPr/>
              <p:nvPr/>
            </p:nvSpPr>
            <p:spPr>
              <a:xfrm>
                <a:off x="3957158"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5" name="椭圆 9994">
                <a:extLst>
                  <a:ext uri="{FF2B5EF4-FFF2-40B4-BE49-F238E27FC236}">
                    <a16:creationId xmlns:a16="http://schemas.microsoft.com/office/drawing/2014/main" id="{4A161F5E-6D49-4B03-8069-2EF64ED9B657}"/>
                  </a:ext>
                </a:extLst>
              </p:cNvPr>
              <p:cNvSpPr/>
              <p:nvPr/>
            </p:nvSpPr>
            <p:spPr>
              <a:xfrm>
                <a:off x="40147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6" name="椭圆 9995">
                <a:extLst>
                  <a:ext uri="{FF2B5EF4-FFF2-40B4-BE49-F238E27FC236}">
                    <a16:creationId xmlns:a16="http://schemas.microsoft.com/office/drawing/2014/main" id="{FE09139A-73A4-4FB1-9A71-EB3F708AF527}"/>
                  </a:ext>
                </a:extLst>
              </p:cNvPr>
              <p:cNvSpPr/>
              <p:nvPr/>
            </p:nvSpPr>
            <p:spPr>
              <a:xfrm>
                <a:off x="40342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7" name="椭圆 9996">
                <a:extLst>
                  <a:ext uri="{FF2B5EF4-FFF2-40B4-BE49-F238E27FC236}">
                    <a16:creationId xmlns:a16="http://schemas.microsoft.com/office/drawing/2014/main" id="{7BB62E5F-865B-40A6-AA32-149391DD502D}"/>
                  </a:ext>
                </a:extLst>
              </p:cNvPr>
              <p:cNvSpPr/>
              <p:nvPr/>
            </p:nvSpPr>
            <p:spPr>
              <a:xfrm>
                <a:off x="398644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8" name="椭圆 9997">
                <a:extLst>
                  <a:ext uri="{FF2B5EF4-FFF2-40B4-BE49-F238E27FC236}">
                    <a16:creationId xmlns:a16="http://schemas.microsoft.com/office/drawing/2014/main" id="{1F629D5F-1234-4FEC-BE49-194EB301DDEE}"/>
                  </a:ext>
                </a:extLst>
              </p:cNvPr>
              <p:cNvSpPr/>
              <p:nvPr/>
            </p:nvSpPr>
            <p:spPr>
              <a:xfrm>
                <a:off x="402179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9" name="椭圆 9998">
                <a:extLst>
                  <a:ext uri="{FF2B5EF4-FFF2-40B4-BE49-F238E27FC236}">
                    <a16:creationId xmlns:a16="http://schemas.microsoft.com/office/drawing/2014/main" id="{00EF6AEB-BBFF-47D4-A2C9-C7853C01EFB6}"/>
                  </a:ext>
                </a:extLst>
              </p:cNvPr>
              <p:cNvSpPr/>
              <p:nvPr/>
            </p:nvSpPr>
            <p:spPr>
              <a:xfrm>
                <a:off x="396872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0" name="椭圆 9999">
                <a:extLst>
                  <a:ext uri="{FF2B5EF4-FFF2-40B4-BE49-F238E27FC236}">
                    <a16:creationId xmlns:a16="http://schemas.microsoft.com/office/drawing/2014/main" id="{7AF67C13-14BB-4BB2-B7F1-B303EB5E695D}"/>
                  </a:ext>
                </a:extLst>
              </p:cNvPr>
              <p:cNvSpPr/>
              <p:nvPr/>
            </p:nvSpPr>
            <p:spPr>
              <a:xfrm>
                <a:off x="3903277"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1" name="椭圆 10000">
                <a:extLst>
                  <a:ext uri="{FF2B5EF4-FFF2-40B4-BE49-F238E27FC236}">
                    <a16:creationId xmlns:a16="http://schemas.microsoft.com/office/drawing/2014/main" id="{F990EFE4-C627-4B40-89B6-90E26D059DA8}"/>
                  </a:ext>
                </a:extLst>
              </p:cNvPr>
              <p:cNvSpPr/>
              <p:nvPr/>
            </p:nvSpPr>
            <p:spPr>
              <a:xfrm>
                <a:off x="4003846"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2" name="椭圆 10001">
                <a:extLst>
                  <a:ext uri="{FF2B5EF4-FFF2-40B4-BE49-F238E27FC236}">
                    <a16:creationId xmlns:a16="http://schemas.microsoft.com/office/drawing/2014/main" id="{5432649D-ABE4-462D-9297-E4307FB9C2E7}"/>
                  </a:ext>
                </a:extLst>
              </p:cNvPr>
              <p:cNvSpPr/>
              <p:nvPr/>
            </p:nvSpPr>
            <p:spPr>
              <a:xfrm>
                <a:off x="4048147"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3" name="椭圆 10002">
                <a:extLst>
                  <a:ext uri="{FF2B5EF4-FFF2-40B4-BE49-F238E27FC236}">
                    <a16:creationId xmlns:a16="http://schemas.microsoft.com/office/drawing/2014/main" id="{FA03AC1C-CB7C-47C9-B035-A7239CA9125F}"/>
                  </a:ext>
                </a:extLst>
              </p:cNvPr>
              <p:cNvSpPr/>
              <p:nvPr/>
            </p:nvSpPr>
            <p:spPr>
              <a:xfrm>
                <a:off x="402550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4" name="椭圆 10003">
                <a:extLst>
                  <a:ext uri="{FF2B5EF4-FFF2-40B4-BE49-F238E27FC236}">
                    <a16:creationId xmlns:a16="http://schemas.microsoft.com/office/drawing/2014/main" id="{C79EAA4C-A333-43DE-864F-6F8C39F80BFA}"/>
                  </a:ext>
                </a:extLst>
              </p:cNvPr>
              <p:cNvSpPr/>
              <p:nvPr/>
            </p:nvSpPr>
            <p:spPr>
              <a:xfrm>
                <a:off x="4374958" y="266475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5" name="椭圆 10004">
                <a:extLst>
                  <a:ext uri="{FF2B5EF4-FFF2-40B4-BE49-F238E27FC236}">
                    <a16:creationId xmlns:a16="http://schemas.microsoft.com/office/drawing/2014/main" id="{EA8AF244-FA48-4220-A3CC-FAE0A917F182}"/>
                  </a:ext>
                </a:extLst>
              </p:cNvPr>
              <p:cNvSpPr/>
              <p:nvPr/>
            </p:nvSpPr>
            <p:spPr>
              <a:xfrm>
                <a:off x="3950442"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6" name="椭圆 10005">
                <a:extLst>
                  <a:ext uri="{FF2B5EF4-FFF2-40B4-BE49-F238E27FC236}">
                    <a16:creationId xmlns:a16="http://schemas.microsoft.com/office/drawing/2014/main" id="{1B6B6EAE-9EC5-4EFB-8A7C-483614E9D0AC}"/>
                  </a:ext>
                </a:extLst>
              </p:cNvPr>
              <p:cNvSpPr/>
              <p:nvPr/>
            </p:nvSpPr>
            <p:spPr>
              <a:xfrm>
                <a:off x="3903901" y="28060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7" name="椭圆 10006">
                <a:extLst>
                  <a:ext uri="{FF2B5EF4-FFF2-40B4-BE49-F238E27FC236}">
                    <a16:creationId xmlns:a16="http://schemas.microsoft.com/office/drawing/2014/main" id="{D25E8B1D-6509-49F0-B24D-EBE2A1AB4523}"/>
                  </a:ext>
                </a:extLst>
              </p:cNvPr>
              <p:cNvSpPr/>
              <p:nvPr/>
            </p:nvSpPr>
            <p:spPr>
              <a:xfrm>
                <a:off x="401368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8" name="椭圆 10007">
                <a:extLst>
                  <a:ext uri="{FF2B5EF4-FFF2-40B4-BE49-F238E27FC236}">
                    <a16:creationId xmlns:a16="http://schemas.microsoft.com/office/drawing/2014/main" id="{D81AEF0C-9338-4E52-99EA-B33ABD10E461}"/>
                  </a:ext>
                </a:extLst>
              </p:cNvPr>
              <p:cNvSpPr/>
              <p:nvPr/>
            </p:nvSpPr>
            <p:spPr>
              <a:xfrm>
                <a:off x="399400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9" name="椭圆 10008">
                <a:extLst>
                  <a:ext uri="{FF2B5EF4-FFF2-40B4-BE49-F238E27FC236}">
                    <a16:creationId xmlns:a16="http://schemas.microsoft.com/office/drawing/2014/main" id="{2F795AEC-5358-4F32-A86B-08AF29DA3F07}"/>
                  </a:ext>
                </a:extLst>
              </p:cNvPr>
              <p:cNvSpPr/>
              <p:nvPr/>
            </p:nvSpPr>
            <p:spPr>
              <a:xfrm>
                <a:off x="410753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0" name="椭圆 10009">
                <a:extLst>
                  <a:ext uri="{FF2B5EF4-FFF2-40B4-BE49-F238E27FC236}">
                    <a16:creationId xmlns:a16="http://schemas.microsoft.com/office/drawing/2014/main" id="{C37366A6-1853-439C-A17B-2AE3DE5FE0CE}"/>
                  </a:ext>
                </a:extLst>
              </p:cNvPr>
              <p:cNvSpPr/>
              <p:nvPr/>
            </p:nvSpPr>
            <p:spPr>
              <a:xfrm>
                <a:off x="4151578"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1" name="椭圆 10010">
                <a:extLst>
                  <a:ext uri="{FF2B5EF4-FFF2-40B4-BE49-F238E27FC236}">
                    <a16:creationId xmlns:a16="http://schemas.microsoft.com/office/drawing/2014/main" id="{969B8697-5753-4249-B97E-8D22258CF44B}"/>
                  </a:ext>
                </a:extLst>
              </p:cNvPr>
              <p:cNvSpPr/>
              <p:nvPr/>
            </p:nvSpPr>
            <p:spPr>
              <a:xfrm>
                <a:off x="413043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2" name="椭圆 10011">
                <a:extLst>
                  <a:ext uri="{FF2B5EF4-FFF2-40B4-BE49-F238E27FC236}">
                    <a16:creationId xmlns:a16="http://schemas.microsoft.com/office/drawing/2014/main" id="{89147613-E3F0-414B-970A-ADA9C68AED13}"/>
                  </a:ext>
                </a:extLst>
              </p:cNvPr>
              <p:cNvSpPr/>
              <p:nvPr/>
            </p:nvSpPr>
            <p:spPr>
              <a:xfrm>
                <a:off x="40161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3" name="椭圆 10012">
                <a:extLst>
                  <a:ext uri="{FF2B5EF4-FFF2-40B4-BE49-F238E27FC236}">
                    <a16:creationId xmlns:a16="http://schemas.microsoft.com/office/drawing/2014/main" id="{6B961C62-1CE6-4840-B97D-FC447789E30F}"/>
                  </a:ext>
                </a:extLst>
              </p:cNvPr>
              <p:cNvSpPr/>
              <p:nvPr/>
            </p:nvSpPr>
            <p:spPr>
              <a:xfrm>
                <a:off x="399566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4" name="椭圆 10013">
                <a:extLst>
                  <a:ext uri="{FF2B5EF4-FFF2-40B4-BE49-F238E27FC236}">
                    <a16:creationId xmlns:a16="http://schemas.microsoft.com/office/drawing/2014/main" id="{17B82759-9E83-45C9-BD02-E8DE448C6946}"/>
                  </a:ext>
                </a:extLst>
              </p:cNvPr>
              <p:cNvSpPr/>
              <p:nvPr/>
            </p:nvSpPr>
            <p:spPr>
              <a:xfrm>
                <a:off x="4033576"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5" name="椭圆 10014">
                <a:extLst>
                  <a:ext uri="{FF2B5EF4-FFF2-40B4-BE49-F238E27FC236}">
                    <a16:creationId xmlns:a16="http://schemas.microsoft.com/office/drawing/2014/main" id="{8EC6A2C8-8CC6-4112-85F6-4C65D66FB591}"/>
                  </a:ext>
                </a:extLst>
              </p:cNvPr>
              <p:cNvSpPr/>
              <p:nvPr/>
            </p:nvSpPr>
            <p:spPr>
              <a:xfrm>
                <a:off x="388643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6" name="椭圆 10015">
                <a:extLst>
                  <a:ext uri="{FF2B5EF4-FFF2-40B4-BE49-F238E27FC236}">
                    <a16:creationId xmlns:a16="http://schemas.microsoft.com/office/drawing/2014/main" id="{BD150B3D-D4B3-4C3D-9571-996C4060036C}"/>
                  </a:ext>
                </a:extLst>
              </p:cNvPr>
              <p:cNvSpPr/>
              <p:nvPr/>
            </p:nvSpPr>
            <p:spPr>
              <a:xfrm>
                <a:off x="4114581"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7" name="椭圆 10016">
                <a:extLst>
                  <a:ext uri="{FF2B5EF4-FFF2-40B4-BE49-F238E27FC236}">
                    <a16:creationId xmlns:a16="http://schemas.microsoft.com/office/drawing/2014/main" id="{EE633DA2-41CF-4134-936F-6CDF35FDE59F}"/>
                  </a:ext>
                </a:extLst>
              </p:cNvPr>
              <p:cNvSpPr/>
              <p:nvPr/>
            </p:nvSpPr>
            <p:spPr>
              <a:xfrm>
                <a:off x="4015187"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8" name="椭圆 10017">
                <a:extLst>
                  <a:ext uri="{FF2B5EF4-FFF2-40B4-BE49-F238E27FC236}">
                    <a16:creationId xmlns:a16="http://schemas.microsoft.com/office/drawing/2014/main" id="{008D5BA8-6170-410F-B5A1-5026C74BAB91}"/>
                  </a:ext>
                </a:extLst>
              </p:cNvPr>
              <p:cNvSpPr/>
              <p:nvPr/>
            </p:nvSpPr>
            <p:spPr>
              <a:xfrm>
                <a:off x="4075088"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9" name="椭圆 10018">
                <a:extLst>
                  <a:ext uri="{FF2B5EF4-FFF2-40B4-BE49-F238E27FC236}">
                    <a16:creationId xmlns:a16="http://schemas.microsoft.com/office/drawing/2014/main" id="{84F797DE-DA81-4495-A1F2-F33CBA6FFEB4}"/>
                  </a:ext>
                </a:extLst>
              </p:cNvPr>
              <p:cNvSpPr/>
              <p:nvPr/>
            </p:nvSpPr>
            <p:spPr>
              <a:xfrm>
                <a:off x="4010562"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0" name="椭圆 10019">
                <a:extLst>
                  <a:ext uri="{FF2B5EF4-FFF2-40B4-BE49-F238E27FC236}">
                    <a16:creationId xmlns:a16="http://schemas.microsoft.com/office/drawing/2014/main" id="{AEE2ABD3-D30E-4AFD-9742-A2823729A1DB}"/>
                  </a:ext>
                </a:extLst>
              </p:cNvPr>
              <p:cNvSpPr/>
              <p:nvPr/>
            </p:nvSpPr>
            <p:spPr>
              <a:xfrm>
                <a:off x="407292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1" name="椭圆 10020">
                <a:extLst>
                  <a:ext uri="{FF2B5EF4-FFF2-40B4-BE49-F238E27FC236}">
                    <a16:creationId xmlns:a16="http://schemas.microsoft.com/office/drawing/2014/main" id="{CBBC20EF-0E33-42F4-9264-481E343CCD82}"/>
                  </a:ext>
                </a:extLst>
              </p:cNvPr>
              <p:cNvSpPr/>
              <p:nvPr/>
            </p:nvSpPr>
            <p:spPr>
              <a:xfrm>
                <a:off x="4221095" y="29608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2" name="椭圆 10021">
                <a:extLst>
                  <a:ext uri="{FF2B5EF4-FFF2-40B4-BE49-F238E27FC236}">
                    <a16:creationId xmlns:a16="http://schemas.microsoft.com/office/drawing/2014/main" id="{1789D7AD-284D-4B16-AF4A-78A3DD37883E}"/>
                  </a:ext>
                </a:extLst>
              </p:cNvPr>
              <p:cNvSpPr/>
              <p:nvPr/>
            </p:nvSpPr>
            <p:spPr>
              <a:xfrm>
                <a:off x="419877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3" name="椭圆 10022">
                <a:extLst>
                  <a:ext uri="{FF2B5EF4-FFF2-40B4-BE49-F238E27FC236}">
                    <a16:creationId xmlns:a16="http://schemas.microsoft.com/office/drawing/2014/main" id="{AA356D97-330E-4745-9581-AFC9BE34C11A}"/>
                  </a:ext>
                </a:extLst>
              </p:cNvPr>
              <p:cNvSpPr/>
              <p:nvPr/>
            </p:nvSpPr>
            <p:spPr>
              <a:xfrm>
                <a:off x="419877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4" name="椭圆 10023">
                <a:extLst>
                  <a:ext uri="{FF2B5EF4-FFF2-40B4-BE49-F238E27FC236}">
                    <a16:creationId xmlns:a16="http://schemas.microsoft.com/office/drawing/2014/main" id="{1FB4A24B-90EF-4A0B-A46B-E26EAD83B56C}"/>
                  </a:ext>
                </a:extLst>
              </p:cNvPr>
              <p:cNvSpPr/>
              <p:nvPr/>
            </p:nvSpPr>
            <p:spPr>
              <a:xfrm>
                <a:off x="399911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5" name="椭圆 10024">
                <a:extLst>
                  <a:ext uri="{FF2B5EF4-FFF2-40B4-BE49-F238E27FC236}">
                    <a16:creationId xmlns:a16="http://schemas.microsoft.com/office/drawing/2014/main" id="{5BFDE8DA-B35D-49F7-A8FE-F7F63AF66198}"/>
                  </a:ext>
                </a:extLst>
              </p:cNvPr>
              <p:cNvSpPr/>
              <p:nvPr/>
            </p:nvSpPr>
            <p:spPr>
              <a:xfrm>
                <a:off x="4036769"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6" name="椭圆 10025">
                <a:extLst>
                  <a:ext uri="{FF2B5EF4-FFF2-40B4-BE49-F238E27FC236}">
                    <a16:creationId xmlns:a16="http://schemas.microsoft.com/office/drawing/2014/main" id="{C9296E9E-081E-4865-B4A7-31E72839A654}"/>
                  </a:ext>
                </a:extLst>
              </p:cNvPr>
              <p:cNvSpPr/>
              <p:nvPr/>
            </p:nvSpPr>
            <p:spPr>
              <a:xfrm>
                <a:off x="401551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7" name="椭圆 10026">
                <a:extLst>
                  <a:ext uri="{FF2B5EF4-FFF2-40B4-BE49-F238E27FC236}">
                    <a16:creationId xmlns:a16="http://schemas.microsoft.com/office/drawing/2014/main" id="{C71B4E40-9069-45D0-82F1-8C4891C355E6}"/>
                  </a:ext>
                </a:extLst>
              </p:cNvPr>
              <p:cNvSpPr/>
              <p:nvPr/>
            </p:nvSpPr>
            <p:spPr>
              <a:xfrm>
                <a:off x="4007479"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8" name="椭圆 10027">
                <a:extLst>
                  <a:ext uri="{FF2B5EF4-FFF2-40B4-BE49-F238E27FC236}">
                    <a16:creationId xmlns:a16="http://schemas.microsoft.com/office/drawing/2014/main" id="{B66E30FC-7334-488F-9F1D-BCE02D7B3FAC}"/>
                  </a:ext>
                </a:extLst>
              </p:cNvPr>
              <p:cNvSpPr/>
              <p:nvPr/>
            </p:nvSpPr>
            <p:spPr>
              <a:xfrm>
                <a:off x="4026088"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9" name="椭圆 10028">
                <a:extLst>
                  <a:ext uri="{FF2B5EF4-FFF2-40B4-BE49-F238E27FC236}">
                    <a16:creationId xmlns:a16="http://schemas.microsoft.com/office/drawing/2014/main" id="{0E7F154E-C9D2-4DBD-9E91-0C7A4D6C126B}"/>
                  </a:ext>
                </a:extLst>
              </p:cNvPr>
              <p:cNvSpPr/>
              <p:nvPr/>
            </p:nvSpPr>
            <p:spPr>
              <a:xfrm>
                <a:off x="404190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0" name="椭圆 10029">
                <a:extLst>
                  <a:ext uri="{FF2B5EF4-FFF2-40B4-BE49-F238E27FC236}">
                    <a16:creationId xmlns:a16="http://schemas.microsoft.com/office/drawing/2014/main" id="{D2E22287-A5F0-4B8A-825B-BFB5DF8D0D6B}"/>
                  </a:ext>
                </a:extLst>
              </p:cNvPr>
              <p:cNvSpPr/>
              <p:nvPr/>
            </p:nvSpPr>
            <p:spPr>
              <a:xfrm>
                <a:off x="40505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1" name="椭圆 10030">
                <a:extLst>
                  <a:ext uri="{FF2B5EF4-FFF2-40B4-BE49-F238E27FC236}">
                    <a16:creationId xmlns:a16="http://schemas.microsoft.com/office/drawing/2014/main" id="{177C315C-E135-4633-B5E3-3530BE96F0E2}"/>
                  </a:ext>
                </a:extLst>
              </p:cNvPr>
              <p:cNvSpPr/>
              <p:nvPr/>
            </p:nvSpPr>
            <p:spPr>
              <a:xfrm>
                <a:off x="40316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2" name="椭圆 10031">
                <a:extLst>
                  <a:ext uri="{FF2B5EF4-FFF2-40B4-BE49-F238E27FC236}">
                    <a16:creationId xmlns:a16="http://schemas.microsoft.com/office/drawing/2014/main" id="{43F06BB4-56B3-41DE-8D3F-FCBAEEE13B4D}"/>
                  </a:ext>
                </a:extLst>
              </p:cNvPr>
              <p:cNvSpPr/>
              <p:nvPr/>
            </p:nvSpPr>
            <p:spPr>
              <a:xfrm>
                <a:off x="408110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3" name="椭圆 10032">
                <a:extLst>
                  <a:ext uri="{FF2B5EF4-FFF2-40B4-BE49-F238E27FC236}">
                    <a16:creationId xmlns:a16="http://schemas.microsoft.com/office/drawing/2014/main" id="{A4ED2F44-E47E-4167-9630-343372880433}"/>
                  </a:ext>
                </a:extLst>
              </p:cNvPr>
              <p:cNvSpPr/>
              <p:nvPr/>
            </p:nvSpPr>
            <p:spPr>
              <a:xfrm>
                <a:off x="399742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4" name="椭圆 10033">
                <a:extLst>
                  <a:ext uri="{FF2B5EF4-FFF2-40B4-BE49-F238E27FC236}">
                    <a16:creationId xmlns:a16="http://schemas.microsoft.com/office/drawing/2014/main" id="{36A00CA4-343B-441E-BE2D-D2396BA8757C}"/>
                  </a:ext>
                </a:extLst>
              </p:cNvPr>
              <p:cNvSpPr/>
              <p:nvPr/>
            </p:nvSpPr>
            <p:spPr>
              <a:xfrm>
                <a:off x="40224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5" name="椭圆 10034">
                <a:extLst>
                  <a:ext uri="{FF2B5EF4-FFF2-40B4-BE49-F238E27FC236}">
                    <a16:creationId xmlns:a16="http://schemas.microsoft.com/office/drawing/2014/main" id="{4563C17A-98EE-44C5-B47B-29C608E8EF45}"/>
                  </a:ext>
                </a:extLst>
              </p:cNvPr>
              <p:cNvSpPr/>
              <p:nvPr/>
            </p:nvSpPr>
            <p:spPr>
              <a:xfrm>
                <a:off x="404723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6" name="椭圆 10035">
                <a:extLst>
                  <a:ext uri="{FF2B5EF4-FFF2-40B4-BE49-F238E27FC236}">
                    <a16:creationId xmlns:a16="http://schemas.microsoft.com/office/drawing/2014/main" id="{CB32B323-5B7C-4CBF-9F9B-1112FB3AB084}"/>
                  </a:ext>
                </a:extLst>
              </p:cNvPr>
              <p:cNvSpPr/>
              <p:nvPr/>
            </p:nvSpPr>
            <p:spPr>
              <a:xfrm>
                <a:off x="3976281"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7" name="椭圆 10036">
                <a:extLst>
                  <a:ext uri="{FF2B5EF4-FFF2-40B4-BE49-F238E27FC236}">
                    <a16:creationId xmlns:a16="http://schemas.microsoft.com/office/drawing/2014/main" id="{0C87C09A-DD99-46D4-B145-ACA4F5A378D6}"/>
                  </a:ext>
                </a:extLst>
              </p:cNvPr>
              <p:cNvSpPr/>
              <p:nvPr/>
            </p:nvSpPr>
            <p:spPr>
              <a:xfrm>
                <a:off x="399756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8" name="椭圆 10037">
                <a:extLst>
                  <a:ext uri="{FF2B5EF4-FFF2-40B4-BE49-F238E27FC236}">
                    <a16:creationId xmlns:a16="http://schemas.microsoft.com/office/drawing/2014/main" id="{DD743F23-982A-495D-800E-458737B03226}"/>
                  </a:ext>
                </a:extLst>
              </p:cNvPr>
              <p:cNvSpPr/>
              <p:nvPr/>
            </p:nvSpPr>
            <p:spPr>
              <a:xfrm>
                <a:off x="4026492"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9" name="椭圆 10038">
                <a:extLst>
                  <a:ext uri="{FF2B5EF4-FFF2-40B4-BE49-F238E27FC236}">
                    <a16:creationId xmlns:a16="http://schemas.microsoft.com/office/drawing/2014/main" id="{2896405F-A09A-402E-8716-4DB51A2E060A}"/>
                  </a:ext>
                </a:extLst>
              </p:cNvPr>
              <p:cNvSpPr/>
              <p:nvPr/>
            </p:nvSpPr>
            <p:spPr>
              <a:xfrm>
                <a:off x="4117517" y="3009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0" name="椭圆 10039">
                <a:extLst>
                  <a:ext uri="{FF2B5EF4-FFF2-40B4-BE49-F238E27FC236}">
                    <a16:creationId xmlns:a16="http://schemas.microsoft.com/office/drawing/2014/main" id="{0C2E5A9A-75FC-4A09-B34B-D5C8D92CA252}"/>
                  </a:ext>
                </a:extLst>
              </p:cNvPr>
              <p:cNvSpPr/>
              <p:nvPr/>
            </p:nvSpPr>
            <p:spPr>
              <a:xfrm>
                <a:off x="4298137" y="267646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1" name="椭圆 10040">
                <a:extLst>
                  <a:ext uri="{FF2B5EF4-FFF2-40B4-BE49-F238E27FC236}">
                    <a16:creationId xmlns:a16="http://schemas.microsoft.com/office/drawing/2014/main" id="{6D3E289F-6AD1-4144-A6A9-88A02CD0F2CD}"/>
                  </a:ext>
                </a:extLst>
              </p:cNvPr>
              <p:cNvSpPr/>
              <p:nvPr/>
            </p:nvSpPr>
            <p:spPr>
              <a:xfrm>
                <a:off x="4140677" y="28836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2" name="椭圆 10041">
                <a:extLst>
                  <a:ext uri="{FF2B5EF4-FFF2-40B4-BE49-F238E27FC236}">
                    <a16:creationId xmlns:a16="http://schemas.microsoft.com/office/drawing/2014/main" id="{7F47617F-B16E-4625-B814-B8F94E1748F0}"/>
                  </a:ext>
                </a:extLst>
              </p:cNvPr>
              <p:cNvSpPr/>
              <p:nvPr/>
            </p:nvSpPr>
            <p:spPr>
              <a:xfrm>
                <a:off x="40257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3" name="椭圆 10042">
                <a:extLst>
                  <a:ext uri="{FF2B5EF4-FFF2-40B4-BE49-F238E27FC236}">
                    <a16:creationId xmlns:a16="http://schemas.microsoft.com/office/drawing/2014/main" id="{7FB4810A-95BA-43A3-B120-46AEFC055763}"/>
                  </a:ext>
                </a:extLst>
              </p:cNvPr>
              <p:cNvSpPr/>
              <p:nvPr/>
            </p:nvSpPr>
            <p:spPr>
              <a:xfrm>
                <a:off x="4087457"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4" name="椭圆 10043">
                <a:extLst>
                  <a:ext uri="{FF2B5EF4-FFF2-40B4-BE49-F238E27FC236}">
                    <a16:creationId xmlns:a16="http://schemas.microsoft.com/office/drawing/2014/main" id="{AD814F3A-676B-4B31-A98E-ECAAE7898384}"/>
                  </a:ext>
                </a:extLst>
              </p:cNvPr>
              <p:cNvSpPr/>
              <p:nvPr/>
            </p:nvSpPr>
            <p:spPr>
              <a:xfrm>
                <a:off x="403372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5" name="椭圆 10044">
                <a:extLst>
                  <a:ext uri="{FF2B5EF4-FFF2-40B4-BE49-F238E27FC236}">
                    <a16:creationId xmlns:a16="http://schemas.microsoft.com/office/drawing/2014/main" id="{6478BFE2-0E45-47B1-9318-DF8A43688849}"/>
                  </a:ext>
                </a:extLst>
              </p:cNvPr>
              <p:cNvSpPr/>
              <p:nvPr/>
            </p:nvSpPr>
            <p:spPr>
              <a:xfrm>
                <a:off x="4269141"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6" name="椭圆 10045">
                <a:extLst>
                  <a:ext uri="{FF2B5EF4-FFF2-40B4-BE49-F238E27FC236}">
                    <a16:creationId xmlns:a16="http://schemas.microsoft.com/office/drawing/2014/main" id="{D070D85A-3A53-4E7F-A7BE-39449878F9D1}"/>
                  </a:ext>
                </a:extLst>
              </p:cNvPr>
              <p:cNvSpPr/>
              <p:nvPr/>
            </p:nvSpPr>
            <p:spPr>
              <a:xfrm>
                <a:off x="384400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7" name="椭圆 10046">
                <a:extLst>
                  <a:ext uri="{FF2B5EF4-FFF2-40B4-BE49-F238E27FC236}">
                    <a16:creationId xmlns:a16="http://schemas.microsoft.com/office/drawing/2014/main" id="{C1BF7B0E-0A3B-4625-9B68-09644C5E5093}"/>
                  </a:ext>
                </a:extLst>
              </p:cNvPr>
              <p:cNvSpPr/>
              <p:nvPr/>
            </p:nvSpPr>
            <p:spPr>
              <a:xfrm>
                <a:off x="402693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8" name="椭圆 10047">
                <a:extLst>
                  <a:ext uri="{FF2B5EF4-FFF2-40B4-BE49-F238E27FC236}">
                    <a16:creationId xmlns:a16="http://schemas.microsoft.com/office/drawing/2014/main" id="{CF6BB2A4-9871-4E4F-90D2-2EA9F42C45A8}"/>
                  </a:ext>
                </a:extLst>
              </p:cNvPr>
              <p:cNvSpPr/>
              <p:nvPr/>
            </p:nvSpPr>
            <p:spPr>
              <a:xfrm>
                <a:off x="4082685"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9" name="椭圆 10048">
                <a:extLst>
                  <a:ext uri="{FF2B5EF4-FFF2-40B4-BE49-F238E27FC236}">
                    <a16:creationId xmlns:a16="http://schemas.microsoft.com/office/drawing/2014/main" id="{3CBF3E32-0D43-427F-B19F-AC0A43466003}"/>
                  </a:ext>
                </a:extLst>
              </p:cNvPr>
              <p:cNvSpPr/>
              <p:nvPr/>
            </p:nvSpPr>
            <p:spPr>
              <a:xfrm>
                <a:off x="4012361"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0" name="椭圆 10049">
                <a:extLst>
                  <a:ext uri="{FF2B5EF4-FFF2-40B4-BE49-F238E27FC236}">
                    <a16:creationId xmlns:a16="http://schemas.microsoft.com/office/drawing/2014/main" id="{23DAF723-BEAE-4345-8DEF-8A897C9D6C82}"/>
                  </a:ext>
                </a:extLst>
              </p:cNvPr>
              <p:cNvSpPr/>
              <p:nvPr/>
            </p:nvSpPr>
            <p:spPr>
              <a:xfrm>
                <a:off x="40361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1" name="椭圆 10050">
                <a:extLst>
                  <a:ext uri="{FF2B5EF4-FFF2-40B4-BE49-F238E27FC236}">
                    <a16:creationId xmlns:a16="http://schemas.microsoft.com/office/drawing/2014/main" id="{434046AA-6486-4782-8B5E-55B32DC8F4D8}"/>
                  </a:ext>
                </a:extLst>
              </p:cNvPr>
              <p:cNvSpPr/>
              <p:nvPr/>
            </p:nvSpPr>
            <p:spPr>
              <a:xfrm>
                <a:off x="40431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2" name="椭圆 10051">
                <a:extLst>
                  <a:ext uri="{FF2B5EF4-FFF2-40B4-BE49-F238E27FC236}">
                    <a16:creationId xmlns:a16="http://schemas.microsoft.com/office/drawing/2014/main" id="{16BD27E6-27DA-45C7-B11D-A4242A406921}"/>
                  </a:ext>
                </a:extLst>
              </p:cNvPr>
              <p:cNvSpPr/>
              <p:nvPr/>
            </p:nvSpPr>
            <p:spPr>
              <a:xfrm>
                <a:off x="4181235"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3" name="椭圆 10052">
                <a:extLst>
                  <a:ext uri="{FF2B5EF4-FFF2-40B4-BE49-F238E27FC236}">
                    <a16:creationId xmlns:a16="http://schemas.microsoft.com/office/drawing/2014/main" id="{D9DE6575-1AB5-491F-A4BC-C0A54DC1E22A}"/>
                  </a:ext>
                </a:extLst>
              </p:cNvPr>
              <p:cNvSpPr/>
              <p:nvPr/>
            </p:nvSpPr>
            <p:spPr>
              <a:xfrm>
                <a:off x="3921923"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4" name="椭圆 10053">
                <a:extLst>
                  <a:ext uri="{FF2B5EF4-FFF2-40B4-BE49-F238E27FC236}">
                    <a16:creationId xmlns:a16="http://schemas.microsoft.com/office/drawing/2014/main" id="{50896EA2-7ADF-43A1-ACC8-4748D194B43C}"/>
                  </a:ext>
                </a:extLst>
              </p:cNvPr>
              <p:cNvSpPr/>
              <p:nvPr/>
            </p:nvSpPr>
            <p:spPr>
              <a:xfrm>
                <a:off x="396978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5" name="椭圆 10054">
                <a:extLst>
                  <a:ext uri="{FF2B5EF4-FFF2-40B4-BE49-F238E27FC236}">
                    <a16:creationId xmlns:a16="http://schemas.microsoft.com/office/drawing/2014/main" id="{2F997E20-3FE4-475B-A7DB-A92DFF648FFD}"/>
                  </a:ext>
                </a:extLst>
              </p:cNvPr>
              <p:cNvSpPr/>
              <p:nvPr/>
            </p:nvSpPr>
            <p:spPr>
              <a:xfrm>
                <a:off x="407839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6" name="椭圆 10055">
                <a:extLst>
                  <a:ext uri="{FF2B5EF4-FFF2-40B4-BE49-F238E27FC236}">
                    <a16:creationId xmlns:a16="http://schemas.microsoft.com/office/drawing/2014/main" id="{6715882B-3FF4-40D6-A6B1-1BF522EC7BB6}"/>
                  </a:ext>
                </a:extLst>
              </p:cNvPr>
              <p:cNvSpPr/>
              <p:nvPr/>
            </p:nvSpPr>
            <p:spPr>
              <a:xfrm>
                <a:off x="3907865" y="2775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7" name="椭圆 10056">
                <a:extLst>
                  <a:ext uri="{FF2B5EF4-FFF2-40B4-BE49-F238E27FC236}">
                    <a16:creationId xmlns:a16="http://schemas.microsoft.com/office/drawing/2014/main" id="{D0FD2918-AAAA-4526-AE08-CB952321DA63}"/>
                  </a:ext>
                </a:extLst>
              </p:cNvPr>
              <p:cNvSpPr/>
              <p:nvPr/>
            </p:nvSpPr>
            <p:spPr>
              <a:xfrm>
                <a:off x="39609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8" name="椭圆 10057">
                <a:extLst>
                  <a:ext uri="{FF2B5EF4-FFF2-40B4-BE49-F238E27FC236}">
                    <a16:creationId xmlns:a16="http://schemas.microsoft.com/office/drawing/2014/main" id="{8DA1C1C9-0B91-4AB9-B9EB-58795497E004}"/>
                  </a:ext>
                </a:extLst>
              </p:cNvPr>
              <p:cNvSpPr/>
              <p:nvPr/>
            </p:nvSpPr>
            <p:spPr>
              <a:xfrm>
                <a:off x="385993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9" name="椭圆 10058">
                <a:extLst>
                  <a:ext uri="{FF2B5EF4-FFF2-40B4-BE49-F238E27FC236}">
                    <a16:creationId xmlns:a16="http://schemas.microsoft.com/office/drawing/2014/main" id="{E86CB0A4-747E-4E22-BD8B-75BF0CCB6C6D}"/>
                  </a:ext>
                </a:extLst>
              </p:cNvPr>
              <p:cNvSpPr/>
              <p:nvPr/>
            </p:nvSpPr>
            <p:spPr>
              <a:xfrm>
                <a:off x="3952791"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0" name="椭圆 10059">
                <a:extLst>
                  <a:ext uri="{FF2B5EF4-FFF2-40B4-BE49-F238E27FC236}">
                    <a16:creationId xmlns:a16="http://schemas.microsoft.com/office/drawing/2014/main" id="{358EC22E-0839-432B-B243-5DF432A539D0}"/>
                  </a:ext>
                </a:extLst>
              </p:cNvPr>
              <p:cNvSpPr/>
              <p:nvPr/>
            </p:nvSpPr>
            <p:spPr>
              <a:xfrm>
                <a:off x="4052882" y="30247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1" name="椭圆 10060">
                <a:extLst>
                  <a:ext uri="{FF2B5EF4-FFF2-40B4-BE49-F238E27FC236}">
                    <a16:creationId xmlns:a16="http://schemas.microsoft.com/office/drawing/2014/main" id="{18D1D3DD-28A0-438F-B3F9-4E1EEDA6F5CB}"/>
                  </a:ext>
                </a:extLst>
              </p:cNvPr>
              <p:cNvSpPr/>
              <p:nvPr/>
            </p:nvSpPr>
            <p:spPr>
              <a:xfrm>
                <a:off x="399569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2" name="椭圆 10061">
                <a:extLst>
                  <a:ext uri="{FF2B5EF4-FFF2-40B4-BE49-F238E27FC236}">
                    <a16:creationId xmlns:a16="http://schemas.microsoft.com/office/drawing/2014/main" id="{F1EC5CEF-93CA-467A-BA67-E26053B9154D}"/>
                  </a:ext>
                </a:extLst>
              </p:cNvPr>
              <p:cNvSpPr/>
              <p:nvPr/>
            </p:nvSpPr>
            <p:spPr>
              <a:xfrm>
                <a:off x="39617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3" name="椭圆 10062">
                <a:extLst>
                  <a:ext uri="{FF2B5EF4-FFF2-40B4-BE49-F238E27FC236}">
                    <a16:creationId xmlns:a16="http://schemas.microsoft.com/office/drawing/2014/main" id="{86E6A5B0-5230-4AB9-8248-A01EFFB49D1E}"/>
                  </a:ext>
                </a:extLst>
              </p:cNvPr>
              <p:cNvSpPr/>
              <p:nvPr/>
            </p:nvSpPr>
            <p:spPr>
              <a:xfrm>
                <a:off x="4253541" y="28439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4" name="椭圆 10063">
                <a:extLst>
                  <a:ext uri="{FF2B5EF4-FFF2-40B4-BE49-F238E27FC236}">
                    <a16:creationId xmlns:a16="http://schemas.microsoft.com/office/drawing/2014/main" id="{768DC860-632F-4782-A2BC-22E953E0BAD0}"/>
                  </a:ext>
                </a:extLst>
              </p:cNvPr>
              <p:cNvSpPr/>
              <p:nvPr/>
            </p:nvSpPr>
            <p:spPr>
              <a:xfrm>
                <a:off x="4017206"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5" name="椭圆 10064">
                <a:extLst>
                  <a:ext uri="{FF2B5EF4-FFF2-40B4-BE49-F238E27FC236}">
                    <a16:creationId xmlns:a16="http://schemas.microsoft.com/office/drawing/2014/main" id="{7EB0462F-B13F-4D09-81CB-FA6433AFBEAF}"/>
                  </a:ext>
                </a:extLst>
              </p:cNvPr>
              <p:cNvSpPr/>
              <p:nvPr/>
            </p:nvSpPr>
            <p:spPr>
              <a:xfrm>
                <a:off x="400362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6" name="椭圆 10065">
                <a:extLst>
                  <a:ext uri="{FF2B5EF4-FFF2-40B4-BE49-F238E27FC236}">
                    <a16:creationId xmlns:a16="http://schemas.microsoft.com/office/drawing/2014/main" id="{D2153440-97B8-4879-8D24-D93F39135EDE}"/>
                  </a:ext>
                </a:extLst>
              </p:cNvPr>
              <p:cNvSpPr/>
              <p:nvPr/>
            </p:nvSpPr>
            <p:spPr>
              <a:xfrm>
                <a:off x="4165269"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7" name="椭圆 10066">
                <a:extLst>
                  <a:ext uri="{FF2B5EF4-FFF2-40B4-BE49-F238E27FC236}">
                    <a16:creationId xmlns:a16="http://schemas.microsoft.com/office/drawing/2014/main" id="{0C1F4E62-BC3C-4FDF-9603-EA3A1F040830}"/>
                  </a:ext>
                </a:extLst>
              </p:cNvPr>
              <p:cNvSpPr/>
              <p:nvPr/>
            </p:nvSpPr>
            <p:spPr>
              <a:xfrm>
                <a:off x="397848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8" name="椭圆 10067">
                <a:extLst>
                  <a:ext uri="{FF2B5EF4-FFF2-40B4-BE49-F238E27FC236}">
                    <a16:creationId xmlns:a16="http://schemas.microsoft.com/office/drawing/2014/main" id="{9044BC67-FE46-463E-87F7-9C0786718B37}"/>
                  </a:ext>
                </a:extLst>
              </p:cNvPr>
              <p:cNvSpPr/>
              <p:nvPr/>
            </p:nvSpPr>
            <p:spPr>
              <a:xfrm>
                <a:off x="3938917" y="27080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9" name="椭圆 10068">
                <a:extLst>
                  <a:ext uri="{FF2B5EF4-FFF2-40B4-BE49-F238E27FC236}">
                    <a16:creationId xmlns:a16="http://schemas.microsoft.com/office/drawing/2014/main" id="{399B03FA-B46B-49A4-AC02-0F8D4E7E0102}"/>
                  </a:ext>
                </a:extLst>
              </p:cNvPr>
              <p:cNvSpPr/>
              <p:nvPr/>
            </p:nvSpPr>
            <p:spPr>
              <a:xfrm>
                <a:off x="40146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0" name="椭圆 10069">
                <a:extLst>
                  <a:ext uri="{FF2B5EF4-FFF2-40B4-BE49-F238E27FC236}">
                    <a16:creationId xmlns:a16="http://schemas.microsoft.com/office/drawing/2014/main" id="{4C78052C-C379-4FF7-9604-F150805FE292}"/>
                  </a:ext>
                </a:extLst>
              </p:cNvPr>
              <p:cNvSpPr/>
              <p:nvPr/>
            </p:nvSpPr>
            <p:spPr>
              <a:xfrm>
                <a:off x="400413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1" name="椭圆 10070">
                <a:extLst>
                  <a:ext uri="{FF2B5EF4-FFF2-40B4-BE49-F238E27FC236}">
                    <a16:creationId xmlns:a16="http://schemas.microsoft.com/office/drawing/2014/main" id="{F5991966-210A-4F14-A45A-642EFA9ECD21}"/>
                  </a:ext>
                </a:extLst>
              </p:cNvPr>
              <p:cNvSpPr/>
              <p:nvPr/>
            </p:nvSpPr>
            <p:spPr>
              <a:xfrm>
                <a:off x="397319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2" name="椭圆 10071">
                <a:extLst>
                  <a:ext uri="{FF2B5EF4-FFF2-40B4-BE49-F238E27FC236}">
                    <a16:creationId xmlns:a16="http://schemas.microsoft.com/office/drawing/2014/main" id="{A73CE263-67A8-4077-9201-B618BE59D8B7}"/>
                  </a:ext>
                </a:extLst>
              </p:cNvPr>
              <p:cNvSpPr/>
              <p:nvPr/>
            </p:nvSpPr>
            <p:spPr>
              <a:xfrm>
                <a:off x="4232033" y="2980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3" name="椭圆 10072">
                <a:extLst>
                  <a:ext uri="{FF2B5EF4-FFF2-40B4-BE49-F238E27FC236}">
                    <a16:creationId xmlns:a16="http://schemas.microsoft.com/office/drawing/2014/main" id="{3C6DBC7F-62CA-4CF5-A54C-312675699A8F}"/>
                  </a:ext>
                </a:extLst>
              </p:cNvPr>
              <p:cNvSpPr/>
              <p:nvPr/>
            </p:nvSpPr>
            <p:spPr>
              <a:xfrm>
                <a:off x="4170628"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4" name="椭圆 10073">
                <a:extLst>
                  <a:ext uri="{FF2B5EF4-FFF2-40B4-BE49-F238E27FC236}">
                    <a16:creationId xmlns:a16="http://schemas.microsoft.com/office/drawing/2014/main" id="{B8138806-DCEE-48DB-BBE2-0162E9A43B7E}"/>
                  </a:ext>
                </a:extLst>
              </p:cNvPr>
              <p:cNvSpPr/>
              <p:nvPr/>
            </p:nvSpPr>
            <p:spPr>
              <a:xfrm>
                <a:off x="4176647"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5" name="椭圆 10074">
                <a:extLst>
                  <a:ext uri="{FF2B5EF4-FFF2-40B4-BE49-F238E27FC236}">
                    <a16:creationId xmlns:a16="http://schemas.microsoft.com/office/drawing/2014/main" id="{1F9BA24A-CCDA-4688-AE1A-03346E7DDCF2}"/>
                  </a:ext>
                </a:extLst>
              </p:cNvPr>
              <p:cNvSpPr/>
              <p:nvPr/>
            </p:nvSpPr>
            <p:spPr>
              <a:xfrm>
                <a:off x="406367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6" name="椭圆 10075">
                <a:extLst>
                  <a:ext uri="{FF2B5EF4-FFF2-40B4-BE49-F238E27FC236}">
                    <a16:creationId xmlns:a16="http://schemas.microsoft.com/office/drawing/2014/main" id="{524F4728-EFFF-4488-897B-1ABD5BD04EE5}"/>
                  </a:ext>
                </a:extLst>
              </p:cNvPr>
              <p:cNvSpPr/>
              <p:nvPr/>
            </p:nvSpPr>
            <p:spPr>
              <a:xfrm>
                <a:off x="3921042"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7" name="椭圆 10076">
                <a:extLst>
                  <a:ext uri="{FF2B5EF4-FFF2-40B4-BE49-F238E27FC236}">
                    <a16:creationId xmlns:a16="http://schemas.microsoft.com/office/drawing/2014/main" id="{99CBBE82-5232-496C-8183-1A4331E2E941}"/>
                  </a:ext>
                </a:extLst>
              </p:cNvPr>
              <p:cNvSpPr/>
              <p:nvPr/>
            </p:nvSpPr>
            <p:spPr>
              <a:xfrm>
                <a:off x="4010819"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8" name="椭圆 10077">
                <a:extLst>
                  <a:ext uri="{FF2B5EF4-FFF2-40B4-BE49-F238E27FC236}">
                    <a16:creationId xmlns:a16="http://schemas.microsoft.com/office/drawing/2014/main" id="{365B6634-5B10-49EB-A37A-E542078B281A}"/>
                  </a:ext>
                </a:extLst>
              </p:cNvPr>
              <p:cNvSpPr/>
              <p:nvPr/>
            </p:nvSpPr>
            <p:spPr>
              <a:xfrm>
                <a:off x="402311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9" name="椭圆 10078">
                <a:extLst>
                  <a:ext uri="{FF2B5EF4-FFF2-40B4-BE49-F238E27FC236}">
                    <a16:creationId xmlns:a16="http://schemas.microsoft.com/office/drawing/2014/main" id="{975E9061-E2E6-4755-B623-65D49937B5DB}"/>
                  </a:ext>
                </a:extLst>
              </p:cNvPr>
              <p:cNvSpPr/>
              <p:nvPr/>
            </p:nvSpPr>
            <p:spPr>
              <a:xfrm>
                <a:off x="40143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0" name="椭圆 10079">
                <a:extLst>
                  <a:ext uri="{FF2B5EF4-FFF2-40B4-BE49-F238E27FC236}">
                    <a16:creationId xmlns:a16="http://schemas.microsoft.com/office/drawing/2014/main" id="{497F4F50-B30C-4E00-B2CB-DA78BE687A54}"/>
                  </a:ext>
                </a:extLst>
              </p:cNvPr>
              <p:cNvSpPr/>
              <p:nvPr/>
            </p:nvSpPr>
            <p:spPr>
              <a:xfrm>
                <a:off x="389725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1" name="椭圆 10080">
                <a:extLst>
                  <a:ext uri="{FF2B5EF4-FFF2-40B4-BE49-F238E27FC236}">
                    <a16:creationId xmlns:a16="http://schemas.microsoft.com/office/drawing/2014/main" id="{88F8FAA7-96F2-46D7-839F-7D9A29E8FA92}"/>
                  </a:ext>
                </a:extLst>
              </p:cNvPr>
              <p:cNvSpPr/>
              <p:nvPr/>
            </p:nvSpPr>
            <p:spPr>
              <a:xfrm>
                <a:off x="405115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2" name="椭圆 10081">
                <a:extLst>
                  <a:ext uri="{FF2B5EF4-FFF2-40B4-BE49-F238E27FC236}">
                    <a16:creationId xmlns:a16="http://schemas.microsoft.com/office/drawing/2014/main" id="{6EF927D8-54FC-4316-B4A3-358F0D5FFB75}"/>
                  </a:ext>
                </a:extLst>
              </p:cNvPr>
              <p:cNvSpPr/>
              <p:nvPr/>
            </p:nvSpPr>
            <p:spPr>
              <a:xfrm>
                <a:off x="4004873"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3" name="椭圆 10082">
                <a:extLst>
                  <a:ext uri="{FF2B5EF4-FFF2-40B4-BE49-F238E27FC236}">
                    <a16:creationId xmlns:a16="http://schemas.microsoft.com/office/drawing/2014/main" id="{68720510-3476-43C8-94F6-AB7F5D2D5395}"/>
                  </a:ext>
                </a:extLst>
              </p:cNvPr>
              <p:cNvSpPr/>
              <p:nvPr/>
            </p:nvSpPr>
            <p:spPr>
              <a:xfrm>
                <a:off x="4009498"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4" name="椭圆 10083">
                <a:extLst>
                  <a:ext uri="{FF2B5EF4-FFF2-40B4-BE49-F238E27FC236}">
                    <a16:creationId xmlns:a16="http://schemas.microsoft.com/office/drawing/2014/main" id="{7F563181-A375-4A24-9B74-17D7FEEBCC59}"/>
                  </a:ext>
                </a:extLst>
              </p:cNvPr>
              <p:cNvSpPr/>
              <p:nvPr/>
            </p:nvSpPr>
            <p:spPr>
              <a:xfrm>
                <a:off x="400615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5" name="椭圆 10084">
                <a:extLst>
                  <a:ext uri="{FF2B5EF4-FFF2-40B4-BE49-F238E27FC236}">
                    <a16:creationId xmlns:a16="http://schemas.microsoft.com/office/drawing/2014/main" id="{65EC672D-FEC0-4714-9C82-DE3252745252}"/>
                  </a:ext>
                </a:extLst>
              </p:cNvPr>
              <p:cNvSpPr/>
              <p:nvPr/>
            </p:nvSpPr>
            <p:spPr>
              <a:xfrm>
                <a:off x="4093807"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6" name="椭圆 10085">
                <a:extLst>
                  <a:ext uri="{FF2B5EF4-FFF2-40B4-BE49-F238E27FC236}">
                    <a16:creationId xmlns:a16="http://schemas.microsoft.com/office/drawing/2014/main" id="{4ACCA981-8FC7-4305-A6E7-9C0BD7638F41}"/>
                  </a:ext>
                </a:extLst>
              </p:cNvPr>
              <p:cNvSpPr/>
              <p:nvPr/>
            </p:nvSpPr>
            <p:spPr>
              <a:xfrm>
                <a:off x="4025060" y="2818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7" name="椭圆 10086">
                <a:extLst>
                  <a:ext uri="{FF2B5EF4-FFF2-40B4-BE49-F238E27FC236}">
                    <a16:creationId xmlns:a16="http://schemas.microsoft.com/office/drawing/2014/main" id="{5E0BE512-491C-42B3-BC94-BC86CC642C1B}"/>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8" name="椭圆 10087">
                <a:extLst>
                  <a:ext uri="{FF2B5EF4-FFF2-40B4-BE49-F238E27FC236}">
                    <a16:creationId xmlns:a16="http://schemas.microsoft.com/office/drawing/2014/main" id="{84E4DC26-E258-4E10-8EED-AE1EC5A60694}"/>
                  </a:ext>
                </a:extLst>
              </p:cNvPr>
              <p:cNvSpPr/>
              <p:nvPr/>
            </p:nvSpPr>
            <p:spPr>
              <a:xfrm>
                <a:off x="399793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9" name="椭圆 10088">
                <a:extLst>
                  <a:ext uri="{FF2B5EF4-FFF2-40B4-BE49-F238E27FC236}">
                    <a16:creationId xmlns:a16="http://schemas.microsoft.com/office/drawing/2014/main" id="{2B4FB1D6-FAAE-4F83-9AE2-4A754763EAC5}"/>
                  </a:ext>
                </a:extLst>
              </p:cNvPr>
              <p:cNvSpPr/>
              <p:nvPr/>
            </p:nvSpPr>
            <p:spPr>
              <a:xfrm>
                <a:off x="4012141" y="2834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0" name="椭圆 10089">
                <a:extLst>
                  <a:ext uri="{FF2B5EF4-FFF2-40B4-BE49-F238E27FC236}">
                    <a16:creationId xmlns:a16="http://schemas.microsoft.com/office/drawing/2014/main" id="{E012C433-82BF-4470-ACC5-5B1ED7C6E82D}"/>
                  </a:ext>
                </a:extLst>
              </p:cNvPr>
              <p:cNvSpPr/>
              <p:nvPr/>
            </p:nvSpPr>
            <p:spPr>
              <a:xfrm>
                <a:off x="401676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1" name="椭圆 10090">
                <a:extLst>
                  <a:ext uri="{FF2B5EF4-FFF2-40B4-BE49-F238E27FC236}">
                    <a16:creationId xmlns:a16="http://schemas.microsoft.com/office/drawing/2014/main" id="{AA5A199B-53CD-49C8-A1FF-68FFB539F63B}"/>
                  </a:ext>
                </a:extLst>
              </p:cNvPr>
              <p:cNvSpPr/>
              <p:nvPr/>
            </p:nvSpPr>
            <p:spPr>
              <a:xfrm>
                <a:off x="4015004" y="2935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2" name="椭圆 10091">
                <a:extLst>
                  <a:ext uri="{FF2B5EF4-FFF2-40B4-BE49-F238E27FC236}">
                    <a16:creationId xmlns:a16="http://schemas.microsoft.com/office/drawing/2014/main" id="{97139D1E-194B-41D8-A934-69CC7C9641B9}"/>
                  </a:ext>
                </a:extLst>
              </p:cNvPr>
              <p:cNvSpPr/>
              <p:nvPr/>
            </p:nvSpPr>
            <p:spPr>
              <a:xfrm>
                <a:off x="40303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3" name="椭圆 10092">
                <a:extLst>
                  <a:ext uri="{FF2B5EF4-FFF2-40B4-BE49-F238E27FC236}">
                    <a16:creationId xmlns:a16="http://schemas.microsoft.com/office/drawing/2014/main" id="{4C65090A-9C1F-4E13-BBDF-4BBCBD90C579}"/>
                  </a:ext>
                </a:extLst>
              </p:cNvPr>
              <p:cNvSpPr/>
              <p:nvPr/>
            </p:nvSpPr>
            <p:spPr>
              <a:xfrm>
                <a:off x="41229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4" name="椭圆 10093">
                <a:extLst>
                  <a:ext uri="{FF2B5EF4-FFF2-40B4-BE49-F238E27FC236}">
                    <a16:creationId xmlns:a16="http://schemas.microsoft.com/office/drawing/2014/main" id="{7BD350A6-7C6B-4EAF-83BC-FF829D57535F}"/>
                  </a:ext>
                </a:extLst>
              </p:cNvPr>
              <p:cNvSpPr/>
              <p:nvPr/>
            </p:nvSpPr>
            <p:spPr>
              <a:xfrm>
                <a:off x="4018711" y="2971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5" name="椭圆 10094">
                <a:extLst>
                  <a:ext uri="{FF2B5EF4-FFF2-40B4-BE49-F238E27FC236}">
                    <a16:creationId xmlns:a16="http://schemas.microsoft.com/office/drawing/2014/main" id="{9D104729-289E-4421-8048-DEFF33974A99}"/>
                  </a:ext>
                </a:extLst>
              </p:cNvPr>
              <p:cNvSpPr/>
              <p:nvPr/>
            </p:nvSpPr>
            <p:spPr>
              <a:xfrm>
                <a:off x="4013242"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6" name="椭圆 10095">
                <a:extLst>
                  <a:ext uri="{FF2B5EF4-FFF2-40B4-BE49-F238E27FC236}">
                    <a16:creationId xmlns:a16="http://schemas.microsoft.com/office/drawing/2014/main" id="{E0FF9426-AFFC-4BA0-8010-33B5E57BF916}"/>
                  </a:ext>
                </a:extLst>
              </p:cNvPr>
              <p:cNvSpPr/>
              <p:nvPr/>
            </p:nvSpPr>
            <p:spPr>
              <a:xfrm>
                <a:off x="4037173"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7" name="椭圆 10096">
                <a:extLst>
                  <a:ext uri="{FF2B5EF4-FFF2-40B4-BE49-F238E27FC236}">
                    <a16:creationId xmlns:a16="http://schemas.microsoft.com/office/drawing/2014/main" id="{EFA78EAB-C484-475C-B984-2EB18E99D37A}"/>
                  </a:ext>
                </a:extLst>
              </p:cNvPr>
              <p:cNvSpPr/>
              <p:nvPr/>
            </p:nvSpPr>
            <p:spPr>
              <a:xfrm>
                <a:off x="4036035"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8" name="椭圆 10097">
                <a:extLst>
                  <a:ext uri="{FF2B5EF4-FFF2-40B4-BE49-F238E27FC236}">
                    <a16:creationId xmlns:a16="http://schemas.microsoft.com/office/drawing/2014/main" id="{94C59228-BCC8-40A9-88DA-A105062B9A79}"/>
                  </a:ext>
                </a:extLst>
              </p:cNvPr>
              <p:cNvSpPr/>
              <p:nvPr/>
            </p:nvSpPr>
            <p:spPr>
              <a:xfrm>
                <a:off x="3964756"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9" name="椭圆 10098">
                <a:extLst>
                  <a:ext uri="{FF2B5EF4-FFF2-40B4-BE49-F238E27FC236}">
                    <a16:creationId xmlns:a16="http://schemas.microsoft.com/office/drawing/2014/main" id="{F058887C-8814-4AA6-B78E-BAE37CF525A6}"/>
                  </a:ext>
                </a:extLst>
              </p:cNvPr>
              <p:cNvSpPr/>
              <p:nvPr/>
            </p:nvSpPr>
            <p:spPr>
              <a:xfrm>
                <a:off x="4013646"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0" name="椭圆 10099">
                <a:extLst>
                  <a:ext uri="{FF2B5EF4-FFF2-40B4-BE49-F238E27FC236}">
                    <a16:creationId xmlns:a16="http://schemas.microsoft.com/office/drawing/2014/main" id="{9692737E-64FD-4C7C-B739-7F8CD1C04246}"/>
                  </a:ext>
                </a:extLst>
              </p:cNvPr>
              <p:cNvSpPr/>
              <p:nvPr/>
            </p:nvSpPr>
            <p:spPr>
              <a:xfrm>
                <a:off x="3777016" y="25425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1" name="椭圆 10100">
                <a:extLst>
                  <a:ext uri="{FF2B5EF4-FFF2-40B4-BE49-F238E27FC236}">
                    <a16:creationId xmlns:a16="http://schemas.microsoft.com/office/drawing/2014/main" id="{722497AC-3884-43FC-B0AC-332B70B21F7E}"/>
                  </a:ext>
                </a:extLst>
              </p:cNvPr>
              <p:cNvSpPr/>
              <p:nvPr/>
            </p:nvSpPr>
            <p:spPr>
              <a:xfrm>
                <a:off x="3951947" y="27789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2" name="椭圆 10101">
                <a:extLst>
                  <a:ext uri="{FF2B5EF4-FFF2-40B4-BE49-F238E27FC236}">
                    <a16:creationId xmlns:a16="http://schemas.microsoft.com/office/drawing/2014/main" id="{A6541241-4D3E-45D0-BB5E-24338E016BC9}"/>
                  </a:ext>
                </a:extLst>
              </p:cNvPr>
              <p:cNvSpPr/>
              <p:nvPr/>
            </p:nvSpPr>
            <p:spPr>
              <a:xfrm>
                <a:off x="404462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3" name="椭圆 10102">
                <a:extLst>
                  <a:ext uri="{FF2B5EF4-FFF2-40B4-BE49-F238E27FC236}">
                    <a16:creationId xmlns:a16="http://schemas.microsoft.com/office/drawing/2014/main" id="{22AC6BFA-FCB2-4905-B44F-E7AF5FF14087}"/>
                  </a:ext>
                </a:extLst>
              </p:cNvPr>
              <p:cNvSpPr/>
              <p:nvPr/>
            </p:nvSpPr>
            <p:spPr>
              <a:xfrm>
                <a:off x="401885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4" name="椭圆 10103">
                <a:extLst>
                  <a:ext uri="{FF2B5EF4-FFF2-40B4-BE49-F238E27FC236}">
                    <a16:creationId xmlns:a16="http://schemas.microsoft.com/office/drawing/2014/main" id="{3A1EC92D-EBEF-4D62-BB33-B3D2C2F80C7E}"/>
                  </a:ext>
                </a:extLst>
              </p:cNvPr>
              <p:cNvSpPr/>
              <p:nvPr/>
            </p:nvSpPr>
            <p:spPr>
              <a:xfrm>
                <a:off x="394148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5" name="椭圆 10104">
                <a:extLst>
                  <a:ext uri="{FF2B5EF4-FFF2-40B4-BE49-F238E27FC236}">
                    <a16:creationId xmlns:a16="http://schemas.microsoft.com/office/drawing/2014/main" id="{1A2726EB-65E6-46C9-8DF4-EF7794346E3F}"/>
                  </a:ext>
                </a:extLst>
              </p:cNvPr>
              <p:cNvSpPr/>
              <p:nvPr/>
            </p:nvSpPr>
            <p:spPr>
              <a:xfrm>
                <a:off x="4011186" y="30240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6" name="椭圆 10105">
                <a:extLst>
                  <a:ext uri="{FF2B5EF4-FFF2-40B4-BE49-F238E27FC236}">
                    <a16:creationId xmlns:a16="http://schemas.microsoft.com/office/drawing/2014/main" id="{445E12EA-7ABB-46CE-8A57-681D72E8C94C}"/>
                  </a:ext>
                </a:extLst>
              </p:cNvPr>
              <p:cNvSpPr/>
              <p:nvPr/>
            </p:nvSpPr>
            <p:spPr>
              <a:xfrm>
                <a:off x="4075675"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7" name="椭圆 10106">
                <a:extLst>
                  <a:ext uri="{FF2B5EF4-FFF2-40B4-BE49-F238E27FC236}">
                    <a16:creationId xmlns:a16="http://schemas.microsoft.com/office/drawing/2014/main" id="{12EC8225-6179-4095-BAE0-1480FB2B482A}"/>
                  </a:ext>
                </a:extLst>
              </p:cNvPr>
              <p:cNvSpPr/>
              <p:nvPr/>
            </p:nvSpPr>
            <p:spPr>
              <a:xfrm>
                <a:off x="401320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8" name="椭圆 10107">
                <a:extLst>
                  <a:ext uri="{FF2B5EF4-FFF2-40B4-BE49-F238E27FC236}">
                    <a16:creationId xmlns:a16="http://schemas.microsoft.com/office/drawing/2014/main" id="{CBF8BB13-17EE-4F7B-9975-B7332A8D9998}"/>
                  </a:ext>
                </a:extLst>
              </p:cNvPr>
              <p:cNvSpPr/>
              <p:nvPr/>
            </p:nvSpPr>
            <p:spPr>
              <a:xfrm>
                <a:off x="4053873"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9" name="椭圆 10108">
                <a:extLst>
                  <a:ext uri="{FF2B5EF4-FFF2-40B4-BE49-F238E27FC236}">
                    <a16:creationId xmlns:a16="http://schemas.microsoft.com/office/drawing/2014/main" id="{760E7E9A-342D-4774-B54B-6CD8D7981496}"/>
                  </a:ext>
                </a:extLst>
              </p:cNvPr>
              <p:cNvSpPr/>
              <p:nvPr/>
            </p:nvSpPr>
            <p:spPr>
              <a:xfrm>
                <a:off x="3846166"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0" name="椭圆 10109">
                <a:extLst>
                  <a:ext uri="{FF2B5EF4-FFF2-40B4-BE49-F238E27FC236}">
                    <a16:creationId xmlns:a16="http://schemas.microsoft.com/office/drawing/2014/main" id="{5DE512B1-8C32-44B8-9EE5-CE2F4EE37882}"/>
                  </a:ext>
                </a:extLst>
              </p:cNvPr>
              <p:cNvSpPr/>
              <p:nvPr/>
            </p:nvSpPr>
            <p:spPr>
              <a:xfrm>
                <a:off x="400531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1" name="椭圆 10110">
                <a:extLst>
                  <a:ext uri="{FF2B5EF4-FFF2-40B4-BE49-F238E27FC236}">
                    <a16:creationId xmlns:a16="http://schemas.microsoft.com/office/drawing/2014/main" id="{0FA8F928-D34E-4A0F-967D-C1BEF271A3A3}"/>
                  </a:ext>
                </a:extLst>
              </p:cNvPr>
              <p:cNvSpPr/>
              <p:nvPr/>
            </p:nvSpPr>
            <p:spPr>
              <a:xfrm>
                <a:off x="402333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2" name="椭圆 10111">
                <a:extLst>
                  <a:ext uri="{FF2B5EF4-FFF2-40B4-BE49-F238E27FC236}">
                    <a16:creationId xmlns:a16="http://schemas.microsoft.com/office/drawing/2014/main" id="{24287CAB-7B55-4060-A75D-A1C9C13B0668}"/>
                  </a:ext>
                </a:extLst>
              </p:cNvPr>
              <p:cNvSpPr/>
              <p:nvPr/>
            </p:nvSpPr>
            <p:spPr>
              <a:xfrm>
                <a:off x="4119683"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3" name="椭圆 10112">
                <a:extLst>
                  <a:ext uri="{FF2B5EF4-FFF2-40B4-BE49-F238E27FC236}">
                    <a16:creationId xmlns:a16="http://schemas.microsoft.com/office/drawing/2014/main" id="{7FB623F9-EA5A-415F-927A-8DFD2F796F2F}"/>
                  </a:ext>
                </a:extLst>
              </p:cNvPr>
              <p:cNvSpPr/>
              <p:nvPr/>
            </p:nvSpPr>
            <p:spPr>
              <a:xfrm>
                <a:off x="400424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4" name="椭圆 10113">
                <a:extLst>
                  <a:ext uri="{FF2B5EF4-FFF2-40B4-BE49-F238E27FC236}">
                    <a16:creationId xmlns:a16="http://schemas.microsoft.com/office/drawing/2014/main" id="{8E438604-4D6E-4CC4-A898-59638934DB3A}"/>
                  </a:ext>
                </a:extLst>
              </p:cNvPr>
              <p:cNvSpPr/>
              <p:nvPr/>
            </p:nvSpPr>
            <p:spPr>
              <a:xfrm>
                <a:off x="391127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5" name="椭圆 10114">
                <a:extLst>
                  <a:ext uri="{FF2B5EF4-FFF2-40B4-BE49-F238E27FC236}">
                    <a16:creationId xmlns:a16="http://schemas.microsoft.com/office/drawing/2014/main" id="{FF8E2461-1DB8-4EB2-82D3-80A284D9AB8C}"/>
                  </a:ext>
                </a:extLst>
              </p:cNvPr>
              <p:cNvSpPr/>
              <p:nvPr/>
            </p:nvSpPr>
            <p:spPr>
              <a:xfrm>
                <a:off x="3933668"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6" name="椭圆 10115">
                <a:extLst>
                  <a:ext uri="{FF2B5EF4-FFF2-40B4-BE49-F238E27FC236}">
                    <a16:creationId xmlns:a16="http://schemas.microsoft.com/office/drawing/2014/main" id="{DF56A09F-94E4-42AC-9BE5-ADC93918508E}"/>
                  </a:ext>
                </a:extLst>
              </p:cNvPr>
              <p:cNvSpPr/>
              <p:nvPr/>
            </p:nvSpPr>
            <p:spPr>
              <a:xfrm>
                <a:off x="39571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7" name="椭圆 10116">
                <a:extLst>
                  <a:ext uri="{FF2B5EF4-FFF2-40B4-BE49-F238E27FC236}">
                    <a16:creationId xmlns:a16="http://schemas.microsoft.com/office/drawing/2014/main" id="{FA469B23-7AED-40FF-9038-EB9033CF4578}"/>
                  </a:ext>
                </a:extLst>
              </p:cNvPr>
              <p:cNvSpPr/>
              <p:nvPr/>
            </p:nvSpPr>
            <p:spPr>
              <a:xfrm>
                <a:off x="396890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8" name="椭圆 10117">
                <a:extLst>
                  <a:ext uri="{FF2B5EF4-FFF2-40B4-BE49-F238E27FC236}">
                    <a16:creationId xmlns:a16="http://schemas.microsoft.com/office/drawing/2014/main" id="{287D4B11-E8F2-4D6F-9D87-3CE2C950F661}"/>
                  </a:ext>
                </a:extLst>
              </p:cNvPr>
              <p:cNvSpPr/>
              <p:nvPr/>
            </p:nvSpPr>
            <p:spPr>
              <a:xfrm>
                <a:off x="396890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9" name="椭圆 10118">
                <a:extLst>
                  <a:ext uri="{FF2B5EF4-FFF2-40B4-BE49-F238E27FC236}">
                    <a16:creationId xmlns:a16="http://schemas.microsoft.com/office/drawing/2014/main" id="{8AC77011-603B-49C4-9E63-03FA7CA4BB3D}"/>
                  </a:ext>
                </a:extLst>
              </p:cNvPr>
              <p:cNvSpPr/>
              <p:nvPr/>
            </p:nvSpPr>
            <p:spPr>
              <a:xfrm>
                <a:off x="40226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0" name="椭圆 10119">
                <a:extLst>
                  <a:ext uri="{FF2B5EF4-FFF2-40B4-BE49-F238E27FC236}">
                    <a16:creationId xmlns:a16="http://schemas.microsoft.com/office/drawing/2014/main" id="{33DFF2ED-C107-4DF6-8EEF-06991AA8F136}"/>
                  </a:ext>
                </a:extLst>
              </p:cNvPr>
              <p:cNvSpPr/>
              <p:nvPr/>
            </p:nvSpPr>
            <p:spPr>
              <a:xfrm>
                <a:off x="4073950"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1" name="椭圆 10120">
                <a:extLst>
                  <a:ext uri="{FF2B5EF4-FFF2-40B4-BE49-F238E27FC236}">
                    <a16:creationId xmlns:a16="http://schemas.microsoft.com/office/drawing/2014/main" id="{C18C735B-7BEC-48B5-AD8C-E97AC26503E3}"/>
                  </a:ext>
                </a:extLst>
              </p:cNvPr>
              <p:cNvSpPr/>
              <p:nvPr/>
            </p:nvSpPr>
            <p:spPr>
              <a:xfrm>
                <a:off x="399525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2" name="椭圆 10121">
                <a:extLst>
                  <a:ext uri="{FF2B5EF4-FFF2-40B4-BE49-F238E27FC236}">
                    <a16:creationId xmlns:a16="http://schemas.microsoft.com/office/drawing/2014/main" id="{8AD4EC69-603A-47E8-839B-3129B2BF99D0}"/>
                  </a:ext>
                </a:extLst>
              </p:cNvPr>
              <p:cNvSpPr/>
              <p:nvPr/>
            </p:nvSpPr>
            <p:spPr>
              <a:xfrm>
                <a:off x="4017243"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3" name="椭圆 10122">
                <a:extLst>
                  <a:ext uri="{FF2B5EF4-FFF2-40B4-BE49-F238E27FC236}">
                    <a16:creationId xmlns:a16="http://schemas.microsoft.com/office/drawing/2014/main" id="{6B347FFC-1B8E-42F5-95C2-EC959E86A24E}"/>
                  </a:ext>
                </a:extLst>
              </p:cNvPr>
              <p:cNvSpPr/>
              <p:nvPr/>
            </p:nvSpPr>
            <p:spPr>
              <a:xfrm>
                <a:off x="386881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4" name="椭圆 10123">
                <a:extLst>
                  <a:ext uri="{FF2B5EF4-FFF2-40B4-BE49-F238E27FC236}">
                    <a16:creationId xmlns:a16="http://schemas.microsoft.com/office/drawing/2014/main" id="{48969A04-0B93-4027-9AEF-94B443118A8E}"/>
                  </a:ext>
                </a:extLst>
              </p:cNvPr>
              <p:cNvSpPr/>
              <p:nvPr/>
            </p:nvSpPr>
            <p:spPr>
              <a:xfrm>
                <a:off x="407861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5" name="椭圆 10124">
                <a:extLst>
                  <a:ext uri="{FF2B5EF4-FFF2-40B4-BE49-F238E27FC236}">
                    <a16:creationId xmlns:a16="http://schemas.microsoft.com/office/drawing/2014/main" id="{515EC5C6-CC17-4D35-921B-CCACC78CD94D}"/>
                  </a:ext>
                </a:extLst>
              </p:cNvPr>
              <p:cNvSpPr/>
              <p:nvPr/>
            </p:nvSpPr>
            <p:spPr>
              <a:xfrm>
                <a:off x="403893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6" name="椭圆 10125">
                <a:extLst>
                  <a:ext uri="{FF2B5EF4-FFF2-40B4-BE49-F238E27FC236}">
                    <a16:creationId xmlns:a16="http://schemas.microsoft.com/office/drawing/2014/main" id="{937C0D17-28CE-476E-8835-A3BF265AB145}"/>
                  </a:ext>
                </a:extLst>
              </p:cNvPr>
              <p:cNvSpPr/>
              <p:nvPr/>
            </p:nvSpPr>
            <p:spPr>
              <a:xfrm>
                <a:off x="404866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7" name="椭圆 10126">
                <a:extLst>
                  <a:ext uri="{FF2B5EF4-FFF2-40B4-BE49-F238E27FC236}">
                    <a16:creationId xmlns:a16="http://schemas.microsoft.com/office/drawing/2014/main" id="{A87E10FF-874D-4EEB-9A5A-696F3E76A241}"/>
                  </a:ext>
                </a:extLst>
              </p:cNvPr>
              <p:cNvSpPr/>
              <p:nvPr/>
            </p:nvSpPr>
            <p:spPr>
              <a:xfrm>
                <a:off x="406848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8" name="椭圆 10127">
                <a:extLst>
                  <a:ext uri="{FF2B5EF4-FFF2-40B4-BE49-F238E27FC236}">
                    <a16:creationId xmlns:a16="http://schemas.microsoft.com/office/drawing/2014/main" id="{5447FAD8-BD46-45B8-8D77-317F12DCD875}"/>
                  </a:ext>
                </a:extLst>
              </p:cNvPr>
              <p:cNvSpPr/>
              <p:nvPr/>
            </p:nvSpPr>
            <p:spPr>
              <a:xfrm>
                <a:off x="4253578" y="29194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9" name="椭圆 10128">
                <a:extLst>
                  <a:ext uri="{FF2B5EF4-FFF2-40B4-BE49-F238E27FC236}">
                    <a16:creationId xmlns:a16="http://schemas.microsoft.com/office/drawing/2014/main" id="{0A0AAA31-09C3-467E-9530-E86C3836F1A0}"/>
                  </a:ext>
                </a:extLst>
              </p:cNvPr>
              <p:cNvSpPr/>
              <p:nvPr/>
            </p:nvSpPr>
            <p:spPr>
              <a:xfrm>
                <a:off x="4068041"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0" name="椭圆 10129">
                <a:extLst>
                  <a:ext uri="{FF2B5EF4-FFF2-40B4-BE49-F238E27FC236}">
                    <a16:creationId xmlns:a16="http://schemas.microsoft.com/office/drawing/2014/main" id="{663A20CB-3A26-466C-A052-9E172419EF30}"/>
                  </a:ext>
                </a:extLst>
              </p:cNvPr>
              <p:cNvSpPr/>
              <p:nvPr/>
            </p:nvSpPr>
            <p:spPr>
              <a:xfrm>
                <a:off x="40256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1" name="椭圆 10130">
                <a:extLst>
                  <a:ext uri="{FF2B5EF4-FFF2-40B4-BE49-F238E27FC236}">
                    <a16:creationId xmlns:a16="http://schemas.microsoft.com/office/drawing/2014/main" id="{F9D2754E-7AF6-42F8-8AB5-C568B88EE985}"/>
                  </a:ext>
                </a:extLst>
              </p:cNvPr>
              <p:cNvSpPr/>
              <p:nvPr/>
            </p:nvSpPr>
            <p:spPr>
              <a:xfrm>
                <a:off x="39385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2" name="椭圆 10131">
                <a:extLst>
                  <a:ext uri="{FF2B5EF4-FFF2-40B4-BE49-F238E27FC236}">
                    <a16:creationId xmlns:a16="http://schemas.microsoft.com/office/drawing/2014/main" id="{20B4B06B-69EC-44EE-9C58-9F1B11FED9C5}"/>
                  </a:ext>
                </a:extLst>
              </p:cNvPr>
              <p:cNvSpPr/>
              <p:nvPr/>
            </p:nvSpPr>
            <p:spPr>
              <a:xfrm>
                <a:off x="38460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3" name="椭圆 10132">
                <a:extLst>
                  <a:ext uri="{FF2B5EF4-FFF2-40B4-BE49-F238E27FC236}">
                    <a16:creationId xmlns:a16="http://schemas.microsoft.com/office/drawing/2014/main" id="{64C3A76E-9F51-4FFD-8BE2-F3447DD0048E}"/>
                  </a:ext>
                </a:extLst>
              </p:cNvPr>
              <p:cNvSpPr/>
              <p:nvPr/>
            </p:nvSpPr>
            <p:spPr>
              <a:xfrm>
                <a:off x="40162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4" name="椭圆 10133">
                <a:extLst>
                  <a:ext uri="{FF2B5EF4-FFF2-40B4-BE49-F238E27FC236}">
                    <a16:creationId xmlns:a16="http://schemas.microsoft.com/office/drawing/2014/main" id="{7D06507C-390F-4CE8-9937-AA28C3A57A17}"/>
                  </a:ext>
                </a:extLst>
              </p:cNvPr>
              <p:cNvSpPr/>
              <p:nvPr/>
            </p:nvSpPr>
            <p:spPr>
              <a:xfrm>
                <a:off x="3962003"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5" name="椭圆 10134">
                <a:extLst>
                  <a:ext uri="{FF2B5EF4-FFF2-40B4-BE49-F238E27FC236}">
                    <a16:creationId xmlns:a16="http://schemas.microsoft.com/office/drawing/2014/main" id="{EE840C54-0AB4-4429-BE1A-6282D73AC735}"/>
                  </a:ext>
                </a:extLst>
              </p:cNvPr>
              <p:cNvSpPr/>
              <p:nvPr/>
            </p:nvSpPr>
            <p:spPr>
              <a:xfrm>
                <a:off x="390826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6" name="椭圆 10135">
                <a:extLst>
                  <a:ext uri="{FF2B5EF4-FFF2-40B4-BE49-F238E27FC236}">
                    <a16:creationId xmlns:a16="http://schemas.microsoft.com/office/drawing/2014/main" id="{CCDA3F12-8496-433B-A1F9-842D36F4871B}"/>
                  </a:ext>
                </a:extLst>
              </p:cNvPr>
              <p:cNvSpPr/>
              <p:nvPr/>
            </p:nvSpPr>
            <p:spPr>
              <a:xfrm>
                <a:off x="4022822" y="2854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7" name="椭圆 10136">
                <a:extLst>
                  <a:ext uri="{FF2B5EF4-FFF2-40B4-BE49-F238E27FC236}">
                    <a16:creationId xmlns:a16="http://schemas.microsoft.com/office/drawing/2014/main" id="{8CDC0A3C-D83A-448C-B6F5-7CF3D08E5F2A}"/>
                  </a:ext>
                </a:extLst>
              </p:cNvPr>
              <p:cNvSpPr/>
              <p:nvPr/>
            </p:nvSpPr>
            <p:spPr>
              <a:xfrm>
                <a:off x="3953305"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8" name="椭圆 10137">
                <a:extLst>
                  <a:ext uri="{FF2B5EF4-FFF2-40B4-BE49-F238E27FC236}">
                    <a16:creationId xmlns:a16="http://schemas.microsoft.com/office/drawing/2014/main" id="{33B01724-FE40-41ED-822D-4734D86B7BF2}"/>
                  </a:ext>
                </a:extLst>
              </p:cNvPr>
              <p:cNvSpPr/>
              <p:nvPr/>
            </p:nvSpPr>
            <p:spPr>
              <a:xfrm>
                <a:off x="40394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9" name="椭圆 10138">
                <a:extLst>
                  <a:ext uri="{FF2B5EF4-FFF2-40B4-BE49-F238E27FC236}">
                    <a16:creationId xmlns:a16="http://schemas.microsoft.com/office/drawing/2014/main" id="{D22703A5-1277-4EBC-AC40-6FD34F689CE8}"/>
                  </a:ext>
                </a:extLst>
              </p:cNvPr>
              <p:cNvSpPr/>
              <p:nvPr/>
            </p:nvSpPr>
            <p:spPr>
              <a:xfrm>
                <a:off x="399144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0" name="椭圆 10139">
                <a:extLst>
                  <a:ext uri="{FF2B5EF4-FFF2-40B4-BE49-F238E27FC236}">
                    <a16:creationId xmlns:a16="http://schemas.microsoft.com/office/drawing/2014/main" id="{995BF174-E52D-42A9-B513-B79C8166DBB3}"/>
                  </a:ext>
                </a:extLst>
              </p:cNvPr>
              <p:cNvSpPr/>
              <p:nvPr/>
            </p:nvSpPr>
            <p:spPr>
              <a:xfrm>
                <a:off x="39873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1" name="椭圆 10140">
                <a:extLst>
                  <a:ext uri="{FF2B5EF4-FFF2-40B4-BE49-F238E27FC236}">
                    <a16:creationId xmlns:a16="http://schemas.microsoft.com/office/drawing/2014/main" id="{C44F334B-09E7-4739-8EA4-AFE7125686A4}"/>
                  </a:ext>
                </a:extLst>
              </p:cNvPr>
              <p:cNvSpPr/>
              <p:nvPr/>
            </p:nvSpPr>
            <p:spPr>
              <a:xfrm>
                <a:off x="405357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2" name="椭圆 10141">
                <a:extLst>
                  <a:ext uri="{FF2B5EF4-FFF2-40B4-BE49-F238E27FC236}">
                    <a16:creationId xmlns:a16="http://schemas.microsoft.com/office/drawing/2014/main" id="{11FEED55-6D34-4D2F-A082-D4F4E4331900}"/>
                  </a:ext>
                </a:extLst>
              </p:cNvPr>
              <p:cNvSpPr/>
              <p:nvPr/>
            </p:nvSpPr>
            <p:spPr>
              <a:xfrm>
                <a:off x="3971583"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3" name="椭圆 10142">
                <a:extLst>
                  <a:ext uri="{FF2B5EF4-FFF2-40B4-BE49-F238E27FC236}">
                    <a16:creationId xmlns:a16="http://schemas.microsoft.com/office/drawing/2014/main" id="{90399A3C-3FF9-4BC0-BD0F-3D4D93F8DA7F}"/>
                  </a:ext>
                </a:extLst>
              </p:cNvPr>
              <p:cNvSpPr/>
              <p:nvPr/>
            </p:nvSpPr>
            <p:spPr>
              <a:xfrm>
                <a:off x="4044881" y="24747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4" name="椭圆 10143">
                <a:extLst>
                  <a:ext uri="{FF2B5EF4-FFF2-40B4-BE49-F238E27FC236}">
                    <a16:creationId xmlns:a16="http://schemas.microsoft.com/office/drawing/2014/main" id="{F045E18A-7C44-4442-98D6-3870729BDB05}"/>
                  </a:ext>
                </a:extLst>
              </p:cNvPr>
              <p:cNvSpPr/>
              <p:nvPr/>
            </p:nvSpPr>
            <p:spPr>
              <a:xfrm>
                <a:off x="40834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5" name="椭圆 10144">
                <a:extLst>
                  <a:ext uri="{FF2B5EF4-FFF2-40B4-BE49-F238E27FC236}">
                    <a16:creationId xmlns:a16="http://schemas.microsoft.com/office/drawing/2014/main" id="{EB706D1B-618E-45BF-9499-38E56FAB81BD}"/>
                  </a:ext>
                </a:extLst>
              </p:cNvPr>
              <p:cNvSpPr/>
              <p:nvPr/>
            </p:nvSpPr>
            <p:spPr>
              <a:xfrm>
                <a:off x="4014857"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6" name="椭圆 10145">
                <a:extLst>
                  <a:ext uri="{FF2B5EF4-FFF2-40B4-BE49-F238E27FC236}">
                    <a16:creationId xmlns:a16="http://schemas.microsoft.com/office/drawing/2014/main" id="{B3B807B3-2E4F-4D88-ADA3-84345E4680E3}"/>
                  </a:ext>
                </a:extLst>
              </p:cNvPr>
              <p:cNvSpPr/>
              <p:nvPr/>
            </p:nvSpPr>
            <p:spPr>
              <a:xfrm>
                <a:off x="4073693" y="3009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7" name="椭圆 10146">
                <a:extLst>
                  <a:ext uri="{FF2B5EF4-FFF2-40B4-BE49-F238E27FC236}">
                    <a16:creationId xmlns:a16="http://schemas.microsoft.com/office/drawing/2014/main" id="{A3432DF2-2DCA-4B9F-835A-535D0F01D4CB}"/>
                  </a:ext>
                </a:extLst>
              </p:cNvPr>
              <p:cNvSpPr/>
              <p:nvPr/>
            </p:nvSpPr>
            <p:spPr>
              <a:xfrm>
                <a:off x="39292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8" name="椭圆 10147">
                <a:extLst>
                  <a:ext uri="{FF2B5EF4-FFF2-40B4-BE49-F238E27FC236}">
                    <a16:creationId xmlns:a16="http://schemas.microsoft.com/office/drawing/2014/main" id="{86428FBA-2FF4-4C29-9556-7D672A0F6E06}"/>
                  </a:ext>
                </a:extLst>
              </p:cNvPr>
              <p:cNvSpPr/>
              <p:nvPr/>
            </p:nvSpPr>
            <p:spPr>
              <a:xfrm>
                <a:off x="40354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9" name="椭圆 10148">
                <a:extLst>
                  <a:ext uri="{FF2B5EF4-FFF2-40B4-BE49-F238E27FC236}">
                    <a16:creationId xmlns:a16="http://schemas.microsoft.com/office/drawing/2014/main" id="{78113DF5-0CFA-4FF9-AC8A-E2C2A21C217D}"/>
                  </a:ext>
                </a:extLst>
              </p:cNvPr>
              <p:cNvSpPr/>
              <p:nvPr/>
            </p:nvSpPr>
            <p:spPr>
              <a:xfrm>
                <a:off x="411292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0" name="椭圆 10149">
                <a:extLst>
                  <a:ext uri="{FF2B5EF4-FFF2-40B4-BE49-F238E27FC236}">
                    <a16:creationId xmlns:a16="http://schemas.microsoft.com/office/drawing/2014/main" id="{9002815D-3712-432D-B61E-831F03E26271}"/>
                  </a:ext>
                </a:extLst>
              </p:cNvPr>
              <p:cNvSpPr/>
              <p:nvPr/>
            </p:nvSpPr>
            <p:spPr>
              <a:xfrm>
                <a:off x="4015004"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1" name="椭圆 10150">
                <a:extLst>
                  <a:ext uri="{FF2B5EF4-FFF2-40B4-BE49-F238E27FC236}">
                    <a16:creationId xmlns:a16="http://schemas.microsoft.com/office/drawing/2014/main" id="{2FF74397-73FE-4984-808A-147249FE02B5}"/>
                  </a:ext>
                </a:extLst>
              </p:cNvPr>
              <p:cNvSpPr/>
              <p:nvPr/>
            </p:nvSpPr>
            <p:spPr>
              <a:xfrm>
                <a:off x="4013829"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2" name="椭圆 10151">
                <a:extLst>
                  <a:ext uri="{FF2B5EF4-FFF2-40B4-BE49-F238E27FC236}">
                    <a16:creationId xmlns:a16="http://schemas.microsoft.com/office/drawing/2014/main" id="{E90FF08A-3E0D-4CA4-B084-0BE31C2D9634}"/>
                  </a:ext>
                </a:extLst>
              </p:cNvPr>
              <p:cNvSpPr/>
              <p:nvPr/>
            </p:nvSpPr>
            <p:spPr>
              <a:xfrm>
                <a:off x="4061030"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3" name="椭圆 10152">
                <a:extLst>
                  <a:ext uri="{FF2B5EF4-FFF2-40B4-BE49-F238E27FC236}">
                    <a16:creationId xmlns:a16="http://schemas.microsoft.com/office/drawing/2014/main" id="{DE2F0BF3-FEE9-4F39-97F1-CD7AA8202F66}"/>
                  </a:ext>
                </a:extLst>
              </p:cNvPr>
              <p:cNvSpPr/>
              <p:nvPr/>
            </p:nvSpPr>
            <p:spPr>
              <a:xfrm>
                <a:off x="3949891"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4" name="椭圆 10153">
                <a:extLst>
                  <a:ext uri="{FF2B5EF4-FFF2-40B4-BE49-F238E27FC236}">
                    <a16:creationId xmlns:a16="http://schemas.microsoft.com/office/drawing/2014/main" id="{1B006DF8-29D5-4EF9-A5A2-5D725782A02D}"/>
                  </a:ext>
                </a:extLst>
              </p:cNvPr>
              <p:cNvSpPr/>
              <p:nvPr/>
            </p:nvSpPr>
            <p:spPr>
              <a:xfrm>
                <a:off x="3876777"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5" name="椭圆 10154">
                <a:extLst>
                  <a:ext uri="{FF2B5EF4-FFF2-40B4-BE49-F238E27FC236}">
                    <a16:creationId xmlns:a16="http://schemas.microsoft.com/office/drawing/2014/main" id="{FFC31AFF-814E-4DAE-BC69-1FD85F5B2095}"/>
                  </a:ext>
                </a:extLst>
              </p:cNvPr>
              <p:cNvSpPr/>
              <p:nvPr/>
            </p:nvSpPr>
            <p:spPr>
              <a:xfrm>
                <a:off x="401489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6" name="椭圆 10155">
                <a:extLst>
                  <a:ext uri="{FF2B5EF4-FFF2-40B4-BE49-F238E27FC236}">
                    <a16:creationId xmlns:a16="http://schemas.microsoft.com/office/drawing/2014/main" id="{E64CEA85-C61A-4D7F-924C-2BE8F3BD412F}"/>
                  </a:ext>
                </a:extLst>
              </p:cNvPr>
              <p:cNvSpPr/>
              <p:nvPr/>
            </p:nvSpPr>
            <p:spPr>
              <a:xfrm>
                <a:off x="403908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7" name="椭圆 10156">
                <a:extLst>
                  <a:ext uri="{FF2B5EF4-FFF2-40B4-BE49-F238E27FC236}">
                    <a16:creationId xmlns:a16="http://schemas.microsoft.com/office/drawing/2014/main" id="{C50BC09D-FCB4-463E-8928-495B35487F3B}"/>
                  </a:ext>
                </a:extLst>
              </p:cNvPr>
              <p:cNvSpPr/>
              <p:nvPr/>
            </p:nvSpPr>
            <p:spPr>
              <a:xfrm>
                <a:off x="4030419"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8" name="椭圆 10157">
                <a:extLst>
                  <a:ext uri="{FF2B5EF4-FFF2-40B4-BE49-F238E27FC236}">
                    <a16:creationId xmlns:a16="http://schemas.microsoft.com/office/drawing/2014/main" id="{B2769E64-3EDB-41D8-980F-FFE0B25859FA}"/>
                  </a:ext>
                </a:extLst>
              </p:cNvPr>
              <p:cNvSpPr/>
              <p:nvPr/>
            </p:nvSpPr>
            <p:spPr>
              <a:xfrm>
                <a:off x="403955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9" name="椭圆 10158">
                <a:extLst>
                  <a:ext uri="{FF2B5EF4-FFF2-40B4-BE49-F238E27FC236}">
                    <a16:creationId xmlns:a16="http://schemas.microsoft.com/office/drawing/2014/main" id="{182DBA1B-5B57-4AAA-9F1C-E834BA8AB7CB}"/>
                  </a:ext>
                </a:extLst>
              </p:cNvPr>
              <p:cNvSpPr/>
              <p:nvPr/>
            </p:nvSpPr>
            <p:spPr>
              <a:xfrm>
                <a:off x="401250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0" name="椭圆 10159">
                <a:extLst>
                  <a:ext uri="{FF2B5EF4-FFF2-40B4-BE49-F238E27FC236}">
                    <a16:creationId xmlns:a16="http://schemas.microsoft.com/office/drawing/2014/main" id="{845F5B9D-119F-4899-9C0B-529927C68BC8}"/>
                  </a:ext>
                </a:extLst>
              </p:cNvPr>
              <p:cNvSpPr/>
              <p:nvPr/>
            </p:nvSpPr>
            <p:spPr>
              <a:xfrm>
                <a:off x="39934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1" name="椭圆 10160">
                <a:extLst>
                  <a:ext uri="{FF2B5EF4-FFF2-40B4-BE49-F238E27FC236}">
                    <a16:creationId xmlns:a16="http://schemas.microsoft.com/office/drawing/2014/main" id="{4BD42ED4-37CE-4BA5-8BFD-7243FA7FE29D}"/>
                  </a:ext>
                </a:extLst>
              </p:cNvPr>
              <p:cNvSpPr/>
              <p:nvPr/>
            </p:nvSpPr>
            <p:spPr>
              <a:xfrm>
                <a:off x="397330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2" name="椭圆 10161">
                <a:extLst>
                  <a:ext uri="{FF2B5EF4-FFF2-40B4-BE49-F238E27FC236}">
                    <a16:creationId xmlns:a16="http://schemas.microsoft.com/office/drawing/2014/main" id="{2CDF9551-EE2B-4A63-A1D0-1383CC89FF46}"/>
                  </a:ext>
                </a:extLst>
              </p:cNvPr>
              <p:cNvSpPr/>
              <p:nvPr/>
            </p:nvSpPr>
            <p:spPr>
              <a:xfrm>
                <a:off x="395396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3" name="椭圆 10162">
                <a:extLst>
                  <a:ext uri="{FF2B5EF4-FFF2-40B4-BE49-F238E27FC236}">
                    <a16:creationId xmlns:a16="http://schemas.microsoft.com/office/drawing/2014/main" id="{AF1BD870-6E6B-44D7-8906-B7BDBE6ABBB1}"/>
                  </a:ext>
                </a:extLst>
              </p:cNvPr>
              <p:cNvSpPr/>
              <p:nvPr/>
            </p:nvSpPr>
            <p:spPr>
              <a:xfrm>
                <a:off x="40084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4" name="椭圆 10163">
                <a:extLst>
                  <a:ext uri="{FF2B5EF4-FFF2-40B4-BE49-F238E27FC236}">
                    <a16:creationId xmlns:a16="http://schemas.microsoft.com/office/drawing/2014/main" id="{62ED50EC-2B6D-401E-BDA7-EA56DDA15374}"/>
                  </a:ext>
                </a:extLst>
              </p:cNvPr>
              <p:cNvSpPr/>
              <p:nvPr/>
            </p:nvSpPr>
            <p:spPr>
              <a:xfrm>
                <a:off x="40117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5" name="椭圆 10164">
                <a:extLst>
                  <a:ext uri="{FF2B5EF4-FFF2-40B4-BE49-F238E27FC236}">
                    <a16:creationId xmlns:a16="http://schemas.microsoft.com/office/drawing/2014/main" id="{3A9F20F6-4F19-470A-B400-5D0E9C430691}"/>
                  </a:ext>
                </a:extLst>
              </p:cNvPr>
              <p:cNvSpPr/>
              <p:nvPr/>
            </p:nvSpPr>
            <p:spPr>
              <a:xfrm>
                <a:off x="398296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6" name="椭圆 10165">
                <a:extLst>
                  <a:ext uri="{FF2B5EF4-FFF2-40B4-BE49-F238E27FC236}">
                    <a16:creationId xmlns:a16="http://schemas.microsoft.com/office/drawing/2014/main" id="{F0693547-3DA5-4B0B-8791-EB7AA9968B04}"/>
                  </a:ext>
                </a:extLst>
              </p:cNvPr>
              <p:cNvSpPr/>
              <p:nvPr/>
            </p:nvSpPr>
            <p:spPr>
              <a:xfrm>
                <a:off x="401676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7" name="椭圆 10166">
                <a:extLst>
                  <a:ext uri="{FF2B5EF4-FFF2-40B4-BE49-F238E27FC236}">
                    <a16:creationId xmlns:a16="http://schemas.microsoft.com/office/drawing/2014/main" id="{842461EB-CF47-41EB-8D03-98220707FFE7}"/>
                  </a:ext>
                </a:extLst>
              </p:cNvPr>
              <p:cNvSpPr/>
              <p:nvPr/>
            </p:nvSpPr>
            <p:spPr>
              <a:xfrm>
                <a:off x="3989641"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8" name="椭圆 10167">
                <a:extLst>
                  <a:ext uri="{FF2B5EF4-FFF2-40B4-BE49-F238E27FC236}">
                    <a16:creationId xmlns:a16="http://schemas.microsoft.com/office/drawing/2014/main" id="{9FE5E4DB-2977-423B-A567-4B672C2472A1}"/>
                  </a:ext>
                </a:extLst>
              </p:cNvPr>
              <p:cNvSpPr/>
              <p:nvPr/>
            </p:nvSpPr>
            <p:spPr>
              <a:xfrm>
                <a:off x="3911793"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9" name="椭圆 10168">
                <a:extLst>
                  <a:ext uri="{FF2B5EF4-FFF2-40B4-BE49-F238E27FC236}">
                    <a16:creationId xmlns:a16="http://schemas.microsoft.com/office/drawing/2014/main" id="{E4B5E261-E10A-4083-985A-2FE4FA68EEED}"/>
                  </a:ext>
                </a:extLst>
              </p:cNvPr>
              <p:cNvSpPr/>
              <p:nvPr/>
            </p:nvSpPr>
            <p:spPr>
              <a:xfrm>
                <a:off x="4077363" y="29379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0" name="椭圆 10169">
                <a:extLst>
                  <a:ext uri="{FF2B5EF4-FFF2-40B4-BE49-F238E27FC236}">
                    <a16:creationId xmlns:a16="http://schemas.microsoft.com/office/drawing/2014/main" id="{33A583C7-456F-45D4-BB5D-BF4529D0832C}"/>
                  </a:ext>
                </a:extLst>
              </p:cNvPr>
              <p:cNvSpPr/>
              <p:nvPr/>
            </p:nvSpPr>
            <p:spPr>
              <a:xfrm>
                <a:off x="3572870" y="26785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1" name="椭圆 10170">
                <a:extLst>
                  <a:ext uri="{FF2B5EF4-FFF2-40B4-BE49-F238E27FC236}">
                    <a16:creationId xmlns:a16="http://schemas.microsoft.com/office/drawing/2014/main" id="{A7D2ACD4-347B-49A8-BCD1-E675CD4BCF5D}"/>
                  </a:ext>
                </a:extLst>
              </p:cNvPr>
              <p:cNvSpPr/>
              <p:nvPr/>
            </p:nvSpPr>
            <p:spPr>
              <a:xfrm>
                <a:off x="4043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2" name="椭圆 10171">
                <a:extLst>
                  <a:ext uri="{FF2B5EF4-FFF2-40B4-BE49-F238E27FC236}">
                    <a16:creationId xmlns:a16="http://schemas.microsoft.com/office/drawing/2014/main" id="{11F6CF66-763E-47BE-9E20-25817F85A0ED}"/>
                  </a:ext>
                </a:extLst>
              </p:cNvPr>
              <p:cNvSpPr/>
              <p:nvPr/>
            </p:nvSpPr>
            <p:spPr>
              <a:xfrm>
                <a:off x="3711096" y="27615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3" name="椭圆 10172">
                <a:extLst>
                  <a:ext uri="{FF2B5EF4-FFF2-40B4-BE49-F238E27FC236}">
                    <a16:creationId xmlns:a16="http://schemas.microsoft.com/office/drawing/2014/main" id="{A82B2364-D332-478F-99E5-872BFFA53D5D}"/>
                  </a:ext>
                </a:extLst>
              </p:cNvPr>
              <p:cNvSpPr/>
              <p:nvPr/>
            </p:nvSpPr>
            <p:spPr>
              <a:xfrm>
                <a:off x="4103166" y="30236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4" name="椭圆 10173">
                <a:extLst>
                  <a:ext uri="{FF2B5EF4-FFF2-40B4-BE49-F238E27FC236}">
                    <a16:creationId xmlns:a16="http://schemas.microsoft.com/office/drawing/2014/main" id="{E3FD0777-0ACF-4C4B-A629-B42706ABCD3F}"/>
                  </a:ext>
                </a:extLst>
              </p:cNvPr>
              <p:cNvSpPr/>
              <p:nvPr/>
            </p:nvSpPr>
            <p:spPr>
              <a:xfrm>
                <a:off x="412882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5" name="椭圆 10174">
                <a:extLst>
                  <a:ext uri="{FF2B5EF4-FFF2-40B4-BE49-F238E27FC236}">
                    <a16:creationId xmlns:a16="http://schemas.microsoft.com/office/drawing/2014/main" id="{858AE5D1-D9D8-47B7-9EE4-2C3CBB50B4C0}"/>
                  </a:ext>
                </a:extLst>
              </p:cNvPr>
              <p:cNvSpPr/>
              <p:nvPr/>
            </p:nvSpPr>
            <p:spPr>
              <a:xfrm>
                <a:off x="3948460" y="2990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6" name="椭圆 10175">
                <a:extLst>
                  <a:ext uri="{FF2B5EF4-FFF2-40B4-BE49-F238E27FC236}">
                    <a16:creationId xmlns:a16="http://schemas.microsoft.com/office/drawing/2014/main" id="{5FAC82BE-C9A9-4CC6-9D4A-9EDC235BF9CB}"/>
                  </a:ext>
                </a:extLst>
              </p:cNvPr>
              <p:cNvSpPr/>
              <p:nvPr/>
            </p:nvSpPr>
            <p:spPr>
              <a:xfrm>
                <a:off x="4016178" y="2973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7" name="椭圆 10176">
                <a:extLst>
                  <a:ext uri="{FF2B5EF4-FFF2-40B4-BE49-F238E27FC236}">
                    <a16:creationId xmlns:a16="http://schemas.microsoft.com/office/drawing/2014/main" id="{B84255FA-D6E5-4CB9-999A-4957148C447F}"/>
                  </a:ext>
                </a:extLst>
              </p:cNvPr>
              <p:cNvSpPr/>
              <p:nvPr/>
            </p:nvSpPr>
            <p:spPr>
              <a:xfrm>
                <a:off x="4034787" y="2739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8" name="椭圆 10177">
                <a:extLst>
                  <a:ext uri="{FF2B5EF4-FFF2-40B4-BE49-F238E27FC236}">
                    <a16:creationId xmlns:a16="http://schemas.microsoft.com/office/drawing/2014/main" id="{FE49C375-6680-4CA2-A6BA-5D5DF2C9CB97}"/>
                  </a:ext>
                </a:extLst>
              </p:cNvPr>
              <p:cNvSpPr/>
              <p:nvPr/>
            </p:nvSpPr>
            <p:spPr>
              <a:xfrm>
                <a:off x="3927208" y="29339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9" name="椭圆 10178">
                <a:extLst>
                  <a:ext uri="{FF2B5EF4-FFF2-40B4-BE49-F238E27FC236}">
                    <a16:creationId xmlns:a16="http://schemas.microsoft.com/office/drawing/2014/main" id="{1C69B217-517D-41F5-B49E-F28D6229CDD6}"/>
                  </a:ext>
                </a:extLst>
              </p:cNvPr>
              <p:cNvSpPr/>
              <p:nvPr/>
            </p:nvSpPr>
            <p:spPr>
              <a:xfrm>
                <a:off x="3970555"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0" name="椭圆 10179">
                <a:extLst>
                  <a:ext uri="{FF2B5EF4-FFF2-40B4-BE49-F238E27FC236}">
                    <a16:creationId xmlns:a16="http://schemas.microsoft.com/office/drawing/2014/main" id="{743FBC43-B4DA-4C45-8702-E509E20F9D83}"/>
                  </a:ext>
                </a:extLst>
              </p:cNvPr>
              <p:cNvSpPr/>
              <p:nvPr/>
            </p:nvSpPr>
            <p:spPr>
              <a:xfrm>
                <a:off x="3985641"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1" name="椭圆 10180">
                <a:extLst>
                  <a:ext uri="{FF2B5EF4-FFF2-40B4-BE49-F238E27FC236}">
                    <a16:creationId xmlns:a16="http://schemas.microsoft.com/office/drawing/2014/main" id="{E9056045-7A62-47BA-A672-9BA2AD7CF4A1}"/>
                  </a:ext>
                </a:extLst>
              </p:cNvPr>
              <p:cNvSpPr/>
              <p:nvPr/>
            </p:nvSpPr>
            <p:spPr>
              <a:xfrm>
                <a:off x="400535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2" name="椭圆 10181">
                <a:extLst>
                  <a:ext uri="{FF2B5EF4-FFF2-40B4-BE49-F238E27FC236}">
                    <a16:creationId xmlns:a16="http://schemas.microsoft.com/office/drawing/2014/main" id="{B297A91C-E7A7-4BA8-9659-92B83F6AE54F}"/>
                  </a:ext>
                </a:extLst>
              </p:cNvPr>
              <p:cNvSpPr/>
              <p:nvPr/>
            </p:nvSpPr>
            <p:spPr>
              <a:xfrm>
                <a:off x="4040953"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3" name="椭圆 10182">
                <a:extLst>
                  <a:ext uri="{FF2B5EF4-FFF2-40B4-BE49-F238E27FC236}">
                    <a16:creationId xmlns:a16="http://schemas.microsoft.com/office/drawing/2014/main" id="{125F2217-82EE-4FDA-909F-CEDF188FFB49}"/>
                  </a:ext>
                </a:extLst>
              </p:cNvPr>
              <p:cNvSpPr/>
              <p:nvPr/>
            </p:nvSpPr>
            <p:spPr>
              <a:xfrm>
                <a:off x="40154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4" name="椭圆 10183">
                <a:extLst>
                  <a:ext uri="{FF2B5EF4-FFF2-40B4-BE49-F238E27FC236}">
                    <a16:creationId xmlns:a16="http://schemas.microsoft.com/office/drawing/2014/main" id="{A09690F6-837A-444C-8749-8C4469B5ABA8}"/>
                  </a:ext>
                </a:extLst>
              </p:cNvPr>
              <p:cNvSpPr/>
              <p:nvPr/>
            </p:nvSpPr>
            <p:spPr>
              <a:xfrm>
                <a:off x="403152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5" name="椭圆 10184">
                <a:extLst>
                  <a:ext uri="{FF2B5EF4-FFF2-40B4-BE49-F238E27FC236}">
                    <a16:creationId xmlns:a16="http://schemas.microsoft.com/office/drawing/2014/main" id="{F31F0C19-48CD-4601-A964-6D586053A10D}"/>
                  </a:ext>
                </a:extLst>
              </p:cNvPr>
              <p:cNvSpPr/>
              <p:nvPr/>
            </p:nvSpPr>
            <p:spPr>
              <a:xfrm>
                <a:off x="3937265" y="273584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6" name="椭圆 10185">
                <a:extLst>
                  <a:ext uri="{FF2B5EF4-FFF2-40B4-BE49-F238E27FC236}">
                    <a16:creationId xmlns:a16="http://schemas.microsoft.com/office/drawing/2014/main" id="{C55F78E1-F3E8-4293-88B0-A62FE078C796}"/>
                  </a:ext>
                </a:extLst>
              </p:cNvPr>
              <p:cNvSpPr/>
              <p:nvPr/>
            </p:nvSpPr>
            <p:spPr>
              <a:xfrm>
                <a:off x="4016435"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7" name="椭圆 10186">
                <a:extLst>
                  <a:ext uri="{FF2B5EF4-FFF2-40B4-BE49-F238E27FC236}">
                    <a16:creationId xmlns:a16="http://schemas.microsoft.com/office/drawing/2014/main" id="{89A79A3E-61CC-43DE-8D04-684660BB48E2}"/>
                  </a:ext>
                </a:extLst>
              </p:cNvPr>
              <p:cNvSpPr/>
              <p:nvPr/>
            </p:nvSpPr>
            <p:spPr>
              <a:xfrm>
                <a:off x="400289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8" name="椭圆 10187">
                <a:extLst>
                  <a:ext uri="{FF2B5EF4-FFF2-40B4-BE49-F238E27FC236}">
                    <a16:creationId xmlns:a16="http://schemas.microsoft.com/office/drawing/2014/main" id="{D906EF97-E069-4874-BEED-2BC5B4790658}"/>
                  </a:ext>
                </a:extLst>
              </p:cNvPr>
              <p:cNvSpPr/>
              <p:nvPr/>
            </p:nvSpPr>
            <p:spPr>
              <a:xfrm>
                <a:off x="403794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9" name="椭圆 10188">
                <a:extLst>
                  <a:ext uri="{FF2B5EF4-FFF2-40B4-BE49-F238E27FC236}">
                    <a16:creationId xmlns:a16="http://schemas.microsoft.com/office/drawing/2014/main" id="{D222C940-6909-48F6-BCB5-3685C2EF92E5}"/>
                  </a:ext>
                </a:extLst>
              </p:cNvPr>
              <p:cNvSpPr/>
              <p:nvPr/>
            </p:nvSpPr>
            <p:spPr>
              <a:xfrm>
                <a:off x="4180574" y="2810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0" name="椭圆 10189">
                <a:extLst>
                  <a:ext uri="{FF2B5EF4-FFF2-40B4-BE49-F238E27FC236}">
                    <a16:creationId xmlns:a16="http://schemas.microsoft.com/office/drawing/2014/main" id="{B621FDE8-E167-41CA-AC08-A235EC3AD052}"/>
                  </a:ext>
                </a:extLst>
              </p:cNvPr>
              <p:cNvSpPr/>
              <p:nvPr/>
            </p:nvSpPr>
            <p:spPr>
              <a:xfrm>
                <a:off x="3832256" y="238727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1" name="椭圆 10190">
                <a:extLst>
                  <a:ext uri="{FF2B5EF4-FFF2-40B4-BE49-F238E27FC236}">
                    <a16:creationId xmlns:a16="http://schemas.microsoft.com/office/drawing/2014/main" id="{9DBC0CDE-1823-4BF2-985D-729304D290F1}"/>
                  </a:ext>
                </a:extLst>
              </p:cNvPr>
              <p:cNvSpPr/>
              <p:nvPr/>
            </p:nvSpPr>
            <p:spPr>
              <a:xfrm>
                <a:off x="402561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2" name="椭圆 10191">
                <a:extLst>
                  <a:ext uri="{FF2B5EF4-FFF2-40B4-BE49-F238E27FC236}">
                    <a16:creationId xmlns:a16="http://schemas.microsoft.com/office/drawing/2014/main" id="{454F178F-DF84-401E-816A-519729E3082C}"/>
                  </a:ext>
                </a:extLst>
              </p:cNvPr>
              <p:cNvSpPr/>
              <p:nvPr/>
            </p:nvSpPr>
            <p:spPr>
              <a:xfrm>
                <a:off x="3865289"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3" name="椭圆 10192">
                <a:extLst>
                  <a:ext uri="{FF2B5EF4-FFF2-40B4-BE49-F238E27FC236}">
                    <a16:creationId xmlns:a16="http://schemas.microsoft.com/office/drawing/2014/main" id="{51A18D9E-7162-4647-BC41-0585D2ED7C5B}"/>
                  </a:ext>
                </a:extLst>
              </p:cNvPr>
              <p:cNvSpPr/>
              <p:nvPr/>
            </p:nvSpPr>
            <p:spPr>
              <a:xfrm>
                <a:off x="385284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4" name="椭圆 10193">
                <a:extLst>
                  <a:ext uri="{FF2B5EF4-FFF2-40B4-BE49-F238E27FC236}">
                    <a16:creationId xmlns:a16="http://schemas.microsoft.com/office/drawing/2014/main" id="{C0CEBE83-DBCB-42A7-991D-BE520052F489}"/>
                  </a:ext>
                </a:extLst>
              </p:cNvPr>
              <p:cNvSpPr/>
              <p:nvPr/>
            </p:nvSpPr>
            <p:spPr>
              <a:xfrm>
                <a:off x="394427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5" name="椭圆 10194">
                <a:extLst>
                  <a:ext uri="{FF2B5EF4-FFF2-40B4-BE49-F238E27FC236}">
                    <a16:creationId xmlns:a16="http://schemas.microsoft.com/office/drawing/2014/main" id="{A2A7C4C7-2C98-4314-B50F-F490730195B1}"/>
                  </a:ext>
                </a:extLst>
              </p:cNvPr>
              <p:cNvSpPr/>
              <p:nvPr/>
            </p:nvSpPr>
            <p:spPr>
              <a:xfrm>
                <a:off x="40045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6" name="椭圆 10195">
                <a:extLst>
                  <a:ext uri="{FF2B5EF4-FFF2-40B4-BE49-F238E27FC236}">
                    <a16:creationId xmlns:a16="http://schemas.microsoft.com/office/drawing/2014/main" id="{44800ACB-96C9-4E3A-9316-6B17ECBD56C0}"/>
                  </a:ext>
                </a:extLst>
              </p:cNvPr>
              <p:cNvSpPr/>
              <p:nvPr/>
            </p:nvSpPr>
            <p:spPr>
              <a:xfrm>
                <a:off x="4016619" y="29905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7" name="椭圆 10196">
                <a:extLst>
                  <a:ext uri="{FF2B5EF4-FFF2-40B4-BE49-F238E27FC236}">
                    <a16:creationId xmlns:a16="http://schemas.microsoft.com/office/drawing/2014/main" id="{86257352-3926-4A6A-9EB6-BE61D76082E3}"/>
                  </a:ext>
                </a:extLst>
              </p:cNvPr>
              <p:cNvSpPr/>
              <p:nvPr/>
            </p:nvSpPr>
            <p:spPr>
              <a:xfrm>
                <a:off x="3908012"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8" name="椭圆 10197">
                <a:extLst>
                  <a:ext uri="{FF2B5EF4-FFF2-40B4-BE49-F238E27FC236}">
                    <a16:creationId xmlns:a16="http://schemas.microsoft.com/office/drawing/2014/main" id="{B634544C-BF25-4327-91B6-FA2B6A8C5F3C}"/>
                  </a:ext>
                </a:extLst>
              </p:cNvPr>
              <p:cNvSpPr/>
              <p:nvPr/>
            </p:nvSpPr>
            <p:spPr>
              <a:xfrm>
                <a:off x="395851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9" name="椭圆 10198">
                <a:extLst>
                  <a:ext uri="{FF2B5EF4-FFF2-40B4-BE49-F238E27FC236}">
                    <a16:creationId xmlns:a16="http://schemas.microsoft.com/office/drawing/2014/main" id="{8C0CECAD-5479-4196-962C-A5C527DAC168}"/>
                  </a:ext>
                </a:extLst>
              </p:cNvPr>
              <p:cNvSpPr/>
              <p:nvPr/>
            </p:nvSpPr>
            <p:spPr>
              <a:xfrm>
                <a:off x="4002818" y="2985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0" name="椭圆 10199">
                <a:extLst>
                  <a:ext uri="{FF2B5EF4-FFF2-40B4-BE49-F238E27FC236}">
                    <a16:creationId xmlns:a16="http://schemas.microsoft.com/office/drawing/2014/main" id="{4C543A73-E3B9-45DD-BAA6-116D0F764155}"/>
                  </a:ext>
                </a:extLst>
              </p:cNvPr>
              <p:cNvSpPr/>
              <p:nvPr/>
            </p:nvSpPr>
            <p:spPr>
              <a:xfrm>
                <a:off x="397374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1" name="椭圆 10200">
                <a:extLst>
                  <a:ext uri="{FF2B5EF4-FFF2-40B4-BE49-F238E27FC236}">
                    <a16:creationId xmlns:a16="http://schemas.microsoft.com/office/drawing/2014/main" id="{4B562EF1-0A02-4857-BE3F-3923154CD023}"/>
                  </a:ext>
                </a:extLst>
              </p:cNvPr>
              <p:cNvSpPr/>
              <p:nvPr/>
            </p:nvSpPr>
            <p:spPr>
              <a:xfrm>
                <a:off x="402873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2" name="椭圆 10201">
                <a:extLst>
                  <a:ext uri="{FF2B5EF4-FFF2-40B4-BE49-F238E27FC236}">
                    <a16:creationId xmlns:a16="http://schemas.microsoft.com/office/drawing/2014/main" id="{F771CEFF-8A15-4732-A6EC-A53A61632858}"/>
                  </a:ext>
                </a:extLst>
              </p:cNvPr>
              <p:cNvSpPr/>
              <p:nvPr/>
            </p:nvSpPr>
            <p:spPr>
              <a:xfrm>
                <a:off x="4128455" y="2883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3" name="椭圆 10202">
                <a:extLst>
                  <a:ext uri="{FF2B5EF4-FFF2-40B4-BE49-F238E27FC236}">
                    <a16:creationId xmlns:a16="http://schemas.microsoft.com/office/drawing/2014/main" id="{5B8971F4-2BB8-470D-8600-6873DE1AE73A}"/>
                  </a:ext>
                </a:extLst>
              </p:cNvPr>
              <p:cNvSpPr/>
              <p:nvPr/>
            </p:nvSpPr>
            <p:spPr>
              <a:xfrm>
                <a:off x="41210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4" name="椭圆 10203">
                <a:extLst>
                  <a:ext uri="{FF2B5EF4-FFF2-40B4-BE49-F238E27FC236}">
                    <a16:creationId xmlns:a16="http://schemas.microsoft.com/office/drawing/2014/main" id="{219C763E-7E3D-457F-B85F-2DE41B0D4CAE}"/>
                  </a:ext>
                </a:extLst>
              </p:cNvPr>
              <p:cNvSpPr/>
              <p:nvPr/>
            </p:nvSpPr>
            <p:spPr>
              <a:xfrm>
                <a:off x="416347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5" name="椭圆 10204">
                <a:extLst>
                  <a:ext uri="{FF2B5EF4-FFF2-40B4-BE49-F238E27FC236}">
                    <a16:creationId xmlns:a16="http://schemas.microsoft.com/office/drawing/2014/main" id="{7276AE1E-7343-4C22-A796-D901797A6387}"/>
                  </a:ext>
                </a:extLst>
              </p:cNvPr>
              <p:cNvSpPr/>
              <p:nvPr/>
            </p:nvSpPr>
            <p:spPr>
              <a:xfrm>
                <a:off x="404139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6" name="椭圆 10205">
                <a:extLst>
                  <a:ext uri="{FF2B5EF4-FFF2-40B4-BE49-F238E27FC236}">
                    <a16:creationId xmlns:a16="http://schemas.microsoft.com/office/drawing/2014/main" id="{1753A750-3867-4ED2-92E5-83C0C44F5F36}"/>
                  </a:ext>
                </a:extLst>
              </p:cNvPr>
              <p:cNvSpPr/>
              <p:nvPr/>
            </p:nvSpPr>
            <p:spPr>
              <a:xfrm>
                <a:off x="4026896"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7" name="椭圆 10206">
                <a:extLst>
                  <a:ext uri="{FF2B5EF4-FFF2-40B4-BE49-F238E27FC236}">
                    <a16:creationId xmlns:a16="http://schemas.microsoft.com/office/drawing/2014/main" id="{532F7EC3-040C-47EB-BB38-D28286B13329}"/>
                  </a:ext>
                </a:extLst>
              </p:cNvPr>
              <p:cNvSpPr/>
              <p:nvPr/>
            </p:nvSpPr>
            <p:spPr>
              <a:xfrm>
                <a:off x="41347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8" name="椭圆 10207">
                <a:extLst>
                  <a:ext uri="{FF2B5EF4-FFF2-40B4-BE49-F238E27FC236}">
                    <a16:creationId xmlns:a16="http://schemas.microsoft.com/office/drawing/2014/main" id="{02E54D30-59EA-4F19-967E-CD20BB743491}"/>
                  </a:ext>
                </a:extLst>
              </p:cNvPr>
              <p:cNvSpPr/>
              <p:nvPr/>
            </p:nvSpPr>
            <p:spPr>
              <a:xfrm>
                <a:off x="401694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9" name="椭圆 10208">
                <a:extLst>
                  <a:ext uri="{FF2B5EF4-FFF2-40B4-BE49-F238E27FC236}">
                    <a16:creationId xmlns:a16="http://schemas.microsoft.com/office/drawing/2014/main" id="{C64ED767-327A-417D-AD7A-299CDD6F53FA}"/>
                  </a:ext>
                </a:extLst>
              </p:cNvPr>
              <p:cNvSpPr/>
              <p:nvPr/>
            </p:nvSpPr>
            <p:spPr>
              <a:xfrm>
                <a:off x="406073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0" name="椭圆 10209">
                <a:extLst>
                  <a:ext uri="{FF2B5EF4-FFF2-40B4-BE49-F238E27FC236}">
                    <a16:creationId xmlns:a16="http://schemas.microsoft.com/office/drawing/2014/main" id="{08EC95A5-5763-43F0-9598-C9D1965F5657}"/>
                  </a:ext>
                </a:extLst>
              </p:cNvPr>
              <p:cNvSpPr/>
              <p:nvPr/>
            </p:nvSpPr>
            <p:spPr>
              <a:xfrm>
                <a:off x="403541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1" name="椭圆 10210">
                <a:extLst>
                  <a:ext uri="{FF2B5EF4-FFF2-40B4-BE49-F238E27FC236}">
                    <a16:creationId xmlns:a16="http://schemas.microsoft.com/office/drawing/2014/main" id="{93185840-F4A7-4A34-8165-87BFF8AF94B6}"/>
                  </a:ext>
                </a:extLst>
              </p:cNvPr>
              <p:cNvSpPr/>
              <p:nvPr/>
            </p:nvSpPr>
            <p:spPr>
              <a:xfrm>
                <a:off x="3824144" y="2849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2" name="椭圆 10211">
                <a:extLst>
                  <a:ext uri="{FF2B5EF4-FFF2-40B4-BE49-F238E27FC236}">
                    <a16:creationId xmlns:a16="http://schemas.microsoft.com/office/drawing/2014/main" id="{BC1D241D-8C2B-4AEE-9350-37A88453863F}"/>
                  </a:ext>
                </a:extLst>
              </p:cNvPr>
              <p:cNvSpPr/>
              <p:nvPr/>
            </p:nvSpPr>
            <p:spPr>
              <a:xfrm>
                <a:off x="3802893" y="28996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3" name="椭圆 10212">
                <a:extLst>
                  <a:ext uri="{FF2B5EF4-FFF2-40B4-BE49-F238E27FC236}">
                    <a16:creationId xmlns:a16="http://schemas.microsoft.com/office/drawing/2014/main" id="{61839329-EF27-4589-9BE1-C636BAC2D1F4}"/>
                  </a:ext>
                </a:extLst>
              </p:cNvPr>
              <p:cNvSpPr/>
              <p:nvPr/>
            </p:nvSpPr>
            <p:spPr>
              <a:xfrm>
                <a:off x="402432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4" name="椭圆 10213">
                <a:extLst>
                  <a:ext uri="{FF2B5EF4-FFF2-40B4-BE49-F238E27FC236}">
                    <a16:creationId xmlns:a16="http://schemas.microsoft.com/office/drawing/2014/main" id="{03C2983A-631B-47A8-81F7-2075EBE15741}"/>
                  </a:ext>
                </a:extLst>
              </p:cNvPr>
              <p:cNvSpPr/>
              <p:nvPr/>
            </p:nvSpPr>
            <p:spPr>
              <a:xfrm>
                <a:off x="416486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5" name="椭圆 10214">
                <a:extLst>
                  <a:ext uri="{FF2B5EF4-FFF2-40B4-BE49-F238E27FC236}">
                    <a16:creationId xmlns:a16="http://schemas.microsoft.com/office/drawing/2014/main" id="{C44E29C2-04BD-4C28-887F-EBAC30135EBB}"/>
                  </a:ext>
                </a:extLst>
              </p:cNvPr>
              <p:cNvSpPr/>
              <p:nvPr/>
            </p:nvSpPr>
            <p:spPr>
              <a:xfrm>
                <a:off x="410283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6" name="椭圆 10215">
                <a:extLst>
                  <a:ext uri="{FF2B5EF4-FFF2-40B4-BE49-F238E27FC236}">
                    <a16:creationId xmlns:a16="http://schemas.microsoft.com/office/drawing/2014/main" id="{1F9966E7-FDF0-46E9-8813-FA78DE3C9CB9}"/>
                  </a:ext>
                </a:extLst>
              </p:cNvPr>
              <p:cNvSpPr/>
              <p:nvPr/>
            </p:nvSpPr>
            <p:spPr>
              <a:xfrm>
                <a:off x="39838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7" name="椭圆 10216">
                <a:extLst>
                  <a:ext uri="{FF2B5EF4-FFF2-40B4-BE49-F238E27FC236}">
                    <a16:creationId xmlns:a16="http://schemas.microsoft.com/office/drawing/2014/main" id="{9AEBCED7-7604-473E-8D82-8B54DAC14984}"/>
                  </a:ext>
                </a:extLst>
              </p:cNvPr>
              <p:cNvSpPr/>
              <p:nvPr/>
            </p:nvSpPr>
            <p:spPr>
              <a:xfrm>
                <a:off x="399782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8" name="椭圆 10217">
                <a:extLst>
                  <a:ext uri="{FF2B5EF4-FFF2-40B4-BE49-F238E27FC236}">
                    <a16:creationId xmlns:a16="http://schemas.microsoft.com/office/drawing/2014/main" id="{687604A7-9D64-4EF9-B8AD-02533079190B}"/>
                  </a:ext>
                </a:extLst>
              </p:cNvPr>
              <p:cNvSpPr/>
              <p:nvPr/>
            </p:nvSpPr>
            <p:spPr>
              <a:xfrm>
                <a:off x="396248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9" name="椭圆 10218">
                <a:extLst>
                  <a:ext uri="{FF2B5EF4-FFF2-40B4-BE49-F238E27FC236}">
                    <a16:creationId xmlns:a16="http://schemas.microsoft.com/office/drawing/2014/main" id="{69E8662D-852C-48BF-9BFF-A6057FA6C2CD}"/>
                  </a:ext>
                </a:extLst>
              </p:cNvPr>
              <p:cNvSpPr/>
              <p:nvPr/>
            </p:nvSpPr>
            <p:spPr>
              <a:xfrm>
                <a:off x="4103460" y="261109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0" name="椭圆 10219">
                <a:extLst>
                  <a:ext uri="{FF2B5EF4-FFF2-40B4-BE49-F238E27FC236}">
                    <a16:creationId xmlns:a16="http://schemas.microsoft.com/office/drawing/2014/main" id="{98F68E1D-32C5-4199-8199-82C7A762EEEC}"/>
                  </a:ext>
                </a:extLst>
              </p:cNvPr>
              <p:cNvSpPr/>
              <p:nvPr/>
            </p:nvSpPr>
            <p:spPr>
              <a:xfrm>
                <a:off x="408474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1" name="椭圆 10220">
                <a:extLst>
                  <a:ext uri="{FF2B5EF4-FFF2-40B4-BE49-F238E27FC236}">
                    <a16:creationId xmlns:a16="http://schemas.microsoft.com/office/drawing/2014/main" id="{54D7C951-9362-4B01-A041-9CA0DA8F258A}"/>
                  </a:ext>
                </a:extLst>
              </p:cNvPr>
              <p:cNvSpPr/>
              <p:nvPr/>
            </p:nvSpPr>
            <p:spPr>
              <a:xfrm>
                <a:off x="406326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2" name="椭圆 10221">
                <a:extLst>
                  <a:ext uri="{FF2B5EF4-FFF2-40B4-BE49-F238E27FC236}">
                    <a16:creationId xmlns:a16="http://schemas.microsoft.com/office/drawing/2014/main" id="{5D733DB1-644F-492D-9F24-B5DC446282F3}"/>
                  </a:ext>
                </a:extLst>
              </p:cNvPr>
              <p:cNvSpPr/>
              <p:nvPr/>
            </p:nvSpPr>
            <p:spPr>
              <a:xfrm>
                <a:off x="4011040"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3" name="椭圆 10222">
                <a:extLst>
                  <a:ext uri="{FF2B5EF4-FFF2-40B4-BE49-F238E27FC236}">
                    <a16:creationId xmlns:a16="http://schemas.microsoft.com/office/drawing/2014/main" id="{4CE04BF7-F461-4129-A375-24A8A37EF5CC}"/>
                  </a:ext>
                </a:extLst>
              </p:cNvPr>
              <p:cNvSpPr/>
              <p:nvPr/>
            </p:nvSpPr>
            <p:spPr>
              <a:xfrm>
                <a:off x="4064150" y="30071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4" name="椭圆 10223">
                <a:extLst>
                  <a:ext uri="{FF2B5EF4-FFF2-40B4-BE49-F238E27FC236}">
                    <a16:creationId xmlns:a16="http://schemas.microsoft.com/office/drawing/2014/main" id="{5AB4A714-EBEE-4EE0-ADC0-9E61ED547192}"/>
                  </a:ext>
                </a:extLst>
              </p:cNvPr>
              <p:cNvSpPr/>
              <p:nvPr/>
            </p:nvSpPr>
            <p:spPr>
              <a:xfrm>
                <a:off x="40797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5" name="椭圆 10224">
                <a:extLst>
                  <a:ext uri="{FF2B5EF4-FFF2-40B4-BE49-F238E27FC236}">
                    <a16:creationId xmlns:a16="http://schemas.microsoft.com/office/drawing/2014/main" id="{AC64BE9D-1F9C-4AA8-9A98-80D615CA08E3}"/>
                  </a:ext>
                </a:extLst>
              </p:cNvPr>
              <p:cNvSpPr/>
              <p:nvPr/>
            </p:nvSpPr>
            <p:spPr>
              <a:xfrm>
                <a:off x="4109516" y="28805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6" name="椭圆 10225">
                <a:extLst>
                  <a:ext uri="{FF2B5EF4-FFF2-40B4-BE49-F238E27FC236}">
                    <a16:creationId xmlns:a16="http://schemas.microsoft.com/office/drawing/2014/main" id="{AB1157DE-5376-4517-B798-1C67220D7C07}"/>
                  </a:ext>
                </a:extLst>
              </p:cNvPr>
              <p:cNvSpPr/>
              <p:nvPr/>
            </p:nvSpPr>
            <p:spPr>
              <a:xfrm>
                <a:off x="405324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7" name="椭圆 10226">
                <a:extLst>
                  <a:ext uri="{FF2B5EF4-FFF2-40B4-BE49-F238E27FC236}">
                    <a16:creationId xmlns:a16="http://schemas.microsoft.com/office/drawing/2014/main" id="{E14F492C-250E-47D5-BFC0-56FF468BE49A}"/>
                  </a:ext>
                </a:extLst>
              </p:cNvPr>
              <p:cNvSpPr/>
              <p:nvPr/>
            </p:nvSpPr>
            <p:spPr>
              <a:xfrm>
                <a:off x="4208689"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8" name="椭圆 10227">
                <a:extLst>
                  <a:ext uri="{FF2B5EF4-FFF2-40B4-BE49-F238E27FC236}">
                    <a16:creationId xmlns:a16="http://schemas.microsoft.com/office/drawing/2014/main" id="{996EF05E-830D-4633-90B8-4E300072F22F}"/>
                  </a:ext>
                </a:extLst>
              </p:cNvPr>
              <p:cNvSpPr/>
              <p:nvPr/>
            </p:nvSpPr>
            <p:spPr>
              <a:xfrm>
                <a:off x="40108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9" name="椭圆 10228">
                <a:extLst>
                  <a:ext uri="{FF2B5EF4-FFF2-40B4-BE49-F238E27FC236}">
                    <a16:creationId xmlns:a16="http://schemas.microsoft.com/office/drawing/2014/main" id="{E183D4B8-EBF3-4216-9C62-3F8020D629C4}"/>
                  </a:ext>
                </a:extLst>
              </p:cNvPr>
              <p:cNvSpPr/>
              <p:nvPr/>
            </p:nvSpPr>
            <p:spPr>
              <a:xfrm>
                <a:off x="40217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0" name="椭圆 10229">
                <a:extLst>
                  <a:ext uri="{FF2B5EF4-FFF2-40B4-BE49-F238E27FC236}">
                    <a16:creationId xmlns:a16="http://schemas.microsoft.com/office/drawing/2014/main" id="{C84CE6E9-879E-400E-BE9D-C2A244DD0AE0}"/>
                  </a:ext>
                </a:extLst>
              </p:cNvPr>
              <p:cNvSpPr/>
              <p:nvPr/>
            </p:nvSpPr>
            <p:spPr>
              <a:xfrm>
                <a:off x="4005754"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1" name="椭圆 10230">
                <a:extLst>
                  <a:ext uri="{FF2B5EF4-FFF2-40B4-BE49-F238E27FC236}">
                    <a16:creationId xmlns:a16="http://schemas.microsoft.com/office/drawing/2014/main" id="{6B474951-CB41-4E79-98E1-78DB923CC92B}"/>
                  </a:ext>
                </a:extLst>
              </p:cNvPr>
              <p:cNvSpPr/>
              <p:nvPr/>
            </p:nvSpPr>
            <p:spPr>
              <a:xfrm>
                <a:off x="402370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2" name="椭圆 10231">
                <a:extLst>
                  <a:ext uri="{FF2B5EF4-FFF2-40B4-BE49-F238E27FC236}">
                    <a16:creationId xmlns:a16="http://schemas.microsoft.com/office/drawing/2014/main" id="{B1204985-7C27-405A-8D9B-BD73261DDB89}"/>
                  </a:ext>
                </a:extLst>
              </p:cNvPr>
              <p:cNvSpPr/>
              <p:nvPr/>
            </p:nvSpPr>
            <p:spPr>
              <a:xfrm>
                <a:off x="407277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3" name="椭圆 10232">
                <a:extLst>
                  <a:ext uri="{FF2B5EF4-FFF2-40B4-BE49-F238E27FC236}">
                    <a16:creationId xmlns:a16="http://schemas.microsoft.com/office/drawing/2014/main" id="{B5790498-1C66-460B-8771-A15DAB0D8A7A}"/>
                  </a:ext>
                </a:extLst>
              </p:cNvPr>
              <p:cNvSpPr/>
              <p:nvPr/>
            </p:nvSpPr>
            <p:spPr>
              <a:xfrm>
                <a:off x="4110874"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4" name="椭圆 10233">
                <a:extLst>
                  <a:ext uri="{FF2B5EF4-FFF2-40B4-BE49-F238E27FC236}">
                    <a16:creationId xmlns:a16="http://schemas.microsoft.com/office/drawing/2014/main" id="{5A448908-1BAD-4142-AC25-0FEFF8D275C8}"/>
                  </a:ext>
                </a:extLst>
              </p:cNvPr>
              <p:cNvSpPr/>
              <p:nvPr/>
            </p:nvSpPr>
            <p:spPr>
              <a:xfrm>
                <a:off x="394222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5" name="椭圆 10234">
                <a:extLst>
                  <a:ext uri="{FF2B5EF4-FFF2-40B4-BE49-F238E27FC236}">
                    <a16:creationId xmlns:a16="http://schemas.microsoft.com/office/drawing/2014/main" id="{96C11366-5A84-4700-A9B3-15253A9CDEFF}"/>
                  </a:ext>
                </a:extLst>
              </p:cNvPr>
              <p:cNvSpPr/>
              <p:nvPr/>
            </p:nvSpPr>
            <p:spPr>
              <a:xfrm>
                <a:off x="389322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6" name="椭圆 10235">
                <a:extLst>
                  <a:ext uri="{FF2B5EF4-FFF2-40B4-BE49-F238E27FC236}">
                    <a16:creationId xmlns:a16="http://schemas.microsoft.com/office/drawing/2014/main" id="{A915181C-D3CC-4DF2-AFB4-B93589366AF8}"/>
                  </a:ext>
                </a:extLst>
              </p:cNvPr>
              <p:cNvSpPr/>
              <p:nvPr/>
            </p:nvSpPr>
            <p:spPr>
              <a:xfrm>
                <a:off x="40415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7" name="椭圆 10236">
                <a:extLst>
                  <a:ext uri="{FF2B5EF4-FFF2-40B4-BE49-F238E27FC236}">
                    <a16:creationId xmlns:a16="http://schemas.microsoft.com/office/drawing/2014/main" id="{ECA4D138-9FE1-4574-8881-F6E846FCF697}"/>
                  </a:ext>
                </a:extLst>
              </p:cNvPr>
              <p:cNvSpPr/>
              <p:nvPr/>
            </p:nvSpPr>
            <p:spPr>
              <a:xfrm>
                <a:off x="413917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8" name="椭圆 10237">
                <a:extLst>
                  <a:ext uri="{FF2B5EF4-FFF2-40B4-BE49-F238E27FC236}">
                    <a16:creationId xmlns:a16="http://schemas.microsoft.com/office/drawing/2014/main" id="{0ADC569B-498C-44E0-86B0-CD9E07564028}"/>
                  </a:ext>
                </a:extLst>
              </p:cNvPr>
              <p:cNvSpPr/>
              <p:nvPr/>
            </p:nvSpPr>
            <p:spPr>
              <a:xfrm>
                <a:off x="398718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9" name="椭圆 10238">
                <a:extLst>
                  <a:ext uri="{FF2B5EF4-FFF2-40B4-BE49-F238E27FC236}">
                    <a16:creationId xmlns:a16="http://schemas.microsoft.com/office/drawing/2014/main" id="{D04E5722-0090-4814-98E9-F9CD5EC2002E}"/>
                  </a:ext>
                </a:extLst>
              </p:cNvPr>
              <p:cNvSpPr/>
              <p:nvPr/>
            </p:nvSpPr>
            <p:spPr>
              <a:xfrm>
                <a:off x="40252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0" name="椭圆 10239">
                <a:extLst>
                  <a:ext uri="{FF2B5EF4-FFF2-40B4-BE49-F238E27FC236}">
                    <a16:creationId xmlns:a16="http://schemas.microsoft.com/office/drawing/2014/main" id="{6FDFC5B4-9149-457C-8CBA-E52BACD39E91}"/>
                  </a:ext>
                </a:extLst>
              </p:cNvPr>
              <p:cNvSpPr/>
              <p:nvPr/>
            </p:nvSpPr>
            <p:spPr>
              <a:xfrm>
                <a:off x="396839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1" name="椭圆 10240">
                <a:extLst>
                  <a:ext uri="{FF2B5EF4-FFF2-40B4-BE49-F238E27FC236}">
                    <a16:creationId xmlns:a16="http://schemas.microsoft.com/office/drawing/2014/main" id="{2B8D14E8-7B03-4645-8A4B-5D666787BEA5}"/>
                  </a:ext>
                </a:extLst>
              </p:cNvPr>
              <p:cNvSpPr/>
              <p:nvPr/>
            </p:nvSpPr>
            <p:spPr>
              <a:xfrm>
                <a:off x="409490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2" name="椭圆 10241">
                <a:extLst>
                  <a:ext uri="{FF2B5EF4-FFF2-40B4-BE49-F238E27FC236}">
                    <a16:creationId xmlns:a16="http://schemas.microsoft.com/office/drawing/2014/main" id="{EEC10361-53A1-4D3F-897C-6DCB800DE95B}"/>
                  </a:ext>
                </a:extLst>
              </p:cNvPr>
              <p:cNvSpPr/>
              <p:nvPr/>
            </p:nvSpPr>
            <p:spPr>
              <a:xfrm>
                <a:off x="403188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3" name="椭圆 10242">
                <a:extLst>
                  <a:ext uri="{FF2B5EF4-FFF2-40B4-BE49-F238E27FC236}">
                    <a16:creationId xmlns:a16="http://schemas.microsoft.com/office/drawing/2014/main" id="{13C83D96-AEEA-4467-9E05-2F9E186171A8}"/>
                  </a:ext>
                </a:extLst>
              </p:cNvPr>
              <p:cNvSpPr/>
              <p:nvPr/>
            </p:nvSpPr>
            <p:spPr>
              <a:xfrm>
                <a:off x="39420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4" name="椭圆 10243">
                <a:extLst>
                  <a:ext uri="{FF2B5EF4-FFF2-40B4-BE49-F238E27FC236}">
                    <a16:creationId xmlns:a16="http://schemas.microsoft.com/office/drawing/2014/main" id="{04EF0D1F-943B-4308-85A0-89BB160BF015}"/>
                  </a:ext>
                </a:extLst>
              </p:cNvPr>
              <p:cNvSpPr/>
              <p:nvPr/>
            </p:nvSpPr>
            <p:spPr>
              <a:xfrm>
                <a:off x="39767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5" name="椭圆 10244">
                <a:extLst>
                  <a:ext uri="{FF2B5EF4-FFF2-40B4-BE49-F238E27FC236}">
                    <a16:creationId xmlns:a16="http://schemas.microsoft.com/office/drawing/2014/main" id="{CE5D75FC-D305-45E4-AF1A-CB4A0826ED25}"/>
                  </a:ext>
                </a:extLst>
              </p:cNvPr>
              <p:cNvSpPr/>
              <p:nvPr/>
            </p:nvSpPr>
            <p:spPr>
              <a:xfrm>
                <a:off x="4331757" y="277952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6" name="椭圆 10245">
                <a:extLst>
                  <a:ext uri="{FF2B5EF4-FFF2-40B4-BE49-F238E27FC236}">
                    <a16:creationId xmlns:a16="http://schemas.microsoft.com/office/drawing/2014/main" id="{51B59353-B3C0-4F58-8BC8-7B919261ABC0}"/>
                  </a:ext>
                </a:extLst>
              </p:cNvPr>
              <p:cNvSpPr/>
              <p:nvPr/>
            </p:nvSpPr>
            <p:spPr>
              <a:xfrm>
                <a:off x="3977676"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7" name="椭圆 10246">
                <a:extLst>
                  <a:ext uri="{FF2B5EF4-FFF2-40B4-BE49-F238E27FC236}">
                    <a16:creationId xmlns:a16="http://schemas.microsoft.com/office/drawing/2014/main" id="{AF9EE30B-2E21-4B2A-AFC8-ACB14C00C44D}"/>
                  </a:ext>
                </a:extLst>
              </p:cNvPr>
              <p:cNvSpPr/>
              <p:nvPr/>
            </p:nvSpPr>
            <p:spPr>
              <a:xfrm>
                <a:off x="386620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8" name="椭圆 10247">
                <a:extLst>
                  <a:ext uri="{FF2B5EF4-FFF2-40B4-BE49-F238E27FC236}">
                    <a16:creationId xmlns:a16="http://schemas.microsoft.com/office/drawing/2014/main" id="{688C6A7D-FB53-460A-A4D4-25AA18B381CE}"/>
                  </a:ext>
                </a:extLst>
              </p:cNvPr>
              <p:cNvSpPr/>
              <p:nvPr/>
            </p:nvSpPr>
            <p:spPr>
              <a:xfrm>
                <a:off x="400949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9" name="椭圆 10248">
                <a:extLst>
                  <a:ext uri="{FF2B5EF4-FFF2-40B4-BE49-F238E27FC236}">
                    <a16:creationId xmlns:a16="http://schemas.microsoft.com/office/drawing/2014/main" id="{6CBD1DE6-FEA5-4039-868A-25D1E45D0F1C}"/>
                  </a:ext>
                </a:extLst>
              </p:cNvPr>
              <p:cNvSpPr/>
              <p:nvPr/>
            </p:nvSpPr>
            <p:spPr>
              <a:xfrm>
                <a:off x="4010085" y="30406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0" name="椭圆 10249">
                <a:extLst>
                  <a:ext uri="{FF2B5EF4-FFF2-40B4-BE49-F238E27FC236}">
                    <a16:creationId xmlns:a16="http://schemas.microsoft.com/office/drawing/2014/main" id="{A4F4F1B5-8D4B-4E7E-8F92-CA48410CE56D}"/>
                  </a:ext>
                </a:extLst>
              </p:cNvPr>
              <p:cNvSpPr/>
              <p:nvPr/>
            </p:nvSpPr>
            <p:spPr>
              <a:xfrm>
                <a:off x="404433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1" name="椭圆 10250">
                <a:extLst>
                  <a:ext uri="{FF2B5EF4-FFF2-40B4-BE49-F238E27FC236}">
                    <a16:creationId xmlns:a16="http://schemas.microsoft.com/office/drawing/2014/main" id="{362697C7-F53E-43B5-9290-59AA3A6182A7}"/>
                  </a:ext>
                </a:extLst>
              </p:cNvPr>
              <p:cNvSpPr/>
              <p:nvPr/>
            </p:nvSpPr>
            <p:spPr>
              <a:xfrm>
                <a:off x="399562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2" name="椭圆 10251">
                <a:extLst>
                  <a:ext uri="{FF2B5EF4-FFF2-40B4-BE49-F238E27FC236}">
                    <a16:creationId xmlns:a16="http://schemas.microsoft.com/office/drawing/2014/main" id="{13D87BCF-2AD2-4357-8F02-C51590B39A80}"/>
                  </a:ext>
                </a:extLst>
              </p:cNvPr>
              <p:cNvSpPr/>
              <p:nvPr/>
            </p:nvSpPr>
            <p:spPr>
              <a:xfrm>
                <a:off x="405357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3" name="椭圆 10252">
                <a:extLst>
                  <a:ext uri="{FF2B5EF4-FFF2-40B4-BE49-F238E27FC236}">
                    <a16:creationId xmlns:a16="http://schemas.microsoft.com/office/drawing/2014/main" id="{B883D27E-F544-434F-8E75-AC7EE2B8B60D}"/>
                  </a:ext>
                </a:extLst>
              </p:cNvPr>
              <p:cNvSpPr/>
              <p:nvPr/>
            </p:nvSpPr>
            <p:spPr>
              <a:xfrm>
                <a:off x="404700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4" name="椭圆 10253">
                <a:extLst>
                  <a:ext uri="{FF2B5EF4-FFF2-40B4-BE49-F238E27FC236}">
                    <a16:creationId xmlns:a16="http://schemas.microsoft.com/office/drawing/2014/main" id="{37692085-A375-40B5-8829-E19BDF7C6A50}"/>
                  </a:ext>
                </a:extLst>
              </p:cNvPr>
              <p:cNvSpPr/>
              <p:nvPr/>
            </p:nvSpPr>
            <p:spPr>
              <a:xfrm>
                <a:off x="400520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5" name="椭圆 10254">
                <a:extLst>
                  <a:ext uri="{FF2B5EF4-FFF2-40B4-BE49-F238E27FC236}">
                    <a16:creationId xmlns:a16="http://schemas.microsoft.com/office/drawing/2014/main" id="{370C506D-0085-4FF2-8B12-1BFAC8EAD66E}"/>
                  </a:ext>
                </a:extLst>
              </p:cNvPr>
              <p:cNvSpPr/>
              <p:nvPr/>
            </p:nvSpPr>
            <p:spPr>
              <a:xfrm>
                <a:off x="4009425" y="30044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6" name="椭圆 10255">
                <a:extLst>
                  <a:ext uri="{FF2B5EF4-FFF2-40B4-BE49-F238E27FC236}">
                    <a16:creationId xmlns:a16="http://schemas.microsoft.com/office/drawing/2014/main" id="{32D2F588-CA54-4678-9409-A44FEBDEC971}"/>
                  </a:ext>
                </a:extLst>
              </p:cNvPr>
              <p:cNvSpPr/>
              <p:nvPr/>
            </p:nvSpPr>
            <p:spPr>
              <a:xfrm>
                <a:off x="4035044"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7" name="椭圆 10256">
                <a:extLst>
                  <a:ext uri="{FF2B5EF4-FFF2-40B4-BE49-F238E27FC236}">
                    <a16:creationId xmlns:a16="http://schemas.microsoft.com/office/drawing/2014/main" id="{13432D5E-FC93-4656-A218-FD34D3FD38E1}"/>
                  </a:ext>
                </a:extLst>
              </p:cNvPr>
              <p:cNvSpPr/>
              <p:nvPr/>
            </p:nvSpPr>
            <p:spPr>
              <a:xfrm>
                <a:off x="395620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8" name="椭圆 10257">
                <a:extLst>
                  <a:ext uri="{FF2B5EF4-FFF2-40B4-BE49-F238E27FC236}">
                    <a16:creationId xmlns:a16="http://schemas.microsoft.com/office/drawing/2014/main" id="{CB2C3D05-E14A-4E88-9E8F-744A32328105}"/>
                  </a:ext>
                </a:extLst>
              </p:cNvPr>
              <p:cNvSpPr/>
              <p:nvPr/>
            </p:nvSpPr>
            <p:spPr>
              <a:xfrm>
                <a:off x="40354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9" name="椭圆 10258">
                <a:extLst>
                  <a:ext uri="{FF2B5EF4-FFF2-40B4-BE49-F238E27FC236}">
                    <a16:creationId xmlns:a16="http://schemas.microsoft.com/office/drawing/2014/main" id="{F5F05088-203E-465E-BAB4-D7821C5D5F68}"/>
                  </a:ext>
                </a:extLst>
              </p:cNvPr>
              <p:cNvSpPr/>
              <p:nvPr/>
            </p:nvSpPr>
            <p:spPr>
              <a:xfrm>
                <a:off x="39954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0" name="椭圆 10259">
                <a:extLst>
                  <a:ext uri="{FF2B5EF4-FFF2-40B4-BE49-F238E27FC236}">
                    <a16:creationId xmlns:a16="http://schemas.microsoft.com/office/drawing/2014/main" id="{DCE01267-A45B-41F2-841A-C28E044DC48C}"/>
                  </a:ext>
                </a:extLst>
              </p:cNvPr>
              <p:cNvSpPr/>
              <p:nvPr/>
            </p:nvSpPr>
            <p:spPr>
              <a:xfrm>
                <a:off x="4004800" y="26823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1" name="椭圆 10260">
                <a:extLst>
                  <a:ext uri="{FF2B5EF4-FFF2-40B4-BE49-F238E27FC236}">
                    <a16:creationId xmlns:a16="http://schemas.microsoft.com/office/drawing/2014/main" id="{0E26FB21-65C7-478A-9797-C53B0A26EE1F}"/>
                  </a:ext>
                </a:extLst>
              </p:cNvPr>
              <p:cNvSpPr/>
              <p:nvPr/>
            </p:nvSpPr>
            <p:spPr>
              <a:xfrm>
                <a:off x="400094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2" name="椭圆 10261">
                <a:extLst>
                  <a:ext uri="{FF2B5EF4-FFF2-40B4-BE49-F238E27FC236}">
                    <a16:creationId xmlns:a16="http://schemas.microsoft.com/office/drawing/2014/main" id="{122AA3B5-2E11-4D40-B260-C15C134432AA}"/>
                  </a:ext>
                </a:extLst>
              </p:cNvPr>
              <p:cNvSpPr/>
              <p:nvPr/>
            </p:nvSpPr>
            <p:spPr>
              <a:xfrm>
                <a:off x="407596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3" name="椭圆 10262">
                <a:extLst>
                  <a:ext uri="{FF2B5EF4-FFF2-40B4-BE49-F238E27FC236}">
                    <a16:creationId xmlns:a16="http://schemas.microsoft.com/office/drawing/2014/main" id="{F22423A8-41C8-4D84-AF77-45EBC0C8C82D}"/>
                  </a:ext>
                </a:extLst>
              </p:cNvPr>
              <p:cNvSpPr/>
              <p:nvPr/>
            </p:nvSpPr>
            <p:spPr>
              <a:xfrm>
                <a:off x="398637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4" name="椭圆 10263">
                <a:extLst>
                  <a:ext uri="{FF2B5EF4-FFF2-40B4-BE49-F238E27FC236}">
                    <a16:creationId xmlns:a16="http://schemas.microsoft.com/office/drawing/2014/main" id="{D38BA4D2-C539-4015-B404-A6B76F0DAF33}"/>
                  </a:ext>
                </a:extLst>
              </p:cNvPr>
              <p:cNvSpPr/>
              <p:nvPr/>
            </p:nvSpPr>
            <p:spPr>
              <a:xfrm>
                <a:off x="402641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5" name="椭圆 10264">
                <a:extLst>
                  <a:ext uri="{FF2B5EF4-FFF2-40B4-BE49-F238E27FC236}">
                    <a16:creationId xmlns:a16="http://schemas.microsoft.com/office/drawing/2014/main" id="{14732B6C-72B1-426D-A53B-A2DF782DBB4D}"/>
                  </a:ext>
                </a:extLst>
              </p:cNvPr>
              <p:cNvSpPr/>
              <p:nvPr/>
            </p:nvSpPr>
            <p:spPr>
              <a:xfrm>
                <a:off x="401988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6" name="椭圆 10265">
                <a:extLst>
                  <a:ext uri="{FF2B5EF4-FFF2-40B4-BE49-F238E27FC236}">
                    <a16:creationId xmlns:a16="http://schemas.microsoft.com/office/drawing/2014/main" id="{9F2A7A95-4F15-4ACE-B721-09C9B4FDDF40}"/>
                  </a:ext>
                </a:extLst>
              </p:cNvPr>
              <p:cNvSpPr/>
              <p:nvPr/>
            </p:nvSpPr>
            <p:spPr>
              <a:xfrm>
                <a:off x="40907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7" name="椭圆 10266">
                <a:extLst>
                  <a:ext uri="{FF2B5EF4-FFF2-40B4-BE49-F238E27FC236}">
                    <a16:creationId xmlns:a16="http://schemas.microsoft.com/office/drawing/2014/main" id="{B2196240-3EC9-4EC7-8483-60AF1120A516}"/>
                  </a:ext>
                </a:extLst>
              </p:cNvPr>
              <p:cNvSpPr/>
              <p:nvPr/>
            </p:nvSpPr>
            <p:spPr>
              <a:xfrm>
                <a:off x="398472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8" name="椭圆 10267">
                <a:extLst>
                  <a:ext uri="{FF2B5EF4-FFF2-40B4-BE49-F238E27FC236}">
                    <a16:creationId xmlns:a16="http://schemas.microsoft.com/office/drawing/2014/main" id="{84787B13-3AB0-4836-895B-ABCD939289E9}"/>
                  </a:ext>
                </a:extLst>
              </p:cNvPr>
              <p:cNvSpPr/>
              <p:nvPr/>
            </p:nvSpPr>
            <p:spPr>
              <a:xfrm>
                <a:off x="405497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9" name="椭圆 10268">
                <a:extLst>
                  <a:ext uri="{FF2B5EF4-FFF2-40B4-BE49-F238E27FC236}">
                    <a16:creationId xmlns:a16="http://schemas.microsoft.com/office/drawing/2014/main" id="{A246BEC3-5758-49E7-AB87-1C54424B6433}"/>
                  </a:ext>
                </a:extLst>
              </p:cNvPr>
              <p:cNvSpPr/>
              <p:nvPr/>
            </p:nvSpPr>
            <p:spPr>
              <a:xfrm>
                <a:off x="3927135"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0" name="椭圆 10269">
                <a:extLst>
                  <a:ext uri="{FF2B5EF4-FFF2-40B4-BE49-F238E27FC236}">
                    <a16:creationId xmlns:a16="http://schemas.microsoft.com/office/drawing/2014/main" id="{0FD3D85A-7488-4FCC-BA73-5C2AC018C33D}"/>
                  </a:ext>
                </a:extLst>
              </p:cNvPr>
              <p:cNvSpPr/>
              <p:nvPr/>
            </p:nvSpPr>
            <p:spPr>
              <a:xfrm>
                <a:off x="390937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1" name="椭圆 10270">
                <a:extLst>
                  <a:ext uri="{FF2B5EF4-FFF2-40B4-BE49-F238E27FC236}">
                    <a16:creationId xmlns:a16="http://schemas.microsoft.com/office/drawing/2014/main" id="{2011EC02-FC86-4E1A-AD2D-AD732CC62F78}"/>
                  </a:ext>
                </a:extLst>
              </p:cNvPr>
              <p:cNvSpPr/>
              <p:nvPr/>
            </p:nvSpPr>
            <p:spPr>
              <a:xfrm>
                <a:off x="418740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2" name="椭圆 10271">
                <a:extLst>
                  <a:ext uri="{FF2B5EF4-FFF2-40B4-BE49-F238E27FC236}">
                    <a16:creationId xmlns:a16="http://schemas.microsoft.com/office/drawing/2014/main" id="{A56178A6-519C-4422-95F5-DE475275BDF9}"/>
                  </a:ext>
                </a:extLst>
              </p:cNvPr>
              <p:cNvSpPr/>
              <p:nvPr/>
            </p:nvSpPr>
            <p:spPr>
              <a:xfrm>
                <a:off x="4230051" y="275735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3" name="椭圆 10272">
                <a:extLst>
                  <a:ext uri="{FF2B5EF4-FFF2-40B4-BE49-F238E27FC236}">
                    <a16:creationId xmlns:a16="http://schemas.microsoft.com/office/drawing/2014/main" id="{AC273061-6724-485B-AA96-B683795A6C24}"/>
                  </a:ext>
                </a:extLst>
              </p:cNvPr>
              <p:cNvSpPr/>
              <p:nvPr/>
            </p:nvSpPr>
            <p:spPr>
              <a:xfrm>
                <a:off x="415502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4" name="椭圆 10273">
                <a:extLst>
                  <a:ext uri="{FF2B5EF4-FFF2-40B4-BE49-F238E27FC236}">
                    <a16:creationId xmlns:a16="http://schemas.microsoft.com/office/drawing/2014/main" id="{2DD75E2A-6A4C-4AAE-B30F-842A3D2F617A}"/>
                  </a:ext>
                </a:extLst>
              </p:cNvPr>
              <p:cNvSpPr/>
              <p:nvPr/>
            </p:nvSpPr>
            <p:spPr>
              <a:xfrm>
                <a:off x="4165379"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5" name="椭圆 10274">
                <a:extLst>
                  <a:ext uri="{FF2B5EF4-FFF2-40B4-BE49-F238E27FC236}">
                    <a16:creationId xmlns:a16="http://schemas.microsoft.com/office/drawing/2014/main" id="{1556FDB9-8043-49D2-BDE2-BB4CA875B5CF}"/>
                  </a:ext>
                </a:extLst>
              </p:cNvPr>
              <p:cNvSpPr/>
              <p:nvPr/>
            </p:nvSpPr>
            <p:spPr>
              <a:xfrm>
                <a:off x="40231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6" name="椭圆 10275">
                <a:extLst>
                  <a:ext uri="{FF2B5EF4-FFF2-40B4-BE49-F238E27FC236}">
                    <a16:creationId xmlns:a16="http://schemas.microsoft.com/office/drawing/2014/main" id="{D44749B6-9230-4086-AF89-713A071DBE96}"/>
                  </a:ext>
                </a:extLst>
              </p:cNvPr>
              <p:cNvSpPr/>
              <p:nvPr/>
            </p:nvSpPr>
            <p:spPr>
              <a:xfrm>
                <a:off x="3834641"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7" name="椭圆 10276">
                <a:extLst>
                  <a:ext uri="{FF2B5EF4-FFF2-40B4-BE49-F238E27FC236}">
                    <a16:creationId xmlns:a16="http://schemas.microsoft.com/office/drawing/2014/main" id="{FEAA1EC4-B2A9-4ACA-A060-EF0186829CC8}"/>
                  </a:ext>
                </a:extLst>
              </p:cNvPr>
              <p:cNvSpPr/>
              <p:nvPr/>
            </p:nvSpPr>
            <p:spPr>
              <a:xfrm>
                <a:off x="405739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8" name="椭圆 10277">
                <a:extLst>
                  <a:ext uri="{FF2B5EF4-FFF2-40B4-BE49-F238E27FC236}">
                    <a16:creationId xmlns:a16="http://schemas.microsoft.com/office/drawing/2014/main" id="{C68C207A-D376-496D-88BF-23D6405AACC2}"/>
                  </a:ext>
                </a:extLst>
              </p:cNvPr>
              <p:cNvSpPr/>
              <p:nvPr/>
            </p:nvSpPr>
            <p:spPr>
              <a:xfrm>
                <a:off x="401122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9" name="椭圆 10278">
                <a:extLst>
                  <a:ext uri="{FF2B5EF4-FFF2-40B4-BE49-F238E27FC236}">
                    <a16:creationId xmlns:a16="http://schemas.microsoft.com/office/drawing/2014/main" id="{8E4EA1BC-99CC-420B-81CC-13E6219CB6A8}"/>
                  </a:ext>
                </a:extLst>
              </p:cNvPr>
              <p:cNvSpPr/>
              <p:nvPr/>
            </p:nvSpPr>
            <p:spPr>
              <a:xfrm>
                <a:off x="3998414"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0" name="椭圆 10279">
                <a:extLst>
                  <a:ext uri="{FF2B5EF4-FFF2-40B4-BE49-F238E27FC236}">
                    <a16:creationId xmlns:a16="http://schemas.microsoft.com/office/drawing/2014/main" id="{2A1FA640-867F-47D0-B8D1-337E9918943E}"/>
                  </a:ext>
                </a:extLst>
              </p:cNvPr>
              <p:cNvSpPr/>
              <p:nvPr/>
            </p:nvSpPr>
            <p:spPr>
              <a:xfrm>
                <a:off x="4039962"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1" name="椭圆 10280">
                <a:extLst>
                  <a:ext uri="{FF2B5EF4-FFF2-40B4-BE49-F238E27FC236}">
                    <a16:creationId xmlns:a16="http://schemas.microsoft.com/office/drawing/2014/main" id="{67F46E12-A24E-4571-8CB5-7ECC6EFD3598}"/>
                  </a:ext>
                </a:extLst>
              </p:cNvPr>
              <p:cNvSpPr/>
              <p:nvPr/>
            </p:nvSpPr>
            <p:spPr>
              <a:xfrm>
                <a:off x="4174004" y="29490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2" name="椭圆 10281">
                <a:extLst>
                  <a:ext uri="{FF2B5EF4-FFF2-40B4-BE49-F238E27FC236}">
                    <a16:creationId xmlns:a16="http://schemas.microsoft.com/office/drawing/2014/main" id="{175AF1E8-6C7F-4BA1-8DAE-B92E794E8061}"/>
                  </a:ext>
                </a:extLst>
              </p:cNvPr>
              <p:cNvSpPr/>
              <p:nvPr/>
            </p:nvSpPr>
            <p:spPr>
              <a:xfrm>
                <a:off x="401551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3" name="椭圆 10282">
                <a:extLst>
                  <a:ext uri="{FF2B5EF4-FFF2-40B4-BE49-F238E27FC236}">
                    <a16:creationId xmlns:a16="http://schemas.microsoft.com/office/drawing/2014/main" id="{7C14520C-4186-4EAB-A5B6-2B0DF19714BF}"/>
                  </a:ext>
                </a:extLst>
              </p:cNvPr>
              <p:cNvSpPr/>
              <p:nvPr/>
            </p:nvSpPr>
            <p:spPr>
              <a:xfrm>
                <a:off x="401199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4" name="椭圆 10283">
                <a:extLst>
                  <a:ext uri="{FF2B5EF4-FFF2-40B4-BE49-F238E27FC236}">
                    <a16:creationId xmlns:a16="http://schemas.microsoft.com/office/drawing/2014/main" id="{3D16118F-39AD-4CEE-9440-20E59C935133}"/>
                  </a:ext>
                </a:extLst>
              </p:cNvPr>
              <p:cNvSpPr/>
              <p:nvPr/>
            </p:nvSpPr>
            <p:spPr>
              <a:xfrm>
                <a:off x="397646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5" name="椭圆 10284">
                <a:extLst>
                  <a:ext uri="{FF2B5EF4-FFF2-40B4-BE49-F238E27FC236}">
                    <a16:creationId xmlns:a16="http://schemas.microsoft.com/office/drawing/2014/main" id="{9A51A8C4-E30B-43C4-AF0F-AE5AD44DC518}"/>
                  </a:ext>
                </a:extLst>
              </p:cNvPr>
              <p:cNvSpPr/>
              <p:nvPr/>
            </p:nvSpPr>
            <p:spPr>
              <a:xfrm>
                <a:off x="405027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6" name="椭圆 10285">
                <a:extLst>
                  <a:ext uri="{FF2B5EF4-FFF2-40B4-BE49-F238E27FC236}">
                    <a16:creationId xmlns:a16="http://schemas.microsoft.com/office/drawing/2014/main" id="{4051E1B6-33B6-4D5D-8DE9-98A9A4BD5C25}"/>
                  </a:ext>
                </a:extLst>
              </p:cNvPr>
              <p:cNvSpPr/>
              <p:nvPr/>
            </p:nvSpPr>
            <p:spPr>
              <a:xfrm>
                <a:off x="3972317"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7" name="椭圆 10286">
                <a:extLst>
                  <a:ext uri="{FF2B5EF4-FFF2-40B4-BE49-F238E27FC236}">
                    <a16:creationId xmlns:a16="http://schemas.microsoft.com/office/drawing/2014/main" id="{10706DB2-32C1-4266-BC0F-C4DBF121C19E}"/>
                  </a:ext>
                </a:extLst>
              </p:cNvPr>
              <p:cNvSpPr/>
              <p:nvPr/>
            </p:nvSpPr>
            <p:spPr>
              <a:xfrm>
                <a:off x="3917885" y="2948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8" name="椭圆 10287">
                <a:extLst>
                  <a:ext uri="{FF2B5EF4-FFF2-40B4-BE49-F238E27FC236}">
                    <a16:creationId xmlns:a16="http://schemas.microsoft.com/office/drawing/2014/main" id="{81DEF0F9-3E1B-4F33-BDC0-38BC9737F2DD}"/>
                  </a:ext>
                </a:extLst>
              </p:cNvPr>
              <p:cNvSpPr/>
              <p:nvPr/>
            </p:nvSpPr>
            <p:spPr>
              <a:xfrm>
                <a:off x="400744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9" name="椭圆 10288">
                <a:extLst>
                  <a:ext uri="{FF2B5EF4-FFF2-40B4-BE49-F238E27FC236}">
                    <a16:creationId xmlns:a16="http://schemas.microsoft.com/office/drawing/2014/main" id="{709997BD-5D42-4558-88D5-AD60E1C3F7DA}"/>
                  </a:ext>
                </a:extLst>
              </p:cNvPr>
              <p:cNvSpPr/>
              <p:nvPr/>
            </p:nvSpPr>
            <p:spPr>
              <a:xfrm>
                <a:off x="39930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0" name="椭圆 10289">
                <a:extLst>
                  <a:ext uri="{FF2B5EF4-FFF2-40B4-BE49-F238E27FC236}">
                    <a16:creationId xmlns:a16="http://schemas.microsoft.com/office/drawing/2014/main" id="{87AE287E-41B7-40E1-A9DE-2B0DD04784D2}"/>
                  </a:ext>
                </a:extLst>
              </p:cNvPr>
              <p:cNvSpPr/>
              <p:nvPr/>
            </p:nvSpPr>
            <p:spPr>
              <a:xfrm>
                <a:off x="40286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1" name="椭圆 10290">
                <a:extLst>
                  <a:ext uri="{FF2B5EF4-FFF2-40B4-BE49-F238E27FC236}">
                    <a16:creationId xmlns:a16="http://schemas.microsoft.com/office/drawing/2014/main" id="{5414EA41-444F-419C-B366-89B283F13FAC}"/>
                  </a:ext>
                </a:extLst>
              </p:cNvPr>
              <p:cNvSpPr/>
              <p:nvPr/>
            </p:nvSpPr>
            <p:spPr>
              <a:xfrm>
                <a:off x="3985751" y="29647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2" name="椭圆 10291">
                <a:extLst>
                  <a:ext uri="{FF2B5EF4-FFF2-40B4-BE49-F238E27FC236}">
                    <a16:creationId xmlns:a16="http://schemas.microsoft.com/office/drawing/2014/main" id="{3EE011F9-202C-4670-84C8-3B0BD1EEA000}"/>
                  </a:ext>
                </a:extLst>
              </p:cNvPr>
              <p:cNvSpPr/>
              <p:nvPr/>
            </p:nvSpPr>
            <p:spPr>
              <a:xfrm>
                <a:off x="398263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3" name="椭圆 10292">
                <a:extLst>
                  <a:ext uri="{FF2B5EF4-FFF2-40B4-BE49-F238E27FC236}">
                    <a16:creationId xmlns:a16="http://schemas.microsoft.com/office/drawing/2014/main" id="{E9BFCF99-8653-4186-AB8E-3E864226C1AB}"/>
                  </a:ext>
                </a:extLst>
              </p:cNvPr>
              <p:cNvSpPr/>
              <p:nvPr/>
            </p:nvSpPr>
            <p:spPr>
              <a:xfrm>
                <a:off x="401331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4" name="椭圆 10293">
                <a:extLst>
                  <a:ext uri="{FF2B5EF4-FFF2-40B4-BE49-F238E27FC236}">
                    <a16:creationId xmlns:a16="http://schemas.microsoft.com/office/drawing/2014/main" id="{937CF557-3569-4479-A4CA-D15E8BFFF8AF}"/>
                  </a:ext>
                </a:extLst>
              </p:cNvPr>
              <p:cNvSpPr/>
              <p:nvPr/>
            </p:nvSpPr>
            <p:spPr>
              <a:xfrm>
                <a:off x="4005057"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5" name="椭圆 10294">
                <a:extLst>
                  <a:ext uri="{FF2B5EF4-FFF2-40B4-BE49-F238E27FC236}">
                    <a16:creationId xmlns:a16="http://schemas.microsoft.com/office/drawing/2014/main" id="{D54B4E03-6872-402C-88AA-58C11F1BCE49}"/>
                  </a:ext>
                </a:extLst>
              </p:cNvPr>
              <p:cNvSpPr/>
              <p:nvPr/>
            </p:nvSpPr>
            <p:spPr>
              <a:xfrm>
                <a:off x="404858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6" name="椭圆 10295">
                <a:extLst>
                  <a:ext uri="{FF2B5EF4-FFF2-40B4-BE49-F238E27FC236}">
                    <a16:creationId xmlns:a16="http://schemas.microsoft.com/office/drawing/2014/main" id="{AB8BEE0D-852D-4846-9005-56747EE9E123}"/>
                  </a:ext>
                </a:extLst>
              </p:cNvPr>
              <p:cNvSpPr/>
              <p:nvPr/>
            </p:nvSpPr>
            <p:spPr>
              <a:xfrm>
                <a:off x="40090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7" name="椭圆 10296">
                <a:extLst>
                  <a:ext uri="{FF2B5EF4-FFF2-40B4-BE49-F238E27FC236}">
                    <a16:creationId xmlns:a16="http://schemas.microsoft.com/office/drawing/2014/main" id="{4D8C923D-D0D5-44A8-B91D-4B75E5742717}"/>
                  </a:ext>
                </a:extLst>
              </p:cNvPr>
              <p:cNvSpPr/>
              <p:nvPr/>
            </p:nvSpPr>
            <p:spPr>
              <a:xfrm>
                <a:off x="3853177" y="2972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8" name="椭圆 10297">
                <a:extLst>
                  <a:ext uri="{FF2B5EF4-FFF2-40B4-BE49-F238E27FC236}">
                    <a16:creationId xmlns:a16="http://schemas.microsoft.com/office/drawing/2014/main" id="{F6C9279B-6EEA-42F9-B04D-E62481A1E118}"/>
                  </a:ext>
                </a:extLst>
              </p:cNvPr>
              <p:cNvSpPr/>
              <p:nvPr/>
            </p:nvSpPr>
            <p:spPr>
              <a:xfrm>
                <a:off x="400204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9" name="椭圆 10298">
                <a:extLst>
                  <a:ext uri="{FF2B5EF4-FFF2-40B4-BE49-F238E27FC236}">
                    <a16:creationId xmlns:a16="http://schemas.microsoft.com/office/drawing/2014/main" id="{423F70BB-7998-4201-B5A7-BB812363BFD1}"/>
                  </a:ext>
                </a:extLst>
              </p:cNvPr>
              <p:cNvSpPr/>
              <p:nvPr/>
            </p:nvSpPr>
            <p:spPr>
              <a:xfrm>
                <a:off x="4020179" y="28630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0" name="椭圆 10299">
                <a:extLst>
                  <a:ext uri="{FF2B5EF4-FFF2-40B4-BE49-F238E27FC236}">
                    <a16:creationId xmlns:a16="http://schemas.microsoft.com/office/drawing/2014/main" id="{FA20633C-7327-44F7-A4D0-4DFAAEA1974C}"/>
                  </a:ext>
                </a:extLst>
              </p:cNvPr>
              <p:cNvSpPr/>
              <p:nvPr/>
            </p:nvSpPr>
            <p:spPr>
              <a:xfrm>
                <a:off x="4018270"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1" name="椭圆 10300">
                <a:extLst>
                  <a:ext uri="{FF2B5EF4-FFF2-40B4-BE49-F238E27FC236}">
                    <a16:creationId xmlns:a16="http://schemas.microsoft.com/office/drawing/2014/main" id="{461A9C90-7627-4E8F-8C06-B62BCDB5E886}"/>
                  </a:ext>
                </a:extLst>
              </p:cNvPr>
              <p:cNvSpPr/>
              <p:nvPr/>
            </p:nvSpPr>
            <p:spPr>
              <a:xfrm>
                <a:off x="40025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2" name="椭圆 10301">
                <a:extLst>
                  <a:ext uri="{FF2B5EF4-FFF2-40B4-BE49-F238E27FC236}">
                    <a16:creationId xmlns:a16="http://schemas.microsoft.com/office/drawing/2014/main" id="{9278967F-73C7-4A3E-824B-9D7F805D6120}"/>
                  </a:ext>
                </a:extLst>
              </p:cNvPr>
              <p:cNvSpPr/>
              <p:nvPr/>
            </p:nvSpPr>
            <p:spPr>
              <a:xfrm>
                <a:off x="40448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3" name="椭圆 10302">
                <a:extLst>
                  <a:ext uri="{FF2B5EF4-FFF2-40B4-BE49-F238E27FC236}">
                    <a16:creationId xmlns:a16="http://schemas.microsoft.com/office/drawing/2014/main" id="{6E99B463-FE09-4C4C-AFDF-79FCE775C84D}"/>
                  </a:ext>
                </a:extLst>
              </p:cNvPr>
              <p:cNvSpPr/>
              <p:nvPr/>
            </p:nvSpPr>
            <p:spPr>
              <a:xfrm>
                <a:off x="395348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4" name="椭圆 10303">
                <a:extLst>
                  <a:ext uri="{FF2B5EF4-FFF2-40B4-BE49-F238E27FC236}">
                    <a16:creationId xmlns:a16="http://schemas.microsoft.com/office/drawing/2014/main" id="{CD5DEB99-7BF3-4DFA-967D-10486C970D0A}"/>
                  </a:ext>
                </a:extLst>
              </p:cNvPr>
              <p:cNvSpPr/>
              <p:nvPr/>
            </p:nvSpPr>
            <p:spPr>
              <a:xfrm>
                <a:off x="400186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5" name="椭圆 10304">
                <a:extLst>
                  <a:ext uri="{FF2B5EF4-FFF2-40B4-BE49-F238E27FC236}">
                    <a16:creationId xmlns:a16="http://schemas.microsoft.com/office/drawing/2014/main" id="{CF159830-9D3D-4445-AD58-029005CF2071}"/>
                  </a:ext>
                </a:extLst>
              </p:cNvPr>
              <p:cNvSpPr/>
              <p:nvPr/>
            </p:nvSpPr>
            <p:spPr>
              <a:xfrm>
                <a:off x="40906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6" name="椭圆 10305">
                <a:extLst>
                  <a:ext uri="{FF2B5EF4-FFF2-40B4-BE49-F238E27FC236}">
                    <a16:creationId xmlns:a16="http://schemas.microsoft.com/office/drawing/2014/main" id="{28598F1D-6864-4278-AF42-24F77DF87255}"/>
                  </a:ext>
                </a:extLst>
              </p:cNvPr>
              <p:cNvSpPr/>
              <p:nvPr/>
            </p:nvSpPr>
            <p:spPr>
              <a:xfrm>
                <a:off x="40079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7" name="椭圆 10306">
                <a:extLst>
                  <a:ext uri="{FF2B5EF4-FFF2-40B4-BE49-F238E27FC236}">
                    <a16:creationId xmlns:a16="http://schemas.microsoft.com/office/drawing/2014/main" id="{40198C0D-95DF-43B0-8C5F-22BBCA40ACE4}"/>
                  </a:ext>
                </a:extLst>
              </p:cNvPr>
              <p:cNvSpPr/>
              <p:nvPr/>
            </p:nvSpPr>
            <p:spPr>
              <a:xfrm>
                <a:off x="401126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8" name="椭圆 10307">
                <a:extLst>
                  <a:ext uri="{FF2B5EF4-FFF2-40B4-BE49-F238E27FC236}">
                    <a16:creationId xmlns:a16="http://schemas.microsoft.com/office/drawing/2014/main" id="{415FFA58-A672-48BB-9137-90486AA50A8A}"/>
                  </a:ext>
                </a:extLst>
              </p:cNvPr>
              <p:cNvSpPr/>
              <p:nvPr/>
            </p:nvSpPr>
            <p:spPr>
              <a:xfrm>
                <a:off x="3853287" y="2949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9" name="椭圆 10308">
                <a:extLst>
                  <a:ext uri="{FF2B5EF4-FFF2-40B4-BE49-F238E27FC236}">
                    <a16:creationId xmlns:a16="http://schemas.microsoft.com/office/drawing/2014/main" id="{0F8E38F0-0BA0-4573-9CFE-79E3544E366D}"/>
                  </a:ext>
                </a:extLst>
              </p:cNvPr>
              <p:cNvSpPr/>
              <p:nvPr/>
            </p:nvSpPr>
            <p:spPr>
              <a:xfrm>
                <a:off x="39504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0" name="椭圆 10309">
                <a:extLst>
                  <a:ext uri="{FF2B5EF4-FFF2-40B4-BE49-F238E27FC236}">
                    <a16:creationId xmlns:a16="http://schemas.microsoft.com/office/drawing/2014/main" id="{36907C44-6D62-481B-B789-C544C86BFD98}"/>
                  </a:ext>
                </a:extLst>
              </p:cNvPr>
              <p:cNvSpPr/>
              <p:nvPr/>
            </p:nvSpPr>
            <p:spPr>
              <a:xfrm>
                <a:off x="4033796"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1" name="椭圆 10310">
                <a:extLst>
                  <a:ext uri="{FF2B5EF4-FFF2-40B4-BE49-F238E27FC236}">
                    <a16:creationId xmlns:a16="http://schemas.microsoft.com/office/drawing/2014/main" id="{170ABF96-5906-4865-923A-BB6A33F3F567}"/>
                  </a:ext>
                </a:extLst>
              </p:cNvPr>
              <p:cNvSpPr/>
              <p:nvPr/>
            </p:nvSpPr>
            <p:spPr>
              <a:xfrm>
                <a:off x="3986265"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2" name="椭圆 10311">
                <a:extLst>
                  <a:ext uri="{FF2B5EF4-FFF2-40B4-BE49-F238E27FC236}">
                    <a16:creationId xmlns:a16="http://schemas.microsoft.com/office/drawing/2014/main" id="{94B79C72-2669-4C2C-80BD-B95123A5FCD8}"/>
                  </a:ext>
                </a:extLst>
              </p:cNvPr>
              <p:cNvSpPr/>
              <p:nvPr/>
            </p:nvSpPr>
            <p:spPr>
              <a:xfrm>
                <a:off x="3983659"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3" name="椭圆 10312">
                <a:extLst>
                  <a:ext uri="{FF2B5EF4-FFF2-40B4-BE49-F238E27FC236}">
                    <a16:creationId xmlns:a16="http://schemas.microsoft.com/office/drawing/2014/main" id="{7E9E3C7E-DF3C-4584-8557-DE5125CAD897}"/>
                  </a:ext>
                </a:extLst>
              </p:cNvPr>
              <p:cNvSpPr/>
              <p:nvPr/>
            </p:nvSpPr>
            <p:spPr>
              <a:xfrm>
                <a:off x="40119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4" name="椭圆 10313">
                <a:extLst>
                  <a:ext uri="{FF2B5EF4-FFF2-40B4-BE49-F238E27FC236}">
                    <a16:creationId xmlns:a16="http://schemas.microsoft.com/office/drawing/2014/main" id="{22D92965-81AF-4640-8144-B94BDCDBA5A8}"/>
                  </a:ext>
                </a:extLst>
              </p:cNvPr>
              <p:cNvSpPr/>
              <p:nvPr/>
            </p:nvSpPr>
            <p:spPr>
              <a:xfrm>
                <a:off x="39782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5" name="椭圆 10314">
                <a:extLst>
                  <a:ext uri="{FF2B5EF4-FFF2-40B4-BE49-F238E27FC236}">
                    <a16:creationId xmlns:a16="http://schemas.microsoft.com/office/drawing/2014/main" id="{92E813A8-7835-4A8C-87DB-41A64346B0FF}"/>
                  </a:ext>
                </a:extLst>
              </p:cNvPr>
              <p:cNvSpPr/>
              <p:nvPr/>
            </p:nvSpPr>
            <p:spPr>
              <a:xfrm>
                <a:off x="40334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6" name="椭圆 10315">
                <a:extLst>
                  <a:ext uri="{FF2B5EF4-FFF2-40B4-BE49-F238E27FC236}">
                    <a16:creationId xmlns:a16="http://schemas.microsoft.com/office/drawing/2014/main" id="{1B0E0BB5-337B-42F2-A2B8-CD3CFD72C3A1}"/>
                  </a:ext>
                </a:extLst>
              </p:cNvPr>
              <p:cNvSpPr/>
              <p:nvPr/>
            </p:nvSpPr>
            <p:spPr>
              <a:xfrm>
                <a:off x="408426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7" name="椭圆 10316">
                <a:extLst>
                  <a:ext uri="{FF2B5EF4-FFF2-40B4-BE49-F238E27FC236}">
                    <a16:creationId xmlns:a16="http://schemas.microsoft.com/office/drawing/2014/main" id="{A419A9B4-6C78-48A0-AA8A-2B66B7E906A6}"/>
                  </a:ext>
                </a:extLst>
              </p:cNvPr>
              <p:cNvSpPr/>
              <p:nvPr/>
            </p:nvSpPr>
            <p:spPr>
              <a:xfrm>
                <a:off x="40865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8" name="椭圆 10317">
                <a:extLst>
                  <a:ext uri="{FF2B5EF4-FFF2-40B4-BE49-F238E27FC236}">
                    <a16:creationId xmlns:a16="http://schemas.microsoft.com/office/drawing/2014/main" id="{61110819-0F30-4994-B572-63BB834A250B}"/>
                  </a:ext>
                </a:extLst>
              </p:cNvPr>
              <p:cNvSpPr/>
              <p:nvPr/>
            </p:nvSpPr>
            <p:spPr>
              <a:xfrm>
                <a:off x="4015811" y="30332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9" name="椭圆 10318">
                <a:extLst>
                  <a:ext uri="{FF2B5EF4-FFF2-40B4-BE49-F238E27FC236}">
                    <a16:creationId xmlns:a16="http://schemas.microsoft.com/office/drawing/2014/main" id="{81550A0D-FD07-4EE7-930E-ADE16D1CFD46}"/>
                  </a:ext>
                </a:extLst>
              </p:cNvPr>
              <p:cNvSpPr/>
              <p:nvPr/>
            </p:nvSpPr>
            <p:spPr>
              <a:xfrm>
                <a:off x="398560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0" name="椭圆 10319">
                <a:extLst>
                  <a:ext uri="{FF2B5EF4-FFF2-40B4-BE49-F238E27FC236}">
                    <a16:creationId xmlns:a16="http://schemas.microsoft.com/office/drawing/2014/main" id="{F3FA7A72-7663-4F23-969B-F039C96073CA}"/>
                  </a:ext>
                </a:extLst>
              </p:cNvPr>
              <p:cNvSpPr/>
              <p:nvPr/>
            </p:nvSpPr>
            <p:spPr>
              <a:xfrm>
                <a:off x="3997496" y="2675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1" name="椭圆 10320">
                <a:extLst>
                  <a:ext uri="{FF2B5EF4-FFF2-40B4-BE49-F238E27FC236}">
                    <a16:creationId xmlns:a16="http://schemas.microsoft.com/office/drawing/2014/main" id="{5B1C0071-EF6D-4D4F-AD89-9D697D531403}"/>
                  </a:ext>
                </a:extLst>
              </p:cNvPr>
              <p:cNvSpPr/>
              <p:nvPr/>
            </p:nvSpPr>
            <p:spPr>
              <a:xfrm>
                <a:off x="43303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2" name="椭圆 10321">
                <a:extLst>
                  <a:ext uri="{FF2B5EF4-FFF2-40B4-BE49-F238E27FC236}">
                    <a16:creationId xmlns:a16="http://schemas.microsoft.com/office/drawing/2014/main" id="{2336BA4C-3474-48D4-841B-96D4DD404DF7}"/>
                  </a:ext>
                </a:extLst>
              </p:cNvPr>
              <p:cNvSpPr/>
              <p:nvPr/>
            </p:nvSpPr>
            <p:spPr>
              <a:xfrm>
                <a:off x="4018087"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3" name="椭圆 10322">
                <a:extLst>
                  <a:ext uri="{FF2B5EF4-FFF2-40B4-BE49-F238E27FC236}">
                    <a16:creationId xmlns:a16="http://schemas.microsoft.com/office/drawing/2014/main" id="{E6D1C207-3EB0-4472-BF34-24BBFA69846E}"/>
                  </a:ext>
                </a:extLst>
              </p:cNvPr>
              <p:cNvSpPr/>
              <p:nvPr/>
            </p:nvSpPr>
            <p:spPr>
              <a:xfrm>
                <a:off x="400072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4" name="椭圆 10323">
                <a:extLst>
                  <a:ext uri="{FF2B5EF4-FFF2-40B4-BE49-F238E27FC236}">
                    <a16:creationId xmlns:a16="http://schemas.microsoft.com/office/drawing/2014/main" id="{1722F07B-49B2-44C2-8188-424BAA40741F}"/>
                  </a:ext>
                </a:extLst>
              </p:cNvPr>
              <p:cNvSpPr/>
              <p:nvPr/>
            </p:nvSpPr>
            <p:spPr>
              <a:xfrm>
                <a:off x="390680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5" name="椭圆 10324">
                <a:extLst>
                  <a:ext uri="{FF2B5EF4-FFF2-40B4-BE49-F238E27FC236}">
                    <a16:creationId xmlns:a16="http://schemas.microsoft.com/office/drawing/2014/main" id="{4AC599A8-4A0F-42AA-B414-317AAC2BC42B}"/>
                  </a:ext>
                </a:extLst>
              </p:cNvPr>
              <p:cNvSpPr/>
              <p:nvPr/>
            </p:nvSpPr>
            <p:spPr>
              <a:xfrm>
                <a:off x="4005094"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6" name="椭圆 10325">
                <a:extLst>
                  <a:ext uri="{FF2B5EF4-FFF2-40B4-BE49-F238E27FC236}">
                    <a16:creationId xmlns:a16="http://schemas.microsoft.com/office/drawing/2014/main" id="{4590FE98-F77D-4BEF-936D-360E969B6F1B}"/>
                  </a:ext>
                </a:extLst>
              </p:cNvPr>
              <p:cNvSpPr/>
              <p:nvPr/>
            </p:nvSpPr>
            <p:spPr>
              <a:xfrm>
                <a:off x="4021060"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7" name="椭圆 10326">
                <a:extLst>
                  <a:ext uri="{FF2B5EF4-FFF2-40B4-BE49-F238E27FC236}">
                    <a16:creationId xmlns:a16="http://schemas.microsoft.com/office/drawing/2014/main" id="{F1C8FB99-0602-42D3-8FD2-973148FD7821}"/>
                  </a:ext>
                </a:extLst>
              </p:cNvPr>
              <p:cNvSpPr/>
              <p:nvPr/>
            </p:nvSpPr>
            <p:spPr>
              <a:xfrm>
                <a:off x="4017279" y="2934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8" name="椭圆 10327">
                <a:extLst>
                  <a:ext uri="{FF2B5EF4-FFF2-40B4-BE49-F238E27FC236}">
                    <a16:creationId xmlns:a16="http://schemas.microsoft.com/office/drawing/2014/main" id="{EC4CB4D3-3936-4398-BB3E-2A4448C81828}"/>
                  </a:ext>
                </a:extLst>
              </p:cNvPr>
              <p:cNvSpPr/>
              <p:nvPr/>
            </p:nvSpPr>
            <p:spPr>
              <a:xfrm>
                <a:off x="4031153" y="26107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9" name="椭圆 10328">
                <a:extLst>
                  <a:ext uri="{FF2B5EF4-FFF2-40B4-BE49-F238E27FC236}">
                    <a16:creationId xmlns:a16="http://schemas.microsoft.com/office/drawing/2014/main" id="{64F32898-AE6E-4894-A509-B15307F80AE6}"/>
                  </a:ext>
                </a:extLst>
              </p:cNvPr>
              <p:cNvSpPr/>
              <p:nvPr/>
            </p:nvSpPr>
            <p:spPr>
              <a:xfrm>
                <a:off x="4002378" y="2999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0" name="椭圆 10329">
                <a:extLst>
                  <a:ext uri="{FF2B5EF4-FFF2-40B4-BE49-F238E27FC236}">
                    <a16:creationId xmlns:a16="http://schemas.microsoft.com/office/drawing/2014/main" id="{278B970D-D947-41B4-9CFF-13386D3C16C0}"/>
                  </a:ext>
                </a:extLst>
              </p:cNvPr>
              <p:cNvSpPr/>
              <p:nvPr/>
            </p:nvSpPr>
            <p:spPr>
              <a:xfrm>
                <a:off x="4016986" y="3037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1" name="椭圆 10330">
                <a:extLst>
                  <a:ext uri="{FF2B5EF4-FFF2-40B4-BE49-F238E27FC236}">
                    <a16:creationId xmlns:a16="http://schemas.microsoft.com/office/drawing/2014/main" id="{0AFFE251-4E66-48ED-9E42-B12C1D1716CD}"/>
                  </a:ext>
                </a:extLst>
              </p:cNvPr>
              <p:cNvSpPr/>
              <p:nvPr/>
            </p:nvSpPr>
            <p:spPr>
              <a:xfrm>
                <a:off x="3998964"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2" name="椭圆 10331">
                <a:extLst>
                  <a:ext uri="{FF2B5EF4-FFF2-40B4-BE49-F238E27FC236}">
                    <a16:creationId xmlns:a16="http://schemas.microsoft.com/office/drawing/2014/main" id="{47659C27-9924-458D-B010-E884CC9F4FDD}"/>
                  </a:ext>
                </a:extLst>
              </p:cNvPr>
              <p:cNvSpPr/>
              <p:nvPr/>
            </p:nvSpPr>
            <p:spPr>
              <a:xfrm>
                <a:off x="4014416" y="2990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3" name="椭圆 10332">
                <a:extLst>
                  <a:ext uri="{FF2B5EF4-FFF2-40B4-BE49-F238E27FC236}">
                    <a16:creationId xmlns:a16="http://schemas.microsoft.com/office/drawing/2014/main" id="{5100B7F2-BFF0-455A-8602-B04EFF43C89E}"/>
                  </a:ext>
                </a:extLst>
              </p:cNvPr>
              <p:cNvSpPr/>
              <p:nvPr/>
            </p:nvSpPr>
            <p:spPr>
              <a:xfrm>
                <a:off x="4135135"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4" name="椭圆 10333">
                <a:extLst>
                  <a:ext uri="{FF2B5EF4-FFF2-40B4-BE49-F238E27FC236}">
                    <a16:creationId xmlns:a16="http://schemas.microsoft.com/office/drawing/2014/main" id="{ADA404B5-DE16-4C3F-994B-A4A8B9895CD5}"/>
                  </a:ext>
                </a:extLst>
              </p:cNvPr>
              <p:cNvSpPr/>
              <p:nvPr/>
            </p:nvSpPr>
            <p:spPr>
              <a:xfrm>
                <a:off x="40553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5" name="椭圆 10334">
                <a:extLst>
                  <a:ext uri="{FF2B5EF4-FFF2-40B4-BE49-F238E27FC236}">
                    <a16:creationId xmlns:a16="http://schemas.microsoft.com/office/drawing/2014/main" id="{9C3C4770-8524-4667-95F8-51C92D438B1E}"/>
                  </a:ext>
                </a:extLst>
              </p:cNvPr>
              <p:cNvSpPr/>
              <p:nvPr/>
            </p:nvSpPr>
            <p:spPr>
              <a:xfrm>
                <a:off x="4012324"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6" name="椭圆 10335">
                <a:extLst>
                  <a:ext uri="{FF2B5EF4-FFF2-40B4-BE49-F238E27FC236}">
                    <a16:creationId xmlns:a16="http://schemas.microsoft.com/office/drawing/2014/main" id="{5EF1AB18-1298-4E9A-AE9D-3D1BEAD01F32}"/>
                  </a:ext>
                </a:extLst>
              </p:cNvPr>
              <p:cNvSpPr/>
              <p:nvPr/>
            </p:nvSpPr>
            <p:spPr>
              <a:xfrm>
                <a:off x="398879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7" name="椭圆 10336">
                <a:extLst>
                  <a:ext uri="{FF2B5EF4-FFF2-40B4-BE49-F238E27FC236}">
                    <a16:creationId xmlns:a16="http://schemas.microsoft.com/office/drawing/2014/main" id="{B93B6EBE-E780-499C-A71F-E43AAED4BC42}"/>
                  </a:ext>
                </a:extLst>
              </p:cNvPr>
              <p:cNvSpPr/>
              <p:nvPr/>
            </p:nvSpPr>
            <p:spPr>
              <a:xfrm>
                <a:off x="411131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8" name="椭圆 10337">
                <a:extLst>
                  <a:ext uri="{FF2B5EF4-FFF2-40B4-BE49-F238E27FC236}">
                    <a16:creationId xmlns:a16="http://schemas.microsoft.com/office/drawing/2014/main" id="{5075F19E-53D6-4EAD-B804-A01BF94E7A86}"/>
                  </a:ext>
                </a:extLst>
              </p:cNvPr>
              <p:cNvSpPr/>
              <p:nvPr/>
            </p:nvSpPr>
            <p:spPr>
              <a:xfrm>
                <a:off x="408220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9" name="椭圆 10338">
                <a:extLst>
                  <a:ext uri="{FF2B5EF4-FFF2-40B4-BE49-F238E27FC236}">
                    <a16:creationId xmlns:a16="http://schemas.microsoft.com/office/drawing/2014/main" id="{17D0BDD1-5340-4276-BCAD-36355ECAE30E}"/>
                  </a:ext>
                </a:extLst>
              </p:cNvPr>
              <p:cNvSpPr/>
              <p:nvPr/>
            </p:nvSpPr>
            <p:spPr>
              <a:xfrm>
                <a:off x="4061507"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0" name="椭圆 10339">
                <a:extLst>
                  <a:ext uri="{FF2B5EF4-FFF2-40B4-BE49-F238E27FC236}">
                    <a16:creationId xmlns:a16="http://schemas.microsoft.com/office/drawing/2014/main" id="{AAC8E9AB-2073-47FC-AE27-2C28B8158B74}"/>
                  </a:ext>
                </a:extLst>
              </p:cNvPr>
              <p:cNvSpPr/>
              <p:nvPr/>
            </p:nvSpPr>
            <p:spPr>
              <a:xfrm>
                <a:off x="3934622"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1" name="椭圆 10340">
                <a:extLst>
                  <a:ext uri="{FF2B5EF4-FFF2-40B4-BE49-F238E27FC236}">
                    <a16:creationId xmlns:a16="http://schemas.microsoft.com/office/drawing/2014/main" id="{A52C66F3-F0CC-4102-90D8-E85E626F4A4F}"/>
                  </a:ext>
                </a:extLst>
              </p:cNvPr>
              <p:cNvSpPr/>
              <p:nvPr/>
            </p:nvSpPr>
            <p:spPr>
              <a:xfrm>
                <a:off x="400905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2" name="椭圆 10341">
                <a:extLst>
                  <a:ext uri="{FF2B5EF4-FFF2-40B4-BE49-F238E27FC236}">
                    <a16:creationId xmlns:a16="http://schemas.microsoft.com/office/drawing/2014/main" id="{489ADC2D-6EC1-4DCE-B4F2-5D1E9CE5303C}"/>
                  </a:ext>
                </a:extLst>
              </p:cNvPr>
              <p:cNvSpPr/>
              <p:nvPr/>
            </p:nvSpPr>
            <p:spPr>
              <a:xfrm>
                <a:off x="406448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3" name="椭圆 10342">
                <a:extLst>
                  <a:ext uri="{FF2B5EF4-FFF2-40B4-BE49-F238E27FC236}">
                    <a16:creationId xmlns:a16="http://schemas.microsoft.com/office/drawing/2014/main" id="{63EB59A3-E612-4D1E-A331-685400E8B699}"/>
                  </a:ext>
                </a:extLst>
              </p:cNvPr>
              <p:cNvSpPr/>
              <p:nvPr/>
            </p:nvSpPr>
            <p:spPr>
              <a:xfrm>
                <a:off x="4080373"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4" name="椭圆 10343">
                <a:extLst>
                  <a:ext uri="{FF2B5EF4-FFF2-40B4-BE49-F238E27FC236}">
                    <a16:creationId xmlns:a16="http://schemas.microsoft.com/office/drawing/2014/main" id="{71560679-B074-41A1-9141-4CD9406BE494}"/>
                  </a:ext>
                </a:extLst>
              </p:cNvPr>
              <p:cNvSpPr/>
              <p:nvPr/>
            </p:nvSpPr>
            <p:spPr>
              <a:xfrm>
                <a:off x="403030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5" name="椭圆 10344">
                <a:extLst>
                  <a:ext uri="{FF2B5EF4-FFF2-40B4-BE49-F238E27FC236}">
                    <a16:creationId xmlns:a16="http://schemas.microsoft.com/office/drawing/2014/main" id="{70E355D6-E9E2-4DE2-ACF8-C00DB889A349}"/>
                  </a:ext>
                </a:extLst>
              </p:cNvPr>
              <p:cNvSpPr/>
              <p:nvPr/>
            </p:nvSpPr>
            <p:spPr>
              <a:xfrm>
                <a:off x="4016105"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6" name="椭圆 10345">
                <a:extLst>
                  <a:ext uri="{FF2B5EF4-FFF2-40B4-BE49-F238E27FC236}">
                    <a16:creationId xmlns:a16="http://schemas.microsoft.com/office/drawing/2014/main" id="{B91FFFDF-343C-4DB6-A12C-89FA195C1378}"/>
                  </a:ext>
                </a:extLst>
              </p:cNvPr>
              <p:cNvSpPr/>
              <p:nvPr/>
            </p:nvSpPr>
            <p:spPr>
              <a:xfrm>
                <a:off x="399470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7" name="椭圆 10346">
                <a:extLst>
                  <a:ext uri="{FF2B5EF4-FFF2-40B4-BE49-F238E27FC236}">
                    <a16:creationId xmlns:a16="http://schemas.microsoft.com/office/drawing/2014/main" id="{26EFE412-81BC-465F-8D22-7023F8721FCA}"/>
                  </a:ext>
                </a:extLst>
              </p:cNvPr>
              <p:cNvSpPr/>
              <p:nvPr/>
            </p:nvSpPr>
            <p:spPr>
              <a:xfrm>
                <a:off x="40377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8" name="椭圆 10347">
                <a:extLst>
                  <a:ext uri="{FF2B5EF4-FFF2-40B4-BE49-F238E27FC236}">
                    <a16:creationId xmlns:a16="http://schemas.microsoft.com/office/drawing/2014/main" id="{AD1D4A7A-496C-46AF-8DBF-721AC3010D61}"/>
                  </a:ext>
                </a:extLst>
              </p:cNvPr>
              <p:cNvSpPr/>
              <p:nvPr/>
            </p:nvSpPr>
            <p:spPr>
              <a:xfrm>
                <a:off x="40377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9" name="椭圆 10348">
                <a:extLst>
                  <a:ext uri="{FF2B5EF4-FFF2-40B4-BE49-F238E27FC236}">
                    <a16:creationId xmlns:a16="http://schemas.microsoft.com/office/drawing/2014/main" id="{37976D9E-A463-47BB-BDBC-B969F0242F7C}"/>
                  </a:ext>
                </a:extLst>
              </p:cNvPr>
              <p:cNvSpPr/>
              <p:nvPr/>
            </p:nvSpPr>
            <p:spPr>
              <a:xfrm>
                <a:off x="40116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0" name="椭圆 10349">
                <a:extLst>
                  <a:ext uri="{FF2B5EF4-FFF2-40B4-BE49-F238E27FC236}">
                    <a16:creationId xmlns:a16="http://schemas.microsoft.com/office/drawing/2014/main" id="{FD727C36-6D34-422B-8E1D-8D6430530EF6}"/>
                  </a:ext>
                </a:extLst>
              </p:cNvPr>
              <p:cNvSpPr/>
              <p:nvPr/>
            </p:nvSpPr>
            <p:spPr>
              <a:xfrm>
                <a:off x="405563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1" name="椭圆 10350">
                <a:extLst>
                  <a:ext uri="{FF2B5EF4-FFF2-40B4-BE49-F238E27FC236}">
                    <a16:creationId xmlns:a16="http://schemas.microsoft.com/office/drawing/2014/main" id="{C2AACF59-B04C-457B-9B1A-A1A357351209}"/>
                  </a:ext>
                </a:extLst>
              </p:cNvPr>
              <p:cNvSpPr/>
              <p:nvPr/>
            </p:nvSpPr>
            <p:spPr>
              <a:xfrm>
                <a:off x="40373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2" name="椭圆 10351">
                <a:extLst>
                  <a:ext uri="{FF2B5EF4-FFF2-40B4-BE49-F238E27FC236}">
                    <a16:creationId xmlns:a16="http://schemas.microsoft.com/office/drawing/2014/main" id="{3B2DC0AC-3EC7-42B5-AA68-538D81F203FE}"/>
                  </a:ext>
                </a:extLst>
              </p:cNvPr>
              <p:cNvSpPr/>
              <p:nvPr/>
            </p:nvSpPr>
            <p:spPr>
              <a:xfrm>
                <a:off x="400054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3" name="椭圆 10352">
                <a:extLst>
                  <a:ext uri="{FF2B5EF4-FFF2-40B4-BE49-F238E27FC236}">
                    <a16:creationId xmlns:a16="http://schemas.microsoft.com/office/drawing/2014/main" id="{3A1DF957-DFCE-41DE-B281-A70A53B77445}"/>
                  </a:ext>
                </a:extLst>
              </p:cNvPr>
              <p:cNvSpPr/>
              <p:nvPr/>
            </p:nvSpPr>
            <p:spPr>
              <a:xfrm>
                <a:off x="391120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4" name="椭圆 10353">
                <a:extLst>
                  <a:ext uri="{FF2B5EF4-FFF2-40B4-BE49-F238E27FC236}">
                    <a16:creationId xmlns:a16="http://schemas.microsoft.com/office/drawing/2014/main" id="{24C41E2D-FF74-4A98-80CF-BD47CF2748D6}"/>
                  </a:ext>
                </a:extLst>
              </p:cNvPr>
              <p:cNvSpPr/>
              <p:nvPr/>
            </p:nvSpPr>
            <p:spPr>
              <a:xfrm>
                <a:off x="4029098" y="30470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5" name="椭圆 10354">
                <a:extLst>
                  <a:ext uri="{FF2B5EF4-FFF2-40B4-BE49-F238E27FC236}">
                    <a16:creationId xmlns:a16="http://schemas.microsoft.com/office/drawing/2014/main" id="{08A378B8-BE3C-412B-A99D-5C062D25EDF5}"/>
                  </a:ext>
                </a:extLst>
              </p:cNvPr>
              <p:cNvSpPr/>
              <p:nvPr/>
            </p:nvSpPr>
            <p:spPr>
              <a:xfrm>
                <a:off x="40996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6" name="椭圆 10355">
                <a:extLst>
                  <a:ext uri="{FF2B5EF4-FFF2-40B4-BE49-F238E27FC236}">
                    <a16:creationId xmlns:a16="http://schemas.microsoft.com/office/drawing/2014/main" id="{6C015771-6037-48D8-8340-75C50A7CD8D0}"/>
                  </a:ext>
                </a:extLst>
              </p:cNvPr>
              <p:cNvSpPr/>
              <p:nvPr/>
            </p:nvSpPr>
            <p:spPr>
              <a:xfrm>
                <a:off x="399701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7" name="椭圆 10356">
                <a:extLst>
                  <a:ext uri="{FF2B5EF4-FFF2-40B4-BE49-F238E27FC236}">
                    <a16:creationId xmlns:a16="http://schemas.microsoft.com/office/drawing/2014/main" id="{DE6F06BC-33BF-4DB9-A4FD-1F32FEA0AA62}"/>
                  </a:ext>
                </a:extLst>
              </p:cNvPr>
              <p:cNvSpPr/>
              <p:nvPr/>
            </p:nvSpPr>
            <p:spPr>
              <a:xfrm>
                <a:off x="4039448"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8" name="椭圆 10357">
                <a:extLst>
                  <a:ext uri="{FF2B5EF4-FFF2-40B4-BE49-F238E27FC236}">
                    <a16:creationId xmlns:a16="http://schemas.microsoft.com/office/drawing/2014/main" id="{22A4FF60-3B16-43B2-946F-F474E86A3AD9}"/>
                  </a:ext>
                </a:extLst>
              </p:cNvPr>
              <p:cNvSpPr/>
              <p:nvPr/>
            </p:nvSpPr>
            <p:spPr>
              <a:xfrm>
                <a:off x="399529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9" name="椭圆 10358">
                <a:extLst>
                  <a:ext uri="{FF2B5EF4-FFF2-40B4-BE49-F238E27FC236}">
                    <a16:creationId xmlns:a16="http://schemas.microsoft.com/office/drawing/2014/main" id="{06CD783D-8CB1-4445-BE1A-FA185B81264A}"/>
                  </a:ext>
                </a:extLst>
              </p:cNvPr>
              <p:cNvSpPr/>
              <p:nvPr/>
            </p:nvSpPr>
            <p:spPr>
              <a:xfrm>
                <a:off x="40065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0" name="椭圆 10359">
                <a:extLst>
                  <a:ext uri="{FF2B5EF4-FFF2-40B4-BE49-F238E27FC236}">
                    <a16:creationId xmlns:a16="http://schemas.microsoft.com/office/drawing/2014/main" id="{D4E1916A-82F7-4F32-AFBC-0DD44E638FED}"/>
                  </a:ext>
                </a:extLst>
              </p:cNvPr>
              <p:cNvSpPr/>
              <p:nvPr/>
            </p:nvSpPr>
            <p:spPr>
              <a:xfrm>
                <a:off x="400854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1" name="椭圆 10360">
                <a:extLst>
                  <a:ext uri="{FF2B5EF4-FFF2-40B4-BE49-F238E27FC236}">
                    <a16:creationId xmlns:a16="http://schemas.microsoft.com/office/drawing/2014/main" id="{7EDB7536-4992-469A-8FDF-B9CD09947666}"/>
                  </a:ext>
                </a:extLst>
              </p:cNvPr>
              <p:cNvSpPr/>
              <p:nvPr/>
            </p:nvSpPr>
            <p:spPr>
              <a:xfrm>
                <a:off x="40928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2" name="椭圆 10361">
                <a:extLst>
                  <a:ext uri="{FF2B5EF4-FFF2-40B4-BE49-F238E27FC236}">
                    <a16:creationId xmlns:a16="http://schemas.microsoft.com/office/drawing/2014/main" id="{C4F4508E-582A-47F8-9FD4-05E00F4A51EA}"/>
                  </a:ext>
                </a:extLst>
              </p:cNvPr>
              <p:cNvSpPr/>
              <p:nvPr/>
            </p:nvSpPr>
            <p:spPr>
              <a:xfrm>
                <a:off x="39806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3" name="椭圆 10362">
                <a:extLst>
                  <a:ext uri="{FF2B5EF4-FFF2-40B4-BE49-F238E27FC236}">
                    <a16:creationId xmlns:a16="http://schemas.microsoft.com/office/drawing/2014/main" id="{A610B161-39A5-4CD3-A155-31CE171E5AA8}"/>
                  </a:ext>
                </a:extLst>
              </p:cNvPr>
              <p:cNvSpPr/>
              <p:nvPr/>
            </p:nvSpPr>
            <p:spPr>
              <a:xfrm>
                <a:off x="39955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4" name="椭圆 10363">
                <a:extLst>
                  <a:ext uri="{FF2B5EF4-FFF2-40B4-BE49-F238E27FC236}">
                    <a16:creationId xmlns:a16="http://schemas.microsoft.com/office/drawing/2014/main" id="{DB11D14A-519F-481C-A3D0-4B358D31459B}"/>
                  </a:ext>
                </a:extLst>
              </p:cNvPr>
              <p:cNvSpPr/>
              <p:nvPr/>
            </p:nvSpPr>
            <p:spPr>
              <a:xfrm>
                <a:off x="39988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5" name="椭圆 10364">
                <a:extLst>
                  <a:ext uri="{FF2B5EF4-FFF2-40B4-BE49-F238E27FC236}">
                    <a16:creationId xmlns:a16="http://schemas.microsoft.com/office/drawing/2014/main" id="{08189BC6-DA46-40D1-9AFD-D152E2EDED60}"/>
                  </a:ext>
                </a:extLst>
              </p:cNvPr>
              <p:cNvSpPr/>
              <p:nvPr/>
            </p:nvSpPr>
            <p:spPr>
              <a:xfrm>
                <a:off x="39982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6" name="椭圆 10365">
                <a:extLst>
                  <a:ext uri="{FF2B5EF4-FFF2-40B4-BE49-F238E27FC236}">
                    <a16:creationId xmlns:a16="http://schemas.microsoft.com/office/drawing/2014/main" id="{9CF55817-64C7-4F1F-AA42-B55DC80D002A}"/>
                  </a:ext>
                </a:extLst>
              </p:cNvPr>
              <p:cNvSpPr/>
              <p:nvPr/>
            </p:nvSpPr>
            <p:spPr>
              <a:xfrm>
                <a:off x="4026015"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7" name="椭圆 10366">
                <a:extLst>
                  <a:ext uri="{FF2B5EF4-FFF2-40B4-BE49-F238E27FC236}">
                    <a16:creationId xmlns:a16="http://schemas.microsoft.com/office/drawing/2014/main" id="{C485EFCE-6F2A-41D7-9A28-1318F52CA930}"/>
                  </a:ext>
                </a:extLst>
              </p:cNvPr>
              <p:cNvSpPr/>
              <p:nvPr/>
            </p:nvSpPr>
            <p:spPr>
              <a:xfrm>
                <a:off x="4012801"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8" name="椭圆 10367">
                <a:extLst>
                  <a:ext uri="{FF2B5EF4-FFF2-40B4-BE49-F238E27FC236}">
                    <a16:creationId xmlns:a16="http://schemas.microsoft.com/office/drawing/2014/main" id="{5334D66F-70DD-488A-9CE0-F8B372C82E3F}"/>
                  </a:ext>
                </a:extLst>
              </p:cNvPr>
              <p:cNvSpPr/>
              <p:nvPr/>
            </p:nvSpPr>
            <p:spPr>
              <a:xfrm>
                <a:off x="3942881" y="29882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9" name="椭圆 10368">
                <a:extLst>
                  <a:ext uri="{FF2B5EF4-FFF2-40B4-BE49-F238E27FC236}">
                    <a16:creationId xmlns:a16="http://schemas.microsoft.com/office/drawing/2014/main" id="{3EC39440-F2BE-43AB-AA84-5D33860E9121}"/>
                  </a:ext>
                </a:extLst>
              </p:cNvPr>
              <p:cNvSpPr/>
              <p:nvPr/>
            </p:nvSpPr>
            <p:spPr>
              <a:xfrm>
                <a:off x="392783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0" name="椭圆 10369">
                <a:extLst>
                  <a:ext uri="{FF2B5EF4-FFF2-40B4-BE49-F238E27FC236}">
                    <a16:creationId xmlns:a16="http://schemas.microsoft.com/office/drawing/2014/main" id="{5DF22C40-1CDB-4762-98AD-4A96794C448B}"/>
                  </a:ext>
                </a:extLst>
              </p:cNvPr>
              <p:cNvSpPr/>
              <p:nvPr/>
            </p:nvSpPr>
            <p:spPr>
              <a:xfrm>
                <a:off x="403765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1" name="椭圆 10370">
                <a:extLst>
                  <a:ext uri="{FF2B5EF4-FFF2-40B4-BE49-F238E27FC236}">
                    <a16:creationId xmlns:a16="http://schemas.microsoft.com/office/drawing/2014/main" id="{AE1150F6-BA14-487E-93AB-CF325164568E}"/>
                  </a:ext>
                </a:extLst>
              </p:cNvPr>
              <p:cNvSpPr/>
              <p:nvPr/>
            </p:nvSpPr>
            <p:spPr>
              <a:xfrm>
                <a:off x="4141228" y="29391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2" name="椭圆 10371">
                <a:extLst>
                  <a:ext uri="{FF2B5EF4-FFF2-40B4-BE49-F238E27FC236}">
                    <a16:creationId xmlns:a16="http://schemas.microsoft.com/office/drawing/2014/main" id="{C9A543F5-B68D-41C8-AA68-14829FB2892E}"/>
                  </a:ext>
                </a:extLst>
              </p:cNvPr>
              <p:cNvSpPr/>
              <p:nvPr/>
            </p:nvSpPr>
            <p:spPr>
              <a:xfrm>
                <a:off x="40172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3" name="椭圆 10372">
                <a:extLst>
                  <a:ext uri="{FF2B5EF4-FFF2-40B4-BE49-F238E27FC236}">
                    <a16:creationId xmlns:a16="http://schemas.microsoft.com/office/drawing/2014/main" id="{7090D0C1-8B94-4C44-B1AB-48D5CB53825E}"/>
                  </a:ext>
                </a:extLst>
              </p:cNvPr>
              <p:cNvSpPr/>
              <p:nvPr/>
            </p:nvSpPr>
            <p:spPr>
              <a:xfrm>
                <a:off x="395169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4" name="椭圆 10373">
                <a:extLst>
                  <a:ext uri="{FF2B5EF4-FFF2-40B4-BE49-F238E27FC236}">
                    <a16:creationId xmlns:a16="http://schemas.microsoft.com/office/drawing/2014/main" id="{60EFF7BA-4CB3-4E59-9099-93DC0DCCEA15}"/>
                  </a:ext>
                </a:extLst>
              </p:cNvPr>
              <p:cNvSpPr/>
              <p:nvPr/>
            </p:nvSpPr>
            <p:spPr>
              <a:xfrm>
                <a:off x="4016472"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5" name="椭圆 10374">
                <a:extLst>
                  <a:ext uri="{FF2B5EF4-FFF2-40B4-BE49-F238E27FC236}">
                    <a16:creationId xmlns:a16="http://schemas.microsoft.com/office/drawing/2014/main" id="{0C44928F-55E2-4721-8862-C0160D63A071}"/>
                  </a:ext>
                </a:extLst>
              </p:cNvPr>
              <p:cNvSpPr/>
              <p:nvPr/>
            </p:nvSpPr>
            <p:spPr>
              <a:xfrm>
                <a:off x="406642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6" name="椭圆 10375">
                <a:extLst>
                  <a:ext uri="{FF2B5EF4-FFF2-40B4-BE49-F238E27FC236}">
                    <a16:creationId xmlns:a16="http://schemas.microsoft.com/office/drawing/2014/main" id="{305DBAA2-76F9-4D4F-86CF-2B3CA7AF1490}"/>
                  </a:ext>
                </a:extLst>
              </p:cNvPr>
              <p:cNvSpPr/>
              <p:nvPr/>
            </p:nvSpPr>
            <p:spPr>
              <a:xfrm>
                <a:off x="4167508"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7" name="椭圆 10376">
                <a:extLst>
                  <a:ext uri="{FF2B5EF4-FFF2-40B4-BE49-F238E27FC236}">
                    <a16:creationId xmlns:a16="http://schemas.microsoft.com/office/drawing/2014/main" id="{934838BB-07AA-4FD9-AB05-B3F52E0A72D5}"/>
                  </a:ext>
                </a:extLst>
              </p:cNvPr>
              <p:cNvSpPr/>
              <p:nvPr/>
            </p:nvSpPr>
            <p:spPr>
              <a:xfrm>
                <a:off x="4015517" y="30324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8" name="椭圆 10377">
                <a:extLst>
                  <a:ext uri="{FF2B5EF4-FFF2-40B4-BE49-F238E27FC236}">
                    <a16:creationId xmlns:a16="http://schemas.microsoft.com/office/drawing/2014/main" id="{79B3E0EC-780A-426C-A906-2564A0614AEA}"/>
                  </a:ext>
                </a:extLst>
              </p:cNvPr>
              <p:cNvSpPr/>
              <p:nvPr/>
            </p:nvSpPr>
            <p:spPr>
              <a:xfrm>
                <a:off x="4062535" y="30315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9" name="椭圆 10378">
                <a:extLst>
                  <a:ext uri="{FF2B5EF4-FFF2-40B4-BE49-F238E27FC236}">
                    <a16:creationId xmlns:a16="http://schemas.microsoft.com/office/drawing/2014/main" id="{7AA040B6-20F5-42D7-A860-1517805E6C42}"/>
                  </a:ext>
                </a:extLst>
              </p:cNvPr>
              <p:cNvSpPr/>
              <p:nvPr/>
            </p:nvSpPr>
            <p:spPr>
              <a:xfrm>
                <a:off x="40313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0" name="椭圆 10379">
                <a:extLst>
                  <a:ext uri="{FF2B5EF4-FFF2-40B4-BE49-F238E27FC236}">
                    <a16:creationId xmlns:a16="http://schemas.microsoft.com/office/drawing/2014/main" id="{CF8F0986-7F2C-4B86-82F9-8DAF81477132}"/>
                  </a:ext>
                </a:extLst>
              </p:cNvPr>
              <p:cNvSpPr/>
              <p:nvPr/>
            </p:nvSpPr>
            <p:spPr>
              <a:xfrm>
                <a:off x="403475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1" name="椭圆 10380">
                <a:extLst>
                  <a:ext uri="{FF2B5EF4-FFF2-40B4-BE49-F238E27FC236}">
                    <a16:creationId xmlns:a16="http://schemas.microsoft.com/office/drawing/2014/main" id="{22AB6B33-39DB-47ED-9324-9EBFF80FD1A1}"/>
                  </a:ext>
                </a:extLst>
              </p:cNvPr>
              <p:cNvSpPr/>
              <p:nvPr/>
            </p:nvSpPr>
            <p:spPr>
              <a:xfrm>
                <a:off x="4008434"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2" name="椭圆 10381">
                <a:extLst>
                  <a:ext uri="{FF2B5EF4-FFF2-40B4-BE49-F238E27FC236}">
                    <a16:creationId xmlns:a16="http://schemas.microsoft.com/office/drawing/2014/main" id="{96347DED-5614-4797-8BAE-64543CB83EE7}"/>
                  </a:ext>
                </a:extLst>
              </p:cNvPr>
              <p:cNvSpPr/>
              <p:nvPr/>
            </p:nvSpPr>
            <p:spPr>
              <a:xfrm>
                <a:off x="4017059"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3" name="椭圆 10382">
                <a:extLst>
                  <a:ext uri="{FF2B5EF4-FFF2-40B4-BE49-F238E27FC236}">
                    <a16:creationId xmlns:a16="http://schemas.microsoft.com/office/drawing/2014/main" id="{AF821CD6-4672-4FBD-9E64-DBF7D271E17D}"/>
                  </a:ext>
                </a:extLst>
              </p:cNvPr>
              <p:cNvSpPr/>
              <p:nvPr/>
            </p:nvSpPr>
            <p:spPr>
              <a:xfrm>
                <a:off x="40271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4" name="椭圆 10383">
                <a:extLst>
                  <a:ext uri="{FF2B5EF4-FFF2-40B4-BE49-F238E27FC236}">
                    <a16:creationId xmlns:a16="http://schemas.microsoft.com/office/drawing/2014/main" id="{AF3DF98C-584C-4272-97D7-531AD2D4F70F}"/>
                  </a:ext>
                </a:extLst>
              </p:cNvPr>
              <p:cNvSpPr/>
              <p:nvPr/>
            </p:nvSpPr>
            <p:spPr>
              <a:xfrm>
                <a:off x="3991844"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5" name="椭圆 10384">
                <a:extLst>
                  <a:ext uri="{FF2B5EF4-FFF2-40B4-BE49-F238E27FC236}">
                    <a16:creationId xmlns:a16="http://schemas.microsoft.com/office/drawing/2014/main" id="{73F869A9-3173-4A37-BFFD-122CECEA65F4}"/>
                  </a:ext>
                </a:extLst>
              </p:cNvPr>
              <p:cNvSpPr/>
              <p:nvPr/>
            </p:nvSpPr>
            <p:spPr>
              <a:xfrm>
                <a:off x="401617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6" name="椭圆 10385">
                <a:extLst>
                  <a:ext uri="{FF2B5EF4-FFF2-40B4-BE49-F238E27FC236}">
                    <a16:creationId xmlns:a16="http://schemas.microsoft.com/office/drawing/2014/main" id="{6D59C034-CED2-4B2D-A437-875DAA9185AD}"/>
                  </a:ext>
                </a:extLst>
              </p:cNvPr>
              <p:cNvSpPr/>
              <p:nvPr/>
            </p:nvSpPr>
            <p:spPr>
              <a:xfrm>
                <a:off x="3931025"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7" name="椭圆 10386">
                <a:extLst>
                  <a:ext uri="{FF2B5EF4-FFF2-40B4-BE49-F238E27FC236}">
                    <a16:creationId xmlns:a16="http://schemas.microsoft.com/office/drawing/2014/main" id="{42656BB1-E092-44D4-81BB-A11AF3A770B7}"/>
                  </a:ext>
                </a:extLst>
              </p:cNvPr>
              <p:cNvSpPr/>
              <p:nvPr/>
            </p:nvSpPr>
            <p:spPr>
              <a:xfrm>
                <a:off x="39939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8" name="椭圆 10387">
                <a:extLst>
                  <a:ext uri="{FF2B5EF4-FFF2-40B4-BE49-F238E27FC236}">
                    <a16:creationId xmlns:a16="http://schemas.microsoft.com/office/drawing/2014/main" id="{D4BA0B8D-66DC-42D7-ADCB-199BD3EA39A3}"/>
                  </a:ext>
                </a:extLst>
              </p:cNvPr>
              <p:cNvSpPr/>
              <p:nvPr/>
            </p:nvSpPr>
            <p:spPr>
              <a:xfrm>
                <a:off x="4016252"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9" name="椭圆 10388">
                <a:extLst>
                  <a:ext uri="{FF2B5EF4-FFF2-40B4-BE49-F238E27FC236}">
                    <a16:creationId xmlns:a16="http://schemas.microsoft.com/office/drawing/2014/main" id="{75750DBA-9605-4F13-A196-2AFB41C92A72}"/>
                  </a:ext>
                </a:extLst>
              </p:cNvPr>
              <p:cNvSpPr/>
              <p:nvPr/>
            </p:nvSpPr>
            <p:spPr>
              <a:xfrm>
                <a:off x="4016252"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0" name="椭圆 10389">
                <a:extLst>
                  <a:ext uri="{FF2B5EF4-FFF2-40B4-BE49-F238E27FC236}">
                    <a16:creationId xmlns:a16="http://schemas.microsoft.com/office/drawing/2014/main" id="{1761FAB4-813E-43E7-AABD-9B76622BAFD6}"/>
                  </a:ext>
                </a:extLst>
              </p:cNvPr>
              <p:cNvSpPr/>
              <p:nvPr/>
            </p:nvSpPr>
            <p:spPr>
              <a:xfrm>
                <a:off x="401882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1" name="椭圆 10390">
                <a:extLst>
                  <a:ext uri="{FF2B5EF4-FFF2-40B4-BE49-F238E27FC236}">
                    <a16:creationId xmlns:a16="http://schemas.microsoft.com/office/drawing/2014/main" id="{AB66466E-5907-486F-9259-6887ACB831BC}"/>
                  </a:ext>
                </a:extLst>
              </p:cNvPr>
              <p:cNvSpPr/>
              <p:nvPr/>
            </p:nvSpPr>
            <p:spPr>
              <a:xfrm>
                <a:off x="400098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2" name="椭圆 10391">
                <a:extLst>
                  <a:ext uri="{FF2B5EF4-FFF2-40B4-BE49-F238E27FC236}">
                    <a16:creationId xmlns:a16="http://schemas.microsoft.com/office/drawing/2014/main" id="{812BC3B9-41B3-43FA-BCEC-9DC2865BB0E7}"/>
                  </a:ext>
                </a:extLst>
              </p:cNvPr>
              <p:cNvSpPr/>
              <p:nvPr/>
            </p:nvSpPr>
            <p:spPr>
              <a:xfrm>
                <a:off x="4111241"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3" name="椭圆 10392">
                <a:extLst>
                  <a:ext uri="{FF2B5EF4-FFF2-40B4-BE49-F238E27FC236}">
                    <a16:creationId xmlns:a16="http://schemas.microsoft.com/office/drawing/2014/main" id="{5424D19F-3D17-41E4-AC09-29B11A9DE1F4}"/>
                  </a:ext>
                </a:extLst>
              </p:cNvPr>
              <p:cNvSpPr/>
              <p:nvPr/>
            </p:nvSpPr>
            <p:spPr>
              <a:xfrm>
                <a:off x="402120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4" name="椭圆 10393">
                <a:extLst>
                  <a:ext uri="{FF2B5EF4-FFF2-40B4-BE49-F238E27FC236}">
                    <a16:creationId xmlns:a16="http://schemas.microsoft.com/office/drawing/2014/main" id="{F56984C9-4C2B-47C5-AA00-38E223445A5E}"/>
                  </a:ext>
                </a:extLst>
              </p:cNvPr>
              <p:cNvSpPr/>
              <p:nvPr/>
            </p:nvSpPr>
            <p:spPr>
              <a:xfrm>
                <a:off x="40611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5" name="椭圆 10394">
                <a:extLst>
                  <a:ext uri="{FF2B5EF4-FFF2-40B4-BE49-F238E27FC236}">
                    <a16:creationId xmlns:a16="http://schemas.microsoft.com/office/drawing/2014/main" id="{F8C2FC13-CAAD-41F3-873E-1A0312ED0318}"/>
                  </a:ext>
                </a:extLst>
              </p:cNvPr>
              <p:cNvSpPr/>
              <p:nvPr/>
            </p:nvSpPr>
            <p:spPr>
              <a:xfrm>
                <a:off x="4115572"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6" name="椭圆 10395">
                <a:extLst>
                  <a:ext uri="{FF2B5EF4-FFF2-40B4-BE49-F238E27FC236}">
                    <a16:creationId xmlns:a16="http://schemas.microsoft.com/office/drawing/2014/main" id="{D3953A04-14CD-4365-A949-99455E8238A4}"/>
                  </a:ext>
                </a:extLst>
              </p:cNvPr>
              <p:cNvSpPr/>
              <p:nvPr/>
            </p:nvSpPr>
            <p:spPr>
              <a:xfrm>
                <a:off x="396732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7" name="椭圆 10396">
                <a:extLst>
                  <a:ext uri="{FF2B5EF4-FFF2-40B4-BE49-F238E27FC236}">
                    <a16:creationId xmlns:a16="http://schemas.microsoft.com/office/drawing/2014/main" id="{9BEDBCE0-99D6-4F36-A289-EDC5D16DD11A}"/>
                  </a:ext>
                </a:extLst>
              </p:cNvPr>
              <p:cNvSpPr/>
              <p:nvPr/>
            </p:nvSpPr>
            <p:spPr>
              <a:xfrm>
                <a:off x="4127244"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8" name="椭圆 10397">
                <a:extLst>
                  <a:ext uri="{FF2B5EF4-FFF2-40B4-BE49-F238E27FC236}">
                    <a16:creationId xmlns:a16="http://schemas.microsoft.com/office/drawing/2014/main" id="{1D711689-3475-468F-830E-151856EE697E}"/>
                  </a:ext>
                </a:extLst>
              </p:cNvPr>
              <p:cNvSpPr/>
              <p:nvPr/>
            </p:nvSpPr>
            <p:spPr>
              <a:xfrm>
                <a:off x="397624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9" name="椭圆 10398">
                <a:extLst>
                  <a:ext uri="{FF2B5EF4-FFF2-40B4-BE49-F238E27FC236}">
                    <a16:creationId xmlns:a16="http://schemas.microsoft.com/office/drawing/2014/main" id="{A2EAB890-0418-4456-9236-D0F388E0418C}"/>
                  </a:ext>
                </a:extLst>
              </p:cNvPr>
              <p:cNvSpPr/>
              <p:nvPr/>
            </p:nvSpPr>
            <p:spPr>
              <a:xfrm>
                <a:off x="3869069"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0" name="椭圆 10399">
                <a:extLst>
                  <a:ext uri="{FF2B5EF4-FFF2-40B4-BE49-F238E27FC236}">
                    <a16:creationId xmlns:a16="http://schemas.microsoft.com/office/drawing/2014/main" id="{AA7DCEB1-AB3A-403D-83A7-863FD53F5351}"/>
                  </a:ext>
                </a:extLst>
              </p:cNvPr>
              <p:cNvSpPr/>
              <p:nvPr/>
            </p:nvSpPr>
            <p:spPr>
              <a:xfrm>
                <a:off x="410335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1" name="椭圆 10400">
                <a:extLst>
                  <a:ext uri="{FF2B5EF4-FFF2-40B4-BE49-F238E27FC236}">
                    <a16:creationId xmlns:a16="http://schemas.microsoft.com/office/drawing/2014/main" id="{7838D673-027D-4F58-A240-53C9812E30CD}"/>
                  </a:ext>
                </a:extLst>
              </p:cNvPr>
              <p:cNvSpPr/>
              <p:nvPr/>
            </p:nvSpPr>
            <p:spPr>
              <a:xfrm>
                <a:off x="407391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2" name="椭圆 10401">
                <a:extLst>
                  <a:ext uri="{FF2B5EF4-FFF2-40B4-BE49-F238E27FC236}">
                    <a16:creationId xmlns:a16="http://schemas.microsoft.com/office/drawing/2014/main" id="{6C032E41-13C0-478E-ABD8-2DE01C91CBB9}"/>
                  </a:ext>
                </a:extLst>
              </p:cNvPr>
              <p:cNvSpPr/>
              <p:nvPr/>
            </p:nvSpPr>
            <p:spPr>
              <a:xfrm>
                <a:off x="4017243"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3" name="椭圆 10402">
                <a:extLst>
                  <a:ext uri="{FF2B5EF4-FFF2-40B4-BE49-F238E27FC236}">
                    <a16:creationId xmlns:a16="http://schemas.microsoft.com/office/drawing/2014/main" id="{426B4D2F-CB19-4DEE-90C9-5B1A184F8024}"/>
                  </a:ext>
                </a:extLst>
              </p:cNvPr>
              <p:cNvSpPr/>
              <p:nvPr/>
            </p:nvSpPr>
            <p:spPr>
              <a:xfrm>
                <a:off x="4007296"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4" name="椭圆 10403">
                <a:extLst>
                  <a:ext uri="{FF2B5EF4-FFF2-40B4-BE49-F238E27FC236}">
                    <a16:creationId xmlns:a16="http://schemas.microsoft.com/office/drawing/2014/main" id="{2260C17D-AEA7-40DD-A9AA-95859624CBD9}"/>
                  </a:ext>
                </a:extLst>
              </p:cNvPr>
              <p:cNvSpPr/>
              <p:nvPr/>
            </p:nvSpPr>
            <p:spPr>
              <a:xfrm>
                <a:off x="4018344"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5" name="椭圆 10404">
                <a:extLst>
                  <a:ext uri="{FF2B5EF4-FFF2-40B4-BE49-F238E27FC236}">
                    <a16:creationId xmlns:a16="http://schemas.microsoft.com/office/drawing/2014/main" id="{20A1A790-E096-428C-86BC-FEA90FFE6BFC}"/>
                  </a:ext>
                </a:extLst>
              </p:cNvPr>
              <p:cNvSpPr/>
              <p:nvPr/>
            </p:nvSpPr>
            <p:spPr>
              <a:xfrm>
                <a:off x="397121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6" name="椭圆 10405">
                <a:extLst>
                  <a:ext uri="{FF2B5EF4-FFF2-40B4-BE49-F238E27FC236}">
                    <a16:creationId xmlns:a16="http://schemas.microsoft.com/office/drawing/2014/main" id="{5461DACB-256E-4F85-8282-EC43A7F94F11}"/>
                  </a:ext>
                </a:extLst>
              </p:cNvPr>
              <p:cNvSpPr/>
              <p:nvPr/>
            </p:nvSpPr>
            <p:spPr>
              <a:xfrm>
                <a:off x="3894762"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7" name="椭圆 10406">
                <a:extLst>
                  <a:ext uri="{FF2B5EF4-FFF2-40B4-BE49-F238E27FC236}">
                    <a16:creationId xmlns:a16="http://schemas.microsoft.com/office/drawing/2014/main" id="{7064BE12-1D70-4265-A00E-BE833362725D}"/>
                  </a:ext>
                </a:extLst>
              </p:cNvPr>
              <p:cNvSpPr/>
              <p:nvPr/>
            </p:nvSpPr>
            <p:spPr>
              <a:xfrm>
                <a:off x="3920271"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8" name="椭圆 10407">
                <a:extLst>
                  <a:ext uri="{FF2B5EF4-FFF2-40B4-BE49-F238E27FC236}">
                    <a16:creationId xmlns:a16="http://schemas.microsoft.com/office/drawing/2014/main" id="{A2A0868E-2CB6-4289-A7D5-B474C7D3533F}"/>
                  </a:ext>
                </a:extLst>
              </p:cNvPr>
              <p:cNvSpPr/>
              <p:nvPr/>
            </p:nvSpPr>
            <p:spPr>
              <a:xfrm>
                <a:off x="40482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9" name="椭圆 10408">
                <a:extLst>
                  <a:ext uri="{FF2B5EF4-FFF2-40B4-BE49-F238E27FC236}">
                    <a16:creationId xmlns:a16="http://schemas.microsoft.com/office/drawing/2014/main" id="{E665FA6D-15B8-407F-B149-EE8483ACA265}"/>
                  </a:ext>
                </a:extLst>
              </p:cNvPr>
              <p:cNvSpPr/>
              <p:nvPr/>
            </p:nvSpPr>
            <p:spPr>
              <a:xfrm>
                <a:off x="390786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0" name="椭圆 10409">
                <a:extLst>
                  <a:ext uri="{FF2B5EF4-FFF2-40B4-BE49-F238E27FC236}">
                    <a16:creationId xmlns:a16="http://schemas.microsoft.com/office/drawing/2014/main" id="{2A8EE4E8-C12C-4485-91BE-B6BEDFA45F8B}"/>
                  </a:ext>
                </a:extLst>
              </p:cNvPr>
              <p:cNvSpPr/>
              <p:nvPr/>
            </p:nvSpPr>
            <p:spPr>
              <a:xfrm>
                <a:off x="400120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1" name="椭圆 10410">
                <a:extLst>
                  <a:ext uri="{FF2B5EF4-FFF2-40B4-BE49-F238E27FC236}">
                    <a16:creationId xmlns:a16="http://schemas.microsoft.com/office/drawing/2014/main" id="{2238435E-0F01-464A-9178-B17AA5DFA166}"/>
                  </a:ext>
                </a:extLst>
              </p:cNvPr>
              <p:cNvSpPr/>
              <p:nvPr/>
            </p:nvSpPr>
            <p:spPr>
              <a:xfrm>
                <a:off x="400307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2" name="椭圆 10411">
                <a:extLst>
                  <a:ext uri="{FF2B5EF4-FFF2-40B4-BE49-F238E27FC236}">
                    <a16:creationId xmlns:a16="http://schemas.microsoft.com/office/drawing/2014/main" id="{2913DC03-B406-4CB4-B41A-8C1D3778582C}"/>
                  </a:ext>
                </a:extLst>
              </p:cNvPr>
              <p:cNvSpPr/>
              <p:nvPr/>
            </p:nvSpPr>
            <p:spPr>
              <a:xfrm>
                <a:off x="3981199"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3" name="椭圆 10412">
                <a:extLst>
                  <a:ext uri="{FF2B5EF4-FFF2-40B4-BE49-F238E27FC236}">
                    <a16:creationId xmlns:a16="http://schemas.microsoft.com/office/drawing/2014/main" id="{D971FA3D-0336-4C3D-BCA1-85D63E339FEB}"/>
                  </a:ext>
                </a:extLst>
              </p:cNvPr>
              <p:cNvSpPr/>
              <p:nvPr/>
            </p:nvSpPr>
            <p:spPr>
              <a:xfrm>
                <a:off x="400641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4" name="椭圆 10413">
                <a:extLst>
                  <a:ext uri="{FF2B5EF4-FFF2-40B4-BE49-F238E27FC236}">
                    <a16:creationId xmlns:a16="http://schemas.microsoft.com/office/drawing/2014/main" id="{81D256E5-6ECF-4DAC-8C6C-60EB614FB3AD}"/>
                  </a:ext>
                </a:extLst>
              </p:cNvPr>
              <p:cNvSpPr/>
              <p:nvPr/>
            </p:nvSpPr>
            <p:spPr>
              <a:xfrm>
                <a:off x="4063196"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5" name="椭圆 10414">
                <a:extLst>
                  <a:ext uri="{FF2B5EF4-FFF2-40B4-BE49-F238E27FC236}">
                    <a16:creationId xmlns:a16="http://schemas.microsoft.com/office/drawing/2014/main" id="{FC78A043-61C3-42AC-8265-0FEB056028FE}"/>
                  </a:ext>
                </a:extLst>
              </p:cNvPr>
              <p:cNvSpPr/>
              <p:nvPr/>
            </p:nvSpPr>
            <p:spPr>
              <a:xfrm>
                <a:off x="401606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6" name="椭圆 10415">
                <a:extLst>
                  <a:ext uri="{FF2B5EF4-FFF2-40B4-BE49-F238E27FC236}">
                    <a16:creationId xmlns:a16="http://schemas.microsoft.com/office/drawing/2014/main" id="{66B03791-23EF-49E4-81AE-3458E6B1E634}"/>
                  </a:ext>
                </a:extLst>
              </p:cNvPr>
              <p:cNvSpPr/>
              <p:nvPr/>
            </p:nvSpPr>
            <p:spPr>
              <a:xfrm>
                <a:off x="4120711"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7" name="椭圆 10416">
                <a:extLst>
                  <a:ext uri="{FF2B5EF4-FFF2-40B4-BE49-F238E27FC236}">
                    <a16:creationId xmlns:a16="http://schemas.microsoft.com/office/drawing/2014/main" id="{2A5B59D8-0353-4559-BFD7-E64A10E4302D}"/>
                  </a:ext>
                </a:extLst>
              </p:cNvPr>
              <p:cNvSpPr/>
              <p:nvPr/>
            </p:nvSpPr>
            <p:spPr>
              <a:xfrm>
                <a:off x="413675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8" name="椭圆 10417">
                <a:extLst>
                  <a:ext uri="{FF2B5EF4-FFF2-40B4-BE49-F238E27FC236}">
                    <a16:creationId xmlns:a16="http://schemas.microsoft.com/office/drawing/2014/main" id="{4D7B63DE-A327-4906-AB9D-317C0E537D94}"/>
                  </a:ext>
                </a:extLst>
              </p:cNvPr>
              <p:cNvSpPr/>
              <p:nvPr/>
            </p:nvSpPr>
            <p:spPr>
              <a:xfrm>
                <a:off x="3863931"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9" name="椭圆 10418">
                <a:extLst>
                  <a:ext uri="{FF2B5EF4-FFF2-40B4-BE49-F238E27FC236}">
                    <a16:creationId xmlns:a16="http://schemas.microsoft.com/office/drawing/2014/main" id="{08278A3A-F16F-4E07-9B1C-B16C5B0D02AC}"/>
                  </a:ext>
                </a:extLst>
              </p:cNvPr>
              <p:cNvSpPr/>
              <p:nvPr/>
            </p:nvSpPr>
            <p:spPr>
              <a:xfrm>
                <a:off x="4169306"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0" name="椭圆 10419">
                <a:extLst>
                  <a:ext uri="{FF2B5EF4-FFF2-40B4-BE49-F238E27FC236}">
                    <a16:creationId xmlns:a16="http://schemas.microsoft.com/office/drawing/2014/main" id="{DF69E7BE-E859-424B-A201-A2BB913692A3}"/>
                  </a:ext>
                </a:extLst>
              </p:cNvPr>
              <p:cNvSpPr/>
              <p:nvPr/>
            </p:nvSpPr>
            <p:spPr>
              <a:xfrm>
                <a:off x="40630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1" name="椭圆 10420">
                <a:extLst>
                  <a:ext uri="{FF2B5EF4-FFF2-40B4-BE49-F238E27FC236}">
                    <a16:creationId xmlns:a16="http://schemas.microsoft.com/office/drawing/2014/main" id="{1CC6D62D-4250-425C-9AF4-72220176F6A1}"/>
                  </a:ext>
                </a:extLst>
              </p:cNvPr>
              <p:cNvSpPr/>
              <p:nvPr/>
            </p:nvSpPr>
            <p:spPr>
              <a:xfrm>
                <a:off x="3843524"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2" name="椭圆 10421">
                <a:extLst>
                  <a:ext uri="{FF2B5EF4-FFF2-40B4-BE49-F238E27FC236}">
                    <a16:creationId xmlns:a16="http://schemas.microsoft.com/office/drawing/2014/main" id="{0A31C096-3544-4882-A236-FD0A2B1C8874}"/>
                  </a:ext>
                </a:extLst>
              </p:cNvPr>
              <p:cNvSpPr/>
              <p:nvPr/>
            </p:nvSpPr>
            <p:spPr>
              <a:xfrm>
                <a:off x="3789239" y="27881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3" name="椭圆 10422">
                <a:extLst>
                  <a:ext uri="{FF2B5EF4-FFF2-40B4-BE49-F238E27FC236}">
                    <a16:creationId xmlns:a16="http://schemas.microsoft.com/office/drawing/2014/main" id="{A34569B6-D73B-4579-859C-7D6297941DE9}"/>
                  </a:ext>
                </a:extLst>
              </p:cNvPr>
              <p:cNvSpPr/>
              <p:nvPr/>
            </p:nvSpPr>
            <p:spPr>
              <a:xfrm>
                <a:off x="39986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4" name="椭圆 10423">
                <a:extLst>
                  <a:ext uri="{FF2B5EF4-FFF2-40B4-BE49-F238E27FC236}">
                    <a16:creationId xmlns:a16="http://schemas.microsoft.com/office/drawing/2014/main" id="{CD8A8743-12C8-4678-8644-163F0ABE1015}"/>
                  </a:ext>
                </a:extLst>
              </p:cNvPr>
              <p:cNvSpPr/>
              <p:nvPr/>
            </p:nvSpPr>
            <p:spPr>
              <a:xfrm>
                <a:off x="39094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5" name="椭圆 10424">
                <a:extLst>
                  <a:ext uri="{FF2B5EF4-FFF2-40B4-BE49-F238E27FC236}">
                    <a16:creationId xmlns:a16="http://schemas.microsoft.com/office/drawing/2014/main" id="{91D653A2-0F32-4DD7-AA95-9A55BB484F68}"/>
                  </a:ext>
                </a:extLst>
              </p:cNvPr>
              <p:cNvSpPr/>
              <p:nvPr/>
            </p:nvSpPr>
            <p:spPr>
              <a:xfrm>
                <a:off x="4192466"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6" name="椭圆 10425">
                <a:extLst>
                  <a:ext uri="{FF2B5EF4-FFF2-40B4-BE49-F238E27FC236}">
                    <a16:creationId xmlns:a16="http://schemas.microsoft.com/office/drawing/2014/main" id="{D778F3F1-F708-4927-9A52-500E802F5943}"/>
                  </a:ext>
                </a:extLst>
              </p:cNvPr>
              <p:cNvSpPr/>
              <p:nvPr/>
            </p:nvSpPr>
            <p:spPr>
              <a:xfrm>
                <a:off x="4018344" y="30205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7" name="椭圆 10426">
                <a:extLst>
                  <a:ext uri="{FF2B5EF4-FFF2-40B4-BE49-F238E27FC236}">
                    <a16:creationId xmlns:a16="http://schemas.microsoft.com/office/drawing/2014/main" id="{2D90BCDD-631E-414A-84BF-F5AA3E7E0970}"/>
                  </a:ext>
                </a:extLst>
              </p:cNvPr>
              <p:cNvSpPr/>
              <p:nvPr/>
            </p:nvSpPr>
            <p:spPr>
              <a:xfrm>
                <a:off x="40758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8" name="椭圆 10427">
                <a:extLst>
                  <a:ext uri="{FF2B5EF4-FFF2-40B4-BE49-F238E27FC236}">
                    <a16:creationId xmlns:a16="http://schemas.microsoft.com/office/drawing/2014/main" id="{83848CBE-C8AA-4000-B64E-4DFC78197195}"/>
                  </a:ext>
                </a:extLst>
              </p:cNvPr>
              <p:cNvSpPr/>
              <p:nvPr/>
            </p:nvSpPr>
            <p:spPr>
              <a:xfrm>
                <a:off x="401768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9" name="椭圆 10428">
                <a:extLst>
                  <a:ext uri="{FF2B5EF4-FFF2-40B4-BE49-F238E27FC236}">
                    <a16:creationId xmlns:a16="http://schemas.microsoft.com/office/drawing/2014/main" id="{C0539C6E-D5F2-4D26-A7C4-5B52B1AEB341}"/>
                  </a:ext>
                </a:extLst>
              </p:cNvPr>
              <p:cNvSpPr/>
              <p:nvPr/>
            </p:nvSpPr>
            <p:spPr>
              <a:xfrm>
                <a:off x="39473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0" name="椭圆 10429">
                <a:extLst>
                  <a:ext uri="{FF2B5EF4-FFF2-40B4-BE49-F238E27FC236}">
                    <a16:creationId xmlns:a16="http://schemas.microsoft.com/office/drawing/2014/main" id="{3A63DDBA-9B42-4625-A5C5-DCBFCF03C8FD}"/>
                  </a:ext>
                </a:extLst>
              </p:cNvPr>
              <p:cNvSpPr/>
              <p:nvPr/>
            </p:nvSpPr>
            <p:spPr>
              <a:xfrm>
                <a:off x="3950258" y="227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1" name="椭圆 10430">
                <a:extLst>
                  <a:ext uri="{FF2B5EF4-FFF2-40B4-BE49-F238E27FC236}">
                    <a16:creationId xmlns:a16="http://schemas.microsoft.com/office/drawing/2014/main" id="{76B2C585-3C77-4F07-AFE4-84317E01E3D9}"/>
                  </a:ext>
                </a:extLst>
              </p:cNvPr>
              <p:cNvSpPr/>
              <p:nvPr/>
            </p:nvSpPr>
            <p:spPr>
              <a:xfrm>
                <a:off x="412496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2" name="椭圆 10431">
                <a:extLst>
                  <a:ext uri="{FF2B5EF4-FFF2-40B4-BE49-F238E27FC236}">
                    <a16:creationId xmlns:a16="http://schemas.microsoft.com/office/drawing/2014/main" id="{F6A6597C-CE1E-42AE-B9BC-3C6B521D3EBA}"/>
                  </a:ext>
                </a:extLst>
              </p:cNvPr>
              <p:cNvSpPr/>
              <p:nvPr/>
            </p:nvSpPr>
            <p:spPr>
              <a:xfrm>
                <a:off x="4073620"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3" name="椭圆 10432">
                <a:extLst>
                  <a:ext uri="{FF2B5EF4-FFF2-40B4-BE49-F238E27FC236}">
                    <a16:creationId xmlns:a16="http://schemas.microsoft.com/office/drawing/2014/main" id="{E6743923-BBFB-49C4-81E4-9B69ABD18BAD}"/>
                  </a:ext>
                </a:extLst>
              </p:cNvPr>
              <p:cNvSpPr/>
              <p:nvPr/>
            </p:nvSpPr>
            <p:spPr>
              <a:xfrm>
                <a:off x="408877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4" name="椭圆 10433">
                <a:extLst>
                  <a:ext uri="{FF2B5EF4-FFF2-40B4-BE49-F238E27FC236}">
                    <a16:creationId xmlns:a16="http://schemas.microsoft.com/office/drawing/2014/main" id="{5B45ECA1-10C9-4B4E-9DDC-0951E714B5DE}"/>
                  </a:ext>
                </a:extLst>
              </p:cNvPr>
              <p:cNvSpPr/>
              <p:nvPr/>
            </p:nvSpPr>
            <p:spPr>
              <a:xfrm>
                <a:off x="3964830"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5" name="椭圆 10434">
                <a:extLst>
                  <a:ext uri="{FF2B5EF4-FFF2-40B4-BE49-F238E27FC236}">
                    <a16:creationId xmlns:a16="http://schemas.microsoft.com/office/drawing/2014/main" id="{9A9457FE-8369-43D5-9B6D-F0326FB2234D}"/>
                  </a:ext>
                </a:extLst>
              </p:cNvPr>
              <p:cNvSpPr/>
              <p:nvPr/>
            </p:nvSpPr>
            <p:spPr>
              <a:xfrm>
                <a:off x="4055488" y="30091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6" name="椭圆 10435">
                <a:extLst>
                  <a:ext uri="{FF2B5EF4-FFF2-40B4-BE49-F238E27FC236}">
                    <a16:creationId xmlns:a16="http://schemas.microsoft.com/office/drawing/2014/main" id="{6A3299BE-1391-4A34-BDE0-5B0F31EEF8D7}"/>
                  </a:ext>
                </a:extLst>
              </p:cNvPr>
              <p:cNvSpPr/>
              <p:nvPr/>
            </p:nvSpPr>
            <p:spPr>
              <a:xfrm>
                <a:off x="4044440" y="3011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7" name="椭圆 10436">
                <a:extLst>
                  <a:ext uri="{FF2B5EF4-FFF2-40B4-BE49-F238E27FC236}">
                    <a16:creationId xmlns:a16="http://schemas.microsoft.com/office/drawing/2014/main" id="{F2DD418E-28A5-44B8-8B10-E80CAE4581BC}"/>
                  </a:ext>
                </a:extLst>
              </p:cNvPr>
              <p:cNvSpPr/>
              <p:nvPr/>
            </p:nvSpPr>
            <p:spPr>
              <a:xfrm>
                <a:off x="4093476" y="29723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8" name="椭圆 10437">
                <a:extLst>
                  <a:ext uri="{FF2B5EF4-FFF2-40B4-BE49-F238E27FC236}">
                    <a16:creationId xmlns:a16="http://schemas.microsoft.com/office/drawing/2014/main" id="{EEB94846-A8A1-4FD0-9348-42C815048E2C}"/>
                  </a:ext>
                </a:extLst>
              </p:cNvPr>
              <p:cNvSpPr/>
              <p:nvPr/>
            </p:nvSpPr>
            <p:spPr>
              <a:xfrm>
                <a:off x="4174849" y="28365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9" name="椭圆 10438">
                <a:extLst>
                  <a:ext uri="{FF2B5EF4-FFF2-40B4-BE49-F238E27FC236}">
                    <a16:creationId xmlns:a16="http://schemas.microsoft.com/office/drawing/2014/main" id="{72FD0203-004F-4282-872E-F7C52DCE37B6}"/>
                  </a:ext>
                </a:extLst>
              </p:cNvPr>
              <p:cNvSpPr/>
              <p:nvPr/>
            </p:nvSpPr>
            <p:spPr>
              <a:xfrm>
                <a:off x="4016178" y="3028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0" name="椭圆 10439">
                <a:extLst>
                  <a:ext uri="{FF2B5EF4-FFF2-40B4-BE49-F238E27FC236}">
                    <a16:creationId xmlns:a16="http://schemas.microsoft.com/office/drawing/2014/main" id="{DEEF822D-DCA4-4C27-81A2-9ECB0BEC40D5}"/>
                  </a:ext>
                </a:extLst>
              </p:cNvPr>
              <p:cNvSpPr/>
              <p:nvPr/>
            </p:nvSpPr>
            <p:spPr>
              <a:xfrm>
                <a:off x="39942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1" name="椭圆 10440">
                <a:extLst>
                  <a:ext uri="{FF2B5EF4-FFF2-40B4-BE49-F238E27FC236}">
                    <a16:creationId xmlns:a16="http://schemas.microsoft.com/office/drawing/2014/main" id="{3CE9A344-CD7A-40C5-AF48-5B920968A915}"/>
                  </a:ext>
                </a:extLst>
              </p:cNvPr>
              <p:cNvSpPr/>
              <p:nvPr/>
            </p:nvSpPr>
            <p:spPr>
              <a:xfrm>
                <a:off x="40296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2" name="椭圆 10441">
                <a:extLst>
                  <a:ext uri="{FF2B5EF4-FFF2-40B4-BE49-F238E27FC236}">
                    <a16:creationId xmlns:a16="http://schemas.microsoft.com/office/drawing/2014/main" id="{0E959CA9-306F-41DB-9557-04A4FAE3767D}"/>
                  </a:ext>
                </a:extLst>
              </p:cNvPr>
              <p:cNvSpPr/>
              <p:nvPr/>
            </p:nvSpPr>
            <p:spPr>
              <a:xfrm>
                <a:off x="403985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3" name="椭圆 10442">
                <a:extLst>
                  <a:ext uri="{FF2B5EF4-FFF2-40B4-BE49-F238E27FC236}">
                    <a16:creationId xmlns:a16="http://schemas.microsoft.com/office/drawing/2014/main" id="{EE8E7274-7082-4189-BFD3-4C9CD6DEE5D3}"/>
                  </a:ext>
                </a:extLst>
              </p:cNvPr>
              <p:cNvSpPr/>
              <p:nvPr/>
            </p:nvSpPr>
            <p:spPr>
              <a:xfrm>
                <a:off x="4024363" y="28735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4" name="椭圆 10443">
                <a:extLst>
                  <a:ext uri="{FF2B5EF4-FFF2-40B4-BE49-F238E27FC236}">
                    <a16:creationId xmlns:a16="http://schemas.microsoft.com/office/drawing/2014/main" id="{F147175F-D766-46C9-92EC-B89E94C6646E}"/>
                  </a:ext>
                </a:extLst>
              </p:cNvPr>
              <p:cNvSpPr/>
              <p:nvPr/>
            </p:nvSpPr>
            <p:spPr>
              <a:xfrm>
                <a:off x="3973785" y="2907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5" name="椭圆 10444">
                <a:extLst>
                  <a:ext uri="{FF2B5EF4-FFF2-40B4-BE49-F238E27FC236}">
                    <a16:creationId xmlns:a16="http://schemas.microsoft.com/office/drawing/2014/main" id="{03B9EA72-BAD6-4A58-BB5B-2E3E3B253560}"/>
                  </a:ext>
                </a:extLst>
              </p:cNvPr>
              <p:cNvSpPr/>
              <p:nvPr/>
            </p:nvSpPr>
            <p:spPr>
              <a:xfrm>
                <a:off x="402528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6" name="椭圆 10445">
                <a:extLst>
                  <a:ext uri="{FF2B5EF4-FFF2-40B4-BE49-F238E27FC236}">
                    <a16:creationId xmlns:a16="http://schemas.microsoft.com/office/drawing/2014/main" id="{8E250E31-61D0-4D6F-9CDB-1BDB873918AA}"/>
                  </a:ext>
                </a:extLst>
              </p:cNvPr>
              <p:cNvSpPr/>
              <p:nvPr/>
            </p:nvSpPr>
            <p:spPr>
              <a:xfrm>
                <a:off x="4017500" y="29677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7" name="椭圆 10446">
                <a:extLst>
                  <a:ext uri="{FF2B5EF4-FFF2-40B4-BE49-F238E27FC236}">
                    <a16:creationId xmlns:a16="http://schemas.microsoft.com/office/drawing/2014/main" id="{7A0D9945-B3F5-4206-A3F8-AB9E214A8563}"/>
                  </a:ext>
                </a:extLst>
              </p:cNvPr>
              <p:cNvSpPr/>
              <p:nvPr/>
            </p:nvSpPr>
            <p:spPr>
              <a:xfrm>
                <a:off x="401654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8" name="椭圆 10447">
                <a:extLst>
                  <a:ext uri="{FF2B5EF4-FFF2-40B4-BE49-F238E27FC236}">
                    <a16:creationId xmlns:a16="http://schemas.microsoft.com/office/drawing/2014/main" id="{1EE9E9AB-F6A2-460F-84D3-4A4E19B709BF}"/>
                  </a:ext>
                </a:extLst>
              </p:cNvPr>
              <p:cNvSpPr/>
              <p:nvPr/>
            </p:nvSpPr>
            <p:spPr>
              <a:xfrm>
                <a:off x="4037980"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9" name="椭圆 10448">
                <a:extLst>
                  <a:ext uri="{FF2B5EF4-FFF2-40B4-BE49-F238E27FC236}">
                    <a16:creationId xmlns:a16="http://schemas.microsoft.com/office/drawing/2014/main" id="{6D26D542-9C32-48A4-A860-1D2C8B5B27AA}"/>
                  </a:ext>
                </a:extLst>
              </p:cNvPr>
              <p:cNvSpPr/>
              <p:nvPr/>
            </p:nvSpPr>
            <p:spPr>
              <a:xfrm>
                <a:off x="4011921" y="2954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0" name="椭圆 10449">
                <a:extLst>
                  <a:ext uri="{FF2B5EF4-FFF2-40B4-BE49-F238E27FC236}">
                    <a16:creationId xmlns:a16="http://schemas.microsoft.com/office/drawing/2014/main" id="{A6B37A8C-BB96-4794-8993-2C8774840474}"/>
                  </a:ext>
                </a:extLst>
              </p:cNvPr>
              <p:cNvSpPr/>
              <p:nvPr/>
            </p:nvSpPr>
            <p:spPr>
              <a:xfrm>
                <a:off x="4050753"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1" name="椭圆 10450">
                <a:extLst>
                  <a:ext uri="{FF2B5EF4-FFF2-40B4-BE49-F238E27FC236}">
                    <a16:creationId xmlns:a16="http://schemas.microsoft.com/office/drawing/2014/main" id="{19747110-86E6-4FC5-BD1F-13FC9A5CE575}"/>
                  </a:ext>
                </a:extLst>
              </p:cNvPr>
              <p:cNvSpPr/>
              <p:nvPr/>
            </p:nvSpPr>
            <p:spPr>
              <a:xfrm>
                <a:off x="408202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2" name="椭圆 10451">
                <a:extLst>
                  <a:ext uri="{FF2B5EF4-FFF2-40B4-BE49-F238E27FC236}">
                    <a16:creationId xmlns:a16="http://schemas.microsoft.com/office/drawing/2014/main" id="{5946254E-4833-4EBC-B3C8-A76EB2F22B1C}"/>
                  </a:ext>
                </a:extLst>
              </p:cNvPr>
              <p:cNvSpPr/>
              <p:nvPr/>
            </p:nvSpPr>
            <p:spPr>
              <a:xfrm>
                <a:off x="403783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3" name="椭圆 10452">
                <a:extLst>
                  <a:ext uri="{FF2B5EF4-FFF2-40B4-BE49-F238E27FC236}">
                    <a16:creationId xmlns:a16="http://schemas.microsoft.com/office/drawing/2014/main" id="{3AD5DF56-381C-4C5F-9FBC-EAF882C5F808}"/>
                  </a:ext>
                </a:extLst>
              </p:cNvPr>
              <p:cNvSpPr/>
              <p:nvPr/>
            </p:nvSpPr>
            <p:spPr>
              <a:xfrm>
                <a:off x="412636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4" name="椭圆 10453">
                <a:extLst>
                  <a:ext uri="{FF2B5EF4-FFF2-40B4-BE49-F238E27FC236}">
                    <a16:creationId xmlns:a16="http://schemas.microsoft.com/office/drawing/2014/main" id="{B4D4E61A-1C63-491A-9BE5-6224A9C185F8}"/>
                  </a:ext>
                </a:extLst>
              </p:cNvPr>
              <p:cNvSpPr/>
              <p:nvPr/>
            </p:nvSpPr>
            <p:spPr>
              <a:xfrm>
                <a:off x="4016141" y="30174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5" name="椭圆 10454">
                <a:extLst>
                  <a:ext uri="{FF2B5EF4-FFF2-40B4-BE49-F238E27FC236}">
                    <a16:creationId xmlns:a16="http://schemas.microsoft.com/office/drawing/2014/main" id="{F119F852-A6B8-4036-8C81-187BF22B1A8A}"/>
                  </a:ext>
                </a:extLst>
              </p:cNvPr>
              <p:cNvSpPr/>
              <p:nvPr/>
            </p:nvSpPr>
            <p:spPr>
              <a:xfrm>
                <a:off x="40299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6" name="椭圆 10455">
                <a:extLst>
                  <a:ext uri="{FF2B5EF4-FFF2-40B4-BE49-F238E27FC236}">
                    <a16:creationId xmlns:a16="http://schemas.microsoft.com/office/drawing/2014/main" id="{E179B642-9A26-479E-8CBB-98540E2D209B}"/>
                  </a:ext>
                </a:extLst>
              </p:cNvPr>
              <p:cNvSpPr/>
              <p:nvPr/>
            </p:nvSpPr>
            <p:spPr>
              <a:xfrm>
                <a:off x="408228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7" name="椭圆 10456">
                <a:extLst>
                  <a:ext uri="{FF2B5EF4-FFF2-40B4-BE49-F238E27FC236}">
                    <a16:creationId xmlns:a16="http://schemas.microsoft.com/office/drawing/2014/main" id="{C6C0F1A4-2E33-4144-AAE6-A7E07B7411BD}"/>
                  </a:ext>
                </a:extLst>
              </p:cNvPr>
              <p:cNvSpPr/>
              <p:nvPr/>
            </p:nvSpPr>
            <p:spPr>
              <a:xfrm>
                <a:off x="39733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8" name="椭圆 10457">
                <a:extLst>
                  <a:ext uri="{FF2B5EF4-FFF2-40B4-BE49-F238E27FC236}">
                    <a16:creationId xmlns:a16="http://schemas.microsoft.com/office/drawing/2014/main" id="{43B0C085-EE0C-4B65-9FC4-F9A32FA721EA}"/>
                  </a:ext>
                </a:extLst>
              </p:cNvPr>
              <p:cNvSpPr/>
              <p:nvPr/>
            </p:nvSpPr>
            <p:spPr>
              <a:xfrm>
                <a:off x="403596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9" name="椭圆 10458">
                <a:extLst>
                  <a:ext uri="{FF2B5EF4-FFF2-40B4-BE49-F238E27FC236}">
                    <a16:creationId xmlns:a16="http://schemas.microsoft.com/office/drawing/2014/main" id="{D79A010D-1155-42CE-9CCD-7E74BF0DE82A}"/>
                  </a:ext>
                </a:extLst>
              </p:cNvPr>
              <p:cNvSpPr/>
              <p:nvPr/>
            </p:nvSpPr>
            <p:spPr>
              <a:xfrm>
                <a:off x="404631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0" name="椭圆 10459">
                <a:extLst>
                  <a:ext uri="{FF2B5EF4-FFF2-40B4-BE49-F238E27FC236}">
                    <a16:creationId xmlns:a16="http://schemas.microsoft.com/office/drawing/2014/main" id="{BED26866-15C0-4257-AAE0-3556C3923CB2}"/>
                  </a:ext>
                </a:extLst>
              </p:cNvPr>
              <p:cNvSpPr/>
              <p:nvPr/>
            </p:nvSpPr>
            <p:spPr>
              <a:xfrm>
                <a:off x="4015664"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1" name="椭圆 10460">
                <a:extLst>
                  <a:ext uri="{FF2B5EF4-FFF2-40B4-BE49-F238E27FC236}">
                    <a16:creationId xmlns:a16="http://schemas.microsoft.com/office/drawing/2014/main" id="{01C7C2F6-B16E-4F72-9082-96A1F6A05924}"/>
                  </a:ext>
                </a:extLst>
              </p:cNvPr>
              <p:cNvSpPr/>
              <p:nvPr/>
            </p:nvSpPr>
            <p:spPr>
              <a:xfrm>
                <a:off x="4055598" y="2975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2" name="椭圆 10461">
                <a:extLst>
                  <a:ext uri="{FF2B5EF4-FFF2-40B4-BE49-F238E27FC236}">
                    <a16:creationId xmlns:a16="http://schemas.microsoft.com/office/drawing/2014/main" id="{4E96EEF4-8207-4DB0-8D01-0DF8CD0E87AC}"/>
                  </a:ext>
                </a:extLst>
              </p:cNvPr>
              <p:cNvSpPr/>
              <p:nvPr/>
            </p:nvSpPr>
            <p:spPr>
              <a:xfrm>
                <a:off x="4025428"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3" name="椭圆 10462">
                <a:extLst>
                  <a:ext uri="{FF2B5EF4-FFF2-40B4-BE49-F238E27FC236}">
                    <a16:creationId xmlns:a16="http://schemas.microsoft.com/office/drawing/2014/main" id="{B201AA31-D826-4C61-A2C3-E6F2F2E8CB36}"/>
                  </a:ext>
                </a:extLst>
              </p:cNvPr>
              <p:cNvSpPr/>
              <p:nvPr/>
            </p:nvSpPr>
            <p:spPr>
              <a:xfrm>
                <a:off x="403445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4" name="椭圆 10463">
                <a:extLst>
                  <a:ext uri="{FF2B5EF4-FFF2-40B4-BE49-F238E27FC236}">
                    <a16:creationId xmlns:a16="http://schemas.microsoft.com/office/drawing/2014/main" id="{E2B59DA4-04E1-43DF-ABB7-CBD21962BAE1}"/>
                  </a:ext>
                </a:extLst>
              </p:cNvPr>
              <p:cNvSpPr/>
              <p:nvPr/>
            </p:nvSpPr>
            <p:spPr>
              <a:xfrm>
                <a:off x="390731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5" name="椭圆 10464">
                <a:extLst>
                  <a:ext uri="{FF2B5EF4-FFF2-40B4-BE49-F238E27FC236}">
                    <a16:creationId xmlns:a16="http://schemas.microsoft.com/office/drawing/2014/main" id="{ADDD398F-2822-4E32-B62A-F22288423E80}"/>
                  </a:ext>
                </a:extLst>
              </p:cNvPr>
              <p:cNvSpPr/>
              <p:nvPr/>
            </p:nvSpPr>
            <p:spPr>
              <a:xfrm>
                <a:off x="4073950"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6" name="椭圆 10465">
                <a:extLst>
                  <a:ext uri="{FF2B5EF4-FFF2-40B4-BE49-F238E27FC236}">
                    <a16:creationId xmlns:a16="http://schemas.microsoft.com/office/drawing/2014/main" id="{0576CEDB-E27E-45C0-94ED-829DFA1727BB}"/>
                  </a:ext>
                </a:extLst>
              </p:cNvPr>
              <p:cNvSpPr/>
              <p:nvPr/>
            </p:nvSpPr>
            <p:spPr>
              <a:xfrm>
                <a:off x="404143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7" name="椭圆 10466">
                <a:extLst>
                  <a:ext uri="{FF2B5EF4-FFF2-40B4-BE49-F238E27FC236}">
                    <a16:creationId xmlns:a16="http://schemas.microsoft.com/office/drawing/2014/main" id="{A56538E9-0B64-4160-AF29-09D9F986F467}"/>
                  </a:ext>
                </a:extLst>
              </p:cNvPr>
              <p:cNvSpPr/>
              <p:nvPr/>
            </p:nvSpPr>
            <p:spPr>
              <a:xfrm>
                <a:off x="40522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8" name="椭圆 10467">
                <a:extLst>
                  <a:ext uri="{FF2B5EF4-FFF2-40B4-BE49-F238E27FC236}">
                    <a16:creationId xmlns:a16="http://schemas.microsoft.com/office/drawing/2014/main" id="{7D63E2E8-5057-4513-AD23-5FBFA52B9AD5}"/>
                  </a:ext>
                </a:extLst>
              </p:cNvPr>
              <p:cNvSpPr/>
              <p:nvPr/>
            </p:nvSpPr>
            <p:spPr>
              <a:xfrm>
                <a:off x="39842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9" name="椭圆 10468">
                <a:extLst>
                  <a:ext uri="{FF2B5EF4-FFF2-40B4-BE49-F238E27FC236}">
                    <a16:creationId xmlns:a16="http://schemas.microsoft.com/office/drawing/2014/main" id="{389C3DCB-4977-449A-882C-5645CE0C2789}"/>
                  </a:ext>
                </a:extLst>
              </p:cNvPr>
              <p:cNvSpPr/>
              <p:nvPr/>
            </p:nvSpPr>
            <p:spPr>
              <a:xfrm>
                <a:off x="4080410"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0" name="椭圆 10469">
                <a:extLst>
                  <a:ext uri="{FF2B5EF4-FFF2-40B4-BE49-F238E27FC236}">
                    <a16:creationId xmlns:a16="http://schemas.microsoft.com/office/drawing/2014/main" id="{66880154-AFD3-4A18-8DB0-C9F70BEFEEDA}"/>
                  </a:ext>
                </a:extLst>
              </p:cNvPr>
              <p:cNvSpPr/>
              <p:nvPr/>
            </p:nvSpPr>
            <p:spPr>
              <a:xfrm>
                <a:off x="397433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1" name="椭圆 10470">
                <a:extLst>
                  <a:ext uri="{FF2B5EF4-FFF2-40B4-BE49-F238E27FC236}">
                    <a16:creationId xmlns:a16="http://schemas.microsoft.com/office/drawing/2014/main" id="{70442B7E-5B1C-4EB8-9E4A-BC05064BC280}"/>
                  </a:ext>
                </a:extLst>
              </p:cNvPr>
              <p:cNvSpPr/>
              <p:nvPr/>
            </p:nvSpPr>
            <p:spPr>
              <a:xfrm>
                <a:off x="40242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2" name="椭圆 10471">
                <a:extLst>
                  <a:ext uri="{FF2B5EF4-FFF2-40B4-BE49-F238E27FC236}">
                    <a16:creationId xmlns:a16="http://schemas.microsoft.com/office/drawing/2014/main" id="{35C3DD24-F70C-4DFD-A534-EDF50505E86E}"/>
                  </a:ext>
                </a:extLst>
              </p:cNvPr>
              <p:cNvSpPr/>
              <p:nvPr/>
            </p:nvSpPr>
            <p:spPr>
              <a:xfrm>
                <a:off x="397686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3" name="椭圆 10472">
                <a:extLst>
                  <a:ext uri="{FF2B5EF4-FFF2-40B4-BE49-F238E27FC236}">
                    <a16:creationId xmlns:a16="http://schemas.microsoft.com/office/drawing/2014/main" id="{D08F899A-CF85-4964-B2F5-CC4C5D01E88A}"/>
                  </a:ext>
                </a:extLst>
              </p:cNvPr>
              <p:cNvSpPr/>
              <p:nvPr/>
            </p:nvSpPr>
            <p:spPr>
              <a:xfrm>
                <a:off x="389479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4" name="椭圆 10473">
                <a:extLst>
                  <a:ext uri="{FF2B5EF4-FFF2-40B4-BE49-F238E27FC236}">
                    <a16:creationId xmlns:a16="http://schemas.microsoft.com/office/drawing/2014/main" id="{A692A46D-815E-4F4A-B120-24389988CEDC}"/>
                  </a:ext>
                </a:extLst>
              </p:cNvPr>
              <p:cNvSpPr/>
              <p:nvPr/>
            </p:nvSpPr>
            <p:spPr>
              <a:xfrm>
                <a:off x="400413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5" name="椭圆 10474">
                <a:extLst>
                  <a:ext uri="{FF2B5EF4-FFF2-40B4-BE49-F238E27FC236}">
                    <a16:creationId xmlns:a16="http://schemas.microsoft.com/office/drawing/2014/main" id="{CB52B223-911B-42D9-8C73-63CAD3DD2EF8}"/>
                  </a:ext>
                </a:extLst>
              </p:cNvPr>
              <p:cNvSpPr/>
              <p:nvPr/>
            </p:nvSpPr>
            <p:spPr>
              <a:xfrm>
                <a:off x="40119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6" name="椭圆 10475">
                <a:extLst>
                  <a:ext uri="{FF2B5EF4-FFF2-40B4-BE49-F238E27FC236}">
                    <a16:creationId xmlns:a16="http://schemas.microsoft.com/office/drawing/2014/main" id="{41203E61-D433-4D2B-A0AC-8729175E78EA}"/>
                  </a:ext>
                </a:extLst>
              </p:cNvPr>
              <p:cNvSpPr/>
              <p:nvPr/>
            </p:nvSpPr>
            <p:spPr>
              <a:xfrm>
                <a:off x="401805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7" name="椭圆 10476">
                <a:extLst>
                  <a:ext uri="{FF2B5EF4-FFF2-40B4-BE49-F238E27FC236}">
                    <a16:creationId xmlns:a16="http://schemas.microsoft.com/office/drawing/2014/main" id="{BFD36372-A2C6-4C3A-A82E-D7C6F086825A}"/>
                  </a:ext>
                </a:extLst>
              </p:cNvPr>
              <p:cNvSpPr/>
              <p:nvPr/>
            </p:nvSpPr>
            <p:spPr>
              <a:xfrm>
                <a:off x="394409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8" name="椭圆 10477">
                <a:extLst>
                  <a:ext uri="{FF2B5EF4-FFF2-40B4-BE49-F238E27FC236}">
                    <a16:creationId xmlns:a16="http://schemas.microsoft.com/office/drawing/2014/main" id="{1347BB46-8AE9-4A42-938E-0C13108A2AD7}"/>
                  </a:ext>
                </a:extLst>
              </p:cNvPr>
              <p:cNvSpPr/>
              <p:nvPr/>
            </p:nvSpPr>
            <p:spPr>
              <a:xfrm>
                <a:off x="40515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9" name="椭圆 10478">
                <a:extLst>
                  <a:ext uri="{FF2B5EF4-FFF2-40B4-BE49-F238E27FC236}">
                    <a16:creationId xmlns:a16="http://schemas.microsoft.com/office/drawing/2014/main" id="{82A490CC-3B5E-4D6D-9A18-BAB6B592AB84}"/>
                  </a:ext>
                </a:extLst>
              </p:cNvPr>
              <p:cNvSpPr/>
              <p:nvPr/>
            </p:nvSpPr>
            <p:spPr>
              <a:xfrm>
                <a:off x="402003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0" name="椭圆 10479">
                <a:extLst>
                  <a:ext uri="{FF2B5EF4-FFF2-40B4-BE49-F238E27FC236}">
                    <a16:creationId xmlns:a16="http://schemas.microsoft.com/office/drawing/2014/main" id="{0A7A5258-BE98-4641-93E4-E9EBED720677}"/>
                  </a:ext>
                </a:extLst>
              </p:cNvPr>
              <p:cNvSpPr/>
              <p:nvPr/>
            </p:nvSpPr>
            <p:spPr>
              <a:xfrm>
                <a:off x="40068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1" name="椭圆 10480">
                <a:extLst>
                  <a:ext uri="{FF2B5EF4-FFF2-40B4-BE49-F238E27FC236}">
                    <a16:creationId xmlns:a16="http://schemas.microsoft.com/office/drawing/2014/main" id="{CEDB655E-CC96-4F20-BB3C-736A0C464813}"/>
                  </a:ext>
                </a:extLst>
              </p:cNvPr>
              <p:cNvSpPr/>
              <p:nvPr/>
            </p:nvSpPr>
            <p:spPr>
              <a:xfrm>
                <a:off x="402377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2" name="椭圆 10481">
                <a:extLst>
                  <a:ext uri="{FF2B5EF4-FFF2-40B4-BE49-F238E27FC236}">
                    <a16:creationId xmlns:a16="http://schemas.microsoft.com/office/drawing/2014/main" id="{A27AF975-6CD1-4CC6-8F65-C1C072E70572}"/>
                  </a:ext>
                </a:extLst>
              </p:cNvPr>
              <p:cNvSpPr/>
              <p:nvPr/>
            </p:nvSpPr>
            <p:spPr>
              <a:xfrm>
                <a:off x="40091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3" name="椭圆 10482">
                <a:extLst>
                  <a:ext uri="{FF2B5EF4-FFF2-40B4-BE49-F238E27FC236}">
                    <a16:creationId xmlns:a16="http://schemas.microsoft.com/office/drawing/2014/main" id="{C3A49AD0-3F03-4DA4-80F9-D68991D9FDF1}"/>
                  </a:ext>
                </a:extLst>
              </p:cNvPr>
              <p:cNvSpPr/>
              <p:nvPr/>
            </p:nvSpPr>
            <p:spPr>
              <a:xfrm>
                <a:off x="3857691" y="29751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4" name="椭圆 10483">
                <a:extLst>
                  <a:ext uri="{FF2B5EF4-FFF2-40B4-BE49-F238E27FC236}">
                    <a16:creationId xmlns:a16="http://schemas.microsoft.com/office/drawing/2014/main" id="{3BB34BAD-B9A4-409A-8A4A-CA2C2062136B}"/>
                  </a:ext>
                </a:extLst>
              </p:cNvPr>
              <p:cNvSpPr/>
              <p:nvPr/>
            </p:nvSpPr>
            <p:spPr>
              <a:xfrm>
                <a:off x="40759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5" name="椭圆 10484">
                <a:extLst>
                  <a:ext uri="{FF2B5EF4-FFF2-40B4-BE49-F238E27FC236}">
                    <a16:creationId xmlns:a16="http://schemas.microsoft.com/office/drawing/2014/main" id="{2BFCF603-CF2D-43C8-8CAD-AB11F21DCEFD}"/>
                  </a:ext>
                </a:extLst>
              </p:cNvPr>
              <p:cNvSpPr/>
              <p:nvPr/>
            </p:nvSpPr>
            <p:spPr>
              <a:xfrm>
                <a:off x="399033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6" name="椭圆 10485">
                <a:extLst>
                  <a:ext uri="{FF2B5EF4-FFF2-40B4-BE49-F238E27FC236}">
                    <a16:creationId xmlns:a16="http://schemas.microsoft.com/office/drawing/2014/main" id="{6FA2072F-F4B2-470E-AF1C-B8DAEDC21D69}"/>
                  </a:ext>
                </a:extLst>
              </p:cNvPr>
              <p:cNvSpPr/>
              <p:nvPr/>
            </p:nvSpPr>
            <p:spPr>
              <a:xfrm>
                <a:off x="402164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7" name="椭圆 10486">
                <a:extLst>
                  <a:ext uri="{FF2B5EF4-FFF2-40B4-BE49-F238E27FC236}">
                    <a16:creationId xmlns:a16="http://schemas.microsoft.com/office/drawing/2014/main" id="{B52C4A32-AD1D-4782-8E84-4BEE458675F0}"/>
                  </a:ext>
                </a:extLst>
              </p:cNvPr>
              <p:cNvSpPr/>
              <p:nvPr/>
            </p:nvSpPr>
            <p:spPr>
              <a:xfrm>
                <a:off x="398560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8" name="椭圆 10487">
                <a:extLst>
                  <a:ext uri="{FF2B5EF4-FFF2-40B4-BE49-F238E27FC236}">
                    <a16:creationId xmlns:a16="http://schemas.microsoft.com/office/drawing/2014/main" id="{3A017F18-B088-49AF-B734-A4700862852C}"/>
                  </a:ext>
                </a:extLst>
              </p:cNvPr>
              <p:cNvSpPr/>
              <p:nvPr/>
            </p:nvSpPr>
            <p:spPr>
              <a:xfrm>
                <a:off x="3931466"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9" name="椭圆 10488">
                <a:extLst>
                  <a:ext uri="{FF2B5EF4-FFF2-40B4-BE49-F238E27FC236}">
                    <a16:creationId xmlns:a16="http://schemas.microsoft.com/office/drawing/2014/main" id="{94513C51-B543-462D-B779-C1CCA98CDBCF}"/>
                  </a:ext>
                </a:extLst>
              </p:cNvPr>
              <p:cNvSpPr/>
              <p:nvPr/>
            </p:nvSpPr>
            <p:spPr>
              <a:xfrm>
                <a:off x="4157598"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0" name="椭圆 10489">
                <a:extLst>
                  <a:ext uri="{FF2B5EF4-FFF2-40B4-BE49-F238E27FC236}">
                    <a16:creationId xmlns:a16="http://schemas.microsoft.com/office/drawing/2014/main" id="{7ABA6C11-FBDB-4117-B165-558EF0359023}"/>
                  </a:ext>
                </a:extLst>
              </p:cNvPr>
              <p:cNvSpPr/>
              <p:nvPr/>
            </p:nvSpPr>
            <p:spPr>
              <a:xfrm>
                <a:off x="398237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1" name="椭圆 10490">
                <a:extLst>
                  <a:ext uri="{FF2B5EF4-FFF2-40B4-BE49-F238E27FC236}">
                    <a16:creationId xmlns:a16="http://schemas.microsoft.com/office/drawing/2014/main" id="{E9F2F080-7F4C-4F5D-97C0-B8DE3FF9403E}"/>
                  </a:ext>
                </a:extLst>
              </p:cNvPr>
              <p:cNvSpPr/>
              <p:nvPr/>
            </p:nvSpPr>
            <p:spPr>
              <a:xfrm>
                <a:off x="392808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2" name="椭圆 10491">
                <a:extLst>
                  <a:ext uri="{FF2B5EF4-FFF2-40B4-BE49-F238E27FC236}">
                    <a16:creationId xmlns:a16="http://schemas.microsoft.com/office/drawing/2014/main" id="{39C5C838-7F8D-42B6-BC15-CB723E446CFF}"/>
                  </a:ext>
                </a:extLst>
              </p:cNvPr>
              <p:cNvSpPr/>
              <p:nvPr/>
            </p:nvSpPr>
            <p:spPr>
              <a:xfrm>
                <a:off x="4493915" y="26388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3" name="椭圆 10492">
                <a:extLst>
                  <a:ext uri="{FF2B5EF4-FFF2-40B4-BE49-F238E27FC236}">
                    <a16:creationId xmlns:a16="http://schemas.microsoft.com/office/drawing/2014/main" id="{782208BB-0035-4837-9908-7E13DFA1A65E}"/>
                  </a:ext>
                </a:extLst>
              </p:cNvPr>
              <p:cNvSpPr/>
              <p:nvPr/>
            </p:nvSpPr>
            <p:spPr>
              <a:xfrm>
                <a:off x="3924015"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4" name="椭圆 10493">
                <a:extLst>
                  <a:ext uri="{FF2B5EF4-FFF2-40B4-BE49-F238E27FC236}">
                    <a16:creationId xmlns:a16="http://schemas.microsoft.com/office/drawing/2014/main" id="{0E81E618-A251-42B3-AE22-56BA63B7ADBB}"/>
                  </a:ext>
                </a:extLst>
              </p:cNvPr>
              <p:cNvSpPr/>
              <p:nvPr/>
            </p:nvSpPr>
            <p:spPr>
              <a:xfrm>
                <a:off x="4012765" y="29863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5" name="椭圆 10494">
                <a:extLst>
                  <a:ext uri="{FF2B5EF4-FFF2-40B4-BE49-F238E27FC236}">
                    <a16:creationId xmlns:a16="http://schemas.microsoft.com/office/drawing/2014/main" id="{5186E02F-61E1-4FFF-A23E-835E1D2E76F3}"/>
                  </a:ext>
                </a:extLst>
              </p:cNvPr>
              <p:cNvSpPr/>
              <p:nvPr/>
            </p:nvSpPr>
            <p:spPr>
              <a:xfrm>
                <a:off x="3931319" y="3000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6" name="椭圆 10495">
                <a:extLst>
                  <a:ext uri="{FF2B5EF4-FFF2-40B4-BE49-F238E27FC236}">
                    <a16:creationId xmlns:a16="http://schemas.microsoft.com/office/drawing/2014/main" id="{96A89DF9-BB45-4ED6-A846-DAD922C40610}"/>
                  </a:ext>
                </a:extLst>
              </p:cNvPr>
              <p:cNvSpPr/>
              <p:nvPr/>
            </p:nvSpPr>
            <p:spPr>
              <a:xfrm>
                <a:off x="409553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7" name="椭圆 10496">
                <a:extLst>
                  <a:ext uri="{FF2B5EF4-FFF2-40B4-BE49-F238E27FC236}">
                    <a16:creationId xmlns:a16="http://schemas.microsoft.com/office/drawing/2014/main" id="{2656A0DB-905F-46A1-A477-E4328D8C98B0}"/>
                  </a:ext>
                </a:extLst>
              </p:cNvPr>
              <p:cNvSpPr/>
              <p:nvPr/>
            </p:nvSpPr>
            <p:spPr>
              <a:xfrm>
                <a:off x="417829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8" name="椭圆 10497">
                <a:extLst>
                  <a:ext uri="{FF2B5EF4-FFF2-40B4-BE49-F238E27FC236}">
                    <a16:creationId xmlns:a16="http://schemas.microsoft.com/office/drawing/2014/main" id="{5BC8C0DB-EAF0-40FF-872A-DCA16A98B5F7}"/>
                  </a:ext>
                </a:extLst>
              </p:cNvPr>
              <p:cNvSpPr/>
              <p:nvPr/>
            </p:nvSpPr>
            <p:spPr>
              <a:xfrm>
                <a:off x="4066389"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9" name="椭圆 10498">
                <a:extLst>
                  <a:ext uri="{FF2B5EF4-FFF2-40B4-BE49-F238E27FC236}">
                    <a16:creationId xmlns:a16="http://schemas.microsoft.com/office/drawing/2014/main" id="{755CAC09-81C6-4D31-A049-F37E07471612}"/>
                  </a:ext>
                </a:extLst>
              </p:cNvPr>
              <p:cNvSpPr/>
              <p:nvPr/>
            </p:nvSpPr>
            <p:spPr>
              <a:xfrm>
                <a:off x="411050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0" name="椭圆 10499">
                <a:extLst>
                  <a:ext uri="{FF2B5EF4-FFF2-40B4-BE49-F238E27FC236}">
                    <a16:creationId xmlns:a16="http://schemas.microsoft.com/office/drawing/2014/main" id="{2B02A79F-F502-424A-9206-637ADCA4442E}"/>
                  </a:ext>
                </a:extLst>
              </p:cNvPr>
              <p:cNvSpPr/>
              <p:nvPr/>
            </p:nvSpPr>
            <p:spPr>
              <a:xfrm>
                <a:off x="403016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1" name="椭圆 10500">
                <a:extLst>
                  <a:ext uri="{FF2B5EF4-FFF2-40B4-BE49-F238E27FC236}">
                    <a16:creationId xmlns:a16="http://schemas.microsoft.com/office/drawing/2014/main" id="{2F570CED-E454-40A6-8DDE-D4263689A45C}"/>
                  </a:ext>
                </a:extLst>
              </p:cNvPr>
              <p:cNvSpPr/>
              <p:nvPr/>
            </p:nvSpPr>
            <p:spPr>
              <a:xfrm>
                <a:off x="4010783" y="29947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2" name="椭圆 10501">
                <a:extLst>
                  <a:ext uri="{FF2B5EF4-FFF2-40B4-BE49-F238E27FC236}">
                    <a16:creationId xmlns:a16="http://schemas.microsoft.com/office/drawing/2014/main" id="{B81AAB9F-BBBC-404C-824C-A733308E7980}"/>
                  </a:ext>
                </a:extLst>
              </p:cNvPr>
              <p:cNvSpPr/>
              <p:nvPr/>
            </p:nvSpPr>
            <p:spPr>
              <a:xfrm>
                <a:off x="3945744" y="27880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3" name="椭圆 10502">
                <a:extLst>
                  <a:ext uri="{FF2B5EF4-FFF2-40B4-BE49-F238E27FC236}">
                    <a16:creationId xmlns:a16="http://schemas.microsoft.com/office/drawing/2014/main" id="{AAE6AD27-F940-4B38-A62C-801AA666DA58}"/>
                  </a:ext>
                </a:extLst>
              </p:cNvPr>
              <p:cNvSpPr/>
              <p:nvPr/>
            </p:nvSpPr>
            <p:spPr>
              <a:xfrm>
                <a:off x="392504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4" name="椭圆 10503">
                <a:extLst>
                  <a:ext uri="{FF2B5EF4-FFF2-40B4-BE49-F238E27FC236}">
                    <a16:creationId xmlns:a16="http://schemas.microsoft.com/office/drawing/2014/main" id="{1EF3078D-4918-47A5-8A1B-60EFF50A81E0}"/>
                  </a:ext>
                </a:extLst>
              </p:cNvPr>
              <p:cNvSpPr/>
              <p:nvPr/>
            </p:nvSpPr>
            <p:spPr>
              <a:xfrm>
                <a:off x="401360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5" name="椭圆 10504">
                <a:extLst>
                  <a:ext uri="{FF2B5EF4-FFF2-40B4-BE49-F238E27FC236}">
                    <a16:creationId xmlns:a16="http://schemas.microsoft.com/office/drawing/2014/main" id="{D8BB9FE9-3EC6-4039-B752-BCC359F1C07A}"/>
                  </a:ext>
                </a:extLst>
              </p:cNvPr>
              <p:cNvSpPr/>
              <p:nvPr/>
            </p:nvSpPr>
            <p:spPr>
              <a:xfrm>
                <a:off x="4011370"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6" name="椭圆 10505">
                <a:extLst>
                  <a:ext uri="{FF2B5EF4-FFF2-40B4-BE49-F238E27FC236}">
                    <a16:creationId xmlns:a16="http://schemas.microsoft.com/office/drawing/2014/main" id="{A46638DC-4E69-4ACA-A225-5FCFE06259AB}"/>
                  </a:ext>
                </a:extLst>
              </p:cNvPr>
              <p:cNvSpPr/>
              <p:nvPr/>
            </p:nvSpPr>
            <p:spPr>
              <a:xfrm>
                <a:off x="3999515"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7" name="椭圆 10506">
                <a:extLst>
                  <a:ext uri="{FF2B5EF4-FFF2-40B4-BE49-F238E27FC236}">
                    <a16:creationId xmlns:a16="http://schemas.microsoft.com/office/drawing/2014/main" id="{2A47633C-A69B-4209-AE56-721C7421BC7E}"/>
                  </a:ext>
                </a:extLst>
              </p:cNvPr>
              <p:cNvSpPr/>
              <p:nvPr/>
            </p:nvSpPr>
            <p:spPr>
              <a:xfrm>
                <a:off x="4013315"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8" name="椭圆 10507">
                <a:extLst>
                  <a:ext uri="{FF2B5EF4-FFF2-40B4-BE49-F238E27FC236}">
                    <a16:creationId xmlns:a16="http://schemas.microsoft.com/office/drawing/2014/main" id="{FE84A35B-DD1F-4B78-B63D-BB561986D289}"/>
                  </a:ext>
                </a:extLst>
              </p:cNvPr>
              <p:cNvSpPr/>
              <p:nvPr/>
            </p:nvSpPr>
            <p:spPr>
              <a:xfrm>
                <a:off x="4012471" y="3040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9" name="椭圆 10508">
                <a:extLst>
                  <a:ext uri="{FF2B5EF4-FFF2-40B4-BE49-F238E27FC236}">
                    <a16:creationId xmlns:a16="http://schemas.microsoft.com/office/drawing/2014/main" id="{16CCD481-B4EF-40DB-B45D-2DB1BB7A7640}"/>
                  </a:ext>
                </a:extLst>
              </p:cNvPr>
              <p:cNvSpPr/>
              <p:nvPr/>
            </p:nvSpPr>
            <p:spPr>
              <a:xfrm>
                <a:off x="3923318" y="29880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0" name="椭圆 10509">
                <a:extLst>
                  <a:ext uri="{FF2B5EF4-FFF2-40B4-BE49-F238E27FC236}">
                    <a16:creationId xmlns:a16="http://schemas.microsoft.com/office/drawing/2014/main" id="{912C4212-6300-458C-BD22-36D7BB35435F}"/>
                  </a:ext>
                </a:extLst>
              </p:cNvPr>
              <p:cNvSpPr/>
              <p:nvPr/>
            </p:nvSpPr>
            <p:spPr>
              <a:xfrm>
                <a:off x="397272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1" name="椭圆 10510">
                <a:extLst>
                  <a:ext uri="{FF2B5EF4-FFF2-40B4-BE49-F238E27FC236}">
                    <a16:creationId xmlns:a16="http://schemas.microsoft.com/office/drawing/2014/main" id="{42BAA3A6-0A8E-45E8-BCAA-02B6FD2CD9D3}"/>
                  </a:ext>
                </a:extLst>
              </p:cNvPr>
              <p:cNvSpPr/>
              <p:nvPr/>
            </p:nvSpPr>
            <p:spPr>
              <a:xfrm>
                <a:off x="41022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2" name="椭圆 10511">
                <a:extLst>
                  <a:ext uri="{FF2B5EF4-FFF2-40B4-BE49-F238E27FC236}">
                    <a16:creationId xmlns:a16="http://schemas.microsoft.com/office/drawing/2014/main" id="{066178B7-50BF-4945-9F43-DD32BC372F9A}"/>
                  </a:ext>
                </a:extLst>
              </p:cNvPr>
              <p:cNvSpPr/>
              <p:nvPr/>
            </p:nvSpPr>
            <p:spPr>
              <a:xfrm>
                <a:off x="3941596"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3" name="椭圆 10512">
                <a:extLst>
                  <a:ext uri="{FF2B5EF4-FFF2-40B4-BE49-F238E27FC236}">
                    <a16:creationId xmlns:a16="http://schemas.microsoft.com/office/drawing/2014/main" id="{4BAFF910-9396-4243-89D4-70FF9BA07AA0}"/>
                  </a:ext>
                </a:extLst>
              </p:cNvPr>
              <p:cNvSpPr/>
              <p:nvPr/>
            </p:nvSpPr>
            <p:spPr>
              <a:xfrm>
                <a:off x="402322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4" name="椭圆 10513">
                <a:extLst>
                  <a:ext uri="{FF2B5EF4-FFF2-40B4-BE49-F238E27FC236}">
                    <a16:creationId xmlns:a16="http://schemas.microsoft.com/office/drawing/2014/main" id="{66DDA0AD-C3A2-4F8D-91D4-A515EB1A19E8}"/>
                  </a:ext>
                </a:extLst>
              </p:cNvPr>
              <p:cNvSpPr/>
              <p:nvPr/>
            </p:nvSpPr>
            <p:spPr>
              <a:xfrm>
                <a:off x="40223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5" name="椭圆 10514">
                <a:extLst>
                  <a:ext uri="{FF2B5EF4-FFF2-40B4-BE49-F238E27FC236}">
                    <a16:creationId xmlns:a16="http://schemas.microsoft.com/office/drawing/2014/main" id="{8F97E126-63AB-406D-B820-BAF6A7D69B8B}"/>
                  </a:ext>
                </a:extLst>
              </p:cNvPr>
              <p:cNvSpPr/>
              <p:nvPr/>
            </p:nvSpPr>
            <p:spPr>
              <a:xfrm>
                <a:off x="4366112" y="27748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6" name="椭圆 10515">
                <a:extLst>
                  <a:ext uri="{FF2B5EF4-FFF2-40B4-BE49-F238E27FC236}">
                    <a16:creationId xmlns:a16="http://schemas.microsoft.com/office/drawing/2014/main" id="{747DD249-1774-4871-BE0E-8D57AFD88BD0}"/>
                  </a:ext>
                </a:extLst>
              </p:cNvPr>
              <p:cNvSpPr/>
              <p:nvPr/>
            </p:nvSpPr>
            <p:spPr>
              <a:xfrm>
                <a:off x="397092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7" name="椭圆 10516">
                <a:extLst>
                  <a:ext uri="{FF2B5EF4-FFF2-40B4-BE49-F238E27FC236}">
                    <a16:creationId xmlns:a16="http://schemas.microsoft.com/office/drawing/2014/main" id="{732B1A97-368E-4C5E-9D86-2D3789895546}"/>
                  </a:ext>
                </a:extLst>
              </p:cNvPr>
              <p:cNvSpPr/>
              <p:nvPr/>
            </p:nvSpPr>
            <p:spPr>
              <a:xfrm>
                <a:off x="401100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8" name="椭圆 10517">
                <a:extLst>
                  <a:ext uri="{FF2B5EF4-FFF2-40B4-BE49-F238E27FC236}">
                    <a16:creationId xmlns:a16="http://schemas.microsoft.com/office/drawing/2014/main" id="{2EA858DA-DE04-4006-B71A-4C82619B2F6C}"/>
                  </a:ext>
                </a:extLst>
              </p:cNvPr>
              <p:cNvSpPr/>
              <p:nvPr/>
            </p:nvSpPr>
            <p:spPr>
              <a:xfrm>
                <a:off x="40635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9" name="椭圆 10518">
                <a:extLst>
                  <a:ext uri="{FF2B5EF4-FFF2-40B4-BE49-F238E27FC236}">
                    <a16:creationId xmlns:a16="http://schemas.microsoft.com/office/drawing/2014/main" id="{ACE2A07B-9379-49A5-9506-27563E1D1734}"/>
                  </a:ext>
                </a:extLst>
              </p:cNvPr>
              <p:cNvSpPr/>
              <p:nvPr/>
            </p:nvSpPr>
            <p:spPr>
              <a:xfrm>
                <a:off x="403141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0" name="椭圆 10519">
                <a:extLst>
                  <a:ext uri="{FF2B5EF4-FFF2-40B4-BE49-F238E27FC236}">
                    <a16:creationId xmlns:a16="http://schemas.microsoft.com/office/drawing/2014/main" id="{BDCC6FB2-5EBD-4A30-A2B9-1C0233FBB73E}"/>
                  </a:ext>
                </a:extLst>
              </p:cNvPr>
              <p:cNvSpPr/>
              <p:nvPr/>
            </p:nvSpPr>
            <p:spPr>
              <a:xfrm>
                <a:off x="4041908"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1" name="椭圆 10520">
                <a:extLst>
                  <a:ext uri="{FF2B5EF4-FFF2-40B4-BE49-F238E27FC236}">
                    <a16:creationId xmlns:a16="http://schemas.microsoft.com/office/drawing/2014/main" id="{604AE2C5-C586-477E-AC7E-3935A3681F5A}"/>
                  </a:ext>
                </a:extLst>
              </p:cNvPr>
              <p:cNvSpPr/>
              <p:nvPr/>
            </p:nvSpPr>
            <p:spPr>
              <a:xfrm>
                <a:off x="3944459"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2" name="椭圆 10521">
                <a:extLst>
                  <a:ext uri="{FF2B5EF4-FFF2-40B4-BE49-F238E27FC236}">
                    <a16:creationId xmlns:a16="http://schemas.microsoft.com/office/drawing/2014/main" id="{95A60EB1-8859-4BA7-89FA-5F2CA8EC41B4}"/>
                  </a:ext>
                </a:extLst>
              </p:cNvPr>
              <p:cNvSpPr/>
              <p:nvPr/>
            </p:nvSpPr>
            <p:spPr>
              <a:xfrm>
                <a:off x="40254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3" name="椭圆 10522">
                <a:extLst>
                  <a:ext uri="{FF2B5EF4-FFF2-40B4-BE49-F238E27FC236}">
                    <a16:creationId xmlns:a16="http://schemas.microsoft.com/office/drawing/2014/main" id="{2701AB44-DF64-4F78-9536-53F82592861A}"/>
                  </a:ext>
                </a:extLst>
              </p:cNvPr>
              <p:cNvSpPr/>
              <p:nvPr/>
            </p:nvSpPr>
            <p:spPr>
              <a:xfrm>
                <a:off x="403453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4" name="椭圆 10523">
                <a:extLst>
                  <a:ext uri="{FF2B5EF4-FFF2-40B4-BE49-F238E27FC236}">
                    <a16:creationId xmlns:a16="http://schemas.microsoft.com/office/drawing/2014/main" id="{20F253F2-9B09-4EBC-8828-C54DE6B799D4}"/>
                  </a:ext>
                </a:extLst>
              </p:cNvPr>
              <p:cNvSpPr/>
              <p:nvPr/>
            </p:nvSpPr>
            <p:spPr>
              <a:xfrm>
                <a:off x="394471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5" name="椭圆 10524">
                <a:extLst>
                  <a:ext uri="{FF2B5EF4-FFF2-40B4-BE49-F238E27FC236}">
                    <a16:creationId xmlns:a16="http://schemas.microsoft.com/office/drawing/2014/main" id="{AB14007C-F33A-49B4-A84F-C14B69800CF9}"/>
                  </a:ext>
                </a:extLst>
              </p:cNvPr>
              <p:cNvSpPr/>
              <p:nvPr/>
            </p:nvSpPr>
            <p:spPr>
              <a:xfrm>
                <a:off x="39115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6" name="椭圆 10525">
                <a:extLst>
                  <a:ext uri="{FF2B5EF4-FFF2-40B4-BE49-F238E27FC236}">
                    <a16:creationId xmlns:a16="http://schemas.microsoft.com/office/drawing/2014/main" id="{913B887A-89DD-4A9D-BDF7-01AA69EE7371}"/>
                  </a:ext>
                </a:extLst>
              </p:cNvPr>
              <p:cNvSpPr/>
              <p:nvPr/>
            </p:nvSpPr>
            <p:spPr>
              <a:xfrm>
                <a:off x="39473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7" name="椭圆 10526">
                <a:extLst>
                  <a:ext uri="{FF2B5EF4-FFF2-40B4-BE49-F238E27FC236}">
                    <a16:creationId xmlns:a16="http://schemas.microsoft.com/office/drawing/2014/main" id="{8118449F-9876-42A6-B12D-3491A2B31DDF}"/>
                  </a:ext>
                </a:extLst>
              </p:cNvPr>
              <p:cNvSpPr/>
              <p:nvPr/>
            </p:nvSpPr>
            <p:spPr>
              <a:xfrm>
                <a:off x="4000836"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8" name="椭圆 10527">
                <a:extLst>
                  <a:ext uri="{FF2B5EF4-FFF2-40B4-BE49-F238E27FC236}">
                    <a16:creationId xmlns:a16="http://schemas.microsoft.com/office/drawing/2014/main" id="{A455DEEB-BB3D-4C3B-8212-C7DEDAC4E36D}"/>
                  </a:ext>
                </a:extLst>
              </p:cNvPr>
              <p:cNvSpPr/>
              <p:nvPr/>
            </p:nvSpPr>
            <p:spPr>
              <a:xfrm>
                <a:off x="400171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9" name="椭圆 10528">
                <a:extLst>
                  <a:ext uri="{FF2B5EF4-FFF2-40B4-BE49-F238E27FC236}">
                    <a16:creationId xmlns:a16="http://schemas.microsoft.com/office/drawing/2014/main" id="{E9C79CEE-140F-4F5E-9B56-707A372487E9}"/>
                  </a:ext>
                </a:extLst>
              </p:cNvPr>
              <p:cNvSpPr/>
              <p:nvPr/>
            </p:nvSpPr>
            <p:spPr>
              <a:xfrm>
                <a:off x="411138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0" name="椭圆 10529">
                <a:extLst>
                  <a:ext uri="{FF2B5EF4-FFF2-40B4-BE49-F238E27FC236}">
                    <a16:creationId xmlns:a16="http://schemas.microsoft.com/office/drawing/2014/main" id="{534F1997-A8EF-423D-A75C-CF8DD68C9040}"/>
                  </a:ext>
                </a:extLst>
              </p:cNvPr>
              <p:cNvSpPr/>
              <p:nvPr/>
            </p:nvSpPr>
            <p:spPr>
              <a:xfrm>
                <a:off x="4015995"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1" name="椭圆 10530">
                <a:extLst>
                  <a:ext uri="{FF2B5EF4-FFF2-40B4-BE49-F238E27FC236}">
                    <a16:creationId xmlns:a16="http://schemas.microsoft.com/office/drawing/2014/main" id="{1BA94CE6-FE3D-4BB6-BA8D-C93DC44A3FA6}"/>
                  </a:ext>
                </a:extLst>
              </p:cNvPr>
              <p:cNvSpPr/>
              <p:nvPr/>
            </p:nvSpPr>
            <p:spPr>
              <a:xfrm>
                <a:off x="398769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2" name="椭圆 10531">
                <a:extLst>
                  <a:ext uri="{FF2B5EF4-FFF2-40B4-BE49-F238E27FC236}">
                    <a16:creationId xmlns:a16="http://schemas.microsoft.com/office/drawing/2014/main" id="{874342A8-5C15-4131-8380-6DC3A7B4D185}"/>
                  </a:ext>
                </a:extLst>
              </p:cNvPr>
              <p:cNvSpPr/>
              <p:nvPr/>
            </p:nvSpPr>
            <p:spPr>
              <a:xfrm>
                <a:off x="413087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3" name="椭圆 10532">
                <a:extLst>
                  <a:ext uri="{FF2B5EF4-FFF2-40B4-BE49-F238E27FC236}">
                    <a16:creationId xmlns:a16="http://schemas.microsoft.com/office/drawing/2014/main" id="{76A069C7-DCA2-48D5-916E-828C26AB9D4A}"/>
                  </a:ext>
                </a:extLst>
              </p:cNvPr>
              <p:cNvSpPr/>
              <p:nvPr/>
            </p:nvSpPr>
            <p:spPr>
              <a:xfrm>
                <a:off x="387802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4" name="椭圆 10533">
                <a:extLst>
                  <a:ext uri="{FF2B5EF4-FFF2-40B4-BE49-F238E27FC236}">
                    <a16:creationId xmlns:a16="http://schemas.microsoft.com/office/drawing/2014/main" id="{12A045C5-6231-40CF-847A-A90D299B5B6C}"/>
                  </a:ext>
                </a:extLst>
              </p:cNvPr>
              <p:cNvSpPr/>
              <p:nvPr/>
            </p:nvSpPr>
            <p:spPr>
              <a:xfrm>
                <a:off x="4000946"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5" name="椭圆 10534">
                <a:extLst>
                  <a:ext uri="{FF2B5EF4-FFF2-40B4-BE49-F238E27FC236}">
                    <a16:creationId xmlns:a16="http://schemas.microsoft.com/office/drawing/2014/main" id="{C42E4EDF-8719-4A54-8A87-B9821D6E8806}"/>
                  </a:ext>
                </a:extLst>
              </p:cNvPr>
              <p:cNvSpPr/>
              <p:nvPr/>
            </p:nvSpPr>
            <p:spPr>
              <a:xfrm>
                <a:off x="40311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6" name="椭圆 10535">
                <a:extLst>
                  <a:ext uri="{FF2B5EF4-FFF2-40B4-BE49-F238E27FC236}">
                    <a16:creationId xmlns:a16="http://schemas.microsoft.com/office/drawing/2014/main" id="{5A1B00C2-8B2A-40C5-9A42-BDA412A1235E}"/>
                  </a:ext>
                </a:extLst>
              </p:cNvPr>
              <p:cNvSpPr/>
              <p:nvPr/>
            </p:nvSpPr>
            <p:spPr>
              <a:xfrm>
                <a:off x="3969197"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7" name="椭圆 10536">
                <a:extLst>
                  <a:ext uri="{FF2B5EF4-FFF2-40B4-BE49-F238E27FC236}">
                    <a16:creationId xmlns:a16="http://schemas.microsoft.com/office/drawing/2014/main" id="{DC2979C4-5413-4B47-9DCC-8E7A8FF882BF}"/>
                  </a:ext>
                </a:extLst>
              </p:cNvPr>
              <p:cNvSpPr/>
              <p:nvPr/>
            </p:nvSpPr>
            <p:spPr>
              <a:xfrm>
                <a:off x="4101294"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8" name="椭圆 10537">
                <a:extLst>
                  <a:ext uri="{FF2B5EF4-FFF2-40B4-BE49-F238E27FC236}">
                    <a16:creationId xmlns:a16="http://schemas.microsoft.com/office/drawing/2014/main" id="{6FB92956-3F8B-4D06-9960-6F513657E5C6}"/>
                  </a:ext>
                </a:extLst>
              </p:cNvPr>
              <p:cNvSpPr/>
              <p:nvPr/>
            </p:nvSpPr>
            <p:spPr>
              <a:xfrm>
                <a:off x="4006635"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9" name="椭圆 10538">
                <a:extLst>
                  <a:ext uri="{FF2B5EF4-FFF2-40B4-BE49-F238E27FC236}">
                    <a16:creationId xmlns:a16="http://schemas.microsoft.com/office/drawing/2014/main" id="{016F308D-6FEA-44F1-9E8A-E361439C8540}"/>
                  </a:ext>
                </a:extLst>
              </p:cNvPr>
              <p:cNvSpPr/>
              <p:nvPr/>
            </p:nvSpPr>
            <p:spPr>
              <a:xfrm>
                <a:off x="3998524"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0" name="椭圆 10539">
                <a:extLst>
                  <a:ext uri="{FF2B5EF4-FFF2-40B4-BE49-F238E27FC236}">
                    <a16:creationId xmlns:a16="http://schemas.microsoft.com/office/drawing/2014/main" id="{CFDB1F3D-CA8E-447F-8653-78FB0BF1475D}"/>
                  </a:ext>
                </a:extLst>
              </p:cNvPr>
              <p:cNvSpPr/>
              <p:nvPr/>
            </p:nvSpPr>
            <p:spPr>
              <a:xfrm>
                <a:off x="4131722"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1" name="椭圆 10540">
                <a:extLst>
                  <a:ext uri="{FF2B5EF4-FFF2-40B4-BE49-F238E27FC236}">
                    <a16:creationId xmlns:a16="http://schemas.microsoft.com/office/drawing/2014/main" id="{E9240A06-83E9-4187-8285-2C7E6380DF87}"/>
                  </a:ext>
                </a:extLst>
              </p:cNvPr>
              <p:cNvSpPr/>
              <p:nvPr/>
            </p:nvSpPr>
            <p:spPr>
              <a:xfrm>
                <a:off x="4022785"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2" name="椭圆 10541">
                <a:extLst>
                  <a:ext uri="{FF2B5EF4-FFF2-40B4-BE49-F238E27FC236}">
                    <a16:creationId xmlns:a16="http://schemas.microsoft.com/office/drawing/2014/main" id="{8224988C-9EBD-4C30-ABDA-C01F6F7B169A}"/>
                  </a:ext>
                </a:extLst>
              </p:cNvPr>
              <p:cNvSpPr/>
              <p:nvPr/>
            </p:nvSpPr>
            <p:spPr>
              <a:xfrm>
                <a:off x="405391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3" name="椭圆 10542">
                <a:extLst>
                  <a:ext uri="{FF2B5EF4-FFF2-40B4-BE49-F238E27FC236}">
                    <a16:creationId xmlns:a16="http://schemas.microsoft.com/office/drawing/2014/main" id="{BF6B9522-8005-461A-B232-89A5D9530A41}"/>
                  </a:ext>
                </a:extLst>
              </p:cNvPr>
              <p:cNvSpPr/>
              <p:nvPr/>
            </p:nvSpPr>
            <p:spPr>
              <a:xfrm>
                <a:off x="3824768"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4" name="椭圆 10543">
                <a:extLst>
                  <a:ext uri="{FF2B5EF4-FFF2-40B4-BE49-F238E27FC236}">
                    <a16:creationId xmlns:a16="http://schemas.microsoft.com/office/drawing/2014/main" id="{AE73F7B9-60FE-442A-944D-A7AAF5FFB339}"/>
                  </a:ext>
                </a:extLst>
              </p:cNvPr>
              <p:cNvSpPr/>
              <p:nvPr/>
            </p:nvSpPr>
            <p:spPr>
              <a:xfrm>
                <a:off x="397881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5" name="椭圆 10544">
                <a:extLst>
                  <a:ext uri="{FF2B5EF4-FFF2-40B4-BE49-F238E27FC236}">
                    <a16:creationId xmlns:a16="http://schemas.microsoft.com/office/drawing/2014/main" id="{9AB3523D-FBAB-4A24-87BB-27AF47BB8376}"/>
                  </a:ext>
                </a:extLst>
              </p:cNvPr>
              <p:cNvSpPr/>
              <p:nvPr/>
            </p:nvSpPr>
            <p:spPr>
              <a:xfrm>
                <a:off x="39831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6" name="椭圆 10545">
                <a:extLst>
                  <a:ext uri="{FF2B5EF4-FFF2-40B4-BE49-F238E27FC236}">
                    <a16:creationId xmlns:a16="http://schemas.microsoft.com/office/drawing/2014/main" id="{D28CAFC7-3054-44C3-A763-0485396FD51E}"/>
                  </a:ext>
                </a:extLst>
              </p:cNvPr>
              <p:cNvSpPr/>
              <p:nvPr/>
            </p:nvSpPr>
            <p:spPr>
              <a:xfrm>
                <a:off x="401515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7" name="椭圆 10546">
                <a:extLst>
                  <a:ext uri="{FF2B5EF4-FFF2-40B4-BE49-F238E27FC236}">
                    <a16:creationId xmlns:a16="http://schemas.microsoft.com/office/drawing/2014/main" id="{C50CF9AF-D5CA-45B2-9E96-BF10950FCD4B}"/>
                  </a:ext>
                </a:extLst>
              </p:cNvPr>
              <p:cNvSpPr/>
              <p:nvPr/>
            </p:nvSpPr>
            <p:spPr>
              <a:xfrm>
                <a:off x="40312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8" name="椭圆 10547">
                <a:extLst>
                  <a:ext uri="{FF2B5EF4-FFF2-40B4-BE49-F238E27FC236}">
                    <a16:creationId xmlns:a16="http://schemas.microsoft.com/office/drawing/2014/main" id="{54FA418A-7453-482B-BED2-28DC7EC99FCB}"/>
                  </a:ext>
                </a:extLst>
              </p:cNvPr>
              <p:cNvSpPr/>
              <p:nvPr/>
            </p:nvSpPr>
            <p:spPr>
              <a:xfrm>
                <a:off x="3966298"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9" name="椭圆 10548">
                <a:extLst>
                  <a:ext uri="{FF2B5EF4-FFF2-40B4-BE49-F238E27FC236}">
                    <a16:creationId xmlns:a16="http://schemas.microsoft.com/office/drawing/2014/main" id="{6E497931-A07B-4713-8A68-D3BCDD3A1C3B}"/>
                  </a:ext>
                </a:extLst>
              </p:cNvPr>
              <p:cNvSpPr/>
              <p:nvPr/>
            </p:nvSpPr>
            <p:spPr>
              <a:xfrm>
                <a:off x="3966885"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0" name="椭圆 10549">
                <a:extLst>
                  <a:ext uri="{FF2B5EF4-FFF2-40B4-BE49-F238E27FC236}">
                    <a16:creationId xmlns:a16="http://schemas.microsoft.com/office/drawing/2014/main" id="{1E3D15F4-5C45-4765-A107-0631AB8752B9}"/>
                  </a:ext>
                </a:extLst>
              </p:cNvPr>
              <p:cNvSpPr/>
              <p:nvPr/>
            </p:nvSpPr>
            <p:spPr>
              <a:xfrm>
                <a:off x="4108341"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1" name="椭圆 10550">
                <a:extLst>
                  <a:ext uri="{FF2B5EF4-FFF2-40B4-BE49-F238E27FC236}">
                    <a16:creationId xmlns:a16="http://schemas.microsoft.com/office/drawing/2014/main" id="{18850EC3-EFD8-4292-BABB-6D276EB4EAA8}"/>
                  </a:ext>
                </a:extLst>
              </p:cNvPr>
              <p:cNvSpPr/>
              <p:nvPr/>
            </p:nvSpPr>
            <p:spPr>
              <a:xfrm>
                <a:off x="404187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2" name="椭圆 10551">
                <a:extLst>
                  <a:ext uri="{FF2B5EF4-FFF2-40B4-BE49-F238E27FC236}">
                    <a16:creationId xmlns:a16="http://schemas.microsoft.com/office/drawing/2014/main" id="{830FBB0C-B0E0-4D95-B088-3156BE301E70}"/>
                  </a:ext>
                </a:extLst>
              </p:cNvPr>
              <p:cNvSpPr/>
              <p:nvPr/>
            </p:nvSpPr>
            <p:spPr>
              <a:xfrm>
                <a:off x="414739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3" name="椭圆 10552">
                <a:extLst>
                  <a:ext uri="{FF2B5EF4-FFF2-40B4-BE49-F238E27FC236}">
                    <a16:creationId xmlns:a16="http://schemas.microsoft.com/office/drawing/2014/main" id="{F711159D-B91B-4119-83F1-6EC3053C8388}"/>
                  </a:ext>
                </a:extLst>
              </p:cNvPr>
              <p:cNvSpPr/>
              <p:nvPr/>
            </p:nvSpPr>
            <p:spPr>
              <a:xfrm>
                <a:off x="390243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4" name="椭圆 10553">
                <a:extLst>
                  <a:ext uri="{FF2B5EF4-FFF2-40B4-BE49-F238E27FC236}">
                    <a16:creationId xmlns:a16="http://schemas.microsoft.com/office/drawing/2014/main" id="{A5A27ABA-ADAF-43B4-A4FA-AC714604E76B}"/>
                  </a:ext>
                </a:extLst>
              </p:cNvPr>
              <p:cNvSpPr/>
              <p:nvPr/>
            </p:nvSpPr>
            <p:spPr>
              <a:xfrm>
                <a:off x="3994193"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5" name="椭圆 10554">
                <a:extLst>
                  <a:ext uri="{FF2B5EF4-FFF2-40B4-BE49-F238E27FC236}">
                    <a16:creationId xmlns:a16="http://schemas.microsoft.com/office/drawing/2014/main" id="{64ADC101-26C2-47F8-BDE3-65A264C5AB86}"/>
                  </a:ext>
                </a:extLst>
              </p:cNvPr>
              <p:cNvSpPr/>
              <p:nvPr/>
            </p:nvSpPr>
            <p:spPr>
              <a:xfrm>
                <a:off x="4049358"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6" name="椭圆 10555">
                <a:extLst>
                  <a:ext uri="{FF2B5EF4-FFF2-40B4-BE49-F238E27FC236}">
                    <a16:creationId xmlns:a16="http://schemas.microsoft.com/office/drawing/2014/main" id="{ED760EB4-A7BE-44BC-930C-852F40EC99E1}"/>
                  </a:ext>
                </a:extLst>
              </p:cNvPr>
              <p:cNvSpPr/>
              <p:nvPr/>
            </p:nvSpPr>
            <p:spPr>
              <a:xfrm>
                <a:off x="4029428"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7" name="椭圆 10556">
                <a:extLst>
                  <a:ext uri="{FF2B5EF4-FFF2-40B4-BE49-F238E27FC236}">
                    <a16:creationId xmlns:a16="http://schemas.microsoft.com/office/drawing/2014/main" id="{9BC8B57A-6A99-49DE-A345-A50DF0FD8C51}"/>
                  </a:ext>
                </a:extLst>
              </p:cNvPr>
              <p:cNvSpPr/>
              <p:nvPr/>
            </p:nvSpPr>
            <p:spPr>
              <a:xfrm>
                <a:off x="403078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8" name="椭圆 10557">
                <a:extLst>
                  <a:ext uri="{FF2B5EF4-FFF2-40B4-BE49-F238E27FC236}">
                    <a16:creationId xmlns:a16="http://schemas.microsoft.com/office/drawing/2014/main" id="{AD5A16F7-FCAB-46D2-9562-B4A2F918BDDE}"/>
                  </a:ext>
                </a:extLst>
              </p:cNvPr>
              <p:cNvSpPr/>
              <p:nvPr/>
            </p:nvSpPr>
            <p:spPr>
              <a:xfrm>
                <a:off x="4006966"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9" name="椭圆 10558">
                <a:extLst>
                  <a:ext uri="{FF2B5EF4-FFF2-40B4-BE49-F238E27FC236}">
                    <a16:creationId xmlns:a16="http://schemas.microsoft.com/office/drawing/2014/main" id="{A82AB2D6-FC1E-4226-BCAA-5D238BFCF8D7}"/>
                  </a:ext>
                </a:extLst>
              </p:cNvPr>
              <p:cNvSpPr/>
              <p:nvPr/>
            </p:nvSpPr>
            <p:spPr>
              <a:xfrm>
                <a:off x="407204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0" name="椭圆 10559">
                <a:extLst>
                  <a:ext uri="{FF2B5EF4-FFF2-40B4-BE49-F238E27FC236}">
                    <a16:creationId xmlns:a16="http://schemas.microsoft.com/office/drawing/2014/main" id="{B9494DB2-7177-4258-9E9B-FC9D973F2A7E}"/>
                  </a:ext>
                </a:extLst>
              </p:cNvPr>
              <p:cNvSpPr/>
              <p:nvPr/>
            </p:nvSpPr>
            <p:spPr>
              <a:xfrm>
                <a:off x="3993055"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1" name="椭圆 10560">
                <a:extLst>
                  <a:ext uri="{FF2B5EF4-FFF2-40B4-BE49-F238E27FC236}">
                    <a16:creationId xmlns:a16="http://schemas.microsoft.com/office/drawing/2014/main" id="{81EC117C-7BC5-4A9E-9C99-398E8C677E13}"/>
                  </a:ext>
                </a:extLst>
              </p:cNvPr>
              <p:cNvSpPr/>
              <p:nvPr/>
            </p:nvSpPr>
            <p:spPr>
              <a:xfrm>
                <a:off x="392581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2" name="椭圆 10561">
                <a:extLst>
                  <a:ext uri="{FF2B5EF4-FFF2-40B4-BE49-F238E27FC236}">
                    <a16:creationId xmlns:a16="http://schemas.microsoft.com/office/drawing/2014/main" id="{40912EFE-09F4-40B3-94F1-9D4C7A0E1D48}"/>
                  </a:ext>
                </a:extLst>
              </p:cNvPr>
              <p:cNvSpPr/>
              <p:nvPr/>
            </p:nvSpPr>
            <p:spPr>
              <a:xfrm>
                <a:off x="3999368"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3" name="椭圆 10562">
                <a:extLst>
                  <a:ext uri="{FF2B5EF4-FFF2-40B4-BE49-F238E27FC236}">
                    <a16:creationId xmlns:a16="http://schemas.microsoft.com/office/drawing/2014/main" id="{006247BD-156D-40FF-A970-F1AC1425338A}"/>
                  </a:ext>
                </a:extLst>
              </p:cNvPr>
              <p:cNvSpPr/>
              <p:nvPr/>
            </p:nvSpPr>
            <p:spPr>
              <a:xfrm>
                <a:off x="401122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4" name="椭圆 10563">
                <a:extLst>
                  <a:ext uri="{FF2B5EF4-FFF2-40B4-BE49-F238E27FC236}">
                    <a16:creationId xmlns:a16="http://schemas.microsoft.com/office/drawing/2014/main" id="{09F6D812-DE2C-4511-9F9A-9BEF0190724A}"/>
                  </a:ext>
                </a:extLst>
              </p:cNvPr>
              <p:cNvSpPr/>
              <p:nvPr/>
            </p:nvSpPr>
            <p:spPr>
              <a:xfrm>
                <a:off x="3972794" y="2800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5" name="椭圆 10564">
                <a:extLst>
                  <a:ext uri="{FF2B5EF4-FFF2-40B4-BE49-F238E27FC236}">
                    <a16:creationId xmlns:a16="http://schemas.microsoft.com/office/drawing/2014/main" id="{4EB10372-5C16-40FA-9E9D-CA58BF3E030B}"/>
                  </a:ext>
                </a:extLst>
              </p:cNvPr>
              <p:cNvSpPr/>
              <p:nvPr/>
            </p:nvSpPr>
            <p:spPr>
              <a:xfrm>
                <a:off x="399533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6" name="椭圆 10565">
                <a:extLst>
                  <a:ext uri="{FF2B5EF4-FFF2-40B4-BE49-F238E27FC236}">
                    <a16:creationId xmlns:a16="http://schemas.microsoft.com/office/drawing/2014/main" id="{6DEFE3AF-4044-43A6-977E-1BC0E0E3216C}"/>
                  </a:ext>
                </a:extLst>
              </p:cNvPr>
              <p:cNvSpPr/>
              <p:nvPr/>
            </p:nvSpPr>
            <p:spPr>
              <a:xfrm>
                <a:off x="4035338"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7" name="椭圆 10566">
                <a:extLst>
                  <a:ext uri="{FF2B5EF4-FFF2-40B4-BE49-F238E27FC236}">
                    <a16:creationId xmlns:a16="http://schemas.microsoft.com/office/drawing/2014/main" id="{E44BAC04-0A71-44AE-9935-409D24BA5BAA}"/>
                  </a:ext>
                </a:extLst>
              </p:cNvPr>
              <p:cNvSpPr/>
              <p:nvPr/>
            </p:nvSpPr>
            <p:spPr>
              <a:xfrm>
                <a:off x="3601719" y="257082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8" name="椭圆 10567">
                <a:extLst>
                  <a:ext uri="{FF2B5EF4-FFF2-40B4-BE49-F238E27FC236}">
                    <a16:creationId xmlns:a16="http://schemas.microsoft.com/office/drawing/2014/main" id="{D0B3384D-3BC1-47EE-9252-4292630662DE}"/>
                  </a:ext>
                </a:extLst>
              </p:cNvPr>
              <p:cNvSpPr/>
              <p:nvPr/>
            </p:nvSpPr>
            <p:spPr>
              <a:xfrm>
                <a:off x="414897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9" name="椭圆 10568">
                <a:extLst>
                  <a:ext uri="{FF2B5EF4-FFF2-40B4-BE49-F238E27FC236}">
                    <a16:creationId xmlns:a16="http://schemas.microsoft.com/office/drawing/2014/main" id="{824678C9-F92A-4909-9904-9BEABF38C351}"/>
                  </a:ext>
                </a:extLst>
              </p:cNvPr>
              <p:cNvSpPr/>
              <p:nvPr/>
            </p:nvSpPr>
            <p:spPr>
              <a:xfrm>
                <a:off x="3644039" y="258117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0" name="椭圆 10569">
                <a:extLst>
                  <a:ext uri="{FF2B5EF4-FFF2-40B4-BE49-F238E27FC236}">
                    <a16:creationId xmlns:a16="http://schemas.microsoft.com/office/drawing/2014/main" id="{CD2E96EF-8425-4BA1-A0D1-1F606D71829F}"/>
                  </a:ext>
                </a:extLst>
              </p:cNvPr>
              <p:cNvSpPr/>
              <p:nvPr/>
            </p:nvSpPr>
            <p:spPr>
              <a:xfrm>
                <a:off x="398310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1" name="椭圆 10570">
                <a:extLst>
                  <a:ext uri="{FF2B5EF4-FFF2-40B4-BE49-F238E27FC236}">
                    <a16:creationId xmlns:a16="http://schemas.microsoft.com/office/drawing/2014/main" id="{2AA637F2-8354-40D3-A1B5-57E051A2E4EB}"/>
                  </a:ext>
                </a:extLst>
              </p:cNvPr>
              <p:cNvSpPr/>
              <p:nvPr/>
            </p:nvSpPr>
            <p:spPr>
              <a:xfrm>
                <a:off x="398677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2" name="椭圆 10571">
                <a:extLst>
                  <a:ext uri="{FF2B5EF4-FFF2-40B4-BE49-F238E27FC236}">
                    <a16:creationId xmlns:a16="http://schemas.microsoft.com/office/drawing/2014/main" id="{EC4B8EAB-91E9-4CAE-B15D-C69C252A9514}"/>
                  </a:ext>
                </a:extLst>
              </p:cNvPr>
              <p:cNvSpPr/>
              <p:nvPr/>
            </p:nvSpPr>
            <p:spPr>
              <a:xfrm>
                <a:off x="40544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3" name="椭圆 10572">
                <a:extLst>
                  <a:ext uri="{FF2B5EF4-FFF2-40B4-BE49-F238E27FC236}">
                    <a16:creationId xmlns:a16="http://schemas.microsoft.com/office/drawing/2014/main" id="{49CF69D8-77E4-4D45-946F-9B08639A23E7}"/>
                  </a:ext>
                </a:extLst>
              </p:cNvPr>
              <p:cNvSpPr/>
              <p:nvPr/>
            </p:nvSpPr>
            <p:spPr>
              <a:xfrm>
                <a:off x="39621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4" name="椭圆 10573">
                <a:extLst>
                  <a:ext uri="{FF2B5EF4-FFF2-40B4-BE49-F238E27FC236}">
                    <a16:creationId xmlns:a16="http://schemas.microsoft.com/office/drawing/2014/main" id="{E08028F3-92FE-4721-B7DA-35A978403A43}"/>
                  </a:ext>
                </a:extLst>
              </p:cNvPr>
              <p:cNvSpPr/>
              <p:nvPr/>
            </p:nvSpPr>
            <p:spPr>
              <a:xfrm>
                <a:off x="404774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5" name="椭圆 10574">
                <a:extLst>
                  <a:ext uri="{FF2B5EF4-FFF2-40B4-BE49-F238E27FC236}">
                    <a16:creationId xmlns:a16="http://schemas.microsoft.com/office/drawing/2014/main" id="{786E89DA-D634-43F5-858F-9E1E04273C21}"/>
                  </a:ext>
                </a:extLst>
              </p:cNvPr>
              <p:cNvSpPr/>
              <p:nvPr/>
            </p:nvSpPr>
            <p:spPr>
              <a:xfrm>
                <a:off x="4034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6" name="椭圆 10575">
                <a:extLst>
                  <a:ext uri="{FF2B5EF4-FFF2-40B4-BE49-F238E27FC236}">
                    <a16:creationId xmlns:a16="http://schemas.microsoft.com/office/drawing/2014/main" id="{A93F2C4B-18F5-4400-AF3D-5B39A5D54CA9}"/>
                  </a:ext>
                </a:extLst>
              </p:cNvPr>
              <p:cNvSpPr/>
              <p:nvPr/>
            </p:nvSpPr>
            <p:spPr>
              <a:xfrm>
                <a:off x="403720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7" name="椭圆 10576">
                <a:extLst>
                  <a:ext uri="{FF2B5EF4-FFF2-40B4-BE49-F238E27FC236}">
                    <a16:creationId xmlns:a16="http://schemas.microsoft.com/office/drawing/2014/main" id="{04ECC10B-25D8-401F-84FE-66C084202C43}"/>
                  </a:ext>
                </a:extLst>
              </p:cNvPr>
              <p:cNvSpPr/>
              <p:nvPr/>
            </p:nvSpPr>
            <p:spPr>
              <a:xfrm>
                <a:off x="3866207"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8" name="椭圆 10577">
                <a:extLst>
                  <a:ext uri="{FF2B5EF4-FFF2-40B4-BE49-F238E27FC236}">
                    <a16:creationId xmlns:a16="http://schemas.microsoft.com/office/drawing/2014/main" id="{B7CF78DE-6618-4FAB-9369-BF23BE311EB1}"/>
                  </a:ext>
                </a:extLst>
              </p:cNvPr>
              <p:cNvSpPr/>
              <p:nvPr/>
            </p:nvSpPr>
            <p:spPr>
              <a:xfrm>
                <a:off x="4061471"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9" name="椭圆 10578">
                <a:extLst>
                  <a:ext uri="{FF2B5EF4-FFF2-40B4-BE49-F238E27FC236}">
                    <a16:creationId xmlns:a16="http://schemas.microsoft.com/office/drawing/2014/main" id="{7B34111D-1B3C-47BF-9A96-9D611C306C8B}"/>
                  </a:ext>
                </a:extLst>
              </p:cNvPr>
              <p:cNvSpPr/>
              <p:nvPr/>
            </p:nvSpPr>
            <p:spPr>
              <a:xfrm>
                <a:off x="4260809" y="277361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0" name="椭圆 10579">
                <a:extLst>
                  <a:ext uri="{FF2B5EF4-FFF2-40B4-BE49-F238E27FC236}">
                    <a16:creationId xmlns:a16="http://schemas.microsoft.com/office/drawing/2014/main" id="{48D40121-B76C-4BA5-B890-18F23EC5F7FD}"/>
                  </a:ext>
                </a:extLst>
              </p:cNvPr>
              <p:cNvSpPr/>
              <p:nvPr/>
            </p:nvSpPr>
            <p:spPr>
              <a:xfrm>
                <a:off x="396009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1" name="椭圆 10580">
                <a:extLst>
                  <a:ext uri="{FF2B5EF4-FFF2-40B4-BE49-F238E27FC236}">
                    <a16:creationId xmlns:a16="http://schemas.microsoft.com/office/drawing/2014/main" id="{556D2334-5517-43FE-8E2E-62810462A52E}"/>
                  </a:ext>
                </a:extLst>
              </p:cNvPr>
              <p:cNvSpPr/>
              <p:nvPr/>
            </p:nvSpPr>
            <p:spPr>
              <a:xfrm>
                <a:off x="4086172"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2" name="椭圆 10581">
                <a:extLst>
                  <a:ext uri="{FF2B5EF4-FFF2-40B4-BE49-F238E27FC236}">
                    <a16:creationId xmlns:a16="http://schemas.microsoft.com/office/drawing/2014/main" id="{58919FB4-D7CA-4F31-9B75-33B5169292F4}"/>
                  </a:ext>
                </a:extLst>
              </p:cNvPr>
              <p:cNvSpPr/>
              <p:nvPr/>
            </p:nvSpPr>
            <p:spPr>
              <a:xfrm>
                <a:off x="410481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3" name="椭圆 10582">
                <a:extLst>
                  <a:ext uri="{FF2B5EF4-FFF2-40B4-BE49-F238E27FC236}">
                    <a16:creationId xmlns:a16="http://schemas.microsoft.com/office/drawing/2014/main" id="{6B86813B-F2B0-42F6-AFCA-338A5D803D4D}"/>
                  </a:ext>
                </a:extLst>
              </p:cNvPr>
              <p:cNvSpPr/>
              <p:nvPr/>
            </p:nvSpPr>
            <p:spPr>
              <a:xfrm>
                <a:off x="4130657"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4" name="椭圆 10583">
                <a:extLst>
                  <a:ext uri="{FF2B5EF4-FFF2-40B4-BE49-F238E27FC236}">
                    <a16:creationId xmlns:a16="http://schemas.microsoft.com/office/drawing/2014/main" id="{773BE08D-DB27-4377-992F-57AFC7D77A9B}"/>
                  </a:ext>
                </a:extLst>
              </p:cNvPr>
              <p:cNvSpPr/>
              <p:nvPr/>
            </p:nvSpPr>
            <p:spPr>
              <a:xfrm>
                <a:off x="3992064"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5" name="椭圆 10584">
                <a:extLst>
                  <a:ext uri="{FF2B5EF4-FFF2-40B4-BE49-F238E27FC236}">
                    <a16:creationId xmlns:a16="http://schemas.microsoft.com/office/drawing/2014/main" id="{DE14F915-9C16-4B4B-9399-94957FE94B97}"/>
                  </a:ext>
                </a:extLst>
              </p:cNvPr>
              <p:cNvSpPr/>
              <p:nvPr/>
            </p:nvSpPr>
            <p:spPr>
              <a:xfrm>
                <a:off x="3835853" y="2910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6" name="椭圆 10585">
                <a:extLst>
                  <a:ext uri="{FF2B5EF4-FFF2-40B4-BE49-F238E27FC236}">
                    <a16:creationId xmlns:a16="http://schemas.microsoft.com/office/drawing/2014/main" id="{7F9E7746-A8EF-47F8-A14E-DCAF7548686C}"/>
                  </a:ext>
                </a:extLst>
              </p:cNvPr>
              <p:cNvSpPr/>
              <p:nvPr/>
            </p:nvSpPr>
            <p:spPr>
              <a:xfrm>
                <a:off x="414174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7" name="椭圆 10586">
                <a:extLst>
                  <a:ext uri="{FF2B5EF4-FFF2-40B4-BE49-F238E27FC236}">
                    <a16:creationId xmlns:a16="http://schemas.microsoft.com/office/drawing/2014/main" id="{A73DED15-1E63-42E3-B1F5-B5A8ED2F4AB5}"/>
                  </a:ext>
                </a:extLst>
              </p:cNvPr>
              <p:cNvSpPr/>
              <p:nvPr/>
            </p:nvSpPr>
            <p:spPr>
              <a:xfrm>
                <a:off x="3787000" y="29550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8" name="椭圆 10587">
                <a:extLst>
                  <a:ext uri="{FF2B5EF4-FFF2-40B4-BE49-F238E27FC236}">
                    <a16:creationId xmlns:a16="http://schemas.microsoft.com/office/drawing/2014/main" id="{AEF34843-305E-46B8-BD56-4E3C4A2A9291}"/>
                  </a:ext>
                </a:extLst>
              </p:cNvPr>
              <p:cNvSpPr/>
              <p:nvPr/>
            </p:nvSpPr>
            <p:spPr>
              <a:xfrm>
                <a:off x="403665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9" name="椭圆 10588">
                <a:extLst>
                  <a:ext uri="{FF2B5EF4-FFF2-40B4-BE49-F238E27FC236}">
                    <a16:creationId xmlns:a16="http://schemas.microsoft.com/office/drawing/2014/main" id="{BFF9CCCA-3B76-4AC7-A635-34157089C155}"/>
                  </a:ext>
                </a:extLst>
              </p:cNvPr>
              <p:cNvSpPr/>
              <p:nvPr/>
            </p:nvSpPr>
            <p:spPr>
              <a:xfrm>
                <a:off x="4020986"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0" name="椭圆 10589">
                <a:extLst>
                  <a:ext uri="{FF2B5EF4-FFF2-40B4-BE49-F238E27FC236}">
                    <a16:creationId xmlns:a16="http://schemas.microsoft.com/office/drawing/2014/main" id="{F716CC14-2F5B-4987-8F7C-7558C46FC01F}"/>
                  </a:ext>
                </a:extLst>
              </p:cNvPr>
              <p:cNvSpPr/>
              <p:nvPr/>
            </p:nvSpPr>
            <p:spPr>
              <a:xfrm>
                <a:off x="407574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1" name="椭圆 10590">
                <a:extLst>
                  <a:ext uri="{FF2B5EF4-FFF2-40B4-BE49-F238E27FC236}">
                    <a16:creationId xmlns:a16="http://schemas.microsoft.com/office/drawing/2014/main" id="{B171345D-0EAF-4AB9-BE89-80ACB02B5DB0}"/>
                  </a:ext>
                </a:extLst>
              </p:cNvPr>
              <p:cNvSpPr/>
              <p:nvPr/>
            </p:nvSpPr>
            <p:spPr>
              <a:xfrm>
                <a:off x="395965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2" name="椭圆 10591">
                <a:extLst>
                  <a:ext uri="{FF2B5EF4-FFF2-40B4-BE49-F238E27FC236}">
                    <a16:creationId xmlns:a16="http://schemas.microsoft.com/office/drawing/2014/main" id="{ECB30F71-C586-416D-A259-7DDA7A25ED16}"/>
                  </a:ext>
                </a:extLst>
              </p:cNvPr>
              <p:cNvSpPr/>
              <p:nvPr/>
            </p:nvSpPr>
            <p:spPr>
              <a:xfrm>
                <a:off x="386327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3" name="椭圆 10592">
                <a:extLst>
                  <a:ext uri="{FF2B5EF4-FFF2-40B4-BE49-F238E27FC236}">
                    <a16:creationId xmlns:a16="http://schemas.microsoft.com/office/drawing/2014/main" id="{C311C7A4-20B6-4788-AAD8-87E9EF604D72}"/>
                  </a:ext>
                </a:extLst>
              </p:cNvPr>
              <p:cNvSpPr/>
              <p:nvPr/>
            </p:nvSpPr>
            <p:spPr>
              <a:xfrm>
                <a:off x="385545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4" name="椭圆 10593">
                <a:extLst>
                  <a:ext uri="{FF2B5EF4-FFF2-40B4-BE49-F238E27FC236}">
                    <a16:creationId xmlns:a16="http://schemas.microsoft.com/office/drawing/2014/main" id="{5E7CD627-00B6-4C5B-9B1A-610CB4C07FAA}"/>
                  </a:ext>
                </a:extLst>
              </p:cNvPr>
              <p:cNvSpPr/>
              <p:nvPr/>
            </p:nvSpPr>
            <p:spPr>
              <a:xfrm>
                <a:off x="4126620"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5" name="椭圆 10594">
                <a:extLst>
                  <a:ext uri="{FF2B5EF4-FFF2-40B4-BE49-F238E27FC236}">
                    <a16:creationId xmlns:a16="http://schemas.microsoft.com/office/drawing/2014/main" id="{D3F08C90-431D-45FC-B0A7-E7E343913517}"/>
                  </a:ext>
                </a:extLst>
              </p:cNvPr>
              <p:cNvSpPr/>
              <p:nvPr/>
            </p:nvSpPr>
            <p:spPr>
              <a:xfrm>
                <a:off x="392897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6" name="椭圆 10595">
                <a:extLst>
                  <a:ext uri="{FF2B5EF4-FFF2-40B4-BE49-F238E27FC236}">
                    <a16:creationId xmlns:a16="http://schemas.microsoft.com/office/drawing/2014/main" id="{E60FD485-D42A-4570-AD5C-9BBCFFB82669}"/>
                  </a:ext>
                </a:extLst>
              </p:cNvPr>
              <p:cNvSpPr/>
              <p:nvPr/>
            </p:nvSpPr>
            <p:spPr>
              <a:xfrm>
                <a:off x="396813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7" name="椭圆 10596">
                <a:extLst>
                  <a:ext uri="{FF2B5EF4-FFF2-40B4-BE49-F238E27FC236}">
                    <a16:creationId xmlns:a16="http://schemas.microsoft.com/office/drawing/2014/main" id="{EC08EA13-A5B3-41FE-8D5D-7B8A3B314517}"/>
                  </a:ext>
                </a:extLst>
              </p:cNvPr>
              <p:cNvSpPr/>
              <p:nvPr/>
            </p:nvSpPr>
            <p:spPr>
              <a:xfrm>
                <a:off x="3912086"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8" name="椭圆 10597">
                <a:extLst>
                  <a:ext uri="{FF2B5EF4-FFF2-40B4-BE49-F238E27FC236}">
                    <a16:creationId xmlns:a16="http://schemas.microsoft.com/office/drawing/2014/main" id="{BC2A2A27-3BC3-4C88-BCDD-0697855EBC6B}"/>
                  </a:ext>
                </a:extLst>
              </p:cNvPr>
              <p:cNvSpPr/>
              <p:nvPr/>
            </p:nvSpPr>
            <p:spPr>
              <a:xfrm>
                <a:off x="4086576" y="3010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9" name="椭圆 10598">
                <a:extLst>
                  <a:ext uri="{FF2B5EF4-FFF2-40B4-BE49-F238E27FC236}">
                    <a16:creationId xmlns:a16="http://schemas.microsoft.com/office/drawing/2014/main" id="{16C716E1-9D34-4A08-B57A-AB4E417153BF}"/>
                  </a:ext>
                </a:extLst>
              </p:cNvPr>
              <p:cNvSpPr/>
              <p:nvPr/>
            </p:nvSpPr>
            <p:spPr>
              <a:xfrm>
                <a:off x="397727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0" name="椭圆 10599">
                <a:extLst>
                  <a:ext uri="{FF2B5EF4-FFF2-40B4-BE49-F238E27FC236}">
                    <a16:creationId xmlns:a16="http://schemas.microsoft.com/office/drawing/2014/main" id="{FF11302A-1774-450D-B20F-760C60EF08B3}"/>
                  </a:ext>
                </a:extLst>
              </p:cNvPr>
              <p:cNvSpPr/>
              <p:nvPr/>
            </p:nvSpPr>
            <p:spPr>
              <a:xfrm>
                <a:off x="40712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1" name="椭圆 10600">
                <a:extLst>
                  <a:ext uri="{FF2B5EF4-FFF2-40B4-BE49-F238E27FC236}">
                    <a16:creationId xmlns:a16="http://schemas.microsoft.com/office/drawing/2014/main" id="{D82BE9DA-B5DB-481A-A2E5-27342F37CDC5}"/>
                  </a:ext>
                </a:extLst>
              </p:cNvPr>
              <p:cNvSpPr/>
              <p:nvPr/>
            </p:nvSpPr>
            <p:spPr>
              <a:xfrm>
                <a:off x="4174592" y="29387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2" name="椭圆 10601">
                <a:extLst>
                  <a:ext uri="{FF2B5EF4-FFF2-40B4-BE49-F238E27FC236}">
                    <a16:creationId xmlns:a16="http://schemas.microsoft.com/office/drawing/2014/main" id="{8C2EDA81-2D1A-48C0-9B3F-060D8F5D2E78}"/>
                  </a:ext>
                </a:extLst>
              </p:cNvPr>
              <p:cNvSpPr/>
              <p:nvPr/>
            </p:nvSpPr>
            <p:spPr>
              <a:xfrm>
                <a:off x="406000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3" name="椭圆 10602">
                <a:extLst>
                  <a:ext uri="{FF2B5EF4-FFF2-40B4-BE49-F238E27FC236}">
                    <a16:creationId xmlns:a16="http://schemas.microsoft.com/office/drawing/2014/main" id="{98F115DE-09EB-4094-8C61-5ABEF1E4577C}"/>
                  </a:ext>
                </a:extLst>
              </p:cNvPr>
              <p:cNvSpPr/>
              <p:nvPr/>
            </p:nvSpPr>
            <p:spPr>
              <a:xfrm>
                <a:off x="403695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4" name="椭圆 10603">
                <a:extLst>
                  <a:ext uri="{FF2B5EF4-FFF2-40B4-BE49-F238E27FC236}">
                    <a16:creationId xmlns:a16="http://schemas.microsoft.com/office/drawing/2014/main" id="{0071E49C-997B-4BE3-930E-5E714B6A328A}"/>
                  </a:ext>
                </a:extLst>
              </p:cNvPr>
              <p:cNvSpPr/>
              <p:nvPr/>
            </p:nvSpPr>
            <p:spPr>
              <a:xfrm>
                <a:off x="405820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5" name="椭圆 10604">
                <a:extLst>
                  <a:ext uri="{FF2B5EF4-FFF2-40B4-BE49-F238E27FC236}">
                    <a16:creationId xmlns:a16="http://schemas.microsoft.com/office/drawing/2014/main" id="{F00D9B12-3B71-44E0-B403-60319CA5CCEE}"/>
                  </a:ext>
                </a:extLst>
              </p:cNvPr>
              <p:cNvSpPr/>
              <p:nvPr/>
            </p:nvSpPr>
            <p:spPr>
              <a:xfrm>
                <a:off x="39965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6" name="椭圆 10605">
                <a:extLst>
                  <a:ext uri="{FF2B5EF4-FFF2-40B4-BE49-F238E27FC236}">
                    <a16:creationId xmlns:a16="http://schemas.microsoft.com/office/drawing/2014/main" id="{A568A805-E32C-4EB5-A0C2-DC8A35FC7C45}"/>
                  </a:ext>
                </a:extLst>
              </p:cNvPr>
              <p:cNvSpPr/>
              <p:nvPr/>
            </p:nvSpPr>
            <p:spPr>
              <a:xfrm>
                <a:off x="39700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7" name="椭圆 10606">
                <a:extLst>
                  <a:ext uri="{FF2B5EF4-FFF2-40B4-BE49-F238E27FC236}">
                    <a16:creationId xmlns:a16="http://schemas.microsoft.com/office/drawing/2014/main" id="{D736EB4D-FEBF-42EF-A6EA-CAED2C8D67E7}"/>
                  </a:ext>
                </a:extLst>
              </p:cNvPr>
              <p:cNvSpPr/>
              <p:nvPr/>
            </p:nvSpPr>
            <p:spPr>
              <a:xfrm>
                <a:off x="39909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8" name="椭圆 10607">
                <a:extLst>
                  <a:ext uri="{FF2B5EF4-FFF2-40B4-BE49-F238E27FC236}">
                    <a16:creationId xmlns:a16="http://schemas.microsoft.com/office/drawing/2014/main" id="{65399731-94F4-4CF0-83B1-F15AC9909C50}"/>
                  </a:ext>
                </a:extLst>
              </p:cNvPr>
              <p:cNvSpPr/>
              <p:nvPr/>
            </p:nvSpPr>
            <p:spPr>
              <a:xfrm>
                <a:off x="39757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9" name="椭圆 10608">
                <a:extLst>
                  <a:ext uri="{FF2B5EF4-FFF2-40B4-BE49-F238E27FC236}">
                    <a16:creationId xmlns:a16="http://schemas.microsoft.com/office/drawing/2014/main" id="{7FE8823C-0568-4C3C-8A4C-A3DB70B60BDF}"/>
                  </a:ext>
                </a:extLst>
              </p:cNvPr>
              <p:cNvSpPr/>
              <p:nvPr/>
            </p:nvSpPr>
            <p:spPr>
              <a:xfrm>
                <a:off x="407839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0" name="椭圆 10609">
                <a:extLst>
                  <a:ext uri="{FF2B5EF4-FFF2-40B4-BE49-F238E27FC236}">
                    <a16:creationId xmlns:a16="http://schemas.microsoft.com/office/drawing/2014/main" id="{6158DBBC-E31A-4F7B-84EB-EFCD2C2FDA90}"/>
                  </a:ext>
                </a:extLst>
              </p:cNvPr>
              <p:cNvSpPr/>
              <p:nvPr/>
            </p:nvSpPr>
            <p:spPr>
              <a:xfrm>
                <a:off x="401272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1" name="椭圆 10610">
                <a:extLst>
                  <a:ext uri="{FF2B5EF4-FFF2-40B4-BE49-F238E27FC236}">
                    <a16:creationId xmlns:a16="http://schemas.microsoft.com/office/drawing/2014/main" id="{01D6EE28-628B-4C1A-A73B-9137F96293DF}"/>
                  </a:ext>
                </a:extLst>
              </p:cNvPr>
              <p:cNvSpPr/>
              <p:nvPr/>
            </p:nvSpPr>
            <p:spPr>
              <a:xfrm>
                <a:off x="401122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2" name="椭圆 10611">
                <a:extLst>
                  <a:ext uri="{FF2B5EF4-FFF2-40B4-BE49-F238E27FC236}">
                    <a16:creationId xmlns:a16="http://schemas.microsoft.com/office/drawing/2014/main" id="{61A10C58-1CD1-47C4-A99B-6CE959011E65}"/>
                  </a:ext>
                </a:extLst>
              </p:cNvPr>
              <p:cNvSpPr/>
              <p:nvPr/>
            </p:nvSpPr>
            <p:spPr>
              <a:xfrm>
                <a:off x="3986265"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3" name="椭圆 10612">
                <a:extLst>
                  <a:ext uri="{FF2B5EF4-FFF2-40B4-BE49-F238E27FC236}">
                    <a16:creationId xmlns:a16="http://schemas.microsoft.com/office/drawing/2014/main" id="{87CF3C4C-A640-441A-A9D0-A7D60FEFDB5E}"/>
                  </a:ext>
                </a:extLst>
              </p:cNvPr>
              <p:cNvSpPr/>
              <p:nvPr/>
            </p:nvSpPr>
            <p:spPr>
              <a:xfrm>
                <a:off x="40175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4" name="椭圆 10613">
                <a:extLst>
                  <a:ext uri="{FF2B5EF4-FFF2-40B4-BE49-F238E27FC236}">
                    <a16:creationId xmlns:a16="http://schemas.microsoft.com/office/drawing/2014/main" id="{72FA2FDA-A14A-4727-A58E-E5D9E13EC2DD}"/>
                  </a:ext>
                </a:extLst>
              </p:cNvPr>
              <p:cNvSpPr/>
              <p:nvPr/>
            </p:nvSpPr>
            <p:spPr>
              <a:xfrm>
                <a:off x="41672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5" name="椭圆 10614">
                <a:extLst>
                  <a:ext uri="{FF2B5EF4-FFF2-40B4-BE49-F238E27FC236}">
                    <a16:creationId xmlns:a16="http://schemas.microsoft.com/office/drawing/2014/main" id="{D7AC4103-2247-4575-BF20-CCEAA2F37B6D}"/>
                  </a:ext>
                </a:extLst>
              </p:cNvPr>
              <p:cNvSpPr/>
              <p:nvPr/>
            </p:nvSpPr>
            <p:spPr>
              <a:xfrm>
                <a:off x="40186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6" name="椭圆 10615">
                <a:extLst>
                  <a:ext uri="{FF2B5EF4-FFF2-40B4-BE49-F238E27FC236}">
                    <a16:creationId xmlns:a16="http://schemas.microsoft.com/office/drawing/2014/main" id="{29DB89E5-C7C7-44DE-BCF5-77E0557475C1}"/>
                  </a:ext>
                </a:extLst>
              </p:cNvPr>
              <p:cNvSpPr/>
              <p:nvPr/>
            </p:nvSpPr>
            <p:spPr>
              <a:xfrm>
                <a:off x="416262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7" name="椭圆 10616">
                <a:extLst>
                  <a:ext uri="{FF2B5EF4-FFF2-40B4-BE49-F238E27FC236}">
                    <a16:creationId xmlns:a16="http://schemas.microsoft.com/office/drawing/2014/main" id="{95BA757A-750E-4068-8CF0-7B615EFE2910}"/>
                  </a:ext>
                </a:extLst>
              </p:cNvPr>
              <p:cNvSpPr/>
              <p:nvPr/>
            </p:nvSpPr>
            <p:spPr>
              <a:xfrm>
                <a:off x="3896817"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8" name="椭圆 10617">
                <a:extLst>
                  <a:ext uri="{FF2B5EF4-FFF2-40B4-BE49-F238E27FC236}">
                    <a16:creationId xmlns:a16="http://schemas.microsoft.com/office/drawing/2014/main" id="{70231320-38B2-456B-AF9E-8FDA43437081}"/>
                  </a:ext>
                </a:extLst>
              </p:cNvPr>
              <p:cNvSpPr/>
              <p:nvPr/>
            </p:nvSpPr>
            <p:spPr>
              <a:xfrm>
                <a:off x="3983438"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9" name="椭圆 10618">
                <a:extLst>
                  <a:ext uri="{FF2B5EF4-FFF2-40B4-BE49-F238E27FC236}">
                    <a16:creationId xmlns:a16="http://schemas.microsoft.com/office/drawing/2014/main" id="{2E37A633-D051-49B6-950E-085E490612EB}"/>
                  </a:ext>
                </a:extLst>
              </p:cNvPr>
              <p:cNvSpPr/>
              <p:nvPr/>
            </p:nvSpPr>
            <p:spPr>
              <a:xfrm>
                <a:off x="4088411"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0" name="椭圆 10619">
                <a:extLst>
                  <a:ext uri="{FF2B5EF4-FFF2-40B4-BE49-F238E27FC236}">
                    <a16:creationId xmlns:a16="http://schemas.microsoft.com/office/drawing/2014/main" id="{7C2D49E0-227D-42E9-8633-7943293570AB}"/>
                  </a:ext>
                </a:extLst>
              </p:cNvPr>
              <p:cNvSpPr/>
              <p:nvPr/>
            </p:nvSpPr>
            <p:spPr>
              <a:xfrm>
                <a:off x="39598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1" name="椭圆 10620">
                <a:extLst>
                  <a:ext uri="{FF2B5EF4-FFF2-40B4-BE49-F238E27FC236}">
                    <a16:creationId xmlns:a16="http://schemas.microsoft.com/office/drawing/2014/main" id="{B095E89F-503D-4131-98E2-08EE80797792}"/>
                  </a:ext>
                </a:extLst>
              </p:cNvPr>
              <p:cNvSpPr/>
              <p:nvPr/>
            </p:nvSpPr>
            <p:spPr>
              <a:xfrm>
                <a:off x="40024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2" name="椭圆 10621">
                <a:extLst>
                  <a:ext uri="{FF2B5EF4-FFF2-40B4-BE49-F238E27FC236}">
                    <a16:creationId xmlns:a16="http://schemas.microsoft.com/office/drawing/2014/main" id="{7D45C918-01FD-42AF-8614-6D8BE8795BBB}"/>
                  </a:ext>
                </a:extLst>
              </p:cNvPr>
              <p:cNvSpPr/>
              <p:nvPr/>
            </p:nvSpPr>
            <p:spPr>
              <a:xfrm>
                <a:off x="389314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3" name="椭圆 10622">
                <a:extLst>
                  <a:ext uri="{FF2B5EF4-FFF2-40B4-BE49-F238E27FC236}">
                    <a16:creationId xmlns:a16="http://schemas.microsoft.com/office/drawing/2014/main" id="{8DCA5975-4641-4CC0-BA2C-0D5202C6A87F}"/>
                  </a:ext>
                </a:extLst>
              </p:cNvPr>
              <p:cNvSpPr/>
              <p:nvPr/>
            </p:nvSpPr>
            <p:spPr>
              <a:xfrm>
                <a:off x="402032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4" name="椭圆 10623">
                <a:extLst>
                  <a:ext uri="{FF2B5EF4-FFF2-40B4-BE49-F238E27FC236}">
                    <a16:creationId xmlns:a16="http://schemas.microsoft.com/office/drawing/2014/main" id="{F0C3CAD5-E4C2-4588-BF16-2C8196684A77}"/>
                  </a:ext>
                </a:extLst>
              </p:cNvPr>
              <p:cNvSpPr/>
              <p:nvPr/>
            </p:nvSpPr>
            <p:spPr>
              <a:xfrm>
                <a:off x="40433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5" name="椭圆 10624">
                <a:extLst>
                  <a:ext uri="{FF2B5EF4-FFF2-40B4-BE49-F238E27FC236}">
                    <a16:creationId xmlns:a16="http://schemas.microsoft.com/office/drawing/2014/main" id="{7E3793AD-780A-4067-8878-D04274825A23}"/>
                  </a:ext>
                </a:extLst>
              </p:cNvPr>
              <p:cNvSpPr/>
              <p:nvPr/>
            </p:nvSpPr>
            <p:spPr>
              <a:xfrm>
                <a:off x="4147027" y="265238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6" name="椭圆 10625">
                <a:extLst>
                  <a:ext uri="{FF2B5EF4-FFF2-40B4-BE49-F238E27FC236}">
                    <a16:creationId xmlns:a16="http://schemas.microsoft.com/office/drawing/2014/main" id="{69B7F33F-3AC1-48AA-A198-CC4D949735ED}"/>
                  </a:ext>
                </a:extLst>
              </p:cNvPr>
              <p:cNvSpPr/>
              <p:nvPr/>
            </p:nvSpPr>
            <p:spPr>
              <a:xfrm>
                <a:off x="39882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7" name="椭圆 10626">
                <a:extLst>
                  <a:ext uri="{FF2B5EF4-FFF2-40B4-BE49-F238E27FC236}">
                    <a16:creationId xmlns:a16="http://schemas.microsoft.com/office/drawing/2014/main" id="{156AE4BE-4AD6-4514-AB28-3AF574E40E19}"/>
                  </a:ext>
                </a:extLst>
              </p:cNvPr>
              <p:cNvSpPr/>
              <p:nvPr/>
            </p:nvSpPr>
            <p:spPr>
              <a:xfrm>
                <a:off x="4282794" y="2824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8" name="椭圆 10627">
                <a:extLst>
                  <a:ext uri="{FF2B5EF4-FFF2-40B4-BE49-F238E27FC236}">
                    <a16:creationId xmlns:a16="http://schemas.microsoft.com/office/drawing/2014/main" id="{128F79FB-357E-4234-B18D-6AE77B805AAF}"/>
                  </a:ext>
                </a:extLst>
              </p:cNvPr>
              <p:cNvSpPr/>
              <p:nvPr/>
            </p:nvSpPr>
            <p:spPr>
              <a:xfrm>
                <a:off x="403776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9" name="椭圆 10628">
                <a:extLst>
                  <a:ext uri="{FF2B5EF4-FFF2-40B4-BE49-F238E27FC236}">
                    <a16:creationId xmlns:a16="http://schemas.microsoft.com/office/drawing/2014/main" id="{5F902D3D-B143-4206-AC46-17698150D2A8}"/>
                  </a:ext>
                </a:extLst>
              </p:cNvPr>
              <p:cNvSpPr/>
              <p:nvPr/>
            </p:nvSpPr>
            <p:spPr>
              <a:xfrm>
                <a:off x="3843927" y="258305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0" name="椭圆 10629">
                <a:extLst>
                  <a:ext uri="{FF2B5EF4-FFF2-40B4-BE49-F238E27FC236}">
                    <a16:creationId xmlns:a16="http://schemas.microsoft.com/office/drawing/2014/main" id="{CADB17F4-82DF-48D9-84E0-5E6E272E3857}"/>
                  </a:ext>
                </a:extLst>
              </p:cNvPr>
              <p:cNvSpPr/>
              <p:nvPr/>
            </p:nvSpPr>
            <p:spPr>
              <a:xfrm>
                <a:off x="39469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1" name="椭圆 10630">
                <a:extLst>
                  <a:ext uri="{FF2B5EF4-FFF2-40B4-BE49-F238E27FC236}">
                    <a16:creationId xmlns:a16="http://schemas.microsoft.com/office/drawing/2014/main" id="{495D6DCC-A0CB-4FDF-94D8-788CE3407B48}"/>
                  </a:ext>
                </a:extLst>
              </p:cNvPr>
              <p:cNvSpPr/>
              <p:nvPr/>
            </p:nvSpPr>
            <p:spPr>
              <a:xfrm>
                <a:off x="39896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2" name="椭圆 10631">
                <a:extLst>
                  <a:ext uri="{FF2B5EF4-FFF2-40B4-BE49-F238E27FC236}">
                    <a16:creationId xmlns:a16="http://schemas.microsoft.com/office/drawing/2014/main" id="{177ED2BC-FC71-4001-940E-78C27E737806}"/>
                  </a:ext>
                </a:extLst>
              </p:cNvPr>
              <p:cNvSpPr/>
              <p:nvPr/>
            </p:nvSpPr>
            <p:spPr>
              <a:xfrm>
                <a:off x="398299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3" name="椭圆 10632">
                <a:extLst>
                  <a:ext uri="{FF2B5EF4-FFF2-40B4-BE49-F238E27FC236}">
                    <a16:creationId xmlns:a16="http://schemas.microsoft.com/office/drawing/2014/main" id="{95B4794C-C284-46FA-A0C7-D127CF841CCE}"/>
                  </a:ext>
                </a:extLst>
              </p:cNvPr>
              <p:cNvSpPr/>
              <p:nvPr/>
            </p:nvSpPr>
            <p:spPr>
              <a:xfrm>
                <a:off x="397837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4" name="椭圆 10633">
                <a:extLst>
                  <a:ext uri="{FF2B5EF4-FFF2-40B4-BE49-F238E27FC236}">
                    <a16:creationId xmlns:a16="http://schemas.microsoft.com/office/drawing/2014/main" id="{A8488605-F542-4E56-AB41-87B4F34C3AC0}"/>
                  </a:ext>
                </a:extLst>
              </p:cNvPr>
              <p:cNvSpPr/>
              <p:nvPr/>
            </p:nvSpPr>
            <p:spPr>
              <a:xfrm>
                <a:off x="3928199"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5" name="椭圆 10634">
                <a:extLst>
                  <a:ext uri="{FF2B5EF4-FFF2-40B4-BE49-F238E27FC236}">
                    <a16:creationId xmlns:a16="http://schemas.microsoft.com/office/drawing/2014/main" id="{1B91B5EF-5FD1-4265-AFDB-42EC09F51B11}"/>
                  </a:ext>
                </a:extLst>
              </p:cNvPr>
              <p:cNvSpPr/>
              <p:nvPr/>
            </p:nvSpPr>
            <p:spPr>
              <a:xfrm>
                <a:off x="398116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6" name="椭圆 10635">
                <a:extLst>
                  <a:ext uri="{FF2B5EF4-FFF2-40B4-BE49-F238E27FC236}">
                    <a16:creationId xmlns:a16="http://schemas.microsoft.com/office/drawing/2014/main" id="{8077862A-2814-4FD6-8E79-F2000AC0478F}"/>
                  </a:ext>
                </a:extLst>
              </p:cNvPr>
              <p:cNvSpPr/>
              <p:nvPr/>
            </p:nvSpPr>
            <p:spPr>
              <a:xfrm>
                <a:off x="4040036"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7" name="椭圆 10636">
                <a:extLst>
                  <a:ext uri="{FF2B5EF4-FFF2-40B4-BE49-F238E27FC236}">
                    <a16:creationId xmlns:a16="http://schemas.microsoft.com/office/drawing/2014/main" id="{5B848D89-C5EF-4419-B914-2FA8D3E799D7}"/>
                  </a:ext>
                </a:extLst>
              </p:cNvPr>
              <p:cNvSpPr/>
              <p:nvPr/>
            </p:nvSpPr>
            <p:spPr>
              <a:xfrm>
                <a:off x="40497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8" name="椭圆 10637">
                <a:extLst>
                  <a:ext uri="{FF2B5EF4-FFF2-40B4-BE49-F238E27FC236}">
                    <a16:creationId xmlns:a16="http://schemas.microsoft.com/office/drawing/2014/main" id="{35435474-9C62-46E7-9E34-50481F028CA6}"/>
                  </a:ext>
                </a:extLst>
              </p:cNvPr>
              <p:cNvSpPr/>
              <p:nvPr/>
            </p:nvSpPr>
            <p:spPr>
              <a:xfrm>
                <a:off x="398072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9" name="椭圆 10638">
                <a:extLst>
                  <a:ext uri="{FF2B5EF4-FFF2-40B4-BE49-F238E27FC236}">
                    <a16:creationId xmlns:a16="http://schemas.microsoft.com/office/drawing/2014/main" id="{E8B4B5D7-F5DA-4A13-9246-9EBF219EF6BA}"/>
                  </a:ext>
                </a:extLst>
              </p:cNvPr>
              <p:cNvSpPr/>
              <p:nvPr/>
            </p:nvSpPr>
            <p:spPr>
              <a:xfrm>
                <a:off x="39994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0" name="椭圆 10639">
                <a:extLst>
                  <a:ext uri="{FF2B5EF4-FFF2-40B4-BE49-F238E27FC236}">
                    <a16:creationId xmlns:a16="http://schemas.microsoft.com/office/drawing/2014/main" id="{739348BE-B8DD-4FA6-8A90-95A7EF5F0568}"/>
                  </a:ext>
                </a:extLst>
              </p:cNvPr>
              <p:cNvSpPr/>
              <p:nvPr/>
            </p:nvSpPr>
            <p:spPr>
              <a:xfrm>
                <a:off x="395198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1" name="椭圆 10640">
                <a:extLst>
                  <a:ext uri="{FF2B5EF4-FFF2-40B4-BE49-F238E27FC236}">
                    <a16:creationId xmlns:a16="http://schemas.microsoft.com/office/drawing/2014/main" id="{C18BFDAC-1B99-46F2-96B6-C0694BE929CD}"/>
                  </a:ext>
                </a:extLst>
              </p:cNvPr>
              <p:cNvSpPr/>
              <p:nvPr/>
            </p:nvSpPr>
            <p:spPr>
              <a:xfrm>
                <a:off x="39644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2" name="椭圆 10641">
                <a:extLst>
                  <a:ext uri="{FF2B5EF4-FFF2-40B4-BE49-F238E27FC236}">
                    <a16:creationId xmlns:a16="http://schemas.microsoft.com/office/drawing/2014/main" id="{201388A1-6619-4F00-A003-A398CF2D9B56}"/>
                  </a:ext>
                </a:extLst>
              </p:cNvPr>
              <p:cNvSpPr/>
              <p:nvPr/>
            </p:nvSpPr>
            <p:spPr>
              <a:xfrm>
                <a:off x="4013132"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3" name="椭圆 10642">
                <a:extLst>
                  <a:ext uri="{FF2B5EF4-FFF2-40B4-BE49-F238E27FC236}">
                    <a16:creationId xmlns:a16="http://schemas.microsoft.com/office/drawing/2014/main" id="{D0D46868-708D-4F23-8B69-F238D25873A6}"/>
                  </a:ext>
                </a:extLst>
              </p:cNvPr>
              <p:cNvSpPr/>
              <p:nvPr/>
            </p:nvSpPr>
            <p:spPr>
              <a:xfrm>
                <a:off x="4206634"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4" name="椭圆 10643">
                <a:extLst>
                  <a:ext uri="{FF2B5EF4-FFF2-40B4-BE49-F238E27FC236}">
                    <a16:creationId xmlns:a16="http://schemas.microsoft.com/office/drawing/2014/main" id="{6F036BA0-83E0-45EF-87A5-39AB636A4C56}"/>
                  </a:ext>
                </a:extLst>
              </p:cNvPr>
              <p:cNvSpPr/>
              <p:nvPr/>
            </p:nvSpPr>
            <p:spPr>
              <a:xfrm>
                <a:off x="401111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5" name="椭圆 10644">
                <a:extLst>
                  <a:ext uri="{FF2B5EF4-FFF2-40B4-BE49-F238E27FC236}">
                    <a16:creationId xmlns:a16="http://schemas.microsoft.com/office/drawing/2014/main" id="{77C65D74-A347-4F88-B808-F2F66FB86FC6}"/>
                  </a:ext>
                </a:extLst>
              </p:cNvPr>
              <p:cNvSpPr/>
              <p:nvPr/>
            </p:nvSpPr>
            <p:spPr>
              <a:xfrm>
                <a:off x="403276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6" name="椭圆 10645">
                <a:extLst>
                  <a:ext uri="{FF2B5EF4-FFF2-40B4-BE49-F238E27FC236}">
                    <a16:creationId xmlns:a16="http://schemas.microsoft.com/office/drawing/2014/main" id="{697F13E5-AC45-42E5-84F6-B294AEC9E01F}"/>
                  </a:ext>
                </a:extLst>
              </p:cNvPr>
              <p:cNvSpPr/>
              <p:nvPr/>
            </p:nvSpPr>
            <p:spPr>
              <a:xfrm>
                <a:off x="3972721"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7" name="椭圆 10646">
                <a:extLst>
                  <a:ext uri="{FF2B5EF4-FFF2-40B4-BE49-F238E27FC236}">
                    <a16:creationId xmlns:a16="http://schemas.microsoft.com/office/drawing/2014/main" id="{C73C7381-32DF-415B-BD3B-46C68000259E}"/>
                  </a:ext>
                </a:extLst>
              </p:cNvPr>
              <p:cNvSpPr/>
              <p:nvPr/>
            </p:nvSpPr>
            <p:spPr>
              <a:xfrm>
                <a:off x="38904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8" name="椭圆 10647">
                <a:extLst>
                  <a:ext uri="{FF2B5EF4-FFF2-40B4-BE49-F238E27FC236}">
                    <a16:creationId xmlns:a16="http://schemas.microsoft.com/office/drawing/2014/main" id="{71D7A60E-C9B2-4C84-9736-B897FFD2B127}"/>
                  </a:ext>
                </a:extLst>
              </p:cNvPr>
              <p:cNvSpPr/>
              <p:nvPr/>
            </p:nvSpPr>
            <p:spPr>
              <a:xfrm>
                <a:off x="405200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9" name="椭圆 10648">
                <a:extLst>
                  <a:ext uri="{FF2B5EF4-FFF2-40B4-BE49-F238E27FC236}">
                    <a16:creationId xmlns:a16="http://schemas.microsoft.com/office/drawing/2014/main" id="{EC78FF2E-E6A3-41A6-80C4-116A63806F3B}"/>
                  </a:ext>
                </a:extLst>
              </p:cNvPr>
              <p:cNvSpPr/>
              <p:nvPr/>
            </p:nvSpPr>
            <p:spPr>
              <a:xfrm>
                <a:off x="402039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0" name="椭圆 10649">
                <a:extLst>
                  <a:ext uri="{FF2B5EF4-FFF2-40B4-BE49-F238E27FC236}">
                    <a16:creationId xmlns:a16="http://schemas.microsoft.com/office/drawing/2014/main" id="{EE56FAB6-D9CE-4165-91B6-AEE13AAD912C}"/>
                  </a:ext>
                </a:extLst>
              </p:cNvPr>
              <p:cNvSpPr/>
              <p:nvPr/>
            </p:nvSpPr>
            <p:spPr>
              <a:xfrm>
                <a:off x="402975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1" name="椭圆 10650">
                <a:extLst>
                  <a:ext uri="{FF2B5EF4-FFF2-40B4-BE49-F238E27FC236}">
                    <a16:creationId xmlns:a16="http://schemas.microsoft.com/office/drawing/2014/main" id="{FCDF7306-5480-452C-BB21-F4CAEE07B70F}"/>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2" name="椭圆 10651">
                <a:extLst>
                  <a:ext uri="{FF2B5EF4-FFF2-40B4-BE49-F238E27FC236}">
                    <a16:creationId xmlns:a16="http://schemas.microsoft.com/office/drawing/2014/main" id="{F85F796A-AC51-4B15-AACC-BC1978B17B38}"/>
                  </a:ext>
                </a:extLst>
              </p:cNvPr>
              <p:cNvSpPr/>
              <p:nvPr/>
            </p:nvSpPr>
            <p:spPr>
              <a:xfrm>
                <a:off x="39109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3" name="椭圆 10652">
                <a:extLst>
                  <a:ext uri="{FF2B5EF4-FFF2-40B4-BE49-F238E27FC236}">
                    <a16:creationId xmlns:a16="http://schemas.microsoft.com/office/drawing/2014/main" id="{C55FA3F2-C418-49DE-98FF-0E67D0B3B60A}"/>
                  </a:ext>
                </a:extLst>
              </p:cNvPr>
              <p:cNvSpPr/>
              <p:nvPr/>
            </p:nvSpPr>
            <p:spPr>
              <a:xfrm>
                <a:off x="39662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4" name="椭圆 10653">
                <a:extLst>
                  <a:ext uri="{FF2B5EF4-FFF2-40B4-BE49-F238E27FC236}">
                    <a16:creationId xmlns:a16="http://schemas.microsoft.com/office/drawing/2014/main" id="{99D30A09-55DF-4CA9-8FA7-1E2587DEFB3F}"/>
                  </a:ext>
                </a:extLst>
              </p:cNvPr>
              <p:cNvSpPr/>
              <p:nvPr/>
            </p:nvSpPr>
            <p:spPr>
              <a:xfrm>
                <a:off x="4109112"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5" name="椭圆 10654">
                <a:extLst>
                  <a:ext uri="{FF2B5EF4-FFF2-40B4-BE49-F238E27FC236}">
                    <a16:creationId xmlns:a16="http://schemas.microsoft.com/office/drawing/2014/main" id="{AF275DE7-9509-4D9E-9953-7402FD6D33C3}"/>
                  </a:ext>
                </a:extLst>
              </p:cNvPr>
              <p:cNvSpPr/>
              <p:nvPr/>
            </p:nvSpPr>
            <p:spPr>
              <a:xfrm>
                <a:off x="401375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6" name="椭圆 10655">
                <a:extLst>
                  <a:ext uri="{FF2B5EF4-FFF2-40B4-BE49-F238E27FC236}">
                    <a16:creationId xmlns:a16="http://schemas.microsoft.com/office/drawing/2014/main" id="{1FB9D093-FBF9-4793-B8D7-475DB244CABE}"/>
                  </a:ext>
                </a:extLst>
              </p:cNvPr>
              <p:cNvSpPr/>
              <p:nvPr/>
            </p:nvSpPr>
            <p:spPr>
              <a:xfrm>
                <a:off x="408386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7" name="椭圆 10656">
                <a:extLst>
                  <a:ext uri="{FF2B5EF4-FFF2-40B4-BE49-F238E27FC236}">
                    <a16:creationId xmlns:a16="http://schemas.microsoft.com/office/drawing/2014/main" id="{A138E1F6-6A1F-4A08-8DF4-E27A1176D317}"/>
                  </a:ext>
                </a:extLst>
              </p:cNvPr>
              <p:cNvSpPr/>
              <p:nvPr/>
            </p:nvSpPr>
            <p:spPr>
              <a:xfrm>
                <a:off x="40732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8" name="椭圆 10657">
                <a:extLst>
                  <a:ext uri="{FF2B5EF4-FFF2-40B4-BE49-F238E27FC236}">
                    <a16:creationId xmlns:a16="http://schemas.microsoft.com/office/drawing/2014/main" id="{E03A8FE9-913E-4BCF-803E-3480DB6ACA54}"/>
                  </a:ext>
                </a:extLst>
              </p:cNvPr>
              <p:cNvSpPr/>
              <p:nvPr/>
            </p:nvSpPr>
            <p:spPr>
              <a:xfrm>
                <a:off x="399613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9" name="椭圆 10658">
                <a:extLst>
                  <a:ext uri="{FF2B5EF4-FFF2-40B4-BE49-F238E27FC236}">
                    <a16:creationId xmlns:a16="http://schemas.microsoft.com/office/drawing/2014/main" id="{DA59026D-3172-4D59-B1D6-457B7C16BFEF}"/>
                  </a:ext>
                </a:extLst>
              </p:cNvPr>
              <p:cNvSpPr/>
              <p:nvPr/>
            </p:nvSpPr>
            <p:spPr>
              <a:xfrm>
                <a:off x="399345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0" name="椭圆 10659">
                <a:extLst>
                  <a:ext uri="{FF2B5EF4-FFF2-40B4-BE49-F238E27FC236}">
                    <a16:creationId xmlns:a16="http://schemas.microsoft.com/office/drawing/2014/main" id="{1F67A9A2-53E1-42F3-A23F-EA97E128F429}"/>
                  </a:ext>
                </a:extLst>
              </p:cNvPr>
              <p:cNvSpPr/>
              <p:nvPr/>
            </p:nvSpPr>
            <p:spPr>
              <a:xfrm>
                <a:off x="39840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1" name="椭圆 10660">
                <a:extLst>
                  <a:ext uri="{FF2B5EF4-FFF2-40B4-BE49-F238E27FC236}">
                    <a16:creationId xmlns:a16="http://schemas.microsoft.com/office/drawing/2014/main" id="{C54F7943-6B83-4B72-BD1F-72043C38BC0C}"/>
                  </a:ext>
                </a:extLst>
              </p:cNvPr>
              <p:cNvSpPr/>
              <p:nvPr/>
            </p:nvSpPr>
            <p:spPr>
              <a:xfrm>
                <a:off x="40345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2" name="椭圆 10661">
                <a:extLst>
                  <a:ext uri="{FF2B5EF4-FFF2-40B4-BE49-F238E27FC236}">
                    <a16:creationId xmlns:a16="http://schemas.microsoft.com/office/drawing/2014/main" id="{866A95D9-FF82-47DA-B8F6-C885B5F744F4}"/>
                  </a:ext>
                </a:extLst>
              </p:cNvPr>
              <p:cNvSpPr/>
              <p:nvPr/>
            </p:nvSpPr>
            <p:spPr>
              <a:xfrm>
                <a:off x="4052185"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3" name="椭圆 10662">
                <a:extLst>
                  <a:ext uri="{FF2B5EF4-FFF2-40B4-BE49-F238E27FC236}">
                    <a16:creationId xmlns:a16="http://schemas.microsoft.com/office/drawing/2014/main" id="{970D2373-5ECB-46EC-82EE-6D862B75E11A}"/>
                  </a:ext>
                </a:extLst>
              </p:cNvPr>
              <p:cNvSpPr/>
              <p:nvPr/>
            </p:nvSpPr>
            <p:spPr>
              <a:xfrm>
                <a:off x="395051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4" name="椭圆 10663">
                <a:extLst>
                  <a:ext uri="{FF2B5EF4-FFF2-40B4-BE49-F238E27FC236}">
                    <a16:creationId xmlns:a16="http://schemas.microsoft.com/office/drawing/2014/main" id="{705D6194-058E-42BD-AD64-907690B720B2}"/>
                  </a:ext>
                </a:extLst>
              </p:cNvPr>
              <p:cNvSpPr/>
              <p:nvPr/>
            </p:nvSpPr>
            <p:spPr>
              <a:xfrm>
                <a:off x="3992578"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5" name="椭圆 10664">
                <a:extLst>
                  <a:ext uri="{FF2B5EF4-FFF2-40B4-BE49-F238E27FC236}">
                    <a16:creationId xmlns:a16="http://schemas.microsoft.com/office/drawing/2014/main" id="{B6F6A5BD-0416-4DFD-AB3F-6FC4EFEE587B}"/>
                  </a:ext>
                </a:extLst>
              </p:cNvPr>
              <p:cNvSpPr/>
              <p:nvPr/>
            </p:nvSpPr>
            <p:spPr>
              <a:xfrm>
                <a:off x="3853434"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6" name="椭圆 10665">
                <a:extLst>
                  <a:ext uri="{FF2B5EF4-FFF2-40B4-BE49-F238E27FC236}">
                    <a16:creationId xmlns:a16="http://schemas.microsoft.com/office/drawing/2014/main" id="{1FA50F44-A3C5-4A91-A34B-BD6B1A58D31B}"/>
                  </a:ext>
                </a:extLst>
              </p:cNvPr>
              <p:cNvSpPr/>
              <p:nvPr/>
            </p:nvSpPr>
            <p:spPr>
              <a:xfrm>
                <a:off x="40043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7" name="椭圆 10666">
                <a:extLst>
                  <a:ext uri="{FF2B5EF4-FFF2-40B4-BE49-F238E27FC236}">
                    <a16:creationId xmlns:a16="http://schemas.microsoft.com/office/drawing/2014/main" id="{C067592F-01CE-40BD-8D55-66577E34F962}"/>
                  </a:ext>
                </a:extLst>
              </p:cNvPr>
              <p:cNvSpPr/>
              <p:nvPr/>
            </p:nvSpPr>
            <p:spPr>
              <a:xfrm>
                <a:off x="389968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8" name="椭圆 10667">
                <a:extLst>
                  <a:ext uri="{FF2B5EF4-FFF2-40B4-BE49-F238E27FC236}">
                    <a16:creationId xmlns:a16="http://schemas.microsoft.com/office/drawing/2014/main" id="{507B26F7-F8A9-499E-B0DB-E3C2C6CF04F5}"/>
                  </a:ext>
                </a:extLst>
              </p:cNvPr>
              <p:cNvSpPr/>
              <p:nvPr/>
            </p:nvSpPr>
            <p:spPr>
              <a:xfrm>
                <a:off x="4061324"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9" name="椭圆 10668">
                <a:extLst>
                  <a:ext uri="{FF2B5EF4-FFF2-40B4-BE49-F238E27FC236}">
                    <a16:creationId xmlns:a16="http://schemas.microsoft.com/office/drawing/2014/main" id="{A55B1794-3128-4D95-A99B-7541EEAA81B1}"/>
                  </a:ext>
                </a:extLst>
              </p:cNvPr>
              <p:cNvSpPr/>
              <p:nvPr/>
            </p:nvSpPr>
            <p:spPr>
              <a:xfrm>
                <a:off x="4012434"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0" name="椭圆 10669">
                <a:extLst>
                  <a:ext uri="{FF2B5EF4-FFF2-40B4-BE49-F238E27FC236}">
                    <a16:creationId xmlns:a16="http://schemas.microsoft.com/office/drawing/2014/main" id="{83DFF058-7626-454C-87DC-6952BC81A05B}"/>
                  </a:ext>
                </a:extLst>
              </p:cNvPr>
              <p:cNvSpPr/>
              <p:nvPr/>
            </p:nvSpPr>
            <p:spPr>
              <a:xfrm>
                <a:off x="4003405" y="30159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1" name="椭圆 10670">
                <a:extLst>
                  <a:ext uri="{FF2B5EF4-FFF2-40B4-BE49-F238E27FC236}">
                    <a16:creationId xmlns:a16="http://schemas.microsoft.com/office/drawing/2014/main" id="{0D380CBF-6AF9-4FF1-B479-A8072090AFA5}"/>
                  </a:ext>
                </a:extLst>
              </p:cNvPr>
              <p:cNvSpPr/>
              <p:nvPr/>
            </p:nvSpPr>
            <p:spPr>
              <a:xfrm>
                <a:off x="3979254"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2" name="椭圆 10671">
                <a:extLst>
                  <a:ext uri="{FF2B5EF4-FFF2-40B4-BE49-F238E27FC236}">
                    <a16:creationId xmlns:a16="http://schemas.microsoft.com/office/drawing/2014/main" id="{597941E2-2504-41E0-83CE-CE820B821C7A}"/>
                  </a:ext>
                </a:extLst>
              </p:cNvPr>
              <p:cNvSpPr/>
              <p:nvPr/>
            </p:nvSpPr>
            <p:spPr>
              <a:xfrm>
                <a:off x="400582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3" name="椭圆 10672">
                <a:extLst>
                  <a:ext uri="{FF2B5EF4-FFF2-40B4-BE49-F238E27FC236}">
                    <a16:creationId xmlns:a16="http://schemas.microsoft.com/office/drawing/2014/main" id="{D18FEF12-D955-43EF-9E58-B76C35DDA1C8}"/>
                  </a:ext>
                </a:extLst>
              </p:cNvPr>
              <p:cNvSpPr/>
              <p:nvPr/>
            </p:nvSpPr>
            <p:spPr>
              <a:xfrm>
                <a:off x="398644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4" name="椭圆 10673">
                <a:extLst>
                  <a:ext uri="{FF2B5EF4-FFF2-40B4-BE49-F238E27FC236}">
                    <a16:creationId xmlns:a16="http://schemas.microsoft.com/office/drawing/2014/main" id="{457EC97B-6237-49EF-A3CC-EB94D54C38E7}"/>
                  </a:ext>
                </a:extLst>
              </p:cNvPr>
              <p:cNvSpPr/>
              <p:nvPr/>
            </p:nvSpPr>
            <p:spPr>
              <a:xfrm>
                <a:off x="406554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5" name="椭圆 10674">
                <a:extLst>
                  <a:ext uri="{FF2B5EF4-FFF2-40B4-BE49-F238E27FC236}">
                    <a16:creationId xmlns:a16="http://schemas.microsoft.com/office/drawing/2014/main" id="{72152AEE-19C3-4FA9-B333-7BA1031C5D3E}"/>
                  </a:ext>
                </a:extLst>
              </p:cNvPr>
              <p:cNvSpPr/>
              <p:nvPr/>
            </p:nvSpPr>
            <p:spPr>
              <a:xfrm>
                <a:off x="3919647"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6" name="椭圆 10675">
                <a:extLst>
                  <a:ext uri="{FF2B5EF4-FFF2-40B4-BE49-F238E27FC236}">
                    <a16:creationId xmlns:a16="http://schemas.microsoft.com/office/drawing/2014/main" id="{DB5140E7-128F-4C32-92BD-E3551E59894D}"/>
                  </a:ext>
                </a:extLst>
              </p:cNvPr>
              <p:cNvSpPr/>
              <p:nvPr/>
            </p:nvSpPr>
            <p:spPr>
              <a:xfrm>
                <a:off x="41194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7" name="椭圆 10676">
                <a:extLst>
                  <a:ext uri="{FF2B5EF4-FFF2-40B4-BE49-F238E27FC236}">
                    <a16:creationId xmlns:a16="http://schemas.microsoft.com/office/drawing/2014/main" id="{D8955B20-816C-4B22-8124-A80639303125}"/>
                  </a:ext>
                </a:extLst>
              </p:cNvPr>
              <p:cNvSpPr/>
              <p:nvPr/>
            </p:nvSpPr>
            <p:spPr>
              <a:xfrm>
                <a:off x="4092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8" name="椭圆 10677">
                <a:extLst>
                  <a:ext uri="{FF2B5EF4-FFF2-40B4-BE49-F238E27FC236}">
                    <a16:creationId xmlns:a16="http://schemas.microsoft.com/office/drawing/2014/main" id="{81D17421-83F5-413B-8AB4-9783B9AFA76D}"/>
                  </a:ext>
                </a:extLst>
              </p:cNvPr>
              <p:cNvSpPr/>
              <p:nvPr/>
            </p:nvSpPr>
            <p:spPr>
              <a:xfrm>
                <a:off x="40119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9" name="椭圆 10678">
                <a:extLst>
                  <a:ext uri="{FF2B5EF4-FFF2-40B4-BE49-F238E27FC236}">
                    <a16:creationId xmlns:a16="http://schemas.microsoft.com/office/drawing/2014/main" id="{107F4305-7948-4280-89C9-F094E673C91D}"/>
                  </a:ext>
                </a:extLst>
              </p:cNvPr>
              <p:cNvSpPr/>
              <p:nvPr/>
            </p:nvSpPr>
            <p:spPr>
              <a:xfrm>
                <a:off x="3738367" y="28798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0" name="椭圆 10679">
                <a:extLst>
                  <a:ext uri="{FF2B5EF4-FFF2-40B4-BE49-F238E27FC236}">
                    <a16:creationId xmlns:a16="http://schemas.microsoft.com/office/drawing/2014/main" id="{EE01B0CC-2136-4B1D-AECB-C09154BD00B8}"/>
                  </a:ext>
                </a:extLst>
              </p:cNvPr>
              <p:cNvSpPr/>
              <p:nvPr/>
            </p:nvSpPr>
            <p:spPr>
              <a:xfrm>
                <a:off x="4248440"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1" name="椭圆 10680">
                <a:extLst>
                  <a:ext uri="{FF2B5EF4-FFF2-40B4-BE49-F238E27FC236}">
                    <a16:creationId xmlns:a16="http://schemas.microsoft.com/office/drawing/2014/main" id="{2C881A7B-9501-4E5D-9A99-070B45EDED99}"/>
                  </a:ext>
                </a:extLst>
              </p:cNvPr>
              <p:cNvSpPr/>
              <p:nvPr/>
            </p:nvSpPr>
            <p:spPr>
              <a:xfrm>
                <a:off x="3972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2" name="椭圆 10681">
                <a:extLst>
                  <a:ext uri="{FF2B5EF4-FFF2-40B4-BE49-F238E27FC236}">
                    <a16:creationId xmlns:a16="http://schemas.microsoft.com/office/drawing/2014/main" id="{DCACC7C8-138E-4D96-AA46-DBD266BF3711}"/>
                  </a:ext>
                </a:extLst>
              </p:cNvPr>
              <p:cNvSpPr/>
              <p:nvPr/>
            </p:nvSpPr>
            <p:spPr>
              <a:xfrm>
                <a:off x="401702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3" name="椭圆 10682">
                <a:extLst>
                  <a:ext uri="{FF2B5EF4-FFF2-40B4-BE49-F238E27FC236}">
                    <a16:creationId xmlns:a16="http://schemas.microsoft.com/office/drawing/2014/main" id="{A5917FD7-C2FB-4F64-93F7-8B4DC3CF1A7A}"/>
                  </a:ext>
                </a:extLst>
              </p:cNvPr>
              <p:cNvSpPr/>
              <p:nvPr/>
            </p:nvSpPr>
            <p:spPr>
              <a:xfrm>
                <a:off x="4050753"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4" name="椭圆 10683">
                <a:extLst>
                  <a:ext uri="{FF2B5EF4-FFF2-40B4-BE49-F238E27FC236}">
                    <a16:creationId xmlns:a16="http://schemas.microsoft.com/office/drawing/2014/main" id="{6A193092-C130-4F3C-8227-4543D24319FE}"/>
                  </a:ext>
                </a:extLst>
              </p:cNvPr>
              <p:cNvSpPr/>
              <p:nvPr/>
            </p:nvSpPr>
            <p:spPr>
              <a:xfrm>
                <a:off x="39420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5" name="椭圆 10684">
                <a:extLst>
                  <a:ext uri="{FF2B5EF4-FFF2-40B4-BE49-F238E27FC236}">
                    <a16:creationId xmlns:a16="http://schemas.microsoft.com/office/drawing/2014/main" id="{28000C81-4D7A-4DA3-A7DC-472165830D0C}"/>
                  </a:ext>
                </a:extLst>
              </p:cNvPr>
              <p:cNvSpPr/>
              <p:nvPr/>
            </p:nvSpPr>
            <p:spPr>
              <a:xfrm>
                <a:off x="4036806"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6" name="椭圆 10685">
                <a:extLst>
                  <a:ext uri="{FF2B5EF4-FFF2-40B4-BE49-F238E27FC236}">
                    <a16:creationId xmlns:a16="http://schemas.microsoft.com/office/drawing/2014/main" id="{EE22B219-4DBE-40AA-B764-33780F641B9E}"/>
                  </a:ext>
                </a:extLst>
              </p:cNvPr>
              <p:cNvSpPr/>
              <p:nvPr/>
            </p:nvSpPr>
            <p:spPr>
              <a:xfrm>
                <a:off x="41250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7" name="椭圆 10686">
                <a:extLst>
                  <a:ext uri="{FF2B5EF4-FFF2-40B4-BE49-F238E27FC236}">
                    <a16:creationId xmlns:a16="http://schemas.microsoft.com/office/drawing/2014/main" id="{A10F328A-832F-4314-B9F6-49291E5D9F4E}"/>
                  </a:ext>
                </a:extLst>
              </p:cNvPr>
              <p:cNvSpPr/>
              <p:nvPr/>
            </p:nvSpPr>
            <p:spPr>
              <a:xfrm>
                <a:off x="40435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8" name="椭圆 10687">
                <a:extLst>
                  <a:ext uri="{FF2B5EF4-FFF2-40B4-BE49-F238E27FC236}">
                    <a16:creationId xmlns:a16="http://schemas.microsoft.com/office/drawing/2014/main" id="{40F8B6DC-1D2C-4A34-8B45-00ABA947526C}"/>
                  </a:ext>
                </a:extLst>
              </p:cNvPr>
              <p:cNvSpPr/>
              <p:nvPr/>
            </p:nvSpPr>
            <p:spPr>
              <a:xfrm>
                <a:off x="40219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9" name="椭圆 10688">
                <a:extLst>
                  <a:ext uri="{FF2B5EF4-FFF2-40B4-BE49-F238E27FC236}">
                    <a16:creationId xmlns:a16="http://schemas.microsoft.com/office/drawing/2014/main" id="{EF1AEC22-3AA5-474D-B441-72A10B420504}"/>
                  </a:ext>
                </a:extLst>
              </p:cNvPr>
              <p:cNvSpPr/>
              <p:nvPr/>
            </p:nvSpPr>
            <p:spPr>
              <a:xfrm>
                <a:off x="4009571" y="2893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0" name="椭圆 10689">
                <a:extLst>
                  <a:ext uri="{FF2B5EF4-FFF2-40B4-BE49-F238E27FC236}">
                    <a16:creationId xmlns:a16="http://schemas.microsoft.com/office/drawing/2014/main" id="{EAD4B362-01BA-4826-8039-2984A0524253}"/>
                  </a:ext>
                </a:extLst>
              </p:cNvPr>
              <p:cNvSpPr/>
              <p:nvPr/>
            </p:nvSpPr>
            <p:spPr>
              <a:xfrm>
                <a:off x="39832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1" name="椭圆 10690">
                <a:extLst>
                  <a:ext uri="{FF2B5EF4-FFF2-40B4-BE49-F238E27FC236}">
                    <a16:creationId xmlns:a16="http://schemas.microsoft.com/office/drawing/2014/main" id="{84026AC5-792A-4542-8599-049F28921E8E}"/>
                  </a:ext>
                </a:extLst>
              </p:cNvPr>
              <p:cNvSpPr/>
              <p:nvPr/>
            </p:nvSpPr>
            <p:spPr>
              <a:xfrm>
                <a:off x="411381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2" name="椭圆 10691">
                <a:extLst>
                  <a:ext uri="{FF2B5EF4-FFF2-40B4-BE49-F238E27FC236}">
                    <a16:creationId xmlns:a16="http://schemas.microsoft.com/office/drawing/2014/main" id="{BA81CC7F-EF36-4DD5-BFEB-5139EEF85F86}"/>
                  </a:ext>
                </a:extLst>
              </p:cNvPr>
              <p:cNvSpPr/>
              <p:nvPr/>
            </p:nvSpPr>
            <p:spPr>
              <a:xfrm>
                <a:off x="399445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3" name="椭圆 10692">
                <a:extLst>
                  <a:ext uri="{FF2B5EF4-FFF2-40B4-BE49-F238E27FC236}">
                    <a16:creationId xmlns:a16="http://schemas.microsoft.com/office/drawing/2014/main" id="{03EDFE1B-B595-45F4-A3D9-DA46B6533D2B}"/>
                  </a:ext>
                </a:extLst>
              </p:cNvPr>
              <p:cNvSpPr/>
              <p:nvPr/>
            </p:nvSpPr>
            <p:spPr>
              <a:xfrm>
                <a:off x="401779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4" name="椭圆 10693">
                <a:extLst>
                  <a:ext uri="{FF2B5EF4-FFF2-40B4-BE49-F238E27FC236}">
                    <a16:creationId xmlns:a16="http://schemas.microsoft.com/office/drawing/2014/main" id="{733BE943-B833-49BC-A1FD-39193B0452F3}"/>
                  </a:ext>
                </a:extLst>
              </p:cNvPr>
              <p:cNvSpPr/>
              <p:nvPr/>
            </p:nvSpPr>
            <p:spPr>
              <a:xfrm>
                <a:off x="40301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5" name="椭圆 10694">
                <a:extLst>
                  <a:ext uri="{FF2B5EF4-FFF2-40B4-BE49-F238E27FC236}">
                    <a16:creationId xmlns:a16="http://schemas.microsoft.com/office/drawing/2014/main" id="{A15B919C-B986-47E7-97FB-E5EF852C5939}"/>
                  </a:ext>
                </a:extLst>
              </p:cNvPr>
              <p:cNvSpPr/>
              <p:nvPr/>
            </p:nvSpPr>
            <p:spPr>
              <a:xfrm>
                <a:off x="3932383"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6" name="椭圆 10695">
                <a:extLst>
                  <a:ext uri="{FF2B5EF4-FFF2-40B4-BE49-F238E27FC236}">
                    <a16:creationId xmlns:a16="http://schemas.microsoft.com/office/drawing/2014/main" id="{B2F2CA42-B88D-4BF8-A53A-17DCCF265456}"/>
                  </a:ext>
                </a:extLst>
              </p:cNvPr>
              <p:cNvSpPr/>
              <p:nvPr/>
            </p:nvSpPr>
            <p:spPr>
              <a:xfrm>
                <a:off x="4124307" y="29636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7" name="椭圆 10696">
                <a:extLst>
                  <a:ext uri="{FF2B5EF4-FFF2-40B4-BE49-F238E27FC236}">
                    <a16:creationId xmlns:a16="http://schemas.microsoft.com/office/drawing/2014/main" id="{42FE6044-5001-4D9D-AF11-2147E0718C23}"/>
                  </a:ext>
                </a:extLst>
              </p:cNvPr>
              <p:cNvSpPr/>
              <p:nvPr/>
            </p:nvSpPr>
            <p:spPr>
              <a:xfrm>
                <a:off x="402120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8" name="椭圆 10697">
                <a:extLst>
                  <a:ext uri="{FF2B5EF4-FFF2-40B4-BE49-F238E27FC236}">
                    <a16:creationId xmlns:a16="http://schemas.microsoft.com/office/drawing/2014/main" id="{E9884BBF-366F-46E7-937F-B317F6B0E0FF}"/>
                  </a:ext>
                </a:extLst>
              </p:cNvPr>
              <p:cNvSpPr/>
              <p:nvPr/>
            </p:nvSpPr>
            <p:spPr>
              <a:xfrm>
                <a:off x="4062535" y="3018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9" name="椭圆 10698">
                <a:extLst>
                  <a:ext uri="{FF2B5EF4-FFF2-40B4-BE49-F238E27FC236}">
                    <a16:creationId xmlns:a16="http://schemas.microsoft.com/office/drawing/2014/main" id="{1A825E15-EB18-4A86-A196-2FBD90300F4E}"/>
                  </a:ext>
                </a:extLst>
              </p:cNvPr>
              <p:cNvSpPr/>
              <p:nvPr/>
            </p:nvSpPr>
            <p:spPr>
              <a:xfrm>
                <a:off x="4008067"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0" name="椭圆 10699">
                <a:extLst>
                  <a:ext uri="{FF2B5EF4-FFF2-40B4-BE49-F238E27FC236}">
                    <a16:creationId xmlns:a16="http://schemas.microsoft.com/office/drawing/2014/main" id="{1D397EE6-0DC7-468E-992A-64337E638487}"/>
                  </a:ext>
                </a:extLst>
              </p:cNvPr>
              <p:cNvSpPr/>
              <p:nvPr/>
            </p:nvSpPr>
            <p:spPr>
              <a:xfrm>
                <a:off x="4040696"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1" name="椭圆 10700">
                <a:extLst>
                  <a:ext uri="{FF2B5EF4-FFF2-40B4-BE49-F238E27FC236}">
                    <a16:creationId xmlns:a16="http://schemas.microsoft.com/office/drawing/2014/main" id="{6DE4C5C7-2C3E-4493-B899-95586905D294}"/>
                  </a:ext>
                </a:extLst>
              </p:cNvPr>
              <p:cNvSpPr/>
              <p:nvPr/>
            </p:nvSpPr>
            <p:spPr>
              <a:xfrm>
                <a:off x="392522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2" name="椭圆 10701">
                <a:extLst>
                  <a:ext uri="{FF2B5EF4-FFF2-40B4-BE49-F238E27FC236}">
                    <a16:creationId xmlns:a16="http://schemas.microsoft.com/office/drawing/2014/main" id="{D0DED9E5-180E-4645-8D5F-AD49734A3200}"/>
                  </a:ext>
                </a:extLst>
              </p:cNvPr>
              <p:cNvSpPr/>
              <p:nvPr/>
            </p:nvSpPr>
            <p:spPr>
              <a:xfrm>
                <a:off x="4046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3" name="椭圆 10702">
                <a:extLst>
                  <a:ext uri="{FF2B5EF4-FFF2-40B4-BE49-F238E27FC236}">
                    <a16:creationId xmlns:a16="http://schemas.microsoft.com/office/drawing/2014/main" id="{B598C4EF-DBE6-4BD3-990C-2D34DB595B82}"/>
                  </a:ext>
                </a:extLst>
              </p:cNvPr>
              <p:cNvSpPr/>
              <p:nvPr/>
            </p:nvSpPr>
            <p:spPr>
              <a:xfrm>
                <a:off x="39630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4" name="椭圆 10703">
                <a:extLst>
                  <a:ext uri="{FF2B5EF4-FFF2-40B4-BE49-F238E27FC236}">
                    <a16:creationId xmlns:a16="http://schemas.microsoft.com/office/drawing/2014/main" id="{FFBF4DB5-377A-4CB7-9FAC-170EB195FFCA}"/>
                  </a:ext>
                </a:extLst>
              </p:cNvPr>
              <p:cNvSpPr/>
              <p:nvPr/>
            </p:nvSpPr>
            <p:spPr>
              <a:xfrm>
                <a:off x="396618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5" name="椭圆 10704">
                <a:extLst>
                  <a:ext uri="{FF2B5EF4-FFF2-40B4-BE49-F238E27FC236}">
                    <a16:creationId xmlns:a16="http://schemas.microsoft.com/office/drawing/2014/main" id="{711A4B1E-F4ED-4B91-AD26-3EFE6659FC11}"/>
                  </a:ext>
                </a:extLst>
              </p:cNvPr>
              <p:cNvSpPr/>
              <p:nvPr/>
            </p:nvSpPr>
            <p:spPr>
              <a:xfrm>
                <a:off x="394456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6" name="椭圆 10705">
                <a:extLst>
                  <a:ext uri="{FF2B5EF4-FFF2-40B4-BE49-F238E27FC236}">
                    <a16:creationId xmlns:a16="http://schemas.microsoft.com/office/drawing/2014/main" id="{4677BB39-B8ED-47E2-BF2A-C7BF30D3E48C}"/>
                  </a:ext>
                </a:extLst>
              </p:cNvPr>
              <p:cNvSpPr/>
              <p:nvPr/>
            </p:nvSpPr>
            <p:spPr>
              <a:xfrm>
                <a:off x="395745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7" name="椭圆 10706">
                <a:extLst>
                  <a:ext uri="{FF2B5EF4-FFF2-40B4-BE49-F238E27FC236}">
                    <a16:creationId xmlns:a16="http://schemas.microsoft.com/office/drawing/2014/main" id="{6501B5C1-C5F6-46B9-85FA-59FB6D65765A}"/>
                  </a:ext>
                </a:extLst>
              </p:cNvPr>
              <p:cNvSpPr/>
              <p:nvPr/>
            </p:nvSpPr>
            <p:spPr>
              <a:xfrm>
                <a:off x="400913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8" name="椭圆 10707">
                <a:extLst>
                  <a:ext uri="{FF2B5EF4-FFF2-40B4-BE49-F238E27FC236}">
                    <a16:creationId xmlns:a16="http://schemas.microsoft.com/office/drawing/2014/main" id="{F62FF893-CCC3-4AAD-AC37-CADA02310931}"/>
                  </a:ext>
                </a:extLst>
              </p:cNvPr>
              <p:cNvSpPr/>
              <p:nvPr/>
            </p:nvSpPr>
            <p:spPr>
              <a:xfrm>
                <a:off x="4015921" y="2969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9" name="椭圆 10708">
                <a:extLst>
                  <a:ext uri="{FF2B5EF4-FFF2-40B4-BE49-F238E27FC236}">
                    <a16:creationId xmlns:a16="http://schemas.microsoft.com/office/drawing/2014/main" id="{1762F3DC-7EE1-477B-A85D-4E8EC70EA1FE}"/>
                  </a:ext>
                </a:extLst>
              </p:cNvPr>
              <p:cNvSpPr/>
              <p:nvPr/>
            </p:nvSpPr>
            <p:spPr>
              <a:xfrm>
                <a:off x="381933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0" name="椭圆 10709">
                <a:extLst>
                  <a:ext uri="{FF2B5EF4-FFF2-40B4-BE49-F238E27FC236}">
                    <a16:creationId xmlns:a16="http://schemas.microsoft.com/office/drawing/2014/main" id="{854F11D7-C123-406D-86A0-B00068D658E8}"/>
                  </a:ext>
                </a:extLst>
              </p:cNvPr>
              <p:cNvSpPr/>
              <p:nvPr/>
            </p:nvSpPr>
            <p:spPr>
              <a:xfrm>
                <a:off x="4016509" y="30434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1" name="椭圆 10710">
                <a:extLst>
                  <a:ext uri="{FF2B5EF4-FFF2-40B4-BE49-F238E27FC236}">
                    <a16:creationId xmlns:a16="http://schemas.microsoft.com/office/drawing/2014/main" id="{8C3DDBBC-AB7C-4051-BC73-2C9374D58DF7}"/>
                  </a:ext>
                </a:extLst>
              </p:cNvPr>
              <p:cNvSpPr/>
              <p:nvPr/>
            </p:nvSpPr>
            <p:spPr>
              <a:xfrm>
                <a:off x="4006158"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2" name="椭圆 10711">
                <a:extLst>
                  <a:ext uri="{FF2B5EF4-FFF2-40B4-BE49-F238E27FC236}">
                    <a16:creationId xmlns:a16="http://schemas.microsoft.com/office/drawing/2014/main" id="{BE2AE348-FB4D-4674-953C-DB2DEDED4FFE}"/>
                  </a:ext>
                </a:extLst>
              </p:cNvPr>
              <p:cNvSpPr/>
              <p:nvPr/>
            </p:nvSpPr>
            <p:spPr>
              <a:xfrm>
                <a:off x="404913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3" name="椭圆 10712">
                <a:extLst>
                  <a:ext uri="{FF2B5EF4-FFF2-40B4-BE49-F238E27FC236}">
                    <a16:creationId xmlns:a16="http://schemas.microsoft.com/office/drawing/2014/main" id="{55DEA5E9-18CD-4F52-AD3D-7AC3014E5A18}"/>
                  </a:ext>
                </a:extLst>
              </p:cNvPr>
              <p:cNvSpPr/>
              <p:nvPr/>
            </p:nvSpPr>
            <p:spPr>
              <a:xfrm>
                <a:off x="4014673"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4" name="椭圆 10713">
                <a:extLst>
                  <a:ext uri="{FF2B5EF4-FFF2-40B4-BE49-F238E27FC236}">
                    <a16:creationId xmlns:a16="http://schemas.microsoft.com/office/drawing/2014/main" id="{32954C27-E2C7-4B3D-9224-1BB30E79A618}"/>
                  </a:ext>
                </a:extLst>
              </p:cNvPr>
              <p:cNvSpPr/>
              <p:nvPr/>
            </p:nvSpPr>
            <p:spPr>
              <a:xfrm>
                <a:off x="40386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5" name="椭圆 10714">
                <a:extLst>
                  <a:ext uri="{FF2B5EF4-FFF2-40B4-BE49-F238E27FC236}">
                    <a16:creationId xmlns:a16="http://schemas.microsoft.com/office/drawing/2014/main" id="{0175AB38-3564-4FA1-B7BD-8AED6D82978D}"/>
                  </a:ext>
                </a:extLst>
              </p:cNvPr>
              <p:cNvSpPr/>
              <p:nvPr/>
            </p:nvSpPr>
            <p:spPr>
              <a:xfrm>
                <a:off x="398336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6" name="椭圆 10715">
                <a:extLst>
                  <a:ext uri="{FF2B5EF4-FFF2-40B4-BE49-F238E27FC236}">
                    <a16:creationId xmlns:a16="http://schemas.microsoft.com/office/drawing/2014/main" id="{7C621759-E57C-4EEA-BA69-C083F032D4D5}"/>
                  </a:ext>
                </a:extLst>
              </p:cNvPr>
              <p:cNvSpPr/>
              <p:nvPr/>
            </p:nvSpPr>
            <p:spPr>
              <a:xfrm>
                <a:off x="4013829" y="29024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7" name="椭圆 10716">
                <a:extLst>
                  <a:ext uri="{FF2B5EF4-FFF2-40B4-BE49-F238E27FC236}">
                    <a16:creationId xmlns:a16="http://schemas.microsoft.com/office/drawing/2014/main" id="{14C2FECF-ED65-46D9-985B-33BC500AD1BF}"/>
                  </a:ext>
                </a:extLst>
              </p:cNvPr>
              <p:cNvSpPr/>
              <p:nvPr/>
            </p:nvSpPr>
            <p:spPr>
              <a:xfrm>
                <a:off x="40549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8" name="椭圆 10717">
                <a:extLst>
                  <a:ext uri="{FF2B5EF4-FFF2-40B4-BE49-F238E27FC236}">
                    <a16:creationId xmlns:a16="http://schemas.microsoft.com/office/drawing/2014/main" id="{CC7FE0CE-4C8A-47FC-A025-3E66F606E719}"/>
                  </a:ext>
                </a:extLst>
              </p:cNvPr>
              <p:cNvSpPr/>
              <p:nvPr/>
            </p:nvSpPr>
            <p:spPr>
              <a:xfrm>
                <a:off x="398028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9" name="椭圆 10718">
                <a:extLst>
                  <a:ext uri="{FF2B5EF4-FFF2-40B4-BE49-F238E27FC236}">
                    <a16:creationId xmlns:a16="http://schemas.microsoft.com/office/drawing/2014/main" id="{6E750EAC-69A1-4421-8F82-919C3FE2C8A0}"/>
                  </a:ext>
                </a:extLst>
              </p:cNvPr>
              <p:cNvSpPr/>
              <p:nvPr/>
            </p:nvSpPr>
            <p:spPr>
              <a:xfrm>
                <a:off x="3949157"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0" name="椭圆 10719">
                <a:extLst>
                  <a:ext uri="{FF2B5EF4-FFF2-40B4-BE49-F238E27FC236}">
                    <a16:creationId xmlns:a16="http://schemas.microsoft.com/office/drawing/2014/main" id="{B59C999C-A917-44E2-9EED-42D616B1778C}"/>
                  </a:ext>
                </a:extLst>
              </p:cNvPr>
              <p:cNvSpPr/>
              <p:nvPr/>
            </p:nvSpPr>
            <p:spPr>
              <a:xfrm>
                <a:off x="402476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1" name="椭圆 10720">
                <a:extLst>
                  <a:ext uri="{FF2B5EF4-FFF2-40B4-BE49-F238E27FC236}">
                    <a16:creationId xmlns:a16="http://schemas.microsoft.com/office/drawing/2014/main" id="{90D14CA6-E674-481C-A3E2-5C1C75C61117}"/>
                  </a:ext>
                </a:extLst>
              </p:cNvPr>
              <p:cNvSpPr/>
              <p:nvPr/>
            </p:nvSpPr>
            <p:spPr>
              <a:xfrm>
                <a:off x="4017389"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2" name="椭圆 10721">
                <a:extLst>
                  <a:ext uri="{FF2B5EF4-FFF2-40B4-BE49-F238E27FC236}">
                    <a16:creationId xmlns:a16="http://schemas.microsoft.com/office/drawing/2014/main" id="{1D7AC442-02BC-4F5C-94CE-7EACC0236A1C}"/>
                  </a:ext>
                </a:extLst>
              </p:cNvPr>
              <p:cNvSpPr/>
              <p:nvPr/>
            </p:nvSpPr>
            <p:spPr>
              <a:xfrm>
                <a:off x="42014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3" name="椭圆 10722">
                <a:extLst>
                  <a:ext uri="{FF2B5EF4-FFF2-40B4-BE49-F238E27FC236}">
                    <a16:creationId xmlns:a16="http://schemas.microsoft.com/office/drawing/2014/main" id="{7343C2A8-5296-48D4-86F9-C6FA9419C58E}"/>
                  </a:ext>
                </a:extLst>
              </p:cNvPr>
              <p:cNvSpPr/>
              <p:nvPr/>
            </p:nvSpPr>
            <p:spPr>
              <a:xfrm>
                <a:off x="403897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4" name="椭圆 10723">
                <a:extLst>
                  <a:ext uri="{FF2B5EF4-FFF2-40B4-BE49-F238E27FC236}">
                    <a16:creationId xmlns:a16="http://schemas.microsoft.com/office/drawing/2014/main" id="{A16628E5-E5A9-4005-880D-9BBBAC16D41E}"/>
                  </a:ext>
                </a:extLst>
              </p:cNvPr>
              <p:cNvSpPr/>
              <p:nvPr/>
            </p:nvSpPr>
            <p:spPr>
              <a:xfrm>
                <a:off x="4143026"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5" name="椭圆 10724">
                <a:extLst>
                  <a:ext uri="{FF2B5EF4-FFF2-40B4-BE49-F238E27FC236}">
                    <a16:creationId xmlns:a16="http://schemas.microsoft.com/office/drawing/2014/main" id="{7E4337DE-547E-4037-8E33-C7402FC48D43}"/>
                  </a:ext>
                </a:extLst>
              </p:cNvPr>
              <p:cNvSpPr/>
              <p:nvPr/>
            </p:nvSpPr>
            <p:spPr>
              <a:xfrm>
                <a:off x="39791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6" name="椭圆 10725">
                <a:extLst>
                  <a:ext uri="{FF2B5EF4-FFF2-40B4-BE49-F238E27FC236}">
                    <a16:creationId xmlns:a16="http://schemas.microsoft.com/office/drawing/2014/main" id="{D313B3C3-B974-41EA-A399-72DCEB5B1CE1}"/>
                  </a:ext>
                </a:extLst>
              </p:cNvPr>
              <p:cNvSpPr/>
              <p:nvPr/>
            </p:nvSpPr>
            <p:spPr>
              <a:xfrm>
                <a:off x="399837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7" name="椭圆 10726">
                <a:extLst>
                  <a:ext uri="{FF2B5EF4-FFF2-40B4-BE49-F238E27FC236}">
                    <a16:creationId xmlns:a16="http://schemas.microsoft.com/office/drawing/2014/main" id="{46B6E71A-D158-45B1-844B-3D357341B26A}"/>
                  </a:ext>
                </a:extLst>
              </p:cNvPr>
              <p:cNvSpPr/>
              <p:nvPr/>
            </p:nvSpPr>
            <p:spPr>
              <a:xfrm>
                <a:off x="40215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8" name="椭圆 10727">
                <a:extLst>
                  <a:ext uri="{FF2B5EF4-FFF2-40B4-BE49-F238E27FC236}">
                    <a16:creationId xmlns:a16="http://schemas.microsoft.com/office/drawing/2014/main" id="{BD2BBA0B-382D-4AF1-9F08-2BD10F3C228A}"/>
                  </a:ext>
                </a:extLst>
              </p:cNvPr>
              <p:cNvSpPr/>
              <p:nvPr/>
            </p:nvSpPr>
            <p:spPr>
              <a:xfrm>
                <a:off x="407387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9" name="椭圆 10728">
                <a:extLst>
                  <a:ext uri="{FF2B5EF4-FFF2-40B4-BE49-F238E27FC236}">
                    <a16:creationId xmlns:a16="http://schemas.microsoft.com/office/drawing/2014/main" id="{0B9D47C7-4936-4617-A69E-182EAC47E1FC}"/>
                  </a:ext>
                </a:extLst>
              </p:cNvPr>
              <p:cNvSpPr/>
              <p:nvPr/>
            </p:nvSpPr>
            <p:spPr>
              <a:xfrm>
                <a:off x="403203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0" name="椭圆 10729">
                <a:extLst>
                  <a:ext uri="{FF2B5EF4-FFF2-40B4-BE49-F238E27FC236}">
                    <a16:creationId xmlns:a16="http://schemas.microsoft.com/office/drawing/2014/main" id="{6633635C-ED45-4062-B2BD-BC96FB28B3D2}"/>
                  </a:ext>
                </a:extLst>
              </p:cNvPr>
              <p:cNvSpPr/>
              <p:nvPr/>
            </p:nvSpPr>
            <p:spPr>
              <a:xfrm>
                <a:off x="3947799"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1" name="椭圆 10730">
                <a:extLst>
                  <a:ext uri="{FF2B5EF4-FFF2-40B4-BE49-F238E27FC236}">
                    <a16:creationId xmlns:a16="http://schemas.microsoft.com/office/drawing/2014/main" id="{4D8FF7FF-909D-4CB9-972C-444F54F40EA5}"/>
                  </a:ext>
                </a:extLst>
              </p:cNvPr>
              <p:cNvSpPr/>
              <p:nvPr/>
            </p:nvSpPr>
            <p:spPr>
              <a:xfrm>
                <a:off x="4008507" y="3026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2" name="椭圆 10731">
                <a:extLst>
                  <a:ext uri="{FF2B5EF4-FFF2-40B4-BE49-F238E27FC236}">
                    <a16:creationId xmlns:a16="http://schemas.microsoft.com/office/drawing/2014/main" id="{6E006763-8167-450F-9440-B6557EF3C1CB}"/>
                  </a:ext>
                </a:extLst>
              </p:cNvPr>
              <p:cNvSpPr/>
              <p:nvPr/>
            </p:nvSpPr>
            <p:spPr>
              <a:xfrm>
                <a:off x="382219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3" name="椭圆 10732">
                <a:extLst>
                  <a:ext uri="{FF2B5EF4-FFF2-40B4-BE49-F238E27FC236}">
                    <a16:creationId xmlns:a16="http://schemas.microsoft.com/office/drawing/2014/main" id="{2D77673B-EBDD-49D1-98CA-5C4AAF009D13}"/>
                  </a:ext>
                </a:extLst>
              </p:cNvPr>
              <p:cNvSpPr/>
              <p:nvPr/>
            </p:nvSpPr>
            <p:spPr>
              <a:xfrm>
                <a:off x="402047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4" name="椭圆 10733">
                <a:extLst>
                  <a:ext uri="{FF2B5EF4-FFF2-40B4-BE49-F238E27FC236}">
                    <a16:creationId xmlns:a16="http://schemas.microsoft.com/office/drawing/2014/main" id="{E1F85A0D-D54C-4DD2-9E29-82E12A45AD9D}"/>
                  </a:ext>
                </a:extLst>
              </p:cNvPr>
              <p:cNvSpPr/>
              <p:nvPr/>
            </p:nvSpPr>
            <p:spPr>
              <a:xfrm>
                <a:off x="416281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5" name="椭圆 10734">
                <a:extLst>
                  <a:ext uri="{FF2B5EF4-FFF2-40B4-BE49-F238E27FC236}">
                    <a16:creationId xmlns:a16="http://schemas.microsoft.com/office/drawing/2014/main" id="{A78E8CDA-DE16-4629-AAA7-40EE74A117E0}"/>
                  </a:ext>
                </a:extLst>
              </p:cNvPr>
              <p:cNvSpPr/>
              <p:nvPr/>
            </p:nvSpPr>
            <p:spPr>
              <a:xfrm>
                <a:off x="394247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6" name="椭圆 10735">
                <a:extLst>
                  <a:ext uri="{FF2B5EF4-FFF2-40B4-BE49-F238E27FC236}">
                    <a16:creationId xmlns:a16="http://schemas.microsoft.com/office/drawing/2014/main" id="{53424836-4217-4E03-ADFE-063D1CAE6942}"/>
                  </a:ext>
                </a:extLst>
              </p:cNvPr>
              <p:cNvSpPr/>
              <p:nvPr/>
            </p:nvSpPr>
            <p:spPr>
              <a:xfrm>
                <a:off x="40186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7" name="椭圆 10736">
                <a:extLst>
                  <a:ext uri="{FF2B5EF4-FFF2-40B4-BE49-F238E27FC236}">
                    <a16:creationId xmlns:a16="http://schemas.microsoft.com/office/drawing/2014/main" id="{F013A9CD-9ADA-4D0B-9676-75D7D1EA30B6}"/>
                  </a:ext>
                </a:extLst>
              </p:cNvPr>
              <p:cNvSpPr/>
              <p:nvPr/>
            </p:nvSpPr>
            <p:spPr>
              <a:xfrm>
                <a:off x="4011590"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8" name="椭圆 10737">
                <a:extLst>
                  <a:ext uri="{FF2B5EF4-FFF2-40B4-BE49-F238E27FC236}">
                    <a16:creationId xmlns:a16="http://schemas.microsoft.com/office/drawing/2014/main" id="{184DE1C1-EAA3-4FC5-9374-20788DCFB1E7}"/>
                  </a:ext>
                </a:extLst>
              </p:cNvPr>
              <p:cNvSpPr/>
              <p:nvPr/>
            </p:nvSpPr>
            <p:spPr>
              <a:xfrm>
                <a:off x="4026015"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9" name="椭圆 10738">
                <a:extLst>
                  <a:ext uri="{FF2B5EF4-FFF2-40B4-BE49-F238E27FC236}">
                    <a16:creationId xmlns:a16="http://schemas.microsoft.com/office/drawing/2014/main" id="{199DE6E4-1A1F-44F0-8DA6-67AF4FEFE208}"/>
                  </a:ext>
                </a:extLst>
              </p:cNvPr>
              <p:cNvSpPr/>
              <p:nvPr/>
            </p:nvSpPr>
            <p:spPr>
              <a:xfrm>
                <a:off x="40037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0" name="椭圆 10739">
                <a:extLst>
                  <a:ext uri="{FF2B5EF4-FFF2-40B4-BE49-F238E27FC236}">
                    <a16:creationId xmlns:a16="http://schemas.microsoft.com/office/drawing/2014/main" id="{958CF306-28A3-4A08-8060-9F4D1A36C2DD}"/>
                  </a:ext>
                </a:extLst>
              </p:cNvPr>
              <p:cNvSpPr/>
              <p:nvPr/>
            </p:nvSpPr>
            <p:spPr>
              <a:xfrm>
                <a:off x="402752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1" name="椭圆 10740">
                <a:extLst>
                  <a:ext uri="{FF2B5EF4-FFF2-40B4-BE49-F238E27FC236}">
                    <a16:creationId xmlns:a16="http://schemas.microsoft.com/office/drawing/2014/main" id="{56865980-1883-4C36-A087-9F0AD0C26B25}"/>
                  </a:ext>
                </a:extLst>
              </p:cNvPr>
              <p:cNvSpPr/>
              <p:nvPr/>
            </p:nvSpPr>
            <p:spPr>
              <a:xfrm>
                <a:off x="40259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2" name="椭圆 10741">
                <a:extLst>
                  <a:ext uri="{FF2B5EF4-FFF2-40B4-BE49-F238E27FC236}">
                    <a16:creationId xmlns:a16="http://schemas.microsoft.com/office/drawing/2014/main" id="{7A73352E-6B77-4001-86FA-64184F88F5C5}"/>
                  </a:ext>
                </a:extLst>
              </p:cNvPr>
              <p:cNvSpPr/>
              <p:nvPr/>
            </p:nvSpPr>
            <p:spPr>
              <a:xfrm>
                <a:off x="3903167"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3" name="椭圆 10742">
                <a:extLst>
                  <a:ext uri="{FF2B5EF4-FFF2-40B4-BE49-F238E27FC236}">
                    <a16:creationId xmlns:a16="http://schemas.microsoft.com/office/drawing/2014/main" id="{5BF8AF06-71E6-49CB-AAD2-6C0B251D1E9B}"/>
                  </a:ext>
                </a:extLst>
              </p:cNvPr>
              <p:cNvSpPr/>
              <p:nvPr/>
            </p:nvSpPr>
            <p:spPr>
              <a:xfrm>
                <a:off x="40391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4" name="椭圆 10743">
                <a:extLst>
                  <a:ext uri="{FF2B5EF4-FFF2-40B4-BE49-F238E27FC236}">
                    <a16:creationId xmlns:a16="http://schemas.microsoft.com/office/drawing/2014/main" id="{45B57E6B-A14D-4847-8FDD-3136BDC6A99F}"/>
                  </a:ext>
                </a:extLst>
              </p:cNvPr>
              <p:cNvSpPr/>
              <p:nvPr/>
            </p:nvSpPr>
            <p:spPr>
              <a:xfrm>
                <a:off x="4124307" y="27643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5" name="椭圆 10744">
                <a:extLst>
                  <a:ext uri="{FF2B5EF4-FFF2-40B4-BE49-F238E27FC236}">
                    <a16:creationId xmlns:a16="http://schemas.microsoft.com/office/drawing/2014/main" id="{22E74EA2-2E04-4535-988A-549B1EC716A5}"/>
                  </a:ext>
                </a:extLst>
              </p:cNvPr>
              <p:cNvSpPr/>
              <p:nvPr/>
            </p:nvSpPr>
            <p:spPr>
              <a:xfrm>
                <a:off x="4007553"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6" name="椭圆 10745">
                <a:extLst>
                  <a:ext uri="{FF2B5EF4-FFF2-40B4-BE49-F238E27FC236}">
                    <a16:creationId xmlns:a16="http://schemas.microsoft.com/office/drawing/2014/main" id="{F7C3DDB0-56D1-40EB-A063-6A92B5AB38A8}"/>
                  </a:ext>
                </a:extLst>
              </p:cNvPr>
              <p:cNvSpPr/>
              <p:nvPr/>
            </p:nvSpPr>
            <p:spPr>
              <a:xfrm>
                <a:off x="4020619" y="29512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7" name="椭圆 10746">
                <a:extLst>
                  <a:ext uri="{FF2B5EF4-FFF2-40B4-BE49-F238E27FC236}">
                    <a16:creationId xmlns:a16="http://schemas.microsoft.com/office/drawing/2014/main" id="{5C1D98CE-82FE-4E80-AEA0-CC0E8ED82B42}"/>
                  </a:ext>
                </a:extLst>
              </p:cNvPr>
              <p:cNvSpPr/>
              <p:nvPr/>
            </p:nvSpPr>
            <p:spPr>
              <a:xfrm>
                <a:off x="40337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8" name="椭圆 10747">
                <a:extLst>
                  <a:ext uri="{FF2B5EF4-FFF2-40B4-BE49-F238E27FC236}">
                    <a16:creationId xmlns:a16="http://schemas.microsoft.com/office/drawing/2014/main" id="{90ED5BAD-6395-496F-8266-64BCAFF4F76B}"/>
                  </a:ext>
                </a:extLst>
              </p:cNvPr>
              <p:cNvSpPr/>
              <p:nvPr/>
            </p:nvSpPr>
            <p:spPr>
              <a:xfrm>
                <a:off x="4174959" y="29707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9" name="椭圆 10748">
                <a:extLst>
                  <a:ext uri="{FF2B5EF4-FFF2-40B4-BE49-F238E27FC236}">
                    <a16:creationId xmlns:a16="http://schemas.microsoft.com/office/drawing/2014/main" id="{DAC2ECF1-94E9-4FFF-8DCA-E5114E6ABA14}"/>
                  </a:ext>
                </a:extLst>
              </p:cNvPr>
              <p:cNvSpPr/>
              <p:nvPr/>
            </p:nvSpPr>
            <p:spPr>
              <a:xfrm>
                <a:off x="4119573" y="3020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0" name="椭圆 10749">
                <a:extLst>
                  <a:ext uri="{FF2B5EF4-FFF2-40B4-BE49-F238E27FC236}">
                    <a16:creationId xmlns:a16="http://schemas.microsoft.com/office/drawing/2014/main" id="{52FC1DE7-CB77-4571-9C58-28E3A22C4507}"/>
                  </a:ext>
                </a:extLst>
              </p:cNvPr>
              <p:cNvSpPr/>
              <p:nvPr/>
            </p:nvSpPr>
            <p:spPr>
              <a:xfrm>
                <a:off x="3946404" y="3028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1" name="椭圆 10750">
                <a:extLst>
                  <a:ext uri="{FF2B5EF4-FFF2-40B4-BE49-F238E27FC236}">
                    <a16:creationId xmlns:a16="http://schemas.microsoft.com/office/drawing/2014/main" id="{2FB22857-0B29-4F9E-867D-CD5D8D83137D}"/>
                  </a:ext>
                </a:extLst>
              </p:cNvPr>
              <p:cNvSpPr/>
              <p:nvPr/>
            </p:nvSpPr>
            <p:spPr>
              <a:xfrm>
                <a:off x="3987476" y="3046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2" name="椭圆 10751">
                <a:extLst>
                  <a:ext uri="{FF2B5EF4-FFF2-40B4-BE49-F238E27FC236}">
                    <a16:creationId xmlns:a16="http://schemas.microsoft.com/office/drawing/2014/main" id="{76472838-741A-437D-831D-5D1074E72F33}"/>
                  </a:ext>
                </a:extLst>
              </p:cNvPr>
              <p:cNvSpPr/>
              <p:nvPr/>
            </p:nvSpPr>
            <p:spPr>
              <a:xfrm>
                <a:off x="40337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3" name="椭圆 10752">
                <a:extLst>
                  <a:ext uri="{FF2B5EF4-FFF2-40B4-BE49-F238E27FC236}">
                    <a16:creationId xmlns:a16="http://schemas.microsoft.com/office/drawing/2014/main" id="{7E552FD1-F264-49EE-8DBD-7473A05B7553}"/>
                  </a:ext>
                </a:extLst>
              </p:cNvPr>
              <p:cNvSpPr/>
              <p:nvPr/>
            </p:nvSpPr>
            <p:spPr>
              <a:xfrm>
                <a:off x="3889257" y="2964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4" name="椭圆 10753">
                <a:extLst>
                  <a:ext uri="{FF2B5EF4-FFF2-40B4-BE49-F238E27FC236}">
                    <a16:creationId xmlns:a16="http://schemas.microsoft.com/office/drawing/2014/main" id="{23249FC6-36C8-41B1-86F8-B7819E29446F}"/>
                  </a:ext>
                </a:extLst>
              </p:cNvPr>
              <p:cNvSpPr/>
              <p:nvPr/>
            </p:nvSpPr>
            <p:spPr>
              <a:xfrm>
                <a:off x="399577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5" name="椭圆 10754">
                <a:extLst>
                  <a:ext uri="{FF2B5EF4-FFF2-40B4-BE49-F238E27FC236}">
                    <a16:creationId xmlns:a16="http://schemas.microsoft.com/office/drawing/2014/main" id="{C7803877-4EA7-49DE-AC57-2DDB1E022B62}"/>
                  </a:ext>
                </a:extLst>
              </p:cNvPr>
              <p:cNvSpPr/>
              <p:nvPr/>
            </p:nvSpPr>
            <p:spPr>
              <a:xfrm>
                <a:off x="410551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6" name="椭圆 10755">
                <a:extLst>
                  <a:ext uri="{FF2B5EF4-FFF2-40B4-BE49-F238E27FC236}">
                    <a16:creationId xmlns:a16="http://schemas.microsoft.com/office/drawing/2014/main" id="{CB355723-BAA1-4CBD-9ED6-EB097A982A3C}"/>
                  </a:ext>
                </a:extLst>
              </p:cNvPr>
              <p:cNvSpPr/>
              <p:nvPr/>
            </p:nvSpPr>
            <p:spPr>
              <a:xfrm>
                <a:off x="4090246"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7" name="椭圆 10756">
                <a:extLst>
                  <a:ext uri="{FF2B5EF4-FFF2-40B4-BE49-F238E27FC236}">
                    <a16:creationId xmlns:a16="http://schemas.microsoft.com/office/drawing/2014/main" id="{512CEE98-A472-4646-A87C-AEBA94E105B6}"/>
                  </a:ext>
                </a:extLst>
              </p:cNvPr>
              <p:cNvSpPr/>
              <p:nvPr/>
            </p:nvSpPr>
            <p:spPr>
              <a:xfrm>
                <a:off x="396027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8" name="椭圆 10757">
                <a:extLst>
                  <a:ext uri="{FF2B5EF4-FFF2-40B4-BE49-F238E27FC236}">
                    <a16:creationId xmlns:a16="http://schemas.microsoft.com/office/drawing/2014/main" id="{70F34ED8-23D9-46F9-ADA3-C7A98E7EBA64}"/>
                  </a:ext>
                </a:extLst>
              </p:cNvPr>
              <p:cNvSpPr/>
              <p:nvPr/>
            </p:nvSpPr>
            <p:spPr>
              <a:xfrm>
                <a:off x="4122252"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9" name="椭圆 10758">
                <a:extLst>
                  <a:ext uri="{FF2B5EF4-FFF2-40B4-BE49-F238E27FC236}">
                    <a16:creationId xmlns:a16="http://schemas.microsoft.com/office/drawing/2014/main" id="{5D69B2FD-2EFD-45FD-B6AC-F0049527FC93}"/>
                  </a:ext>
                </a:extLst>
              </p:cNvPr>
              <p:cNvSpPr/>
              <p:nvPr/>
            </p:nvSpPr>
            <p:spPr>
              <a:xfrm>
                <a:off x="4014637"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0" name="椭圆 10759">
                <a:extLst>
                  <a:ext uri="{FF2B5EF4-FFF2-40B4-BE49-F238E27FC236}">
                    <a16:creationId xmlns:a16="http://schemas.microsoft.com/office/drawing/2014/main" id="{0FA09AB6-AD43-4D74-A514-B26FCD065EA7}"/>
                  </a:ext>
                </a:extLst>
              </p:cNvPr>
              <p:cNvSpPr/>
              <p:nvPr/>
            </p:nvSpPr>
            <p:spPr>
              <a:xfrm>
                <a:off x="4024914"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1" name="椭圆 10760">
                <a:extLst>
                  <a:ext uri="{FF2B5EF4-FFF2-40B4-BE49-F238E27FC236}">
                    <a16:creationId xmlns:a16="http://schemas.microsoft.com/office/drawing/2014/main" id="{3CB93E15-8B7B-4607-A640-DA20A5445C92}"/>
                  </a:ext>
                </a:extLst>
              </p:cNvPr>
              <p:cNvSpPr/>
              <p:nvPr/>
            </p:nvSpPr>
            <p:spPr>
              <a:xfrm>
                <a:off x="3967142"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2" name="椭圆 10761">
                <a:extLst>
                  <a:ext uri="{FF2B5EF4-FFF2-40B4-BE49-F238E27FC236}">
                    <a16:creationId xmlns:a16="http://schemas.microsoft.com/office/drawing/2014/main" id="{EA26A001-FFF0-4CDB-8660-A0A55BE37F1D}"/>
                  </a:ext>
                </a:extLst>
              </p:cNvPr>
              <p:cNvSpPr/>
              <p:nvPr/>
            </p:nvSpPr>
            <p:spPr>
              <a:xfrm>
                <a:off x="404102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3" name="椭圆 10762">
                <a:extLst>
                  <a:ext uri="{FF2B5EF4-FFF2-40B4-BE49-F238E27FC236}">
                    <a16:creationId xmlns:a16="http://schemas.microsoft.com/office/drawing/2014/main" id="{948C3A13-BDCD-4AF1-AF03-F37457670B8E}"/>
                  </a:ext>
                </a:extLst>
              </p:cNvPr>
              <p:cNvSpPr/>
              <p:nvPr/>
            </p:nvSpPr>
            <p:spPr>
              <a:xfrm>
                <a:off x="399081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4" name="椭圆 10763">
                <a:extLst>
                  <a:ext uri="{FF2B5EF4-FFF2-40B4-BE49-F238E27FC236}">
                    <a16:creationId xmlns:a16="http://schemas.microsoft.com/office/drawing/2014/main" id="{19159624-738E-476B-ADF3-33E0C0C5ECF3}"/>
                  </a:ext>
                </a:extLst>
              </p:cNvPr>
              <p:cNvSpPr/>
              <p:nvPr/>
            </p:nvSpPr>
            <p:spPr>
              <a:xfrm>
                <a:off x="404300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5" name="椭圆 10764">
                <a:extLst>
                  <a:ext uri="{FF2B5EF4-FFF2-40B4-BE49-F238E27FC236}">
                    <a16:creationId xmlns:a16="http://schemas.microsoft.com/office/drawing/2014/main" id="{0CC897B1-9C1D-4994-8CC2-F2AC2F116598}"/>
                  </a:ext>
                </a:extLst>
              </p:cNvPr>
              <p:cNvSpPr/>
              <p:nvPr/>
            </p:nvSpPr>
            <p:spPr>
              <a:xfrm>
                <a:off x="41027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6" name="椭圆 10765">
                <a:extLst>
                  <a:ext uri="{FF2B5EF4-FFF2-40B4-BE49-F238E27FC236}">
                    <a16:creationId xmlns:a16="http://schemas.microsoft.com/office/drawing/2014/main" id="{61B83891-E19A-4CB2-99FA-14CA4D17CCAD}"/>
                  </a:ext>
                </a:extLst>
              </p:cNvPr>
              <p:cNvSpPr/>
              <p:nvPr/>
            </p:nvSpPr>
            <p:spPr>
              <a:xfrm>
                <a:off x="400931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7" name="椭圆 10766">
                <a:extLst>
                  <a:ext uri="{FF2B5EF4-FFF2-40B4-BE49-F238E27FC236}">
                    <a16:creationId xmlns:a16="http://schemas.microsoft.com/office/drawing/2014/main" id="{65867248-C447-4FA2-A559-79735B2EBD07}"/>
                  </a:ext>
                </a:extLst>
              </p:cNvPr>
              <p:cNvSpPr/>
              <p:nvPr/>
            </p:nvSpPr>
            <p:spPr>
              <a:xfrm>
                <a:off x="4064077"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8" name="椭圆 10767">
                <a:extLst>
                  <a:ext uri="{FF2B5EF4-FFF2-40B4-BE49-F238E27FC236}">
                    <a16:creationId xmlns:a16="http://schemas.microsoft.com/office/drawing/2014/main" id="{AB938878-4831-43C4-BA21-ED69E64FB323}"/>
                  </a:ext>
                </a:extLst>
              </p:cNvPr>
              <p:cNvSpPr/>
              <p:nvPr/>
            </p:nvSpPr>
            <p:spPr>
              <a:xfrm>
                <a:off x="405853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9" name="椭圆 10768">
                <a:extLst>
                  <a:ext uri="{FF2B5EF4-FFF2-40B4-BE49-F238E27FC236}">
                    <a16:creationId xmlns:a16="http://schemas.microsoft.com/office/drawing/2014/main" id="{C8CFA949-AA45-4010-B26A-844C1BE8E754}"/>
                  </a:ext>
                </a:extLst>
              </p:cNvPr>
              <p:cNvSpPr/>
              <p:nvPr/>
            </p:nvSpPr>
            <p:spPr>
              <a:xfrm>
                <a:off x="397844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0" name="椭圆 10769">
                <a:extLst>
                  <a:ext uri="{FF2B5EF4-FFF2-40B4-BE49-F238E27FC236}">
                    <a16:creationId xmlns:a16="http://schemas.microsoft.com/office/drawing/2014/main" id="{9AE5BEB0-2686-4CDD-A577-3D6E0726BD7D}"/>
                  </a:ext>
                </a:extLst>
              </p:cNvPr>
              <p:cNvSpPr/>
              <p:nvPr/>
            </p:nvSpPr>
            <p:spPr>
              <a:xfrm>
                <a:off x="3860187"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1" name="椭圆 10770">
                <a:extLst>
                  <a:ext uri="{FF2B5EF4-FFF2-40B4-BE49-F238E27FC236}">
                    <a16:creationId xmlns:a16="http://schemas.microsoft.com/office/drawing/2014/main" id="{05D5C647-977F-49DA-BD22-6E7BF1986320}"/>
                  </a:ext>
                </a:extLst>
              </p:cNvPr>
              <p:cNvSpPr/>
              <p:nvPr/>
            </p:nvSpPr>
            <p:spPr>
              <a:xfrm>
                <a:off x="398354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2" name="椭圆 10771">
                <a:extLst>
                  <a:ext uri="{FF2B5EF4-FFF2-40B4-BE49-F238E27FC236}">
                    <a16:creationId xmlns:a16="http://schemas.microsoft.com/office/drawing/2014/main" id="{C37C7734-C7E1-4EE3-A919-48E0CF549F1F}"/>
                  </a:ext>
                </a:extLst>
              </p:cNvPr>
              <p:cNvSpPr/>
              <p:nvPr/>
            </p:nvSpPr>
            <p:spPr>
              <a:xfrm>
                <a:off x="3931759"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3" name="椭圆 10772">
                <a:extLst>
                  <a:ext uri="{FF2B5EF4-FFF2-40B4-BE49-F238E27FC236}">
                    <a16:creationId xmlns:a16="http://schemas.microsoft.com/office/drawing/2014/main" id="{F75E13F0-18D1-4DD0-9F4B-9DEC938F0619}"/>
                  </a:ext>
                </a:extLst>
              </p:cNvPr>
              <p:cNvSpPr/>
              <p:nvPr/>
            </p:nvSpPr>
            <p:spPr>
              <a:xfrm>
                <a:off x="3980135"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4" name="椭圆 10773">
                <a:extLst>
                  <a:ext uri="{FF2B5EF4-FFF2-40B4-BE49-F238E27FC236}">
                    <a16:creationId xmlns:a16="http://schemas.microsoft.com/office/drawing/2014/main" id="{C4548334-0D14-4F59-B5BF-AD962EFE8122}"/>
                  </a:ext>
                </a:extLst>
              </p:cNvPr>
              <p:cNvSpPr/>
              <p:nvPr/>
            </p:nvSpPr>
            <p:spPr>
              <a:xfrm>
                <a:off x="3723833"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5" name="椭圆 10774">
                <a:extLst>
                  <a:ext uri="{FF2B5EF4-FFF2-40B4-BE49-F238E27FC236}">
                    <a16:creationId xmlns:a16="http://schemas.microsoft.com/office/drawing/2014/main" id="{AF5D1EA1-C5A4-4434-A9B4-B0AD329E3EA9}"/>
                  </a:ext>
                </a:extLst>
              </p:cNvPr>
              <p:cNvSpPr/>
              <p:nvPr/>
            </p:nvSpPr>
            <p:spPr>
              <a:xfrm>
                <a:off x="412383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6" name="椭圆 10775">
                <a:extLst>
                  <a:ext uri="{FF2B5EF4-FFF2-40B4-BE49-F238E27FC236}">
                    <a16:creationId xmlns:a16="http://schemas.microsoft.com/office/drawing/2014/main" id="{AA7D4DCB-E741-482C-B3A8-2B0159132846}"/>
                  </a:ext>
                </a:extLst>
              </p:cNvPr>
              <p:cNvSpPr/>
              <p:nvPr/>
            </p:nvSpPr>
            <p:spPr>
              <a:xfrm>
                <a:off x="38358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7" name="椭圆 10776">
                <a:extLst>
                  <a:ext uri="{FF2B5EF4-FFF2-40B4-BE49-F238E27FC236}">
                    <a16:creationId xmlns:a16="http://schemas.microsoft.com/office/drawing/2014/main" id="{7A8D9F51-61C6-418B-B2BE-5021F4F004AA}"/>
                  </a:ext>
                </a:extLst>
              </p:cNvPr>
              <p:cNvSpPr/>
              <p:nvPr/>
            </p:nvSpPr>
            <p:spPr>
              <a:xfrm>
                <a:off x="3959948"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8" name="椭圆 10777">
                <a:extLst>
                  <a:ext uri="{FF2B5EF4-FFF2-40B4-BE49-F238E27FC236}">
                    <a16:creationId xmlns:a16="http://schemas.microsoft.com/office/drawing/2014/main" id="{915C0BAD-9344-4918-9EAF-685912B37558}"/>
                  </a:ext>
                </a:extLst>
              </p:cNvPr>
              <p:cNvSpPr/>
              <p:nvPr/>
            </p:nvSpPr>
            <p:spPr>
              <a:xfrm>
                <a:off x="398105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9" name="椭圆 10778">
                <a:extLst>
                  <a:ext uri="{FF2B5EF4-FFF2-40B4-BE49-F238E27FC236}">
                    <a16:creationId xmlns:a16="http://schemas.microsoft.com/office/drawing/2014/main" id="{9D44DDEA-C49C-47F6-9B0C-F3C7C584A05F}"/>
                  </a:ext>
                </a:extLst>
              </p:cNvPr>
              <p:cNvSpPr/>
              <p:nvPr/>
            </p:nvSpPr>
            <p:spPr>
              <a:xfrm>
                <a:off x="40500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0" name="椭圆 10779">
                <a:extLst>
                  <a:ext uri="{FF2B5EF4-FFF2-40B4-BE49-F238E27FC236}">
                    <a16:creationId xmlns:a16="http://schemas.microsoft.com/office/drawing/2014/main" id="{8569908B-09C7-4DE6-A146-CDF4B7EEC308}"/>
                  </a:ext>
                </a:extLst>
              </p:cNvPr>
              <p:cNvSpPr/>
              <p:nvPr/>
            </p:nvSpPr>
            <p:spPr>
              <a:xfrm>
                <a:off x="4003405"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1" name="椭圆 10780">
                <a:extLst>
                  <a:ext uri="{FF2B5EF4-FFF2-40B4-BE49-F238E27FC236}">
                    <a16:creationId xmlns:a16="http://schemas.microsoft.com/office/drawing/2014/main" id="{D914449E-F073-42DD-9F0F-114A2FE28319}"/>
                  </a:ext>
                </a:extLst>
              </p:cNvPr>
              <p:cNvSpPr/>
              <p:nvPr/>
            </p:nvSpPr>
            <p:spPr>
              <a:xfrm>
                <a:off x="398498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2" name="椭圆 10781">
                <a:extLst>
                  <a:ext uri="{FF2B5EF4-FFF2-40B4-BE49-F238E27FC236}">
                    <a16:creationId xmlns:a16="http://schemas.microsoft.com/office/drawing/2014/main" id="{BB65A00B-8EA8-4ACB-8A5C-FF2866621D15}"/>
                  </a:ext>
                </a:extLst>
              </p:cNvPr>
              <p:cNvSpPr/>
              <p:nvPr/>
            </p:nvSpPr>
            <p:spPr>
              <a:xfrm>
                <a:off x="395943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3" name="椭圆 10782">
                <a:extLst>
                  <a:ext uri="{FF2B5EF4-FFF2-40B4-BE49-F238E27FC236}">
                    <a16:creationId xmlns:a16="http://schemas.microsoft.com/office/drawing/2014/main" id="{C485F23F-FDB3-4BA7-B7BA-0373593D2C6D}"/>
                  </a:ext>
                </a:extLst>
              </p:cNvPr>
              <p:cNvSpPr/>
              <p:nvPr/>
            </p:nvSpPr>
            <p:spPr>
              <a:xfrm>
                <a:off x="40529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4" name="椭圆 10783">
                <a:extLst>
                  <a:ext uri="{FF2B5EF4-FFF2-40B4-BE49-F238E27FC236}">
                    <a16:creationId xmlns:a16="http://schemas.microsoft.com/office/drawing/2014/main" id="{7CD7390E-7B89-4C35-82D2-D2452BE7D71B}"/>
                  </a:ext>
                </a:extLst>
              </p:cNvPr>
              <p:cNvSpPr/>
              <p:nvPr/>
            </p:nvSpPr>
            <p:spPr>
              <a:xfrm>
                <a:off x="39794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5" name="椭圆 10784">
                <a:extLst>
                  <a:ext uri="{FF2B5EF4-FFF2-40B4-BE49-F238E27FC236}">
                    <a16:creationId xmlns:a16="http://schemas.microsoft.com/office/drawing/2014/main" id="{95EE3DAB-7003-4C4C-8E6B-9657B71B776D}"/>
                  </a:ext>
                </a:extLst>
              </p:cNvPr>
              <p:cNvSpPr/>
              <p:nvPr/>
            </p:nvSpPr>
            <p:spPr>
              <a:xfrm>
                <a:off x="40399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6" name="椭圆 10785">
                <a:extLst>
                  <a:ext uri="{FF2B5EF4-FFF2-40B4-BE49-F238E27FC236}">
                    <a16:creationId xmlns:a16="http://schemas.microsoft.com/office/drawing/2014/main" id="{601864EF-2BB7-457D-9336-CC1DD9670CE5}"/>
                  </a:ext>
                </a:extLst>
              </p:cNvPr>
              <p:cNvSpPr/>
              <p:nvPr/>
            </p:nvSpPr>
            <p:spPr>
              <a:xfrm>
                <a:off x="3935026"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7" name="椭圆 10786">
                <a:extLst>
                  <a:ext uri="{FF2B5EF4-FFF2-40B4-BE49-F238E27FC236}">
                    <a16:creationId xmlns:a16="http://schemas.microsoft.com/office/drawing/2014/main" id="{932B3BD6-0B00-42AB-875C-A0CB2170EE13}"/>
                  </a:ext>
                </a:extLst>
              </p:cNvPr>
              <p:cNvSpPr/>
              <p:nvPr/>
            </p:nvSpPr>
            <p:spPr>
              <a:xfrm>
                <a:off x="396442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8" name="椭圆 10787">
                <a:extLst>
                  <a:ext uri="{FF2B5EF4-FFF2-40B4-BE49-F238E27FC236}">
                    <a16:creationId xmlns:a16="http://schemas.microsoft.com/office/drawing/2014/main" id="{AF58A3EC-1488-46A0-96F3-3C2C1FC04B1F}"/>
                  </a:ext>
                </a:extLst>
              </p:cNvPr>
              <p:cNvSpPr/>
              <p:nvPr/>
            </p:nvSpPr>
            <p:spPr>
              <a:xfrm>
                <a:off x="403368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9" name="椭圆 10788">
                <a:extLst>
                  <a:ext uri="{FF2B5EF4-FFF2-40B4-BE49-F238E27FC236}">
                    <a16:creationId xmlns:a16="http://schemas.microsoft.com/office/drawing/2014/main" id="{5B817B59-B08C-45F4-8839-4F1AA48D65BF}"/>
                  </a:ext>
                </a:extLst>
              </p:cNvPr>
              <p:cNvSpPr/>
              <p:nvPr/>
            </p:nvSpPr>
            <p:spPr>
              <a:xfrm>
                <a:off x="391260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0" name="椭圆 10789">
                <a:extLst>
                  <a:ext uri="{FF2B5EF4-FFF2-40B4-BE49-F238E27FC236}">
                    <a16:creationId xmlns:a16="http://schemas.microsoft.com/office/drawing/2014/main" id="{FD8C8CE0-F081-4C79-AA2B-9C5618F7B4D3}"/>
                  </a:ext>
                </a:extLst>
              </p:cNvPr>
              <p:cNvSpPr/>
              <p:nvPr/>
            </p:nvSpPr>
            <p:spPr>
              <a:xfrm>
                <a:off x="412500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1" name="椭圆 10790">
                <a:extLst>
                  <a:ext uri="{FF2B5EF4-FFF2-40B4-BE49-F238E27FC236}">
                    <a16:creationId xmlns:a16="http://schemas.microsoft.com/office/drawing/2014/main" id="{5E59F1BD-C427-44CC-854C-C70006DCC715}"/>
                  </a:ext>
                </a:extLst>
              </p:cNvPr>
              <p:cNvSpPr/>
              <p:nvPr/>
            </p:nvSpPr>
            <p:spPr>
              <a:xfrm>
                <a:off x="3968830"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2" name="椭圆 10791">
                <a:extLst>
                  <a:ext uri="{FF2B5EF4-FFF2-40B4-BE49-F238E27FC236}">
                    <a16:creationId xmlns:a16="http://schemas.microsoft.com/office/drawing/2014/main" id="{37CFF865-46FB-4375-8930-CDE2314AA685}"/>
                  </a:ext>
                </a:extLst>
              </p:cNvPr>
              <p:cNvSpPr/>
              <p:nvPr/>
            </p:nvSpPr>
            <p:spPr>
              <a:xfrm>
                <a:off x="39540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3" name="椭圆 10792">
                <a:extLst>
                  <a:ext uri="{FF2B5EF4-FFF2-40B4-BE49-F238E27FC236}">
                    <a16:creationId xmlns:a16="http://schemas.microsoft.com/office/drawing/2014/main" id="{C847F70A-DDEC-4C7D-9EB5-2B7F72C07B9A}"/>
                  </a:ext>
                </a:extLst>
              </p:cNvPr>
              <p:cNvSpPr/>
              <p:nvPr/>
            </p:nvSpPr>
            <p:spPr>
              <a:xfrm>
                <a:off x="388756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4" name="椭圆 10793">
                <a:extLst>
                  <a:ext uri="{FF2B5EF4-FFF2-40B4-BE49-F238E27FC236}">
                    <a16:creationId xmlns:a16="http://schemas.microsoft.com/office/drawing/2014/main" id="{DA9D80B4-3599-4E63-816F-C1240751AB97}"/>
                  </a:ext>
                </a:extLst>
              </p:cNvPr>
              <p:cNvSpPr/>
              <p:nvPr/>
            </p:nvSpPr>
            <p:spPr>
              <a:xfrm>
                <a:off x="395609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5" name="椭圆 10794">
                <a:extLst>
                  <a:ext uri="{FF2B5EF4-FFF2-40B4-BE49-F238E27FC236}">
                    <a16:creationId xmlns:a16="http://schemas.microsoft.com/office/drawing/2014/main" id="{1E6B6E71-023E-4DA3-A900-719B31D037C9}"/>
                  </a:ext>
                </a:extLst>
              </p:cNvPr>
              <p:cNvSpPr/>
              <p:nvPr/>
            </p:nvSpPr>
            <p:spPr>
              <a:xfrm>
                <a:off x="3858976" y="273808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6" name="椭圆 10795">
                <a:extLst>
                  <a:ext uri="{FF2B5EF4-FFF2-40B4-BE49-F238E27FC236}">
                    <a16:creationId xmlns:a16="http://schemas.microsoft.com/office/drawing/2014/main" id="{83486C42-7009-4F95-AB86-145207913C3E}"/>
                  </a:ext>
                </a:extLst>
              </p:cNvPr>
              <p:cNvSpPr/>
              <p:nvPr/>
            </p:nvSpPr>
            <p:spPr>
              <a:xfrm>
                <a:off x="3918803"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7" name="椭圆 10796">
                <a:extLst>
                  <a:ext uri="{FF2B5EF4-FFF2-40B4-BE49-F238E27FC236}">
                    <a16:creationId xmlns:a16="http://schemas.microsoft.com/office/drawing/2014/main" id="{F12107C9-6CA5-4CF3-A8A8-9CD75F75EBCB}"/>
                  </a:ext>
                </a:extLst>
              </p:cNvPr>
              <p:cNvSpPr/>
              <p:nvPr/>
            </p:nvSpPr>
            <p:spPr>
              <a:xfrm>
                <a:off x="40178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8" name="椭圆 10797">
                <a:extLst>
                  <a:ext uri="{FF2B5EF4-FFF2-40B4-BE49-F238E27FC236}">
                    <a16:creationId xmlns:a16="http://schemas.microsoft.com/office/drawing/2014/main" id="{DF6BAB23-4201-4225-99D5-6406EBBFBF6E}"/>
                  </a:ext>
                </a:extLst>
              </p:cNvPr>
              <p:cNvSpPr/>
              <p:nvPr/>
            </p:nvSpPr>
            <p:spPr>
              <a:xfrm>
                <a:off x="3884522"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9" name="椭圆 10798">
                <a:extLst>
                  <a:ext uri="{FF2B5EF4-FFF2-40B4-BE49-F238E27FC236}">
                    <a16:creationId xmlns:a16="http://schemas.microsoft.com/office/drawing/2014/main" id="{E0329373-37CE-4CC6-9993-9440FDAA73C3}"/>
                  </a:ext>
                </a:extLst>
              </p:cNvPr>
              <p:cNvSpPr/>
              <p:nvPr/>
            </p:nvSpPr>
            <p:spPr>
              <a:xfrm>
                <a:off x="395176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0" name="椭圆 10799">
                <a:extLst>
                  <a:ext uri="{FF2B5EF4-FFF2-40B4-BE49-F238E27FC236}">
                    <a16:creationId xmlns:a16="http://schemas.microsoft.com/office/drawing/2014/main" id="{112154A4-6B62-4B57-A7F5-FE4371C28F4A}"/>
                  </a:ext>
                </a:extLst>
              </p:cNvPr>
              <p:cNvSpPr/>
              <p:nvPr/>
            </p:nvSpPr>
            <p:spPr>
              <a:xfrm>
                <a:off x="40507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1" name="椭圆 10800">
                <a:extLst>
                  <a:ext uri="{FF2B5EF4-FFF2-40B4-BE49-F238E27FC236}">
                    <a16:creationId xmlns:a16="http://schemas.microsoft.com/office/drawing/2014/main" id="{E2D6F71C-AB87-4295-BFB7-F5BA54CD60D0}"/>
                  </a:ext>
                </a:extLst>
              </p:cNvPr>
              <p:cNvSpPr/>
              <p:nvPr/>
            </p:nvSpPr>
            <p:spPr>
              <a:xfrm>
                <a:off x="39889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2" name="椭圆 10801">
                <a:extLst>
                  <a:ext uri="{FF2B5EF4-FFF2-40B4-BE49-F238E27FC236}">
                    <a16:creationId xmlns:a16="http://schemas.microsoft.com/office/drawing/2014/main" id="{B26F7868-3568-44AC-ACA3-39047363F921}"/>
                  </a:ext>
                </a:extLst>
              </p:cNvPr>
              <p:cNvSpPr/>
              <p:nvPr/>
            </p:nvSpPr>
            <p:spPr>
              <a:xfrm>
                <a:off x="417965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3" name="椭圆 10802">
                <a:extLst>
                  <a:ext uri="{FF2B5EF4-FFF2-40B4-BE49-F238E27FC236}">
                    <a16:creationId xmlns:a16="http://schemas.microsoft.com/office/drawing/2014/main" id="{1327DA57-FA90-486E-B816-B16250100024}"/>
                  </a:ext>
                </a:extLst>
              </p:cNvPr>
              <p:cNvSpPr/>
              <p:nvPr/>
            </p:nvSpPr>
            <p:spPr>
              <a:xfrm>
                <a:off x="402381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4" name="椭圆 10803">
                <a:extLst>
                  <a:ext uri="{FF2B5EF4-FFF2-40B4-BE49-F238E27FC236}">
                    <a16:creationId xmlns:a16="http://schemas.microsoft.com/office/drawing/2014/main" id="{DB6EB32D-D554-4AEC-9829-58959423D280}"/>
                  </a:ext>
                </a:extLst>
              </p:cNvPr>
              <p:cNvSpPr/>
              <p:nvPr/>
            </p:nvSpPr>
            <p:spPr>
              <a:xfrm>
                <a:off x="40534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5" name="椭圆 10804">
                <a:extLst>
                  <a:ext uri="{FF2B5EF4-FFF2-40B4-BE49-F238E27FC236}">
                    <a16:creationId xmlns:a16="http://schemas.microsoft.com/office/drawing/2014/main" id="{BE9D5FE2-49CA-474D-981C-5FF7EE280AF4}"/>
                  </a:ext>
                </a:extLst>
              </p:cNvPr>
              <p:cNvSpPr/>
              <p:nvPr/>
            </p:nvSpPr>
            <p:spPr>
              <a:xfrm>
                <a:off x="401081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6" name="椭圆 10805">
                <a:extLst>
                  <a:ext uri="{FF2B5EF4-FFF2-40B4-BE49-F238E27FC236}">
                    <a16:creationId xmlns:a16="http://schemas.microsoft.com/office/drawing/2014/main" id="{2860D616-92AA-4E61-936B-CE6D08041CBC}"/>
                  </a:ext>
                </a:extLst>
              </p:cNvPr>
              <p:cNvSpPr/>
              <p:nvPr/>
            </p:nvSpPr>
            <p:spPr>
              <a:xfrm>
                <a:off x="4100597"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7" name="椭圆 10806">
                <a:extLst>
                  <a:ext uri="{FF2B5EF4-FFF2-40B4-BE49-F238E27FC236}">
                    <a16:creationId xmlns:a16="http://schemas.microsoft.com/office/drawing/2014/main" id="{40EF07B7-5688-4899-A577-66D8F76C34C5}"/>
                  </a:ext>
                </a:extLst>
              </p:cNvPr>
              <p:cNvSpPr/>
              <p:nvPr/>
            </p:nvSpPr>
            <p:spPr>
              <a:xfrm>
                <a:off x="4019922"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8" name="椭圆 10807">
                <a:extLst>
                  <a:ext uri="{FF2B5EF4-FFF2-40B4-BE49-F238E27FC236}">
                    <a16:creationId xmlns:a16="http://schemas.microsoft.com/office/drawing/2014/main" id="{FAAEB94C-F7B7-4C67-8CEB-E7EEEC96DBEC}"/>
                  </a:ext>
                </a:extLst>
              </p:cNvPr>
              <p:cNvSpPr/>
              <p:nvPr/>
            </p:nvSpPr>
            <p:spPr>
              <a:xfrm>
                <a:off x="4001276" y="29757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9" name="椭圆 10808">
                <a:extLst>
                  <a:ext uri="{FF2B5EF4-FFF2-40B4-BE49-F238E27FC236}">
                    <a16:creationId xmlns:a16="http://schemas.microsoft.com/office/drawing/2014/main" id="{74E3893E-2BE2-4DD1-ABCE-9A30269066DE}"/>
                  </a:ext>
                </a:extLst>
              </p:cNvPr>
              <p:cNvSpPr/>
              <p:nvPr/>
            </p:nvSpPr>
            <p:spPr>
              <a:xfrm>
                <a:off x="4016031" y="29816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0" name="椭圆 10809">
                <a:extLst>
                  <a:ext uri="{FF2B5EF4-FFF2-40B4-BE49-F238E27FC236}">
                    <a16:creationId xmlns:a16="http://schemas.microsoft.com/office/drawing/2014/main" id="{6F69B718-3A1C-42C8-8A37-761A855C2C67}"/>
                  </a:ext>
                </a:extLst>
              </p:cNvPr>
              <p:cNvSpPr/>
              <p:nvPr/>
            </p:nvSpPr>
            <p:spPr>
              <a:xfrm>
                <a:off x="400913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1" name="椭圆 10810">
                <a:extLst>
                  <a:ext uri="{FF2B5EF4-FFF2-40B4-BE49-F238E27FC236}">
                    <a16:creationId xmlns:a16="http://schemas.microsoft.com/office/drawing/2014/main" id="{EC13403C-52D9-4FDA-A99F-3D1DE7DDB7F9}"/>
                  </a:ext>
                </a:extLst>
              </p:cNvPr>
              <p:cNvSpPr/>
              <p:nvPr/>
            </p:nvSpPr>
            <p:spPr>
              <a:xfrm>
                <a:off x="4015077" y="29540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2" name="椭圆 10811">
                <a:extLst>
                  <a:ext uri="{FF2B5EF4-FFF2-40B4-BE49-F238E27FC236}">
                    <a16:creationId xmlns:a16="http://schemas.microsoft.com/office/drawing/2014/main" id="{C2015593-F5B0-40A1-96F0-43B38992A066}"/>
                  </a:ext>
                </a:extLst>
              </p:cNvPr>
              <p:cNvSpPr/>
              <p:nvPr/>
            </p:nvSpPr>
            <p:spPr>
              <a:xfrm>
                <a:off x="38384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3" name="椭圆 10812">
                <a:extLst>
                  <a:ext uri="{FF2B5EF4-FFF2-40B4-BE49-F238E27FC236}">
                    <a16:creationId xmlns:a16="http://schemas.microsoft.com/office/drawing/2014/main" id="{4BC258B5-BD63-4FEB-9BE8-59EB8650765C}"/>
                  </a:ext>
                </a:extLst>
              </p:cNvPr>
              <p:cNvSpPr/>
              <p:nvPr/>
            </p:nvSpPr>
            <p:spPr>
              <a:xfrm>
                <a:off x="39699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4" name="椭圆 10813">
                <a:extLst>
                  <a:ext uri="{FF2B5EF4-FFF2-40B4-BE49-F238E27FC236}">
                    <a16:creationId xmlns:a16="http://schemas.microsoft.com/office/drawing/2014/main" id="{2E0FAA43-D5EB-4603-A334-1C5531CBEE04}"/>
                  </a:ext>
                </a:extLst>
              </p:cNvPr>
              <p:cNvSpPr/>
              <p:nvPr/>
            </p:nvSpPr>
            <p:spPr>
              <a:xfrm>
                <a:off x="416934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5" name="椭圆 10814">
                <a:extLst>
                  <a:ext uri="{FF2B5EF4-FFF2-40B4-BE49-F238E27FC236}">
                    <a16:creationId xmlns:a16="http://schemas.microsoft.com/office/drawing/2014/main" id="{EC7D795A-2CC2-4230-AFB7-D2AF96F21433}"/>
                  </a:ext>
                </a:extLst>
              </p:cNvPr>
              <p:cNvSpPr/>
              <p:nvPr/>
            </p:nvSpPr>
            <p:spPr>
              <a:xfrm>
                <a:off x="417708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6" name="椭圆 10815">
                <a:extLst>
                  <a:ext uri="{FF2B5EF4-FFF2-40B4-BE49-F238E27FC236}">
                    <a16:creationId xmlns:a16="http://schemas.microsoft.com/office/drawing/2014/main" id="{6DE7B17D-83E5-4D12-B219-BE43E2C8D2D4}"/>
                  </a:ext>
                </a:extLst>
              </p:cNvPr>
              <p:cNvSpPr/>
              <p:nvPr/>
            </p:nvSpPr>
            <p:spPr>
              <a:xfrm>
                <a:off x="393950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7" name="椭圆 10816">
                <a:extLst>
                  <a:ext uri="{FF2B5EF4-FFF2-40B4-BE49-F238E27FC236}">
                    <a16:creationId xmlns:a16="http://schemas.microsoft.com/office/drawing/2014/main" id="{A68683B6-2D83-4C2A-B9CD-475835BCC7D3}"/>
                  </a:ext>
                </a:extLst>
              </p:cNvPr>
              <p:cNvSpPr/>
              <p:nvPr/>
            </p:nvSpPr>
            <p:spPr>
              <a:xfrm>
                <a:off x="407024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8" name="椭圆 10817">
                <a:extLst>
                  <a:ext uri="{FF2B5EF4-FFF2-40B4-BE49-F238E27FC236}">
                    <a16:creationId xmlns:a16="http://schemas.microsoft.com/office/drawing/2014/main" id="{D2017D25-B739-492D-834A-DCD56FCEFD35}"/>
                  </a:ext>
                </a:extLst>
              </p:cNvPr>
              <p:cNvSpPr/>
              <p:nvPr/>
            </p:nvSpPr>
            <p:spPr>
              <a:xfrm>
                <a:off x="426561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9" name="椭圆 10818">
                <a:extLst>
                  <a:ext uri="{FF2B5EF4-FFF2-40B4-BE49-F238E27FC236}">
                    <a16:creationId xmlns:a16="http://schemas.microsoft.com/office/drawing/2014/main" id="{7ECA52B8-2068-4ED9-8A0E-37F6C0C0A031}"/>
                  </a:ext>
                </a:extLst>
              </p:cNvPr>
              <p:cNvSpPr/>
              <p:nvPr/>
            </p:nvSpPr>
            <p:spPr>
              <a:xfrm>
                <a:off x="3996982"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0" name="椭圆 10819">
                <a:extLst>
                  <a:ext uri="{FF2B5EF4-FFF2-40B4-BE49-F238E27FC236}">
                    <a16:creationId xmlns:a16="http://schemas.microsoft.com/office/drawing/2014/main" id="{2883D9C8-8132-434D-899D-91744B520D9F}"/>
                  </a:ext>
                </a:extLst>
              </p:cNvPr>
              <p:cNvSpPr/>
              <p:nvPr/>
            </p:nvSpPr>
            <p:spPr>
              <a:xfrm>
                <a:off x="4153340"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1" name="椭圆 10820">
                <a:extLst>
                  <a:ext uri="{FF2B5EF4-FFF2-40B4-BE49-F238E27FC236}">
                    <a16:creationId xmlns:a16="http://schemas.microsoft.com/office/drawing/2014/main" id="{C97E8E14-66E2-426C-90DB-0A5FA6A1C8D8}"/>
                  </a:ext>
                </a:extLst>
              </p:cNvPr>
              <p:cNvSpPr/>
              <p:nvPr/>
            </p:nvSpPr>
            <p:spPr>
              <a:xfrm>
                <a:off x="428404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2" name="椭圆 10821">
                <a:extLst>
                  <a:ext uri="{FF2B5EF4-FFF2-40B4-BE49-F238E27FC236}">
                    <a16:creationId xmlns:a16="http://schemas.microsoft.com/office/drawing/2014/main" id="{526F96EE-C363-4566-8E6A-EFD7A949ECB9}"/>
                  </a:ext>
                </a:extLst>
              </p:cNvPr>
              <p:cNvSpPr/>
              <p:nvPr/>
            </p:nvSpPr>
            <p:spPr>
              <a:xfrm>
                <a:off x="3992247"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3" name="椭圆 10822">
                <a:extLst>
                  <a:ext uri="{FF2B5EF4-FFF2-40B4-BE49-F238E27FC236}">
                    <a16:creationId xmlns:a16="http://schemas.microsoft.com/office/drawing/2014/main" id="{C8895BA1-7AC6-4B12-B682-83AC30C91378}"/>
                  </a:ext>
                </a:extLst>
              </p:cNvPr>
              <p:cNvSpPr/>
              <p:nvPr/>
            </p:nvSpPr>
            <p:spPr>
              <a:xfrm>
                <a:off x="4027006"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4" name="椭圆 10823">
                <a:extLst>
                  <a:ext uri="{FF2B5EF4-FFF2-40B4-BE49-F238E27FC236}">
                    <a16:creationId xmlns:a16="http://schemas.microsoft.com/office/drawing/2014/main" id="{7A9520F8-C1E8-49B8-A8FA-DF2F0F8825C0}"/>
                  </a:ext>
                </a:extLst>
              </p:cNvPr>
              <p:cNvSpPr/>
              <p:nvPr/>
            </p:nvSpPr>
            <p:spPr>
              <a:xfrm>
                <a:off x="4004029"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5" name="椭圆 10824">
                <a:extLst>
                  <a:ext uri="{FF2B5EF4-FFF2-40B4-BE49-F238E27FC236}">
                    <a16:creationId xmlns:a16="http://schemas.microsoft.com/office/drawing/2014/main" id="{55400EFC-0F72-4FAD-AA70-4EFC0CB4F1DC}"/>
                  </a:ext>
                </a:extLst>
              </p:cNvPr>
              <p:cNvSpPr/>
              <p:nvPr/>
            </p:nvSpPr>
            <p:spPr>
              <a:xfrm>
                <a:off x="40631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6" name="椭圆 10825">
                <a:extLst>
                  <a:ext uri="{FF2B5EF4-FFF2-40B4-BE49-F238E27FC236}">
                    <a16:creationId xmlns:a16="http://schemas.microsoft.com/office/drawing/2014/main" id="{C258CECA-E012-4066-934F-D210266A0F90}"/>
                  </a:ext>
                </a:extLst>
              </p:cNvPr>
              <p:cNvSpPr/>
              <p:nvPr/>
            </p:nvSpPr>
            <p:spPr>
              <a:xfrm>
                <a:off x="374967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7" name="椭圆 10826">
                <a:extLst>
                  <a:ext uri="{FF2B5EF4-FFF2-40B4-BE49-F238E27FC236}">
                    <a16:creationId xmlns:a16="http://schemas.microsoft.com/office/drawing/2014/main" id="{F19037B5-3ADB-4222-B4F8-5BAD626EC232}"/>
                  </a:ext>
                </a:extLst>
              </p:cNvPr>
              <p:cNvSpPr/>
              <p:nvPr/>
            </p:nvSpPr>
            <p:spPr>
              <a:xfrm>
                <a:off x="3891642" y="30158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8" name="椭圆 10827">
                <a:extLst>
                  <a:ext uri="{FF2B5EF4-FFF2-40B4-BE49-F238E27FC236}">
                    <a16:creationId xmlns:a16="http://schemas.microsoft.com/office/drawing/2014/main" id="{D5935533-3194-49E3-AF33-8B7AE8F029BC}"/>
                  </a:ext>
                </a:extLst>
              </p:cNvPr>
              <p:cNvSpPr/>
              <p:nvPr/>
            </p:nvSpPr>
            <p:spPr>
              <a:xfrm>
                <a:off x="3897992"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9" name="椭圆 10828">
                <a:extLst>
                  <a:ext uri="{FF2B5EF4-FFF2-40B4-BE49-F238E27FC236}">
                    <a16:creationId xmlns:a16="http://schemas.microsoft.com/office/drawing/2014/main" id="{444496C9-8E5E-4566-8421-AA78119C75FA}"/>
                  </a:ext>
                </a:extLst>
              </p:cNvPr>
              <p:cNvSpPr/>
              <p:nvPr/>
            </p:nvSpPr>
            <p:spPr>
              <a:xfrm>
                <a:off x="3797314" y="2948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0" name="椭圆 10829">
                <a:extLst>
                  <a:ext uri="{FF2B5EF4-FFF2-40B4-BE49-F238E27FC236}">
                    <a16:creationId xmlns:a16="http://schemas.microsoft.com/office/drawing/2014/main" id="{95CC32FB-53B6-48B6-88C9-A45F0A79D68F}"/>
                  </a:ext>
                </a:extLst>
              </p:cNvPr>
              <p:cNvSpPr/>
              <p:nvPr/>
            </p:nvSpPr>
            <p:spPr>
              <a:xfrm>
                <a:off x="4102872"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1" name="椭圆 10830">
                <a:extLst>
                  <a:ext uri="{FF2B5EF4-FFF2-40B4-BE49-F238E27FC236}">
                    <a16:creationId xmlns:a16="http://schemas.microsoft.com/office/drawing/2014/main" id="{39B93AF2-F271-4216-BFDA-BF9CCA2E7C37}"/>
                  </a:ext>
                </a:extLst>
              </p:cNvPr>
              <p:cNvSpPr/>
              <p:nvPr/>
            </p:nvSpPr>
            <p:spPr>
              <a:xfrm>
                <a:off x="404858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2" name="椭圆 10831">
                <a:extLst>
                  <a:ext uri="{FF2B5EF4-FFF2-40B4-BE49-F238E27FC236}">
                    <a16:creationId xmlns:a16="http://schemas.microsoft.com/office/drawing/2014/main" id="{687E10BB-51C2-426B-B65B-D74D63AE5632}"/>
                  </a:ext>
                </a:extLst>
              </p:cNvPr>
              <p:cNvSpPr/>
              <p:nvPr/>
            </p:nvSpPr>
            <p:spPr>
              <a:xfrm>
                <a:off x="40519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3" name="椭圆 10832">
                <a:extLst>
                  <a:ext uri="{FF2B5EF4-FFF2-40B4-BE49-F238E27FC236}">
                    <a16:creationId xmlns:a16="http://schemas.microsoft.com/office/drawing/2014/main" id="{E12CF3A4-47A6-4FD7-9D89-BCE024B7C518}"/>
                  </a:ext>
                </a:extLst>
              </p:cNvPr>
              <p:cNvSpPr/>
              <p:nvPr/>
            </p:nvSpPr>
            <p:spPr>
              <a:xfrm>
                <a:off x="370621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4" name="椭圆 10833">
                <a:extLst>
                  <a:ext uri="{FF2B5EF4-FFF2-40B4-BE49-F238E27FC236}">
                    <a16:creationId xmlns:a16="http://schemas.microsoft.com/office/drawing/2014/main" id="{3EFA1F19-2C53-4C4B-B755-8BD5261D0D9A}"/>
                  </a:ext>
                </a:extLst>
              </p:cNvPr>
              <p:cNvSpPr/>
              <p:nvPr/>
            </p:nvSpPr>
            <p:spPr>
              <a:xfrm>
                <a:off x="3986301"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5" name="椭圆 10834">
                <a:extLst>
                  <a:ext uri="{FF2B5EF4-FFF2-40B4-BE49-F238E27FC236}">
                    <a16:creationId xmlns:a16="http://schemas.microsoft.com/office/drawing/2014/main" id="{FD925662-B493-4A14-B25C-8A43043DD611}"/>
                  </a:ext>
                </a:extLst>
              </p:cNvPr>
              <p:cNvSpPr/>
              <p:nvPr/>
            </p:nvSpPr>
            <p:spPr>
              <a:xfrm>
                <a:off x="399147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6" name="椭圆 10835">
                <a:extLst>
                  <a:ext uri="{FF2B5EF4-FFF2-40B4-BE49-F238E27FC236}">
                    <a16:creationId xmlns:a16="http://schemas.microsoft.com/office/drawing/2014/main" id="{9BD56206-8921-4D00-965F-70270A1283C4}"/>
                  </a:ext>
                </a:extLst>
              </p:cNvPr>
              <p:cNvSpPr/>
              <p:nvPr/>
            </p:nvSpPr>
            <p:spPr>
              <a:xfrm>
                <a:off x="3850314"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7" name="椭圆 10836">
                <a:extLst>
                  <a:ext uri="{FF2B5EF4-FFF2-40B4-BE49-F238E27FC236}">
                    <a16:creationId xmlns:a16="http://schemas.microsoft.com/office/drawing/2014/main" id="{CB82C69A-62E1-4FA4-8DA7-7FA34BDEF56A}"/>
                  </a:ext>
                </a:extLst>
              </p:cNvPr>
              <p:cNvSpPr/>
              <p:nvPr/>
            </p:nvSpPr>
            <p:spPr>
              <a:xfrm>
                <a:off x="400806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8" name="椭圆 10837">
                <a:extLst>
                  <a:ext uri="{FF2B5EF4-FFF2-40B4-BE49-F238E27FC236}">
                    <a16:creationId xmlns:a16="http://schemas.microsoft.com/office/drawing/2014/main" id="{B7E4739D-C2A9-4D4C-B9F5-431EF53C9F3E}"/>
                  </a:ext>
                </a:extLst>
              </p:cNvPr>
              <p:cNvSpPr/>
              <p:nvPr/>
            </p:nvSpPr>
            <p:spPr>
              <a:xfrm>
                <a:off x="39885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9" name="椭圆 10838">
                <a:extLst>
                  <a:ext uri="{FF2B5EF4-FFF2-40B4-BE49-F238E27FC236}">
                    <a16:creationId xmlns:a16="http://schemas.microsoft.com/office/drawing/2014/main" id="{9891AE3B-33D5-4AF0-859D-F5C0D693A9BC}"/>
                  </a:ext>
                </a:extLst>
              </p:cNvPr>
              <p:cNvSpPr/>
              <p:nvPr/>
            </p:nvSpPr>
            <p:spPr>
              <a:xfrm>
                <a:off x="40193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0" name="椭圆 10839">
                <a:extLst>
                  <a:ext uri="{FF2B5EF4-FFF2-40B4-BE49-F238E27FC236}">
                    <a16:creationId xmlns:a16="http://schemas.microsoft.com/office/drawing/2014/main" id="{A7E3796C-5773-40C1-BF91-282B1AA121F7}"/>
                  </a:ext>
                </a:extLst>
              </p:cNvPr>
              <p:cNvSpPr/>
              <p:nvPr/>
            </p:nvSpPr>
            <p:spPr>
              <a:xfrm>
                <a:off x="397062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1" name="椭圆 10840">
                <a:extLst>
                  <a:ext uri="{FF2B5EF4-FFF2-40B4-BE49-F238E27FC236}">
                    <a16:creationId xmlns:a16="http://schemas.microsoft.com/office/drawing/2014/main" id="{D194886D-B873-4353-91A3-772A620A4296}"/>
                  </a:ext>
                </a:extLst>
              </p:cNvPr>
              <p:cNvSpPr/>
              <p:nvPr/>
            </p:nvSpPr>
            <p:spPr>
              <a:xfrm>
                <a:off x="403618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2" name="椭圆 10841">
                <a:extLst>
                  <a:ext uri="{FF2B5EF4-FFF2-40B4-BE49-F238E27FC236}">
                    <a16:creationId xmlns:a16="http://schemas.microsoft.com/office/drawing/2014/main" id="{4670214E-5E51-475E-B118-4F5697645461}"/>
                  </a:ext>
                </a:extLst>
              </p:cNvPr>
              <p:cNvSpPr/>
              <p:nvPr/>
            </p:nvSpPr>
            <p:spPr>
              <a:xfrm>
                <a:off x="407068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3" name="椭圆 10842">
                <a:extLst>
                  <a:ext uri="{FF2B5EF4-FFF2-40B4-BE49-F238E27FC236}">
                    <a16:creationId xmlns:a16="http://schemas.microsoft.com/office/drawing/2014/main" id="{655DA0DD-1A5D-464E-AC38-22338023879C}"/>
                  </a:ext>
                </a:extLst>
              </p:cNvPr>
              <p:cNvSpPr/>
              <p:nvPr/>
            </p:nvSpPr>
            <p:spPr>
              <a:xfrm>
                <a:off x="406782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4" name="椭圆 10843">
                <a:extLst>
                  <a:ext uri="{FF2B5EF4-FFF2-40B4-BE49-F238E27FC236}">
                    <a16:creationId xmlns:a16="http://schemas.microsoft.com/office/drawing/2014/main" id="{A4951202-B66F-444B-849D-BC564687E850}"/>
                  </a:ext>
                </a:extLst>
              </p:cNvPr>
              <p:cNvSpPr/>
              <p:nvPr/>
            </p:nvSpPr>
            <p:spPr>
              <a:xfrm>
                <a:off x="399738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5" name="椭圆 10844">
                <a:extLst>
                  <a:ext uri="{FF2B5EF4-FFF2-40B4-BE49-F238E27FC236}">
                    <a16:creationId xmlns:a16="http://schemas.microsoft.com/office/drawing/2014/main" id="{171BBC23-BD83-470F-8790-B3FDD2929DDA}"/>
                  </a:ext>
                </a:extLst>
              </p:cNvPr>
              <p:cNvSpPr/>
              <p:nvPr/>
            </p:nvSpPr>
            <p:spPr>
              <a:xfrm>
                <a:off x="401280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6" name="椭圆 10845">
                <a:extLst>
                  <a:ext uri="{FF2B5EF4-FFF2-40B4-BE49-F238E27FC236}">
                    <a16:creationId xmlns:a16="http://schemas.microsoft.com/office/drawing/2014/main" id="{85C413F3-0ADA-4DB0-BB62-8DC87AEAE201}"/>
                  </a:ext>
                </a:extLst>
              </p:cNvPr>
              <p:cNvSpPr/>
              <p:nvPr/>
            </p:nvSpPr>
            <p:spPr>
              <a:xfrm>
                <a:off x="409241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7" name="椭圆 10846">
                <a:extLst>
                  <a:ext uri="{FF2B5EF4-FFF2-40B4-BE49-F238E27FC236}">
                    <a16:creationId xmlns:a16="http://schemas.microsoft.com/office/drawing/2014/main" id="{DE7D24ED-0C15-4950-8C24-4340ADA510CE}"/>
                  </a:ext>
                </a:extLst>
              </p:cNvPr>
              <p:cNvSpPr/>
              <p:nvPr/>
            </p:nvSpPr>
            <p:spPr>
              <a:xfrm>
                <a:off x="4046385"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8" name="椭圆 10847">
                <a:extLst>
                  <a:ext uri="{FF2B5EF4-FFF2-40B4-BE49-F238E27FC236}">
                    <a16:creationId xmlns:a16="http://schemas.microsoft.com/office/drawing/2014/main" id="{AAF4DA24-1F1D-43FD-9C7D-60A38BC8BA96}"/>
                  </a:ext>
                </a:extLst>
              </p:cNvPr>
              <p:cNvSpPr/>
              <p:nvPr/>
            </p:nvSpPr>
            <p:spPr>
              <a:xfrm>
                <a:off x="389545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9" name="椭圆 10848">
                <a:extLst>
                  <a:ext uri="{FF2B5EF4-FFF2-40B4-BE49-F238E27FC236}">
                    <a16:creationId xmlns:a16="http://schemas.microsoft.com/office/drawing/2014/main" id="{CA785525-63B5-4CF3-92F4-028DC213DFC7}"/>
                  </a:ext>
                </a:extLst>
              </p:cNvPr>
              <p:cNvSpPr/>
              <p:nvPr/>
            </p:nvSpPr>
            <p:spPr>
              <a:xfrm>
                <a:off x="3821758"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0" name="椭圆 10849">
                <a:extLst>
                  <a:ext uri="{FF2B5EF4-FFF2-40B4-BE49-F238E27FC236}">
                    <a16:creationId xmlns:a16="http://schemas.microsoft.com/office/drawing/2014/main" id="{C3FC453F-60C8-4EEB-A580-FA9C63BB3EB2}"/>
                  </a:ext>
                </a:extLst>
              </p:cNvPr>
              <p:cNvSpPr/>
              <p:nvPr/>
            </p:nvSpPr>
            <p:spPr>
              <a:xfrm>
                <a:off x="401093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1" name="椭圆 10850">
                <a:extLst>
                  <a:ext uri="{FF2B5EF4-FFF2-40B4-BE49-F238E27FC236}">
                    <a16:creationId xmlns:a16="http://schemas.microsoft.com/office/drawing/2014/main" id="{0DA41D3F-8678-440F-96C5-C031AC4296B0}"/>
                  </a:ext>
                </a:extLst>
              </p:cNvPr>
              <p:cNvSpPr/>
              <p:nvPr/>
            </p:nvSpPr>
            <p:spPr>
              <a:xfrm>
                <a:off x="3970482"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2" name="椭圆 10851">
                <a:extLst>
                  <a:ext uri="{FF2B5EF4-FFF2-40B4-BE49-F238E27FC236}">
                    <a16:creationId xmlns:a16="http://schemas.microsoft.com/office/drawing/2014/main" id="{A7DBD32E-FC58-4962-952E-05D8E249B42A}"/>
                  </a:ext>
                </a:extLst>
              </p:cNvPr>
              <p:cNvSpPr/>
              <p:nvPr/>
            </p:nvSpPr>
            <p:spPr>
              <a:xfrm>
                <a:off x="3856113"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3" name="椭圆 10852">
                <a:extLst>
                  <a:ext uri="{FF2B5EF4-FFF2-40B4-BE49-F238E27FC236}">
                    <a16:creationId xmlns:a16="http://schemas.microsoft.com/office/drawing/2014/main" id="{3C9CB45C-23DC-42D2-A22C-23DC6CF496AA}"/>
                  </a:ext>
                </a:extLst>
              </p:cNvPr>
              <p:cNvSpPr/>
              <p:nvPr/>
            </p:nvSpPr>
            <p:spPr>
              <a:xfrm>
                <a:off x="394908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4" name="椭圆 10853">
                <a:extLst>
                  <a:ext uri="{FF2B5EF4-FFF2-40B4-BE49-F238E27FC236}">
                    <a16:creationId xmlns:a16="http://schemas.microsoft.com/office/drawing/2014/main" id="{0E37579D-7F9D-44FE-88AA-A5186E202A39}"/>
                  </a:ext>
                </a:extLst>
              </p:cNvPr>
              <p:cNvSpPr/>
              <p:nvPr/>
            </p:nvSpPr>
            <p:spPr>
              <a:xfrm>
                <a:off x="40211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5" name="椭圆 10854">
                <a:extLst>
                  <a:ext uri="{FF2B5EF4-FFF2-40B4-BE49-F238E27FC236}">
                    <a16:creationId xmlns:a16="http://schemas.microsoft.com/office/drawing/2014/main" id="{6952B920-972B-4D9F-88A4-8C7622DC4730}"/>
                  </a:ext>
                </a:extLst>
              </p:cNvPr>
              <p:cNvSpPr/>
              <p:nvPr/>
            </p:nvSpPr>
            <p:spPr>
              <a:xfrm>
                <a:off x="3895129" y="30126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6" name="椭圆 10855">
                <a:extLst>
                  <a:ext uri="{FF2B5EF4-FFF2-40B4-BE49-F238E27FC236}">
                    <a16:creationId xmlns:a16="http://schemas.microsoft.com/office/drawing/2014/main" id="{7F776701-F47B-4EA0-BB62-F409A6853BF8}"/>
                  </a:ext>
                </a:extLst>
              </p:cNvPr>
              <p:cNvSpPr/>
              <p:nvPr/>
            </p:nvSpPr>
            <p:spPr>
              <a:xfrm>
                <a:off x="405093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7" name="椭圆 10856">
                <a:extLst>
                  <a:ext uri="{FF2B5EF4-FFF2-40B4-BE49-F238E27FC236}">
                    <a16:creationId xmlns:a16="http://schemas.microsoft.com/office/drawing/2014/main" id="{AFE18F73-F2BC-433D-8CB3-D58F59D53AD9}"/>
                  </a:ext>
                </a:extLst>
              </p:cNvPr>
              <p:cNvSpPr/>
              <p:nvPr/>
            </p:nvSpPr>
            <p:spPr>
              <a:xfrm>
                <a:off x="404873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8" name="椭圆 10857">
                <a:extLst>
                  <a:ext uri="{FF2B5EF4-FFF2-40B4-BE49-F238E27FC236}">
                    <a16:creationId xmlns:a16="http://schemas.microsoft.com/office/drawing/2014/main" id="{E0C0984A-8D9B-482E-A035-FD066D299338}"/>
                  </a:ext>
                </a:extLst>
              </p:cNvPr>
              <p:cNvSpPr/>
              <p:nvPr/>
            </p:nvSpPr>
            <p:spPr>
              <a:xfrm>
                <a:off x="3828255"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9" name="椭圆 10858">
                <a:extLst>
                  <a:ext uri="{FF2B5EF4-FFF2-40B4-BE49-F238E27FC236}">
                    <a16:creationId xmlns:a16="http://schemas.microsoft.com/office/drawing/2014/main" id="{C944E842-7D78-4F95-8A4E-8B4220EBB024}"/>
                  </a:ext>
                </a:extLst>
              </p:cNvPr>
              <p:cNvSpPr/>
              <p:nvPr/>
            </p:nvSpPr>
            <p:spPr>
              <a:xfrm>
                <a:off x="3926327"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0" name="椭圆 10859">
                <a:extLst>
                  <a:ext uri="{FF2B5EF4-FFF2-40B4-BE49-F238E27FC236}">
                    <a16:creationId xmlns:a16="http://schemas.microsoft.com/office/drawing/2014/main" id="{18A3BF45-535A-4BBC-B2DD-7A223782E94C}"/>
                  </a:ext>
                </a:extLst>
              </p:cNvPr>
              <p:cNvSpPr/>
              <p:nvPr/>
            </p:nvSpPr>
            <p:spPr>
              <a:xfrm>
                <a:off x="3992945"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1" name="椭圆 10860">
                <a:extLst>
                  <a:ext uri="{FF2B5EF4-FFF2-40B4-BE49-F238E27FC236}">
                    <a16:creationId xmlns:a16="http://schemas.microsoft.com/office/drawing/2014/main" id="{2E0A8D0D-ADB2-44E0-823C-81EA009B66EF}"/>
                  </a:ext>
                </a:extLst>
              </p:cNvPr>
              <p:cNvSpPr/>
              <p:nvPr/>
            </p:nvSpPr>
            <p:spPr>
              <a:xfrm>
                <a:off x="40399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2" name="椭圆 10861">
                <a:extLst>
                  <a:ext uri="{FF2B5EF4-FFF2-40B4-BE49-F238E27FC236}">
                    <a16:creationId xmlns:a16="http://schemas.microsoft.com/office/drawing/2014/main" id="{BB20E07D-0C82-4B6E-A684-962F983A201C}"/>
                  </a:ext>
                </a:extLst>
              </p:cNvPr>
              <p:cNvSpPr/>
              <p:nvPr/>
            </p:nvSpPr>
            <p:spPr>
              <a:xfrm>
                <a:off x="41178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3" name="椭圆 10862">
                <a:extLst>
                  <a:ext uri="{FF2B5EF4-FFF2-40B4-BE49-F238E27FC236}">
                    <a16:creationId xmlns:a16="http://schemas.microsoft.com/office/drawing/2014/main" id="{0B91DA3A-4976-4555-BF7C-829A13895AE0}"/>
                  </a:ext>
                </a:extLst>
              </p:cNvPr>
              <p:cNvSpPr/>
              <p:nvPr/>
            </p:nvSpPr>
            <p:spPr>
              <a:xfrm>
                <a:off x="401478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4" name="椭圆 10863">
                <a:extLst>
                  <a:ext uri="{FF2B5EF4-FFF2-40B4-BE49-F238E27FC236}">
                    <a16:creationId xmlns:a16="http://schemas.microsoft.com/office/drawing/2014/main" id="{66754885-753A-4396-892D-F3A335C69861}"/>
                  </a:ext>
                </a:extLst>
              </p:cNvPr>
              <p:cNvSpPr/>
              <p:nvPr/>
            </p:nvSpPr>
            <p:spPr>
              <a:xfrm>
                <a:off x="4022675"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5" name="椭圆 10864">
                <a:extLst>
                  <a:ext uri="{FF2B5EF4-FFF2-40B4-BE49-F238E27FC236}">
                    <a16:creationId xmlns:a16="http://schemas.microsoft.com/office/drawing/2014/main" id="{863F37CD-DD30-4415-9807-25B970660703}"/>
                  </a:ext>
                </a:extLst>
              </p:cNvPr>
              <p:cNvSpPr/>
              <p:nvPr/>
            </p:nvSpPr>
            <p:spPr>
              <a:xfrm>
                <a:off x="401823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6" name="椭圆 10865">
                <a:extLst>
                  <a:ext uri="{FF2B5EF4-FFF2-40B4-BE49-F238E27FC236}">
                    <a16:creationId xmlns:a16="http://schemas.microsoft.com/office/drawing/2014/main" id="{6106BD47-A37E-473D-9B25-DC3CDBCA3E28}"/>
                  </a:ext>
                </a:extLst>
              </p:cNvPr>
              <p:cNvSpPr/>
              <p:nvPr/>
            </p:nvSpPr>
            <p:spPr>
              <a:xfrm>
                <a:off x="4124711"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7" name="椭圆 10866">
                <a:extLst>
                  <a:ext uri="{FF2B5EF4-FFF2-40B4-BE49-F238E27FC236}">
                    <a16:creationId xmlns:a16="http://schemas.microsoft.com/office/drawing/2014/main" id="{A1845C80-1E36-4E33-AF85-D262AF1D1DEE}"/>
                  </a:ext>
                </a:extLst>
              </p:cNvPr>
              <p:cNvSpPr/>
              <p:nvPr/>
            </p:nvSpPr>
            <p:spPr>
              <a:xfrm>
                <a:off x="40077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8" name="椭圆 10867">
                <a:extLst>
                  <a:ext uri="{FF2B5EF4-FFF2-40B4-BE49-F238E27FC236}">
                    <a16:creationId xmlns:a16="http://schemas.microsoft.com/office/drawing/2014/main" id="{C032B598-80F7-4C81-9E80-9ED216D8FE17}"/>
                  </a:ext>
                </a:extLst>
              </p:cNvPr>
              <p:cNvSpPr/>
              <p:nvPr/>
            </p:nvSpPr>
            <p:spPr>
              <a:xfrm>
                <a:off x="4038127"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9" name="椭圆 10868">
                <a:extLst>
                  <a:ext uri="{FF2B5EF4-FFF2-40B4-BE49-F238E27FC236}">
                    <a16:creationId xmlns:a16="http://schemas.microsoft.com/office/drawing/2014/main" id="{8C670AA3-15E8-4CA7-AAB1-4FB69CF6730D}"/>
                  </a:ext>
                </a:extLst>
              </p:cNvPr>
              <p:cNvSpPr/>
              <p:nvPr/>
            </p:nvSpPr>
            <p:spPr>
              <a:xfrm>
                <a:off x="3923575" y="2813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0" name="椭圆 10869">
                <a:extLst>
                  <a:ext uri="{FF2B5EF4-FFF2-40B4-BE49-F238E27FC236}">
                    <a16:creationId xmlns:a16="http://schemas.microsoft.com/office/drawing/2014/main" id="{C07D1AE0-6693-49A7-90F6-9604A1761C84}"/>
                  </a:ext>
                </a:extLst>
              </p:cNvPr>
              <p:cNvSpPr/>
              <p:nvPr/>
            </p:nvSpPr>
            <p:spPr>
              <a:xfrm>
                <a:off x="393146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1" name="椭圆 10870">
                <a:extLst>
                  <a:ext uri="{FF2B5EF4-FFF2-40B4-BE49-F238E27FC236}">
                    <a16:creationId xmlns:a16="http://schemas.microsoft.com/office/drawing/2014/main" id="{8691EBBF-62D5-4308-A2AC-E549B727C582}"/>
                  </a:ext>
                </a:extLst>
              </p:cNvPr>
              <p:cNvSpPr/>
              <p:nvPr/>
            </p:nvSpPr>
            <p:spPr>
              <a:xfrm>
                <a:off x="4024143"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2" name="椭圆 10871">
                <a:extLst>
                  <a:ext uri="{FF2B5EF4-FFF2-40B4-BE49-F238E27FC236}">
                    <a16:creationId xmlns:a16="http://schemas.microsoft.com/office/drawing/2014/main" id="{E7CC8002-94BC-4A40-9B7D-8F73DA1C818D}"/>
                  </a:ext>
                </a:extLst>
              </p:cNvPr>
              <p:cNvSpPr/>
              <p:nvPr/>
            </p:nvSpPr>
            <p:spPr>
              <a:xfrm>
                <a:off x="4003699"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3" name="椭圆 10872">
                <a:extLst>
                  <a:ext uri="{FF2B5EF4-FFF2-40B4-BE49-F238E27FC236}">
                    <a16:creationId xmlns:a16="http://schemas.microsoft.com/office/drawing/2014/main" id="{0982BBE0-910E-4141-BCE5-BBF699279A76}"/>
                  </a:ext>
                </a:extLst>
              </p:cNvPr>
              <p:cNvSpPr/>
              <p:nvPr/>
            </p:nvSpPr>
            <p:spPr>
              <a:xfrm>
                <a:off x="404767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4" name="椭圆 10873">
                <a:extLst>
                  <a:ext uri="{FF2B5EF4-FFF2-40B4-BE49-F238E27FC236}">
                    <a16:creationId xmlns:a16="http://schemas.microsoft.com/office/drawing/2014/main" id="{E637BA77-F950-4584-B091-C8AF06BAB517}"/>
                  </a:ext>
                </a:extLst>
              </p:cNvPr>
              <p:cNvSpPr/>
              <p:nvPr/>
            </p:nvSpPr>
            <p:spPr>
              <a:xfrm>
                <a:off x="3911829"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5" name="椭圆 10874">
                <a:extLst>
                  <a:ext uri="{FF2B5EF4-FFF2-40B4-BE49-F238E27FC236}">
                    <a16:creationId xmlns:a16="http://schemas.microsoft.com/office/drawing/2014/main" id="{72E15B44-0661-4609-ACC6-A5E51EAAFB8A}"/>
                  </a:ext>
                </a:extLst>
              </p:cNvPr>
              <p:cNvSpPr/>
              <p:nvPr/>
            </p:nvSpPr>
            <p:spPr>
              <a:xfrm>
                <a:off x="392416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6" name="椭圆 10875">
                <a:extLst>
                  <a:ext uri="{FF2B5EF4-FFF2-40B4-BE49-F238E27FC236}">
                    <a16:creationId xmlns:a16="http://schemas.microsoft.com/office/drawing/2014/main" id="{417FE454-B181-4CF7-B8F3-CFB4DE231243}"/>
                  </a:ext>
                </a:extLst>
              </p:cNvPr>
              <p:cNvSpPr/>
              <p:nvPr/>
            </p:nvSpPr>
            <p:spPr>
              <a:xfrm>
                <a:off x="39975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7" name="椭圆 10876">
                <a:extLst>
                  <a:ext uri="{FF2B5EF4-FFF2-40B4-BE49-F238E27FC236}">
                    <a16:creationId xmlns:a16="http://schemas.microsoft.com/office/drawing/2014/main" id="{878A0913-B29F-4757-BB5E-61321DF99CE7}"/>
                  </a:ext>
                </a:extLst>
              </p:cNvPr>
              <p:cNvSpPr/>
              <p:nvPr/>
            </p:nvSpPr>
            <p:spPr>
              <a:xfrm>
                <a:off x="4073730"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8" name="椭圆 10877">
                <a:extLst>
                  <a:ext uri="{FF2B5EF4-FFF2-40B4-BE49-F238E27FC236}">
                    <a16:creationId xmlns:a16="http://schemas.microsoft.com/office/drawing/2014/main" id="{7AF6FBCD-623E-4C4D-88B8-6CDCC87D7350}"/>
                  </a:ext>
                </a:extLst>
              </p:cNvPr>
              <p:cNvSpPr/>
              <p:nvPr/>
            </p:nvSpPr>
            <p:spPr>
              <a:xfrm>
                <a:off x="4137814" y="29956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9" name="椭圆 10878">
                <a:extLst>
                  <a:ext uri="{FF2B5EF4-FFF2-40B4-BE49-F238E27FC236}">
                    <a16:creationId xmlns:a16="http://schemas.microsoft.com/office/drawing/2014/main" id="{5D821F2C-38E0-4E50-906C-0B9D20B6E04D}"/>
                  </a:ext>
                </a:extLst>
              </p:cNvPr>
              <p:cNvSpPr/>
              <p:nvPr/>
            </p:nvSpPr>
            <p:spPr>
              <a:xfrm>
                <a:off x="40323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0" name="椭圆 10879">
                <a:extLst>
                  <a:ext uri="{FF2B5EF4-FFF2-40B4-BE49-F238E27FC236}">
                    <a16:creationId xmlns:a16="http://schemas.microsoft.com/office/drawing/2014/main" id="{BCA6E3CB-5438-4EF7-8232-69ADC50E9B20}"/>
                  </a:ext>
                </a:extLst>
              </p:cNvPr>
              <p:cNvSpPr/>
              <p:nvPr/>
            </p:nvSpPr>
            <p:spPr>
              <a:xfrm>
                <a:off x="407009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1" name="椭圆 10880">
                <a:extLst>
                  <a:ext uri="{FF2B5EF4-FFF2-40B4-BE49-F238E27FC236}">
                    <a16:creationId xmlns:a16="http://schemas.microsoft.com/office/drawing/2014/main" id="{102CB2C9-D779-44B7-A5AD-56C4A384DED8}"/>
                  </a:ext>
                </a:extLst>
              </p:cNvPr>
              <p:cNvSpPr/>
              <p:nvPr/>
            </p:nvSpPr>
            <p:spPr>
              <a:xfrm>
                <a:off x="400663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2" name="椭圆 10881">
                <a:extLst>
                  <a:ext uri="{FF2B5EF4-FFF2-40B4-BE49-F238E27FC236}">
                    <a16:creationId xmlns:a16="http://schemas.microsoft.com/office/drawing/2014/main" id="{3DEF6C6B-1CED-4E47-8611-B4224CEEE34B}"/>
                  </a:ext>
                </a:extLst>
              </p:cNvPr>
              <p:cNvSpPr/>
              <p:nvPr/>
            </p:nvSpPr>
            <p:spPr>
              <a:xfrm>
                <a:off x="3844735" y="277603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3" name="椭圆 10882">
                <a:extLst>
                  <a:ext uri="{FF2B5EF4-FFF2-40B4-BE49-F238E27FC236}">
                    <a16:creationId xmlns:a16="http://schemas.microsoft.com/office/drawing/2014/main" id="{D7E82F9C-5A36-40F4-981C-7B3A6FF36FE1}"/>
                  </a:ext>
                </a:extLst>
              </p:cNvPr>
              <p:cNvSpPr/>
              <p:nvPr/>
            </p:nvSpPr>
            <p:spPr>
              <a:xfrm>
                <a:off x="39811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4" name="椭圆 10883">
                <a:extLst>
                  <a:ext uri="{FF2B5EF4-FFF2-40B4-BE49-F238E27FC236}">
                    <a16:creationId xmlns:a16="http://schemas.microsoft.com/office/drawing/2014/main" id="{71BE1221-A37A-4A1B-97DB-0853E4233811}"/>
                  </a:ext>
                </a:extLst>
              </p:cNvPr>
              <p:cNvSpPr/>
              <p:nvPr/>
            </p:nvSpPr>
            <p:spPr>
              <a:xfrm>
                <a:off x="404326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5" name="椭圆 10884">
                <a:extLst>
                  <a:ext uri="{FF2B5EF4-FFF2-40B4-BE49-F238E27FC236}">
                    <a16:creationId xmlns:a16="http://schemas.microsoft.com/office/drawing/2014/main" id="{153B6F2F-FE82-459D-87A6-C8180460FD57}"/>
                  </a:ext>
                </a:extLst>
              </p:cNvPr>
              <p:cNvSpPr/>
              <p:nvPr/>
            </p:nvSpPr>
            <p:spPr>
              <a:xfrm>
                <a:off x="396791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6" name="椭圆 10885">
                <a:extLst>
                  <a:ext uri="{FF2B5EF4-FFF2-40B4-BE49-F238E27FC236}">
                    <a16:creationId xmlns:a16="http://schemas.microsoft.com/office/drawing/2014/main" id="{3372C7B3-99B5-4062-BEDE-EE2E420111E3}"/>
                  </a:ext>
                </a:extLst>
              </p:cNvPr>
              <p:cNvSpPr/>
              <p:nvPr/>
            </p:nvSpPr>
            <p:spPr>
              <a:xfrm>
                <a:off x="40404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7" name="椭圆 10886">
                <a:extLst>
                  <a:ext uri="{FF2B5EF4-FFF2-40B4-BE49-F238E27FC236}">
                    <a16:creationId xmlns:a16="http://schemas.microsoft.com/office/drawing/2014/main" id="{A4457B67-2E92-432F-8454-C4D93B4EE62B}"/>
                  </a:ext>
                </a:extLst>
              </p:cNvPr>
              <p:cNvSpPr/>
              <p:nvPr/>
            </p:nvSpPr>
            <p:spPr>
              <a:xfrm>
                <a:off x="400296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8" name="椭圆 10887">
                <a:extLst>
                  <a:ext uri="{FF2B5EF4-FFF2-40B4-BE49-F238E27FC236}">
                    <a16:creationId xmlns:a16="http://schemas.microsoft.com/office/drawing/2014/main" id="{B0C88E71-6923-4893-A235-7AD024EDFC74}"/>
                  </a:ext>
                </a:extLst>
              </p:cNvPr>
              <p:cNvSpPr/>
              <p:nvPr/>
            </p:nvSpPr>
            <p:spPr>
              <a:xfrm>
                <a:off x="4017316"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9" name="椭圆 10888">
                <a:extLst>
                  <a:ext uri="{FF2B5EF4-FFF2-40B4-BE49-F238E27FC236}">
                    <a16:creationId xmlns:a16="http://schemas.microsoft.com/office/drawing/2014/main" id="{20E18A1E-1F9F-4A99-811F-7C80B2672D5D}"/>
                  </a:ext>
                </a:extLst>
              </p:cNvPr>
              <p:cNvSpPr/>
              <p:nvPr/>
            </p:nvSpPr>
            <p:spPr>
              <a:xfrm>
                <a:off x="401184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0" name="椭圆 10889">
                <a:extLst>
                  <a:ext uri="{FF2B5EF4-FFF2-40B4-BE49-F238E27FC236}">
                    <a16:creationId xmlns:a16="http://schemas.microsoft.com/office/drawing/2014/main" id="{2CBFAB71-5934-43E7-9955-492202E73799}"/>
                  </a:ext>
                </a:extLst>
              </p:cNvPr>
              <p:cNvSpPr/>
              <p:nvPr/>
            </p:nvSpPr>
            <p:spPr>
              <a:xfrm>
                <a:off x="390026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1" name="椭圆 10890">
                <a:extLst>
                  <a:ext uri="{FF2B5EF4-FFF2-40B4-BE49-F238E27FC236}">
                    <a16:creationId xmlns:a16="http://schemas.microsoft.com/office/drawing/2014/main" id="{F2E419D3-A283-4C8B-9007-8A0119DE2885}"/>
                  </a:ext>
                </a:extLst>
              </p:cNvPr>
              <p:cNvSpPr/>
              <p:nvPr/>
            </p:nvSpPr>
            <p:spPr>
              <a:xfrm>
                <a:off x="403497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2" name="椭圆 10891">
                <a:extLst>
                  <a:ext uri="{FF2B5EF4-FFF2-40B4-BE49-F238E27FC236}">
                    <a16:creationId xmlns:a16="http://schemas.microsoft.com/office/drawing/2014/main" id="{6C92743C-5B49-4713-A377-4CA267AAC1BA}"/>
                  </a:ext>
                </a:extLst>
              </p:cNvPr>
              <p:cNvSpPr/>
              <p:nvPr/>
            </p:nvSpPr>
            <p:spPr>
              <a:xfrm>
                <a:off x="39727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3" name="椭圆 10892">
                <a:extLst>
                  <a:ext uri="{FF2B5EF4-FFF2-40B4-BE49-F238E27FC236}">
                    <a16:creationId xmlns:a16="http://schemas.microsoft.com/office/drawing/2014/main" id="{7288CE28-28AD-4063-A005-520E02826349}"/>
                  </a:ext>
                </a:extLst>
              </p:cNvPr>
              <p:cNvSpPr/>
              <p:nvPr/>
            </p:nvSpPr>
            <p:spPr>
              <a:xfrm>
                <a:off x="40071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4" name="椭圆 10893">
                <a:extLst>
                  <a:ext uri="{FF2B5EF4-FFF2-40B4-BE49-F238E27FC236}">
                    <a16:creationId xmlns:a16="http://schemas.microsoft.com/office/drawing/2014/main" id="{7157037C-2CE6-4CEB-B65D-3647008CDB8B}"/>
                  </a:ext>
                </a:extLst>
              </p:cNvPr>
              <p:cNvSpPr/>
              <p:nvPr/>
            </p:nvSpPr>
            <p:spPr>
              <a:xfrm>
                <a:off x="405387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5" name="椭圆 10894">
                <a:extLst>
                  <a:ext uri="{FF2B5EF4-FFF2-40B4-BE49-F238E27FC236}">
                    <a16:creationId xmlns:a16="http://schemas.microsoft.com/office/drawing/2014/main" id="{7C281252-35FD-4021-A07A-72A1141C80AB}"/>
                  </a:ext>
                </a:extLst>
              </p:cNvPr>
              <p:cNvSpPr/>
              <p:nvPr/>
            </p:nvSpPr>
            <p:spPr>
              <a:xfrm>
                <a:off x="40851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6" name="椭圆 10895">
                <a:extLst>
                  <a:ext uri="{FF2B5EF4-FFF2-40B4-BE49-F238E27FC236}">
                    <a16:creationId xmlns:a16="http://schemas.microsoft.com/office/drawing/2014/main" id="{CCAC427E-D014-4694-8D34-052CFE4768FC}"/>
                  </a:ext>
                </a:extLst>
              </p:cNvPr>
              <p:cNvSpPr/>
              <p:nvPr/>
            </p:nvSpPr>
            <p:spPr>
              <a:xfrm>
                <a:off x="406018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7" name="椭圆 10896">
                <a:extLst>
                  <a:ext uri="{FF2B5EF4-FFF2-40B4-BE49-F238E27FC236}">
                    <a16:creationId xmlns:a16="http://schemas.microsoft.com/office/drawing/2014/main" id="{2C1BD544-EC2A-41C7-AE71-F77C97916CC6}"/>
                  </a:ext>
                </a:extLst>
              </p:cNvPr>
              <p:cNvSpPr/>
              <p:nvPr/>
            </p:nvSpPr>
            <p:spPr>
              <a:xfrm>
                <a:off x="4103533"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8" name="椭圆 10897">
                <a:extLst>
                  <a:ext uri="{FF2B5EF4-FFF2-40B4-BE49-F238E27FC236}">
                    <a16:creationId xmlns:a16="http://schemas.microsoft.com/office/drawing/2014/main" id="{C480D2D1-1E06-4147-B945-D59C9463D547}"/>
                  </a:ext>
                </a:extLst>
              </p:cNvPr>
              <p:cNvSpPr/>
              <p:nvPr/>
            </p:nvSpPr>
            <p:spPr>
              <a:xfrm>
                <a:off x="397686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9" name="椭圆 10898">
                <a:extLst>
                  <a:ext uri="{FF2B5EF4-FFF2-40B4-BE49-F238E27FC236}">
                    <a16:creationId xmlns:a16="http://schemas.microsoft.com/office/drawing/2014/main" id="{BEA4B6E1-E957-4879-8582-703D307ECEB2}"/>
                  </a:ext>
                </a:extLst>
              </p:cNvPr>
              <p:cNvSpPr/>
              <p:nvPr/>
            </p:nvSpPr>
            <p:spPr>
              <a:xfrm>
                <a:off x="4086246"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0" name="椭圆 10899">
                <a:extLst>
                  <a:ext uri="{FF2B5EF4-FFF2-40B4-BE49-F238E27FC236}">
                    <a16:creationId xmlns:a16="http://schemas.microsoft.com/office/drawing/2014/main" id="{0289EE13-0F9A-451E-BF85-2252989B32CE}"/>
                  </a:ext>
                </a:extLst>
              </p:cNvPr>
              <p:cNvSpPr/>
              <p:nvPr/>
            </p:nvSpPr>
            <p:spPr>
              <a:xfrm>
                <a:off x="3926951"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1" name="椭圆 10900">
                <a:extLst>
                  <a:ext uri="{FF2B5EF4-FFF2-40B4-BE49-F238E27FC236}">
                    <a16:creationId xmlns:a16="http://schemas.microsoft.com/office/drawing/2014/main" id="{9E8EA310-B0A3-4005-A2B8-D33191670166}"/>
                  </a:ext>
                </a:extLst>
              </p:cNvPr>
              <p:cNvSpPr/>
              <p:nvPr/>
            </p:nvSpPr>
            <p:spPr>
              <a:xfrm>
                <a:off x="39701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2" name="椭圆 10901">
                <a:extLst>
                  <a:ext uri="{FF2B5EF4-FFF2-40B4-BE49-F238E27FC236}">
                    <a16:creationId xmlns:a16="http://schemas.microsoft.com/office/drawing/2014/main" id="{729E4698-80E6-4650-BE3F-E8481D0A0CC6}"/>
                  </a:ext>
                </a:extLst>
              </p:cNvPr>
              <p:cNvSpPr/>
              <p:nvPr/>
            </p:nvSpPr>
            <p:spPr>
              <a:xfrm>
                <a:off x="39986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3" name="椭圆 10902">
                <a:extLst>
                  <a:ext uri="{FF2B5EF4-FFF2-40B4-BE49-F238E27FC236}">
                    <a16:creationId xmlns:a16="http://schemas.microsoft.com/office/drawing/2014/main" id="{8ACF0F84-8520-412E-8CE8-42105BE47642}"/>
                  </a:ext>
                </a:extLst>
              </p:cNvPr>
              <p:cNvSpPr/>
              <p:nvPr/>
            </p:nvSpPr>
            <p:spPr>
              <a:xfrm>
                <a:off x="40170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4" name="椭圆 10903">
                <a:extLst>
                  <a:ext uri="{FF2B5EF4-FFF2-40B4-BE49-F238E27FC236}">
                    <a16:creationId xmlns:a16="http://schemas.microsoft.com/office/drawing/2014/main" id="{DCD7AC2C-6F0A-4E9E-85AF-9E7386ABBE79}"/>
                  </a:ext>
                </a:extLst>
              </p:cNvPr>
              <p:cNvSpPr/>
              <p:nvPr/>
            </p:nvSpPr>
            <p:spPr>
              <a:xfrm>
                <a:off x="401537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5" name="椭圆 10904">
                <a:extLst>
                  <a:ext uri="{FF2B5EF4-FFF2-40B4-BE49-F238E27FC236}">
                    <a16:creationId xmlns:a16="http://schemas.microsoft.com/office/drawing/2014/main" id="{21FA8209-02B3-49AB-B8D0-466533D8A2F0}"/>
                  </a:ext>
                </a:extLst>
              </p:cNvPr>
              <p:cNvSpPr/>
              <p:nvPr/>
            </p:nvSpPr>
            <p:spPr>
              <a:xfrm>
                <a:off x="393546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6" name="椭圆 10905">
                <a:extLst>
                  <a:ext uri="{FF2B5EF4-FFF2-40B4-BE49-F238E27FC236}">
                    <a16:creationId xmlns:a16="http://schemas.microsoft.com/office/drawing/2014/main" id="{81610AE5-7772-4689-8861-9DDA92B9895A}"/>
                  </a:ext>
                </a:extLst>
              </p:cNvPr>
              <p:cNvSpPr/>
              <p:nvPr/>
            </p:nvSpPr>
            <p:spPr>
              <a:xfrm>
                <a:off x="4023813"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7" name="椭圆 10906">
                <a:extLst>
                  <a:ext uri="{FF2B5EF4-FFF2-40B4-BE49-F238E27FC236}">
                    <a16:creationId xmlns:a16="http://schemas.microsoft.com/office/drawing/2014/main" id="{E30E9F7A-7DE2-4297-AC6A-5FD4306447EA}"/>
                  </a:ext>
                </a:extLst>
              </p:cNvPr>
              <p:cNvSpPr/>
              <p:nvPr/>
            </p:nvSpPr>
            <p:spPr>
              <a:xfrm>
                <a:off x="402843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8" name="椭圆 10907">
                <a:extLst>
                  <a:ext uri="{FF2B5EF4-FFF2-40B4-BE49-F238E27FC236}">
                    <a16:creationId xmlns:a16="http://schemas.microsoft.com/office/drawing/2014/main" id="{733973EF-9D11-4C5B-81B9-61BF127FF1E0}"/>
                  </a:ext>
                </a:extLst>
              </p:cNvPr>
              <p:cNvSpPr/>
              <p:nvPr/>
            </p:nvSpPr>
            <p:spPr>
              <a:xfrm>
                <a:off x="398894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9" name="椭圆 10908">
                <a:extLst>
                  <a:ext uri="{FF2B5EF4-FFF2-40B4-BE49-F238E27FC236}">
                    <a16:creationId xmlns:a16="http://schemas.microsoft.com/office/drawing/2014/main" id="{8C44B956-D0E3-4FE9-8EB5-AAAFD762CC46}"/>
                  </a:ext>
                </a:extLst>
              </p:cNvPr>
              <p:cNvSpPr/>
              <p:nvPr/>
            </p:nvSpPr>
            <p:spPr>
              <a:xfrm>
                <a:off x="4031006"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0" name="椭圆 10909">
                <a:extLst>
                  <a:ext uri="{FF2B5EF4-FFF2-40B4-BE49-F238E27FC236}">
                    <a16:creationId xmlns:a16="http://schemas.microsoft.com/office/drawing/2014/main" id="{49AF8DAB-FEE0-4BAC-AABA-11E4BD3736FE}"/>
                  </a:ext>
                </a:extLst>
              </p:cNvPr>
              <p:cNvSpPr/>
              <p:nvPr/>
            </p:nvSpPr>
            <p:spPr>
              <a:xfrm>
                <a:off x="402612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1" name="椭圆 10910">
                <a:extLst>
                  <a:ext uri="{FF2B5EF4-FFF2-40B4-BE49-F238E27FC236}">
                    <a16:creationId xmlns:a16="http://schemas.microsoft.com/office/drawing/2014/main" id="{99AB1C49-3A4C-44FF-BCC9-78935797A194}"/>
                  </a:ext>
                </a:extLst>
              </p:cNvPr>
              <p:cNvSpPr/>
              <p:nvPr/>
            </p:nvSpPr>
            <p:spPr>
              <a:xfrm>
                <a:off x="39844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2" name="椭圆 10911">
                <a:extLst>
                  <a:ext uri="{FF2B5EF4-FFF2-40B4-BE49-F238E27FC236}">
                    <a16:creationId xmlns:a16="http://schemas.microsoft.com/office/drawing/2014/main" id="{2DD2CF80-722D-458F-8F8B-A51CC28B7DEF}"/>
                  </a:ext>
                </a:extLst>
              </p:cNvPr>
              <p:cNvSpPr/>
              <p:nvPr/>
            </p:nvSpPr>
            <p:spPr>
              <a:xfrm>
                <a:off x="4003222"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3" name="椭圆 10912">
                <a:extLst>
                  <a:ext uri="{FF2B5EF4-FFF2-40B4-BE49-F238E27FC236}">
                    <a16:creationId xmlns:a16="http://schemas.microsoft.com/office/drawing/2014/main" id="{7D07BF37-D844-4927-88D6-20C4C4E769D8}"/>
                  </a:ext>
                </a:extLst>
              </p:cNvPr>
              <p:cNvSpPr/>
              <p:nvPr/>
            </p:nvSpPr>
            <p:spPr>
              <a:xfrm>
                <a:off x="419290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4" name="椭圆 10913">
                <a:extLst>
                  <a:ext uri="{FF2B5EF4-FFF2-40B4-BE49-F238E27FC236}">
                    <a16:creationId xmlns:a16="http://schemas.microsoft.com/office/drawing/2014/main" id="{3D5E48FA-8362-427A-BCE6-F9771582F18E}"/>
                  </a:ext>
                </a:extLst>
              </p:cNvPr>
              <p:cNvSpPr/>
              <p:nvPr/>
            </p:nvSpPr>
            <p:spPr>
              <a:xfrm>
                <a:off x="395693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5" name="椭圆 10914">
                <a:extLst>
                  <a:ext uri="{FF2B5EF4-FFF2-40B4-BE49-F238E27FC236}">
                    <a16:creationId xmlns:a16="http://schemas.microsoft.com/office/drawing/2014/main" id="{A44092BC-0C99-4F58-B5ED-0FD42073CE44}"/>
                  </a:ext>
                </a:extLst>
              </p:cNvPr>
              <p:cNvSpPr/>
              <p:nvPr/>
            </p:nvSpPr>
            <p:spPr>
              <a:xfrm>
                <a:off x="3936311"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6" name="椭圆 10915">
                <a:extLst>
                  <a:ext uri="{FF2B5EF4-FFF2-40B4-BE49-F238E27FC236}">
                    <a16:creationId xmlns:a16="http://schemas.microsoft.com/office/drawing/2014/main" id="{465C2F07-486B-4908-A4FB-005D62DF13DC}"/>
                  </a:ext>
                </a:extLst>
              </p:cNvPr>
              <p:cNvSpPr/>
              <p:nvPr/>
            </p:nvSpPr>
            <p:spPr>
              <a:xfrm>
                <a:off x="4045468"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7" name="椭圆 10916">
                <a:extLst>
                  <a:ext uri="{FF2B5EF4-FFF2-40B4-BE49-F238E27FC236}">
                    <a16:creationId xmlns:a16="http://schemas.microsoft.com/office/drawing/2014/main" id="{CFBC6A71-187B-4D6D-AC3C-A5766AA9B7A1}"/>
                  </a:ext>
                </a:extLst>
              </p:cNvPr>
              <p:cNvSpPr/>
              <p:nvPr/>
            </p:nvSpPr>
            <p:spPr>
              <a:xfrm>
                <a:off x="4037613" y="2968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8" name="椭圆 10917">
                <a:extLst>
                  <a:ext uri="{FF2B5EF4-FFF2-40B4-BE49-F238E27FC236}">
                    <a16:creationId xmlns:a16="http://schemas.microsoft.com/office/drawing/2014/main" id="{AA894F42-B3A9-4B29-90B3-B929775E7B91}"/>
                  </a:ext>
                </a:extLst>
              </p:cNvPr>
              <p:cNvSpPr/>
              <p:nvPr/>
            </p:nvSpPr>
            <p:spPr>
              <a:xfrm>
                <a:off x="396820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9" name="椭圆 10918">
                <a:extLst>
                  <a:ext uri="{FF2B5EF4-FFF2-40B4-BE49-F238E27FC236}">
                    <a16:creationId xmlns:a16="http://schemas.microsoft.com/office/drawing/2014/main" id="{6BFC64F6-F7F3-4EFD-A1F0-8691C575F28E}"/>
                  </a:ext>
                </a:extLst>
              </p:cNvPr>
              <p:cNvSpPr/>
              <p:nvPr/>
            </p:nvSpPr>
            <p:spPr>
              <a:xfrm>
                <a:off x="396035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0" name="椭圆 10919">
                <a:extLst>
                  <a:ext uri="{FF2B5EF4-FFF2-40B4-BE49-F238E27FC236}">
                    <a16:creationId xmlns:a16="http://schemas.microsoft.com/office/drawing/2014/main" id="{3DF93035-C74E-4EBE-806A-E908362FCE22}"/>
                  </a:ext>
                </a:extLst>
              </p:cNvPr>
              <p:cNvSpPr/>
              <p:nvPr/>
            </p:nvSpPr>
            <p:spPr>
              <a:xfrm>
                <a:off x="395279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1" name="椭圆 10920">
                <a:extLst>
                  <a:ext uri="{FF2B5EF4-FFF2-40B4-BE49-F238E27FC236}">
                    <a16:creationId xmlns:a16="http://schemas.microsoft.com/office/drawing/2014/main" id="{B90487BD-1BAF-4B85-B66B-0D4ABE449289}"/>
                  </a:ext>
                </a:extLst>
              </p:cNvPr>
              <p:cNvSpPr/>
              <p:nvPr/>
            </p:nvSpPr>
            <p:spPr>
              <a:xfrm>
                <a:off x="39468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2" name="椭圆 10921">
                <a:extLst>
                  <a:ext uri="{FF2B5EF4-FFF2-40B4-BE49-F238E27FC236}">
                    <a16:creationId xmlns:a16="http://schemas.microsoft.com/office/drawing/2014/main" id="{18942C2D-1DA5-4BA1-9FBB-C5081AA92187}"/>
                  </a:ext>
                </a:extLst>
              </p:cNvPr>
              <p:cNvSpPr/>
              <p:nvPr/>
            </p:nvSpPr>
            <p:spPr>
              <a:xfrm>
                <a:off x="39669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3" name="椭圆 10922">
                <a:extLst>
                  <a:ext uri="{FF2B5EF4-FFF2-40B4-BE49-F238E27FC236}">
                    <a16:creationId xmlns:a16="http://schemas.microsoft.com/office/drawing/2014/main" id="{770E546D-4AE2-4408-926B-42E2A013151F}"/>
                  </a:ext>
                </a:extLst>
              </p:cNvPr>
              <p:cNvSpPr/>
              <p:nvPr/>
            </p:nvSpPr>
            <p:spPr>
              <a:xfrm>
                <a:off x="4091715"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4" name="椭圆 10923">
                <a:extLst>
                  <a:ext uri="{FF2B5EF4-FFF2-40B4-BE49-F238E27FC236}">
                    <a16:creationId xmlns:a16="http://schemas.microsoft.com/office/drawing/2014/main" id="{1BF4BAB4-BCCA-40B5-9062-1E58DB6363A9}"/>
                  </a:ext>
                </a:extLst>
              </p:cNvPr>
              <p:cNvSpPr/>
              <p:nvPr/>
            </p:nvSpPr>
            <p:spPr>
              <a:xfrm>
                <a:off x="40191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5" name="椭圆 10924">
                <a:extLst>
                  <a:ext uri="{FF2B5EF4-FFF2-40B4-BE49-F238E27FC236}">
                    <a16:creationId xmlns:a16="http://schemas.microsoft.com/office/drawing/2014/main" id="{A02ECFF3-0217-4F57-9147-E8080C9A11FC}"/>
                  </a:ext>
                </a:extLst>
              </p:cNvPr>
              <p:cNvSpPr/>
              <p:nvPr/>
            </p:nvSpPr>
            <p:spPr>
              <a:xfrm>
                <a:off x="394823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6" name="椭圆 10925">
                <a:extLst>
                  <a:ext uri="{FF2B5EF4-FFF2-40B4-BE49-F238E27FC236}">
                    <a16:creationId xmlns:a16="http://schemas.microsoft.com/office/drawing/2014/main" id="{2C2D5A58-D022-4B82-AFC2-8C5BA9507F70}"/>
                  </a:ext>
                </a:extLst>
              </p:cNvPr>
              <p:cNvSpPr/>
              <p:nvPr/>
            </p:nvSpPr>
            <p:spPr>
              <a:xfrm>
                <a:off x="420120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7" name="椭圆 10926">
                <a:extLst>
                  <a:ext uri="{FF2B5EF4-FFF2-40B4-BE49-F238E27FC236}">
                    <a16:creationId xmlns:a16="http://schemas.microsoft.com/office/drawing/2014/main" id="{DC94F0FC-105F-4265-989E-9DA57A66EB71}"/>
                  </a:ext>
                </a:extLst>
              </p:cNvPr>
              <p:cNvSpPr/>
              <p:nvPr/>
            </p:nvSpPr>
            <p:spPr>
              <a:xfrm>
                <a:off x="3792359" y="270806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8" name="椭圆 10927">
                <a:extLst>
                  <a:ext uri="{FF2B5EF4-FFF2-40B4-BE49-F238E27FC236}">
                    <a16:creationId xmlns:a16="http://schemas.microsoft.com/office/drawing/2014/main" id="{264CAA4A-A2D0-428F-8818-AD2CFA4DC58E}"/>
                  </a:ext>
                </a:extLst>
              </p:cNvPr>
              <p:cNvSpPr/>
              <p:nvPr/>
            </p:nvSpPr>
            <p:spPr>
              <a:xfrm>
                <a:off x="403489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9" name="椭圆 10928">
                <a:extLst>
                  <a:ext uri="{FF2B5EF4-FFF2-40B4-BE49-F238E27FC236}">
                    <a16:creationId xmlns:a16="http://schemas.microsoft.com/office/drawing/2014/main" id="{BBBBE33D-5627-4277-A0A7-9E559FB28D87}"/>
                  </a:ext>
                </a:extLst>
              </p:cNvPr>
              <p:cNvSpPr/>
              <p:nvPr/>
            </p:nvSpPr>
            <p:spPr>
              <a:xfrm>
                <a:off x="408448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0" name="椭圆 10929">
                <a:extLst>
                  <a:ext uri="{FF2B5EF4-FFF2-40B4-BE49-F238E27FC236}">
                    <a16:creationId xmlns:a16="http://schemas.microsoft.com/office/drawing/2014/main" id="{1405C1C6-78D1-4743-B23E-6748799748D2}"/>
                  </a:ext>
                </a:extLst>
              </p:cNvPr>
              <p:cNvSpPr/>
              <p:nvPr/>
            </p:nvSpPr>
            <p:spPr>
              <a:xfrm>
                <a:off x="402759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1" name="椭圆 10930">
                <a:extLst>
                  <a:ext uri="{FF2B5EF4-FFF2-40B4-BE49-F238E27FC236}">
                    <a16:creationId xmlns:a16="http://schemas.microsoft.com/office/drawing/2014/main" id="{D23183F8-6FE0-4D1E-81ED-98E1F3FCF24A}"/>
                  </a:ext>
                </a:extLst>
              </p:cNvPr>
              <p:cNvSpPr/>
              <p:nvPr/>
            </p:nvSpPr>
            <p:spPr>
              <a:xfrm>
                <a:off x="393337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2" name="椭圆 10931">
                <a:extLst>
                  <a:ext uri="{FF2B5EF4-FFF2-40B4-BE49-F238E27FC236}">
                    <a16:creationId xmlns:a16="http://schemas.microsoft.com/office/drawing/2014/main" id="{3B729D38-9707-40C8-A627-1ABCBC3F8A96}"/>
                  </a:ext>
                </a:extLst>
              </p:cNvPr>
              <p:cNvSpPr/>
              <p:nvPr/>
            </p:nvSpPr>
            <p:spPr>
              <a:xfrm>
                <a:off x="4236511" y="276678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3" name="椭圆 10932">
                <a:extLst>
                  <a:ext uri="{FF2B5EF4-FFF2-40B4-BE49-F238E27FC236}">
                    <a16:creationId xmlns:a16="http://schemas.microsoft.com/office/drawing/2014/main" id="{0FBA0AB4-050E-481E-B605-E22C05DD5D99}"/>
                  </a:ext>
                </a:extLst>
              </p:cNvPr>
              <p:cNvSpPr/>
              <p:nvPr/>
            </p:nvSpPr>
            <p:spPr>
              <a:xfrm>
                <a:off x="398993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4" name="椭圆 10933">
                <a:extLst>
                  <a:ext uri="{FF2B5EF4-FFF2-40B4-BE49-F238E27FC236}">
                    <a16:creationId xmlns:a16="http://schemas.microsoft.com/office/drawing/2014/main" id="{DD7EA929-CFBD-4CE2-B9A6-B57A0CDA72D8}"/>
                  </a:ext>
                </a:extLst>
              </p:cNvPr>
              <p:cNvSpPr/>
              <p:nvPr/>
            </p:nvSpPr>
            <p:spPr>
              <a:xfrm>
                <a:off x="3813683"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5" name="椭圆 10934">
                <a:extLst>
                  <a:ext uri="{FF2B5EF4-FFF2-40B4-BE49-F238E27FC236}">
                    <a16:creationId xmlns:a16="http://schemas.microsoft.com/office/drawing/2014/main" id="{196187D8-F4F9-4945-9F78-CE85268F216E}"/>
                  </a:ext>
                </a:extLst>
              </p:cNvPr>
              <p:cNvSpPr/>
              <p:nvPr/>
            </p:nvSpPr>
            <p:spPr>
              <a:xfrm>
                <a:off x="420138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6" name="椭圆 10935">
                <a:extLst>
                  <a:ext uri="{FF2B5EF4-FFF2-40B4-BE49-F238E27FC236}">
                    <a16:creationId xmlns:a16="http://schemas.microsoft.com/office/drawing/2014/main" id="{FAC5F997-086F-41A2-8FA4-72AFBF9F1382}"/>
                  </a:ext>
                </a:extLst>
              </p:cNvPr>
              <p:cNvSpPr/>
              <p:nvPr/>
            </p:nvSpPr>
            <p:spPr>
              <a:xfrm>
                <a:off x="395433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7" name="椭圆 10936">
                <a:extLst>
                  <a:ext uri="{FF2B5EF4-FFF2-40B4-BE49-F238E27FC236}">
                    <a16:creationId xmlns:a16="http://schemas.microsoft.com/office/drawing/2014/main" id="{973D40C6-8641-4F5A-A568-1B78F324181A}"/>
                  </a:ext>
                </a:extLst>
              </p:cNvPr>
              <p:cNvSpPr/>
              <p:nvPr/>
            </p:nvSpPr>
            <p:spPr>
              <a:xfrm>
                <a:off x="4010819"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8" name="椭圆 10937">
                <a:extLst>
                  <a:ext uri="{FF2B5EF4-FFF2-40B4-BE49-F238E27FC236}">
                    <a16:creationId xmlns:a16="http://schemas.microsoft.com/office/drawing/2014/main" id="{F3BFD08A-8D03-4BDF-911E-B489D40C5FBF}"/>
                  </a:ext>
                </a:extLst>
              </p:cNvPr>
              <p:cNvSpPr/>
              <p:nvPr/>
            </p:nvSpPr>
            <p:spPr>
              <a:xfrm>
                <a:off x="406778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9" name="椭圆 10938">
                <a:extLst>
                  <a:ext uri="{FF2B5EF4-FFF2-40B4-BE49-F238E27FC236}">
                    <a16:creationId xmlns:a16="http://schemas.microsoft.com/office/drawing/2014/main" id="{02D97B43-96DB-47F1-B9DC-EE9F2F370357}"/>
                  </a:ext>
                </a:extLst>
              </p:cNvPr>
              <p:cNvSpPr/>
              <p:nvPr/>
            </p:nvSpPr>
            <p:spPr>
              <a:xfrm>
                <a:off x="41804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0" name="椭圆 10939">
                <a:extLst>
                  <a:ext uri="{FF2B5EF4-FFF2-40B4-BE49-F238E27FC236}">
                    <a16:creationId xmlns:a16="http://schemas.microsoft.com/office/drawing/2014/main" id="{C6761EFD-799D-4C52-B42E-46FAE1683441}"/>
                  </a:ext>
                </a:extLst>
              </p:cNvPr>
              <p:cNvSpPr/>
              <p:nvPr/>
            </p:nvSpPr>
            <p:spPr>
              <a:xfrm>
                <a:off x="3964903"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1" name="椭圆 10940">
                <a:extLst>
                  <a:ext uri="{FF2B5EF4-FFF2-40B4-BE49-F238E27FC236}">
                    <a16:creationId xmlns:a16="http://schemas.microsoft.com/office/drawing/2014/main" id="{9FA7B205-33C7-446D-89F8-4D184B1F5FAE}"/>
                  </a:ext>
                </a:extLst>
              </p:cNvPr>
              <p:cNvSpPr/>
              <p:nvPr/>
            </p:nvSpPr>
            <p:spPr>
              <a:xfrm>
                <a:off x="3983071" y="2743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2" name="椭圆 10941">
                <a:extLst>
                  <a:ext uri="{FF2B5EF4-FFF2-40B4-BE49-F238E27FC236}">
                    <a16:creationId xmlns:a16="http://schemas.microsoft.com/office/drawing/2014/main" id="{494052BE-FF0E-4BAB-829B-26DE5CDE058D}"/>
                  </a:ext>
                </a:extLst>
              </p:cNvPr>
              <p:cNvSpPr/>
              <p:nvPr/>
            </p:nvSpPr>
            <p:spPr>
              <a:xfrm>
                <a:off x="399562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3" name="椭圆 10942">
                <a:extLst>
                  <a:ext uri="{FF2B5EF4-FFF2-40B4-BE49-F238E27FC236}">
                    <a16:creationId xmlns:a16="http://schemas.microsoft.com/office/drawing/2014/main" id="{96104CBB-B665-465B-A026-99951075CC26}"/>
                  </a:ext>
                </a:extLst>
              </p:cNvPr>
              <p:cNvSpPr/>
              <p:nvPr/>
            </p:nvSpPr>
            <p:spPr>
              <a:xfrm>
                <a:off x="40731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4" name="椭圆 10943">
                <a:extLst>
                  <a:ext uri="{FF2B5EF4-FFF2-40B4-BE49-F238E27FC236}">
                    <a16:creationId xmlns:a16="http://schemas.microsoft.com/office/drawing/2014/main" id="{E678AC5B-D243-4117-9801-7EA4B2E7ACDA}"/>
                  </a:ext>
                </a:extLst>
              </p:cNvPr>
              <p:cNvSpPr/>
              <p:nvPr/>
            </p:nvSpPr>
            <p:spPr>
              <a:xfrm>
                <a:off x="4047303"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5" name="椭圆 10944">
                <a:extLst>
                  <a:ext uri="{FF2B5EF4-FFF2-40B4-BE49-F238E27FC236}">
                    <a16:creationId xmlns:a16="http://schemas.microsoft.com/office/drawing/2014/main" id="{0479B585-B0DD-4CCE-8D49-F1A011BDBEEC}"/>
                  </a:ext>
                </a:extLst>
              </p:cNvPr>
              <p:cNvSpPr/>
              <p:nvPr/>
            </p:nvSpPr>
            <p:spPr>
              <a:xfrm>
                <a:off x="4011884"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6" name="椭圆 10945">
                <a:extLst>
                  <a:ext uri="{FF2B5EF4-FFF2-40B4-BE49-F238E27FC236}">
                    <a16:creationId xmlns:a16="http://schemas.microsoft.com/office/drawing/2014/main" id="{D6C95F2E-9132-4BA2-8306-E152197B3919}"/>
                  </a:ext>
                </a:extLst>
              </p:cNvPr>
              <p:cNvSpPr/>
              <p:nvPr/>
            </p:nvSpPr>
            <p:spPr>
              <a:xfrm>
                <a:off x="401415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7" name="椭圆 10946">
                <a:extLst>
                  <a:ext uri="{FF2B5EF4-FFF2-40B4-BE49-F238E27FC236}">
                    <a16:creationId xmlns:a16="http://schemas.microsoft.com/office/drawing/2014/main" id="{57A7DEEC-1A6E-4C50-9118-BFDA048BDA6C}"/>
                  </a:ext>
                </a:extLst>
              </p:cNvPr>
              <p:cNvSpPr/>
              <p:nvPr/>
            </p:nvSpPr>
            <p:spPr>
              <a:xfrm>
                <a:off x="3992100"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8" name="椭圆 10947">
                <a:extLst>
                  <a:ext uri="{FF2B5EF4-FFF2-40B4-BE49-F238E27FC236}">
                    <a16:creationId xmlns:a16="http://schemas.microsoft.com/office/drawing/2014/main" id="{76894727-CF85-4F30-A7DB-430AF71EC949}"/>
                  </a:ext>
                </a:extLst>
              </p:cNvPr>
              <p:cNvSpPr/>
              <p:nvPr/>
            </p:nvSpPr>
            <p:spPr>
              <a:xfrm>
                <a:off x="3994046"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9" name="椭圆 10948">
                <a:extLst>
                  <a:ext uri="{FF2B5EF4-FFF2-40B4-BE49-F238E27FC236}">
                    <a16:creationId xmlns:a16="http://schemas.microsoft.com/office/drawing/2014/main" id="{BD777C63-0A35-47A4-A2A4-61ECCFF389A8}"/>
                  </a:ext>
                </a:extLst>
              </p:cNvPr>
              <p:cNvSpPr/>
              <p:nvPr/>
            </p:nvSpPr>
            <p:spPr>
              <a:xfrm>
                <a:off x="428440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0" name="椭圆 10949">
                <a:extLst>
                  <a:ext uri="{FF2B5EF4-FFF2-40B4-BE49-F238E27FC236}">
                    <a16:creationId xmlns:a16="http://schemas.microsoft.com/office/drawing/2014/main" id="{A4D46C92-293A-45BD-AA10-FF4A5641FBE3}"/>
                  </a:ext>
                </a:extLst>
              </p:cNvPr>
              <p:cNvSpPr/>
              <p:nvPr/>
            </p:nvSpPr>
            <p:spPr>
              <a:xfrm>
                <a:off x="4000726"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1" name="椭圆 10950">
                <a:extLst>
                  <a:ext uri="{FF2B5EF4-FFF2-40B4-BE49-F238E27FC236}">
                    <a16:creationId xmlns:a16="http://schemas.microsoft.com/office/drawing/2014/main" id="{5202C48A-93AB-4A8C-9055-5290D4B8D572}"/>
                  </a:ext>
                </a:extLst>
              </p:cNvPr>
              <p:cNvSpPr/>
              <p:nvPr/>
            </p:nvSpPr>
            <p:spPr>
              <a:xfrm>
                <a:off x="3942844"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2" name="椭圆 10951">
                <a:extLst>
                  <a:ext uri="{FF2B5EF4-FFF2-40B4-BE49-F238E27FC236}">
                    <a16:creationId xmlns:a16="http://schemas.microsoft.com/office/drawing/2014/main" id="{AE2D869B-C785-4AF1-A9C4-AFF46026A943}"/>
                  </a:ext>
                </a:extLst>
              </p:cNvPr>
              <p:cNvSpPr/>
              <p:nvPr/>
            </p:nvSpPr>
            <p:spPr>
              <a:xfrm>
                <a:off x="3975804"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3" name="椭圆 10952">
                <a:extLst>
                  <a:ext uri="{FF2B5EF4-FFF2-40B4-BE49-F238E27FC236}">
                    <a16:creationId xmlns:a16="http://schemas.microsoft.com/office/drawing/2014/main" id="{A57CA23B-08F4-4FA6-90F9-E7209C36D4A5}"/>
                  </a:ext>
                </a:extLst>
              </p:cNvPr>
              <p:cNvSpPr/>
              <p:nvPr/>
            </p:nvSpPr>
            <p:spPr>
              <a:xfrm>
                <a:off x="414251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4" name="椭圆 10953">
                <a:extLst>
                  <a:ext uri="{FF2B5EF4-FFF2-40B4-BE49-F238E27FC236}">
                    <a16:creationId xmlns:a16="http://schemas.microsoft.com/office/drawing/2014/main" id="{D985063E-1AC9-4440-94C9-B07A6028852E}"/>
                  </a:ext>
                </a:extLst>
              </p:cNvPr>
              <p:cNvSpPr/>
              <p:nvPr/>
            </p:nvSpPr>
            <p:spPr>
              <a:xfrm>
                <a:off x="401026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5" name="椭圆 10954">
                <a:extLst>
                  <a:ext uri="{FF2B5EF4-FFF2-40B4-BE49-F238E27FC236}">
                    <a16:creationId xmlns:a16="http://schemas.microsoft.com/office/drawing/2014/main" id="{BF4099CA-BD6A-43EC-9092-B264377C35A3}"/>
                  </a:ext>
                </a:extLst>
              </p:cNvPr>
              <p:cNvSpPr/>
              <p:nvPr/>
            </p:nvSpPr>
            <p:spPr>
              <a:xfrm>
                <a:off x="407956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6" name="椭圆 10955">
                <a:extLst>
                  <a:ext uri="{FF2B5EF4-FFF2-40B4-BE49-F238E27FC236}">
                    <a16:creationId xmlns:a16="http://schemas.microsoft.com/office/drawing/2014/main" id="{AAEB91A4-1733-4C7E-8341-58475C603B31}"/>
                  </a:ext>
                </a:extLst>
              </p:cNvPr>
              <p:cNvSpPr/>
              <p:nvPr/>
            </p:nvSpPr>
            <p:spPr>
              <a:xfrm>
                <a:off x="406048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7" name="椭圆 10956">
                <a:extLst>
                  <a:ext uri="{FF2B5EF4-FFF2-40B4-BE49-F238E27FC236}">
                    <a16:creationId xmlns:a16="http://schemas.microsoft.com/office/drawing/2014/main" id="{A03A9640-A3D4-4B1C-98E5-03C96DB2940E}"/>
                  </a:ext>
                </a:extLst>
              </p:cNvPr>
              <p:cNvSpPr/>
              <p:nvPr/>
            </p:nvSpPr>
            <p:spPr>
              <a:xfrm>
                <a:off x="4011590" y="2831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8" name="椭圆 10957">
                <a:extLst>
                  <a:ext uri="{FF2B5EF4-FFF2-40B4-BE49-F238E27FC236}">
                    <a16:creationId xmlns:a16="http://schemas.microsoft.com/office/drawing/2014/main" id="{E98D6A24-FE21-4E04-AB80-70E15FB43818}"/>
                  </a:ext>
                </a:extLst>
              </p:cNvPr>
              <p:cNvSpPr/>
              <p:nvPr/>
            </p:nvSpPr>
            <p:spPr>
              <a:xfrm>
                <a:off x="3875676" y="263986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9" name="椭圆 10958">
                <a:extLst>
                  <a:ext uri="{FF2B5EF4-FFF2-40B4-BE49-F238E27FC236}">
                    <a16:creationId xmlns:a16="http://schemas.microsoft.com/office/drawing/2014/main" id="{679C5BD6-6920-4512-8BEB-A052F48EE610}"/>
                  </a:ext>
                </a:extLst>
              </p:cNvPr>
              <p:cNvSpPr/>
              <p:nvPr/>
            </p:nvSpPr>
            <p:spPr>
              <a:xfrm>
                <a:off x="408951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0" name="椭圆 10959">
                <a:extLst>
                  <a:ext uri="{FF2B5EF4-FFF2-40B4-BE49-F238E27FC236}">
                    <a16:creationId xmlns:a16="http://schemas.microsoft.com/office/drawing/2014/main" id="{6F685CDF-E1B6-4173-A315-5B85053F0676}"/>
                  </a:ext>
                </a:extLst>
              </p:cNvPr>
              <p:cNvSpPr/>
              <p:nvPr/>
            </p:nvSpPr>
            <p:spPr>
              <a:xfrm>
                <a:off x="4021941"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1" name="椭圆 10960">
                <a:extLst>
                  <a:ext uri="{FF2B5EF4-FFF2-40B4-BE49-F238E27FC236}">
                    <a16:creationId xmlns:a16="http://schemas.microsoft.com/office/drawing/2014/main" id="{3B0C2A99-8E51-4B79-859A-3CC80733BC55}"/>
                  </a:ext>
                </a:extLst>
              </p:cNvPr>
              <p:cNvSpPr/>
              <p:nvPr/>
            </p:nvSpPr>
            <p:spPr>
              <a:xfrm>
                <a:off x="4022638"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2" name="椭圆 10961">
                <a:extLst>
                  <a:ext uri="{FF2B5EF4-FFF2-40B4-BE49-F238E27FC236}">
                    <a16:creationId xmlns:a16="http://schemas.microsoft.com/office/drawing/2014/main" id="{D8E85515-D671-4742-B0FF-61582028F027}"/>
                  </a:ext>
                </a:extLst>
              </p:cNvPr>
              <p:cNvSpPr/>
              <p:nvPr/>
            </p:nvSpPr>
            <p:spPr>
              <a:xfrm>
                <a:off x="400700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3" name="椭圆 10962">
                <a:extLst>
                  <a:ext uri="{FF2B5EF4-FFF2-40B4-BE49-F238E27FC236}">
                    <a16:creationId xmlns:a16="http://schemas.microsoft.com/office/drawing/2014/main" id="{E8B7043B-FD00-44C0-83DE-2CEF1AF1DB8C}"/>
                  </a:ext>
                </a:extLst>
              </p:cNvPr>
              <p:cNvSpPr/>
              <p:nvPr/>
            </p:nvSpPr>
            <p:spPr>
              <a:xfrm>
                <a:off x="403908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4" name="椭圆 10963">
                <a:extLst>
                  <a:ext uri="{FF2B5EF4-FFF2-40B4-BE49-F238E27FC236}">
                    <a16:creationId xmlns:a16="http://schemas.microsoft.com/office/drawing/2014/main" id="{E83E5F42-7216-470F-B151-EB51FB4A66C9}"/>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5" name="椭圆 10964">
                <a:extLst>
                  <a:ext uri="{FF2B5EF4-FFF2-40B4-BE49-F238E27FC236}">
                    <a16:creationId xmlns:a16="http://schemas.microsoft.com/office/drawing/2014/main" id="{566D5682-441C-4949-8152-9FF4D2775542}"/>
                  </a:ext>
                </a:extLst>
              </p:cNvPr>
              <p:cNvSpPr/>
              <p:nvPr/>
            </p:nvSpPr>
            <p:spPr>
              <a:xfrm>
                <a:off x="397286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6" name="椭圆 10965">
                <a:extLst>
                  <a:ext uri="{FF2B5EF4-FFF2-40B4-BE49-F238E27FC236}">
                    <a16:creationId xmlns:a16="http://schemas.microsoft.com/office/drawing/2014/main" id="{0DEA290F-B9DE-4551-A64C-33CBA830F2D7}"/>
                  </a:ext>
                </a:extLst>
              </p:cNvPr>
              <p:cNvSpPr/>
              <p:nvPr/>
            </p:nvSpPr>
            <p:spPr>
              <a:xfrm>
                <a:off x="4158993"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7" name="椭圆 10966">
                <a:extLst>
                  <a:ext uri="{FF2B5EF4-FFF2-40B4-BE49-F238E27FC236}">
                    <a16:creationId xmlns:a16="http://schemas.microsoft.com/office/drawing/2014/main" id="{70DE9E8E-D9C7-44CF-96E9-9FFFB226142E}"/>
                  </a:ext>
                </a:extLst>
              </p:cNvPr>
              <p:cNvSpPr/>
              <p:nvPr/>
            </p:nvSpPr>
            <p:spPr>
              <a:xfrm>
                <a:off x="40066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8" name="椭圆 10967">
                <a:extLst>
                  <a:ext uri="{FF2B5EF4-FFF2-40B4-BE49-F238E27FC236}">
                    <a16:creationId xmlns:a16="http://schemas.microsoft.com/office/drawing/2014/main" id="{DFABCE67-0D68-4DFB-BE43-DFDC25858A5E}"/>
                  </a:ext>
                </a:extLst>
              </p:cNvPr>
              <p:cNvSpPr/>
              <p:nvPr/>
            </p:nvSpPr>
            <p:spPr>
              <a:xfrm>
                <a:off x="4014013"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9" name="椭圆 10968">
                <a:extLst>
                  <a:ext uri="{FF2B5EF4-FFF2-40B4-BE49-F238E27FC236}">
                    <a16:creationId xmlns:a16="http://schemas.microsoft.com/office/drawing/2014/main" id="{BF01B272-4B9C-407F-BBF5-0CF2AC166055}"/>
                  </a:ext>
                </a:extLst>
              </p:cNvPr>
              <p:cNvSpPr/>
              <p:nvPr/>
            </p:nvSpPr>
            <p:spPr>
              <a:xfrm>
                <a:off x="394713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0" name="椭圆 10969">
                <a:extLst>
                  <a:ext uri="{FF2B5EF4-FFF2-40B4-BE49-F238E27FC236}">
                    <a16:creationId xmlns:a16="http://schemas.microsoft.com/office/drawing/2014/main" id="{17E070A9-53FA-41BC-9883-4FD68622D968}"/>
                  </a:ext>
                </a:extLst>
              </p:cNvPr>
              <p:cNvSpPr/>
              <p:nvPr/>
            </p:nvSpPr>
            <p:spPr>
              <a:xfrm>
                <a:off x="4008250"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1" name="椭圆 10970">
                <a:extLst>
                  <a:ext uri="{FF2B5EF4-FFF2-40B4-BE49-F238E27FC236}">
                    <a16:creationId xmlns:a16="http://schemas.microsoft.com/office/drawing/2014/main" id="{1B80D9C2-BE79-4119-B777-31CD72A21470}"/>
                  </a:ext>
                </a:extLst>
              </p:cNvPr>
              <p:cNvSpPr/>
              <p:nvPr/>
            </p:nvSpPr>
            <p:spPr>
              <a:xfrm>
                <a:off x="4044036" y="29855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2" name="椭圆 10971">
                <a:extLst>
                  <a:ext uri="{FF2B5EF4-FFF2-40B4-BE49-F238E27FC236}">
                    <a16:creationId xmlns:a16="http://schemas.microsoft.com/office/drawing/2014/main" id="{25634A40-3B0A-441E-99F7-73C5C9E828B1}"/>
                  </a:ext>
                </a:extLst>
              </p:cNvPr>
              <p:cNvSpPr/>
              <p:nvPr/>
            </p:nvSpPr>
            <p:spPr>
              <a:xfrm>
                <a:off x="40467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3" name="椭圆 10972">
                <a:extLst>
                  <a:ext uri="{FF2B5EF4-FFF2-40B4-BE49-F238E27FC236}">
                    <a16:creationId xmlns:a16="http://schemas.microsoft.com/office/drawing/2014/main" id="{1DF708EC-4414-4E4C-917C-3DDB06F60202}"/>
                  </a:ext>
                </a:extLst>
              </p:cNvPr>
              <p:cNvSpPr/>
              <p:nvPr/>
            </p:nvSpPr>
            <p:spPr>
              <a:xfrm>
                <a:off x="402282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4" name="椭圆 10973">
                <a:extLst>
                  <a:ext uri="{FF2B5EF4-FFF2-40B4-BE49-F238E27FC236}">
                    <a16:creationId xmlns:a16="http://schemas.microsoft.com/office/drawing/2014/main" id="{6640A85D-4591-4D8F-96B5-310BF6E27FBA}"/>
                  </a:ext>
                </a:extLst>
              </p:cNvPr>
              <p:cNvSpPr/>
              <p:nvPr/>
            </p:nvSpPr>
            <p:spPr>
              <a:xfrm>
                <a:off x="391839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5" name="椭圆 10974">
                <a:extLst>
                  <a:ext uri="{FF2B5EF4-FFF2-40B4-BE49-F238E27FC236}">
                    <a16:creationId xmlns:a16="http://schemas.microsoft.com/office/drawing/2014/main" id="{DECAD4C2-4C3D-4ECC-9C06-EB2BACAD5D8D}"/>
                  </a:ext>
                </a:extLst>
              </p:cNvPr>
              <p:cNvSpPr/>
              <p:nvPr/>
            </p:nvSpPr>
            <p:spPr>
              <a:xfrm>
                <a:off x="400601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6" name="椭圆 10975">
                <a:extLst>
                  <a:ext uri="{FF2B5EF4-FFF2-40B4-BE49-F238E27FC236}">
                    <a16:creationId xmlns:a16="http://schemas.microsoft.com/office/drawing/2014/main" id="{F441E52D-2096-437C-9A51-4621EAFA99AC}"/>
                  </a:ext>
                </a:extLst>
              </p:cNvPr>
              <p:cNvSpPr/>
              <p:nvPr/>
            </p:nvSpPr>
            <p:spPr>
              <a:xfrm>
                <a:off x="396053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7" name="椭圆 10976">
                <a:extLst>
                  <a:ext uri="{FF2B5EF4-FFF2-40B4-BE49-F238E27FC236}">
                    <a16:creationId xmlns:a16="http://schemas.microsoft.com/office/drawing/2014/main" id="{57D79FBB-0621-4678-A5EE-4BAA251E48E7}"/>
                  </a:ext>
                </a:extLst>
              </p:cNvPr>
              <p:cNvSpPr/>
              <p:nvPr/>
            </p:nvSpPr>
            <p:spPr>
              <a:xfrm>
                <a:off x="401595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8" name="椭圆 10977">
                <a:extLst>
                  <a:ext uri="{FF2B5EF4-FFF2-40B4-BE49-F238E27FC236}">
                    <a16:creationId xmlns:a16="http://schemas.microsoft.com/office/drawing/2014/main" id="{370743F5-6956-4745-9F53-014304A9C78E}"/>
                  </a:ext>
                </a:extLst>
              </p:cNvPr>
              <p:cNvSpPr/>
              <p:nvPr/>
            </p:nvSpPr>
            <p:spPr>
              <a:xfrm>
                <a:off x="3997092"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9" name="椭圆 10978">
                <a:extLst>
                  <a:ext uri="{FF2B5EF4-FFF2-40B4-BE49-F238E27FC236}">
                    <a16:creationId xmlns:a16="http://schemas.microsoft.com/office/drawing/2014/main" id="{18F2FF85-CD96-484A-96DA-7208698EB2B6}"/>
                  </a:ext>
                </a:extLst>
              </p:cNvPr>
              <p:cNvSpPr/>
              <p:nvPr/>
            </p:nvSpPr>
            <p:spPr>
              <a:xfrm>
                <a:off x="400351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0" name="椭圆 10979">
                <a:extLst>
                  <a:ext uri="{FF2B5EF4-FFF2-40B4-BE49-F238E27FC236}">
                    <a16:creationId xmlns:a16="http://schemas.microsoft.com/office/drawing/2014/main" id="{00A7C8B1-DF4A-4E24-B5D4-EB47A1D23A8E}"/>
                  </a:ext>
                </a:extLst>
              </p:cNvPr>
              <p:cNvSpPr/>
              <p:nvPr/>
            </p:nvSpPr>
            <p:spPr>
              <a:xfrm>
                <a:off x="39996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1" name="椭圆 10980">
                <a:extLst>
                  <a:ext uri="{FF2B5EF4-FFF2-40B4-BE49-F238E27FC236}">
                    <a16:creationId xmlns:a16="http://schemas.microsoft.com/office/drawing/2014/main" id="{EC4F989A-6DDB-4DA2-BFC5-195FD73EE0E4}"/>
                  </a:ext>
                </a:extLst>
              </p:cNvPr>
              <p:cNvSpPr/>
              <p:nvPr/>
            </p:nvSpPr>
            <p:spPr>
              <a:xfrm>
                <a:off x="3988320"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2" name="椭圆 10981">
                <a:extLst>
                  <a:ext uri="{FF2B5EF4-FFF2-40B4-BE49-F238E27FC236}">
                    <a16:creationId xmlns:a16="http://schemas.microsoft.com/office/drawing/2014/main" id="{EF096FB2-9D18-46C8-AFE8-304FBAD9FDBB}"/>
                  </a:ext>
                </a:extLst>
              </p:cNvPr>
              <p:cNvSpPr/>
              <p:nvPr/>
            </p:nvSpPr>
            <p:spPr>
              <a:xfrm>
                <a:off x="404961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3" name="椭圆 10982">
                <a:extLst>
                  <a:ext uri="{FF2B5EF4-FFF2-40B4-BE49-F238E27FC236}">
                    <a16:creationId xmlns:a16="http://schemas.microsoft.com/office/drawing/2014/main" id="{A68A40A2-658D-42BC-830E-B35AB7E3FCCB}"/>
                  </a:ext>
                </a:extLst>
              </p:cNvPr>
              <p:cNvSpPr/>
              <p:nvPr/>
            </p:nvSpPr>
            <p:spPr>
              <a:xfrm>
                <a:off x="40307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4" name="椭圆 10983">
                <a:extLst>
                  <a:ext uri="{FF2B5EF4-FFF2-40B4-BE49-F238E27FC236}">
                    <a16:creationId xmlns:a16="http://schemas.microsoft.com/office/drawing/2014/main" id="{DDE75142-719C-48B9-BA5D-99EEB08E1CDA}"/>
                  </a:ext>
                </a:extLst>
              </p:cNvPr>
              <p:cNvSpPr/>
              <p:nvPr/>
            </p:nvSpPr>
            <p:spPr>
              <a:xfrm>
                <a:off x="40421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5" name="椭圆 10984">
                <a:extLst>
                  <a:ext uri="{FF2B5EF4-FFF2-40B4-BE49-F238E27FC236}">
                    <a16:creationId xmlns:a16="http://schemas.microsoft.com/office/drawing/2014/main" id="{00D1E556-C4C6-4744-8E88-FB55914C7A12}"/>
                  </a:ext>
                </a:extLst>
              </p:cNvPr>
              <p:cNvSpPr/>
              <p:nvPr/>
            </p:nvSpPr>
            <p:spPr>
              <a:xfrm>
                <a:off x="41690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6" name="椭圆 10985">
                <a:extLst>
                  <a:ext uri="{FF2B5EF4-FFF2-40B4-BE49-F238E27FC236}">
                    <a16:creationId xmlns:a16="http://schemas.microsoft.com/office/drawing/2014/main" id="{D7AABF95-9EDF-48D4-A4CE-E282129A2561}"/>
                  </a:ext>
                </a:extLst>
              </p:cNvPr>
              <p:cNvSpPr/>
              <p:nvPr/>
            </p:nvSpPr>
            <p:spPr>
              <a:xfrm>
                <a:off x="4379729"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7" name="椭圆 10986">
                <a:extLst>
                  <a:ext uri="{FF2B5EF4-FFF2-40B4-BE49-F238E27FC236}">
                    <a16:creationId xmlns:a16="http://schemas.microsoft.com/office/drawing/2014/main" id="{980ACF3B-4C9A-4FD6-A720-86FAC8889685}"/>
                  </a:ext>
                </a:extLst>
              </p:cNvPr>
              <p:cNvSpPr/>
              <p:nvPr/>
            </p:nvSpPr>
            <p:spPr>
              <a:xfrm>
                <a:off x="3899423" y="29360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8" name="椭圆 10987">
                <a:extLst>
                  <a:ext uri="{FF2B5EF4-FFF2-40B4-BE49-F238E27FC236}">
                    <a16:creationId xmlns:a16="http://schemas.microsoft.com/office/drawing/2014/main" id="{C6E8B859-7B95-4E81-B334-D776D6015D39}"/>
                  </a:ext>
                </a:extLst>
              </p:cNvPr>
              <p:cNvSpPr/>
              <p:nvPr/>
            </p:nvSpPr>
            <p:spPr>
              <a:xfrm>
                <a:off x="40090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9" name="椭圆 10988">
                <a:extLst>
                  <a:ext uri="{FF2B5EF4-FFF2-40B4-BE49-F238E27FC236}">
                    <a16:creationId xmlns:a16="http://schemas.microsoft.com/office/drawing/2014/main" id="{F8A9D123-C431-45EB-8797-E3DA60288802}"/>
                  </a:ext>
                </a:extLst>
              </p:cNvPr>
              <p:cNvSpPr/>
              <p:nvPr/>
            </p:nvSpPr>
            <p:spPr>
              <a:xfrm>
                <a:off x="403309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0" name="椭圆 10989">
                <a:extLst>
                  <a:ext uri="{FF2B5EF4-FFF2-40B4-BE49-F238E27FC236}">
                    <a16:creationId xmlns:a16="http://schemas.microsoft.com/office/drawing/2014/main" id="{2A66AA62-31C4-43E2-A31E-1FAEC5584551}"/>
                  </a:ext>
                </a:extLst>
              </p:cNvPr>
              <p:cNvSpPr/>
              <p:nvPr/>
            </p:nvSpPr>
            <p:spPr>
              <a:xfrm>
                <a:off x="3782926"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1" name="椭圆 10990">
                <a:extLst>
                  <a:ext uri="{FF2B5EF4-FFF2-40B4-BE49-F238E27FC236}">
                    <a16:creationId xmlns:a16="http://schemas.microsoft.com/office/drawing/2014/main" id="{3390DCA2-CA5E-406B-A703-456180C58906}"/>
                  </a:ext>
                </a:extLst>
              </p:cNvPr>
              <p:cNvSpPr/>
              <p:nvPr/>
            </p:nvSpPr>
            <p:spPr>
              <a:xfrm>
                <a:off x="3829099"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2" name="椭圆 10991">
                <a:extLst>
                  <a:ext uri="{FF2B5EF4-FFF2-40B4-BE49-F238E27FC236}">
                    <a16:creationId xmlns:a16="http://schemas.microsoft.com/office/drawing/2014/main" id="{79CB1CF2-C2A0-4063-B3D8-1AE467849B48}"/>
                  </a:ext>
                </a:extLst>
              </p:cNvPr>
              <p:cNvSpPr/>
              <p:nvPr/>
            </p:nvSpPr>
            <p:spPr>
              <a:xfrm>
                <a:off x="406877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3" name="椭圆 10992">
                <a:extLst>
                  <a:ext uri="{FF2B5EF4-FFF2-40B4-BE49-F238E27FC236}">
                    <a16:creationId xmlns:a16="http://schemas.microsoft.com/office/drawing/2014/main" id="{39576CFE-780A-456B-A7FB-0020420A697F}"/>
                  </a:ext>
                </a:extLst>
              </p:cNvPr>
              <p:cNvSpPr/>
              <p:nvPr/>
            </p:nvSpPr>
            <p:spPr>
              <a:xfrm>
                <a:off x="40065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4" name="椭圆 10993">
                <a:extLst>
                  <a:ext uri="{FF2B5EF4-FFF2-40B4-BE49-F238E27FC236}">
                    <a16:creationId xmlns:a16="http://schemas.microsoft.com/office/drawing/2014/main" id="{52FDCBDF-5828-4049-9CF7-EE0F45104441}"/>
                  </a:ext>
                </a:extLst>
              </p:cNvPr>
              <p:cNvSpPr/>
              <p:nvPr/>
            </p:nvSpPr>
            <p:spPr>
              <a:xfrm>
                <a:off x="404910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5" name="椭圆 10994">
                <a:extLst>
                  <a:ext uri="{FF2B5EF4-FFF2-40B4-BE49-F238E27FC236}">
                    <a16:creationId xmlns:a16="http://schemas.microsoft.com/office/drawing/2014/main" id="{5E5A9E10-0C81-45D7-9161-71565B8BC5C5}"/>
                  </a:ext>
                </a:extLst>
              </p:cNvPr>
              <p:cNvSpPr/>
              <p:nvPr/>
            </p:nvSpPr>
            <p:spPr>
              <a:xfrm>
                <a:off x="3981383" y="28352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6" name="椭圆 10995">
                <a:extLst>
                  <a:ext uri="{FF2B5EF4-FFF2-40B4-BE49-F238E27FC236}">
                    <a16:creationId xmlns:a16="http://schemas.microsoft.com/office/drawing/2014/main" id="{114AB80A-12EF-4A02-9AE2-7538D8738853}"/>
                  </a:ext>
                </a:extLst>
              </p:cNvPr>
              <p:cNvSpPr/>
              <p:nvPr/>
            </p:nvSpPr>
            <p:spPr>
              <a:xfrm>
                <a:off x="40724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7" name="椭圆 10996">
                <a:extLst>
                  <a:ext uri="{FF2B5EF4-FFF2-40B4-BE49-F238E27FC236}">
                    <a16:creationId xmlns:a16="http://schemas.microsoft.com/office/drawing/2014/main" id="{FC37087C-878B-405A-A4DB-DD9AF73C3401}"/>
                  </a:ext>
                </a:extLst>
              </p:cNvPr>
              <p:cNvSpPr/>
              <p:nvPr/>
            </p:nvSpPr>
            <p:spPr>
              <a:xfrm>
                <a:off x="4114765"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8" name="椭圆 10997">
                <a:extLst>
                  <a:ext uri="{FF2B5EF4-FFF2-40B4-BE49-F238E27FC236}">
                    <a16:creationId xmlns:a16="http://schemas.microsoft.com/office/drawing/2014/main" id="{23679373-C7A9-497B-9563-B4A80E201A69}"/>
                  </a:ext>
                </a:extLst>
              </p:cNvPr>
              <p:cNvSpPr/>
              <p:nvPr/>
            </p:nvSpPr>
            <p:spPr>
              <a:xfrm>
                <a:off x="4114765"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9" name="椭圆 10998">
                <a:extLst>
                  <a:ext uri="{FF2B5EF4-FFF2-40B4-BE49-F238E27FC236}">
                    <a16:creationId xmlns:a16="http://schemas.microsoft.com/office/drawing/2014/main" id="{1845E1E7-F3ED-4695-AF55-69E653EF1FEC}"/>
                  </a:ext>
                </a:extLst>
              </p:cNvPr>
              <p:cNvSpPr/>
              <p:nvPr/>
            </p:nvSpPr>
            <p:spPr>
              <a:xfrm>
                <a:off x="401203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0" name="椭圆 10999">
                <a:extLst>
                  <a:ext uri="{FF2B5EF4-FFF2-40B4-BE49-F238E27FC236}">
                    <a16:creationId xmlns:a16="http://schemas.microsoft.com/office/drawing/2014/main" id="{06897C18-3FAB-452A-9D5F-EA592CB6C936}"/>
                  </a:ext>
                </a:extLst>
              </p:cNvPr>
              <p:cNvSpPr/>
              <p:nvPr/>
            </p:nvSpPr>
            <p:spPr>
              <a:xfrm>
                <a:off x="391682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1" name="椭圆 11000">
                <a:extLst>
                  <a:ext uri="{FF2B5EF4-FFF2-40B4-BE49-F238E27FC236}">
                    <a16:creationId xmlns:a16="http://schemas.microsoft.com/office/drawing/2014/main" id="{02164C3D-42C2-4A81-828B-8490CFF8FF75}"/>
                  </a:ext>
                </a:extLst>
              </p:cNvPr>
              <p:cNvSpPr/>
              <p:nvPr/>
            </p:nvSpPr>
            <p:spPr>
              <a:xfrm>
                <a:off x="400391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2" name="椭圆 11001">
                <a:extLst>
                  <a:ext uri="{FF2B5EF4-FFF2-40B4-BE49-F238E27FC236}">
                    <a16:creationId xmlns:a16="http://schemas.microsoft.com/office/drawing/2014/main" id="{12ABAF17-5F7D-4BAE-8C4C-45073E7AAE33}"/>
                  </a:ext>
                </a:extLst>
              </p:cNvPr>
              <p:cNvSpPr/>
              <p:nvPr/>
            </p:nvSpPr>
            <p:spPr>
              <a:xfrm>
                <a:off x="4092779"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3" name="椭圆 11002">
                <a:extLst>
                  <a:ext uri="{FF2B5EF4-FFF2-40B4-BE49-F238E27FC236}">
                    <a16:creationId xmlns:a16="http://schemas.microsoft.com/office/drawing/2014/main" id="{05E61B94-B420-43DC-83D4-5F2E808A3103}"/>
                  </a:ext>
                </a:extLst>
              </p:cNvPr>
              <p:cNvSpPr/>
              <p:nvPr/>
            </p:nvSpPr>
            <p:spPr>
              <a:xfrm>
                <a:off x="397261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4" name="椭圆 11003">
                <a:extLst>
                  <a:ext uri="{FF2B5EF4-FFF2-40B4-BE49-F238E27FC236}">
                    <a16:creationId xmlns:a16="http://schemas.microsoft.com/office/drawing/2014/main" id="{F75EDC89-DD3C-41B0-B664-60FF06DD04DE}"/>
                  </a:ext>
                </a:extLst>
              </p:cNvPr>
              <p:cNvSpPr/>
              <p:nvPr/>
            </p:nvSpPr>
            <p:spPr>
              <a:xfrm>
                <a:off x="401276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5" name="椭圆 11004">
                <a:extLst>
                  <a:ext uri="{FF2B5EF4-FFF2-40B4-BE49-F238E27FC236}">
                    <a16:creationId xmlns:a16="http://schemas.microsoft.com/office/drawing/2014/main" id="{0E772DA6-A34A-4612-867D-1F6E3BDAD6EC}"/>
                  </a:ext>
                </a:extLst>
              </p:cNvPr>
              <p:cNvSpPr/>
              <p:nvPr/>
            </p:nvSpPr>
            <p:spPr>
              <a:xfrm>
                <a:off x="400102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6" name="椭圆 11005">
                <a:extLst>
                  <a:ext uri="{FF2B5EF4-FFF2-40B4-BE49-F238E27FC236}">
                    <a16:creationId xmlns:a16="http://schemas.microsoft.com/office/drawing/2014/main" id="{F6B37EE0-552A-4DF4-8906-636BE434AEA3}"/>
                  </a:ext>
                </a:extLst>
              </p:cNvPr>
              <p:cNvSpPr/>
              <p:nvPr/>
            </p:nvSpPr>
            <p:spPr>
              <a:xfrm>
                <a:off x="4078318"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7" name="椭圆 11006">
                <a:extLst>
                  <a:ext uri="{FF2B5EF4-FFF2-40B4-BE49-F238E27FC236}">
                    <a16:creationId xmlns:a16="http://schemas.microsoft.com/office/drawing/2014/main" id="{38CCF2B0-5721-4509-A6AD-57F1F84A96A3}"/>
                  </a:ext>
                </a:extLst>
              </p:cNvPr>
              <p:cNvSpPr/>
              <p:nvPr/>
            </p:nvSpPr>
            <p:spPr>
              <a:xfrm>
                <a:off x="41903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8" name="椭圆 11007">
                <a:extLst>
                  <a:ext uri="{FF2B5EF4-FFF2-40B4-BE49-F238E27FC236}">
                    <a16:creationId xmlns:a16="http://schemas.microsoft.com/office/drawing/2014/main" id="{FA4745DA-68D9-44D2-9BCD-ADCA68EFD1D3}"/>
                  </a:ext>
                </a:extLst>
              </p:cNvPr>
              <p:cNvSpPr/>
              <p:nvPr/>
            </p:nvSpPr>
            <p:spPr>
              <a:xfrm>
                <a:off x="416082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9" name="椭圆 11008">
                <a:extLst>
                  <a:ext uri="{FF2B5EF4-FFF2-40B4-BE49-F238E27FC236}">
                    <a16:creationId xmlns:a16="http://schemas.microsoft.com/office/drawing/2014/main" id="{252DEE4F-766E-4089-B18B-2AC62DD0466C}"/>
                  </a:ext>
                </a:extLst>
              </p:cNvPr>
              <p:cNvSpPr/>
              <p:nvPr/>
            </p:nvSpPr>
            <p:spPr>
              <a:xfrm>
                <a:off x="424829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0" name="椭圆 11009">
                <a:extLst>
                  <a:ext uri="{FF2B5EF4-FFF2-40B4-BE49-F238E27FC236}">
                    <a16:creationId xmlns:a16="http://schemas.microsoft.com/office/drawing/2014/main" id="{1C8F54D1-6D5C-4FB1-8D22-59415DB5D11D}"/>
                  </a:ext>
                </a:extLst>
              </p:cNvPr>
              <p:cNvSpPr/>
              <p:nvPr/>
            </p:nvSpPr>
            <p:spPr>
              <a:xfrm>
                <a:off x="412467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1" name="椭圆 11010">
                <a:extLst>
                  <a:ext uri="{FF2B5EF4-FFF2-40B4-BE49-F238E27FC236}">
                    <a16:creationId xmlns:a16="http://schemas.microsoft.com/office/drawing/2014/main" id="{0C3ED628-3494-49D0-8E49-AEEEF13E31FC}"/>
                  </a:ext>
                </a:extLst>
              </p:cNvPr>
              <p:cNvSpPr/>
              <p:nvPr/>
            </p:nvSpPr>
            <p:spPr>
              <a:xfrm>
                <a:off x="4091458"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2" name="椭圆 11011">
                <a:extLst>
                  <a:ext uri="{FF2B5EF4-FFF2-40B4-BE49-F238E27FC236}">
                    <a16:creationId xmlns:a16="http://schemas.microsoft.com/office/drawing/2014/main" id="{D4F65955-C070-413E-9C04-9318CB37925C}"/>
                  </a:ext>
                </a:extLst>
              </p:cNvPr>
              <p:cNvSpPr/>
              <p:nvPr/>
            </p:nvSpPr>
            <p:spPr>
              <a:xfrm>
                <a:off x="4117224" y="3001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3" name="椭圆 11012">
                <a:extLst>
                  <a:ext uri="{FF2B5EF4-FFF2-40B4-BE49-F238E27FC236}">
                    <a16:creationId xmlns:a16="http://schemas.microsoft.com/office/drawing/2014/main" id="{251E70F8-79C6-4121-A220-B5011A7FAD60}"/>
                  </a:ext>
                </a:extLst>
              </p:cNvPr>
              <p:cNvSpPr/>
              <p:nvPr/>
            </p:nvSpPr>
            <p:spPr>
              <a:xfrm>
                <a:off x="4157084" y="29278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4" name="椭圆 11013">
                <a:extLst>
                  <a:ext uri="{FF2B5EF4-FFF2-40B4-BE49-F238E27FC236}">
                    <a16:creationId xmlns:a16="http://schemas.microsoft.com/office/drawing/2014/main" id="{E3496E76-CAE4-4F14-ADAA-346F5019C003}"/>
                  </a:ext>
                </a:extLst>
              </p:cNvPr>
              <p:cNvSpPr/>
              <p:nvPr/>
            </p:nvSpPr>
            <p:spPr>
              <a:xfrm>
                <a:off x="3917702" y="2851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5" name="椭圆 11014">
                <a:extLst>
                  <a:ext uri="{FF2B5EF4-FFF2-40B4-BE49-F238E27FC236}">
                    <a16:creationId xmlns:a16="http://schemas.microsoft.com/office/drawing/2014/main" id="{A5442C38-DAC0-4A25-A288-50AA277CC002}"/>
                  </a:ext>
                </a:extLst>
              </p:cNvPr>
              <p:cNvSpPr/>
              <p:nvPr/>
            </p:nvSpPr>
            <p:spPr>
              <a:xfrm>
                <a:off x="403467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6" name="椭圆 11015">
                <a:extLst>
                  <a:ext uri="{FF2B5EF4-FFF2-40B4-BE49-F238E27FC236}">
                    <a16:creationId xmlns:a16="http://schemas.microsoft.com/office/drawing/2014/main" id="{9B9AD5A5-BE56-432D-9DEF-EF2ADA91FDEE}"/>
                  </a:ext>
                </a:extLst>
              </p:cNvPr>
              <p:cNvSpPr/>
              <p:nvPr/>
            </p:nvSpPr>
            <p:spPr>
              <a:xfrm>
                <a:off x="411392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7" name="椭圆 11016">
                <a:extLst>
                  <a:ext uri="{FF2B5EF4-FFF2-40B4-BE49-F238E27FC236}">
                    <a16:creationId xmlns:a16="http://schemas.microsoft.com/office/drawing/2014/main" id="{29E2C489-9EBB-4869-B447-341884359640}"/>
                  </a:ext>
                </a:extLst>
              </p:cNvPr>
              <p:cNvSpPr/>
              <p:nvPr/>
            </p:nvSpPr>
            <p:spPr>
              <a:xfrm>
                <a:off x="398923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8" name="椭圆 11017">
                <a:extLst>
                  <a:ext uri="{FF2B5EF4-FFF2-40B4-BE49-F238E27FC236}">
                    <a16:creationId xmlns:a16="http://schemas.microsoft.com/office/drawing/2014/main" id="{B1CD9CD0-AD0F-43A7-AAE1-9527A6446115}"/>
                  </a:ext>
                </a:extLst>
              </p:cNvPr>
              <p:cNvSpPr/>
              <p:nvPr/>
            </p:nvSpPr>
            <p:spPr>
              <a:xfrm>
                <a:off x="3987586" y="30385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9" name="椭圆 11018">
                <a:extLst>
                  <a:ext uri="{FF2B5EF4-FFF2-40B4-BE49-F238E27FC236}">
                    <a16:creationId xmlns:a16="http://schemas.microsoft.com/office/drawing/2014/main" id="{EEB1951C-E102-47E3-875A-460549727161}"/>
                  </a:ext>
                </a:extLst>
              </p:cNvPr>
              <p:cNvSpPr/>
              <p:nvPr/>
            </p:nvSpPr>
            <p:spPr>
              <a:xfrm>
                <a:off x="4016031" y="3021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0" name="椭圆 11019">
                <a:extLst>
                  <a:ext uri="{FF2B5EF4-FFF2-40B4-BE49-F238E27FC236}">
                    <a16:creationId xmlns:a16="http://schemas.microsoft.com/office/drawing/2014/main" id="{A2CBE500-6778-41F3-B435-3B4017C6529F}"/>
                  </a:ext>
                </a:extLst>
              </p:cNvPr>
              <p:cNvSpPr/>
              <p:nvPr/>
            </p:nvSpPr>
            <p:spPr>
              <a:xfrm>
                <a:off x="39943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1" name="椭圆 11020">
                <a:extLst>
                  <a:ext uri="{FF2B5EF4-FFF2-40B4-BE49-F238E27FC236}">
                    <a16:creationId xmlns:a16="http://schemas.microsoft.com/office/drawing/2014/main" id="{5392C772-4E1A-4388-8B54-F811595E08AD}"/>
                  </a:ext>
                </a:extLst>
              </p:cNvPr>
              <p:cNvSpPr/>
              <p:nvPr/>
            </p:nvSpPr>
            <p:spPr>
              <a:xfrm>
                <a:off x="4230051"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2" name="椭圆 11021">
                <a:extLst>
                  <a:ext uri="{FF2B5EF4-FFF2-40B4-BE49-F238E27FC236}">
                    <a16:creationId xmlns:a16="http://schemas.microsoft.com/office/drawing/2014/main" id="{EDF707DC-4918-41A2-8F7F-89EDF91A8584}"/>
                  </a:ext>
                </a:extLst>
              </p:cNvPr>
              <p:cNvSpPr/>
              <p:nvPr/>
            </p:nvSpPr>
            <p:spPr>
              <a:xfrm>
                <a:off x="39809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3" name="椭圆 11022">
                <a:extLst>
                  <a:ext uri="{FF2B5EF4-FFF2-40B4-BE49-F238E27FC236}">
                    <a16:creationId xmlns:a16="http://schemas.microsoft.com/office/drawing/2014/main" id="{2F868DC1-461E-4397-8761-E23E776D5761}"/>
                  </a:ext>
                </a:extLst>
              </p:cNvPr>
              <p:cNvSpPr/>
              <p:nvPr/>
            </p:nvSpPr>
            <p:spPr>
              <a:xfrm>
                <a:off x="405317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4" name="椭圆 11023">
                <a:extLst>
                  <a:ext uri="{FF2B5EF4-FFF2-40B4-BE49-F238E27FC236}">
                    <a16:creationId xmlns:a16="http://schemas.microsoft.com/office/drawing/2014/main" id="{42941E9C-24E4-431A-878D-6D44543F6AE7}"/>
                  </a:ext>
                </a:extLst>
              </p:cNvPr>
              <p:cNvSpPr/>
              <p:nvPr/>
            </p:nvSpPr>
            <p:spPr>
              <a:xfrm>
                <a:off x="3957856"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5" name="椭圆 11024">
                <a:extLst>
                  <a:ext uri="{FF2B5EF4-FFF2-40B4-BE49-F238E27FC236}">
                    <a16:creationId xmlns:a16="http://schemas.microsoft.com/office/drawing/2014/main" id="{B5B6846B-DB93-4556-9727-50A8F1FDD0D8}"/>
                  </a:ext>
                </a:extLst>
              </p:cNvPr>
              <p:cNvSpPr/>
              <p:nvPr/>
            </p:nvSpPr>
            <p:spPr>
              <a:xfrm>
                <a:off x="3815298"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6" name="椭圆 11025">
                <a:extLst>
                  <a:ext uri="{FF2B5EF4-FFF2-40B4-BE49-F238E27FC236}">
                    <a16:creationId xmlns:a16="http://schemas.microsoft.com/office/drawing/2014/main" id="{1DF51B5D-44FC-4D0B-8D16-A8A7E5560B02}"/>
                  </a:ext>
                </a:extLst>
              </p:cNvPr>
              <p:cNvSpPr/>
              <p:nvPr/>
            </p:nvSpPr>
            <p:spPr>
              <a:xfrm>
                <a:off x="4019078"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7" name="椭圆 11026">
                <a:extLst>
                  <a:ext uri="{FF2B5EF4-FFF2-40B4-BE49-F238E27FC236}">
                    <a16:creationId xmlns:a16="http://schemas.microsoft.com/office/drawing/2014/main" id="{668D0CC4-3C6B-4110-A8F2-0879C0A276E9}"/>
                  </a:ext>
                </a:extLst>
              </p:cNvPr>
              <p:cNvSpPr/>
              <p:nvPr/>
            </p:nvSpPr>
            <p:spPr>
              <a:xfrm>
                <a:off x="403049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8" name="椭圆 11027">
                <a:extLst>
                  <a:ext uri="{FF2B5EF4-FFF2-40B4-BE49-F238E27FC236}">
                    <a16:creationId xmlns:a16="http://schemas.microsoft.com/office/drawing/2014/main" id="{A1230F92-C5D2-4C8F-96BB-3AF4BBC417E3}"/>
                  </a:ext>
                </a:extLst>
              </p:cNvPr>
              <p:cNvSpPr/>
              <p:nvPr/>
            </p:nvSpPr>
            <p:spPr>
              <a:xfrm>
                <a:off x="39935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9" name="椭圆 11028">
                <a:extLst>
                  <a:ext uri="{FF2B5EF4-FFF2-40B4-BE49-F238E27FC236}">
                    <a16:creationId xmlns:a16="http://schemas.microsoft.com/office/drawing/2014/main" id="{C951C3A0-2EAD-44A5-A871-0EC2F5F1FA7F}"/>
                  </a:ext>
                </a:extLst>
              </p:cNvPr>
              <p:cNvSpPr/>
              <p:nvPr/>
            </p:nvSpPr>
            <p:spPr>
              <a:xfrm>
                <a:off x="404146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0" name="椭圆 11029">
                <a:extLst>
                  <a:ext uri="{FF2B5EF4-FFF2-40B4-BE49-F238E27FC236}">
                    <a16:creationId xmlns:a16="http://schemas.microsoft.com/office/drawing/2014/main" id="{720F544F-839A-43D0-A67D-4DE6B77AA323}"/>
                  </a:ext>
                </a:extLst>
              </p:cNvPr>
              <p:cNvSpPr/>
              <p:nvPr/>
            </p:nvSpPr>
            <p:spPr>
              <a:xfrm>
                <a:off x="4076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1" name="椭圆 11030">
                <a:extLst>
                  <a:ext uri="{FF2B5EF4-FFF2-40B4-BE49-F238E27FC236}">
                    <a16:creationId xmlns:a16="http://schemas.microsoft.com/office/drawing/2014/main" id="{C1FA70B3-DAA6-4EE0-A551-1700B49CDB85}"/>
                  </a:ext>
                </a:extLst>
              </p:cNvPr>
              <p:cNvSpPr/>
              <p:nvPr/>
            </p:nvSpPr>
            <p:spPr>
              <a:xfrm>
                <a:off x="39489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2" name="椭圆 11031">
                <a:extLst>
                  <a:ext uri="{FF2B5EF4-FFF2-40B4-BE49-F238E27FC236}">
                    <a16:creationId xmlns:a16="http://schemas.microsoft.com/office/drawing/2014/main" id="{8DD0F439-85CD-42BC-A79D-AB3DC39804F8}"/>
                  </a:ext>
                </a:extLst>
              </p:cNvPr>
              <p:cNvSpPr/>
              <p:nvPr/>
            </p:nvSpPr>
            <p:spPr>
              <a:xfrm>
                <a:off x="3748241"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3" name="椭圆 11032">
                <a:extLst>
                  <a:ext uri="{FF2B5EF4-FFF2-40B4-BE49-F238E27FC236}">
                    <a16:creationId xmlns:a16="http://schemas.microsoft.com/office/drawing/2014/main" id="{747EBA28-1A56-4D03-B939-CB2B94FE4DF9}"/>
                  </a:ext>
                </a:extLst>
              </p:cNvPr>
              <p:cNvSpPr/>
              <p:nvPr/>
            </p:nvSpPr>
            <p:spPr>
              <a:xfrm>
                <a:off x="401973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4" name="椭圆 11033">
                <a:extLst>
                  <a:ext uri="{FF2B5EF4-FFF2-40B4-BE49-F238E27FC236}">
                    <a16:creationId xmlns:a16="http://schemas.microsoft.com/office/drawing/2014/main" id="{AFF33389-E16C-4120-8F38-4DD9F0830F37}"/>
                  </a:ext>
                </a:extLst>
              </p:cNvPr>
              <p:cNvSpPr/>
              <p:nvPr/>
            </p:nvSpPr>
            <p:spPr>
              <a:xfrm>
                <a:off x="4018123"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5" name="椭圆 11034">
                <a:extLst>
                  <a:ext uri="{FF2B5EF4-FFF2-40B4-BE49-F238E27FC236}">
                    <a16:creationId xmlns:a16="http://schemas.microsoft.com/office/drawing/2014/main" id="{D71A5EA6-07A5-41F0-BDD7-14EC076D0B10}"/>
                  </a:ext>
                </a:extLst>
              </p:cNvPr>
              <p:cNvSpPr/>
              <p:nvPr/>
            </p:nvSpPr>
            <p:spPr>
              <a:xfrm>
                <a:off x="39695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6" name="椭圆 11035">
                <a:extLst>
                  <a:ext uri="{FF2B5EF4-FFF2-40B4-BE49-F238E27FC236}">
                    <a16:creationId xmlns:a16="http://schemas.microsoft.com/office/drawing/2014/main" id="{1E88B5EC-4715-4279-8B53-68BEF437B096}"/>
                  </a:ext>
                </a:extLst>
              </p:cNvPr>
              <p:cNvSpPr/>
              <p:nvPr/>
            </p:nvSpPr>
            <p:spPr>
              <a:xfrm>
                <a:off x="405446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7" name="椭圆 11036">
                <a:extLst>
                  <a:ext uri="{FF2B5EF4-FFF2-40B4-BE49-F238E27FC236}">
                    <a16:creationId xmlns:a16="http://schemas.microsoft.com/office/drawing/2014/main" id="{78528D42-4A7F-4649-B395-6FBB136ED445}"/>
                  </a:ext>
                </a:extLst>
              </p:cNvPr>
              <p:cNvSpPr/>
              <p:nvPr/>
            </p:nvSpPr>
            <p:spPr>
              <a:xfrm>
                <a:off x="407787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8" name="椭圆 11037">
                <a:extLst>
                  <a:ext uri="{FF2B5EF4-FFF2-40B4-BE49-F238E27FC236}">
                    <a16:creationId xmlns:a16="http://schemas.microsoft.com/office/drawing/2014/main" id="{0730FCCC-21F5-4366-9281-B20DA07A114D}"/>
                  </a:ext>
                </a:extLst>
              </p:cNvPr>
              <p:cNvSpPr/>
              <p:nvPr/>
            </p:nvSpPr>
            <p:spPr>
              <a:xfrm>
                <a:off x="4148348" y="2893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9" name="椭圆 11038">
                <a:extLst>
                  <a:ext uri="{FF2B5EF4-FFF2-40B4-BE49-F238E27FC236}">
                    <a16:creationId xmlns:a16="http://schemas.microsoft.com/office/drawing/2014/main" id="{920EB8E9-F27D-47E4-8D4A-747059A3BDDE}"/>
                  </a:ext>
                </a:extLst>
              </p:cNvPr>
              <p:cNvSpPr/>
              <p:nvPr/>
            </p:nvSpPr>
            <p:spPr>
              <a:xfrm>
                <a:off x="41249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0" name="椭圆 11039">
                <a:extLst>
                  <a:ext uri="{FF2B5EF4-FFF2-40B4-BE49-F238E27FC236}">
                    <a16:creationId xmlns:a16="http://schemas.microsoft.com/office/drawing/2014/main" id="{6299C221-7A3D-448F-8C78-74129A20C241}"/>
                  </a:ext>
                </a:extLst>
              </p:cNvPr>
              <p:cNvSpPr/>
              <p:nvPr/>
            </p:nvSpPr>
            <p:spPr>
              <a:xfrm>
                <a:off x="39926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1" name="椭圆 11040">
                <a:extLst>
                  <a:ext uri="{FF2B5EF4-FFF2-40B4-BE49-F238E27FC236}">
                    <a16:creationId xmlns:a16="http://schemas.microsoft.com/office/drawing/2014/main" id="{A90BBDEA-BD4E-4F4D-A2F7-C2631F5DAC35}"/>
                  </a:ext>
                </a:extLst>
              </p:cNvPr>
              <p:cNvSpPr/>
              <p:nvPr/>
            </p:nvSpPr>
            <p:spPr>
              <a:xfrm>
                <a:off x="39832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2" name="椭圆 11041">
                <a:extLst>
                  <a:ext uri="{FF2B5EF4-FFF2-40B4-BE49-F238E27FC236}">
                    <a16:creationId xmlns:a16="http://schemas.microsoft.com/office/drawing/2014/main" id="{35306756-DE19-4690-A09C-C28BD59199EC}"/>
                  </a:ext>
                </a:extLst>
              </p:cNvPr>
              <p:cNvSpPr/>
              <p:nvPr/>
            </p:nvSpPr>
            <p:spPr>
              <a:xfrm>
                <a:off x="3901516"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3" name="椭圆 11042">
                <a:extLst>
                  <a:ext uri="{FF2B5EF4-FFF2-40B4-BE49-F238E27FC236}">
                    <a16:creationId xmlns:a16="http://schemas.microsoft.com/office/drawing/2014/main" id="{BDF87140-E04C-4884-AB60-F0CBDBE2A1A6}"/>
                  </a:ext>
                </a:extLst>
              </p:cNvPr>
              <p:cNvSpPr/>
              <p:nvPr/>
            </p:nvSpPr>
            <p:spPr>
              <a:xfrm>
                <a:off x="385802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4" name="椭圆 11043">
                <a:extLst>
                  <a:ext uri="{FF2B5EF4-FFF2-40B4-BE49-F238E27FC236}">
                    <a16:creationId xmlns:a16="http://schemas.microsoft.com/office/drawing/2014/main" id="{8EB4C61B-723C-4422-A4C4-7BCE1D5A68AD}"/>
                  </a:ext>
                </a:extLst>
              </p:cNvPr>
              <p:cNvSpPr/>
              <p:nvPr/>
            </p:nvSpPr>
            <p:spPr>
              <a:xfrm>
                <a:off x="384587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5" name="椭圆 11044">
                <a:extLst>
                  <a:ext uri="{FF2B5EF4-FFF2-40B4-BE49-F238E27FC236}">
                    <a16:creationId xmlns:a16="http://schemas.microsoft.com/office/drawing/2014/main" id="{DDD5DB51-95BB-4898-A23B-F99FC8415452}"/>
                  </a:ext>
                </a:extLst>
              </p:cNvPr>
              <p:cNvSpPr/>
              <p:nvPr/>
            </p:nvSpPr>
            <p:spPr>
              <a:xfrm>
                <a:off x="3741524" y="26650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6" name="椭圆 11045">
                <a:extLst>
                  <a:ext uri="{FF2B5EF4-FFF2-40B4-BE49-F238E27FC236}">
                    <a16:creationId xmlns:a16="http://schemas.microsoft.com/office/drawing/2014/main" id="{3EE0B055-A4EE-4244-9CBB-E1DE7995E345}"/>
                  </a:ext>
                </a:extLst>
              </p:cNvPr>
              <p:cNvSpPr/>
              <p:nvPr/>
            </p:nvSpPr>
            <p:spPr>
              <a:xfrm>
                <a:off x="397738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7" name="椭圆 11046">
                <a:extLst>
                  <a:ext uri="{FF2B5EF4-FFF2-40B4-BE49-F238E27FC236}">
                    <a16:creationId xmlns:a16="http://schemas.microsoft.com/office/drawing/2014/main" id="{5DEEEB9D-A3B1-4FEB-B1B3-AE1C506C998A}"/>
                  </a:ext>
                </a:extLst>
              </p:cNvPr>
              <p:cNvSpPr/>
              <p:nvPr/>
            </p:nvSpPr>
            <p:spPr>
              <a:xfrm>
                <a:off x="3875750"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8" name="椭圆 11047">
                <a:extLst>
                  <a:ext uri="{FF2B5EF4-FFF2-40B4-BE49-F238E27FC236}">
                    <a16:creationId xmlns:a16="http://schemas.microsoft.com/office/drawing/2014/main" id="{D1FA48C6-31DC-4531-96BE-79AEB891B2C0}"/>
                  </a:ext>
                </a:extLst>
              </p:cNvPr>
              <p:cNvSpPr/>
              <p:nvPr/>
            </p:nvSpPr>
            <p:spPr>
              <a:xfrm>
                <a:off x="4020509"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9" name="椭圆 11048">
                <a:extLst>
                  <a:ext uri="{FF2B5EF4-FFF2-40B4-BE49-F238E27FC236}">
                    <a16:creationId xmlns:a16="http://schemas.microsoft.com/office/drawing/2014/main" id="{0B062A45-F1A0-4C96-87C1-288212F22068}"/>
                  </a:ext>
                </a:extLst>
              </p:cNvPr>
              <p:cNvSpPr/>
              <p:nvPr/>
            </p:nvSpPr>
            <p:spPr>
              <a:xfrm>
                <a:off x="401485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0" name="椭圆 11049">
                <a:extLst>
                  <a:ext uri="{FF2B5EF4-FFF2-40B4-BE49-F238E27FC236}">
                    <a16:creationId xmlns:a16="http://schemas.microsoft.com/office/drawing/2014/main" id="{E90097ED-5F6D-43D5-AA81-9373998A167C}"/>
                  </a:ext>
                </a:extLst>
              </p:cNvPr>
              <p:cNvSpPr/>
              <p:nvPr/>
            </p:nvSpPr>
            <p:spPr>
              <a:xfrm>
                <a:off x="399261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1" name="椭圆 11050">
                <a:extLst>
                  <a:ext uri="{FF2B5EF4-FFF2-40B4-BE49-F238E27FC236}">
                    <a16:creationId xmlns:a16="http://schemas.microsoft.com/office/drawing/2014/main" id="{9EAB0E36-C895-44E4-822F-A75194E30EFA}"/>
                  </a:ext>
                </a:extLst>
              </p:cNvPr>
              <p:cNvSpPr/>
              <p:nvPr/>
            </p:nvSpPr>
            <p:spPr>
              <a:xfrm>
                <a:off x="401221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2" name="椭圆 11051">
                <a:extLst>
                  <a:ext uri="{FF2B5EF4-FFF2-40B4-BE49-F238E27FC236}">
                    <a16:creationId xmlns:a16="http://schemas.microsoft.com/office/drawing/2014/main" id="{959471C5-7AC2-4883-95B9-29BEB7BEF351}"/>
                  </a:ext>
                </a:extLst>
              </p:cNvPr>
              <p:cNvSpPr/>
              <p:nvPr/>
            </p:nvSpPr>
            <p:spPr>
              <a:xfrm>
                <a:off x="394651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3" name="椭圆 11052">
                <a:extLst>
                  <a:ext uri="{FF2B5EF4-FFF2-40B4-BE49-F238E27FC236}">
                    <a16:creationId xmlns:a16="http://schemas.microsoft.com/office/drawing/2014/main" id="{25CC6A7A-9B50-4C8F-8EC7-0BD43564C189}"/>
                  </a:ext>
                </a:extLst>
              </p:cNvPr>
              <p:cNvSpPr/>
              <p:nvPr/>
            </p:nvSpPr>
            <p:spPr>
              <a:xfrm>
                <a:off x="4013389"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4" name="椭圆 11053">
                <a:extLst>
                  <a:ext uri="{FF2B5EF4-FFF2-40B4-BE49-F238E27FC236}">
                    <a16:creationId xmlns:a16="http://schemas.microsoft.com/office/drawing/2014/main" id="{CC94D8C4-B746-4689-B553-FB9E33742B96}"/>
                  </a:ext>
                </a:extLst>
              </p:cNvPr>
              <p:cNvSpPr/>
              <p:nvPr/>
            </p:nvSpPr>
            <p:spPr>
              <a:xfrm>
                <a:off x="407740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5" name="椭圆 11054">
                <a:extLst>
                  <a:ext uri="{FF2B5EF4-FFF2-40B4-BE49-F238E27FC236}">
                    <a16:creationId xmlns:a16="http://schemas.microsoft.com/office/drawing/2014/main" id="{D3F98A92-919A-47E1-B208-709E2F9F31BB}"/>
                  </a:ext>
                </a:extLst>
              </p:cNvPr>
              <p:cNvSpPr/>
              <p:nvPr/>
            </p:nvSpPr>
            <p:spPr>
              <a:xfrm>
                <a:off x="4008140"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6" name="椭圆 11055">
                <a:extLst>
                  <a:ext uri="{FF2B5EF4-FFF2-40B4-BE49-F238E27FC236}">
                    <a16:creationId xmlns:a16="http://schemas.microsoft.com/office/drawing/2014/main" id="{6F47A316-2DD1-4B84-91EB-0222296E7E15}"/>
                  </a:ext>
                </a:extLst>
              </p:cNvPr>
              <p:cNvSpPr/>
              <p:nvPr/>
            </p:nvSpPr>
            <p:spPr>
              <a:xfrm>
                <a:off x="3925557"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7" name="椭圆 11056">
                <a:extLst>
                  <a:ext uri="{FF2B5EF4-FFF2-40B4-BE49-F238E27FC236}">
                    <a16:creationId xmlns:a16="http://schemas.microsoft.com/office/drawing/2014/main" id="{500D48BD-6E30-4C1B-ACDF-8F1D8954DB06}"/>
                  </a:ext>
                </a:extLst>
              </p:cNvPr>
              <p:cNvSpPr/>
              <p:nvPr/>
            </p:nvSpPr>
            <p:spPr>
              <a:xfrm>
                <a:off x="4082796" y="2950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8" name="椭圆 11057">
                <a:extLst>
                  <a:ext uri="{FF2B5EF4-FFF2-40B4-BE49-F238E27FC236}">
                    <a16:creationId xmlns:a16="http://schemas.microsoft.com/office/drawing/2014/main" id="{07BD3885-6FD1-4186-BA56-7314F3CD7EB0}"/>
                  </a:ext>
                </a:extLst>
              </p:cNvPr>
              <p:cNvSpPr/>
              <p:nvPr/>
            </p:nvSpPr>
            <p:spPr>
              <a:xfrm>
                <a:off x="3817794"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9" name="椭圆 11058">
                <a:extLst>
                  <a:ext uri="{FF2B5EF4-FFF2-40B4-BE49-F238E27FC236}">
                    <a16:creationId xmlns:a16="http://schemas.microsoft.com/office/drawing/2014/main" id="{42A859B4-46B1-4733-BD9B-0554CDF51FBE}"/>
                  </a:ext>
                </a:extLst>
              </p:cNvPr>
              <p:cNvSpPr/>
              <p:nvPr/>
            </p:nvSpPr>
            <p:spPr>
              <a:xfrm>
                <a:off x="40319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0" name="椭圆 11059">
                <a:extLst>
                  <a:ext uri="{FF2B5EF4-FFF2-40B4-BE49-F238E27FC236}">
                    <a16:creationId xmlns:a16="http://schemas.microsoft.com/office/drawing/2014/main" id="{E905525D-D030-460C-AABA-503CDB486CDB}"/>
                  </a:ext>
                </a:extLst>
              </p:cNvPr>
              <p:cNvSpPr/>
              <p:nvPr/>
            </p:nvSpPr>
            <p:spPr>
              <a:xfrm>
                <a:off x="40572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1" name="椭圆 11060">
                <a:extLst>
                  <a:ext uri="{FF2B5EF4-FFF2-40B4-BE49-F238E27FC236}">
                    <a16:creationId xmlns:a16="http://schemas.microsoft.com/office/drawing/2014/main" id="{06DF00C7-DC62-48EC-8B3B-B5D203379D15}"/>
                  </a:ext>
                </a:extLst>
              </p:cNvPr>
              <p:cNvSpPr/>
              <p:nvPr/>
            </p:nvSpPr>
            <p:spPr>
              <a:xfrm>
                <a:off x="404539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2" name="椭圆 11061">
                <a:extLst>
                  <a:ext uri="{FF2B5EF4-FFF2-40B4-BE49-F238E27FC236}">
                    <a16:creationId xmlns:a16="http://schemas.microsoft.com/office/drawing/2014/main" id="{C8368019-659A-4249-BE01-EF67902D2F47}"/>
                  </a:ext>
                </a:extLst>
              </p:cNvPr>
              <p:cNvSpPr/>
              <p:nvPr/>
            </p:nvSpPr>
            <p:spPr>
              <a:xfrm>
                <a:off x="397485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3" name="椭圆 11062">
                <a:extLst>
                  <a:ext uri="{FF2B5EF4-FFF2-40B4-BE49-F238E27FC236}">
                    <a16:creationId xmlns:a16="http://schemas.microsoft.com/office/drawing/2014/main" id="{EC8A24B1-6172-4E8C-A9D9-11D615A28165}"/>
                  </a:ext>
                </a:extLst>
              </p:cNvPr>
              <p:cNvSpPr/>
              <p:nvPr/>
            </p:nvSpPr>
            <p:spPr>
              <a:xfrm>
                <a:off x="4119022"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4" name="椭圆 11063">
                <a:extLst>
                  <a:ext uri="{FF2B5EF4-FFF2-40B4-BE49-F238E27FC236}">
                    <a16:creationId xmlns:a16="http://schemas.microsoft.com/office/drawing/2014/main" id="{DAA07393-06BC-4778-8C76-4E7C792885C7}"/>
                  </a:ext>
                </a:extLst>
              </p:cNvPr>
              <p:cNvSpPr/>
              <p:nvPr/>
            </p:nvSpPr>
            <p:spPr>
              <a:xfrm>
                <a:off x="403258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5" name="椭圆 11064">
                <a:extLst>
                  <a:ext uri="{FF2B5EF4-FFF2-40B4-BE49-F238E27FC236}">
                    <a16:creationId xmlns:a16="http://schemas.microsoft.com/office/drawing/2014/main" id="{8E8AB5A6-5C37-42FC-BB65-F026E25994D8}"/>
                  </a:ext>
                </a:extLst>
              </p:cNvPr>
              <p:cNvSpPr/>
              <p:nvPr/>
            </p:nvSpPr>
            <p:spPr>
              <a:xfrm>
                <a:off x="400135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6" name="椭圆 11065">
                <a:extLst>
                  <a:ext uri="{FF2B5EF4-FFF2-40B4-BE49-F238E27FC236}">
                    <a16:creationId xmlns:a16="http://schemas.microsoft.com/office/drawing/2014/main" id="{285E9409-0E17-4B46-B5F3-FA92B9BD8930}"/>
                  </a:ext>
                </a:extLst>
              </p:cNvPr>
              <p:cNvSpPr/>
              <p:nvPr/>
            </p:nvSpPr>
            <p:spPr>
              <a:xfrm>
                <a:off x="420740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7" name="椭圆 11066">
                <a:extLst>
                  <a:ext uri="{FF2B5EF4-FFF2-40B4-BE49-F238E27FC236}">
                    <a16:creationId xmlns:a16="http://schemas.microsoft.com/office/drawing/2014/main" id="{55FBC8F1-E1F2-45CC-995D-C8A2BF4EC6BE}"/>
                  </a:ext>
                </a:extLst>
              </p:cNvPr>
              <p:cNvSpPr/>
              <p:nvPr/>
            </p:nvSpPr>
            <p:spPr>
              <a:xfrm>
                <a:off x="4076850" y="26388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8" name="椭圆 11067">
                <a:extLst>
                  <a:ext uri="{FF2B5EF4-FFF2-40B4-BE49-F238E27FC236}">
                    <a16:creationId xmlns:a16="http://schemas.microsoft.com/office/drawing/2014/main" id="{3DCCF944-E409-4732-B1AA-37509B28EA11}"/>
                  </a:ext>
                </a:extLst>
              </p:cNvPr>
              <p:cNvSpPr/>
              <p:nvPr/>
            </p:nvSpPr>
            <p:spPr>
              <a:xfrm>
                <a:off x="4036182"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9" name="椭圆 11068">
                <a:extLst>
                  <a:ext uri="{FF2B5EF4-FFF2-40B4-BE49-F238E27FC236}">
                    <a16:creationId xmlns:a16="http://schemas.microsoft.com/office/drawing/2014/main" id="{09C2779B-1BA1-480D-812A-DC2F7CCF810E}"/>
                  </a:ext>
                </a:extLst>
              </p:cNvPr>
              <p:cNvSpPr/>
              <p:nvPr/>
            </p:nvSpPr>
            <p:spPr>
              <a:xfrm>
                <a:off x="39631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0" name="椭圆 11069">
                <a:extLst>
                  <a:ext uri="{FF2B5EF4-FFF2-40B4-BE49-F238E27FC236}">
                    <a16:creationId xmlns:a16="http://schemas.microsoft.com/office/drawing/2014/main" id="{25A9B3BE-DC0B-4B84-8155-07E239D636AE}"/>
                  </a:ext>
                </a:extLst>
              </p:cNvPr>
              <p:cNvSpPr/>
              <p:nvPr/>
            </p:nvSpPr>
            <p:spPr>
              <a:xfrm>
                <a:off x="4130364"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1" name="椭圆 11070">
                <a:extLst>
                  <a:ext uri="{FF2B5EF4-FFF2-40B4-BE49-F238E27FC236}">
                    <a16:creationId xmlns:a16="http://schemas.microsoft.com/office/drawing/2014/main" id="{1AEC7703-AFF7-42BB-BC34-81E820111A94}"/>
                  </a:ext>
                </a:extLst>
              </p:cNvPr>
              <p:cNvSpPr/>
              <p:nvPr/>
            </p:nvSpPr>
            <p:spPr>
              <a:xfrm>
                <a:off x="401382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2" name="椭圆 11071">
                <a:extLst>
                  <a:ext uri="{FF2B5EF4-FFF2-40B4-BE49-F238E27FC236}">
                    <a16:creationId xmlns:a16="http://schemas.microsoft.com/office/drawing/2014/main" id="{E2F38E99-299D-43B7-B2E4-74F7E689ADD1}"/>
                  </a:ext>
                </a:extLst>
              </p:cNvPr>
              <p:cNvSpPr/>
              <p:nvPr/>
            </p:nvSpPr>
            <p:spPr>
              <a:xfrm>
                <a:off x="39562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3" name="椭圆 11072">
                <a:extLst>
                  <a:ext uri="{FF2B5EF4-FFF2-40B4-BE49-F238E27FC236}">
                    <a16:creationId xmlns:a16="http://schemas.microsoft.com/office/drawing/2014/main" id="{E61DD0EB-DA5A-471C-AA93-16CD1B4725CF}"/>
                  </a:ext>
                </a:extLst>
              </p:cNvPr>
              <p:cNvSpPr/>
              <p:nvPr/>
            </p:nvSpPr>
            <p:spPr>
              <a:xfrm>
                <a:off x="396005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4" name="椭圆 11073">
                <a:extLst>
                  <a:ext uri="{FF2B5EF4-FFF2-40B4-BE49-F238E27FC236}">
                    <a16:creationId xmlns:a16="http://schemas.microsoft.com/office/drawing/2014/main" id="{53044B2C-7E05-42A7-A28F-D760C6AE01BC}"/>
                  </a:ext>
                </a:extLst>
              </p:cNvPr>
              <p:cNvSpPr/>
              <p:nvPr/>
            </p:nvSpPr>
            <p:spPr>
              <a:xfrm>
                <a:off x="40691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5" name="椭圆 11074">
                <a:extLst>
                  <a:ext uri="{FF2B5EF4-FFF2-40B4-BE49-F238E27FC236}">
                    <a16:creationId xmlns:a16="http://schemas.microsoft.com/office/drawing/2014/main" id="{66A94ED2-7EFD-4C8C-B099-93203419400D}"/>
                  </a:ext>
                </a:extLst>
              </p:cNvPr>
              <p:cNvSpPr/>
              <p:nvPr/>
            </p:nvSpPr>
            <p:spPr>
              <a:xfrm>
                <a:off x="4062168"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6" name="椭圆 11075">
                <a:extLst>
                  <a:ext uri="{FF2B5EF4-FFF2-40B4-BE49-F238E27FC236}">
                    <a16:creationId xmlns:a16="http://schemas.microsoft.com/office/drawing/2014/main" id="{05DFADA8-2719-4A21-B42C-B3E5B4959CF8}"/>
                  </a:ext>
                </a:extLst>
              </p:cNvPr>
              <p:cNvSpPr/>
              <p:nvPr/>
            </p:nvSpPr>
            <p:spPr>
              <a:xfrm>
                <a:off x="40857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7" name="椭圆 11076">
                <a:extLst>
                  <a:ext uri="{FF2B5EF4-FFF2-40B4-BE49-F238E27FC236}">
                    <a16:creationId xmlns:a16="http://schemas.microsoft.com/office/drawing/2014/main" id="{9C17EF42-14AA-45A0-8471-C7D593EFDCD1}"/>
                  </a:ext>
                </a:extLst>
              </p:cNvPr>
              <p:cNvSpPr/>
              <p:nvPr/>
            </p:nvSpPr>
            <p:spPr>
              <a:xfrm>
                <a:off x="3992247" y="30067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8" name="椭圆 11077">
                <a:extLst>
                  <a:ext uri="{FF2B5EF4-FFF2-40B4-BE49-F238E27FC236}">
                    <a16:creationId xmlns:a16="http://schemas.microsoft.com/office/drawing/2014/main" id="{B871AEA9-A21F-4D97-9B81-C88424FE2EB1}"/>
                  </a:ext>
                </a:extLst>
              </p:cNvPr>
              <p:cNvSpPr/>
              <p:nvPr/>
            </p:nvSpPr>
            <p:spPr>
              <a:xfrm>
                <a:off x="4024987"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9" name="椭圆 11078">
                <a:extLst>
                  <a:ext uri="{FF2B5EF4-FFF2-40B4-BE49-F238E27FC236}">
                    <a16:creationId xmlns:a16="http://schemas.microsoft.com/office/drawing/2014/main" id="{3F80D702-E531-42D0-95C6-F8FFA5F5F6A0}"/>
                  </a:ext>
                </a:extLst>
              </p:cNvPr>
              <p:cNvSpPr/>
              <p:nvPr/>
            </p:nvSpPr>
            <p:spPr>
              <a:xfrm>
                <a:off x="39489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0" name="椭圆 11079">
                <a:extLst>
                  <a:ext uri="{FF2B5EF4-FFF2-40B4-BE49-F238E27FC236}">
                    <a16:creationId xmlns:a16="http://schemas.microsoft.com/office/drawing/2014/main" id="{3B5F8BBC-0354-41FA-BE5F-E721372D8C6E}"/>
                  </a:ext>
                </a:extLst>
              </p:cNvPr>
              <p:cNvSpPr/>
              <p:nvPr/>
            </p:nvSpPr>
            <p:spPr>
              <a:xfrm>
                <a:off x="402847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1" name="椭圆 11080">
                <a:extLst>
                  <a:ext uri="{FF2B5EF4-FFF2-40B4-BE49-F238E27FC236}">
                    <a16:creationId xmlns:a16="http://schemas.microsoft.com/office/drawing/2014/main" id="{592E9092-4937-4B68-A21F-6D54A27C3ED9}"/>
                  </a:ext>
                </a:extLst>
              </p:cNvPr>
              <p:cNvSpPr/>
              <p:nvPr/>
            </p:nvSpPr>
            <p:spPr>
              <a:xfrm>
                <a:off x="410933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2" name="椭圆 11081">
                <a:extLst>
                  <a:ext uri="{FF2B5EF4-FFF2-40B4-BE49-F238E27FC236}">
                    <a16:creationId xmlns:a16="http://schemas.microsoft.com/office/drawing/2014/main" id="{828B4CEB-A3BF-4B92-B3D4-26C63F3FA07D}"/>
                  </a:ext>
                </a:extLst>
              </p:cNvPr>
              <p:cNvSpPr/>
              <p:nvPr/>
            </p:nvSpPr>
            <p:spPr>
              <a:xfrm>
                <a:off x="396460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3" name="椭圆 11082">
                <a:extLst>
                  <a:ext uri="{FF2B5EF4-FFF2-40B4-BE49-F238E27FC236}">
                    <a16:creationId xmlns:a16="http://schemas.microsoft.com/office/drawing/2014/main" id="{1EE97616-220B-4D71-A866-F0DDB846BC72}"/>
                  </a:ext>
                </a:extLst>
              </p:cNvPr>
              <p:cNvSpPr/>
              <p:nvPr/>
            </p:nvSpPr>
            <p:spPr>
              <a:xfrm>
                <a:off x="4074060"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4" name="椭圆 11083">
                <a:extLst>
                  <a:ext uri="{FF2B5EF4-FFF2-40B4-BE49-F238E27FC236}">
                    <a16:creationId xmlns:a16="http://schemas.microsoft.com/office/drawing/2014/main" id="{DB3B2C1E-E888-4A50-8CE3-CA94D8274B02}"/>
                  </a:ext>
                </a:extLst>
              </p:cNvPr>
              <p:cNvSpPr/>
              <p:nvPr/>
            </p:nvSpPr>
            <p:spPr>
              <a:xfrm>
                <a:off x="4036916"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5" name="椭圆 11084">
                <a:extLst>
                  <a:ext uri="{FF2B5EF4-FFF2-40B4-BE49-F238E27FC236}">
                    <a16:creationId xmlns:a16="http://schemas.microsoft.com/office/drawing/2014/main" id="{4271364B-969B-4760-89B6-356CDBC5A429}"/>
                  </a:ext>
                </a:extLst>
              </p:cNvPr>
              <p:cNvSpPr/>
              <p:nvPr/>
            </p:nvSpPr>
            <p:spPr>
              <a:xfrm>
                <a:off x="40475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6" name="椭圆 11085">
                <a:extLst>
                  <a:ext uri="{FF2B5EF4-FFF2-40B4-BE49-F238E27FC236}">
                    <a16:creationId xmlns:a16="http://schemas.microsoft.com/office/drawing/2014/main" id="{50B055B3-F578-40F3-906C-663083AC5671}"/>
                  </a:ext>
                </a:extLst>
              </p:cNvPr>
              <p:cNvSpPr/>
              <p:nvPr/>
            </p:nvSpPr>
            <p:spPr>
              <a:xfrm>
                <a:off x="405174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7" name="椭圆 11086">
                <a:extLst>
                  <a:ext uri="{FF2B5EF4-FFF2-40B4-BE49-F238E27FC236}">
                    <a16:creationId xmlns:a16="http://schemas.microsoft.com/office/drawing/2014/main" id="{AD40765C-DA87-4304-89C9-B3A9D4F83A10}"/>
                  </a:ext>
                </a:extLst>
              </p:cNvPr>
              <p:cNvSpPr/>
              <p:nvPr/>
            </p:nvSpPr>
            <p:spPr>
              <a:xfrm>
                <a:off x="40386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8" name="椭圆 11087">
                <a:extLst>
                  <a:ext uri="{FF2B5EF4-FFF2-40B4-BE49-F238E27FC236}">
                    <a16:creationId xmlns:a16="http://schemas.microsoft.com/office/drawing/2014/main" id="{C88B8841-ADC2-4B87-992C-0D0EF0D8371D}"/>
                  </a:ext>
                </a:extLst>
              </p:cNvPr>
              <p:cNvSpPr/>
              <p:nvPr/>
            </p:nvSpPr>
            <p:spPr>
              <a:xfrm>
                <a:off x="399199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9" name="椭圆 11088">
                <a:extLst>
                  <a:ext uri="{FF2B5EF4-FFF2-40B4-BE49-F238E27FC236}">
                    <a16:creationId xmlns:a16="http://schemas.microsoft.com/office/drawing/2014/main" id="{2B2DC9CA-48B1-4BAE-BB31-C406F6C3639D}"/>
                  </a:ext>
                </a:extLst>
              </p:cNvPr>
              <p:cNvSpPr/>
              <p:nvPr/>
            </p:nvSpPr>
            <p:spPr>
              <a:xfrm>
                <a:off x="41890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0" name="椭圆 11089">
                <a:extLst>
                  <a:ext uri="{FF2B5EF4-FFF2-40B4-BE49-F238E27FC236}">
                    <a16:creationId xmlns:a16="http://schemas.microsoft.com/office/drawing/2014/main" id="{15B93FCF-9D11-40B2-916A-D3215A9C8E2E}"/>
                  </a:ext>
                </a:extLst>
              </p:cNvPr>
              <p:cNvSpPr/>
              <p:nvPr/>
            </p:nvSpPr>
            <p:spPr>
              <a:xfrm>
                <a:off x="396589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1" name="椭圆 11090">
                <a:extLst>
                  <a:ext uri="{FF2B5EF4-FFF2-40B4-BE49-F238E27FC236}">
                    <a16:creationId xmlns:a16="http://schemas.microsoft.com/office/drawing/2014/main" id="{464F2D33-8292-4D76-B92F-6CF106211E08}"/>
                  </a:ext>
                </a:extLst>
              </p:cNvPr>
              <p:cNvSpPr/>
              <p:nvPr/>
            </p:nvSpPr>
            <p:spPr>
              <a:xfrm>
                <a:off x="4069435"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2" name="椭圆 11091">
                <a:extLst>
                  <a:ext uri="{FF2B5EF4-FFF2-40B4-BE49-F238E27FC236}">
                    <a16:creationId xmlns:a16="http://schemas.microsoft.com/office/drawing/2014/main" id="{4A77A9EB-D93C-42EA-BFD4-BEF21FD019CE}"/>
                  </a:ext>
                </a:extLst>
              </p:cNvPr>
              <p:cNvSpPr/>
              <p:nvPr/>
            </p:nvSpPr>
            <p:spPr>
              <a:xfrm>
                <a:off x="3940165" y="3024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3" name="椭圆 11092">
                <a:extLst>
                  <a:ext uri="{FF2B5EF4-FFF2-40B4-BE49-F238E27FC236}">
                    <a16:creationId xmlns:a16="http://schemas.microsoft.com/office/drawing/2014/main" id="{D371A6F9-90AD-49E1-B03D-07C23D48BF5E}"/>
                  </a:ext>
                </a:extLst>
              </p:cNvPr>
              <p:cNvSpPr/>
              <p:nvPr/>
            </p:nvSpPr>
            <p:spPr>
              <a:xfrm>
                <a:off x="397631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4" name="椭圆 11093">
                <a:extLst>
                  <a:ext uri="{FF2B5EF4-FFF2-40B4-BE49-F238E27FC236}">
                    <a16:creationId xmlns:a16="http://schemas.microsoft.com/office/drawing/2014/main" id="{82DF8C90-857B-4D2D-8200-4E5ADD63B36D}"/>
                  </a:ext>
                </a:extLst>
              </p:cNvPr>
              <p:cNvSpPr/>
              <p:nvPr/>
            </p:nvSpPr>
            <p:spPr>
              <a:xfrm>
                <a:off x="4001276"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5" name="椭圆 11094">
                <a:extLst>
                  <a:ext uri="{FF2B5EF4-FFF2-40B4-BE49-F238E27FC236}">
                    <a16:creationId xmlns:a16="http://schemas.microsoft.com/office/drawing/2014/main" id="{E495F963-47B6-4DC2-994E-C129D53B4E2E}"/>
                  </a:ext>
                </a:extLst>
              </p:cNvPr>
              <p:cNvSpPr/>
              <p:nvPr/>
            </p:nvSpPr>
            <p:spPr>
              <a:xfrm>
                <a:off x="3768244"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6" name="椭圆 11095">
                <a:extLst>
                  <a:ext uri="{FF2B5EF4-FFF2-40B4-BE49-F238E27FC236}">
                    <a16:creationId xmlns:a16="http://schemas.microsoft.com/office/drawing/2014/main" id="{AA94F5D7-B239-449F-BF36-DCB259336B2A}"/>
                  </a:ext>
                </a:extLst>
              </p:cNvPr>
              <p:cNvSpPr/>
              <p:nvPr/>
            </p:nvSpPr>
            <p:spPr>
              <a:xfrm>
                <a:off x="408474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7" name="椭圆 11096">
                <a:extLst>
                  <a:ext uri="{FF2B5EF4-FFF2-40B4-BE49-F238E27FC236}">
                    <a16:creationId xmlns:a16="http://schemas.microsoft.com/office/drawing/2014/main" id="{5BD7CD42-D63D-4162-BA81-71FCBABC773F}"/>
                  </a:ext>
                </a:extLst>
              </p:cNvPr>
              <p:cNvSpPr/>
              <p:nvPr/>
            </p:nvSpPr>
            <p:spPr>
              <a:xfrm>
                <a:off x="398527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8" name="椭圆 11097">
                <a:extLst>
                  <a:ext uri="{FF2B5EF4-FFF2-40B4-BE49-F238E27FC236}">
                    <a16:creationId xmlns:a16="http://schemas.microsoft.com/office/drawing/2014/main" id="{0CF6638A-B0AE-4CC1-8BBB-F43CBBC51B9F}"/>
                  </a:ext>
                </a:extLst>
              </p:cNvPr>
              <p:cNvSpPr/>
              <p:nvPr/>
            </p:nvSpPr>
            <p:spPr>
              <a:xfrm>
                <a:off x="396872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9" name="椭圆 11098">
                <a:extLst>
                  <a:ext uri="{FF2B5EF4-FFF2-40B4-BE49-F238E27FC236}">
                    <a16:creationId xmlns:a16="http://schemas.microsoft.com/office/drawing/2014/main" id="{14176170-7B0E-4C24-972D-29EC7D1AB7BF}"/>
                  </a:ext>
                </a:extLst>
              </p:cNvPr>
              <p:cNvSpPr/>
              <p:nvPr/>
            </p:nvSpPr>
            <p:spPr>
              <a:xfrm>
                <a:off x="3993569" y="29995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0" name="椭圆 11099">
                <a:extLst>
                  <a:ext uri="{FF2B5EF4-FFF2-40B4-BE49-F238E27FC236}">
                    <a16:creationId xmlns:a16="http://schemas.microsoft.com/office/drawing/2014/main" id="{CADFAB4C-DFF6-4FA5-902C-968F1457F5DB}"/>
                  </a:ext>
                </a:extLst>
              </p:cNvPr>
              <p:cNvSpPr/>
              <p:nvPr/>
            </p:nvSpPr>
            <p:spPr>
              <a:xfrm>
                <a:off x="4107460"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1" name="椭圆 11100">
                <a:extLst>
                  <a:ext uri="{FF2B5EF4-FFF2-40B4-BE49-F238E27FC236}">
                    <a16:creationId xmlns:a16="http://schemas.microsoft.com/office/drawing/2014/main" id="{E2906DDD-9F92-4813-BEE7-CE41B70FF96D}"/>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2" name="椭圆 11101">
                <a:extLst>
                  <a:ext uri="{FF2B5EF4-FFF2-40B4-BE49-F238E27FC236}">
                    <a16:creationId xmlns:a16="http://schemas.microsoft.com/office/drawing/2014/main" id="{06606E63-E2B3-4479-9345-EAE9C892EC7B}"/>
                  </a:ext>
                </a:extLst>
              </p:cNvPr>
              <p:cNvSpPr/>
              <p:nvPr/>
            </p:nvSpPr>
            <p:spPr>
              <a:xfrm>
                <a:off x="406444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3" name="椭圆 11102">
                <a:extLst>
                  <a:ext uri="{FF2B5EF4-FFF2-40B4-BE49-F238E27FC236}">
                    <a16:creationId xmlns:a16="http://schemas.microsoft.com/office/drawing/2014/main" id="{CD588D70-1FB7-46F9-AB14-06E1FFDBFAE1}"/>
                  </a:ext>
                </a:extLst>
              </p:cNvPr>
              <p:cNvSpPr/>
              <p:nvPr/>
            </p:nvSpPr>
            <p:spPr>
              <a:xfrm>
                <a:off x="399984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4" name="椭圆 11103">
                <a:extLst>
                  <a:ext uri="{FF2B5EF4-FFF2-40B4-BE49-F238E27FC236}">
                    <a16:creationId xmlns:a16="http://schemas.microsoft.com/office/drawing/2014/main" id="{1EE111D9-5A0D-4AEB-B816-0C277BE54BC7}"/>
                  </a:ext>
                </a:extLst>
              </p:cNvPr>
              <p:cNvSpPr/>
              <p:nvPr/>
            </p:nvSpPr>
            <p:spPr>
              <a:xfrm>
                <a:off x="40424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5" name="椭圆 11104">
                <a:extLst>
                  <a:ext uri="{FF2B5EF4-FFF2-40B4-BE49-F238E27FC236}">
                    <a16:creationId xmlns:a16="http://schemas.microsoft.com/office/drawing/2014/main" id="{448C904E-0836-47E0-BBC4-9A56B8468568}"/>
                  </a:ext>
                </a:extLst>
              </p:cNvPr>
              <p:cNvSpPr/>
              <p:nvPr/>
            </p:nvSpPr>
            <p:spPr>
              <a:xfrm>
                <a:off x="4009571"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6" name="椭圆 11105">
                <a:extLst>
                  <a:ext uri="{FF2B5EF4-FFF2-40B4-BE49-F238E27FC236}">
                    <a16:creationId xmlns:a16="http://schemas.microsoft.com/office/drawing/2014/main" id="{79FE5A1C-FB51-4DD5-90F0-8DFCE7DCA586}"/>
                  </a:ext>
                </a:extLst>
              </p:cNvPr>
              <p:cNvSpPr/>
              <p:nvPr/>
            </p:nvSpPr>
            <p:spPr>
              <a:xfrm>
                <a:off x="399199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7" name="椭圆 11106">
                <a:extLst>
                  <a:ext uri="{FF2B5EF4-FFF2-40B4-BE49-F238E27FC236}">
                    <a16:creationId xmlns:a16="http://schemas.microsoft.com/office/drawing/2014/main" id="{73910FCF-0C63-4F88-844B-E41FBA42E9B7}"/>
                  </a:ext>
                </a:extLst>
              </p:cNvPr>
              <p:cNvSpPr/>
              <p:nvPr/>
            </p:nvSpPr>
            <p:spPr>
              <a:xfrm>
                <a:off x="3956902"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8" name="椭圆 11107">
                <a:extLst>
                  <a:ext uri="{FF2B5EF4-FFF2-40B4-BE49-F238E27FC236}">
                    <a16:creationId xmlns:a16="http://schemas.microsoft.com/office/drawing/2014/main" id="{7E4EC8AE-D8F6-4536-BE67-6E5FF6687289}"/>
                  </a:ext>
                </a:extLst>
              </p:cNvPr>
              <p:cNvSpPr/>
              <p:nvPr/>
            </p:nvSpPr>
            <p:spPr>
              <a:xfrm>
                <a:off x="402403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9" name="椭圆 11108">
                <a:extLst>
                  <a:ext uri="{FF2B5EF4-FFF2-40B4-BE49-F238E27FC236}">
                    <a16:creationId xmlns:a16="http://schemas.microsoft.com/office/drawing/2014/main" id="{633E23EE-5163-4DE3-8785-CEEFDBFFE238}"/>
                  </a:ext>
                </a:extLst>
              </p:cNvPr>
              <p:cNvSpPr/>
              <p:nvPr/>
            </p:nvSpPr>
            <p:spPr>
              <a:xfrm>
                <a:off x="4026786"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0" name="椭圆 11109">
                <a:extLst>
                  <a:ext uri="{FF2B5EF4-FFF2-40B4-BE49-F238E27FC236}">
                    <a16:creationId xmlns:a16="http://schemas.microsoft.com/office/drawing/2014/main" id="{72382873-7BD7-4628-8EEB-3788812D7083}"/>
                  </a:ext>
                </a:extLst>
              </p:cNvPr>
              <p:cNvSpPr/>
              <p:nvPr/>
            </p:nvSpPr>
            <p:spPr>
              <a:xfrm>
                <a:off x="3924455"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1" name="椭圆 11110">
                <a:extLst>
                  <a:ext uri="{FF2B5EF4-FFF2-40B4-BE49-F238E27FC236}">
                    <a16:creationId xmlns:a16="http://schemas.microsoft.com/office/drawing/2014/main" id="{05A37A6E-04EA-44F2-98BE-2A97A76F0E10}"/>
                  </a:ext>
                </a:extLst>
              </p:cNvPr>
              <p:cNvSpPr/>
              <p:nvPr/>
            </p:nvSpPr>
            <p:spPr>
              <a:xfrm>
                <a:off x="3968610"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2" name="椭圆 11111">
                <a:extLst>
                  <a:ext uri="{FF2B5EF4-FFF2-40B4-BE49-F238E27FC236}">
                    <a16:creationId xmlns:a16="http://schemas.microsoft.com/office/drawing/2014/main" id="{437DAD1F-2B90-4086-A109-156114D43C1C}"/>
                  </a:ext>
                </a:extLst>
              </p:cNvPr>
              <p:cNvSpPr/>
              <p:nvPr/>
            </p:nvSpPr>
            <p:spPr>
              <a:xfrm>
                <a:off x="408929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3" name="椭圆 11112">
                <a:extLst>
                  <a:ext uri="{FF2B5EF4-FFF2-40B4-BE49-F238E27FC236}">
                    <a16:creationId xmlns:a16="http://schemas.microsoft.com/office/drawing/2014/main" id="{726B9A22-2708-4A68-98EA-690FEFD12369}"/>
                  </a:ext>
                </a:extLst>
              </p:cNvPr>
              <p:cNvSpPr/>
              <p:nvPr/>
            </p:nvSpPr>
            <p:spPr>
              <a:xfrm>
                <a:off x="399110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4" name="椭圆 11113">
                <a:extLst>
                  <a:ext uri="{FF2B5EF4-FFF2-40B4-BE49-F238E27FC236}">
                    <a16:creationId xmlns:a16="http://schemas.microsoft.com/office/drawing/2014/main" id="{5FD539CE-83F1-4F92-B9CB-D16A93DC41E9}"/>
                  </a:ext>
                </a:extLst>
              </p:cNvPr>
              <p:cNvSpPr/>
              <p:nvPr/>
            </p:nvSpPr>
            <p:spPr>
              <a:xfrm>
                <a:off x="4010599"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5" name="椭圆 11114">
                <a:extLst>
                  <a:ext uri="{FF2B5EF4-FFF2-40B4-BE49-F238E27FC236}">
                    <a16:creationId xmlns:a16="http://schemas.microsoft.com/office/drawing/2014/main" id="{A703894A-CA78-4BE2-82E2-5DCB5A68A79B}"/>
                  </a:ext>
                </a:extLst>
              </p:cNvPr>
              <p:cNvSpPr/>
              <p:nvPr/>
            </p:nvSpPr>
            <p:spPr>
              <a:xfrm>
                <a:off x="3881475"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6" name="椭圆 11115">
                <a:extLst>
                  <a:ext uri="{FF2B5EF4-FFF2-40B4-BE49-F238E27FC236}">
                    <a16:creationId xmlns:a16="http://schemas.microsoft.com/office/drawing/2014/main" id="{283C7927-94ED-42BE-B546-EADC06101C4F}"/>
                  </a:ext>
                </a:extLst>
              </p:cNvPr>
              <p:cNvSpPr/>
              <p:nvPr/>
            </p:nvSpPr>
            <p:spPr>
              <a:xfrm>
                <a:off x="406675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7" name="椭圆 11116">
                <a:extLst>
                  <a:ext uri="{FF2B5EF4-FFF2-40B4-BE49-F238E27FC236}">
                    <a16:creationId xmlns:a16="http://schemas.microsoft.com/office/drawing/2014/main" id="{AA5F7BB3-F654-4CDD-B160-78D98A4AF79D}"/>
                  </a:ext>
                </a:extLst>
              </p:cNvPr>
              <p:cNvSpPr/>
              <p:nvPr/>
            </p:nvSpPr>
            <p:spPr>
              <a:xfrm>
                <a:off x="402480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8" name="椭圆 11117">
                <a:extLst>
                  <a:ext uri="{FF2B5EF4-FFF2-40B4-BE49-F238E27FC236}">
                    <a16:creationId xmlns:a16="http://schemas.microsoft.com/office/drawing/2014/main" id="{0BDCF4D6-2684-4238-829F-2E5355466E35}"/>
                  </a:ext>
                </a:extLst>
              </p:cNvPr>
              <p:cNvSpPr/>
              <p:nvPr/>
            </p:nvSpPr>
            <p:spPr>
              <a:xfrm>
                <a:off x="3746736" y="2853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9" name="椭圆 11118">
                <a:extLst>
                  <a:ext uri="{FF2B5EF4-FFF2-40B4-BE49-F238E27FC236}">
                    <a16:creationId xmlns:a16="http://schemas.microsoft.com/office/drawing/2014/main" id="{0DC0FEBF-81EA-4329-BB2D-4FA3FE1E416A}"/>
                  </a:ext>
                </a:extLst>
              </p:cNvPr>
              <p:cNvSpPr/>
              <p:nvPr/>
            </p:nvSpPr>
            <p:spPr>
              <a:xfrm>
                <a:off x="3852736"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0" name="椭圆 11119">
                <a:extLst>
                  <a:ext uri="{FF2B5EF4-FFF2-40B4-BE49-F238E27FC236}">
                    <a16:creationId xmlns:a16="http://schemas.microsoft.com/office/drawing/2014/main" id="{1ACD3BE4-9A8E-410B-9D8D-EEBE30D69E0E}"/>
                  </a:ext>
                </a:extLst>
              </p:cNvPr>
              <p:cNvSpPr/>
              <p:nvPr/>
            </p:nvSpPr>
            <p:spPr>
              <a:xfrm>
                <a:off x="401808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1" name="椭圆 11120">
                <a:extLst>
                  <a:ext uri="{FF2B5EF4-FFF2-40B4-BE49-F238E27FC236}">
                    <a16:creationId xmlns:a16="http://schemas.microsoft.com/office/drawing/2014/main" id="{63E5FD5E-3463-4401-80A2-B413BA4B7C30}"/>
                  </a:ext>
                </a:extLst>
              </p:cNvPr>
              <p:cNvSpPr/>
              <p:nvPr/>
            </p:nvSpPr>
            <p:spPr>
              <a:xfrm>
                <a:off x="3986778" y="2893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2" name="椭圆 11121">
                <a:extLst>
                  <a:ext uri="{FF2B5EF4-FFF2-40B4-BE49-F238E27FC236}">
                    <a16:creationId xmlns:a16="http://schemas.microsoft.com/office/drawing/2014/main" id="{8C6454D2-E144-4E1B-80ED-00DC1BD372BC}"/>
                  </a:ext>
                </a:extLst>
              </p:cNvPr>
              <p:cNvSpPr/>
              <p:nvPr/>
            </p:nvSpPr>
            <p:spPr>
              <a:xfrm>
                <a:off x="4033062" y="2990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3" name="椭圆 11122">
                <a:extLst>
                  <a:ext uri="{FF2B5EF4-FFF2-40B4-BE49-F238E27FC236}">
                    <a16:creationId xmlns:a16="http://schemas.microsoft.com/office/drawing/2014/main" id="{42819598-560E-4798-81AD-724251574583}"/>
                  </a:ext>
                </a:extLst>
              </p:cNvPr>
              <p:cNvSpPr/>
              <p:nvPr/>
            </p:nvSpPr>
            <p:spPr>
              <a:xfrm>
                <a:off x="4007920"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4" name="椭圆 11123">
                <a:extLst>
                  <a:ext uri="{FF2B5EF4-FFF2-40B4-BE49-F238E27FC236}">
                    <a16:creationId xmlns:a16="http://schemas.microsoft.com/office/drawing/2014/main" id="{FE2D1C32-0558-469B-A959-69C6845DD49A}"/>
                  </a:ext>
                </a:extLst>
              </p:cNvPr>
              <p:cNvSpPr/>
              <p:nvPr/>
            </p:nvSpPr>
            <p:spPr>
              <a:xfrm>
                <a:off x="401261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5" name="椭圆 11124">
                <a:extLst>
                  <a:ext uri="{FF2B5EF4-FFF2-40B4-BE49-F238E27FC236}">
                    <a16:creationId xmlns:a16="http://schemas.microsoft.com/office/drawing/2014/main" id="{2A2BBF40-A7E1-4A8F-B96D-2A067E853577}"/>
                  </a:ext>
                </a:extLst>
              </p:cNvPr>
              <p:cNvSpPr/>
              <p:nvPr/>
            </p:nvSpPr>
            <p:spPr>
              <a:xfrm>
                <a:off x="3837174"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6" name="椭圆 11125">
                <a:extLst>
                  <a:ext uri="{FF2B5EF4-FFF2-40B4-BE49-F238E27FC236}">
                    <a16:creationId xmlns:a16="http://schemas.microsoft.com/office/drawing/2014/main" id="{5D038139-B199-439D-A2FD-0F6B3E1EFE25}"/>
                  </a:ext>
                </a:extLst>
              </p:cNvPr>
              <p:cNvSpPr/>
              <p:nvPr/>
            </p:nvSpPr>
            <p:spPr>
              <a:xfrm>
                <a:off x="3777383"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7" name="椭圆 11126">
                <a:extLst>
                  <a:ext uri="{FF2B5EF4-FFF2-40B4-BE49-F238E27FC236}">
                    <a16:creationId xmlns:a16="http://schemas.microsoft.com/office/drawing/2014/main" id="{1DA6FD22-90D1-4835-9C6B-223EBFB92675}"/>
                  </a:ext>
                </a:extLst>
              </p:cNvPr>
              <p:cNvSpPr/>
              <p:nvPr/>
            </p:nvSpPr>
            <p:spPr>
              <a:xfrm>
                <a:off x="3973638"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8" name="椭圆 11127">
                <a:extLst>
                  <a:ext uri="{FF2B5EF4-FFF2-40B4-BE49-F238E27FC236}">
                    <a16:creationId xmlns:a16="http://schemas.microsoft.com/office/drawing/2014/main" id="{E214FC8B-8E20-42CA-B372-A609E73817C6}"/>
                  </a:ext>
                </a:extLst>
              </p:cNvPr>
              <p:cNvSpPr/>
              <p:nvPr/>
            </p:nvSpPr>
            <p:spPr>
              <a:xfrm>
                <a:off x="414354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9" name="椭圆 11128">
                <a:extLst>
                  <a:ext uri="{FF2B5EF4-FFF2-40B4-BE49-F238E27FC236}">
                    <a16:creationId xmlns:a16="http://schemas.microsoft.com/office/drawing/2014/main" id="{3D788DA4-67AD-4539-BE5A-DAD29CCA6888}"/>
                  </a:ext>
                </a:extLst>
              </p:cNvPr>
              <p:cNvSpPr/>
              <p:nvPr/>
            </p:nvSpPr>
            <p:spPr>
              <a:xfrm>
                <a:off x="4002414"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0" name="椭圆 11129">
                <a:extLst>
                  <a:ext uri="{FF2B5EF4-FFF2-40B4-BE49-F238E27FC236}">
                    <a16:creationId xmlns:a16="http://schemas.microsoft.com/office/drawing/2014/main" id="{014FC878-4E82-4615-865D-4126D098615D}"/>
                  </a:ext>
                </a:extLst>
              </p:cNvPr>
              <p:cNvSpPr/>
              <p:nvPr/>
            </p:nvSpPr>
            <p:spPr>
              <a:xfrm>
                <a:off x="3931246"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1" name="椭圆 11130">
                <a:extLst>
                  <a:ext uri="{FF2B5EF4-FFF2-40B4-BE49-F238E27FC236}">
                    <a16:creationId xmlns:a16="http://schemas.microsoft.com/office/drawing/2014/main" id="{FB237A9B-F4B6-43CB-B2A7-62DDE19B0DDC}"/>
                  </a:ext>
                </a:extLst>
              </p:cNvPr>
              <p:cNvSpPr/>
              <p:nvPr/>
            </p:nvSpPr>
            <p:spPr>
              <a:xfrm>
                <a:off x="3858719"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2" name="椭圆 11131">
                <a:extLst>
                  <a:ext uri="{FF2B5EF4-FFF2-40B4-BE49-F238E27FC236}">
                    <a16:creationId xmlns:a16="http://schemas.microsoft.com/office/drawing/2014/main" id="{731339E5-0E96-4A5E-9185-73268D41C5E3}"/>
                  </a:ext>
                </a:extLst>
              </p:cNvPr>
              <p:cNvSpPr/>
              <p:nvPr/>
            </p:nvSpPr>
            <p:spPr>
              <a:xfrm>
                <a:off x="398384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3" name="椭圆 11132">
                <a:extLst>
                  <a:ext uri="{FF2B5EF4-FFF2-40B4-BE49-F238E27FC236}">
                    <a16:creationId xmlns:a16="http://schemas.microsoft.com/office/drawing/2014/main" id="{0E903F65-445A-4A17-BE63-A9B0F4F8E74D}"/>
                  </a:ext>
                </a:extLst>
              </p:cNvPr>
              <p:cNvSpPr/>
              <p:nvPr/>
            </p:nvSpPr>
            <p:spPr>
              <a:xfrm>
                <a:off x="4167838"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4" name="椭圆 11133">
                <a:extLst>
                  <a:ext uri="{FF2B5EF4-FFF2-40B4-BE49-F238E27FC236}">
                    <a16:creationId xmlns:a16="http://schemas.microsoft.com/office/drawing/2014/main" id="{B3BD804D-EEA0-473A-87FD-CFBBA517EC1C}"/>
                  </a:ext>
                </a:extLst>
              </p:cNvPr>
              <p:cNvSpPr/>
              <p:nvPr/>
            </p:nvSpPr>
            <p:spPr>
              <a:xfrm>
                <a:off x="39387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5" name="椭圆 11134">
                <a:extLst>
                  <a:ext uri="{FF2B5EF4-FFF2-40B4-BE49-F238E27FC236}">
                    <a16:creationId xmlns:a16="http://schemas.microsoft.com/office/drawing/2014/main" id="{1188B038-420F-4172-B975-B5D7CED37BDD}"/>
                  </a:ext>
                </a:extLst>
              </p:cNvPr>
              <p:cNvSpPr/>
              <p:nvPr/>
            </p:nvSpPr>
            <p:spPr>
              <a:xfrm>
                <a:off x="400358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6" name="椭圆 11135">
                <a:extLst>
                  <a:ext uri="{FF2B5EF4-FFF2-40B4-BE49-F238E27FC236}">
                    <a16:creationId xmlns:a16="http://schemas.microsoft.com/office/drawing/2014/main" id="{B4215F9A-4198-47D6-9262-D6828666D73F}"/>
                  </a:ext>
                </a:extLst>
              </p:cNvPr>
              <p:cNvSpPr/>
              <p:nvPr/>
            </p:nvSpPr>
            <p:spPr>
              <a:xfrm>
                <a:off x="399588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7" name="椭圆 11136">
                <a:extLst>
                  <a:ext uri="{FF2B5EF4-FFF2-40B4-BE49-F238E27FC236}">
                    <a16:creationId xmlns:a16="http://schemas.microsoft.com/office/drawing/2014/main" id="{C32F4BD4-E5C1-41BC-B816-C418DACAEC8F}"/>
                  </a:ext>
                </a:extLst>
              </p:cNvPr>
              <p:cNvSpPr/>
              <p:nvPr/>
            </p:nvSpPr>
            <p:spPr>
              <a:xfrm>
                <a:off x="4037136"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8" name="椭圆 11137">
                <a:extLst>
                  <a:ext uri="{FF2B5EF4-FFF2-40B4-BE49-F238E27FC236}">
                    <a16:creationId xmlns:a16="http://schemas.microsoft.com/office/drawing/2014/main" id="{301E2E0B-ED19-49FC-B6E4-FE7D7F889745}"/>
                  </a:ext>
                </a:extLst>
              </p:cNvPr>
              <p:cNvSpPr/>
              <p:nvPr/>
            </p:nvSpPr>
            <p:spPr>
              <a:xfrm>
                <a:off x="404789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9" name="椭圆 11138">
                <a:extLst>
                  <a:ext uri="{FF2B5EF4-FFF2-40B4-BE49-F238E27FC236}">
                    <a16:creationId xmlns:a16="http://schemas.microsoft.com/office/drawing/2014/main" id="{CC360300-7FD2-43C7-B413-9FF2C754958A}"/>
                  </a:ext>
                </a:extLst>
              </p:cNvPr>
              <p:cNvSpPr/>
              <p:nvPr/>
            </p:nvSpPr>
            <p:spPr>
              <a:xfrm>
                <a:off x="41189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0" name="椭圆 11139">
                <a:extLst>
                  <a:ext uri="{FF2B5EF4-FFF2-40B4-BE49-F238E27FC236}">
                    <a16:creationId xmlns:a16="http://schemas.microsoft.com/office/drawing/2014/main" id="{B971F04C-694B-45A6-B74F-3B8472E9B90D}"/>
                  </a:ext>
                </a:extLst>
              </p:cNvPr>
              <p:cNvSpPr/>
              <p:nvPr/>
            </p:nvSpPr>
            <p:spPr>
              <a:xfrm>
                <a:off x="4006158"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1" name="椭圆 11140">
                <a:extLst>
                  <a:ext uri="{FF2B5EF4-FFF2-40B4-BE49-F238E27FC236}">
                    <a16:creationId xmlns:a16="http://schemas.microsoft.com/office/drawing/2014/main" id="{A803C053-D287-4BB4-A54E-686A6004AFFC}"/>
                  </a:ext>
                </a:extLst>
              </p:cNvPr>
              <p:cNvSpPr/>
              <p:nvPr/>
            </p:nvSpPr>
            <p:spPr>
              <a:xfrm>
                <a:off x="4004653"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2" name="椭圆 11141">
                <a:extLst>
                  <a:ext uri="{FF2B5EF4-FFF2-40B4-BE49-F238E27FC236}">
                    <a16:creationId xmlns:a16="http://schemas.microsoft.com/office/drawing/2014/main" id="{51FCC6A5-A407-4D02-BDF6-E9E7F13E4905}"/>
                  </a:ext>
                </a:extLst>
              </p:cNvPr>
              <p:cNvSpPr/>
              <p:nvPr/>
            </p:nvSpPr>
            <p:spPr>
              <a:xfrm>
                <a:off x="403864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3" name="椭圆 11142">
                <a:extLst>
                  <a:ext uri="{FF2B5EF4-FFF2-40B4-BE49-F238E27FC236}">
                    <a16:creationId xmlns:a16="http://schemas.microsoft.com/office/drawing/2014/main" id="{F7833888-365F-4A92-B87F-19207F795606}"/>
                  </a:ext>
                </a:extLst>
              </p:cNvPr>
              <p:cNvSpPr/>
              <p:nvPr/>
            </p:nvSpPr>
            <p:spPr>
              <a:xfrm>
                <a:off x="40151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4" name="椭圆 11143">
                <a:extLst>
                  <a:ext uri="{FF2B5EF4-FFF2-40B4-BE49-F238E27FC236}">
                    <a16:creationId xmlns:a16="http://schemas.microsoft.com/office/drawing/2014/main" id="{0D8A867F-C3B6-4944-AF96-DC5CCFA6E644}"/>
                  </a:ext>
                </a:extLst>
              </p:cNvPr>
              <p:cNvSpPr/>
              <p:nvPr/>
            </p:nvSpPr>
            <p:spPr>
              <a:xfrm>
                <a:off x="395000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5" name="椭圆 11144">
                <a:extLst>
                  <a:ext uri="{FF2B5EF4-FFF2-40B4-BE49-F238E27FC236}">
                    <a16:creationId xmlns:a16="http://schemas.microsoft.com/office/drawing/2014/main" id="{64481097-33C6-4D40-AC2D-0E63A31D1207}"/>
                  </a:ext>
                </a:extLst>
              </p:cNvPr>
              <p:cNvSpPr/>
              <p:nvPr/>
            </p:nvSpPr>
            <p:spPr>
              <a:xfrm>
                <a:off x="3924933"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6" name="椭圆 11145">
                <a:extLst>
                  <a:ext uri="{FF2B5EF4-FFF2-40B4-BE49-F238E27FC236}">
                    <a16:creationId xmlns:a16="http://schemas.microsoft.com/office/drawing/2014/main" id="{D78E03E4-DAA7-4B95-91D7-807B937D8F34}"/>
                  </a:ext>
                </a:extLst>
              </p:cNvPr>
              <p:cNvSpPr/>
              <p:nvPr/>
            </p:nvSpPr>
            <p:spPr>
              <a:xfrm>
                <a:off x="4031851"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7" name="椭圆 11146">
                <a:extLst>
                  <a:ext uri="{FF2B5EF4-FFF2-40B4-BE49-F238E27FC236}">
                    <a16:creationId xmlns:a16="http://schemas.microsoft.com/office/drawing/2014/main" id="{B3F79C82-4919-436D-9461-37E084521DEA}"/>
                  </a:ext>
                </a:extLst>
              </p:cNvPr>
              <p:cNvSpPr/>
              <p:nvPr/>
            </p:nvSpPr>
            <p:spPr>
              <a:xfrm>
                <a:off x="3921482" y="272043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8" name="椭圆 11147">
                <a:extLst>
                  <a:ext uri="{FF2B5EF4-FFF2-40B4-BE49-F238E27FC236}">
                    <a16:creationId xmlns:a16="http://schemas.microsoft.com/office/drawing/2014/main" id="{B32D1290-37AD-4B0C-99CE-82729425E141}"/>
                  </a:ext>
                </a:extLst>
              </p:cNvPr>
              <p:cNvSpPr/>
              <p:nvPr/>
            </p:nvSpPr>
            <p:spPr>
              <a:xfrm>
                <a:off x="3823190" y="29050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9" name="椭圆 11148">
                <a:extLst>
                  <a:ext uri="{FF2B5EF4-FFF2-40B4-BE49-F238E27FC236}">
                    <a16:creationId xmlns:a16="http://schemas.microsoft.com/office/drawing/2014/main" id="{91023720-4807-4263-BFF1-410892BD2505}"/>
                  </a:ext>
                </a:extLst>
              </p:cNvPr>
              <p:cNvSpPr/>
              <p:nvPr/>
            </p:nvSpPr>
            <p:spPr>
              <a:xfrm>
                <a:off x="3986265"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0" name="椭圆 11149">
                <a:extLst>
                  <a:ext uri="{FF2B5EF4-FFF2-40B4-BE49-F238E27FC236}">
                    <a16:creationId xmlns:a16="http://schemas.microsoft.com/office/drawing/2014/main" id="{5D8EA6AB-F40F-4238-9FA6-787587C768F7}"/>
                  </a:ext>
                </a:extLst>
              </p:cNvPr>
              <p:cNvSpPr/>
              <p:nvPr/>
            </p:nvSpPr>
            <p:spPr>
              <a:xfrm>
                <a:off x="39834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1" name="椭圆 11150">
                <a:extLst>
                  <a:ext uri="{FF2B5EF4-FFF2-40B4-BE49-F238E27FC236}">
                    <a16:creationId xmlns:a16="http://schemas.microsoft.com/office/drawing/2014/main" id="{7C1DE653-FC7C-4C62-933B-78D410583E5F}"/>
                  </a:ext>
                </a:extLst>
              </p:cNvPr>
              <p:cNvSpPr/>
              <p:nvPr/>
            </p:nvSpPr>
            <p:spPr>
              <a:xfrm>
                <a:off x="4016692"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2" name="椭圆 11151">
                <a:extLst>
                  <a:ext uri="{FF2B5EF4-FFF2-40B4-BE49-F238E27FC236}">
                    <a16:creationId xmlns:a16="http://schemas.microsoft.com/office/drawing/2014/main" id="{A2C2F356-A64E-4C3A-807E-8977E25BF937}"/>
                  </a:ext>
                </a:extLst>
              </p:cNvPr>
              <p:cNvSpPr/>
              <p:nvPr/>
            </p:nvSpPr>
            <p:spPr>
              <a:xfrm>
                <a:off x="383622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3" name="椭圆 11152">
                <a:extLst>
                  <a:ext uri="{FF2B5EF4-FFF2-40B4-BE49-F238E27FC236}">
                    <a16:creationId xmlns:a16="http://schemas.microsoft.com/office/drawing/2014/main" id="{B3686FA1-F81C-4A3D-89A5-8A155C0F0613}"/>
                  </a:ext>
                </a:extLst>
              </p:cNvPr>
              <p:cNvSpPr/>
              <p:nvPr/>
            </p:nvSpPr>
            <p:spPr>
              <a:xfrm>
                <a:off x="404128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4" name="椭圆 11153">
                <a:extLst>
                  <a:ext uri="{FF2B5EF4-FFF2-40B4-BE49-F238E27FC236}">
                    <a16:creationId xmlns:a16="http://schemas.microsoft.com/office/drawing/2014/main" id="{80028164-BD37-416D-955A-811E0FEFDDB7}"/>
                  </a:ext>
                </a:extLst>
              </p:cNvPr>
              <p:cNvSpPr/>
              <p:nvPr/>
            </p:nvSpPr>
            <p:spPr>
              <a:xfrm>
                <a:off x="3997459"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5" name="椭圆 11154">
                <a:extLst>
                  <a:ext uri="{FF2B5EF4-FFF2-40B4-BE49-F238E27FC236}">
                    <a16:creationId xmlns:a16="http://schemas.microsoft.com/office/drawing/2014/main" id="{6EB344F8-ED61-460C-B999-253AEF428E7E}"/>
                  </a:ext>
                </a:extLst>
              </p:cNvPr>
              <p:cNvSpPr/>
              <p:nvPr/>
            </p:nvSpPr>
            <p:spPr>
              <a:xfrm>
                <a:off x="401401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6" name="椭圆 11155">
                <a:extLst>
                  <a:ext uri="{FF2B5EF4-FFF2-40B4-BE49-F238E27FC236}">
                    <a16:creationId xmlns:a16="http://schemas.microsoft.com/office/drawing/2014/main" id="{3A454D15-DFFF-485C-8B91-EAC4014427A2}"/>
                  </a:ext>
                </a:extLst>
              </p:cNvPr>
              <p:cNvSpPr/>
              <p:nvPr/>
            </p:nvSpPr>
            <p:spPr>
              <a:xfrm>
                <a:off x="4187842"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7" name="椭圆 11156">
                <a:extLst>
                  <a:ext uri="{FF2B5EF4-FFF2-40B4-BE49-F238E27FC236}">
                    <a16:creationId xmlns:a16="http://schemas.microsoft.com/office/drawing/2014/main" id="{0BE3A882-7804-4592-8F9F-7F11723E9E50}"/>
                  </a:ext>
                </a:extLst>
              </p:cNvPr>
              <p:cNvSpPr/>
              <p:nvPr/>
            </p:nvSpPr>
            <p:spPr>
              <a:xfrm>
                <a:off x="39783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8" name="椭圆 11157">
                <a:extLst>
                  <a:ext uri="{FF2B5EF4-FFF2-40B4-BE49-F238E27FC236}">
                    <a16:creationId xmlns:a16="http://schemas.microsoft.com/office/drawing/2014/main" id="{E0D5A278-B624-405C-843B-76999D537559}"/>
                  </a:ext>
                </a:extLst>
              </p:cNvPr>
              <p:cNvSpPr/>
              <p:nvPr/>
            </p:nvSpPr>
            <p:spPr>
              <a:xfrm>
                <a:off x="3979291" y="30369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9" name="椭圆 11158">
                <a:extLst>
                  <a:ext uri="{FF2B5EF4-FFF2-40B4-BE49-F238E27FC236}">
                    <a16:creationId xmlns:a16="http://schemas.microsoft.com/office/drawing/2014/main" id="{68CF1653-B180-4D63-A50E-6D3567ED65A1}"/>
                  </a:ext>
                </a:extLst>
              </p:cNvPr>
              <p:cNvSpPr/>
              <p:nvPr/>
            </p:nvSpPr>
            <p:spPr>
              <a:xfrm>
                <a:off x="416615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0" name="椭圆 11159">
                <a:extLst>
                  <a:ext uri="{FF2B5EF4-FFF2-40B4-BE49-F238E27FC236}">
                    <a16:creationId xmlns:a16="http://schemas.microsoft.com/office/drawing/2014/main" id="{334B0E74-497E-4DF3-87B2-4477F622E6C5}"/>
                  </a:ext>
                </a:extLst>
              </p:cNvPr>
              <p:cNvSpPr/>
              <p:nvPr/>
            </p:nvSpPr>
            <p:spPr>
              <a:xfrm>
                <a:off x="4054827" y="28231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1" name="椭圆 11160">
                <a:extLst>
                  <a:ext uri="{FF2B5EF4-FFF2-40B4-BE49-F238E27FC236}">
                    <a16:creationId xmlns:a16="http://schemas.microsoft.com/office/drawing/2014/main" id="{2F1BA0E4-0CC6-4087-B04A-8B2122A63CC4}"/>
                  </a:ext>
                </a:extLst>
              </p:cNvPr>
              <p:cNvSpPr/>
              <p:nvPr/>
            </p:nvSpPr>
            <p:spPr>
              <a:xfrm>
                <a:off x="39819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2" name="椭圆 11161">
                <a:extLst>
                  <a:ext uri="{FF2B5EF4-FFF2-40B4-BE49-F238E27FC236}">
                    <a16:creationId xmlns:a16="http://schemas.microsoft.com/office/drawing/2014/main" id="{681ED32A-9737-41BD-BF32-39A4E88294BE}"/>
                  </a:ext>
                </a:extLst>
              </p:cNvPr>
              <p:cNvSpPr/>
              <p:nvPr/>
            </p:nvSpPr>
            <p:spPr>
              <a:xfrm>
                <a:off x="40740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3" name="椭圆 11162">
                <a:extLst>
                  <a:ext uri="{FF2B5EF4-FFF2-40B4-BE49-F238E27FC236}">
                    <a16:creationId xmlns:a16="http://schemas.microsoft.com/office/drawing/2014/main" id="{234CA545-0200-462C-985E-70EB82EA97AF}"/>
                  </a:ext>
                </a:extLst>
              </p:cNvPr>
              <p:cNvSpPr/>
              <p:nvPr/>
            </p:nvSpPr>
            <p:spPr>
              <a:xfrm>
                <a:off x="4199477"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4" name="椭圆 11163">
                <a:extLst>
                  <a:ext uri="{FF2B5EF4-FFF2-40B4-BE49-F238E27FC236}">
                    <a16:creationId xmlns:a16="http://schemas.microsoft.com/office/drawing/2014/main" id="{53475870-331C-4BF5-8521-37F2755C4232}"/>
                  </a:ext>
                </a:extLst>
              </p:cNvPr>
              <p:cNvSpPr/>
              <p:nvPr/>
            </p:nvSpPr>
            <p:spPr>
              <a:xfrm>
                <a:off x="409593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5" name="椭圆 11164">
                <a:extLst>
                  <a:ext uri="{FF2B5EF4-FFF2-40B4-BE49-F238E27FC236}">
                    <a16:creationId xmlns:a16="http://schemas.microsoft.com/office/drawing/2014/main" id="{FDE9F2E3-CC98-41BE-B57C-A2FB1BEF0EB0}"/>
                  </a:ext>
                </a:extLst>
              </p:cNvPr>
              <p:cNvSpPr/>
              <p:nvPr/>
            </p:nvSpPr>
            <p:spPr>
              <a:xfrm>
                <a:off x="404194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6" name="椭圆 11165">
                <a:extLst>
                  <a:ext uri="{FF2B5EF4-FFF2-40B4-BE49-F238E27FC236}">
                    <a16:creationId xmlns:a16="http://schemas.microsoft.com/office/drawing/2014/main" id="{BA2771FA-FF74-46F0-A62E-3A587FED7950}"/>
                  </a:ext>
                </a:extLst>
              </p:cNvPr>
              <p:cNvSpPr/>
              <p:nvPr/>
            </p:nvSpPr>
            <p:spPr>
              <a:xfrm>
                <a:off x="400289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7" name="椭圆 11166">
                <a:extLst>
                  <a:ext uri="{FF2B5EF4-FFF2-40B4-BE49-F238E27FC236}">
                    <a16:creationId xmlns:a16="http://schemas.microsoft.com/office/drawing/2014/main" id="{55C84A15-1FDA-49A5-A197-4AF71BCB1D68}"/>
                  </a:ext>
                </a:extLst>
              </p:cNvPr>
              <p:cNvSpPr/>
              <p:nvPr/>
            </p:nvSpPr>
            <p:spPr>
              <a:xfrm>
                <a:off x="39756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8" name="椭圆 11167">
                <a:extLst>
                  <a:ext uri="{FF2B5EF4-FFF2-40B4-BE49-F238E27FC236}">
                    <a16:creationId xmlns:a16="http://schemas.microsoft.com/office/drawing/2014/main" id="{ABDE7895-65EE-4D54-97F7-6C00EE09FEB6}"/>
                  </a:ext>
                </a:extLst>
              </p:cNvPr>
              <p:cNvSpPr/>
              <p:nvPr/>
            </p:nvSpPr>
            <p:spPr>
              <a:xfrm>
                <a:off x="40173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9" name="椭圆 11168">
                <a:extLst>
                  <a:ext uri="{FF2B5EF4-FFF2-40B4-BE49-F238E27FC236}">
                    <a16:creationId xmlns:a16="http://schemas.microsoft.com/office/drawing/2014/main" id="{95892B9F-663D-4858-98DA-ACF8B1302EAE}"/>
                  </a:ext>
                </a:extLst>
              </p:cNvPr>
              <p:cNvSpPr/>
              <p:nvPr/>
            </p:nvSpPr>
            <p:spPr>
              <a:xfrm>
                <a:off x="401052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0" name="椭圆 11169">
                <a:extLst>
                  <a:ext uri="{FF2B5EF4-FFF2-40B4-BE49-F238E27FC236}">
                    <a16:creationId xmlns:a16="http://schemas.microsoft.com/office/drawing/2014/main" id="{934D845C-0F6C-4E56-83B7-CB688E2510B9}"/>
                  </a:ext>
                </a:extLst>
              </p:cNvPr>
              <p:cNvSpPr/>
              <p:nvPr/>
            </p:nvSpPr>
            <p:spPr>
              <a:xfrm>
                <a:off x="40368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1" name="椭圆 11170">
                <a:extLst>
                  <a:ext uri="{FF2B5EF4-FFF2-40B4-BE49-F238E27FC236}">
                    <a16:creationId xmlns:a16="http://schemas.microsoft.com/office/drawing/2014/main" id="{339970CF-2229-4836-AA97-37F7DEDDE436}"/>
                  </a:ext>
                </a:extLst>
              </p:cNvPr>
              <p:cNvSpPr/>
              <p:nvPr/>
            </p:nvSpPr>
            <p:spPr>
              <a:xfrm>
                <a:off x="404671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2" name="椭圆 11171">
                <a:extLst>
                  <a:ext uri="{FF2B5EF4-FFF2-40B4-BE49-F238E27FC236}">
                    <a16:creationId xmlns:a16="http://schemas.microsoft.com/office/drawing/2014/main" id="{F1386613-2283-4696-8EF8-FDB9C5661900}"/>
                  </a:ext>
                </a:extLst>
              </p:cNvPr>
              <p:cNvSpPr/>
              <p:nvPr/>
            </p:nvSpPr>
            <p:spPr>
              <a:xfrm>
                <a:off x="406796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3" name="椭圆 11172">
                <a:extLst>
                  <a:ext uri="{FF2B5EF4-FFF2-40B4-BE49-F238E27FC236}">
                    <a16:creationId xmlns:a16="http://schemas.microsoft.com/office/drawing/2014/main" id="{DA5748BF-C5AD-451A-83BD-7EC90E56D8CE}"/>
                  </a:ext>
                </a:extLst>
              </p:cNvPr>
              <p:cNvSpPr/>
              <p:nvPr/>
            </p:nvSpPr>
            <p:spPr>
              <a:xfrm>
                <a:off x="4183474" y="3021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4" name="椭圆 11173">
                <a:extLst>
                  <a:ext uri="{FF2B5EF4-FFF2-40B4-BE49-F238E27FC236}">
                    <a16:creationId xmlns:a16="http://schemas.microsoft.com/office/drawing/2014/main" id="{2C064DD9-FD1F-424C-B858-5AE729FF923A}"/>
                  </a:ext>
                </a:extLst>
              </p:cNvPr>
              <p:cNvSpPr/>
              <p:nvPr/>
            </p:nvSpPr>
            <p:spPr>
              <a:xfrm>
                <a:off x="405090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5" name="椭圆 11174">
                <a:extLst>
                  <a:ext uri="{FF2B5EF4-FFF2-40B4-BE49-F238E27FC236}">
                    <a16:creationId xmlns:a16="http://schemas.microsoft.com/office/drawing/2014/main" id="{57CCD7DD-E862-4B84-8263-D490E9DA9640}"/>
                  </a:ext>
                </a:extLst>
              </p:cNvPr>
              <p:cNvSpPr/>
              <p:nvPr/>
            </p:nvSpPr>
            <p:spPr>
              <a:xfrm>
                <a:off x="397059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6" name="椭圆 11175">
                <a:extLst>
                  <a:ext uri="{FF2B5EF4-FFF2-40B4-BE49-F238E27FC236}">
                    <a16:creationId xmlns:a16="http://schemas.microsoft.com/office/drawing/2014/main" id="{981370CE-3EA4-4111-A1B3-54FE42E8D6DB}"/>
                  </a:ext>
                </a:extLst>
              </p:cNvPr>
              <p:cNvSpPr/>
              <p:nvPr/>
            </p:nvSpPr>
            <p:spPr>
              <a:xfrm>
                <a:off x="3852002"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7" name="椭圆 11176">
                <a:extLst>
                  <a:ext uri="{FF2B5EF4-FFF2-40B4-BE49-F238E27FC236}">
                    <a16:creationId xmlns:a16="http://schemas.microsoft.com/office/drawing/2014/main" id="{7BFD281B-EB5C-4D00-B915-246598A9ECC3}"/>
                  </a:ext>
                </a:extLst>
              </p:cNvPr>
              <p:cNvSpPr/>
              <p:nvPr/>
            </p:nvSpPr>
            <p:spPr>
              <a:xfrm>
                <a:off x="39471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8" name="椭圆 11177">
                <a:extLst>
                  <a:ext uri="{FF2B5EF4-FFF2-40B4-BE49-F238E27FC236}">
                    <a16:creationId xmlns:a16="http://schemas.microsoft.com/office/drawing/2014/main" id="{C1BB81A6-7426-45E4-A08C-9246B7DA6913}"/>
                  </a:ext>
                </a:extLst>
              </p:cNvPr>
              <p:cNvSpPr/>
              <p:nvPr/>
            </p:nvSpPr>
            <p:spPr>
              <a:xfrm>
                <a:off x="395833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9" name="椭圆 11178">
                <a:extLst>
                  <a:ext uri="{FF2B5EF4-FFF2-40B4-BE49-F238E27FC236}">
                    <a16:creationId xmlns:a16="http://schemas.microsoft.com/office/drawing/2014/main" id="{78DF8EC5-5A30-4BE5-9A75-5022222C4D5D}"/>
                  </a:ext>
                </a:extLst>
              </p:cNvPr>
              <p:cNvSpPr/>
              <p:nvPr/>
            </p:nvSpPr>
            <p:spPr>
              <a:xfrm>
                <a:off x="40250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0" name="椭圆 11179">
                <a:extLst>
                  <a:ext uri="{FF2B5EF4-FFF2-40B4-BE49-F238E27FC236}">
                    <a16:creationId xmlns:a16="http://schemas.microsoft.com/office/drawing/2014/main" id="{5915EB87-8618-4751-A509-F52B62A25BEC}"/>
                  </a:ext>
                </a:extLst>
              </p:cNvPr>
              <p:cNvSpPr/>
              <p:nvPr/>
            </p:nvSpPr>
            <p:spPr>
              <a:xfrm>
                <a:off x="40970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1" name="椭圆 11180">
                <a:extLst>
                  <a:ext uri="{FF2B5EF4-FFF2-40B4-BE49-F238E27FC236}">
                    <a16:creationId xmlns:a16="http://schemas.microsoft.com/office/drawing/2014/main" id="{88C500F4-8237-4798-AD9D-85D49C8343CF}"/>
                  </a:ext>
                </a:extLst>
              </p:cNvPr>
              <p:cNvSpPr/>
              <p:nvPr/>
            </p:nvSpPr>
            <p:spPr>
              <a:xfrm>
                <a:off x="4043522"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2" name="椭圆 11181">
                <a:extLst>
                  <a:ext uri="{FF2B5EF4-FFF2-40B4-BE49-F238E27FC236}">
                    <a16:creationId xmlns:a16="http://schemas.microsoft.com/office/drawing/2014/main" id="{89968376-D081-44E3-9DCA-550A7DC5BE78}"/>
                  </a:ext>
                </a:extLst>
              </p:cNvPr>
              <p:cNvSpPr/>
              <p:nvPr/>
            </p:nvSpPr>
            <p:spPr>
              <a:xfrm>
                <a:off x="4172793"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3" name="椭圆 11182">
                <a:extLst>
                  <a:ext uri="{FF2B5EF4-FFF2-40B4-BE49-F238E27FC236}">
                    <a16:creationId xmlns:a16="http://schemas.microsoft.com/office/drawing/2014/main" id="{F16E0EEC-E10D-479F-8FF2-EDF3FB00E596}"/>
                  </a:ext>
                </a:extLst>
              </p:cNvPr>
              <p:cNvSpPr/>
              <p:nvPr/>
            </p:nvSpPr>
            <p:spPr>
              <a:xfrm>
                <a:off x="4028107"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4" name="椭圆 11183">
                <a:extLst>
                  <a:ext uri="{FF2B5EF4-FFF2-40B4-BE49-F238E27FC236}">
                    <a16:creationId xmlns:a16="http://schemas.microsoft.com/office/drawing/2014/main" id="{C6C0707E-DAF5-40A2-814B-9DC0E075F231}"/>
                  </a:ext>
                </a:extLst>
              </p:cNvPr>
              <p:cNvSpPr/>
              <p:nvPr/>
            </p:nvSpPr>
            <p:spPr>
              <a:xfrm>
                <a:off x="40730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5" name="椭圆 11184">
                <a:extLst>
                  <a:ext uri="{FF2B5EF4-FFF2-40B4-BE49-F238E27FC236}">
                    <a16:creationId xmlns:a16="http://schemas.microsoft.com/office/drawing/2014/main" id="{64BBF0DD-B407-4F16-9E32-A4A9CD677D48}"/>
                  </a:ext>
                </a:extLst>
              </p:cNvPr>
              <p:cNvSpPr/>
              <p:nvPr/>
            </p:nvSpPr>
            <p:spPr>
              <a:xfrm>
                <a:off x="40169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6" name="椭圆 11185">
                <a:extLst>
                  <a:ext uri="{FF2B5EF4-FFF2-40B4-BE49-F238E27FC236}">
                    <a16:creationId xmlns:a16="http://schemas.microsoft.com/office/drawing/2014/main" id="{409E42FD-92C0-4CEB-9E27-A208F3AF9F56}"/>
                  </a:ext>
                </a:extLst>
              </p:cNvPr>
              <p:cNvSpPr/>
              <p:nvPr/>
            </p:nvSpPr>
            <p:spPr>
              <a:xfrm>
                <a:off x="402693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7" name="椭圆 11186">
                <a:extLst>
                  <a:ext uri="{FF2B5EF4-FFF2-40B4-BE49-F238E27FC236}">
                    <a16:creationId xmlns:a16="http://schemas.microsoft.com/office/drawing/2014/main" id="{063DF37E-A405-4D2E-9D8A-A47875CA893B}"/>
                  </a:ext>
                </a:extLst>
              </p:cNvPr>
              <p:cNvSpPr/>
              <p:nvPr/>
            </p:nvSpPr>
            <p:spPr>
              <a:xfrm>
                <a:off x="39609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8" name="椭圆 11187">
                <a:extLst>
                  <a:ext uri="{FF2B5EF4-FFF2-40B4-BE49-F238E27FC236}">
                    <a16:creationId xmlns:a16="http://schemas.microsoft.com/office/drawing/2014/main" id="{70855756-F380-4755-B079-CD88A29E9ECA}"/>
                  </a:ext>
                </a:extLst>
              </p:cNvPr>
              <p:cNvSpPr/>
              <p:nvPr/>
            </p:nvSpPr>
            <p:spPr>
              <a:xfrm>
                <a:off x="3866060"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9" name="椭圆 11188">
                <a:extLst>
                  <a:ext uri="{FF2B5EF4-FFF2-40B4-BE49-F238E27FC236}">
                    <a16:creationId xmlns:a16="http://schemas.microsoft.com/office/drawing/2014/main" id="{0E49E94B-1B60-49B4-8120-80D2CF959F6C}"/>
                  </a:ext>
                </a:extLst>
              </p:cNvPr>
              <p:cNvSpPr/>
              <p:nvPr/>
            </p:nvSpPr>
            <p:spPr>
              <a:xfrm>
                <a:off x="404502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0" name="椭圆 11189">
                <a:extLst>
                  <a:ext uri="{FF2B5EF4-FFF2-40B4-BE49-F238E27FC236}">
                    <a16:creationId xmlns:a16="http://schemas.microsoft.com/office/drawing/2014/main" id="{832CF30B-A9FE-49A4-AABE-5910FDA4D307}"/>
                  </a:ext>
                </a:extLst>
              </p:cNvPr>
              <p:cNvSpPr/>
              <p:nvPr/>
            </p:nvSpPr>
            <p:spPr>
              <a:xfrm>
                <a:off x="4066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1" name="椭圆 11190">
                <a:extLst>
                  <a:ext uri="{FF2B5EF4-FFF2-40B4-BE49-F238E27FC236}">
                    <a16:creationId xmlns:a16="http://schemas.microsoft.com/office/drawing/2014/main" id="{5377C073-07D5-4B8A-9A10-EE55B52CE9F5}"/>
                  </a:ext>
                </a:extLst>
              </p:cNvPr>
              <p:cNvSpPr/>
              <p:nvPr/>
            </p:nvSpPr>
            <p:spPr>
              <a:xfrm>
                <a:off x="4066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2" name="椭圆 11191">
                <a:extLst>
                  <a:ext uri="{FF2B5EF4-FFF2-40B4-BE49-F238E27FC236}">
                    <a16:creationId xmlns:a16="http://schemas.microsoft.com/office/drawing/2014/main" id="{8D355E9A-3FAB-42FD-A145-F740C4D6105A}"/>
                  </a:ext>
                </a:extLst>
              </p:cNvPr>
              <p:cNvSpPr/>
              <p:nvPr/>
            </p:nvSpPr>
            <p:spPr>
              <a:xfrm>
                <a:off x="40478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3" name="椭圆 11192">
                <a:extLst>
                  <a:ext uri="{FF2B5EF4-FFF2-40B4-BE49-F238E27FC236}">
                    <a16:creationId xmlns:a16="http://schemas.microsoft.com/office/drawing/2014/main" id="{827FEE9F-763E-44C2-B350-7B9A62025C40}"/>
                  </a:ext>
                </a:extLst>
              </p:cNvPr>
              <p:cNvSpPr/>
              <p:nvPr/>
            </p:nvSpPr>
            <p:spPr>
              <a:xfrm>
                <a:off x="4000432" y="30307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4" name="椭圆 11193">
                <a:extLst>
                  <a:ext uri="{FF2B5EF4-FFF2-40B4-BE49-F238E27FC236}">
                    <a16:creationId xmlns:a16="http://schemas.microsoft.com/office/drawing/2014/main" id="{22FAFAE7-B6F1-40DE-A0A9-2F1EE8233EB5}"/>
                  </a:ext>
                </a:extLst>
              </p:cNvPr>
              <p:cNvSpPr/>
              <p:nvPr/>
            </p:nvSpPr>
            <p:spPr>
              <a:xfrm>
                <a:off x="4151615"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5" name="椭圆 11194">
                <a:extLst>
                  <a:ext uri="{FF2B5EF4-FFF2-40B4-BE49-F238E27FC236}">
                    <a16:creationId xmlns:a16="http://schemas.microsoft.com/office/drawing/2014/main" id="{53F8900A-87F6-4C84-814F-1F379F99A7F7}"/>
                  </a:ext>
                </a:extLst>
              </p:cNvPr>
              <p:cNvSpPr/>
              <p:nvPr/>
            </p:nvSpPr>
            <p:spPr>
              <a:xfrm>
                <a:off x="406561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6" name="椭圆 11195">
                <a:extLst>
                  <a:ext uri="{FF2B5EF4-FFF2-40B4-BE49-F238E27FC236}">
                    <a16:creationId xmlns:a16="http://schemas.microsoft.com/office/drawing/2014/main" id="{DCBA009F-3ABC-4245-AB55-BA0B885B5DFF}"/>
                  </a:ext>
                </a:extLst>
              </p:cNvPr>
              <p:cNvSpPr/>
              <p:nvPr/>
            </p:nvSpPr>
            <p:spPr>
              <a:xfrm>
                <a:off x="40221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7" name="椭圆 11196">
                <a:extLst>
                  <a:ext uri="{FF2B5EF4-FFF2-40B4-BE49-F238E27FC236}">
                    <a16:creationId xmlns:a16="http://schemas.microsoft.com/office/drawing/2014/main" id="{952B8331-5C63-4968-8545-956871041970}"/>
                  </a:ext>
                </a:extLst>
              </p:cNvPr>
              <p:cNvSpPr/>
              <p:nvPr/>
            </p:nvSpPr>
            <p:spPr>
              <a:xfrm>
                <a:off x="4001166"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8" name="椭圆 11197">
                <a:extLst>
                  <a:ext uri="{FF2B5EF4-FFF2-40B4-BE49-F238E27FC236}">
                    <a16:creationId xmlns:a16="http://schemas.microsoft.com/office/drawing/2014/main" id="{2859EC6F-D646-4821-A558-D5362EAF05D1}"/>
                  </a:ext>
                </a:extLst>
              </p:cNvPr>
              <p:cNvSpPr/>
              <p:nvPr/>
            </p:nvSpPr>
            <p:spPr>
              <a:xfrm>
                <a:off x="3894101" y="2948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9" name="椭圆 11198">
                <a:extLst>
                  <a:ext uri="{FF2B5EF4-FFF2-40B4-BE49-F238E27FC236}">
                    <a16:creationId xmlns:a16="http://schemas.microsoft.com/office/drawing/2014/main" id="{A0AD8425-D7A8-4E77-95A5-1B4C5FC7D3CC}"/>
                  </a:ext>
                </a:extLst>
              </p:cNvPr>
              <p:cNvSpPr/>
              <p:nvPr/>
            </p:nvSpPr>
            <p:spPr>
              <a:xfrm>
                <a:off x="398494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0" name="椭圆 11199">
                <a:extLst>
                  <a:ext uri="{FF2B5EF4-FFF2-40B4-BE49-F238E27FC236}">
                    <a16:creationId xmlns:a16="http://schemas.microsoft.com/office/drawing/2014/main" id="{9A279E2A-5B88-45FC-A590-26D667C2E226}"/>
                  </a:ext>
                </a:extLst>
              </p:cNvPr>
              <p:cNvSpPr/>
              <p:nvPr/>
            </p:nvSpPr>
            <p:spPr>
              <a:xfrm>
                <a:off x="3905810"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1" name="椭圆 11200">
                <a:extLst>
                  <a:ext uri="{FF2B5EF4-FFF2-40B4-BE49-F238E27FC236}">
                    <a16:creationId xmlns:a16="http://schemas.microsoft.com/office/drawing/2014/main" id="{E841C270-C273-4A28-BEAA-076C9769A7A9}"/>
                  </a:ext>
                </a:extLst>
              </p:cNvPr>
              <p:cNvSpPr/>
              <p:nvPr/>
            </p:nvSpPr>
            <p:spPr>
              <a:xfrm>
                <a:off x="403174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2" name="椭圆 11201">
                <a:extLst>
                  <a:ext uri="{FF2B5EF4-FFF2-40B4-BE49-F238E27FC236}">
                    <a16:creationId xmlns:a16="http://schemas.microsoft.com/office/drawing/2014/main" id="{CA32A2E2-8AA4-44C8-9A9F-3EE4A21FCCD8}"/>
                  </a:ext>
                </a:extLst>
              </p:cNvPr>
              <p:cNvSpPr/>
              <p:nvPr/>
            </p:nvSpPr>
            <p:spPr>
              <a:xfrm>
                <a:off x="40290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3" name="椭圆 11202">
                <a:extLst>
                  <a:ext uri="{FF2B5EF4-FFF2-40B4-BE49-F238E27FC236}">
                    <a16:creationId xmlns:a16="http://schemas.microsoft.com/office/drawing/2014/main" id="{D4016D9C-0DB4-4B2C-8B2C-5836E4F5C22B}"/>
                  </a:ext>
                </a:extLst>
              </p:cNvPr>
              <p:cNvSpPr/>
              <p:nvPr/>
            </p:nvSpPr>
            <p:spPr>
              <a:xfrm>
                <a:off x="403108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4" name="椭圆 11203">
                <a:extLst>
                  <a:ext uri="{FF2B5EF4-FFF2-40B4-BE49-F238E27FC236}">
                    <a16:creationId xmlns:a16="http://schemas.microsoft.com/office/drawing/2014/main" id="{80C5CC9F-6BB3-403B-B55E-6771E83BC7C1}"/>
                  </a:ext>
                </a:extLst>
              </p:cNvPr>
              <p:cNvSpPr/>
              <p:nvPr/>
            </p:nvSpPr>
            <p:spPr>
              <a:xfrm>
                <a:off x="396916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5" name="椭圆 11204">
                <a:extLst>
                  <a:ext uri="{FF2B5EF4-FFF2-40B4-BE49-F238E27FC236}">
                    <a16:creationId xmlns:a16="http://schemas.microsoft.com/office/drawing/2014/main" id="{C0E390E4-DFD0-482A-9F5C-FB5528811573}"/>
                  </a:ext>
                </a:extLst>
              </p:cNvPr>
              <p:cNvSpPr/>
              <p:nvPr/>
            </p:nvSpPr>
            <p:spPr>
              <a:xfrm>
                <a:off x="40637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6" name="椭圆 11205">
                <a:extLst>
                  <a:ext uri="{FF2B5EF4-FFF2-40B4-BE49-F238E27FC236}">
                    <a16:creationId xmlns:a16="http://schemas.microsoft.com/office/drawing/2014/main" id="{66B30D44-674E-4C32-AF8C-CB3BA3B50306}"/>
                  </a:ext>
                </a:extLst>
              </p:cNvPr>
              <p:cNvSpPr/>
              <p:nvPr/>
            </p:nvSpPr>
            <p:spPr>
              <a:xfrm>
                <a:off x="402109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7" name="椭圆 11206">
                <a:extLst>
                  <a:ext uri="{FF2B5EF4-FFF2-40B4-BE49-F238E27FC236}">
                    <a16:creationId xmlns:a16="http://schemas.microsoft.com/office/drawing/2014/main" id="{95D4AB31-DE78-4FF4-A380-13B4F85F28C3}"/>
                  </a:ext>
                </a:extLst>
              </p:cNvPr>
              <p:cNvSpPr/>
              <p:nvPr/>
            </p:nvSpPr>
            <p:spPr>
              <a:xfrm>
                <a:off x="3950221" y="28352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8" name="椭圆 11207">
                <a:extLst>
                  <a:ext uri="{FF2B5EF4-FFF2-40B4-BE49-F238E27FC236}">
                    <a16:creationId xmlns:a16="http://schemas.microsoft.com/office/drawing/2014/main" id="{9B9BE35E-150F-4A6A-9C61-D83B76EDF1AB}"/>
                  </a:ext>
                </a:extLst>
              </p:cNvPr>
              <p:cNvSpPr/>
              <p:nvPr/>
            </p:nvSpPr>
            <p:spPr>
              <a:xfrm>
                <a:off x="4068591"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9" name="椭圆 11208">
                <a:extLst>
                  <a:ext uri="{FF2B5EF4-FFF2-40B4-BE49-F238E27FC236}">
                    <a16:creationId xmlns:a16="http://schemas.microsoft.com/office/drawing/2014/main" id="{3180EC45-4781-43D3-8EF2-0A65494D6859}"/>
                  </a:ext>
                </a:extLst>
              </p:cNvPr>
              <p:cNvSpPr/>
              <p:nvPr/>
            </p:nvSpPr>
            <p:spPr>
              <a:xfrm>
                <a:off x="40676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0" name="椭圆 11209">
                <a:extLst>
                  <a:ext uri="{FF2B5EF4-FFF2-40B4-BE49-F238E27FC236}">
                    <a16:creationId xmlns:a16="http://schemas.microsoft.com/office/drawing/2014/main" id="{C4319CF0-11F6-4A44-8942-065AA82C5166}"/>
                  </a:ext>
                </a:extLst>
              </p:cNvPr>
              <p:cNvSpPr/>
              <p:nvPr/>
            </p:nvSpPr>
            <p:spPr>
              <a:xfrm>
                <a:off x="41223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1" name="椭圆 11210">
                <a:extLst>
                  <a:ext uri="{FF2B5EF4-FFF2-40B4-BE49-F238E27FC236}">
                    <a16:creationId xmlns:a16="http://schemas.microsoft.com/office/drawing/2014/main" id="{DE4C7733-8149-415F-AC0F-88FC5C5A7B34}"/>
                  </a:ext>
                </a:extLst>
              </p:cNvPr>
              <p:cNvSpPr/>
              <p:nvPr/>
            </p:nvSpPr>
            <p:spPr>
              <a:xfrm>
                <a:off x="3963325"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2" name="椭圆 11211">
                <a:extLst>
                  <a:ext uri="{FF2B5EF4-FFF2-40B4-BE49-F238E27FC236}">
                    <a16:creationId xmlns:a16="http://schemas.microsoft.com/office/drawing/2014/main" id="{C424AAB5-C5A9-426C-A33C-AA609682874B}"/>
                  </a:ext>
                </a:extLst>
              </p:cNvPr>
              <p:cNvSpPr/>
              <p:nvPr/>
            </p:nvSpPr>
            <p:spPr>
              <a:xfrm>
                <a:off x="406106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3" name="椭圆 11212">
                <a:extLst>
                  <a:ext uri="{FF2B5EF4-FFF2-40B4-BE49-F238E27FC236}">
                    <a16:creationId xmlns:a16="http://schemas.microsoft.com/office/drawing/2014/main" id="{4C182438-6F6D-40FC-91F3-7825B78377B2}"/>
                  </a:ext>
                </a:extLst>
              </p:cNvPr>
              <p:cNvSpPr/>
              <p:nvPr/>
            </p:nvSpPr>
            <p:spPr>
              <a:xfrm>
                <a:off x="396035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4" name="椭圆 11213">
                <a:extLst>
                  <a:ext uri="{FF2B5EF4-FFF2-40B4-BE49-F238E27FC236}">
                    <a16:creationId xmlns:a16="http://schemas.microsoft.com/office/drawing/2014/main" id="{EBE3AE8B-8E6B-4888-AAA0-7349A6400A8B}"/>
                  </a:ext>
                </a:extLst>
              </p:cNvPr>
              <p:cNvSpPr/>
              <p:nvPr/>
            </p:nvSpPr>
            <p:spPr>
              <a:xfrm>
                <a:off x="4043119"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5" name="椭圆 11214">
                <a:extLst>
                  <a:ext uri="{FF2B5EF4-FFF2-40B4-BE49-F238E27FC236}">
                    <a16:creationId xmlns:a16="http://schemas.microsoft.com/office/drawing/2014/main" id="{FBE26F81-6328-4ACA-B30E-B16271A00207}"/>
                  </a:ext>
                </a:extLst>
              </p:cNvPr>
              <p:cNvSpPr/>
              <p:nvPr/>
            </p:nvSpPr>
            <p:spPr>
              <a:xfrm>
                <a:off x="407075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6" name="椭圆 11215">
                <a:extLst>
                  <a:ext uri="{FF2B5EF4-FFF2-40B4-BE49-F238E27FC236}">
                    <a16:creationId xmlns:a16="http://schemas.microsoft.com/office/drawing/2014/main" id="{FCD8CC1D-648B-459E-A086-C6FC7CEEDF11}"/>
                  </a:ext>
                </a:extLst>
              </p:cNvPr>
              <p:cNvSpPr/>
              <p:nvPr/>
            </p:nvSpPr>
            <p:spPr>
              <a:xfrm>
                <a:off x="4015187"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7" name="椭圆 11216">
                <a:extLst>
                  <a:ext uri="{FF2B5EF4-FFF2-40B4-BE49-F238E27FC236}">
                    <a16:creationId xmlns:a16="http://schemas.microsoft.com/office/drawing/2014/main" id="{E284FBEB-A5CA-4E56-93A5-6F4D3267A6BF}"/>
                  </a:ext>
                </a:extLst>
              </p:cNvPr>
              <p:cNvSpPr/>
              <p:nvPr/>
            </p:nvSpPr>
            <p:spPr>
              <a:xfrm>
                <a:off x="4037246" y="2774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8" name="椭圆 11217">
                <a:extLst>
                  <a:ext uri="{FF2B5EF4-FFF2-40B4-BE49-F238E27FC236}">
                    <a16:creationId xmlns:a16="http://schemas.microsoft.com/office/drawing/2014/main" id="{A70E8DDA-2F38-4B04-A626-E3F3B67A390F}"/>
                  </a:ext>
                </a:extLst>
              </p:cNvPr>
              <p:cNvSpPr/>
              <p:nvPr/>
            </p:nvSpPr>
            <p:spPr>
              <a:xfrm>
                <a:off x="4032658"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9" name="椭圆 11218">
                <a:extLst>
                  <a:ext uri="{FF2B5EF4-FFF2-40B4-BE49-F238E27FC236}">
                    <a16:creationId xmlns:a16="http://schemas.microsoft.com/office/drawing/2014/main" id="{E141E7B3-D1EF-4705-96AF-142CD1FD3C79}"/>
                  </a:ext>
                </a:extLst>
              </p:cNvPr>
              <p:cNvSpPr/>
              <p:nvPr/>
            </p:nvSpPr>
            <p:spPr>
              <a:xfrm>
                <a:off x="405603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0" name="椭圆 11219">
                <a:extLst>
                  <a:ext uri="{FF2B5EF4-FFF2-40B4-BE49-F238E27FC236}">
                    <a16:creationId xmlns:a16="http://schemas.microsoft.com/office/drawing/2014/main" id="{5C9CFE36-59FA-45D0-9D3D-CA82D7122060}"/>
                  </a:ext>
                </a:extLst>
              </p:cNvPr>
              <p:cNvSpPr/>
              <p:nvPr/>
            </p:nvSpPr>
            <p:spPr>
              <a:xfrm>
                <a:off x="3995587"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1" name="椭圆 11220">
                <a:extLst>
                  <a:ext uri="{FF2B5EF4-FFF2-40B4-BE49-F238E27FC236}">
                    <a16:creationId xmlns:a16="http://schemas.microsoft.com/office/drawing/2014/main" id="{0985AABB-0880-447A-B1DC-A570DFF0FD5A}"/>
                  </a:ext>
                </a:extLst>
              </p:cNvPr>
              <p:cNvSpPr/>
              <p:nvPr/>
            </p:nvSpPr>
            <p:spPr>
              <a:xfrm>
                <a:off x="4096633"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2" name="椭圆 11221">
                <a:extLst>
                  <a:ext uri="{FF2B5EF4-FFF2-40B4-BE49-F238E27FC236}">
                    <a16:creationId xmlns:a16="http://schemas.microsoft.com/office/drawing/2014/main" id="{7B483A8E-3EB5-46D9-8270-2C17C2D292D2}"/>
                  </a:ext>
                </a:extLst>
              </p:cNvPr>
              <p:cNvSpPr/>
              <p:nvPr/>
            </p:nvSpPr>
            <p:spPr>
              <a:xfrm>
                <a:off x="4005497"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3" name="椭圆 11222">
                <a:extLst>
                  <a:ext uri="{FF2B5EF4-FFF2-40B4-BE49-F238E27FC236}">
                    <a16:creationId xmlns:a16="http://schemas.microsoft.com/office/drawing/2014/main" id="{0ED2D9A5-180D-4D6B-8EB0-210855560513}"/>
                  </a:ext>
                </a:extLst>
              </p:cNvPr>
              <p:cNvSpPr/>
              <p:nvPr/>
            </p:nvSpPr>
            <p:spPr>
              <a:xfrm>
                <a:off x="399041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4" name="椭圆 11223">
                <a:extLst>
                  <a:ext uri="{FF2B5EF4-FFF2-40B4-BE49-F238E27FC236}">
                    <a16:creationId xmlns:a16="http://schemas.microsoft.com/office/drawing/2014/main" id="{9519035D-D805-4F1D-845A-00A25E07EA65}"/>
                  </a:ext>
                </a:extLst>
              </p:cNvPr>
              <p:cNvSpPr/>
              <p:nvPr/>
            </p:nvSpPr>
            <p:spPr>
              <a:xfrm>
                <a:off x="4001350"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5" name="椭圆 11224">
                <a:extLst>
                  <a:ext uri="{FF2B5EF4-FFF2-40B4-BE49-F238E27FC236}">
                    <a16:creationId xmlns:a16="http://schemas.microsoft.com/office/drawing/2014/main" id="{ABF8DD6B-A2B5-42E0-AB70-4622FE1F456D}"/>
                  </a:ext>
                </a:extLst>
              </p:cNvPr>
              <p:cNvSpPr/>
              <p:nvPr/>
            </p:nvSpPr>
            <p:spPr>
              <a:xfrm>
                <a:off x="3994523"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6" name="椭圆 11225">
                <a:extLst>
                  <a:ext uri="{FF2B5EF4-FFF2-40B4-BE49-F238E27FC236}">
                    <a16:creationId xmlns:a16="http://schemas.microsoft.com/office/drawing/2014/main" id="{49B829F8-C3DA-47E2-BF86-BE9079CB33C5}"/>
                  </a:ext>
                </a:extLst>
              </p:cNvPr>
              <p:cNvSpPr/>
              <p:nvPr/>
            </p:nvSpPr>
            <p:spPr>
              <a:xfrm>
                <a:off x="404132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7" name="椭圆 11226">
                <a:extLst>
                  <a:ext uri="{FF2B5EF4-FFF2-40B4-BE49-F238E27FC236}">
                    <a16:creationId xmlns:a16="http://schemas.microsoft.com/office/drawing/2014/main" id="{B3522F5C-42DB-436D-B6CF-E8BE7956EF36}"/>
                  </a:ext>
                </a:extLst>
              </p:cNvPr>
              <p:cNvSpPr/>
              <p:nvPr/>
            </p:nvSpPr>
            <p:spPr>
              <a:xfrm>
                <a:off x="423129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8" name="椭圆 11227">
                <a:extLst>
                  <a:ext uri="{FF2B5EF4-FFF2-40B4-BE49-F238E27FC236}">
                    <a16:creationId xmlns:a16="http://schemas.microsoft.com/office/drawing/2014/main" id="{681CC0D8-965D-426C-8531-3C1138E9AAA8}"/>
                  </a:ext>
                </a:extLst>
              </p:cNvPr>
              <p:cNvSpPr/>
              <p:nvPr/>
            </p:nvSpPr>
            <p:spPr>
              <a:xfrm>
                <a:off x="4112783"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9" name="椭圆 11228">
                <a:extLst>
                  <a:ext uri="{FF2B5EF4-FFF2-40B4-BE49-F238E27FC236}">
                    <a16:creationId xmlns:a16="http://schemas.microsoft.com/office/drawing/2014/main" id="{9C29D817-3D9C-4C4C-BF84-F02282E72362}"/>
                  </a:ext>
                </a:extLst>
              </p:cNvPr>
              <p:cNvSpPr/>
              <p:nvPr/>
            </p:nvSpPr>
            <p:spPr>
              <a:xfrm>
                <a:off x="40019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0" name="椭圆 11229">
                <a:extLst>
                  <a:ext uri="{FF2B5EF4-FFF2-40B4-BE49-F238E27FC236}">
                    <a16:creationId xmlns:a16="http://schemas.microsoft.com/office/drawing/2014/main" id="{79B84261-3014-4949-95E2-8093831C465E}"/>
                  </a:ext>
                </a:extLst>
              </p:cNvPr>
              <p:cNvSpPr/>
              <p:nvPr/>
            </p:nvSpPr>
            <p:spPr>
              <a:xfrm>
                <a:off x="40562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1" name="椭圆 11230">
                <a:extLst>
                  <a:ext uri="{FF2B5EF4-FFF2-40B4-BE49-F238E27FC236}">
                    <a16:creationId xmlns:a16="http://schemas.microsoft.com/office/drawing/2014/main" id="{79F2C398-0DA0-4A57-8191-75153FEA2499}"/>
                  </a:ext>
                </a:extLst>
              </p:cNvPr>
              <p:cNvSpPr/>
              <p:nvPr/>
            </p:nvSpPr>
            <p:spPr>
              <a:xfrm>
                <a:off x="408191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2" name="椭圆 11231">
                <a:extLst>
                  <a:ext uri="{FF2B5EF4-FFF2-40B4-BE49-F238E27FC236}">
                    <a16:creationId xmlns:a16="http://schemas.microsoft.com/office/drawing/2014/main" id="{01DE5B2B-6D15-4F43-8938-E2413EDC11CB}"/>
                  </a:ext>
                </a:extLst>
              </p:cNvPr>
              <p:cNvSpPr/>
              <p:nvPr/>
            </p:nvSpPr>
            <p:spPr>
              <a:xfrm>
                <a:off x="398285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3" name="椭圆 11232">
                <a:extLst>
                  <a:ext uri="{FF2B5EF4-FFF2-40B4-BE49-F238E27FC236}">
                    <a16:creationId xmlns:a16="http://schemas.microsoft.com/office/drawing/2014/main" id="{05BA6A85-206E-4C5D-B07C-61CC319B14D4}"/>
                  </a:ext>
                </a:extLst>
              </p:cNvPr>
              <p:cNvSpPr/>
              <p:nvPr/>
            </p:nvSpPr>
            <p:spPr>
              <a:xfrm>
                <a:off x="3825392" y="29211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4" name="椭圆 11233">
                <a:extLst>
                  <a:ext uri="{FF2B5EF4-FFF2-40B4-BE49-F238E27FC236}">
                    <a16:creationId xmlns:a16="http://schemas.microsoft.com/office/drawing/2014/main" id="{B0F01E93-1C16-43F6-BE28-A754A0ACF45C}"/>
                  </a:ext>
                </a:extLst>
              </p:cNvPr>
              <p:cNvSpPr/>
              <p:nvPr/>
            </p:nvSpPr>
            <p:spPr>
              <a:xfrm>
                <a:off x="4317149"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5" name="椭圆 11234">
                <a:extLst>
                  <a:ext uri="{FF2B5EF4-FFF2-40B4-BE49-F238E27FC236}">
                    <a16:creationId xmlns:a16="http://schemas.microsoft.com/office/drawing/2014/main" id="{1460CF3F-0F55-44BA-9806-3C5FCB44E7BE}"/>
                  </a:ext>
                </a:extLst>
              </p:cNvPr>
              <p:cNvSpPr/>
              <p:nvPr/>
            </p:nvSpPr>
            <p:spPr>
              <a:xfrm>
                <a:off x="4343649" y="25966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6" name="椭圆 11235">
                <a:extLst>
                  <a:ext uri="{FF2B5EF4-FFF2-40B4-BE49-F238E27FC236}">
                    <a16:creationId xmlns:a16="http://schemas.microsoft.com/office/drawing/2014/main" id="{2870B198-AE56-41F8-B5CC-B39506FABD16}"/>
                  </a:ext>
                </a:extLst>
              </p:cNvPr>
              <p:cNvSpPr/>
              <p:nvPr/>
            </p:nvSpPr>
            <p:spPr>
              <a:xfrm>
                <a:off x="4401898" y="25900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7" name="椭圆 11236">
                <a:extLst>
                  <a:ext uri="{FF2B5EF4-FFF2-40B4-BE49-F238E27FC236}">
                    <a16:creationId xmlns:a16="http://schemas.microsoft.com/office/drawing/2014/main" id="{80F677F7-0F26-49BB-A43B-9A632C930FDA}"/>
                  </a:ext>
                </a:extLst>
              </p:cNvPr>
              <p:cNvSpPr/>
              <p:nvPr/>
            </p:nvSpPr>
            <p:spPr>
              <a:xfrm>
                <a:off x="400469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8" name="椭圆 11237">
                <a:extLst>
                  <a:ext uri="{FF2B5EF4-FFF2-40B4-BE49-F238E27FC236}">
                    <a16:creationId xmlns:a16="http://schemas.microsoft.com/office/drawing/2014/main" id="{B432C745-77F0-415C-B616-77CA472BB061}"/>
                  </a:ext>
                </a:extLst>
              </p:cNvPr>
              <p:cNvSpPr/>
              <p:nvPr/>
            </p:nvSpPr>
            <p:spPr>
              <a:xfrm>
                <a:off x="4010709"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9" name="椭圆 11238">
                <a:extLst>
                  <a:ext uri="{FF2B5EF4-FFF2-40B4-BE49-F238E27FC236}">
                    <a16:creationId xmlns:a16="http://schemas.microsoft.com/office/drawing/2014/main" id="{84D87CEC-E8FF-49E3-9403-60D4F46A656E}"/>
                  </a:ext>
                </a:extLst>
              </p:cNvPr>
              <p:cNvSpPr/>
              <p:nvPr/>
            </p:nvSpPr>
            <p:spPr>
              <a:xfrm>
                <a:off x="394952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0" name="椭圆 11239">
                <a:extLst>
                  <a:ext uri="{FF2B5EF4-FFF2-40B4-BE49-F238E27FC236}">
                    <a16:creationId xmlns:a16="http://schemas.microsoft.com/office/drawing/2014/main" id="{45252C0D-0E36-4B8B-B228-438DAA259BEF}"/>
                  </a:ext>
                </a:extLst>
              </p:cNvPr>
              <p:cNvSpPr/>
              <p:nvPr/>
            </p:nvSpPr>
            <p:spPr>
              <a:xfrm>
                <a:off x="40793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1" name="椭圆 11240">
                <a:extLst>
                  <a:ext uri="{FF2B5EF4-FFF2-40B4-BE49-F238E27FC236}">
                    <a16:creationId xmlns:a16="http://schemas.microsoft.com/office/drawing/2014/main" id="{E7E24500-B0A9-42FE-B9DA-048E32D3C944}"/>
                  </a:ext>
                </a:extLst>
              </p:cNvPr>
              <p:cNvSpPr/>
              <p:nvPr/>
            </p:nvSpPr>
            <p:spPr>
              <a:xfrm>
                <a:off x="40695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2" name="椭圆 11241">
                <a:extLst>
                  <a:ext uri="{FF2B5EF4-FFF2-40B4-BE49-F238E27FC236}">
                    <a16:creationId xmlns:a16="http://schemas.microsoft.com/office/drawing/2014/main" id="{82B35463-F20E-4E4E-B2DA-305559661E7C}"/>
                  </a:ext>
                </a:extLst>
              </p:cNvPr>
              <p:cNvSpPr/>
              <p:nvPr/>
            </p:nvSpPr>
            <p:spPr>
              <a:xfrm>
                <a:off x="3905406"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3" name="椭圆 11242">
                <a:extLst>
                  <a:ext uri="{FF2B5EF4-FFF2-40B4-BE49-F238E27FC236}">
                    <a16:creationId xmlns:a16="http://schemas.microsoft.com/office/drawing/2014/main" id="{EF039BED-A0B6-4C3A-A554-960B9851A517}"/>
                  </a:ext>
                </a:extLst>
              </p:cNvPr>
              <p:cNvSpPr/>
              <p:nvPr/>
            </p:nvSpPr>
            <p:spPr>
              <a:xfrm>
                <a:off x="400094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4" name="椭圆 11243">
                <a:extLst>
                  <a:ext uri="{FF2B5EF4-FFF2-40B4-BE49-F238E27FC236}">
                    <a16:creationId xmlns:a16="http://schemas.microsoft.com/office/drawing/2014/main" id="{297FFFA7-C402-40EE-A2D9-0DC2C96684D3}"/>
                  </a:ext>
                </a:extLst>
              </p:cNvPr>
              <p:cNvSpPr/>
              <p:nvPr/>
            </p:nvSpPr>
            <p:spPr>
              <a:xfrm>
                <a:off x="403636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5" name="椭圆 11244">
                <a:extLst>
                  <a:ext uri="{FF2B5EF4-FFF2-40B4-BE49-F238E27FC236}">
                    <a16:creationId xmlns:a16="http://schemas.microsoft.com/office/drawing/2014/main" id="{5259F366-B282-43AA-B996-D19167B891C8}"/>
                  </a:ext>
                </a:extLst>
              </p:cNvPr>
              <p:cNvSpPr/>
              <p:nvPr/>
            </p:nvSpPr>
            <p:spPr>
              <a:xfrm>
                <a:off x="40430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6" name="椭圆 11245">
                <a:extLst>
                  <a:ext uri="{FF2B5EF4-FFF2-40B4-BE49-F238E27FC236}">
                    <a16:creationId xmlns:a16="http://schemas.microsoft.com/office/drawing/2014/main" id="{C42EC624-1187-4AD4-9392-18F2F491B08A}"/>
                  </a:ext>
                </a:extLst>
              </p:cNvPr>
              <p:cNvSpPr/>
              <p:nvPr/>
            </p:nvSpPr>
            <p:spPr>
              <a:xfrm>
                <a:off x="3980502"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7" name="椭圆 11246">
                <a:extLst>
                  <a:ext uri="{FF2B5EF4-FFF2-40B4-BE49-F238E27FC236}">
                    <a16:creationId xmlns:a16="http://schemas.microsoft.com/office/drawing/2014/main" id="{6C1F06CB-9E04-4B13-9BD4-9894AC5734C2}"/>
                  </a:ext>
                </a:extLst>
              </p:cNvPr>
              <p:cNvSpPr/>
              <p:nvPr/>
            </p:nvSpPr>
            <p:spPr>
              <a:xfrm>
                <a:off x="3898653" y="2893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8" name="椭圆 11247">
                <a:extLst>
                  <a:ext uri="{FF2B5EF4-FFF2-40B4-BE49-F238E27FC236}">
                    <a16:creationId xmlns:a16="http://schemas.microsoft.com/office/drawing/2014/main" id="{2FFDDE27-18A1-436F-9E6B-1F213F9147DF}"/>
                  </a:ext>
                </a:extLst>
              </p:cNvPr>
              <p:cNvSpPr/>
              <p:nvPr/>
            </p:nvSpPr>
            <p:spPr>
              <a:xfrm>
                <a:off x="3925190"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9" name="椭圆 11248">
                <a:extLst>
                  <a:ext uri="{FF2B5EF4-FFF2-40B4-BE49-F238E27FC236}">
                    <a16:creationId xmlns:a16="http://schemas.microsoft.com/office/drawing/2014/main" id="{5925ACFC-8435-4FD8-856F-20210D9ED011}"/>
                  </a:ext>
                </a:extLst>
              </p:cNvPr>
              <p:cNvSpPr/>
              <p:nvPr/>
            </p:nvSpPr>
            <p:spPr>
              <a:xfrm>
                <a:off x="41206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0" name="椭圆 11249">
                <a:extLst>
                  <a:ext uri="{FF2B5EF4-FFF2-40B4-BE49-F238E27FC236}">
                    <a16:creationId xmlns:a16="http://schemas.microsoft.com/office/drawing/2014/main" id="{FA4D46B1-CC0F-4A99-9EBB-6E35D32EB2E8}"/>
                  </a:ext>
                </a:extLst>
              </p:cNvPr>
              <p:cNvSpPr/>
              <p:nvPr/>
            </p:nvSpPr>
            <p:spPr>
              <a:xfrm>
                <a:off x="4135612"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1" name="椭圆 11250">
                <a:extLst>
                  <a:ext uri="{FF2B5EF4-FFF2-40B4-BE49-F238E27FC236}">
                    <a16:creationId xmlns:a16="http://schemas.microsoft.com/office/drawing/2014/main" id="{14026D83-14D2-46D0-A321-B6070A317948}"/>
                  </a:ext>
                </a:extLst>
              </p:cNvPr>
              <p:cNvSpPr/>
              <p:nvPr/>
            </p:nvSpPr>
            <p:spPr>
              <a:xfrm>
                <a:off x="4198890" y="29328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2" name="椭圆 11251">
                <a:extLst>
                  <a:ext uri="{FF2B5EF4-FFF2-40B4-BE49-F238E27FC236}">
                    <a16:creationId xmlns:a16="http://schemas.microsoft.com/office/drawing/2014/main" id="{F23AE4A6-A425-4B05-9A71-3B6D23DC9834}"/>
                  </a:ext>
                </a:extLst>
              </p:cNvPr>
              <p:cNvSpPr/>
              <p:nvPr/>
            </p:nvSpPr>
            <p:spPr>
              <a:xfrm>
                <a:off x="400234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3" name="椭圆 11252">
                <a:extLst>
                  <a:ext uri="{FF2B5EF4-FFF2-40B4-BE49-F238E27FC236}">
                    <a16:creationId xmlns:a16="http://schemas.microsoft.com/office/drawing/2014/main" id="{2D06891D-6CCA-4595-A983-8EA552B83EE1}"/>
                  </a:ext>
                </a:extLst>
              </p:cNvPr>
              <p:cNvSpPr/>
              <p:nvPr/>
            </p:nvSpPr>
            <p:spPr>
              <a:xfrm>
                <a:off x="4020729" y="2934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4" name="椭圆 11253">
                <a:extLst>
                  <a:ext uri="{FF2B5EF4-FFF2-40B4-BE49-F238E27FC236}">
                    <a16:creationId xmlns:a16="http://schemas.microsoft.com/office/drawing/2014/main" id="{A37648FF-EFDF-4B31-A4A4-2CCD6FDABA03}"/>
                  </a:ext>
                </a:extLst>
              </p:cNvPr>
              <p:cNvSpPr/>
              <p:nvPr/>
            </p:nvSpPr>
            <p:spPr>
              <a:xfrm>
                <a:off x="395154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5" name="椭圆 11254">
                <a:extLst>
                  <a:ext uri="{FF2B5EF4-FFF2-40B4-BE49-F238E27FC236}">
                    <a16:creationId xmlns:a16="http://schemas.microsoft.com/office/drawing/2014/main" id="{B47C89EC-54F3-4E9F-AEC3-E054F8CD7C4F}"/>
                  </a:ext>
                </a:extLst>
              </p:cNvPr>
              <p:cNvSpPr/>
              <p:nvPr/>
            </p:nvSpPr>
            <p:spPr>
              <a:xfrm>
                <a:off x="4092302"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6" name="椭圆 11255">
                <a:extLst>
                  <a:ext uri="{FF2B5EF4-FFF2-40B4-BE49-F238E27FC236}">
                    <a16:creationId xmlns:a16="http://schemas.microsoft.com/office/drawing/2014/main" id="{0A6EFF25-D298-49EF-ACDD-C4E7BC3CCB5A}"/>
                  </a:ext>
                </a:extLst>
              </p:cNvPr>
              <p:cNvSpPr/>
              <p:nvPr/>
            </p:nvSpPr>
            <p:spPr>
              <a:xfrm>
                <a:off x="4215553" y="2872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7" name="椭圆 11256">
                <a:extLst>
                  <a:ext uri="{FF2B5EF4-FFF2-40B4-BE49-F238E27FC236}">
                    <a16:creationId xmlns:a16="http://schemas.microsoft.com/office/drawing/2014/main" id="{C0057F2D-D585-4B27-92A7-4977A8F89E82}"/>
                  </a:ext>
                </a:extLst>
              </p:cNvPr>
              <p:cNvSpPr/>
              <p:nvPr/>
            </p:nvSpPr>
            <p:spPr>
              <a:xfrm>
                <a:off x="4084667"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8" name="椭圆 11257">
                <a:extLst>
                  <a:ext uri="{FF2B5EF4-FFF2-40B4-BE49-F238E27FC236}">
                    <a16:creationId xmlns:a16="http://schemas.microsoft.com/office/drawing/2014/main" id="{7D775B0B-1829-4FA5-A835-A8189CFD9C79}"/>
                  </a:ext>
                </a:extLst>
              </p:cNvPr>
              <p:cNvSpPr/>
              <p:nvPr/>
            </p:nvSpPr>
            <p:spPr>
              <a:xfrm>
                <a:off x="4006342"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9" name="椭圆 11258">
                <a:extLst>
                  <a:ext uri="{FF2B5EF4-FFF2-40B4-BE49-F238E27FC236}">
                    <a16:creationId xmlns:a16="http://schemas.microsoft.com/office/drawing/2014/main" id="{ACAC1527-2DB6-42C0-AFB6-A84210247770}"/>
                  </a:ext>
                </a:extLst>
              </p:cNvPr>
              <p:cNvSpPr/>
              <p:nvPr/>
            </p:nvSpPr>
            <p:spPr>
              <a:xfrm>
                <a:off x="4002891"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0" name="椭圆 11259">
                <a:extLst>
                  <a:ext uri="{FF2B5EF4-FFF2-40B4-BE49-F238E27FC236}">
                    <a16:creationId xmlns:a16="http://schemas.microsoft.com/office/drawing/2014/main" id="{8891180A-E09D-4585-B71C-845198924704}"/>
                  </a:ext>
                </a:extLst>
              </p:cNvPr>
              <p:cNvSpPr/>
              <p:nvPr/>
            </p:nvSpPr>
            <p:spPr>
              <a:xfrm>
                <a:off x="405302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1" name="椭圆 11260">
                <a:extLst>
                  <a:ext uri="{FF2B5EF4-FFF2-40B4-BE49-F238E27FC236}">
                    <a16:creationId xmlns:a16="http://schemas.microsoft.com/office/drawing/2014/main" id="{759A6DBD-304A-4368-9E34-448004D76945}"/>
                  </a:ext>
                </a:extLst>
              </p:cNvPr>
              <p:cNvSpPr/>
              <p:nvPr/>
            </p:nvSpPr>
            <p:spPr>
              <a:xfrm>
                <a:off x="401104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2" name="椭圆 11261">
                <a:extLst>
                  <a:ext uri="{FF2B5EF4-FFF2-40B4-BE49-F238E27FC236}">
                    <a16:creationId xmlns:a16="http://schemas.microsoft.com/office/drawing/2014/main" id="{B4D9889C-4CA3-4543-8E5D-AAB83446794D}"/>
                  </a:ext>
                </a:extLst>
              </p:cNvPr>
              <p:cNvSpPr/>
              <p:nvPr/>
            </p:nvSpPr>
            <p:spPr>
              <a:xfrm>
                <a:off x="398545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3" name="椭圆 11262">
                <a:extLst>
                  <a:ext uri="{FF2B5EF4-FFF2-40B4-BE49-F238E27FC236}">
                    <a16:creationId xmlns:a16="http://schemas.microsoft.com/office/drawing/2014/main" id="{CF955FBF-30BD-45CF-BDA0-F1660EFAF73D}"/>
                  </a:ext>
                </a:extLst>
              </p:cNvPr>
              <p:cNvSpPr/>
              <p:nvPr/>
            </p:nvSpPr>
            <p:spPr>
              <a:xfrm>
                <a:off x="397602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4" name="椭圆 11263">
                <a:extLst>
                  <a:ext uri="{FF2B5EF4-FFF2-40B4-BE49-F238E27FC236}">
                    <a16:creationId xmlns:a16="http://schemas.microsoft.com/office/drawing/2014/main" id="{4C8F8752-0BA9-4274-9C06-B6D8B91F2D3E}"/>
                  </a:ext>
                </a:extLst>
              </p:cNvPr>
              <p:cNvSpPr/>
              <p:nvPr/>
            </p:nvSpPr>
            <p:spPr>
              <a:xfrm>
                <a:off x="4016178" y="3000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5" name="椭圆 11264">
                <a:extLst>
                  <a:ext uri="{FF2B5EF4-FFF2-40B4-BE49-F238E27FC236}">
                    <a16:creationId xmlns:a16="http://schemas.microsoft.com/office/drawing/2014/main" id="{CCD6DDEB-5E73-42A7-9A4A-DDA763305558}"/>
                  </a:ext>
                </a:extLst>
              </p:cNvPr>
              <p:cNvSpPr/>
              <p:nvPr/>
            </p:nvSpPr>
            <p:spPr>
              <a:xfrm>
                <a:off x="40176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6" name="椭圆 11265">
                <a:extLst>
                  <a:ext uri="{FF2B5EF4-FFF2-40B4-BE49-F238E27FC236}">
                    <a16:creationId xmlns:a16="http://schemas.microsoft.com/office/drawing/2014/main" id="{9A0004C2-2723-4416-8215-D9BEA6409206}"/>
                  </a:ext>
                </a:extLst>
              </p:cNvPr>
              <p:cNvSpPr/>
              <p:nvPr/>
            </p:nvSpPr>
            <p:spPr>
              <a:xfrm>
                <a:off x="4032878"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7" name="椭圆 11266">
                <a:extLst>
                  <a:ext uri="{FF2B5EF4-FFF2-40B4-BE49-F238E27FC236}">
                    <a16:creationId xmlns:a16="http://schemas.microsoft.com/office/drawing/2014/main" id="{4C08C7D2-11F9-4A9F-816D-AB1EBD1080B3}"/>
                  </a:ext>
                </a:extLst>
              </p:cNvPr>
              <p:cNvSpPr/>
              <p:nvPr/>
            </p:nvSpPr>
            <p:spPr>
              <a:xfrm>
                <a:off x="3956388" y="30199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8" name="椭圆 11267">
                <a:extLst>
                  <a:ext uri="{FF2B5EF4-FFF2-40B4-BE49-F238E27FC236}">
                    <a16:creationId xmlns:a16="http://schemas.microsoft.com/office/drawing/2014/main" id="{BAB29C1C-E38E-4BD8-9715-C7834B9EFA32}"/>
                  </a:ext>
                </a:extLst>
              </p:cNvPr>
              <p:cNvSpPr/>
              <p:nvPr/>
            </p:nvSpPr>
            <p:spPr>
              <a:xfrm>
                <a:off x="4023923"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9" name="椭圆 11268">
                <a:extLst>
                  <a:ext uri="{FF2B5EF4-FFF2-40B4-BE49-F238E27FC236}">
                    <a16:creationId xmlns:a16="http://schemas.microsoft.com/office/drawing/2014/main" id="{2247E54D-5801-4F2C-BA03-F1328A7968B1}"/>
                  </a:ext>
                </a:extLst>
              </p:cNvPr>
              <p:cNvSpPr/>
              <p:nvPr/>
            </p:nvSpPr>
            <p:spPr>
              <a:xfrm>
                <a:off x="4014930" y="3012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0" name="椭圆 11269">
                <a:extLst>
                  <a:ext uri="{FF2B5EF4-FFF2-40B4-BE49-F238E27FC236}">
                    <a16:creationId xmlns:a16="http://schemas.microsoft.com/office/drawing/2014/main" id="{091BAF14-F6FB-4266-AC7B-E5CD925D9783}"/>
                  </a:ext>
                </a:extLst>
              </p:cNvPr>
              <p:cNvSpPr/>
              <p:nvPr/>
            </p:nvSpPr>
            <p:spPr>
              <a:xfrm>
                <a:off x="391520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1" name="椭圆 11270">
                <a:extLst>
                  <a:ext uri="{FF2B5EF4-FFF2-40B4-BE49-F238E27FC236}">
                    <a16:creationId xmlns:a16="http://schemas.microsoft.com/office/drawing/2014/main" id="{3E133414-C90D-4CE9-827B-CD0BA4813C89}"/>
                  </a:ext>
                </a:extLst>
              </p:cNvPr>
              <p:cNvSpPr/>
              <p:nvPr/>
            </p:nvSpPr>
            <p:spPr>
              <a:xfrm>
                <a:off x="4070536"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2" name="椭圆 11271">
                <a:extLst>
                  <a:ext uri="{FF2B5EF4-FFF2-40B4-BE49-F238E27FC236}">
                    <a16:creationId xmlns:a16="http://schemas.microsoft.com/office/drawing/2014/main" id="{DC5974B0-30F4-4C45-ADD0-B00551592C35}"/>
                  </a:ext>
                </a:extLst>
              </p:cNvPr>
              <p:cNvSpPr/>
              <p:nvPr/>
            </p:nvSpPr>
            <p:spPr>
              <a:xfrm>
                <a:off x="405893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3" name="椭圆 11272">
                <a:extLst>
                  <a:ext uri="{FF2B5EF4-FFF2-40B4-BE49-F238E27FC236}">
                    <a16:creationId xmlns:a16="http://schemas.microsoft.com/office/drawing/2014/main" id="{AE4EAB1A-2A07-4F63-BFCE-FBADB6BE5DAD}"/>
                  </a:ext>
                </a:extLst>
              </p:cNvPr>
              <p:cNvSpPr/>
              <p:nvPr/>
            </p:nvSpPr>
            <p:spPr>
              <a:xfrm>
                <a:off x="40269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4" name="椭圆 11273">
                <a:extLst>
                  <a:ext uri="{FF2B5EF4-FFF2-40B4-BE49-F238E27FC236}">
                    <a16:creationId xmlns:a16="http://schemas.microsoft.com/office/drawing/2014/main" id="{549BEF42-8CDC-41A9-9B54-9AB9DBBE27CA}"/>
                  </a:ext>
                </a:extLst>
              </p:cNvPr>
              <p:cNvSpPr/>
              <p:nvPr/>
            </p:nvSpPr>
            <p:spPr>
              <a:xfrm>
                <a:off x="40375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5" name="椭圆 11274">
                <a:extLst>
                  <a:ext uri="{FF2B5EF4-FFF2-40B4-BE49-F238E27FC236}">
                    <a16:creationId xmlns:a16="http://schemas.microsoft.com/office/drawing/2014/main" id="{FB5B9111-1980-41E2-B4A8-BCFDAEDA682A}"/>
                  </a:ext>
                </a:extLst>
              </p:cNvPr>
              <p:cNvSpPr/>
              <p:nvPr/>
            </p:nvSpPr>
            <p:spPr>
              <a:xfrm>
                <a:off x="3998560"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6" name="椭圆 11275">
                <a:extLst>
                  <a:ext uri="{FF2B5EF4-FFF2-40B4-BE49-F238E27FC236}">
                    <a16:creationId xmlns:a16="http://schemas.microsoft.com/office/drawing/2014/main" id="{19F32E32-1FE6-4AA5-8B68-CF92128B7BF0}"/>
                  </a:ext>
                </a:extLst>
              </p:cNvPr>
              <p:cNvSpPr/>
              <p:nvPr/>
            </p:nvSpPr>
            <p:spPr>
              <a:xfrm>
                <a:off x="40128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7" name="椭圆 11276">
                <a:extLst>
                  <a:ext uri="{FF2B5EF4-FFF2-40B4-BE49-F238E27FC236}">
                    <a16:creationId xmlns:a16="http://schemas.microsoft.com/office/drawing/2014/main" id="{71C99360-3DEF-416D-B62A-0F88DC89B9A6}"/>
                  </a:ext>
                </a:extLst>
              </p:cNvPr>
              <p:cNvSpPr/>
              <p:nvPr/>
            </p:nvSpPr>
            <p:spPr>
              <a:xfrm>
                <a:off x="40060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8" name="椭圆 11277">
                <a:extLst>
                  <a:ext uri="{FF2B5EF4-FFF2-40B4-BE49-F238E27FC236}">
                    <a16:creationId xmlns:a16="http://schemas.microsoft.com/office/drawing/2014/main" id="{58CF214B-B49F-4C93-98A3-B4A77AEF4EBF}"/>
                  </a:ext>
                </a:extLst>
              </p:cNvPr>
              <p:cNvSpPr/>
              <p:nvPr/>
            </p:nvSpPr>
            <p:spPr>
              <a:xfrm>
                <a:off x="40163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9" name="椭圆 11278">
                <a:extLst>
                  <a:ext uri="{FF2B5EF4-FFF2-40B4-BE49-F238E27FC236}">
                    <a16:creationId xmlns:a16="http://schemas.microsoft.com/office/drawing/2014/main" id="{136F93F0-9FF9-4116-A673-6251287ABCFF}"/>
                  </a:ext>
                </a:extLst>
              </p:cNvPr>
              <p:cNvSpPr/>
              <p:nvPr/>
            </p:nvSpPr>
            <p:spPr>
              <a:xfrm>
                <a:off x="4139246"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0" name="椭圆 11279">
                <a:extLst>
                  <a:ext uri="{FF2B5EF4-FFF2-40B4-BE49-F238E27FC236}">
                    <a16:creationId xmlns:a16="http://schemas.microsoft.com/office/drawing/2014/main" id="{8A79FD0D-FA58-4C73-B7B2-CBD90DEC2B4B}"/>
                  </a:ext>
                </a:extLst>
              </p:cNvPr>
              <p:cNvSpPr/>
              <p:nvPr/>
            </p:nvSpPr>
            <p:spPr>
              <a:xfrm>
                <a:off x="4065618"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1" name="椭圆 11280">
                <a:extLst>
                  <a:ext uri="{FF2B5EF4-FFF2-40B4-BE49-F238E27FC236}">
                    <a16:creationId xmlns:a16="http://schemas.microsoft.com/office/drawing/2014/main" id="{4FAF9DD0-247D-4FDB-A1D0-1AA1D9AF92AC}"/>
                  </a:ext>
                </a:extLst>
              </p:cNvPr>
              <p:cNvSpPr/>
              <p:nvPr/>
            </p:nvSpPr>
            <p:spPr>
              <a:xfrm>
                <a:off x="391876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2" name="椭圆 11281">
                <a:extLst>
                  <a:ext uri="{FF2B5EF4-FFF2-40B4-BE49-F238E27FC236}">
                    <a16:creationId xmlns:a16="http://schemas.microsoft.com/office/drawing/2014/main" id="{33775866-8B03-488F-8A20-49BFD9988870}"/>
                  </a:ext>
                </a:extLst>
              </p:cNvPr>
              <p:cNvSpPr/>
              <p:nvPr/>
            </p:nvSpPr>
            <p:spPr>
              <a:xfrm>
                <a:off x="402344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3" name="椭圆 11282">
                <a:extLst>
                  <a:ext uri="{FF2B5EF4-FFF2-40B4-BE49-F238E27FC236}">
                    <a16:creationId xmlns:a16="http://schemas.microsoft.com/office/drawing/2014/main" id="{2CCB2000-E86A-49EE-B6B0-B447AE38495A}"/>
                  </a:ext>
                </a:extLst>
              </p:cNvPr>
              <p:cNvSpPr/>
              <p:nvPr/>
            </p:nvSpPr>
            <p:spPr>
              <a:xfrm>
                <a:off x="41192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4" name="椭圆 11283">
                <a:extLst>
                  <a:ext uri="{FF2B5EF4-FFF2-40B4-BE49-F238E27FC236}">
                    <a16:creationId xmlns:a16="http://schemas.microsoft.com/office/drawing/2014/main" id="{4A7AA538-FDC0-4C58-BCFA-B49A73111472}"/>
                  </a:ext>
                </a:extLst>
              </p:cNvPr>
              <p:cNvSpPr/>
              <p:nvPr/>
            </p:nvSpPr>
            <p:spPr>
              <a:xfrm>
                <a:off x="395741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5" name="椭圆 11284">
                <a:extLst>
                  <a:ext uri="{FF2B5EF4-FFF2-40B4-BE49-F238E27FC236}">
                    <a16:creationId xmlns:a16="http://schemas.microsoft.com/office/drawing/2014/main" id="{20EA7776-AF50-40C2-B6A5-1B8848F700E6}"/>
                  </a:ext>
                </a:extLst>
              </p:cNvPr>
              <p:cNvSpPr/>
              <p:nvPr/>
            </p:nvSpPr>
            <p:spPr>
              <a:xfrm>
                <a:off x="40003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6" name="椭圆 11285">
                <a:extLst>
                  <a:ext uri="{FF2B5EF4-FFF2-40B4-BE49-F238E27FC236}">
                    <a16:creationId xmlns:a16="http://schemas.microsoft.com/office/drawing/2014/main" id="{8D0640CD-5533-4842-A6A1-5F3FB23DC11E}"/>
                  </a:ext>
                </a:extLst>
              </p:cNvPr>
              <p:cNvSpPr/>
              <p:nvPr/>
            </p:nvSpPr>
            <p:spPr>
              <a:xfrm>
                <a:off x="40197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7" name="椭圆 11286">
                <a:extLst>
                  <a:ext uri="{FF2B5EF4-FFF2-40B4-BE49-F238E27FC236}">
                    <a16:creationId xmlns:a16="http://schemas.microsoft.com/office/drawing/2014/main" id="{A50D2FF9-B1A7-45D8-AB17-FE9CA745479B}"/>
                  </a:ext>
                </a:extLst>
              </p:cNvPr>
              <p:cNvSpPr/>
              <p:nvPr/>
            </p:nvSpPr>
            <p:spPr>
              <a:xfrm>
                <a:off x="4175619"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8" name="椭圆 11287">
                <a:extLst>
                  <a:ext uri="{FF2B5EF4-FFF2-40B4-BE49-F238E27FC236}">
                    <a16:creationId xmlns:a16="http://schemas.microsoft.com/office/drawing/2014/main" id="{1D812F7C-6CE9-49F2-B9CF-244983C94DD6}"/>
                  </a:ext>
                </a:extLst>
              </p:cNvPr>
              <p:cNvSpPr/>
              <p:nvPr/>
            </p:nvSpPr>
            <p:spPr>
              <a:xfrm>
                <a:off x="418846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9" name="椭圆 11288">
                <a:extLst>
                  <a:ext uri="{FF2B5EF4-FFF2-40B4-BE49-F238E27FC236}">
                    <a16:creationId xmlns:a16="http://schemas.microsoft.com/office/drawing/2014/main" id="{999D2744-68BC-4892-89C3-45D51E9AE82F}"/>
                  </a:ext>
                </a:extLst>
              </p:cNvPr>
              <p:cNvSpPr/>
              <p:nvPr/>
            </p:nvSpPr>
            <p:spPr>
              <a:xfrm>
                <a:off x="40452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0" name="椭圆 11289">
                <a:extLst>
                  <a:ext uri="{FF2B5EF4-FFF2-40B4-BE49-F238E27FC236}">
                    <a16:creationId xmlns:a16="http://schemas.microsoft.com/office/drawing/2014/main" id="{0D0A0C8C-6157-4AC7-A307-B16FB3643A7D}"/>
                  </a:ext>
                </a:extLst>
              </p:cNvPr>
              <p:cNvSpPr/>
              <p:nvPr/>
            </p:nvSpPr>
            <p:spPr>
              <a:xfrm>
                <a:off x="411722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1" name="椭圆 11290">
                <a:extLst>
                  <a:ext uri="{FF2B5EF4-FFF2-40B4-BE49-F238E27FC236}">
                    <a16:creationId xmlns:a16="http://schemas.microsoft.com/office/drawing/2014/main" id="{2DB69F54-BC4A-4BC3-A549-6985DC8E9FC0}"/>
                  </a:ext>
                </a:extLst>
              </p:cNvPr>
              <p:cNvSpPr/>
              <p:nvPr/>
            </p:nvSpPr>
            <p:spPr>
              <a:xfrm>
                <a:off x="40793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2" name="椭圆 11291">
                <a:extLst>
                  <a:ext uri="{FF2B5EF4-FFF2-40B4-BE49-F238E27FC236}">
                    <a16:creationId xmlns:a16="http://schemas.microsoft.com/office/drawing/2014/main" id="{A46D213C-0756-4C77-BDF4-EE0F8C5435A2}"/>
                  </a:ext>
                </a:extLst>
              </p:cNvPr>
              <p:cNvSpPr/>
              <p:nvPr/>
            </p:nvSpPr>
            <p:spPr>
              <a:xfrm>
                <a:off x="4324857"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3" name="椭圆 11292">
                <a:extLst>
                  <a:ext uri="{FF2B5EF4-FFF2-40B4-BE49-F238E27FC236}">
                    <a16:creationId xmlns:a16="http://schemas.microsoft.com/office/drawing/2014/main" id="{066C711B-DF9B-4115-9FB7-136C8BA8266D}"/>
                  </a:ext>
                </a:extLst>
              </p:cNvPr>
              <p:cNvSpPr/>
              <p:nvPr/>
            </p:nvSpPr>
            <p:spPr>
              <a:xfrm>
                <a:off x="426334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4" name="椭圆 11293">
                <a:extLst>
                  <a:ext uri="{FF2B5EF4-FFF2-40B4-BE49-F238E27FC236}">
                    <a16:creationId xmlns:a16="http://schemas.microsoft.com/office/drawing/2014/main" id="{2DB59A0D-39E9-4442-BCE5-3E3E9473E54C}"/>
                  </a:ext>
                </a:extLst>
              </p:cNvPr>
              <p:cNvSpPr/>
              <p:nvPr/>
            </p:nvSpPr>
            <p:spPr>
              <a:xfrm>
                <a:off x="3925850"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5" name="椭圆 11294">
                <a:extLst>
                  <a:ext uri="{FF2B5EF4-FFF2-40B4-BE49-F238E27FC236}">
                    <a16:creationId xmlns:a16="http://schemas.microsoft.com/office/drawing/2014/main" id="{0AF393A4-898C-4CAF-870E-EE25B7303835}"/>
                  </a:ext>
                </a:extLst>
              </p:cNvPr>
              <p:cNvSpPr/>
              <p:nvPr/>
            </p:nvSpPr>
            <p:spPr>
              <a:xfrm>
                <a:off x="4081915" y="29765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6" name="椭圆 11295">
                <a:extLst>
                  <a:ext uri="{FF2B5EF4-FFF2-40B4-BE49-F238E27FC236}">
                    <a16:creationId xmlns:a16="http://schemas.microsoft.com/office/drawing/2014/main" id="{484067DE-3C0D-4BC4-9F47-7A3B178D2E0A}"/>
                  </a:ext>
                </a:extLst>
              </p:cNvPr>
              <p:cNvSpPr/>
              <p:nvPr/>
            </p:nvSpPr>
            <p:spPr>
              <a:xfrm>
                <a:off x="404682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7" name="椭圆 11296">
                <a:extLst>
                  <a:ext uri="{FF2B5EF4-FFF2-40B4-BE49-F238E27FC236}">
                    <a16:creationId xmlns:a16="http://schemas.microsoft.com/office/drawing/2014/main" id="{3C3B2C0C-0D2E-49AF-9DC0-144E93D27ED4}"/>
                  </a:ext>
                </a:extLst>
              </p:cNvPr>
              <p:cNvSpPr/>
              <p:nvPr/>
            </p:nvSpPr>
            <p:spPr>
              <a:xfrm>
                <a:off x="411373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8" name="椭圆 11297">
                <a:extLst>
                  <a:ext uri="{FF2B5EF4-FFF2-40B4-BE49-F238E27FC236}">
                    <a16:creationId xmlns:a16="http://schemas.microsoft.com/office/drawing/2014/main" id="{673179FB-0339-4093-A84A-BA29E00A529D}"/>
                  </a:ext>
                </a:extLst>
              </p:cNvPr>
              <p:cNvSpPr/>
              <p:nvPr/>
            </p:nvSpPr>
            <p:spPr>
              <a:xfrm>
                <a:off x="411373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9" name="椭圆 11298">
                <a:extLst>
                  <a:ext uri="{FF2B5EF4-FFF2-40B4-BE49-F238E27FC236}">
                    <a16:creationId xmlns:a16="http://schemas.microsoft.com/office/drawing/2014/main" id="{956B00EA-B166-4928-8EE4-D5F4B03B516B}"/>
                  </a:ext>
                </a:extLst>
              </p:cNvPr>
              <p:cNvSpPr/>
              <p:nvPr/>
            </p:nvSpPr>
            <p:spPr>
              <a:xfrm>
                <a:off x="408885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0" name="椭圆 11299">
                <a:extLst>
                  <a:ext uri="{FF2B5EF4-FFF2-40B4-BE49-F238E27FC236}">
                    <a16:creationId xmlns:a16="http://schemas.microsoft.com/office/drawing/2014/main" id="{1AEC9454-EBD6-437D-8841-8749572523E8}"/>
                  </a:ext>
                </a:extLst>
              </p:cNvPr>
              <p:cNvSpPr/>
              <p:nvPr/>
            </p:nvSpPr>
            <p:spPr>
              <a:xfrm>
                <a:off x="4012801"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1" name="椭圆 11300">
                <a:extLst>
                  <a:ext uri="{FF2B5EF4-FFF2-40B4-BE49-F238E27FC236}">
                    <a16:creationId xmlns:a16="http://schemas.microsoft.com/office/drawing/2014/main" id="{10A9D820-B6D6-4C4E-B37D-B71AEE4F31B9}"/>
                  </a:ext>
                </a:extLst>
              </p:cNvPr>
              <p:cNvSpPr/>
              <p:nvPr/>
            </p:nvSpPr>
            <p:spPr>
              <a:xfrm>
                <a:off x="40010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2" name="椭圆 11301">
                <a:extLst>
                  <a:ext uri="{FF2B5EF4-FFF2-40B4-BE49-F238E27FC236}">
                    <a16:creationId xmlns:a16="http://schemas.microsoft.com/office/drawing/2014/main" id="{DF482544-C5C8-45C0-BCF2-C774407778B7}"/>
                  </a:ext>
                </a:extLst>
              </p:cNvPr>
              <p:cNvSpPr/>
              <p:nvPr/>
            </p:nvSpPr>
            <p:spPr>
              <a:xfrm>
                <a:off x="39860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3" name="椭圆 11302">
                <a:extLst>
                  <a:ext uri="{FF2B5EF4-FFF2-40B4-BE49-F238E27FC236}">
                    <a16:creationId xmlns:a16="http://schemas.microsoft.com/office/drawing/2014/main" id="{1DDC60DB-9C6F-4441-9856-7A970CE32123}"/>
                  </a:ext>
                </a:extLst>
              </p:cNvPr>
              <p:cNvSpPr/>
              <p:nvPr/>
            </p:nvSpPr>
            <p:spPr>
              <a:xfrm>
                <a:off x="40309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4" name="椭圆 11303">
                <a:extLst>
                  <a:ext uri="{FF2B5EF4-FFF2-40B4-BE49-F238E27FC236}">
                    <a16:creationId xmlns:a16="http://schemas.microsoft.com/office/drawing/2014/main" id="{9C8A9906-A591-48F7-8CDC-DC32DFAF386A}"/>
                  </a:ext>
                </a:extLst>
              </p:cNvPr>
              <p:cNvSpPr/>
              <p:nvPr/>
            </p:nvSpPr>
            <p:spPr>
              <a:xfrm>
                <a:off x="4278096" y="276763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5" name="椭圆 11304">
                <a:extLst>
                  <a:ext uri="{FF2B5EF4-FFF2-40B4-BE49-F238E27FC236}">
                    <a16:creationId xmlns:a16="http://schemas.microsoft.com/office/drawing/2014/main" id="{916B280E-AE28-4A5D-8A12-169DC762E0B8}"/>
                  </a:ext>
                </a:extLst>
              </p:cNvPr>
              <p:cNvSpPr/>
              <p:nvPr/>
            </p:nvSpPr>
            <p:spPr>
              <a:xfrm>
                <a:off x="39613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6" name="椭圆 11305">
                <a:extLst>
                  <a:ext uri="{FF2B5EF4-FFF2-40B4-BE49-F238E27FC236}">
                    <a16:creationId xmlns:a16="http://schemas.microsoft.com/office/drawing/2014/main" id="{068591E5-0914-4A83-8367-BF45EDCC9B75}"/>
                  </a:ext>
                </a:extLst>
              </p:cNvPr>
              <p:cNvSpPr/>
              <p:nvPr/>
            </p:nvSpPr>
            <p:spPr>
              <a:xfrm>
                <a:off x="40194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7" name="椭圆 11306">
                <a:extLst>
                  <a:ext uri="{FF2B5EF4-FFF2-40B4-BE49-F238E27FC236}">
                    <a16:creationId xmlns:a16="http://schemas.microsoft.com/office/drawing/2014/main" id="{E296B5AE-3153-40C4-8A36-208F8D1124B2}"/>
                  </a:ext>
                </a:extLst>
              </p:cNvPr>
              <p:cNvSpPr/>
              <p:nvPr/>
            </p:nvSpPr>
            <p:spPr>
              <a:xfrm>
                <a:off x="422109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8" name="椭圆 11307">
                <a:extLst>
                  <a:ext uri="{FF2B5EF4-FFF2-40B4-BE49-F238E27FC236}">
                    <a16:creationId xmlns:a16="http://schemas.microsoft.com/office/drawing/2014/main" id="{D6DF7BDA-C82E-43BF-B23B-DB015750A317}"/>
                  </a:ext>
                </a:extLst>
              </p:cNvPr>
              <p:cNvSpPr/>
              <p:nvPr/>
            </p:nvSpPr>
            <p:spPr>
              <a:xfrm>
                <a:off x="406859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9" name="椭圆 11308">
                <a:extLst>
                  <a:ext uri="{FF2B5EF4-FFF2-40B4-BE49-F238E27FC236}">
                    <a16:creationId xmlns:a16="http://schemas.microsoft.com/office/drawing/2014/main" id="{298F6866-1C28-4FDE-A421-A4C84408B727}"/>
                  </a:ext>
                </a:extLst>
              </p:cNvPr>
              <p:cNvSpPr/>
              <p:nvPr/>
            </p:nvSpPr>
            <p:spPr>
              <a:xfrm>
                <a:off x="407751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0" name="椭圆 11309">
                <a:extLst>
                  <a:ext uri="{FF2B5EF4-FFF2-40B4-BE49-F238E27FC236}">
                    <a16:creationId xmlns:a16="http://schemas.microsoft.com/office/drawing/2014/main" id="{EE1A60BB-CB92-46F8-A158-416EEDEBCB87}"/>
                  </a:ext>
                </a:extLst>
              </p:cNvPr>
              <p:cNvSpPr/>
              <p:nvPr/>
            </p:nvSpPr>
            <p:spPr>
              <a:xfrm>
                <a:off x="403207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1" name="椭圆 11310">
                <a:extLst>
                  <a:ext uri="{FF2B5EF4-FFF2-40B4-BE49-F238E27FC236}">
                    <a16:creationId xmlns:a16="http://schemas.microsoft.com/office/drawing/2014/main" id="{2C15929F-71FC-4037-B700-7A18C669D323}"/>
                  </a:ext>
                </a:extLst>
              </p:cNvPr>
              <p:cNvSpPr/>
              <p:nvPr/>
            </p:nvSpPr>
            <p:spPr>
              <a:xfrm>
                <a:off x="400836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2" name="椭圆 11311">
                <a:extLst>
                  <a:ext uri="{FF2B5EF4-FFF2-40B4-BE49-F238E27FC236}">
                    <a16:creationId xmlns:a16="http://schemas.microsoft.com/office/drawing/2014/main" id="{70A28E31-C279-4AF0-AFF2-52E7D911452A}"/>
                  </a:ext>
                </a:extLst>
              </p:cNvPr>
              <p:cNvSpPr/>
              <p:nvPr/>
            </p:nvSpPr>
            <p:spPr>
              <a:xfrm>
                <a:off x="399804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3" name="椭圆 11312">
                <a:extLst>
                  <a:ext uri="{FF2B5EF4-FFF2-40B4-BE49-F238E27FC236}">
                    <a16:creationId xmlns:a16="http://schemas.microsoft.com/office/drawing/2014/main" id="{1BD1B825-840A-4F6D-AF5B-8479E80571F8}"/>
                  </a:ext>
                </a:extLst>
              </p:cNvPr>
              <p:cNvSpPr/>
              <p:nvPr/>
            </p:nvSpPr>
            <p:spPr>
              <a:xfrm>
                <a:off x="4128088"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4" name="椭圆 11313">
                <a:extLst>
                  <a:ext uri="{FF2B5EF4-FFF2-40B4-BE49-F238E27FC236}">
                    <a16:creationId xmlns:a16="http://schemas.microsoft.com/office/drawing/2014/main" id="{5E8D1472-3E11-458A-A5CE-874D3B421B43}"/>
                  </a:ext>
                </a:extLst>
              </p:cNvPr>
              <p:cNvSpPr/>
              <p:nvPr/>
            </p:nvSpPr>
            <p:spPr>
              <a:xfrm>
                <a:off x="40279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5" name="椭圆 11314">
                <a:extLst>
                  <a:ext uri="{FF2B5EF4-FFF2-40B4-BE49-F238E27FC236}">
                    <a16:creationId xmlns:a16="http://schemas.microsoft.com/office/drawing/2014/main" id="{C4C5399A-546A-44D2-960A-A6F3C044D854}"/>
                  </a:ext>
                </a:extLst>
              </p:cNvPr>
              <p:cNvSpPr/>
              <p:nvPr/>
            </p:nvSpPr>
            <p:spPr>
              <a:xfrm>
                <a:off x="4007333"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6" name="椭圆 11315">
                <a:extLst>
                  <a:ext uri="{FF2B5EF4-FFF2-40B4-BE49-F238E27FC236}">
                    <a16:creationId xmlns:a16="http://schemas.microsoft.com/office/drawing/2014/main" id="{A455FAD4-84EE-417A-B8CA-2F26DCEEBCA4}"/>
                  </a:ext>
                </a:extLst>
              </p:cNvPr>
              <p:cNvSpPr/>
              <p:nvPr/>
            </p:nvSpPr>
            <p:spPr>
              <a:xfrm>
                <a:off x="4055635" y="30294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7" name="椭圆 11316">
                <a:extLst>
                  <a:ext uri="{FF2B5EF4-FFF2-40B4-BE49-F238E27FC236}">
                    <a16:creationId xmlns:a16="http://schemas.microsoft.com/office/drawing/2014/main" id="{514FFC65-756E-475A-A13D-99C1A89A66C4}"/>
                  </a:ext>
                </a:extLst>
              </p:cNvPr>
              <p:cNvSpPr/>
              <p:nvPr/>
            </p:nvSpPr>
            <p:spPr>
              <a:xfrm>
                <a:off x="415524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8" name="椭圆 11317">
                <a:extLst>
                  <a:ext uri="{FF2B5EF4-FFF2-40B4-BE49-F238E27FC236}">
                    <a16:creationId xmlns:a16="http://schemas.microsoft.com/office/drawing/2014/main" id="{53238A26-A59A-4C35-A97F-2A9A43EAECA3}"/>
                  </a:ext>
                </a:extLst>
              </p:cNvPr>
              <p:cNvSpPr/>
              <p:nvPr/>
            </p:nvSpPr>
            <p:spPr>
              <a:xfrm>
                <a:off x="396761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9" name="椭圆 11318">
                <a:extLst>
                  <a:ext uri="{FF2B5EF4-FFF2-40B4-BE49-F238E27FC236}">
                    <a16:creationId xmlns:a16="http://schemas.microsoft.com/office/drawing/2014/main" id="{A7681CFC-B195-4952-A915-951F17797005}"/>
                  </a:ext>
                </a:extLst>
              </p:cNvPr>
              <p:cNvSpPr/>
              <p:nvPr/>
            </p:nvSpPr>
            <p:spPr>
              <a:xfrm>
                <a:off x="4319351" y="2932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0" name="椭圆 11319">
                <a:extLst>
                  <a:ext uri="{FF2B5EF4-FFF2-40B4-BE49-F238E27FC236}">
                    <a16:creationId xmlns:a16="http://schemas.microsoft.com/office/drawing/2014/main" id="{184CC286-88E4-4329-9876-6AAEEEDED58A}"/>
                  </a:ext>
                </a:extLst>
              </p:cNvPr>
              <p:cNvSpPr/>
              <p:nvPr/>
            </p:nvSpPr>
            <p:spPr>
              <a:xfrm>
                <a:off x="4016252"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1" name="椭圆 11320">
                <a:extLst>
                  <a:ext uri="{FF2B5EF4-FFF2-40B4-BE49-F238E27FC236}">
                    <a16:creationId xmlns:a16="http://schemas.microsoft.com/office/drawing/2014/main" id="{4F10018A-C4B3-4E92-8399-51E9E8BD44D7}"/>
                  </a:ext>
                </a:extLst>
              </p:cNvPr>
              <p:cNvSpPr/>
              <p:nvPr/>
            </p:nvSpPr>
            <p:spPr>
              <a:xfrm>
                <a:off x="4094504"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2" name="椭圆 11321">
                <a:extLst>
                  <a:ext uri="{FF2B5EF4-FFF2-40B4-BE49-F238E27FC236}">
                    <a16:creationId xmlns:a16="http://schemas.microsoft.com/office/drawing/2014/main" id="{F0D8ABB4-BA25-4765-8875-7B49B9E2EFE8}"/>
                  </a:ext>
                </a:extLst>
              </p:cNvPr>
              <p:cNvSpPr/>
              <p:nvPr/>
            </p:nvSpPr>
            <p:spPr>
              <a:xfrm>
                <a:off x="3722364" y="261043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3" name="椭圆 11322">
                <a:extLst>
                  <a:ext uri="{FF2B5EF4-FFF2-40B4-BE49-F238E27FC236}">
                    <a16:creationId xmlns:a16="http://schemas.microsoft.com/office/drawing/2014/main" id="{57182AB3-9AC9-4D94-B71B-6E9832ED6270}"/>
                  </a:ext>
                </a:extLst>
              </p:cNvPr>
              <p:cNvSpPr/>
              <p:nvPr/>
            </p:nvSpPr>
            <p:spPr>
              <a:xfrm>
                <a:off x="3992761"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4" name="椭圆 11323">
                <a:extLst>
                  <a:ext uri="{FF2B5EF4-FFF2-40B4-BE49-F238E27FC236}">
                    <a16:creationId xmlns:a16="http://schemas.microsoft.com/office/drawing/2014/main" id="{2319DB3C-5B8C-44EF-9ACA-B08B3CC3299C}"/>
                  </a:ext>
                </a:extLst>
              </p:cNvPr>
              <p:cNvSpPr/>
              <p:nvPr/>
            </p:nvSpPr>
            <p:spPr>
              <a:xfrm>
                <a:off x="39466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5" name="椭圆 11324">
                <a:extLst>
                  <a:ext uri="{FF2B5EF4-FFF2-40B4-BE49-F238E27FC236}">
                    <a16:creationId xmlns:a16="http://schemas.microsoft.com/office/drawing/2014/main" id="{4F5287FD-77DF-496F-B2AB-D9F8455298EB}"/>
                  </a:ext>
                </a:extLst>
              </p:cNvPr>
              <p:cNvSpPr/>
              <p:nvPr/>
            </p:nvSpPr>
            <p:spPr>
              <a:xfrm>
                <a:off x="398343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6" name="椭圆 11325">
                <a:extLst>
                  <a:ext uri="{FF2B5EF4-FFF2-40B4-BE49-F238E27FC236}">
                    <a16:creationId xmlns:a16="http://schemas.microsoft.com/office/drawing/2014/main" id="{B5D329AA-FC4B-4288-BE79-42C464866E9F}"/>
                  </a:ext>
                </a:extLst>
              </p:cNvPr>
              <p:cNvSpPr/>
              <p:nvPr/>
            </p:nvSpPr>
            <p:spPr>
              <a:xfrm>
                <a:off x="4031153"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7" name="椭圆 11326">
                <a:extLst>
                  <a:ext uri="{FF2B5EF4-FFF2-40B4-BE49-F238E27FC236}">
                    <a16:creationId xmlns:a16="http://schemas.microsoft.com/office/drawing/2014/main" id="{DE3EC387-4FD4-400C-AB2E-4AC5EC9812DD}"/>
                  </a:ext>
                </a:extLst>
              </p:cNvPr>
              <p:cNvSpPr/>
              <p:nvPr/>
            </p:nvSpPr>
            <p:spPr>
              <a:xfrm>
                <a:off x="402113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8" name="椭圆 11327">
                <a:extLst>
                  <a:ext uri="{FF2B5EF4-FFF2-40B4-BE49-F238E27FC236}">
                    <a16:creationId xmlns:a16="http://schemas.microsoft.com/office/drawing/2014/main" id="{07634936-C969-4277-9597-F8DE6D56F518}"/>
                  </a:ext>
                </a:extLst>
              </p:cNvPr>
              <p:cNvSpPr/>
              <p:nvPr/>
            </p:nvSpPr>
            <p:spPr>
              <a:xfrm>
                <a:off x="397815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9" name="椭圆 11328">
                <a:extLst>
                  <a:ext uri="{FF2B5EF4-FFF2-40B4-BE49-F238E27FC236}">
                    <a16:creationId xmlns:a16="http://schemas.microsoft.com/office/drawing/2014/main" id="{7492C2DB-82AF-4C81-B39D-B69D2260113E}"/>
                  </a:ext>
                </a:extLst>
              </p:cNvPr>
              <p:cNvSpPr/>
              <p:nvPr/>
            </p:nvSpPr>
            <p:spPr>
              <a:xfrm>
                <a:off x="3836880"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0" name="椭圆 11329">
                <a:extLst>
                  <a:ext uri="{FF2B5EF4-FFF2-40B4-BE49-F238E27FC236}">
                    <a16:creationId xmlns:a16="http://schemas.microsoft.com/office/drawing/2014/main" id="{B032D590-62FB-4846-BBFC-D65AED3E4668}"/>
                  </a:ext>
                </a:extLst>
              </p:cNvPr>
              <p:cNvSpPr/>
              <p:nvPr/>
            </p:nvSpPr>
            <p:spPr>
              <a:xfrm>
                <a:off x="402109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1" name="椭圆 11330">
                <a:extLst>
                  <a:ext uri="{FF2B5EF4-FFF2-40B4-BE49-F238E27FC236}">
                    <a16:creationId xmlns:a16="http://schemas.microsoft.com/office/drawing/2014/main" id="{4913F53E-2E4E-42E8-A834-FD971670DB62}"/>
                  </a:ext>
                </a:extLst>
              </p:cNvPr>
              <p:cNvSpPr/>
              <p:nvPr/>
            </p:nvSpPr>
            <p:spPr>
              <a:xfrm>
                <a:off x="405424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2" name="椭圆 11331">
                <a:extLst>
                  <a:ext uri="{FF2B5EF4-FFF2-40B4-BE49-F238E27FC236}">
                    <a16:creationId xmlns:a16="http://schemas.microsoft.com/office/drawing/2014/main" id="{365DC51B-390F-42F4-8649-8B60CD0CE736}"/>
                  </a:ext>
                </a:extLst>
              </p:cNvPr>
              <p:cNvSpPr/>
              <p:nvPr/>
            </p:nvSpPr>
            <p:spPr>
              <a:xfrm>
                <a:off x="402109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3" name="椭圆 11332">
                <a:extLst>
                  <a:ext uri="{FF2B5EF4-FFF2-40B4-BE49-F238E27FC236}">
                    <a16:creationId xmlns:a16="http://schemas.microsoft.com/office/drawing/2014/main" id="{CE648D5A-7648-4977-9E19-551987248E2D}"/>
                  </a:ext>
                </a:extLst>
              </p:cNvPr>
              <p:cNvSpPr/>
              <p:nvPr/>
            </p:nvSpPr>
            <p:spPr>
              <a:xfrm>
                <a:off x="408496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4" name="椭圆 11333">
                <a:extLst>
                  <a:ext uri="{FF2B5EF4-FFF2-40B4-BE49-F238E27FC236}">
                    <a16:creationId xmlns:a16="http://schemas.microsoft.com/office/drawing/2014/main" id="{BB88FB47-A02C-42DB-950C-A6BAFCB0CF0B}"/>
                  </a:ext>
                </a:extLst>
              </p:cNvPr>
              <p:cNvSpPr/>
              <p:nvPr/>
            </p:nvSpPr>
            <p:spPr>
              <a:xfrm>
                <a:off x="404099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5" name="椭圆 11334">
                <a:extLst>
                  <a:ext uri="{FF2B5EF4-FFF2-40B4-BE49-F238E27FC236}">
                    <a16:creationId xmlns:a16="http://schemas.microsoft.com/office/drawing/2014/main" id="{F9E41A8A-5AB6-4CCA-8D7F-19BCA00A6675}"/>
                  </a:ext>
                </a:extLst>
              </p:cNvPr>
              <p:cNvSpPr/>
              <p:nvPr/>
            </p:nvSpPr>
            <p:spPr>
              <a:xfrm>
                <a:off x="4088154"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6" name="椭圆 11335">
                <a:extLst>
                  <a:ext uri="{FF2B5EF4-FFF2-40B4-BE49-F238E27FC236}">
                    <a16:creationId xmlns:a16="http://schemas.microsoft.com/office/drawing/2014/main" id="{079CFA98-C881-4907-A9D4-F58ACA88B514}"/>
                  </a:ext>
                </a:extLst>
              </p:cNvPr>
              <p:cNvSpPr/>
              <p:nvPr/>
            </p:nvSpPr>
            <p:spPr>
              <a:xfrm>
                <a:off x="401592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7" name="椭圆 11336">
                <a:extLst>
                  <a:ext uri="{FF2B5EF4-FFF2-40B4-BE49-F238E27FC236}">
                    <a16:creationId xmlns:a16="http://schemas.microsoft.com/office/drawing/2014/main" id="{D13C11A8-3E0D-4EE0-A87F-38603EF3B008}"/>
                  </a:ext>
                </a:extLst>
              </p:cNvPr>
              <p:cNvSpPr/>
              <p:nvPr/>
            </p:nvSpPr>
            <p:spPr>
              <a:xfrm>
                <a:off x="40613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8" name="椭圆 11337">
                <a:extLst>
                  <a:ext uri="{FF2B5EF4-FFF2-40B4-BE49-F238E27FC236}">
                    <a16:creationId xmlns:a16="http://schemas.microsoft.com/office/drawing/2014/main" id="{2234AF01-447F-47C5-9C3A-9A7157519B13}"/>
                  </a:ext>
                </a:extLst>
              </p:cNvPr>
              <p:cNvSpPr/>
              <p:nvPr/>
            </p:nvSpPr>
            <p:spPr>
              <a:xfrm>
                <a:off x="3967399"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9" name="椭圆 11338">
                <a:extLst>
                  <a:ext uri="{FF2B5EF4-FFF2-40B4-BE49-F238E27FC236}">
                    <a16:creationId xmlns:a16="http://schemas.microsoft.com/office/drawing/2014/main" id="{8BBBE8AC-4CF2-43D3-A5AF-CA8E9E611FC3}"/>
                  </a:ext>
                </a:extLst>
              </p:cNvPr>
              <p:cNvSpPr/>
              <p:nvPr/>
            </p:nvSpPr>
            <p:spPr>
              <a:xfrm>
                <a:off x="404594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0" name="椭圆 11339">
                <a:extLst>
                  <a:ext uri="{FF2B5EF4-FFF2-40B4-BE49-F238E27FC236}">
                    <a16:creationId xmlns:a16="http://schemas.microsoft.com/office/drawing/2014/main" id="{15FAE000-4CEE-483C-BA7C-E903445A961A}"/>
                  </a:ext>
                </a:extLst>
              </p:cNvPr>
              <p:cNvSpPr/>
              <p:nvPr/>
            </p:nvSpPr>
            <p:spPr>
              <a:xfrm>
                <a:off x="39940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1" name="椭圆 11340">
                <a:extLst>
                  <a:ext uri="{FF2B5EF4-FFF2-40B4-BE49-F238E27FC236}">
                    <a16:creationId xmlns:a16="http://schemas.microsoft.com/office/drawing/2014/main" id="{DAA736D0-16A6-4DF8-A380-4BEC0EEAFD47}"/>
                  </a:ext>
                </a:extLst>
              </p:cNvPr>
              <p:cNvSpPr/>
              <p:nvPr/>
            </p:nvSpPr>
            <p:spPr>
              <a:xfrm>
                <a:off x="403838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2" name="椭圆 11341">
                <a:extLst>
                  <a:ext uri="{FF2B5EF4-FFF2-40B4-BE49-F238E27FC236}">
                    <a16:creationId xmlns:a16="http://schemas.microsoft.com/office/drawing/2014/main" id="{FCC29669-4248-4E0B-9C26-D0BD9B76E8EE}"/>
                  </a:ext>
                </a:extLst>
              </p:cNvPr>
              <p:cNvSpPr/>
              <p:nvPr/>
            </p:nvSpPr>
            <p:spPr>
              <a:xfrm>
                <a:off x="405776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3" name="椭圆 11342">
                <a:extLst>
                  <a:ext uri="{FF2B5EF4-FFF2-40B4-BE49-F238E27FC236}">
                    <a16:creationId xmlns:a16="http://schemas.microsoft.com/office/drawing/2014/main" id="{CFFB4CB1-B788-488B-AC6D-B600AF931F8C}"/>
                  </a:ext>
                </a:extLst>
              </p:cNvPr>
              <p:cNvSpPr/>
              <p:nvPr/>
            </p:nvSpPr>
            <p:spPr>
              <a:xfrm>
                <a:off x="415638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4" name="椭圆 11343">
                <a:extLst>
                  <a:ext uri="{FF2B5EF4-FFF2-40B4-BE49-F238E27FC236}">
                    <a16:creationId xmlns:a16="http://schemas.microsoft.com/office/drawing/2014/main" id="{78E6EA5B-24EE-4017-8E95-C454C430E695}"/>
                  </a:ext>
                </a:extLst>
              </p:cNvPr>
              <p:cNvSpPr/>
              <p:nvPr/>
            </p:nvSpPr>
            <p:spPr>
              <a:xfrm>
                <a:off x="4015995"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5" name="椭圆 11344">
                <a:extLst>
                  <a:ext uri="{FF2B5EF4-FFF2-40B4-BE49-F238E27FC236}">
                    <a16:creationId xmlns:a16="http://schemas.microsoft.com/office/drawing/2014/main" id="{E2CC24BB-5F6D-4728-9736-9B6E9AA9F20B}"/>
                  </a:ext>
                </a:extLst>
              </p:cNvPr>
              <p:cNvSpPr/>
              <p:nvPr/>
            </p:nvSpPr>
            <p:spPr>
              <a:xfrm>
                <a:off x="4025024"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6" name="椭圆 11345">
                <a:extLst>
                  <a:ext uri="{FF2B5EF4-FFF2-40B4-BE49-F238E27FC236}">
                    <a16:creationId xmlns:a16="http://schemas.microsoft.com/office/drawing/2014/main" id="{804B1E32-A0FB-4809-9FE0-B32528B76A70}"/>
                  </a:ext>
                </a:extLst>
              </p:cNvPr>
              <p:cNvSpPr/>
              <p:nvPr/>
            </p:nvSpPr>
            <p:spPr>
              <a:xfrm>
                <a:off x="40022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7" name="椭圆 11346">
                <a:extLst>
                  <a:ext uri="{FF2B5EF4-FFF2-40B4-BE49-F238E27FC236}">
                    <a16:creationId xmlns:a16="http://schemas.microsoft.com/office/drawing/2014/main" id="{1D70253B-908D-452B-87C7-22CCF2DD6C88}"/>
                  </a:ext>
                </a:extLst>
              </p:cNvPr>
              <p:cNvSpPr/>
              <p:nvPr/>
            </p:nvSpPr>
            <p:spPr>
              <a:xfrm>
                <a:off x="4230308" y="29090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8" name="椭圆 11347">
                <a:extLst>
                  <a:ext uri="{FF2B5EF4-FFF2-40B4-BE49-F238E27FC236}">
                    <a16:creationId xmlns:a16="http://schemas.microsoft.com/office/drawing/2014/main" id="{7A00DD8B-9A42-4602-88B3-86793BB06E73}"/>
                  </a:ext>
                </a:extLst>
              </p:cNvPr>
              <p:cNvSpPr/>
              <p:nvPr/>
            </p:nvSpPr>
            <p:spPr>
              <a:xfrm>
                <a:off x="3996652"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9" name="椭圆 11348">
                <a:extLst>
                  <a:ext uri="{FF2B5EF4-FFF2-40B4-BE49-F238E27FC236}">
                    <a16:creationId xmlns:a16="http://schemas.microsoft.com/office/drawing/2014/main" id="{4E221510-7B0C-4D6E-9667-BC1F8B8CA938}"/>
                  </a:ext>
                </a:extLst>
              </p:cNvPr>
              <p:cNvSpPr/>
              <p:nvPr/>
            </p:nvSpPr>
            <p:spPr>
              <a:xfrm>
                <a:off x="398006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0" name="椭圆 11349">
                <a:extLst>
                  <a:ext uri="{FF2B5EF4-FFF2-40B4-BE49-F238E27FC236}">
                    <a16:creationId xmlns:a16="http://schemas.microsoft.com/office/drawing/2014/main" id="{D2C2CDA6-D628-4D5E-BB50-34EAF805758C}"/>
                  </a:ext>
                </a:extLst>
              </p:cNvPr>
              <p:cNvSpPr/>
              <p:nvPr/>
            </p:nvSpPr>
            <p:spPr>
              <a:xfrm>
                <a:off x="396853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1" name="椭圆 11350">
                <a:extLst>
                  <a:ext uri="{FF2B5EF4-FFF2-40B4-BE49-F238E27FC236}">
                    <a16:creationId xmlns:a16="http://schemas.microsoft.com/office/drawing/2014/main" id="{A2DC54D5-61D7-4B36-817E-F415D44C9F9D}"/>
                  </a:ext>
                </a:extLst>
              </p:cNvPr>
              <p:cNvSpPr/>
              <p:nvPr/>
            </p:nvSpPr>
            <p:spPr>
              <a:xfrm>
                <a:off x="3913114"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2" name="椭圆 11351">
                <a:extLst>
                  <a:ext uri="{FF2B5EF4-FFF2-40B4-BE49-F238E27FC236}">
                    <a16:creationId xmlns:a16="http://schemas.microsoft.com/office/drawing/2014/main" id="{5E056053-3FBC-4E60-942B-BBC1592687F2}"/>
                  </a:ext>
                </a:extLst>
              </p:cNvPr>
              <p:cNvSpPr/>
              <p:nvPr/>
            </p:nvSpPr>
            <p:spPr>
              <a:xfrm>
                <a:off x="4070977"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3" name="椭圆 11352">
                <a:extLst>
                  <a:ext uri="{FF2B5EF4-FFF2-40B4-BE49-F238E27FC236}">
                    <a16:creationId xmlns:a16="http://schemas.microsoft.com/office/drawing/2014/main" id="{6D450222-110E-4D28-8E13-6A4074CEDE67}"/>
                  </a:ext>
                </a:extLst>
              </p:cNvPr>
              <p:cNvSpPr/>
              <p:nvPr/>
            </p:nvSpPr>
            <p:spPr>
              <a:xfrm>
                <a:off x="40240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4" name="椭圆 11353">
                <a:extLst>
                  <a:ext uri="{FF2B5EF4-FFF2-40B4-BE49-F238E27FC236}">
                    <a16:creationId xmlns:a16="http://schemas.microsoft.com/office/drawing/2014/main" id="{57F1F147-4F2F-48F4-BE66-5093855F41F1}"/>
                  </a:ext>
                </a:extLst>
              </p:cNvPr>
              <p:cNvSpPr/>
              <p:nvPr/>
            </p:nvSpPr>
            <p:spPr>
              <a:xfrm>
                <a:off x="3981860"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5" name="椭圆 11354">
                <a:extLst>
                  <a:ext uri="{FF2B5EF4-FFF2-40B4-BE49-F238E27FC236}">
                    <a16:creationId xmlns:a16="http://schemas.microsoft.com/office/drawing/2014/main" id="{6074222D-2B7D-48AD-AAA4-210F1C886340}"/>
                  </a:ext>
                </a:extLst>
              </p:cNvPr>
              <p:cNvSpPr/>
              <p:nvPr/>
            </p:nvSpPr>
            <p:spPr>
              <a:xfrm>
                <a:off x="407696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6" name="椭圆 11355">
                <a:extLst>
                  <a:ext uri="{FF2B5EF4-FFF2-40B4-BE49-F238E27FC236}">
                    <a16:creationId xmlns:a16="http://schemas.microsoft.com/office/drawing/2014/main" id="{AE96269E-7F3E-4EDC-82DF-6980E814165D}"/>
                  </a:ext>
                </a:extLst>
              </p:cNvPr>
              <p:cNvSpPr/>
              <p:nvPr/>
            </p:nvSpPr>
            <p:spPr>
              <a:xfrm>
                <a:off x="397106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7" name="椭圆 11356">
                <a:extLst>
                  <a:ext uri="{FF2B5EF4-FFF2-40B4-BE49-F238E27FC236}">
                    <a16:creationId xmlns:a16="http://schemas.microsoft.com/office/drawing/2014/main" id="{734B1A68-5CDB-4A75-BD62-2E28A01B99C0}"/>
                  </a:ext>
                </a:extLst>
              </p:cNvPr>
              <p:cNvSpPr/>
              <p:nvPr/>
            </p:nvSpPr>
            <p:spPr>
              <a:xfrm>
                <a:off x="41192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8" name="椭圆 11357">
                <a:extLst>
                  <a:ext uri="{FF2B5EF4-FFF2-40B4-BE49-F238E27FC236}">
                    <a16:creationId xmlns:a16="http://schemas.microsoft.com/office/drawing/2014/main" id="{7099E9A4-2991-46BA-A859-864AECE12FB8}"/>
                  </a:ext>
                </a:extLst>
              </p:cNvPr>
              <p:cNvSpPr/>
              <p:nvPr/>
            </p:nvSpPr>
            <p:spPr>
              <a:xfrm>
                <a:off x="400513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9" name="椭圆 11358">
                <a:extLst>
                  <a:ext uri="{FF2B5EF4-FFF2-40B4-BE49-F238E27FC236}">
                    <a16:creationId xmlns:a16="http://schemas.microsoft.com/office/drawing/2014/main" id="{D648C08D-EEB7-4FA6-B6B2-6FE66FF6E380}"/>
                  </a:ext>
                </a:extLst>
              </p:cNvPr>
              <p:cNvSpPr/>
              <p:nvPr/>
            </p:nvSpPr>
            <p:spPr>
              <a:xfrm>
                <a:off x="4011260"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0" name="椭圆 11359">
                <a:extLst>
                  <a:ext uri="{FF2B5EF4-FFF2-40B4-BE49-F238E27FC236}">
                    <a16:creationId xmlns:a16="http://schemas.microsoft.com/office/drawing/2014/main" id="{622D24A6-6A29-450F-9992-2DF7E3421058}"/>
                  </a:ext>
                </a:extLst>
              </p:cNvPr>
              <p:cNvSpPr/>
              <p:nvPr/>
            </p:nvSpPr>
            <p:spPr>
              <a:xfrm>
                <a:off x="401188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1" name="椭圆 11360">
                <a:extLst>
                  <a:ext uri="{FF2B5EF4-FFF2-40B4-BE49-F238E27FC236}">
                    <a16:creationId xmlns:a16="http://schemas.microsoft.com/office/drawing/2014/main" id="{C2DA894D-E285-4FCE-B586-0C642DC1DCA3}"/>
                  </a:ext>
                </a:extLst>
              </p:cNvPr>
              <p:cNvSpPr/>
              <p:nvPr/>
            </p:nvSpPr>
            <p:spPr>
              <a:xfrm>
                <a:off x="403515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2" name="椭圆 11361">
                <a:extLst>
                  <a:ext uri="{FF2B5EF4-FFF2-40B4-BE49-F238E27FC236}">
                    <a16:creationId xmlns:a16="http://schemas.microsoft.com/office/drawing/2014/main" id="{66335CF9-A689-4761-A115-C9669D5CB66B}"/>
                  </a:ext>
                </a:extLst>
              </p:cNvPr>
              <p:cNvSpPr/>
              <p:nvPr/>
            </p:nvSpPr>
            <p:spPr>
              <a:xfrm>
                <a:off x="400865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3" name="椭圆 11362">
                <a:extLst>
                  <a:ext uri="{FF2B5EF4-FFF2-40B4-BE49-F238E27FC236}">
                    <a16:creationId xmlns:a16="http://schemas.microsoft.com/office/drawing/2014/main" id="{B395C3C6-5C83-4725-B6AE-41A30102971B}"/>
                  </a:ext>
                </a:extLst>
              </p:cNvPr>
              <p:cNvSpPr/>
              <p:nvPr/>
            </p:nvSpPr>
            <p:spPr>
              <a:xfrm>
                <a:off x="391318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4" name="椭圆 11363">
                <a:extLst>
                  <a:ext uri="{FF2B5EF4-FFF2-40B4-BE49-F238E27FC236}">
                    <a16:creationId xmlns:a16="http://schemas.microsoft.com/office/drawing/2014/main" id="{6F658254-B283-4335-917E-3FEA16B54B1A}"/>
                  </a:ext>
                </a:extLst>
              </p:cNvPr>
              <p:cNvSpPr/>
              <p:nvPr/>
            </p:nvSpPr>
            <p:spPr>
              <a:xfrm>
                <a:off x="4145522" y="2907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5" name="椭圆 11364">
                <a:extLst>
                  <a:ext uri="{FF2B5EF4-FFF2-40B4-BE49-F238E27FC236}">
                    <a16:creationId xmlns:a16="http://schemas.microsoft.com/office/drawing/2014/main" id="{C6DBBFAB-F48E-4152-9F1B-81E3C3379B98}"/>
                  </a:ext>
                </a:extLst>
              </p:cNvPr>
              <p:cNvSpPr/>
              <p:nvPr/>
            </p:nvSpPr>
            <p:spPr>
              <a:xfrm>
                <a:off x="40916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6" name="椭圆 11365">
                <a:extLst>
                  <a:ext uri="{FF2B5EF4-FFF2-40B4-BE49-F238E27FC236}">
                    <a16:creationId xmlns:a16="http://schemas.microsoft.com/office/drawing/2014/main" id="{659B5AF3-1DB2-4384-9FEB-B5E86A746E1C}"/>
                  </a:ext>
                </a:extLst>
              </p:cNvPr>
              <p:cNvSpPr/>
              <p:nvPr/>
            </p:nvSpPr>
            <p:spPr>
              <a:xfrm>
                <a:off x="397429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7" name="椭圆 11366">
                <a:extLst>
                  <a:ext uri="{FF2B5EF4-FFF2-40B4-BE49-F238E27FC236}">
                    <a16:creationId xmlns:a16="http://schemas.microsoft.com/office/drawing/2014/main" id="{BDE2E651-0C96-4B0D-9987-CB36CDB90A93}"/>
                  </a:ext>
                </a:extLst>
              </p:cNvPr>
              <p:cNvSpPr/>
              <p:nvPr/>
            </p:nvSpPr>
            <p:spPr>
              <a:xfrm>
                <a:off x="403651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8" name="椭圆 11367">
                <a:extLst>
                  <a:ext uri="{FF2B5EF4-FFF2-40B4-BE49-F238E27FC236}">
                    <a16:creationId xmlns:a16="http://schemas.microsoft.com/office/drawing/2014/main" id="{2FB2ADCB-82F5-467B-BBE4-4A44BE18ACBF}"/>
                  </a:ext>
                </a:extLst>
              </p:cNvPr>
              <p:cNvSpPr/>
              <p:nvPr/>
            </p:nvSpPr>
            <p:spPr>
              <a:xfrm>
                <a:off x="403996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9" name="椭圆 11368">
                <a:extLst>
                  <a:ext uri="{FF2B5EF4-FFF2-40B4-BE49-F238E27FC236}">
                    <a16:creationId xmlns:a16="http://schemas.microsoft.com/office/drawing/2014/main" id="{0B38581A-85AE-4CED-9FA3-CDF43E51391E}"/>
                  </a:ext>
                </a:extLst>
              </p:cNvPr>
              <p:cNvSpPr/>
              <p:nvPr/>
            </p:nvSpPr>
            <p:spPr>
              <a:xfrm>
                <a:off x="403108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0" name="椭圆 11369">
                <a:extLst>
                  <a:ext uri="{FF2B5EF4-FFF2-40B4-BE49-F238E27FC236}">
                    <a16:creationId xmlns:a16="http://schemas.microsoft.com/office/drawing/2014/main" id="{71FB8B49-A769-4F97-8807-A374D0B15DA4}"/>
                  </a:ext>
                </a:extLst>
              </p:cNvPr>
              <p:cNvSpPr/>
              <p:nvPr/>
            </p:nvSpPr>
            <p:spPr>
              <a:xfrm>
                <a:off x="411179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1" name="椭圆 11370">
                <a:extLst>
                  <a:ext uri="{FF2B5EF4-FFF2-40B4-BE49-F238E27FC236}">
                    <a16:creationId xmlns:a16="http://schemas.microsoft.com/office/drawing/2014/main" id="{297F04FE-971F-4362-8B66-71A2BBDB4A34}"/>
                  </a:ext>
                </a:extLst>
              </p:cNvPr>
              <p:cNvSpPr/>
              <p:nvPr/>
            </p:nvSpPr>
            <p:spPr>
              <a:xfrm>
                <a:off x="40663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2" name="椭圆 11371">
                <a:extLst>
                  <a:ext uri="{FF2B5EF4-FFF2-40B4-BE49-F238E27FC236}">
                    <a16:creationId xmlns:a16="http://schemas.microsoft.com/office/drawing/2014/main" id="{E5FCF210-95BD-4182-B8FE-BBC89BD72206}"/>
                  </a:ext>
                </a:extLst>
              </p:cNvPr>
              <p:cNvSpPr/>
              <p:nvPr/>
            </p:nvSpPr>
            <p:spPr>
              <a:xfrm>
                <a:off x="40107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3" name="椭圆 11372">
                <a:extLst>
                  <a:ext uri="{FF2B5EF4-FFF2-40B4-BE49-F238E27FC236}">
                    <a16:creationId xmlns:a16="http://schemas.microsoft.com/office/drawing/2014/main" id="{137EB3AC-D557-4A1F-AD7F-3A8BF7A9C2E0}"/>
                  </a:ext>
                </a:extLst>
              </p:cNvPr>
              <p:cNvSpPr/>
              <p:nvPr/>
            </p:nvSpPr>
            <p:spPr>
              <a:xfrm>
                <a:off x="401731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4" name="椭圆 11373">
                <a:extLst>
                  <a:ext uri="{FF2B5EF4-FFF2-40B4-BE49-F238E27FC236}">
                    <a16:creationId xmlns:a16="http://schemas.microsoft.com/office/drawing/2014/main" id="{6D8B4AA7-A72D-4A06-A1F2-9763967EDCC2}"/>
                  </a:ext>
                </a:extLst>
              </p:cNvPr>
              <p:cNvSpPr/>
              <p:nvPr/>
            </p:nvSpPr>
            <p:spPr>
              <a:xfrm>
                <a:off x="394838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5" name="椭圆 11374">
                <a:extLst>
                  <a:ext uri="{FF2B5EF4-FFF2-40B4-BE49-F238E27FC236}">
                    <a16:creationId xmlns:a16="http://schemas.microsoft.com/office/drawing/2014/main" id="{06C30B70-7EDF-4166-A98B-26E816537753}"/>
                  </a:ext>
                </a:extLst>
              </p:cNvPr>
              <p:cNvSpPr/>
              <p:nvPr/>
            </p:nvSpPr>
            <p:spPr>
              <a:xfrm>
                <a:off x="40395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6" name="椭圆 11375">
                <a:extLst>
                  <a:ext uri="{FF2B5EF4-FFF2-40B4-BE49-F238E27FC236}">
                    <a16:creationId xmlns:a16="http://schemas.microsoft.com/office/drawing/2014/main" id="{DB9B0C2C-601C-448E-8BF0-32341A29E107}"/>
                  </a:ext>
                </a:extLst>
              </p:cNvPr>
              <p:cNvSpPr/>
              <p:nvPr/>
            </p:nvSpPr>
            <p:spPr>
              <a:xfrm>
                <a:off x="39248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7" name="椭圆 11376">
                <a:extLst>
                  <a:ext uri="{FF2B5EF4-FFF2-40B4-BE49-F238E27FC236}">
                    <a16:creationId xmlns:a16="http://schemas.microsoft.com/office/drawing/2014/main" id="{A9F8202B-13E5-472D-B1F4-08FB2F625CAF}"/>
                  </a:ext>
                </a:extLst>
              </p:cNvPr>
              <p:cNvSpPr/>
              <p:nvPr/>
            </p:nvSpPr>
            <p:spPr>
              <a:xfrm>
                <a:off x="393421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8" name="椭圆 11377">
                <a:extLst>
                  <a:ext uri="{FF2B5EF4-FFF2-40B4-BE49-F238E27FC236}">
                    <a16:creationId xmlns:a16="http://schemas.microsoft.com/office/drawing/2014/main" id="{4A791F6D-E810-454B-AA43-AD18A321268F}"/>
                  </a:ext>
                </a:extLst>
              </p:cNvPr>
              <p:cNvSpPr/>
              <p:nvPr/>
            </p:nvSpPr>
            <p:spPr>
              <a:xfrm>
                <a:off x="40148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9" name="椭圆 11378">
                <a:extLst>
                  <a:ext uri="{FF2B5EF4-FFF2-40B4-BE49-F238E27FC236}">
                    <a16:creationId xmlns:a16="http://schemas.microsoft.com/office/drawing/2014/main" id="{9A484D3D-7B89-4C8C-90A2-B9A4813874B7}"/>
                  </a:ext>
                </a:extLst>
              </p:cNvPr>
              <p:cNvSpPr/>
              <p:nvPr/>
            </p:nvSpPr>
            <p:spPr>
              <a:xfrm>
                <a:off x="40313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0" name="椭圆 11379">
                <a:extLst>
                  <a:ext uri="{FF2B5EF4-FFF2-40B4-BE49-F238E27FC236}">
                    <a16:creationId xmlns:a16="http://schemas.microsoft.com/office/drawing/2014/main" id="{B8486B20-0F20-40C4-BD58-E74B3740517A}"/>
                  </a:ext>
                </a:extLst>
              </p:cNvPr>
              <p:cNvSpPr/>
              <p:nvPr/>
            </p:nvSpPr>
            <p:spPr>
              <a:xfrm>
                <a:off x="403893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1" name="椭圆 11380">
                <a:extLst>
                  <a:ext uri="{FF2B5EF4-FFF2-40B4-BE49-F238E27FC236}">
                    <a16:creationId xmlns:a16="http://schemas.microsoft.com/office/drawing/2014/main" id="{461AE98C-24D3-49BD-8AED-85527A182CE5}"/>
                  </a:ext>
                </a:extLst>
              </p:cNvPr>
              <p:cNvSpPr/>
              <p:nvPr/>
            </p:nvSpPr>
            <p:spPr>
              <a:xfrm>
                <a:off x="41485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2" name="椭圆 11381">
                <a:extLst>
                  <a:ext uri="{FF2B5EF4-FFF2-40B4-BE49-F238E27FC236}">
                    <a16:creationId xmlns:a16="http://schemas.microsoft.com/office/drawing/2014/main" id="{35B5C507-3AEE-40B3-ABEE-8D85E00FB817}"/>
                  </a:ext>
                </a:extLst>
              </p:cNvPr>
              <p:cNvSpPr/>
              <p:nvPr/>
            </p:nvSpPr>
            <p:spPr>
              <a:xfrm>
                <a:off x="403952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3" name="椭圆 11382">
                <a:extLst>
                  <a:ext uri="{FF2B5EF4-FFF2-40B4-BE49-F238E27FC236}">
                    <a16:creationId xmlns:a16="http://schemas.microsoft.com/office/drawing/2014/main" id="{205592EE-F08A-4566-896D-04708346F5F2}"/>
                  </a:ext>
                </a:extLst>
              </p:cNvPr>
              <p:cNvSpPr/>
              <p:nvPr/>
            </p:nvSpPr>
            <p:spPr>
              <a:xfrm>
                <a:off x="3955360"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4" name="椭圆 11383">
                <a:extLst>
                  <a:ext uri="{FF2B5EF4-FFF2-40B4-BE49-F238E27FC236}">
                    <a16:creationId xmlns:a16="http://schemas.microsoft.com/office/drawing/2014/main" id="{F2942A3B-CC40-48AC-9A69-B7BD2DBF9CAB}"/>
                  </a:ext>
                </a:extLst>
              </p:cNvPr>
              <p:cNvSpPr/>
              <p:nvPr/>
            </p:nvSpPr>
            <p:spPr>
              <a:xfrm>
                <a:off x="39867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5" name="椭圆 11384">
                <a:extLst>
                  <a:ext uri="{FF2B5EF4-FFF2-40B4-BE49-F238E27FC236}">
                    <a16:creationId xmlns:a16="http://schemas.microsoft.com/office/drawing/2014/main" id="{9EC8B8EF-EA2A-40E6-B094-13DB1F86FC61}"/>
                  </a:ext>
                </a:extLst>
              </p:cNvPr>
              <p:cNvSpPr/>
              <p:nvPr/>
            </p:nvSpPr>
            <p:spPr>
              <a:xfrm>
                <a:off x="400986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6" name="椭圆 11385">
                <a:extLst>
                  <a:ext uri="{FF2B5EF4-FFF2-40B4-BE49-F238E27FC236}">
                    <a16:creationId xmlns:a16="http://schemas.microsoft.com/office/drawing/2014/main" id="{6B8C146C-27B6-42DE-96AB-797A718BA4AD}"/>
                  </a:ext>
                </a:extLst>
              </p:cNvPr>
              <p:cNvSpPr/>
              <p:nvPr/>
            </p:nvSpPr>
            <p:spPr>
              <a:xfrm>
                <a:off x="389344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7" name="椭圆 11386">
                <a:extLst>
                  <a:ext uri="{FF2B5EF4-FFF2-40B4-BE49-F238E27FC236}">
                    <a16:creationId xmlns:a16="http://schemas.microsoft.com/office/drawing/2014/main" id="{BF53DB78-4C28-4482-BE62-2A05D77B89FB}"/>
                  </a:ext>
                </a:extLst>
              </p:cNvPr>
              <p:cNvSpPr/>
              <p:nvPr/>
            </p:nvSpPr>
            <p:spPr>
              <a:xfrm>
                <a:off x="3955617"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8" name="椭圆 11387">
                <a:extLst>
                  <a:ext uri="{FF2B5EF4-FFF2-40B4-BE49-F238E27FC236}">
                    <a16:creationId xmlns:a16="http://schemas.microsoft.com/office/drawing/2014/main" id="{1B362F0F-DB39-4CF2-ABB7-08216A506BC3}"/>
                  </a:ext>
                </a:extLst>
              </p:cNvPr>
              <p:cNvSpPr/>
              <p:nvPr/>
            </p:nvSpPr>
            <p:spPr>
              <a:xfrm>
                <a:off x="402630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9" name="椭圆 11388">
                <a:extLst>
                  <a:ext uri="{FF2B5EF4-FFF2-40B4-BE49-F238E27FC236}">
                    <a16:creationId xmlns:a16="http://schemas.microsoft.com/office/drawing/2014/main" id="{C4D59455-A634-4B34-85FF-2C72BEDE8011}"/>
                  </a:ext>
                </a:extLst>
              </p:cNvPr>
              <p:cNvSpPr/>
              <p:nvPr/>
            </p:nvSpPr>
            <p:spPr>
              <a:xfrm>
                <a:off x="40487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0" name="椭圆 11389">
                <a:extLst>
                  <a:ext uri="{FF2B5EF4-FFF2-40B4-BE49-F238E27FC236}">
                    <a16:creationId xmlns:a16="http://schemas.microsoft.com/office/drawing/2014/main" id="{A1E31128-B8E8-4213-B72A-30489D644CF8}"/>
                  </a:ext>
                </a:extLst>
              </p:cNvPr>
              <p:cNvSpPr/>
              <p:nvPr/>
            </p:nvSpPr>
            <p:spPr>
              <a:xfrm>
                <a:off x="39887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1" name="椭圆 11390">
                <a:extLst>
                  <a:ext uri="{FF2B5EF4-FFF2-40B4-BE49-F238E27FC236}">
                    <a16:creationId xmlns:a16="http://schemas.microsoft.com/office/drawing/2014/main" id="{86A5D477-21EE-493E-820F-A35B1C02D733}"/>
                  </a:ext>
                </a:extLst>
              </p:cNvPr>
              <p:cNvSpPr/>
              <p:nvPr/>
            </p:nvSpPr>
            <p:spPr>
              <a:xfrm>
                <a:off x="4008764"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2" name="椭圆 11391">
                <a:extLst>
                  <a:ext uri="{FF2B5EF4-FFF2-40B4-BE49-F238E27FC236}">
                    <a16:creationId xmlns:a16="http://schemas.microsoft.com/office/drawing/2014/main" id="{54D4F075-65C2-461A-B736-DB7ED293E0D0}"/>
                  </a:ext>
                </a:extLst>
              </p:cNvPr>
              <p:cNvSpPr/>
              <p:nvPr/>
            </p:nvSpPr>
            <p:spPr>
              <a:xfrm>
                <a:off x="403893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3" name="椭圆 11392">
                <a:extLst>
                  <a:ext uri="{FF2B5EF4-FFF2-40B4-BE49-F238E27FC236}">
                    <a16:creationId xmlns:a16="http://schemas.microsoft.com/office/drawing/2014/main" id="{FC27675A-0855-4893-A640-2E75867EBE36}"/>
                  </a:ext>
                </a:extLst>
              </p:cNvPr>
              <p:cNvSpPr/>
              <p:nvPr/>
            </p:nvSpPr>
            <p:spPr>
              <a:xfrm>
                <a:off x="391164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4" name="椭圆 11393">
                <a:extLst>
                  <a:ext uri="{FF2B5EF4-FFF2-40B4-BE49-F238E27FC236}">
                    <a16:creationId xmlns:a16="http://schemas.microsoft.com/office/drawing/2014/main" id="{D2430527-9B1E-4BF9-8679-54320E7A1138}"/>
                  </a:ext>
                </a:extLst>
              </p:cNvPr>
              <p:cNvSpPr/>
              <p:nvPr/>
            </p:nvSpPr>
            <p:spPr>
              <a:xfrm>
                <a:off x="4045431" y="2993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5" name="椭圆 11394">
                <a:extLst>
                  <a:ext uri="{FF2B5EF4-FFF2-40B4-BE49-F238E27FC236}">
                    <a16:creationId xmlns:a16="http://schemas.microsoft.com/office/drawing/2014/main" id="{966EED2F-7E9E-4C4B-AE38-5C128DC0FDA4}"/>
                  </a:ext>
                </a:extLst>
              </p:cNvPr>
              <p:cNvSpPr/>
              <p:nvPr/>
            </p:nvSpPr>
            <p:spPr>
              <a:xfrm>
                <a:off x="400795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6" name="椭圆 11395">
                <a:extLst>
                  <a:ext uri="{FF2B5EF4-FFF2-40B4-BE49-F238E27FC236}">
                    <a16:creationId xmlns:a16="http://schemas.microsoft.com/office/drawing/2014/main" id="{DD89092F-B481-4110-88DB-1DEEE1EFFD4F}"/>
                  </a:ext>
                </a:extLst>
              </p:cNvPr>
              <p:cNvSpPr/>
              <p:nvPr/>
            </p:nvSpPr>
            <p:spPr>
              <a:xfrm>
                <a:off x="408110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7" name="椭圆 11396">
                <a:extLst>
                  <a:ext uri="{FF2B5EF4-FFF2-40B4-BE49-F238E27FC236}">
                    <a16:creationId xmlns:a16="http://schemas.microsoft.com/office/drawing/2014/main" id="{6655A2AC-E040-4AD0-AAE6-30E6E5C463D7}"/>
                  </a:ext>
                </a:extLst>
              </p:cNvPr>
              <p:cNvSpPr/>
              <p:nvPr/>
            </p:nvSpPr>
            <p:spPr>
              <a:xfrm>
                <a:off x="399467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8" name="椭圆 11397">
                <a:extLst>
                  <a:ext uri="{FF2B5EF4-FFF2-40B4-BE49-F238E27FC236}">
                    <a16:creationId xmlns:a16="http://schemas.microsoft.com/office/drawing/2014/main" id="{93140031-0743-4FD1-81BD-9D0ECCC9999B}"/>
                  </a:ext>
                </a:extLst>
              </p:cNvPr>
              <p:cNvSpPr/>
              <p:nvPr/>
            </p:nvSpPr>
            <p:spPr>
              <a:xfrm>
                <a:off x="4112415" y="2849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9" name="椭圆 11398">
                <a:extLst>
                  <a:ext uri="{FF2B5EF4-FFF2-40B4-BE49-F238E27FC236}">
                    <a16:creationId xmlns:a16="http://schemas.microsoft.com/office/drawing/2014/main" id="{19F9FC4D-0803-4F9E-A277-2CA8EBF69F0F}"/>
                  </a:ext>
                </a:extLst>
              </p:cNvPr>
              <p:cNvSpPr/>
              <p:nvPr/>
            </p:nvSpPr>
            <p:spPr>
              <a:xfrm>
                <a:off x="3984980"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0" name="椭圆 11399">
                <a:extLst>
                  <a:ext uri="{FF2B5EF4-FFF2-40B4-BE49-F238E27FC236}">
                    <a16:creationId xmlns:a16="http://schemas.microsoft.com/office/drawing/2014/main" id="{D4C8428A-5941-44B2-94CB-F1CFF2F48924}"/>
                  </a:ext>
                </a:extLst>
              </p:cNvPr>
              <p:cNvSpPr/>
              <p:nvPr/>
            </p:nvSpPr>
            <p:spPr>
              <a:xfrm>
                <a:off x="4015921"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1" name="椭圆 11400">
                <a:extLst>
                  <a:ext uri="{FF2B5EF4-FFF2-40B4-BE49-F238E27FC236}">
                    <a16:creationId xmlns:a16="http://schemas.microsoft.com/office/drawing/2014/main" id="{3B03601E-41C9-407D-A869-870835A5553A}"/>
                  </a:ext>
                </a:extLst>
              </p:cNvPr>
              <p:cNvSpPr/>
              <p:nvPr/>
            </p:nvSpPr>
            <p:spPr>
              <a:xfrm>
                <a:off x="395444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2" name="椭圆 11401">
                <a:extLst>
                  <a:ext uri="{FF2B5EF4-FFF2-40B4-BE49-F238E27FC236}">
                    <a16:creationId xmlns:a16="http://schemas.microsoft.com/office/drawing/2014/main" id="{5C047D3F-8817-41D6-A445-AFCE81248984}"/>
                  </a:ext>
                </a:extLst>
              </p:cNvPr>
              <p:cNvSpPr/>
              <p:nvPr/>
            </p:nvSpPr>
            <p:spPr>
              <a:xfrm>
                <a:off x="4025317"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3" name="椭圆 11402">
                <a:extLst>
                  <a:ext uri="{FF2B5EF4-FFF2-40B4-BE49-F238E27FC236}">
                    <a16:creationId xmlns:a16="http://schemas.microsoft.com/office/drawing/2014/main" id="{BD64C0FA-48DA-417A-927A-39676CDD1182}"/>
                  </a:ext>
                </a:extLst>
              </p:cNvPr>
              <p:cNvSpPr/>
              <p:nvPr/>
            </p:nvSpPr>
            <p:spPr>
              <a:xfrm>
                <a:off x="396207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4" name="椭圆 11403">
                <a:extLst>
                  <a:ext uri="{FF2B5EF4-FFF2-40B4-BE49-F238E27FC236}">
                    <a16:creationId xmlns:a16="http://schemas.microsoft.com/office/drawing/2014/main" id="{79575F34-DDE2-4121-A333-2F087720DA81}"/>
                  </a:ext>
                </a:extLst>
              </p:cNvPr>
              <p:cNvSpPr/>
              <p:nvPr/>
            </p:nvSpPr>
            <p:spPr>
              <a:xfrm>
                <a:off x="4015628" y="3027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5" name="椭圆 11404">
                <a:extLst>
                  <a:ext uri="{FF2B5EF4-FFF2-40B4-BE49-F238E27FC236}">
                    <a16:creationId xmlns:a16="http://schemas.microsoft.com/office/drawing/2014/main" id="{8CF5B2D1-31EB-48D1-8E90-1ABC6F508496}"/>
                  </a:ext>
                </a:extLst>
              </p:cNvPr>
              <p:cNvSpPr/>
              <p:nvPr/>
            </p:nvSpPr>
            <p:spPr>
              <a:xfrm>
                <a:off x="400843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6" name="椭圆 11405">
                <a:extLst>
                  <a:ext uri="{FF2B5EF4-FFF2-40B4-BE49-F238E27FC236}">
                    <a16:creationId xmlns:a16="http://schemas.microsoft.com/office/drawing/2014/main" id="{5518B737-0547-4E8D-A5B9-EAC809A695E2}"/>
                  </a:ext>
                </a:extLst>
              </p:cNvPr>
              <p:cNvSpPr/>
              <p:nvPr/>
            </p:nvSpPr>
            <p:spPr>
              <a:xfrm>
                <a:off x="405060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7" name="椭圆 11406">
                <a:extLst>
                  <a:ext uri="{FF2B5EF4-FFF2-40B4-BE49-F238E27FC236}">
                    <a16:creationId xmlns:a16="http://schemas.microsoft.com/office/drawing/2014/main" id="{7E88711B-3901-4A3A-91EE-2D97D107EFCB}"/>
                  </a:ext>
                </a:extLst>
              </p:cNvPr>
              <p:cNvSpPr/>
              <p:nvPr/>
            </p:nvSpPr>
            <p:spPr>
              <a:xfrm>
                <a:off x="3903424" y="27615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8" name="椭圆 11407">
                <a:extLst>
                  <a:ext uri="{FF2B5EF4-FFF2-40B4-BE49-F238E27FC236}">
                    <a16:creationId xmlns:a16="http://schemas.microsoft.com/office/drawing/2014/main" id="{EC5ADB12-C16D-4914-B1FA-7B321F2F409D}"/>
                  </a:ext>
                </a:extLst>
              </p:cNvPr>
              <p:cNvSpPr/>
              <p:nvPr/>
            </p:nvSpPr>
            <p:spPr>
              <a:xfrm>
                <a:off x="4122179"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9" name="椭圆 11408">
                <a:extLst>
                  <a:ext uri="{FF2B5EF4-FFF2-40B4-BE49-F238E27FC236}">
                    <a16:creationId xmlns:a16="http://schemas.microsoft.com/office/drawing/2014/main" id="{291A3AE1-B8E6-4CBB-B6E8-9253F3419C75}"/>
                  </a:ext>
                </a:extLst>
              </p:cNvPr>
              <p:cNvSpPr/>
              <p:nvPr/>
            </p:nvSpPr>
            <p:spPr>
              <a:xfrm>
                <a:off x="4016545"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0" name="椭圆 11409">
                <a:extLst>
                  <a:ext uri="{FF2B5EF4-FFF2-40B4-BE49-F238E27FC236}">
                    <a16:creationId xmlns:a16="http://schemas.microsoft.com/office/drawing/2014/main" id="{1C736B33-A710-425B-B241-E65D77F1C816}"/>
                  </a:ext>
                </a:extLst>
              </p:cNvPr>
              <p:cNvSpPr/>
              <p:nvPr/>
            </p:nvSpPr>
            <p:spPr>
              <a:xfrm>
                <a:off x="39901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1" name="椭圆 11410">
                <a:extLst>
                  <a:ext uri="{FF2B5EF4-FFF2-40B4-BE49-F238E27FC236}">
                    <a16:creationId xmlns:a16="http://schemas.microsoft.com/office/drawing/2014/main" id="{2592DBF7-A36C-43B9-8925-06A8B6C54F24}"/>
                  </a:ext>
                </a:extLst>
              </p:cNvPr>
              <p:cNvSpPr/>
              <p:nvPr/>
            </p:nvSpPr>
            <p:spPr>
              <a:xfrm>
                <a:off x="40476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2" name="椭圆 11411">
                <a:extLst>
                  <a:ext uri="{FF2B5EF4-FFF2-40B4-BE49-F238E27FC236}">
                    <a16:creationId xmlns:a16="http://schemas.microsoft.com/office/drawing/2014/main" id="{3CAB8C71-B75A-4BCE-B752-E44441202AF3}"/>
                  </a:ext>
                </a:extLst>
              </p:cNvPr>
              <p:cNvSpPr/>
              <p:nvPr/>
            </p:nvSpPr>
            <p:spPr>
              <a:xfrm>
                <a:off x="399716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3" name="椭圆 11412">
                <a:extLst>
                  <a:ext uri="{FF2B5EF4-FFF2-40B4-BE49-F238E27FC236}">
                    <a16:creationId xmlns:a16="http://schemas.microsoft.com/office/drawing/2014/main" id="{9DFDE46B-6CAA-40C8-BEA7-8354EAF73ACE}"/>
                  </a:ext>
                </a:extLst>
              </p:cNvPr>
              <p:cNvSpPr/>
              <p:nvPr/>
            </p:nvSpPr>
            <p:spPr>
              <a:xfrm>
                <a:off x="40159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4" name="椭圆 11413">
                <a:extLst>
                  <a:ext uri="{FF2B5EF4-FFF2-40B4-BE49-F238E27FC236}">
                    <a16:creationId xmlns:a16="http://schemas.microsoft.com/office/drawing/2014/main" id="{2B3146BB-E895-40EF-B8EA-1F87EFE46A12}"/>
                  </a:ext>
                </a:extLst>
              </p:cNvPr>
              <p:cNvSpPr/>
              <p:nvPr/>
            </p:nvSpPr>
            <p:spPr>
              <a:xfrm>
                <a:off x="4001754"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5" name="椭圆 11414">
                <a:extLst>
                  <a:ext uri="{FF2B5EF4-FFF2-40B4-BE49-F238E27FC236}">
                    <a16:creationId xmlns:a16="http://schemas.microsoft.com/office/drawing/2014/main" id="{ABEB35D1-2041-429A-BEDB-6E129E2C2DF1}"/>
                  </a:ext>
                </a:extLst>
              </p:cNvPr>
              <p:cNvSpPr/>
              <p:nvPr/>
            </p:nvSpPr>
            <p:spPr>
              <a:xfrm>
                <a:off x="40108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6" name="椭圆 11415">
                <a:extLst>
                  <a:ext uri="{FF2B5EF4-FFF2-40B4-BE49-F238E27FC236}">
                    <a16:creationId xmlns:a16="http://schemas.microsoft.com/office/drawing/2014/main" id="{FE658F45-0147-4D18-BA76-2F8DBF8A7F27}"/>
                  </a:ext>
                </a:extLst>
              </p:cNvPr>
              <p:cNvSpPr/>
              <p:nvPr/>
            </p:nvSpPr>
            <p:spPr>
              <a:xfrm>
                <a:off x="39785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7" name="椭圆 11416">
                <a:extLst>
                  <a:ext uri="{FF2B5EF4-FFF2-40B4-BE49-F238E27FC236}">
                    <a16:creationId xmlns:a16="http://schemas.microsoft.com/office/drawing/2014/main" id="{14443F92-3A0E-4F77-8093-5470700A1A56}"/>
                  </a:ext>
                </a:extLst>
              </p:cNvPr>
              <p:cNvSpPr/>
              <p:nvPr/>
            </p:nvSpPr>
            <p:spPr>
              <a:xfrm>
                <a:off x="39375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8" name="椭圆 11417">
                <a:extLst>
                  <a:ext uri="{FF2B5EF4-FFF2-40B4-BE49-F238E27FC236}">
                    <a16:creationId xmlns:a16="http://schemas.microsoft.com/office/drawing/2014/main" id="{65562E74-CDC1-4696-B479-EA4EE1D8337F}"/>
                  </a:ext>
                </a:extLst>
              </p:cNvPr>
              <p:cNvSpPr/>
              <p:nvPr/>
            </p:nvSpPr>
            <p:spPr>
              <a:xfrm>
                <a:off x="406881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9" name="椭圆 11418">
                <a:extLst>
                  <a:ext uri="{FF2B5EF4-FFF2-40B4-BE49-F238E27FC236}">
                    <a16:creationId xmlns:a16="http://schemas.microsoft.com/office/drawing/2014/main" id="{A29097F1-C547-4368-B68C-117C6456BA45}"/>
                  </a:ext>
                </a:extLst>
              </p:cNvPr>
              <p:cNvSpPr/>
              <p:nvPr/>
            </p:nvSpPr>
            <p:spPr>
              <a:xfrm>
                <a:off x="396908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0" name="椭圆 11419">
                <a:extLst>
                  <a:ext uri="{FF2B5EF4-FFF2-40B4-BE49-F238E27FC236}">
                    <a16:creationId xmlns:a16="http://schemas.microsoft.com/office/drawing/2014/main" id="{F8CEB035-AC6F-450E-850D-F59DD4413FE2}"/>
                  </a:ext>
                </a:extLst>
              </p:cNvPr>
              <p:cNvSpPr/>
              <p:nvPr/>
            </p:nvSpPr>
            <p:spPr>
              <a:xfrm>
                <a:off x="39668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1" name="椭圆 11420">
                <a:extLst>
                  <a:ext uri="{FF2B5EF4-FFF2-40B4-BE49-F238E27FC236}">
                    <a16:creationId xmlns:a16="http://schemas.microsoft.com/office/drawing/2014/main" id="{49B06364-647F-4D2C-8A76-C9A333512994}"/>
                  </a:ext>
                </a:extLst>
              </p:cNvPr>
              <p:cNvSpPr/>
              <p:nvPr/>
            </p:nvSpPr>
            <p:spPr>
              <a:xfrm>
                <a:off x="399070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2" name="椭圆 11421">
                <a:extLst>
                  <a:ext uri="{FF2B5EF4-FFF2-40B4-BE49-F238E27FC236}">
                    <a16:creationId xmlns:a16="http://schemas.microsoft.com/office/drawing/2014/main" id="{89A10DD5-FC0B-4085-A51A-B2F080F4878A}"/>
                  </a:ext>
                </a:extLst>
              </p:cNvPr>
              <p:cNvSpPr/>
              <p:nvPr/>
            </p:nvSpPr>
            <p:spPr>
              <a:xfrm>
                <a:off x="396820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3" name="椭圆 11422">
                <a:extLst>
                  <a:ext uri="{FF2B5EF4-FFF2-40B4-BE49-F238E27FC236}">
                    <a16:creationId xmlns:a16="http://schemas.microsoft.com/office/drawing/2014/main" id="{DFA80503-C173-4C25-AECB-0F268A8BA6A2}"/>
                  </a:ext>
                </a:extLst>
              </p:cNvPr>
              <p:cNvSpPr/>
              <p:nvPr/>
            </p:nvSpPr>
            <p:spPr>
              <a:xfrm>
                <a:off x="4015628" y="2952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4" name="椭圆 11423">
                <a:extLst>
                  <a:ext uri="{FF2B5EF4-FFF2-40B4-BE49-F238E27FC236}">
                    <a16:creationId xmlns:a16="http://schemas.microsoft.com/office/drawing/2014/main" id="{6C341838-ADFD-478A-8C3E-3ED5384EF3E0}"/>
                  </a:ext>
                </a:extLst>
              </p:cNvPr>
              <p:cNvSpPr/>
              <p:nvPr/>
            </p:nvSpPr>
            <p:spPr>
              <a:xfrm>
                <a:off x="39739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5" name="椭圆 11424">
                <a:extLst>
                  <a:ext uri="{FF2B5EF4-FFF2-40B4-BE49-F238E27FC236}">
                    <a16:creationId xmlns:a16="http://schemas.microsoft.com/office/drawing/2014/main" id="{74D585E1-0A04-430B-907B-7B30E95534F7}"/>
                  </a:ext>
                </a:extLst>
              </p:cNvPr>
              <p:cNvSpPr/>
              <p:nvPr/>
            </p:nvSpPr>
            <p:spPr>
              <a:xfrm>
                <a:off x="401412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6" name="椭圆 11425">
                <a:extLst>
                  <a:ext uri="{FF2B5EF4-FFF2-40B4-BE49-F238E27FC236}">
                    <a16:creationId xmlns:a16="http://schemas.microsoft.com/office/drawing/2014/main" id="{84D0CF14-1F8A-4FF2-9AEE-0969A8B4EABF}"/>
                  </a:ext>
                </a:extLst>
              </p:cNvPr>
              <p:cNvSpPr/>
              <p:nvPr/>
            </p:nvSpPr>
            <p:spPr>
              <a:xfrm>
                <a:off x="4016876"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7" name="椭圆 11426">
                <a:extLst>
                  <a:ext uri="{FF2B5EF4-FFF2-40B4-BE49-F238E27FC236}">
                    <a16:creationId xmlns:a16="http://schemas.microsoft.com/office/drawing/2014/main" id="{AD3BBF22-A32D-4B90-9620-F027395C4AF4}"/>
                  </a:ext>
                </a:extLst>
              </p:cNvPr>
              <p:cNvSpPr/>
              <p:nvPr/>
            </p:nvSpPr>
            <p:spPr>
              <a:xfrm>
                <a:off x="391656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8" name="椭圆 11427">
                <a:extLst>
                  <a:ext uri="{FF2B5EF4-FFF2-40B4-BE49-F238E27FC236}">
                    <a16:creationId xmlns:a16="http://schemas.microsoft.com/office/drawing/2014/main" id="{2E16FDAC-C7A3-498F-90C2-8A914CB97981}"/>
                  </a:ext>
                </a:extLst>
              </p:cNvPr>
              <p:cNvSpPr/>
              <p:nvPr/>
            </p:nvSpPr>
            <p:spPr>
              <a:xfrm>
                <a:off x="39272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9" name="椭圆 11428">
                <a:extLst>
                  <a:ext uri="{FF2B5EF4-FFF2-40B4-BE49-F238E27FC236}">
                    <a16:creationId xmlns:a16="http://schemas.microsoft.com/office/drawing/2014/main" id="{074A31A6-FECF-486B-B7E1-6250A2BDDE71}"/>
                  </a:ext>
                </a:extLst>
              </p:cNvPr>
              <p:cNvSpPr/>
              <p:nvPr/>
            </p:nvSpPr>
            <p:spPr>
              <a:xfrm>
                <a:off x="4140787"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0" name="椭圆 11429">
                <a:extLst>
                  <a:ext uri="{FF2B5EF4-FFF2-40B4-BE49-F238E27FC236}">
                    <a16:creationId xmlns:a16="http://schemas.microsoft.com/office/drawing/2014/main" id="{CF306215-FF9E-447A-B30B-628743554F21}"/>
                  </a:ext>
                </a:extLst>
              </p:cNvPr>
              <p:cNvSpPr/>
              <p:nvPr/>
            </p:nvSpPr>
            <p:spPr>
              <a:xfrm>
                <a:off x="399955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1" name="椭圆 11430">
                <a:extLst>
                  <a:ext uri="{FF2B5EF4-FFF2-40B4-BE49-F238E27FC236}">
                    <a16:creationId xmlns:a16="http://schemas.microsoft.com/office/drawing/2014/main" id="{D509A8E8-CDBC-4E44-9263-A40E47B401F6}"/>
                  </a:ext>
                </a:extLst>
              </p:cNvPr>
              <p:cNvSpPr/>
              <p:nvPr/>
            </p:nvSpPr>
            <p:spPr>
              <a:xfrm>
                <a:off x="40210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2" name="椭圆 11431">
                <a:extLst>
                  <a:ext uri="{FF2B5EF4-FFF2-40B4-BE49-F238E27FC236}">
                    <a16:creationId xmlns:a16="http://schemas.microsoft.com/office/drawing/2014/main" id="{0D7A255F-9BF3-415C-A924-B563423A674B}"/>
                  </a:ext>
                </a:extLst>
              </p:cNvPr>
              <p:cNvSpPr/>
              <p:nvPr/>
            </p:nvSpPr>
            <p:spPr>
              <a:xfrm>
                <a:off x="399566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3" name="椭圆 11432">
                <a:extLst>
                  <a:ext uri="{FF2B5EF4-FFF2-40B4-BE49-F238E27FC236}">
                    <a16:creationId xmlns:a16="http://schemas.microsoft.com/office/drawing/2014/main" id="{3068A9C1-247C-4EB8-8100-CCC038B5E689}"/>
                  </a:ext>
                </a:extLst>
              </p:cNvPr>
              <p:cNvSpPr/>
              <p:nvPr/>
            </p:nvSpPr>
            <p:spPr>
              <a:xfrm>
                <a:off x="39715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4" name="椭圆 11433">
                <a:extLst>
                  <a:ext uri="{FF2B5EF4-FFF2-40B4-BE49-F238E27FC236}">
                    <a16:creationId xmlns:a16="http://schemas.microsoft.com/office/drawing/2014/main" id="{EA0AA1E1-5A65-451F-A5FD-01472F817A7E}"/>
                  </a:ext>
                </a:extLst>
              </p:cNvPr>
              <p:cNvSpPr/>
              <p:nvPr/>
            </p:nvSpPr>
            <p:spPr>
              <a:xfrm>
                <a:off x="4202266"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5" name="椭圆 11434">
                <a:extLst>
                  <a:ext uri="{FF2B5EF4-FFF2-40B4-BE49-F238E27FC236}">
                    <a16:creationId xmlns:a16="http://schemas.microsoft.com/office/drawing/2014/main" id="{327F4E07-D515-44AF-AE89-91DCCE8B1004}"/>
                  </a:ext>
                </a:extLst>
              </p:cNvPr>
              <p:cNvSpPr/>
              <p:nvPr/>
            </p:nvSpPr>
            <p:spPr>
              <a:xfrm>
                <a:off x="4087053"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6" name="椭圆 11435">
                <a:extLst>
                  <a:ext uri="{FF2B5EF4-FFF2-40B4-BE49-F238E27FC236}">
                    <a16:creationId xmlns:a16="http://schemas.microsoft.com/office/drawing/2014/main" id="{1AC6EE9D-677D-4CD1-B641-A3E8F05C326E}"/>
                  </a:ext>
                </a:extLst>
              </p:cNvPr>
              <p:cNvSpPr/>
              <p:nvPr/>
            </p:nvSpPr>
            <p:spPr>
              <a:xfrm>
                <a:off x="390184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7" name="椭圆 11436">
                <a:extLst>
                  <a:ext uri="{FF2B5EF4-FFF2-40B4-BE49-F238E27FC236}">
                    <a16:creationId xmlns:a16="http://schemas.microsoft.com/office/drawing/2014/main" id="{B32711A2-B7B5-4D1D-96EE-A82D209AA15F}"/>
                  </a:ext>
                </a:extLst>
              </p:cNvPr>
              <p:cNvSpPr/>
              <p:nvPr/>
            </p:nvSpPr>
            <p:spPr>
              <a:xfrm>
                <a:off x="4124601"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8" name="椭圆 11437">
                <a:extLst>
                  <a:ext uri="{FF2B5EF4-FFF2-40B4-BE49-F238E27FC236}">
                    <a16:creationId xmlns:a16="http://schemas.microsoft.com/office/drawing/2014/main" id="{3D9AA552-A90C-4175-AC3B-2FB6B7BA1684}"/>
                  </a:ext>
                </a:extLst>
              </p:cNvPr>
              <p:cNvSpPr/>
              <p:nvPr/>
            </p:nvSpPr>
            <p:spPr>
              <a:xfrm>
                <a:off x="39691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9" name="椭圆 11438">
                <a:extLst>
                  <a:ext uri="{FF2B5EF4-FFF2-40B4-BE49-F238E27FC236}">
                    <a16:creationId xmlns:a16="http://schemas.microsoft.com/office/drawing/2014/main" id="{38FD1762-FB90-42D9-AACC-46C28845E5D5}"/>
                  </a:ext>
                </a:extLst>
              </p:cNvPr>
              <p:cNvSpPr/>
              <p:nvPr/>
            </p:nvSpPr>
            <p:spPr>
              <a:xfrm>
                <a:off x="39639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0" name="椭圆 11439">
                <a:extLst>
                  <a:ext uri="{FF2B5EF4-FFF2-40B4-BE49-F238E27FC236}">
                    <a16:creationId xmlns:a16="http://schemas.microsoft.com/office/drawing/2014/main" id="{DA46798D-2D04-4FDD-9E56-422B56769538}"/>
                  </a:ext>
                </a:extLst>
              </p:cNvPr>
              <p:cNvSpPr/>
              <p:nvPr/>
            </p:nvSpPr>
            <p:spPr>
              <a:xfrm>
                <a:off x="4184318" y="2794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1" name="椭圆 11440">
                <a:extLst>
                  <a:ext uri="{FF2B5EF4-FFF2-40B4-BE49-F238E27FC236}">
                    <a16:creationId xmlns:a16="http://schemas.microsoft.com/office/drawing/2014/main" id="{257FAEDD-C69E-4F41-9425-4C0CA5BE1B4D}"/>
                  </a:ext>
                </a:extLst>
              </p:cNvPr>
              <p:cNvSpPr/>
              <p:nvPr/>
            </p:nvSpPr>
            <p:spPr>
              <a:xfrm>
                <a:off x="4019335" y="2799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2" name="椭圆 11441">
                <a:extLst>
                  <a:ext uri="{FF2B5EF4-FFF2-40B4-BE49-F238E27FC236}">
                    <a16:creationId xmlns:a16="http://schemas.microsoft.com/office/drawing/2014/main" id="{6231E5DE-51ED-4A53-AC45-FF72C53C2817}"/>
                  </a:ext>
                </a:extLst>
              </p:cNvPr>
              <p:cNvSpPr/>
              <p:nvPr/>
            </p:nvSpPr>
            <p:spPr>
              <a:xfrm>
                <a:off x="39167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3" name="椭圆 11442">
                <a:extLst>
                  <a:ext uri="{FF2B5EF4-FFF2-40B4-BE49-F238E27FC236}">
                    <a16:creationId xmlns:a16="http://schemas.microsoft.com/office/drawing/2014/main" id="{F31C2C12-D5C4-47BA-9D4E-2AC2DAD8C1F9}"/>
                  </a:ext>
                </a:extLst>
              </p:cNvPr>
              <p:cNvSpPr/>
              <p:nvPr/>
            </p:nvSpPr>
            <p:spPr>
              <a:xfrm>
                <a:off x="4137704"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4" name="椭圆 11443">
                <a:extLst>
                  <a:ext uri="{FF2B5EF4-FFF2-40B4-BE49-F238E27FC236}">
                    <a16:creationId xmlns:a16="http://schemas.microsoft.com/office/drawing/2014/main" id="{5FC886FE-7A55-42E5-8D8A-4D0DBBB5F05E}"/>
                  </a:ext>
                </a:extLst>
              </p:cNvPr>
              <p:cNvSpPr/>
              <p:nvPr/>
            </p:nvSpPr>
            <p:spPr>
              <a:xfrm>
                <a:off x="4004837"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5" name="椭圆 11444">
                <a:extLst>
                  <a:ext uri="{FF2B5EF4-FFF2-40B4-BE49-F238E27FC236}">
                    <a16:creationId xmlns:a16="http://schemas.microsoft.com/office/drawing/2014/main" id="{033646BB-85FF-45E1-92D2-4CCE83400953}"/>
                  </a:ext>
                </a:extLst>
              </p:cNvPr>
              <p:cNvSpPr/>
              <p:nvPr/>
            </p:nvSpPr>
            <p:spPr>
              <a:xfrm>
                <a:off x="40226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6" name="椭圆 11445">
                <a:extLst>
                  <a:ext uri="{FF2B5EF4-FFF2-40B4-BE49-F238E27FC236}">
                    <a16:creationId xmlns:a16="http://schemas.microsoft.com/office/drawing/2014/main" id="{FADB2382-91AB-4F95-9B46-4239628924D7}"/>
                  </a:ext>
                </a:extLst>
              </p:cNvPr>
              <p:cNvSpPr/>
              <p:nvPr/>
            </p:nvSpPr>
            <p:spPr>
              <a:xfrm>
                <a:off x="397573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7" name="椭圆 11446">
                <a:extLst>
                  <a:ext uri="{FF2B5EF4-FFF2-40B4-BE49-F238E27FC236}">
                    <a16:creationId xmlns:a16="http://schemas.microsoft.com/office/drawing/2014/main" id="{0B0E11E7-588A-4727-A36E-CAE28E18EF17}"/>
                  </a:ext>
                </a:extLst>
              </p:cNvPr>
              <p:cNvSpPr/>
              <p:nvPr/>
            </p:nvSpPr>
            <p:spPr>
              <a:xfrm>
                <a:off x="3950075" y="29751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8" name="椭圆 11447">
                <a:extLst>
                  <a:ext uri="{FF2B5EF4-FFF2-40B4-BE49-F238E27FC236}">
                    <a16:creationId xmlns:a16="http://schemas.microsoft.com/office/drawing/2014/main" id="{2E4DAA23-9C56-42B3-A16E-AB10738DD059}"/>
                  </a:ext>
                </a:extLst>
              </p:cNvPr>
              <p:cNvSpPr/>
              <p:nvPr/>
            </p:nvSpPr>
            <p:spPr>
              <a:xfrm>
                <a:off x="40150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9" name="椭圆 11448">
                <a:extLst>
                  <a:ext uri="{FF2B5EF4-FFF2-40B4-BE49-F238E27FC236}">
                    <a16:creationId xmlns:a16="http://schemas.microsoft.com/office/drawing/2014/main" id="{2FB6D50C-5845-4CB7-BA34-C5135987BBC5}"/>
                  </a:ext>
                </a:extLst>
              </p:cNvPr>
              <p:cNvSpPr/>
              <p:nvPr/>
            </p:nvSpPr>
            <p:spPr>
              <a:xfrm>
                <a:off x="3967069" y="3032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0" name="椭圆 11449">
                <a:extLst>
                  <a:ext uri="{FF2B5EF4-FFF2-40B4-BE49-F238E27FC236}">
                    <a16:creationId xmlns:a16="http://schemas.microsoft.com/office/drawing/2014/main" id="{DB81BB28-9AF9-42F7-BC8E-23523F8E35FF}"/>
                  </a:ext>
                </a:extLst>
              </p:cNvPr>
              <p:cNvSpPr/>
              <p:nvPr/>
            </p:nvSpPr>
            <p:spPr>
              <a:xfrm>
                <a:off x="402135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1" name="椭圆 11450">
                <a:extLst>
                  <a:ext uri="{FF2B5EF4-FFF2-40B4-BE49-F238E27FC236}">
                    <a16:creationId xmlns:a16="http://schemas.microsoft.com/office/drawing/2014/main" id="{25356085-4849-426A-9931-AE11BE6E6F90}"/>
                  </a:ext>
                </a:extLst>
              </p:cNvPr>
              <p:cNvSpPr/>
              <p:nvPr/>
            </p:nvSpPr>
            <p:spPr>
              <a:xfrm>
                <a:off x="3960095"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2" name="椭圆 11451">
                <a:extLst>
                  <a:ext uri="{FF2B5EF4-FFF2-40B4-BE49-F238E27FC236}">
                    <a16:creationId xmlns:a16="http://schemas.microsoft.com/office/drawing/2014/main" id="{6B76ADDB-F028-4032-AB55-9C94CD2FC839}"/>
                  </a:ext>
                </a:extLst>
              </p:cNvPr>
              <p:cNvSpPr/>
              <p:nvPr/>
            </p:nvSpPr>
            <p:spPr>
              <a:xfrm>
                <a:off x="389689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3" name="椭圆 11452">
                <a:extLst>
                  <a:ext uri="{FF2B5EF4-FFF2-40B4-BE49-F238E27FC236}">
                    <a16:creationId xmlns:a16="http://schemas.microsoft.com/office/drawing/2014/main" id="{0D00A315-E40C-4E3D-B3BE-2AF4071BE515}"/>
                  </a:ext>
                </a:extLst>
              </p:cNvPr>
              <p:cNvSpPr/>
              <p:nvPr/>
            </p:nvSpPr>
            <p:spPr>
              <a:xfrm>
                <a:off x="4141742"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4" name="椭圆 11453">
                <a:extLst>
                  <a:ext uri="{FF2B5EF4-FFF2-40B4-BE49-F238E27FC236}">
                    <a16:creationId xmlns:a16="http://schemas.microsoft.com/office/drawing/2014/main" id="{DBF17C12-EF91-4ADC-BF51-F8A66F3D12EA}"/>
                  </a:ext>
                </a:extLst>
              </p:cNvPr>
              <p:cNvSpPr/>
              <p:nvPr/>
            </p:nvSpPr>
            <p:spPr>
              <a:xfrm>
                <a:off x="403166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5" name="椭圆 11454">
                <a:extLst>
                  <a:ext uri="{FF2B5EF4-FFF2-40B4-BE49-F238E27FC236}">
                    <a16:creationId xmlns:a16="http://schemas.microsoft.com/office/drawing/2014/main" id="{8C4F8047-1C4A-4003-A128-11C185F02DF9}"/>
                  </a:ext>
                </a:extLst>
              </p:cNvPr>
              <p:cNvSpPr/>
              <p:nvPr/>
            </p:nvSpPr>
            <p:spPr>
              <a:xfrm>
                <a:off x="4248256"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6" name="椭圆 11455">
                <a:extLst>
                  <a:ext uri="{FF2B5EF4-FFF2-40B4-BE49-F238E27FC236}">
                    <a16:creationId xmlns:a16="http://schemas.microsoft.com/office/drawing/2014/main" id="{B77048D0-BA7A-4C5A-B5EE-2CAF5955FF95}"/>
                  </a:ext>
                </a:extLst>
              </p:cNvPr>
              <p:cNvSpPr/>
              <p:nvPr/>
            </p:nvSpPr>
            <p:spPr>
              <a:xfrm>
                <a:off x="4019114" y="2949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7" name="椭圆 11456">
                <a:extLst>
                  <a:ext uri="{FF2B5EF4-FFF2-40B4-BE49-F238E27FC236}">
                    <a16:creationId xmlns:a16="http://schemas.microsoft.com/office/drawing/2014/main" id="{80554CD1-12D5-4E20-8602-A57170BC666F}"/>
                  </a:ext>
                </a:extLst>
              </p:cNvPr>
              <p:cNvSpPr/>
              <p:nvPr/>
            </p:nvSpPr>
            <p:spPr>
              <a:xfrm>
                <a:off x="40152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8" name="椭圆 11457">
                <a:extLst>
                  <a:ext uri="{FF2B5EF4-FFF2-40B4-BE49-F238E27FC236}">
                    <a16:creationId xmlns:a16="http://schemas.microsoft.com/office/drawing/2014/main" id="{E4DBEEE7-2CC8-4E7F-8CC7-5BAFD70C21C6}"/>
                  </a:ext>
                </a:extLst>
              </p:cNvPr>
              <p:cNvSpPr/>
              <p:nvPr/>
            </p:nvSpPr>
            <p:spPr>
              <a:xfrm>
                <a:off x="403100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9" name="椭圆 11458">
                <a:extLst>
                  <a:ext uri="{FF2B5EF4-FFF2-40B4-BE49-F238E27FC236}">
                    <a16:creationId xmlns:a16="http://schemas.microsoft.com/office/drawing/2014/main" id="{F3630E34-0C30-49CB-A2C4-4FB858DA0527}"/>
                  </a:ext>
                </a:extLst>
              </p:cNvPr>
              <p:cNvSpPr/>
              <p:nvPr/>
            </p:nvSpPr>
            <p:spPr>
              <a:xfrm>
                <a:off x="4014894" y="29696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0" name="椭圆 11459">
                <a:extLst>
                  <a:ext uri="{FF2B5EF4-FFF2-40B4-BE49-F238E27FC236}">
                    <a16:creationId xmlns:a16="http://schemas.microsoft.com/office/drawing/2014/main" id="{90E73D54-C5B6-4267-BA7E-3833AE20A2AC}"/>
                  </a:ext>
                </a:extLst>
              </p:cNvPr>
              <p:cNvSpPr/>
              <p:nvPr/>
            </p:nvSpPr>
            <p:spPr>
              <a:xfrm>
                <a:off x="40164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1" name="椭圆 11460">
                <a:extLst>
                  <a:ext uri="{FF2B5EF4-FFF2-40B4-BE49-F238E27FC236}">
                    <a16:creationId xmlns:a16="http://schemas.microsoft.com/office/drawing/2014/main" id="{516A8C61-17B2-4634-9B12-ACEC968E1FC1}"/>
                  </a:ext>
                </a:extLst>
              </p:cNvPr>
              <p:cNvSpPr/>
              <p:nvPr/>
            </p:nvSpPr>
            <p:spPr>
              <a:xfrm>
                <a:off x="402436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2" name="椭圆 11461">
                <a:extLst>
                  <a:ext uri="{FF2B5EF4-FFF2-40B4-BE49-F238E27FC236}">
                    <a16:creationId xmlns:a16="http://schemas.microsoft.com/office/drawing/2014/main" id="{D430CA6B-05B5-414E-8CCF-B918A9195315}"/>
                  </a:ext>
                </a:extLst>
              </p:cNvPr>
              <p:cNvSpPr/>
              <p:nvPr/>
            </p:nvSpPr>
            <p:spPr>
              <a:xfrm>
                <a:off x="402039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3" name="椭圆 11462">
                <a:extLst>
                  <a:ext uri="{FF2B5EF4-FFF2-40B4-BE49-F238E27FC236}">
                    <a16:creationId xmlns:a16="http://schemas.microsoft.com/office/drawing/2014/main" id="{5EB45A7D-6B19-4B52-A8AF-DE9405AF0AF7}"/>
                  </a:ext>
                </a:extLst>
              </p:cNvPr>
              <p:cNvSpPr/>
              <p:nvPr/>
            </p:nvSpPr>
            <p:spPr>
              <a:xfrm>
                <a:off x="400090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4" name="椭圆 11463">
                <a:extLst>
                  <a:ext uri="{FF2B5EF4-FFF2-40B4-BE49-F238E27FC236}">
                    <a16:creationId xmlns:a16="http://schemas.microsoft.com/office/drawing/2014/main" id="{3321CC1E-647A-496E-9F7A-04303AAC09E7}"/>
                  </a:ext>
                </a:extLst>
              </p:cNvPr>
              <p:cNvSpPr/>
              <p:nvPr/>
            </p:nvSpPr>
            <p:spPr>
              <a:xfrm>
                <a:off x="3869473"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5" name="椭圆 11464">
                <a:extLst>
                  <a:ext uri="{FF2B5EF4-FFF2-40B4-BE49-F238E27FC236}">
                    <a16:creationId xmlns:a16="http://schemas.microsoft.com/office/drawing/2014/main" id="{5DF2EC5E-C93A-4DA9-AF59-B90D29CE3ACA}"/>
                  </a:ext>
                </a:extLst>
              </p:cNvPr>
              <p:cNvSpPr/>
              <p:nvPr/>
            </p:nvSpPr>
            <p:spPr>
              <a:xfrm>
                <a:off x="393187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6" name="椭圆 11465">
                <a:extLst>
                  <a:ext uri="{FF2B5EF4-FFF2-40B4-BE49-F238E27FC236}">
                    <a16:creationId xmlns:a16="http://schemas.microsoft.com/office/drawing/2014/main" id="{5BBBF1E4-A23E-4208-8CA6-02E5539D6F89}"/>
                  </a:ext>
                </a:extLst>
              </p:cNvPr>
              <p:cNvSpPr/>
              <p:nvPr/>
            </p:nvSpPr>
            <p:spPr>
              <a:xfrm>
                <a:off x="4093293"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7" name="椭圆 11466">
                <a:extLst>
                  <a:ext uri="{FF2B5EF4-FFF2-40B4-BE49-F238E27FC236}">
                    <a16:creationId xmlns:a16="http://schemas.microsoft.com/office/drawing/2014/main" id="{BE2FE93F-1DF5-40FD-A758-0F166561CECA}"/>
                  </a:ext>
                </a:extLst>
              </p:cNvPr>
              <p:cNvSpPr/>
              <p:nvPr/>
            </p:nvSpPr>
            <p:spPr>
              <a:xfrm>
                <a:off x="4090540"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8" name="椭圆 11467">
                <a:extLst>
                  <a:ext uri="{FF2B5EF4-FFF2-40B4-BE49-F238E27FC236}">
                    <a16:creationId xmlns:a16="http://schemas.microsoft.com/office/drawing/2014/main" id="{FDC2D972-9855-4144-AB1E-A2A1556B8987}"/>
                  </a:ext>
                </a:extLst>
              </p:cNvPr>
              <p:cNvSpPr/>
              <p:nvPr/>
            </p:nvSpPr>
            <p:spPr>
              <a:xfrm>
                <a:off x="3986962"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9" name="椭圆 11468">
                <a:extLst>
                  <a:ext uri="{FF2B5EF4-FFF2-40B4-BE49-F238E27FC236}">
                    <a16:creationId xmlns:a16="http://schemas.microsoft.com/office/drawing/2014/main" id="{E406F1AD-3FC1-446A-A599-32BA9BF4C5FF}"/>
                  </a:ext>
                </a:extLst>
              </p:cNvPr>
              <p:cNvSpPr/>
              <p:nvPr/>
            </p:nvSpPr>
            <p:spPr>
              <a:xfrm>
                <a:off x="39036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0" name="椭圆 11469">
                <a:extLst>
                  <a:ext uri="{FF2B5EF4-FFF2-40B4-BE49-F238E27FC236}">
                    <a16:creationId xmlns:a16="http://schemas.microsoft.com/office/drawing/2014/main" id="{0CEE1694-512F-4A62-8B3D-BEDB6AB89ED2}"/>
                  </a:ext>
                </a:extLst>
              </p:cNvPr>
              <p:cNvSpPr/>
              <p:nvPr/>
            </p:nvSpPr>
            <p:spPr>
              <a:xfrm>
                <a:off x="409945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1" name="椭圆 11470">
                <a:extLst>
                  <a:ext uri="{FF2B5EF4-FFF2-40B4-BE49-F238E27FC236}">
                    <a16:creationId xmlns:a16="http://schemas.microsoft.com/office/drawing/2014/main" id="{6B77AA85-5FC7-40FE-BFA9-F44B878E5001}"/>
                  </a:ext>
                </a:extLst>
              </p:cNvPr>
              <p:cNvSpPr/>
              <p:nvPr/>
            </p:nvSpPr>
            <p:spPr>
              <a:xfrm>
                <a:off x="39937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2" name="椭圆 11471">
                <a:extLst>
                  <a:ext uri="{FF2B5EF4-FFF2-40B4-BE49-F238E27FC236}">
                    <a16:creationId xmlns:a16="http://schemas.microsoft.com/office/drawing/2014/main" id="{AE9F6136-40AD-4D55-959B-00457DE50CE5}"/>
                  </a:ext>
                </a:extLst>
              </p:cNvPr>
              <p:cNvSpPr/>
              <p:nvPr/>
            </p:nvSpPr>
            <p:spPr>
              <a:xfrm>
                <a:off x="401929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3" name="椭圆 11472">
                <a:extLst>
                  <a:ext uri="{FF2B5EF4-FFF2-40B4-BE49-F238E27FC236}">
                    <a16:creationId xmlns:a16="http://schemas.microsoft.com/office/drawing/2014/main" id="{60D4DE68-F476-419A-8364-B74F9FF0DD95}"/>
                  </a:ext>
                </a:extLst>
              </p:cNvPr>
              <p:cNvSpPr/>
              <p:nvPr/>
            </p:nvSpPr>
            <p:spPr>
              <a:xfrm>
                <a:off x="398450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4" name="椭圆 11473">
                <a:extLst>
                  <a:ext uri="{FF2B5EF4-FFF2-40B4-BE49-F238E27FC236}">
                    <a16:creationId xmlns:a16="http://schemas.microsoft.com/office/drawing/2014/main" id="{13EBFC31-B97B-426D-9771-D8EC6A4911A5}"/>
                  </a:ext>
                </a:extLst>
              </p:cNvPr>
              <p:cNvSpPr/>
              <p:nvPr/>
            </p:nvSpPr>
            <p:spPr>
              <a:xfrm>
                <a:off x="39936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5" name="椭圆 11474">
                <a:extLst>
                  <a:ext uri="{FF2B5EF4-FFF2-40B4-BE49-F238E27FC236}">
                    <a16:creationId xmlns:a16="http://schemas.microsoft.com/office/drawing/2014/main" id="{9B3CAF2D-46FE-482E-8059-C9875B0CA6C1}"/>
                  </a:ext>
                </a:extLst>
              </p:cNvPr>
              <p:cNvSpPr/>
              <p:nvPr/>
            </p:nvSpPr>
            <p:spPr>
              <a:xfrm>
                <a:off x="3993972"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6" name="椭圆 11475">
                <a:extLst>
                  <a:ext uri="{FF2B5EF4-FFF2-40B4-BE49-F238E27FC236}">
                    <a16:creationId xmlns:a16="http://schemas.microsoft.com/office/drawing/2014/main" id="{B31687AD-9B5B-4493-8F5D-E8F15F85E469}"/>
                  </a:ext>
                </a:extLst>
              </p:cNvPr>
              <p:cNvSpPr/>
              <p:nvPr/>
            </p:nvSpPr>
            <p:spPr>
              <a:xfrm>
                <a:off x="3996652"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7" name="椭圆 11476">
                <a:extLst>
                  <a:ext uri="{FF2B5EF4-FFF2-40B4-BE49-F238E27FC236}">
                    <a16:creationId xmlns:a16="http://schemas.microsoft.com/office/drawing/2014/main" id="{B5B8C58E-75D1-4EDF-8ECD-D4B21CF2DBF5}"/>
                  </a:ext>
                </a:extLst>
              </p:cNvPr>
              <p:cNvSpPr/>
              <p:nvPr/>
            </p:nvSpPr>
            <p:spPr>
              <a:xfrm>
                <a:off x="4039852"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8" name="椭圆 11477">
                <a:extLst>
                  <a:ext uri="{FF2B5EF4-FFF2-40B4-BE49-F238E27FC236}">
                    <a16:creationId xmlns:a16="http://schemas.microsoft.com/office/drawing/2014/main" id="{FACFBA9C-D3BB-4D90-B89C-98D1F590658D}"/>
                  </a:ext>
                </a:extLst>
              </p:cNvPr>
              <p:cNvSpPr/>
              <p:nvPr/>
            </p:nvSpPr>
            <p:spPr>
              <a:xfrm>
                <a:off x="4094798"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9" name="椭圆 11478">
                <a:extLst>
                  <a:ext uri="{FF2B5EF4-FFF2-40B4-BE49-F238E27FC236}">
                    <a16:creationId xmlns:a16="http://schemas.microsoft.com/office/drawing/2014/main" id="{5674A258-4589-4E50-821D-97844A531BF1}"/>
                  </a:ext>
                </a:extLst>
              </p:cNvPr>
              <p:cNvSpPr/>
              <p:nvPr/>
            </p:nvSpPr>
            <p:spPr>
              <a:xfrm>
                <a:off x="399936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0" name="椭圆 11479">
                <a:extLst>
                  <a:ext uri="{FF2B5EF4-FFF2-40B4-BE49-F238E27FC236}">
                    <a16:creationId xmlns:a16="http://schemas.microsoft.com/office/drawing/2014/main" id="{97920A55-854E-4E75-8560-F5CE395DC0A8}"/>
                  </a:ext>
                </a:extLst>
              </p:cNvPr>
              <p:cNvSpPr/>
              <p:nvPr/>
            </p:nvSpPr>
            <p:spPr>
              <a:xfrm>
                <a:off x="3987439"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1" name="椭圆 11480">
                <a:extLst>
                  <a:ext uri="{FF2B5EF4-FFF2-40B4-BE49-F238E27FC236}">
                    <a16:creationId xmlns:a16="http://schemas.microsoft.com/office/drawing/2014/main" id="{F2598ED4-F159-40A4-B1D4-87662AAD1A06}"/>
                  </a:ext>
                </a:extLst>
              </p:cNvPr>
              <p:cNvSpPr/>
              <p:nvPr/>
            </p:nvSpPr>
            <p:spPr>
              <a:xfrm>
                <a:off x="403776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2" name="椭圆 11481">
                <a:extLst>
                  <a:ext uri="{FF2B5EF4-FFF2-40B4-BE49-F238E27FC236}">
                    <a16:creationId xmlns:a16="http://schemas.microsoft.com/office/drawing/2014/main" id="{42CFD674-3405-4BA9-BDF1-38868654AD56}"/>
                  </a:ext>
                </a:extLst>
              </p:cNvPr>
              <p:cNvSpPr/>
              <p:nvPr/>
            </p:nvSpPr>
            <p:spPr>
              <a:xfrm>
                <a:off x="39832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3" name="椭圆 11482">
                <a:extLst>
                  <a:ext uri="{FF2B5EF4-FFF2-40B4-BE49-F238E27FC236}">
                    <a16:creationId xmlns:a16="http://schemas.microsoft.com/office/drawing/2014/main" id="{C4A157A8-7DAD-497C-9E22-4AF386DDA54C}"/>
                  </a:ext>
                </a:extLst>
              </p:cNvPr>
              <p:cNvSpPr/>
              <p:nvPr/>
            </p:nvSpPr>
            <p:spPr>
              <a:xfrm>
                <a:off x="411047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4" name="椭圆 11483">
                <a:extLst>
                  <a:ext uri="{FF2B5EF4-FFF2-40B4-BE49-F238E27FC236}">
                    <a16:creationId xmlns:a16="http://schemas.microsoft.com/office/drawing/2014/main" id="{746A3324-6124-49EB-B7AE-23CC6D02DC95}"/>
                  </a:ext>
                </a:extLst>
              </p:cNvPr>
              <p:cNvSpPr/>
              <p:nvPr/>
            </p:nvSpPr>
            <p:spPr>
              <a:xfrm>
                <a:off x="4009425"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5" name="椭圆 11484">
                <a:extLst>
                  <a:ext uri="{FF2B5EF4-FFF2-40B4-BE49-F238E27FC236}">
                    <a16:creationId xmlns:a16="http://schemas.microsoft.com/office/drawing/2014/main" id="{E7DEAE04-76C5-4187-A379-BD984BE5D3BB}"/>
                  </a:ext>
                </a:extLst>
              </p:cNvPr>
              <p:cNvSpPr/>
              <p:nvPr/>
            </p:nvSpPr>
            <p:spPr>
              <a:xfrm>
                <a:off x="3937779"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6" name="椭圆 11485">
                <a:extLst>
                  <a:ext uri="{FF2B5EF4-FFF2-40B4-BE49-F238E27FC236}">
                    <a16:creationId xmlns:a16="http://schemas.microsoft.com/office/drawing/2014/main" id="{8A57264D-ED1F-4736-959A-F0BBD94E4928}"/>
                  </a:ext>
                </a:extLst>
              </p:cNvPr>
              <p:cNvSpPr/>
              <p:nvPr/>
            </p:nvSpPr>
            <p:spPr>
              <a:xfrm>
                <a:off x="3888229" y="2947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7" name="椭圆 11486">
                <a:extLst>
                  <a:ext uri="{FF2B5EF4-FFF2-40B4-BE49-F238E27FC236}">
                    <a16:creationId xmlns:a16="http://schemas.microsoft.com/office/drawing/2014/main" id="{5463EF2E-35FE-4F85-83EF-8F0B19B3E3C9}"/>
                  </a:ext>
                </a:extLst>
              </p:cNvPr>
              <p:cNvSpPr/>
              <p:nvPr/>
            </p:nvSpPr>
            <p:spPr>
              <a:xfrm>
                <a:off x="4014343"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8" name="椭圆 11487">
                <a:extLst>
                  <a:ext uri="{FF2B5EF4-FFF2-40B4-BE49-F238E27FC236}">
                    <a16:creationId xmlns:a16="http://schemas.microsoft.com/office/drawing/2014/main" id="{6398531A-7A32-450F-9A5D-2D5A322A6B18}"/>
                  </a:ext>
                </a:extLst>
              </p:cNvPr>
              <p:cNvSpPr/>
              <p:nvPr/>
            </p:nvSpPr>
            <p:spPr>
              <a:xfrm>
                <a:off x="4000432" y="3047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9" name="椭圆 11488">
                <a:extLst>
                  <a:ext uri="{FF2B5EF4-FFF2-40B4-BE49-F238E27FC236}">
                    <a16:creationId xmlns:a16="http://schemas.microsoft.com/office/drawing/2014/main" id="{BC72F959-F407-4B2E-8640-A2070531169D}"/>
                  </a:ext>
                </a:extLst>
              </p:cNvPr>
              <p:cNvSpPr/>
              <p:nvPr/>
            </p:nvSpPr>
            <p:spPr>
              <a:xfrm>
                <a:off x="4072665" y="28409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0" name="椭圆 11489">
                <a:extLst>
                  <a:ext uri="{FF2B5EF4-FFF2-40B4-BE49-F238E27FC236}">
                    <a16:creationId xmlns:a16="http://schemas.microsoft.com/office/drawing/2014/main" id="{6D83A0B6-F3DD-4A52-8A5E-9C559786EF06}"/>
                  </a:ext>
                </a:extLst>
              </p:cNvPr>
              <p:cNvSpPr/>
              <p:nvPr/>
            </p:nvSpPr>
            <p:spPr>
              <a:xfrm>
                <a:off x="40145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1" name="椭圆 11490">
                <a:extLst>
                  <a:ext uri="{FF2B5EF4-FFF2-40B4-BE49-F238E27FC236}">
                    <a16:creationId xmlns:a16="http://schemas.microsoft.com/office/drawing/2014/main" id="{80890C10-AF4C-4CB0-962C-4D10BBF81C20}"/>
                  </a:ext>
                </a:extLst>
              </p:cNvPr>
              <p:cNvSpPr/>
              <p:nvPr/>
            </p:nvSpPr>
            <p:spPr>
              <a:xfrm>
                <a:off x="40067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2" name="椭圆 11491">
                <a:extLst>
                  <a:ext uri="{FF2B5EF4-FFF2-40B4-BE49-F238E27FC236}">
                    <a16:creationId xmlns:a16="http://schemas.microsoft.com/office/drawing/2014/main" id="{7CEE0225-B3D5-432C-B410-AD2DD5847F6D}"/>
                  </a:ext>
                </a:extLst>
              </p:cNvPr>
              <p:cNvSpPr/>
              <p:nvPr/>
            </p:nvSpPr>
            <p:spPr>
              <a:xfrm>
                <a:off x="39987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3" name="椭圆 11492">
                <a:extLst>
                  <a:ext uri="{FF2B5EF4-FFF2-40B4-BE49-F238E27FC236}">
                    <a16:creationId xmlns:a16="http://schemas.microsoft.com/office/drawing/2014/main" id="{D5F1877D-1192-48D2-8CFC-03A29F2F2A32}"/>
                  </a:ext>
                </a:extLst>
              </p:cNvPr>
              <p:cNvSpPr/>
              <p:nvPr/>
            </p:nvSpPr>
            <p:spPr>
              <a:xfrm>
                <a:off x="4043045"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4" name="椭圆 11493">
                <a:extLst>
                  <a:ext uri="{FF2B5EF4-FFF2-40B4-BE49-F238E27FC236}">
                    <a16:creationId xmlns:a16="http://schemas.microsoft.com/office/drawing/2014/main" id="{E3C2CB2E-4E8C-4BB3-8718-D12B6964AE2E}"/>
                  </a:ext>
                </a:extLst>
              </p:cNvPr>
              <p:cNvSpPr/>
              <p:nvPr/>
            </p:nvSpPr>
            <p:spPr>
              <a:xfrm>
                <a:off x="3999992"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5" name="椭圆 11494">
                <a:extLst>
                  <a:ext uri="{FF2B5EF4-FFF2-40B4-BE49-F238E27FC236}">
                    <a16:creationId xmlns:a16="http://schemas.microsoft.com/office/drawing/2014/main" id="{D90EA724-48E1-4C17-A9F8-D544776914C2}"/>
                  </a:ext>
                </a:extLst>
              </p:cNvPr>
              <p:cNvSpPr/>
              <p:nvPr/>
            </p:nvSpPr>
            <p:spPr>
              <a:xfrm>
                <a:off x="4211185" y="2918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6" name="椭圆 11495">
                <a:extLst>
                  <a:ext uri="{FF2B5EF4-FFF2-40B4-BE49-F238E27FC236}">
                    <a16:creationId xmlns:a16="http://schemas.microsoft.com/office/drawing/2014/main" id="{144C6A7D-BD5B-411A-9201-5B1FE3E14052}"/>
                  </a:ext>
                </a:extLst>
              </p:cNvPr>
              <p:cNvSpPr/>
              <p:nvPr/>
            </p:nvSpPr>
            <p:spPr>
              <a:xfrm>
                <a:off x="4061544" y="3024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7" name="椭圆 11496">
                <a:extLst>
                  <a:ext uri="{FF2B5EF4-FFF2-40B4-BE49-F238E27FC236}">
                    <a16:creationId xmlns:a16="http://schemas.microsoft.com/office/drawing/2014/main" id="{40BC4869-D43E-44CD-ADE3-51E871CE386D}"/>
                  </a:ext>
                </a:extLst>
              </p:cNvPr>
              <p:cNvSpPr/>
              <p:nvPr/>
            </p:nvSpPr>
            <p:spPr>
              <a:xfrm>
                <a:off x="40201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8" name="椭圆 11497">
                <a:extLst>
                  <a:ext uri="{FF2B5EF4-FFF2-40B4-BE49-F238E27FC236}">
                    <a16:creationId xmlns:a16="http://schemas.microsoft.com/office/drawing/2014/main" id="{8067652C-AB55-4E36-A1B6-6ACEC7AB7AA7}"/>
                  </a:ext>
                </a:extLst>
              </p:cNvPr>
              <p:cNvSpPr/>
              <p:nvPr/>
            </p:nvSpPr>
            <p:spPr>
              <a:xfrm>
                <a:off x="3967913"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9" name="椭圆 11498">
                <a:extLst>
                  <a:ext uri="{FF2B5EF4-FFF2-40B4-BE49-F238E27FC236}">
                    <a16:creationId xmlns:a16="http://schemas.microsoft.com/office/drawing/2014/main" id="{78C08F64-3B83-4309-9C20-C4E49DBA0523}"/>
                  </a:ext>
                </a:extLst>
              </p:cNvPr>
              <p:cNvSpPr/>
              <p:nvPr/>
            </p:nvSpPr>
            <p:spPr>
              <a:xfrm>
                <a:off x="4189383"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0" name="椭圆 11499">
                <a:extLst>
                  <a:ext uri="{FF2B5EF4-FFF2-40B4-BE49-F238E27FC236}">
                    <a16:creationId xmlns:a16="http://schemas.microsoft.com/office/drawing/2014/main" id="{5686B56F-CD96-4F94-B01D-36CD047D7449}"/>
                  </a:ext>
                </a:extLst>
              </p:cNvPr>
              <p:cNvSpPr/>
              <p:nvPr/>
            </p:nvSpPr>
            <p:spPr>
              <a:xfrm>
                <a:off x="40158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1" name="椭圆 11500">
                <a:extLst>
                  <a:ext uri="{FF2B5EF4-FFF2-40B4-BE49-F238E27FC236}">
                    <a16:creationId xmlns:a16="http://schemas.microsoft.com/office/drawing/2014/main" id="{35F3D0D7-7208-4FF7-8E96-61EF44A80267}"/>
                  </a:ext>
                </a:extLst>
              </p:cNvPr>
              <p:cNvSpPr/>
              <p:nvPr/>
            </p:nvSpPr>
            <p:spPr>
              <a:xfrm>
                <a:off x="38968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2" name="椭圆 11501">
                <a:extLst>
                  <a:ext uri="{FF2B5EF4-FFF2-40B4-BE49-F238E27FC236}">
                    <a16:creationId xmlns:a16="http://schemas.microsoft.com/office/drawing/2014/main" id="{4B460440-4858-46C4-A378-E142201DE757}"/>
                  </a:ext>
                </a:extLst>
              </p:cNvPr>
              <p:cNvSpPr/>
              <p:nvPr/>
            </p:nvSpPr>
            <p:spPr>
              <a:xfrm>
                <a:off x="403820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3" name="椭圆 11502">
                <a:extLst>
                  <a:ext uri="{FF2B5EF4-FFF2-40B4-BE49-F238E27FC236}">
                    <a16:creationId xmlns:a16="http://schemas.microsoft.com/office/drawing/2014/main" id="{522DD7B9-2E7A-4BCF-8D3D-02813C105575}"/>
                  </a:ext>
                </a:extLst>
              </p:cNvPr>
              <p:cNvSpPr/>
              <p:nvPr/>
            </p:nvSpPr>
            <p:spPr>
              <a:xfrm>
                <a:off x="40886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4" name="椭圆 11503">
                <a:extLst>
                  <a:ext uri="{FF2B5EF4-FFF2-40B4-BE49-F238E27FC236}">
                    <a16:creationId xmlns:a16="http://schemas.microsoft.com/office/drawing/2014/main" id="{C214D433-AE2C-48D0-8C92-44539366AD5F}"/>
                  </a:ext>
                </a:extLst>
              </p:cNvPr>
              <p:cNvSpPr/>
              <p:nvPr/>
            </p:nvSpPr>
            <p:spPr>
              <a:xfrm>
                <a:off x="400120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5" name="椭圆 11504">
                <a:extLst>
                  <a:ext uri="{FF2B5EF4-FFF2-40B4-BE49-F238E27FC236}">
                    <a16:creationId xmlns:a16="http://schemas.microsoft.com/office/drawing/2014/main" id="{215B3BE5-1A38-4BA2-8C30-B58271EF843E}"/>
                  </a:ext>
                </a:extLst>
              </p:cNvPr>
              <p:cNvSpPr/>
              <p:nvPr/>
            </p:nvSpPr>
            <p:spPr>
              <a:xfrm>
                <a:off x="40311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6" name="椭圆 11505">
                <a:extLst>
                  <a:ext uri="{FF2B5EF4-FFF2-40B4-BE49-F238E27FC236}">
                    <a16:creationId xmlns:a16="http://schemas.microsoft.com/office/drawing/2014/main" id="{C47C999B-D2B7-429A-B77B-06990D4ED425}"/>
                  </a:ext>
                </a:extLst>
              </p:cNvPr>
              <p:cNvSpPr/>
              <p:nvPr/>
            </p:nvSpPr>
            <p:spPr>
              <a:xfrm>
                <a:off x="40528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7" name="椭圆 11506">
                <a:extLst>
                  <a:ext uri="{FF2B5EF4-FFF2-40B4-BE49-F238E27FC236}">
                    <a16:creationId xmlns:a16="http://schemas.microsoft.com/office/drawing/2014/main" id="{FB218C66-68E6-4D41-930F-C70ABB7DA5F3}"/>
                  </a:ext>
                </a:extLst>
              </p:cNvPr>
              <p:cNvSpPr/>
              <p:nvPr/>
            </p:nvSpPr>
            <p:spPr>
              <a:xfrm>
                <a:off x="3987109"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8" name="椭圆 11507">
                <a:extLst>
                  <a:ext uri="{FF2B5EF4-FFF2-40B4-BE49-F238E27FC236}">
                    <a16:creationId xmlns:a16="http://schemas.microsoft.com/office/drawing/2014/main" id="{FE578579-B240-4AAC-9C16-2DC6D28B6979}"/>
                  </a:ext>
                </a:extLst>
              </p:cNvPr>
              <p:cNvSpPr/>
              <p:nvPr/>
            </p:nvSpPr>
            <p:spPr>
              <a:xfrm>
                <a:off x="4072739"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9" name="椭圆 11508">
                <a:extLst>
                  <a:ext uri="{FF2B5EF4-FFF2-40B4-BE49-F238E27FC236}">
                    <a16:creationId xmlns:a16="http://schemas.microsoft.com/office/drawing/2014/main" id="{78D80729-62D5-48C2-B187-1D30EF61FC7D}"/>
                  </a:ext>
                </a:extLst>
              </p:cNvPr>
              <p:cNvSpPr/>
              <p:nvPr/>
            </p:nvSpPr>
            <p:spPr>
              <a:xfrm>
                <a:off x="398101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0" name="椭圆 11509">
                <a:extLst>
                  <a:ext uri="{FF2B5EF4-FFF2-40B4-BE49-F238E27FC236}">
                    <a16:creationId xmlns:a16="http://schemas.microsoft.com/office/drawing/2014/main" id="{EAE7B634-E455-4E29-8C33-DECEAA812D41}"/>
                  </a:ext>
                </a:extLst>
              </p:cNvPr>
              <p:cNvSpPr/>
              <p:nvPr/>
            </p:nvSpPr>
            <p:spPr>
              <a:xfrm>
                <a:off x="406503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1" name="椭圆 11510">
                <a:extLst>
                  <a:ext uri="{FF2B5EF4-FFF2-40B4-BE49-F238E27FC236}">
                    <a16:creationId xmlns:a16="http://schemas.microsoft.com/office/drawing/2014/main" id="{F4984EFE-A29B-42AE-93CC-6CE16B6F13E0}"/>
                  </a:ext>
                </a:extLst>
              </p:cNvPr>
              <p:cNvSpPr/>
              <p:nvPr/>
            </p:nvSpPr>
            <p:spPr>
              <a:xfrm>
                <a:off x="398901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2" name="椭圆 11511">
                <a:extLst>
                  <a:ext uri="{FF2B5EF4-FFF2-40B4-BE49-F238E27FC236}">
                    <a16:creationId xmlns:a16="http://schemas.microsoft.com/office/drawing/2014/main" id="{5BEC9CEB-DDC8-4A9A-B9EE-729BE0E31444}"/>
                  </a:ext>
                </a:extLst>
              </p:cNvPr>
              <p:cNvSpPr/>
              <p:nvPr/>
            </p:nvSpPr>
            <p:spPr>
              <a:xfrm>
                <a:off x="398442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3" name="椭圆 11512">
                <a:extLst>
                  <a:ext uri="{FF2B5EF4-FFF2-40B4-BE49-F238E27FC236}">
                    <a16:creationId xmlns:a16="http://schemas.microsoft.com/office/drawing/2014/main" id="{B1EAE8D2-D457-4EC4-ACAB-73554E639DDD}"/>
                  </a:ext>
                </a:extLst>
              </p:cNvPr>
              <p:cNvSpPr/>
              <p:nvPr/>
            </p:nvSpPr>
            <p:spPr>
              <a:xfrm>
                <a:off x="4027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4" name="椭圆 11513">
                <a:extLst>
                  <a:ext uri="{FF2B5EF4-FFF2-40B4-BE49-F238E27FC236}">
                    <a16:creationId xmlns:a16="http://schemas.microsoft.com/office/drawing/2014/main" id="{5F35F2FA-9CD4-41F7-BDC9-1C47A4951D69}"/>
                  </a:ext>
                </a:extLst>
              </p:cNvPr>
              <p:cNvSpPr/>
              <p:nvPr/>
            </p:nvSpPr>
            <p:spPr>
              <a:xfrm>
                <a:off x="377664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5" name="椭圆 11514">
                <a:extLst>
                  <a:ext uri="{FF2B5EF4-FFF2-40B4-BE49-F238E27FC236}">
                    <a16:creationId xmlns:a16="http://schemas.microsoft.com/office/drawing/2014/main" id="{40D37801-3DCD-4467-B025-61C8789F7CCA}"/>
                  </a:ext>
                </a:extLst>
              </p:cNvPr>
              <p:cNvSpPr/>
              <p:nvPr/>
            </p:nvSpPr>
            <p:spPr>
              <a:xfrm>
                <a:off x="41062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6" name="椭圆 11515">
                <a:extLst>
                  <a:ext uri="{FF2B5EF4-FFF2-40B4-BE49-F238E27FC236}">
                    <a16:creationId xmlns:a16="http://schemas.microsoft.com/office/drawing/2014/main" id="{40FDA2D3-3C44-4BF1-845E-3AB85837C261}"/>
                  </a:ext>
                </a:extLst>
              </p:cNvPr>
              <p:cNvSpPr/>
              <p:nvPr/>
            </p:nvSpPr>
            <p:spPr>
              <a:xfrm>
                <a:off x="39195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7" name="椭圆 11516">
                <a:extLst>
                  <a:ext uri="{FF2B5EF4-FFF2-40B4-BE49-F238E27FC236}">
                    <a16:creationId xmlns:a16="http://schemas.microsoft.com/office/drawing/2014/main" id="{552C93E2-A237-42BA-BCEE-BE7DA969667A}"/>
                  </a:ext>
                </a:extLst>
              </p:cNvPr>
              <p:cNvSpPr/>
              <p:nvPr/>
            </p:nvSpPr>
            <p:spPr>
              <a:xfrm>
                <a:off x="3933521"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8" name="椭圆 11517">
                <a:extLst>
                  <a:ext uri="{FF2B5EF4-FFF2-40B4-BE49-F238E27FC236}">
                    <a16:creationId xmlns:a16="http://schemas.microsoft.com/office/drawing/2014/main" id="{94C6965A-5695-4581-850D-C4B324C4A9A3}"/>
                  </a:ext>
                </a:extLst>
              </p:cNvPr>
              <p:cNvSpPr/>
              <p:nvPr/>
            </p:nvSpPr>
            <p:spPr>
              <a:xfrm>
                <a:off x="3956461"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9" name="椭圆 11518">
                <a:extLst>
                  <a:ext uri="{FF2B5EF4-FFF2-40B4-BE49-F238E27FC236}">
                    <a16:creationId xmlns:a16="http://schemas.microsoft.com/office/drawing/2014/main" id="{799B3EC6-3A4E-4CA8-9B32-D5F62290BAEC}"/>
                  </a:ext>
                </a:extLst>
              </p:cNvPr>
              <p:cNvSpPr/>
              <p:nvPr/>
            </p:nvSpPr>
            <p:spPr>
              <a:xfrm>
                <a:off x="3964609"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0" name="椭圆 11519">
                <a:extLst>
                  <a:ext uri="{FF2B5EF4-FFF2-40B4-BE49-F238E27FC236}">
                    <a16:creationId xmlns:a16="http://schemas.microsoft.com/office/drawing/2014/main" id="{6D3289A9-623B-40F0-8BA1-11ED64F2F3C0}"/>
                  </a:ext>
                </a:extLst>
              </p:cNvPr>
              <p:cNvSpPr/>
              <p:nvPr/>
            </p:nvSpPr>
            <p:spPr>
              <a:xfrm>
                <a:off x="405200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1" name="椭圆 11520">
                <a:extLst>
                  <a:ext uri="{FF2B5EF4-FFF2-40B4-BE49-F238E27FC236}">
                    <a16:creationId xmlns:a16="http://schemas.microsoft.com/office/drawing/2014/main" id="{0BFF4DBA-8168-4CC2-A617-74FABA34C3B6}"/>
                  </a:ext>
                </a:extLst>
              </p:cNvPr>
              <p:cNvSpPr/>
              <p:nvPr/>
            </p:nvSpPr>
            <p:spPr>
              <a:xfrm>
                <a:off x="397448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2" name="椭圆 11521">
                <a:extLst>
                  <a:ext uri="{FF2B5EF4-FFF2-40B4-BE49-F238E27FC236}">
                    <a16:creationId xmlns:a16="http://schemas.microsoft.com/office/drawing/2014/main" id="{33006A02-7DE3-4F76-8F42-B4D3604A9CB2}"/>
                  </a:ext>
                </a:extLst>
              </p:cNvPr>
              <p:cNvSpPr/>
              <p:nvPr/>
            </p:nvSpPr>
            <p:spPr>
              <a:xfrm>
                <a:off x="39727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3" name="椭圆 11522">
                <a:extLst>
                  <a:ext uri="{FF2B5EF4-FFF2-40B4-BE49-F238E27FC236}">
                    <a16:creationId xmlns:a16="http://schemas.microsoft.com/office/drawing/2014/main" id="{2C14962B-CE4A-4141-8AF7-7836925FC9B1}"/>
                  </a:ext>
                </a:extLst>
              </p:cNvPr>
              <p:cNvSpPr/>
              <p:nvPr/>
            </p:nvSpPr>
            <p:spPr>
              <a:xfrm>
                <a:off x="40359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4" name="椭圆 11523">
                <a:extLst>
                  <a:ext uri="{FF2B5EF4-FFF2-40B4-BE49-F238E27FC236}">
                    <a16:creationId xmlns:a16="http://schemas.microsoft.com/office/drawing/2014/main" id="{1FF94CD9-C78B-427F-8380-0F0F6DDC8554}"/>
                  </a:ext>
                </a:extLst>
              </p:cNvPr>
              <p:cNvSpPr/>
              <p:nvPr/>
            </p:nvSpPr>
            <p:spPr>
              <a:xfrm>
                <a:off x="41073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5" name="椭圆 11524">
                <a:extLst>
                  <a:ext uri="{FF2B5EF4-FFF2-40B4-BE49-F238E27FC236}">
                    <a16:creationId xmlns:a16="http://schemas.microsoft.com/office/drawing/2014/main" id="{4BFA971B-2E2B-4897-A067-7D5982A62602}"/>
                  </a:ext>
                </a:extLst>
              </p:cNvPr>
              <p:cNvSpPr/>
              <p:nvPr/>
            </p:nvSpPr>
            <p:spPr>
              <a:xfrm>
                <a:off x="4067894"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6" name="椭圆 11525">
                <a:extLst>
                  <a:ext uri="{FF2B5EF4-FFF2-40B4-BE49-F238E27FC236}">
                    <a16:creationId xmlns:a16="http://schemas.microsoft.com/office/drawing/2014/main" id="{689064C1-F1C8-49B2-A9D1-E0E1B2366DAB}"/>
                  </a:ext>
                </a:extLst>
              </p:cNvPr>
              <p:cNvSpPr/>
              <p:nvPr/>
            </p:nvSpPr>
            <p:spPr>
              <a:xfrm>
                <a:off x="402495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7" name="椭圆 11526">
                <a:extLst>
                  <a:ext uri="{FF2B5EF4-FFF2-40B4-BE49-F238E27FC236}">
                    <a16:creationId xmlns:a16="http://schemas.microsoft.com/office/drawing/2014/main" id="{9EC1C91F-FBD0-4696-9AE6-22C4A9D80751}"/>
                  </a:ext>
                </a:extLst>
              </p:cNvPr>
              <p:cNvSpPr/>
              <p:nvPr/>
            </p:nvSpPr>
            <p:spPr>
              <a:xfrm>
                <a:off x="4006452"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8" name="椭圆 11527">
                <a:extLst>
                  <a:ext uri="{FF2B5EF4-FFF2-40B4-BE49-F238E27FC236}">
                    <a16:creationId xmlns:a16="http://schemas.microsoft.com/office/drawing/2014/main" id="{5A115114-14BA-4693-8F73-4A9ACC83DD80}"/>
                  </a:ext>
                </a:extLst>
              </p:cNvPr>
              <p:cNvSpPr/>
              <p:nvPr/>
            </p:nvSpPr>
            <p:spPr>
              <a:xfrm>
                <a:off x="401434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9" name="椭圆 11528">
                <a:extLst>
                  <a:ext uri="{FF2B5EF4-FFF2-40B4-BE49-F238E27FC236}">
                    <a16:creationId xmlns:a16="http://schemas.microsoft.com/office/drawing/2014/main" id="{DDEB2962-918B-4DB7-9D36-5505CCC54879}"/>
                  </a:ext>
                </a:extLst>
              </p:cNvPr>
              <p:cNvSpPr/>
              <p:nvPr/>
            </p:nvSpPr>
            <p:spPr>
              <a:xfrm>
                <a:off x="39645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0" name="椭圆 11529">
                <a:extLst>
                  <a:ext uri="{FF2B5EF4-FFF2-40B4-BE49-F238E27FC236}">
                    <a16:creationId xmlns:a16="http://schemas.microsoft.com/office/drawing/2014/main" id="{449D6F77-0803-4379-94E5-C9DA5CF7C6EF}"/>
                  </a:ext>
                </a:extLst>
              </p:cNvPr>
              <p:cNvSpPr/>
              <p:nvPr/>
            </p:nvSpPr>
            <p:spPr>
              <a:xfrm>
                <a:off x="4190374"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1" name="椭圆 11530">
                <a:extLst>
                  <a:ext uri="{FF2B5EF4-FFF2-40B4-BE49-F238E27FC236}">
                    <a16:creationId xmlns:a16="http://schemas.microsoft.com/office/drawing/2014/main" id="{60220829-3972-4ED7-936E-E6626D4FE045}"/>
                  </a:ext>
                </a:extLst>
              </p:cNvPr>
              <p:cNvSpPr/>
              <p:nvPr/>
            </p:nvSpPr>
            <p:spPr>
              <a:xfrm>
                <a:off x="392596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2" name="椭圆 11531">
                <a:extLst>
                  <a:ext uri="{FF2B5EF4-FFF2-40B4-BE49-F238E27FC236}">
                    <a16:creationId xmlns:a16="http://schemas.microsoft.com/office/drawing/2014/main" id="{BE6DD764-1990-45DB-8BC7-F13A17B1E6F4}"/>
                  </a:ext>
                </a:extLst>
              </p:cNvPr>
              <p:cNvSpPr/>
              <p:nvPr/>
            </p:nvSpPr>
            <p:spPr>
              <a:xfrm>
                <a:off x="397044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3" name="椭圆 11532">
                <a:extLst>
                  <a:ext uri="{FF2B5EF4-FFF2-40B4-BE49-F238E27FC236}">
                    <a16:creationId xmlns:a16="http://schemas.microsoft.com/office/drawing/2014/main" id="{BCDB6AAC-9DF9-48B7-ABC3-52188280A10B}"/>
                  </a:ext>
                </a:extLst>
              </p:cNvPr>
              <p:cNvSpPr/>
              <p:nvPr/>
            </p:nvSpPr>
            <p:spPr>
              <a:xfrm>
                <a:off x="3899093" y="29544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4" name="椭圆 11533">
                <a:extLst>
                  <a:ext uri="{FF2B5EF4-FFF2-40B4-BE49-F238E27FC236}">
                    <a16:creationId xmlns:a16="http://schemas.microsoft.com/office/drawing/2014/main" id="{6DBC4AA3-4471-4ED2-83C5-4F6913501F3F}"/>
                  </a:ext>
                </a:extLst>
              </p:cNvPr>
              <p:cNvSpPr/>
              <p:nvPr/>
            </p:nvSpPr>
            <p:spPr>
              <a:xfrm>
                <a:off x="40877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5" name="椭圆 11534">
                <a:extLst>
                  <a:ext uri="{FF2B5EF4-FFF2-40B4-BE49-F238E27FC236}">
                    <a16:creationId xmlns:a16="http://schemas.microsoft.com/office/drawing/2014/main" id="{CA3373E5-9A6E-48E7-83C1-EE93226BC02E}"/>
                  </a:ext>
                </a:extLst>
              </p:cNvPr>
              <p:cNvSpPr/>
              <p:nvPr/>
            </p:nvSpPr>
            <p:spPr>
              <a:xfrm>
                <a:off x="396783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6" name="椭圆 11535">
                <a:extLst>
                  <a:ext uri="{FF2B5EF4-FFF2-40B4-BE49-F238E27FC236}">
                    <a16:creationId xmlns:a16="http://schemas.microsoft.com/office/drawing/2014/main" id="{9DCEFDED-4CB8-4338-B17E-28ECCBBB6E5F}"/>
                  </a:ext>
                </a:extLst>
              </p:cNvPr>
              <p:cNvSpPr/>
              <p:nvPr/>
            </p:nvSpPr>
            <p:spPr>
              <a:xfrm>
                <a:off x="3927979"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7" name="椭圆 11536">
                <a:extLst>
                  <a:ext uri="{FF2B5EF4-FFF2-40B4-BE49-F238E27FC236}">
                    <a16:creationId xmlns:a16="http://schemas.microsoft.com/office/drawing/2014/main" id="{539B97BA-1DC9-453C-89E6-E3E750DA1BBC}"/>
                  </a:ext>
                </a:extLst>
              </p:cNvPr>
              <p:cNvSpPr/>
              <p:nvPr/>
            </p:nvSpPr>
            <p:spPr>
              <a:xfrm>
                <a:off x="40667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8" name="椭圆 11537">
                <a:extLst>
                  <a:ext uri="{FF2B5EF4-FFF2-40B4-BE49-F238E27FC236}">
                    <a16:creationId xmlns:a16="http://schemas.microsoft.com/office/drawing/2014/main" id="{174A1D01-A73C-4D7E-BDCD-1A0BB5270ECD}"/>
                  </a:ext>
                </a:extLst>
              </p:cNvPr>
              <p:cNvSpPr/>
              <p:nvPr/>
            </p:nvSpPr>
            <p:spPr>
              <a:xfrm>
                <a:off x="404715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9" name="椭圆 11538">
                <a:extLst>
                  <a:ext uri="{FF2B5EF4-FFF2-40B4-BE49-F238E27FC236}">
                    <a16:creationId xmlns:a16="http://schemas.microsoft.com/office/drawing/2014/main" id="{DC109F0E-7212-4EC4-8E79-1AC514810BD6}"/>
                  </a:ext>
                </a:extLst>
              </p:cNvPr>
              <p:cNvSpPr/>
              <p:nvPr/>
            </p:nvSpPr>
            <p:spPr>
              <a:xfrm>
                <a:off x="405372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0" name="椭圆 11539">
                <a:extLst>
                  <a:ext uri="{FF2B5EF4-FFF2-40B4-BE49-F238E27FC236}">
                    <a16:creationId xmlns:a16="http://schemas.microsoft.com/office/drawing/2014/main" id="{F4A4AA78-290D-409E-8B5D-C5EE69078A20}"/>
                  </a:ext>
                </a:extLst>
              </p:cNvPr>
              <p:cNvSpPr/>
              <p:nvPr/>
            </p:nvSpPr>
            <p:spPr>
              <a:xfrm>
                <a:off x="40301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1" name="椭圆 11540">
                <a:extLst>
                  <a:ext uri="{FF2B5EF4-FFF2-40B4-BE49-F238E27FC236}">
                    <a16:creationId xmlns:a16="http://schemas.microsoft.com/office/drawing/2014/main" id="{5160347E-6AA7-4E14-A774-A2C85B537D60}"/>
                  </a:ext>
                </a:extLst>
              </p:cNvPr>
              <p:cNvSpPr/>
              <p:nvPr/>
            </p:nvSpPr>
            <p:spPr>
              <a:xfrm>
                <a:off x="401984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2" name="椭圆 11541">
                <a:extLst>
                  <a:ext uri="{FF2B5EF4-FFF2-40B4-BE49-F238E27FC236}">
                    <a16:creationId xmlns:a16="http://schemas.microsoft.com/office/drawing/2014/main" id="{48D6F780-AA0C-489B-8801-3EB0C34A4F81}"/>
                  </a:ext>
                </a:extLst>
              </p:cNvPr>
              <p:cNvSpPr/>
              <p:nvPr/>
            </p:nvSpPr>
            <p:spPr>
              <a:xfrm>
                <a:off x="40353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3" name="椭圆 11542">
                <a:extLst>
                  <a:ext uri="{FF2B5EF4-FFF2-40B4-BE49-F238E27FC236}">
                    <a16:creationId xmlns:a16="http://schemas.microsoft.com/office/drawing/2014/main" id="{15DCA86F-181E-4C2C-8FD3-4E650995BF2E}"/>
                  </a:ext>
                </a:extLst>
              </p:cNvPr>
              <p:cNvSpPr/>
              <p:nvPr/>
            </p:nvSpPr>
            <p:spPr>
              <a:xfrm>
                <a:off x="39415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4" name="椭圆 11543">
                <a:extLst>
                  <a:ext uri="{FF2B5EF4-FFF2-40B4-BE49-F238E27FC236}">
                    <a16:creationId xmlns:a16="http://schemas.microsoft.com/office/drawing/2014/main" id="{E9BB7770-6EAB-4A2E-8955-91D74700A30E}"/>
                  </a:ext>
                </a:extLst>
              </p:cNvPr>
              <p:cNvSpPr/>
              <p:nvPr/>
            </p:nvSpPr>
            <p:spPr>
              <a:xfrm>
                <a:off x="403023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5" name="椭圆 11544">
                <a:extLst>
                  <a:ext uri="{FF2B5EF4-FFF2-40B4-BE49-F238E27FC236}">
                    <a16:creationId xmlns:a16="http://schemas.microsoft.com/office/drawing/2014/main" id="{CA8D169B-CA86-4101-85A1-02DC55AB5ABB}"/>
                  </a:ext>
                </a:extLst>
              </p:cNvPr>
              <p:cNvSpPr/>
              <p:nvPr/>
            </p:nvSpPr>
            <p:spPr>
              <a:xfrm>
                <a:off x="40166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6" name="椭圆 11545">
                <a:extLst>
                  <a:ext uri="{FF2B5EF4-FFF2-40B4-BE49-F238E27FC236}">
                    <a16:creationId xmlns:a16="http://schemas.microsoft.com/office/drawing/2014/main" id="{1200ACA8-2482-4378-8884-8928D77F6264}"/>
                  </a:ext>
                </a:extLst>
              </p:cNvPr>
              <p:cNvSpPr/>
              <p:nvPr/>
            </p:nvSpPr>
            <p:spPr>
              <a:xfrm>
                <a:off x="402322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7" name="椭圆 11546">
                <a:extLst>
                  <a:ext uri="{FF2B5EF4-FFF2-40B4-BE49-F238E27FC236}">
                    <a16:creationId xmlns:a16="http://schemas.microsoft.com/office/drawing/2014/main" id="{A187B922-DCCD-4886-86D6-A1E53A32187F}"/>
                  </a:ext>
                </a:extLst>
              </p:cNvPr>
              <p:cNvSpPr/>
              <p:nvPr/>
            </p:nvSpPr>
            <p:spPr>
              <a:xfrm>
                <a:off x="393777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8" name="椭圆 11547">
                <a:extLst>
                  <a:ext uri="{FF2B5EF4-FFF2-40B4-BE49-F238E27FC236}">
                    <a16:creationId xmlns:a16="http://schemas.microsoft.com/office/drawing/2014/main" id="{1E16D913-FBAE-491C-B64F-CAA6DD4D4B89}"/>
                  </a:ext>
                </a:extLst>
              </p:cNvPr>
              <p:cNvSpPr/>
              <p:nvPr/>
            </p:nvSpPr>
            <p:spPr>
              <a:xfrm>
                <a:off x="40591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9" name="椭圆 11548">
                <a:extLst>
                  <a:ext uri="{FF2B5EF4-FFF2-40B4-BE49-F238E27FC236}">
                    <a16:creationId xmlns:a16="http://schemas.microsoft.com/office/drawing/2014/main" id="{767C8944-7065-40F3-B5A4-F81645FD71B4}"/>
                  </a:ext>
                </a:extLst>
              </p:cNvPr>
              <p:cNvSpPr/>
              <p:nvPr/>
            </p:nvSpPr>
            <p:spPr>
              <a:xfrm>
                <a:off x="389586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0" name="椭圆 11549">
                <a:extLst>
                  <a:ext uri="{FF2B5EF4-FFF2-40B4-BE49-F238E27FC236}">
                    <a16:creationId xmlns:a16="http://schemas.microsoft.com/office/drawing/2014/main" id="{216EA580-81A4-4F8B-97CA-58D62D885D7E}"/>
                  </a:ext>
                </a:extLst>
              </p:cNvPr>
              <p:cNvSpPr/>
              <p:nvPr/>
            </p:nvSpPr>
            <p:spPr>
              <a:xfrm>
                <a:off x="40141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1" name="椭圆 11550">
                <a:extLst>
                  <a:ext uri="{FF2B5EF4-FFF2-40B4-BE49-F238E27FC236}">
                    <a16:creationId xmlns:a16="http://schemas.microsoft.com/office/drawing/2014/main" id="{4C4AC168-600D-45B0-B75F-C7A684AE4D44}"/>
                  </a:ext>
                </a:extLst>
              </p:cNvPr>
              <p:cNvSpPr/>
              <p:nvPr/>
            </p:nvSpPr>
            <p:spPr>
              <a:xfrm>
                <a:off x="3986889" y="30205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2" name="椭圆 11551">
                <a:extLst>
                  <a:ext uri="{FF2B5EF4-FFF2-40B4-BE49-F238E27FC236}">
                    <a16:creationId xmlns:a16="http://schemas.microsoft.com/office/drawing/2014/main" id="{BB8614D0-61AF-471E-820A-EF480C05F695}"/>
                  </a:ext>
                </a:extLst>
              </p:cNvPr>
              <p:cNvSpPr/>
              <p:nvPr/>
            </p:nvSpPr>
            <p:spPr>
              <a:xfrm>
                <a:off x="40084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3" name="椭圆 11552">
                <a:extLst>
                  <a:ext uri="{FF2B5EF4-FFF2-40B4-BE49-F238E27FC236}">
                    <a16:creationId xmlns:a16="http://schemas.microsoft.com/office/drawing/2014/main" id="{E0831C2A-B4E6-480A-9B9D-885266538E26}"/>
                  </a:ext>
                </a:extLst>
              </p:cNvPr>
              <p:cNvSpPr/>
              <p:nvPr/>
            </p:nvSpPr>
            <p:spPr>
              <a:xfrm>
                <a:off x="401570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4" name="椭圆 11553">
                <a:extLst>
                  <a:ext uri="{FF2B5EF4-FFF2-40B4-BE49-F238E27FC236}">
                    <a16:creationId xmlns:a16="http://schemas.microsoft.com/office/drawing/2014/main" id="{02033222-0C71-4215-B1D9-8095FBDEE6C6}"/>
                  </a:ext>
                </a:extLst>
              </p:cNvPr>
              <p:cNvSpPr/>
              <p:nvPr/>
            </p:nvSpPr>
            <p:spPr>
              <a:xfrm>
                <a:off x="401371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5" name="椭圆 11554">
                <a:extLst>
                  <a:ext uri="{FF2B5EF4-FFF2-40B4-BE49-F238E27FC236}">
                    <a16:creationId xmlns:a16="http://schemas.microsoft.com/office/drawing/2014/main" id="{7C9ECE40-533D-4786-8550-7F16389D49FE}"/>
                  </a:ext>
                </a:extLst>
              </p:cNvPr>
              <p:cNvSpPr/>
              <p:nvPr/>
            </p:nvSpPr>
            <p:spPr>
              <a:xfrm>
                <a:off x="400215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6" name="椭圆 11555">
                <a:extLst>
                  <a:ext uri="{FF2B5EF4-FFF2-40B4-BE49-F238E27FC236}">
                    <a16:creationId xmlns:a16="http://schemas.microsoft.com/office/drawing/2014/main" id="{E0084C07-B481-4E8D-BD58-471667EDDBC7}"/>
                  </a:ext>
                </a:extLst>
              </p:cNvPr>
              <p:cNvSpPr/>
              <p:nvPr/>
            </p:nvSpPr>
            <p:spPr>
              <a:xfrm>
                <a:off x="389230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7" name="椭圆 11556">
                <a:extLst>
                  <a:ext uri="{FF2B5EF4-FFF2-40B4-BE49-F238E27FC236}">
                    <a16:creationId xmlns:a16="http://schemas.microsoft.com/office/drawing/2014/main" id="{603D5CD8-8964-4B4D-8CF8-F1B80FDA53BB}"/>
                  </a:ext>
                </a:extLst>
              </p:cNvPr>
              <p:cNvSpPr/>
              <p:nvPr/>
            </p:nvSpPr>
            <p:spPr>
              <a:xfrm>
                <a:off x="4034016"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8" name="椭圆 11557">
                <a:extLst>
                  <a:ext uri="{FF2B5EF4-FFF2-40B4-BE49-F238E27FC236}">
                    <a16:creationId xmlns:a16="http://schemas.microsoft.com/office/drawing/2014/main" id="{F56757D0-4C57-4B9B-9C86-9D299E485698}"/>
                  </a:ext>
                </a:extLst>
              </p:cNvPr>
              <p:cNvSpPr/>
              <p:nvPr/>
            </p:nvSpPr>
            <p:spPr>
              <a:xfrm>
                <a:off x="394512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9" name="椭圆 11558">
                <a:extLst>
                  <a:ext uri="{FF2B5EF4-FFF2-40B4-BE49-F238E27FC236}">
                    <a16:creationId xmlns:a16="http://schemas.microsoft.com/office/drawing/2014/main" id="{C9A8C96D-3821-4DBC-AC8B-C36228B8D4C6}"/>
                  </a:ext>
                </a:extLst>
              </p:cNvPr>
              <p:cNvSpPr/>
              <p:nvPr/>
            </p:nvSpPr>
            <p:spPr>
              <a:xfrm>
                <a:off x="3916968"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0" name="椭圆 11559">
                <a:extLst>
                  <a:ext uri="{FF2B5EF4-FFF2-40B4-BE49-F238E27FC236}">
                    <a16:creationId xmlns:a16="http://schemas.microsoft.com/office/drawing/2014/main" id="{2403D537-AB5C-4528-A8C6-AD5DBE34EBC4}"/>
                  </a:ext>
                </a:extLst>
              </p:cNvPr>
              <p:cNvSpPr/>
              <p:nvPr/>
            </p:nvSpPr>
            <p:spPr>
              <a:xfrm>
                <a:off x="3976905" y="2766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1" name="椭圆 11560">
                <a:extLst>
                  <a:ext uri="{FF2B5EF4-FFF2-40B4-BE49-F238E27FC236}">
                    <a16:creationId xmlns:a16="http://schemas.microsoft.com/office/drawing/2014/main" id="{5C795512-F74F-45F8-8A6D-7BEAF472DADB}"/>
                  </a:ext>
                </a:extLst>
              </p:cNvPr>
              <p:cNvSpPr/>
              <p:nvPr/>
            </p:nvSpPr>
            <p:spPr>
              <a:xfrm>
                <a:off x="40166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2" name="椭圆 11561">
                <a:extLst>
                  <a:ext uri="{FF2B5EF4-FFF2-40B4-BE49-F238E27FC236}">
                    <a16:creationId xmlns:a16="http://schemas.microsoft.com/office/drawing/2014/main" id="{282971B5-5A12-4D57-964B-4F4BFABA7083}"/>
                  </a:ext>
                </a:extLst>
              </p:cNvPr>
              <p:cNvSpPr/>
              <p:nvPr/>
            </p:nvSpPr>
            <p:spPr>
              <a:xfrm>
                <a:off x="40620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3" name="椭圆 11562">
                <a:extLst>
                  <a:ext uri="{FF2B5EF4-FFF2-40B4-BE49-F238E27FC236}">
                    <a16:creationId xmlns:a16="http://schemas.microsoft.com/office/drawing/2014/main" id="{EB31A043-346D-46FD-9D20-FCB455B4DAFA}"/>
                  </a:ext>
                </a:extLst>
              </p:cNvPr>
              <p:cNvSpPr/>
              <p:nvPr/>
            </p:nvSpPr>
            <p:spPr>
              <a:xfrm>
                <a:off x="408371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4" name="椭圆 11563">
                <a:extLst>
                  <a:ext uri="{FF2B5EF4-FFF2-40B4-BE49-F238E27FC236}">
                    <a16:creationId xmlns:a16="http://schemas.microsoft.com/office/drawing/2014/main" id="{3A96A09F-66A5-49FB-A76A-FB52784C1335}"/>
                  </a:ext>
                </a:extLst>
              </p:cNvPr>
              <p:cNvSpPr/>
              <p:nvPr/>
            </p:nvSpPr>
            <p:spPr>
              <a:xfrm>
                <a:off x="395697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5" name="椭圆 11564">
                <a:extLst>
                  <a:ext uri="{FF2B5EF4-FFF2-40B4-BE49-F238E27FC236}">
                    <a16:creationId xmlns:a16="http://schemas.microsoft.com/office/drawing/2014/main" id="{635902B3-1EED-40AF-B00F-BA1B124AC396}"/>
                  </a:ext>
                </a:extLst>
              </p:cNvPr>
              <p:cNvSpPr/>
              <p:nvPr/>
            </p:nvSpPr>
            <p:spPr>
              <a:xfrm>
                <a:off x="4218416"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6" name="椭圆 11565">
                <a:extLst>
                  <a:ext uri="{FF2B5EF4-FFF2-40B4-BE49-F238E27FC236}">
                    <a16:creationId xmlns:a16="http://schemas.microsoft.com/office/drawing/2014/main" id="{8901EC21-B6C7-4DEA-8DFE-757CFD72C440}"/>
                  </a:ext>
                </a:extLst>
              </p:cNvPr>
              <p:cNvSpPr/>
              <p:nvPr/>
            </p:nvSpPr>
            <p:spPr>
              <a:xfrm>
                <a:off x="383625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7" name="椭圆 11566">
                <a:extLst>
                  <a:ext uri="{FF2B5EF4-FFF2-40B4-BE49-F238E27FC236}">
                    <a16:creationId xmlns:a16="http://schemas.microsoft.com/office/drawing/2014/main" id="{FD303481-CCF2-4E50-98F2-F0DAEC6A2BBD}"/>
                  </a:ext>
                </a:extLst>
              </p:cNvPr>
              <p:cNvSpPr/>
              <p:nvPr/>
            </p:nvSpPr>
            <p:spPr>
              <a:xfrm>
                <a:off x="3965380" y="2988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8" name="椭圆 11567">
                <a:extLst>
                  <a:ext uri="{FF2B5EF4-FFF2-40B4-BE49-F238E27FC236}">
                    <a16:creationId xmlns:a16="http://schemas.microsoft.com/office/drawing/2014/main" id="{59714988-17D9-401D-AB8B-4535235AD299}"/>
                  </a:ext>
                </a:extLst>
              </p:cNvPr>
              <p:cNvSpPr/>
              <p:nvPr/>
            </p:nvSpPr>
            <p:spPr>
              <a:xfrm>
                <a:off x="394680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9" name="椭圆 11568">
                <a:extLst>
                  <a:ext uri="{FF2B5EF4-FFF2-40B4-BE49-F238E27FC236}">
                    <a16:creationId xmlns:a16="http://schemas.microsoft.com/office/drawing/2014/main" id="{61ACB589-3D9A-42A1-8C3E-2B9AC074B63F}"/>
                  </a:ext>
                </a:extLst>
              </p:cNvPr>
              <p:cNvSpPr/>
              <p:nvPr/>
            </p:nvSpPr>
            <p:spPr>
              <a:xfrm>
                <a:off x="3862866" y="277919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0" name="椭圆 11569">
                <a:extLst>
                  <a:ext uri="{FF2B5EF4-FFF2-40B4-BE49-F238E27FC236}">
                    <a16:creationId xmlns:a16="http://schemas.microsoft.com/office/drawing/2014/main" id="{9075DA16-30B6-4872-B81B-0A3492A3318E}"/>
                  </a:ext>
                </a:extLst>
              </p:cNvPr>
              <p:cNvSpPr/>
              <p:nvPr/>
            </p:nvSpPr>
            <p:spPr>
              <a:xfrm>
                <a:off x="399290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1" name="椭圆 11570">
                <a:extLst>
                  <a:ext uri="{FF2B5EF4-FFF2-40B4-BE49-F238E27FC236}">
                    <a16:creationId xmlns:a16="http://schemas.microsoft.com/office/drawing/2014/main" id="{E5EC7AF5-DAB7-49BA-ADCD-E43A86E350B4}"/>
                  </a:ext>
                </a:extLst>
              </p:cNvPr>
              <p:cNvSpPr/>
              <p:nvPr/>
            </p:nvSpPr>
            <p:spPr>
              <a:xfrm>
                <a:off x="4020803"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2" name="椭圆 11571">
                <a:extLst>
                  <a:ext uri="{FF2B5EF4-FFF2-40B4-BE49-F238E27FC236}">
                    <a16:creationId xmlns:a16="http://schemas.microsoft.com/office/drawing/2014/main" id="{8B64B578-DF23-4712-B600-D9E73ABC8A0C}"/>
                  </a:ext>
                </a:extLst>
              </p:cNvPr>
              <p:cNvSpPr/>
              <p:nvPr/>
            </p:nvSpPr>
            <p:spPr>
              <a:xfrm>
                <a:off x="40674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3" name="椭圆 11572">
                <a:extLst>
                  <a:ext uri="{FF2B5EF4-FFF2-40B4-BE49-F238E27FC236}">
                    <a16:creationId xmlns:a16="http://schemas.microsoft.com/office/drawing/2014/main" id="{C4D25388-058C-44BF-9B0D-E1E5F61BEBE3}"/>
                  </a:ext>
                </a:extLst>
              </p:cNvPr>
              <p:cNvSpPr/>
              <p:nvPr/>
            </p:nvSpPr>
            <p:spPr>
              <a:xfrm>
                <a:off x="388474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4" name="椭圆 11573">
                <a:extLst>
                  <a:ext uri="{FF2B5EF4-FFF2-40B4-BE49-F238E27FC236}">
                    <a16:creationId xmlns:a16="http://schemas.microsoft.com/office/drawing/2014/main" id="{FD50F3EE-90D7-4DF3-B215-780048A55283}"/>
                  </a:ext>
                </a:extLst>
              </p:cNvPr>
              <p:cNvSpPr/>
              <p:nvPr/>
            </p:nvSpPr>
            <p:spPr>
              <a:xfrm>
                <a:off x="40233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5" name="椭圆 11574">
                <a:extLst>
                  <a:ext uri="{FF2B5EF4-FFF2-40B4-BE49-F238E27FC236}">
                    <a16:creationId xmlns:a16="http://schemas.microsoft.com/office/drawing/2014/main" id="{CA63C8B9-4529-44A3-B1E4-4DF7155D46D6}"/>
                  </a:ext>
                </a:extLst>
              </p:cNvPr>
              <p:cNvSpPr/>
              <p:nvPr/>
            </p:nvSpPr>
            <p:spPr>
              <a:xfrm>
                <a:off x="39558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6" name="椭圆 11575">
                <a:extLst>
                  <a:ext uri="{FF2B5EF4-FFF2-40B4-BE49-F238E27FC236}">
                    <a16:creationId xmlns:a16="http://schemas.microsoft.com/office/drawing/2014/main" id="{6EBBEFB8-4DA4-4D7C-BFCA-66B23DADF470}"/>
                  </a:ext>
                </a:extLst>
              </p:cNvPr>
              <p:cNvSpPr/>
              <p:nvPr/>
            </p:nvSpPr>
            <p:spPr>
              <a:xfrm>
                <a:off x="401368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7" name="椭圆 11576">
                <a:extLst>
                  <a:ext uri="{FF2B5EF4-FFF2-40B4-BE49-F238E27FC236}">
                    <a16:creationId xmlns:a16="http://schemas.microsoft.com/office/drawing/2014/main" id="{ECEA9CE3-E280-4D28-BFA1-17CE4752D373}"/>
                  </a:ext>
                </a:extLst>
              </p:cNvPr>
              <p:cNvSpPr/>
              <p:nvPr/>
            </p:nvSpPr>
            <p:spPr>
              <a:xfrm>
                <a:off x="401386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8" name="椭圆 11577">
                <a:extLst>
                  <a:ext uri="{FF2B5EF4-FFF2-40B4-BE49-F238E27FC236}">
                    <a16:creationId xmlns:a16="http://schemas.microsoft.com/office/drawing/2014/main" id="{16746D96-2828-4158-BD49-C917F175F2FD}"/>
                  </a:ext>
                </a:extLst>
              </p:cNvPr>
              <p:cNvSpPr/>
              <p:nvPr/>
            </p:nvSpPr>
            <p:spPr>
              <a:xfrm>
                <a:off x="40654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9" name="椭圆 11578">
                <a:extLst>
                  <a:ext uri="{FF2B5EF4-FFF2-40B4-BE49-F238E27FC236}">
                    <a16:creationId xmlns:a16="http://schemas.microsoft.com/office/drawing/2014/main" id="{E3887160-5A40-4727-B66F-8745119372C9}"/>
                  </a:ext>
                </a:extLst>
              </p:cNvPr>
              <p:cNvSpPr/>
              <p:nvPr/>
            </p:nvSpPr>
            <p:spPr>
              <a:xfrm>
                <a:off x="40654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0" name="椭圆 11579">
                <a:extLst>
                  <a:ext uri="{FF2B5EF4-FFF2-40B4-BE49-F238E27FC236}">
                    <a16:creationId xmlns:a16="http://schemas.microsoft.com/office/drawing/2014/main" id="{6929908C-F1A2-405D-8C31-7A70D75D9204}"/>
                  </a:ext>
                </a:extLst>
              </p:cNvPr>
              <p:cNvSpPr/>
              <p:nvPr/>
            </p:nvSpPr>
            <p:spPr>
              <a:xfrm>
                <a:off x="4011260" y="30266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1" name="椭圆 11580">
                <a:extLst>
                  <a:ext uri="{FF2B5EF4-FFF2-40B4-BE49-F238E27FC236}">
                    <a16:creationId xmlns:a16="http://schemas.microsoft.com/office/drawing/2014/main" id="{D1B9892A-785C-4C96-B41F-E4EA18193FBE}"/>
                  </a:ext>
                </a:extLst>
              </p:cNvPr>
              <p:cNvSpPr/>
              <p:nvPr/>
            </p:nvSpPr>
            <p:spPr>
              <a:xfrm>
                <a:off x="4013132"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2" name="椭圆 11581">
                <a:extLst>
                  <a:ext uri="{FF2B5EF4-FFF2-40B4-BE49-F238E27FC236}">
                    <a16:creationId xmlns:a16="http://schemas.microsoft.com/office/drawing/2014/main" id="{02F86264-FE64-4102-A460-B8D17D239B44}"/>
                  </a:ext>
                </a:extLst>
              </p:cNvPr>
              <p:cNvSpPr/>
              <p:nvPr/>
            </p:nvSpPr>
            <p:spPr>
              <a:xfrm>
                <a:off x="4002267"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3" name="椭圆 11582">
                <a:extLst>
                  <a:ext uri="{FF2B5EF4-FFF2-40B4-BE49-F238E27FC236}">
                    <a16:creationId xmlns:a16="http://schemas.microsoft.com/office/drawing/2014/main" id="{5E6446AC-2DFF-4729-992C-AAC292EE58B1}"/>
                  </a:ext>
                </a:extLst>
              </p:cNvPr>
              <p:cNvSpPr/>
              <p:nvPr/>
            </p:nvSpPr>
            <p:spPr>
              <a:xfrm>
                <a:off x="403522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4" name="椭圆 11583">
                <a:extLst>
                  <a:ext uri="{FF2B5EF4-FFF2-40B4-BE49-F238E27FC236}">
                    <a16:creationId xmlns:a16="http://schemas.microsoft.com/office/drawing/2014/main" id="{C032E36E-4DEF-4121-91D9-9230B7E68D39}"/>
                  </a:ext>
                </a:extLst>
              </p:cNvPr>
              <p:cNvSpPr/>
              <p:nvPr/>
            </p:nvSpPr>
            <p:spPr>
              <a:xfrm>
                <a:off x="4017279"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5" name="椭圆 11584">
                <a:extLst>
                  <a:ext uri="{FF2B5EF4-FFF2-40B4-BE49-F238E27FC236}">
                    <a16:creationId xmlns:a16="http://schemas.microsoft.com/office/drawing/2014/main" id="{0D024276-EA17-44B9-B567-3E2D5175A956}"/>
                  </a:ext>
                </a:extLst>
              </p:cNvPr>
              <p:cNvSpPr/>
              <p:nvPr/>
            </p:nvSpPr>
            <p:spPr>
              <a:xfrm>
                <a:off x="3987219" y="2543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6" name="椭圆 11585">
                <a:extLst>
                  <a:ext uri="{FF2B5EF4-FFF2-40B4-BE49-F238E27FC236}">
                    <a16:creationId xmlns:a16="http://schemas.microsoft.com/office/drawing/2014/main" id="{891E459E-5E2A-4B35-94A9-542E2BD4E43E}"/>
                  </a:ext>
                </a:extLst>
              </p:cNvPr>
              <p:cNvSpPr/>
              <p:nvPr/>
            </p:nvSpPr>
            <p:spPr>
              <a:xfrm>
                <a:off x="40387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7" name="椭圆 11586">
                <a:extLst>
                  <a:ext uri="{FF2B5EF4-FFF2-40B4-BE49-F238E27FC236}">
                    <a16:creationId xmlns:a16="http://schemas.microsoft.com/office/drawing/2014/main" id="{E5DB6D4B-6C64-4D2D-8E87-996FF5A7FCA2}"/>
                  </a:ext>
                </a:extLst>
              </p:cNvPr>
              <p:cNvSpPr/>
              <p:nvPr/>
            </p:nvSpPr>
            <p:spPr>
              <a:xfrm>
                <a:off x="40146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8" name="椭圆 11587">
                <a:extLst>
                  <a:ext uri="{FF2B5EF4-FFF2-40B4-BE49-F238E27FC236}">
                    <a16:creationId xmlns:a16="http://schemas.microsoft.com/office/drawing/2014/main" id="{93887ECF-C943-4790-A433-6948BCDC68A0}"/>
                  </a:ext>
                </a:extLst>
              </p:cNvPr>
              <p:cNvSpPr/>
              <p:nvPr/>
            </p:nvSpPr>
            <p:spPr>
              <a:xfrm>
                <a:off x="406800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9" name="椭圆 11588">
                <a:extLst>
                  <a:ext uri="{FF2B5EF4-FFF2-40B4-BE49-F238E27FC236}">
                    <a16:creationId xmlns:a16="http://schemas.microsoft.com/office/drawing/2014/main" id="{7C24530B-22D2-4854-AC9D-C7742366F3F6}"/>
                  </a:ext>
                </a:extLst>
              </p:cNvPr>
              <p:cNvSpPr/>
              <p:nvPr/>
            </p:nvSpPr>
            <p:spPr>
              <a:xfrm>
                <a:off x="404333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0" name="椭圆 11589">
                <a:extLst>
                  <a:ext uri="{FF2B5EF4-FFF2-40B4-BE49-F238E27FC236}">
                    <a16:creationId xmlns:a16="http://schemas.microsoft.com/office/drawing/2014/main" id="{A91472FA-7F40-4791-A34B-B6FA5BEA2AFB}"/>
                  </a:ext>
                </a:extLst>
              </p:cNvPr>
              <p:cNvSpPr/>
              <p:nvPr/>
            </p:nvSpPr>
            <p:spPr>
              <a:xfrm>
                <a:off x="4018894" y="29831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1" name="椭圆 11590">
                <a:extLst>
                  <a:ext uri="{FF2B5EF4-FFF2-40B4-BE49-F238E27FC236}">
                    <a16:creationId xmlns:a16="http://schemas.microsoft.com/office/drawing/2014/main" id="{AED4029E-3E35-4ECA-9230-C2B7E26B498E}"/>
                  </a:ext>
                </a:extLst>
              </p:cNvPr>
              <p:cNvSpPr/>
              <p:nvPr/>
            </p:nvSpPr>
            <p:spPr>
              <a:xfrm>
                <a:off x="4070316"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2" name="椭圆 11591">
                <a:extLst>
                  <a:ext uri="{FF2B5EF4-FFF2-40B4-BE49-F238E27FC236}">
                    <a16:creationId xmlns:a16="http://schemas.microsoft.com/office/drawing/2014/main" id="{50E040EF-9435-4CBA-A5D9-241ADEC20F46}"/>
                  </a:ext>
                </a:extLst>
              </p:cNvPr>
              <p:cNvSpPr/>
              <p:nvPr/>
            </p:nvSpPr>
            <p:spPr>
              <a:xfrm>
                <a:off x="4122032" y="2976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3" name="椭圆 11592">
                <a:extLst>
                  <a:ext uri="{FF2B5EF4-FFF2-40B4-BE49-F238E27FC236}">
                    <a16:creationId xmlns:a16="http://schemas.microsoft.com/office/drawing/2014/main" id="{AEFFCC1B-3C84-480B-9EEA-EDB690356881}"/>
                  </a:ext>
                </a:extLst>
              </p:cNvPr>
              <p:cNvSpPr/>
              <p:nvPr/>
            </p:nvSpPr>
            <p:spPr>
              <a:xfrm>
                <a:off x="4016949"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4" name="椭圆 11593">
                <a:extLst>
                  <a:ext uri="{FF2B5EF4-FFF2-40B4-BE49-F238E27FC236}">
                    <a16:creationId xmlns:a16="http://schemas.microsoft.com/office/drawing/2014/main" id="{3601A451-2E40-455C-A79D-F3B5D01102C1}"/>
                  </a:ext>
                </a:extLst>
              </p:cNvPr>
              <p:cNvSpPr/>
              <p:nvPr/>
            </p:nvSpPr>
            <p:spPr>
              <a:xfrm>
                <a:off x="3884191"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5" name="椭圆 11594">
                <a:extLst>
                  <a:ext uri="{FF2B5EF4-FFF2-40B4-BE49-F238E27FC236}">
                    <a16:creationId xmlns:a16="http://schemas.microsoft.com/office/drawing/2014/main" id="{8391A15A-7158-47BF-AD82-7BF16A14082E}"/>
                  </a:ext>
                </a:extLst>
              </p:cNvPr>
              <p:cNvSpPr/>
              <p:nvPr/>
            </p:nvSpPr>
            <p:spPr>
              <a:xfrm>
                <a:off x="4045027"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6" name="椭圆 11595">
                <a:extLst>
                  <a:ext uri="{FF2B5EF4-FFF2-40B4-BE49-F238E27FC236}">
                    <a16:creationId xmlns:a16="http://schemas.microsoft.com/office/drawing/2014/main" id="{217AB223-8F77-43E8-89B5-68F37619A1D4}"/>
                  </a:ext>
                </a:extLst>
              </p:cNvPr>
              <p:cNvSpPr/>
              <p:nvPr/>
            </p:nvSpPr>
            <p:spPr>
              <a:xfrm>
                <a:off x="403680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7" name="椭圆 11596">
                <a:extLst>
                  <a:ext uri="{FF2B5EF4-FFF2-40B4-BE49-F238E27FC236}">
                    <a16:creationId xmlns:a16="http://schemas.microsoft.com/office/drawing/2014/main" id="{52B67413-BFE9-460F-B7C7-77D680ACB505}"/>
                  </a:ext>
                </a:extLst>
              </p:cNvPr>
              <p:cNvSpPr/>
              <p:nvPr/>
            </p:nvSpPr>
            <p:spPr>
              <a:xfrm>
                <a:off x="3960902"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8" name="椭圆 11597">
                <a:extLst>
                  <a:ext uri="{FF2B5EF4-FFF2-40B4-BE49-F238E27FC236}">
                    <a16:creationId xmlns:a16="http://schemas.microsoft.com/office/drawing/2014/main" id="{84354E87-5A17-45B4-9C81-288807F1A370}"/>
                  </a:ext>
                </a:extLst>
              </p:cNvPr>
              <p:cNvSpPr/>
              <p:nvPr/>
            </p:nvSpPr>
            <p:spPr>
              <a:xfrm>
                <a:off x="3998707"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9" name="椭圆 11598">
                <a:extLst>
                  <a:ext uri="{FF2B5EF4-FFF2-40B4-BE49-F238E27FC236}">
                    <a16:creationId xmlns:a16="http://schemas.microsoft.com/office/drawing/2014/main" id="{9DC5794D-45F5-48CC-973D-B53AAAAE871E}"/>
                  </a:ext>
                </a:extLst>
              </p:cNvPr>
              <p:cNvSpPr/>
              <p:nvPr/>
            </p:nvSpPr>
            <p:spPr>
              <a:xfrm>
                <a:off x="4023115"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0" name="椭圆 11599">
                <a:extLst>
                  <a:ext uri="{FF2B5EF4-FFF2-40B4-BE49-F238E27FC236}">
                    <a16:creationId xmlns:a16="http://schemas.microsoft.com/office/drawing/2014/main" id="{EB0FB7AE-1C6E-44CD-8241-93ADF8DF26EC}"/>
                  </a:ext>
                </a:extLst>
              </p:cNvPr>
              <p:cNvSpPr/>
              <p:nvPr/>
            </p:nvSpPr>
            <p:spPr>
              <a:xfrm>
                <a:off x="4209277"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1" name="椭圆 11600">
                <a:extLst>
                  <a:ext uri="{FF2B5EF4-FFF2-40B4-BE49-F238E27FC236}">
                    <a16:creationId xmlns:a16="http://schemas.microsoft.com/office/drawing/2014/main" id="{E60571C0-9799-4C7F-ACBE-24E7D40F7CF1}"/>
                  </a:ext>
                </a:extLst>
              </p:cNvPr>
              <p:cNvSpPr/>
              <p:nvPr/>
            </p:nvSpPr>
            <p:spPr>
              <a:xfrm>
                <a:off x="40137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2" name="椭圆 11601">
                <a:extLst>
                  <a:ext uri="{FF2B5EF4-FFF2-40B4-BE49-F238E27FC236}">
                    <a16:creationId xmlns:a16="http://schemas.microsoft.com/office/drawing/2014/main" id="{0D3A6321-60DD-4D7C-B551-B2141645BB80}"/>
                  </a:ext>
                </a:extLst>
              </p:cNvPr>
              <p:cNvSpPr/>
              <p:nvPr/>
            </p:nvSpPr>
            <p:spPr>
              <a:xfrm>
                <a:off x="40104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3" name="椭圆 11602">
                <a:extLst>
                  <a:ext uri="{FF2B5EF4-FFF2-40B4-BE49-F238E27FC236}">
                    <a16:creationId xmlns:a16="http://schemas.microsoft.com/office/drawing/2014/main" id="{9E4548DC-F1ED-439F-B791-7B9E23EE4804}"/>
                  </a:ext>
                </a:extLst>
              </p:cNvPr>
              <p:cNvSpPr/>
              <p:nvPr/>
            </p:nvSpPr>
            <p:spPr>
              <a:xfrm>
                <a:off x="399573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4" name="椭圆 11603">
                <a:extLst>
                  <a:ext uri="{FF2B5EF4-FFF2-40B4-BE49-F238E27FC236}">
                    <a16:creationId xmlns:a16="http://schemas.microsoft.com/office/drawing/2014/main" id="{3CB5C6BE-3D88-45B7-89AA-2722841A13E1}"/>
                  </a:ext>
                </a:extLst>
              </p:cNvPr>
              <p:cNvSpPr/>
              <p:nvPr/>
            </p:nvSpPr>
            <p:spPr>
              <a:xfrm>
                <a:off x="406877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5" name="椭圆 11604">
                <a:extLst>
                  <a:ext uri="{FF2B5EF4-FFF2-40B4-BE49-F238E27FC236}">
                    <a16:creationId xmlns:a16="http://schemas.microsoft.com/office/drawing/2014/main" id="{86A6B9C8-866A-470B-B7D4-A35C7022A8EF}"/>
                  </a:ext>
                </a:extLst>
              </p:cNvPr>
              <p:cNvSpPr/>
              <p:nvPr/>
            </p:nvSpPr>
            <p:spPr>
              <a:xfrm>
                <a:off x="4158736"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6" name="椭圆 11605">
                <a:extLst>
                  <a:ext uri="{FF2B5EF4-FFF2-40B4-BE49-F238E27FC236}">
                    <a16:creationId xmlns:a16="http://schemas.microsoft.com/office/drawing/2014/main" id="{56D45F79-A5E5-42EE-930B-6997F396730B}"/>
                  </a:ext>
                </a:extLst>
              </p:cNvPr>
              <p:cNvSpPr/>
              <p:nvPr/>
            </p:nvSpPr>
            <p:spPr>
              <a:xfrm>
                <a:off x="403563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7" name="椭圆 11606">
                <a:extLst>
                  <a:ext uri="{FF2B5EF4-FFF2-40B4-BE49-F238E27FC236}">
                    <a16:creationId xmlns:a16="http://schemas.microsoft.com/office/drawing/2014/main" id="{80DB66F5-E40A-491D-AAFC-4B7706C829B2}"/>
                  </a:ext>
                </a:extLst>
              </p:cNvPr>
              <p:cNvSpPr/>
              <p:nvPr/>
            </p:nvSpPr>
            <p:spPr>
              <a:xfrm>
                <a:off x="40227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8" name="椭圆 11607">
                <a:extLst>
                  <a:ext uri="{FF2B5EF4-FFF2-40B4-BE49-F238E27FC236}">
                    <a16:creationId xmlns:a16="http://schemas.microsoft.com/office/drawing/2014/main" id="{C9037038-A8F3-44AA-BAD2-9441E4000EA9}"/>
                  </a:ext>
                </a:extLst>
              </p:cNvPr>
              <p:cNvSpPr/>
              <p:nvPr/>
            </p:nvSpPr>
            <p:spPr>
              <a:xfrm>
                <a:off x="39511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9" name="椭圆 11608">
                <a:extLst>
                  <a:ext uri="{FF2B5EF4-FFF2-40B4-BE49-F238E27FC236}">
                    <a16:creationId xmlns:a16="http://schemas.microsoft.com/office/drawing/2014/main" id="{3E972713-5F94-40D2-BAEC-9F7875F4A6EE}"/>
                  </a:ext>
                </a:extLst>
              </p:cNvPr>
              <p:cNvSpPr/>
              <p:nvPr/>
            </p:nvSpPr>
            <p:spPr>
              <a:xfrm>
                <a:off x="399533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0" name="椭圆 11609">
                <a:extLst>
                  <a:ext uri="{FF2B5EF4-FFF2-40B4-BE49-F238E27FC236}">
                    <a16:creationId xmlns:a16="http://schemas.microsoft.com/office/drawing/2014/main" id="{8C48DF20-C168-407B-B7F3-89025C8869D5}"/>
                  </a:ext>
                </a:extLst>
              </p:cNvPr>
              <p:cNvSpPr/>
              <p:nvPr/>
            </p:nvSpPr>
            <p:spPr>
              <a:xfrm>
                <a:off x="405515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1" name="椭圆 11610">
                <a:extLst>
                  <a:ext uri="{FF2B5EF4-FFF2-40B4-BE49-F238E27FC236}">
                    <a16:creationId xmlns:a16="http://schemas.microsoft.com/office/drawing/2014/main" id="{49B6496D-7F1D-41BB-BD98-B55F37B4EB7C}"/>
                  </a:ext>
                </a:extLst>
              </p:cNvPr>
              <p:cNvSpPr/>
              <p:nvPr/>
            </p:nvSpPr>
            <p:spPr>
              <a:xfrm>
                <a:off x="40680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2" name="椭圆 11611">
                <a:extLst>
                  <a:ext uri="{FF2B5EF4-FFF2-40B4-BE49-F238E27FC236}">
                    <a16:creationId xmlns:a16="http://schemas.microsoft.com/office/drawing/2014/main" id="{000AA810-2102-424F-8E3F-7428EC28925B}"/>
                  </a:ext>
                </a:extLst>
              </p:cNvPr>
              <p:cNvSpPr/>
              <p:nvPr/>
            </p:nvSpPr>
            <p:spPr>
              <a:xfrm>
                <a:off x="4009204"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3" name="椭圆 11612">
                <a:extLst>
                  <a:ext uri="{FF2B5EF4-FFF2-40B4-BE49-F238E27FC236}">
                    <a16:creationId xmlns:a16="http://schemas.microsoft.com/office/drawing/2014/main" id="{025D0F42-2456-4AAF-9F5C-67441B5AF594}"/>
                  </a:ext>
                </a:extLst>
              </p:cNvPr>
              <p:cNvSpPr/>
              <p:nvPr/>
            </p:nvSpPr>
            <p:spPr>
              <a:xfrm>
                <a:off x="40255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4" name="椭圆 11613">
                <a:extLst>
                  <a:ext uri="{FF2B5EF4-FFF2-40B4-BE49-F238E27FC236}">
                    <a16:creationId xmlns:a16="http://schemas.microsoft.com/office/drawing/2014/main" id="{914FABB4-9C0F-4D77-952D-4FACAF18F2A1}"/>
                  </a:ext>
                </a:extLst>
              </p:cNvPr>
              <p:cNvSpPr/>
              <p:nvPr/>
            </p:nvSpPr>
            <p:spPr>
              <a:xfrm>
                <a:off x="4016692"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5" name="椭圆 11614">
                <a:extLst>
                  <a:ext uri="{FF2B5EF4-FFF2-40B4-BE49-F238E27FC236}">
                    <a16:creationId xmlns:a16="http://schemas.microsoft.com/office/drawing/2014/main" id="{E78F5ED5-B12D-441A-8B3D-FA85A1429470}"/>
                  </a:ext>
                </a:extLst>
              </p:cNvPr>
              <p:cNvSpPr/>
              <p:nvPr/>
            </p:nvSpPr>
            <p:spPr>
              <a:xfrm>
                <a:off x="40661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6" name="椭圆 11615">
                <a:extLst>
                  <a:ext uri="{FF2B5EF4-FFF2-40B4-BE49-F238E27FC236}">
                    <a16:creationId xmlns:a16="http://schemas.microsoft.com/office/drawing/2014/main" id="{B17E1722-79B2-4A69-A9CD-5D8E1E070B3B}"/>
                  </a:ext>
                </a:extLst>
              </p:cNvPr>
              <p:cNvSpPr/>
              <p:nvPr/>
            </p:nvSpPr>
            <p:spPr>
              <a:xfrm>
                <a:off x="3954920"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7" name="椭圆 11616">
                <a:extLst>
                  <a:ext uri="{FF2B5EF4-FFF2-40B4-BE49-F238E27FC236}">
                    <a16:creationId xmlns:a16="http://schemas.microsoft.com/office/drawing/2014/main" id="{62A45132-DB68-46F6-9444-BC99919F48E0}"/>
                  </a:ext>
                </a:extLst>
              </p:cNvPr>
              <p:cNvSpPr/>
              <p:nvPr/>
            </p:nvSpPr>
            <p:spPr>
              <a:xfrm>
                <a:off x="401636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8" name="椭圆 11617">
                <a:extLst>
                  <a:ext uri="{FF2B5EF4-FFF2-40B4-BE49-F238E27FC236}">
                    <a16:creationId xmlns:a16="http://schemas.microsoft.com/office/drawing/2014/main" id="{AF490EC2-9C34-4557-BAAD-C372622EC377}"/>
                  </a:ext>
                </a:extLst>
              </p:cNvPr>
              <p:cNvSpPr/>
              <p:nvPr/>
            </p:nvSpPr>
            <p:spPr>
              <a:xfrm>
                <a:off x="3858976" y="2930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9" name="椭圆 11618">
                <a:extLst>
                  <a:ext uri="{FF2B5EF4-FFF2-40B4-BE49-F238E27FC236}">
                    <a16:creationId xmlns:a16="http://schemas.microsoft.com/office/drawing/2014/main" id="{DCCD9F36-CD63-44A7-82ED-5997C11E5C81}"/>
                  </a:ext>
                </a:extLst>
              </p:cNvPr>
              <p:cNvSpPr/>
              <p:nvPr/>
            </p:nvSpPr>
            <p:spPr>
              <a:xfrm>
                <a:off x="3963031" y="30434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0" name="椭圆 11619">
                <a:extLst>
                  <a:ext uri="{FF2B5EF4-FFF2-40B4-BE49-F238E27FC236}">
                    <a16:creationId xmlns:a16="http://schemas.microsoft.com/office/drawing/2014/main" id="{37628AD7-AA87-46F1-91B9-73DDB435F9A3}"/>
                  </a:ext>
                </a:extLst>
              </p:cNvPr>
              <p:cNvSpPr/>
              <p:nvPr/>
            </p:nvSpPr>
            <p:spPr>
              <a:xfrm>
                <a:off x="4002414" y="2967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1" name="椭圆 11620">
                <a:extLst>
                  <a:ext uri="{FF2B5EF4-FFF2-40B4-BE49-F238E27FC236}">
                    <a16:creationId xmlns:a16="http://schemas.microsoft.com/office/drawing/2014/main" id="{A64B0EE4-A35A-4011-92B5-D1D587CD25C9}"/>
                  </a:ext>
                </a:extLst>
              </p:cNvPr>
              <p:cNvSpPr/>
              <p:nvPr/>
            </p:nvSpPr>
            <p:spPr>
              <a:xfrm>
                <a:off x="405126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2" name="椭圆 11621">
                <a:extLst>
                  <a:ext uri="{FF2B5EF4-FFF2-40B4-BE49-F238E27FC236}">
                    <a16:creationId xmlns:a16="http://schemas.microsoft.com/office/drawing/2014/main" id="{B4C38EBF-5FC2-4E45-8138-845913685B0A}"/>
                  </a:ext>
                </a:extLst>
              </p:cNvPr>
              <p:cNvSpPr/>
              <p:nvPr/>
            </p:nvSpPr>
            <p:spPr>
              <a:xfrm>
                <a:off x="411017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3" name="椭圆 11622">
                <a:extLst>
                  <a:ext uri="{FF2B5EF4-FFF2-40B4-BE49-F238E27FC236}">
                    <a16:creationId xmlns:a16="http://schemas.microsoft.com/office/drawing/2014/main" id="{B237DE2B-ED01-40CC-8B71-1E4B56464E6A}"/>
                  </a:ext>
                </a:extLst>
              </p:cNvPr>
              <p:cNvSpPr/>
              <p:nvPr/>
            </p:nvSpPr>
            <p:spPr>
              <a:xfrm>
                <a:off x="4105662" y="30224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4" name="椭圆 11623">
                <a:extLst>
                  <a:ext uri="{FF2B5EF4-FFF2-40B4-BE49-F238E27FC236}">
                    <a16:creationId xmlns:a16="http://schemas.microsoft.com/office/drawing/2014/main" id="{D1FE4C3C-5904-4E81-BCB3-6D020B4AD49B}"/>
                  </a:ext>
                </a:extLst>
              </p:cNvPr>
              <p:cNvSpPr/>
              <p:nvPr/>
            </p:nvSpPr>
            <p:spPr>
              <a:xfrm>
                <a:off x="407171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5" name="椭圆 11624">
                <a:extLst>
                  <a:ext uri="{FF2B5EF4-FFF2-40B4-BE49-F238E27FC236}">
                    <a16:creationId xmlns:a16="http://schemas.microsoft.com/office/drawing/2014/main" id="{1A67DC04-71A1-4C7F-AF2F-5D7B4D33C70B}"/>
                  </a:ext>
                </a:extLst>
              </p:cNvPr>
              <p:cNvSpPr/>
              <p:nvPr/>
            </p:nvSpPr>
            <p:spPr>
              <a:xfrm>
                <a:off x="402102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6" name="椭圆 11625">
                <a:extLst>
                  <a:ext uri="{FF2B5EF4-FFF2-40B4-BE49-F238E27FC236}">
                    <a16:creationId xmlns:a16="http://schemas.microsoft.com/office/drawing/2014/main" id="{46474F7A-CC57-476F-825C-38B2E73495D6}"/>
                  </a:ext>
                </a:extLst>
              </p:cNvPr>
              <p:cNvSpPr/>
              <p:nvPr/>
            </p:nvSpPr>
            <p:spPr>
              <a:xfrm>
                <a:off x="403434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7" name="椭圆 11626">
                <a:extLst>
                  <a:ext uri="{FF2B5EF4-FFF2-40B4-BE49-F238E27FC236}">
                    <a16:creationId xmlns:a16="http://schemas.microsoft.com/office/drawing/2014/main" id="{534A3C24-E73D-49FD-9A02-F4DFA505F3CE}"/>
                  </a:ext>
                </a:extLst>
              </p:cNvPr>
              <p:cNvSpPr/>
              <p:nvPr/>
            </p:nvSpPr>
            <p:spPr>
              <a:xfrm>
                <a:off x="3994193"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8" name="椭圆 11627">
                <a:extLst>
                  <a:ext uri="{FF2B5EF4-FFF2-40B4-BE49-F238E27FC236}">
                    <a16:creationId xmlns:a16="http://schemas.microsoft.com/office/drawing/2014/main" id="{EC84009E-ABFC-4678-818B-0EFE60F8B856}"/>
                  </a:ext>
                </a:extLst>
              </p:cNvPr>
              <p:cNvSpPr/>
              <p:nvPr/>
            </p:nvSpPr>
            <p:spPr>
              <a:xfrm>
                <a:off x="40318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9" name="椭圆 11628">
                <a:extLst>
                  <a:ext uri="{FF2B5EF4-FFF2-40B4-BE49-F238E27FC236}">
                    <a16:creationId xmlns:a16="http://schemas.microsoft.com/office/drawing/2014/main" id="{C34B62F9-B517-4695-99F8-93128E490445}"/>
                  </a:ext>
                </a:extLst>
              </p:cNvPr>
              <p:cNvSpPr/>
              <p:nvPr/>
            </p:nvSpPr>
            <p:spPr>
              <a:xfrm>
                <a:off x="39908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0" name="椭圆 11629">
                <a:extLst>
                  <a:ext uri="{FF2B5EF4-FFF2-40B4-BE49-F238E27FC236}">
                    <a16:creationId xmlns:a16="http://schemas.microsoft.com/office/drawing/2014/main" id="{904AD0E3-0E04-48EE-9812-EEE0930A1B2E}"/>
                  </a:ext>
                </a:extLst>
              </p:cNvPr>
              <p:cNvSpPr/>
              <p:nvPr/>
            </p:nvSpPr>
            <p:spPr>
              <a:xfrm>
                <a:off x="40646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1" name="椭圆 11630">
                <a:extLst>
                  <a:ext uri="{FF2B5EF4-FFF2-40B4-BE49-F238E27FC236}">
                    <a16:creationId xmlns:a16="http://schemas.microsoft.com/office/drawing/2014/main" id="{033DCB6B-F32F-4EED-917E-E72F492DDE4D}"/>
                  </a:ext>
                </a:extLst>
              </p:cNvPr>
              <p:cNvSpPr/>
              <p:nvPr/>
            </p:nvSpPr>
            <p:spPr>
              <a:xfrm>
                <a:off x="393766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2" name="椭圆 11631">
                <a:extLst>
                  <a:ext uri="{FF2B5EF4-FFF2-40B4-BE49-F238E27FC236}">
                    <a16:creationId xmlns:a16="http://schemas.microsoft.com/office/drawing/2014/main" id="{279D0221-E26E-4F3E-9FB8-14F6112CE508}"/>
                  </a:ext>
                </a:extLst>
              </p:cNvPr>
              <p:cNvSpPr/>
              <p:nvPr/>
            </p:nvSpPr>
            <p:spPr>
              <a:xfrm>
                <a:off x="3844918"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3" name="椭圆 11632">
                <a:extLst>
                  <a:ext uri="{FF2B5EF4-FFF2-40B4-BE49-F238E27FC236}">
                    <a16:creationId xmlns:a16="http://schemas.microsoft.com/office/drawing/2014/main" id="{477AB83A-A512-414F-BDF4-0C36724ED4D4}"/>
                  </a:ext>
                </a:extLst>
              </p:cNvPr>
              <p:cNvSpPr/>
              <p:nvPr/>
            </p:nvSpPr>
            <p:spPr>
              <a:xfrm>
                <a:off x="4119132" y="2907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4" name="椭圆 11633">
                <a:extLst>
                  <a:ext uri="{FF2B5EF4-FFF2-40B4-BE49-F238E27FC236}">
                    <a16:creationId xmlns:a16="http://schemas.microsoft.com/office/drawing/2014/main" id="{E9B98F4B-9F77-4BE8-AAEF-F4BF98B2B37A}"/>
                  </a:ext>
                </a:extLst>
              </p:cNvPr>
              <p:cNvSpPr/>
              <p:nvPr/>
            </p:nvSpPr>
            <p:spPr>
              <a:xfrm>
                <a:off x="416912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5" name="椭圆 11634">
                <a:extLst>
                  <a:ext uri="{FF2B5EF4-FFF2-40B4-BE49-F238E27FC236}">
                    <a16:creationId xmlns:a16="http://schemas.microsoft.com/office/drawing/2014/main" id="{41F4BA61-289A-45B5-85A9-F1469C3133F4}"/>
                  </a:ext>
                </a:extLst>
              </p:cNvPr>
              <p:cNvSpPr/>
              <p:nvPr/>
            </p:nvSpPr>
            <p:spPr>
              <a:xfrm>
                <a:off x="4007920"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6" name="椭圆 11635">
                <a:extLst>
                  <a:ext uri="{FF2B5EF4-FFF2-40B4-BE49-F238E27FC236}">
                    <a16:creationId xmlns:a16="http://schemas.microsoft.com/office/drawing/2014/main" id="{63764D12-C11B-4B68-9F57-094955AC3FF4}"/>
                  </a:ext>
                </a:extLst>
              </p:cNvPr>
              <p:cNvSpPr/>
              <p:nvPr/>
            </p:nvSpPr>
            <p:spPr>
              <a:xfrm>
                <a:off x="406517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7" name="椭圆 11636">
                <a:extLst>
                  <a:ext uri="{FF2B5EF4-FFF2-40B4-BE49-F238E27FC236}">
                    <a16:creationId xmlns:a16="http://schemas.microsoft.com/office/drawing/2014/main" id="{F240C6C2-EA86-47AD-ADCF-690FFE9D26F2}"/>
                  </a:ext>
                </a:extLst>
              </p:cNvPr>
              <p:cNvSpPr/>
              <p:nvPr/>
            </p:nvSpPr>
            <p:spPr>
              <a:xfrm>
                <a:off x="408760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8" name="椭圆 11637">
                <a:extLst>
                  <a:ext uri="{FF2B5EF4-FFF2-40B4-BE49-F238E27FC236}">
                    <a16:creationId xmlns:a16="http://schemas.microsoft.com/office/drawing/2014/main" id="{5914647A-0FCE-4596-AD23-C5E42D47FA01}"/>
                  </a:ext>
                </a:extLst>
              </p:cNvPr>
              <p:cNvSpPr/>
              <p:nvPr/>
            </p:nvSpPr>
            <p:spPr>
              <a:xfrm>
                <a:off x="387641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9" name="椭圆 11638">
                <a:extLst>
                  <a:ext uri="{FF2B5EF4-FFF2-40B4-BE49-F238E27FC236}">
                    <a16:creationId xmlns:a16="http://schemas.microsoft.com/office/drawing/2014/main" id="{7AC40987-880E-47CB-AF59-5061FFE40AB3}"/>
                  </a:ext>
                </a:extLst>
              </p:cNvPr>
              <p:cNvSpPr/>
              <p:nvPr/>
            </p:nvSpPr>
            <p:spPr>
              <a:xfrm>
                <a:off x="405148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0" name="椭圆 11639">
                <a:extLst>
                  <a:ext uri="{FF2B5EF4-FFF2-40B4-BE49-F238E27FC236}">
                    <a16:creationId xmlns:a16="http://schemas.microsoft.com/office/drawing/2014/main" id="{834AC24B-F650-4BC1-AF10-46B295F6F795}"/>
                  </a:ext>
                </a:extLst>
              </p:cNvPr>
              <p:cNvSpPr/>
              <p:nvPr/>
            </p:nvSpPr>
            <p:spPr>
              <a:xfrm>
                <a:off x="3986375"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1" name="椭圆 11640">
                <a:extLst>
                  <a:ext uri="{FF2B5EF4-FFF2-40B4-BE49-F238E27FC236}">
                    <a16:creationId xmlns:a16="http://schemas.microsoft.com/office/drawing/2014/main" id="{DDA1E6E6-8AF1-4818-AB45-8380D7D265B6}"/>
                  </a:ext>
                </a:extLst>
              </p:cNvPr>
              <p:cNvSpPr/>
              <p:nvPr/>
            </p:nvSpPr>
            <p:spPr>
              <a:xfrm>
                <a:off x="397789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2" name="椭圆 11641">
                <a:extLst>
                  <a:ext uri="{FF2B5EF4-FFF2-40B4-BE49-F238E27FC236}">
                    <a16:creationId xmlns:a16="http://schemas.microsoft.com/office/drawing/2014/main" id="{710BC232-0E0B-4262-A796-CB606B358809}"/>
                  </a:ext>
                </a:extLst>
              </p:cNvPr>
              <p:cNvSpPr/>
              <p:nvPr/>
            </p:nvSpPr>
            <p:spPr>
              <a:xfrm>
                <a:off x="406014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3" name="椭圆 11642">
                <a:extLst>
                  <a:ext uri="{FF2B5EF4-FFF2-40B4-BE49-F238E27FC236}">
                    <a16:creationId xmlns:a16="http://schemas.microsoft.com/office/drawing/2014/main" id="{EBCEFA19-7302-4AE7-8430-D97096460BFE}"/>
                  </a:ext>
                </a:extLst>
              </p:cNvPr>
              <p:cNvSpPr/>
              <p:nvPr/>
            </p:nvSpPr>
            <p:spPr>
              <a:xfrm>
                <a:off x="410023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4" name="椭圆 11643">
                <a:extLst>
                  <a:ext uri="{FF2B5EF4-FFF2-40B4-BE49-F238E27FC236}">
                    <a16:creationId xmlns:a16="http://schemas.microsoft.com/office/drawing/2014/main" id="{0CF1F81D-01E2-4C65-A6C6-766ACBB7E842}"/>
                  </a:ext>
                </a:extLst>
              </p:cNvPr>
              <p:cNvSpPr/>
              <p:nvPr/>
            </p:nvSpPr>
            <p:spPr>
              <a:xfrm>
                <a:off x="411674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5" name="椭圆 11644">
                <a:extLst>
                  <a:ext uri="{FF2B5EF4-FFF2-40B4-BE49-F238E27FC236}">
                    <a16:creationId xmlns:a16="http://schemas.microsoft.com/office/drawing/2014/main" id="{FB8F52F3-D29B-4B87-966B-D03445FF84E8}"/>
                  </a:ext>
                </a:extLst>
              </p:cNvPr>
              <p:cNvSpPr/>
              <p:nvPr/>
            </p:nvSpPr>
            <p:spPr>
              <a:xfrm>
                <a:off x="401320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6" name="椭圆 11645">
                <a:extLst>
                  <a:ext uri="{FF2B5EF4-FFF2-40B4-BE49-F238E27FC236}">
                    <a16:creationId xmlns:a16="http://schemas.microsoft.com/office/drawing/2014/main" id="{2E9E43E2-9946-4C57-902A-477E7E8FA94A}"/>
                  </a:ext>
                </a:extLst>
              </p:cNvPr>
              <p:cNvSpPr/>
              <p:nvPr/>
            </p:nvSpPr>
            <p:spPr>
              <a:xfrm>
                <a:off x="4022565"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7" name="椭圆 11646">
                <a:extLst>
                  <a:ext uri="{FF2B5EF4-FFF2-40B4-BE49-F238E27FC236}">
                    <a16:creationId xmlns:a16="http://schemas.microsoft.com/office/drawing/2014/main" id="{AD3051B7-1EB1-4DAF-90FB-35F4C50C7082}"/>
                  </a:ext>
                </a:extLst>
              </p:cNvPr>
              <p:cNvSpPr/>
              <p:nvPr/>
            </p:nvSpPr>
            <p:spPr>
              <a:xfrm>
                <a:off x="4161782"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8" name="椭圆 11647">
                <a:extLst>
                  <a:ext uri="{FF2B5EF4-FFF2-40B4-BE49-F238E27FC236}">
                    <a16:creationId xmlns:a16="http://schemas.microsoft.com/office/drawing/2014/main" id="{3C3EC380-6345-4574-9A64-C4545BF6B9C6}"/>
                  </a:ext>
                </a:extLst>
              </p:cNvPr>
              <p:cNvSpPr/>
              <p:nvPr/>
            </p:nvSpPr>
            <p:spPr>
              <a:xfrm>
                <a:off x="4062425"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9" name="椭圆 11648">
                <a:extLst>
                  <a:ext uri="{FF2B5EF4-FFF2-40B4-BE49-F238E27FC236}">
                    <a16:creationId xmlns:a16="http://schemas.microsoft.com/office/drawing/2014/main" id="{4D12E046-B344-4C6B-B058-53A751128818}"/>
                  </a:ext>
                </a:extLst>
              </p:cNvPr>
              <p:cNvSpPr/>
              <p:nvPr/>
            </p:nvSpPr>
            <p:spPr>
              <a:xfrm>
                <a:off x="404851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0" name="椭圆 11649">
                <a:extLst>
                  <a:ext uri="{FF2B5EF4-FFF2-40B4-BE49-F238E27FC236}">
                    <a16:creationId xmlns:a16="http://schemas.microsoft.com/office/drawing/2014/main" id="{73A25B8E-E279-4BB5-AE9D-1FA40307EFDB}"/>
                  </a:ext>
                </a:extLst>
              </p:cNvPr>
              <p:cNvSpPr/>
              <p:nvPr/>
            </p:nvSpPr>
            <p:spPr>
              <a:xfrm>
                <a:off x="403867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1" name="椭圆 11650">
                <a:extLst>
                  <a:ext uri="{FF2B5EF4-FFF2-40B4-BE49-F238E27FC236}">
                    <a16:creationId xmlns:a16="http://schemas.microsoft.com/office/drawing/2014/main" id="{AE99F35B-E95F-4153-A07D-EC9BC0F09BF2}"/>
                  </a:ext>
                </a:extLst>
              </p:cNvPr>
              <p:cNvSpPr/>
              <p:nvPr/>
            </p:nvSpPr>
            <p:spPr>
              <a:xfrm>
                <a:off x="3987953" y="2807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2" name="椭圆 11651">
                <a:extLst>
                  <a:ext uri="{FF2B5EF4-FFF2-40B4-BE49-F238E27FC236}">
                    <a16:creationId xmlns:a16="http://schemas.microsoft.com/office/drawing/2014/main" id="{EC9E5CC3-66C9-4C27-B449-33CB849C5F6B}"/>
                  </a:ext>
                </a:extLst>
              </p:cNvPr>
              <p:cNvSpPr/>
              <p:nvPr/>
            </p:nvSpPr>
            <p:spPr>
              <a:xfrm>
                <a:off x="4227886" y="2871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3" name="椭圆 11652">
                <a:extLst>
                  <a:ext uri="{FF2B5EF4-FFF2-40B4-BE49-F238E27FC236}">
                    <a16:creationId xmlns:a16="http://schemas.microsoft.com/office/drawing/2014/main" id="{EDCE2A49-A18D-4787-9942-69B94A42529B}"/>
                  </a:ext>
                </a:extLst>
              </p:cNvPr>
              <p:cNvSpPr/>
              <p:nvPr/>
            </p:nvSpPr>
            <p:spPr>
              <a:xfrm>
                <a:off x="40702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4" name="椭圆 11653">
                <a:extLst>
                  <a:ext uri="{FF2B5EF4-FFF2-40B4-BE49-F238E27FC236}">
                    <a16:creationId xmlns:a16="http://schemas.microsoft.com/office/drawing/2014/main" id="{0D6A2FC3-BAEC-4F6D-BAF5-B9318E879E5B}"/>
                  </a:ext>
                </a:extLst>
              </p:cNvPr>
              <p:cNvSpPr/>
              <p:nvPr/>
            </p:nvSpPr>
            <p:spPr>
              <a:xfrm>
                <a:off x="40005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5" name="椭圆 11654">
                <a:extLst>
                  <a:ext uri="{FF2B5EF4-FFF2-40B4-BE49-F238E27FC236}">
                    <a16:creationId xmlns:a16="http://schemas.microsoft.com/office/drawing/2014/main" id="{9EBECA84-C26D-4A6B-83A9-1CD62B102BE7}"/>
                  </a:ext>
                </a:extLst>
              </p:cNvPr>
              <p:cNvSpPr/>
              <p:nvPr/>
            </p:nvSpPr>
            <p:spPr>
              <a:xfrm>
                <a:off x="396802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6" name="椭圆 11655">
                <a:extLst>
                  <a:ext uri="{FF2B5EF4-FFF2-40B4-BE49-F238E27FC236}">
                    <a16:creationId xmlns:a16="http://schemas.microsoft.com/office/drawing/2014/main" id="{BC593482-F557-4D36-A932-D0509D65F979}"/>
                  </a:ext>
                </a:extLst>
              </p:cNvPr>
              <p:cNvSpPr/>
              <p:nvPr/>
            </p:nvSpPr>
            <p:spPr>
              <a:xfrm>
                <a:off x="38919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7" name="椭圆 11656">
                <a:extLst>
                  <a:ext uri="{FF2B5EF4-FFF2-40B4-BE49-F238E27FC236}">
                    <a16:creationId xmlns:a16="http://schemas.microsoft.com/office/drawing/2014/main" id="{F0662264-0C6B-4929-B1D7-7D158E0E321F}"/>
                  </a:ext>
                </a:extLst>
              </p:cNvPr>
              <p:cNvSpPr/>
              <p:nvPr/>
            </p:nvSpPr>
            <p:spPr>
              <a:xfrm>
                <a:off x="4221316"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8" name="椭圆 11657">
                <a:extLst>
                  <a:ext uri="{FF2B5EF4-FFF2-40B4-BE49-F238E27FC236}">
                    <a16:creationId xmlns:a16="http://schemas.microsoft.com/office/drawing/2014/main" id="{1B2FEAE8-86C3-40A8-B96A-746C12B3F541}"/>
                  </a:ext>
                </a:extLst>
              </p:cNvPr>
              <p:cNvSpPr/>
              <p:nvPr/>
            </p:nvSpPr>
            <p:spPr>
              <a:xfrm>
                <a:off x="4015628"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9" name="椭圆 11658">
                <a:extLst>
                  <a:ext uri="{FF2B5EF4-FFF2-40B4-BE49-F238E27FC236}">
                    <a16:creationId xmlns:a16="http://schemas.microsoft.com/office/drawing/2014/main" id="{50F50652-D40D-4FC9-998F-A8DB7BC0CAD4}"/>
                  </a:ext>
                </a:extLst>
              </p:cNvPr>
              <p:cNvSpPr/>
              <p:nvPr/>
            </p:nvSpPr>
            <p:spPr>
              <a:xfrm>
                <a:off x="4022014" y="2870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0" name="椭圆 11659">
                <a:extLst>
                  <a:ext uri="{FF2B5EF4-FFF2-40B4-BE49-F238E27FC236}">
                    <a16:creationId xmlns:a16="http://schemas.microsoft.com/office/drawing/2014/main" id="{88EA3186-C263-4A63-B715-ED0972D9CF7D}"/>
                  </a:ext>
                </a:extLst>
              </p:cNvPr>
              <p:cNvSpPr/>
              <p:nvPr/>
            </p:nvSpPr>
            <p:spPr>
              <a:xfrm>
                <a:off x="3867491" y="28271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1" name="椭圆 11660">
                <a:extLst>
                  <a:ext uri="{FF2B5EF4-FFF2-40B4-BE49-F238E27FC236}">
                    <a16:creationId xmlns:a16="http://schemas.microsoft.com/office/drawing/2014/main" id="{6C838F42-83C1-4B8E-A0B2-61B36E9CBDD6}"/>
                  </a:ext>
                </a:extLst>
              </p:cNvPr>
              <p:cNvSpPr/>
              <p:nvPr/>
            </p:nvSpPr>
            <p:spPr>
              <a:xfrm>
                <a:off x="4026455" y="2656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2" name="椭圆 11661">
                <a:extLst>
                  <a:ext uri="{FF2B5EF4-FFF2-40B4-BE49-F238E27FC236}">
                    <a16:creationId xmlns:a16="http://schemas.microsoft.com/office/drawing/2014/main" id="{49253C90-931A-4CC6-BEB3-9F78EB3446D2}"/>
                  </a:ext>
                </a:extLst>
              </p:cNvPr>
              <p:cNvSpPr/>
              <p:nvPr/>
            </p:nvSpPr>
            <p:spPr>
              <a:xfrm>
                <a:off x="3968243"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3" name="椭圆 11662">
                <a:extLst>
                  <a:ext uri="{FF2B5EF4-FFF2-40B4-BE49-F238E27FC236}">
                    <a16:creationId xmlns:a16="http://schemas.microsoft.com/office/drawing/2014/main" id="{F8B42F27-857A-40BF-A3E7-E59206A4F9CB}"/>
                  </a:ext>
                </a:extLst>
              </p:cNvPr>
              <p:cNvSpPr/>
              <p:nvPr/>
            </p:nvSpPr>
            <p:spPr>
              <a:xfrm>
                <a:off x="40299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4" name="椭圆 11663">
                <a:extLst>
                  <a:ext uri="{FF2B5EF4-FFF2-40B4-BE49-F238E27FC236}">
                    <a16:creationId xmlns:a16="http://schemas.microsoft.com/office/drawing/2014/main" id="{800E3449-CBB3-43A2-8157-8F009F83C1C0}"/>
                  </a:ext>
                </a:extLst>
              </p:cNvPr>
              <p:cNvSpPr/>
              <p:nvPr/>
            </p:nvSpPr>
            <p:spPr>
              <a:xfrm>
                <a:off x="4017940" y="2634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5" name="椭圆 11664">
                <a:extLst>
                  <a:ext uri="{FF2B5EF4-FFF2-40B4-BE49-F238E27FC236}">
                    <a16:creationId xmlns:a16="http://schemas.microsoft.com/office/drawing/2014/main" id="{824C6529-2D9D-4D2A-8C1B-2DDD6D1237D3}"/>
                  </a:ext>
                </a:extLst>
              </p:cNvPr>
              <p:cNvSpPr/>
              <p:nvPr/>
            </p:nvSpPr>
            <p:spPr>
              <a:xfrm>
                <a:off x="402271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6" name="椭圆 11665">
                <a:extLst>
                  <a:ext uri="{FF2B5EF4-FFF2-40B4-BE49-F238E27FC236}">
                    <a16:creationId xmlns:a16="http://schemas.microsoft.com/office/drawing/2014/main" id="{33ADC536-8F86-4B8F-B16B-927BBEB27690}"/>
                  </a:ext>
                </a:extLst>
              </p:cNvPr>
              <p:cNvSpPr/>
              <p:nvPr/>
            </p:nvSpPr>
            <p:spPr>
              <a:xfrm>
                <a:off x="40143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7" name="椭圆 11666">
                <a:extLst>
                  <a:ext uri="{FF2B5EF4-FFF2-40B4-BE49-F238E27FC236}">
                    <a16:creationId xmlns:a16="http://schemas.microsoft.com/office/drawing/2014/main" id="{37E401DC-25C8-48F6-ACE0-69033F3620BA}"/>
                  </a:ext>
                </a:extLst>
              </p:cNvPr>
              <p:cNvSpPr/>
              <p:nvPr/>
            </p:nvSpPr>
            <p:spPr>
              <a:xfrm>
                <a:off x="4049322"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8" name="椭圆 11667">
                <a:extLst>
                  <a:ext uri="{FF2B5EF4-FFF2-40B4-BE49-F238E27FC236}">
                    <a16:creationId xmlns:a16="http://schemas.microsoft.com/office/drawing/2014/main" id="{670CC9D1-986E-479F-9E7B-3E4F86F2ABAB}"/>
                  </a:ext>
                </a:extLst>
              </p:cNvPr>
              <p:cNvSpPr/>
              <p:nvPr/>
            </p:nvSpPr>
            <p:spPr>
              <a:xfrm>
                <a:off x="396978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9" name="椭圆 11668">
                <a:extLst>
                  <a:ext uri="{FF2B5EF4-FFF2-40B4-BE49-F238E27FC236}">
                    <a16:creationId xmlns:a16="http://schemas.microsoft.com/office/drawing/2014/main" id="{D63952F5-659C-43CF-8C54-7E4E0797B396}"/>
                  </a:ext>
                </a:extLst>
              </p:cNvPr>
              <p:cNvSpPr/>
              <p:nvPr/>
            </p:nvSpPr>
            <p:spPr>
              <a:xfrm>
                <a:off x="3996688"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0" name="椭圆 11669">
                <a:extLst>
                  <a:ext uri="{FF2B5EF4-FFF2-40B4-BE49-F238E27FC236}">
                    <a16:creationId xmlns:a16="http://schemas.microsoft.com/office/drawing/2014/main" id="{210275EA-A00C-41C4-9D31-C225904D3E7D}"/>
                  </a:ext>
                </a:extLst>
              </p:cNvPr>
              <p:cNvSpPr/>
              <p:nvPr/>
            </p:nvSpPr>
            <p:spPr>
              <a:xfrm>
                <a:off x="392845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1" name="椭圆 11670">
                <a:extLst>
                  <a:ext uri="{FF2B5EF4-FFF2-40B4-BE49-F238E27FC236}">
                    <a16:creationId xmlns:a16="http://schemas.microsoft.com/office/drawing/2014/main" id="{C0D81651-AD83-44C2-85F7-FD03B0932BEA}"/>
                  </a:ext>
                </a:extLst>
              </p:cNvPr>
              <p:cNvSpPr/>
              <p:nvPr/>
            </p:nvSpPr>
            <p:spPr>
              <a:xfrm>
                <a:off x="3916968"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2" name="椭圆 11671">
                <a:extLst>
                  <a:ext uri="{FF2B5EF4-FFF2-40B4-BE49-F238E27FC236}">
                    <a16:creationId xmlns:a16="http://schemas.microsoft.com/office/drawing/2014/main" id="{A65C289C-BA61-4FF6-BFF2-B570C2796942}"/>
                  </a:ext>
                </a:extLst>
              </p:cNvPr>
              <p:cNvSpPr/>
              <p:nvPr/>
            </p:nvSpPr>
            <p:spPr>
              <a:xfrm>
                <a:off x="40266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3" name="椭圆 11672">
                <a:extLst>
                  <a:ext uri="{FF2B5EF4-FFF2-40B4-BE49-F238E27FC236}">
                    <a16:creationId xmlns:a16="http://schemas.microsoft.com/office/drawing/2014/main" id="{91E74A1F-2706-411C-9F3C-3167029A5985}"/>
                  </a:ext>
                </a:extLst>
              </p:cNvPr>
              <p:cNvSpPr/>
              <p:nvPr/>
            </p:nvSpPr>
            <p:spPr>
              <a:xfrm>
                <a:off x="40461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4" name="椭圆 11673">
                <a:extLst>
                  <a:ext uri="{FF2B5EF4-FFF2-40B4-BE49-F238E27FC236}">
                    <a16:creationId xmlns:a16="http://schemas.microsoft.com/office/drawing/2014/main" id="{35457D8D-2830-4663-A2D4-7F997D31ABEC}"/>
                  </a:ext>
                </a:extLst>
              </p:cNvPr>
              <p:cNvSpPr/>
              <p:nvPr/>
            </p:nvSpPr>
            <p:spPr>
              <a:xfrm>
                <a:off x="39103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5" name="椭圆 11674">
                <a:extLst>
                  <a:ext uri="{FF2B5EF4-FFF2-40B4-BE49-F238E27FC236}">
                    <a16:creationId xmlns:a16="http://schemas.microsoft.com/office/drawing/2014/main" id="{A39769D2-65DC-4124-A3CB-80C1D48CDCD7}"/>
                  </a:ext>
                </a:extLst>
              </p:cNvPr>
              <p:cNvSpPr/>
              <p:nvPr/>
            </p:nvSpPr>
            <p:spPr>
              <a:xfrm>
                <a:off x="3966701"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6" name="椭圆 11675">
                <a:extLst>
                  <a:ext uri="{FF2B5EF4-FFF2-40B4-BE49-F238E27FC236}">
                    <a16:creationId xmlns:a16="http://schemas.microsoft.com/office/drawing/2014/main" id="{324B31D2-DD55-4CF3-9186-05BA3A66EAC8}"/>
                  </a:ext>
                </a:extLst>
              </p:cNvPr>
              <p:cNvSpPr/>
              <p:nvPr/>
            </p:nvSpPr>
            <p:spPr>
              <a:xfrm>
                <a:off x="396802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7" name="椭圆 11676">
                <a:extLst>
                  <a:ext uri="{FF2B5EF4-FFF2-40B4-BE49-F238E27FC236}">
                    <a16:creationId xmlns:a16="http://schemas.microsoft.com/office/drawing/2014/main" id="{BF3E43C9-4F9A-4B2B-9365-A5A643250931}"/>
                  </a:ext>
                </a:extLst>
              </p:cNvPr>
              <p:cNvSpPr/>
              <p:nvPr/>
            </p:nvSpPr>
            <p:spPr>
              <a:xfrm>
                <a:off x="40156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8" name="椭圆 11677">
                <a:extLst>
                  <a:ext uri="{FF2B5EF4-FFF2-40B4-BE49-F238E27FC236}">
                    <a16:creationId xmlns:a16="http://schemas.microsoft.com/office/drawing/2014/main" id="{BB42D450-D461-4D23-9956-543CEFDE1D06}"/>
                  </a:ext>
                </a:extLst>
              </p:cNvPr>
              <p:cNvSpPr/>
              <p:nvPr/>
            </p:nvSpPr>
            <p:spPr>
              <a:xfrm>
                <a:off x="4006525"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9" name="椭圆 11678">
                <a:extLst>
                  <a:ext uri="{FF2B5EF4-FFF2-40B4-BE49-F238E27FC236}">
                    <a16:creationId xmlns:a16="http://schemas.microsoft.com/office/drawing/2014/main" id="{42D94AF1-3E49-4C79-BE5A-09D2D09A9EA5}"/>
                  </a:ext>
                </a:extLst>
              </p:cNvPr>
              <p:cNvSpPr/>
              <p:nvPr/>
            </p:nvSpPr>
            <p:spPr>
              <a:xfrm>
                <a:off x="407229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0" name="椭圆 11679">
                <a:extLst>
                  <a:ext uri="{FF2B5EF4-FFF2-40B4-BE49-F238E27FC236}">
                    <a16:creationId xmlns:a16="http://schemas.microsoft.com/office/drawing/2014/main" id="{2E611611-25E8-460E-A45D-4726AF2867A0}"/>
                  </a:ext>
                </a:extLst>
              </p:cNvPr>
              <p:cNvSpPr/>
              <p:nvPr/>
            </p:nvSpPr>
            <p:spPr>
              <a:xfrm>
                <a:off x="40248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1" name="椭圆 11680">
                <a:extLst>
                  <a:ext uri="{FF2B5EF4-FFF2-40B4-BE49-F238E27FC236}">
                    <a16:creationId xmlns:a16="http://schemas.microsoft.com/office/drawing/2014/main" id="{3F1BF119-382E-4170-A892-336A511D2C1E}"/>
                  </a:ext>
                </a:extLst>
              </p:cNvPr>
              <p:cNvSpPr/>
              <p:nvPr/>
            </p:nvSpPr>
            <p:spPr>
              <a:xfrm>
                <a:off x="412173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2" name="椭圆 11681">
                <a:extLst>
                  <a:ext uri="{FF2B5EF4-FFF2-40B4-BE49-F238E27FC236}">
                    <a16:creationId xmlns:a16="http://schemas.microsoft.com/office/drawing/2014/main" id="{AFF6AAAC-650F-48DC-8E57-E617321A7DC3}"/>
                  </a:ext>
                </a:extLst>
              </p:cNvPr>
              <p:cNvSpPr/>
              <p:nvPr/>
            </p:nvSpPr>
            <p:spPr>
              <a:xfrm>
                <a:off x="4007479"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3" name="椭圆 11682">
                <a:extLst>
                  <a:ext uri="{FF2B5EF4-FFF2-40B4-BE49-F238E27FC236}">
                    <a16:creationId xmlns:a16="http://schemas.microsoft.com/office/drawing/2014/main" id="{558B4056-2DEF-43CD-91C7-F4684AAF1CCB}"/>
                  </a:ext>
                </a:extLst>
              </p:cNvPr>
              <p:cNvSpPr/>
              <p:nvPr/>
            </p:nvSpPr>
            <p:spPr>
              <a:xfrm>
                <a:off x="401203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4" name="椭圆 11683">
                <a:extLst>
                  <a:ext uri="{FF2B5EF4-FFF2-40B4-BE49-F238E27FC236}">
                    <a16:creationId xmlns:a16="http://schemas.microsoft.com/office/drawing/2014/main" id="{F9C8D8CE-0821-47FC-A712-8AD6552A89E4}"/>
                  </a:ext>
                </a:extLst>
              </p:cNvPr>
              <p:cNvSpPr/>
              <p:nvPr/>
            </p:nvSpPr>
            <p:spPr>
              <a:xfrm>
                <a:off x="40467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5" name="椭圆 11684">
                <a:extLst>
                  <a:ext uri="{FF2B5EF4-FFF2-40B4-BE49-F238E27FC236}">
                    <a16:creationId xmlns:a16="http://schemas.microsoft.com/office/drawing/2014/main" id="{FCEE0472-FD01-485A-815D-751238562457}"/>
                  </a:ext>
                </a:extLst>
              </p:cNvPr>
              <p:cNvSpPr/>
              <p:nvPr/>
            </p:nvSpPr>
            <p:spPr>
              <a:xfrm>
                <a:off x="400428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6" name="椭圆 11685">
                <a:extLst>
                  <a:ext uri="{FF2B5EF4-FFF2-40B4-BE49-F238E27FC236}">
                    <a16:creationId xmlns:a16="http://schemas.microsoft.com/office/drawing/2014/main" id="{27BC9A28-E418-4AFE-8089-CAA7045A9638}"/>
                  </a:ext>
                </a:extLst>
              </p:cNvPr>
              <p:cNvSpPr/>
              <p:nvPr/>
            </p:nvSpPr>
            <p:spPr>
              <a:xfrm>
                <a:off x="4056919"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7" name="椭圆 11686">
                <a:extLst>
                  <a:ext uri="{FF2B5EF4-FFF2-40B4-BE49-F238E27FC236}">
                    <a16:creationId xmlns:a16="http://schemas.microsoft.com/office/drawing/2014/main" id="{57E55067-09A9-4D09-A4BD-65F670634251}"/>
                  </a:ext>
                </a:extLst>
              </p:cNvPr>
              <p:cNvSpPr/>
              <p:nvPr/>
            </p:nvSpPr>
            <p:spPr>
              <a:xfrm>
                <a:off x="4130914"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8" name="椭圆 11687">
                <a:extLst>
                  <a:ext uri="{FF2B5EF4-FFF2-40B4-BE49-F238E27FC236}">
                    <a16:creationId xmlns:a16="http://schemas.microsoft.com/office/drawing/2014/main" id="{37A559B3-331B-4F0A-AFBD-BB6BEE802849}"/>
                  </a:ext>
                </a:extLst>
              </p:cNvPr>
              <p:cNvSpPr/>
              <p:nvPr/>
            </p:nvSpPr>
            <p:spPr>
              <a:xfrm>
                <a:off x="4114434"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9" name="椭圆 11688">
                <a:extLst>
                  <a:ext uri="{FF2B5EF4-FFF2-40B4-BE49-F238E27FC236}">
                    <a16:creationId xmlns:a16="http://schemas.microsoft.com/office/drawing/2014/main" id="{332808D8-B90F-41A8-B6E2-1FE89AA5576F}"/>
                  </a:ext>
                </a:extLst>
              </p:cNvPr>
              <p:cNvSpPr/>
              <p:nvPr/>
            </p:nvSpPr>
            <p:spPr>
              <a:xfrm>
                <a:off x="397283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0" name="椭圆 11689">
                <a:extLst>
                  <a:ext uri="{FF2B5EF4-FFF2-40B4-BE49-F238E27FC236}">
                    <a16:creationId xmlns:a16="http://schemas.microsoft.com/office/drawing/2014/main" id="{84B70615-22CC-4700-A8AE-B591B76CB777}"/>
                  </a:ext>
                </a:extLst>
              </p:cNvPr>
              <p:cNvSpPr/>
              <p:nvPr/>
            </p:nvSpPr>
            <p:spPr>
              <a:xfrm>
                <a:off x="396960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1" name="椭圆 11690">
                <a:extLst>
                  <a:ext uri="{FF2B5EF4-FFF2-40B4-BE49-F238E27FC236}">
                    <a16:creationId xmlns:a16="http://schemas.microsoft.com/office/drawing/2014/main" id="{D78ED99E-BF7E-4FD3-A759-F9512B9ABC31}"/>
                  </a:ext>
                </a:extLst>
              </p:cNvPr>
              <p:cNvSpPr/>
              <p:nvPr/>
            </p:nvSpPr>
            <p:spPr>
              <a:xfrm>
                <a:off x="4002378"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2" name="椭圆 11691">
                <a:extLst>
                  <a:ext uri="{FF2B5EF4-FFF2-40B4-BE49-F238E27FC236}">
                    <a16:creationId xmlns:a16="http://schemas.microsoft.com/office/drawing/2014/main" id="{716D3FE6-B455-4B00-8183-D8D2CA91839D}"/>
                  </a:ext>
                </a:extLst>
              </p:cNvPr>
              <p:cNvSpPr/>
              <p:nvPr/>
            </p:nvSpPr>
            <p:spPr>
              <a:xfrm>
                <a:off x="3895019"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3" name="椭圆 11692">
                <a:extLst>
                  <a:ext uri="{FF2B5EF4-FFF2-40B4-BE49-F238E27FC236}">
                    <a16:creationId xmlns:a16="http://schemas.microsoft.com/office/drawing/2014/main" id="{523E29C4-D3BE-4F4D-AEFC-DC3034A0CB3D}"/>
                  </a:ext>
                </a:extLst>
              </p:cNvPr>
              <p:cNvSpPr/>
              <p:nvPr/>
            </p:nvSpPr>
            <p:spPr>
              <a:xfrm>
                <a:off x="396457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4" name="椭圆 11693">
                <a:extLst>
                  <a:ext uri="{FF2B5EF4-FFF2-40B4-BE49-F238E27FC236}">
                    <a16:creationId xmlns:a16="http://schemas.microsoft.com/office/drawing/2014/main" id="{0C7BC996-08C5-4D79-B7E6-C8984C7FD3AE}"/>
                  </a:ext>
                </a:extLst>
              </p:cNvPr>
              <p:cNvSpPr/>
              <p:nvPr/>
            </p:nvSpPr>
            <p:spPr>
              <a:xfrm>
                <a:off x="3936237"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5" name="椭圆 11694">
                <a:extLst>
                  <a:ext uri="{FF2B5EF4-FFF2-40B4-BE49-F238E27FC236}">
                    <a16:creationId xmlns:a16="http://schemas.microsoft.com/office/drawing/2014/main" id="{D5EB16BC-C380-4551-84F8-8B42B79326D8}"/>
                  </a:ext>
                </a:extLst>
              </p:cNvPr>
              <p:cNvSpPr/>
              <p:nvPr/>
            </p:nvSpPr>
            <p:spPr>
              <a:xfrm>
                <a:off x="39483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6" name="椭圆 11695">
                <a:extLst>
                  <a:ext uri="{FF2B5EF4-FFF2-40B4-BE49-F238E27FC236}">
                    <a16:creationId xmlns:a16="http://schemas.microsoft.com/office/drawing/2014/main" id="{FF6F4863-F6A6-46DB-810A-08C0EAEAC6E2}"/>
                  </a:ext>
                </a:extLst>
              </p:cNvPr>
              <p:cNvSpPr/>
              <p:nvPr/>
            </p:nvSpPr>
            <p:spPr>
              <a:xfrm>
                <a:off x="4011003" y="29688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7" name="椭圆 11696">
                <a:extLst>
                  <a:ext uri="{FF2B5EF4-FFF2-40B4-BE49-F238E27FC236}">
                    <a16:creationId xmlns:a16="http://schemas.microsoft.com/office/drawing/2014/main" id="{80757838-4A1C-4316-B72A-0743610E503C}"/>
                  </a:ext>
                </a:extLst>
              </p:cNvPr>
              <p:cNvSpPr/>
              <p:nvPr/>
            </p:nvSpPr>
            <p:spPr>
              <a:xfrm>
                <a:off x="399367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8" name="椭圆 11697">
                <a:extLst>
                  <a:ext uri="{FF2B5EF4-FFF2-40B4-BE49-F238E27FC236}">
                    <a16:creationId xmlns:a16="http://schemas.microsoft.com/office/drawing/2014/main" id="{8784437E-C1E0-4761-9CD6-20EA53494C67}"/>
                  </a:ext>
                </a:extLst>
              </p:cNvPr>
              <p:cNvSpPr/>
              <p:nvPr/>
            </p:nvSpPr>
            <p:spPr>
              <a:xfrm>
                <a:off x="404678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9" name="椭圆 11698">
                <a:extLst>
                  <a:ext uri="{FF2B5EF4-FFF2-40B4-BE49-F238E27FC236}">
                    <a16:creationId xmlns:a16="http://schemas.microsoft.com/office/drawing/2014/main" id="{FD3FC305-A838-4FEF-BF61-FADCD7068BA1}"/>
                  </a:ext>
                </a:extLst>
              </p:cNvPr>
              <p:cNvSpPr/>
              <p:nvPr/>
            </p:nvSpPr>
            <p:spPr>
              <a:xfrm>
                <a:off x="396637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0" name="椭圆 11699">
                <a:extLst>
                  <a:ext uri="{FF2B5EF4-FFF2-40B4-BE49-F238E27FC236}">
                    <a16:creationId xmlns:a16="http://schemas.microsoft.com/office/drawing/2014/main" id="{ABAE5A34-303D-446A-9DB1-C14DCE433B1A}"/>
                  </a:ext>
                </a:extLst>
              </p:cNvPr>
              <p:cNvSpPr/>
              <p:nvPr/>
            </p:nvSpPr>
            <p:spPr>
              <a:xfrm>
                <a:off x="4079272"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1" name="椭圆 11700">
                <a:extLst>
                  <a:ext uri="{FF2B5EF4-FFF2-40B4-BE49-F238E27FC236}">
                    <a16:creationId xmlns:a16="http://schemas.microsoft.com/office/drawing/2014/main" id="{1AACF379-1257-404A-BE6F-A86ADAC77091}"/>
                  </a:ext>
                </a:extLst>
              </p:cNvPr>
              <p:cNvSpPr/>
              <p:nvPr/>
            </p:nvSpPr>
            <p:spPr>
              <a:xfrm>
                <a:off x="4171986"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2" name="椭圆 11701">
                <a:extLst>
                  <a:ext uri="{FF2B5EF4-FFF2-40B4-BE49-F238E27FC236}">
                    <a16:creationId xmlns:a16="http://schemas.microsoft.com/office/drawing/2014/main" id="{486F2554-BB90-4382-B6E0-CBE1BBDFB397}"/>
                  </a:ext>
                </a:extLst>
              </p:cNvPr>
              <p:cNvSpPr/>
              <p:nvPr/>
            </p:nvSpPr>
            <p:spPr>
              <a:xfrm>
                <a:off x="400751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3" name="椭圆 11702">
                <a:extLst>
                  <a:ext uri="{FF2B5EF4-FFF2-40B4-BE49-F238E27FC236}">
                    <a16:creationId xmlns:a16="http://schemas.microsoft.com/office/drawing/2014/main" id="{5705980E-8BD3-4120-8B02-4632633B5FD2}"/>
                  </a:ext>
                </a:extLst>
              </p:cNvPr>
              <p:cNvSpPr/>
              <p:nvPr/>
            </p:nvSpPr>
            <p:spPr>
              <a:xfrm>
                <a:off x="3907315" y="29663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4" name="椭圆 11703">
                <a:extLst>
                  <a:ext uri="{FF2B5EF4-FFF2-40B4-BE49-F238E27FC236}">
                    <a16:creationId xmlns:a16="http://schemas.microsoft.com/office/drawing/2014/main" id="{4ED4CF8C-6C01-4AD6-8548-2A2C03BD5821}"/>
                  </a:ext>
                </a:extLst>
              </p:cNvPr>
              <p:cNvSpPr/>
              <p:nvPr/>
            </p:nvSpPr>
            <p:spPr>
              <a:xfrm>
                <a:off x="3825429" y="29879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5" name="椭圆 11704">
                <a:extLst>
                  <a:ext uri="{FF2B5EF4-FFF2-40B4-BE49-F238E27FC236}">
                    <a16:creationId xmlns:a16="http://schemas.microsoft.com/office/drawing/2014/main" id="{E0439A39-4EBA-41AE-B8A2-DBE816DF9BB8}"/>
                  </a:ext>
                </a:extLst>
              </p:cNvPr>
              <p:cNvSpPr/>
              <p:nvPr/>
            </p:nvSpPr>
            <p:spPr>
              <a:xfrm>
                <a:off x="3586891" y="275144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6" name="椭圆 11705">
                <a:extLst>
                  <a:ext uri="{FF2B5EF4-FFF2-40B4-BE49-F238E27FC236}">
                    <a16:creationId xmlns:a16="http://schemas.microsoft.com/office/drawing/2014/main" id="{A7324F42-2B6F-4507-B479-89D252EFE954}"/>
                  </a:ext>
                </a:extLst>
              </p:cNvPr>
              <p:cNvSpPr/>
              <p:nvPr/>
            </p:nvSpPr>
            <p:spPr>
              <a:xfrm>
                <a:off x="3915647"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7" name="椭圆 11706">
                <a:extLst>
                  <a:ext uri="{FF2B5EF4-FFF2-40B4-BE49-F238E27FC236}">
                    <a16:creationId xmlns:a16="http://schemas.microsoft.com/office/drawing/2014/main" id="{B52C6B82-3A44-4B43-B17E-17B22EC3569F}"/>
                  </a:ext>
                </a:extLst>
              </p:cNvPr>
              <p:cNvSpPr/>
              <p:nvPr/>
            </p:nvSpPr>
            <p:spPr>
              <a:xfrm>
                <a:off x="398806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8" name="椭圆 11707">
                <a:extLst>
                  <a:ext uri="{FF2B5EF4-FFF2-40B4-BE49-F238E27FC236}">
                    <a16:creationId xmlns:a16="http://schemas.microsoft.com/office/drawing/2014/main" id="{8EADF115-0836-4385-B18D-04EBC020E939}"/>
                  </a:ext>
                </a:extLst>
              </p:cNvPr>
              <p:cNvSpPr/>
              <p:nvPr/>
            </p:nvSpPr>
            <p:spPr>
              <a:xfrm>
                <a:off x="40418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9" name="椭圆 11708">
                <a:extLst>
                  <a:ext uri="{FF2B5EF4-FFF2-40B4-BE49-F238E27FC236}">
                    <a16:creationId xmlns:a16="http://schemas.microsoft.com/office/drawing/2014/main" id="{E0FFDAA5-97F4-4EB5-9CA0-8BA8119F106F}"/>
                  </a:ext>
                </a:extLst>
              </p:cNvPr>
              <p:cNvSpPr/>
              <p:nvPr/>
            </p:nvSpPr>
            <p:spPr>
              <a:xfrm>
                <a:off x="40132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0" name="椭圆 11709">
                <a:extLst>
                  <a:ext uri="{FF2B5EF4-FFF2-40B4-BE49-F238E27FC236}">
                    <a16:creationId xmlns:a16="http://schemas.microsoft.com/office/drawing/2014/main" id="{0D0A0AD7-00A8-49BF-B21A-B6286BA4EE9A}"/>
                  </a:ext>
                </a:extLst>
              </p:cNvPr>
              <p:cNvSpPr/>
              <p:nvPr/>
            </p:nvSpPr>
            <p:spPr>
              <a:xfrm>
                <a:off x="4009351" y="2967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1" name="椭圆 11710">
                <a:extLst>
                  <a:ext uri="{FF2B5EF4-FFF2-40B4-BE49-F238E27FC236}">
                    <a16:creationId xmlns:a16="http://schemas.microsoft.com/office/drawing/2014/main" id="{44986304-6495-4950-A401-78FA27B55966}"/>
                  </a:ext>
                </a:extLst>
              </p:cNvPr>
              <p:cNvSpPr/>
              <p:nvPr/>
            </p:nvSpPr>
            <p:spPr>
              <a:xfrm>
                <a:off x="4015811"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2" name="椭圆 11711">
                <a:extLst>
                  <a:ext uri="{FF2B5EF4-FFF2-40B4-BE49-F238E27FC236}">
                    <a16:creationId xmlns:a16="http://schemas.microsoft.com/office/drawing/2014/main" id="{6250138F-E7E0-4EBB-A602-3949C6A63986}"/>
                  </a:ext>
                </a:extLst>
              </p:cNvPr>
              <p:cNvSpPr/>
              <p:nvPr/>
            </p:nvSpPr>
            <p:spPr>
              <a:xfrm>
                <a:off x="4181676"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3" name="椭圆 11712">
                <a:extLst>
                  <a:ext uri="{FF2B5EF4-FFF2-40B4-BE49-F238E27FC236}">
                    <a16:creationId xmlns:a16="http://schemas.microsoft.com/office/drawing/2014/main" id="{71118B5F-A339-4460-A8EA-E9AEBD8A7B0F}"/>
                  </a:ext>
                </a:extLst>
              </p:cNvPr>
              <p:cNvSpPr/>
              <p:nvPr/>
            </p:nvSpPr>
            <p:spPr>
              <a:xfrm>
                <a:off x="399955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4" name="椭圆 11713">
                <a:extLst>
                  <a:ext uri="{FF2B5EF4-FFF2-40B4-BE49-F238E27FC236}">
                    <a16:creationId xmlns:a16="http://schemas.microsoft.com/office/drawing/2014/main" id="{76A92DAA-6CBF-464F-B459-5DABBEAEC75A}"/>
                  </a:ext>
                </a:extLst>
              </p:cNvPr>
              <p:cNvSpPr/>
              <p:nvPr/>
            </p:nvSpPr>
            <p:spPr>
              <a:xfrm>
                <a:off x="407229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5" name="椭圆 11714">
                <a:extLst>
                  <a:ext uri="{FF2B5EF4-FFF2-40B4-BE49-F238E27FC236}">
                    <a16:creationId xmlns:a16="http://schemas.microsoft.com/office/drawing/2014/main" id="{2B452D21-F286-43B3-A9BB-034F9D368043}"/>
                  </a:ext>
                </a:extLst>
              </p:cNvPr>
              <p:cNvSpPr/>
              <p:nvPr/>
            </p:nvSpPr>
            <p:spPr>
              <a:xfrm>
                <a:off x="4191806"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6" name="椭圆 11715">
                <a:extLst>
                  <a:ext uri="{FF2B5EF4-FFF2-40B4-BE49-F238E27FC236}">
                    <a16:creationId xmlns:a16="http://schemas.microsoft.com/office/drawing/2014/main" id="{3D8FFDCF-9DC9-46FB-A339-ACB173E706C3}"/>
                  </a:ext>
                </a:extLst>
              </p:cNvPr>
              <p:cNvSpPr/>
              <p:nvPr/>
            </p:nvSpPr>
            <p:spPr>
              <a:xfrm>
                <a:off x="4191806"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7" name="椭圆 11716">
                <a:extLst>
                  <a:ext uri="{FF2B5EF4-FFF2-40B4-BE49-F238E27FC236}">
                    <a16:creationId xmlns:a16="http://schemas.microsoft.com/office/drawing/2014/main" id="{E541FCEC-9AC7-406D-B395-60B3DC3C4CC3}"/>
                  </a:ext>
                </a:extLst>
              </p:cNvPr>
              <p:cNvSpPr/>
              <p:nvPr/>
            </p:nvSpPr>
            <p:spPr>
              <a:xfrm>
                <a:off x="39279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8" name="椭圆 11717">
                <a:extLst>
                  <a:ext uri="{FF2B5EF4-FFF2-40B4-BE49-F238E27FC236}">
                    <a16:creationId xmlns:a16="http://schemas.microsoft.com/office/drawing/2014/main" id="{BBA03D3C-E772-4A9B-A85F-01730B2086BF}"/>
                  </a:ext>
                </a:extLst>
              </p:cNvPr>
              <p:cNvSpPr/>
              <p:nvPr/>
            </p:nvSpPr>
            <p:spPr>
              <a:xfrm>
                <a:off x="40007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9" name="椭圆 11718">
                <a:extLst>
                  <a:ext uri="{FF2B5EF4-FFF2-40B4-BE49-F238E27FC236}">
                    <a16:creationId xmlns:a16="http://schemas.microsoft.com/office/drawing/2014/main" id="{2CC07A3B-9895-4127-A852-8C1AB374459B}"/>
                  </a:ext>
                </a:extLst>
              </p:cNvPr>
              <p:cNvSpPr/>
              <p:nvPr/>
            </p:nvSpPr>
            <p:spPr>
              <a:xfrm>
                <a:off x="410709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0" name="椭圆 11719">
                <a:extLst>
                  <a:ext uri="{FF2B5EF4-FFF2-40B4-BE49-F238E27FC236}">
                    <a16:creationId xmlns:a16="http://schemas.microsoft.com/office/drawing/2014/main" id="{88C14322-2CB2-4339-9F98-7C008E104D02}"/>
                  </a:ext>
                </a:extLst>
              </p:cNvPr>
              <p:cNvSpPr/>
              <p:nvPr/>
            </p:nvSpPr>
            <p:spPr>
              <a:xfrm>
                <a:off x="4130254"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1" name="椭圆 11720">
                <a:extLst>
                  <a:ext uri="{FF2B5EF4-FFF2-40B4-BE49-F238E27FC236}">
                    <a16:creationId xmlns:a16="http://schemas.microsoft.com/office/drawing/2014/main" id="{F4A22AA4-C699-41A3-A8A8-496B62EBBD01}"/>
                  </a:ext>
                </a:extLst>
              </p:cNvPr>
              <p:cNvSpPr/>
              <p:nvPr/>
            </p:nvSpPr>
            <p:spPr>
              <a:xfrm>
                <a:off x="401507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2" name="椭圆 11721">
                <a:extLst>
                  <a:ext uri="{FF2B5EF4-FFF2-40B4-BE49-F238E27FC236}">
                    <a16:creationId xmlns:a16="http://schemas.microsoft.com/office/drawing/2014/main" id="{8DDBAE29-D165-491F-B212-C448FDCED846}"/>
                  </a:ext>
                </a:extLst>
              </p:cNvPr>
              <p:cNvSpPr/>
              <p:nvPr/>
            </p:nvSpPr>
            <p:spPr>
              <a:xfrm>
                <a:off x="395994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3" name="椭圆 11722">
                <a:extLst>
                  <a:ext uri="{FF2B5EF4-FFF2-40B4-BE49-F238E27FC236}">
                    <a16:creationId xmlns:a16="http://schemas.microsoft.com/office/drawing/2014/main" id="{1A79DAA7-0CAD-4BD0-9737-71E3F5E00904}"/>
                  </a:ext>
                </a:extLst>
              </p:cNvPr>
              <p:cNvSpPr/>
              <p:nvPr/>
            </p:nvSpPr>
            <p:spPr>
              <a:xfrm>
                <a:off x="4009351"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4" name="椭圆 11723">
                <a:extLst>
                  <a:ext uri="{FF2B5EF4-FFF2-40B4-BE49-F238E27FC236}">
                    <a16:creationId xmlns:a16="http://schemas.microsoft.com/office/drawing/2014/main" id="{AA8F48F6-43A9-4080-AECD-907B1FA00FDB}"/>
                  </a:ext>
                </a:extLst>
              </p:cNvPr>
              <p:cNvSpPr/>
              <p:nvPr/>
            </p:nvSpPr>
            <p:spPr>
              <a:xfrm>
                <a:off x="401639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5" name="椭圆 11724">
                <a:extLst>
                  <a:ext uri="{FF2B5EF4-FFF2-40B4-BE49-F238E27FC236}">
                    <a16:creationId xmlns:a16="http://schemas.microsoft.com/office/drawing/2014/main" id="{714218D6-4E95-4F4E-9178-BAED0BEED965}"/>
                  </a:ext>
                </a:extLst>
              </p:cNvPr>
              <p:cNvSpPr/>
              <p:nvPr/>
            </p:nvSpPr>
            <p:spPr>
              <a:xfrm>
                <a:off x="4110580"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6" name="椭圆 11725">
                <a:extLst>
                  <a:ext uri="{FF2B5EF4-FFF2-40B4-BE49-F238E27FC236}">
                    <a16:creationId xmlns:a16="http://schemas.microsoft.com/office/drawing/2014/main" id="{0453B5EA-2543-425D-8037-86E3637349CD}"/>
                  </a:ext>
                </a:extLst>
              </p:cNvPr>
              <p:cNvSpPr/>
              <p:nvPr/>
            </p:nvSpPr>
            <p:spPr>
              <a:xfrm>
                <a:off x="3889257"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7" name="椭圆 11726">
                <a:extLst>
                  <a:ext uri="{FF2B5EF4-FFF2-40B4-BE49-F238E27FC236}">
                    <a16:creationId xmlns:a16="http://schemas.microsoft.com/office/drawing/2014/main" id="{5579D333-9900-4CF7-A817-C80647E9510A}"/>
                  </a:ext>
                </a:extLst>
              </p:cNvPr>
              <p:cNvSpPr/>
              <p:nvPr/>
            </p:nvSpPr>
            <p:spPr>
              <a:xfrm>
                <a:off x="396725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8" name="椭圆 11727">
                <a:extLst>
                  <a:ext uri="{FF2B5EF4-FFF2-40B4-BE49-F238E27FC236}">
                    <a16:creationId xmlns:a16="http://schemas.microsoft.com/office/drawing/2014/main" id="{B8CD5FF1-51FD-4A43-A653-BB406E43C32B}"/>
                  </a:ext>
                </a:extLst>
              </p:cNvPr>
              <p:cNvSpPr/>
              <p:nvPr/>
            </p:nvSpPr>
            <p:spPr>
              <a:xfrm>
                <a:off x="398156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9" name="椭圆 11728">
                <a:extLst>
                  <a:ext uri="{FF2B5EF4-FFF2-40B4-BE49-F238E27FC236}">
                    <a16:creationId xmlns:a16="http://schemas.microsoft.com/office/drawing/2014/main" id="{C45DEAF6-4497-4680-8622-05551A033BDA}"/>
                  </a:ext>
                </a:extLst>
              </p:cNvPr>
              <p:cNvSpPr/>
              <p:nvPr/>
            </p:nvSpPr>
            <p:spPr>
              <a:xfrm>
                <a:off x="408477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0" name="椭圆 11729">
                <a:extLst>
                  <a:ext uri="{FF2B5EF4-FFF2-40B4-BE49-F238E27FC236}">
                    <a16:creationId xmlns:a16="http://schemas.microsoft.com/office/drawing/2014/main" id="{D2AEA967-6107-4B65-8FD2-EF43A7D6237E}"/>
                  </a:ext>
                </a:extLst>
              </p:cNvPr>
              <p:cNvSpPr/>
              <p:nvPr/>
            </p:nvSpPr>
            <p:spPr>
              <a:xfrm>
                <a:off x="398105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1" name="椭圆 11730">
                <a:extLst>
                  <a:ext uri="{FF2B5EF4-FFF2-40B4-BE49-F238E27FC236}">
                    <a16:creationId xmlns:a16="http://schemas.microsoft.com/office/drawing/2014/main" id="{28F25D5A-6E55-46FF-BA75-3E34542AE56A}"/>
                  </a:ext>
                </a:extLst>
              </p:cNvPr>
              <p:cNvSpPr/>
              <p:nvPr/>
            </p:nvSpPr>
            <p:spPr>
              <a:xfrm>
                <a:off x="391700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2" name="椭圆 11731">
                <a:extLst>
                  <a:ext uri="{FF2B5EF4-FFF2-40B4-BE49-F238E27FC236}">
                    <a16:creationId xmlns:a16="http://schemas.microsoft.com/office/drawing/2014/main" id="{91417E4B-2192-4D8B-8AC0-C3A9B305FD79}"/>
                  </a:ext>
                </a:extLst>
              </p:cNvPr>
              <p:cNvSpPr/>
              <p:nvPr/>
            </p:nvSpPr>
            <p:spPr>
              <a:xfrm>
                <a:off x="400667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3" name="椭圆 11732">
                <a:extLst>
                  <a:ext uri="{FF2B5EF4-FFF2-40B4-BE49-F238E27FC236}">
                    <a16:creationId xmlns:a16="http://schemas.microsoft.com/office/drawing/2014/main" id="{FD50AFF1-CC2B-498C-8CC2-EE176A01B765}"/>
                  </a:ext>
                </a:extLst>
              </p:cNvPr>
              <p:cNvSpPr/>
              <p:nvPr/>
            </p:nvSpPr>
            <p:spPr>
              <a:xfrm>
                <a:off x="400799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4" name="椭圆 11733">
                <a:extLst>
                  <a:ext uri="{FF2B5EF4-FFF2-40B4-BE49-F238E27FC236}">
                    <a16:creationId xmlns:a16="http://schemas.microsoft.com/office/drawing/2014/main" id="{911F6E8E-70A0-4E51-8832-B8CF68EFC449}"/>
                  </a:ext>
                </a:extLst>
              </p:cNvPr>
              <p:cNvSpPr/>
              <p:nvPr/>
            </p:nvSpPr>
            <p:spPr>
              <a:xfrm>
                <a:off x="405702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5" name="椭圆 11734">
                <a:extLst>
                  <a:ext uri="{FF2B5EF4-FFF2-40B4-BE49-F238E27FC236}">
                    <a16:creationId xmlns:a16="http://schemas.microsoft.com/office/drawing/2014/main" id="{5DEA98D4-FC3E-4CB0-A2F9-BC5E8B6B92DE}"/>
                  </a:ext>
                </a:extLst>
              </p:cNvPr>
              <p:cNvSpPr/>
              <p:nvPr/>
            </p:nvSpPr>
            <p:spPr>
              <a:xfrm>
                <a:off x="40087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6" name="椭圆 11735">
                <a:extLst>
                  <a:ext uri="{FF2B5EF4-FFF2-40B4-BE49-F238E27FC236}">
                    <a16:creationId xmlns:a16="http://schemas.microsoft.com/office/drawing/2014/main" id="{16DE7AF9-FD8D-47E5-BCF3-EFFECD576543}"/>
                  </a:ext>
                </a:extLst>
              </p:cNvPr>
              <p:cNvSpPr/>
              <p:nvPr/>
            </p:nvSpPr>
            <p:spPr>
              <a:xfrm>
                <a:off x="408885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7" name="椭圆 11736">
                <a:extLst>
                  <a:ext uri="{FF2B5EF4-FFF2-40B4-BE49-F238E27FC236}">
                    <a16:creationId xmlns:a16="http://schemas.microsoft.com/office/drawing/2014/main" id="{E51B7776-305A-4002-A9E8-BBEC326613BD}"/>
                  </a:ext>
                </a:extLst>
              </p:cNvPr>
              <p:cNvSpPr/>
              <p:nvPr/>
            </p:nvSpPr>
            <p:spPr>
              <a:xfrm>
                <a:off x="40087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8" name="椭圆 11737">
                <a:extLst>
                  <a:ext uri="{FF2B5EF4-FFF2-40B4-BE49-F238E27FC236}">
                    <a16:creationId xmlns:a16="http://schemas.microsoft.com/office/drawing/2014/main" id="{F3C62567-699E-4B89-B543-F023C3123009}"/>
                  </a:ext>
                </a:extLst>
              </p:cNvPr>
              <p:cNvSpPr/>
              <p:nvPr/>
            </p:nvSpPr>
            <p:spPr>
              <a:xfrm>
                <a:off x="412856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9" name="椭圆 11738">
                <a:extLst>
                  <a:ext uri="{FF2B5EF4-FFF2-40B4-BE49-F238E27FC236}">
                    <a16:creationId xmlns:a16="http://schemas.microsoft.com/office/drawing/2014/main" id="{FE3F39A4-D1A1-4A8A-8B5B-9107C6D4B962}"/>
                  </a:ext>
                </a:extLst>
              </p:cNvPr>
              <p:cNvSpPr/>
              <p:nvPr/>
            </p:nvSpPr>
            <p:spPr>
              <a:xfrm>
                <a:off x="401467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0" name="椭圆 11739">
                <a:extLst>
                  <a:ext uri="{FF2B5EF4-FFF2-40B4-BE49-F238E27FC236}">
                    <a16:creationId xmlns:a16="http://schemas.microsoft.com/office/drawing/2014/main" id="{6093DFF2-52E8-4823-B106-B711259798F1}"/>
                  </a:ext>
                </a:extLst>
              </p:cNvPr>
              <p:cNvSpPr/>
              <p:nvPr/>
            </p:nvSpPr>
            <p:spPr>
              <a:xfrm>
                <a:off x="40104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1" name="椭圆 11740">
                <a:extLst>
                  <a:ext uri="{FF2B5EF4-FFF2-40B4-BE49-F238E27FC236}">
                    <a16:creationId xmlns:a16="http://schemas.microsoft.com/office/drawing/2014/main" id="{B6920FD8-B92F-42CD-8D65-58858DCAF250}"/>
                  </a:ext>
                </a:extLst>
              </p:cNvPr>
              <p:cNvSpPr/>
              <p:nvPr/>
            </p:nvSpPr>
            <p:spPr>
              <a:xfrm>
                <a:off x="4031924"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2" name="椭圆 11741">
                <a:extLst>
                  <a:ext uri="{FF2B5EF4-FFF2-40B4-BE49-F238E27FC236}">
                    <a16:creationId xmlns:a16="http://schemas.microsoft.com/office/drawing/2014/main" id="{D966E692-2ADC-4821-9C8D-2BD659A7D5BD}"/>
                  </a:ext>
                </a:extLst>
              </p:cNvPr>
              <p:cNvSpPr/>
              <p:nvPr/>
            </p:nvSpPr>
            <p:spPr>
              <a:xfrm>
                <a:off x="418864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3" name="椭圆 11742">
                <a:extLst>
                  <a:ext uri="{FF2B5EF4-FFF2-40B4-BE49-F238E27FC236}">
                    <a16:creationId xmlns:a16="http://schemas.microsoft.com/office/drawing/2014/main" id="{75212FBA-38DF-4A67-886B-E760319CEB13}"/>
                  </a:ext>
                </a:extLst>
              </p:cNvPr>
              <p:cNvSpPr/>
              <p:nvPr/>
            </p:nvSpPr>
            <p:spPr>
              <a:xfrm>
                <a:off x="40341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4" name="椭圆 11743">
                <a:extLst>
                  <a:ext uri="{FF2B5EF4-FFF2-40B4-BE49-F238E27FC236}">
                    <a16:creationId xmlns:a16="http://schemas.microsoft.com/office/drawing/2014/main" id="{BCFB2BBE-73AF-4B48-B1C6-794D1DEBFD9E}"/>
                  </a:ext>
                </a:extLst>
              </p:cNvPr>
              <p:cNvSpPr/>
              <p:nvPr/>
            </p:nvSpPr>
            <p:spPr>
              <a:xfrm>
                <a:off x="4013352" y="3040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5" name="椭圆 11744">
                <a:extLst>
                  <a:ext uri="{FF2B5EF4-FFF2-40B4-BE49-F238E27FC236}">
                    <a16:creationId xmlns:a16="http://schemas.microsoft.com/office/drawing/2014/main" id="{951559F6-F1B8-4D18-B469-A23F297B423B}"/>
                  </a:ext>
                </a:extLst>
              </p:cNvPr>
              <p:cNvSpPr/>
              <p:nvPr/>
            </p:nvSpPr>
            <p:spPr>
              <a:xfrm>
                <a:off x="4011627"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6" name="椭圆 11745">
                <a:extLst>
                  <a:ext uri="{FF2B5EF4-FFF2-40B4-BE49-F238E27FC236}">
                    <a16:creationId xmlns:a16="http://schemas.microsoft.com/office/drawing/2014/main" id="{A796F5C2-A6C0-455A-880C-6CABBAE35028}"/>
                  </a:ext>
                </a:extLst>
              </p:cNvPr>
              <p:cNvSpPr/>
              <p:nvPr/>
            </p:nvSpPr>
            <p:spPr>
              <a:xfrm>
                <a:off x="3947138" y="3026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7" name="椭圆 11746">
                <a:extLst>
                  <a:ext uri="{FF2B5EF4-FFF2-40B4-BE49-F238E27FC236}">
                    <a16:creationId xmlns:a16="http://schemas.microsoft.com/office/drawing/2014/main" id="{B899A35F-101A-4462-8B1D-3D1275958C42}"/>
                  </a:ext>
                </a:extLst>
              </p:cNvPr>
              <p:cNvSpPr/>
              <p:nvPr/>
            </p:nvSpPr>
            <p:spPr>
              <a:xfrm>
                <a:off x="403247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8" name="椭圆 11747">
                <a:extLst>
                  <a:ext uri="{FF2B5EF4-FFF2-40B4-BE49-F238E27FC236}">
                    <a16:creationId xmlns:a16="http://schemas.microsoft.com/office/drawing/2014/main" id="{67F5F566-5B39-4091-A816-57738EAE7861}"/>
                  </a:ext>
                </a:extLst>
              </p:cNvPr>
              <p:cNvSpPr/>
              <p:nvPr/>
            </p:nvSpPr>
            <p:spPr>
              <a:xfrm>
                <a:off x="409927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9" name="椭圆 11748">
                <a:extLst>
                  <a:ext uri="{FF2B5EF4-FFF2-40B4-BE49-F238E27FC236}">
                    <a16:creationId xmlns:a16="http://schemas.microsoft.com/office/drawing/2014/main" id="{AD1313BE-124F-494C-B2E6-21ACD1B533F1}"/>
                  </a:ext>
                </a:extLst>
              </p:cNvPr>
              <p:cNvSpPr/>
              <p:nvPr/>
            </p:nvSpPr>
            <p:spPr>
              <a:xfrm>
                <a:off x="4097294" y="29761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0" name="椭圆 11749">
                <a:extLst>
                  <a:ext uri="{FF2B5EF4-FFF2-40B4-BE49-F238E27FC236}">
                    <a16:creationId xmlns:a16="http://schemas.microsoft.com/office/drawing/2014/main" id="{B71CB7A8-F0C9-4273-B380-86B40A603D5E}"/>
                  </a:ext>
                </a:extLst>
              </p:cNvPr>
              <p:cNvSpPr/>
              <p:nvPr/>
            </p:nvSpPr>
            <p:spPr>
              <a:xfrm>
                <a:off x="4002304" y="30169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1" name="椭圆 11750">
                <a:extLst>
                  <a:ext uri="{FF2B5EF4-FFF2-40B4-BE49-F238E27FC236}">
                    <a16:creationId xmlns:a16="http://schemas.microsoft.com/office/drawing/2014/main" id="{28AE312A-1B6E-48B3-A0F0-45687B21C8EE}"/>
                  </a:ext>
                </a:extLst>
              </p:cNvPr>
              <p:cNvSpPr/>
              <p:nvPr/>
            </p:nvSpPr>
            <p:spPr>
              <a:xfrm>
                <a:off x="406958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2" name="椭圆 11751">
                <a:extLst>
                  <a:ext uri="{FF2B5EF4-FFF2-40B4-BE49-F238E27FC236}">
                    <a16:creationId xmlns:a16="http://schemas.microsoft.com/office/drawing/2014/main" id="{732E7557-F724-4896-AB5C-AA4CFD6C08FD}"/>
                  </a:ext>
                </a:extLst>
              </p:cNvPr>
              <p:cNvSpPr/>
              <p:nvPr/>
            </p:nvSpPr>
            <p:spPr>
              <a:xfrm>
                <a:off x="402065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3" name="椭圆 11752">
                <a:extLst>
                  <a:ext uri="{FF2B5EF4-FFF2-40B4-BE49-F238E27FC236}">
                    <a16:creationId xmlns:a16="http://schemas.microsoft.com/office/drawing/2014/main" id="{2DFA1366-0746-4D6E-A459-9B338F68CB7F}"/>
                  </a:ext>
                </a:extLst>
              </p:cNvPr>
              <p:cNvSpPr/>
              <p:nvPr/>
            </p:nvSpPr>
            <p:spPr>
              <a:xfrm>
                <a:off x="401449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4" name="椭圆 11753">
                <a:extLst>
                  <a:ext uri="{FF2B5EF4-FFF2-40B4-BE49-F238E27FC236}">
                    <a16:creationId xmlns:a16="http://schemas.microsoft.com/office/drawing/2014/main" id="{A8E5CCEC-D6EC-4EF4-8D44-7BFF818AAFC2}"/>
                  </a:ext>
                </a:extLst>
              </p:cNvPr>
              <p:cNvSpPr/>
              <p:nvPr/>
            </p:nvSpPr>
            <p:spPr>
              <a:xfrm>
                <a:off x="39631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5" name="椭圆 11754">
                <a:extLst>
                  <a:ext uri="{FF2B5EF4-FFF2-40B4-BE49-F238E27FC236}">
                    <a16:creationId xmlns:a16="http://schemas.microsoft.com/office/drawing/2014/main" id="{D2D94472-BA33-4255-BC59-865103B6B298}"/>
                  </a:ext>
                </a:extLst>
              </p:cNvPr>
              <p:cNvSpPr/>
              <p:nvPr/>
            </p:nvSpPr>
            <p:spPr>
              <a:xfrm>
                <a:off x="401089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6" name="椭圆 11755">
                <a:extLst>
                  <a:ext uri="{FF2B5EF4-FFF2-40B4-BE49-F238E27FC236}">
                    <a16:creationId xmlns:a16="http://schemas.microsoft.com/office/drawing/2014/main" id="{9E0BBF16-2A86-40A2-9EC9-2B672E17B473}"/>
                  </a:ext>
                </a:extLst>
              </p:cNvPr>
              <p:cNvSpPr/>
              <p:nvPr/>
            </p:nvSpPr>
            <p:spPr>
              <a:xfrm>
                <a:off x="407508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7" name="椭圆 11756">
                <a:extLst>
                  <a:ext uri="{FF2B5EF4-FFF2-40B4-BE49-F238E27FC236}">
                    <a16:creationId xmlns:a16="http://schemas.microsoft.com/office/drawing/2014/main" id="{357EBB81-DA82-41E3-A6AB-D13C16CB02CC}"/>
                  </a:ext>
                </a:extLst>
              </p:cNvPr>
              <p:cNvSpPr/>
              <p:nvPr/>
            </p:nvSpPr>
            <p:spPr>
              <a:xfrm>
                <a:off x="411157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8" name="椭圆 11757">
                <a:extLst>
                  <a:ext uri="{FF2B5EF4-FFF2-40B4-BE49-F238E27FC236}">
                    <a16:creationId xmlns:a16="http://schemas.microsoft.com/office/drawing/2014/main" id="{6494E6C1-8B65-4389-925F-63C759772B32}"/>
                  </a:ext>
                </a:extLst>
              </p:cNvPr>
              <p:cNvSpPr/>
              <p:nvPr/>
            </p:nvSpPr>
            <p:spPr>
              <a:xfrm>
                <a:off x="3909187" y="2889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9" name="椭圆 11758">
                <a:extLst>
                  <a:ext uri="{FF2B5EF4-FFF2-40B4-BE49-F238E27FC236}">
                    <a16:creationId xmlns:a16="http://schemas.microsoft.com/office/drawing/2014/main" id="{51EC4F67-FEEA-44E5-81E7-47E2725A0AFE}"/>
                  </a:ext>
                </a:extLst>
              </p:cNvPr>
              <p:cNvSpPr/>
              <p:nvPr/>
            </p:nvSpPr>
            <p:spPr>
              <a:xfrm>
                <a:off x="391307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0" name="椭圆 11759">
                <a:extLst>
                  <a:ext uri="{FF2B5EF4-FFF2-40B4-BE49-F238E27FC236}">
                    <a16:creationId xmlns:a16="http://schemas.microsoft.com/office/drawing/2014/main" id="{D3298560-A769-41CD-A9E1-A7318DEC1619}"/>
                  </a:ext>
                </a:extLst>
              </p:cNvPr>
              <p:cNvSpPr/>
              <p:nvPr/>
            </p:nvSpPr>
            <p:spPr>
              <a:xfrm>
                <a:off x="3963105"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1" name="椭圆 11760">
                <a:extLst>
                  <a:ext uri="{FF2B5EF4-FFF2-40B4-BE49-F238E27FC236}">
                    <a16:creationId xmlns:a16="http://schemas.microsoft.com/office/drawing/2014/main" id="{7933A6D9-EC15-468F-8323-5EAF930B6480}"/>
                  </a:ext>
                </a:extLst>
              </p:cNvPr>
              <p:cNvSpPr/>
              <p:nvPr/>
            </p:nvSpPr>
            <p:spPr>
              <a:xfrm>
                <a:off x="4007846"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2" name="椭圆 11761">
                <a:extLst>
                  <a:ext uri="{FF2B5EF4-FFF2-40B4-BE49-F238E27FC236}">
                    <a16:creationId xmlns:a16="http://schemas.microsoft.com/office/drawing/2014/main" id="{734C661C-A3E7-4858-9953-6AF4DBC29DE0}"/>
                  </a:ext>
                </a:extLst>
              </p:cNvPr>
              <p:cNvSpPr/>
              <p:nvPr/>
            </p:nvSpPr>
            <p:spPr>
              <a:xfrm>
                <a:off x="39589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3" name="椭圆 11762">
                <a:extLst>
                  <a:ext uri="{FF2B5EF4-FFF2-40B4-BE49-F238E27FC236}">
                    <a16:creationId xmlns:a16="http://schemas.microsoft.com/office/drawing/2014/main" id="{2669E237-422B-4E0E-A108-A934B72D5709}"/>
                  </a:ext>
                </a:extLst>
              </p:cNvPr>
              <p:cNvSpPr/>
              <p:nvPr/>
            </p:nvSpPr>
            <p:spPr>
              <a:xfrm>
                <a:off x="407479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4" name="椭圆 11763">
                <a:extLst>
                  <a:ext uri="{FF2B5EF4-FFF2-40B4-BE49-F238E27FC236}">
                    <a16:creationId xmlns:a16="http://schemas.microsoft.com/office/drawing/2014/main" id="{1A89B20E-4115-466A-8E89-22EA299203BF}"/>
                  </a:ext>
                </a:extLst>
              </p:cNvPr>
              <p:cNvSpPr/>
              <p:nvPr/>
            </p:nvSpPr>
            <p:spPr>
              <a:xfrm>
                <a:off x="4033649"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5" name="椭圆 11764">
                <a:extLst>
                  <a:ext uri="{FF2B5EF4-FFF2-40B4-BE49-F238E27FC236}">
                    <a16:creationId xmlns:a16="http://schemas.microsoft.com/office/drawing/2014/main" id="{924A7DBB-863E-40E4-A571-369876433791}"/>
                  </a:ext>
                </a:extLst>
              </p:cNvPr>
              <p:cNvSpPr/>
              <p:nvPr/>
            </p:nvSpPr>
            <p:spPr>
              <a:xfrm>
                <a:off x="401482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6" name="椭圆 11765">
                <a:extLst>
                  <a:ext uri="{FF2B5EF4-FFF2-40B4-BE49-F238E27FC236}">
                    <a16:creationId xmlns:a16="http://schemas.microsoft.com/office/drawing/2014/main" id="{3F7A6F73-ABFF-4135-92E2-DF42DDAE73D3}"/>
                  </a:ext>
                </a:extLst>
              </p:cNvPr>
              <p:cNvSpPr/>
              <p:nvPr/>
            </p:nvSpPr>
            <p:spPr>
              <a:xfrm>
                <a:off x="402660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7" name="椭圆 11766">
                <a:extLst>
                  <a:ext uri="{FF2B5EF4-FFF2-40B4-BE49-F238E27FC236}">
                    <a16:creationId xmlns:a16="http://schemas.microsoft.com/office/drawing/2014/main" id="{728C1A58-E24A-47C0-B3D5-951ABE8816D5}"/>
                  </a:ext>
                </a:extLst>
              </p:cNvPr>
              <p:cNvSpPr/>
              <p:nvPr/>
            </p:nvSpPr>
            <p:spPr>
              <a:xfrm>
                <a:off x="41383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8" name="椭圆 11767">
                <a:extLst>
                  <a:ext uri="{FF2B5EF4-FFF2-40B4-BE49-F238E27FC236}">
                    <a16:creationId xmlns:a16="http://schemas.microsoft.com/office/drawing/2014/main" id="{2CE113E5-B704-4884-8ACD-1DEE8CED86DF}"/>
                  </a:ext>
                </a:extLst>
              </p:cNvPr>
              <p:cNvSpPr/>
              <p:nvPr/>
            </p:nvSpPr>
            <p:spPr>
              <a:xfrm>
                <a:off x="40120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9" name="椭圆 11768">
                <a:extLst>
                  <a:ext uri="{FF2B5EF4-FFF2-40B4-BE49-F238E27FC236}">
                    <a16:creationId xmlns:a16="http://schemas.microsoft.com/office/drawing/2014/main" id="{7B1CF7EB-4C32-416E-A7F6-62E63BD95251}"/>
                  </a:ext>
                </a:extLst>
              </p:cNvPr>
              <p:cNvSpPr/>
              <p:nvPr/>
            </p:nvSpPr>
            <p:spPr>
              <a:xfrm>
                <a:off x="4034897"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0" name="椭圆 11769">
                <a:extLst>
                  <a:ext uri="{FF2B5EF4-FFF2-40B4-BE49-F238E27FC236}">
                    <a16:creationId xmlns:a16="http://schemas.microsoft.com/office/drawing/2014/main" id="{1FECCAF9-B7D4-446F-ACBF-6E20EFEFA5AE}"/>
                  </a:ext>
                </a:extLst>
              </p:cNvPr>
              <p:cNvSpPr/>
              <p:nvPr/>
            </p:nvSpPr>
            <p:spPr>
              <a:xfrm>
                <a:off x="3984356" y="25546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1" name="椭圆 11770">
                <a:extLst>
                  <a:ext uri="{FF2B5EF4-FFF2-40B4-BE49-F238E27FC236}">
                    <a16:creationId xmlns:a16="http://schemas.microsoft.com/office/drawing/2014/main" id="{7D64CAB2-535B-4FD4-A217-9A7CAEE6624C}"/>
                  </a:ext>
                </a:extLst>
              </p:cNvPr>
              <p:cNvSpPr/>
              <p:nvPr/>
            </p:nvSpPr>
            <p:spPr>
              <a:xfrm>
                <a:off x="39857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2" name="椭圆 11771">
                <a:extLst>
                  <a:ext uri="{FF2B5EF4-FFF2-40B4-BE49-F238E27FC236}">
                    <a16:creationId xmlns:a16="http://schemas.microsoft.com/office/drawing/2014/main" id="{393D2723-F0B2-4717-8A1D-26813DCB2678}"/>
                  </a:ext>
                </a:extLst>
              </p:cNvPr>
              <p:cNvSpPr/>
              <p:nvPr/>
            </p:nvSpPr>
            <p:spPr>
              <a:xfrm>
                <a:off x="4023592"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3" name="椭圆 11772">
                <a:extLst>
                  <a:ext uri="{FF2B5EF4-FFF2-40B4-BE49-F238E27FC236}">
                    <a16:creationId xmlns:a16="http://schemas.microsoft.com/office/drawing/2014/main" id="{3626952B-0FC1-4DA1-853F-68031C14FA85}"/>
                  </a:ext>
                </a:extLst>
              </p:cNvPr>
              <p:cNvSpPr/>
              <p:nvPr/>
            </p:nvSpPr>
            <p:spPr>
              <a:xfrm>
                <a:off x="4043229"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4" name="椭圆 11773">
                <a:extLst>
                  <a:ext uri="{FF2B5EF4-FFF2-40B4-BE49-F238E27FC236}">
                    <a16:creationId xmlns:a16="http://schemas.microsoft.com/office/drawing/2014/main" id="{BEB4ABA8-CCF2-4BFB-A91A-B604F6A87610}"/>
                  </a:ext>
                </a:extLst>
              </p:cNvPr>
              <p:cNvSpPr/>
              <p:nvPr/>
            </p:nvSpPr>
            <p:spPr>
              <a:xfrm>
                <a:off x="395308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5" name="椭圆 11774">
                <a:extLst>
                  <a:ext uri="{FF2B5EF4-FFF2-40B4-BE49-F238E27FC236}">
                    <a16:creationId xmlns:a16="http://schemas.microsoft.com/office/drawing/2014/main" id="{470E3F61-2073-4BC2-9C46-F89E247A5961}"/>
                  </a:ext>
                </a:extLst>
              </p:cNvPr>
              <p:cNvSpPr/>
              <p:nvPr/>
            </p:nvSpPr>
            <p:spPr>
              <a:xfrm>
                <a:off x="3958847"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6" name="椭圆 11775">
                <a:extLst>
                  <a:ext uri="{FF2B5EF4-FFF2-40B4-BE49-F238E27FC236}">
                    <a16:creationId xmlns:a16="http://schemas.microsoft.com/office/drawing/2014/main" id="{2D76E19A-8804-4AC2-88AF-BA9905899EAC}"/>
                  </a:ext>
                </a:extLst>
              </p:cNvPr>
              <p:cNvSpPr/>
              <p:nvPr/>
            </p:nvSpPr>
            <p:spPr>
              <a:xfrm>
                <a:off x="406059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7" name="椭圆 11776">
                <a:extLst>
                  <a:ext uri="{FF2B5EF4-FFF2-40B4-BE49-F238E27FC236}">
                    <a16:creationId xmlns:a16="http://schemas.microsoft.com/office/drawing/2014/main" id="{E620EA4E-686F-47EC-B10A-B839EA0643A3}"/>
                  </a:ext>
                </a:extLst>
              </p:cNvPr>
              <p:cNvSpPr/>
              <p:nvPr/>
            </p:nvSpPr>
            <p:spPr>
              <a:xfrm>
                <a:off x="402583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8" name="椭圆 11777">
                <a:extLst>
                  <a:ext uri="{FF2B5EF4-FFF2-40B4-BE49-F238E27FC236}">
                    <a16:creationId xmlns:a16="http://schemas.microsoft.com/office/drawing/2014/main" id="{F3FA4FE6-F70C-4F7E-A5CF-44CDDA1E3A5E}"/>
                  </a:ext>
                </a:extLst>
              </p:cNvPr>
              <p:cNvSpPr/>
              <p:nvPr/>
            </p:nvSpPr>
            <p:spPr>
              <a:xfrm>
                <a:off x="4001093" y="28671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9" name="椭圆 11778">
                <a:extLst>
                  <a:ext uri="{FF2B5EF4-FFF2-40B4-BE49-F238E27FC236}">
                    <a16:creationId xmlns:a16="http://schemas.microsoft.com/office/drawing/2014/main" id="{176A6E33-758D-4375-B304-D340C20B1C8D}"/>
                  </a:ext>
                </a:extLst>
              </p:cNvPr>
              <p:cNvSpPr/>
              <p:nvPr/>
            </p:nvSpPr>
            <p:spPr>
              <a:xfrm>
                <a:off x="391127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0" name="椭圆 11779">
                <a:extLst>
                  <a:ext uri="{FF2B5EF4-FFF2-40B4-BE49-F238E27FC236}">
                    <a16:creationId xmlns:a16="http://schemas.microsoft.com/office/drawing/2014/main" id="{9B6FD40E-A02F-487B-930C-2649B7CF7755}"/>
                  </a:ext>
                </a:extLst>
              </p:cNvPr>
              <p:cNvSpPr/>
              <p:nvPr/>
            </p:nvSpPr>
            <p:spPr>
              <a:xfrm>
                <a:off x="4006782"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1" name="椭圆 11780">
                <a:extLst>
                  <a:ext uri="{FF2B5EF4-FFF2-40B4-BE49-F238E27FC236}">
                    <a16:creationId xmlns:a16="http://schemas.microsoft.com/office/drawing/2014/main" id="{2CC3BDEF-9A20-4DF2-B573-7D017532DA4F}"/>
                  </a:ext>
                </a:extLst>
              </p:cNvPr>
              <p:cNvSpPr/>
              <p:nvPr/>
            </p:nvSpPr>
            <p:spPr>
              <a:xfrm>
                <a:off x="397874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2" name="椭圆 11781">
                <a:extLst>
                  <a:ext uri="{FF2B5EF4-FFF2-40B4-BE49-F238E27FC236}">
                    <a16:creationId xmlns:a16="http://schemas.microsoft.com/office/drawing/2014/main" id="{7A0E95E0-47D9-4BEA-9196-0C0EE161B4E3}"/>
                  </a:ext>
                </a:extLst>
              </p:cNvPr>
              <p:cNvSpPr/>
              <p:nvPr/>
            </p:nvSpPr>
            <p:spPr>
              <a:xfrm>
                <a:off x="4113884"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3" name="椭圆 11782">
                <a:extLst>
                  <a:ext uri="{FF2B5EF4-FFF2-40B4-BE49-F238E27FC236}">
                    <a16:creationId xmlns:a16="http://schemas.microsoft.com/office/drawing/2014/main" id="{DD7AD36D-D89C-455E-BF53-5B8657677F02}"/>
                  </a:ext>
                </a:extLst>
              </p:cNvPr>
              <p:cNvSpPr/>
              <p:nvPr/>
            </p:nvSpPr>
            <p:spPr>
              <a:xfrm>
                <a:off x="4009645"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4" name="椭圆 11783">
                <a:extLst>
                  <a:ext uri="{FF2B5EF4-FFF2-40B4-BE49-F238E27FC236}">
                    <a16:creationId xmlns:a16="http://schemas.microsoft.com/office/drawing/2014/main" id="{F9E8BF16-B15C-4F77-A0E8-A0EB160875BB}"/>
                  </a:ext>
                </a:extLst>
              </p:cNvPr>
              <p:cNvSpPr/>
              <p:nvPr/>
            </p:nvSpPr>
            <p:spPr>
              <a:xfrm>
                <a:off x="400894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5" name="椭圆 11784">
                <a:extLst>
                  <a:ext uri="{FF2B5EF4-FFF2-40B4-BE49-F238E27FC236}">
                    <a16:creationId xmlns:a16="http://schemas.microsoft.com/office/drawing/2014/main" id="{F39DCAAA-633D-44D0-B0AB-F1E8BF4A749A}"/>
                  </a:ext>
                </a:extLst>
              </p:cNvPr>
              <p:cNvSpPr/>
              <p:nvPr/>
            </p:nvSpPr>
            <p:spPr>
              <a:xfrm>
                <a:off x="4072115"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6" name="椭圆 11785">
                <a:extLst>
                  <a:ext uri="{FF2B5EF4-FFF2-40B4-BE49-F238E27FC236}">
                    <a16:creationId xmlns:a16="http://schemas.microsoft.com/office/drawing/2014/main" id="{467DEB5B-DCFB-4983-BFD1-70AE80422AB9}"/>
                  </a:ext>
                </a:extLst>
              </p:cNvPr>
              <p:cNvSpPr/>
              <p:nvPr/>
            </p:nvSpPr>
            <p:spPr>
              <a:xfrm>
                <a:off x="40273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7" name="椭圆 11786">
                <a:extLst>
                  <a:ext uri="{FF2B5EF4-FFF2-40B4-BE49-F238E27FC236}">
                    <a16:creationId xmlns:a16="http://schemas.microsoft.com/office/drawing/2014/main" id="{3FE5FC5C-86F8-4B78-A039-65AB4EDCEB55}"/>
                  </a:ext>
                </a:extLst>
              </p:cNvPr>
              <p:cNvSpPr/>
              <p:nvPr/>
            </p:nvSpPr>
            <p:spPr>
              <a:xfrm>
                <a:off x="3960792" y="28820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8" name="椭圆 11787">
                <a:extLst>
                  <a:ext uri="{FF2B5EF4-FFF2-40B4-BE49-F238E27FC236}">
                    <a16:creationId xmlns:a16="http://schemas.microsoft.com/office/drawing/2014/main" id="{3788E916-9AA7-429D-90A9-9B83F6C3B826}"/>
                  </a:ext>
                </a:extLst>
              </p:cNvPr>
              <p:cNvSpPr/>
              <p:nvPr/>
            </p:nvSpPr>
            <p:spPr>
              <a:xfrm>
                <a:off x="4045872"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9" name="椭圆 11788">
                <a:extLst>
                  <a:ext uri="{FF2B5EF4-FFF2-40B4-BE49-F238E27FC236}">
                    <a16:creationId xmlns:a16="http://schemas.microsoft.com/office/drawing/2014/main" id="{4577A439-5E9E-4D69-AFE8-4022DFA040FA}"/>
                  </a:ext>
                </a:extLst>
              </p:cNvPr>
              <p:cNvSpPr/>
              <p:nvPr/>
            </p:nvSpPr>
            <p:spPr>
              <a:xfrm>
                <a:off x="401151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0" name="椭圆 11789">
                <a:extLst>
                  <a:ext uri="{FF2B5EF4-FFF2-40B4-BE49-F238E27FC236}">
                    <a16:creationId xmlns:a16="http://schemas.microsoft.com/office/drawing/2014/main" id="{04B784B9-7ABC-4833-BB5D-6E9E00631A2E}"/>
                  </a:ext>
                </a:extLst>
              </p:cNvPr>
              <p:cNvSpPr/>
              <p:nvPr/>
            </p:nvSpPr>
            <p:spPr>
              <a:xfrm>
                <a:off x="3969528"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1" name="椭圆 11790">
                <a:extLst>
                  <a:ext uri="{FF2B5EF4-FFF2-40B4-BE49-F238E27FC236}">
                    <a16:creationId xmlns:a16="http://schemas.microsoft.com/office/drawing/2014/main" id="{5D195E5E-876D-43EC-993A-0E410591760E}"/>
                  </a:ext>
                </a:extLst>
              </p:cNvPr>
              <p:cNvSpPr/>
              <p:nvPr/>
            </p:nvSpPr>
            <p:spPr>
              <a:xfrm>
                <a:off x="4013976"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2" name="椭圆 11791">
                <a:extLst>
                  <a:ext uri="{FF2B5EF4-FFF2-40B4-BE49-F238E27FC236}">
                    <a16:creationId xmlns:a16="http://schemas.microsoft.com/office/drawing/2014/main" id="{696B825B-CC5D-48AB-BC35-1156EF3B9F73}"/>
                  </a:ext>
                </a:extLst>
              </p:cNvPr>
              <p:cNvSpPr/>
              <p:nvPr/>
            </p:nvSpPr>
            <p:spPr>
              <a:xfrm>
                <a:off x="4153817"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3" name="椭圆 11792">
                <a:extLst>
                  <a:ext uri="{FF2B5EF4-FFF2-40B4-BE49-F238E27FC236}">
                    <a16:creationId xmlns:a16="http://schemas.microsoft.com/office/drawing/2014/main" id="{D419DAE7-547E-4F82-A1E8-ADF8E58B271E}"/>
                  </a:ext>
                </a:extLst>
              </p:cNvPr>
              <p:cNvSpPr/>
              <p:nvPr/>
            </p:nvSpPr>
            <p:spPr>
              <a:xfrm>
                <a:off x="396494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4" name="椭圆 11793">
                <a:extLst>
                  <a:ext uri="{FF2B5EF4-FFF2-40B4-BE49-F238E27FC236}">
                    <a16:creationId xmlns:a16="http://schemas.microsoft.com/office/drawing/2014/main" id="{53CF0411-4B2D-45CB-949D-65026111F526}"/>
                  </a:ext>
                </a:extLst>
              </p:cNvPr>
              <p:cNvSpPr/>
              <p:nvPr/>
            </p:nvSpPr>
            <p:spPr>
              <a:xfrm>
                <a:off x="40285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5" name="椭圆 11794">
                <a:extLst>
                  <a:ext uri="{FF2B5EF4-FFF2-40B4-BE49-F238E27FC236}">
                    <a16:creationId xmlns:a16="http://schemas.microsoft.com/office/drawing/2014/main" id="{8B51F76F-90B3-4C17-B042-6115064CC830}"/>
                  </a:ext>
                </a:extLst>
              </p:cNvPr>
              <p:cNvSpPr/>
              <p:nvPr/>
            </p:nvSpPr>
            <p:spPr>
              <a:xfrm>
                <a:off x="40286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6" name="椭圆 11795">
                <a:extLst>
                  <a:ext uri="{FF2B5EF4-FFF2-40B4-BE49-F238E27FC236}">
                    <a16:creationId xmlns:a16="http://schemas.microsoft.com/office/drawing/2014/main" id="{61DAC12F-DCE4-4E3C-8F8A-C1F899CA85D3}"/>
                  </a:ext>
                </a:extLst>
              </p:cNvPr>
              <p:cNvSpPr/>
              <p:nvPr/>
            </p:nvSpPr>
            <p:spPr>
              <a:xfrm>
                <a:off x="3887421"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7" name="椭圆 11796">
                <a:extLst>
                  <a:ext uri="{FF2B5EF4-FFF2-40B4-BE49-F238E27FC236}">
                    <a16:creationId xmlns:a16="http://schemas.microsoft.com/office/drawing/2014/main" id="{6A425A28-DF7A-49F7-B707-B6C54266B4B0}"/>
                  </a:ext>
                </a:extLst>
              </p:cNvPr>
              <p:cNvSpPr/>
              <p:nvPr/>
            </p:nvSpPr>
            <p:spPr>
              <a:xfrm>
                <a:off x="38952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8" name="椭圆 11797">
                <a:extLst>
                  <a:ext uri="{FF2B5EF4-FFF2-40B4-BE49-F238E27FC236}">
                    <a16:creationId xmlns:a16="http://schemas.microsoft.com/office/drawing/2014/main" id="{D70F919D-15FD-4434-9B0F-A1161D526382}"/>
                  </a:ext>
                </a:extLst>
              </p:cNvPr>
              <p:cNvSpPr/>
              <p:nvPr/>
            </p:nvSpPr>
            <p:spPr>
              <a:xfrm>
                <a:off x="40096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9" name="椭圆 11798">
                <a:extLst>
                  <a:ext uri="{FF2B5EF4-FFF2-40B4-BE49-F238E27FC236}">
                    <a16:creationId xmlns:a16="http://schemas.microsoft.com/office/drawing/2014/main" id="{2D5168BA-C67B-4C2D-AE64-4230A2483F18}"/>
                  </a:ext>
                </a:extLst>
              </p:cNvPr>
              <p:cNvSpPr/>
              <p:nvPr/>
            </p:nvSpPr>
            <p:spPr>
              <a:xfrm>
                <a:off x="40319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0" name="椭圆 11799">
                <a:extLst>
                  <a:ext uri="{FF2B5EF4-FFF2-40B4-BE49-F238E27FC236}">
                    <a16:creationId xmlns:a16="http://schemas.microsoft.com/office/drawing/2014/main" id="{344E77A1-86AB-4E34-85D1-FF7058C40F48}"/>
                  </a:ext>
                </a:extLst>
              </p:cNvPr>
              <p:cNvSpPr/>
              <p:nvPr/>
            </p:nvSpPr>
            <p:spPr>
              <a:xfrm>
                <a:off x="4041394"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1" name="椭圆 11800">
                <a:extLst>
                  <a:ext uri="{FF2B5EF4-FFF2-40B4-BE49-F238E27FC236}">
                    <a16:creationId xmlns:a16="http://schemas.microsoft.com/office/drawing/2014/main" id="{43FFEE94-3412-4744-94FE-3EAB29E7F2F6}"/>
                  </a:ext>
                </a:extLst>
              </p:cNvPr>
              <p:cNvSpPr/>
              <p:nvPr/>
            </p:nvSpPr>
            <p:spPr>
              <a:xfrm>
                <a:off x="4155065"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2" name="椭圆 11801">
                <a:extLst>
                  <a:ext uri="{FF2B5EF4-FFF2-40B4-BE49-F238E27FC236}">
                    <a16:creationId xmlns:a16="http://schemas.microsoft.com/office/drawing/2014/main" id="{3AC71CBE-C811-4E27-9498-D82DE379051D}"/>
                  </a:ext>
                </a:extLst>
              </p:cNvPr>
              <p:cNvSpPr/>
              <p:nvPr/>
            </p:nvSpPr>
            <p:spPr>
              <a:xfrm>
                <a:off x="4130290"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3" name="椭圆 11802">
                <a:extLst>
                  <a:ext uri="{FF2B5EF4-FFF2-40B4-BE49-F238E27FC236}">
                    <a16:creationId xmlns:a16="http://schemas.microsoft.com/office/drawing/2014/main" id="{1454B38A-76AA-40F8-B52F-A49340ADD13B}"/>
                  </a:ext>
                </a:extLst>
              </p:cNvPr>
              <p:cNvSpPr/>
              <p:nvPr/>
            </p:nvSpPr>
            <p:spPr>
              <a:xfrm>
                <a:off x="4201973" y="29617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4" name="椭圆 11803">
                <a:extLst>
                  <a:ext uri="{FF2B5EF4-FFF2-40B4-BE49-F238E27FC236}">
                    <a16:creationId xmlns:a16="http://schemas.microsoft.com/office/drawing/2014/main" id="{FEB32448-D234-438A-B46E-AA1507D3B181}"/>
                  </a:ext>
                </a:extLst>
              </p:cNvPr>
              <p:cNvSpPr/>
              <p:nvPr/>
            </p:nvSpPr>
            <p:spPr>
              <a:xfrm>
                <a:off x="3931282"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5" name="椭圆 11804">
                <a:extLst>
                  <a:ext uri="{FF2B5EF4-FFF2-40B4-BE49-F238E27FC236}">
                    <a16:creationId xmlns:a16="http://schemas.microsoft.com/office/drawing/2014/main" id="{0E30148E-927B-4711-814B-06DBE4DC88EC}"/>
                  </a:ext>
                </a:extLst>
              </p:cNvPr>
              <p:cNvSpPr/>
              <p:nvPr/>
            </p:nvSpPr>
            <p:spPr>
              <a:xfrm>
                <a:off x="4055598" y="30256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6" name="椭圆 11805">
                <a:extLst>
                  <a:ext uri="{FF2B5EF4-FFF2-40B4-BE49-F238E27FC236}">
                    <a16:creationId xmlns:a16="http://schemas.microsoft.com/office/drawing/2014/main" id="{D3288A4F-8A4F-4741-8F84-5E3BA48C01C8}"/>
                  </a:ext>
                </a:extLst>
              </p:cNvPr>
              <p:cNvSpPr/>
              <p:nvPr/>
            </p:nvSpPr>
            <p:spPr>
              <a:xfrm>
                <a:off x="416405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7" name="椭圆 11806">
                <a:extLst>
                  <a:ext uri="{FF2B5EF4-FFF2-40B4-BE49-F238E27FC236}">
                    <a16:creationId xmlns:a16="http://schemas.microsoft.com/office/drawing/2014/main" id="{5B79229F-52A8-473A-B1B5-C47140874FA9}"/>
                  </a:ext>
                </a:extLst>
              </p:cNvPr>
              <p:cNvSpPr/>
              <p:nvPr/>
            </p:nvSpPr>
            <p:spPr>
              <a:xfrm>
                <a:off x="3974336"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8" name="椭圆 11807">
                <a:extLst>
                  <a:ext uri="{FF2B5EF4-FFF2-40B4-BE49-F238E27FC236}">
                    <a16:creationId xmlns:a16="http://schemas.microsoft.com/office/drawing/2014/main" id="{3A01B04E-BE3C-43CD-BA69-7DDA4F80892E}"/>
                  </a:ext>
                </a:extLst>
              </p:cNvPr>
              <p:cNvSpPr/>
              <p:nvPr/>
            </p:nvSpPr>
            <p:spPr>
              <a:xfrm>
                <a:off x="3998010" y="30353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9" name="椭圆 11808">
                <a:extLst>
                  <a:ext uri="{FF2B5EF4-FFF2-40B4-BE49-F238E27FC236}">
                    <a16:creationId xmlns:a16="http://schemas.microsoft.com/office/drawing/2014/main" id="{386360E9-D9A4-4144-BA32-E06A6CAB542C}"/>
                  </a:ext>
                </a:extLst>
              </p:cNvPr>
              <p:cNvSpPr/>
              <p:nvPr/>
            </p:nvSpPr>
            <p:spPr>
              <a:xfrm>
                <a:off x="4026125"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0" name="椭圆 11809">
                <a:extLst>
                  <a:ext uri="{FF2B5EF4-FFF2-40B4-BE49-F238E27FC236}">
                    <a16:creationId xmlns:a16="http://schemas.microsoft.com/office/drawing/2014/main" id="{DC8F1683-3843-4438-8A69-9FE822D2A079}"/>
                  </a:ext>
                </a:extLst>
              </p:cNvPr>
              <p:cNvSpPr/>
              <p:nvPr/>
            </p:nvSpPr>
            <p:spPr>
              <a:xfrm>
                <a:off x="3934769"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1" name="椭圆 11810">
                <a:extLst>
                  <a:ext uri="{FF2B5EF4-FFF2-40B4-BE49-F238E27FC236}">
                    <a16:creationId xmlns:a16="http://schemas.microsoft.com/office/drawing/2014/main" id="{449D854E-FB5B-42CF-A4F4-69BC415788B8}"/>
                  </a:ext>
                </a:extLst>
              </p:cNvPr>
              <p:cNvSpPr/>
              <p:nvPr/>
            </p:nvSpPr>
            <p:spPr>
              <a:xfrm>
                <a:off x="407721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2" name="椭圆 11811">
                <a:extLst>
                  <a:ext uri="{FF2B5EF4-FFF2-40B4-BE49-F238E27FC236}">
                    <a16:creationId xmlns:a16="http://schemas.microsoft.com/office/drawing/2014/main" id="{5729EB36-0698-4E98-AC31-11DF7F5DF08E}"/>
                  </a:ext>
                </a:extLst>
              </p:cNvPr>
              <p:cNvSpPr/>
              <p:nvPr/>
            </p:nvSpPr>
            <p:spPr>
              <a:xfrm>
                <a:off x="401838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3" name="椭圆 11812">
                <a:extLst>
                  <a:ext uri="{FF2B5EF4-FFF2-40B4-BE49-F238E27FC236}">
                    <a16:creationId xmlns:a16="http://schemas.microsoft.com/office/drawing/2014/main" id="{960375C6-6B70-44A6-945F-21D63EE4C88A}"/>
                  </a:ext>
                </a:extLst>
              </p:cNvPr>
              <p:cNvSpPr/>
              <p:nvPr/>
            </p:nvSpPr>
            <p:spPr>
              <a:xfrm>
                <a:off x="401643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4" name="椭圆 11813">
                <a:extLst>
                  <a:ext uri="{FF2B5EF4-FFF2-40B4-BE49-F238E27FC236}">
                    <a16:creationId xmlns:a16="http://schemas.microsoft.com/office/drawing/2014/main" id="{CEB07E3F-3522-455D-886E-252B0DFB9238}"/>
                  </a:ext>
                </a:extLst>
              </p:cNvPr>
              <p:cNvSpPr/>
              <p:nvPr/>
            </p:nvSpPr>
            <p:spPr>
              <a:xfrm>
                <a:off x="393891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5" name="椭圆 11814">
                <a:extLst>
                  <a:ext uri="{FF2B5EF4-FFF2-40B4-BE49-F238E27FC236}">
                    <a16:creationId xmlns:a16="http://schemas.microsoft.com/office/drawing/2014/main" id="{1683ECEF-DF30-41D3-8D4A-6DFCC07F7814}"/>
                  </a:ext>
                </a:extLst>
              </p:cNvPr>
              <p:cNvSpPr/>
              <p:nvPr/>
            </p:nvSpPr>
            <p:spPr>
              <a:xfrm>
                <a:off x="4036549"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6" name="椭圆 11815">
                <a:extLst>
                  <a:ext uri="{FF2B5EF4-FFF2-40B4-BE49-F238E27FC236}">
                    <a16:creationId xmlns:a16="http://schemas.microsoft.com/office/drawing/2014/main" id="{F78BB07A-6779-4B27-A8BE-F96E974024D4}"/>
                  </a:ext>
                </a:extLst>
              </p:cNvPr>
              <p:cNvSpPr/>
              <p:nvPr/>
            </p:nvSpPr>
            <p:spPr>
              <a:xfrm>
                <a:off x="4091494" y="29598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7" name="椭圆 11816">
                <a:extLst>
                  <a:ext uri="{FF2B5EF4-FFF2-40B4-BE49-F238E27FC236}">
                    <a16:creationId xmlns:a16="http://schemas.microsoft.com/office/drawing/2014/main" id="{CDBC9DA8-E61D-4334-86D0-7302E3983593}"/>
                  </a:ext>
                </a:extLst>
              </p:cNvPr>
              <p:cNvSpPr/>
              <p:nvPr/>
            </p:nvSpPr>
            <p:spPr>
              <a:xfrm>
                <a:off x="40130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8" name="椭圆 11817">
                <a:extLst>
                  <a:ext uri="{FF2B5EF4-FFF2-40B4-BE49-F238E27FC236}">
                    <a16:creationId xmlns:a16="http://schemas.microsoft.com/office/drawing/2014/main" id="{1C33F40D-06D7-4DB7-A57C-7DFC3DB5A185}"/>
                  </a:ext>
                </a:extLst>
              </p:cNvPr>
              <p:cNvSpPr/>
              <p:nvPr/>
            </p:nvSpPr>
            <p:spPr>
              <a:xfrm>
                <a:off x="4011003"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9" name="椭圆 11818">
                <a:extLst>
                  <a:ext uri="{FF2B5EF4-FFF2-40B4-BE49-F238E27FC236}">
                    <a16:creationId xmlns:a16="http://schemas.microsoft.com/office/drawing/2014/main" id="{0E38AF2B-9C12-4C66-A629-EB9C70D15964}"/>
                  </a:ext>
                </a:extLst>
              </p:cNvPr>
              <p:cNvSpPr/>
              <p:nvPr/>
            </p:nvSpPr>
            <p:spPr>
              <a:xfrm>
                <a:off x="40938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0" name="椭圆 11819">
                <a:extLst>
                  <a:ext uri="{FF2B5EF4-FFF2-40B4-BE49-F238E27FC236}">
                    <a16:creationId xmlns:a16="http://schemas.microsoft.com/office/drawing/2014/main" id="{F70866DD-6EA6-472D-BC64-8241E3571D7F}"/>
                  </a:ext>
                </a:extLst>
              </p:cNvPr>
              <p:cNvSpPr/>
              <p:nvPr/>
            </p:nvSpPr>
            <p:spPr>
              <a:xfrm>
                <a:off x="3792579"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1" name="椭圆 11820">
                <a:extLst>
                  <a:ext uri="{FF2B5EF4-FFF2-40B4-BE49-F238E27FC236}">
                    <a16:creationId xmlns:a16="http://schemas.microsoft.com/office/drawing/2014/main" id="{B53E6D47-5CA1-4867-92D8-CDAE92EAC411}"/>
                  </a:ext>
                </a:extLst>
              </p:cNvPr>
              <p:cNvSpPr/>
              <p:nvPr/>
            </p:nvSpPr>
            <p:spPr>
              <a:xfrm>
                <a:off x="400472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2" name="椭圆 11821">
                <a:extLst>
                  <a:ext uri="{FF2B5EF4-FFF2-40B4-BE49-F238E27FC236}">
                    <a16:creationId xmlns:a16="http://schemas.microsoft.com/office/drawing/2014/main" id="{2C8ABE2A-4A30-4349-AB23-1C9F677005F1}"/>
                  </a:ext>
                </a:extLst>
              </p:cNvPr>
              <p:cNvSpPr/>
              <p:nvPr/>
            </p:nvSpPr>
            <p:spPr>
              <a:xfrm>
                <a:off x="4035962"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3" name="椭圆 11822">
                <a:extLst>
                  <a:ext uri="{FF2B5EF4-FFF2-40B4-BE49-F238E27FC236}">
                    <a16:creationId xmlns:a16="http://schemas.microsoft.com/office/drawing/2014/main" id="{3DA44CBE-CB8F-4331-970C-470ECC1933CD}"/>
                  </a:ext>
                </a:extLst>
              </p:cNvPr>
              <p:cNvSpPr/>
              <p:nvPr/>
            </p:nvSpPr>
            <p:spPr>
              <a:xfrm>
                <a:off x="409413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4" name="椭圆 11823">
                <a:extLst>
                  <a:ext uri="{FF2B5EF4-FFF2-40B4-BE49-F238E27FC236}">
                    <a16:creationId xmlns:a16="http://schemas.microsoft.com/office/drawing/2014/main" id="{9D4B9CA6-B005-4DDD-9992-0BA20DE79B07}"/>
                  </a:ext>
                </a:extLst>
              </p:cNvPr>
              <p:cNvSpPr/>
              <p:nvPr/>
            </p:nvSpPr>
            <p:spPr>
              <a:xfrm>
                <a:off x="399518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5" name="椭圆 11824">
                <a:extLst>
                  <a:ext uri="{FF2B5EF4-FFF2-40B4-BE49-F238E27FC236}">
                    <a16:creationId xmlns:a16="http://schemas.microsoft.com/office/drawing/2014/main" id="{1810E158-7F79-4983-883D-FC5E9550C44C}"/>
                  </a:ext>
                </a:extLst>
              </p:cNvPr>
              <p:cNvSpPr/>
              <p:nvPr/>
            </p:nvSpPr>
            <p:spPr>
              <a:xfrm>
                <a:off x="4155139"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6" name="椭圆 11825">
                <a:extLst>
                  <a:ext uri="{FF2B5EF4-FFF2-40B4-BE49-F238E27FC236}">
                    <a16:creationId xmlns:a16="http://schemas.microsoft.com/office/drawing/2014/main" id="{DCC8100D-8412-489B-AD2D-16686CAB1A7A}"/>
                  </a:ext>
                </a:extLst>
              </p:cNvPr>
              <p:cNvSpPr/>
              <p:nvPr/>
            </p:nvSpPr>
            <p:spPr>
              <a:xfrm>
                <a:off x="4141044"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7" name="椭圆 11826">
                <a:extLst>
                  <a:ext uri="{FF2B5EF4-FFF2-40B4-BE49-F238E27FC236}">
                    <a16:creationId xmlns:a16="http://schemas.microsoft.com/office/drawing/2014/main" id="{20C231D4-C0CB-4025-A5C9-7921D2AEF7E3}"/>
                  </a:ext>
                </a:extLst>
              </p:cNvPr>
              <p:cNvSpPr/>
              <p:nvPr/>
            </p:nvSpPr>
            <p:spPr>
              <a:xfrm>
                <a:off x="402968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8" name="椭圆 11827">
                <a:extLst>
                  <a:ext uri="{FF2B5EF4-FFF2-40B4-BE49-F238E27FC236}">
                    <a16:creationId xmlns:a16="http://schemas.microsoft.com/office/drawing/2014/main" id="{DD5AF1D3-86AA-4CCA-A421-142EAE10D11B}"/>
                  </a:ext>
                </a:extLst>
              </p:cNvPr>
              <p:cNvSpPr/>
              <p:nvPr/>
            </p:nvSpPr>
            <p:spPr>
              <a:xfrm>
                <a:off x="4104561" y="28178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9" name="椭圆 11828">
                <a:extLst>
                  <a:ext uri="{FF2B5EF4-FFF2-40B4-BE49-F238E27FC236}">
                    <a16:creationId xmlns:a16="http://schemas.microsoft.com/office/drawing/2014/main" id="{E40DBD64-8ADD-4570-81D0-F8DAA4AE7588}"/>
                  </a:ext>
                </a:extLst>
              </p:cNvPr>
              <p:cNvSpPr/>
              <p:nvPr/>
            </p:nvSpPr>
            <p:spPr>
              <a:xfrm>
                <a:off x="4051964"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0" name="椭圆 11829">
                <a:extLst>
                  <a:ext uri="{FF2B5EF4-FFF2-40B4-BE49-F238E27FC236}">
                    <a16:creationId xmlns:a16="http://schemas.microsoft.com/office/drawing/2014/main" id="{7CC9BFC0-A312-44EE-811D-5351C1ABA936}"/>
                  </a:ext>
                </a:extLst>
              </p:cNvPr>
              <p:cNvSpPr/>
              <p:nvPr/>
            </p:nvSpPr>
            <p:spPr>
              <a:xfrm>
                <a:off x="40179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1" name="椭圆 11830">
                <a:extLst>
                  <a:ext uri="{FF2B5EF4-FFF2-40B4-BE49-F238E27FC236}">
                    <a16:creationId xmlns:a16="http://schemas.microsoft.com/office/drawing/2014/main" id="{33F12479-C482-4FA0-8FDD-CB6A2D6FF15B}"/>
                  </a:ext>
                </a:extLst>
              </p:cNvPr>
              <p:cNvSpPr/>
              <p:nvPr/>
            </p:nvSpPr>
            <p:spPr>
              <a:xfrm>
                <a:off x="39832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2" name="椭圆 11831">
                <a:extLst>
                  <a:ext uri="{FF2B5EF4-FFF2-40B4-BE49-F238E27FC236}">
                    <a16:creationId xmlns:a16="http://schemas.microsoft.com/office/drawing/2014/main" id="{01A83B56-9629-493D-A57E-DA2BB4ECE72E}"/>
                  </a:ext>
                </a:extLst>
              </p:cNvPr>
              <p:cNvSpPr/>
              <p:nvPr/>
            </p:nvSpPr>
            <p:spPr>
              <a:xfrm>
                <a:off x="409421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3" name="椭圆 11832">
                <a:extLst>
                  <a:ext uri="{FF2B5EF4-FFF2-40B4-BE49-F238E27FC236}">
                    <a16:creationId xmlns:a16="http://schemas.microsoft.com/office/drawing/2014/main" id="{D66694A2-960C-4642-90BE-F57DD429D558}"/>
                  </a:ext>
                </a:extLst>
              </p:cNvPr>
              <p:cNvSpPr/>
              <p:nvPr/>
            </p:nvSpPr>
            <p:spPr>
              <a:xfrm>
                <a:off x="4241356" y="27816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4" name="椭圆 11833">
                <a:extLst>
                  <a:ext uri="{FF2B5EF4-FFF2-40B4-BE49-F238E27FC236}">
                    <a16:creationId xmlns:a16="http://schemas.microsoft.com/office/drawing/2014/main" id="{0A6CC0DF-E4F3-4C8E-95A6-8CEEA109FAC3}"/>
                  </a:ext>
                </a:extLst>
              </p:cNvPr>
              <p:cNvSpPr/>
              <p:nvPr/>
            </p:nvSpPr>
            <p:spPr>
              <a:xfrm>
                <a:off x="4057764"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5" name="椭圆 11834">
                <a:extLst>
                  <a:ext uri="{FF2B5EF4-FFF2-40B4-BE49-F238E27FC236}">
                    <a16:creationId xmlns:a16="http://schemas.microsoft.com/office/drawing/2014/main" id="{2FDE5B6C-0E7B-415E-920D-4BC08DFC4DF1}"/>
                  </a:ext>
                </a:extLst>
              </p:cNvPr>
              <p:cNvSpPr/>
              <p:nvPr/>
            </p:nvSpPr>
            <p:spPr>
              <a:xfrm>
                <a:off x="407248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6" name="椭圆 11835">
                <a:extLst>
                  <a:ext uri="{FF2B5EF4-FFF2-40B4-BE49-F238E27FC236}">
                    <a16:creationId xmlns:a16="http://schemas.microsoft.com/office/drawing/2014/main" id="{318085A6-4F83-4E6A-A5FC-FC3ACF2C5A6E}"/>
                  </a:ext>
                </a:extLst>
              </p:cNvPr>
              <p:cNvSpPr/>
              <p:nvPr/>
            </p:nvSpPr>
            <p:spPr>
              <a:xfrm>
                <a:off x="402142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7" name="椭圆 11836">
                <a:extLst>
                  <a:ext uri="{FF2B5EF4-FFF2-40B4-BE49-F238E27FC236}">
                    <a16:creationId xmlns:a16="http://schemas.microsoft.com/office/drawing/2014/main" id="{E1F35028-6EE1-40CE-94C8-37147BD06C1B}"/>
                  </a:ext>
                </a:extLst>
              </p:cNvPr>
              <p:cNvSpPr/>
              <p:nvPr/>
            </p:nvSpPr>
            <p:spPr>
              <a:xfrm>
                <a:off x="390492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8" name="椭圆 11837">
                <a:extLst>
                  <a:ext uri="{FF2B5EF4-FFF2-40B4-BE49-F238E27FC236}">
                    <a16:creationId xmlns:a16="http://schemas.microsoft.com/office/drawing/2014/main" id="{F4B7B98B-F4D6-4237-8774-DE791C312073}"/>
                  </a:ext>
                </a:extLst>
              </p:cNvPr>
              <p:cNvSpPr/>
              <p:nvPr/>
            </p:nvSpPr>
            <p:spPr>
              <a:xfrm>
                <a:off x="397349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9" name="椭圆 11838">
                <a:extLst>
                  <a:ext uri="{FF2B5EF4-FFF2-40B4-BE49-F238E27FC236}">
                    <a16:creationId xmlns:a16="http://schemas.microsoft.com/office/drawing/2014/main" id="{532B15EB-D18E-49E0-A759-D842402DC732}"/>
                  </a:ext>
                </a:extLst>
              </p:cNvPr>
              <p:cNvSpPr/>
              <p:nvPr/>
            </p:nvSpPr>
            <p:spPr>
              <a:xfrm>
                <a:off x="394251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0" name="椭圆 11839">
                <a:extLst>
                  <a:ext uri="{FF2B5EF4-FFF2-40B4-BE49-F238E27FC236}">
                    <a16:creationId xmlns:a16="http://schemas.microsoft.com/office/drawing/2014/main" id="{2F004FF4-0758-49DD-A8B6-393002A07ACA}"/>
                  </a:ext>
                </a:extLst>
              </p:cNvPr>
              <p:cNvSpPr/>
              <p:nvPr/>
            </p:nvSpPr>
            <p:spPr>
              <a:xfrm>
                <a:off x="399467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1" name="椭圆 11840">
                <a:extLst>
                  <a:ext uri="{FF2B5EF4-FFF2-40B4-BE49-F238E27FC236}">
                    <a16:creationId xmlns:a16="http://schemas.microsoft.com/office/drawing/2014/main" id="{0941E644-D7F6-4447-9AE1-FE12A4FCEEA0}"/>
                  </a:ext>
                </a:extLst>
              </p:cNvPr>
              <p:cNvSpPr/>
              <p:nvPr/>
            </p:nvSpPr>
            <p:spPr>
              <a:xfrm>
                <a:off x="402807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2" name="椭圆 11841">
                <a:extLst>
                  <a:ext uri="{FF2B5EF4-FFF2-40B4-BE49-F238E27FC236}">
                    <a16:creationId xmlns:a16="http://schemas.microsoft.com/office/drawing/2014/main" id="{CF861E9D-84AA-4F39-8EBD-87575E08D4D3}"/>
                  </a:ext>
                </a:extLst>
              </p:cNvPr>
              <p:cNvSpPr/>
              <p:nvPr/>
            </p:nvSpPr>
            <p:spPr>
              <a:xfrm>
                <a:off x="405291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3" name="椭圆 11842">
                <a:extLst>
                  <a:ext uri="{FF2B5EF4-FFF2-40B4-BE49-F238E27FC236}">
                    <a16:creationId xmlns:a16="http://schemas.microsoft.com/office/drawing/2014/main" id="{AA0143B2-C3C2-475E-BA34-51C963055E18}"/>
                  </a:ext>
                </a:extLst>
              </p:cNvPr>
              <p:cNvSpPr/>
              <p:nvPr/>
            </p:nvSpPr>
            <p:spPr>
              <a:xfrm>
                <a:off x="4149339"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4" name="椭圆 11843">
                <a:extLst>
                  <a:ext uri="{FF2B5EF4-FFF2-40B4-BE49-F238E27FC236}">
                    <a16:creationId xmlns:a16="http://schemas.microsoft.com/office/drawing/2014/main" id="{5CED82A1-C3C7-4170-A5E0-9E1C7662ADE1}"/>
                  </a:ext>
                </a:extLst>
              </p:cNvPr>
              <p:cNvSpPr/>
              <p:nvPr/>
            </p:nvSpPr>
            <p:spPr>
              <a:xfrm>
                <a:off x="401412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5" name="椭圆 11844">
                <a:extLst>
                  <a:ext uri="{FF2B5EF4-FFF2-40B4-BE49-F238E27FC236}">
                    <a16:creationId xmlns:a16="http://schemas.microsoft.com/office/drawing/2014/main" id="{7FF15591-E039-498A-9B37-46AFB3D5BE33}"/>
                  </a:ext>
                </a:extLst>
              </p:cNvPr>
              <p:cNvSpPr/>
              <p:nvPr/>
            </p:nvSpPr>
            <p:spPr>
              <a:xfrm>
                <a:off x="393656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6" name="椭圆 11845">
                <a:extLst>
                  <a:ext uri="{FF2B5EF4-FFF2-40B4-BE49-F238E27FC236}">
                    <a16:creationId xmlns:a16="http://schemas.microsoft.com/office/drawing/2014/main" id="{05190EAD-5C56-4CA5-B495-8AA5D79527C8}"/>
                  </a:ext>
                </a:extLst>
              </p:cNvPr>
              <p:cNvSpPr/>
              <p:nvPr/>
            </p:nvSpPr>
            <p:spPr>
              <a:xfrm>
                <a:off x="401573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7" name="椭圆 11846">
                <a:extLst>
                  <a:ext uri="{FF2B5EF4-FFF2-40B4-BE49-F238E27FC236}">
                    <a16:creationId xmlns:a16="http://schemas.microsoft.com/office/drawing/2014/main" id="{CC0DBE97-8541-4EE9-9075-93C9A36B6110}"/>
                  </a:ext>
                </a:extLst>
              </p:cNvPr>
              <p:cNvSpPr/>
              <p:nvPr/>
            </p:nvSpPr>
            <p:spPr>
              <a:xfrm>
                <a:off x="401779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8" name="椭圆 11847">
                <a:extLst>
                  <a:ext uri="{FF2B5EF4-FFF2-40B4-BE49-F238E27FC236}">
                    <a16:creationId xmlns:a16="http://schemas.microsoft.com/office/drawing/2014/main" id="{9F453255-6689-46F7-809C-8F3D6ECF106D}"/>
                  </a:ext>
                </a:extLst>
              </p:cNvPr>
              <p:cNvSpPr/>
              <p:nvPr/>
            </p:nvSpPr>
            <p:spPr>
              <a:xfrm>
                <a:off x="4108635"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9" name="椭圆 11848">
                <a:extLst>
                  <a:ext uri="{FF2B5EF4-FFF2-40B4-BE49-F238E27FC236}">
                    <a16:creationId xmlns:a16="http://schemas.microsoft.com/office/drawing/2014/main" id="{637B5DA3-C035-42D9-B5C7-0CC90A32BD50}"/>
                  </a:ext>
                </a:extLst>
              </p:cNvPr>
              <p:cNvSpPr/>
              <p:nvPr/>
            </p:nvSpPr>
            <p:spPr>
              <a:xfrm>
                <a:off x="417701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0" name="椭圆 11849">
                <a:extLst>
                  <a:ext uri="{FF2B5EF4-FFF2-40B4-BE49-F238E27FC236}">
                    <a16:creationId xmlns:a16="http://schemas.microsoft.com/office/drawing/2014/main" id="{5863C8BE-0AC8-4C92-9D14-B4FEDD38F129}"/>
                  </a:ext>
                </a:extLst>
              </p:cNvPr>
              <p:cNvSpPr/>
              <p:nvPr/>
            </p:nvSpPr>
            <p:spPr>
              <a:xfrm>
                <a:off x="402223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1" name="椭圆 11850">
                <a:extLst>
                  <a:ext uri="{FF2B5EF4-FFF2-40B4-BE49-F238E27FC236}">
                    <a16:creationId xmlns:a16="http://schemas.microsoft.com/office/drawing/2014/main" id="{305B96A2-7B4F-4E9E-A530-C8324167EF19}"/>
                  </a:ext>
                </a:extLst>
              </p:cNvPr>
              <p:cNvSpPr/>
              <p:nvPr/>
            </p:nvSpPr>
            <p:spPr>
              <a:xfrm>
                <a:off x="394574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2" name="椭圆 11851">
                <a:extLst>
                  <a:ext uri="{FF2B5EF4-FFF2-40B4-BE49-F238E27FC236}">
                    <a16:creationId xmlns:a16="http://schemas.microsoft.com/office/drawing/2014/main" id="{027C3716-9523-4D85-805F-E87F08391C84}"/>
                  </a:ext>
                </a:extLst>
              </p:cNvPr>
              <p:cNvSpPr/>
              <p:nvPr/>
            </p:nvSpPr>
            <p:spPr>
              <a:xfrm>
                <a:off x="3937852"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3" name="椭圆 11852">
                <a:extLst>
                  <a:ext uri="{FF2B5EF4-FFF2-40B4-BE49-F238E27FC236}">
                    <a16:creationId xmlns:a16="http://schemas.microsoft.com/office/drawing/2014/main" id="{C492EE9B-1C1F-4E60-A079-B4E34E614DAC}"/>
                  </a:ext>
                </a:extLst>
              </p:cNvPr>
              <p:cNvSpPr/>
              <p:nvPr/>
            </p:nvSpPr>
            <p:spPr>
              <a:xfrm>
                <a:off x="4013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4" name="椭圆 11853">
                <a:extLst>
                  <a:ext uri="{FF2B5EF4-FFF2-40B4-BE49-F238E27FC236}">
                    <a16:creationId xmlns:a16="http://schemas.microsoft.com/office/drawing/2014/main" id="{D3DF9AED-8111-434F-9DE4-052D44C225CF}"/>
                  </a:ext>
                </a:extLst>
              </p:cNvPr>
              <p:cNvSpPr/>
              <p:nvPr/>
            </p:nvSpPr>
            <p:spPr>
              <a:xfrm>
                <a:off x="3889293"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5" name="椭圆 11854">
                <a:extLst>
                  <a:ext uri="{FF2B5EF4-FFF2-40B4-BE49-F238E27FC236}">
                    <a16:creationId xmlns:a16="http://schemas.microsoft.com/office/drawing/2014/main" id="{B35A5460-963B-4775-A005-B3A4D7FD7ACE}"/>
                  </a:ext>
                </a:extLst>
              </p:cNvPr>
              <p:cNvSpPr/>
              <p:nvPr/>
            </p:nvSpPr>
            <p:spPr>
              <a:xfrm>
                <a:off x="414387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6" name="椭圆 11855">
                <a:extLst>
                  <a:ext uri="{FF2B5EF4-FFF2-40B4-BE49-F238E27FC236}">
                    <a16:creationId xmlns:a16="http://schemas.microsoft.com/office/drawing/2014/main" id="{37F1C069-A91B-4312-BB9A-9038E3530CAA}"/>
                  </a:ext>
                </a:extLst>
              </p:cNvPr>
              <p:cNvSpPr/>
              <p:nvPr/>
            </p:nvSpPr>
            <p:spPr>
              <a:xfrm>
                <a:off x="410217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7" name="椭圆 11856">
                <a:extLst>
                  <a:ext uri="{FF2B5EF4-FFF2-40B4-BE49-F238E27FC236}">
                    <a16:creationId xmlns:a16="http://schemas.microsoft.com/office/drawing/2014/main" id="{C990894D-FF55-41A9-B40C-80CC350765C6}"/>
                  </a:ext>
                </a:extLst>
              </p:cNvPr>
              <p:cNvSpPr/>
              <p:nvPr/>
            </p:nvSpPr>
            <p:spPr>
              <a:xfrm>
                <a:off x="3961416"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8" name="椭圆 11857">
                <a:extLst>
                  <a:ext uri="{FF2B5EF4-FFF2-40B4-BE49-F238E27FC236}">
                    <a16:creationId xmlns:a16="http://schemas.microsoft.com/office/drawing/2014/main" id="{6C28CC60-C36D-42A9-8A69-3073559D75A1}"/>
                  </a:ext>
                </a:extLst>
              </p:cNvPr>
              <p:cNvSpPr/>
              <p:nvPr/>
            </p:nvSpPr>
            <p:spPr>
              <a:xfrm>
                <a:off x="40539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9" name="椭圆 11858">
                <a:extLst>
                  <a:ext uri="{FF2B5EF4-FFF2-40B4-BE49-F238E27FC236}">
                    <a16:creationId xmlns:a16="http://schemas.microsoft.com/office/drawing/2014/main" id="{73970CFE-672F-441B-8591-8BDEB0ACB586}"/>
                  </a:ext>
                </a:extLst>
              </p:cNvPr>
              <p:cNvSpPr/>
              <p:nvPr/>
            </p:nvSpPr>
            <p:spPr>
              <a:xfrm>
                <a:off x="3855966" y="247525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0" name="椭圆 11859">
                <a:extLst>
                  <a:ext uri="{FF2B5EF4-FFF2-40B4-BE49-F238E27FC236}">
                    <a16:creationId xmlns:a16="http://schemas.microsoft.com/office/drawing/2014/main" id="{668347B3-7F72-4EF7-964D-1859DCFB8EE4}"/>
                  </a:ext>
                </a:extLst>
              </p:cNvPr>
              <p:cNvSpPr/>
              <p:nvPr/>
            </p:nvSpPr>
            <p:spPr>
              <a:xfrm>
                <a:off x="404154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1" name="椭圆 11860">
                <a:extLst>
                  <a:ext uri="{FF2B5EF4-FFF2-40B4-BE49-F238E27FC236}">
                    <a16:creationId xmlns:a16="http://schemas.microsoft.com/office/drawing/2014/main" id="{D13E65F1-CCD6-4FC9-A39D-B95F8AF14841}"/>
                  </a:ext>
                </a:extLst>
              </p:cNvPr>
              <p:cNvSpPr/>
              <p:nvPr/>
            </p:nvSpPr>
            <p:spPr>
              <a:xfrm>
                <a:off x="396005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2" name="椭圆 11861">
                <a:extLst>
                  <a:ext uri="{FF2B5EF4-FFF2-40B4-BE49-F238E27FC236}">
                    <a16:creationId xmlns:a16="http://schemas.microsoft.com/office/drawing/2014/main" id="{A92BE220-04CA-4EA7-B795-9FD14A33DAC8}"/>
                  </a:ext>
                </a:extLst>
              </p:cNvPr>
              <p:cNvSpPr/>
              <p:nvPr/>
            </p:nvSpPr>
            <p:spPr>
              <a:xfrm>
                <a:off x="404796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3" name="椭圆 11862">
                <a:extLst>
                  <a:ext uri="{FF2B5EF4-FFF2-40B4-BE49-F238E27FC236}">
                    <a16:creationId xmlns:a16="http://schemas.microsoft.com/office/drawing/2014/main" id="{AC264B66-3DE8-4A9E-B0F6-0C6E33229748}"/>
                  </a:ext>
                </a:extLst>
              </p:cNvPr>
              <p:cNvSpPr/>
              <p:nvPr/>
            </p:nvSpPr>
            <p:spPr>
              <a:xfrm>
                <a:off x="402682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4" name="椭圆 11863">
                <a:extLst>
                  <a:ext uri="{FF2B5EF4-FFF2-40B4-BE49-F238E27FC236}">
                    <a16:creationId xmlns:a16="http://schemas.microsoft.com/office/drawing/2014/main" id="{B0C1251E-EF86-42E3-8D68-683F22D298F6}"/>
                  </a:ext>
                </a:extLst>
              </p:cNvPr>
              <p:cNvSpPr/>
              <p:nvPr/>
            </p:nvSpPr>
            <p:spPr>
              <a:xfrm>
                <a:off x="4039338"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5" name="椭圆 11864">
                <a:extLst>
                  <a:ext uri="{FF2B5EF4-FFF2-40B4-BE49-F238E27FC236}">
                    <a16:creationId xmlns:a16="http://schemas.microsoft.com/office/drawing/2014/main" id="{2719947A-2BED-4DF6-8958-43F76EEEF556}"/>
                  </a:ext>
                </a:extLst>
              </p:cNvPr>
              <p:cNvSpPr/>
              <p:nvPr/>
            </p:nvSpPr>
            <p:spPr>
              <a:xfrm>
                <a:off x="403662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6" name="椭圆 11865">
                <a:extLst>
                  <a:ext uri="{FF2B5EF4-FFF2-40B4-BE49-F238E27FC236}">
                    <a16:creationId xmlns:a16="http://schemas.microsoft.com/office/drawing/2014/main" id="{FE506C0F-C101-452D-926B-AD02E184B5E0}"/>
                  </a:ext>
                </a:extLst>
              </p:cNvPr>
              <p:cNvSpPr/>
              <p:nvPr/>
            </p:nvSpPr>
            <p:spPr>
              <a:xfrm>
                <a:off x="400942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7" name="椭圆 11866">
                <a:extLst>
                  <a:ext uri="{FF2B5EF4-FFF2-40B4-BE49-F238E27FC236}">
                    <a16:creationId xmlns:a16="http://schemas.microsoft.com/office/drawing/2014/main" id="{2D89570F-2DB1-4E4F-9BF8-43E2469CB53D}"/>
                  </a:ext>
                </a:extLst>
              </p:cNvPr>
              <p:cNvSpPr/>
              <p:nvPr/>
            </p:nvSpPr>
            <p:spPr>
              <a:xfrm>
                <a:off x="39124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8" name="椭圆 11867">
                <a:extLst>
                  <a:ext uri="{FF2B5EF4-FFF2-40B4-BE49-F238E27FC236}">
                    <a16:creationId xmlns:a16="http://schemas.microsoft.com/office/drawing/2014/main" id="{B531C58D-B67C-4FB7-8C72-B82216CC2BB1}"/>
                  </a:ext>
                </a:extLst>
              </p:cNvPr>
              <p:cNvSpPr/>
              <p:nvPr/>
            </p:nvSpPr>
            <p:spPr>
              <a:xfrm>
                <a:off x="399569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9" name="椭圆 11868">
                <a:extLst>
                  <a:ext uri="{FF2B5EF4-FFF2-40B4-BE49-F238E27FC236}">
                    <a16:creationId xmlns:a16="http://schemas.microsoft.com/office/drawing/2014/main" id="{EEA6BAD5-41F0-4188-9434-571603F130B6}"/>
                  </a:ext>
                </a:extLst>
              </p:cNvPr>
              <p:cNvSpPr/>
              <p:nvPr/>
            </p:nvSpPr>
            <p:spPr>
              <a:xfrm>
                <a:off x="398615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0" name="椭圆 11869">
                <a:extLst>
                  <a:ext uri="{FF2B5EF4-FFF2-40B4-BE49-F238E27FC236}">
                    <a16:creationId xmlns:a16="http://schemas.microsoft.com/office/drawing/2014/main" id="{AE9CFBFF-D154-4535-8584-FAC350E602A0}"/>
                  </a:ext>
                </a:extLst>
              </p:cNvPr>
              <p:cNvSpPr/>
              <p:nvPr/>
            </p:nvSpPr>
            <p:spPr>
              <a:xfrm>
                <a:off x="405159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1" name="椭圆 11870">
                <a:extLst>
                  <a:ext uri="{FF2B5EF4-FFF2-40B4-BE49-F238E27FC236}">
                    <a16:creationId xmlns:a16="http://schemas.microsoft.com/office/drawing/2014/main" id="{F564FE66-415B-4EA9-BA62-09C258360CC2}"/>
                  </a:ext>
                </a:extLst>
              </p:cNvPr>
              <p:cNvSpPr/>
              <p:nvPr/>
            </p:nvSpPr>
            <p:spPr>
              <a:xfrm>
                <a:off x="40257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2" name="椭圆 11871">
                <a:extLst>
                  <a:ext uri="{FF2B5EF4-FFF2-40B4-BE49-F238E27FC236}">
                    <a16:creationId xmlns:a16="http://schemas.microsoft.com/office/drawing/2014/main" id="{784453A4-0837-4903-AE74-94950E455C13}"/>
                  </a:ext>
                </a:extLst>
              </p:cNvPr>
              <p:cNvSpPr/>
              <p:nvPr/>
            </p:nvSpPr>
            <p:spPr>
              <a:xfrm>
                <a:off x="40455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3" name="椭圆 11872">
                <a:extLst>
                  <a:ext uri="{FF2B5EF4-FFF2-40B4-BE49-F238E27FC236}">
                    <a16:creationId xmlns:a16="http://schemas.microsoft.com/office/drawing/2014/main" id="{A78582F3-908F-49D5-8609-68B01F8F3E2F}"/>
                  </a:ext>
                </a:extLst>
              </p:cNvPr>
              <p:cNvSpPr/>
              <p:nvPr/>
            </p:nvSpPr>
            <p:spPr>
              <a:xfrm>
                <a:off x="4014453"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4" name="椭圆 11873">
                <a:extLst>
                  <a:ext uri="{FF2B5EF4-FFF2-40B4-BE49-F238E27FC236}">
                    <a16:creationId xmlns:a16="http://schemas.microsoft.com/office/drawing/2014/main" id="{06835EF4-8612-4B5F-97ED-F159D637AB7E}"/>
                  </a:ext>
                </a:extLst>
              </p:cNvPr>
              <p:cNvSpPr/>
              <p:nvPr/>
            </p:nvSpPr>
            <p:spPr>
              <a:xfrm>
                <a:off x="413542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5" name="椭圆 11874">
                <a:extLst>
                  <a:ext uri="{FF2B5EF4-FFF2-40B4-BE49-F238E27FC236}">
                    <a16:creationId xmlns:a16="http://schemas.microsoft.com/office/drawing/2014/main" id="{8D1415E5-F658-4573-9B3B-7D61AFAA89E2}"/>
                  </a:ext>
                </a:extLst>
              </p:cNvPr>
              <p:cNvSpPr/>
              <p:nvPr/>
            </p:nvSpPr>
            <p:spPr>
              <a:xfrm>
                <a:off x="4110544"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6" name="椭圆 11875">
                <a:extLst>
                  <a:ext uri="{FF2B5EF4-FFF2-40B4-BE49-F238E27FC236}">
                    <a16:creationId xmlns:a16="http://schemas.microsoft.com/office/drawing/2014/main" id="{BDA8F7B8-33E3-403E-A864-BA89251BC9AF}"/>
                  </a:ext>
                </a:extLst>
              </p:cNvPr>
              <p:cNvSpPr/>
              <p:nvPr/>
            </p:nvSpPr>
            <p:spPr>
              <a:xfrm>
                <a:off x="4039081"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7" name="椭圆 11876">
                <a:extLst>
                  <a:ext uri="{FF2B5EF4-FFF2-40B4-BE49-F238E27FC236}">
                    <a16:creationId xmlns:a16="http://schemas.microsoft.com/office/drawing/2014/main" id="{DD99B1E2-1A7E-4652-B520-9D763F28E76C}"/>
                  </a:ext>
                </a:extLst>
              </p:cNvPr>
              <p:cNvSpPr/>
              <p:nvPr/>
            </p:nvSpPr>
            <p:spPr>
              <a:xfrm>
                <a:off x="40601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8" name="椭圆 11877">
                <a:extLst>
                  <a:ext uri="{FF2B5EF4-FFF2-40B4-BE49-F238E27FC236}">
                    <a16:creationId xmlns:a16="http://schemas.microsoft.com/office/drawing/2014/main" id="{04D74587-828E-4036-B02B-4B17DA665D09}"/>
                  </a:ext>
                </a:extLst>
              </p:cNvPr>
              <p:cNvSpPr/>
              <p:nvPr/>
            </p:nvSpPr>
            <p:spPr>
              <a:xfrm>
                <a:off x="380333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9" name="椭圆 11878">
                <a:extLst>
                  <a:ext uri="{FF2B5EF4-FFF2-40B4-BE49-F238E27FC236}">
                    <a16:creationId xmlns:a16="http://schemas.microsoft.com/office/drawing/2014/main" id="{474571B0-F485-4EFB-9726-253E2BCAE6A3}"/>
                  </a:ext>
                </a:extLst>
              </p:cNvPr>
              <p:cNvSpPr/>
              <p:nvPr/>
            </p:nvSpPr>
            <p:spPr>
              <a:xfrm>
                <a:off x="3962517"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0" name="椭圆 11879">
                <a:extLst>
                  <a:ext uri="{FF2B5EF4-FFF2-40B4-BE49-F238E27FC236}">
                    <a16:creationId xmlns:a16="http://schemas.microsoft.com/office/drawing/2014/main" id="{D22C2081-092A-4043-B563-986328360615}"/>
                  </a:ext>
                </a:extLst>
              </p:cNvPr>
              <p:cNvSpPr/>
              <p:nvPr/>
            </p:nvSpPr>
            <p:spPr>
              <a:xfrm>
                <a:off x="403357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1" name="椭圆 11880">
                <a:extLst>
                  <a:ext uri="{FF2B5EF4-FFF2-40B4-BE49-F238E27FC236}">
                    <a16:creationId xmlns:a16="http://schemas.microsoft.com/office/drawing/2014/main" id="{0B1BD208-DD10-4131-AD24-7C9C029C743F}"/>
                  </a:ext>
                </a:extLst>
              </p:cNvPr>
              <p:cNvSpPr/>
              <p:nvPr/>
            </p:nvSpPr>
            <p:spPr>
              <a:xfrm>
                <a:off x="397066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2" name="椭圆 11881">
                <a:extLst>
                  <a:ext uri="{FF2B5EF4-FFF2-40B4-BE49-F238E27FC236}">
                    <a16:creationId xmlns:a16="http://schemas.microsoft.com/office/drawing/2014/main" id="{973C9B62-E5CD-48CB-BC56-D25033E5DD6B}"/>
                  </a:ext>
                </a:extLst>
              </p:cNvPr>
              <p:cNvSpPr/>
              <p:nvPr/>
            </p:nvSpPr>
            <p:spPr>
              <a:xfrm>
                <a:off x="39065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3" name="椭圆 11882">
                <a:extLst>
                  <a:ext uri="{FF2B5EF4-FFF2-40B4-BE49-F238E27FC236}">
                    <a16:creationId xmlns:a16="http://schemas.microsoft.com/office/drawing/2014/main" id="{F725714A-9D1E-44E9-A8C9-AE32A891E699}"/>
                  </a:ext>
                </a:extLst>
              </p:cNvPr>
              <p:cNvSpPr/>
              <p:nvPr/>
            </p:nvSpPr>
            <p:spPr>
              <a:xfrm>
                <a:off x="4089879"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4" name="椭圆 11883">
                <a:extLst>
                  <a:ext uri="{FF2B5EF4-FFF2-40B4-BE49-F238E27FC236}">
                    <a16:creationId xmlns:a16="http://schemas.microsoft.com/office/drawing/2014/main" id="{2126BB4F-DC71-4917-9FD6-D15E84D476B0}"/>
                  </a:ext>
                </a:extLst>
              </p:cNvPr>
              <p:cNvSpPr/>
              <p:nvPr/>
            </p:nvSpPr>
            <p:spPr>
              <a:xfrm>
                <a:off x="4150551"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5" name="椭圆 11884">
                <a:extLst>
                  <a:ext uri="{FF2B5EF4-FFF2-40B4-BE49-F238E27FC236}">
                    <a16:creationId xmlns:a16="http://schemas.microsoft.com/office/drawing/2014/main" id="{B5B22AD8-754E-4006-884B-2C49E3376F2C}"/>
                  </a:ext>
                </a:extLst>
              </p:cNvPr>
              <p:cNvSpPr/>
              <p:nvPr/>
            </p:nvSpPr>
            <p:spPr>
              <a:xfrm>
                <a:off x="4018123"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6" name="椭圆 11885">
                <a:extLst>
                  <a:ext uri="{FF2B5EF4-FFF2-40B4-BE49-F238E27FC236}">
                    <a16:creationId xmlns:a16="http://schemas.microsoft.com/office/drawing/2014/main" id="{4EA47428-B563-42A8-A699-CA25F667B8EC}"/>
                  </a:ext>
                </a:extLst>
              </p:cNvPr>
              <p:cNvSpPr/>
              <p:nvPr/>
            </p:nvSpPr>
            <p:spPr>
              <a:xfrm>
                <a:off x="399268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7" name="椭圆 11886">
                <a:extLst>
                  <a:ext uri="{FF2B5EF4-FFF2-40B4-BE49-F238E27FC236}">
                    <a16:creationId xmlns:a16="http://schemas.microsoft.com/office/drawing/2014/main" id="{B96A8F31-5956-41C3-9321-AB006C5538F0}"/>
                  </a:ext>
                </a:extLst>
              </p:cNvPr>
              <p:cNvSpPr/>
              <p:nvPr/>
            </p:nvSpPr>
            <p:spPr>
              <a:xfrm>
                <a:off x="400531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8" name="椭圆 11887">
                <a:extLst>
                  <a:ext uri="{FF2B5EF4-FFF2-40B4-BE49-F238E27FC236}">
                    <a16:creationId xmlns:a16="http://schemas.microsoft.com/office/drawing/2014/main" id="{BE950723-E927-4040-BEEB-1848F2E22003}"/>
                  </a:ext>
                </a:extLst>
              </p:cNvPr>
              <p:cNvSpPr/>
              <p:nvPr/>
            </p:nvSpPr>
            <p:spPr>
              <a:xfrm>
                <a:off x="40225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9" name="椭圆 11888">
                <a:extLst>
                  <a:ext uri="{FF2B5EF4-FFF2-40B4-BE49-F238E27FC236}">
                    <a16:creationId xmlns:a16="http://schemas.microsoft.com/office/drawing/2014/main" id="{8831819E-B16B-4DF2-A7AE-5E5FC21D3F15}"/>
                  </a:ext>
                </a:extLst>
              </p:cNvPr>
              <p:cNvSpPr/>
              <p:nvPr/>
            </p:nvSpPr>
            <p:spPr>
              <a:xfrm>
                <a:off x="4218269" y="2949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0" name="椭圆 11889">
                <a:extLst>
                  <a:ext uri="{FF2B5EF4-FFF2-40B4-BE49-F238E27FC236}">
                    <a16:creationId xmlns:a16="http://schemas.microsoft.com/office/drawing/2014/main" id="{3AD75EBE-8596-4793-9072-E89F028ED9D1}"/>
                  </a:ext>
                </a:extLst>
              </p:cNvPr>
              <p:cNvSpPr/>
              <p:nvPr/>
            </p:nvSpPr>
            <p:spPr>
              <a:xfrm>
                <a:off x="4047009"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1" name="椭圆 11890">
                <a:extLst>
                  <a:ext uri="{FF2B5EF4-FFF2-40B4-BE49-F238E27FC236}">
                    <a16:creationId xmlns:a16="http://schemas.microsoft.com/office/drawing/2014/main" id="{01914679-910E-449C-A1FD-867909788C70}"/>
                  </a:ext>
                </a:extLst>
              </p:cNvPr>
              <p:cNvSpPr/>
              <p:nvPr/>
            </p:nvSpPr>
            <p:spPr>
              <a:xfrm>
                <a:off x="404884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2" name="椭圆 11891">
                <a:extLst>
                  <a:ext uri="{FF2B5EF4-FFF2-40B4-BE49-F238E27FC236}">
                    <a16:creationId xmlns:a16="http://schemas.microsoft.com/office/drawing/2014/main" id="{1303A87A-EA9A-46D7-B2AD-7773B1B66BC8}"/>
                  </a:ext>
                </a:extLst>
              </p:cNvPr>
              <p:cNvSpPr/>
              <p:nvPr/>
            </p:nvSpPr>
            <p:spPr>
              <a:xfrm>
                <a:off x="40803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3" name="椭圆 11892">
                <a:extLst>
                  <a:ext uri="{FF2B5EF4-FFF2-40B4-BE49-F238E27FC236}">
                    <a16:creationId xmlns:a16="http://schemas.microsoft.com/office/drawing/2014/main" id="{1FC257AD-A436-4129-8C62-83B81E3E8CC6}"/>
                  </a:ext>
                </a:extLst>
              </p:cNvPr>
              <p:cNvSpPr/>
              <p:nvPr/>
            </p:nvSpPr>
            <p:spPr>
              <a:xfrm>
                <a:off x="408169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4" name="椭圆 11893">
                <a:extLst>
                  <a:ext uri="{FF2B5EF4-FFF2-40B4-BE49-F238E27FC236}">
                    <a16:creationId xmlns:a16="http://schemas.microsoft.com/office/drawing/2014/main" id="{B5039A53-DB57-4FA6-B8AF-661B8AB91974}"/>
                  </a:ext>
                </a:extLst>
              </p:cNvPr>
              <p:cNvSpPr/>
              <p:nvPr/>
            </p:nvSpPr>
            <p:spPr>
              <a:xfrm>
                <a:off x="403148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5" name="椭圆 11894">
                <a:extLst>
                  <a:ext uri="{FF2B5EF4-FFF2-40B4-BE49-F238E27FC236}">
                    <a16:creationId xmlns:a16="http://schemas.microsoft.com/office/drawing/2014/main" id="{BCF0F76F-2570-42B7-8D08-C85CFE52D70F}"/>
                  </a:ext>
                </a:extLst>
              </p:cNvPr>
              <p:cNvSpPr/>
              <p:nvPr/>
            </p:nvSpPr>
            <p:spPr>
              <a:xfrm>
                <a:off x="4066793"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6" name="椭圆 11895">
                <a:extLst>
                  <a:ext uri="{FF2B5EF4-FFF2-40B4-BE49-F238E27FC236}">
                    <a16:creationId xmlns:a16="http://schemas.microsoft.com/office/drawing/2014/main" id="{2080CBA6-0A48-40AD-A929-759AD7EBB637}"/>
                  </a:ext>
                </a:extLst>
              </p:cNvPr>
              <p:cNvSpPr/>
              <p:nvPr/>
            </p:nvSpPr>
            <p:spPr>
              <a:xfrm>
                <a:off x="40528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7" name="椭圆 11896">
                <a:extLst>
                  <a:ext uri="{FF2B5EF4-FFF2-40B4-BE49-F238E27FC236}">
                    <a16:creationId xmlns:a16="http://schemas.microsoft.com/office/drawing/2014/main" id="{4F4C165A-8DBA-4B7D-A620-409C2C8D4BB7}"/>
                  </a:ext>
                </a:extLst>
              </p:cNvPr>
              <p:cNvSpPr/>
              <p:nvPr/>
            </p:nvSpPr>
            <p:spPr>
              <a:xfrm>
                <a:off x="397951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8" name="椭圆 11897">
                <a:extLst>
                  <a:ext uri="{FF2B5EF4-FFF2-40B4-BE49-F238E27FC236}">
                    <a16:creationId xmlns:a16="http://schemas.microsoft.com/office/drawing/2014/main" id="{2D19CC6D-3E80-436F-82F7-2283998F5317}"/>
                  </a:ext>
                </a:extLst>
              </p:cNvPr>
              <p:cNvSpPr/>
              <p:nvPr/>
            </p:nvSpPr>
            <p:spPr>
              <a:xfrm>
                <a:off x="394144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9" name="椭圆 11898">
                <a:extLst>
                  <a:ext uri="{FF2B5EF4-FFF2-40B4-BE49-F238E27FC236}">
                    <a16:creationId xmlns:a16="http://schemas.microsoft.com/office/drawing/2014/main" id="{849B47D2-433C-42E0-8BC8-3FB255835752}"/>
                  </a:ext>
                </a:extLst>
              </p:cNvPr>
              <p:cNvSpPr/>
              <p:nvPr/>
            </p:nvSpPr>
            <p:spPr>
              <a:xfrm>
                <a:off x="4060920"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0" name="椭圆 11899">
                <a:extLst>
                  <a:ext uri="{FF2B5EF4-FFF2-40B4-BE49-F238E27FC236}">
                    <a16:creationId xmlns:a16="http://schemas.microsoft.com/office/drawing/2014/main" id="{1F2D7EED-03E0-43DB-A70D-C666B311264E}"/>
                  </a:ext>
                </a:extLst>
              </p:cNvPr>
              <p:cNvSpPr/>
              <p:nvPr/>
            </p:nvSpPr>
            <p:spPr>
              <a:xfrm>
                <a:off x="4001680"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1" name="椭圆 11900">
                <a:extLst>
                  <a:ext uri="{FF2B5EF4-FFF2-40B4-BE49-F238E27FC236}">
                    <a16:creationId xmlns:a16="http://schemas.microsoft.com/office/drawing/2014/main" id="{F8F038CA-12FC-4162-9E22-A474CBCFA51B}"/>
                  </a:ext>
                </a:extLst>
              </p:cNvPr>
              <p:cNvSpPr/>
              <p:nvPr/>
            </p:nvSpPr>
            <p:spPr>
              <a:xfrm>
                <a:off x="421434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2" name="椭圆 11901">
                <a:extLst>
                  <a:ext uri="{FF2B5EF4-FFF2-40B4-BE49-F238E27FC236}">
                    <a16:creationId xmlns:a16="http://schemas.microsoft.com/office/drawing/2014/main" id="{F87B60FA-5B8F-42A2-AFBE-EF0F439DF7E2}"/>
                  </a:ext>
                </a:extLst>
              </p:cNvPr>
              <p:cNvSpPr/>
              <p:nvPr/>
            </p:nvSpPr>
            <p:spPr>
              <a:xfrm>
                <a:off x="3860150" y="2924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3" name="椭圆 11902">
                <a:extLst>
                  <a:ext uri="{FF2B5EF4-FFF2-40B4-BE49-F238E27FC236}">
                    <a16:creationId xmlns:a16="http://schemas.microsoft.com/office/drawing/2014/main" id="{5B0CDC4D-AA53-4491-ABB6-201CBE92533A}"/>
                  </a:ext>
                </a:extLst>
              </p:cNvPr>
              <p:cNvSpPr/>
              <p:nvPr/>
            </p:nvSpPr>
            <p:spPr>
              <a:xfrm>
                <a:off x="400568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4" name="椭圆 11903">
                <a:extLst>
                  <a:ext uri="{FF2B5EF4-FFF2-40B4-BE49-F238E27FC236}">
                    <a16:creationId xmlns:a16="http://schemas.microsoft.com/office/drawing/2014/main" id="{08861F22-9ADF-4C21-910A-9D0208FE0558}"/>
                  </a:ext>
                </a:extLst>
              </p:cNvPr>
              <p:cNvSpPr/>
              <p:nvPr/>
            </p:nvSpPr>
            <p:spPr>
              <a:xfrm>
                <a:off x="4415735" y="28220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5" name="椭圆 11904">
                <a:extLst>
                  <a:ext uri="{FF2B5EF4-FFF2-40B4-BE49-F238E27FC236}">
                    <a16:creationId xmlns:a16="http://schemas.microsoft.com/office/drawing/2014/main" id="{67EA7F72-CFB5-4ECA-A8CF-C0A185D1920F}"/>
                  </a:ext>
                </a:extLst>
              </p:cNvPr>
              <p:cNvSpPr/>
              <p:nvPr/>
            </p:nvSpPr>
            <p:spPr>
              <a:xfrm>
                <a:off x="40089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6" name="椭圆 11905">
                <a:extLst>
                  <a:ext uri="{FF2B5EF4-FFF2-40B4-BE49-F238E27FC236}">
                    <a16:creationId xmlns:a16="http://schemas.microsoft.com/office/drawing/2014/main" id="{6E28D6D1-F949-4F9D-BF47-58317475B702}"/>
                  </a:ext>
                </a:extLst>
              </p:cNvPr>
              <p:cNvSpPr/>
              <p:nvPr/>
            </p:nvSpPr>
            <p:spPr>
              <a:xfrm>
                <a:off x="40480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7" name="椭圆 11906">
                <a:extLst>
                  <a:ext uri="{FF2B5EF4-FFF2-40B4-BE49-F238E27FC236}">
                    <a16:creationId xmlns:a16="http://schemas.microsoft.com/office/drawing/2014/main" id="{F08F934B-4DC1-44A3-BCB1-5DF67D1189FB}"/>
                  </a:ext>
                </a:extLst>
              </p:cNvPr>
              <p:cNvSpPr/>
              <p:nvPr/>
            </p:nvSpPr>
            <p:spPr>
              <a:xfrm>
                <a:off x="4009315"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8" name="椭圆 11907">
                <a:extLst>
                  <a:ext uri="{FF2B5EF4-FFF2-40B4-BE49-F238E27FC236}">
                    <a16:creationId xmlns:a16="http://schemas.microsoft.com/office/drawing/2014/main" id="{2D31F539-63AF-40B4-BC2D-04BF9E816091}"/>
                  </a:ext>
                </a:extLst>
              </p:cNvPr>
              <p:cNvSpPr/>
              <p:nvPr/>
            </p:nvSpPr>
            <p:spPr>
              <a:xfrm>
                <a:off x="407989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9" name="椭圆 11908">
                <a:extLst>
                  <a:ext uri="{FF2B5EF4-FFF2-40B4-BE49-F238E27FC236}">
                    <a16:creationId xmlns:a16="http://schemas.microsoft.com/office/drawing/2014/main" id="{D16CA064-63A4-4798-BEF7-5FA7E32893B3}"/>
                  </a:ext>
                </a:extLst>
              </p:cNvPr>
              <p:cNvSpPr/>
              <p:nvPr/>
            </p:nvSpPr>
            <p:spPr>
              <a:xfrm>
                <a:off x="4314690"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0" name="椭圆 11909">
                <a:extLst>
                  <a:ext uri="{FF2B5EF4-FFF2-40B4-BE49-F238E27FC236}">
                    <a16:creationId xmlns:a16="http://schemas.microsoft.com/office/drawing/2014/main" id="{6CA4077B-DDC3-42B7-9024-66A9B8728723}"/>
                  </a:ext>
                </a:extLst>
              </p:cNvPr>
              <p:cNvSpPr/>
              <p:nvPr/>
            </p:nvSpPr>
            <p:spPr>
              <a:xfrm>
                <a:off x="3717446"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1" name="椭圆 11910">
                <a:extLst>
                  <a:ext uri="{FF2B5EF4-FFF2-40B4-BE49-F238E27FC236}">
                    <a16:creationId xmlns:a16="http://schemas.microsoft.com/office/drawing/2014/main" id="{2AC8A226-C4CE-48B5-8B7B-78E3C63D37E1}"/>
                  </a:ext>
                </a:extLst>
              </p:cNvPr>
              <p:cNvSpPr/>
              <p:nvPr/>
            </p:nvSpPr>
            <p:spPr>
              <a:xfrm>
                <a:off x="4067453"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2" name="椭圆 11911">
                <a:extLst>
                  <a:ext uri="{FF2B5EF4-FFF2-40B4-BE49-F238E27FC236}">
                    <a16:creationId xmlns:a16="http://schemas.microsoft.com/office/drawing/2014/main" id="{69B2FA3E-4743-4CA7-B5F8-BE76DF2CB43A}"/>
                  </a:ext>
                </a:extLst>
              </p:cNvPr>
              <p:cNvSpPr/>
              <p:nvPr/>
            </p:nvSpPr>
            <p:spPr>
              <a:xfrm>
                <a:off x="3852589"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3" name="椭圆 11912">
                <a:extLst>
                  <a:ext uri="{FF2B5EF4-FFF2-40B4-BE49-F238E27FC236}">
                    <a16:creationId xmlns:a16="http://schemas.microsoft.com/office/drawing/2014/main" id="{B0A057BF-F165-4858-9072-BAF708225BBB}"/>
                  </a:ext>
                </a:extLst>
              </p:cNvPr>
              <p:cNvSpPr/>
              <p:nvPr/>
            </p:nvSpPr>
            <p:spPr>
              <a:xfrm>
                <a:off x="380817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4" name="椭圆 11913">
                <a:extLst>
                  <a:ext uri="{FF2B5EF4-FFF2-40B4-BE49-F238E27FC236}">
                    <a16:creationId xmlns:a16="http://schemas.microsoft.com/office/drawing/2014/main" id="{C6F0C48E-C393-4171-A4C8-444A61E6C34B}"/>
                  </a:ext>
                </a:extLst>
              </p:cNvPr>
              <p:cNvSpPr/>
              <p:nvPr/>
            </p:nvSpPr>
            <p:spPr>
              <a:xfrm>
                <a:off x="40419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5" name="椭圆 11914">
                <a:extLst>
                  <a:ext uri="{FF2B5EF4-FFF2-40B4-BE49-F238E27FC236}">
                    <a16:creationId xmlns:a16="http://schemas.microsoft.com/office/drawing/2014/main" id="{8827BC3C-3E1E-4EFE-A37A-C16A013CCAF3}"/>
                  </a:ext>
                </a:extLst>
              </p:cNvPr>
              <p:cNvSpPr/>
              <p:nvPr/>
            </p:nvSpPr>
            <p:spPr>
              <a:xfrm>
                <a:off x="3940972"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6" name="椭圆 11915">
                <a:extLst>
                  <a:ext uri="{FF2B5EF4-FFF2-40B4-BE49-F238E27FC236}">
                    <a16:creationId xmlns:a16="http://schemas.microsoft.com/office/drawing/2014/main" id="{13AE6F75-C0B8-4BB6-AB75-2E1E06CE2BC0}"/>
                  </a:ext>
                </a:extLst>
              </p:cNvPr>
              <p:cNvSpPr/>
              <p:nvPr/>
            </p:nvSpPr>
            <p:spPr>
              <a:xfrm>
                <a:off x="3885660"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7" name="椭圆 11916">
                <a:extLst>
                  <a:ext uri="{FF2B5EF4-FFF2-40B4-BE49-F238E27FC236}">
                    <a16:creationId xmlns:a16="http://schemas.microsoft.com/office/drawing/2014/main" id="{44B2BCA8-1F11-4677-9787-AB9181E31548}"/>
                  </a:ext>
                </a:extLst>
              </p:cNvPr>
              <p:cNvSpPr/>
              <p:nvPr/>
            </p:nvSpPr>
            <p:spPr>
              <a:xfrm>
                <a:off x="3914802"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8" name="椭圆 11917">
                <a:extLst>
                  <a:ext uri="{FF2B5EF4-FFF2-40B4-BE49-F238E27FC236}">
                    <a16:creationId xmlns:a16="http://schemas.microsoft.com/office/drawing/2014/main" id="{E6A715DF-8176-4C4D-9F26-CCDFA2CF4019}"/>
                  </a:ext>
                </a:extLst>
              </p:cNvPr>
              <p:cNvSpPr/>
              <p:nvPr/>
            </p:nvSpPr>
            <p:spPr>
              <a:xfrm>
                <a:off x="420329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9" name="椭圆 11918">
                <a:extLst>
                  <a:ext uri="{FF2B5EF4-FFF2-40B4-BE49-F238E27FC236}">
                    <a16:creationId xmlns:a16="http://schemas.microsoft.com/office/drawing/2014/main" id="{02D2838F-6F48-4756-AA2D-464982781BA1}"/>
                  </a:ext>
                </a:extLst>
              </p:cNvPr>
              <p:cNvSpPr/>
              <p:nvPr/>
            </p:nvSpPr>
            <p:spPr>
              <a:xfrm>
                <a:off x="40129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0" name="椭圆 11919">
                <a:extLst>
                  <a:ext uri="{FF2B5EF4-FFF2-40B4-BE49-F238E27FC236}">
                    <a16:creationId xmlns:a16="http://schemas.microsoft.com/office/drawing/2014/main" id="{9B687DC8-5EB1-4708-997C-56A53F2737B1}"/>
                  </a:ext>
                </a:extLst>
              </p:cNvPr>
              <p:cNvSpPr/>
              <p:nvPr/>
            </p:nvSpPr>
            <p:spPr>
              <a:xfrm>
                <a:off x="397415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1" name="椭圆 11920">
                <a:extLst>
                  <a:ext uri="{FF2B5EF4-FFF2-40B4-BE49-F238E27FC236}">
                    <a16:creationId xmlns:a16="http://schemas.microsoft.com/office/drawing/2014/main" id="{6955CDBA-B93F-42AA-BEE5-C6CBD3BFD84C}"/>
                  </a:ext>
                </a:extLst>
              </p:cNvPr>
              <p:cNvSpPr/>
              <p:nvPr/>
            </p:nvSpPr>
            <p:spPr>
              <a:xfrm>
                <a:off x="396655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2" name="椭圆 11921">
                <a:extLst>
                  <a:ext uri="{FF2B5EF4-FFF2-40B4-BE49-F238E27FC236}">
                    <a16:creationId xmlns:a16="http://schemas.microsoft.com/office/drawing/2014/main" id="{AA1359AF-EE7F-4EDF-9904-8832446CE240}"/>
                  </a:ext>
                </a:extLst>
              </p:cNvPr>
              <p:cNvSpPr/>
              <p:nvPr/>
            </p:nvSpPr>
            <p:spPr>
              <a:xfrm>
                <a:off x="396806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3" name="椭圆 11922">
                <a:extLst>
                  <a:ext uri="{FF2B5EF4-FFF2-40B4-BE49-F238E27FC236}">
                    <a16:creationId xmlns:a16="http://schemas.microsoft.com/office/drawing/2014/main" id="{A04C5EC3-CAEC-42D2-AE55-3DE13F2E0A17}"/>
                  </a:ext>
                </a:extLst>
              </p:cNvPr>
              <p:cNvSpPr/>
              <p:nvPr/>
            </p:nvSpPr>
            <p:spPr>
              <a:xfrm>
                <a:off x="3956902"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4" name="椭圆 11923">
                <a:extLst>
                  <a:ext uri="{FF2B5EF4-FFF2-40B4-BE49-F238E27FC236}">
                    <a16:creationId xmlns:a16="http://schemas.microsoft.com/office/drawing/2014/main" id="{BA6678AF-ABDF-44D5-8A7B-47DDB146AF9D}"/>
                  </a:ext>
                </a:extLst>
              </p:cNvPr>
              <p:cNvSpPr/>
              <p:nvPr/>
            </p:nvSpPr>
            <p:spPr>
              <a:xfrm>
                <a:off x="4081401"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5" name="椭圆 11924">
                <a:extLst>
                  <a:ext uri="{FF2B5EF4-FFF2-40B4-BE49-F238E27FC236}">
                    <a16:creationId xmlns:a16="http://schemas.microsoft.com/office/drawing/2014/main" id="{96BC65AA-2F29-46E1-9092-71958B26783C}"/>
                  </a:ext>
                </a:extLst>
              </p:cNvPr>
              <p:cNvSpPr/>
              <p:nvPr/>
            </p:nvSpPr>
            <p:spPr>
              <a:xfrm>
                <a:off x="397980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6" name="椭圆 11925">
                <a:extLst>
                  <a:ext uri="{FF2B5EF4-FFF2-40B4-BE49-F238E27FC236}">
                    <a16:creationId xmlns:a16="http://schemas.microsoft.com/office/drawing/2014/main" id="{9AB86CE1-7E95-4377-AACF-71DB653A69B0}"/>
                  </a:ext>
                </a:extLst>
              </p:cNvPr>
              <p:cNvSpPr/>
              <p:nvPr/>
            </p:nvSpPr>
            <p:spPr>
              <a:xfrm>
                <a:off x="40175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7" name="椭圆 11926">
                <a:extLst>
                  <a:ext uri="{FF2B5EF4-FFF2-40B4-BE49-F238E27FC236}">
                    <a16:creationId xmlns:a16="http://schemas.microsoft.com/office/drawing/2014/main" id="{68B38A2A-B17E-4578-B5A1-036E914449F5}"/>
                  </a:ext>
                </a:extLst>
              </p:cNvPr>
              <p:cNvSpPr/>
              <p:nvPr/>
            </p:nvSpPr>
            <p:spPr>
              <a:xfrm>
                <a:off x="405629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8" name="椭圆 11927">
                <a:extLst>
                  <a:ext uri="{FF2B5EF4-FFF2-40B4-BE49-F238E27FC236}">
                    <a16:creationId xmlns:a16="http://schemas.microsoft.com/office/drawing/2014/main" id="{80E1756B-292D-45BF-A7B3-0ED761437911}"/>
                  </a:ext>
                </a:extLst>
              </p:cNvPr>
              <p:cNvSpPr/>
              <p:nvPr/>
            </p:nvSpPr>
            <p:spPr>
              <a:xfrm>
                <a:off x="386033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9" name="椭圆 11928">
                <a:extLst>
                  <a:ext uri="{FF2B5EF4-FFF2-40B4-BE49-F238E27FC236}">
                    <a16:creationId xmlns:a16="http://schemas.microsoft.com/office/drawing/2014/main" id="{533FDEBF-D309-4EC6-86C6-6AB2A5E81B6B}"/>
                  </a:ext>
                </a:extLst>
              </p:cNvPr>
              <p:cNvSpPr/>
              <p:nvPr/>
            </p:nvSpPr>
            <p:spPr>
              <a:xfrm>
                <a:off x="4018784"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0" name="椭圆 11929">
                <a:extLst>
                  <a:ext uri="{FF2B5EF4-FFF2-40B4-BE49-F238E27FC236}">
                    <a16:creationId xmlns:a16="http://schemas.microsoft.com/office/drawing/2014/main" id="{CB066E49-E14B-4DF3-A248-5DC994A931EB}"/>
                  </a:ext>
                </a:extLst>
              </p:cNvPr>
              <p:cNvSpPr/>
              <p:nvPr/>
            </p:nvSpPr>
            <p:spPr>
              <a:xfrm>
                <a:off x="39983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1" name="椭圆 11930">
                <a:extLst>
                  <a:ext uri="{FF2B5EF4-FFF2-40B4-BE49-F238E27FC236}">
                    <a16:creationId xmlns:a16="http://schemas.microsoft.com/office/drawing/2014/main" id="{15544989-E8FC-4047-B6F5-5E778E1D5223}"/>
                  </a:ext>
                </a:extLst>
              </p:cNvPr>
              <p:cNvSpPr/>
              <p:nvPr/>
            </p:nvSpPr>
            <p:spPr>
              <a:xfrm>
                <a:off x="398857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2" name="椭圆 11931">
                <a:extLst>
                  <a:ext uri="{FF2B5EF4-FFF2-40B4-BE49-F238E27FC236}">
                    <a16:creationId xmlns:a16="http://schemas.microsoft.com/office/drawing/2014/main" id="{CBFB3F8D-0CEF-427A-B3EC-F17ED08E4104}"/>
                  </a:ext>
                </a:extLst>
              </p:cNvPr>
              <p:cNvSpPr/>
              <p:nvPr/>
            </p:nvSpPr>
            <p:spPr>
              <a:xfrm>
                <a:off x="3876594"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3" name="椭圆 11932">
                <a:extLst>
                  <a:ext uri="{FF2B5EF4-FFF2-40B4-BE49-F238E27FC236}">
                    <a16:creationId xmlns:a16="http://schemas.microsoft.com/office/drawing/2014/main" id="{09116779-7A87-4608-85C4-B29DEE391001}"/>
                  </a:ext>
                </a:extLst>
              </p:cNvPr>
              <p:cNvSpPr/>
              <p:nvPr/>
            </p:nvSpPr>
            <p:spPr>
              <a:xfrm>
                <a:off x="3944165" y="23872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4" name="椭圆 11933">
                <a:extLst>
                  <a:ext uri="{FF2B5EF4-FFF2-40B4-BE49-F238E27FC236}">
                    <a16:creationId xmlns:a16="http://schemas.microsoft.com/office/drawing/2014/main" id="{A39C9C4C-4921-4707-9101-30DEC6A2C3B6}"/>
                  </a:ext>
                </a:extLst>
              </p:cNvPr>
              <p:cNvSpPr/>
              <p:nvPr/>
            </p:nvSpPr>
            <p:spPr>
              <a:xfrm>
                <a:off x="40254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5" name="椭圆 11934">
                <a:extLst>
                  <a:ext uri="{FF2B5EF4-FFF2-40B4-BE49-F238E27FC236}">
                    <a16:creationId xmlns:a16="http://schemas.microsoft.com/office/drawing/2014/main" id="{8EF0E59E-A478-4C8F-9111-A1D9B0031658}"/>
                  </a:ext>
                </a:extLst>
              </p:cNvPr>
              <p:cNvSpPr/>
              <p:nvPr/>
            </p:nvSpPr>
            <p:spPr>
              <a:xfrm>
                <a:off x="4058901"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6" name="椭圆 11935">
                <a:extLst>
                  <a:ext uri="{FF2B5EF4-FFF2-40B4-BE49-F238E27FC236}">
                    <a16:creationId xmlns:a16="http://schemas.microsoft.com/office/drawing/2014/main" id="{B7B5C6EB-AFFD-4FDE-B5ED-AAF93D5CAA92}"/>
                  </a:ext>
                </a:extLst>
              </p:cNvPr>
              <p:cNvSpPr/>
              <p:nvPr/>
            </p:nvSpPr>
            <p:spPr>
              <a:xfrm>
                <a:off x="40329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7" name="椭圆 11936">
                <a:extLst>
                  <a:ext uri="{FF2B5EF4-FFF2-40B4-BE49-F238E27FC236}">
                    <a16:creationId xmlns:a16="http://schemas.microsoft.com/office/drawing/2014/main" id="{09FE065A-E5E4-443C-9734-771E3217F647}"/>
                  </a:ext>
                </a:extLst>
              </p:cNvPr>
              <p:cNvSpPr/>
              <p:nvPr/>
            </p:nvSpPr>
            <p:spPr>
              <a:xfrm>
                <a:off x="398274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8" name="椭圆 11937">
                <a:extLst>
                  <a:ext uri="{FF2B5EF4-FFF2-40B4-BE49-F238E27FC236}">
                    <a16:creationId xmlns:a16="http://schemas.microsoft.com/office/drawing/2014/main" id="{7935CD88-CB6B-45BA-8C09-FD16C0B0303C}"/>
                  </a:ext>
                </a:extLst>
              </p:cNvPr>
              <p:cNvSpPr/>
              <p:nvPr/>
            </p:nvSpPr>
            <p:spPr>
              <a:xfrm>
                <a:off x="402586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9" name="椭圆 11938">
                <a:extLst>
                  <a:ext uri="{FF2B5EF4-FFF2-40B4-BE49-F238E27FC236}">
                    <a16:creationId xmlns:a16="http://schemas.microsoft.com/office/drawing/2014/main" id="{A16ECD01-2025-4920-B4DF-815AA91F61CE}"/>
                  </a:ext>
                </a:extLst>
              </p:cNvPr>
              <p:cNvSpPr/>
              <p:nvPr/>
            </p:nvSpPr>
            <p:spPr>
              <a:xfrm>
                <a:off x="3988247"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0" name="椭圆 11939">
                <a:extLst>
                  <a:ext uri="{FF2B5EF4-FFF2-40B4-BE49-F238E27FC236}">
                    <a16:creationId xmlns:a16="http://schemas.microsoft.com/office/drawing/2014/main" id="{94BAB7D4-19CF-4C4A-82F1-F65D59EED293}"/>
                  </a:ext>
                </a:extLst>
              </p:cNvPr>
              <p:cNvSpPr/>
              <p:nvPr/>
            </p:nvSpPr>
            <p:spPr>
              <a:xfrm>
                <a:off x="3859563"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1" name="椭圆 11940">
                <a:extLst>
                  <a:ext uri="{FF2B5EF4-FFF2-40B4-BE49-F238E27FC236}">
                    <a16:creationId xmlns:a16="http://schemas.microsoft.com/office/drawing/2014/main" id="{99F7ABB7-0E34-4C04-8022-98B24F80BA6B}"/>
                  </a:ext>
                </a:extLst>
              </p:cNvPr>
              <p:cNvSpPr/>
              <p:nvPr/>
            </p:nvSpPr>
            <p:spPr>
              <a:xfrm>
                <a:off x="3990889" y="28482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2" name="椭圆 11941">
                <a:extLst>
                  <a:ext uri="{FF2B5EF4-FFF2-40B4-BE49-F238E27FC236}">
                    <a16:creationId xmlns:a16="http://schemas.microsoft.com/office/drawing/2014/main" id="{DF93C49C-0429-42EC-A4FB-BC50D6ACAE04}"/>
                  </a:ext>
                </a:extLst>
              </p:cNvPr>
              <p:cNvSpPr/>
              <p:nvPr/>
            </p:nvSpPr>
            <p:spPr>
              <a:xfrm>
                <a:off x="40192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3" name="椭圆 11942">
                <a:extLst>
                  <a:ext uri="{FF2B5EF4-FFF2-40B4-BE49-F238E27FC236}">
                    <a16:creationId xmlns:a16="http://schemas.microsoft.com/office/drawing/2014/main" id="{814FD2E6-C13D-414E-B643-6D9DA43F667F}"/>
                  </a:ext>
                </a:extLst>
              </p:cNvPr>
              <p:cNvSpPr/>
              <p:nvPr/>
            </p:nvSpPr>
            <p:spPr>
              <a:xfrm>
                <a:off x="407787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4" name="椭圆 11943">
                <a:extLst>
                  <a:ext uri="{FF2B5EF4-FFF2-40B4-BE49-F238E27FC236}">
                    <a16:creationId xmlns:a16="http://schemas.microsoft.com/office/drawing/2014/main" id="{D4530E9C-36FB-4979-BD99-297E83BFBCFF}"/>
                  </a:ext>
                </a:extLst>
              </p:cNvPr>
              <p:cNvSpPr/>
              <p:nvPr/>
            </p:nvSpPr>
            <p:spPr>
              <a:xfrm>
                <a:off x="40445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5" name="椭圆 11944">
                <a:extLst>
                  <a:ext uri="{FF2B5EF4-FFF2-40B4-BE49-F238E27FC236}">
                    <a16:creationId xmlns:a16="http://schemas.microsoft.com/office/drawing/2014/main" id="{42E59F24-3B55-44CA-9B7F-BCFA79427F3D}"/>
                  </a:ext>
                </a:extLst>
              </p:cNvPr>
              <p:cNvSpPr/>
              <p:nvPr/>
            </p:nvSpPr>
            <p:spPr>
              <a:xfrm>
                <a:off x="394842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6" name="椭圆 11945">
                <a:extLst>
                  <a:ext uri="{FF2B5EF4-FFF2-40B4-BE49-F238E27FC236}">
                    <a16:creationId xmlns:a16="http://schemas.microsoft.com/office/drawing/2014/main" id="{3DB68112-2653-4FE1-95EF-76EA5687032C}"/>
                  </a:ext>
                </a:extLst>
              </p:cNvPr>
              <p:cNvSpPr/>
              <p:nvPr/>
            </p:nvSpPr>
            <p:spPr>
              <a:xfrm>
                <a:off x="395436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7" name="椭圆 11946">
                <a:extLst>
                  <a:ext uri="{FF2B5EF4-FFF2-40B4-BE49-F238E27FC236}">
                    <a16:creationId xmlns:a16="http://schemas.microsoft.com/office/drawing/2014/main" id="{C0BB81EC-74AC-4AC5-A888-F50DA9F355A8}"/>
                  </a:ext>
                </a:extLst>
              </p:cNvPr>
              <p:cNvSpPr/>
              <p:nvPr/>
            </p:nvSpPr>
            <p:spPr>
              <a:xfrm>
                <a:off x="3972978"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8" name="椭圆 11947">
                <a:extLst>
                  <a:ext uri="{FF2B5EF4-FFF2-40B4-BE49-F238E27FC236}">
                    <a16:creationId xmlns:a16="http://schemas.microsoft.com/office/drawing/2014/main" id="{190590D2-A7C2-4586-ACB5-3DFADF7C2636}"/>
                  </a:ext>
                </a:extLst>
              </p:cNvPr>
              <p:cNvSpPr/>
              <p:nvPr/>
            </p:nvSpPr>
            <p:spPr>
              <a:xfrm>
                <a:off x="4075161" y="25483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9" name="椭圆 11948">
                <a:extLst>
                  <a:ext uri="{FF2B5EF4-FFF2-40B4-BE49-F238E27FC236}">
                    <a16:creationId xmlns:a16="http://schemas.microsoft.com/office/drawing/2014/main" id="{0DB4C268-AE3E-443A-AD10-593593BC712D}"/>
                  </a:ext>
                </a:extLst>
              </p:cNvPr>
              <p:cNvSpPr/>
              <p:nvPr/>
            </p:nvSpPr>
            <p:spPr>
              <a:xfrm>
                <a:off x="3945670"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0" name="椭圆 11949">
                <a:extLst>
                  <a:ext uri="{FF2B5EF4-FFF2-40B4-BE49-F238E27FC236}">
                    <a16:creationId xmlns:a16="http://schemas.microsoft.com/office/drawing/2014/main" id="{4C273453-8FD1-4B30-9175-DA3C6FF2F5F4}"/>
                  </a:ext>
                </a:extLst>
              </p:cNvPr>
              <p:cNvSpPr/>
              <p:nvPr/>
            </p:nvSpPr>
            <p:spPr>
              <a:xfrm>
                <a:off x="4032585" y="2879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1" name="椭圆 11950">
                <a:extLst>
                  <a:ext uri="{FF2B5EF4-FFF2-40B4-BE49-F238E27FC236}">
                    <a16:creationId xmlns:a16="http://schemas.microsoft.com/office/drawing/2014/main" id="{6EAA921A-BB65-4891-ABA9-B86656AA43DB}"/>
                  </a:ext>
                </a:extLst>
              </p:cNvPr>
              <p:cNvSpPr/>
              <p:nvPr/>
            </p:nvSpPr>
            <p:spPr>
              <a:xfrm>
                <a:off x="4281840"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2" name="椭圆 11951">
                <a:extLst>
                  <a:ext uri="{FF2B5EF4-FFF2-40B4-BE49-F238E27FC236}">
                    <a16:creationId xmlns:a16="http://schemas.microsoft.com/office/drawing/2014/main" id="{4DADC9EE-61A3-461B-B776-15403974182B}"/>
                  </a:ext>
                </a:extLst>
              </p:cNvPr>
              <p:cNvSpPr/>
              <p:nvPr/>
            </p:nvSpPr>
            <p:spPr>
              <a:xfrm>
                <a:off x="3973638" y="3027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3" name="椭圆 11952">
                <a:extLst>
                  <a:ext uri="{FF2B5EF4-FFF2-40B4-BE49-F238E27FC236}">
                    <a16:creationId xmlns:a16="http://schemas.microsoft.com/office/drawing/2014/main" id="{D30CAB95-3D74-4655-A739-3F0090F96291}"/>
                  </a:ext>
                </a:extLst>
              </p:cNvPr>
              <p:cNvSpPr/>
              <p:nvPr/>
            </p:nvSpPr>
            <p:spPr>
              <a:xfrm>
                <a:off x="40957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4" name="椭圆 11953">
                <a:extLst>
                  <a:ext uri="{FF2B5EF4-FFF2-40B4-BE49-F238E27FC236}">
                    <a16:creationId xmlns:a16="http://schemas.microsoft.com/office/drawing/2014/main" id="{9713B53F-DB96-4D5B-8CF0-C1ACEBEF9BC8}"/>
                  </a:ext>
                </a:extLst>
              </p:cNvPr>
              <p:cNvSpPr/>
              <p:nvPr/>
            </p:nvSpPr>
            <p:spPr>
              <a:xfrm>
                <a:off x="415624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5" name="椭圆 11954">
                <a:extLst>
                  <a:ext uri="{FF2B5EF4-FFF2-40B4-BE49-F238E27FC236}">
                    <a16:creationId xmlns:a16="http://schemas.microsoft.com/office/drawing/2014/main" id="{4982E2D6-4437-4B71-A416-D53E67A43565}"/>
                  </a:ext>
                </a:extLst>
              </p:cNvPr>
              <p:cNvSpPr/>
              <p:nvPr/>
            </p:nvSpPr>
            <p:spPr>
              <a:xfrm>
                <a:off x="407677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6" name="椭圆 11955">
                <a:extLst>
                  <a:ext uri="{FF2B5EF4-FFF2-40B4-BE49-F238E27FC236}">
                    <a16:creationId xmlns:a16="http://schemas.microsoft.com/office/drawing/2014/main" id="{86C42745-7443-4022-BD9B-F9C4C5B26010}"/>
                  </a:ext>
                </a:extLst>
              </p:cNvPr>
              <p:cNvSpPr/>
              <p:nvPr/>
            </p:nvSpPr>
            <p:spPr>
              <a:xfrm>
                <a:off x="4105478"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7" name="椭圆 11956">
                <a:extLst>
                  <a:ext uri="{FF2B5EF4-FFF2-40B4-BE49-F238E27FC236}">
                    <a16:creationId xmlns:a16="http://schemas.microsoft.com/office/drawing/2014/main" id="{B29A665B-CF88-45FB-85CC-84A9FFEE8EB4}"/>
                  </a:ext>
                </a:extLst>
              </p:cNvPr>
              <p:cNvSpPr/>
              <p:nvPr/>
            </p:nvSpPr>
            <p:spPr>
              <a:xfrm>
                <a:off x="420872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8" name="椭圆 11957">
                <a:extLst>
                  <a:ext uri="{FF2B5EF4-FFF2-40B4-BE49-F238E27FC236}">
                    <a16:creationId xmlns:a16="http://schemas.microsoft.com/office/drawing/2014/main" id="{C15D009C-7FD9-4618-8097-E7FB9FAB307D}"/>
                  </a:ext>
                </a:extLst>
              </p:cNvPr>
              <p:cNvSpPr/>
              <p:nvPr/>
            </p:nvSpPr>
            <p:spPr>
              <a:xfrm>
                <a:off x="4043449"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9" name="椭圆 11958">
                <a:extLst>
                  <a:ext uri="{FF2B5EF4-FFF2-40B4-BE49-F238E27FC236}">
                    <a16:creationId xmlns:a16="http://schemas.microsoft.com/office/drawing/2014/main" id="{A58C46BF-A6A1-48AB-828E-3480003B2ED3}"/>
                  </a:ext>
                </a:extLst>
              </p:cNvPr>
              <p:cNvSpPr/>
              <p:nvPr/>
            </p:nvSpPr>
            <p:spPr>
              <a:xfrm>
                <a:off x="4121848" y="2964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0" name="椭圆 11959">
                <a:extLst>
                  <a:ext uri="{FF2B5EF4-FFF2-40B4-BE49-F238E27FC236}">
                    <a16:creationId xmlns:a16="http://schemas.microsoft.com/office/drawing/2014/main" id="{F55D3B0A-E054-42E1-9A61-40A190314EC1}"/>
                  </a:ext>
                </a:extLst>
              </p:cNvPr>
              <p:cNvSpPr/>
              <p:nvPr/>
            </p:nvSpPr>
            <p:spPr>
              <a:xfrm>
                <a:off x="3990926" y="2923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1" name="椭圆 11960">
                <a:extLst>
                  <a:ext uri="{FF2B5EF4-FFF2-40B4-BE49-F238E27FC236}">
                    <a16:creationId xmlns:a16="http://schemas.microsoft.com/office/drawing/2014/main" id="{AED445E5-478F-4DB5-BD9C-0CEA945DAB54}"/>
                  </a:ext>
                </a:extLst>
              </p:cNvPr>
              <p:cNvSpPr/>
              <p:nvPr/>
            </p:nvSpPr>
            <p:spPr>
              <a:xfrm>
                <a:off x="3983181" y="29692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2" name="椭圆 11961">
                <a:extLst>
                  <a:ext uri="{FF2B5EF4-FFF2-40B4-BE49-F238E27FC236}">
                    <a16:creationId xmlns:a16="http://schemas.microsoft.com/office/drawing/2014/main" id="{79C6E453-85F9-4B8D-B115-0087A8CA241E}"/>
                  </a:ext>
                </a:extLst>
              </p:cNvPr>
              <p:cNvSpPr/>
              <p:nvPr/>
            </p:nvSpPr>
            <p:spPr>
              <a:xfrm>
                <a:off x="4051891"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3" name="椭圆 11962">
                <a:extLst>
                  <a:ext uri="{FF2B5EF4-FFF2-40B4-BE49-F238E27FC236}">
                    <a16:creationId xmlns:a16="http://schemas.microsoft.com/office/drawing/2014/main" id="{F2050129-BBB9-41C7-BC15-7448467D901C}"/>
                  </a:ext>
                </a:extLst>
              </p:cNvPr>
              <p:cNvSpPr/>
              <p:nvPr/>
            </p:nvSpPr>
            <p:spPr>
              <a:xfrm>
                <a:off x="4178519"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4" name="椭圆 11963">
                <a:extLst>
                  <a:ext uri="{FF2B5EF4-FFF2-40B4-BE49-F238E27FC236}">
                    <a16:creationId xmlns:a16="http://schemas.microsoft.com/office/drawing/2014/main" id="{BE5AE7B3-0850-46DE-BFE5-B4D6B76E8B8A}"/>
                  </a:ext>
                </a:extLst>
              </p:cNvPr>
              <p:cNvSpPr/>
              <p:nvPr/>
            </p:nvSpPr>
            <p:spPr>
              <a:xfrm>
                <a:off x="407802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5" name="椭圆 11964">
                <a:extLst>
                  <a:ext uri="{FF2B5EF4-FFF2-40B4-BE49-F238E27FC236}">
                    <a16:creationId xmlns:a16="http://schemas.microsoft.com/office/drawing/2014/main" id="{D7C1F274-3E0F-4571-9239-E0BD0694A5E4}"/>
                  </a:ext>
                </a:extLst>
              </p:cNvPr>
              <p:cNvSpPr/>
              <p:nvPr/>
            </p:nvSpPr>
            <p:spPr>
              <a:xfrm>
                <a:off x="40190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6" name="椭圆 11965">
                <a:extLst>
                  <a:ext uri="{FF2B5EF4-FFF2-40B4-BE49-F238E27FC236}">
                    <a16:creationId xmlns:a16="http://schemas.microsoft.com/office/drawing/2014/main" id="{AEFA0F6F-F39C-4E6D-BDBC-BE56B70679F9}"/>
                  </a:ext>
                </a:extLst>
              </p:cNvPr>
              <p:cNvSpPr/>
              <p:nvPr/>
            </p:nvSpPr>
            <p:spPr>
              <a:xfrm>
                <a:off x="400487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7" name="椭圆 11966">
                <a:extLst>
                  <a:ext uri="{FF2B5EF4-FFF2-40B4-BE49-F238E27FC236}">
                    <a16:creationId xmlns:a16="http://schemas.microsoft.com/office/drawing/2014/main" id="{74261150-1470-4D71-9265-888216A7670B}"/>
                  </a:ext>
                </a:extLst>
              </p:cNvPr>
              <p:cNvSpPr/>
              <p:nvPr/>
            </p:nvSpPr>
            <p:spPr>
              <a:xfrm>
                <a:off x="408330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8" name="椭圆 11967">
                <a:extLst>
                  <a:ext uri="{FF2B5EF4-FFF2-40B4-BE49-F238E27FC236}">
                    <a16:creationId xmlns:a16="http://schemas.microsoft.com/office/drawing/2014/main" id="{00094E1E-7ED1-443F-9BBD-47D9C3215A14}"/>
                  </a:ext>
                </a:extLst>
              </p:cNvPr>
              <p:cNvSpPr/>
              <p:nvPr/>
            </p:nvSpPr>
            <p:spPr>
              <a:xfrm>
                <a:off x="3961122"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9" name="椭圆 11968">
                <a:extLst>
                  <a:ext uri="{FF2B5EF4-FFF2-40B4-BE49-F238E27FC236}">
                    <a16:creationId xmlns:a16="http://schemas.microsoft.com/office/drawing/2014/main" id="{73FD5937-427F-4D31-8F86-5F14688190C3}"/>
                  </a:ext>
                </a:extLst>
              </p:cNvPr>
              <p:cNvSpPr/>
              <p:nvPr/>
            </p:nvSpPr>
            <p:spPr>
              <a:xfrm>
                <a:off x="3978006"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0" name="椭圆 11969">
                <a:extLst>
                  <a:ext uri="{FF2B5EF4-FFF2-40B4-BE49-F238E27FC236}">
                    <a16:creationId xmlns:a16="http://schemas.microsoft.com/office/drawing/2014/main" id="{243B6E21-5A4C-49B5-B196-A558EC4D267A}"/>
                  </a:ext>
                </a:extLst>
              </p:cNvPr>
              <p:cNvSpPr/>
              <p:nvPr/>
            </p:nvSpPr>
            <p:spPr>
              <a:xfrm>
                <a:off x="402406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1" name="椭圆 11970">
                <a:extLst>
                  <a:ext uri="{FF2B5EF4-FFF2-40B4-BE49-F238E27FC236}">
                    <a16:creationId xmlns:a16="http://schemas.microsoft.com/office/drawing/2014/main" id="{A74D02A8-24BE-46E9-A0D1-6E61A3A225A4}"/>
                  </a:ext>
                </a:extLst>
              </p:cNvPr>
              <p:cNvSpPr/>
              <p:nvPr/>
            </p:nvSpPr>
            <p:spPr>
              <a:xfrm>
                <a:off x="3984062" y="30154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2" name="椭圆 11971">
                <a:extLst>
                  <a:ext uri="{FF2B5EF4-FFF2-40B4-BE49-F238E27FC236}">
                    <a16:creationId xmlns:a16="http://schemas.microsoft.com/office/drawing/2014/main" id="{D1B60AB0-B057-47FB-B6D3-B14482D478EE}"/>
                  </a:ext>
                </a:extLst>
              </p:cNvPr>
              <p:cNvSpPr/>
              <p:nvPr/>
            </p:nvSpPr>
            <p:spPr>
              <a:xfrm>
                <a:off x="4066499"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3" name="椭圆 11972">
                <a:extLst>
                  <a:ext uri="{FF2B5EF4-FFF2-40B4-BE49-F238E27FC236}">
                    <a16:creationId xmlns:a16="http://schemas.microsoft.com/office/drawing/2014/main" id="{119374FD-DE33-4A9C-AC64-5287442A5337}"/>
                  </a:ext>
                </a:extLst>
              </p:cNvPr>
              <p:cNvSpPr/>
              <p:nvPr/>
            </p:nvSpPr>
            <p:spPr>
              <a:xfrm>
                <a:off x="4005314" y="27456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4" name="椭圆 11973">
                <a:extLst>
                  <a:ext uri="{FF2B5EF4-FFF2-40B4-BE49-F238E27FC236}">
                    <a16:creationId xmlns:a16="http://schemas.microsoft.com/office/drawing/2014/main" id="{82DC7B7D-F9E3-4029-BCD8-3C9EA9A69896}"/>
                  </a:ext>
                </a:extLst>
              </p:cNvPr>
              <p:cNvSpPr/>
              <p:nvPr/>
            </p:nvSpPr>
            <p:spPr>
              <a:xfrm>
                <a:off x="4060406" y="3041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5" name="椭圆 11974">
                <a:extLst>
                  <a:ext uri="{FF2B5EF4-FFF2-40B4-BE49-F238E27FC236}">
                    <a16:creationId xmlns:a16="http://schemas.microsoft.com/office/drawing/2014/main" id="{7DD89572-9E72-488F-A629-F328C3671AFE}"/>
                  </a:ext>
                </a:extLst>
              </p:cNvPr>
              <p:cNvSpPr/>
              <p:nvPr/>
            </p:nvSpPr>
            <p:spPr>
              <a:xfrm>
                <a:off x="4024657" y="30434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6" name="椭圆 11975">
                <a:extLst>
                  <a:ext uri="{FF2B5EF4-FFF2-40B4-BE49-F238E27FC236}">
                    <a16:creationId xmlns:a16="http://schemas.microsoft.com/office/drawing/2014/main" id="{5B25B2B9-EBAF-46FB-A1CB-CFF1EE14DEC8}"/>
                  </a:ext>
                </a:extLst>
              </p:cNvPr>
              <p:cNvSpPr/>
              <p:nvPr/>
            </p:nvSpPr>
            <p:spPr>
              <a:xfrm>
                <a:off x="4016105" y="2980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7" name="椭圆 11976">
                <a:extLst>
                  <a:ext uri="{FF2B5EF4-FFF2-40B4-BE49-F238E27FC236}">
                    <a16:creationId xmlns:a16="http://schemas.microsoft.com/office/drawing/2014/main" id="{167ED66C-B853-477F-86EB-8ADFF6C21029}"/>
                  </a:ext>
                </a:extLst>
              </p:cNvPr>
              <p:cNvSpPr/>
              <p:nvPr/>
            </p:nvSpPr>
            <p:spPr>
              <a:xfrm>
                <a:off x="4015407" y="26056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8" name="椭圆 11977">
                <a:extLst>
                  <a:ext uri="{FF2B5EF4-FFF2-40B4-BE49-F238E27FC236}">
                    <a16:creationId xmlns:a16="http://schemas.microsoft.com/office/drawing/2014/main" id="{7121F20A-ACE8-4974-95FB-C328E607280A}"/>
                  </a:ext>
                </a:extLst>
              </p:cNvPr>
              <p:cNvSpPr/>
              <p:nvPr/>
            </p:nvSpPr>
            <p:spPr>
              <a:xfrm>
                <a:off x="4076372"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9" name="椭圆 11978">
                <a:extLst>
                  <a:ext uri="{FF2B5EF4-FFF2-40B4-BE49-F238E27FC236}">
                    <a16:creationId xmlns:a16="http://schemas.microsoft.com/office/drawing/2014/main" id="{4BFD1E93-DAC7-409D-921B-91351A4C9B78}"/>
                  </a:ext>
                </a:extLst>
              </p:cNvPr>
              <p:cNvSpPr/>
              <p:nvPr/>
            </p:nvSpPr>
            <p:spPr>
              <a:xfrm>
                <a:off x="4043009"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0" name="椭圆 11979">
                <a:extLst>
                  <a:ext uri="{FF2B5EF4-FFF2-40B4-BE49-F238E27FC236}">
                    <a16:creationId xmlns:a16="http://schemas.microsoft.com/office/drawing/2014/main" id="{EB588A92-08C6-49C7-A38E-F44029B8EE65}"/>
                  </a:ext>
                </a:extLst>
              </p:cNvPr>
              <p:cNvSpPr/>
              <p:nvPr/>
            </p:nvSpPr>
            <p:spPr>
              <a:xfrm>
                <a:off x="40574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1" name="椭圆 11980">
                <a:extLst>
                  <a:ext uri="{FF2B5EF4-FFF2-40B4-BE49-F238E27FC236}">
                    <a16:creationId xmlns:a16="http://schemas.microsoft.com/office/drawing/2014/main" id="{B5ACE0E5-183E-4FC5-B3D5-CE28E6DFA45A}"/>
                  </a:ext>
                </a:extLst>
              </p:cNvPr>
              <p:cNvSpPr/>
              <p:nvPr/>
            </p:nvSpPr>
            <p:spPr>
              <a:xfrm>
                <a:off x="402667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2" name="椭圆 11981">
                <a:extLst>
                  <a:ext uri="{FF2B5EF4-FFF2-40B4-BE49-F238E27FC236}">
                    <a16:creationId xmlns:a16="http://schemas.microsoft.com/office/drawing/2014/main" id="{7DB3CC64-3B68-44F9-912E-0A6B8041C42A}"/>
                  </a:ext>
                </a:extLst>
              </p:cNvPr>
              <p:cNvSpPr/>
              <p:nvPr/>
            </p:nvSpPr>
            <p:spPr>
              <a:xfrm>
                <a:off x="403607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3" name="椭圆 11982">
                <a:extLst>
                  <a:ext uri="{FF2B5EF4-FFF2-40B4-BE49-F238E27FC236}">
                    <a16:creationId xmlns:a16="http://schemas.microsoft.com/office/drawing/2014/main" id="{2DA46F8E-1209-4836-B995-FBFBF9E36719}"/>
                  </a:ext>
                </a:extLst>
              </p:cNvPr>
              <p:cNvSpPr/>
              <p:nvPr/>
            </p:nvSpPr>
            <p:spPr>
              <a:xfrm>
                <a:off x="40715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4" name="椭圆 11983">
                <a:extLst>
                  <a:ext uri="{FF2B5EF4-FFF2-40B4-BE49-F238E27FC236}">
                    <a16:creationId xmlns:a16="http://schemas.microsoft.com/office/drawing/2014/main" id="{14C498BC-0F41-4378-AF08-9261AB7D1B20}"/>
                  </a:ext>
                </a:extLst>
              </p:cNvPr>
              <p:cNvSpPr/>
              <p:nvPr/>
            </p:nvSpPr>
            <p:spPr>
              <a:xfrm>
                <a:off x="39968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5" name="椭圆 11984">
                <a:extLst>
                  <a:ext uri="{FF2B5EF4-FFF2-40B4-BE49-F238E27FC236}">
                    <a16:creationId xmlns:a16="http://schemas.microsoft.com/office/drawing/2014/main" id="{A4523E65-549E-43C1-A06A-1773A37EB64F}"/>
                  </a:ext>
                </a:extLst>
              </p:cNvPr>
              <p:cNvSpPr/>
              <p:nvPr/>
            </p:nvSpPr>
            <p:spPr>
              <a:xfrm>
                <a:off x="4026455"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6" name="椭圆 11985">
                <a:extLst>
                  <a:ext uri="{FF2B5EF4-FFF2-40B4-BE49-F238E27FC236}">
                    <a16:creationId xmlns:a16="http://schemas.microsoft.com/office/drawing/2014/main" id="{80CD2872-88D1-45D9-8024-0DD2B273C32D}"/>
                  </a:ext>
                </a:extLst>
              </p:cNvPr>
              <p:cNvSpPr/>
              <p:nvPr/>
            </p:nvSpPr>
            <p:spPr>
              <a:xfrm>
                <a:off x="3980649"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7" name="椭圆 11986">
                <a:extLst>
                  <a:ext uri="{FF2B5EF4-FFF2-40B4-BE49-F238E27FC236}">
                    <a16:creationId xmlns:a16="http://schemas.microsoft.com/office/drawing/2014/main" id="{095DC2D7-1578-41CA-BAD1-864C578A2CE2}"/>
                  </a:ext>
                </a:extLst>
              </p:cNvPr>
              <p:cNvSpPr/>
              <p:nvPr/>
            </p:nvSpPr>
            <p:spPr>
              <a:xfrm>
                <a:off x="3962591"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8" name="椭圆 11987">
                <a:extLst>
                  <a:ext uri="{FF2B5EF4-FFF2-40B4-BE49-F238E27FC236}">
                    <a16:creationId xmlns:a16="http://schemas.microsoft.com/office/drawing/2014/main" id="{93F4F29D-DAA7-48A4-9529-5FCF2A29EB07}"/>
                  </a:ext>
                </a:extLst>
              </p:cNvPr>
              <p:cNvSpPr/>
              <p:nvPr/>
            </p:nvSpPr>
            <p:spPr>
              <a:xfrm>
                <a:off x="404326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9" name="椭圆 11988">
                <a:extLst>
                  <a:ext uri="{FF2B5EF4-FFF2-40B4-BE49-F238E27FC236}">
                    <a16:creationId xmlns:a16="http://schemas.microsoft.com/office/drawing/2014/main" id="{75F2EC25-D99C-4F46-99F9-B7F0A54C4769}"/>
                  </a:ext>
                </a:extLst>
              </p:cNvPr>
              <p:cNvSpPr/>
              <p:nvPr/>
            </p:nvSpPr>
            <p:spPr>
              <a:xfrm>
                <a:off x="404455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0" name="椭圆 11989">
                <a:extLst>
                  <a:ext uri="{FF2B5EF4-FFF2-40B4-BE49-F238E27FC236}">
                    <a16:creationId xmlns:a16="http://schemas.microsoft.com/office/drawing/2014/main" id="{3DD18458-E9FF-495B-8FC0-5C6375A7D569}"/>
                  </a:ext>
                </a:extLst>
              </p:cNvPr>
              <p:cNvSpPr/>
              <p:nvPr/>
            </p:nvSpPr>
            <p:spPr>
              <a:xfrm>
                <a:off x="3927906"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1" name="椭圆 11990">
                <a:extLst>
                  <a:ext uri="{FF2B5EF4-FFF2-40B4-BE49-F238E27FC236}">
                    <a16:creationId xmlns:a16="http://schemas.microsoft.com/office/drawing/2014/main" id="{165C8A29-A5C9-4227-BCEE-6A5B60FB651B}"/>
                  </a:ext>
                </a:extLst>
              </p:cNvPr>
              <p:cNvSpPr/>
              <p:nvPr/>
            </p:nvSpPr>
            <p:spPr>
              <a:xfrm>
                <a:off x="4124528" y="2971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2" name="椭圆 11991">
                <a:extLst>
                  <a:ext uri="{FF2B5EF4-FFF2-40B4-BE49-F238E27FC236}">
                    <a16:creationId xmlns:a16="http://schemas.microsoft.com/office/drawing/2014/main" id="{5A5D05E4-D77F-4CA2-B459-E5A953B9964C}"/>
                  </a:ext>
                </a:extLst>
              </p:cNvPr>
              <p:cNvSpPr/>
              <p:nvPr/>
            </p:nvSpPr>
            <p:spPr>
              <a:xfrm>
                <a:off x="40152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3" name="椭圆 11992">
                <a:extLst>
                  <a:ext uri="{FF2B5EF4-FFF2-40B4-BE49-F238E27FC236}">
                    <a16:creationId xmlns:a16="http://schemas.microsoft.com/office/drawing/2014/main" id="{F2940D08-9811-4B47-AFB7-A7888B7C2BC0}"/>
                  </a:ext>
                </a:extLst>
              </p:cNvPr>
              <p:cNvSpPr/>
              <p:nvPr/>
            </p:nvSpPr>
            <p:spPr>
              <a:xfrm>
                <a:off x="405130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4" name="椭圆 11993">
                <a:extLst>
                  <a:ext uri="{FF2B5EF4-FFF2-40B4-BE49-F238E27FC236}">
                    <a16:creationId xmlns:a16="http://schemas.microsoft.com/office/drawing/2014/main" id="{93B1BFD7-A8B2-4114-8234-69443974BCA1}"/>
                  </a:ext>
                </a:extLst>
              </p:cNvPr>
              <p:cNvSpPr/>
              <p:nvPr/>
            </p:nvSpPr>
            <p:spPr>
              <a:xfrm>
                <a:off x="3919427"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5" name="椭圆 11994">
                <a:extLst>
                  <a:ext uri="{FF2B5EF4-FFF2-40B4-BE49-F238E27FC236}">
                    <a16:creationId xmlns:a16="http://schemas.microsoft.com/office/drawing/2014/main" id="{F0B13608-5852-4346-98B7-538F67B0F4F3}"/>
                  </a:ext>
                </a:extLst>
              </p:cNvPr>
              <p:cNvSpPr/>
              <p:nvPr/>
            </p:nvSpPr>
            <p:spPr>
              <a:xfrm>
                <a:off x="400292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6" name="椭圆 11995">
                <a:extLst>
                  <a:ext uri="{FF2B5EF4-FFF2-40B4-BE49-F238E27FC236}">
                    <a16:creationId xmlns:a16="http://schemas.microsoft.com/office/drawing/2014/main" id="{5C8DF2C2-F964-41B5-8260-3208F1D86708}"/>
                  </a:ext>
                </a:extLst>
              </p:cNvPr>
              <p:cNvSpPr/>
              <p:nvPr/>
            </p:nvSpPr>
            <p:spPr>
              <a:xfrm>
                <a:off x="4013939"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7" name="椭圆 11996">
                <a:extLst>
                  <a:ext uri="{FF2B5EF4-FFF2-40B4-BE49-F238E27FC236}">
                    <a16:creationId xmlns:a16="http://schemas.microsoft.com/office/drawing/2014/main" id="{234FD7D4-66E0-4170-8597-58E72D7D6347}"/>
                  </a:ext>
                </a:extLst>
              </p:cNvPr>
              <p:cNvSpPr/>
              <p:nvPr/>
            </p:nvSpPr>
            <p:spPr>
              <a:xfrm>
                <a:off x="40215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8" name="椭圆 11997">
                <a:extLst>
                  <a:ext uri="{FF2B5EF4-FFF2-40B4-BE49-F238E27FC236}">
                    <a16:creationId xmlns:a16="http://schemas.microsoft.com/office/drawing/2014/main" id="{7736E9CA-3732-4844-B201-1C77A33F8147}"/>
                  </a:ext>
                </a:extLst>
              </p:cNvPr>
              <p:cNvSpPr/>
              <p:nvPr/>
            </p:nvSpPr>
            <p:spPr>
              <a:xfrm>
                <a:off x="39576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9" name="椭圆 11998">
                <a:extLst>
                  <a:ext uri="{FF2B5EF4-FFF2-40B4-BE49-F238E27FC236}">
                    <a16:creationId xmlns:a16="http://schemas.microsoft.com/office/drawing/2014/main" id="{44681F86-39D0-46AC-A662-A80D034F73F5}"/>
                  </a:ext>
                </a:extLst>
              </p:cNvPr>
              <p:cNvSpPr/>
              <p:nvPr/>
            </p:nvSpPr>
            <p:spPr>
              <a:xfrm>
                <a:off x="39165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0" name="椭圆 11999">
                <a:extLst>
                  <a:ext uri="{FF2B5EF4-FFF2-40B4-BE49-F238E27FC236}">
                    <a16:creationId xmlns:a16="http://schemas.microsoft.com/office/drawing/2014/main" id="{AB1691B5-BD5D-460A-8BBC-D0C735CBC1DB}"/>
                  </a:ext>
                </a:extLst>
              </p:cNvPr>
              <p:cNvSpPr/>
              <p:nvPr/>
            </p:nvSpPr>
            <p:spPr>
              <a:xfrm>
                <a:off x="4015334"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1" name="椭圆 12000">
                <a:extLst>
                  <a:ext uri="{FF2B5EF4-FFF2-40B4-BE49-F238E27FC236}">
                    <a16:creationId xmlns:a16="http://schemas.microsoft.com/office/drawing/2014/main" id="{A2A98693-7136-435A-94F9-B493C2371F89}"/>
                  </a:ext>
                </a:extLst>
              </p:cNvPr>
              <p:cNvSpPr/>
              <p:nvPr/>
            </p:nvSpPr>
            <p:spPr>
              <a:xfrm>
                <a:off x="4016068"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2" name="椭圆 12001">
                <a:extLst>
                  <a:ext uri="{FF2B5EF4-FFF2-40B4-BE49-F238E27FC236}">
                    <a16:creationId xmlns:a16="http://schemas.microsoft.com/office/drawing/2014/main" id="{855C2829-BB3C-43F3-9158-854D3AD29403}"/>
                  </a:ext>
                </a:extLst>
              </p:cNvPr>
              <p:cNvSpPr/>
              <p:nvPr/>
            </p:nvSpPr>
            <p:spPr>
              <a:xfrm>
                <a:off x="401702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3" name="椭圆 12002">
                <a:extLst>
                  <a:ext uri="{FF2B5EF4-FFF2-40B4-BE49-F238E27FC236}">
                    <a16:creationId xmlns:a16="http://schemas.microsoft.com/office/drawing/2014/main" id="{324D524D-B32E-4B95-BC31-A0E2A91B50DA}"/>
                  </a:ext>
                </a:extLst>
              </p:cNvPr>
              <p:cNvSpPr/>
              <p:nvPr/>
            </p:nvSpPr>
            <p:spPr>
              <a:xfrm>
                <a:off x="3983695"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4" name="椭圆 12003">
                <a:extLst>
                  <a:ext uri="{FF2B5EF4-FFF2-40B4-BE49-F238E27FC236}">
                    <a16:creationId xmlns:a16="http://schemas.microsoft.com/office/drawing/2014/main" id="{B0C13579-279D-41D5-9EBC-344675F7F534}"/>
                  </a:ext>
                </a:extLst>
              </p:cNvPr>
              <p:cNvSpPr/>
              <p:nvPr/>
            </p:nvSpPr>
            <p:spPr>
              <a:xfrm>
                <a:off x="3923134"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5" name="椭圆 12004">
                <a:extLst>
                  <a:ext uri="{FF2B5EF4-FFF2-40B4-BE49-F238E27FC236}">
                    <a16:creationId xmlns:a16="http://schemas.microsoft.com/office/drawing/2014/main" id="{5A8E7CFC-C491-491F-8589-C99C4187B2BE}"/>
                  </a:ext>
                </a:extLst>
              </p:cNvPr>
              <p:cNvSpPr/>
              <p:nvPr/>
            </p:nvSpPr>
            <p:spPr>
              <a:xfrm>
                <a:off x="4001240"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6" name="椭圆 12005">
                <a:extLst>
                  <a:ext uri="{FF2B5EF4-FFF2-40B4-BE49-F238E27FC236}">
                    <a16:creationId xmlns:a16="http://schemas.microsoft.com/office/drawing/2014/main" id="{62D073D5-FA3E-47DE-8DF6-1878FA9FEC25}"/>
                  </a:ext>
                </a:extLst>
              </p:cNvPr>
              <p:cNvSpPr/>
              <p:nvPr/>
            </p:nvSpPr>
            <p:spPr>
              <a:xfrm>
                <a:off x="39803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7" name="椭圆 12006">
                <a:extLst>
                  <a:ext uri="{FF2B5EF4-FFF2-40B4-BE49-F238E27FC236}">
                    <a16:creationId xmlns:a16="http://schemas.microsoft.com/office/drawing/2014/main" id="{C260B192-E9AE-41B1-A9B7-70D0F7CAF47F}"/>
                  </a:ext>
                </a:extLst>
              </p:cNvPr>
              <p:cNvSpPr/>
              <p:nvPr/>
            </p:nvSpPr>
            <p:spPr>
              <a:xfrm>
                <a:off x="401716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8" name="椭圆 12007">
                <a:extLst>
                  <a:ext uri="{FF2B5EF4-FFF2-40B4-BE49-F238E27FC236}">
                    <a16:creationId xmlns:a16="http://schemas.microsoft.com/office/drawing/2014/main" id="{811853D2-D402-4582-8077-6B3D527B1523}"/>
                  </a:ext>
                </a:extLst>
              </p:cNvPr>
              <p:cNvSpPr/>
              <p:nvPr/>
            </p:nvSpPr>
            <p:spPr>
              <a:xfrm>
                <a:off x="4001717"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9" name="椭圆 12008">
                <a:extLst>
                  <a:ext uri="{FF2B5EF4-FFF2-40B4-BE49-F238E27FC236}">
                    <a16:creationId xmlns:a16="http://schemas.microsoft.com/office/drawing/2014/main" id="{A5D5E53A-632D-46DB-8304-650581C9F521}"/>
                  </a:ext>
                </a:extLst>
              </p:cNvPr>
              <p:cNvSpPr/>
              <p:nvPr/>
            </p:nvSpPr>
            <p:spPr>
              <a:xfrm>
                <a:off x="396376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0" name="椭圆 12009">
                <a:extLst>
                  <a:ext uri="{FF2B5EF4-FFF2-40B4-BE49-F238E27FC236}">
                    <a16:creationId xmlns:a16="http://schemas.microsoft.com/office/drawing/2014/main" id="{1595C066-7DD3-4587-B5FA-F2EDCB27325C}"/>
                  </a:ext>
                </a:extLst>
              </p:cNvPr>
              <p:cNvSpPr/>
              <p:nvPr/>
            </p:nvSpPr>
            <p:spPr>
              <a:xfrm>
                <a:off x="3914692"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1" name="椭圆 12010">
                <a:extLst>
                  <a:ext uri="{FF2B5EF4-FFF2-40B4-BE49-F238E27FC236}">
                    <a16:creationId xmlns:a16="http://schemas.microsoft.com/office/drawing/2014/main" id="{28BC8CAD-34C3-4CD0-8746-E07D5318E80E}"/>
                  </a:ext>
                </a:extLst>
              </p:cNvPr>
              <p:cNvSpPr/>
              <p:nvPr/>
            </p:nvSpPr>
            <p:spPr>
              <a:xfrm>
                <a:off x="411641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2" name="椭圆 12011">
                <a:extLst>
                  <a:ext uri="{FF2B5EF4-FFF2-40B4-BE49-F238E27FC236}">
                    <a16:creationId xmlns:a16="http://schemas.microsoft.com/office/drawing/2014/main" id="{E36B58A4-4843-469B-A474-582ADEEB8CC8}"/>
                  </a:ext>
                </a:extLst>
              </p:cNvPr>
              <p:cNvSpPr/>
              <p:nvPr/>
            </p:nvSpPr>
            <p:spPr>
              <a:xfrm>
                <a:off x="409054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3" name="椭圆 12012">
                <a:extLst>
                  <a:ext uri="{FF2B5EF4-FFF2-40B4-BE49-F238E27FC236}">
                    <a16:creationId xmlns:a16="http://schemas.microsoft.com/office/drawing/2014/main" id="{B34B7E0D-439B-4EA2-BBB1-31C613019741}"/>
                  </a:ext>
                </a:extLst>
              </p:cNvPr>
              <p:cNvSpPr/>
              <p:nvPr/>
            </p:nvSpPr>
            <p:spPr>
              <a:xfrm>
                <a:off x="4055598"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4" name="椭圆 12013">
                <a:extLst>
                  <a:ext uri="{FF2B5EF4-FFF2-40B4-BE49-F238E27FC236}">
                    <a16:creationId xmlns:a16="http://schemas.microsoft.com/office/drawing/2014/main" id="{22E6BF2C-E005-43C4-BF18-9E4054CA7B4E}"/>
                  </a:ext>
                </a:extLst>
              </p:cNvPr>
              <p:cNvSpPr/>
              <p:nvPr/>
            </p:nvSpPr>
            <p:spPr>
              <a:xfrm>
                <a:off x="3984723"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5" name="椭圆 12014">
                <a:extLst>
                  <a:ext uri="{FF2B5EF4-FFF2-40B4-BE49-F238E27FC236}">
                    <a16:creationId xmlns:a16="http://schemas.microsoft.com/office/drawing/2014/main" id="{C8D521DC-EA58-4805-BAEE-FA22C30E9363}"/>
                  </a:ext>
                </a:extLst>
              </p:cNvPr>
              <p:cNvSpPr/>
              <p:nvPr/>
            </p:nvSpPr>
            <p:spPr>
              <a:xfrm>
                <a:off x="3980135" y="29503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6" name="椭圆 12015">
                <a:extLst>
                  <a:ext uri="{FF2B5EF4-FFF2-40B4-BE49-F238E27FC236}">
                    <a16:creationId xmlns:a16="http://schemas.microsoft.com/office/drawing/2014/main" id="{236B548E-B460-43A7-A637-9120E866F045}"/>
                  </a:ext>
                </a:extLst>
              </p:cNvPr>
              <p:cNvSpPr/>
              <p:nvPr/>
            </p:nvSpPr>
            <p:spPr>
              <a:xfrm>
                <a:off x="4185089" y="29102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7" name="椭圆 12016">
                <a:extLst>
                  <a:ext uri="{FF2B5EF4-FFF2-40B4-BE49-F238E27FC236}">
                    <a16:creationId xmlns:a16="http://schemas.microsoft.com/office/drawing/2014/main" id="{72705000-6E54-4A91-AF32-0E4D8B71E0C5}"/>
                  </a:ext>
                </a:extLst>
              </p:cNvPr>
              <p:cNvSpPr/>
              <p:nvPr/>
            </p:nvSpPr>
            <p:spPr>
              <a:xfrm>
                <a:off x="407295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8" name="椭圆 12017">
                <a:extLst>
                  <a:ext uri="{FF2B5EF4-FFF2-40B4-BE49-F238E27FC236}">
                    <a16:creationId xmlns:a16="http://schemas.microsoft.com/office/drawing/2014/main" id="{0AC8D445-71A0-4857-8FD5-28C98CFA1168}"/>
                  </a:ext>
                </a:extLst>
              </p:cNvPr>
              <p:cNvSpPr/>
              <p:nvPr/>
            </p:nvSpPr>
            <p:spPr>
              <a:xfrm>
                <a:off x="4088264"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9" name="椭圆 12018">
                <a:extLst>
                  <a:ext uri="{FF2B5EF4-FFF2-40B4-BE49-F238E27FC236}">
                    <a16:creationId xmlns:a16="http://schemas.microsoft.com/office/drawing/2014/main" id="{38DD23DB-FF8A-431F-A994-B2258A8C46A4}"/>
                  </a:ext>
                </a:extLst>
              </p:cNvPr>
              <p:cNvSpPr/>
              <p:nvPr/>
            </p:nvSpPr>
            <p:spPr>
              <a:xfrm>
                <a:off x="40190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0" name="椭圆 12019">
                <a:extLst>
                  <a:ext uri="{FF2B5EF4-FFF2-40B4-BE49-F238E27FC236}">
                    <a16:creationId xmlns:a16="http://schemas.microsoft.com/office/drawing/2014/main" id="{039C9633-E21B-461B-BEF1-5AD1AD4405C5}"/>
                  </a:ext>
                </a:extLst>
              </p:cNvPr>
              <p:cNvSpPr/>
              <p:nvPr/>
            </p:nvSpPr>
            <p:spPr>
              <a:xfrm>
                <a:off x="4235960" y="29688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1" name="椭圆 12020">
                <a:extLst>
                  <a:ext uri="{FF2B5EF4-FFF2-40B4-BE49-F238E27FC236}">
                    <a16:creationId xmlns:a16="http://schemas.microsoft.com/office/drawing/2014/main" id="{25C3B0FC-B292-4AED-AA63-E09AC0A15CFC}"/>
                  </a:ext>
                </a:extLst>
              </p:cNvPr>
              <p:cNvSpPr/>
              <p:nvPr/>
            </p:nvSpPr>
            <p:spPr>
              <a:xfrm>
                <a:off x="39838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2" name="椭圆 12021">
                <a:extLst>
                  <a:ext uri="{FF2B5EF4-FFF2-40B4-BE49-F238E27FC236}">
                    <a16:creationId xmlns:a16="http://schemas.microsoft.com/office/drawing/2014/main" id="{07A2C7F7-50D7-4E73-BD80-FBEEFB5C9056}"/>
                  </a:ext>
                </a:extLst>
              </p:cNvPr>
              <p:cNvSpPr/>
              <p:nvPr/>
            </p:nvSpPr>
            <p:spPr>
              <a:xfrm>
                <a:off x="4025354"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3" name="椭圆 12022">
                <a:extLst>
                  <a:ext uri="{FF2B5EF4-FFF2-40B4-BE49-F238E27FC236}">
                    <a16:creationId xmlns:a16="http://schemas.microsoft.com/office/drawing/2014/main" id="{3A95DD09-2C54-4871-8050-CA573AEA5603}"/>
                  </a:ext>
                </a:extLst>
              </p:cNvPr>
              <p:cNvSpPr/>
              <p:nvPr/>
            </p:nvSpPr>
            <p:spPr>
              <a:xfrm>
                <a:off x="4222784"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4" name="椭圆 12023">
                <a:extLst>
                  <a:ext uri="{FF2B5EF4-FFF2-40B4-BE49-F238E27FC236}">
                    <a16:creationId xmlns:a16="http://schemas.microsoft.com/office/drawing/2014/main" id="{1B03F300-2FD4-4B67-8D90-AF47EAA1C91D}"/>
                  </a:ext>
                </a:extLst>
              </p:cNvPr>
              <p:cNvSpPr/>
              <p:nvPr/>
            </p:nvSpPr>
            <p:spPr>
              <a:xfrm>
                <a:off x="402847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5" name="椭圆 12024">
                <a:extLst>
                  <a:ext uri="{FF2B5EF4-FFF2-40B4-BE49-F238E27FC236}">
                    <a16:creationId xmlns:a16="http://schemas.microsoft.com/office/drawing/2014/main" id="{5EDF8CB8-C03F-4774-A1B4-70B1BF9A16EB}"/>
                  </a:ext>
                </a:extLst>
              </p:cNvPr>
              <p:cNvSpPr/>
              <p:nvPr/>
            </p:nvSpPr>
            <p:spPr>
              <a:xfrm>
                <a:off x="393921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6" name="椭圆 12025">
                <a:extLst>
                  <a:ext uri="{FF2B5EF4-FFF2-40B4-BE49-F238E27FC236}">
                    <a16:creationId xmlns:a16="http://schemas.microsoft.com/office/drawing/2014/main" id="{E7829FE4-F12A-46D4-8CA7-248C07C4A37D}"/>
                  </a:ext>
                </a:extLst>
              </p:cNvPr>
              <p:cNvSpPr/>
              <p:nvPr/>
            </p:nvSpPr>
            <p:spPr>
              <a:xfrm>
                <a:off x="391663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7" name="椭圆 12026">
                <a:extLst>
                  <a:ext uri="{FF2B5EF4-FFF2-40B4-BE49-F238E27FC236}">
                    <a16:creationId xmlns:a16="http://schemas.microsoft.com/office/drawing/2014/main" id="{FC13ACC2-4DF2-493F-9245-395C7A466633}"/>
                  </a:ext>
                </a:extLst>
              </p:cNvPr>
              <p:cNvSpPr/>
              <p:nvPr/>
            </p:nvSpPr>
            <p:spPr>
              <a:xfrm>
                <a:off x="4016178" y="29459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8" name="椭圆 12027">
                <a:extLst>
                  <a:ext uri="{FF2B5EF4-FFF2-40B4-BE49-F238E27FC236}">
                    <a16:creationId xmlns:a16="http://schemas.microsoft.com/office/drawing/2014/main" id="{8B269B6B-ECDF-4001-BBC2-1589BA04B471}"/>
                  </a:ext>
                </a:extLst>
              </p:cNvPr>
              <p:cNvSpPr/>
              <p:nvPr/>
            </p:nvSpPr>
            <p:spPr>
              <a:xfrm>
                <a:off x="4089365" y="2780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9" name="椭圆 12028">
                <a:extLst>
                  <a:ext uri="{FF2B5EF4-FFF2-40B4-BE49-F238E27FC236}">
                    <a16:creationId xmlns:a16="http://schemas.microsoft.com/office/drawing/2014/main" id="{B6056405-DCD1-4077-8C0C-83E3FD4C70C0}"/>
                  </a:ext>
                </a:extLst>
              </p:cNvPr>
              <p:cNvSpPr/>
              <p:nvPr/>
            </p:nvSpPr>
            <p:spPr>
              <a:xfrm>
                <a:off x="411604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0" name="椭圆 12029">
                <a:extLst>
                  <a:ext uri="{FF2B5EF4-FFF2-40B4-BE49-F238E27FC236}">
                    <a16:creationId xmlns:a16="http://schemas.microsoft.com/office/drawing/2014/main" id="{B587F527-4F11-4971-8488-516AC3C36C30}"/>
                  </a:ext>
                </a:extLst>
              </p:cNvPr>
              <p:cNvSpPr/>
              <p:nvPr/>
            </p:nvSpPr>
            <p:spPr>
              <a:xfrm>
                <a:off x="395873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1" name="椭圆 12030">
                <a:extLst>
                  <a:ext uri="{FF2B5EF4-FFF2-40B4-BE49-F238E27FC236}">
                    <a16:creationId xmlns:a16="http://schemas.microsoft.com/office/drawing/2014/main" id="{66229B9B-8FE9-4DD2-B1E6-8DAB51379CE7}"/>
                  </a:ext>
                </a:extLst>
              </p:cNvPr>
              <p:cNvSpPr/>
              <p:nvPr/>
            </p:nvSpPr>
            <p:spPr>
              <a:xfrm>
                <a:off x="41386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2" name="椭圆 12031">
                <a:extLst>
                  <a:ext uri="{FF2B5EF4-FFF2-40B4-BE49-F238E27FC236}">
                    <a16:creationId xmlns:a16="http://schemas.microsoft.com/office/drawing/2014/main" id="{F8A2B1D1-73AB-4AE4-942B-1B6E9636DF11}"/>
                  </a:ext>
                </a:extLst>
              </p:cNvPr>
              <p:cNvSpPr/>
              <p:nvPr/>
            </p:nvSpPr>
            <p:spPr>
              <a:xfrm>
                <a:off x="423063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3" name="椭圆 12032">
                <a:extLst>
                  <a:ext uri="{FF2B5EF4-FFF2-40B4-BE49-F238E27FC236}">
                    <a16:creationId xmlns:a16="http://schemas.microsoft.com/office/drawing/2014/main" id="{2E15BF00-1ED8-441F-83BD-B6CCE7D2D734}"/>
                  </a:ext>
                </a:extLst>
              </p:cNvPr>
              <p:cNvSpPr/>
              <p:nvPr/>
            </p:nvSpPr>
            <p:spPr>
              <a:xfrm>
                <a:off x="410610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4" name="椭圆 12033">
                <a:extLst>
                  <a:ext uri="{FF2B5EF4-FFF2-40B4-BE49-F238E27FC236}">
                    <a16:creationId xmlns:a16="http://schemas.microsoft.com/office/drawing/2014/main" id="{5E490A56-B022-41BF-871E-866E82361552}"/>
                  </a:ext>
                </a:extLst>
              </p:cNvPr>
              <p:cNvSpPr/>
              <p:nvPr/>
            </p:nvSpPr>
            <p:spPr>
              <a:xfrm>
                <a:off x="4058241" y="29299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5" name="椭圆 12034">
                <a:extLst>
                  <a:ext uri="{FF2B5EF4-FFF2-40B4-BE49-F238E27FC236}">
                    <a16:creationId xmlns:a16="http://schemas.microsoft.com/office/drawing/2014/main" id="{8FA8D3C5-33A3-4081-8F33-A6E1F51173F1}"/>
                  </a:ext>
                </a:extLst>
              </p:cNvPr>
              <p:cNvSpPr/>
              <p:nvPr/>
            </p:nvSpPr>
            <p:spPr>
              <a:xfrm>
                <a:off x="399753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6" name="椭圆 12035">
                <a:extLst>
                  <a:ext uri="{FF2B5EF4-FFF2-40B4-BE49-F238E27FC236}">
                    <a16:creationId xmlns:a16="http://schemas.microsoft.com/office/drawing/2014/main" id="{097D60B5-D542-4172-A2E6-E3A08ED468E3}"/>
                  </a:ext>
                </a:extLst>
              </p:cNvPr>
              <p:cNvSpPr/>
              <p:nvPr/>
            </p:nvSpPr>
            <p:spPr>
              <a:xfrm>
                <a:off x="40202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7" name="椭圆 12036">
                <a:extLst>
                  <a:ext uri="{FF2B5EF4-FFF2-40B4-BE49-F238E27FC236}">
                    <a16:creationId xmlns:a16="http://schemas.microsoft.com/office/drawing/2014/main" id="{1789DCD6-F50E-4BD3-A0E5-5ECE26428598}"/>
                  </a:ext>
                </a:extLst>
              </p:cNvPr>
              <p:cNvSpPr/>
              <p:nvPr/>
            </p:nvSpPr>
            <p:spPr>
              <a:xfrm>
                <a:off x="396699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8" name="椭圆 12037">
                <a:extLst>
                  <a:ext uri="{FF2B5EF4-FFF2-40B4-BE49-F238E27FC236}">
                    <a16:creationId xmlns:a16="http://schemas.microsoft.com/office/drawing/2014/main" id="{482A802F-900A-42D4-A155-0B18B6B113C4}"/>
                  </a:ext>
                </a:extLst>
              </p:cNvPr>
              <p:cNvSpPr/>
              <p:nvPr/>
            </p:nvSpPr>
            <p:spPr>
              <a:xfrm>
                <a:off x="4153414"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9" name="椭圆 12038">
                <a:extLst>
                  <a:ext uri="{FF2B5EF4-FFF2-40B4-BE49-F238E27FC236}">
                    <a16:creationId xmlns:a16="http://schemas.microsoft.com/office/drawing/2014/main" id="{9C03DD95-8E85-46FA-B2EE-5AAFDC070427}"/>
                  </a:ext>
                </a:extLst>
              </p:cNvPr>
              <p:cNvSpPr/>
              <p:nvPr/>
            </p:nvSpPr>
            <p:spPr>
              <a:xfrm>
                <a:off x="397033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0" name="椭圆 12039">
                <a:extLst>
                  <a:ext uri="{FF2B5EF4-FFF2-40B4-BE49-F238E27FC236}">
                    <a16:creationId xmlns:a16="http://schemas.microsoft.com/office/drawing/2014/main" id="{22A42AA7-F1C1-450C-A4EF-C33C8E063DF2}"/>
                  </a:ext>
                </a:extLst>
              </p:cNvPr>
              <p:cNvSpPr/>
              <p:nvPr/>
            </p:nvSpPr>
            <p:spPr>
              <a:xfrm>
                <a:off x="401015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1" name="椭圆 12040">
                <a:extLst>
                  <a:ext uri="{FF2B5EF4-FFF2-40B4-BE49-F238E27FC236}">
                    <a16:creationId xmlns:a16="http://schemas.microsoft.com/office/drawing/2014/main" id="{9062EC63-0889-4640-B6EE-1C707132DFC3}"/>
                  </a:ext>
                </a:extLst>
              </p:cNvPr>
              <p:cNvSpPr/>
              <p:nvPr/>
            </p:nvSpPr>
            <p:spPr>
              <a:xfrm>
                <a:off x="402597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2" name="椭圆 12041">
                <a:extLst>
                  <a:ext uri="{FF2B5EF4-FFF2-40B4-BE49-F238E27FC236}">
                    <a16:creationId xmlns:a16="http://schemas.microsoft.com/office/drawing/2014/main" id="{06258E48-DAE6-4FA0-9EF3-83E82827113C}"/>
                  </a:ext>
                </a:extLst>
              </p:cNvPr>
              <p:cNvSpPr/>
              <p:nvPr/>
            </p:nvSpPr>
            <p:spPr>
              <a:xfrm>
                <a:off x="399566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3" name="椭圆 12042">
                <a:extLst>
                  <a:ext uri="{FF2B5EF4-FFF2-40B4-BE49-F238E27FC236}">
                    <a16:creationId xmlns:a16="http://schemas.microsoft.com/office/drawing/2014/main" id="{5EF17EC2-C06C-4E7D-AA5B-13F5E496525A}"/>
                  </a:ext>
                </a:extLst>
              </p:cNvPr>
              <p:cNvSpPr/>
              <p:nvPr/>
            </p:nvSpPr>
            <p:spPr>
              <a:xfrm>
                <a:off x="399687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4" name="椭圆 12043">
                <a:extLst>
                  <a:ext uri="{FF2B5EF4-FFF2-40B4-BE49-F238E27FC236}">
                    <a16:creationId xmlns:a16="http://schemas.microsoft.com/office/drawing/2014/main" id="{AF124D10-766C-4997-8052-97AE67063009}"/>
                  </a:ext>
                </a:extLst>
              </p:cNvPr>
              <p:cNvSpPr/>
              <p:nvPr/>
            </p:nvSpPr>
            <p:spPr>
              <a:xfrm>
                <a:off x="40368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5" name="椭圆 12044">
                <a:extLst>
                  <a:ext uri="{FF2B5EF4-FFF2-40B4-BE49-F238E27FC236}">
                    <a16:creationId xmlns:a16="http://schemas.microsoft.com/office/drawing/2014/main" id="{0660FFD2-CF18-4F9E-828C-82F58FDF2465}"/>
                  </a:ext>
                </a:extLst>
              </p:cNvPr>
              <p:cNvSpPr/>
              <p:nvPr/>
            </p:nvSpPr>
            <p:spPr>
              <a:xfrm>
                <a:off x="40411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6" name="椭圆 12045">
                <a:extLst>
                  <a:ext uri="{FF2B5EF4-FFF2-40B4-BE49-F238E27FC236}">
                    <a16:creationId xmlns:a16="http://schemas.microsoft.com/office/drawing/2014/main" id="{232EA3F5-15D0-4F28-B45D-E8542CC57CD4}"/>
                  </a:ext>
                </a:extLst>
              </p:cNvPr>
              <p:cNvSpPr/>
              <p:nvPr/>
            </p:nvSpPr>
            <p:spPr>
              <a:xfrm>
                <a:off x="393568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7" name="椭圆 12046">
                <a:extLst>
                  <a:ext uri="{FF2B5EF4-FFF2-40B4-BE49-F238E27FC236}">
                    <a16:creationId xmlns:a16="http://schemas.microsoft.com/office/drawing/2014/main" id="{1EF21C9F-A6CE-4F14-A310-1C3306BC8CF9}"/>
                  </a:ext>
                </a:extLst>
              </p:cNvPr>
              <p:cNvSpPr/>
              <p:nvPr/>
            </p:nvSpPr>
            <p:spPr>
              <a:xfrm>
                <a:off x="40587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8" name="椭圆 12047">
                <a:extLst>
                  <a:ext uri="{FF2B5EF4-FFF2-40B4-BE49-F238E27FC236}">
                    <a16:creationId xmlns:a16="http://schemas.microsoft.com/office/drawing/2014/main" id="{D9E0621D-C48F-4464-837E-991ED7C0C540}"/>
                  </a:ext>
                </a:extLst>
              </p:cNvPr>
              <p:cNvSpPr/>
              <p:nvPr/>
            </p:nvSpPr>
            <p:spPr>
              <a:xfrm>
                <a:off x="4230271" y="274733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9" name="椭圆 12048">
                <a:extLst>
                  <a:ext uri="{FF2B5EF4-FFF2-40B4-BE49-F238E27FC236}">
                    <a16:creationId xmlns:a16="http://schemas.microsoft.com/office/drawing/2014/main" id="{7F7FA86E-35B6-450E-A392-290DADC26464}"/>
                  </a:ext>
                </a:extLst>
              </p:cNvPr>
              <p:cNvSpPr/>
              <p:nvPr/>
            </p:nvSpPr>
            <p:spPr>
              <a:xfrm>
                <a:off x="4061948"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0" name="椭圆 12049">
                <a:extLst>
                  <a:ext uri="{FF2B5EF4-FFF2-40B4-BE49-F238E27FC236}">
                    <a16:creationId xmlns:a16="http://schemas.microsoft.com/office/drawing/2014/main" id="{EB1BA76D-FD15-4836-B1FD-5D4F4C6027CB}"/>
                  </a:ext>
                </a:extLst>
              </p:cNvPr>
              <p:cNvSpPr/>
              <p:nvPr/>
            </p:nvSpPr>
            <p:spPr>
              <a:xfrm>
                <a:off x="405343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1" name="椭圆 12050">
                <a:extLst>
                  <a:ext uri="{FF2B5EF4-FFF2-40B4-BE49-F238E27FC236}">
                    <a16:creationId xmlns:a16="http://schemas.microsoft.com/office/drawing/2014/main" id="{F319429D-E7E8-4A44-AC85-D1F285C0AD38}"/>
                  </a:ext>
                </a:extLst>
              </p:cNvPr>
              <p:cNvSpPr/>
              <p:nvPr/>
            </p:nvSpPr>
            <p:spPr>
              <a:xfrm>
                <a:off x="3937705"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2" name="椭圆 12051">
                <a:extLst>
                  <a:ext uri="{FF2B5EF4-FFF2-40B4-BE49-F238E27FC236}">
                    <a16:creationId xmlns:a16="http://schemas.microsoft.com/office/drawing/2014/main" id="{5FD308E6-C5FC-484A-9183-6EDFCD565E49}"/>
                  </a:ext>
                </a:extLst>
              </p:cNvPr>
              <p:cNvSpPr/>
              <p:nvPr/>
            </p:nvSpPr>
            <p:spPr>
              <a:xfrm>
                <a:off x="3941706"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3" name="椭圆 12052">
                <a:extLst>
                  <a:ext uri="{FF2B5EF4-FFF2-40B4-BE49-F238E27FC236}">
                    <a16:creationId xmlns:a16="http://schemas.microsoft.com/office/drawing/2014/main" id="{9AC4DA9C-5598-45B6-92A4-5B0CC6B6C735}"/>
                  </a:ext>
                </a:extLst>
              </p:cNvPr>
              <p:cNvSpPr/>
              <p:nvPr/>
            </p:nvSpPr>
            <p:spPr>
              <a:xfrm>
                <a:off x="406738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4" name="椭圆 12053">
                <a:extLst>
                  <a:ext uri="{FF2B5EF4-FFF2-40B4-BE49-F238E27FC236}">
                    <a16:creationId xmlns:a16="http://schemas.microsoft.com/office/drawing/2014/main" id="{F8A2A833-2772-4F59-A469-E949E8C5226B}"/>
                  </a:ext>
                </a:extLst>
              </p:cNvPr>
              <p:cNvSpPr/>
              <p:nvPr/>
            </p:nvSpPr>
            <p:spPr>
              <a:xfrm>
                <a:off x="402575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5" name="椭圆 12054">
                <a:extLst>
                  <a:ext uri="{FF2B5EF4-FFF2-40B4-BE49-F238E27FC236}">
                    <a16:creationId xmlns:a16="http://schemas.microsoft.com/office/drawing/2014/main" id="{B6F47313-5EC6-46E1-8F87-56F64F570263}"/>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6" name="椭圆 12055">
                <a:extLst>
                  <a:ext uri="{FF2B5EF4-FFF2-40B4-BE49-F238E27FC236}">
                    <a16:creationId xmlns:a16="http://schemas.microsoft.com/office/drawing/2014/main" id="{7C36F51C-4BE2-4169-9BC7-5799FD76305B}"/>
                  </a:ext>
                </a:extLst>
              </p:cNvPr>
              <p:cNvSpPr/>
              <p:nvPr/>
            </p:nvSpPr>
            <p:spPr>
              <a:xfrm>
                <a:off x="4029832"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7" name="椭圆 12056">
                <a:extLst>
                  <a:ext uri="{FF2B5EF4-FFF2-40B4-BE49-F238E27FC236}">
                    <a16:creationId xmlns:a16="http://schemas.microsoft.com/office/drawing/2014/main" id="{65188615-3986-42E8-84DA-642C9B42C83B}"/>
                  </a:ext>
                </a:extLst>
              </p:cNvPr>
              <p:cNvSpPr/>
              <p:nvPr/>
            </p:nvSpPr>
            <p:spPr>
              <a:xfrm>
                <a:off x="40771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8" name="椭圆 12057">
                <a:extLst>
                  <a:ext uri="{FF2B5EF4-FFF2-40B4-BE49-F238E27FC236}">
                    <a16:creationId xmlns:a16="http://schemas.microsoft.com/office/drawing/2014/main" id="{3E91CF5B-1D77-4465-8F37-45E5C4D68D5C}"/>
                  </a:ext>
                </a:extLst>
              </p:cNvPr>
              <p:cNvSpPr/>
              <p:nvPr/>
            </p:nvSpPr>
            <p:spPr>
              <a:xfrm>
                <a:off x="395525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9" name="椭圆 12058">
                <a:extLst>
                  <a:ext uri="{FF2B5EF4-FFF2-40B4-BE49-F238E27FC236}">
                    <a16:creationId xmlns:a16="http://schemas.microsoft.com/office/drawing/2014/main" id="{A57ADDAD-8053-4105-81C1-C0B3C58A8CD3}"/>
                  </a:ext>
                </a:extLst>
              </p:cNvPr>
              <p:cNvSpPr/>
              <p:nvPr/>
            </p:nvSpPr>
            <p:spPr>
              <a:xfrm>
                <a:off x="401434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0" name="椭圆 12059">
                <a:extLst>
                  <a:ext uri="{FF2B5EF4-FFF2-40B4-BE49-F238E27FC236}">
                    <a16:creationId xmlns:a16="http://schemas.microsoft.com/office/drawing/2014/main" id="{51C75A97-88E5-4427-A67E-5BF8851B10A8}"/>
                  </a:ext>
                </a:extLst>
              </p:cNvPr>
              <p:cNvSpPr/>
              <p:nvPr/>
            </p:nvSpPr>
            <p:spPr>
              <a:xfrm>
                <a:off x="385493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1" name="椭圆 12060">
                <a:extLst>
                  <a:ext uri="{FF2B5EF4-FFF2-40B4-BE49-F238E27FC236}">
                    <a16:creationId xmlns:a16="http://schemas.microsoft.com/office/drawing/2014/main" id="{F38172F9-097E-45B7-8258-406B020D22B4}"/>
                  </a:ext>
                </a:extLst>
              </p:cNvPr>
              <p:cNvSpPr/>
              <p:nvPr/>
            </p:nvSpPr>
            <p:spPr>
              <a:xfrm>
                <a:off x="40157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2" name="椭圆 12061">
                <a:extLst>
                  <a:ext uri="{FF2B5EF4-FFF2-40B4-BE49-F238E27FC236}">
                    <a16:creationId xmlns:a16="http://schemas.microsoft.com/office/drawing/2014/main" id="{C33ABE8C-F96B-4D37-9BD6-158A5630AD2E}"/>
                  </a:ext>
                </a:extLst>
              </p:cNvPr>
              <p:cNvSpPr/>
              <p:nvPr/>
            </p:nvSpPr>
            <p:spPr>
              <a:xfrm>
                <a:off x="4200101"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3" name="椭圆 12062">
                <a:extLst>
                  <a:ext uri="{FF2B5EF4-FFF2-40B4-BE49-F238E27FC236}">
                    <a16:creationId xmlns:a16="http://schemas.microsoft.com/office/drawing/2014/main" id="{6B75B388-CF7B-40BD-8AFE-1B94FC1B96B2}"/>
                  </a:ext>
                </a:extLst>
              </p:cNvPr>
              <p:cNvSpPr/>
              <p:nvPr/>
            </p:nvSpPr>
            <p:spPr>
              <a:xfrm>
                <a:off x="3992871"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4" name="椭圆 12063">
                <a:extLst>
                  <a:ext uri="{FF2B5EF4-FFF2-40B4-BE49-F238E27FC236}">
                    <a16:creationId xmlns:a16="http://schemas.microsoft.com/office/drawing/2014/main" id="{27294C8A-1E7F-4E48-B5D0-0B2CF027101D}"/>
                  </a:ext>
                </a:extLst>
              </p:cNvPr>
              <p:cNvSpPr/>
              <p:nvPr/>
            </p:nvSpPr>
            <p:spPr>
              <a:xfrm>
                <a:off x="400072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5" name="椭圆 12064">
                <a:extLst>
                  <a:ext uri="{FF2B5EF4-FFF2-40B4-BE49-F238E27FC236}">
                    <a16:creationId xmlns:a16="http://schemas.microsoft.com/office/drawing/2014/main" id="{6DB9CB26-ACFB-4F07-A534-CEFBD72D9EF6}"/>
                  </a:ext>
                </a:extLst>
              </p:cNvPr>
              <p:cNvSpPr/>
              <p:nvPr/>
            </p:nvSpPr>
            <p:spPr>
              <a:xfrm>
                <a:off x="41121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6" name="椭圆 12065">
                <a:extLst>
                  <a:ext uri="{FF2B5EF4-FFF2-40B4-BE49-F238E27FC236}">
                    <a16:creationId xmlns:a16="http://schemas.microsoft.com/office/drawing/2014/main" id="{09DFEF63-A002-4D56-9C6C-F6497A44A39D}"/>
                  </a:ext>
                </a:extLst>
              </p:cNvPr>
              <p:cNvSpPr/>
              <p:nvPr/>
            </p:nvSpPr>
            <p:spPr>
              <a:xfrm>
                <a:off x="398993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7" name="椭圆 12066">
                <a:extLst>
                  <a:ext uri="{FF2B5EF4-FFF2-40B4-BE49-F238E27FC236}">
                    <a16:creationId xmlns:a16="http://schemas.microsoft.com/office/drawing/2014/main" id="{EBEB30A4-EE0D-4C2D-9C0D-1F84B8FF71C1}"/>
                  </a:ext>
                </a:extLst>
              </p:cNvPr>
              <p:cNvSpPr/>
              <p:nvPr/>
            </p:nvSpPr>
            <p:spPr>
              <a:xfrm>
                <a:off x="401430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8" name="椭圆 12067">
                <a:extLst>
                  <a:ext uri="{FF2B5EF4-FFF2-40B4-BE49-F238E27FC236}">
                    <a16:creationId xmlns:a16="http://schemas.microsoft.com/office/drawing/2014/main" id="{6CDC0C8E-1DAF-49A7-B82C-37A76CB8DE6D}"/>
                  </a:ext>
                </a:extLst>
              </p:cNvPr>
              <p:cNvSpPr/>
              <p:nvPr/>
            </p:nvSpPr>
            <p:spPr>
              <a:xfrm>
                <a:off x="4053029"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9" name="椭圆 12068">
                <a:extLst>
                  <a:ext uri="{FF2B5EF4-FFF2-40B4-BE49-F238E27FC236}">
                    <a16:creationId xmlns:a16="http://schemas.microsoft.com/office/drawing/2014/main" id="{A8706764-8B87-4A1D-BC70-68DFB46D2AE9}"/>
                  </a:ext>
                </a:extLst>
              </p:cNvPr>
              <p:cNvSpPr/>
              <p:nvPr/>
            </p:nvSpPr>
            <p:spPr>
              <a:xfrm>
                <a:off x="40475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0" name="椭圆 12069">
                <a:extLst>
                  <a:ext uri="{FF2B5EF4-FFF2-40B4-BE49-F238E27FC236}">
                    <a16:creationId xmlns:a16="http://schemas.microsoft.com/office/drawing/2014/main" id="{3F430289-5C03-4575-8CC8-A793EE4D3DF7}"/>
                  </a:ext>
                </a:extLst>
              </p:cNvPr>
              <p:cNvSpPr/>
              <p:nvPr/>
            </p:nvSpPr>
            <p:spPr>
              <a:xfrm>
                <a:off x="4117334"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1" name="椭圆 12070">
                <a:extLst>
                  <a:ext uri="{FF2B5EF4-FFF2-40B4-BE49-F238E27FC236}">
                    <a16:creationId xmlns:a16="http://schemas.microsoft.com/office/drawing/2014/main" id="{77D2F9B6-A1E9-489F-8BB4-DFE51525AFF3}"/>
                  </a:ext>
                </a:extLst>
              </p:cNvPr>
              <p:cNvSpPr/>
              <p:nvPr/>
            </p:nvSpPr>
            <p:spPr>
              <a:xfrm>
                <a:off x="4042458"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2" name="椭圆 12071">
                <a:extLst>
                  <a:ext uri="{FF2B5EF4-FFF2-40B4-BE49-F238E27FC236}">
                    <a16:creationId xmlns:a16="http://schemas.microsoft.com/office/drawing/2014/main" id="{B9E16730-4753-4047-95BA-F287A6798C1F}"/>
                  </a:ext>
                </a:extLst>
              </p:cNvPr>
              <p:cNvSpPr/>
              <p:nvPr/>
            </p:nvSpPr>
            <p:spPr>
              <a:xfrm>
                <a:off x="405904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3" name="椭圆 12072">
                <a:extLst>
                  <a:ext uri="{FF2B5EF4-FFF2-40B4-BE49-F238E27FC236}">
                    <a16:creationId xmlns:a16="http://schemas.microsoft.com/office/drawing/2014/main" id="{0C4D3537-DEDE-4CB2-B879-34D954265814}"/>
                  </a:ext>
                </a:extLst>
              </p:cNvPr>
              <p:cNvSpPr/>
              <p:nvPr/>
            </p:nvSpPr>
            <p:spPr>
              <a:xfrm>
                <a:off x="3953415"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4" name="椭圆 12073">
                <a:extLst>
                  <a:ext uri="{FF2B5EF4-FFF2-40B4-BE49-F238E27FC236}">
                    <a16:creationId xmlns:a16="http://schemas.microsoft.com/office/drawing/2014/main" id="{942BF00B-61CA-48FF-9E87-19A6D4D94F43}"/>
                  </a:ext>
                </a:extLst>
              </p:cNvPr>
              <p:cNvSpPr/>
              <p:nvPr/>
            </p:nvSpPr>
            <p:spPr>
              <a:xfrm>
                <a:off x="3935687"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5" name="椭圆 12074">
                <a:extLst>
                  <a:ext uri="{FF2B5EF4-FFF2-40B4-BE49-F238E27FC236}">
                    <a16:creationId xmlns:a16="http://schemas.microsoft.com/office/drawing/2014/main" id="{2A908BB0-FC5B-4413-AE20-4B84F5F071B4}"/>
                  </a:ext>
                </a:extLst>
              </p:cNvPr>
              <p:cNvSpPr/>
              <p:nvPr/>
            </p:nvSpPr>
            <p:spPr>
              <a:xfrm>
                <a:off x="405130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6" name="椭圆 12075">
                <a:extLst>
                  <a:ext uri="{FF2B5EF4-FFF2-40B4-BE49-F238E27FC236}">
                    <a16:creationId xmlns:a16="http://schemas.microsoft.com/office/drawing/2014/main" id="{C87DD11D-00FA-4B8D-B165-A34DA5BA6AC5}"/>
                  </a:ext>
                </a:extLst>
              </p:cNvPr>
              <p:cNvSpPr/>
              <p:nvPr/>
            </p:nvSpPr>
            <p:spPr>
              <a:xfrm>
                <a:off x="40494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7" name="椭圆 12076">
                <a:extLst>
                  <a:ext uri="{FF2B5EF4-FFF2-40B4-BE49-F238E27FC236}">
                    <a16:creationId xmlns:a16="http://schemas.microsoft.com/office/drawing/2014/main" id="{7B17D94A-453C-48E6-8DD1-091AF3A075CD}"/>
                  </a:ext>
                </a:extLst>
              </p:cNvPr>
              <p:cNvSpPr/>
              <p:nvPr/>
            </p:nvSpPr>
            <p:spPr>
              <a:xfrm>
                <a:off x="407578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8" name="椭圆 12077">
                <a:extLst>
                  <a:ext uri="{FF2B5EF4-FFF2-40B4-BE49-F238E27FC236}">
                    <a16:creationId xmlns:a16="http://schemas.microsoft.com/office/drawing/2014/main" id="{6C06E439-4593-4901-8979-37BA939FABFF}"/>
                  </a:ext>
                </a:extLst>
              </p:cNvPr>
              <p:cNvSpPr/>
              <p:nvPr/>
            </p:nvSpPr>
            <p:spPr>
              <a:xfrm>
                <a:off x="395260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9" name="椭圆 12078">
                <a:extLst>
                  <a:ext uri="{FF2B5EF4-FFF2-40B4-BE49-F238E27FC236}">
                    <a16:creationId xmlns:a16="http://schemas.microsoft.com/office/drawing/2014/main" id="{599695FC-4E98-4FE9-B816-6A38EB8B23C5}"/>
                  </a:ext>
                </a:extLst>
              </p:cNvPr>
              <p:cNvSpPr/>
              <p:nvPr/>
            </p:nvSpPr>
            <p:spPr>
              <a:xfrm>
                <a:off x="405721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0" name="椭圆 12079">
                <a:extLst>
                  <a:ext uri="{FF2B5EF4-FFF2-40B4-BE49-F238E27FC236}">
                    <a16:creationId xmlns:a16="http://schemas.microsoft.com/office/drawing/2014/main" id="{6C409356-6CFE-4162-9981-0AA133374474}"/>
                  </a:ext>
                </a:extLst>
              </p:cNvPr>
              <p:cNvSpPr/>
              <p:nvPr/>
            </p:nvSpPr>
            <p:spPr>
              <a:xfrm>
                <a:off x="3963545" y="2927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1" name="椭圆 12080">
                <a:extLst>
                  <a:ext uri="{FF2B5EF4-FFF2-40B4-BE49-F238E27FC236}">
                    <a16:creationId xmlns:a16="http://schemas.microsoft.com/office/drawing/2014/main" id="{E50655A3-9D37-4B36-9820-8681D645E4C1}"/>
                  </a:ext>
                </a:extLst>
              </p:cNvPr>
              <p:cNvSpPr/>
              <p:nvPr/>
            </p:nvSpPr>
            <p:spPr>
              <a:xfrm>
                <a:off x="402300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2" name="椭圆 12081">
                <a:extLst>
                  <a:ext uri="{FF2B5EF4-FFF2-40B4-BE49-F238E27FC236}">
                    <a16:creationId xmlns:a16="http://schemas.microsoft.com/office/drawing/2014/main" id="{197EC066-4656-45EE-BAD5-BC9B5258F276}"/>
                  </a:ext>
                </a:extLst>
              </p:cNvPr>
              <p:cNvSpPr/>
              <p:nvPr/>
            </p:nvSpPr>
            <p:spPr>
              <a:xfrm>
                <a:off x="402696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3" name="椭圆 12082">
                <a:extLst>
                  <a:ext uri="{FF2B5EF4-FFF2-40B4-BE49-F238E27FC236}">
                    <a16:creationId xmlns:a16="http://schemas.microsoft.com/office/drawing/2014/main" id="{C8B359A8-2E67-43C3-B34B-13CD006ED98D}"/>
                  </a:ext>
                </a:extLst>
              </p:cNvPr>
              <p:cNvSpPr/>
              <p:nvPr/>
            </p:nvSpPr>
            <p:spPr>
              <a:xfrm>
                <a:off x="412214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4" name="椭圆 12083">
                <a:extLst>
                  <a:ext uri="{FF2B5EF4-FFF2-40B4-BE49-F238E27FC236}">
                    <a16:creationId xmlns:a16="http://schemas.microsoft.com/office/drawing/2014/main" id="{1CEBEA74-6747-4012-8A1C-11A778453D64}"/>
                  </a:ext>
                </a:extLst>
              </p:cNvPr>
              <p:cNvSpPr/>
              <p:nvPr/>
            </p:nvSpPr>
            <p:spPr>
              <a:xfrm>
                <a:off x="3994193"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5" name="椭圆 12084">
                <a:extLst>
                  <a:ext uri="{FF2B5EF4-FFF2-40B4-BE49-F238E27FC236}">
                    <a16:creationId xmlns:a16="http://schemas.microsoft.com/office/drawing/2014/main" id="{A6D56C35-58EB-423A-87B1-5E6BE296EB20}"/>
                  </a:ext>
                </a:extLst>
              </p:cNvPr>
              <p:cNvSpPr/>
              <p:nvPr/>
            </p:nvSpPr>
            <p:spPr>
              <a:xfrm>
                <a:off x="40178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6" name="椭圆 12085">
                <a:extLst>
                  <a:ext uri="{FF2B5EF4-FFF2-40B4-BE49-F238E27FC236}">
                    <a16:creationId xmlns:a16="http://schemas.microsoft.com/office/drawing/2014/main" id="{2582B7E4-4E70-40DA-B962-891F62AC17C0}"/>
                  </a:ext>
                </a:extLst>
              </p:cNvPr>
              <p:cNvSpPr/>
              <p:nvPr/>
            </p:nvSpPr>
            <p:spPr>
              <a:xfrm>
                <a:off x="396703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7" name="椭圆 12086">
                <a:extLst>
                  <a:ext uri="{FF2B5EF4-FFF2-40B4-BE49-F238E27FC236}">
                    <a16:creationId xmlns:a16="http://schemas.microsoft.com/office/drawing/2014/main" id="{3F29B1BC-0DDF-4428-B6E7-B02A6546550B}"/>
                  </a:ext>
                </a:extLst>
              </p:cNvPr>
              <p:cNvSpPr/>
              <p:nvPr/>
            </p:nvSpPr>
            <p:spPr>
              <a:xfrm>
                <a:off x="3988173"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8" name="椭圆 12087">
                <a:extLst>
                  <a:ext uri="{FF2B5EF4-FFF2-40B4-BE49-F238E27FC236}">
                    <a16:creationId xmlns:a16="http://schemas.microsoft.com/office/drawing/2014/main" id="{7171C731-6C7B-44CD-BAB9-B1645F1CFABA}"/>
                  </a:ext>
                </a:extLst>
              </p:cNvPr>
              <p:cNvSpPr/>
              <p:nvPr/>
            </p:nvSpPr>
            <p:spPr>
              <a:xfrm>
                <a:off x="400168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9" name="椭圆 12088">
                <a:extLst>
                  <a:ext uri="{FF2B5EF4-FFF2-40B4-BE49-F238E27FC236}">
                    <a16:creationId xmlns:a16="http://schemas.microsoft.com/office/drawing/2014/main" id="{153CC27F-EB12-4BDA-A8BF-E60A89DA493F}"/>
                  </a:ext>
                </a:extLst>
              </p:cNvPr>
              <p:cNvSpPr/>
              <p:nvPr/>
            </p:nvSpPr>
            <p:spPr>
              <a:xfrm>
                <a:off x="3820877"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0" name="椭圆 12089">
                <a:extLst>
                  <a:ext uri="{FF2B5EF4-FFF2-40B4-BE49-F238E27FC236}">
                    <a16:creationId xmlns:a16="http://schemas.microsoft.com/office/drawing/2014/main" id="{3AAF5513-9226-4E52-8ACC-B2A4EB155322}"/>
                  </a:ext>
                </a:extLst>
              </p:cNvPr>
              <p:cNvSpPr/>
              <p:nvPr/>
            </p:nvSpPr>
            <p:spPr>
              <a:xfrm>
                <a:off x="39643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1" name="椭圆 12090">
                <a:extLst>
                  <a:ext uri="{FF2B5EF4-FFF2-40B4-BE49-F238E27FC236}">
                    <a16:creationId xmlns:a16="http://schemas.microsoft.com/office/drawing/2014/main" id="{07B14A22-B297-4465-A780-E472AA0840B6}"/>
                  </a:ext>
                </a:extLst>
              </p:cNvPr>
              <p:cNvSpPr/>
              <p:nvPr/>
            </p:nvSpPr>
            <p:spPr>
              <a:xfrm>
                <a:off x="393359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2" name="椭圆 12091">
                <a:extLst>
                  <a:ext uri="{FF2B5EF4-FFF2-40B4-BE49-F238E27FC236}">
                    <a16:creationId xmlns:a16="http://schemas.microsoft.com/office/drawing/2014/main" id="{D39C9C65-92B8-4EF3-935F-D00836145C3E}"/>
                  </a:ext>
                </a:extLst>
              </p:cNvPr>
              <p:cNvSpPr/>
              <p:nvPr/>
            </p:nvSpPr>
            <p:spPr>
              <a:xfrm>
                <a:off x="390775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3" name="椭圆 12092">
                <a:extLst>
                  <a:ext uri="{FF2B5EF4-FFF2-40B4-BE49-F238E27FC236}">
                    <a16:creationId xmlns:a16="http://schemas.microsoft.com/office/drawing/2014/main" id="{4B263CBA-9CEA-40F1-8386-37D246663A83}"/>
                  </a:ext>
                </a:extLst>
              </p:cNvPr>
              <p:cNvSpPr/>
              <p:nvPr/>
            </p:nvSpPr>
            <p:spPr>
              <a:xfrm>
                <a:off x="4170958"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4" name="椭圆 12093">
                <a:extLst>
                  <a:ext uri="{FF2B5EF4-FFF2-40B4-BE49-F238E27FC236}">
                    <a16:creationId xmlns:a16="http://schemas.microsoft.com/office/drawing/2014/main" id="{BFB13122-9D73-443F-8145-C566A8769A95}"/>
                  </a:ext>
                </a:extLst>
              </p:cNvPr>
              <p:cNvSpPr/>
              <p:nvPr/>
            </p:nvSpPr>
            <p:spPr>
              <a:xfrm>
                <a:off x="3939504"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5" name="椭圆 12094">
                <a:extLst>
                  <a:ext uri="{FF2B5EF4-FFF2-40B4-BE49-F238E27FC236}">
                    <a16:creationId xmlns:a16="http://schemas.microsoft.com/office/drawing/2014/main" id="{D242BBF6-49ED-4B4D-A869-A0DFA13439D9}"/>
                  </a:ext>
                </a:extLst>
              </p:cNvPr>
              <p:cNvSpPr/>
              <p:nvPr/>
            </p:nvSpPr>
            <p:spPr>
              <a:xfrm>
                <a:off x="389123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6" name="椭圆 12095">
                <a:extLst>
                  <a:ext uri="{FF2B5EF4-FFF2-40B4-BE49-F238E27FC236}">
                    <a16:creationId xmlns:a16="http://schemas.microsoft.com/office/drawing/2014/main" id="{F2453820-7228-4268-91A2-546EB1715D76}"/>
                  </a:ext>
                </a:extLst>
              </p:cNvPr>
              <p:cNvSpPr/>
              <p:nvPr/>
            </p:nvSpPr>
            <p:spPr>
              <a:xfrm>
                <a:off x="4045945"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7" name="椭圆 12096">
                <a:extLst>
                  <a:ext uri="{FF2B5EF4-FFF2-40B4-BE49-F238E27FC236}">
                    <a16:creationId xmlns:a16="http://schemas.microsoft.com/office/drawing/2014/main" id="{C54C2421-6601-4B15-9AA1-A0CBB4FFA51B}"/>
                  </a:ext>
                </a:extLst>
              </p:cNvPr>
              <p:cNvSpPr/>
              <p:nvPr/>
            </p:nvSpPr>
            <p:spPr>
              <a:xfrm>
                <a:off x="403056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8" name="椭圆 12097">
                <a:extLst>
                  <a:ext uri="{FF2B5EF4-FFF2-40B4-BE49-F238E27FC236}">
                    <a16:creationId xmlns:a16="http://schemas.microsoft.com/office/drawing/2014/main" id="{275E267E-FA1F-4149-99B7-366E8C7B7CF6}"/>
                  </a:ext>
                </a:extLst>
              </p:cNvPr>
              <p:cNvSpPr/>
              <p:nvPr/>
            </p:nvSpPr>
            <p:spPr>
              <a:xfrm>
                <a:off x="412331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9" name="椭圆 12098">
                <a:extLst>
                  <a:ext uri="{FF2B5EF4-FFF2-40B4-BE49-F238E27FC236}">
                    <a16:creationId xmlns:a16="http://schemas.microsoft.com/office/drawing/2014/main" id="{033A4A7A-0A2D-4E1D-A142-EF4745E37BB7}"/>
                  </a:ext>
                </a:extLst>
              </p:cNvPr>
              <p:cNvSpPr/>
              <p:nvPr/>
            </p:nvSpPr>
            <p:spPr>
              <a:xfrm>
                <a:off x="4020583"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0" name="椭圆 12099">
                <a:extLst>
                  <a:ext uri="{FF2B5EF4-FFF2-40B4-BE49-F238E27FC236}">
                    <a16:creationId xmlns:a16="http://schemas.microsoft.com/office/drawing/2014/main" id="{CEF3EA66-1101-4EC3-BAC7-041F2E35B1EC}"/>
                  </a:ext>
                </a:extLst>
              </p:cNvPr>
              <p:cNvSpPr/>
              <p:nvPr/>
            </p:nvSpPr>
            <p:spPr>
              <a:xfrm>
                <a:off x="412669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1" name="椭圆 12100">
                <a:extLst>
                  <a:ext uri="{FF2B5EF4-FFF2-40B4-BE49-F238E27FC236}">
                    <a16:creationId xmlns:a16="http://schemas.microsoft.com/office/drawing/2014/main" id="{8784CE9F-8413-4015-8991-F6C65B1B6C9C}"/>
                  </a:ext>
                </a:extLst>
              </p:cNvPr>
              <p:cNvSpPr/>
              <p:nvPr/>
            </p:nvSpPr>
            <p:spPr>
              <a:xfrm>
                <a:off x="406877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2" name="椭圆 12101">
                <a:extLst>
                  <a:ext uri="{FF2B5EF4-FFF2-40B4-BE49-F238E27FC236}">
                    <a16:creationId xmlns:a16="http://schemas.microsoft.com/office/drawing/2014/main" id="{0FE192E0-9CDF-4611-AE76-EFAA9CF71BCB}"/>
                  </a:ext>
                </a:extLst>
              </p:cNvPr>
              <p:cNvSpPr/>
              <p:nvPr/>
            </p:nvSpPr>
            <p:spPr>
              <a:xfrm>
                <a:off x="402542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3" name="椭圆 12102">
                <a:extLst>
                  <a:ext uri="{FF2B5EF4-FFF2-40B4-BE49-F238E27FC236}">
                    <a16:creationId xmlns:a16="http://schemas.microsoft.com/office/drawing/2014/main" id="{EC7EB023-27B3-4EB2-A7B8-F9C44B278CF4}"/>
                  </a:ext>
                </a:extLst>
              </p:cNvPr>
              <p:cNvSpPr/>
              <p:nvPr/>
            </p:nvSpPr>
            <p:spPr>
              <a:xfrm>
                <a:off x="390562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4" name="椭圆 12103">
                <a:extLst>
                  <a:ext uri="{FF2B5EF4-FFF2-40B4-BE49-F238E27FC236}">
                    <a16:creationId xmlns:a16="http://schemas.microsoft.com/office/drawing/2014/main" id="{2863B1D9-AADF-42EE-8B9D-5F2C63597745}"/>
                  </a:ext>
                </a:extLst>
              </p:cNvPr>
              <p:cNvSpPr/>
              <p:nvPr/>
            </p:nvSpPr>
            <p:spPr>
              <a:xfrm>
                <a:off x="390562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5" name="椭圆 12104">
                <a:extLst>
                  <a:ext uri="{FF2B5EF4-FFF2-40B4-BE49-F238E27FC236}">
                    <a16:creationId xmlns:a16="http://schemas.microsoft.com/office/drawing/2014/main" id="{70BF870E-8B17-4F8D-8818-C9D45468DB2E}"/>
                  </a:ext>
                </a:extLst>
              </p:cNvPr>
              <p:cNvSpPr/>
              <p:nvPr/>
            </p:nvSpPr>
            <p:spPr>
              <a:xfrm>
                <a:off x="3976208"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6" name="椭圆 12105">
                <a:extLst>
                  <a:ext uri="{FF2B5EF4-FFF2-40B4-BE49-F238E27FC236}">
                    <a16:creationId xmlns:a16="http://schemas.microsoft.com/office/drawing/2014/main" id="{35049063-0D77-4769-80FB-8603C5194407}"/>
                  </a:ext>
                </a:extLst>
              </p:cNvPr>
              <p:cNvSpPr/>
              <p:nvPr/>
            </p:nvSpPr>
            <p:spPr>
              <a:xfrm>
                <a:off x="4055598" y="3036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7" name="椭圆 12106">
                <a:extLst>
                  <a:ext uri="{FF2B5EF4-FFF2-40B4-BE49-F238E27FC236}">
                    <a16:creationId xmlns:a16="http://schemas.microsoft.com/office/drawing/2014/main" id="{ECC36B29-4DB1-4D1E-9FC6-C780BB9BE443}"/>
                  </a:ext>
                </a:extLst>
              </p:cNvPr>
              <p:cNvSpPr/>
              <p:nvPr/>
            </p:nvSpPr>
            <p:spPr>
              <a:xfrm>
                <a:off x="4002047"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8" name="椭圆 12107">
                <a:extLst>
                  <a:ext uri="{FF2B5EF4-FFF2-40B4-BE49-F238E27FC236}">
                    <a16:creationId xmlns:a16="http://schemas.microsoft.com/office/drawing/2014/main" id="{2B74C39F-013D-4BD9-97E7-FE90B3DF679B}"/>
                  </a:ext>
                </a:extLst>
              </p:cNvPr>
              <p:cNvSpPr/>
              <p:nvPr/>
            </p:nvSpPr>
            <p:spPr>
              <a:xfrm>
                <a:off x="40097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9" name="椭圆 12108">
                <a:extLst>
                  <a:ext uri="{FF2B5EF4-FFF2-40B4-BE49-F238E27FC236}">
                    <a16:creationId xmlns:a16="http://schemas.microsoft.com/office/drawing/2014/main" id="{84A89E0F-0128-41BB-9FFE-63C937F04AE2}"/>
                  </a:ext>
                </a:extLst>
              </p:cNvPr>
              <p:cNvSpPr/>
              <p:nvPr/>
            </p:nvSpPr>
            <p:spPr>
              <a:xfrm>
                <a:off x="3967619"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0" name="椭圆 12109">
                <a:extLst>
                  <a:ext uri="{FF2B5EF4-FFF2-40B4-BE49-F238E27FC236}">
                    <a16:creationId xmlns:a16="http://schemas.microsoft.com/office/drawing/2014/main" id="{4EBE88C2-2BC3-48B4-B3CA-59FB5D10DAF7}"/>
                  </a:ext>
                </a:extLst>
              </p:cNvPr>
              <p:cNvSpPr/>
              <p:nvPr/>
            </p:nvSpPr>
            <p:spPr>
              <a:xfrm>
                <a:off x="3981383"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1" name="椭圆 12110">
                <a:extLst>
                  <a:ext uri="{FF2B5EF4-FFF2-40B4-BE49-F238E27FC236}">
                    <a16:creationId xmlns:a16="http://schemas.microsoft.com/office/drawing/2014/main" id="{273BFC30-0CD2-4F6E-B025-CE9EC251504F}"/>
                  </a:ext>
                </a:extLst>
              </p:cNvPr>
              <p:cNvSpPr/>
              <p:nvPr/>
            </p:nvSpPr>
            <p:spPr>
              <a:xfrm>
                <a:off x="398046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2" name="椭圆 12111">
                <a:extLst>
                  <a:ext uri="{FF2B5EF4-FFF2-40B4-BE49-F238E27FC236}">
                    <a16:creationId xmlns:a16="http://schemas.microsoft.com/office/drawing/2014/main" id="{4FB7F911-EFA3-4BFA-9CCA-48E8CA4F40D7}"/>
                  </a:ext>
                </a:extLst>
              </p:cNvPr>
              <p:cNvSpPr/>
              <p:nvPr/>
            </p:nvSpPr>
            <p:spPr>
              <a:xfrm>
                <a:off x="40110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3" name="椭圆 12112">
                <a:extLst>
                  <a:ext uri="{FF2B5EF4-FFF2-40B4-BE49-F238E27FC236}">
                    <a16:creationId xmlns:a16="http://schemas.microsoft.com/office/drawing/2014/main" id="{E1E9C803-AC12-4FFA-B027-C810CA62529F}"/>
                  </a:ext>
                </a:extLst>
              </p:cNvPr>
              <p:cNvSpPr/>
              <p:nvPr/>
            </p:nvSpPr>
            <p:spPr>
              <a:xfrm>
                <a:off x="401856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4" name="椭圆 12113">
                <a:extLst>
                  <a:ext uri="{FF2B5EF4-FFF2-40B4-BE49-F238E27FC236}">
                    <a16:creationId xmlns:a16="http://schemas.microsoft.com/office/drawing/2014/main" id="{752A43DD-79DC-4032-BC4C-BF38B1E60EE0}"/>
                  </a:ext>
                </a:extLst>
              </p:cNvPr>
              <p:cNvSpPr/>
              <p:nvPr/>
            </p:nvSpPr>
            <p:spPr>
              <a:xfrm>
                <a:off x="395561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5" name="椭圆 12114">
                <a:extLst>
                  <a:ext uri="{FF2B5EF4-FFF2-40B4-BE49-F238E27FC236}">
                    <a16:creationId xmlns:a16="http://schemas.microsoft.com/office/drawing/2014/main" id="{04CC45EA-6390-4BF5-8379-76F542AD1E50}"/>
                  </a:ext>
                </a:extLst>
              </p:cNvPr>
              <p:cNvSpPr/>
              <p:nvPr/>
            </p:nvSpPr>
            <p:spPr>
              <a:xfrm>
                <a:off x="4130951" y="29465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6" name="椭圆 12115">
                <a:extLst>
                  <a:ext uri="{FF2B5EF4-FFF2-40B4-BE49-F238E27FC236}">
                    <a16:creationId xmlns:a16="http://schemas.microsoft.com/office/drawing/2014/main" id="{46A7398F-0479-4118-BECF-02A6E60E23EB}"/>
                  </a:ext>
                </a:extLst>
              </p:cNvPr>
              <p:cNvSpPr/>
              <p:nvPr/>
            </p:nvSpPr>
            <p:spPr>
              <a:xfrm>
                <a:off x="4087163" y="2991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7" name="椭圆 12116">
                <a:extLst>
                  <a:ext uri="{FF2B5EF4-FFF2-40B4-BE49-F238E27FC236}">
                    <a16:creationId xmlns:a16="http://schemas.microsoft.com/office/drawing/2014/main" id="{5AF95F5F-069D-40C5-BF3B-2F21627B1BE9}"/>
                  </a:ext>
                </a:extLst>
              </p:cNvPr>
              <p:cNvSpPr/>
              <p:nvPr/>
            </p:nvSpPr>
            <p:spPr>
              <a:xfrm>
                <a:off x="401030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8" name="椭圆 12117">
                <a:extLst>
                  <a:ext uri="{FF2B5EF4-FFF2-40B4-BE49-F238E27FC236}">
                    <a16:creationId xmlns:a16="http://schemas.microsoft.com/office/drawing/2014/main" id="{B7BD4842-832D-4586-80E3-6B5F380A536E}"/>
                  </a:ext>
                </a:extLst>
              </p:cNvPr>
              <p:cNvSpPr/>
              <p:nvPr/>
            </p:nvSpPr>
            <p:spPr>
              <a:xfrm>
                <a:off x="393330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9" name="椭圆 12118">
                <a:extLst>
                  <a:ext uri="{FF2B5EF4-FFF2-40B4-BE49-F238E27FC236}">
                    <a16:creationId xmlns:a16="http://schemas.microsoft.com/office/drawing/2014/main" id="{3B8CDE28-99DC-45ED-BDD2-44B10B0C54FF}"/>
                  </a:ext>
                </a:extLst>
              </p:cNvPr>
              <p:cNvSpPr/>
              <p:nvPr/>
            </p:nvSpPr>
            <p:spPr>
              <a:xfrm>
                <a:off x="399232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0" name="椭圆 12119">
                <a:extLst>
                  <a:ext uri="{FF2B5EF4-FFF2-40B4-BE49-F238E27FC236}">
                    <a16:creationId xmlns:a16="http://schemas.microsoft.com/office/drawing/2014/main" id="{6739B7B1-1D2B-43A9-B881-43B5A1E59540}"/>
                  </a:ext>
                </a:extLst>
              </p:cNvPr>
              <p:cNvSpPr/>
              <p:nvPr/>
            </p:nvSpPr>
            <p:spPr>
              <a:xfrm>
                <a:off x="4010159"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1" name="椭圆 12120">
                <a:extLst>
                  <a:ext uri="{FF2B5EF4-FFF2-40B4-BE49-F238E27FC236}">
                    <a16:creationId xmlns:a16="http://schemas.microsoft.com/office/drawing/2014/main" id="{B5C088FC-76E9-4742-8410-5142D716D29E}"/>
                  </a:ext>
                </a:extLst>
              </p:cNvPr>
              <p:cNvSpPr/>
              <p:nvPr/>
            </p:nvSpPr>
            <p:spPr>
              <a:xfrm>
                <a:off x="396798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2" name="椭圆 12121">
                <a:extLst>
                  <a:ext uri="{FF2B5EF4-FFF2-40B4-BE49-F238E27FC236}">
                    <a16:creationId xmlns:a16="http://schemas.microsoft.com/office/drawing/2014/main" id="{9856EA3E-7533-41BD-A64D-17E9A90C1316}"/>
                  </a:ext>
                </a:extLst>
              </p:cNvPr>
              <p:cNvSpPr/>
              <p:nvPr/>
            </p:nvSpPr>
            <p:spPr>
              <a:xfrm>
                <a:off x="392981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3" name="椭圆 12122">
                <a:extLst>
                  <a:ext uri="{FF2B5EF4-FFF2-40B4-BE49-F238E27FC236}">
                    <a16:creationId xmlns:a16="http://schemas.microsoft.com/office/drawing/2014/main" id="{2E441447-76E0-4504-ABF6-935278271DCE}"/>
                  </a:ext>
                </a:extLst>
              </p:cNvPr>
              <p:cNvSpPr/>
              <p:nvPr/>
            </p:nvSpPr>
            <p:spPr>
              <a:xfrm>
                <a:off x="3918363"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4" name="椭圆 12123">
                <a:extLst>
                  <a:ext uri="{FF2B5EF4-FFF2-40B4-BE49-F238E27FC236}">
                    <a16:creationId xmlns:a16="http://schemas.microsoft.com/office/drawing/2014/main" id="{A520410C-E29C-412B-96C8-73CE4921368E}"/>
                  </a:ext>
                </a:extLst>
              </p:cNvPr>
              <p:cNvSpPr/>
              <p:nvPr/>
            </p:nvSpPr>
            <p:spPr>
              <a:xfrm>
                <a:off x="403383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5" name="椭圆 12124">
                <a:extLst>
                  <a:ext uri="{FF2B5EF4-FFF2-40B4-BE49-F238E27FC236}">
                    <a16:creationId xmlns:a16="http://schemas.microsoft.com/office/drawing/2014/main" id="{8C29C658-9855-4883-81F1-42C1F61068AA}"/>
                  </a:ext>
                </a:extLst>
              </p:cNvPr>
              <p:cNvSpPr/>
              <p:nvPr/>
            </p:nvSpPr>
            <p:spPr>
              <a:xfrm>
                <a:off x="408147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6" name="椭圆 12125">
                <a:extLst>
                  <a:ext uri="{FF2B5EF4-FFF2-40B4-BE49-F238E27FC236}">
                    <a16:creationId xmlns:a16="http://schemas.microsoft.com/office/drawing/2014/main" id="{C3CA5EEC-4863-4958-9B7B-4C9D408592A3}"/>
                  </a:ext>
                </a:extLst>
              </p:cNvPr>
              <p:cNvSpPr/>
              <p:nvPr/>
            </p:nvSpPr>
            <p:spPr>
              <a:xfrm>
                <a:off x="3997239"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7" name="椭圆 12126">
                <a:extLst>
                  <a:ext uri="{FF2B5EF4-FFF2-40B4-BE49-F238E27FC236}">
                    <a16:creationId xmlns:a16="http://schemas.microsoft.com/office/drawing/2014/main" id="{69D0BC40-5EB0-4A9C-934C-0CD66C37F8D1}"/>
                  </a:ext>
                </a:extLst>
              </p:cNvPr>
              <p:cNvSpPr/>
              <p:nvPr/>
            </p:nvSpPr>
            <p:spPr>
              <a:xfrm>
                <a:off x="4021574"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8" name="椭圆 12127">
                <a:extLst>
                  <a:ext uri="{FF2B5EF4-FFF2-40B4-BE49-F238E27FC236}">
                    <a16:creationId xmlns:a16="http://schemas.microsoft.com/office/drawing/2014/main" id="{C174FA40-C547-4168-B3E5-DF2449D17006}"/>
                  </a:ext>
                </a:extLst>
              </p:cNvPr>
              <p:cNvSpPr/>
              <p:nvPr/>
            </p:nvSpPr>
            <p:spPr>
              <a:xfrm>
                <a:off x="397529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9" name="椭圆 12128">
                <a:extLst>
                  <a:ext uri="{FF2B5EF4-FFF2-40B4-BE49-F238E27FC236}">
                    <a16:creationId xmlns:a16="http://schemas.microsoft.com/office/drawing/2014/main" id="{7CBF13DF-8278-4918-9AB1-72F24D49D3B2}"/>
                  </a:ext>
                </a:extLst>
              </p:cNvPr>
              <p:cNvSpPr/>
              <p:nvPr/>
            </p:nvSpPr>
            <p:spPr>
              <a:xfrm>
                <a:off x="4176317"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0" name="椭圆 12129">
                <a:extLst>
                  <a:ext uri="{FF2B5EF4-FFF2-40B4-BE49-F238E27FC236}">
                    <a16:creationId xmlns:a16="http://schemas.microsoft.com/office/drawing/2014/main" id="{858AF6B8-661B-4FF8-93BB-B136C2D4B040}"/>
                  </a:ext>
                </a:extLst>
              </p:cNvPr>
              <p:cNvSpPr/>
              <p:nvPr/>
            </p:nvSpPr>
            <p:spPr>
              <a:xfrm>
                <a:off x="3956902"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1" name="椭圆 12130">
                <a:extLst>
                  <a:ext uri="{FF2B5EF4-FFF2-40B4-BE49-F238E27FC236}">
                    <a16:creationId xmlns:a16="http://schemas.microsoft.com/office/drawing/2014/main" id="{295C3178-22A2-41F0-B6D4-E2B3519F9069}"/>
                  </a:ext>
                </a:extLst>
              </p:cNvPr>
              <p:cNvSpPr/>
              <p:nvPr/>
            </p:nvSpPr>
            <p:spPr>
              <a:xfrm>
                <a:off x="3929300" y="274025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2" name="椭圆 12131">
                <a:extLst>
                  <a:ext uri="{FF2B5EF4-FFF2-40B4-BE49-F238E27FC236}">
                    <a16:creationId xmlns:a16="http://schemas.microsoft.com/office/drawing/2014/main" id="{531EBCD1-7660-46CA-B6F2-A6F642DF612A}"/>
                  </a:ext>
                </a:extLst>
              </p:cNvPr>
              <p:cNvSpPr/>
              <p:nvPr/>
            </p:nvSpPr>
            <p:spPr>
              <a:xfrm>
                <a:off x="403919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3" name="椭圆 12132">
                <a:extLst>
                  <a:ext uri="{FF2B5EF4-FFF2-40B4-BE49-F238E27FC236}">
                    <a16:creationId xmlns:a16="http://schemas.microsoft.com/office/drawing/2014/main" id="{50E1694F-7A0E-4E08-9D8E-4A33C01AB639}"/>
                  </a:ext>
                </a:extLst>
              </p:cNvPr>
              <p:cNvSpPr/>
              <p:nvPr/>
            </p:nvSpPr>
            <p:spPr>
              <a:xfrm>
                <a:off x="3991477"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4" name="椭圆 12133">
                <a:extLst>
                  <a:ext uri="{FF2B5EF4-FFF2-40B4-BE49-F238E27FC236}">
                    <a16:creationId xmlns:a16="http://schemas.microsoft.com/office/drawing/2014/main" id="{496A4134-04B1-4DDC-B393-579C0EE861AE}"/>
                  </a:ext>
                </a:extLst>
              </p:cNvPr>
              <p:cNvSpPr/>
              <p:nvPr/>
            </p:nvSpPr>
            <p:spPr>
              <a:xfrm>
                <a:off x="4089989"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5" name="椭圆 12134">
                <a:extLst>
                  <a:ext uri="{FF2B5EF4-FFF2-40B4-BE49-F238E27FC236}">
                    <a16:creationId xmlns:a16="http://schemas.microsoft.com/office/drawing/2014/main" id="{43A8E437-62DC-4E55-BF52-0FF39C1FEDBC}"/>
                  </a:ext>
                </a:extLst>
              </p:cNvPr>
              <p:cNvSpPr/>
              <p:nvPr/>
            </p:nvSpPr>
            <p:spPr>
              <a:xfrm>
                <a:off x="407472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6" name="椭圆 12135">
                <a:extLst>
                  <a:ext uri="{FF2B5EF4-FFF2-40B4-BE49-F238E27FC236}">
                    <a16:creationId xmlns:a16="http://schemas.microsoft.com/office/drawing/2014/main" id="{F4D03D97-51BF-42CB-9E0F-C99BD800F943}"/>
                  </a:ext>
                </a:extLst>
              </p:cNvPr>
              <p:cNvSpPr/>
              <p:nvPr/>
            </p:nvSpPr>
            <p:spPr>
              <a:xfrm>
                <a:off x="408195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7" name="椭圆 12136">
                <a:extLst>
                  <a:ext uri="{FF2B5EF4-FFF2-40B4-BE49-F238E27FC236}">
                    <a16:creationId xmlns:a16="http://schemas.microsoft.com/office/drawing/2014/main" id="{5AB97059-11BA-4098-9548-2C929875A412}"/>
                  </a:ext>
                </a:extLst>
              </p:cNvPr>
              <p:cNvSpPr/>
              <p:nvPr/>
            </p:nvSpPr>
            <p:spPr>
              <a:xfrm>
                <a:off x="39825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8" name="椭圆 12137">
                <a:extLst>
                  <a:ext uri="{FF2B5EF4-FFF2-40B4-BE49-F238E27FC236}">
                    <a16:creationId xmlns:a16="http://schemas.microsoft.com/office/drawing/2014/main" id="{F4B50F40-74C2-4DC5-B4F1-B5F5D997DE54}"/>
                  </a:ext>
                </a:extLst>
              </p:cNvPr>
              <p:cNvSpPr/>
              <p:nvPr/>
            </p:nvSpPr>
            <p:spPr>
              <a:xfrm>
                <a:off x="3995551"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9" name="椭圆 12138">
                <a:extLst>
                  <a:ext uri="{FF2B5EF4-FFF2-40B4-BE49-F238E27FC236}">
                    <a16:creationId xmlns:a16="http://schemas.microsoft.com/office/drawing/2014/main" id="{30600A31-C8AA-4B1B-88B8-CE7C620D2329}"/>
                  </a:ext>
                </a:extLst>
              </p:cNvPr>
              <p:cNvSpPr/>
              <p:nvPr/>
            </p:nvSpPr>
            <p:spPr>
              <a:xfrm>
                <a:off x="40050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0" name="椭圆 12139">
                <a:extLst>
                  <a:ext uri="{FF2B5EF4-FFF2-40B4-BE49-F238E27FC236}">
                    <a16:creationId xmlns:a16="http://schemas.microsoft.com/office/drawing/2014/main" id="{F476D65F-766C-4797-9ECA-5423D15E7E2C}"/>
                  </a:ext>
                </a:extLst>
              </p:cNvPr>
              <p:cNvSpPr/>
              <p:nvPr/>
            </p:nvSpPr>
            <p:spPr>
              <a:xfrm>
                <a:off x="399492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1" name="椭圆 12140">
                <a:extLst>
                  <a:ext uri="{FF2B5EF4-FFF2-40B4-BE49-F238E27FC236}">
                    <a16:creationId xmlns:a16="http://schemas.microsoft.com/office/drawing/2014/main" id="{9FC0AF47-BAB2-4A92-B233-F71F3BD86CD3}"/>
                  </a:ext>
                </a:extLst>
              </p:cNvPr>
              <p:cNvSpPr/>
              <p:nvPr/>
            </p:nvSpPr>
            <p:spPr>
              <a:xfrm>
                <a:off x="407083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2" name="椭圆 12141">
                <a:extLst>
                  <a:ext uri="{FF2B5EF4-FFF2-40B4-BE49-F238E27FC236}">
                    <a16:creationId xmlns:a16="http://schemas.microsoft.com/office/drawing/2014/main" id="{2B3A1663-1F14-44D5-B5A5-9929020BA738}"/>
                  </a:ext>
                </a:extLst>
              </p:cNvPr>
              <p:cNvSpPr/>
              <p:nvPr/>
            </p:nvSpPr>
            <p:spPr>
              <a:xfrm>
                <a:off x="40736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3" name="椭圆 12142">
                <a:extLst>
                  <a:ext uri="{FF2B5EF4-FFF2-40B4-BE49-F238E27FC236}">
                    <a16:creationId xmlns:a16="http://schemas.microsoft.com/office/drawing/2014/main" id="{CB14ECE0-C92A-4273-B495-7A2DC27AADF7}"/>
                  </a:ext>
                </a:extLst>
              </p:cNvPr>
              <p:cNvSpPr/>
              <p:nvPr/>
            </p:nvSpPr>
            <p:spPr>
              <a:xfrm>
                <a:off x="403467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4" name="椭圆 12143">
                <a:extLst>
                  <a:ext uri="{FF2B5EF4-FFF2-40B4-BE49-F238E27FC236}">
                    <a16:creationId xmlns:a16="http://schemas.microsoft.com/office/drawing/2014/main" id="{57D6887D-69BD-4B26-9CFA-AF62836AC828}"/>
                  </a:ext>
                </a:extLst>
              </p:cNvPr>
              <p:cNvSpPr/>
              <p:nvPr/>
            </p:nvSpPr>
            <p:spPr>
              <a:xfrm>
                <a:off x="401805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5" name="椭圆 12144">
                <a:extLst>
                  <a:ext uri="{FF2B5EF4-FFF2-40B4-BE49-F238E27FC236}">
                    <a16:creationId xmlns:a16="http://schemas.microsoft.com/office/drawing/2014/main" id="{2F92C234-0687-4207-AC33-0CD78590E754}"/>
                  </a:ext>
                </a:extLst>
              </p:cNvPr>
              <p:cNvSpPr/>
              <p:nvPr/>
            </p:nvSpPr>
            <p:spPr>
              <a:xfrm>
                <a:off x="40591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6" name="椭圆 12145">
                <a:extLst>
                  <a:ext uri="{FF2B5EF4-FFF2-40B4-BE49-F238E27FC236}">
                    <a16:creationId xmlns:a16="http://schemas.microsoft.com/office/drawing/2014/main" id="{347ED80E-F0D0-4219-A002-84710A10DE23}"/>
                  </a:ext>
                </a:extLst>
              </p:cNvPr>
              <p:cNvSpPr/>
              <p:nvPr/>
            </p:nvSpPr>
            <p:spPr>
              <a:xfrm>
                <a:off x="40427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7" name="椭圆 12146">
                <a:extLst>
                  <a:ext uri="{FF2B5EF4-FFF2-40B4-BE49-F238E27FC236}">
                    <a16:creationId xmlns:a16="http://schemas.microsoft.com/office/drawing/2014/main" id="{7344C560-0C17-437F-B8B7-4F985F5DD69F}"/>
                  </a:ext>
                </a:extLst>
              </p:cNvPr>
              <p:cNvSpPr/>
              <p:nvPr/>
            </p:nvSpPr>
            <p:spPr>
              <a:xfrm>
                <a:off x="4317076" y="27846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8" name="椭圆 12147">
                <a:extLst>
                  <a:ext uri="{FF2B5EF4-FFF2-40B4-BE49-F238E27FC236}">
                    <a16:creationId xmlns:a16="http://schemas.microsoft.com/office/drawing/2014/main" id="{5323EE4C-E9FE-48EE-9400-4D2B62E41CD4}"/>
                  </a:ext>
                </a:extLst>
              </p:cNvPr>
              <p:cNvSpPr/>
              <p:nvPr/>
            </p:nvSpPr>
            <p:spPr>
              <a:xfrm>
                <a:off x="404249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9" name="椭圆 12148">
                <a:extLst>
                  <a:ext uri="{FF2B5EF4-FFF2-40B4-BE49-F238E27FC236}">
                    <a16:creationId xmlns:a16="http://schemas.microsoft.com/office/drawing/2014/main" id="{DDCD64D0-0F6A-4085-935D-DC3A1851BF86}"/>
                  </a:ext>
                </a:extLst>
              </p:cNvPr>
              <p:cNvSpPr/>
              <p:nvPr/>
            </p:nvSpPr>
            <p:spPr>
              <a:xfrm>
                <a:off x="411083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0" name="椭圆 12149">
                <a:extLst>
                  <a:ext uri="{FF2B5EF4-FFF2-40B4-BE49-F238E27FC236}">
                    <a16:creationId xmlns:a16="http://schemas.microsoft.com/office/drawing/2014/main" id="{6DD123EE-6B0C-4B24-82F4-7A46326D7894}"/>
                  </a:ext>
                </a:extLst>
              </p:cNvPr>
              <p:cNvSpPr/>
              <p:nvPr/>
            </p:nvSpPr>
            <p:spPr>
              <a:xfrm>
                <a:off x="40020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1" name="椭圆 12150">
                <a:extLst>
                  <a:ext uri="{FF2B5EF4-FFF2-40B4-BE49-F238E27FC236}">
                    <a16:creationId xmlns:a16="http://schemas.microsoft.com/office/drawing/2014/main" id="{4EB9FAAE-184D-4FD7-B5D7-8C22AA3385EE}"/>
                  </a:ext>
                </a:extLst>
              </p:cNvPr>
              <p:cNvSpPr/>
              <p:nvPr/>
            </p:nvSpPr>
            <p:spPr>
              <a:xfrm>
                <a:off x="4152569" y="2980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2" name="椭圆 12151">
                <a:extLst>
                  <a:ext uri="{FF2B5EF4-FFF2-40B4-BE49-F238E27FC236}">
                    <a16:creationId xmlns:a16="http://schemas.microsoft.com/office/drawing/2014/main" id="{2D1C4A8C-4E6B-4BA9-AD45-1993AEC3A7AA}"/>
                  </a:ext>
                </a:extLst>
              </p:cNvPr>
              <p:cNvSpPr/>
              <p:nvPr/>
            </p:nvSpPr>
            <p:spPr>
              <a:xfrm>
                <a:off x="397565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3" name="椭圆 12152">
                <a:extLst>
                  <a:ext uri="{FF2B5EF4-FFF2-40B4-BE49-F238E27FC236}">
                    <a16:creationId xmlns:a16="http://schemas.microsoft.com/office/drawing/2014/main" id="{AD0B108F-54F4-41C9-BFBE-9A479DE82E0C}"/>
                  </a:ext>
                </a:extLst>
              </p:cNvPr>
              <p:cNvSpPr/>
              <p:nvPr/>
            </p:nvSpPr>
            <p:spPr>
              <a:xfrm>
                <a:off x="3998303"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4" name="椭圆 12153">
                <a:extLst>
                  <a:ext uri="{FF2B5EF4-FFF2-40B4-BE49-F238E27FC236}">
                    <a16:creationId xmlns:a16="http://schemas.microsoft.com/office/drawing/2014/main" id="{10064A24-829D-43CE-8BA1-80BB04B714D7}"/>
                  </a:ext>
                </a:extLst>
              </p:cNvPr>
              <p:cNvSpPr/>
              <p:nvPr/>
            </p:nvSpPr>
            <p:spPr>
              <a:xfrm>
                <a:off x="412170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5" name="椭圆 12154">
                <a:extLst>
                  <a:ext uri="{FF2B5EF4-FFF2-40B4-BE49-F238E27FC236}">
                    <a16:creationId xmlns:a16="http://schemas.microsoft.com/office/drawing/2014/main" id="{24AAD6CD-15DB-4A4D-8CB7-C3B38F3F0B24}"/>
                  </a:ext>
                </a:extLst>
              </p:cNvPr>
              <p:cNvSpPr/>
              <p:nvPr/>
            </p:nvSpPr>
            <p:spPr>
              <a:xfrm>
                <a:off x="401779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6" name="椭圆 12155">
                <a:extLst>
                  <a:ext uri="{FF2B5EF4-FFF2-40B4-BE49-F238E27FC236}">
                    <a16:creationId xmlns:a16="http://schemas.microsoft.com/office/drawing/2014/main" id="{05832E2E-8018-4952-BB82-46D6D530DF76}"/>
                  </a:ext>
                </a:extLst>
              </p:cNvPr>
              <p:cNvSpPr/>
              <p:nvPr/>
            </p:nvSpPr>
            <p:spPr>
              <a:xfrm>
                <a:off x="406429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7" name="椭圆 12156">
                <a:extLst>
                  <a:ext uri="{FF2B5EF4-FFF2-40B4-BE49-F238E27FC236}">
                    <a16:creationId xmlns:a16="http://schemas.microsoft.com/office/drawing/2014/main" id="{746EB402-FDA4-45AA-8D18-D08CBBE155E4}"/>
                  </a:ext>
                </a:extLst>
              </p:cNvPr>
              <p:cNvSpPr/>
              <p:nvPr/>
            </p:nvSpPr>
            <p:spPr>
              <a:xfrm>
                <a:off x="404161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8" name="椭圆 12157">
                <a:extLst>
                  <a:ext uri="{FF2B5EF4-FFF2-40B4-BE49-F238E27FC236}">
                    <a16:creationId xmlns:a16="http://schemas.microsoft.com/office/drawing/2014/main" id="{4137CF74-FE3E-4D62-AF33-FD82E2811303}"/>
                  </a:ext>
                </a:extLst>
              </p:cNvPr>
              <p:cNvSpPr/>
              <p:nvPr/>
            </p:nvSpPr>
            <p:spPr>
              <a:xfrm>
                <a:off x="3935650"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9" name="椭圆 12158">
                <a:extLst>
                  <a:ext uri="{FF2B5EF4-FFF2-40B4-BE49-F238E27FC236}">
                    <a16:creationId xmlns:a16="http://schemas.microsoft.com/office/drawing/2014/main" id="{62D2C090-81EE-49BE-A0BB-8419DB3DB177}"/>
                  </a:ext>
                </a:extLst>
              </p:cNvPr>
              <p:cNvSpPr/>
              <p:nvPr/>
            </p:nvSpPr>
            <p:spPr>
              <a:xfrm>
                <a:off x="397158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0" name="椭圆 12159">
                <a:extLst>
                  <a:ext uri="{FF2B5EF4-FFF2-40B4-BE49-F238E27FC236}">
                    <a16:creationId xmlns:a16="http://schemas.microsoft.com/office/drawing/2014/main" id="{4C6D863E-1C7D-4A87-BB05-BE92D3C23C82}"/>
                  </a:ext>
                </a:extLst>
              </p:cNvPr>
              <p:cNvSpPr/>
              <p:nvPr/>
            </p:nvSpPr>
            <p:spPr>
              <a:xfrm>
                <a:off x="3984429" y="2740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1" name="椭圆 12160">
                <a:extLst>
                  <a:ext uri="{FF2B5EF4-FFF2-40B4-BE49-F238E27FC236}">
                    <a16:creationId xmlns:a16="http://schemas.microsoft.com/office/drawing/2014/main" id="{02CF0EA3-0A96-4026-9C0D-3114255D0B2B}"/>
                  </a:ext>
                </a:extLst>
              </p:cNvPr>
              <p:cNvSpPr/>
              <p:nvPr/>
            </p:nvSpPr>
            <p:spPr>
              <a:xfrm>
                <a:off x="3943138" y="29449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2" name="椭圆 12161">
                <a:extLst>
                  <a:ext uri="{FF2B5EF4-FFF2-40B4-BE49-F238E27FC236}">
                    <a16:creationId xmlns:a16="http://schemas.microsoft.com/office/drawing/2014/main" id="{4041FFD8-30A4-4187-808C-A4C0182AE38F}"/>
                  </a:ext>
                </a:extLst>
              </p:cNvPr>
              <p:cNvSpPr/>
              <p:nvPr/>
            </p:nvSpPr>
            <p:spPr>
              <a:xfrm>
                <a:off x="4020326"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3" name="椭圆 12162">
                <a:extLst>
                  <a:ext uri="{FF2B5EF4-FFF2-40B4-BE49-F238E27FC236}">
                    <a16:creationId xmlns:a16="http://schemas.microsoft.com/office/drawing/2014/main" id="{A5421BE9-1A60-4822-BE5A-7BE1340C1E66}"/>
                  </a:ext>
                </a:extLst>
              </p:cNvPr>
              <p:cNvSpPr/>
              <p:nvPr/>
            </p:nvSpPr>
            <p:spPr>
              <a:xfrm>
                <a:off x="3622604" y="28491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4" name="椭圆 12163">
                <a:extLst>
                  <a:ext uri="{FF2B5EF4-FFF2-40B4-BE49-F238E27FC236}">
                    <a16:creationId xmlns:a16="http://schemas.microsoft.com/office/drawing/2014/main" id="{63B3725D-7A75-4E13-BAD6-A2CC4EA4E064}"/>
                  </a:ext>
                </a:extLst>
              </p:cNvPr>
              <p:cNvSpPr/>
              <p:nvPr/>
            </p:nvSpPr>
            <p:spPr>
              <a:xfrm>
                <a:off x="3874979" y="28491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5" name="椭圆 12164">
                <a:extLst>
                  <a:ext uri="{FF2B5EF4-FFF2-40B4-BE49-F238E27FC236}">
                    <a16:creationId xmlns:a16="http://schemas.microsoft.com/office/drawing/2014/main" id="{F5856653-4A5C-41D8-B1A0-EA4AD81AB298}"/>
                  </a:ext>
                </a:extLst>
              </p:cNvPr>
              <p:cNvSpPr/>
              <p:nvPr/>
            </p:nvSpPr>
            <p:spPr>
              <a:xfrm>
                <a:off x="4038384"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6" name="椭圆 12165">
                <a:extLst>
                  <a:ext uri="{FF2B5EF4-FFF2-40B4-BE49-F238E27FC236}">
                    <a16:creationId xmlns:a16="http://schemas.microsoft.com/office/drawing/2014/main" id="{E95711A7-0097-4CE6-B55E-324FCD8F158D}"/>
                  </a:ext>
                </a:extLst>
              </p:cNvPr>
              <p:cNvSpPr/>
              <p:nvPr/>
            </p:nvSpPr>
            <p:spPr>
              <a:xfrm>
                <a:off x="3973895"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7" name="椭圆 12166">
                <a:extLst>
                  <a:ext uri="{FF2B5EF4-FFF2-40B4-BE49-F238E27FC236}">
                    <a16:creationId xmlns:a16="http://schemas.microsoft.com/office/drawing/2014/main" id="{DA5A9DFF-F6C3-432C-91CD-0EA9E1CBBD2D}"/>
                  </a:ext>
                </a:extLst>
              </p:cNvPr>
              <p:cNvSpPr/>
              <p:nvPr/>
            </p:nvSpPr>
            <p:spPr>
              <a:xfrm>
                <a:off x="3963472" y="29797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8" name="椭圆 12167">
                <a:extLst>
                  <a:ext uri="{FF2B5EF4-FFF2-40B4-BE49-F238E27FC236}">
                    <a16:creationId xmlns:a16="http://schemas.microsoft.com/office/drawing/2014/main" id="{4E6B6361-C078-4DCB-A31E-252FC5496A39}"/>
                  </a:ext>
                </a:extLst>
              </p:cNvPr>
              <p:cNvSpPr/>
              <p:nvPr/>
            </p:nvSpPr>
            <p:spPr>
              <a:xfrm>
                <a:off x="40473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9" name="椭圆 12168">
                <a:extLst>
                  <a:ext uri="{FF2B5EF4-FFF2-40B4-BE49-F238E27FC236}">
                    <a16:creationId xmlns:a16="http://schemas.microsoft.com/office/drawing/2014/main" id="{49C1CC99-83C4-4F50-AC19-A908387C4C2E}"/>
                  </a:ext>
                </a:extLst>
              </p:cNvPr>
              <p:cNvSpPr/>
              <p:nvPr/>
            </p:nvSpPr>
            <p:spPr>
              <a:xfrm>
                <a:off x="4023886"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0" name="椭圆 12169">
                <a:extLst>
                  <a:ext uri="{FF2B5EF4-FFF2-40B4-BE49-F238E27FC236}">
                    <a16:creationId xmlns:a16="http://schemas.microsoft.com/office/drawing/2014/main" id="{9E579EB3-3CCC-49C7-AEBA-6F745B43FE93}"/>
                  </a:ext>
                </a:extLst>
              </p:cNvPr>
              <p:cNvSpPr/>
              <p:nvPr/>
            </p:nvSpPr>
            <p:spPr>
              <a:xfrm>
                <a:off x="39262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1" name="椭圆 12170">
                <a:extLst>
                  <a:ext uri="{FF2B5EF4-FFF2-40B4-BE49-F238E27FC236}">
                    <a16:creationId xmlns:a16="http://schemas.microsoft.com/office/drawing/2014/main" id="{7C644821-DF22-4F56-A535-DF2D890D3B6A}"/>
                  </a:ext>
                </a:extLst>
              </p:cNvPr>
              <p:cNvSpPr/>
              <p:nvPr/>
            </p:nvSpPr>
            <p:spPr>
              <a:xfrm>
                <a:off x="4142513"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2" name="椭圆 12171">
                <a:extLst>
                  <a:ext uri="{FF2B5EF4-FFF2-40B4-BE49-F238E27FC236}">
                    <a16:creationId xmlns:a16="http://schemas.microsoft.com/office/drawing/2014/main" id="{FCFBD523-9C1E-4D93-8EBF-2BDC37EE118B}"/>
                  </a:ext>
                </a:extLst>
              </p:cNvPr>
              <p:cNvSpPr/>
              <p:nvPr/>
            </p:nvSpPr>
            <p:spPr>
              <a:xfrm>
                <a:off x="408364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3" name="椭圆 12172">
                <a:extLst>
                  <a:ext uri="{FF2B5EF4-FFF2-40B4-BE49-F238E27FC236}">
                    <a16:creationId xmlns:a16="http://schemas.microsoft.com/office/drawing/2014/main" id="{90D6D78C-EF91-4EA2-9F39-878CF6121FA4}"/>
                  </a:ext>
                </a:extLst>
              </p:cNvPr>
              <p:cNvSpPr/>
              <p:nvPr/>
            </p:nvSpPr>
            <p:spPr>
              <a:xfrm>
                <a:off x="40933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4" name="椭圆 12173">
                <a:extLst>
                  <a:ext uri="{FF2B5EF4-FFF2-40B4-BE49-F238E27FC236}">
                    <a16:creationId xmlns:a16="http://schemas.microsoft.com/office/drawing/2014/main" id="{F61B8D09-77C0-431D-9893-1AA8DB1FE101}"/>
                  </a:ext>
                </a:extLst>
              </p:cNvPr>
              <p:cNvSpPr/>
              <p:nvPr/>
            </p:nvSpPr>
            <p:spPr>
              <a:xfrm>
                <a:off x="393902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5" name="椭圆 12174">
                <a:extLst>
                  <a:ext uri="{FF2B5EF4-FFF2-40B4-BE49-F238E27FC236}">
                    <a16:creationId xmlns:a16="http://schemas.microsoft.com/office/drawing/2014/main" id="{BDD250D5-C506-48B4-877A-7DD35D197B64}"/>
                  </a:ext>
                </a:extLst>
              </p:cNvPr>
              <p:cNvSpPr/>
              <p:nvPr/>
            </p:nvSpPr>
            <p:spPr>
              <a:xfrm>
                <a:off x="40170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6" name="椭圆 12175">
                <a:extLst>
                  <a:ext uri="{FF2B5EF4-FFF2-40B4-BE49-F238E27FC236}">
                    <a16:creationId xmlns:a16="http://schemas.microsoft.com/office/drawing/2014/main" id="{8D79C50A-E7FA-4CE2-8A7C-8AF843D451E7}"/>
                  </a:ext>
                </a:extLst>
              </p:cNvPr>
              <p:cNvSpPr/>
              <p:nvPr/>
            </p:nvSpPr>
            <p:spPr>
              <a:xfrm>
                <a:off x="4063416" y="2837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7" name="椭圆 12176">
                <a:extLst>
                  <a:ext uri="{FF2B5EF4-FFF2-40B4-BE49-F238E27FC236}">
                    <a16:creationId xmlns:a16="http://schemas.microsoft.com/office/drawing/2014/main" id="{289C9CF6-3084-4790-8B45-28916C66ABFF}"/>
                  </a:ext>
                </a:extLst>
              </p:cNvPr>
              <p:cNvSpPr/>
              <p:nvPr/>
            </p:nvSpPr>
            <p:spPr>
              <a:xfrm>
                <a:off x="4016839" y="29398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8" name="椭圆 12177">
                <a:extLst>
                  <a:ext uri="{FF2B5EF4-FFF2-40B4-BE49-F238E27FC236}">
                    <a16:creationId xmlns:a16="http://schemas.microsoft.com/office/drawing/2014/main" id="{921390F4-9567-4AFF-BDE5-7999785F384F}"/>
                  </a:ext>
                </a:extLst>
              </p:cNvPr>
              <p:cNvSpPr/>
              <p:nvPr/>
            </p:nvSpPr>
            <p:spPr>
              <a:xfrm>
                <a:off x="3940862" y="30116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9" name="椭圆 12178">
                <a:extLst>
                  <a:ext uri="{FF2B5EF4-FFF2-40B4-BE49-F238E27FC236}">
                    <a16:creationId xmlns:a16="http://schemas.microsoft.com/office/drawing/2014/main" id="{0B8A1030-13FB-4DDC-933F-E87198ECB670}"/>
                  </a:ext>
                </a:extLst>
              </p:cNvPr>
              <p:cNvSpPr/>
              <p:nvPr/>
            </p:nvSpPr>
            <p:spPr>
              <a:xfrm>
                <a:off x="3942807"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0" name="椭圆 12179">
                <a:extLst>
                  <a:ext uri="{FF2B5EF4-FFF2-40B4-BE49-F238E27FC236}">
                    <a16:creationId xmlns:a16="http://schemas.microsoft.com/office/drawing/2014/main" id="{553959C7-1F1B-4012-AD90-28FF25B3F977}"/>
                  </a:ext>
                </a:extLst>
              </p:cNvPr>
              <p:cNvSpPr/>
              <p:nvPr/>
            </p:nvSpPr>
            <p:spPr>
              <a:xfrm>
                <a:off x="3906838" y="28469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1" name="椭圆 12180">
                <a:extLst>
                  <a:ext uri="{FF2B5EF4-FFF2-40B4-BE49-F238E27FC236}">
                    <a16:creationId xmlns:a16="http://schemas.microsoft.com/office/drawing/2014/main" id="{A5D11739-8A23-44DB-B75A-095A5D722E62}"/>
                  </a:ext>
                </a:extLst>
              </p:cNvPr>
              <p:cNvSpPr/>
              <p:nvPr/>
            </p:nvSpPr>
            <p:spPr>
              <a:xfrm>
                <a:off x="4066169"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2" name="椭圆 12181">
                <a:extLst>
                  <a:ext uri="{FF2B5EF4-FFF2-40B4-BE49-F238E27FC236}">
                    <a16:creationId xmlns:a16="http://schemas.microsoft.com/office/drawing/2014/main" id="{BE5C15E9-4EAA-4377-A03A-4B309AD1DAEA}"/>
                  </a:ext>
                </a:extLst>
              </p:cNvPr>
              <p:cNvSpPr/>
              <p:nvPr/>
            </p:nvSpPr>
            <p:spPr>
              <a:xfrm>
                <a:off x="4094064" y="2866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3" name="椭圆 12182">
                <a:extLst>
                  <a:ext uri="{FF2B5EF4-FFF2-40B4-BE49-F238E27FC236}">
                    <a16:creationId xmlns:a16="http://schemas.microsoft.com/office/drawing/2014/main" id="{B6A24FEC-F6F3-48BB-95F0-A35F049CFCAC}"/>
                  </a:ext>
                </a:extLst>
              </p:cNvPr>
              <p:cNvSpPr/>
              <p:nvPr/>
            </p:nvSpPr>
            <p:spPr>
              <a:xfrm>
                <a:off x="3958700"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4" name="椭圆 12183">
                <a:extLst>
                  <a:ext uri="{FF2B5EF4-FFF2-40B4-BE49-F238E27FC236}">
                    <a16:creationId xmlns:a16="http://schemas.microsoft.com/office/drawing/2014/main" id="{A55F0B15-9486-4F16-AB6F-C61DBEFDA1BC}"/>
                  </a:ext>
                </a:extLst>
              </p:cNvPr>
              <p:cNvSpPr/>
              <p:nvPr/>
            </p:nvSpPr>
            <p:spPr>
              <a:xfrm>
                <a:off x="3842790"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5" name="椭圆 12184">
                <a:extLst>
                  <a:ext uri="{FF2B5EF4-FFF2-40B4-BE49-F238E27FC236}">
                    <a16:creationId xmlns:a16="http://schemas.microsoft.com/office/drawing/2014/main" id="{478F6ED9-F053-4ADC-BF2A-18440BE9DACF}"/>
                  </a:ext>
                </a:extLst>
              </p:cNvPr>
              <p:cNvSpPr/>
              <p:nvPr/>
            </p:nvSpPr>
            <p:spPr>
              <a:xfrm>
                <a:off x="40473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6" name="椭圆 12185">
                <a:extLst>
                  <a:ext uri="{FF2B5EF4-FFF2-40B4-BE49-F238E27FC236}">
                    <a16:creationId xmlns:a16="http://schemas.microsoft.com/office/drawing/2014/main" id="{6C3F45AE-88C7-4E9C-92DE-69B12AACDA4B}"/>
                  </a:ext>
                </a:extLst>
              </p:cNvPr>
              <p:cNvSpPr/>
              <p:nvPr/>
            </p:nvSpPr>
            <p:spPr>
              <a:xfrm>
                <a:off x="396813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7" name="椭圆 12186">
                <a:extLst>
                  <a:ext uri="{FF2B5EF4-FFF2-40B4-BE49-F238E27FC236}">
                    <a16:creationId xmlns:a16="http://schemas.microsoft.com/office/drawing/2014/main" id="{4091B6B2-0DB2-4513-BDC4-643EEF338672}"/>
                  </a:ext>
                </a:extLst>
              </p:cNvPr>
              <p:cNvSpPr/>
              <p:nvPr/>
            </p:nvSpPr>
            <p:spPr>
              <a:xfrm>
                <a:off x="40413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8" name="椭圆 12187">
                <a:extLst>
                  <a:ext uri="{FF2B5EF4-FFF2-40B4-BE49-F238E27FC236}">
                    <a16:creationId xmlns:a16="http://schemas.microsoft.com/office/drawing/2014/main" id="{5A336766-8D6D-49AC-BE90-610C6DD27DEA}"/>
                  </a:ext>
                </a:extLst>
              </p:cNvPr>
              <p:cNvSpPr/>
              <p:nvPr/>
            </p:nvSpPr>
            <p:spPr>
              <a:xfrm>
                <a:off x="399738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9" name="椭圆 12188">
                <a:extLst>
                  <a:ext uri="{FF2B5EF4-FFF2-40B4-BE49-F238E27FC236}">
                    <a16:creationId xmlns:a16="http://schemas.microsoft.com/office/drawing/2014/main" id="{D1625DE9-8344-4ED7-9DA3-D32CCA139AE8}"/>
                  </a:ext>
                </a:extLst>
              </p:cNvPr>
              <p:cNvSpPr/>
              <p:nvPr/>
            </p:nvSpPr>
            <p:spPr>
              <a:xfrm>
                <a:off x="39921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0" name="椭圆 12189">
                <a:extLst>
                  <a:ext uri="{FF2B5EF4-FFF2-40B4-BE49-F238E27FC236}">
                    <a16:creationId xmlns:a16="http://schemas.microsoft.com/office/drawing/2014/main" id="{62794138-3AB6-4AEF-A7F2-22F083CAE283}"/>
                  </a:ext>
                </a:extLst>
              </p:cNvPr>
              <p:cNvSpPr/>
              <p:nvPr/>
            </p:nvSpPr>
            <p:spPr>
              <a:xfrm>
                <a:off x="4172720" y="2923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1" name="椭圆 12190">
                <a:extLst>
                  <a:ext uri="{FF2B5EF4-FFF2-40B4-BE49-F238E27FC236}">
                    <a16:creationId xmlns:a16="http://schemas.microsoft.com/office/drawing/2014/main" id="{B0457025-A60E-41F2-AC48-195E3B8B6058}"/>
                  </a:ext>
                </a:extLst>
              </p:cNvPr>
              <p:cNvSpPr/>
              <p:nvPr/>
            </p:nvSpPr>
            <p:spPr>
              <a:xfrm>
                <a:off x="3989495"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2" name="椭圆 12191">
                <a:extLst>
                  <a:ext uri="{FF2B5EF4-FFF2-40B4-BE49-F238E27FC236}">
                    <a16:creationId xmlns:a16="http://schemas.microsoft.com/office/drawing/2014/main" id="{26F68958-3ED1-404B-8321-27DE3966F7C2}"/>
                  </a:ext>
                </a:extLst>
              </p:cNvPr>
              <p:cNvSpPr/>
              <p:nvPr/>
            </p:nvSpPr>
            <p:spPr>
              <a:xfrm>
                <a:off x="405097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3" name="椭圆 12192">
                <a:extLst>
                  <a:ext uri="{FF2B5EF4-FFF2-40B4-BE49-F238E27FC236}">
                    <a16:creationId xmlns:a16="http://schemas.microsoft.com/office/drawing/2014/main" id="{5BDE42F9-4957-46F1-9279-ECFF4E6AD74A}"/>
                  </a:ext>
                </a:extLst>
              </p:cNvPr>
              <p:cNvSpPr/>
              <p:nvPr/>
            </p:nvSpPr>
            <p:spPr>
              <a:xfrm>
                <a:off x="4006231"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4" name="椭圆 12193">
                <a:extLst>
                  <a:ext uri="{FF2B5EF4-FFF2-40B4-BE49-F238E27FC236}">
                    <a16:creationId xmlns:a16="http://schemas.microsoft.com/office/drawing/2014/main" id="{3423319B-5C58-4306-BD18-7D24065DA0DD}"/>
                  </a:ext>
                </a:extLst>
              </p:cNvPr>
              <p:cNvSpPr/>
              <p:nvPr/>
            </p:nvSpPr>
            <p:spPr>
              <a:xfrm>
                <a:off x="4011590"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5" name="椭圆 12194">
                <a:extLst>
                  <a:ext uri="{FF2B5EF4-FFF2-40B4-BE49-F238E27FC236}">
                    <a16:creationId xmlns:a16="http://schemas.microsoft.com/office/drawing/2014/main" id="{F5B42F70-7DE1-471D-8D4C-2C3497B8582E}"/>
                  </a:ext>
                </a:extLst>
              </p:cNvPr>
              <p:cNvSpPr/>
              <p:nvPr/>
            </p:nvSpPr>
            <p:spPr>
              <a:xfrm>
                <a:off x="3775475"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6" name="椭圆 12195">
                <a:extLst>
                  <a:ext uri="{FF2B5EF4-FFF2-40B4-BE49-F238E27FC236}">
                    <a16:creationId xmlns:a16="http://schemas.microsoft.com/office/drawing/2014/main" id="{6ECA2036-7EC9-4429-89E2-22786C1B5C34}"/>
                  </a:ext>
                </a:extLst>
              </p:cNvPr>
              <p:cNvSpPr/>
              <p:nvPr/>
            </p:nvSpPr>
            <p:spPr>
              <a:xfrm>
                <a:off x="4063416" y="2864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7" name="椭圆 12196">
                <a:extLst>
                  <a:ext uri="{FF2B5EF4-FFF2-40B4-BE49-F238E27FC236}">
                    <a16:creationId xmlns:a16="http://schemas.microsoft.com/office/drawing/2014/main" id="{E84C132C-3501-44DA-9BF8-D9C9087E05FA}"/>
                  </a:ext>
                </a:extLst>
              </p:cNvPr>
              <p:cNvSpPr/>
              <p:nvPr/>
            </p:nvSpPr>
            <p:spPr>
              <a:xfrm>
                <a:off x="3991660"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8" name="椭圆 12197">
                <a:extLst>
                  <a:ext uri="{FF2B5EF4-FFF2-40B4-BE49-F238E27FC236}">
                    <a16:creationId xmlns:a16="http://schemas.microsoft.com/office/drawing/2014/main" id="{B229D79A-0B75-4A43-BEF5-DFB655FA55FA}"/>
                  </a:ext>
                </a:extLst>
              </p:cNvPr>
              <p:cNvSpPr/>
              <p:nvPr/>
            </p:nvSpPr>
            <p:spPr>
              <a:xfrm>
                <a:off x="3876520" y="278671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9" name="椭圆 12198">
                <a:extLst>
                  <a:ext uri="{FF2B5EF4-FFF2-40B4-BE49-F238E27FC236}">
                    <a16:creationId xmlns:a16="http://schemas.microsoft.com/office/drawing/2014/main" id="{4D5B8853-2E76-49A4-9DB2-F99440085621}"/>
                  </a:ext>
                </a:extLst>
              </p:cNvPr>
              <p:cNvSpPr/>
              <p:nvPr/>
            </p:nvSpPr>
            <p:spPr>
              <a:xfrm>
                <a:off x="4016178" y="3026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0" name="椭圆 12199">
                <a:extLst>
                  <a:ext uri="{FF2B5EF4-FFF2-40B4-BE49-F238E27FC236}">
                    <a16:creationId xmlns:a16="http://schemas.microsoft.com/office/drawing/2014/main" id="{1AE67A21-C052-4683-934E-4C8C3DCF565C}"/>
                  </a:ext>
                </a:extLst>
              </p:cNvPr>
              <p:cNvSpPr/>
              <p:nvPr/>
            </p:nvSpPr>
            <p:spPr>
              <a:xfrm>
                <a:off x="417613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1" name="椭圆 12200">
                <a:extLst>
                  <a:ext uri="{FF2B5EF4-FFF2-40B4-BE49-F238E27FC236}">
                    <a16:creationId xmlns:a16="http://schemas.microsoft.com/office/drawing/2014/main" id="{AA6665FD-C604-4942-99CA-92FECC996A79}"/>
                  </a:ext>
                </a:extLst>
              </p:cNvPr>
              <p:cNvSpPr/>
              <p:nvPr/>
            </p:nvSpPr>
            <p:spPr>
              <a:xfrm>
                <a:off x="397532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2" name="椭圆 12201">
                <a:extLst>
                  <a:ext uri="{FF2B5EF4-FFF2-40B4-BE49-F238E27FC236}">
                    <a16:creationId xmlns:a16="http://schemas.microsoft.com/office/drawing/2014/main" id="{8F09C5BD-CABF-445B-B43A-B14776B67487}"/>
                  </a:ext>
                </a:extLst>
              </p:cNvPr>
              <p:cNvSpPr/>
              <p:nvPr/>
            </p:nvSpPr>
            <p:spPr>
              <a:xfrm>
                <a:off x="40257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3" name="椭圆 12202">
                <a:extLst>
                  <a:ext uri="{FF2B5EF4-FFF2-40B4-BE49-F238E27FC236}">
                    <a16:creationId xmlns:a16="http://schemas.microsoft.com/office/drawing/2014/main" id="{385E3751-97FF-4783-92E7-212FC73EBE2E}"/>
                  </a:ext>
                </a:extLst>
              </p:cNvPr>
              <p:cNvSpPr/>
              <p:nvPr/>
            </p:nvSpPr>
            <p:spPr>
              <a:xfrm>
                <a:off x="396706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4" name="椭圆 12203">
                <a:extLst>
                  <a:ext uri="{FF2B5EF4-FFF2-40B4-BE49-F238E27FC236}">
                    <a16:creationId xmlns:a16="http://schemas.microsoft.com/office/drawing/2014/main" id="{E4991163-8CA6-47EB-A4D2-26FF4ADADBCE}"/>
                  </a:ext>
                </a:extLst>
              </p:cNvPr>
              <p:cNvSpPr/>
              <p:nvPr/>
            </p:nvSpPr>
            <p:spPr>
              <a:xfrm>
                <a:off x="4037833"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5" name="椭圆 12204">
                <a:extLst>
                  <a:ext uri="{FF2B5EF4-FFF2-40B4-BE49-F238E27FC236}">
                    <a16:creationId xmlns:a16="http://schemas.microsoft.com/office/drawing/2014/main" id="{6C1046A7-BE17-4ABC-9FD7-3777B4721680}"/>
                  </a:ext>
                </a:extLst>
              </p:cNvPr>
              <p:cNvSpPr/>
              <p:nvPr/>
            </p:nvSpPr>
            <p:spPr>
              <a:xfrm>
                <a:off x="398009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6" name="椭圆 12205">
                <a:extLst>
                  <a:ext uri="{FF2B5EF4-FFF2-40B4-BE49-F238E27FC236}">
                    <a16:creationId xmlns:a16="http://schemas.microsoft.com/office/drawing/2014/main" id="{63F3BE96-62A8-4B46-95C2-0DC680A59464}"/>
                  </a:ext>
                </a:extLst>
              </p:cNvPr>
              <p:cNvSpPr/>
              <p:nvPr/>
            </p:nvSpPr>
            <p:spPr>
              <a:xfrm>
                <a:off x="4079823"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7" name="椭圆 12206">
                <a:extLst>
                  <a:ext uri="{FF2B5EF4-FFF2-40B4-BE49-F238E27FC236}">
                    <a16:creationId xmlns:a16="http://schemas.microsoft.com/office/drawing/2014/main" id="{2B4D61B3-B324-4DBD-8EBD-EA0E4FF2C850}"/>
                  </a:ext>
                </a:extLst>
              </p:cNvPr>
              <p:cNvSpPr/>
              <p:nvPr/>
            </p:nvSpPr>
            <p:spPr>
              <a:xfrm>
                <a:off x="395635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8" name="椭圆 12207">
                <a:extLst>
                  <a:ext uri="{FF2B5EF4-FFF2-40B4-BE49-F238E27FC236}">
                    <a16:creationId xmlns:a16="http://schemas.microsoft.com/office/drawing/2014/main" id="{DFF61CAE-ACFA-4EA5-B5DD-5E4F528188B6}"/>
                  </a:ext>
                </a:extLst>
              </p:cNvPr>
              <p:cNvSpPr/>
              <p:nvPr/>
            </p:nvSpPr>
            <p:spPr>
              <a:xfrm>
                <a:off x="407963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9" name="椭圆 12208">
                <a:extLst>
                  <a:ext uri="{FF2B5EF4-FFF2-40B4-BE49-F238E27FC236}">
                    <a16:creationId xmlns:a16="http://schemas.microsoft.com/office/drawing/2014/main" id="{D23BA286-2784-406E-81BF-F68668D63FB6}"/>
                  </a:ext>
                </a:extLst>
              </p:cNvPr>
              <p:cNvSpPr/>
              <p:nvPr/>
            </p:nvSpPr>
            <p:spPr>
              <a:xfrm>
                <a:off x="4156497"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0" name="椭圆 12209">
                <a:extLst>
                  <a:ext uri="{FF2B5EF4-FFF2-40B4-BE49-F238E27FC236}">
                    <a16:creationId xmlns:a16="http://schemas.microsoft.com/office/drawing/2014/main" id="{567C0A79-C7A0-4A62-856E-8282780CFE49}"/>
                  </a:ext>
                </a:extLst>
              </p:cNvPr>
              <p:cNvSpPr/>
              <p:nvPr/>
            </p:nvSpPr>
            <p:spPr>
              <a:xfrm>
                <a:off x="4167471"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1" name="椭圆 12210">
                <a:extLst>
                  <a:ext uri="{FF2B5EF4-FFF2-40B4-BE49-F238E27FC236}">
                    <a16:creationId xmlns:a16="http://schemas.microsoft.com/office/drawing/2014/main" id="{D4DD8971-8616-41AD-975A-D64D5FAED8F5}"/>
                  </a:ext>
                </a:extLst>
              </p:cNvPr>
              <p:cNvSpPr/>
              <p:nvPr/>
            </p:nvSpPr>
            <p:spPr>
              <a:xfrm>
                <a:off x="401419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2" name="椭圆 12211">
                <a:extLst>
                  <a:ext uri="{FF2B5EF4-FFF2-40B4-BE49-F238E27FC236}">
                    <a16:creationId xmlns:a16="http://schemas.microsoft.com/office/drawing/2014/main" id="{D99DB34D-FB8F-43CB-988A-715322DF5261}"/>
                  </a:ext>
                </a:extLst>
              </p:cNvPr>
              <p:cNvSpPr/>
              <p:nvPr/>
            </p:nvSpPr>
            <p:spPr>
              <a:xfrm>
                <a:off x="403229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3" name="椭圆 12212">
                <a:extLst>
                  <a:ext uri="{FF2B5EF4-FFF2-40B4-BE49-F238E27FC236}">
                    <a16:creationId xmlns:a16="http://schemas.microsoft.com/office/drawing/2014/main" id="{E6103E73-E1A2-41A6-A783-FBC7EBEEA03A}"/>
                  </a:ext>
                </a:extLst>
              </p:cNvPr>
              <p:cNvSpPr/>
              <p:nvPr/>
            </p:nvSpPr>
            <p:spPr>
              <a:xfrm>
                <a:off x="4015150"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4" name="椭圆 12213">
                <a:extLst>
                  <a:ext uri="{FF2B5EF4-FFF2-40B4-BE49-F238E27FC236}">
                    <a16:creationId xmlns:a16="http://schemas.microsoft.com/office/drawing/2014/main" id="{96FBA9CF-46AC-477D-8241-1F0367F91ACC}"/>
                  </a:ext>
                </a:extLst>
              </p:cNvPr>
              <p:cNvSpPr/>
              <p:nvPr/>
            </p:nvSpPr>
            <p:spPr>
              <a:xfrm>
                <a:off x="39248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5" name="椭圆 12214">
                <a:extLst>
                  <a:ext uri="{FF2B5EF4-FFF2-40B4-BE49-F238E27FC236}">
                    <a16:creationId xmlns:a16="http://schemas.microsoft.com/office/drawing/2014/main" id="{ED7EA0F7-8F07-4546-852F-574D7EA43F3E}"/>
                  </a:ext>
                </a:extLst>
              </p:cNvPr>
              <p:cNvSpPr/>
              <p:nvPr/>
            </p:nvSpPr>
            <p:spPr>
              <a:xfrm>
                <a:off x="3965600"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6" name="椭圆 12215">
                <a:extLst>
                  <a:ext uri="{FF2B5EF4-FFF2-40B4-BE49-F238E27FC236}">
                    <a16:creationId xmlns:a16="http://schemas.microsoft.com/office/drawing/2014/main" id="{A0A68CAC-6A83-4AA7-B886-5C8851655059}"/>
                  </a:ext>
                </a:extLst>
              </p:cNvPr>
              <p:cNvSpPr/>
              <p:nvPr/>
            </p:nvSpPr>
            <p:spPr>
              <a:xfrm>
                <a:off x="4003515"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7" name="椭圆 12216">
                <a:extLst>
                  <a:ext uri="{FF2B5EF4-FFF2-40B4-BE49-F238E27FC236}">
                    <a16:creationId xmlns:a16="http://schemas.microsoft.com/office/drawing/2014/main" id="{DD6F6EED-C37B-4E30-AA0C-2549C7F3E912}"/>
                  </a:ext>
                </a:extLst>
              </p:cNvPr>
              <p:cNvSpPr/>
              <p:nvPr/>
            </p:nvSpPr>
            <p:spPr>
              <a:xfrm>
                <a:off x="4002634"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8" name="椭圆 12217">
                <a:extLst>
                  <a:ext uri="{FF2B5EF4-FFF2-40B4-BE49-F238E27FC236}">
                    <a16:creationId xmlns:a16="http://schemas.microsoft.com/office/drawing/2014/main" id="{8D1C7A23-8366-4306-8D1E-D8C0F3B1D6AF}"/>
                  </a:ext>
                </a:extLst>
              </p:cNvPr>
              <p:cNvSpPr/>
              <p:nvPr/>
            </p:nvSpPr>
            <p:spPr>
              <a:xfrm>
                <a:off x="3940605"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9" name="椭圆 12218">
                <a:extLst>
                  <a:ext uri="{FF2B5EF4-FFF2-40B4-BE49-F238E27FC236}">
                    <a16:creationId xmlns:a16="http://schemas.microsoft.com/office/drawing/2014/main" id="{5FBFC565-A1FE-4D7A-AF16-267386C66D37}"/>
                  </a:ext>
                </a:extLst>
              </p:cNvPr>
              <p:cNvSpPr/>
              <p:nvPr/>
            </p:nvSpPr>
            <p:spPr>
              <a:xfrm>
                <a:off x="4008030"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0" name="椭圆 12219">
                <a:extLst>
                  <a:ext uri="{FF2B5EF4-FFF2-40B4-BE49-F238E27FC236}">
                    <a16:creationId xmlns:a16="http://schemas.microsoft.com/office/drawing/2014/main" id="{F7B2E938-4409-4C92-BA2C-8FFCFEDB5BA8}"/>
                  </a:ext>
                </a:extLst>
              </p:cNvPr>
              <p:cNvSpPr/>
              <p:nvPr/>
            </p:nvSpPr>
            <p:spPr>
              <a:xfrm>
                <a:off x="396923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1" name="椭圆 12220">
                <a:extLst>
                  <a:ext uri="{FF2B5EF4-FFF2-40B4-BE49-F238E27FC236}">
                    <a16:creationId xmlns:a16="http://schemas.microsoft.com/office/drawing/2014/main" id="{C4FACE87-680E-43BB-BA93-20BA1784C97B}"/>
                  </a:ext>
                </a:extLst>
              </p:cNvPr>
              <p:cNvSpPr/>
              <p:nvPr/>
            </p:nvSpPr>
            <p:spPr>
              <a:xfrm>
                <a:off x="400524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2" name="椭圆 12221">
                <a:extLst>
                  <a:ext uri="{FF2B5EF4-FFF2-40B4-BE49-F238E27FC236}">
                    <a16:creationId xmlns:a16="http://schemas.microsoft.com/office/drawing/2014/main" id="{908A261C-483C-4017-A3EA-1BEBEB5C3246}"/>
                  </a:ext>
                </a:extLst>
              </p:cNvPr>
              <p:cNvSpPr/>
              <p:nvPr/>
            </p:nvSpPr>
            <p:spPr>
              <a:xfrm>
                <a:off x="39989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3" name="椭圆 12222">
                <a:extLst>
                  <a:ext uri="{FF2B5EF4-FFF2-40B4-BE49-F238E27FC236}">
                    <a16:creationId xmlns:a16="http://schemas.microsoft.com/office/drawing/2014/main" id="{F4A1E1C4-394E-4E26-ACEE-6996A13C4455}"/>
                  </a:ext>
                </a:extLst>
              </p:cNvPr>
              <p:cNvSpPr/>
              <p:nvPr/>
            </p:nvSpPr>
            <p:spPr>
              <a:xfrm>
                <a:off x="3998230"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4" name="椭圆 12223">
                <a:extLst>
                  <a:ext uri="{FF2B5EF4-FFF2-40B4-BE49-F238E27FC236}">
                    <a16:creationId xmlns:a16="http://schemas.microsoft.com/office/drawing/2014/main" id="{E3B26AB9-0B11-4529-A34E-C945FE008651}"/>
                  </a:ext>
                </a:extLst>
              </p:cNvPr>
              <p:cNvSpPr/>
              <p:nvPr/>
            </p:nvSpPr>
            <p:spPr>
              <a:xfrm>
                <a:off x="3994339"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5" name="椭圆 12224">
                <a:extLst>
                  <a:ext uri="{FF2B5EF4-FFF2-40B4-BE49-F238E27FC236}">
                    <a16:creationId xmlns:a16="http://schemas.microsoft.com/office/drawing/2014/main" id="{1CD5AA76-32D4-450C-B488-DAE76917CEDB}"/>
                  </a:ext>
                </a:extLst>
              </p:cNvPr>
              <p:cNvSpPr/>
              <p:nvPr/>
            </p:nvSpPr>
            <p:spPr>
              <a:xfrm>
                <a:off x="4017389"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6" name="椭圆 12225">
                <a:extLst>
                  <a:ext uri="{FF2B5EF4-FFF2-40B4-BE49-F238E27FC236}">
                    <a16:creationId xmlns:a16="http://schemas.microsoft.com/office/drawing/2014/main" id="{E4AEF983-EA45-4AD9-A38B-642E8765DE38}"/>
                  </a:ext>
                </a:extLst>
              </p:cNvPr>
              <p:cNvSpPr/>
              <p:nvPr/>
            </p:nvSpPr>
            <p:spPr>
              <a:xfrm>
                <a:off x="40994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7" name="椭圆 12226">
                <a:extLst>
                  <a:ext uri="{FF2B5EF4-FFF2-40B4-BE49-F238E27FC236}">
                    <a16:creationId xmlns:a16="http://schemas.microsoft.com/office/drawing/2014/main" id="{68980B98-41A2-4764-B912-3C678F6C5D7E}"/>
                  </a:ext>
                </a:extLst>
              </p:cNvPr>
              <p:cNvSpPr/>
              <p:nvPr/>
            </p:nvSpPr>
            <p:spPr>
              <a:xfrm>
                <a:off x="40165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8" name="椭圆 12227">
                <a:extLst>
                  <a:ext uri="{FF2B5EF4-FFF2-40B4-BE49-F238E27FC236}">
                    <a16:creationId xmlns:a16="http://schemas.microsoft.com/office/drawing/2014/main" id="{0D4E8370-6772-443A-83B2-9BC4AF784AB8}"/>
                  </a:ext>
                </a:extLst>
              </p:cNvPr>
              <p:cNvSpPr/>
              <p:nvPr/>
            </p:nvSpPr>
            <p:spPr>
              <a:xfrm>
                <a:off x="404891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9" name="椭圆 12228">
                <a:extLst>
                  <a:ext uri="{FF2B5EF4-FFF2-40B4-BE49-F238E27FC236}">
                    <a16:creationId xmlns:a16="http://schemas.microsoft.com/office/drawing/2014/main" id="{8428B470-8D24-4D3D-BD2C-13412F2AECE2}"/>
                  </a:ext>
                </a:extLst>
              </p:cNvPr>
              <p:cNvSpPr/>
              <p:nvPr/>
            </p:nvSpPr>
            <p:spPr>
              <a:xfrm>
                <a:off x="388360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0" name="椭圆 12229">
                <a:extLst>
                  <a:ext uri="{FF2B5EF4-FFF2-40B4-BE49-F238E27FC236}">
                    <a16:creationId xmlns:a16="http://schemas.microsoft.com/office/drawing/2014/main" id="{DA60A47B-E510-4AC4-B40C-2DAB0A574B14}"/>
                  </a:ext>
                </a:extLst>
              </p:cNvPr>
              <p:cNvSpPr/>
              <p:nvPr/>
            </p:nvSpPr>
            <p:spPr>
              <a:xfrm>
                <a:off x="394684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1" name="椭圆 12230">
                <a:extLst>
                  <a:ext uri="{FF2B5EF4-FFF2-40B4-BE49-F238E27FC236}">
                    <a16:creationId xmlns:a16="http://schemas.microsoft.com/office/drawing/2014/main" id="{BDCFC17E-AD74-4E20-93A4-3B32AC0F4CD6}"/>
                  </a:ext>
                </a:extLst>
              </p:cNvPr>
              <p:cNvSpPr/>
              <p:nvPr/>
            </p:nvSpPr>
            <p:spPr>
              <a:xfrm>
                <a:off x="399518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2" name="椭圆 12231">
                <a:extLst>
                  <a:ext uri="{FF2B5EF4-FFF2-40B4-BE49-F238E27FC236}">
                    <a16:creationId xmlns:a16="http://schemas.microsoft.com/office/drawing/2014/main" id="{1DD70C20-1D3F-48AF-A167-048E3C30E481}"/>
                  </a:ext>
                </a:extLst>
              </p:cNvPr>
              <p:cNvSpPr/>
              <p:nvPr/>
            </p:nvSpPr>
            <p:spPr>
              <a:xfrm>
                <a:off x="40117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3" name="椭圆 12232">
                <a:extLst>
                  <a:ext uri="{FF2B5EF4-FFF2-40B4-BE49-F238E27FC236}">
                    <a16:creationId xmlns:a16="http://schemas.microsoft.com/office/drawing/2014/main" id="{04BE1090-8011-454D-8B68-09BD58394407}"/>
                  </a:ext>
                </a:extLst>
              </p:cNvPr>
              <p:cNvSpPr/>
              <p:nvPr/>
            </p:nvSpPr>
            <p:spPr>
              <a:xfrm>
                <a:off x="4051340"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4" name="椭圆 12233">
                <a:extLst>
                  <a:ext uri="{FF2B5EF4-FFF2-40B4-BE49-F238E27FC236}">
                    <a16:creationId xmlns:a16="http://schemas.microsoft.com/office/drawing/2014/main" id="{98D598CC-0D8D-4DDF-B64A-3C6ADB72F200}"/>
                  </a:ext>
                </a:extLst>
              </p:cNvPr>
              <p:cNvSpPr/>
              <p:nvPr/>
            </p:nvSpPr>
            <p:spPr>
              <a:xfrm>
                <a:off x="40161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5" name="椭圆 12234">
                <a:extLst>
                  <a:ext uri="{FF2B5EF4-FFF2-40B4-BE49-F238E27FC236}">
                    <a16:creationId xmlns:a16="http://schemas.microsoft.com/office/drawing/2014/main" id="{575E4D2D-B305-49FD-BE07-9FE219AAE3F6}"/>
                  </a:ext>
                </a:extLst>
              </p:cNvPr>
              <p:cNvSpPr/>
              <p:nvPr/>
            </p:nvSpPr>
            <p:spPr>
              <a:xfrm>
                <a:off x="403287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6" name="椭圆 12235">
                <a:extLst>
                  <a:ext uri="{FF2B5EF4-FFF2-40B4-BE49-F238E27FC236}">
                    <a16:creationId xmlns:a16="http://schemas.microsoft.com/office/drawing/2014/main" id="{6E078F5C-F515-4A64-96E6-25FA377C3E85}"/>
                  </a:ext>
                </a:extLst>
              </p:cNvPr>
              <p:cNvSpPr/>
              <p:nvPr/>
            </p:nvSpPr>
            <p:spPr>
              <a:xfrm>
                <a:off x="3989274" y="2887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7" name="椭圆 12236">
                <a:extLst>
                  <a:ext uri="{FF2B5EF4-FFF2-40B4-BE49-F238E27FC236}">
                    <a16:creationId xmlns:a16="http://schemas.microsoft.com/office/drawing/2014/main" id="{6A6AF615-D3B4-472F-A241-D8C2935A068E}"/>
                  </a:ext>
                </a:extLst>
              </p:cNvPr>
              <p:cNvSpPr/>
              <p:nvPr/>
            </p:nvSpPr>
            <p:spPr>
              <a:xfrm>
                <a:off x="397734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8" name="椭圆 12237">
                <a:extLst>
                  <a:ext uri="{FF2B5EF4-FFF2-40B4-BE49-F238E27FC236}">
                    <a16:creationId xmlns:a16="http://schemas.microsoft.com/office/drawing/2014/main" id="{2759F5DD-3FD5-479B-B184-FBD50501B913}"/>
                  </a:ext>
                </a:extLst>
              </p:cNvPr>
              <p:cNvSpPr/>
              <p:nvPr/>
            </p:nvSpPr>
            <p:spPr>
              <a:xfrm>
                <a:off x="39770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9" name="椭圆 12238">
                <a:extLst>
                  <a:ext uri="{FF2B5EF4-FFF2-40B4-BE49-F238E27FC236}">
                    <a16:creationId xmlns:a16="http://schemas.microsoft.com/office/drawing/2014/main" id="{020C60C9-9EA2-4954-BFD8-C0346C5DF7B2}"/>
                  </a:ext>
                </a:extLst>
              </p:cNvPr>
              <p:cNvSpPr/>
              <p:nvPr/>
            </p:nvSpPr>
            <p:spPr>
              <a:xfrm>
                <a:off x="40564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0" name="椭圆 12239">
                <a:extLst>
                  <a:ext uri="{FF2B5EF4-FFF2-40B4-BE49-F238E27FC236}">
                    <a16:creationId xmlns:a16="http://schemas.microsoft.com/office/drawing/2014/main" id="{EEF858F6-31A9-4FFD-ADEE-FB42B06B715F}"/>
                  </a:ext>
                </a:extLst>
              </p:cNvPr>
              <p:cNvSpPr/>
              <p:nvPr/>
            </p:nvSpPr>
            <p:spPr>
              <a:xfrm>
                <a:off x="40402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1" name="椭圆 12240">
                <a:extLst>
                  <a:ext uri="{FF2B5EF4-FFF2-40B4-BE49-F238E27FC236}">
                    <a16:creationId xmlns:a16="http://schemas.microsoft.com/office/drawing/2014/main" id="{1A9F7296-A023-42AB-8C46-FE29D9856F36}"/>
                  </a:ext>
                </a:extLst>
              </p:cNvPr>
              <p:cNvSpPr/>
              <p:nvPr/>
            </p:nvSpPr>
            <p:spPr>
              <a:xfrm>
                <a:off x="40515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2" name="椭圆 12241">
                <a:extLst>
                  <a:ext uri="{FF2B5EF4-FFF2-40B4-BE49-F238E27FC236}">
                    <a16:creationId xmlns:a16="http://schemas.microsoft.com/office/drawing/2014/main" id="{9D1514B9-7A19-4F2C-AAB3-40C0B5DA782A}"/>
                  </a:ext>
                </a:extLst>
              </p:cNvPr>
              <p:cNvSpPr/>
              <p:nvPr/>
            </p:nvSpPr>
            <p:spPr>
              <a:xfrm>
                <a:off x="39892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3" name="椭圆 12242">
                <a:extLst>
                  <a:ext uri="{FF2B5EF4-FFF2-40B4-BE49-F238E27FC236}">
                    <a16:creationId xmlns:a16="http://schemas.microsoft.com/office/drawing/2014/main" id="{88287332-9A08-4221-841E-70E9EE2E2467}"/>
                  </a:ext>
                </a:extLst>
              </p:cNvPr>
              <p:cNvSpPr/>
              <p:nvPr/>
            </p:nvSpPr>
            <p:spPr>
              <a:xfrm>
                <a:off x="406840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4" name="椭圆 12243">
                <a:extLst>
                  <a:ext uri="{FF2B5EF4-FFF2-40B4-BE49-F238E27FC236}">
                    <a16:creationId xmlns:a16="http://schemas.microsoft.com/office/drawing/2014/main" id="{0535046A-9FF8-4B70-A6DD-6A585D035741}"/>
                  </a:ext>
                </a:extLst>
              </p:cNvPr>
              <p:cNvSpPr/>
              <p:nvPr/>
            </p:nvSpPr>
            <p:spPr>
              <a:xfrm>
                <a:off x="40316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5" name="椭圆 12244">
                <a:extLst>
                  <a:ext uri="{FF2B5EF4-FFF2-40B4-BE49-F238E27FC236}">
                    <a16:creationId xmlns:a16="http://schemas.microsoft.com/office/drawing/2014/main" id="{CBDDF960-5BA4-4317-BAB9-568977962FFC}"/>
                  </a:ext>
                </a:extLst>
              </p:cNvPr>
              <p:cNvSpPr/>
              <p:nvPr/>
            </p:nvSpPr>
            <p:spPr>
              <a:xfrm>
                <a:off x="4075271"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6" name="椭圆 12245">
                <a:extLst>
                  <a:ext uri="{FF2B5EF4-FFF2-40B4-BE49-F238E27FC236}">
                    <a16:creationId xmlns:a16="http://schemas.microsoft.com/office/drawing/2014/main" id="{8BCCDFFE-9E08-4D7C-8DB3-6395D220ADA7}"/>
                  </a:ext>
                </a:extLst>
              </p:cNvPr>
              <p:cNvSpPr/>
              <p:nvPr/>
            </p:nvSpPr>
            <p:spPr>
              <a:xfrm>
                <a:off x="390125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7" name="椭圆 12246">
                <a:extLst>
                  <a:ext uri="{FF2B5EF4-FFF2-40B4-BE49-F238E27FC236}">
                    <a16:creationId xmlns:a16="http://schemas.microsoft.com/office/drawing/2014/main" id="{59793405-8622-45FB-A56C-0ADAB7198679}"/>
                  </a:ext>
                </a:extLst>
              </p:cNvPr>
              <p:cNvSpPr/>
              <p:nvPr/>
            </p:nvSpPr>
            <p:spPr>
              <a:xfrm>
                <a:off x="401753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8" name="椭圆 12247">
                <a:extLst>
                  <a:ext uri="{FF2B5EF4-FFF2-40B4-BE49-F238E27FC236}">
                    <a16:creationId xmlns:a16="http://schemas.microsoft.com/office/drawing/2014/main" id="{51EE8A4D-A664-4E1C-A68A-1CB19F5DF012}"/>
                  </a:ext>
                </a:extLst>
              </p:cNvPr>
              <p:cNvSpPr/>
              <p:nvPr/>
            </p:nvSpPr>
            <p:spPr>
              <a:xfrm>
                <a:off x="3977382"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9" name="椭圆 12248">
                <a:extLst>
                  <a:ext uri="{FF2B5EF4-FFF2-40B4-BE49-F238E27FC236}">
                    <a16:creationId xmlns:a16="http://schemas.microsoft.com/office/drawing/2014/main" id="{67DCC122-D569-491D-83D2-550022637B83}"/>
                  </a:ext>
                </a:extLst>
              </p:cNvPr>
              <p:cNvSpPr/>
              <p:nvPr/>
            </p:nvSpPr>
            <p:spPr>
              <a:xfrm>
                <a:off x="398413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0" name="椭圆 12249">
                <a:extLst>
                  <a:ext uri="{FF2B5EF4-FFF2-40B4-BE49-F238E27FC236}">
                    <a16:creationId xmlns:a16="http://schemas.microsoft.com/office/drawing/2014/main" id="{5577E4A7-2D41-4111-8ED7-6FD8F49458A3}"/>
                  </a:ext>
                </a:extLst>
              </p:cNvPr>
              <p:cNvSpPr/>
              <p:nvPr/>
            </p:nvSpPr>
            <p:spPr>
              <a:xfrm>
                <a:off x="3987990" y="2909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1" name="椭圆 12250">
                <a:extLst>
                  <a:ext uri="{FF2B5EF4-FFF2-40B4-BE49-F238E27FC236}">
                    <a16:creationId xmlns:a16="http://schemas.microsoft.com/office/drawing/2014/main" id="{509AF6ED-73AD-48E6-9FED-F61C48A26401}"/>
                  </a:ext>
                </a:extLst>
              </p:cNvPr>
              <p:cNvSpPr/>
              <p:nvPr/>
            </p:nvSpPr>
            <p:spPr>
              <a:xfrm>
                <a:off x="3994486"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2" name="椭圆 12251">
                <a:extLst>
                  <a:ext uri="{FF2B5EF4-FFF2-40B4-BE49-F238E27FC236}">
                    <a16:creationId xmlns:a16="http://schemas.microsoft.com/office/drawing/2014/main" id="{67C53945-7D85-4158-8808-8148E9DFBB05}"/>
                  </a:ext>
                </a:extLst>
              </p:cNvPr>
              <p:cNvSpPr/>
              <p:nvPr/>
            </p:nvSpPr>
            <p:spPr>
              <a:xfrm>
                <a:off x="40097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3" name="椭圆 12252">
                <a:extLst>
                  <a:ext uri="{FF2B5EF4-FFF2-40B4-BE49-F238E27FC236}">
                    <a16:creationId xmlns:a16="http://schemas.microsoft.com/office/drawing/2014/main" id="{560322C5-42A7-4390-9979-27C81ECA69E3}"/>
                  </a:ext>
                </a:extLst>
              </p:cNvPr>
              <p:cNvSpPr/>
              <p:nvPr/>
            </p:nvSpPr>
            <p:spPr>
              <a:xfrm>
                <a:off x="405776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4" name="椭圆 12253">
                <a:extLst>
                  <a:ext uri="{FF2B5EF4-FFF2-40B4-BE49-F238E27FC236}">
                    <a16:creationId xmlns:a16="http://schemas.microsoft.com/office/drawing/2014/main" id="{8C47D2AD-F886-49C2-B7A0-A86E1B8DA4D6}"/>
                  </a:ext>
                </a:extLst>
              </p:cNvPr>
              <p:cNvSpPr/>
              <p:nvPr/>
            </p:nvSpPr>
            <p:spPr>
              <a:xfrm>
                <a:off x="395653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5" name="椭圆 12254">
                <a:extLst>
                  <a:ext uri="{FF2B5EF4-FFF2-40B4-BE49-F238E27FC236}">
                    <a16:creationId xmlns:a16="http://schemas.microsoft.com/office/drawing/2014/main" id="{F6E11CF5-A466-43A9-9658-AF14C9F9ED98}"/>
                  </a:ext>
                </a:extLst>
              </p:cNvPr>
              <p:cNvSpPr/>
              <p:nvPr/>
            </p:nvSpPr>
            <p:spPr>
              <a:xfrm>
                <a:off x="39835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6" name="椭圆 12255">
                <a:extLst>
                  <a:ext uri="{FF2B5EF4-FFF2-40B4-BE49-F238E27FC236}">
                    <a16:creationId xmlns:a16="http://schemas.microsoft.com/office/drawing/2014/main" id="{B2233929-026D-46E1-8638-EFDF170138C9}"/>
                  </a:ext>
                </a:extLst>
              </p:cNvPr>
              <p:cNvSpPr/>
              <p:nvPr/>
            </p:nvSpPr>
            <p:spPr>
              <a:xfrm>
                <a:off x="3971583"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7" name="椭圆 12256">
                <a:extLst>
                  <a:ext uri="{FF2B5EF4-FFF2-40B4-BE49-F238E27FC236}">
                    <a16:creationId xmlns:a16="http://schemas.microsoft.com/office/drawing/2014/main" id="{0CCE4BBF-1657-47B4-A68C-EFD594F36CB4}"/>
                  </a:ext>
                </a:extLst>
              </p:cNvPr>
              <p:cNvSpPr/>
              <p:nvPr/>
            </p:nvSpPr>
            <p:spPr>
              <a:xfrm>
                <a:off x="397257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8" name="椭圆 12257">
                <a:extLst>
                  <a:ext uri="{FF2B5EF4-FFF2-40B4-BE49-F238E27FC236}">
                    <a16:creationId xmlns:a16="http://schemas.microsoft.com/office/drawing/2014/main" id="{58877D32-D53B-4DF8-905A-F42E1C7217B1}"/>
                  </a:ext>
                </a:extLst>
              </p:cNvPr>
              <p:cNvSpPr/>
              <p:nvPr/>
            </p:nvSpPr>
            <p:spPr>
              <a:xfrm>
                <a:off x="406106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9" name="椭圆 12258">
                <a:extLst>
                  <a:ext uri="{FF2B5EF4-FFF2-40B4-BE49-F238E27FC236}">
                    <a16:creationId xmlns:a16="http://schemas.microsoft.com/office/drawing/2014/main" id="{04A45E53-0A29-49CE-85F9-120CED965020}"/>
                  </a:ext>
                </a:extLst>
              </p:cNvPr>
              <p:cNvSpPr/>
              <p:nvPr/>
            </p:nvSpPr>
            <p:spPr>
              <a:xfrm>
                <a:off x="394012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0" name="椭圆 12259">
                <a:extLst>
                  <a:ext uri="{FF2B5EF4-FFF2-40B4-BE49-F238E27FC236}">
                    <a16:creationId xmlns:a16="http://schemas.microsoft.com/office/drawing/2014/main" id="{3CAD0582-FC2C-45FC-A0A2-77516BF42946}"/>
                  </a:ext>
                </a:extLst>
              </p:cNvPr>
              <p:cNvSpPr/>
              <p:nvPr/>
            </p:nvSpPr>
            <p:spPr>
              <a:xfrm>
                <a:off x="40014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1" name="椭圆 12260">
                <a:extLst>
                  <a:ext uri="{FF2B5EF4-FFF2-40B4-BE49-F238E27FC236}">
                    <a16:creationId xmlns:a16="http://schemas.microsoft.com/office/drawing/2014/main" id="{AC19B4AA-CEBF-492A-A705-D9F55A70A492}"/>
                  </a:ext>
                </a:extLst>
              </p:cNvPr>
              <p:cNvSpPr/>
              <p:nvPr/>
            </p:nvSpPr>
            <p:spPr>
              <a:xfrm>
                <a:off x="4236107"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2" name="椭圆 12261">
                <a:extLst>
                  <a:ext uri="{FF2B5EF4-FFF2-40B4-BE49-F238E27FC236}">
                    <a16:creationId xmlns:a16="http://schemas.microsoft.com/office/drawing/2014/main" id="{AFE66B27-AD56-4A21-B807-541790C47614}"/>
                  </a:ext>
                </a:extLst>
              </p:cNvPr>
              <p:cNvSpPr/>
              <p:nvPr/>
            </p:nvSpPr>
            <p:spPr>
              <a:xfrm>
                <a:off x="391740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3" name="椭圆 12262">
                <a:extLst>
                  <a:ext uri="{FF2B5EF4-FFF2-40B4-BE49-F238E27FC236}">
                    <a16:creationId xmlns:a16="http://schemas.microsoft.com/office/drawing/2014/main" id="{B509FD6A-66D8-4123-98C7-7EC7BFE87A4D}"/>
                  </a:ext>
                </a:extLst>
              </p:cNvPr>
              <p:cNvSpPr/>
              <p:nvPr/>
            </p:nvSpPr>
            <p:spPr>
              <a:xfrm>
                <a:off x="40341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4" name="椭圆 12263">
                <a:extLst>
                  <a:ext uri="{FF2B5EF4-FFF2-40B4-BE49-F238E27FC236}">
                    <a16:creationId xmlns:a16="http://schemas.microsoft.com/office/drawing/2014/main" id="{FDEECA3B-16A0-4DE3-AC48-CD776DC1767D}"/>
                  </a:ext>
                </a:extLst>
              </p:cNvPr>
              <p:cNvSpPr/>
              <p:nvPr/>
            </p:nvSpPr>
            <p:spPr>
              <a:xfrm>
                <a:off x="400065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5" name="椭圆 12264">
                <a:extLst>
                  <a:ext uri="{FF2B5EF4-FFF2-40B4-BE49-F238E27FC236}">
                    <a16:creationId xmlns:a16="http://schemas.microsoft.com/office/drawing/2014/main" id="{E34CF0C7-E516-41E3-A8E7-9BEE786BB7EC}"/>
                  </a:ext>
                </a:extLst>
              </p:cNvPr>
              <p:cNvSpPr/>
              <p:nvPr/>
            </p:nvSpPr>
            <p:spPr>
              <a:xfrm>
                <a:off x="411707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6" name="椭圆 12265">
                <a:extLst>
                  <a:ext uri="{FF2B5EF4-FFF2-40B4-BE49-F238E27FC236}">
                    <a16:creationId xmlns:a16="http://schemas.microsoft.com/office/drawing/2014/main" id="{178117ED-4D89-4F40-99E8-16D64ACCCB29}"/>
                  </a:ext>
                </a:extLst>
              </p:cNvPr>
              <p:cNvSpPr/>
              <p:nvPr/>
            </p:nvSpPr>
            <p:spPr>
              <a:xfrm>
                <a:off x="414783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7" name="椭圆 12266">
                <a:extLst>
                  <a:ext uri="{FF2B5EF4-FFF2-40B4-BE49-F238E27FC236}">
                    <a16:creationId xmlns:a16="http://schemas.microsoft.com/office/drawing/2014/main" id="{BC8006B1-8AD3-4AE6-877D-F02C6DDBEC15}"/>
                  </a:ext>
                </a:extLst>
              </p:cNvPr>
              <p:cNvSpPr/>
              <p:nvPr/>
            </p:nvSpPr>
            <p:spPr>
              <a:xfrm>
                <a:off x="388558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8" name="椭圆 12267">
                <a:extLst>
                  <a:ext uri="{FF2B5EF4-FFF2-40B4-BE49-F238E27FC236}">
                    <a16:creationId xmlns:a16="http://schemas.microsoft.com/office/drawing/2014/main" id="{7F6353F7-4C34-4CDE-809C-173C69228627}"/>
                  </a:ext>
                </a:extLst>
              </p:cNvPr>
              <p:cNvSpPr/>
              <p:nvPr/>
            </p:nvSpPr>
            <p:spPr>
              <a:xfrm>
                <a:off x="3813610"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9" name="椭圆 12268">
                <a:extLst>
                  <a:ext uri="{FF2B5EF4-FFF2-40B4-BE49-F238E27FC236}">
                    <a16:creationId xmlns:a16="http://schemas.microsoft.com/office/drawing/2014/main" id="{C9EC8623-047B-4D1B-A383-72BB28518404}"/>
                  </a:ext>
                </a:extLst>
              </p:cNvPr>
              <p:cNvSpPr/>
              <p:nvPr/>
            </p:nvSpPr>
            <p:spPr>
              <a:xfrm>
                <a:off x="388477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0" name="椭圆 12269">
                <a:extLst>
                  <a:ext uri="{FF2B5EF4-FFF2-40B4-BE49-F238E27FC236}">
                    <a16:creationId xmlns:a16="http://schemas.microsoft.com/office/drawing/2014/main" id="{36D7A4D8-EC0F-4D6D-B0A3-AB577D06FF98}"/>
                  </a:ext>
                </a:extLst>
              </p:cNvPr>
              <p:cNvSpPr/>
              <p:nvPr/>
            </p:nvSpPr>
            <p:spPr>
              <a:xfrm>
                <a:off x="3844001" y="27073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1" name="椭圆 12270">
                <a:extLst>
                  <a:ext uri="{FF2B5EF4-FFF2-40B4-BE49-F238E27FC236}">
                    <a16:creationId xmlns:a16="http://schemas.microsoft.com/office/drawing/2014/main" id="{74043ED0-BC9C-4CA8-97A1-96A355907D59}"/>
                  </a:ext>
                </a:extLst>
              </p:cNvPr>
              <p:cNvSpPr/>
              <p:nvPr/>
            </p:nvSpPr>
            <p:spPr>
              <a:xfrm>
                <a:off x="417554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2" name="椭圆 12271">
                <a:extLst>
                  <a:ext uri="{FF2B5EF4-FFF2-40B4-BE49-F238E27FC236}">
                    <a16:creationId xmlns:a16="http://schemas.microsoft.com/office/drawing/2014/main" id="{51E33213-740F-4C55-9898-9FD70F81E60E}"/>
                  </a:ext>
                </a:extLst>
              </p:cNvPr>
              <p:cNvSpPr/>
              <p:nvPr/>
            </p:nvSpPr>
            <p:spPr>
              <a:xfrm>
                <a:off x="3998377"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3" name="椭圆 12272">
                <a:extLst>
                  <a:ext uri="{FF2B5EF4-FFF2-40B4-BE49-F238E27FC236}">
                    <a16:creationId xmlns:a16="http://schemas.microsoft.com/office/drawing/2014/main" id="{FD264F96-7C11-44BA-83CC-E2F420D8509D}"/>
                  </a:ext>
                </a:extLst>
              </p:cNvPr>
              <p:cNvSpPr/>
              <p:nvPr/>
            </p:nvSpPr>
            <p:spPr>
              <a:xfrm>
                <a:off x="4077180" y="3006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4" name="椭圆 12273">
                <a:extLst>
                  <a:ext uri="{FF2B5EF4-FFF2-40B4-BE49-F238E27FC236}">
                    <a16:creationId xmlns:a16="http://schemas.microsoft.com/office/drawing/2014/main" id="{119B1A63-D5C5-4B3A-BE6D-1FB1B0DACA06}"/>
                  </a:ext>
                </a:extLst>
              </p:cNvPr>
              <p:cNvSpPr/>
              <p:nvPr/>
            </p:nvSpPr>
            <p:spPr>
              <a:xfrm>
                <a:off x="3992614"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5" name="椭圆 12274">
                <a:extLst>
                  <a:ext uri="{FF2B5EF4-FFF2-40B4-BE49-F238E27FC236}">
                    <a16:creationId xmlns:a16="http://schemas.microsoft.com/office/drawing/2014/main" id="{D712B59D-121C-4CCB-BBF3-B9C67EAB4894}"/>
                  </a:ext>
                </a:extLst>
              </p:cNvPr>
              <p:cNvSpPr/>
              <p:nvPr/>
            </p:nvSpPr>
            <p:spPr>
              <a:xfrm>
                <a:off x="3879310"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6" name="椭圆 12275">
                <a:extLst>
                  <a:ext uri="{FF2B5EF4-FFF2-40B4-BE49-F238E27FC236}">
                    <a16:creationId xmlns:a16="http://schemas.microsoft.com/office/drawing/2014/main" id="{F39AC508-5D40-40C4-AE66-F22C9708F111}"/>
                  </a:ext>
                </a:extLst>
              </p:cNvPr>
              <p:cNvSpPr/>
              <p:nvPr/>
            </p:nvSpPr>
            <p:spPr>
              <a:xfrm>
                <a:off x="3987513"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7" name="椭圆 12276">
                <a:extLst>
                  <a:ext uri="{FF2B5EF4-FFF2-40B4-BE49-F238E27FC236}">
                    <a16:creationId xmlns:a16="http://schemas.microsoft.com/office/drawing/2014/main" id="{6F09235D-8D18-4587-BC11-A0D7342BFBA4}"/>
                  </a:ext>
                </a:extLst>
              </p:cNvPr>
              <p:cNvSpPr/>
              <p:nvPr/>
            </p:nvSpPr>
            <p:spPr>
              <a:xfrm>
                <a:off x="4040770"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8" name="椭圆 12277">
                <a:extLst>
                  <a:ext uri="{FF2B5EF4-FFF2-40B4-BE49-F238E27FC236}">
                    <a16:creationId xmlns:a16="http://schemas.microsoft.com/office/drawing/2014/main" id="{9617AAA1-F325-43F3-AFEB-45277C8825A7}"/>
                  </a:ext>
                </a:extLst>
              </p:cNvPr>
              <p:cNvSpPr/>
              <p:nvPr/>
            </p:nvSpPr>
            <p:spPr>
              <a:xfrm>
                <a:off x="39127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9" name="椭圆 12278">
                <a:extLst>
                  <a:ext uri="{FF2B5EF4-FFF2-40B4-BE49-F238E27FC236}">
                    <a16:creationId xmlns:a16="http://schemas.microsoft.com/office/drawing/2014/main" id="{56C52CEC-8FF5-4F75-8577-092E70F1BC0D}"/>
                  </a:ext>
                </a:extLst>
              </p:cNvPr>
              <p:cNvSpPr/>
              <p:nvPr/>
            </p:nvSpPr>
            <p:spPr>
              <a:xfrm>
                <a:off x="40030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0" name="椭圆 12279">
                <a:extLst>
                  <a:ext uri="{FF2B5EF4-FFF2-40B4-BE49-F238E27FC236}">
                    <a16:creationId xmlns:a16="http://schemas.microsoft.com/office/drawing/2014/main" id="{6CCE6AAE-D1E3-4A90-B44E-B3270E2D3011}"/>
                  </a:ext>
                </a:extLst>
              </p:cNvPr>
              <p:cNvSpPr/>
              <p:nvPr/>
            </p:nvSpPr>
            <p:spPr>
              <a:xfrm>
                <a:off x="404187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1" name="椭圆 12280">
                <a:extLst>
                  <a:ext uri="{FF2B5EF4-FFF2-40B4-BE49-F238E27FC236}">
                    <a16:creationId xmlns:a16="http://schemas.microsoft.com/office/drawing/2014/main" id="{6E1D78D9-3019-4AEA-9FDF-9D76C0C80F7C}"/>
                  </a:ext>
                </a:extLst>
              </p:cNvPr>
              <p:cNvSpPr/>
              <p:nvPr/>
            </p:nvSpPr>
            <p:spPr>
              <a:xfrm>
                <a:off x="41068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2" name="椭圆 12281">
                <a:extLst>
                  <a:ext uri="{FF2B5EF4-FFF2-40B4-BE49-F238E27FC236}">
                    <a16:creationId xmlns:a16="http://schemas.microsoft.com/office/drawing/2014/main" id="{E1FD3E52-BBD0-41F8-9825-DA928FD954FC}"/>
                  </a:ext>
                </a:extLst>
              </p:cNvPr>
              <p:cNvSpPr/>
              <p:nvPr/>
            </p:nvSpPr>
            <p:spPr>
              <a:xfrm>
                <a:off x="4016105" y="2955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3" name="椭圆 12282">
                <a:extLst>
                  <a:ext uri="{FF2B5EF4-FFF2-40B4-BE49-F238E27FC236}">
                    <a16:creationId xmlns:a16="http://schemas.microsoft.com/office/drawing/2014/main" id="{33DB8AE5-95AE-40E2-84E4-925EE62F7ED4}"/>
                  </a:ext>
                </a:extLst>
              </p:cNvPr>
              <p:cNvSpPr/>
              <p:nvPr/>
            </p:nvSpPr>
            <p:spPr>
              <a:xfrm>
                <a:off x="4021280" y="3023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4" name="椭圆 12283">
                <a:extLst>
                  <a:ext uri="{FF2B5EF4-FFF2-40B4-BE49-F238E27FC236}">
                    <a16:creationId xmlns:a16="http://schemas.microsoft.com/office/drawing/2014/main" id="{A060B17C-8673-4CA6-8673-DA8C3ACC39A1}"/>
                  </a:ext>
                </a:extLst>
              </p:cNvPr>
              <p:cNvSpPr/>
              <p:nvPr/>
            </p:nvSpPr>
            <p:spPr>
              <a:xfrm>
                <a:off x="396134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5" name="椭圆 12284">
                <a:extLst>
                  <a:ext uri="{FF2B5EF4-FFF2-40B4-BE49-F238E27FC236}">
                    <a16:creationId xmlns:a16="http://schemas.microsoft.com/office/drawing/2014/main" id="{8811708D-F556-4DE0-893F-A4F148A45B33}"/>
                  </a:ext>
                </a:extLst>
              </p:cNvPr>
              <p:cNvSpPr/>
              <p:nvPr/>
            </p:nvSpPr>
            <p:spPr>
              <a:xfrm>
                <a:off x="408125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6" name="椭圆 12285">
                <a:extLst>
                  <a:ext uri="{FF2B5EF4-FFF2-40B4-BE49-F238E27FC236}">
                    <a16:creationId xmlns:a16="http://schemas.microsoft.com/office/drawing/2014/main" id="{BC8EF13E-C148-48D4-9113-E9AFD41DF45C}"/>
                  </a:ext>
                </a:extLst>
              </p:cNvPr>
              <p:cNvSpPr/>
              <p:nvPr/>
            </p:nvSpPr>
            <p:spPr>
              <a:xfrm>
                <a:off x="415389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7" name="椭圆 12286">
                <a:extLst>
                  <a:ext uri="{FF2B5EF4-FFF2-40B4-BE49-F238E27FC236}">
                    <a16:creationId xmlns:a16="http://schemas.microsoft.com/office/drawing/2014/main" id="{22A23C62-45F3-409C-88F9-812B904AF0F4}"/>
                  </a:ext>
                </a:extLst>
              </p:cNvPr>
              <p:cNvSpPr/>
              <p:nvPr/>
            </p:nvSpPr>
            <p:spPr>
              <a:xfrm>
                <a:off x="4011774"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8" name="椭圆 12287">
                <a:extLst>
                  <a:ext uri="{FF2B5EF4-FFF2-40B4-BE49-F238E27FC236}">
                    <a16:creationId xmlns:a16="http://schemas.microsoft.com/office/drawing/2014/main" id="{DB773F7A-9CE2-424F-B267-754D6C2FA5DE}"/>
                  </a:ext>
                </a:extLst>
              </p:cNvPr>
              <p:cNvSpPr/>
              <p:nvPr/>
            </p:nvSpPr>
            <p:spPr>
              <a:xfrm>
                <a:off x="3988430"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9" name="椭圆 12288">
                <a:extLst>
                  <a:ext uri="{FF2B5EF4-FFF2-40B4-BE49-F238E27FC236}">
                    <a16:creationId xmlns:a16="http://schemas.microsoft.com/office/drawing/2014/main" id="{5DDCE92B-FA36-4340-A530-196C83D4DBC7}"/>
                  </a:ext>
                </a:extLst>
              </p:cNvPr>
              <p:cNvSpPr/>
              <p:nvPr/>
            </p:nvSpPr>
            <p:spPr>
              <a:xfrm>
                <a:off x="4030162"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0" name="椭圆 12289">
                <a:extLst>
                  <a:ext uri="{FF2B5EF4-FFF2-40B4-BE49-F238E27FC236}">
                    <a16:creationId xmlns:a16="http://schemas.microsoft.com/office/drawing/2014/main" id="{2964B5D3-FC1A-4DBA-8044-CD23E77B963D}"/>
                  </a:ext>
                </a:extLst>
              </p:cNvPr>
              <p:cNvSpPr/>
              <p:nvPr/>
            </p:nvSpPr>
            <p:spPr>
              <a:xfrm>
                <a:off x="4060406"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1" name="椭圆 12290">
                <a:extLst>
                  <a:ext uri="{FF2B5EF4-FFF2-40B4-BE49-F238E27FC236}">
                    <a16:creationId xmlns:a16="http://schemas.microsoft.com/office/drawing/2014/main" id="{DCEF54B1-545C-45FF-87A4-1616CF78CA03}"/>
                  </a:ext>
                </a:extLst>
              </p:cNvPr>
              <p:cNvSpPr/>
              <p:nvPr/>
            </p:nvSpPr>
            <p:spPr>
              <a:xfrm>
                <a:off x="40797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2" name="椭圆 12291">
                <a:extLst>
                  <a:ext uri="{FF2B5EF4-FFF2-40B4-BE49-F238E27FC236}">
                    <a16:creationId xmlns:a16="http://schemas.microsoft.com/office/drawing/2014/main" id="{DA0A6BA2-22CF-46F7-A3C3-D298C08669B8}"/>
                  </a:ext>
                </a:extLst>
              </p:cNvPr>
              <p:cNvSpPr/>
              <p:nvPr/>
            </p:nvSpPr>
            <p:spPr>
              <a:xfrm>
                <a:off x="417984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3" name="椭圆 12292">
                <a:extLst>
                  <a:ext uri="{FF2B5EF4-FFF2-40B4-BE49-F238E27FC236}">
                    <a16:creationId xmlns:a16="http://schemas.microsoft.com/office/drawing/2014/main" id="{7741CCB3-EF00-4233-A5DC-5C83E55C7014}"/>
                  </a:ext>
                </a:extLst>
              </p:cNvPr>
              <p:cNvSpPr/>
              <p:nvPr/>
            </p:nvSpPr>
            <p:spPr>
              <a:xfrm>
                <a:off x="4274426" y="268725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4" name="椭圆 12293">
                <a:extLst>
                  <a:ext uri="{FF2B5EF4-FFF2-40B4-BE49-F238E27FC236}">
                    <a16:creationId xmlns:a16="http://schemas.microsoft.com/office/drawing/2014/main" id="{D5BF32D2-78A7-4BF4-8429-6FAA21291BD7}"/>
                  </a:ext>
                </a:extLst>
              </p:cNvPr>
              <p:cNvSpPr/>
              <p:nvPr/>
            </p:nvSpPr>
            <p:spPr>
              <a:xfrm>
                <a:off x="401148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5" name="椭圆 12294">
                <a:extLst>
                  <a:ext uri="{FF2B5EF4-FFF2-40B4-BE49-F238E27FC236}">
                    <a16:creationId xmlns:a16="http://schemas.microsoft.com/office/drawing/2014/main" id="{0438DC97-D12D-4893-904D-0A646FEE54A2}"/>
                  </a:ext>
                </a:extLst>
              </p:cNvPr>
              <p:cNvSpPr/>
              <p:nvPr/>
            </p:nvSpPr>
            <p:spPr>
              <a:xfrm>
                <a:off x="405012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6" name="椭圆 12295">
                <a:extLst>
                  <a:ext uri="{FF2B5EF4-FFF2-40B4-BE49-F238E27FC236}">
                    <a16:creationId xmlns:a16="http://schemas.microsoft.com/office/drawing/2014/main" id="{DFACEE4A-A102-45F2-BF85-8466945338F1}"/>
                  </a:ext>
                </a:extLst>
              </p:cNvPr>
              <p:cNvSpPr/>
              <p:nvPr/>
            </p:nvSpPr>
            <p:spPr>
              <a:xfrm>
                <a:off x="3906581" y="277890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7" name="椭圆 12296">
                <a:extLst>
                  <a:ext uri="{FF2B5EF4-FFF2-40B4-BE49-F238E27FC236}">
                    <a16:creationId xmlns:a16="http://schemas.microsoft.com/office/drawing/2014/main" id="{BEF9518C-345E-4E52-901E-400544CF0403}"/>
                  </a:ext>
                </a:extLst>
              </p:cNvPr>
              <p:cNvSpPr/>
              <p:nvPr/>
            </p:nvSpPr>
            <p:spPr>
              <a:xfrm>
                <a:off x="3921629"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8" name="椭圆 12297">
                <a:extLst>
                  <a:ext uri="{FF2B5EF4-FFF2-40B4-BE49-F238E27FC236}">
                    <a16:creationId xmlns:a16="http://schemas.microsoft.com/office/drawing/2014/main" id="{4B8DC8F9-33FB-484D-AA33-04786090EF49}"/>
                  </a:ext>
                </a:extLst>
              </p:cNvPr>
              <p:cNvSpPr/>
              <p:nvPr/>
            </p:nvSpPr>
            <p:spPr>
              <a:xfrm>
                <a:off x="3938990" y="29225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9" name="椭圆 12298">
                <a:extLst>
                  <a:ext uri="{FF2B5EF4-FFF2-40B4-BE49-F238E27FC236}">
                    <a16:creationId xmlns:a16="http://schemas.microsoft.com/office/drawing/2014/main" id="{3DE37013-4840-47C2-8D67-828CF82E67FD}"/>
                  </a:ext>
                </a:extLst>
              </p:cNvPr>
              <p:cNvSpPr/>
              <p:nvPr/>
            </p:nvSpPr>
            <p:spPr>
              <a:xfrm>
                <a:off x="4002745"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0" name="椭圆 12299">
                <a:extLst>
                  <a:ext uri="{FF2B5EF4-FFF2-40B4-BE49-F238E27FC236}">
                    <a16:creationId xmlns:a16="http://schemas.microsoft.com/office/drawing/2014/main" id="{BED7C7F1-D53F-4074-9171-F1EED60B766C}"/>
                  </a:ext>
                </a:extLst>
              </p:cNvPr>
              <p:cNvSpPr/>
              <p:nvPr/>
            </p:nvSpPr>
            <p:spPr>
              <a:xfrm>
                <a:off x="40731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1" name="椭圆 12300">
                <a:extLst>
                  <a:ext uri="{FF2B5EF4-FFF2-40B4-BE49-F238E27FC236}">
                    <a16:creationId xmlns:a16="http://schemas.microsoft.com/office/drawing/2014/main" id="{EB21F543-532B-4462-A13A-5805AA214DB0}"/>
                  </a:ext>
                </a:extLst>
              </p:cNvPr>
              <p:cNvSpPr/>
              <p:nvPr/>
            </p:nvSpPr>
            <p:spPr>
              <a:xfrm>
                <a:off x="3932824"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2" name="椭圆 12301">
                <a:extLst>
                  <a:ext uri="{FF2B5EF4-FFF2-40B4-BE49-F238E27FC236}">
                    <a16:creationId xmlns:a16="http://schemas.microsoft.com/office/drawing/2014/main" id="{1AACE797-5932-451A-B87E-EED31F77C653}"/>
                  </a:ext>
                </a:extLst>
              </p:cNvPr>
              <p:cNvSpPr/>
              <p:nvPr/>
            </p:nvSpPr>
            <p:spPr>
              <a:xfrm>
                <a:off x="39606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3" name="椭圆 12302">
                <a:extLst>
                  <a:ext uri="{FF2B5EF4-FFF2-40B4-BE49-F238E27FC236}">
                    <a16:creationId xmlns:a16="http://schemas.microsoft.com/office/drawing/2014/main" id="{27E32646-0AA9-4506-8137-A5F1E2019041}"/>
                  </a:ext>
                </a:extLst>
              </p:cNvPr>
              <p:cNvSpPr/>
              <p:nvPr/>
            </p:nvSpPr>
            <p:spPr>
              <a:xfrm>
                <a:off x="399323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4" name="椭圆 12303">
                <a:extLst>
                  <a:ext uri="{FF2B5EF4-FFF2-40B4-BE49-F238E27FC236}">
                    <a16:creationId xmlns:a16="http://schemas.microsoft.com/office/drawing/2014/main" id="{AB1069F6-FF8C-47AD-8A89-24DFB06F288C}"/>
                  </a:ext>
                </a:extLst>
              </p:cNvPr>
              <p:cNvSpPr/>
              <p:nvPr/>
            </p:nvSpPr>
            <p:spPr>
              <a:xfrm>
                <a:off x="400986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5" name="椭圆 12304">
                <a:extLst>
                  <a:ext uri="{FF2B5EF4-FFF2-40B4-BE49-F238E27FC236}">
                    <a16:creationId xmlns:a16="http://schemas.microsoft.com/office/drawing/2014/main" id="{7FBACE78-5C89-471E-A3B3-71CF54693781}"/>
                  </a:ext>
                </a:extLst>
              </p:cNvPr>
              <p:cNvSpPr/>
              <p:nvPr/>
            </p:nvSpPr>
            <p:spPr>
              <a:xfrm>
                <a:off x="4068151"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6" name="椭圆 12305">
                <a:extLst>
                  <a:ext uri="{FF2B5EF4-FFF2-40B4-BE49-F238E27FC236}">
                    <a16:creationId xmlns:a16="http://schemas.microsoft.com/office/drawing/2014/main" id="{729031C4-8C00-4BC1-A0DC-8EA14C5473DE}"/>
                  </a:ext>
                </a:extLst>
              </p:cNvPr>
              <p:cNvSpPr/>
              <p:nvPr/>
            </p:nvSpPr>
            <p:spPr>
              <a:xfrm>
                <a:off x="401482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7" name="椭圆 12306">
                <a:extLst>
                  <a:ext uri="{FF2B5EF4-FFF2-40B4-BE49-F238E27FC236}">
                    <a16:creationId xmlns:a16="http://schemas.microsoft.com/office/drawing/2014/main" id="{A4B60E21-C79D-448A-8332-70E783A9649D}"/>
                  </a:ext>
                </a:extLst>
              </p:cNvPr>
              <p:cNvSpPr/>
              <p:nvPr/>
            </p:nvSpPr>
            <p:spPr>
              <a:xfrm>
                <a:off x="4015921"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8" name="椭圆 12307">
                <a:extLst>
                  <a:ext uri="{FF2B5EF4-FFF2-40B4-BE49-F238E27FC236}">
                    <a16:creationId xmlns:a16="http://schemas.microsoft.com/office/drawing/2014/main" id="{09AFEE0F-081D-4C26-B4E6-8FF0C3D65B5A}"/>
                  </a:ext>
                </a:extLst>
              </p:cNvPr>
              <p:cNvSpPr/>
              <p:nvPr/>
            </p:nvSpPr>
            <p:spPr>
              <a:xfrm>
                <a:off x="4107717"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9" name="椭圆 12308">
                <a:extLst>
                  <a:ext uri="{FF2B5EF4-FFF2-40B4-BE49-F238E27FC236}">
                    <a16:creationId xmlns:a16="http://schemas.microsoft.com/office/drawing/2014/main" id="{FFD2274C-41AD-4C42-B0AC-8B31A45D8ACE}"/>
                  </a:ext>
                </a:extLst>
              </p:cNvPr>
              <p:cNvSpPr/>
              <p:nvPr/>
            </p:nvSpPr>
            <p:spPr>
              <a:xfrm>
                <a:off x="398784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0" name="椭圆 12309">
                <a:extLst>
                  <a:ext uri="{FF2B5EF4-FFF2-40B4-BE49-F238E27FC236}">
                    <a16:creationId xmlns:a16="http://schemas.microsoft.com/office/drawing/2014/main" id="{18F075A2-936F-4E87-BA7B-1F4F92EF9F0A}"/>
                  </a:ext>
                </a:extLst>
              </p:cNvPr>
              <p:cNvSpPr/>
              <p:nvPr/>
            </p:nvSpPr>
            <p:spPr>
              <a:xfrm>
                <a:off x="3990449"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1" name="椭圆 12310">
                <a:extLst>
                  <a:ext uri="{FF2B5EF4-FFF2-40B4-BE49-F238E27FC236}">
                    <a16:creationId xmlns:a16="http://schemas.microsoft.com/office/drawing/2014/main" id="{D7DAC181-78A0-4FB0-A9C1-A13AA80420C3}"/>
                  </a:ext>
                </a:extLst>
              </p:cNvPr>
              <p:cNvSpPr/>
              <p:nvPr/>
            </p:nvSpPr>
            <p:spPr>
              <a:xfrm>
                <a:off x="401320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2" name="椭圆 12311">
                <a:extLst>
                  <a:ext uri="{FF2B5EF4-FFF2-40B4-BE49-F238E27FC236}">
                    <a16:creationId xmlns:a16="http://schemas.microsoft.com/office/drawing/2014/main" id="{BD0E2AFE-1738-483C-B620-B5B86B2FE4C3}"/>
                  </a:ext>
                </a:extLst>
              </p:cNvPr>
              <p:cNvSpPr/>
              <p:nvPr/>
            </p:nvSpPr>
            <p:spPr>
              <a:xfrm>
                <a:off x="403313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3" name="椭圆 12312">
                <a:extLst>
                  <a:ext uri="{FF2B5EF4-FFF2-40B4-BE49-F238E27FC236}">
                    <a16:creationId xmlns:a16="http://schemas.microsoft.com/office/drawing/2014/main" id="{C7463F26-62C5-46F1-8BAE-A4EFEFB8ECCD}"/>
                  </a:ext>
                </a:extLst>
              </p:cNvPr>
              <p:cNvSpPr/>
              <p:nvPr/>
            </p:nvSpPr>
            <p:spPr>
              <a:xfrm>
                <a:off x="39349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4" name="椭圆 12313">
                <a:extLst>
                  <a:ext uri="{FF2B5EF4-FFF2-40B4-BE49-F238E27FC236}">
                    <a16:creationId xmlns:a16="http://schemas.microsoft.com/office/drawing/2014/main" id="{CAC0F486-0545-41E9-AFA7-9EB1A140497F}"/>
                  </a:ext>
                </a:extLst>
              </p:cNvPr>
              <p:cNvSpPr/>
              <p:nvPr/>
            </p:nvSpPr>
            <p:spPr>
              <a:xfrm>
                <a:off x="40289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5" name="椭圆 12314">
                <a:extLst>
                  <a:ext uri="{FF2B5EF4-FFF2-40B4-BE49-F238E27FC236}">
                    <a16:creationId xmlns:a16="http://schemas.microsoft.com/office/drawing/2014/main" id="{10B61C1E-CCF8-4D89-BA72-ABA12847B129}"/>
                  </a:ext>
                </a:extLst>
              </p:cNvPr>
              <p:cNvSpPr/>
              <p:nvPr/>
            </p:nvSpPr>
            <p:spPr>
              <a:xfrm>
                <a:off x="381449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6" name="椭圆 12315">
                <a:extLst>
                  <a:ext uri="{FF2B5EF4-FFF2-40B4-BE49-F238E27FC236}">
                    <a16:creationId xmlns:a16="http://schemas.microsoft.com/office/drawing/2014/main" id="{57FDD072-8AAE-4134-A968-DC3C7A0F0CB2}"/>
                  </a:ext>
                </a:extLst>
              </p:cNvPr>
              <p:cNvSpPr/>
              <p:nvPr/>
            </p:nvSpPr>
            <p:spPr>
              <a:xfrm>
                <a:off x="395547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7" name="椭圆 12316">
                <a:extLst>
                  <a:ext uri="{FF2B5EF4-FFF2-40B4-BE49-F238E27FC236}">
                    <a16:creationId xmlns:a16="http://schemas.microsoft.com/office/drawing/2014/main" id="{86B54884-6E82-4A66-805A-CB94BD48FB8A}"/>
                  </a:ext>
                </a:extLst>
              </p:cNvPr>
              <p:cNvSpPr/>
              <p:nvPr/>
            </p:nvSpPr>
            <p:spPr>
              <a:xfrm>
                <a:off x="39758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8" name="椭圆 12317">
                <a:extLst>
                  <a:ext uri="{FF2B5EF4-FFF2-40B4-BE49-F238E27FC236}">
                    <a16:creationId xmlns:a16="http://schemas.microsoft.com/office/drawing/2014/main" id="{CDF04397-324F-489D-BEE6-13007A9B1A44}"/>
                  </a:ext>
                </a:extLst>
              </p:cNvPr>
              <p:cNvSpPr/>
              <p:nvPr/>
            </p:nvSpPr>
            <p:spPr>
              <a:xfrm>
                <a:off x="401427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9" name="椭圆 12318">
                <a:extLst>
                  <a:ext uri="{FF2B5EF4-FFF2-40B4-BE49-F238E27FC236}">
                    <a16:creationId xmlns:a16="http://schemas.microsoft.com/office/drawing/2014/main" id="{6A0657F6-609E-4F55-B157-D8A1390B0329}"/>
                  </a:ext>
                </a:extLst>
              </p:cNvPr>
              <p:cNvSpPr/>
              <p:nvPr/>
            </p:nvSpPr>
            <p:spPr>
              <a:xfrm>
                <a:off x="40119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0" name="椭圆 12319">
                <a:extLst>
                  <a:ext uri="{FF2B5EF4-FFF2-40B4-BE49-F238E27FC236}">
                    <a16:creationId xmlns:a16="http://schemas.microsoft.com/office/drawing/2014/main" id="{4B491A0D-F46D-401E-A47B-FD33528FF0E6}"/>
                  </a:ext>
                </a:extLst>
              </p:cNvPr>
              <p:cNvSpPr/>
              <p:nvPr/>
            </p:nvSpPr>
            <p:spPr>
              <a:xfrm>
                <a:off x="40119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1" name="椭圆 12320">
                <a:extLst>
                  <a:ext uri="{FF2B5EF4-FFF2-40B4-BE49-F238E27FC236}">
                    <a16:creationId xmlns:a16="http://schemas.microsoft.com/office/drawing/2014/main" id="{5951302C-7BD8-4349-BE63-7938C48D7199}"/>
                  </a:ext>
                </a:extLst>
              </p:cNvPr>
              <p:cNvSpPr/>
              <p:nvPr/>
            </p:nvSpPr>
            <p:spPr>
              <a:xfrm>
                <a:off x="4074831" y="30051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2" name="椭圆 12321">
                <a:extLst>
                  <a:ext uri="{FF2B5EF4-FFF2-40B4-BE49-F238E27FC236}">
                    <a16:creationId xmlns:a16="http://schemas.microsoft.com/office/drawing/2014/main" id="{34336716-1F0A-4EBB-9913-CFD20E318943}"/>
                  </a:ext>
                </a:extLst>
              </p:cNvPr>
              <p:cNvSpPr/>
              <p:nvPr/>
            </p:nvSpPr>
            <p:spPr>
              <a:xfrm>
                <a:off x="4033209" y="2644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3" name="椭圆 12322">
                <a:extLst>
                  <a:ext uri="{FF2B5EF4-FFF2-40B4-BE49-F238E27FC236}">
                    <a16:creationId xmlns:a16="http://schemas.microsoft.com/office/drawing/2014/main" id="{5DAA93F3-DA74-41A9-8AEA-2A1AF88CB909}"/>
                  </a:ext>
                </a:extLst>
              </p:cNvPr>
              <p:cNvSpPr/>
              <p:nvPr/>
            </p:nvSpPr>
            <p:spPr>
              <a:xfrm>
                <a:off x="4003075"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4" name="椭圆 12323">
                <a:extLst>
                  <a:ext uri="{FF2B5EF4-FFF2-40B4-BE49-F238E27FC236}">
                    <a16:creationId xmlns:a16="http://schemas.microsoft.com/office/drawing/2014/main" id="{F7AA78D4-A381-410D-8471-C65507A9AF59}"/>
                  </a:ext>
                </a:extLst>
              </p:cNvPr>
              <p:cNvSpPr/>
              <p:nvPr/>
            </p:nvSpPr>
            <p:spPr>
              <a:xfrm>
                <a:off x="4007149"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5" name="椭圆 12324">
                <a:extLst>
                  <a:ext uri="{FF2B5EF4-FFF2-40B4-BE49-F238E27FC236}">
                    <a16:creationId xmlns:a16="http://schemas.microsoft.com/office/drawing/2014/main" id="{B83E9B92-DB68-44B6-94C3-EFE8C2578E0F}"/>
                  </a:ext>
                </a:extLst>
              </p:cNvPr>
              <p:cNvSpPr/>
              <p:nvPr/>
            </p:nvSpPr>
            <p:spPr>
              <a:xfrm>
                <a:off x="392537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6" name="椭圆 12325">
                <a:extLst>
                  <a:ext uri="{FF2B5EF4-FFF2-40B4-BE49-F238E27FC236}">
                    <a16:creationId xmlns:a16="http://schemas.microsoft.com/office/drawing/2014/main" id="{12BBEE48-3438-4BC9-AEC4-33C37015DC48}"/>
                  </a:ext>
                </a:extLst>
              </p:cNvPr>
              <p:cNvSpPr/>
              <p:nvPr/>
            </p:nvSpPr>
            <p:spPr>
              <a:xfrm>
                <a:off x="3980796"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7" name="椭圆 12326">
                <a:extLst>
                  <a:ext uri="{FF2B5EF4-FFF2-40B4-BE49-F238E27FC236}">
                    <a16:creationId xmlns:a16="http://schemas.microsoft.com/office/drawing/2014/main" id="{E534898A-D690-4FCB-9C57-7B1C860EFD51}"/>
                  </a:ext>
                </a:extLst>
              </p:cNvPr>
              <p:cNvSpPr/>
              <p:nvPr/>
            </p:nvSpPr>
            <p:spPr>
              <a:xfrm>
                <a:off x="407240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8" name="椭圆 12327">
                <a:extLst>
                  <a:ext uri="{FF2B5EF4-FFF2-40B4-BE49-F238E27FC236}">
                    <a16:creationId xmlns:a16="http://schemas.microsoft.com/office/drawing/2014/main" id="{8CDF7C0A-9401-4B1B-941E-A8E2917CEF0A}"/>
                  </a:ext>
                </a:extLst>
              </p:cNvPr>
              <p:cNvSpPr/>
              <p:nvPr/>
            </p:nvSpPr>
            <p:spPr>
              <a:xfrm>
                <a:off x="404403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9" name="椭圆 12328">
                <a:extLst>
                  <a:ext uri="{FF2B5EF4-FFF2-40B4-BE49-F238E27FC236}">
                    <a16:creationId xmlns:a16="http://schemas.microsoft.com/office/drawing/2014/main" id="{3B5A3C50-9DFE-4BD7-9F5F-E24BE46005D9}"/>
                  </a:ext>
                </a:extLst>
              </p:cNvPr>
              <p:cNvSpPr/>
              <p:nvPr/>
            </p:nvSpPr>
            <p:spPr>
              <a:xfrm>
                <a:off x="403078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0" name="椭圆 12329">
                <a:extLst>
                  <a:ext uri="{FF2B5EF4-FFF2-40B4-BE49-F238E27FC236}">
                    <a16:creationId xmlns:a16="http://schemas.microsoft.com/office/drawing/2014/main" id="{B56D9FA3-3A88-4C8F-AA4C-4BCBA6880875}"/>
                  </a:ext>
                </a:extLst>
              </p:cNvPr>
              <p:cNvSpPr/>
              <p:nvPr/>
            </p:nvSpPr>
            <p:spPr>
              <a:xfrm>
                <a:off x="3898212"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1" name="椭圆 12330">
                <a:extLst>
                  <a:ext uri="{FF2B5EF4-FFF2-40B4-BE49-F238E27FC236}">
                    <a16:creationId xmlns:a16="http://schemas.microsoft.com/office/drawing/2014/main" id="{344E231E-8768-49F0-8EBA-642262959F7F}"/>
                  </a:ext>
                </a:extLst>
              </p:cNvPr>
              <p:cNvSpPr/>
              <p:nvPr/>
            </p:nvSpPr>
            <p:spPr>
              <a:xfrm>
                <a:off x="41085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2" name="椭圆 12331">
                <a:extLst>
                  <a:ext uri="{FF2B5EF4-FFF2-40B4-BE49-F238E27FC236}">
                    <a16:creationId xmlns:a16="http://schemas.microsoft.com/office/drawing/2014/main" id="{1AEF8E28-FF1C-4910-B40A-EF4B0C0DC795}"/>
                  </a:ext>
                </a:extLst>
              </p:cNvPr>
              <p:cNvSpPr/>
              <p:nvPr/>
            </p:nvSpPr>
            <p:spPr>
              <a:xfrm>
                <a:off x="4062388"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3" name="椭圆 12332">
                <a:extLst>
                  <a:ext uri="{FF2B5EF4-FFF2-40B4-BE49-F238E27FC236}">
                    <a16:creationId xmlns:a16="http://schemas.microsoft.com/office/drawing/2014/main" id="{89B5463B-6000-4DC1-9765-4C943650F33B}"/>
                  </a:ext>
                </a:extLst>
              </p:cNvPr>
              <p:cNvSpPr/>
              <p:nvPr/>
            </p:nvSpPr>
            <p:spPr>
              <a:xfrm>
                <a:off x="40214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4" name="椭圆 12333">
                <a:extLst>
                  <a:ext uri="{FF2B5EF4-FFF2-40B4-BE49-F238E27FC236}">
                    <a16:creationId xmlns:a16="http://schemas.microsoft.com/office/drawing/2014/main" id="{1F118DF8-D487-4600-A170-A29B966CE370}"/>
                  </a:ext>
                </a:extLst>
              </p:cNvPr>
              <p:cNvSpPr/>
              <p:nvPr/>
            </p:nvSpPr>
            <p:spPr>
              <a:xfrm>
                <a:off x="4117994"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5" name="椭圆 12334">
                <a:extLst>
                  <a:ext uri="{FF2B5EF4-FFF2-40B4-BE49-F238E27FC236}">
                    <a16:creationId xmlns:a16="http://schemas.microsoft.com/office/drawing/2014/main" id="{035ABF0F-F7D5-4324-8C57-A544C4BB6E52}"/>
                  </a:ext>
                </a:extLst>
              </p:cNvPr>
              <p:cNvSpPr/>
              <p:nvPr/>
            </p:nvSpPr>
            <p:spPr>
              <a:xfrm>
                <a:off x="4062865" y="2823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6" name="椭圆 12335">
                <a:extLst>
                  <a:ext uri="{FF2B5EF4-FFF2-40B4-BE49-F238E27FC236}">
                    <a16:creationId xmlns:a16="http://schemas.microsoft.com/office/drawing/2014/main" id="{9E13A413-B387-4972-97F5-EF555B8F0C4F}"/>
                  </a:ext>
                </a:extLst>
              </p:cNvPr>
              <p:cNvSpPr/>
              <p:nvPr/>
            </p:nvSpPr>
            <p:spPr>
              <a:xfrm>
                <a:off x="39741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7" name="椭圆 12336">
                <a:extLst>
                  <a:ext uri="{FF2B5EF4-FFF2-40B4-BE49-F238E27FC236}">
                    <a16:creationId xmlns:a16="http://schemas.microsoft.com/office/drawing/2014/main" id="{4B10766D-E706-4886-8CB3-3C2615B16791}"/>
                  </a:ext>
                </a:extLst>
              </p:cNvPr>
              <p:cNvSpPr/>
              <p:nvPr/>
            </p:nvSpPr>
            <p:spPr>
              <a:xfrm>
                <a:off x="420597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8" name="椭圆 12337">
                <a:extLst>
                  <a:ext uri="{FF2B5EF4-FFF2-40B4-BE49-F238E27FC236}">
                    <a16:creationId xmlns:a16="http://schemas.microsoft.com/office/drawing/2014/main" id="{9AE4FD1E-C904-40D2-9D55-8CAE0B400C76}"/>
                  </a:ext>
                </a:extLst>
              </p:cNvPr>
              <p:cNvSpPr/>
              <p:nvPr/>
            </p:nvSpPr>
            <p:spPr>
              <a:xfrm>
                <a:off x="4176023" y="28614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9" name="椭圆 12338">
                <a:extLst>
                  <a:ext uri="{FF2B5EF4-FFF2-40B4-BE49-F238E27FC236}">
                    <a16:creationId xmlns:a16="http://schemas.microsoft.com/office/drawing/2014/main" id="{86F6E201-7CAF-4C17-9782-296AADE5EF40}"/>
                  </a:ext>
                </a:extLst>
              </p:cNvPr>
              <p:cNvSpPr/>
              <p:nvPr/>
            </p:nvSpPr>
            <p:spPr>
              <a:xfrm>
                <a:off x="40074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0" name="椭圆 12339">
                <a:extLst>
                  <a:ext uri="{FF2B5EF4-FFF2-40B4-BE49-F238E27FC236}">
                    <a16:creationId xmlns:a16="http://schemas.microsoft.com/office/drawing/2014/main" id="{DEFFC82C-E047-47B1-BC31-F18E1E153605}"/>
                  </a:ext>
                </a:extLst>
              </p:cNvPr>
              <p:cNvSpPr/>
              <p:nvPr/>
            </p:nvSpPr>
            <p:spPr>
              <a:xfrm>
                <a:off x="40046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1" name="椭圆 12340">
                <a:extLst>
                  <a:ext uri="{FF2B5EF4-FFF2-40B4-BE49-F238E27FC236}">
                    <a16:creationId xmlns:a16="http://schemas.microsoft.com/office/drawing/2014/main" id="{139F493A-0617-46FA-B819-051E2806AF61}"/>
                  </a:ext>
                </a:extLst>
              </p:cNvPr>
              <p:cNvSpPr/>
              <p:nvPr/>
            </p:nvSpPr>
            <p:spPr>
              <a:xfrm>
                <a:off x="40666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2" name="椭圆 12341">
                <a:extLst>
                  <a:ext uri="{FF2B5EF4-FFF2-40B4-BE49-F238E27FC236}">
                    <a16:creationId xmlns:a16="http://schemas.microsoft.com/office/drawing/2014/main" id="{653253AE-C015-400C-B50C-8B31F357F267}"/>
                  </a:ext>
                </a:extLst>
              </p:cNvPr>
              <p:cNvSpPr/>
              <p:nvPr/>
            </p:nvSpPr>
            <p:spPr>
              <a:xfrm>
                <a:off x="4207221" y="2809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3" name="椭圆 12342">
                <a:extLst>
                  <a:ext uri="{FF2B5EF4-FFF2-40B4-BE49-F238E27FC236}">
                    <a16:creationId xmlns:a16="http://schemas.microsoft.com/office/drawing/2014/main" id="{F5B7F550-8EBE-4B89-8197-67F6A2D14391}"/>
                  </a:ext>
                </a:extLst>
              </p:cNvPr>
              <p:cNvSpPr/>
              <p:nvPr/>
            </p:nvSpPr>
            <p:spPr>
              <a:xfrm>
                <a:off x="3943798"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4" name="椭圆 12343">
                <a:extLst>
                  <a:ext uri="{FF2B5EF4-FFF2-40B4-BE49-F238E27FC236}">
                    <a16:creationId xmlns:a16="http://schemas.microsoft.com/office/drawing/2014/main" id="{B1967E8A-816B-402F-9F75-65A78C3B9D07}"/>
                  </a:ext>
                </a:extLst>
              </p:cNvPr>
              <p:cNvSpPr/>
              <p:nvPr/>
            </p:nvSpPr>
            <p:spPr>
              <a:xfrm>
                <a:off x="40148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5" name="椭圆 12344">
                <a:extLst>
                  <a:ext uri="{FF2B5EF4-FFF2-40B4-BE49-F238E27FC236}">
                    <a16:creationId xmlns:a16="http://schemas.microsoft.com/office/drawing/2014/main" id="{5B0DE1AF-A6ED-49E1-BC62-10DAA7F6F380}"/>
                  </a:ext>
                </a:extLst>
              </p:cNvPr>
              <p:cNvSpPr/>
              <p:nvPr/>
            </p:nvSpPr>
            <p:spPr>
              <a:xfrm>
                <a:off x="400325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6" name="椭圆 12345">
                <a:extLst>
                  <a:ext uri="{FF2B5EF4-FFF2-40B4-BE49-F238E27FC236}">
                    <a16:creationId xmlns:a16="http://schemas.microsoft.com/office/drawing/2014/main" id="{DD58F87C-3C7A-4457-9A67-F706C78931EB}"/>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7" name="椭圆 12346">
                <a:extLst>
                  <a:ext uri="{FF2B5EF4-FFF2-40B4-BE49-F238E27FC236}">
                    <a16:creationId xmlns:a16="http://schemas.microsoft.com/office/drawing/2014/main" id="{A665634B-F653-444B-99EF-92D69083A263}"/>
                  </a:ext>
                </a:extLst>
              </p:cNvPr>
              <p:cNvSpPr/>
              <p:nvPr/>
            </p:nvSpPr>
            <p:spPr>
              <a:xfrm>
                <a:off x="39474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8" name="椭圆 12347">
                <a:extLst>
                  <a:ext uri="{FF2B5EF4-FFF2-40B4-BE49-F238E27FC236}">
                    <a16:creationId xmlns:a16="http://schemas.microsoft.com/office/drawing/2014/main" id="{26506BA1-E373-4ED0-B73A-7B3B7FB12830}"/>
                  </a:ext>
                </a:extLst>
              </p:cNvPr>
              <p:cNvSpPr/>
              <p:nvPr/>
            </p:nvSpPr>
            <p:spPr>
              <a:xfrm>
                <a:off x="39783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9" name="椭圆 12348">
                <a:extLst>
                  <a:ext uri="{FF2B5EF4-FFF2-40B4-BE49-F238E27FC236}">
                    <a16:creationId xmlns:a16="http://schemas.microsoft.com/office/drawing/2014/main" id="{20D35844-81DE-45C9-8C78-0284D413CAB1}"/>
                  </a:ext>
                </a:extLst>
              </p:cNvPr>
              <p:cNvSpPr/>
              <p:nvPr/>
            </p:nvSpPr>
            <p:spPr>
              <a:xfrm>
                <a:off x="404187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0" name="椭圆 12349">
                <a:extLst>
                  <a:ext uri="{FF2B5EF4-FFF2-40B4-BE49-F238E27FC236}">
                    <a16:creationId xmlns:a16="http://schemas.microsoft.com/office/drawing/2014/main" id="{584D1AEE-773A-40CA-B52B-BB0B21ACCA1D}"/>
                  </a:ext>
                </a:extLst>
              </p:cNvPr>
              <p:cNvSpPr/>
              <p:nvPr/>
            </p:nvSpPr>
            <p:spPr>
              <a:xfrm>
                <a:off x="3900855"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1" name="椭圆 12350">
                <a:extLst>
                  <a:ext uri="{FF2B5EF4-FFF2-40B4-BE49-F238E27FC236}">
                    <a16:creationId xmlns:a16="http://schemas.microsoft.com/office/drawing/2014/main" id="{35D9C280-6D0B-4EE8-ADB8-0B70E1208063}"/>
                  </a:ext>
                </a:extLst>
              </p:cNvPr>
              <p:cNvSpPr/>
              <p:nvPr/>
            </p:nvSpPr>
            <p:spPr>
              <a:xfrm>
                <a:off x="41092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2" name="椭圆 12351">
                <a:extLst>
                  <a:ext uri="{FF2B5EF4-FFF2-40B4-BE49-F238E27FC236}">
                    <a16:creationId xmlns:a16="http://schemas.microsoft.com/office/drawing/2014/main" id="{3AA77A97-F89D-41D9-94F2-80C2AE3A7316}"/>
                  </a:ext>
                </a:extLst>
              </p:cNvPr>
              <p:cNvSpPr/>
              <p:nvPr/>
            </p:nvSpPr>
            <p:spPr>
              <a:xfrm>
                <a:off x="40364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3" name="椭圆 12352">
                <a:extLst>
                  <a:ext uri="{FF2B5EF4-FFF2-40B4-BE49-F238E27FC236}">
                    <a16:creationId xmlns:a16="http://schemas.microsoft.com/office/drawing/2014/main" id="{0F0DF665-2C0D-44BF-8BE3-B58A54F72573}"/>
                  </a:ext>
                </a:extLst>
              </p:cNvPr>
              <p:cNvSpPr/>
              <p:nvPr/>
            </p:nvSpPr>
            <p:spPr>
              <a:xfrm>
                <a:off x="4009718"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4" name="椭圆 12353">
                <a:extLst>
                  <a:ext uri="{FF2B5EF4-FFF2-40B4-BE49-F238E27FC236}">
                    <a16:creationId xmlns:a16="http://schemas.microsoft.com/office/drawing/2014/main" id="{C41301E5-83F2-45AF-97E8-E0CC76E15559}"/>
                  </a:ext>
                </a:extLst>
              </p:cNvPr>
              <p:cNvSpPr/>
              <p:nvPr/>
            </p:nvSpPr>
            <p:spPr>
              <a:xfrm>
                <a:off x="403614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5" name="椭圆 12354">
                <a:extLst>
                  <a:ext uri="{FF2B5EF4-FFF2-40B4-BE49-F238E27FC236}">
                    <a16:creationId xmlns:a16="http://schemas.microsoft.com/office/drawing/2014/main" id="{6479A49D-1ECF-43F6-B045-5585FE88777F}"/>
                  </a:ext>
                </a:extLst>
              </p:cNvPr>
              <p:cNvSpPr/>
              <p:nvPr/>
            </p:nvSpPr>
            <p:spPr>
              <a:xfrm>
                <a:off x="406514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6" name="椭圆 12355">
                <a:extLst>
                  <a:ext uri="{FF2B5EF4-FFF2-40B4-BE49-F238E27FC236}">
                    <a16:creationId xmlns:a16="http://schemas.microsoft.com/office/drawing/2014/main" id="{8B8802D3-919B-4A9D-8F0E-A6DB3D84D50D}"/>
                  </a:ext>
                </a:extLst>
              </p:cNvPr>
              <p:cNvSpPr/>
              <p:nvPr/>
            </p:nvSpPr>
            <p:spPr>
              <a:xfrm>
                <a:off x="3893000" y="2980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7" name="椭圆 12356">
                <a:extLst>
                  <a:ext uri="{FF2B5EF4-FFF2-40B4-BE49-F238E27FC236}">
                    <a16:creationId xmlns:a16="http://schemas.microsoft.com/office/drawing/2014/main" id="{A660DFB6-A5BD-4DE0-A7EC-DBF53CF92A2A}"/>
                  </a:ext>
                </a:extLst>
              </p:cNvPr>
              <p:cNvSpPr/>
              <p:nvPr/>
            </p:nvSpPr>
            <p:spPr>
              <a:xfrm>
                <a:off x="4011113" y="28887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8" name="椭圆 12357">
                <a:extLst>
                  <a:ext uri="{FF2B5EF4-FFF2-40B4-BE49-F238E27FC236}">
                    <a16:creationId xmlns:a16="http://schemas.microsoft.com/office/drawing/2014/main" id="{DD289516-F149-432A-AE49-1AABDC21D8F5}"/>
                  </a:ext>
                </a:extLst>
              </p:cNvPr>
              <p:cNvSpPr/>
              <p:nvPr/>
            </p:nvSpPr>
            <p:spPr>
              <a:xfrm>
                <a:off x="3596103"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9" name="椭圆 12358">
                <a:extLst>
                  <a:ext uri="{FF2B5EF4-FFF2-40B4-BE49-F238E27FC236}">
                    <a16:creationId xmlns:a16="http://schemas.microsoft.com/office/drawing/2014/main" id="{582D49DB-86A1-45B0-9F8D-BD0534BC2613}"/>
                  </a:ext>
                </a:extLst>
              </p:cNvPr>
              <p:cNvSpPr/>
              <p:nvPr/>
            </p:nvSpPr>
            <p:spPr>
              <a:xfrm>
                <a:off x="396152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0" name="椭圆 12359">
                <a:extLst>
                  <a:ext uri="{FF2B5EF4-FFF2-40B4-BE49-F238E27FC236}">
                    <a16:creationId xmlns:a16="http://schemas.microsoft.com/office/drawing/2014/main" id="{90A03F79-999D-4F51-83FC-AAECBB362A63}"/>
                  </a:ext>
                </a:extLst>
              </p:cNvPr>
              <p:cNvSpPr/>
              <p:nvPr/>
            </p:nvSpPr>
            <p:spPr>
              <a:xfrm>
                <a:off x="404689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1" name="椭圆 12360">
                <a:extLst>
                  <a:ext uri="{FF2B5EF4-FFF2-40B4-BE49-F238E27FC236}">
                    <a16:creationId xmlns:a16="http://schemas.microsoft.com/office/drawing/2014/main" id="{2238AE25-1051-4381-96F1-B2A9E67E4A1B}"/>
                  </a:ext>
                </a:extLst>
              </p:cNvPr>
              <p:cNvSpPr/>
              <p:nvPr/>
            </p:nvSpPr>
            <p:spPr>
              <a:xfrm>
                <a:off x="3921593"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2" name="椭圆 12361">
                <a:extLst>
                  <a:ext uri="{FF2B5EF4-FFF2-40B4-BE49-F238E27FC236}">
                    <a16:creationId xmlns:a16="http://schemas.microsoft.com/office/drawing/2014/main" id="{82F834B8-40AB-41E3-83A8-A3D1ADC8F045}"/>
                  </a:ext>
                </a:extLst>
              </p:cNvPr>
              <p:cNvSpPr/>
              <p:nvPr/>
            </p:nvSpPr>
            <p:spPr>
              <a:xfrm>
                <a:off x="40003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3" name="椭圆 12362">
                <a:extLst>
                  <a:ext uri="{FF2B5EF4-FFF2-40B4-BE49-F238E27FC236}">
                    <a16:creationId xmlns:a16="http://schemas.microsoft.com/office/drawing/2014/main" id="{C0C3366C-35A9-4F7C-A40C-B9B6B8A77DC6}"/>
                  </a:ext>
                </a:extLst>
              </p:cNvPr>
              <p:cNvSpPr/>
              <p:nvPr/>
            </p:nvSpPr>
            <p:spPr>
              <a:xfrm>
                <a:off x="4013095" y="28798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4" name="椭圆 12363">
                <a:extLst>
                  <a:ext uri="{FF2B5EF4-FFF2-40B4-BE49-F238E27FC236}">
                    <a16:creationId xmlns:a16="http://schemas.microsoft.com/office/drawing/2014/main" id="{C29F00BF-3622-427B-8833-D50D741A795C}"/>
                  </a:ext>
                </a:extLst>
              </p:cNvPr>
              <p:cNvSpPr/>
              <p:nvPr/>
            </p:nvSpPr>
            <p:spPr>
              <a:xfrm>
                <a:off x="4011113" y="2954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5" name="椭圆 12364">
                <a:extLst>
                  <a:ext uri="{FF2B5EF4-FFF2-40B4-BE49-F238E27FC236}">
                    <a16:creationId xmlns:a16="http://schemas.microsoft.com/office/drawing/2014/main" id="{496EC667-E32D-413C-82B5-7D1327A2FA9C}"/>
                  </a:ext>
                </a:extLst>
              </p:cNvPr>
              <p:cNvSpPr/>
              <p:nvPr/>
            </p:nvSpPr>
            <p:spPr>
              <a:xfrm>
                <a:off x="3938843"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6" name="椭圆 12365">
                <a:extLst>
                  <a:ext uri="{FF2B5EF4-FFF2-40B4-BE49-F238E27FC236}">
                    <a16:creationId xmlns:a16="http://schemas.microsoft.com/office/drawing/2014/main" id="{D077FBF1-D075-4DA2-8A02-0A9AA404F0F1}"/>
                  </a:ext>
                </a:extLst>
              </p:cNvPr>
              <p:cNvSpPr/>
              <p:nvPr/>
            </p:nvSpPr>
            <p:spPr>
              <a:xfrm>
                <a:off x="4011847"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7" name="椭圆 12366">
                <a:extLst>
                  <a:ext uri="{FF2B5EF4-FFF2-40B4-BE49-F238E27FC236}">
                    <a16:creationId xmlns:a16="http://schemas.microsoft.com/office/drawing/2014/main" id="{EDD3EC36-6B76-4658-A9CF-70DBCEC980B9}"/>
                  </a:ext>
                </a:extLst>
              </p:cNvPr>
              <p:cNvSpPr/>
              <p:nvPr/>
            </p:nvSpPr>
            <p:spPr>
              <a:xfrm>
                <a:off x="4016472"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8" name="椭圆 12367">
                <a:extLst>
                  <a:ext uri="{FF2B5EF4-FFF2-40B4-BE49-F238E27FC236}">
                    <a16:creationId xmlns:a16="http://schemas.microsoft.com/office/drawing/2014/main" id="{26E4BCC1-31CD-4287-83B7-B8957A85B40A}"/>
                  </a:ext>
                </a:extLst>
              </p:cNvPr>
              <p:cNvSpPr/>
              <p:nvPr/>
            </p:nvSpPr>
            <p:spPr>
              <a:xfrm>
                <a:off x="401144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9" name="椭圆 12368">
                <a:extLst>
                  <a:ext uri="{FF2B5EF4-FFF2-40B4-BE49-F238E27FC236}">
                    <a16:creationId xmlns:a16="http://schemas.microsoft.com/office/drawing/2014/main" id="{6FA8CA24-C62C-4053-AF61-5967963D97A5}"/>
                  </a:ext>
                </a:extLst>
              </p:cNvPr>
              <p:cNvSpPr/>
              <p:nvPr/>
            </p:nvSpPr>
            <p:spPr>
              <a:xfrm>
                <a:off x="4097110"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0" name="椭圆 12369">
                <a:extLst>
                  <a:ext uri="{FF2B5EF4-FFF2-40B4-BE49-F238E27FC236}">
                    <a16:creationId xmlns:a16="http://schemas.microsoft.com/office/drawing/2014/main" id="{96966E11-7F7C-4DE5-9074-9FF70E7AE6EC}"/>
                  </a:ext>
                </a:extLst>
              </p:cNvPr>
              <p:cNvSpPr/>
              <p:nvPr/>
            </p:nvSpPr>
            <p:spPr>
              <a:xfrm>
                <a:off x="40239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1" name="椭圆 12370">
                <a:extLst>
                  <a:ext uri="{FF2B5EF4-FFF2-40B4-BE49-F238E27FC236}">
                    <a16:creationId xmlns:a16="http://schemas.microsoft.com/office/drawing/2014/main" id="{8BB2959E-7EF0-476A-90DF-E1D5E1042E43}"/>
                  </a:ext>
                </a:extLst>
              </p:cNvPr>
              <p:cNvSpPr/>
              <p:nvPr/>
            </p:nvSpPr>
            <p:spPr>
              <a:xfrm>
                <a:off x="401390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2" name="椭圆 12371">
                <a:extLst>
                  <a:ext uri="{FF2B5EF4-FFF2-40B4-BE49-F238E27FC236}">
                    <a16:creationId xmlns:a16="http://schemas.microsoft.com/office/drawing/2014/main" id="{AB448748-0351-40AC-B2BE-FF96DD1A8287}"/>
                  </a:ext>
                </a:extLst>
              </p:cNvPr>
              <p:cNvSpPr/>
              <p:nvPr/>
            </p:nvSpPr>
            <p:spPr>
              <a:xfrm>
                <a:off x="3988981"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3" name="椭圆 12372">
                <a:extLst>
                  <a:ext uri="{FF2B5EF4-FFF2-40B4-BE49-F238E27FC236}">
                    <a16:creationId xmlns:a16="http://schemas.microsoft.com/office/drawing/2014/main" id="{99D9E61C-428F-4051-9F0C-7BDFE8FDA76D}"/>
                  </a:ext>
                </a:extLst>
              </p:cNvPr>
              <p:cNvSpPr/>
              <p:nvPr/>
            </p:nvSpPr>
            <p:spPr>
              <a:xfrm>
                <a:off x="40487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4" name="椭圆 12373">
                <a:extLst>
                  <a:ext uri="{FF2B5EF4-FFF2-40B4-BE49-F238E27FC236}">
                    <a16:creationId xmlns:a16="http://schemas.microsoft.com/office/drawing/2014/main" id="{5748328D-314A-4A4E-B44A-4C82B1ED60A8}"/>
                  </a:ext>
                </a:extLst>
              </p:cNvPr>
              <p:cNvSpPr/>
              <p:nvPr/>
            </p:nvSpPr>
            <p:spPr>
              <a:xfrm>
                <a:off x="398208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5" name="椭圆 12374">
                <a:extLst>
                  <a:ext uri="{FF2B5EF4-FFF2-40B4-BE49-F238E27FC236}">
                    <a16:creationId xmlns:a16="http://schemas.microsoft.com/office/drawing/2014/main" id="{4C94BE59-EA5F-4C7A-A6BA-5A2AC5DF0083}"/>
                  </a:ext>
                </a:extLst>
              </p:cNvPr>
              <p:cNvSpPr/>
              <p:nvPr/>
            </p:nvSpPr>
            <p:spPr>
              <a:xfrm>
                <a:off x="3851672" y="2818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6" name="椭圆 12375">
                <a:extLst>
                  <a:ext uri="{FF2B5EF4-FFF2-40B4-BE49-F238E27FC236}">
                    <a16:creationId xmlns:a16="http://schemas.microsoft.com/office/drawing/2014/main" id="{18111B85-97ED-4218-9A5E-963E3A8EB219}"/>
                  </a:ext>
                </a:extLst>
              </p:cNvPr>
              <p:cNvSpPr/>
              <p:nvPr/>
            </p:nvSpPr>
            <p:spPr>
              <a:xfrm>
                <a:off x="403390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7" name="椭圆 12376">
                <a:extLst>
                  <a:ext uri="{FF2B5EF4-FFF2-40B4-BE49-F238E27FC236}">
                    <a16:creationId xmlns:a16="http://schemas.microsoft.com/office/drawing/2014/main" id="{30D06816-2E64-4057-9251-46B56EA71980}"/>
                  </a:ext>
                </a:extLst>
              </p:cNvPr>
              <p:cNvSpPr/>
              <p:nvPr/>
            </p:nvSpPr>
            <p:spPr>
              <a:xfrm>
                <a:off x="40501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8" name="椭圆 12377">
                <a:extLst>
                  <a:ext uri="{FF2B5EF4-FFF2-40B4-BE49-F238E27FC236}">
                    <a16:creationId xmlns:a16="http://schemas.microsoft.com/office/drawing/2014/main" id="{F36FF673-B90B-457D-96E6-881599FE7515}"/>
                  </a:ext>
                </a:extLst>
              </p:cNvPr>
              <p:cNvSpPr/>
              <p:nvPr/>
            </p:nvSpPr>
            <p:spPr>
              <a:xfrm>
                <a:off x="40402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9" name="椭圆 12378">
                <a:extLst>
                  <a:ext uri="{FF2B5EF4-FFF2-40B4-BE49-F238E27FC236}">
                    <a16:creationId xmlns:a16="http://schemas.microsoft.com/office/drawing/2014/main" id="{D0261E0A-E0D7-4054-8006-D0BB83F23FF8}"/>
                  </a:ext>
                </a:extLst>
              </p:cNvPr>
              <p:cNvSpPr/>
              <p:nvPr/>
            </p:nvSpPr>
            <p:spPr>
              <a:xfrm>
                <a:off x="3920932"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0" name="椭圆 12379">
                <a:extLst>
                  <a:ext uri="{FF2B5EF4-FFF2-40B4-BE49-F238E27FC236}">
                    <a16:creationId xmlns:a16="http://schemas.microsoft.com/office/drawing/2014/main" id="{B3B29774-A86B-4B09-AB6C-1B42B610C18D}"/>
                  </a:ext>
                </a:extLst>
              </p:cNvPr>
              <p:cNvSpPr/>
              <p:nvPr/>
            </p:nvSpPr>
            <p:spPr>
              <a:xfrm>
                <a:off x="402238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1" name="椭圆 12380">
                <a:extLst>
                  <a:ext uri="{FF2B5EF4-FFF2-40B4-BE49-F238E27FC236}">
                    <a16:creationId xmlns:a16="http://schemas.microsoft.com/office/drawing/2014/main" id="{D2B90C39-4D34-4977-8DEB-36A1BAFFAAA6}"/>
                  </a:ext>
                </a:extLst>
              </p:cNvPr>
              <p:cNvSpPr/>
              <p:nvPr/>
            </p:nvSpPr>
            <p:spPr>
              <a:xfrm>
                <a:off x="407589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2" name="椭圆 12381">
                <a:extLst>
                  <a:ext uri="{FF2B5EF4-FFF2-40B4-BE49-F238E27FC236}">
                    <a16:creationId xmlns:a16="http://schemas.microsoft.com/office/drawing/2014/main" id="{E0EC1361-F261-4F01-91BC-AD4BAFB6C13D}"/>
                  </a:ext>
                </a:extLst>
              </p:cNvPr>
              <p:cNvSpPr/>
              <p:nvPr/>
            </p:nvSpPr>
            <p:spPr>
              <a:xfrm>
                <a:off x="4009425" y="29761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3" name="椭圆 12382">
                <a:extLst>
                  <a:ext uri="{FF2B5EF4-FFF2-40B4-BE49-F238E27FC236}">
                    <a16:creationId xmlns:a16="http://schemas.microsoft.com/office/drawing/2014/main" id="{392CDD85-3D7F-4DCC-9015-1B22E67B2783}"/>
                  </a:ext>
                </a:extLst>
              </p:cNvPr>
              <p:cNvSpPr/>
              <p:nvPr/>
            </p:nvSpPr>
            <p:spPr>
              <a:xfrm>
                <a:off x="4015334" y="29020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4" name="椭圆 12383">
                <a:extLst>
                  <a:ext uri="{FF2B5EF4-FFF2-40B4-BE49-F238E27FC236}">
                    <a16:creationId xmlns:a16="http://schemas.microsoft.com/office/drawing/2014/main" id="{DB4F9066-4FF6-4D11-BEC9-54D8A41BBA81}"/>
                  </a:ext>
                </a:extLst>
              </p:cNvPr>
              <p:cNvSpPr/>
              <p:nvPr/>
            </p:nvSpPr>
            <p:spPr>
              <a:xfrm>
                <a:off x="399011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5" name="椭圆 12384">
                <a:extLst>
                  <a:ext uri="{FF2B5EF4-FFF2-40B4-BE49-F238E27FC236}">
                    <a16:creationId xmlns:a16="http://schemas.microsoft.com/office/drawing/2014/main" id="{96AF2F72-B727-48C9-BC00-F08357E1EF4C}"/>
                  </a:ext>
                </a:extLst>
              </p:cNvPr>
              <p:cNvSpPr/>
              <p:nvPr/>
            </p:nvSpPr>
            <p:spPr>
              <a:xfrm>
                <a:off x="40205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6" name="椭圆 12385">
                <a:extLst>
                  <a:ext uri="{FF2B5EF4-FFF2-40B4-BE49-F238E27FC236}">
                    <a16:creationId xmlns:a16="http://schemas.microsoft.com/office/drawing/2014/main" id="{F029E66F-DDD1-415C-AE27-2EC260321230}"/>
                  </a:ext>
                </a:extLst>
              </p:cNvPr>
              <p:cNvSpPr/>
              <p:nvPr/>
            </p:nvSpPr>
            <p:spPr>
              <a:xfrm>
                <a:off x="401672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7" name="椭圆 12386">
                <a:extLst>
                  <a:ext uri="{FF2B5EF4-FFF2-40B4-BE49-F238E27FC236}">
                    <a16:creationId xmlns:a16="http://schemas.microsoft.com/office/drawing/2014/main" id="{C138F449-ECB8-46F3-9FFC-06496A58F409}"/>
                  </a:ext>
                </a:extLst>
              </p:cNvPr>
              <p:cNvSpPr/>
              <p:nvPr/>
            </p:nvSpPr>
            <p:spPr>
              <a:xfrm>
                <a:off x="400898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8" name="椭圆 12387">
                <a:extLst>
                  <a:ext uri="{FF2B5EF4-FFF2-40B4-BE49-F238E27FC236}">
                    <a16:creationId xmlns:a16="http://schemas.microsoft.com/office/drawing/2014/main" id="{7695BAA9-317C-4F5A-855A-E0F387081934}"/>
                  </a:ext>
                </a:extLst>
              </p:cNvPr>
              <p:cNvSpPr/>
              <p:nvPr/>
            </p:nvSpPr>
            <p:spPr>
              <a:xfrm>
                <a:off x="4013719"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9" name="椭圆 12388">
                <a:extLst>
                  <a:ext uri="{FF2B5EF4-FFF2-40B4-BE49-F238E27FC236}">
                    <a16:creationId xmlns:a16="http://schemas.microsoft.com/office/drawing/2014/main" id="{62F801CD-08EF-4256-9B3E-A8B94BEF57CF}"/>
                  </a:ext>
                </a:extLst>
              </p:cNvPr>
              <p:cNvSpPr/>
              <p:nvPr/>
            </p:nvSpPr>
            <p:spPr>
              <a:xfrm>
                <a:off x="4108048"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0" name="椭圆 12389">
                <a:extLst>
                  <a:ext uri="{FF2B5EF4-FFF2-40B4-BE49-F238E27FC236}">
                    <a16:creationId xmlns:a16="http://schemas.microsoft.com/office/drawing/2014/main" id="{F62FA764-0F83-4545-942D-C87249D14125}"/>
                  </a:ext>
                </a:extLst>
              </p:cNvPr>
              <p:cNvSpPr/>
              <p:nvPr/>
            </p:nvSpPr>
            <p:spPr>
              <a:xfrm>
                <a:off x="401540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1" name="椭圆 12390">
                <a:extLst>
                  <a:ext uri="{FF2B5EF4-FFF2-40B4-BE49-F238E27FC236}">
                    <a16:creationId xmlns:a16="http://schemas.microsoft.com/office/drawing/2014/main" id="{82912E26-E849-47BA-AC3C-B0041286E808}"/>
                  </a:ext>
                </a:extLst>
              </p:cNvPr>
              <p:cNvSpPr/>
              <p:nvPr/>
            </p:nvSpPr>
            <p:spPr>
              <a:xfrm>
                <a:off x="4023409"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2" name="椭圆 12391">
                <a:extLst>
                  <a:ext uri="{FF2B5EF4-FFF2-40B4-BE49-F238E27FC236}">
                    <a16:creationId xmlns:a16="http://schemas.microsoft.com/office/drawing/2014/main" id="{A8CC999B-9133-4640-8B80-E59C07F5A9BF}"/>
                  </a:ext>
                </a:extLst>
              </p:cNvPr>
              <p:cNvSpPr/>
              <p:nvPr/>
            </p:nvSpPr>
            <p:spPr>
              <a:xfrm>
                <a:off x="40082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3" name="椭圆 12392">
                <a:extLst>
                  <a:ext uri="{FF2B5EF4-FFF2-40B4-BE49-F238E27FC236}">
                    <a16:creationId xmlns:a16="http://schemas.microsoft.com/office/drawing/2014/main" id="{548999F7-0ADC-438B-9D5C-467853AA0DB7}"/>
                  </a:ext>
                </a:extLst>
              </p:cNvPr>
              <p:cNvSpPr/>
              <p:nvPr/>
            </p:nvSpPr>
            <p:spPr>
              <a:xfrm>
                <a:off x="407868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4" name="椭圆 12393">
                <a:extLst>
                  <a:ext uri="{FF2B5EF4-FFF2-40B4-BE49-F238E27FC236}">
                    <a16:creationId xmlns:a16="http://schemas.microsoft.com/office/drawing/2014/main" id="{74332676-1575-4864-A52D-56B9B81D05E6}"/>
                  </a:ext>
                </a:extLst>
              </p:cNvPr>
              <p:cNvSpPr/>
              <p:nvPr/>
            </p:nvSpPr>
            <p:spPr>
              <a:xfrm>
                <a:off x="3967619" y="3006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5" name="椭圆 12394">
                <a:extLst>
                  <a:ext uri="{FF2B5EF4-FFF2-40B4-BE49-F238E27FC236}">
                    <a16:creationId xmlns:a16="http://schemas.microsoft.com/office/drawing/2014/main" id="{29D2EA8E-66B4-45F5-B826-759C787375CC}"/>
                  </a:ext>
                </a:extLst>
              </p:cNvPr>
              <p:cNvSpPr/>
              <p:nvPr/>
            </p:nvSpPr>
            <p:spPr>
              <a:xfrm>
                <a:off x="4027740" y="3043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6" name="椭圆 12395">
                <a:extLst>
                  <a:ext uri="{FF2B5EF4-FFF2-40B4-BE49-F238E27FC236}">
                    <a16:creationId xmlns:a16="http://schemas.microsoft.com/office/drawing/2014/main" id="{21D1C0EE-8443-443F-A882-695E4ACF0A7B}"/>
                  </a:ext>
                </a:extLst>
              </p:cNvPr>
              <p:cNvSpPr/>
              <p:nvPr/>
            </p:nvSpPr>
            <p:spPr>
              <a:xfrm>
                <a:off x="4008324"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7" name="椭圆 12396">
                <a:extLst>
                  <a:ext uri="{FF2B5EF4-FFF2-40B4-BE49-F238E27FC236}">
                    <a16:creationId xmlns:a16="http://schemas.microsoft.com/office/drawing/2014/main" id="{E5F2DB41-EDC2-41BC-B39B-7AC3EDC34615}"/>
                  </a:ext>
                </a:extLst>
              </p:cNvPr>
              <p:cNvSpPr/>
              <p:nvPr/>
            </p:nvSpPr>
            <p:spPr>
              <a:xfrm>
                <a:off x="38383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8" name="椭圆 12397">
                <a:extLst>
                  <a:ext uri="{FF2B5EF4-FFF2-40B4-BE49-F238E27FC236}">
                    <a16:creationId xmlns:a16="http://schemas.microsoft.com/office/drawing/2014/main" id="{D58FC418-0778-420D-8757-022DD7B1F722}"/>
                  </a:ext>
                </a:extLst>
              </p:cNvPr>
              <p:cNvSpPr/>
              <p:nvPr/>
            </p:nvSpPr>
            <p:spPr>
              <a:xfrm>
                <a:off x="404800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9" name="椭圆 12398">
                <a:extLst>
                  <a:ext uri="{FF2B5EF4-FFF2-40B4-BE49-F238E27FC236}">
                    <a16:creationId xmlns:a16="http://schemas.microsoft.com/office/drawing/2014/main" id="{83095B67-5163-4638-B706-6DAC3D8875C4}"/>
                  </a:ext>
                </a:extLst>
              </p:cNvPr>
              <p:cNvSpPr/>
              <p:nvPr/>
            </p:nvSpPr>
            <p:spPr>
              <a:xfrm>
                <a:off x="3938770"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0" name="椭圆 12399">
                <a:extLst>
                  <a:ext uri="{FF2B5EF4-FFF2-40B4-BE49-F238E27FC236}">
                    <a16:creationId xmlns:a16="http://schemas.microsoft.com/office/drawing/2014/main" id="{EF78C10C-DCA6-4FEA-BB40-BD2FC70E4776}"/>
                  </a:ext>
                </a:extLst>
              </p:cNvPr>
              <p:cNvSpPr/>
              <p:nvPr/>
            </p:nvSpPr>
            <p:spPr>
              <a:xfrm>
                <a:off x="39555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1" name="椭圆 12400">
                <a:extLst>
                  <a:ext uri="{FF2B5EF4-FFF2-40B4-BE49-F238E27FC236}">
                    <a16:creationId xmlns:a16="http://schemas.microsoft.com/office/drawing/2014/main" id="{5884E985-7681-49E8-AD6C-80941D67CA3F}"/>
                  </a:ext>
                </a:extLst>
              </p:cNvPr>
              <p:cNvSpPr/>
              <p:nvPr/>
            </p:nvSpPr>
            <p:spPr>
              <a:xfrm>
                <a:off x="390133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2" name="椭圆 12401">
                <a:extLst>
                  <a:ext uri="{FF2B5EF4-FFF2-40B4-BE49-F238E27FC236}">
                    <a16:creationId xmlns:a16="http://schemas.microsoft.com/office/drawing/2014/main" id="{3624DF35-E46D-40F6-BDB3-D450CD7E545A}"/>
                  </a:ext>
                </a:extLst>
              </p:cNvPr>
              <p:cNvSpPr/>
              <p:nvPr/>
            </p:nvSpPr>
            <p:spPr>
              <a:xfrm>
                <a:off x="396839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3" name="椭圆 12402">
                <a:extLst>
                  <a:ext uri="{FF2B5EF4-FFF2-40B4-BE49-F238E27FC236}">
                    <a16:creationId xmlns:a16="http://schemas.microsoft.com/office/drawing/2014/main" id="{A653458A-2EA3-445F-95C1-FF7CACCA0554}"/>
                  </a:ext>
                </a:extLst>
              </p:cNvPr>
              <p:cNvSpPr/>
              <p:nvPr/>
            </p:nvSpPr>
            <p:spPr>
              <a:xfrm>
                <a:off x="397363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4" name="椭圆 12403">
                <a:extLst>
                  <a:ext uri="{FF2B5EF4-FFF2-40B4-BE49-F238E27FC236}">
                    <a16:creationId xmlns:a16="http://schemas.microsoft.com/office/drawing/2014/main" id="{91C5A340-CD25-4C9C-A0A1-337C306A3AA3}"/>
                  </a:ext>
                </a:extLst>
              </p:cNvPr>
              <p:cNvSpPr/>
              <p:nvPr/>
            </p:nvSpPr>
            <p:spPr>
              <a:xfrm>
                <a:off x="39904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5" name="椭圆 12404">
                <a:extLst>
                  <a:ext uri="{FF2B5EF4-FFF2-40B4-BE49-F238E27FC236}">
                    <a16:creationId xmlns:a16="http://schemas.microsoft.com/office/drawing/2014/main" id="{AFCE83DA-8DB6-4887-9089-A8B4AEE31550}"/>
                  </a:ext>
                </a:extLst>
              </p:cNvPr>
              <p:cNvSpPr/>
              <p:nvPr/>
            </p:nvSpPr>
            <p:spPr>
              <a:xfrm>
                <a:off x="4098578"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6" name="椭圆 12405">
                <a:extLst>
                  <a:ext uri="{FF2B5EF4-FFF2-40B4-BE49-F238E27FC236}">
                    <a16:creationId xmlns:a16="http://schemas.microsoft.com/office/drawing/2014/main" id="{8BD96EA9-8E6F-4C34-A45B-C0BFF7945EFD}"/>
                  </a:ext>
                </a:extLst>
              </p:cNvPr>
              <p:cNvSpPr/>
              <p:nvPr/>
            </p:nvSpPr>
            <p:spPr>
              <a:xfrm>
                <a:off x="4065251"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7" name="椭圆 12406">
                <a:extLst>
                  <a:ext uri="{FF2B5EF4-FFF2-40B4-BE49-F238E27FC236}">
                    <a16:creationId xmlns:a16="http://schemas.microsoft.com/office/drawing/2014/main" id="{E38B46B3-3603-48F8-A29B-691CDD8B0EEA}"/>
                  </a:ext>
                </a:extLst>
              </p:cNvPr>
              <p:cNvSpPr/>
              <p:nvPr/>
            </p:nvSpPr>
            <p:spPr>
              <a:xfrm>
                <a:off x="3976281"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8" name="椭圆 12407">
                <a:extLst>
                  <a:ext uri="{FF2B5EF4-FFF2-40B4-BE49-F238E27FC236}">
                    <a16:creationId xmlns:a16="http://schemas.microsoft.com/office/drawing/2014/main" id="{44DDD18C-3EAB-420C-93E3-3038B4247ACF}"/>
                  </a:ext>
                </a:extLst>
              </p:cNvPr>
              <p:cNvSpPr/>
              <p:nvPr/>
            </p:nvSpPr>
            <p:spPr>
              <a:xfrm>
                <a:off x="40399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9" name="椭圆 12408">
                <a:extLst>
                  <a:ext uri="{FF2B5EF4-FFF2-40B4-BE49-F238E27FC236}">
                    <a16:creationId xmlns:a16="http://schemas.microsoft.com/office/drawing/2014/main" id="{C131A321-99DC-48C9-BD09-FA523D139ABB}"/>
                  </a:ext>
                </a:extLst>
              </p:cNvPr>
              <p:cNvSpPr/>
              <p:nvPr/>
            </p:nvSpPr>
            <p:spPr>
              <a:xfrm>
                <a:off x="401093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0" name="椭圆 12409">
                <a:extLst>
                  <a:ext uri="{FF2B5EF4-FFF2-40B4-BE49-F238E27FC236}">
                    <a16:creationId xmlns:a16="http://schemas.microsoft.com/office/drawing/2014/main" id="{DA2721E8-E4B7-40E3-BA32-DA5D94E6766E}"/>
                  </a:ext>
                </a:extLst>
              </p:cNvPr>
              <p:cNvSpPr/>
              <p:nvPr/>
            </p:nvSpPr>
            <p:spPr>
              <a:xfrm>
                <a:off x="405038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1" name="椭圆 12410">
                <a:extLst>
                  <a:ext uri="{FF2B5EF4-FFF2-40B4-BE49-F238E27FC236}">
                    <a16:creationId xmlns:a16="http://schemas.microsoft.com/office/drawing/2014/main" id="{70FC746E-5FFB-44A9-8525-F8F888BEDE7B}"/>
                  </a:ext>
                </a:extLst>
              </p:cNvPr>
              <p:cNvSpPr/>
              <p:nvPr/>
            </p:nvSpPr>
            <p:spPr>
              <a:xfrm>
                <a:off x="405211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2" name="椭圆 12411">
                <a:extLst>
                  <a:ext uri="{FF2B5EF4-FFF2-40B4-BE49-F238E27FC236}">
                    <a16:creationId xmlns:a16="http://schemas.microsoft.com/office/drawing/2014/main" id="{923F13DD-1D7A-4262-8D13-937AE5A8D2C1}"/>
                  </a:ext>
                </a:extLst>
              </p:cNvPr>
              <p:cNvSpPr/>
              <p:nvPr/>
            </p:nvSpPr>
            <p:spPr>
              <a:xfrm>
                <a:off x="39973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3" name="椭圆 12412">
                <a:extLst>
                  <a:ext uri="{FF2B5EF4-FFF2-40B4-BE49-F238E27FC236}">
                    <a16:creationId xmlns:a16="http://schemas.microsoft.com/office/drawing/2014/main" id="{78ABB0B1-CC96-404D-9F61-14B32FC48CEC}"/>
                  </a:ext>
                </a:extLst>
              </p:cNvPr>
              <p:cNvSpPr/>
              <p:nvPr/>
            </p:nvSpPr>
            <p:spPr>
              <a:xfrm>
                <a:off x="40098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4" name="椭圆 12413">
                <a:extLst>
                  <a:ext uri="{FF2B5EF4-FFF2-40B4-BE49-F238E27FC236}">
                    <a16:creationId xmlns:a16="http://schemas.microsoft.com/office/drawing/2014/main" id="{F222B269-B453-427A-ABEA-A14C077629CB}"/>
                  </a:ext>
                </a:extLst>
              </p:cNvPr>
              <p:cNvSpPr/>
              <p:nvPr/>
            </p:nvSpPr>
            <p:spPr>
              <a:xfrm>
                <a:off x="395176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5" name="椭圆 12414">
                <a:extLst>
                  <a:ext uri="{FF2B5EF4-FFF2-40B4-BE49-F238E27FC236}">
                    <a16:creationId xmlns:a16="http://schemas.microsoft.com/office/drawing/2014/main" id="{E294A76D-4BB4-4481-A4BF-623364907B06}"/>
                  </a:ext>
                </a:extLst>
              </p:cNvPr>
              <p:cNvSpPr/>
              <p:nvPr/>
            </p:nvSpPr>
            <p:spPr>
              <a:xfrm>
                <a:off x="405967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6" name="椭圆 12415">
                <a:extLst>
                  <a:ext uri="{FF2B5EF4-FFF2-40B4-BE49-F238E27FC236}">
                    <a16:creationId xmlns:a16="http://schemas.microsoft.com/office/drawing/2014/main" id="{6A6BFE03-A40C-42FB-B7F8-92B4DEE1F9B0}"/>
                  </a:ext>
                </a:extLst>
              </p:cNvPr>
              <p:cNvSpPr/>
              <p:nvPr/>
            </p:nvSpPr>
            <p:spPr>
              <a:xfrm>
                <a:off x="401716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7" name="椭圆 12416">
                <a:extLst>
                  <a:ext uri="{FF2B5EF4-FFF2-40B4-BE49-F238E27FC236}">
                    <a16:creationId xmlns:a16="http://schemas.microsoft.com/office/drawing/2014/main" id="{DA9080F2-8EF4-4B89-BCCD-9DBD3158FF82}"/>
                  </a:ext>
                </a:extLst>
              </p:cNvPr>
              <p:cNvSpPr/>
              <p:nvPr/>
            </p:nvSpPr>
            <p:spPr>
              <a:xfrm>
                <a:off x="4221279" y="2841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8" name="椭圆 12417">
                <a:extLst>
                  <a:ext uri="{FF2B5EF4-FFF2-40B4-BE49-F238E27FC236}">
                    <a16:creationId xmlns:a16="http://schemas.microsoft.com/office/drawing/2014/main" id="{EFB41FA1-3971-46B5-BCDB-323752AD7E90}"/>
                  </a:ext>
                </a:extLst>
              </p:cNvPr>
              <p:cNvSpPr/>
              <p:nvPr/>
            </p:nvSpPr>
            <p:spPr>
              <a:xfrm>
                <a:off x="3899974" y="29234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9" name="椭圆 12418">
                <a:extLst>
                  <a:ext uri="{FF2B5EF4-FFF2-40B4-BE49-F238E27FC236}">
                    <a16:creationId xmlns:a16="http://schemas.microsoft.com/office/drawing/2014/main" id="{DEC2E7BD-2A98-4381-B6F0-8C4947DF2BC6}"/>
                  </a:ext>
                </a:extLst>
              </p:cNvPr>
              <p:cNvSpPr/>
              <p:nvPr/>
            </p:nvSpPr>
            <p:spPr>
              <a:xfrm>
                <a:off x="4234566" y="27593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0" name="椭圆 12419">
                <a:extLst>
                  <a:ext uri="{FF2B5EF4-FFF2-40B4-BE49-F238E27FC236}">
                    <a16:creationId xmlns:a16="http://schemas.microsoft.com/office/drawing/2014/main" id="{F5857D1F-3FE8-429A-B85F-2B5A49609441}"/>
                  </a:ext>
                </a:extLst>
              </p:cNvPr>
              <p:cNvSpPr/>
              <p:nvPr/>
            </p:nvSpPr>
            <p:spPr>
              <a:xfrm>
                <a:off x="4297366" y="27226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1" name="椭圆 12420">
                <a:extLst>
                  <a:ext uri="{FF2B5EF4-FFF2-40B4-BE49-F238E27FC236}">
                    <a16:creationId xmlns:a16="http://schemas.microsoft.com/office/drawing/2014/main" id="{769E7A9D-6323-4930-8240-F81B2094327B}"/>
                  </a:ext>
                </a:extLst>
              </p:cNvPr>
              <p:cNvSpPr/>
              <p:nvPr/>
            </p:nvSpPr>
            <p:spPr>
              <a:xfrm>
                <a:off x="4018197"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2" name="椭圆 12421">
                <a:extLst>
                  <a:ext uri="{FF2B5EF4-FFF2-40B4-BE49-F238E27FC236}">
                    <a16:creationId xmlns:a16="http://schemas.microsoft.com/office/drawing/2014/main" id="{38AD0713-38BA-4CB5-83A5-2268F9B183FF}"/>
                  </a:ext>
                </a:extLst>
              </p:cNvPr>
              <p:cNvSpPr/>
              <p:nvPr/>
            </p:nvSpPr>
            <p:spPr>
              <a:xfrm>
                <a:off x="4014600" y="30439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3" name="椭圆 12422">
                <a:extLst>
                  <a:ext uri="{FF2B5EF4-FFF2-40B4-BE49-F238E27FC236}">
                    <a16:creationId xmlns:a16="http://schemas.microsoft.com/office/drawing/2014/main" id="{94B6E2DD-427A-4A0C-A60C-175460EAB71F}"/>
                  </a:ext>
                </a:extLst>
              </p:cNvPr>
              <p:cNvSpPr/>
              <p:nvPr/>
            </p:nvSpPr>
            <p:spPr>
              <a:xfrm>
                <a:off x="3906030" y="27556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4" name="椭圆 12423">
                <a:extLst>
                  <a:ext uri="{FF2B5EF4-FFF2-40B4-BE49-F238E27FC236}">
                    <a16:creationId xmlns:a16="http://schemas.microsoft.com/office/drawing/2014/main" id="{FEACE9B0-C3B5-4B87-AD39-B544CBE206DF}"/>
                  </a:ext>
                </a:extLst>
              </p:cNvPr>
              <p:cNvSpPr/>
              <p:nvPr/>
            </p:nvSpPr>
            <p:spPr>
              <a:xfrm>
                <a:off x="3840954"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5" name="椭圆 12424">
                <a:extLst>
                  <a:ext uri="{FF2B5EF4-FFF2-40B4-BE49-F238E27FC236}">
                    <a16:creationId xmlns:a16="http://schemas.microsoft.com/office/drawing/2014/main" id="{944AC3DC-0D45-4EFF-A491-BD1C79CF7F6A}"/>
                  </a:ext>
                </a:extLst>
              </p:cNvPr>
              <p:cNvSpPr/>
              <p:nvPr/>
            </p:nvSpPr>
            <p:spPr>
              <a:xfrm>
                <a:off x="404880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6" name="椭圆 12425">
                <a:extLst>
                  <a:ext uri="{FF2B5EF4-FFF2-40B4-BE49-F238E27FC236}">
                    <a16:creationId xmlns:a16="http://schemas.microsoft.com/office/drawing/2014/main" id="{FE322982-EC42-4ED9-9131-42BF8065415A}"/>
                  </a:ext>
                </a:extLst>
              </p:cNvPr>
              <p:cNvSpPr/>
              <p:nvPr/>
            </p:nvSpPr>
            <p:spPr>
              <a:xfrm>
                <a:off x="3904856" y="2982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7" name="椭圆 12426">
                <a:extLst>
                  <a:ext uri="{FF2B5EF4-FFF2-40B4-BE49-F238E27FC236}">
                    <a16:creationId xmlns:a16="http://schemas.microsoft.com/office/drawing/2014/main" id="{6331549D-476F-4409-99F7-1428190D3A38}"/>
                  </a:ext>
                </a:extLst>
              </p:cNvPr>
              <p:cNvSpPr/>
              <p:nvPr/>
            </p:nvSpPr>
            <p:spPr>
              <a:xfrm>
                <a:off x="4144752"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8" name="椭圆 12427">
                <a:extLst>
                  <a:ext uri="{FF2B5EF4-FFF2-40B4-BE49-F238E27FC236}">
                    <a16:creationId xmlns:a16="http://schemas.microsoft.com/office/drawing/2014/main" id="{EFF24D12-F7C7-4DA9-9E49-AC839F1BCF90}"/>
                  </a:ext>
                </a:extLst>
              </p:cNvPr>
              <p:cNvSpPr/>
              <p:nvPr/>
            </p:nvSpPr>
            <p:spPr>
              <a:xfrm>
                <a:off x="3870831" y="28717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9" name="椭圆 12428">
                <a:extLst>
                  <a:ext uri="{FF2B5EF4-FFF2-40B4-BE49-F238E27FC236}">
                    <a16:creationId xmlns:a16="http://schemas.microsoft.com/office/drawing/2014/main" id="{233466EF-C17E-441A-9468-406E149D9648}"/>
                  </a:ext>
                </a:extLst>
              </p:cNvPr>
              <p:cNvSpPr/>
              <p:nvPr/>
            </p:nvSpPr>
            <p:spPr>
              <a:xfrm>
                <a:off x="40183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0" name="椭圆 12429">
                <a:extLst>
                  <a:ext uri="{FF2B5EF4-FFF2-40B4-BE49-F238E27FC236}">
                    <a16:creationId xmlns:a16="http://schemas.microsoft.com/office/drawing/2014/main" id="{6031D4A7-A0BE-4413-9621-46F27D763A8C}"/>
                  </a:ext>
                </a:extLst>
              </p:cNvPr>
              <p:cNvSpPr/>
              <p:nvPr/>
            </p:nvSpPr>
            <p:spPr>
              <a:xfrm>
                <a:off x="401808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1" name="椭圆 12430">
                <a:extLst>
                  <a:ext uri="{FF2B5EF4-FFF2-40B4-BE49-F238E27FC236}">
                    <a16:creationId xmlns:a16="http://schemas.microsoft.com/office/drawing/2014/main" id="{223567D1-1532-497A-A9A3-47730BF525E8}"/>
                  </a:ext>
                </a:extLst>
              </p:cNvPr>
              <p:cNvSpPr/>
              <p:nvPr/>
            </p:nvSpPr>
            <p:spPr>
              <a:xfrm>
                <a:off x="40109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2" name="椭圆 12431">
                <a:extLst>
                  <a:ext uri="{FF2B5EF4-FFF2-40B4-BE49-F238E27FC236}">
                    <a16:creationId xmlns:a16="http://schemas.microsoft.com/office/drawing/2014/main" id="{4F72D9E0-2438-420E-A79B-ACD859404D81}"/>
                  </a:ext>
                </a:extLst>
              </p:cNvPr>
              <p:cNvSpPr/>
              <p:nvPr/>
            </p:nvSpPr>
            <p:spPr>
              <a:xfrm>
                <a:off x="396420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3" name="椭圆 12432">
                <a:extLst>
                  <a:ext uri="{FF2B5EF4-FFF2-40B4-BE49-F238E27FC236}">
                    <a16:creationId xmlns:a16="http://schemas.microsoft.com/office/drawing/2014/main" id="{B978D48F-4D84-42E0-BA4B-EABB898A96AE}"/>
                  </a:ext>
                </a:extLst>
              </p:cNvPr>
              <p:cNvSpPr/>
              <p:nvPr/>
            </p:nvSpPr>
            <p:spPr>
              <a:xfrm>
                <a:off x="403867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4" name="椭圆 12433">
                <a:extLst>
                  <a:ext uri="{FF2B5EF4-FFF2-40B4-BE49-F238E27FC236}">
                    <a16:creationId xmlns:a16="http://schemas.microsoft.com/office/drawing/2014/main" id="{5DF195CC-9545-4F93-987E-D56235909398}"/>
                  </a:ext>
                </a:extLst>
              </p:cNvPr>
              <p:cNvSpPr/>
              <p:nvPr/>
            </p:nvSpPr>
            <p:spPr>
              <a:xfrm>
                <a:off x="395183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5" name="椭圆 12434">
                <a:extLst>
                  <a:ext uri="{FF2B5EF4-FFF2-40B4-BE49-F238E27FC236}">
                    <a16:creationId xmlns:a16="http://schemas.microsoft.com/office/drawing/2014/main" id="{F3CF92C8-B7A3-41DA-95CA-5BE832576C9B}"/>
                  </a:ext>
                </a:extLst>
              </p:cNvPr>
              <p:cNvSpPr/>
              <p:nvPr/>
            </p:nvSpPr>
            <p:spPr>
              <a:xfrm>
                <a:off x="4147725" y="29708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6" name="椭圆 12435">
                <a:extLst>
                  <a:ext uri="{FF2B5EF4-FFF2-40B4-BE49-F238E27FC236}">
                    <a16:creationId xmlns:a16="http://schemas.microsoft.com/office/drawing/2014/main" id="{50F597C6-8B4F-4515-915B-BFFBFB4F6672}"/>
                  </a:ext>
                </a:extLst>
              </p:cNvPr>
              <p:cNvSpPr/>
              <p:nvPr/>
            </p:nvSpPr>
            <p:spPr>
              <a:xfrm>
                <a:off x="402414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7" name="椭圆 12436">
                <a:extLst>
                  <a:ext uri="{FF2B5EF4-FFF2-40B4-BE49-F238E27FC236}">
                    <a16:creationId xmlns:a16="http://schemas.microsoft.com/office/drawing/2014/main" id="{BC84087F-34B9-46BD-B2A5-C509356A4272}"/>
                  </a:ext>
                </a:extLst>
              </p:cNvPr>
              <p:cNvSpPr/>
              <p:nvPr/>
            </p:nvSpPr>
            <p:spPr>
              <a:xfrm>
                <a:off x="3943835" y="29537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8" name="椭圆 12437">
                <a:extLst>
                  <a:ext uri="{FF2B5EF4-FFF2-40B4-BE49-F238E27FC236}">
                    <a16:creationId xmlns:a16="http://schemas.microsoft.com/office/drawing/2014/main" id="{F7A1784D-608C-49A1-ACE1-73F19D844A0C}"/>
                  </a:ext>
                </a:extLst>
              </p:cNvPr>
              <p:cNvSpPr/>
              <p:nvPr/>
            </p:nvSpPr>
            <p:spPr>
              <a:xfrm>
                <a:off x="4105478"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9" name="椭圆 12438">
                <a:extLst>
                  <a:ext uri="{FF2B5EF4-FFF2-40B4-BE49-F238E27FC236}">
                    <a16:creationId xmlns:a16="http://schemas.microsoft.com/office/drawing/2014/main" id="{E5414A67-6946-4526-A65C-393325B42CC5}"/>
                  </a:ext>
                </a:extLst>
              </p:cNvPr>
              <p:cNvSpPr/>
              <p:nvPr/>
            </p:nvSpPr>
            <p:spPr>
              <a:xfrm>
                <a:off x="382311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0" name="椭圆 12439">
                <a:extLst>
                  <a:ext uri="{FF2B5EF4-FFF2-40B4-BE49-F238E27FC236}">
                    <a16:creationId xmlns:a16="http://schemas.microsoft.com/office/drawing/2014/main" id="{48772EA2-7379-483A-A4BD-41F421A25773}"/>
                  </a:ext>
                </a:extLst>
              </p:cNvPr>
              <p:cNvSpPr/>
              <p:nvPr/>
            </p:nvSpPr>
            <p:spPr>
              <a:xfrm>
                <a:off x="3974226"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1" name="椭圆 12440">
                <a:extLst>
                  <a:ext uri="{FF2B5EF4-FFF2-40B4-BE49-F238E27FC236}">
                    <a16:creationId xmlns:a16="http://schemas.microsoft.com/office/drawing/2014/main" id="{7E4561AC-E054-4DE2-ACE3-40C7D661A035}"/>
                  </a:ext>
                </a:extLst>
              </p:cNvPr>
              <p:cNvSpPr/>
              <p:nvPr/>
            </p:nvSpPr>
            <p:spPr>
              <a:xfrm>
                <a:off x="3906581"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2" name="椭圆 12441">
                <a:extLst>
                  <a:ext uri="{FF2B5EF4-FFF2-40B4-BE49-F238E27FC236}">
                    <a16:creationId xmlns:a16="http://schemas.microsoft.com/office/drawing/2014/main" id="{4737B44E-6899-4380-A390-EDDF6D16AE62}"/>
                  </a:ext>
                </a:extLst>
              </p:cNvPr>
              <p:cNvSpPr/>
              <p:nvPr/>
            </p:nvSpPr>
            <p:spPr>
              <a:xfrm>
                <a:off x="3915059"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3" name="椭圆 12442">
                <a:extLst>
                  <a:ext uri="{FF2B5EF4-FFF2-40B4-BE49-F238E27FC236}">
                    <a16:creationId xmlns:a16="http://schemas.microsoft.com/office/drawing/2014/main" id="{FD05A6A5-76BA-4601-93B6-BFC3B93358AE}"/>
                  </a:ext>
                </a:extLst>
              </p:cNvPr>
              <p:cNvSpPr/>
              <p:nvPr/>
            </p:nvSpPr>
            <p:spPr>
              <a:xfrm>
                <a:off x="4046018" y="3043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4" name="椭圆 12443">
                <a:extLst>
                  <a:ext uri="{FF2B5EF4-FFF2-40B4-BE49-F238E27FC236}">
                    <a16:creationId xmlns:a16="http://schemas.microsoft.com/office/drawing/2014/main" id="{0E613242-ED76-4DEF-8932-809FBAE0A095}"/>
                  </a:ext>
                </a:extLst>
              </p:cNvPr>
              <p:cNvSpPr/>
              <p:nvPr/>
            </p:nvSpPr>
            <p:spPr>
              <a:xfrm>
                <a:off x="4015848"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5" name="椭圆 12444">
                <a:extLst>
                  <a:ext uri="{FF2B5EF4-FFF2-40B4-BE49-F238E27FC236}">
                    <a16:creationId xmlns:a16="http://schemas.microsoft.com/office/drawing/2014/main" id="{39CF6D0B-CCD9-44A2-8ABB-7AE0E821D895}"/>
                  </a:ext>
                </a:extLst>
              </p:cNvPr>
              <p:cNvSpPr/>
              <p:nvPr/>
            </p:nvSpPr>
            <p:spPr>
              <a:xfrm>
                <a:off x="4034310"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6" name="椭圆 12445">
                <a:extLst>
                  <a:ext uri="{FF2B5EF4-FFF2-40B4-BE49-F238E27FC236}">
                    <a16:creationId xmlns:a16="http://schemas.microsoft.com/office/drawing/2014/main" id="{16C2DF86-57C0-4479-9BF1-39B2AD39D599}"/>
                  </a:ext>
                </a:extLst>
              </p:cNvPr>
              <p:cNvSpPr/>
              <p:nvPr/>
            </p:nvSpPr>
            <p:spPr>
              <a:xfrm>
                <a:off x="39928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7" name="椭圆 12446">
                <a:extLst>
                  <a:ext uri="{FF2B5EF4-FFF2-40B4-BE49-F238E27FC236}">
                    <a16:creationId xmlns:a16="http://schemas.microsoft.com/office/drawing/2014/main" id="{CF3FA369-1AAB-4DDA-B603-ADB00484DE0F}"/>
                  </a:ext>
                </a:extLst>
              </p:cNvPr>
              <p:cNvSpPr/>
              <p:nvPr/>
            </p:nvSpPr>
            <p:spPr>
              <a:xfrm>
                <a:off x="38816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8" name="椭圆 12447">
                <a:extLst>
                  <a:ext uri="{FF2B5EF4-FFF2-40B4-BE49-F238E27FC236}">
                    <a16:creationId xmlns:a16="http://schemas.microsoft.com/office/drawing/2014/main" id="{4A322A98-49B8-44F6-975E-B4AD0682FC6A}"/>
                  </a:ext>
                </a:extLst>
              </p:cNvPr>
              <p:cNvSpPr/>
              <p:nvPr/>
            </p:nvSpPr>
            <p:spPr>
              <a:xfrm>
                <a:off x="40102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9" name="椭圆 12448">
                <a:extLst>
                  <a:ext uri="{FF2B5EF4-FFF2-40B4-BE49-F238E27FC236}">
                    <a16:creationId xmlns:a16="http://schemas.microsoft.com/office/drawing/2014/main" id="{61B877E7-4510-467E-AC14-211FAB256B0E}"/>
                  </a:ext>
                </a:extLst>
              </p:cNvPr>
              <p:cNvSpPr/>
              <p:nvPr/>
            </p:nvSpPr>
            <p:spPr>
              <a:xfrm>
                <a:off x="4011407" y="2879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0" name="椭圆 12449">
                <a:extLst>
                  <a:ext uri="{FF2B5EF4-FFF2-40B4-BE49-F238E27FC236}">
                    <a16:creationId xmlns:a16="http://schemas.microsoft.com/office/drawing/2014/main" id="{33E25BA1-FE20-4050-860D-BF6746E34C8D}"/>
                  </a:ext>
                </a:extLst>
              </p:cNvPr>
              <p:cNvSpPr/>
              <p:nvPr/>
            </p:nvSpPr>
            <p:spPr>
              <a:xfrm>
                <a:off x="40182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1" name="椭圆 12450">
                <a:extLst>
                  <a:ext uri="{FF2B5EF4-FFF2-40B4-BE49-F238E27FC236}">
                    <a16:creationId xmlns:a16="http://schemas.microsoft.com/office/drawing/2014/main" id="{087F28DD-5538-4D96-B3BD-E39BE0A41485}"/>
                  </a:ext>
                </a:extLst>
              </p:cNvPr>
              <p:cNvSpPr/>
              <p:nvPr/>
            </p:nvSpPr>
            <p:spPr>
              <a:xfrm>
                <a:off x="3995404"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2" name="椭圆 12451">
                <a:extLst>
                  <a:ext uri="{FF2B5EF4-FFF2-40B4-BE49-F238E27FC236}">
                    <a16:creationId xmlns:a16="http://schemas.microsoft.com/office/drawing/2014/main" id="{5FBCBC6C-7CF3-43EF-895B-D612F3E215A3}"/>
                  </a:ext>
                </a:extLst>
              </p:cNvPr>
              <p:cNvSpPr/>
              <p:nvPr/>
            </p:nvSpPr>
            <p:spPr>
              <a:xfrm>
                <a:off x="400013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3" name="椭圆 12452">
                <a:extLst>
                  <a:ext uri="{FF2B5EF4-FFF2-40B4-BE49-F238E27FC236}">
                    <a16:creationId xmlns:a16="http://schemas.microsoft.com/office/drawing/2014/main" id="{4584DE40-7BB6-4AB5-BF6F-22E0775A45BF}"/>
                  </a:ext>
                </a:extLst>
              </p:cNvPr>
              <p:cNvSpPr/>
              <p:nvPr/>
            </p:nvSpPr>
            <p:spPr>
              <a:xfrm>
                <a:off x="409615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4" name="椭圆 12453">
                <a:extLst>
                  <a:ext uri="{FF2B5EF4-FFF2-40B4-BE49-F238E27FC236}">
                    <a16:creationId xmlns:a16="http://schemas.microsoft.com/office/drawing/2014/main" id="{851F9024-2BD3-4DFE-B841-27FE71664801}"/>
                  </a:ext>
                </a:extLst>
              </p:cNvPr>
              <p:cNvSpPr/>
              <p:nvPr/>
            </p:nvSpPr>
            <p:spPr>
              <a:xfrm>
                <a:off x="4024069" y="2764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5" name="椭圆 12454">
                <a:extLst>
                  <a:ext uri="{FF2B5EF4-FFF2-40B4-BE49-F238E27FC236}">
                    <a16:creationId xmlns:a16="http://schemas.microsoft.com/office/drawing/2014/main" id="{78DAE01B-0D5D-4A1A-9018-F2055AD4D1F6}"/>
                  </a:ext>
                </a:extLst>
              </p:cNvPr>
              <p:cNvSpPr/>
              <p:nvPr/>
            </p:nvSpPr>
            <p:spPr>
              <a:xfrm>
                <a:off x="3820400"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6" name="椭圆 12455">
                <a:extLst>
                  <a:ext uri="{FF2B5EF4-FFF2-40B4-BE49-F238E27FC236}">
                    <a16:creationId xmlns:a16="http://schemas.microsoft.com/office/drawing/2014/main" id="{27B6844E-2C02-4E3C-8AAD-AAD13D650D1E}"/>
                  </a:ext>
                </a:extLst>
              </p:cNvPr>
              <p:cNvSpPr/>
              <p:nvPr/>
            </p:nvSpPr>
            <p:spPr>
              <a:xfrm>
                <a:off x="4032254"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7" name="椭圆 12456">
                <a:extLst>
                  <a:ext uri="{FF2B5EF4-FFF2-40B4-BE49-F238E27FC236}">
                    <a16:creationId xmlns:a16="http://schemas.microsoft.com/office/drawing/2014/main" id="{0D484017-5CC3-4B6D-84B8-7C43DD8F44F1}"/>
                  </a:ext>
                </a:extLst>
              </p:cNvPr>
              <p:cNvSpPr/>
              <p:nvPr/>
            </p:nvSpPr>
            <p:spPr>
              <a:xfrm>
                <a:off x="4131245"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8" name="椭圆 12457">
                <a:extLst>
                  <a:ext uri="{FF2B5EF4-FFF2-40B4-BE49-F238E27FC236}">
                    <a16:creationId xmlns:a16="http://schemas.microsoft.com/office/drawing/2014/main" id="{DFAFC742-644E-45D4-BC72-17F6928E6603}"/>
                  </a:ext>
                </a:extLst>
              </p:cNvPr>
              <p:cNvSpPr/>
              <p:nvPr/>
            </p:nvSpPr>
            <p:spPr>
              <a:xfrm>
                <a:off x="411902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9" name="椭圆 12458">
                <a:extLst>
                  <a:ext uri="{FF2B5EF4-FFF2-40B4-BE49-F238E27FC236}">
                    <a16:creationId xmlns:a16="http://schemas.microsoft.com/office/drawing/2014/main" id="{A78D6E9E-1178-46B8-A8F7-A04E2A1B3678}"/>
                  </a:ext>
                </a:extLst>
              </p:cNvPr>
              <p:cNvSpPr/>
              <p:nvPr/>
            </p:nvSpPr>
            <p:spPr>
              <a:xfrm>
                <a:off x="399646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0" name="椭圆 12459">
                <a:extLst>
                  <a:ext uri="{FF2B5EF4-FFF2-40B4-BE49-F238E27FC236}">
                    <a16:creationId xmlns:a16="http://schemas.microsoft.com/office/drawing/2014/main" id="{09475D80-B8FC-495C-B159-99CA5CB5AA9E}"/>
                  </a:ext>
                </a:extLst>
              </p:cNvPr>
              <p:cNvSpPr/>
              <p:nvPr/>
            </p:nvSpPr>
            <p:spPr>
              <a:xfrm>
                <a:off x="4216471" y="29213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1" name="椭圆 12460">
                <a:extLst>
                  <a:ext uri="{FF2B5EF4-FFF2-40B4-BE49-F238E27FC236}">
                    <a16:creationId xmlns:a16="http://schemas.microsoft.com/office/drawing/2014/main" id="{40766A69-8FBC-41D3-A70F-0007A354D082}"/>
                  </a:ext>
                </a:extLst>
              </p:cNvPr>
              <p:cNvSpPr/>
              <p:nvPr/>
            </p:nvSpPr>
            <p:spPr>
              <a:xfrm>
                <a:off x="393682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2" name="椭圆 12461">
                <a:extLst>
                  <a:ext uri="{FF2B5EF4-FFF2-40B4-BE49-F238E27FC236}">
                    <a16:creationId xmlns:a16="http://schemas.microsoft.com/office/drawing/2014/main" id="{413E1CEA-0195-4804-A5C7-D48E92741CDA}"/>
                  </a:ext>
                </a:extLst>
              </p:cNvPr>
              <p:cNvSpPr/>
              <p:nvPr/>
            </p:nvSpPr>
            <p:spPr>
              <a:xfrm>
                <a:off x="42242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3" name="椭圆 12462">
                <a:extLst>
                  <a:ext uri="{FF2B5EF4-FFF2-40B4-BE49-F238E27FC236}">
                    <a16:creationId xmlns:a16="http://schemas.microsoft.com/office/drawing/2014/main" id="{FA6BFD0F-F240-4B6A-A393-079E5160974E}"/>
                  </a:ext>
                </a:extLst>
              </p:cNvPr>
              <p:cNvSpPr/>
              <p:nvPr/>
            </p:nvSpPr>
            <p:spPr>
              <a:xfrm>
                <a:off x="397349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4" name="椭圆 12463">
                <a:extLst>
                  <a:ext uri="{FF2B5EF4-FFF2-40B4-BE49-F238E27FC236}">
                    <a16:creationId xmlns:a16="http://schemas.microsoft.com/office/drawing/2014/main" id="{800E326E-146F-426D-B115-14DD7F07E8B7}"/>
                  </a:ext>
                </a:extLst>
              </p:cNvPr>
              <p:cNvSpPr/>
              <p:nvPr/>
            </p:nvSpPr>
            <p:spPr>
              <a:xfrm>
                <a:off x="4011737"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5" name="椭圆 12464">
                <a:extLst>
                  <a:ext uri="{FF2B5EF4-FFF2-40B4-BE49-F238E27FC236}">
                    <a16:creationId xmlns:a16="http://schemas.microsoft.com/office/drawing/2014/main" id="{46964905-FE82-4B94-8A20-28A0208BA8A7}"/>
                  </a:ext>
                </a:extLst>
              </p:cNvPr>
              <p:cNvSpPr/>
              <p:nvPr/>
            </p:nvSpPr>
            <p:spPr>
              <a:xfrm>
                <a:off x="404638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6" name="椭圆 12465">
                <a:extLst>
                  <a:ext uri="{FF2B5EF4-FFF2-40B4-BE49-F238E27FC236}">
                    <a16:creationId xmlns:a16="http://schemas.microsoft.com/office/drawing/2014/main" id="{64717DCC-7FBE-4B4E-BD41-1EB5F819F3C5}"/>
                  </a:ext>
                </a:extLst>
              </p:cNvPr>
              <p:cNvSpPr/>
              <p:nvPr/>
            </p:nvSpPr>
            <p:spPr>
              <a:xfrm>
                <a:off x="3954406"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7" name="椭圆 12466">
                <a:extLst>
                  <a:ext uri="{FF2B5EF4-FFF2-40B4-BE49-F238E27FC236}">
                    <a16:creationId xmlns:a16="http://schemas.microsoft.com/office/drawing/2014/main" id="{17973C7F-54FE-45C0-BA36-CD84C0AF74C8}"/>
                  </a:ext>
                </a:extLst>
              </p:cNvPr>
              <p:cNvSpPr/>
              <p:nvPr/>
            </p:nvSpPr>
            <p:spPr>
              <a:xfrm>
                <a:off x="4194008"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8" name="椭圆 12467">
                <a:extLst>
                  <a:ext uri="{FF2B5EF4-FFF2-40B4-BE49-F238E27FC236}">
                    <a16:creationId xmlns:a16="http://schemas.microsoft.com/office/drawing/2014/main" id="{25879BF8-5C98-42AD-A518-B8134C35B5F5}"/>
                  </a:ext>
                </a:extLst>
              </p:cNvPr>
              <p:cNvSpPr/>
              <p:nvPr/>
            </p:nvSpPr>
            <p:spPr>
              <a:xfrm>
                <a:off x="397936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9" name="椭圆 12468">
                <a:extLst>
                  <a:ext uri="{FF2B5EF4-FFF2-40B4-BE49-F238E27FC236}">
                    <a16:creationId xmlns:a16="http://schemas.microsoft.com/office/drawing/2014/main" id="{446E1D06-14A5-4378-9969-6E754695F4BA}"/>
                  </a:ext>
                </a:extLst>
              </p:cNvPr>
              <p:cNvSpPr/>
              <p:nvPr/>
            </p:nvSpPr>
            <p:spPr>
              <a:xfrm>
                <a:off x="402634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0" name="椭圆 12469">
                <a:extLst>
                  <a:ext uri="{FF2B5EF4-FFF2-40B4-BE49-F238E27FC236}">
                    <a16:creationId xmlns:a16="http://schemas.microsoft.com/office/drawing/2014/main" id="{AD9E07A0-AA37-48DC-AA29-CA2F1BA8FA08}"/>
                  </a:ext>
                </a:extLst>
              </p:cNvPr>
              <p:cNvSpPr/>
              <p:nvPr/>
            </p:nvSpPr>
            <p:spPr>
              <a:xfrm>
                <a:off x="396872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1" name="椭圆 12470">
                <a:extLst>
                  <a:ext uri="{FF2B5EF4-FFF2-40B4-BE49-F238E27FC236}">
                    <a16:creationId xmlns:a16="http://schemas.microsoft.com/office/drawing/2014/main" id="{BA1F2134-AC6D-4829-85F5-9228A3B88402}"/>
                  </a:ext>
                </a:extLst>
              </p:cNvPr>
              <p:cNvSpPr/>
              <p:nvPr/>
            </p:nvSpPr>
            <p:spPr>
              <a:xfrm>
                <a:off x="3959691"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2" name="椭圆 12471">
                <a:extLst>
                  <a:ext uri="{FF2B5EF4-FFF2-40B4-BE49-F238E27FC236}">
                    <a16:creationId xmlns:a16="http://schemas.microsoft.com/office/drawing/2014/main" id="{836876A4-7C69-4989-83BF-FB70186931E1}"/>
                  </a:ext>
                </a:extLst>
              </p:cNvPr>
              <p:cNvSpPr/>
              <p:nvPr/>
            </p:nvSpPr>
            <p:spPr>
              <a:xfrm>
                <a:off x="4008213"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3" name="椭圆 12472">
                <a:extLst>
                  <a:ext uri="{FF2B5EF4-FFF2-40B4-BE49-F238E27FC236}">
                    <a16:creationId xmlns:a16="http://schemas.microsoft.com/office/drawing/2014/main" id="{6B8F7ED2-FEA1-42F5-81FB-30E1A4FCEDC5}"/>
                  </a:ext>
                </a:extLst>
              </p:cNvPr>
              <p:cNvSpPr/>
              <p:nvPr/>
            </p:nvSpPr>
            <p:spPr>
              <a:xfrm>
                <a:off x="4023959"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4" name="椭圆 12473">
                <a:extLst>
                  <a:ext uri="{FF2B5EF4-FFF2-40B4-BE49-F238E27FC236}">
                    <a16:creationId xmlns:a16="http://schemas.microsoft.com/office/drawing/2014/main" id="{658C2688-8566-4DC8-8BEE-72F031D34925}"/>
                  </a:ext>
                </a:extLst>
              </p:cNvPr>
              <p:cNvSpPr/>
              <p:nvPr/>
            </p:nvSpPr>
            <p:spPr>
              <a:xfrm>
                <a:off x="4033062"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5" name="椭圆 12474">
                <a:extLst>
                  <a:ext uri="{FF2B5EF4-FFF2-40B4-BE49-F238E27FC236}">
                    <a16:creationId xmlns:a16="http://schemas.microsoft.com/office/drawing/2014/main" id="{CD1BE77C-8BE5-4A9C-BF02-85D11DCEF04B}"/>
                  </a:ext>
                </a:extLst>
              </p:cNvPr>
              <p:cNvSpPr/>
              <p:nvPr/>
            </p:nvSpPr>
            <p:spPr>
              <a:xfrm>
                <a:off x="40085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6" name="椭圆 12475">
                <a:extLst>
                  <a:ext uri="{FF2B5EF4-FFF2-40B4-BE49-F238E27FC236}">
                    <a16:creationId xmlns:a16="http://schemas.microsoft.com/office/drawing/2014/main" id="{07D00FBD-9881-437D-9311-48B197EA887F}"/>
                  </a:ext>
                </a:extLst>
              </p:cNvPr>
              <p:cNvSpPr/>
              <p:nvPr/>
            </p:nvSpPr>
            <p:spPr>
              <a:xfrm>
                <a:off x="408653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7" name="椭圆 12476">
                <a:extLst>
                  <a:ext uri="{FF2B5EF4-FFF2-40B4-BE49-F238E27FC236}">
                    <a16:creationId xmlns:a16="http://schemas.microsoft.com/office/drawing/2014/main" id="{74213D29-36E2-43B4-9FCA-161EEC67A964}"/>
                  </a:ext>
                </a:extLst>
              </p:cNvPr>
              <p:cNvSpPr/>
              <p:nvPr/>
            </p:nvSpPr>
            <p:spPr>
              <a:xfrm>
                <a:off x="401221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8" name="椭圆 12477">
                <a:extLst>
                  <a:ext uri="{FF2B5EF4-FFF2-40B4-BE49-F238E27FC236}">
                    <a16:creationId xmlns:a16="http://schemas.microsoft.com/office/drawing/2014/main" id="{C836001C-A3A8-4519-A6EB-9A256B87CBD4}"/>
                  </a:ext>
                </a:extLst>
              </p:cNvPr>
              <p:cNvSpPr/>
              <p:nvPr/>
            </p:nvSpPr>
            <p:spPr>
              <a:xfrm>
                <a:off x="412096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9" name="椭圆 12478">
                <a:extLst>
                  <a:ext uri="{FF2B5EF4-FFF2-40B4-BE49-F238E27FC236}">
                    <a16:creationId xmlns:a16="http://schemas.microsoft.com/office/drawing/2014/main" id="{AFC2C64A-A28E-44CC-8623-C7FB9346AD27}"/>
                  </a:ext>
                </a:extLst>
              </p:cNvPr>
              <p:cNvSpPr/>
              <p:nvPr/>
            </p:nvSpPr>
            <p:spPr>
              <a:xfrm>
                <a:off x="3959764" y="3036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0" name="椭圆 12479">
                <a:extLst>
                  <a:ext uri="{FF2B5EF4-FFF2-40B4-BE49-F238E27FC236}">
                    <a16:creationId xmlns:a16="http://schemas.microsoft.com/office/drawing/2014/main" id="{640AF735-CA7D-46DA-927D-664774D53E62}"/>
                  </a:ext>
                </a:extLst>
              </p:cNvPr>
              <p:cNvSpPr/>
              <p:nvPr/>
            </p:nvSpPr>
            <p:spPr>
              <a:xfrm>
                <a:off x="4014049" y="28745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1" name="椭圆 12480">
                <a:extLst>
                  <a:ext uri="{FF2B5EF4-FFF2-40B4-BE49-F238E27FC236}">
                    <a16:creationId xmlns:a16="http://schemas.microsoft.com/office/drawing/2014/main" id="{7ACD241C-3EE8-466C-B10B-F8EB6696E32D}"/>
                  </a:ext>
                </a:extLst>
              </p:cNvPr>
              <p:cNvSpPr/>
              <p:nvPr/>
            </p:nvSpPr>
            <p:spPr>
              <a:xfrm>
                <a:off x="3714216"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2" name="椭圆 12481">
                <a:extLst>
                  <a:ext uri="{FF2B5EF4-FFF2-40B4-BE49-F238E27FC236}">
                    <a16:creationId xmlns:a16="http://schemas.microsoft.com/office/drawing/2014/main" id="{55BC6E39-DB54-4962-BA2A-A5D69B1CA357}"/>
                  </a:ext>
                </a:extLst>
              </p:cNvPr>
              <p:cNvSpPr/>
              <p:nvPr/>
            </p:nvSpPr>
            <p:spPr>
              <a:xfrm>
                <a:off x="3800507" y="27413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3" name="椭圆 12482">
                <a:extLst>
                  <a:ext uri="{FF2B5EF4-FFF2-40B4-BE49-F238E27FC236}">
                    <a16:creationId xmlns:a16="http://schemas.microsoft.com/office/drawing/2014/main" id="{0A3412B3-28AE-4A61-ABA0-801B59B21318}"/>
                  </a:ext>
                </a:extLst>
              </p:cNvPr>
              <p:cNvSpPr/>
              <p:nvPr/>
            </p:nvSpPr>
            <p:spPr>
              <a:xfrm>
                <a:off x="4076152"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4" name="椭圆 12483">
                <a:extLst>
                  <a:ext uri="{FF2B5EF4-FFF2-40B4-BE49-F238E27FC236}">
                    <a16:creationId xmlns:a16="http://schemas.microsoft.com/office/drawing/2014/main" id="{E6A0E9D2-89C3-4D1A-92BE-0EC3098A6C07}"/>
                  </a:ext>
                </a:extLst>
              </p:cNvPr>
              <p:cNvSpPr/>
              <p:nvPr/>
            </p:nvSpPr>
            <p:spPr>
              <a:xfrm>
                <a:off x="402498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5" name="椭圆 12484">
                <a:extLst>
                  <a:ext uri="{FF2B5EF4-FFF2-40B4-BE49-F238E27FC236}">
                    <a16:creationId xmlns:a16="http://schemas.microsoft.com/office/drawing/2014/main" id="{FA6C41C9-A235-4341-A59A-C853BAAACA34}"/>
                  </a:ext>
                </a:extLst>
              </p:cNvPr>
              <p:cNvSpPr/>
              <p:nvPr/>
            </p:nvSpPr>
            <p:spPr>
              <a:xfrm>
                <a:off x="408672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6" name="椭圆 12485">
                <a:extLst>
                  <a:ext uri="{FF2B5EF4-FFF2-40B4-BE49-F238E27FC236}">
                    <a16:creationId xmlns:a16="http://schemas.microsoft.com/office/drawing/2014/main" id="{B1AA9586-F12D-4AFF-A75F-2250F8C53977}"/>
                  </a:ext>
                </a:extLst>
              </p:cNvPr>
              <p:cNvSpPr/>
              <p:nvPr/>
            </p:nvSpPr>
            <p:spPr>
              <a:xfrm>
                <a:off x="394835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7" name="椭圆 12486">
                <a:extLst>
                  <a:ext uri="{FF2B5EF4-FFF2-40B4-BE49-F238E27FC236}">
                    <a16:creationId xmlns:a16="http://schemas.microsoft.com/office/drawing/2014/main" id="{DE89E460-13A8-4131-82D2-EDBFCACE00A6}"/>
                  </a:ext>
                </a:extLst>
              </p:cNvPr>
              <p:cNvSpPr/>
              <p:nvPr/>
            </p:nvSpPr>
            <p:spPr>
              <a:xfrm>
                <a:off x="4038641"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8" name="椭圆 12487">
                <a:extLst>
                  <a:ext uri="{FF2B5EF4-FFF2-40B4-BE49-F238E27FC236}">
                    <a16:creationId xmlns:a16="http://schemas.microsoft.com/office/drawing/2014/main" id="{71E4C065-7901-4994-A841-B54B884EDDCA}"/>
                  </a:ext>
                </a:extLst>
              </p:cNvPr>
              <p:cNvSpPr/>
              <p:nvPr/>
            </p:nvSpPr>
            <p:spPr>
              <a:xfrm>
                <a:off x="412247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9" name="椭圆 12488">
                <a:extLst>
                  <a:ext uri="{FF2B5EF4-FFF2-40B4-BE49-F238E27FC236}">
                    <a16:creationId xmlns:a16="http://schemas.microsoft.com/office/drawing/2014/main" id="{970159E0-4364-49F4-BEC5-37448EDA2E59}"/>
                  </a:ext>
                </a:extLst>
              </p:cNvPr>
              <p:cNvSpPr/>
              <p:nvPr/>
            </p:nvSpPr>
            <p:spPr>
              <a:xfrm>
                <a:off x="414262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0" name="椭圆 12489">
                <a:extLst>
                  <a:ext uri="{FF2B5EF4-FFF2-40B4-BE49-F238E27FC236}">
                    <a16:creationId xmlns:a16="http://schemas.microsoft.com/office/drawing/2014/main" id="{ABC0DB9F-D747-4D8E-A23D-8BB25B9FAFC9}"/>
                  </a:ext>
                </a:extLst>
              </p:cNvPr>
              <p:cNvSpPr/>
              <p:nvPr/>
            </p:nvSpPr>
            <p:spPr>
              <a:xfrm>
                <a:off x="4175729"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1" name="椭圆 12490">
                <a:extLst>
                  <a:ext uri="{FF2B5EF4-FFF2-40B4-BE49-F238E27FC236}">
                    <a16:creationId xmlns:a16="http://schemas.microsoft.com/office/drawing/2014/main" id="{D9A9265D-E608-4B48-91E4-742220360C1E}"/>
                  </a:ext>
                </a:extLst>
              </p:cNvPr>
              <p:cNvSpPr/>
              <p:nvPr/>
            </p:nvSpPr>
            <p:spPr>
              <a:xfrm>
                <a:off x="3960939"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2" name="椭圆 12491">
                <a:extLst>
                  <a:ext uri="{FF2B5EF4-FFF2-40B4-BE49-F238E27FC236}">
                    <a16:creationId xmlns:a16="http://schemas.microsoft.com/office/drawing/2014/main" id="{8F994E69-1D43-4CF8-92C7-08553165D83C}"/>
                  </a:ext>
                </a:extLst>
              </p:cNvPr>
              <p:cNvSpPr/>
              <p:nvPr/>
            </p:nvSpPr>
            <p:spPr>
              <a:xfrm>
                <a:off x="4016178" y="2892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3" name="椭圆 12492">
                <a:extLst>
                  <a:ext uri="{FF2B5EF4-FFF2-40B4-BE49-F238E27FC236}">
                    <a16:creationId xmlns:a16="http://schemas.microsoft.com/office/drawing/2014/main" id="{70975FB5-4BE5-4E4D-85C6-B4B4D91CD42D}"/>
                  </a:ext>
                </a:extLst>
              </p:cNvPr>
              <p:cNvSpPr/>
              <p:nvPr/>
            </p:nvSpPr>
            <p:spPr>
              <a:xfrm>
                <a:off x="40146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4" name="椭圆 12493">
                <a:extLst>
                  <a:ext uri="{FF2B5EF4-FFF2-40B4-BE49-F238E27FC236}">
                    <a16:creationId xmlns:a16="http://schemas.microsoft.com/office/drawing/2014/main" id="{05C43FAB-81E2-4413-B108-219E94B41DF4}"/>
                  </a:ext>
                </a:extLst>
              </p:cNvPr>
              <p:cNvSpPr/>
              <p:nvPr/>
            </p:nvSpPr>
            <p:spPr>
              <a:xfrm>
                <a:off x="417242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5" name="椭圆 12494">
                <a:extLst>
                  <a:ext uri="{FF2B5EF4-FFF2-40B4-BE49-F238E27FC236}">
                    <a16:creationId xmlns:a16="http://schemas.microsoft.com/office/drawing/2014/main" id="{F176F3CD-74D5-42D3-B9D0-F96E7787043F}"/>
                  </a:ext>
                </a:extLst>
              </p:cNvPr>
              <p:cNvSpPr/>
              <p:nvPr/>
            </p:nvSpPr>
            <p:spPr>
              <a:xfrm>
                <a:off x="400927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6" name="椭圆 12495">
                <a:extLst>
                  <a:ext uri="{FF2B5EF4-FFF2-40B4-BE49-F238E27FC236}">
                    <a16:creationId xmlns:a16="http://schemas.microsoft.com/office/drawing/2014/main" id="{B706E844-878A-420E-9D53-00BB2A60231E}"/>
                  </a:ext>
                </a:extLst>
              </p:cNvPr>
              <p:cNvSpPr/>
              <p:nvPr/>
            </p:nvSpPr>
            <p:spPr>
              <a:xfrm>
                <a:off x="403364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7" name="椭圆 12496">
                <a:extLst>
                  <a:ext uri="{FF2B5EF4-FFF2-40B4-BE49-F238E27FC236}">
                    <a16:creationId xmlns:a16="http://schemas.microsoft.com/office/drawing/2014/main" id="{A036E7C1-C917-4121-BB01-95AB49727B2B}"/>
                  </a:ext>
                </a:extLst>
              </p:cNvPr>
              <p:cNvSpPr/>
              <p:nvPr/>
            </p:nvSpPr>
            <p:spPr>
              <a:xfrm>
                <a:off x="418185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8" name="椭圆 12497">
                <a:extLst>
                  <a:ext uri="{FF2B5EF4-FFF2-40B4-BE49-F238E27FC236}">
                    <a16:creationId xmlns:a16="http://schemas.microsoft.com/office/drawing/2014/main" id="{24FA9099-8C16-4091-8702-DFD603980270}"/>
                  </a:ext>
                </a:extLst>
              </p:cNvPr>
              <p:cNvSpPr/>
              <p:nvPr/>
            </p:nvSpPr>
            <p:spPr>
              <a:xfrm>
                <a:off x="3882099" y="254326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9" name="椭圆 12498">
                <a:extLst>
                  <a:ext uri="{FF2B5EF4-FFF2-40B4-BE49-F238E27FC236}">
                    <a16:creationId xmlns:a16="http://schemas.microsoft.com/office/drawing/2014/main" id="{9FBE672F-4389-4D77-A16D-F6E7604E4439}"/>
                  </a:ext>
                </a:extLst>
              </p:cNvPr>
              <p:cNvSpPr/>
              <p:nvPr/>
            </p:nvSpPr>
            <p:spPr>
              <a:xfrm>
                <a:off x="4000139"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0" name="椭圆 12499">
                <a:extLst>
                  <a:ext uri="{FF2B5EF4-FFF2-40B4-BE49-F238E27FC236}">
                    <a16:creationId xmlns:a16="http://schemas.microsoft.com/office/drawing/2014/main" id="{6C3E5D81-5C6B-4ED9-80A5-7125DBC4C4F7}"/>
                  </a:ext>
                </a:extLst>
              </p:cNvPr>
              <p:cNvSpPr/>
              <p:nvPr/>
            </p:nvSpPr>
            <p:spPr>
              <a:xfrm>
                <a:off x="39353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1" name="椭圆 12500">
                <a:extLst>
                  <a:ext uri="{FF2B5EF4-FFF2-40B4-BE49-F238E27FC236}">
                    <a16:creationId xmlns:a16="http://schemas.microsoft.com/office/drawing/2014/main" id="{D318377C-5B42-4C13-8D12-0280E948D30D}"/>
                  </a:ext>
                </a:extLst>
              </p:cNvPr>
              <p:cNvSpPr/>
              <p:nvPr/>
            </p:nvSpPr>
            <p:spPr>
              <a:xfrm>
                <a:off x="4083456"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2" name="椭圆 12501">
                <a:extLst>
                  <a:ext uri="{FF2B5EF4-FFF2-40B4-BE49-F238E27FC236}">
                    <a16:creationId xmlns:a16="http://schemas.microsoft.com/office/drawing/2014/main" id="{604D8A23-D7DC-4D2A-9F2D-DD0D1701D84B}"/>
                  </a:ext>
                </a:extLst>
              </p:cNvPr>
              <p:cNvSpPr/>
              <p:nvPr/>
            </p:nvSpPr>
            <p:spPr>
              <a:xfrm>
                <a:off x="3993238"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3" name="椭圆 12502">
                <a:extLst>
                  <a:ext uri="{FF2B5EF4-FFF2-40B4-BE49-F238E27FC236}">
                    <a16:creationId xmlns:a16="http://schemas.microsoft.com/office/drawing/2014/main" id="{3E0D43B7-90CD-4C30-B9B0-634E829D248D}"/>
                  </a:ext>
                </a:extLst>
              </p:cNvPr>
              <p:cNvSpPr/>
              <p:nvPr/>
            </p:nvSpPr>
            <p:spPr>
              <a:xfrm>
                <a:off x="3946845"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4" name="椭圆 12503">
                <a:extLst>
                  <a:ext uri="{FF2B5EF4-FFF2-40B4-BE49-F238E27FC236}">
                    <a16:creationId xmlns:a16="http://schemas.microsoft.com/office/drawing/2014/main" id="{01EE288D-829C-4AA5-9185-17D72B261AE8}"/>
                  </a:ext>
                </a:extLst>
              </p:cNvPr>
              <p:cNvSpPr/>
              <p:nvPr/>
            </p:nvSpPr>
            <p:spPr>
              <a:xfrm>
                <a:off x="4046606"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5" name="椭圆 12504">
                <a:extLst>
                  <a:ext uri="{FF2B5EF4-FFF2-40B4-BE49-F238E27FC236}">
                    <a16:creationId xmlns:a16="http://schemas.microsoft.com/office/drawing/2014/main" id="{140BC6AA-8B41-4057-9A83-E0AB7006F7D0}"/>
                  </a:ext>
                </a:extLst>
              </p:cNvPr>
              <p:cNvSpPr/>
              <p:nvPr/>
            </p:nvSpPr>
            <p:spPr>
              <a:xfrm>
                <a:off x="3865436"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6" name="椭圆 12505">
                <a:extLst>
                  <a:ext uri="{FF2B5EF4-FFF2-40B4-BE49-F238E27FC236}">
                    <a16:creationId xmlns:a16="http://schemas.microsoft.com/office/drawing/2014/main" id="{C8BAD799-CEBE-4512-B5A9-D921FE393D14}"/>
                  </a:ext>
                </a:extLst>
              </p:cNvPr>
              <p:cNvSpPr/>
              <p:nvPr/>
            </p:nvSpPr>
            <p:spPr>
              <a:xfrm>
                <a:off x="4011480" y="3025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7" name="椭圆 12506">
                <a:extLst>
                  <a:ext uri="{FF2B5EF4-FFF2-40B4-BE49-F238E27FC236}">
                    <a16:creationId xmlns:a16="http://schemas.microsoft.com/office/drawing/2014/main" id="{ACD3D970-DC35-4F54-8A14-CEC2B2705EBF}"/>
                  </a:ext>
                </a:extLst>
              </p:cNvPr>
              <p:cNvSpPr/>
              <p:nvPr/>
            </p:nvSpPr>
            <p:spPr>
              <a:xfrm>
                <a:off x="398160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8" name="椭圆 12507">
                <a:extLst>
                  <a:ext uri="{FF2B5EF4-FFF2-40B4-BE49-F238E27FC236}">
                    <a16:creationId xmlns:a16="http://schemas.microsoft.com/office/drawing/2014/main" id="{33566B8D-5845-4EDF-B6FE-6DD2556096B6}"/>
                  </a:ext>
                </a:extLst>
              </p:cNvPr>
              <p:cNvSpPr/>
              <p:nvPr/>
            </p:nvSpPr>
            <p:spPr>
              <a:xfrm>
                <a:off x="4045761"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9" name="椭圆 12508">
                <a:extLst>
                  <a:ext uri="{FF2B5EF4-FFF2-40B4-BE49-F238E27FC236}">
                    <a16:creationId xmlns:a16="http://schemas.microsoft.com/office/drawing/2014/main" id="{975B8706-0F66-4BD6-B2B0-17D05045E6E4}"/>
                  </a:ext>
                </a:extLst>
              </p:cNvPr>
              <p:cNvSpPr/>
              <p:nvPr/>
            </p:nvSpPr>
            <p:spPr>
              <a:xfrm>
                <a:off x="4048514"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0" name="椭圆 12509">
                <a:extLst>
                  <a:ext uri="{FF2B5EF4-FFF2-40B4-BE49-F238E27FC236}">
                    <a16:creationId xmlns:a16="http://schemas.microsoft.com/office/drawing/2014/main" id="{8E27D891-5A58-41DF-AA7F-FD2462888F03}"/>
                  </a:ext>
                </a:extLst>
              </p:cNvPr>
              <p:cNvSpPr/>
              <p:nvPr/>
            </p:nvSpPr>
            <p:spPr>
              <a:xfrm>
                <a:off x="4092669"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1" name="椭圆 12510">
                <a:extLst>
                  <a:ext uri="{FF2B5EF4-FFF2-40B4-BE49-F238E27FC236}">
                    <a16:creationId xmlns:a16="http://schemas.microsoft.com/office/drawing/2014/main" id="{CF5CAFF7-1C91-4022-A0D6-F41EC7E5FC9A}"/>
                  </a:ext>
                </a:extLst>
              </p:cNvPr>
              <p:cNvSpPr/>
              <p:nvPr/>
            </p:nvSpPr>
            <p:spPr>
              <a:xfrm>
                <a:off x="4052185"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2" name="椭圆 12511">
                <a:extLst>
                  <a:ext uri="{FF2B5EF4-FFF2-40B4-BE49-F238E27FC236}">
                    <a16:creationId xmlns:a16="http://schemas.microsoft.com/office/drawing/2014/main" id="{0DBA82DA-8F88-49F2-B6B3-C35440B162F0}"/>
                  </a:ext>
                </a:extLst>
              </p:cNvPr>
              <p:cNvSpPr/>
              <p:nvPr/>
            </p:nvSpPr>
            <p:spPr>
              <a:xfrm>
                <a:off x="397789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3" name="椭圆 12512">
                <a:extLst>
                  <a:ext uri="{FF2B5EF4-FFF2-40B4-BE49-F238E27FC236}">
                    <a16:creationId xmlns:a16="http://schemas.microsoft.com/office/drawing/2014/main" id="{BF7709A5-33BA-401F-A47A-11B66FBDF986}"/>
                  </a:ext>
                </a:extLst>
              </p:cNvPr>
              <p:cNvSpPr/>
              <p:nvPr/>
            </p:nvSpPr>
            <p:spPr>
              <a:xfrm>
                <a:off x="401452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4" name="椭圆 12513">
                <a:extLst>
                  <a:ext uri="{FF2B5EF4-FFF2-40B4-BE49-F238E27FC236}">
                    <a16:creationId xmlns:a16="http://schemas.microsoft.com/office/drawing/2014/main" id="{3C5F4EA5-974C-4623-A1A3-0E9A9455A408}"/>
                  </a:ext>
                </a:extLst>
              </p:cNvPr>
              <p:cNvSpPr/>
              <p:nvPr/>
            </p:nvSpPr>
            <p:spPr>
              <a:xfrm>
                <a:off x="4102212"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5" name="椭圆 12514">
                <a:extLst>
                  <a:ext uri="{FF2B5EF4-FFF2-40B4-BE49-F238E27FC236}">
                    <a16:creationId xmlns:a16="http://schemas.microsoft.com/office/drawing/2014/main" id="{D5ADD09F-1AF0-46E7-81C9-C99DA32B2615}"/>
                  </a:ext>
                </a:extLst>
              </p:cNvPr>
              <p:cNvSpPr/>
              <p:nvPr/>
            </p:nvSpPr>
            <p:spPr>
              <a:xfrm>
                <a:off x="4003002"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6" name="椭圆 12515">
                <a:extLst>
                  <a:ext uri="{FF2B5EF4-FFF2-40B4-BE49-F238E27FC236}">
                    <a16:creationId xmlns:a16="http://schemas.microsoft.com/office/drawing/2014/main" id="{995306BD-38B0-45DB-8997-86276D09F1F9}"/>
                  </a:ext>
                </a:extLst>
              </p:cNvPr>
              <p:cNvSpPr/>
              <p:nvPr/>
            </p:nvSpPr>
            <p:spPr>
              <a:xfrm>
                <a:off x="3976758"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7" name="椭圆 12516">
                <a:extLst>
                  <a:ext uri="{FF2B5EF4-FFF2-40B4-BE49-F238E27FC236}">
                    <a16:creationId xmlns:a16="http://schemas.microsoft.com/office/drawing/2014/main" id="{97C91C49-038A-4814-BD20-A5F30A494A38}"/>
                  </a:ext>
                </a:extLst>
              </p:cNvPr>
              <p:cNvSpPr/>
              <p:nvPr/>
            </p:nvSpPr>
            <p:spPr>
              <a:xfrm>
                <a:off x="40244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8" name="椭圆 12517">
                <a:extLst>
                  <a:ext uri="{FF2B5EF4-FFF2-40B4-BE49-F238E27FC236}">
                    <a16:creationId xmlns:a16="http://schemas.microsoft.com/office/drawing/2014/main" id="{52F7E26D-2786-4D3B-8785-257A8DBBD7E4}"/>
                  </a:ext>
                </a:extLst>
              </p:cNvPr>
              <p:cNvSpPr/>
              <p:nvPr/>
            </p:nvSpPr>
            <p:spPr>
              <a:xfrm>
                <a:off x="407578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9" name="椭圆 12518">
                <a:extLst>
                  <a:ext uri="{FF2B5EF4-FFF2-40B4-BE49-F238E27FC236}">
                    <a16:creationId xmlns:a16="http://schemas.microsoft.com/office/drawing/2014/main" id="{BD22CC93-DFB8-482A-9B68-F62C87D8B79A}"/>
                  </a:ext>
                </a:extLst>
              </p:cNvPr>
              <p:cNvSpPr/>
              <p:nvPr/>
            </p:nvSpPr>
            <p:spPr>
              <a:xfrm>
                <a:off x="39866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0" name="椭圆 12519">
                <a:extLst>
                  <a:ext uri="{FF2B5EF4-FFF2-40B4-BE49-F238E27FC236}">
                    <a16:creationId xmlns:a16="http://schemas.microsoft.com/office/drawing/2014/main" id="{7DB72D66-82BC-4D7D-AB56-F4516975B552}"/>
                  </a:ext>
                </a:extLst>
              </p:cNvPr>
              <p:cNvSpPr/>
              <p:nvPr/>
            </p:nvSpPr>
            <p:spPr>
              <a:xfrm>
                <a:off x="4014783"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1" name="椭圆 12520">
                <a:extLst>
                  <a:ext uri="{FF2B5EF4-FFF2-40B4-BE49-F238E27FC236}">
                    <a16:creationId xmlns:a16="http://schemas.microsoft.com/office/drawing/2014/main" id="{98777647-028C-433B-BA81-890AE3E14797}"/>
                  </a:ext>
                </a:extLst>
              </p:cNvPr>
              <p:cNvSpPr/>
              <p:nvPr/>
            </p:nvSpPr>
            <p:spPr>
              <a:xfrm>
                <a:off x="401023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2" name="椭圆 12521">
                <a:extLst>
                  <a:ext uri="{FF2B5EF4-FFF2-40B4-BE49-F238E27FC236}">
                    <a16:creationId xmlns:a16="http://schemas.microsoft.com/office/drawing/2014/main" id="{A094E10D-2513-4948-9729-C7C18E84CA0F}"/>
                  </a:ext>
                </a:extLst>
              </p:cNvPr>
              <p:cNvSpPr/>
              <p:nvPr/>
            </p:nvSpPr>
            <p:spPr>
              <a:xfrm>
                <a:off x="4078097"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3" name="椭圆 12522">
                <a:extLst>
                  <a:ext uri="{FF2B5EF4-FFF2-40B4-BE49-F238E27FC236}">
                    <a16:creationId xmlns:a16="http://schemas.microsoft.com/office/drawing/2014/main" id="{1A836BE2-C27A-42E0-99CC-162CF7295696}"/>
                  </a:ext>
                </a:extLst>
              </p:cNvPr>
              <p:cNvSpPr/>
              <p:nvPr/>
            </p:nvSpPr>
            <p:spPr>
              <a:xfrm>
                <a:off x="4026125"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4" name="椭圆 12523">
                <a:extLst>
                  <a:ext uri="{FF2B5EF4-FFF2-40B4-BE49-F238E27FC236}">
                    <a16:creationId xmlns:a16="http://schemas.microsoft.com/office/drawing/2014/main" id="{E0B0911B-E001-471C-B0BC-1D49FCCA2651}"/>
                  </a:ext>
                </a:extLst>
              </p:cNvPr>
              <p:cNvSpPr/>
              <p:nvPr/>
            </p:nvSpPr>
            <p:spPr>
              <a:xfrm>
                <a:off x="40114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5" name="椭圆 12524">
                <a:extLst>
                  <a:ext uri="{FF2B5EF4-FFF2-40B4-BE49-F238E27FC236}">
                    <a16:creationId xmlns:a16="http://schemas.microsoft.com/office/drawing/2014/main" id="{6F5B7A97-DB1D-4F1F-8925-C5176E53B11C}"/>
                  </a:ext>
                </a:extLst>
              </p:cNvPr>
              <p:cNvSpPr/>
              <p:nvPr/>
            </p:nvSpPr>
            <p:spPr>
              <a:xfrm>
                <a:off x="406620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6" name="椭圆 12525">
                <a:extLst>
                  <a:ext uri="{FF2B5EF4-FFF2-40B4-BE49-F238E27FC236}">
                    <a16:creationId xmlns:a16="http://schemas.microsoft.com/office/drawing/2014/main" id="{89BC5771-02FF-4A5D-9EAC-135946E00564}"/>
                  </a:ext>
                </a:extLst>
              </p:cNvPr>
              <p:cNvSpPr/>
              <p:nvPr/>
            </p:nvSpPr>
            <p:spPr>
              <a:xfrm>
                <a:off x="409299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7" name="椭圆 12526">
                <a:extLst>
                  <a:ext uri="{FF2B5EF4-FFF2-40B4-BE49-F238E27FC236}">
                    <a16:creationId xmlns:a16="http://schemas.microsoft.com/office/drawing/2014/main" id="{7A9D6BA4-96D4-4B2A-BCA4-DEEEF2C7F9AE}"/>
                  </a:ext>
                </a:extLst>
              </p:cNvPr>
              <p:cNvSpPr/>
              <p:nvPr/>
            </p:nvSpPr>
            <p:spPr>
              <a:xfrm>
                <a:off x="40544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8" name="椭圆 12527">
                <a:extLst>
                  <a:ext uri="{FF2B5EF4-FFF2-40B4-BE49-F238E27FC236}">
                    <a16:creationId xmlns:a16="http://schemas.microsoft.com/office/drawing/2014/main" id="{B601EE62-5231-4388-842F-723D35B57996}"/>
                  </a:ext>
                </a:extLst>
              </p:cNvPr>
              <p:cNvSpPr/>
              <p:nvPr/>
            </p:nvSpPr>
            <p:spPr>
              <a:xfrm>
                <a:off x="4153671" y="2953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9" name="椭圆 12528">
                <a:extLst>
                  <a:ext uri="{FF2B5EF4-FFF2-40B4-BE49-F238E27FC236}">
                    <a16:creationId xmlns:a16="http://schemas.microsoft.com/office/drawing/2014/main" id="{49096B78-EB78-43F6-8B80-277B9C69B762}"/>
                  </a:ext>
                </a:extLst>
              </p:cNvPr>
              <p:cNvSpPr/>
              <p:nvPr/>
            </p:nvSpPr>
            <p:spPr>
              <a:xfrm>
                <a:off x="400538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0" name="椭圆 12529">
                <a:extLst>
                  <a:ext uri="{FF2B5EF4-FFF2-40B4-BE49-F238E27FC236}">
                    <a16:creationId xmlns:a16="http://schemas.microsoft.com/office/drawing/2014/main" id="{65AD52C7-A6B2-4EF6-9A32-117333B8745C}"/>
                  </a:ext>
                </a:extLst>
              </p:cNvPr>
              <p:cNvSpPr/>
              <p:nvPr/>
            </p:nvSpPr>
            <p:spPr>
              <a:xfrm>
                <a:off x="4071014"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1" name="椭圆 12530">
                <a:extLst>
                  <a:ext uri="{FF2B5EF4-FFF2-40B4-BE49-F238E27FC236}">
                    <a16:creationId xmlns:a16="http://schemas.microsoft.com/office/drawing/2014/main" id="{F4B8A636-3512-4EED-BF9F-78BF775B5F05}"/>
                  </a:ext>
                </a:extLst>
              </p:cNvPr>
              <p:cNvSpPr/>
              <p:nvPr/>
            </p:nvSpPr>
            <p:spPr>
              <a:xfrm>
                <a:off x="40173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2" name="椭圆 12531">
                <a:extLst>
                  <a:ext uri="{FF2B5EF4-FFF2-40B4-BE49-F238E27FC236}">
                    <a16:creationId xmlns:a16="http://schemas.microsoft.com/office/drawing/2014/main" id="{06AF0EF6-719A-4E71-A92F-F5A0CD9DA23E}"/>
                  </a:ext>
                </a:extLst>
              </p:cNvPr>
              <p:cNvSpPr/>
              <p:nvPr/>
            </p:nvSpPr>
            <p:spPr>
              <a:xfrm>
                <a:off x="406877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3" name="椭圆 12532">
                <a:extLst>
                  <a:ext uri="{FF2B5EF4-FFF2-40B4-BE49-F238E27FC236}">
                    <a16:creationId xmlns:a16="http://schemas.microsoft.com/office/drawing/2014/main" id="{F3344589-006C-4C4D-A41A-5257A60038CE}"/>
                  </a:ext>
                </a:extLst>
              </p:cNvPr>
              <p:cNvSpPr/>
              <p:nvPr/>
            </p:nvSpPr>
            <p:spPr>
              <a:xfrm>
                <a:off x="401228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4" name="椭圆 12533">
                <a:extLst>
                  <a:ext uri="{FF2B5EF4-FFF2-40B4-BE49-F238E27FC236}">
                    <a16:creationId xmlns:a16="http://schemas.microsoft.com/office/drawing/2014/main" id="{1C47F5A6-51EA-4514-AB4B-9086FCB9FEDC}"/>
                  </a:ext>
                </a:extLst>
              </p:cNvPr>
              <p:cNvSpPr/>
              <p:nvPr/>
            </p:nvSpPr>
            <p:spPr>
              <a:xfrm>
                <a:off x="4102542" y="268681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5" name="椭圆 12534">
                <a:extLst>
                  <a:ext uri="{FF2B5EF4-FFF2-40B4-BE49-F238E27FC236}">
                    <a16:creationId xmlns:a16="http://schemas.microsoft.com/office/drawing/2014/main" id="{1D30145A-A3B9-419E-AF9E-270DF1E644A8}"/>
                  </a:ext>
                </a:extLst>
              </p:cNvPr>
              <p:cNvSpPr/>
              <p:nvPr/>
            </p:nvSpPr>
            <p:spPr>
              <a:xfrm>
                <a:off x="4007259"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6" name="椭圆 12535">
                <a:extLst>
                  <a:ext uri="{FF2B5EF4-FFF2-40B4-BE49-F238E27FC236}">
                    <a16:creationId xmlns:a16="http://schemas.microsoft.com/office/drawing/2014/main" id="{0612BF69-1DCD-4B55-ACBC-EACDDF2139AD}"/>
                  </a:ext>
                </a:extLst>
              </p:cNvPr>
              <p:cNvSpPr/>
              <p:nvPr/>
            </p:nvSpPr>
            <p:spPr>
              <a:xfrm>
                <a:off x="4010122" y="30316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7" name="椭圆 12536">
                <a:extLst>
                  <a:ext uri="{FF2B5EF4-FFF2-40B4-BE49-F238E27FC236}">
                    <a16:creationId xmlns:a16="http://schemas.microsoft.com/office/drawing/2014/main" id="{6556F363-E129-40A6-926A-5A19E4CB9974}"/>
                  </a:ext>
                </a:extLst>
              </p:cNvPr>
              <p:cNvSpPr/>
              <p:nvPr/>
            </p:nvSpPr>
            <p:spPr>
              <a:xfrm>
                <a:off x="407813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8" name="椭圆 12537">
                <a:extLst>
                  <a:ext uri="{FF2B5EF4-FFF2-40B4-BE49-F238E27FC236}">
                    <a16:creationId xmlns:a16="http://schemas.microsoft.com/office/drawing/2014/main" id="{AB944752-5793-4CAD-8707-FA322B14AE2F}"/>
                  </a:ext>
                </a:extLst>
              </p:cNvPr>
              <p:cNvSpPr/>
              <p:nvPr/>
            </p:nvSpPr>
            <p:spPr>
              <a:xfrm>
                <a:off x="4132492"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9" name="椭圆 12538">
                <a:extLst>
                  <a:ext uri="{FF2B5EF4-FFF2-40B4-BE49-F238E27FC236}">
                    <a16:creationId xmlns:a16="http://schemas.microsoft.com/office/drawing/2014/main" id="{48FA5D1A-D176-40B4-AD11-6D9A229B71B5}"/>
                  </a:ext>
                </a:extLst>
              </p:cNvPr>
              <p:cNvSpPr/>
              <p:nvPr/>
            </p:nvSpPr>
            <p:spPr>
              <a:xfrm>
                <a:off x="40410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0" name="椭圆 12539">
                <a:extLst>
                  <a:ext uri="{FF2B5EF4-FFF2-40B4-BE49-F238E27FC236}">
                    <a16:creationId xmlns:a16="http://schemas.microsoft.com/office/drawing/2014/main" id="{6D21D784-AFCF-48DC-AA06-73564E089820}"/>
                  </a:ext>
                </a:extLst>
              </p:cNvPr>
              <p:cNvSpPr/>
              <p:nvPr/>
            </p:nvSpPr>
            <p:spPr>
              <a:xfrm>
                <a:off x="406609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1" name="椭圆 12540">
                <a:extLst>
                  <a:ext uri="{FF2B5EF4-FFF2-40B4-BE49-F238E27FC236}">
                    <a16:creationId xmlns:a16="http://schemas.microsoft.com/office/drawing/2014/main" id="{DD1C284B-34E8-4F74-8ABE-0D659DC8E991}"/>
                  </a:ext>
                </a:extLst>
              </p:cNvPr>
              <p:cNvSpPr/>
              <p:nvPr/>
            </p:nvSpPr>
            <p:spPr>
              <a:xfrm>
                <a:off x="40439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2" name="椭圆 12541">
                <a:extLst>
                  <a:ext uri="{FF2B5EF4-FFF2-40B4-BE49-F238E27FC236}">
                    <a16:creationId xmlns:a16="http://schemas.microsoft.com/office/drawing/2014/main" id="{417D34E2-1E66-4F00-9452-B4E1086F9835}"/>
                  </a:ext>
                </a:extLst>
              </p:cNvPr>
              <p:cNvSpPr/>
              <p:nvPr/>
            </p:nvSpPr>
            <p:spPr>
              <a:xfrm>
                <a:off x="395770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3" name="椭圆 12542">
                <a:extLst>
                  <a:ext uri="{FF2B5EF4-FFF2-40B4-BE49-F238E27FC236}">
                    <a16:creationId xmlns:a16="http://schemas.microsoft.com/office/drawing/2014/main" id="{18C94729-80E0-4DF4-95B8-E6E0B4A96DCF}"/>
                  </a:ext>
                </a:extLst>
              </p:cNvPr>
              <p:cNvSpPr/>
              <p:nvPr/>
            </p:nvSpPr>
            <p:spPr>
              <a:xfrm>
                <a:off x="402267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4" name="椭圆 12543">
                <a:extLst>
                  <a:ext uri="{FF2B5EF4-FFF2-40B4-BE49-F238E27FC236}">
                    <a16:creationId xmlns:a16="http://schemas.microsoft.com/office/drawing/2014/main" id="{B2220492-C524-499C-8B68-ABF6F3A69580}"/>
                  </a:ext>
                </a:extLst>
              </p:cNvPr>
              <p:cNvSpPr/>
              <p:nvPr/>
            </p:nvSpPr>
            <p:spPr>
              <a:xfrm>
                <a:off x="403878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5" name="椭圆 12544">
                <a:extLst>
                  <a:ext uri="{FF2B5EF4-FFF2-40B4-BE49-F238E27FC236}">
                    <a16:creationId xmlns:a16="http://schemas.microsoft.com/office/drawing/2014/main" id="{76314746-7657-429E-8905-1BEF6528E865}"/>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6" name="椭圆 12545">
                <a:extLst>
                  <a:ext uri="{FF2B5EF4-FFF2-40B4-BE49-F238E27FC236}">
                    <a16:creationId xmlns:a16="http://schemas.microsoft.com/office/drawing/2014/main" id="{C54C121C-93A0-4ABE-8B1E-B248DACEA36D}"/>
                  </a:ext>
                </a:extLst>
              </p:cNvPr>
              <p:cNvSpPr/>
              <p:nvPr/>
            </p:nvSpPr>
            <p:spPr>
              <a:xfrm>
                <a:off x="4048294"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7" name="椭圆 12546">
                <a:extLst>
                  <a:ext uri="{FF2B5EF4-FFF2-40B4-BE49-F238E27FC236}">
                    <a16:creationId xmlns:a16="http://schemas.microsoft.com/office/drawing/2014/main" id="{AD662712-CBE7-4082-846F-2037A4179000}"/>
                  </a:ext>
                </a:extLst>
              </p:cNvPr>
              <p:cNvSpPr/>
              <p:nvPr/>
            </p:nvSpPr>
            <p:spPr>
              <a:xfrm>
                <a:off x="40749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8" name="椭圆 12547">
                <a:extLst>
                  <a:ext uri="{FF2B5EF4-FFF2-40B4-BE49-F238E27FC236}">
                    <a16:creationId xmlns:a16="http://schemas.microsoft.com/office/drawing/2014/main" id="{34109503-449F-4165-945B-E949EB92BF2E}"/>
                  </a:ext>
                </a:extLst>
              </p:cNvPr>
              <p:cNvSpPr/>
              <p:nvPr/>
            </p:nvSpPr>
            <p:spPr>
              <a:xfrm>
                <a:off x="40715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9" name="椭圆 12548">
                <a:extLst>
                  <a:ext uri="{FF2B5EF4-FFF2-40B4-BE49-F238E27FC236}">
                    <a16:creationId xmlns:a16="http://schemas.microsoft.com/office/drawing/2014/main" id="{D62E27FD-A504-4059-B470-31DC69344D44}"/>
                  </a:ext>
                </a:extLst>
              </p:cNvPr>
              <p:cNvSpPr/>
              <p:nvPr/>
            </p:nvSpPr>
            <p:spPr>
              <a:xfrm>
                <a:off x="39659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0" name="椭圆 12549">
                <a:extLst>
                  <a:ext uri="{FF2B5EF4-FFF2-40B4-BE49-F238E27FC236}">
                    <a16:creationId xmlns:a16="http://schemas.microsoft.com/office/drawing/2014/main" id="{CBDAAC01-135E-4300-B610-8666338375B1}"/>
                  </a:ext>
                </a:extLst>
              </p:cNvPr>
              <p:cNvSpPr/>
              <p:nvPr/>
            </p:nvSpPr>
            <p:spPr>
              <a:xfrm>
                <a:off x="39247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1" name="椭圆 12550">
                <a:extLst>
                  <a:ext uri="{FF2B5EF4-FFF2-40B4-BE49-F238E27FC236}">
                    <a16:creationId xmlns:a16="http://schemas.microsoft.com/office/drawing/2014/main" id="{E9A6F74F-3156-442D-A2CD-19FF4AD1022B}"/>
                  </a:ext>
                </a:extLst>
              </p:cNvPr>
              <p:cNvSpPr/>
              <p:nvPr/>
            </p:nvSpPr>
            <p:spPr>
              <a:xfrm>
                <a:off x="4094688"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2" name="椭圆 12551">
                <a:extLst>
                  <a:ext uri="{FF2B5EF4-FFF2-40B4-BE49-F238E27FC236}">
                    <a16:creationId xmlns:a16="http://schemas.microsoft.com/office/drawing/2014/main" id="{EDC13B5D-5786-4423-8026-C67BCA9E7220}"/>
                  </a:ext>
                </a:extLst>
              </p:cNvPr>
              <p:cNvSpPr/>
              <p:nvPr/>
            </p:nvSpPr>
            <p:spPr>
              <a:xfrm>
                <a:off x="4169160"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3" name="椭圆 12552">
                <a:extLst>
                  <a:ext uri="{FF2B5EF4-FFF2-40B4-BE49-F238E27FC236}">
                    <a16:creationId xmlns:a16="http://schemas.microsoft.com/office/drawing/2014/main" id="{5DE1ED92-C748-407D-B409-1258087EEB1F}"/>
                  </a:ext>
                </a:extLst>
              </p:cNvPr>
              <p:cNvSpPr/>
              <p:nvPr/>
            </p:nvSpPr>
            <p:spPr>
              <a:xfrm>
                <a:off x="4037356" y="3040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4" name="椭圆 12553">
                <a:extLst>
                  <a:ext uri="{FF2B5EF4-FFF2-40B4-BE49-F238E27FC236}">
                    <a16:creationId xmlns:a16="http://schemas.microsoft.com/office/drawing/2014/main" id="{EA5789F6-078D-44FB-82A8-F70877962877}"/>
                  </a:ext>
                </a:extLst>
              </p:cNvPr>
              <p:cNvSpPr/>
              <p:nvPr/>
            </p:nvSpPr>
            <p:spPr>
              <a:xfrm>
                <a:off x="3990926"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5" name="椭圆 12554">
                <a:extLst>
                  <a:ext uri="{FF2B5EF4-FFF2-40B4-BE49-F238E27FC236}">
                    <a16:creationId xmlns:a16="http://schemas.microsoft.com/office/drawing/2014/main" id="{F36BB0CD-BD0A-45A3-82A4-FD3B0F557338}"/>
                  </a:ext>
                </a:extLst>
              </p:cNvPr>
              <p:cNvSpPr/>
              <p:nvPr/>
            </p:nvSpPr>
            <p:spPr>
              <a:xfrm>
                <a:off x="4134401"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6" name="椭圆 12555">
                <a:extLst>
                  <a:ext uri="{FF2B5EF4-FFF2-40B4-BE49-F238E27FC236}">
                    <a16:creationId xmlns:a16="http://schemas.microsoft.com/office/drawing/2014/main" id="{C29F7A8F-24E8-429E-985B-94D2FAC41EB3}"/>
                  </a:ext>
                </a:extLst>
              </p:cNvPr>
              <p:cNvSpPr/>
              <p:nvPr/>
            </p:nvSpPr>
            <p:spPr>
              <a:xfrm>
                <a:off x="4233171"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7" name="椭圆 12556">
                <a:extLst>
                  <a:ext uri="{FF2B5EF4-FFF2-40B4-BE49-F238E27FC236}">
                    <a16:creationId xmlns:a16="http://schemas.microsoft.com/office/drawing/2014/main" id="{3619F231-5544-4C74-898C-E9BD27F80692}"/>
                  </a:ext>
                </a:extLst>
              </p:cNvPr>
              <p:cNvSpPr/>
              <p:nvPr/>
            </p:nvSpPr>
            <p:spPr>
              <a:xfrm>
                <a:off x="395848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8" name="椭圆 12557">
                <a:extLst>
                  <a:ext uri="{FF2B5EF4-FFF2-40B4-BE49-F238E27FC236}">
                    <a16:creationId xmlns:a16="http://schemas.microsoft.com/office/drawing/2014/main" id="{B9C5C179-E730-4346-A1C7-C0B4E80E70A5}"/>
                  </a:ext>
                </a:extLst>
              </p:cNvPr>
              <p:cNvSpPr/>
              <p:nvPr/>
            </p:nvSpPr>
            <p:spPr>
              <a:xfrm>
                <a:off x="3981053"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9" name="椭圆 12558">
                <a:extLst>
                  <a:ext uri="{FF2B5EF4-FFF2-40B4-BE49-F238E27FC236}">
                    <a16:creationId xmlns:a16="http://schemas.microsoft.com/office/drawing/2014/main" id="{4A7487B7-D567-4DDD-B60E-5839FDF7CBD2}"/>
                  </a:ext>
                </a:extLst>
              </p:cNvPr>
              <p:cNvSpPr/>
              <p:nvPr/>
            </p:nvSpPr>
            <p:spPr>
              <a:xfrm>
                <a:off x="400017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0" name="椭圆 12559">
                <a:extLst>
                  <a:ext uri="{FF2B5EF4-FFF2-40B4-BE49-F238E27FC236}">
                    <a16:creationId xmlns:a16="http://schemas.microsoft.com/office/drawing/2014/main" id="{23E4C14E-A14F-42C8-9C2B-4A0C102B0C79}"/>
                  </a:ext>
                </a:extLst>
              </p:cNvPr>
              <p:cNvSpPr/>
              <p:nvPr/>
            </p:nvSpPr>
            <p:spPr>
              <a:xfrm>
                <a:off x="40322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1" name="椭圆 12560">
                <a:extLst>
                  <a:ext uri="{FF2B5EF4-FFF2-40B4-BE49-F238E27FC236}">
                    <a16:creationId xmlns:a16="http://schemas.microsoft.com/office/drawing/2014/main" id="{4AC35418-6815-48D3-910D-042862A787B3}"/>
                  </a:ext>
                </a:extLst>
              </p:cNvPr>
              <p:cNvSpPr/>
              <p:nvPr/>
            </p:nvSpPr>
            <p:spPr>
              <a:xfrm>
                <a:off x="3712895" y="278352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2" name="椭圆 12561">
                <a:extLst>
                  <a:ext uri="{FF2B5EF4-FFF2-40B4-BE49-F238E27FC236}">
                    <a16:creationId xmlns:a16="http://schemas.microsoft.com/office/drawing/2014/main" id="{B56391AB-BF2E-4434-BF05-AA8BFE7D01EE}"/>
                  </a:ext>
                </a:extLst>
              </p:cNvPr>
              <p:cNvSpPr/>
              <p:nvPr/>
            </p:nvSpPr>
            <p:spPr>
              <a:xfrm>
                <a:off x="40235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3" name="椭圆 12562">
                <a:extLst>
                  <a:ext uri="{FF2B5EF4-FFF2-40B4-BE49-F238E27FC236}">
                    <a16:creationId xmlns:a16="http://schemas.microsoft.com/office/drawing/2014/main" id="{D9206F5C-7E4D-401B-8EDD-56F4157EBC76}"/>
                  </a:ext>
                </a:extLst>
              </p:cNvPr>
              <p:cNvSpPr/>
              <p:nvPr/>
            </p:nvSpPr>
            <p:spPr>
              <a:xfrm>
                <a:off x="4315424" y="270589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4" name="椭圆 12563">
                <a:extLst>
                  <a:ext uri="{FF2B5EF4-FFF2-40B4-BE49-F238E27FC236}">
                    <a16:creationId xmlns:a16="http://schemas.microsoft.com/office/drawing/2014/main" id="{1D2B40A7-9D14-49EB-9E4E-E286A23BB578}"/>
                  </a:ext>
                </a:extLst>
              </p:cNvPr>
              <p:cNvSpPr/>
              <p:nvPr/>
            </p:nvSpPr>
            <p:spPr>
              <a:xfrm>
                <a:off x="3928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5" name="椭圆 12564">
                <a:extLst>
                  <a:ext uri="{FF2B5EF4-FFF2-40B4-BE49-F238E27FC236}">
                    <a16:creationId xmlns:a16="http://schemas.microsoft.com/office/drawing/2014/main" id="{F6D6D621-8EBA-4390-8B23-C24B49F763D9}"/>
                  </a:ext>
                </a:extLst>
              </p:cNvPr>
              <p:cNvSpPr/>
              <p:nvPr/>
            </p:nvSpPr>
            <p:spPr>
              <a:xfrm>
                <a:off x="396501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6" name="椭圆 12565">
                <a:extLst>
                  <a:ext uri="{FF2B5EF4-FFF2-40B4-BE49-F238E27FC236}">
                    <a16:creationId xmlns:a16="http://schemas.microsoft.com/office/drawing/2014/main" id="{2A4C62B6-306C-423B-8A69-6C752FFB933C}"/>
                  </a:ext>
                </a:extLst>
              </p:cNvPr>
              <p:cNvSpPr/>
              <p:nvPr/>
            </p:nvSpPr>
            <p:spPr>
              <a:xfrm>
                <a:off x="40338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7" name="椭圆 12566">
                <a:extLst>
                  <a:ext uri="{FF2B5EF4-FFF2-40B4-BE49-F238E27FC236}">
                    <a16:creationId xmlns:a16="http://schemas.microsoft.com/office/drawing/2014/main" id="{BA638307-7A0C-4599-B0A2-026D81231442}"/>
                  </a:ext>
                </a:extLst>
              </p:cNvPr>
              <p:cNvSpPr/>
              <p:nvPr/>
            </p:nvSpPr>
            <p:spPr>
              <a:xfrm>
                <a:off x="402076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8" name="椭圆 12567">
                <a:extLst>
                  <a:ext uri="{FF2B5EF4-FFF2-40B4-BE49-F238E27FC236}">
                    <a16:creationId xmlns:a16="http://schemas.microsoft.com/office/drawing/2014/main" id="{CA9F8320-7D95-453F-89A5-106FBE391716}"/>
                  </a:ext>
                </a:extLst>
              </p:cNvPr>
              <p:cNvSpPr/>
              <p:nvPr/>
            </p:nvSpPr>
            <p:spPr>
              <a:xfrm>
                <a:off x="4081988"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9" name="椭圆 12568">
                <a:extLst>
                  <a:ext uri="{FF2B5EF4-FFF2-40B4-BE49-F238E27FC236}">
                    <a16:creationId xmlns:a16="http://schemas.microsoft.com/office/drawing/2014/main" id="{25273F6B-3E42-41DC-A9B8-87D369C193D8}"/>
                  </a:ext>
                </a:extLst>
              </p:cNvPr>
              <p:cNvSpPr/>
              <p:nvPr/>
            </p:nvSpPr>
            <p:spPr>
              <a:xfrm>
                <a:off x="3914949" y="22167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0" name="椭圆 12569">
                <a:extLst>
                  <a:ext uri="{FF2B5EF4-FFF2-40B4-BE49-F238E27FC236}">
                    <a16:creationId xmlns:a16="http://schemas.microsoft.com/office/drawing/2014/main" id="{4990CE22-F8A6-40B5-BAE0-76CAAAECF424}"/>
                  </a:ext>
                </a:extLst>
              </p:cNvPr>
              <p:cNvSpPr/>
              <p:nvPr/>
            </p:nvSpPr>
            <p:spPr>
              <a:xfrm>
                <a:off x="41063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1" name="椭圆 12570">
                <a:extLst>
                  <a:ext uri="{FF2B5EF4-FFF2-40B4-BE49-F238E27FC236}">
                    <a16:creationId xmlns:a16="http://schemas.microsoft.com/office/drawing/2014/main" id="{2DBF7B0A-067D-40B2-A2BF-89FC57D83571}"/>
                  </a:ext>
                </a:extLst>
              </p:cNvPr>
              <p:cNvSpPr/>
              <p:nvPr/>
            </p:nvSpPr>
            <p:spPr>
              <a:xfrm>
                <a:off x="398252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2" name="椭圆 12571">
                <a:extLst>
                  <a:ext uri="{FF2B5EF4-FFF2-40B4-BE49-F238E27FC236}">
                    <a16:creationId xmlns:a16="http://schemas.microsoft.com/office/drawing/2014/main" id="{25FBE01E-6B62-42D0-AC94-834CA884F460}"/>
                  </a:ext>
                </a:extLst>
              </p:cNvPr>
              <p:cNvSpPr/>
              <p:nvPr/>
            </p:nvSpPr>
            <p:spPr>
              <a:xfrm>
                <a:off x="4109846"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3" name="椭圆 12572">
                <a:extLst>
                  <a:ext uri="{FF2B5EF4-FFF2-40B4-BE49-F238E27FC236}">
                    <a16:creationId xmlns:a16="http://schemas.microsoft.com/office/drawing/2014/main" id="{A7C8EECF-9FE3-48D0-B372-D0FF9AC42E6E}"/>
                  </a:ext>
                </a:extLst>
              </p:cNvPr>
              <p:cNvSpPr/>
              <p:nvPr/>
            </p:nvSpPr>
            <p:spPr>
              <a:xfrm>
                <a:off x="4009168"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4" name="椭圆 12573">
                <a:extLst>
                  <a:ext uri="{FF2B5EF4-FFF2-40B4-BE49-F238E27FC236}">
                    <a16:creationId xmlns:a16="http://schemas.microsoft.com/office/drawing/2014/main" id="{5EE35207-8082-4029-8C1E-A3AA9BC48975}"/>
                  </a:ext>
                </a:extLst>
              </p:cNvPr>
              <p:cNvSpPr/>
              <p:nvPr/>
            </p:nvSpPr>
            <p:spPr>
              <a:xfrm>
                <a:off x="4021500"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5" name="椭圆 12574">
                <a:extLst>
                  <a:ext uri="{FF2B5EF4-FFF2-40B4-BE49-F238E27FC236}">
                    <a16:creationId xmlns:a16="http://schemas.microsoft.com/office/drawing/2014/main" id="{CF5EDCDC-4F99-4834-93F4-5F7D72F23A84}"/>
                  </a:ext>
                </a:extLst>
              </p:cNvPr>
              <p:cNvSpPr/>
              <p:nvPr/>
            </p:nvSpPr>
            <p:spPr>
              <a:xfrm>
                <a:off x="406760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6" name="椭圆 12575">
                <a:extLst>
                  <a:ext uri="{FF2B5EF4-FFF2-40B4-BE49-F238E27FC236}">
                    <a16:creationId xmlns:a16="http://schemas.microsoft.com/office/drawing/2014/main" id="{576DCEEE-5849-425B-9A59-A13463F2CBDB}"/>
                  </a:ext>
                </a:extLst>
              </p:cNvPr>
              <p:cNvSpPr/>
              <p:nvPr/>
            </p:nvSpPr>
            <p:spPr>
              <a:xfrm>
                <a:off x="39179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7" name="椭圆 12576">
                <a:extLst>
                  <a:ext uri="{FF2B5EF4-FFF2-40B4-BE49-F238E27FC236}">
                    <a16:creationId xmlns:a16="http://schemas.microsoft.com/office/drawing/2014/main" id="{8DCB0E04-400E-45A7-BF65-1D37E91A0580}"/>
                  </a:ext>
                </a:extLst>
              </p:cNvPr>
              <p:cNvSpPr/>
              <p:nvPr/>
            </p:nvSpPr>
            <p:spPr>
              <a:xfrm>
                <a:off x="397899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8" name="椭圆 12577">
                <a:extLst>
                  <a:ext uri="{FF2B5EF4-FFF2-40B4-BE49-F238E27FC236}">
                    <a16:creationId xmlns:a16="http://schemas.microsoft.com/office/drawing/2014/main" id="{257D1994-6FA9-4061-81C0-7C21E0FDF704}"/>
                  </a:ext>
                </a:extLst>
              </p:cNvPr>
              <p:cNvSpPr/>
              <p:nvPr/>
            </p:nvSpPr>
            <p:spPr>
              <a:xfrm>
                <a:off x="39850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9" name="椭圆 12578">
                <a:extLst>
                  <a:ext uri="{FF2B5EF4-FFF2-40B4-BE49-F238E27FC236}">
                    <a16:creationId xmlns:a16="http://schemas.microsoft.com/office/drawing/2014/main" id="{18710E6E-D55D-4077-8581-580B611ABD84}"/>
                  </a:ext>
                </a:extLst>
              </p:cNvPr>
              <p:cNvSpPr/>
              <p:nvPr/>
            </p:nvSpPr>
            <p:spPr>
              <a:xfrm>
                <a:off x="3757490" y="27413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0" name="椭圆 12579">
                <a:extLst>
                  <a:ext uri="{FF2B5EF4-FFF2-40B4-BE49-F238E27FC236}">
                    <a16:creationId xmlns:a16="http://schemas.microsoft.com/office/drawing/2014/main" id="{1AA67C40-CD01-4E5F-96FD-EBB8518A021D}"/>
                  </a:ext>
                </a:extLst>
              </p:cNvPr>
              <p:cNvSpPr/>
              <p:nvPr/>
            </p:nvSpPr>
            <p:spPr>
              <a:xfrm>
                <a:off x="40303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1" name="椭圆 12580">
                <a:extLst>
                  <a:ext uri="{FF2B5EF4-FFF2-40B4-BE49-F238E27FC236}">
                    <a16:creationId xmlns:a16="http://schemas.microsoft.com/office/drawing/2014/main" id="{5E49BC01-E846-4AE2-BF4D-125F977B491C}"/>
                  </a:ext>
                </a:extLst>
              </p:cNvPr>
              <p:cNvSpPr/>
              <p:nvPr/>
            </p:nvSpPr>
            <p:spPr>
              <a:xfrm>
                <a:off x="400109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2" name="椭圆 12581">
                <a:extLst>
                  <a:ext uri="{FF2B5EF4-FFF2-40B4-BE49-F238E27FC236}">
                    <a16:creationId xmlns:a16="http://schemas.microsoft.com/office/drawing/2014/main" id="{69C4AFAD-B3F9-4782-B848-EBB9B672E1CA}"/>
                  </a:ext>
                </a:extLst>
              </p:cNvPr>
              <p:cNvSpPr/>
              <p:nvPr/>
            </p:nvSpPr>
            <p:spPr>
              <a:xfrm>
                <a:off x="3745708" y="28045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3" name="椭圆 12582">
                <a:extLst>
                  <a:ext uri="{FF2B5EF4-FFF2-40B4-BE49-F238E27FC236}">
                    <a16:creationId xmlns:a16="http://schemas.microsoft.com/office/drawing/2014/main" id="{515FAB33-A57A-427F-A640-B208C1EC53AB}"/>
                  </a:ext>
                </a:extLst>
              </p:cNvPr>
              <p:cNvSpPr/>
              <p:nvPr/>
            </p:nvSpPr>
            <p:spPr>
              <a:xfrm>
                <a:off x="4099092"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4" name="椭圆 12583">
                <a:extLst>
                  <a:ext uri="{FF2B5EF4-FFF2-40B4-BE49-F238E27FC236}">
                    <a16:creationId xmlns:a16="http://schemas.microsoft.com/office/drawing/2014/main" id="{5DA6CDDA-B12D-4DFA-B0E9-029545A406AA}"/>
                  </a:ext>
                </a:extLst>
              </p:cNvPr>
              <p:cNvSpPr/>
              <p:nvPr/>
            </p:nvSpPr>
            <p:spPr>
              <a:xfrm>
                <a:off x="38475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5" name="椭圆 12584">
                <a:extLst>
                  <a:ext uri="{FF2B5EF4-FFF2-40B4-BE49-F238E27FC236}">
                    <a16:creationId xmlns:a16="http://schemas.microsoft.com/office/drawing/2014/main" id="{6495A1DC-10B1-4F29-AAD0-A5A23491AF92}"/>
                  </a:ext>
                </a:extLst>
              </p:cNvPr>
              <p:cNvSpPr/>
              <p:nvPr/>
            </p:nvSpPr>
            <p:spPr>
              <a:xfrm>
                <a:off x="40493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6" name="椭圆 12585">
                <a:extLst>
                  <a:ext uri="{FF2B5EF4-FFF2-40B4-BE49-F238E27FC236}">
                    <a16:creationId xmlns:a16="http://schemas.microsoft.com/office/drawing/2014/main" id="{B9E320B6-8B3A-4093-B81A-A7D592AE7226}"/>
                  </a:ext>
                </a:extLst>
              </p:cNvPr>
              <p:cNvSpPr/>
              <p:nvPr/>
            </p:nvSpPr>
            <p:spPr>
              <a:xfrm>
                <a:off x="3983659" y="2996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7" name="椭圆 12586">
                <a:extLst>
                  <a:ext uri="{FF2B5EF4-FFF2-40B4-BE49-F238E27FC236}">
                    <a16:creationId xmlns:a16="http://schemas.microsoft.com/office/drawing/2014/main" id="{59364941-0124-4211-A3A1-478086BD0D11}"/>
                  </a:ext>
                </a:extLst>
              </p:cNvPr>
              <p:cNvSpPr/>
              <p:nvPr/>
            </p:nvSpPr>
            <p:spPr>
              <a:xfrm>
                <a:off x="430217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8" name="椭圆 12587">
                <a:extLst>
                  <a:ext uri="{FF2B5EF4-FFF2-40B4-BE49-F238E27FC236}">
                    <a16:creationId xmlns:a16="http://schemas.microsoft.com/office/drawing/2014/main" id="{14DA1E9F-114A-4927-9D84-C759CA616A9F}"/>
                  </a:ext>
                </a:extLst>
              </p:cNvPr>
              <p:cNvSpPr/>
              <p:nvPr/>
            </p:nvSpPr>
            <p:spPr>
              <a:xfrm>
                <a:off x="4044624"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9" name="椭圆 12588">
                <a:extLst>
                  <a:ext uri="{FF2B5EF4-FFF2-40B4-BE49-F238E27FC236}">
                    <a16:creationId xmlns:a16="http://schemas.microsoft.com/office/drawing/2014/main" id="{77B37B36-4CA0-44D2-BB46-D906DA79D2D4}"/>
                  </a:ext>
                </a:extLst>
              </p:cNvPr>
              <p:cNvSpPr/>
              <p:nvPr/>
            </p:nvSpPr>
            <p:spPr>
              <a:xfrm>
                <a:off x="4012324" y="2902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0" name="椭圆 12589">
                <a:extLst>
                  <a:ext uri="{FF2B5EF4-FFF2-40B4-BE49-F238E27FC236}">
                    <a16:creationId xmlns:a16="http://schemas.microsoft.com/office/drawing/2014/main" id="{5B5C87D2-1AE8-4861-8B01-66D2416CAA95}"/>
                  </a:ext>
                </a:extLst>
              </p:cNvPr>
              <p:cNvSpPr/>
              <p:nvPr/>
            </p:nvSpPr>
            <p:spPr>
              <a:xfrm>
                <a:off x="3874098"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1" name="椭圆 12590">
                <a:extLst>
                  <a:ext uri="{FF2B5EF4-FFF2-40B4-BE49-F238E27FC236}">
                    <a16:creationId xmlns:a16="http://schemas.microsoft.com/office/drawing/2014/main" id="{B81576F5-28D8-4A2E-A888-EB4E85DFD35F}"/>
                  </a:ext>
                </a:extLst>
              </p:cNvPr>
              <p:cNvSpPr/>
              <p:nvPr/>
            </p:nvSpPr>
            <p:spPr>
              <a:xfrm>
                <a:off x="4007957" y="2629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2" name="椭圆 12591">
                <a:extLst>
                  <a:ext uri="{FF2B5EF4-FFF2-40B4-BE49-F238E27FC236}">
                    <a16:creationId xmlns:a16="http://schemas.microsoft.com/office/drawing/2014/main" id="{18F4905E-BF6D-4658-97F1-B6FAB2203A3B}"/>
                  </a:ext>
                </a:extLst>
              </p:cNvPr>
              <p:cNvSpPr/>
              <p:nvPr/>
            </p:nvSpPr>
            <p:spPr>
              <a:xfrm>
                <a:off x="4012838" y="27524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3" name="椭圆 12592">
                <a:extLst>
                  <a:ext uri="{FF2B5EF4-FFF2-40B4-BE49-F238E27FC236}">
                    <a16:creationId xmlns:a16="http://schemas.microsoft.com/office/drawing/2014/main" id="{A7273748-AC88-4227-B58E-3E2B431BBF4B}"/>
                  </a:ext>
                </a:extLst>
              </p:cNvPr>
              <p:cNvSpPr/>
              <p:nvPr/>
            </p:nvSpPr>
            <p:spPr>
              <a:xfrm>
                <a:off x="4016178" y="3026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4" name="椭圆 12593">
                <a:extLst>
                  <a:ext uri="{FF2B5EF4-FFF2-40B4-BE49-F238E27FC236}">
                    <a16:creationId xmlns:a16="http://schemas.microsoft.com/office/drawing/2014/main" id="{85013BC9-B841-44D5-AF38-B7B598561F0D}"/>
                  </a:ext>
                </a:extLst>
              </p:cNvPr>
              <p:cNvSpPr/>
              <p:nvPr/>
            </p:nvSpPr>
            <p:spPr>
              <a:xfrm>
                <a:off x="3741267" y="27459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5" name="椭圆 12594">
                <a:extLst>
                  <a:ext uri="{FF2B5EF4-FFF2-40B4-BE49-F238E27FC236}">
                    <a16:creationId xmlns:a16="http://schemas.microsoft.com/office/drawing/2014/main" id="{B2DBF711-87ED-4FFE-A51A-E43B02132602}"/>
                  </a:ext>
                </a:extLst>
              </p:cNvPr>
              <p:cNvSpPr/>
              <p:nvPr/>
            </p:nvSpPr>
            <p:spPr>
              <a:xfrm>
                <a:off x="410514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6" name="椭圆 12595">
                <a:extLst>
                  <a:ext uri="{FF2B5EF4-FFF2-40B4-BE49-F238E27FC236}">
                    <a16:creationId xmlns:a16="http://schemas.microsoft.com/office/drawing/2014/main" id="{146B28A9-0B54-43BD-A7F7-99864F52B94E}"/>
                  </a:ext>
                </a:extLst>
              </p:cNvPr>
              <p:cNvSpPr/>
              <p:nvPr/>
            </p:nvSpPr>
            <p:spPr>
              <a:xfrm>
                <a:off x="4003919" y="3047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7" name="椭圆 12596">
                <a:extLst>
                  <a:ext uri="{FF2B5EF4-FFF2-40B4-BE49-F238E27FC236}">
                    <a16:creationId xmlns:a16="http://schemas.microsoft.com/office/drawing/2014/main" id="{8DACA922-DEB8-493E-AFB6-56A4877FCA7F}"/>
                  </a:ext>
                </a:extLst>
              </p:cNvPr>
              <p:cNvSpPr/>
              <p:nvPr/>
            </p:nvSpPr>
            <p:spPr>
              <a:xfrm>
                <a:off x="39792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8" name="椭圆 12597">
                <a:extLst>
                  <a:ext uri="{FF2B5EF4-FFF2-40B4-BE49-F238E27FC236}">
                    <a16:creationId xmlns:a16="http://schemas.microsoft.com/office/drawing/2014/main" id="{77CA68ED-FC28-43F4-969C-A93D3F41551D}"/>
                  </a:ext>
                </a:extLst>
              </p:cNvPr>
              <p:cNvSpPr/>
              <p:nvPr/>
            </p:nvSpPr>
            <p:spPr>
              <a:xfrm>
                <a:off x="394761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9" name="椭圆 12598">
                <a:extLst>
                  <a:ext uri="{FF2B5EF4-FFF2-40B4-BE49-F238E27FC236}">
                    <a16:creationId xmlns:a16="http://schemas.microsoft.com/office/drawing/2014/main" id="{B08D3D26-0CEE-4D73-9A8C-95D8E2B8EE5E}"/>
                  </a:ext>
                </a:extLst>
              </p:cNvPr>
              <p:cNvSpPr/>
              <p:nvPr/>
            </p:nvSpPr>
            <p:spPr>
              <a:xfrm>
                <a:off x="4004103"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0" name="椭圆 12599">
                <a:extLst>
                  <a:ext uri="{FF2B5EF4-FFF2-40B4-BE49-F238E27FC236}">
                    <a16:creationId xmlns:a16="http://schemas.microsoft.com/office/drawing/2014/main" id="{8B6C5656-18D8-4F11-AEEA-810D04833D5C}"/>
                  </a:ext>
                </a:extLst>
              </p:cNvPr>
              <p:cNvSpPr/>
              <p:nvPr/>
            </p:nvSpPr>
            <p:spPr>
              <a:xfrm>
                <a:off x="400935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1" name="椭圆 12600">
                <a:extLst>
                  <a:ext uri="{FF2B5EF4-FFF2-40B4-BE49-F238E27FC236}">
                    <a16:creationId xmlns:a16="http://schemas.microsoft.com/office/drawing/2014/main" id="{D11CBFE4-DB8E-465D-80A8-77E47CD459BA}"/>
                  </a:ext>
                </a:extLst>
              </p:cNvPr>
              <p:cNvSpPr/>
              <p:nvPr/>
            </p:nvSpPr>
            <p:spPr>
              <a:xfrm>
                <a:off x="4147798"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2" name="椭圆 12601">
                <a:extLst>
                  <a:ext uri="{FF2B5EF4-FFF2-40B4-BE49-F238E27FC236}">
                    <a16:creationId xmlns:a16="http://schemas.microsoft.com/office/drawing/2014/main" id="{2D881362-E6B5-498B-A3E8-F101DAB9185D}"/>
                  </a:ext>
                </a:extLst>
              </p:cNvPr>
              <p:cNvSpPr/>
              <p:nvPr/>
            </p:nvSpPr>
            <p:spPr>
              <a:xfrm>
                <a:off x="4014600" y="30154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3" name="椭圆 12602">
                <a:extLst>
                  <a:ext uri="{FF2B5EF4-FFF2-40B4-BE49-F238E27FC236}">
                    <a16:creationId xmlns:a16="http://schemas.microsoft.com/office/drawing/2014/main" id="{1B060394-CC5F-4CF8-8C3B-EE6E0DB932FC}"/>
                  </a:ext>
                </a:extLst>
              </p:cNvPr>
              <p:cNvSpPr/>
              <p:nvPr/>
            </p:nvSpPr>
            <p:spPr>
              <a:xfrm>
                <a:off x="4033759" y="30225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4" name="椭圆 12603">
                <a:extLst>
                  <a:ext uri="{FF2B5EF4-FFF2-40B4-BE49-F238E27FC236}">
                    <a16:creationId xmlns:a16="http://schemas.microsoft.com/office/drawing/2014/main" id="{3787C931-9DFE-4A60-9580-19131407ED82}"/>
                  </a:ext>
                </a:extLst>
              </p:cNvPr>
              <p:cNvSpPr/>
              <p:nvPr/>
            </p:nvSpPr>
            <p:spPr>
              <a:xfrm>
                <a:off x="400747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5" name="椭圆 12604">
                <a:extLst>
                  <a:ext uri="{FF2B5EF4-FFF2-40B4-BE49-F238E27FC236}">
                    <a16:creationId xmlns:a16="http://schemas.microsoft.com/office/drawing/2014/main" id="{C537E308-71BC-45DE-A2DA-1A3838C2AC2C}"/>
                  </a:ext>
                </a:extLst>
              </p:cNvPr>
              <p:cNvSpPr/>
              <p:nvPr/>
            </p:nvSpPr>
            <p:spPr>
              <a:xfrm>
                <a:off x="3924859"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6" name="椭圆 12605">
                <a:extLst>
                  <a:ext uri="{FF2B5EF4-FFF2-40B4-BE49-F238E27FC236}">
                    <a16:creationId xmlns:a16="http://schemas.microsoft.com/office/drawing/2014/main" id="{9EADEEA6-4931-4BAF-BCFB-BD7C6DBBEAB1}"/>
                  </a:ext>
                </a:extLst>
              </p:cNvPr>
              <p:cNvSpPr/>
              <p:nvPr/>
            </p:nvSpPr>
            <p:spPr>
              <a:xfrm>
                <a:off x="4015261" y="3036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7" name="椭圆 12606">
                <a:extLst>
                  <a:ext uri="{FF2B5EF4-FFF2-40B4-BE49-F238E27FC236}">
                    <a16:creationId xmlns:a16="http://schemas.microsoft.com/office/drawing/2014/main" id="{F2692FD6-B206-4B98-B8F7-D8411BC98422}"/>
                  </a:ext>
                </a:extLst>
              </p:cNvPr>
              <p:cNvSpPr/>
              <p:nvPr/>
            </p:nvSpPr>
            <p:spPr>
              <a:xfrm>
                <a:off x="405468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8" name="椭圆 12607">
                <a:extLst>
                  <a:ext uri="{FF2B5EF4-FFF2-40B4-BE49-F238E27FC236}">
                    <a16:creationId xmlns:a16="http://schemas.microsoft.com/office/drawing/2014/main" id="{B6AEC5F8-EC29-4493-B991-8E658CA3B645}"/>
                  </a:ext>
                </a:extLst>
              </p:cNvPr>
              <p:cNvSpPr/>
              <p:nvPr/>
            </p:nvSpPr>
            <p:spPr>
              <a:xfrm>
                <a:off x="400905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9" name="椭圆 12608">
                <a:extLst>
                  <a:ext uri="{FF2B5EF4-FFF2-40B4-BE49-F238E27FC236}">
                    <a16:creationId xmlns:a16="http://schemas.microsoft.com/office/drawing/2014/main" id="{E9E9A78C-B91B-4B7A-ACE3-A7E30A317BED}"/>
                  </a:ext>
                </a:extLst>
              </p:cNvPr>
              <p:cNvSpPr/>
              <p:nvPr/>
            </p:nvSpPr>
            <p:spPr>
              <a:xfrm>
                <a:off x="401434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0" name="椭圆 12609">
                <a:extLst>
                  <a:ext uri="{FF2B5EF4-FFF2-40B4-BE49-F238E27FC236}">
                    <a16:creationId xmlns:a16="http://schemas.microsoft.com/office/drawing/2014/main" id="{432CFC5B-300C-4074-B890-0681131A42D8}"/>
                  </a:ext>
                </a:extLst>
              </p:cNvPr>
              <p:cNvSpPr/>
              <p:nvPr/>
            </p:nvSpPr>
            <p:spPr>
              <a:xfrm>
                <a:off x="3938586"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1" name="椭圆 12610">
                <a:extLst>
                  <a:ext uri="{FF2B5EF4-FFF2-40B4-BE49-F238E27FC236}">
                    <a16:creationId xmlns:a16="http://schemas.microsoft.com/office/drawing/2014/main" id="{351BB272-94AF-4822-B087-E0F284902099}"/>
                  </a:ext>
                </a:extLst>
              </p:cNvPr>
              <p:cNvSpPr/>
              <p:nvPr/>
            </p:nvSpPr>
            <p:spPr>
              <a:xfrm>
                <a:off x="3972464"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2" name="椭圆 12611">
                <a:extLst>
                  <a:ext uri="{FF2B5EF4-FFF2-40B4-BE49-F238E27FC236}">
                    <a16:creationId xmlns:a16="http://schemas.microsoft.com/office/drawing/2014/main" id="{6FDDFF69-FF76-4596-8C34-032620E0F221}"/>
                  </a:ext>
                </a:extLst>
              </p:cNvPr>
              <p:cNvSpPr/>
              <p:nvPr/>
            </p:nvSpPr>
            <p:spPr>
              <a:xfrm>
                <a:off x="40197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3" name="椭圆 12612">
                <a:extLst>
                  <a:ext uri="{FF2B5EF4-FFF2-40B4-BE49-F238E27FC236}">
                    <a16:creationId xmlns:a16="http://schemas.microsoft.com/office/drawing/2014/main" id="{8E9F4372-4495-4474-9E70-F0C8297426D3}"/>
                  </a:ext>
                </a:extLst>
              </p:cNvPr>
              <p:cNvSpPr/>
              <p:nvPr/>
            </p:nvSpPr>
            <p:spPr>
              <a:xfrm>
                <a:off x="406180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4" name="椭圆 12613">
                <a:extLst>
                  <a:ext uri="{FF2B5EF4-FFF2-40B4-BE49-F238E27FC236}">
                    <a16:creationId xmlns:a16="http://schemas.microsoft.com/office/drawing/2014/main" id="{1D3024FA-D9AD-4A4D-A9FF-8DED4595094C}"/>
                  </a:ext>
                </a:extLst>
              </p:cNvPr>
              <p:cNvSpPr/>
              <p:nvPr/>
            </p:nvSpPr>
            <p:spPr>
              <a:xfrm>
                <a:off x="394757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5" name="椭圆 12614">
                <a:extLst>
                  <a:ext uri="{FF2B5EF4-FFF2-40B4-BE49-F238E27FC236}">
                    <a16:creationId xmlns:a16="http://schemas.microsoft.com/office/drawing/2014/main" id="{D44E84C1-AA5C-450C-AB3D-CD0816B29CD1}"/>
                  </a:ext>
                </a:extLst>
              </p:cNvPr>
              <p:cNvSpPr/>
              <p:nvPr/>
            </p:nvSpPr>
            <p:spPr>
              <a:xfrm>
                <a:off x="400039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6" name="椭圆 12615">
                <a:extLst>
                  <a:ext uri="{FF2B5EF4-FFF2-40B4-BE49-F238E27FC236}">
                    <a16:creationId xmlns:a16="http://schemas.microsoft.com/office/drawing/2014/main" id="{3A53CFA0-FA76-482C-B38D-8933DB197275}"/>
                  </a:ext>
                </a:extLst>
              </p:cNvPr>
              <p:cNvSpPr/>
              <p:nvPr/>
            </p:nvSpPr>
            <p:spPr>
              <a:xfrm>
                <a:off x="411036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7" name="椭圆 12616">
                <a:extLst>
                  <a:ext uri="{FF2B5EF4-FFF2-40B4-BE49-F238E27FC236}">
                    <a16:creationId xmlns:a16="http://schemas.microsoft.com/office/drawing/2014/main" id="{7E80028D-DCF5-48D4-A0DC-8C5678A05317}"/>
                  </a:ext>
                </a:extLst>
              </p:cNvPr>
              <p:cNvSpPr/>
              <p:nvPr/>
            </p:nvSpPr>
            <p:spPr>
              <a:xfrm>
                <a:off x="4082208"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8" name="椭圆 12617">
                <a:extLst>
                  <a:ext uri="{FF2B5EF4-FFF2-40B4-BE49-F238E27FC236}">
                    <a16:creationId xmlns:a16="http://schemas.microsoft.com/office/drawing/2014/main" id="{7F6C40F6-7D91-4960-88A0-D691FA82BA9B}"/>
                  </a:ext>
                </a:extLst>
              </p:cNvPr>
              <p:cNvSpPr/>
              <p:nvPr/>
            </p:nvSpPr>
            <p:spPr>
              <a:xfrm>
                <a:off x="4082135"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9" name="椭圆 12618">
                <a:extLst>
                  <a:ext uri="{FF2B5EF4-FFF2-40B4-BE49-F238E27FC236}">
                    <a16:creationId xmlns:a16="http://schemas.microsoft.com/office/drawing/2014/main" id="{360A3FB1-432E-4BCB-8FBA-CD08CE09B0F0}"/>
                  </a:ext>
                </a:extLst>
              </p:cNvPr>
              <p:cNvSpPr/>
              <p:nvPr/>
            </p:nvSpPr>
            <p:spPr>
              <a:xfrm>
                <a:off x="402616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0" name="椭圆 12619">
                <a:extLst>
                  <a:ext uri="{FF2B5EF4-FFF2-40B4-BE49-F238E27FC236}">
                    <a16:creationId xmlns:a16="http://schemas.microsoft.com/office/drawing/2014/main" id="{97D6F762-B568-477F-ADE9-D22A257EE27B}"/>
                  </a:ext>
                </a:extLst>
              </p:cNvPr>
              <p:cNvSpPr/>
              <p:nvPr/>
            </p:nvSpPr>
            <p:spPr>
              <a:xfrm>
                <a:off x="400579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1" name="椭圆 12620">
                <a:extLst>
                  <a:ext uri="{FF2B5EF4-FFF2-40B4-BE49-F238E27FC236}">
                    <a16:creationId xmlns:a16="http://schemas.microsoft.com/office/drawing/2014/main" id="{26F3B170-F6C6-485A-BB10-D0D3C87AF01C}"/>
                  </a:ext>
                </a:extLst>
              </p:cNvPr>
              <p:cNvSpPr/>
              <p:nvPr/>
            </p:nvSpPr>
            <p:spPr>
              <a:xfrm>
                <a:off x="400568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2" name="椭圆 12621">
                <a:extLst>
                  <a:ext uri="{FF2B5EF4-FFF2-40B4-BE49-F238E27FC236}">
                    <a16:creationId xmlns:a16="http://schemas.microsoft.com/office/drawing/2014/main" id="{50455C8E-F6F8-4AF6-BD13-BE03D229F74A}"/>
                  </a:ext>
                </a:extLst>
              </p:cNvPr>
              <p:cNvSpPr/>
              <p:nvPr/>
            </p:nvSpPr>
            <p:spPr>
              <a:xfrm>
                <a:off x="4010673"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3" name="椭圆 12622">
                <a:extLst>
                  <a:ext uri="{FF2B5EF4-FFF2-40B4-BE49-F238E27FC236}">
                    <a16:creationId xmlns:a16="http://schemas.microsoft.com/office/drawing/2014/main" id="{DEC50F4F-CC5E-4DB7-BDD1-211E5790F296}"/>
                  </a:ext>
                </a:extLst>
              </p:cNvPr>
              <p:cNvSpPr/>
              <p:nvPr/>
            </p:nvSpPr>
            <p:spPr>
              <a:xfrm>
                <a:off x="4012214"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4" name="椭圆 12623">
                <a:extLst>
                  <a:ext uri="{FF2B5EF4-FFF2-40B4-BE49-F238E27FC236}">
                    <a16:creationId xmlns:a16="http://schemas.microsoft.com/office/drawing/2014/main" id="{3935C8C3-05B9-4894-9EFF-4C5CC291EDD0}"/>
                  </a:ext>
                </a:extLst>
              </p:cNvPr>
              <p:cNvSpPr/>
              <p:nvPr/>
            </p:nvSpPr>
            <p:spPr>
              <a:xfrm>
                <a:off x="415326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5" name="椭圆 12624">
                <a:extLst>
                  <a:ext uri="{FF2B5EF4-FFF2-40B4-BE49-F238E27FC236}">
                    <a16:creationId xmlns:a16="http://schemas.microsoft.com/office/drawing/2014/main" id="{44182783-466B-4DBC-BE1C-33A1A3CB727D}"/>
                  </a:ext>
                </a:extLst>
              </p:cNvPr>
              <p:cNvSpPr/>
              <p:nvPr/>
            </p:nvSpPr>
            <p:spPr>
              <a:xfrm>
                <a:off x="413528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6" name="椭圆 12625">
                <a:extLst>
                  <a:ext uri="{FF2B5EF4-FFF2-40B4-BE49-F238E27FC236}">
                    <a16:creationId xmlns:a16="http://schemas.microsoft.com/office/drawing/2014/main" id="{62E3AE4C-8024-47C0-903A-04CDD12C0358}"/>
                  </a:ext>
                </a:extLst>
              </p:cNvPr>
              <p:cNvSpPr/>
              <p:nvPr/>
            </p:nvSpPr>
            <p:spPr>
              <a:xfrm>
                <a:off x="401070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7" name="椭圆 12626">
                <a:extLst>
                  <a:ext uri="{FF2B5EF4-FFF2-40B4-BE49-F238E27FC236}">
                    <a16:creationId xmlns:a16="http://schemas.microsoft.com/office/drawing/2014/main" id="{0386F594-F66F-4A83-8618-0B4C88C982AF}"/>
                  </a:ext>
                </a:extLst>
              </p:cNvPr>
              <p:cNvSpPr/>
              <p:nvPr/>
            </p:nvSpPr>
            <p:spPr>
              <a:xfrm>
                <a:off x="404851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8" name="椭圆 12627">
                <a:extLst>
                  <a:ext uri="{FF2B5EF4-FFF2-40B4-BE49-F238E27FC236}">
                    <a16:creationId xmlns:a16="http://schemas.microsoft.com/office/drawing/2014/main" id="{CC82C24F-0F13-441A-8E9A-AE280702462E}"/>
                  </a:ext>
                </a:extLst>
              </p:cNvPr>
              <p:cNvSpPr/>
              <p:nvPr/>
            </p:nvSpPr>
            <p:spPr>
              <a:xfrm>
                <a:off x="401093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9" name="椭圆 12628">
                <a:extLst>
                  <a:ext uri="{FF2B5EF4-FFF2-40B4-BE49-F238E27FC236}">
                    <a16:creationId xmlns:a16="http://schemas.microsoft.com/office/drawing/2014/main" id="{F8EAF609-9C4B-4AC0-8404-F4E9431EE2BD}"/>
                  </a:ext>
                </a:extLst>
              </p:cNvPr>
              <p:cNvSpPr/>
              <p:nvPr/>
            </p:nvSpPr>
            <p:spPr>
              <a:xfrm>
                <a:off x="408169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0" name="椭圆 12629">
                <a:extLst>
                  <a:ext uri="{FF2B5EF4-FFF2-40B4-BE49-F238E27FC236}">
                    <a16:creationId xmlns:a16="http://schemas.microsoft.com/office/drawing/2014/main" id="{E9AFDAEA-2931-476D-A72F-68203CA8F039}"/>
                  </a:ext>
                </a:extLst>
              </p:cNvPr>
              <p:cNvSpPr/>
              <p:nvPr/>
            </p:nvSpPr>
            <p:spPr>
              <a:xfrm>
                <a:off x="4045541"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1" name="椭圆 12630">
                <a:extLst>
                  <a:ext uri="{FF2B5EF4-FFF2-40B4-BE49-F238E27FC236}">
                    <a16:creationId xmlns:a16="http://schemas.microsoft.com/office/drawing/2014/main" id="{B1DBD6DA-9B83-4F13-95BE-C6B8DBA05556}"/>
                  </a:ext>
                </a:extLst>
              </p:cNvPr>
              <p:cNvSpPr/>
              <p:nvPr/>
            </p:nvSpPr>
            <p:spPr>
              <a:xfrm>
                <a:off x="410632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2" name="椭圆 12631">
                <a:extLst>
                  <a:ext uri="{FF2B5EF4-FFF2-40B4-BE49-F238E27FC236}">
                    <a16:creationId xmlns:a16="http://schemas.microsoft.com/office/drawing/2014/main" id="{4D2FF62D-444F-4462-B794-0AB5D348B45D}"/>
                  </a:ext>
                </a:extLst>
              </p:cNvPr>
              <p:cNvSpPr/>
              <p:nvPr/>
            </p:nvSpPr>
            <p:spPr>
              <a:xfrm>
                <a:off x="414328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3" name="椭圆 12632">
                <a:extLst>
                  <a:ext uri="{FF2B5EF4-FFF2-40B4-BE49-F238E27FC236}">
                    <a16:creationId xmlns:a16="http://schemas.microsoft.com/office/drawing/2014/main" id="{DA537F4F-0FE6-4D2B-85DC-CECE5D0140E5}"/>
                  </a:ext>
                </a:extLst>
              </p:cNvPr>
              <p:cNvSpPr/>
              <p:nvPr/>
            </p:nvSpPr>
            <p:spPr>
              <a:xfrm>
                <a:off x="40282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4" name="椭圆 12633">
                <a:extLst>
                  <a:ext uri="{FF2B5EF4-FFF2-40B4-BE49-F238E27FC236}">
                    <a16:creationId xmlns:a16="http://schemas.microsoft.com/office/drawing/2014/main" id="{90D8004B-D3DC-4AB6-B68B-EBC3F73BC7E9}"/>
                  </a:ext>
                </a:extLst>
              </p:cNvPr>
              <p:cNvSpPr/>
              <p:nvPr/>
            </p:nvSpPr>
            <p:spPr>
              <a:xfrm>
                <a:off x="404150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5" name="椭圆 12634">
                <a:extLst>
                  <a:ext uri="{FF2B5EF4-FFF2-40B4-BE49-F238E27FC236}">
                    <a16:creationId xmlns:a16="http://schemas.microsoft.com/office/drawing/2014/main" id="{C384BD1D-A94C-46CA-BDFB-FCD0B4018797}"/>
                  </a:ext>
                </a:extLst>
              </p:cNvPr>
              <p:cNvSpPr/>
              <p:nvPr/>
            </p:nvSpPr>
            <p:spPr>
              <a:xfrm>
                <a:off x="404697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6" name="椭圆 12635">
                <a:extLst>
                  <a:ext uri="{FF2B5EF4-FFF2-40B4-BE49-F238E27FC236}">
                    <a16:creationId xmlns:a16="http://schemas.microsoft.com/office/drawing/2014/main" id="{2ED9C9E1-8469-43EE-9474-1FBB59E1A75E}"/>
                  </a:ext>
                </a:extLst>
              </p:cNvPr>
              <p:cNvSpPr/>
              <p:nvPr/>
            </p:nvSpPr>
            <p:spPr>
              <a:xfrm>
                <a:off x="4036769"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7" name="椭圆 12636">
                <a:extLst>
                  <a:ext uri="{FF2B5EF4-FFF2-40B4-BE49-F238E27FC236}">
                    <a16:creationId xmlns:a16="http://schemas.microsoft.com/office/drawing/2014/main" id="{0CD780E4-D974-411B-BDA4-F971BB3506E2}"/>
                  </a:ext>
                </a:extLst>
              </p:cNvPr>
              <p:cNvSpPr/>
              <p:nvPr/>
            </p:nvSpPr>
            <p:spPr>
              <a:xfrm>
                <a:off x="399856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8" name="椭圆 12637">
                <a:extLst>
                  <a:ext uri="{FF2B5EF4-FFF2-40B4-BE49-F238E27FC236}">
                    <a16:creationId xmlns:a16="http://schemas.microsoft.com/office/drawing/2014/main" id="{D4E25ECA-1393-4EBF-BF21-03C0A9504A96}"/>
                  </a:ext>
                </a:extLst>
              </p:cNvPr>
              <p:cNvSpPr/>
              <p:nvPr/>
            </p:nvSpPr>
            <p:spPr>
              <a:xfrm>
                <a:off x="4163507" y="2952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9" name="椭圆 12638">
                <a:extLst>
                  <a:ext uri="{FF2B5EF4-FFF2-40B4-BE49-F238E27FC236}">
                    <a16:creationId xmlns:a16="http://schemas.microsoft.com/office/drawing/2014/main" id="{2B16EB78-291E-448C-88CB-3E239E55C136}"/>
                  </a:ext>
                </a:extLst>
              </p:cNvPr>
              <p:cNvSpPr/>
              <p:nvPr/>
            </p:nvSpPr>
            <p:spPr>
              <a:xfrm>
                <a:off x="3900084"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0" name="椭圆 12639">
                <a:extLst>
                  <a:ext uri="{FF2B5EF4-FFF2-40B4-BE49-F238E27FC236}">
                    <a16:creationId xmlns:a16="http://schemas.microsoft.com/office/drawing/2014/main" id="{646277ED-B840-4E3B-9501-2E59F330F7A1}"/>
                  </a:ext>
                </a:extLst>
              </p:cNvPr>
              <p:cNvSpPr/>
              <p:nvPr/>
            </p:nvSpPr>
            <p:spPr>
              <a:xfrm>
                <a:off x="3995073"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1" name="椭圆 12640">
                <a:extLst>
                  <a:ext uri="{FF2B5EF4-FFF2-40B4-BE49-F238E27FC236}">
                    <a16:creationId xmlns:a16="http://schemas.microsoft.com/office/drawing/2014/main" id="{7C75E2EC-BB67-46A9-8E92-BF3CFC480C59}"/>
                  </a:ext>
                </a:extLst>
              </p:cNvPr>
              <p:cNvSpPr/>
              <p:nvPr/>
            </p:nvSpPr>
            <p:spPr>
              <a:xfrm>
                <a:off x="393535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2" name="椭圆 12641">
                <a:extLst>
                  <a:ext uri="{FF2B5EF4-FFF2-40B4-BE49-F238E27FC236}">
                    <a16:creationId xmlns:a16="http://schemas.microsoft.com/office/drawing/2014/main" id="{E87C0BF6-07BE-4447-B02F-8E32D4DB4C96}"/>
                  </a:ext>
                </a:extLst>
              </p:cNvPr>
              <p:cNvSpPr/>
              <p:nvPr/>
            </p:nvSpPr>
            <p:spPr>
              <a:xfrm>
                <a:off x="388999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3" name="椭圆 12642">
                <a:extLst>
                  <a:ext uri="{FF2B5EF4-FFF2-40B4-BE49-F238E27FC236}">
                    <a16:creationId xmlns:a16="http://schemas.microsoft.com/office/drawing/2014/main" id="{5D224E5B-F2F4-424A-9F12-EB6AC4227147}"/>
                  </a:ext>
                </a:extLst>
              </p:cNvPr>
              <p:cNvSpPr/>
              <p:nvPr/>
            </p:nvSpPr>
            <p:spPr>
              <a:xfrm>
                <a:off x="39304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4" name="椭圆 12643">
                <a:extLst>
                  <a:ext uri="{FF2B5EF4-FFF2-40B4-BE49-F238E27FC236}">
                    <a16:creationId xmlns:a16="http://schemas.microsoft.com/office/drawing/2014/main" id="{BD6DB61C-60B0-4D91-A189-04B0B5133237}"/>
                  </a:ext>
                </a:extLst>
              </p:cNvPr>
              <p:cNvSpPr/>
              <p:nvPr/>
            </p:nvSpPr>
            <p:spPr>
              <a:xfrm>
                <a:off x="4033025" y="26988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5" name="椭圆 12644">
                <a:extLst>
                  <a:ext uri="{FF2B5EF4-FFF2-40B4-BE49-F238E27FC236}">
                    <a16:creationId xmlns:a16="http://schemas.microsoft.com/office/drawing/2014/main" id="{0ABCF703-CF5B-4EB5-938E-67EB5750D2BD}"/>
                  </a:ext>
                </a:extLst>
              </p:cNvPr>
              <p:cNvSpPr/>
              <p:nvPr/>
            </p:nvSpPr>
            <p:spPr>
              <a:xfrm>
                <a:off x="3953929"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6" name="椭圆 12645">
                <a:extLst>
                  <a:ext uri="{FF2B5EF4-FFF2-40B4-BE49-F238E27FC236}">
                    <a16:creationId xmlns:a16="http://schemas.microsoft.com/office/drawing/2014/main" id="{9225A3DC-0D18-4B8F-A645-FE4F1E1CD2C1}"/>
                  </a:ext>
                </a:extLst>
              </p:cNvPr>
              <p:cNvSpPr/>
              <p:nvPr/>
            </p:nvSpPr>
            <p:spPr>
              <a:xfrm>
                <a:off x="40385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7" name="椭圆 12646">
                <a:extLst>
                  <a:ext uri="{FF2B5EF4-FFF2-40B4-BE49-F238E27FC236}">
                    <a16:creationId xmlns:a16="http://schemas.microsoft.com/office/drawing/2014/main" id="{6876D113-474A-45F1-9444-263E895A10A8}"/>
                  </a:ext>
                </a:extLst>
              </p:cNvPr>
              <p:cNvSpPr/>
              <p:nvPr/>
            </p:nvSpPr>
            <p:spPr>
              <a:xfrm>
                <a:off x="4134144"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8" name="椭圆 12647">
                <a:extLst>
                  <a:ext uri="{FF2B5EF4-FFF2-40B4-BE49-F238E27FC236}">
                    <a16:creationId xmlns:a16="http://schemas.microsoft.com/office/drawing/2014/main" id="{2EC114B9-C51A-4B40-9D84-00234E9C16B3}"/>
                  </a:ext>
                </a:extLst>
              </p:cNvPr>
              <p:cNvSpPr/>
              <p:nvPr/>
            </p:nvSpPr>
            <p:spPr>
              <a:xfrm>
                <a:off x="408562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9" name="椭圆 12648">
                <a:extLst>
                  <a:ext uri="{FF2B5EF4-FFF2-40B4-BE49-F238E27FC236}">
                    <a16:creationId xmlns:a16="http://schemas.microsoft.com/office/drawing/2014/main" id="{A7C29AA0-B955-4901-99A9-060F0776C200}"/>
                  </a:ext>
                </a:extLst>
              </p:cNvPr>
              <p:cNvSpPr/>
              <p:nvPr/>
            </p:nvSpPr>
            <p:spPr>
              <a:xfrm>
                <a:off x="402997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0" name="椭圆 12649">
                <a:extLst>
                  <a:ext uri="{FF2B5EF4-FFF2-40B4-BE49-F238E27FC236}">
                    <a16:creationId xmlns:a16="http://schemas.microsoft.com/office/drawing/2014/main" id="{B3ACDC54-017F-4766-AE83-219BEF99147E}"/>
                  </a:ext>
                </a:extLst>
              </p:cNvPr>
              <p:cNvSpPr/>
              <p:nvPr/>
            </p:nvSpPr>
            <p:spPr>
              <a:xfrm>
                <a:off x="400241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1" name="椭圆 12650">
                <a:extLst>
                  <a:ext uri="{FF2B5EF4-FFF2-40B4-BE49-F238E27FC236}">
                    <a16:creationId xmlns:a16="http://schemas.microsoft.com/office/drawing/2014/main" id="{3B87D560-DC17-4238-94E7-EE6C2BF6656A}"/>
                  </a:ext>
                </a:extLst>
              </p:cNvPr>
              <p:cNvSpPr/>
              <p:nvPr/>
            </p:nvSpPr>
            <p:spPr>
              <a:xfrm>
                <a:off x="392570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2" name="椭圆 12651">
                <a:extLst>
                  <a:ext uri="{FF2B5EF4-FFF2-40B4-BE49-F238E27FC236}">
                    <a16:creationId xmlns:a16="http://schemas.microsoft.com/office/drawing/2014/main" id="{C030DD0C-87BB-4637-92FD-157C6ACFBF28}"/>
                  </a:ext>
                </a:extLst>
              </p:cNvPr>
              <p:cNvSpPr/>
              <p:nvPr/>
            </p:nvSpPr>
            <p:spPr>
              <a:xfrm>
                <a:off x="3921923" y="2888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3" name="椭圆 12652">
                <a:extLst>
                  <a:ext uri="{FF2B5EF4-FFF2-40B4-BE49-F238E27FC236}">
                    <a16:creationId xmlns:a16="http://schemas.microsoft.com/office/drawing/2014/main" id="{211A6991-892F-4990-81F3-D9A178E27574}"/>
                  </a:ext>
                </a:extLst>
              </p:cNvPr>
              <p:cNvSpPr/>
              <p:nvPr/>
            </p:nvSpPr>
            <p:spPr>
              <a:xfrm>
                <a:off x="401302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4" name="椭圆 12653">
                <a:extLst>
                  <a:ext uri="{FF2B5EF4-FFF2-40B4-BE49-F238E27FC236}">
                    <a16:creationId xmlns:a16="http://schemas.microsoft.com/office/drawing/2014/main" id="{3794D179-9412-49AE-B76B-17DDFDBEFB60}"/>
                  </a:ext>
                </a:extLst>
              </p:cNvPr>
              <p:cNvSpPr/>
              <p:nvPr/>
            </p:nvSpPr>
            <p:spPr>
              <a:xfrm>
                <a:off x="4013939"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5" name="椭圆 12654">
                <a:extLst>
                  <a:ext uri="{FF2B5EF4-FFF2-40B4-BE49-F238E27FC236}">
                    <a16:creationId xmlns:a16="http://schemas.microsoft.com/office/drawing/2014/main" id="{799F58BA-A730-41DE-8A57-5524E6F6A3B0}"/>
                  </a:ext>
                </a:extLst>
              </p:cNvPr>
              <p:cNvSpPr/>
              <p:nvPr/>
            </p:nvSpPr>
            <p:spPr>
              <a:xfrm>
                <a:off x="399874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6" name="椭圆 12655">
                <a:extLst>
                  <a:ext uri="{FF2B5EF4-FFF2-40B4-BE49-F238E27FC236}">
                    <a16:creationId xmlns:a16="http://schemas.microsoft.com/office/drawing/2014/main" id="{3723C227-5C35-4F33-AB36-6CC37E915479}"/>
                  </a:ext>
                </a:extLst>
              </p:cNvPr>
              <p:cNvSpPr/>
              <p:nvPr/>
            </p:nvSpPr>
            <p:spPr>
              <a:xfrm>
                <a:off x="4011297"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7" name="椭圆 12656">
                <a:extLst>
                  <a:ext uri="{FF2B5EF4-FFF2-40B4-BE49-F238E27FC236}">
                    <a16:creationId xmlns:a16="http://schemas.microsoft.com/office/drawing/2014/main" id="{E07ED485-1082-47CE-9324-31EEE5100BA5}"/>
                  </a:ext>
                </a:extLst>
              </p:cNvPr>
              <p:cNvSpPr/>
              <p:nvPr/>
            </p:nvSpPr>
            <p:spPr>
              <a:xfrm>
                <a:off x="4014490" y="3028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8" name="椭圆 12657">
                <a:extLst>
                  <a:ext uri="{FF2B5EF4-FFF2-40B4-BE49-F238E27FC236}">
                    <a16:creationId xmlns:a16="http://schemas.microsoft.com/office/drawing/2014/main" id="{652A5FFF-254E-4633-9D85-2BE199BEDF2C}"/>
                  </a:ext>
                </a:extLst>
              </p:cNvPr>
              <p:cNvSpPr/>
              <p:nvPr/>
            </p:nvSpPr>
            <p:spPr>
              <a:xfrm>
                <a:off x="4120637" y="2991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9" name="椭圆 12658">
                <a:extLst>
                  <a:ext uri="{FF2B5EF4-FFF2-40B4-BE49-F238E27FC236}">
                    <a16:creationId xmlns:a16="http://schemas.microsoft.com/office/drawing/2014/main" id="{46FED2DC-9F66-44FA-96F8-DACC882AC80B}"/>
                  </a:ext>
                </a:extLst>
              </p:cNvPr>
              <p:cNvSpPr/>
              <p:nvPr/>
            </p:nvSpPr>
            <p:spPr>
              <a:xfrm>
                <a:off x="401412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0" name="椭圆 12659">
                <a:extLst>
                  <a:ext uri="{FF2B5EF4-FFF2-40B4-BE49-F238E27FC236}">
                    <a16:creationId xmlns:a16="http://schemas.microsoft.com/office/drawing/2014/main" id="{F20629E6-62AF-4B9C-A5C8-BDC1FF4A1078}"/>
                  </a:ext>
                </a:extLst>
              </p:cNvPr>
              <p:cNvSpPr/>
              <p:nvPr/>
            </p:nvSpPr>
            <p:spPr>
              <a:xfrm>
                <a:off x="402223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1" name="椭圆 12660">
                <a:extLst>
                  <a:ext uri="{FF2B5EF4-FFF2-40B4-BE49-F238E27FC236}">
                    <a16:creationId xmlns:a16="http://schemas.microsoft.com/office/drawing/2014/main" id="{26B79D24-6B70-4831-9916-04A6A4CE2B78}"/>
                  </a:ext>
                </a:extLst>
              </p:cNvPr>
              <p:cNvSpPr/>
              <p:nvPr/>
            </p:nvSpPr>
            <p:spPr>
              <a:xfrm>
                <a:off x="40643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2" name="椭圆 12661">
                <a:extLst>
                  <a:ext uri="{FF2B5EF4-FFF2-40B4-BE49-F238E27FC236}">
                    <a16:creationId xmlns:a16="http://schemas.microsoft.com/office/drawing/2014/main" id="{048CD068-B703-4928-B60A-CEB21FD397D5}"/>
                  </a:ext>
                </a:extLst>
              </p:cNvPr>
              <p:cNvSpPr/>
              <p:nvPr/>
            </p:nvSpPr>
            <p:spPr>
              <a:xfrm>
                <a:off x="395326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3" name="椭圆 12662">
                <a:extLst>
                  <a:ext uri="{FF2B5EF4-FFF2-40B4-BE49-F238E27FC236}">
                    <a16:creationId xmlns:a16="http://schemas.microsoft.com/office/drawing/2014/main" id="{4F0F74C9-1A57-45E3-A649-8F681CD4085E}"/>
                  </a:ext>
                </a:extLst>
              </p:cNvPr>
              <p:cNvSpPr/>
              <p:nvPr/>
            </p:nvSpPr>
            <p:spPr>
              <a:xfrm>
                <a:off x="3952791"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4" name="椭圆 12663">
                <a:extLst>
                  <a:ext uri="{FF2B5EF4-FFF2-40B4-BE49-F238E27FC236}">
                    <a16:creationId xmlns:a16="http://schemas.microsoft.com/office/drawing/2014/main" id="{C60D50BB-B316-41F9-8D38-7F0818F442BD}"/>
                  </a:ext>
                </a:extLst>
              </p:cNvPr>
              <p:cNvSpPr/>
              <p:nvPr/>
            </p:nvSpPr>
            <p:spPr>
              <a:xfrm>
                <a:off x="402711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5" name="椭圆 12664">
                <a:extLst>
                  <a:ext uri="{FF2B5EF4-FFF2-40B4-BE49-F238E27FC236}">
                    <a16:creationId xmlns:a16="http://schemas.microsoft.com/office/drawing/2014/main" id="{4B596048-578E-49EF-AE11-E42F60A91560}"/>
                  </a:ext>
                </a:extLst>
              </p:cNvPr>
              <p:cNvSpPr/>
              <p:nvPr/>
            </p:nvSpPr>
            <p:spPr>
              <a:xfrm>
                <a:off x="3992798" y="29753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6" name="椭圆 12665">
                <a:extLst>
                  <a:ext uri="{FF2B5EF4-FFF2-40B4-BE49-F238E27FC236}">
                    <a16:creationId xmlns:a16="http://schemas.microsoft.com/office/drawing/2014/main" id="{65DFB072-2A00-40C5-ADBD-2C760D56F6CB}"/>
                  </a:ext>
                </a:extLst>
              </p:cNvPr>
              <p:cNvSpPr/>
              <p:nvPr/>
            </p:nvSpPr>
            <p:spPr>
              <a:xfrm>
                <a:off x="399650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7" name="椭圆 12666">
                <a:extLst>
                  <a:ext uri="{FF2B5EF4-FFF2-40B4-BE49-F238E27FC236}">
                    <a16:creationId xmlns:a16="http://schemas.microsoft.com/office/drawing/2014/main" id="{859DA8D2-7DA0-487F-B3A3-CED5EBD4B64B}"/>
                  </a:ext>
                </a:extLst>
              </p:cNvPr>
              <p:cNvSpPr/>
              <p:nvPr/>
            </p:nvSpPr>
            <p:spPr>
              <a:xfrm>
                <a:off x="399933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8" name="椭圆 12667">
                <a:extLst>
                  <a:ext uri="{FF2B5EF4-FFF2-40B4-BE49-F238E27FC236}">
                    <a16:creationId xmlns:a16="http://schemas.microsoft.com/office/drawing/2014/main" id="{2FF86899-8FBF-4CE2-B8B4-9D7F52C441CC}"/>
                  </a:ext>
                </a:extLst>
              </p:cNvPr>
              <p:cNvSpPr/>
              <p:nvPr/>
            </p:nvSpPr>
            <p:spPr>
              <a:xfrm>
                <a:off x="40005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9" name="椭圆 12668">
                <a:extLst>
                  <a:ext uri="{FF2B5EF4-FFF2-40B4-BE49-F238E27FC236}">
                    <a16:creationId xmlns:a16="http://schemas.microsoft.com/office/drawing/2014/main" id="{BC7EA6EF-AB90-47F6-BA13-43BAB6214112}"/>
                  </a:ext>
                </a:extLst>
              </p:cNvPr>
              <p:cNvSpPr/>
              <p:nvPr/>
            </p:nvSpPr>
            <p:spPr>
              <a:xfrm>
                <a:off x="4214379"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0" name="椭圆 12669">
                <a:extLst>
                  <a:ext uri="{FF2B5EF4-FFF2-40B4-BE49-F238E27FC236}">
                    <a16:creationId xmlns:a16="http://schemas.microsoft.com/office/drawing/2014/main" id="{CDB62A0F-D63E-461C-A14B-5BF4FAFA812E}"/>
                  </a:ext>
                </a:extLst>
              </p:cNvPr>
              <p:cNvSpPr/>
              <p:nvPr/>
            </p:nvSpPr>
            <p:spPr>
              <a:xfrm>
                <a:off x="40311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1" name="椭圆 12670">
                <a:extLst>
                  <a:ext uri="{FF2B5EF4-FFF2-40B4-BE49-F238E27FC236}">
                    <a16:creationId xmlns:a16="http://schemas.microsoft.com/office/drawing/2014/main" id="{62C88C5D-3629-41CC-A5A2-3532AF687681}"/>
                  </a:ext>
                </a:extLst>
              </p:cNvPr>
              <p:cNvSpPr/>
              <p:nvPr/>
            </p:nvSpPr>
            <p:spPr>
              <a:xfrm>
                <a:off x="404543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2" name="椭圆 12671">
                <a:extLst>
                  <a:ext uri="{FF2B5EF4-FFF2-40B4-BE49-F238E27FC236}">
                    <a16:creationId xmlns:a16="http://schemas.microsoft.com/office/drawing/2014/main" id="{94E57944-90EC-4553-9F3A-B7F2C21A9918}"/>
                  </a:ext>
                </a:extLst>
              </p:cNvPr>
              <p:cNvSpPr/>
              <p:nvPr/>
            </p:nvSpPr>
            <p:spPr>
              <a:xfrm>
                <a:off x="4043192"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3" name="椭圆 12672">
                <a:extLst>
                  <a:ext uri="{FF2B5EF4-FFF2-40B4-BE49-F238E27FC236}">
                    <a16:creationId xmlns:a16="http://schemas.microsoft.com/office/drawing/2014/main" id="{B8C7931C-21AD-4E7D-BC9E-BDD3D84F67DF}"/>
                  </a:ext>
                </a:extLst>
              </p:cNvPr>
              <p:cNvSpPr/>
              <p:nvPr/>
            </p:nvSpPr>
            <p:spPr>
              <a:xfrm>
                <a:off x="4015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4" name="椭圆 12673">
                <a:extLst>
                  <a:ext uri="{FF2B5EF4-FFF2-40B4-BE49-F238E27FC236}">
                    <a16:creationId xmlns:a16="http://schemas.microsoft.com/office/drawing/2014/main" id="{040D2F1C-555B-4AF6-B35F-AEC0535B61A9}"/>
                  </a:ext>
                </a:extLst>
              </p:cNvPr>
              <p:cNvSpPr/>
              <p:nvPr/>
            </p:nvSpPr>
            <p:spPr>
              <a:xfrm>
                <a:off x="4025354"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5" name="椭圆 12674">
                <a:extLst>
                  <a:ext uri="{FF2B5EF4-FFF2-40B4-BE49-F238E27FC236}">
                    <a16:creationId xmlns:a16="http://schemas.microsoft.com/office/drawing/2014/main" id="{225EA98C-D69B-491F-8403-B6EEC50F1611}"/>
                  </a:ext>
                </a:extLst>
              </p:cNvPr>
              <p:cNvSpPr/>
              <p:nvPr/>
            </p:nvSpPr>
            <p:spPr>
              <a:xfrm>
                <a:off x="3959251"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6" name="椭圆 12675">
                <a:extLst>
                  <a:ext uri="{FF2B5EF4-FFF2-40B4-BE49-F238E27FC236}">
                    <a16:creationId xmlns:a16="http://schemas.microsoft.com/office/drawing/2014/main" id="{9543CCC1-7637-45F0-9A63-DD5F113B3667}"/>
                  </a:ext>
                </a:extLst>
              </p:cNvPr>
              <p:cNvSpPr/>
              <p:nvPr/>
            </p:nvSpPr>
            <p:spPr>
              <a:xfrm>
                <a:off x="404807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7" name="椭圆 12676">
                <a:extLst>
                  <a:ext uri="{FF2B5EF4-FFF2-40B4-BE49-F238E27FC236}">
                    <a16:creationId xmlns:a16="http://schemas.microsoft.com/office/drawing/2014/main" id="{18C353B7-232F-42AF-9AF1-FE1D80D9C94B}"/>
                  </a:ext>
                </a:extLst>
              </p:cNvPr>
              <p:cNvSpPr/>
              <p:nvPr/>
            </p:nvSpPr>
            <p:spPr>
              <a:xfrm>
                <a:off x="3961930"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8" name="椭圆 12677">
                <a:extLst>
                  <a:ext uri="{FF2B5EF4-FFF2-40B4-BE49-F238E27FC236}">
                    <a16:creationId xmlns:a16="http://schemas.microsoft.com/office/drawing/2014/main" id="{ABF52774-67CD-4E09-9E53-D2CEDDAECA86}"/>
                  </a:ext>
                </a:extLst>
              </p:cNvPr>
              <p:cNvSpPr/>
              <p:nvPr/>
            </p:nvSpPr>
            <p:spPr>
              <a:xfrm>
                <a:off x="4321223" y="26823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9" name="椭圆 12678">
                <a:extLst>
                  <a:ext uri="{FF2B5EF4-FFF2-40B4-BE49-F238E27FC236}">
                    <a16:creationId xmlns:a16="http://schemas.microsoft.com/office/drawing/2014/main" id="{1A14B652-5A82-46A5-A68E-EA79517E96AF}"/>
                  </a:ext>
                </a:extLst>
              </p:cNvPr>
              <p:cNvSpPr/>
              <p:nvPr/>
            </p:nvSpPr>
            <p:spPr>
              <a:xfrm>
                <a:off x="39645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0" name="椭圆 12679">
                <a:extLst>
                  <a:ext uri="{FF2B5EF4-FFF2-40B4-BE49-F238E27FC236}">
                    <a16:creationId xmlns:a16="http://schemas.microsoft.com/office/drawing/2014/main" id="{382F9038-9F16-4615-8B50-941621C1972E}"/>
                  </a:ext>
                </a:extLst>
              </p:cNvPr>
              <p:cNvSpPr/>
              <p:nvPr/>
            </p:nvSpPr>
            <p:spPr>
              <a:xfrm>
                <a:off x="40256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1" name="椭圆 12680">
                <a:extLst>
                  <a:ext uri="{FF2B5EF4-FFF2-40B4-BE49-F238E27FC236}">
                    <a16:creationId xmlns:a16="http://schemas.microsoft.com/office/drawing/2014/main" id="{1A03C15F-B3CE-4EB5-A223-49DB89ECBF6E}"/>
                  </a:ext>
                </a:extLst>
              </p:cNvPr>
              <p:cNvSpPr/>
              <p:nvPr/>
            </p:nvSpPr>
            <p:spPr>
              <a:xfrm>
                <a:off x="406815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2" name="椭圆 12681">
                <a:extLst>
                  <a:ext uri="{FF2B5EF4-FFF2-40B4-BE49-F238E27FC236}">
                    <a16:creationId xmlns:a16="http://schemas.microsoft.com/office/drawing/2014/main" id="{C76E4B7B-707E-4C67-9B24-1A311F28EFFA}"/>
                  </a:ext>
                </a:extLst>
              </p:cNvPr>
              <p:cNvSpPr/>
              <p:nvPr/>
            </p:nvSpPr>
            <p:spPr>
              <a:xfrm>
                <a:off x="40286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3" name="椭圆 12682">
                <a:extLst>
                  <a:ext uri="{FF2B5EF4-FFF2-40B4-BE49-F238E27FC236}">
                    <a16:creationId xmlns:a16="http://schemas.microsoft.com/office/drawing/2014/main" id="{43F936CC-9271-4643-B1C9-D09D46E67CD4}"/>
                  </a:ext>
                </a:extLst>
              </p:cNvPr>
              <p:cNvSpPr/>
              <p:nvPr/>
            </p:nvSpPr>
            <p:spPr>
              <a:xfrm>
                <a:off x="4027042"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4" name="椭圆 12683">
                <a:extLst>
                  <a:ext uri="{FF2B5EF4-FFF2-40B4-BE49-F238E27FC236}">
                    <a16:creationId xmlns:a16="http://schemas.microsoft.com/office/drawing/2014/main" id="{B917FC8A-ECCA-40F6-9C65-B575AC84730A}"/>
                  </a:ext>
                </a:extLst>
              </p:cNvPr>
              <p:cNvSpPr/>
              <p:nvPr/>
            </p:nvSpPr>
            <p:spPr>
              <a:xfrm>
                <a:off x="3957158" y="30185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5" name="椭圆 12684">
                <a:extLst>
                  <a:ext uri="{FF2B5EF4-FFF2-40B4-BE49-F238E27FC236}">
                    <a16:creationId xmlns:a16="http://schemas.microsoft.com/office/drawing/2014/main" id="{663711C3-51AE-4CE4-A8E5-EC44C292C479}"/>
                  </a:ext>
                </a:extLst>
              </p:cNvPr>
              <p:cNvSpPr/>
              <p:nvPr/>
            </p:nvSpPr>
            <p:spPr>
              <a:xfrm>
                <a:off x="4012985"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6" name="椭圆 12685">
                <a:extLst>
                  <a:ext uri="{FF2B5EF4-FFF2-40B4-BE49-F238E27FC236}">
                    <a16:creationId xmlns:a16="http://schemas.microsoft.com/office/drawing/2014/main" id="{3D56D35C-5C3D-4D3D-8AB3-0F81AA3384E8}"/>
                  </a:ext>
                </a:extLst>
              </p:cNvPr>
              <p:cNvSpPr/>
              <p:nvPr/>
            </p:nvSpPr>
            <p:spPr>
              <a:xfrm>
                <a:off x="41808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7" name="椭圆 12686">
                <a:extLst>
                  <a:ext uri="{FF2B5EF4-FFF2-40B4-BE49-F238E27FC236}">
                    <a16:creationId xmlns:a16="http://schemas.microsoft.com/office/drawing/2014/main" id="{86204696-7B61-429D-8EE4-DB86BD99409C}"/>
                  </a:ext>
                </a:extLst>
              </p:cNvPr>
              <p:cNvSpPr/>
              <p:nvPr/>
            </p:nvSpPr>
            <p:spPr>
              <a:xfrm>
                <a:off x="409839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8" name="椭圆 12687">
                <a:extLst>
                  <a:ext uri="{FF2B5EF4-FFF2-40B4-BE49-F238E27FC236}">
                    <a16:creationId xmlns:a16="http://schemas.microsoft.com/office/drawing/2014/main" id="{163C867D-EBDA-4641-A2CB-1E1B58677916}"/>
                  </a:ext>
                </a:extLst>
              </p:cNvPr>
              <p:cNvSpPr/>
              <p:nvPr/>
            </p:nvSpPr>
            <p:spPr>
              <a:xfrm>
                <a:off x="3982631"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9" name="椭圆 12688">
                <a:extLst>
                  <a:ext uri="{FF2B5EF4-FFF2-40B4-BE49-F238E27FC236}">
                    <a16:creationId xmlns:a16="http://schemas.microsoft.com/office/drawing/2014/main" id="{69251DD7-9B69-4178-BC27-53EBC5AE8241}"/>
                  </a:ext>
                </a:extLst>
              </p:cNvPr>
              <p:cNvSpPr/>
              <p:nvPr/>
            </p:nvSpPr>
            <p:spPr>
              <a:xfrm>
                <a:off x="4096376"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0" name="椭圆 12689">
                <a:extLst>
                  <a:ext uri="{FF2B5EF4-FFF2-40B4-BE49-F238E27FC236}">
                    <a16:creationId xmlns:a16="http://schemas.microsoft.com/office/drawing/2014/main" id="{7B8A4205-F0DF-4C4E-933A-3F2C7C8C2499}"/>
                  </a:ext>
                </a:extLst>
              </p:cNvPr>
              <p:cNvSpPr/>
              <p:nvPr/>
            </p:nvSpPr>
            <p:spPr>
              <a:xfrm>
                <a:off x="3928273"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1" name="椭圆 12690">
                <a:extLst>
                  <a:ext uri="{FF2B5EF4-FFF2-40B4-BE49-F238E27FC236}">
                    <a16:creationId xmlns:a16="http://schemas.microsoft.com/office/drawing/2014/main" id="{45B98021-8621-4728-9888-452DB8090FAE}"/>
                  </a:ext>
                </a:extLst>
              </p:cNvPr>
              <p:cNvSpPr/>
              <p:nvPr/>
            </p:nvSpPr>
            <p:spPr>
              <a:xfrm>
                <a:off x="395458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2" name="椭圆 12691">
                <a:extLst>
                  <a:ext uri="{FF2B5EF4-FFF2-40B4-BE49-F238E27FC236}">
                    <a16:creationId xmlns:a16="http://schemas.microsoft.com/office/drawing/2014/main" id="{9BAA45F7-79BA-4325-BEEB-6468CF4D0F6A}"/>
                  </a:ext>
                </a:extLst>
              </p:cNvPr>
              <p:cNvSpPr/>
              <p:nvPr/>
            </p:nvSpPr>
            <p:spPr>
              <a:xfrm>
                <a:off x="3930805" y="27881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3" name="椭圆 12692">
                <a:extLst>
                  <a:ext uri="{FF2B5EF4-FFF2-40B4-BE49-F238E27FC236}">
                    <a16:creationId xmlns:a16="http://schemas.microsoft.com/office/drawing/2014/main" id="{CB3E4FD3-BDFA-40C1-A60F-94CC57A2808D}"/>
                  </a:ext>
                </a:extLst>
              </p:cNvPr>
              <p:cNvSpPr/>
              <p:nvPr/>
            </p:nvSpPr>
            <p:spPr>
              <a:xfrm>
                <a:off x="3988283"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4" name="椭圆 12693">
                <a:extLst>
                  <a:ext uri="{FF2B5EF4-FFF2-40B4-BE49-F238E27FC236}">
                    <a16:creationId xmlns:a16="http://schemas.microsoft.com/office/drawing/2014/main" id="{F679FCD9-5F3D-44C2-B53B-E8D5F7AC8C33}"/>
                  </a:ext>
                </a:extLst>
              </p:cNvPr>
              <p:cNvSpPr/>
              <p:nvPr/>
            </p:nvSpPr>
            <p:spPr>
              <a:xfrm>
                <a:off x="4217168" y="243451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5" name="椭圆 12694">
                <a:extLst>
                  <a:ext uri="{FF2B5EF4-FFF2-40B4-BE49-F238E27FC236}">
                    <a16:creationId xmlns:a16="http://schemas.microsoft.com/office/drawing/2014/main" id="{6DEE6466-E112-4181-B45C-E75A0B8956CB}"/>
                  </a:ext>
                </a:extLst>
              </p:cNvPr>
              <p:cNvSpPr/>
              <p:nvPr/>
            </p:nvSpPr>
            <p:spPr>
              <a:xfrm>
                <a:off x="39031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6" name="椭圆 12695">
                <a:extLst>
                  <a:ext uri="{FF2B5EF4-FFF2-40B4-BE49-F238E27FC236}">
                    <a16:creationId xmlns:a16="http://schemas.microsoft.com/office/drawing/2014/main" id="{7148C441-86E5-45CD-872D-522CB5378D16}"/>
                  </a:ext>
                </a:extLst>
              </p:cNvPr>
              <p:cNvSpPr/>
              <p:nvPr/>
            </p:nvSpPr>
            <p:spPr>
              <a:xfrm>
                <a:off x="4319865" y="28440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7" name="椭圆 12696">
                <a:extLst>
                  <a:ext uri="{FF2B5EF4-FFF2-40B4-BE49-F238E27FC236}">
                    <a16:creationId xmlns:a16="http://schemas.microsoft.com/office/drawing/2014/main" id="{04F65FA0-05F6-452C-9F3B-7AC626FB60F0}"/>
                  </a:ext>
                </a:extLst>
              </p:cNvPr>
              <p:cNvSpPr/>
              <p:nvPr/>
            </p:nvSpPr>
            <p:spPr>
              <a:xfrm>
                <a:off x="4057323"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8" name="椭圆 12697">
                <a:extLst>
                  <a:ext uri="{FF2B5EF4-FFF2-40B4-BE49-F238E27FC236}">
                    <a16:creationId xmlns:a16="http://schemas.microsoft.com/office/drawing/2014/main" id="{E2FE1840-17A0-4579-956D-9F7ECBCFFAF0}"/>
                  </a:ext>
                </a:extLst>
              </p:cNvPr>
              <p:cNvSpPr/>
              <p:nvPr/>
            </p:nvSpPr>
            <p:spPr>
              <a:xfrm>
                <a:off x="400626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9" name="椭圆 12698">
                <a:extLst>
                  <a:ext uri="{FF2B5EF4-FFF2-40B4-BE49-F238E27FC236}">
                    <a16:creationId xmlns:a16="http://schemas.microsoft.com/office/drawing/2014/main" id="{FB97DE97-650A-4B17-BF84-1D50F9620F46}"/>
                  </a:ext>
                </a:extLst>
              </p:cNvPr>
              <p:cNvSpPr/>
              <p:nvPr/>
            </p:nvSpPr>
            <p:spPr>
              <a:xfrm>
                <a:off x="4027630"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0" name="椭圆 12699">
                <a:extLst>
                  <a:ext uri="{FF2B5EF4-FFF2-40B4-BE49-F238E27FC236}">
                    <a16:creationId xmlns:a16="http://schemas.microsoft.com/office/drawing/2014/main" id="{18CEAD05-60BC-4B46-BEB2-A21D65CF0835}"/>
                  </a:ext>
                </a:extLst>
              </p:cNvPr>
              <p:cNvSpPr/>
              <p:nvPr/>
            </p:nvSpPr>
            <p:spPr>
              <a:xfrm>
                <a:off x="408140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1" name="椭圆 12700">
                <a:extLst>
                  <a:ext uri="{FF2B5EF4-FFF2-40B4-BE49-F238E27FC236}">
                    <a16:creationId xmlns:a16="http://schemas.microsoft.com/office/drawing/2014/main" id="{509C0AB9-FC7F-483C-A992-FE7B9E75987C}"/>
                  </a:ext>
                </a:extLst>
              </p:cNvPr>
              <p:cNvSpPr/>
              <p:nvPr/>
            </p:nvSpPr>
            <p:spPr>
              <a:xfrm>
                <a:off x="39464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2" name="椭圆 12701">
                <a:extLst>
                  <a:ext uri="{FF2B5EF4-FFF2-40B4-BE49-F238E27FC236}">
                    <a16:creationId xmlns:a16="http://schemas.microsoft.com/office/drawing/2014/main" id="{2100B173-2DFC-478A-8389-E7062BF7775A}"/>
                  </a:ext>
                </a:extLst>
              </p:cNvPr>
              <p:cNvSpPr/>
              <p:nvPr/>
            </p:nvSpPr>
            <p:spPr>
              <a:xfrm>
                <a:off x="39634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3" name="椭圆 12702">
                <a:extLst>
                  <a:ext uri="{FF2B5EF4-FFF2-40B4-BE49-F238E27FC236}">
                    <a16:creationId xmlns:a16="http://schemas.microsoft.com/office/drawing/2014/main" id="{0042E13E-B3E4-48A7-802D-8FA3AF5406BF}"/>
                  </a:ext>
                </a:extLst>
              </p:cNvPr>
              <p:cNvSpPr/>
              <p:nvPr/>
            </p:nvSpPr>
            <p:spPr>
              <a:xfrm>
                <a:off x="40279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4" name="椭圆 12703">
                <a:extLst>
                  <a:ext uri="{FF2B5EF4-FFF2-40B4-BE49-F238E27FC236}">
                    <a16:creationId xmlns:a16="http://schemas.microsoft.com/office/drawing/2014/main" id="{B3872497-C685-4EA6-83C9-D029E4A73756}"/>
                  </a:ext>
                </a:extLst>
              </p:cNvPr>
              <p:cNvSpPr/>
              <p:nvPr/>
            </p:nvSpPr>
            <p:spPr>
              <a:xfrm>
                <a:off x="387824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5" name="椭圆 12704">
                <a:extLst>
                  <a:ext uri="{FF2B5EF4-FFF2-40B4-BE49-F238E27FC236}">
                    <a16:creationId xmlns:a16="http://schemas.microsoft.com/office/drawing/2014/main" id="{06830EA1-06EF-4958-969F-C1CAFA199DFC}"/>
                  </a:ext>
                </a:extLst>
              </p:cNvPr>
              <p:cNvSpPr/>
              <p:nvPr/>
            </p:nvSpPr>
            <p:spPr>
              <a:xfrm>
                <a:off x="3925630"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6" name="椭圆 12705">
                <a:extLst>
                  <a:ext uri="{FF2B5EF4-FFF2-40B4-BE49-F238E27FC236}">
                    <a16:creationId xmlns:a16="http://schemas.microsoft.com/office/drawing/2014/main" id="{F3957548-026B-450A-B4AB-BE024781DE37}"/>
                  </a:ext>
                </a:extLst>
              </p:cNvPr>
              <p:cNvSpPr/>
              <p:nvPr/>
            </p:nvSpPr>
            <p:spPr>
              <a:xfrm>
                <a:off x="4108195"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7" name="椭圆 12706">
                <a:extLst>
                  <a:ext uri="{FF2B5EF4-FFF2-40B4-BE49-F238E27FC236}">
                    <a16:creationId xmlns:a16="http://schemas.microsoft.com/office/drawing/2014/main" id="{571B3D9B-48C2-4F1A-8693-AB6C4B93366C}"/>
                  </a:ext>
                </a:extLst>
              </p:cNvPr>
              <p:cNvSpPr/>
              <p:nvPr/>
            </p:nvSpPr>
            <p:spPr>
              <a:xfrm>
                <a:off x="3959801" y="3000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8" name="椭圆 12707">
                <a:extLst>
                  <a:ext uri="{FF2B5EF4-FFF2-40B4-BE49-F238E27FC236}">
                    <a16:creationId xmlns:a16="http://schemas.microsoft.com/office/drawing/2014/main" id="{AFAB16D2-2CCA-4912-8F32-F74835DCE1C4}"/>
                  </a:ext>
                </a:extLst>
              </p:cNvPr>
              <p:cNvSpPr/>
              <p:nvPr/>
            </p:nvSpPr>
            <p:spPr>
              <a:xfrm>
                <a:off x="4011884" y="28949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9" name="椭圆 12708">
                <a:extLst>
                  <a:ext uri="{FF2B5EF4-FFF2-40B4-BE49-F238E27FC236}">
                    <a16:creationId xmlns:a16="http://schemas.microsoft.com/office/drawing/2014/main" id="{C6FB3F17-5D0F-432D-8B2D-F12F61D2CA10}"/>
                  </a:ext>
                </a:extLst>
              </p:cNvPr>
              <p:cNvSpPr/>
              <p:nvPr/>
            </p:nvSpPr>
            <p:spPr>
              <a:xfrm>
                <a:off x="402146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0" name="椭圆 12709">
                <a:extLst>
                  <a:ext uri="{FF2B5EF4-FFF2-40B4-BE49-F238E27FC236}">
                    <a16:creationId xmlns:a16="http://schemas.microsoft.com/office/drawing/2014/main" id="{164BD7ED-2B73-489F-9DAC-19619A3961FE}"/>
                  </a:ext>
                </a:extLst>
              </p:cNvPr>
              <p:cNvSpPr/>
              <p:nvPr/>
            </p:nvSpPr>
            <p:spPr>
              <a:xfrm>
                <a:off x="388955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1" name="椭圆 12710">
                <a:extLst>
                  <a:ext uri="{FF2B5EF4-FFF2-40B4-BE49-F238E27FC236}">
                    <a16:creationId xmlns:a16="http://schemas.microsoft.com/office/drawing/2014/main" id="{FD9B7C1C-6B90-4D4C-81F8-581A9135B31B}"/>
                  </a:ext>
                </a:extLst>
              </p:cNvPr>
              <p:cNvSpPr/>
              <p:nvPr/>
            </p:nvSpPr>
            <p:spPr>
              <a:xfrm>
                <a:off x="39362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2" name="椭圆 12711">
                <a:extLst>
                  <a:ext uri="{FF2B5EF4-FFF2-40B4-BE49-F238E27FC236}">
                    <a16:creationId xmlns:a16="http://schemas.microsoft.com/office/drawing/2014/main" id="{CB8DE8CF-BE72-474C-84F3-8137C0C52956}"/>
                  </a:ext>
                </a:extLst>
              </p:cNvPr>
              <p:cNvSpPr/>
              <p:nvPr/>
            </p:nvSpPr>
            <p:spPr>
              <a:xfrm>
                <a:off x="4091494" y="3039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3" name="椭圆 12712">
                <a:extLst>
                  <a:ext uri="{FF2B5EF4-FFF2-40B4-BE49-F238E27FC236}">
                    <a16:creationId xmlns:a16="http://schemas.microsoft.com/office/drawing/2014/main" id="{AE7492AC-9C2F-41FA-BE4D-15A1A5DF4C78}"/>
                  </a:ext>
                </a:extLst>
              </p:cNvPr>
              <p:cNvSpPr/>
              <p:nvPr/>
            </p:nvSpPr>
            <p:spPr>
              <a:xfrm>
                <a:off x="385611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4" name="椭圆 12713">
                <a:extLst>
                  <a:ext uri="{FF2B5EF4-FFF2-40B4-BE49-F238E27FC236}">
                    <a16:creationId xmlns:a16="http://schemas.microsoft.com/office/drawing/2014/main" id="{DD917BB8-0E6B-4A39-B512-44690D449878}"/>
                  </a:ext>
                </a:extLst>
              </p:cNvPr>
              <p:cNvSpPr/>
              <p:nvPr/>
            </p:nvSpPr>
            <p:spPr>
              <a:xfrm>
                <a:off x="400689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5" name="椭圆 12714">
                <a:extLst>
                  <a:ext uri="{FF2B5EF4-FFF2-40B4-BE49-F238E27FC236}">
                    <a16:creationId xmlns:a16="http://schemas.microsoft.com/office/drawing/2014/main" id="{093B97FB-A74F-46F3-B388-765ADA8F0940}"/>
                  </a:ext>
                </a:extLst>
              </p:cNvPr>
              <p:cNvSpPr/>
              <p:nvPr/>
            </p:nvSpPr>
            <p:spPr>
              <a:xfrm>
                <a:off x="4073142"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6" name="椭圆 12715">
                <a:extLst>
                  <a:ext uri="{FF2B5EF4-FFF2-40B4-BE49-F238E27FC236}">
                    <a16:creationId xmlns:a16="http://schemas.microsoft.com/office/drawing/2014/main" id="{39883C44-C59D-489F-A259-5B09493223A5}"/>
                  </a:ext>
                </a:extLst>
              </p:cNvPr>
              <p:cNvSpPr/>
              <p:nvPr/>
            </p:nvSpPr>
            <p:spPr>
              <a:xfrm>
                <a:off x="3798525"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7" name="椭圆 12716">
                <a:extLst>
                  <a:ext uri="{FF2B5EF4-FFF2-40B4-BE49-F238E27FC236}">
                    <a16:creationId xmlns:a16="http://schemas.microsoft.com/office/drawing/2014/main" id="{E039ACB1-F9B5-4046-99EA-68A3C2C2ACE2}"/>
                  </a:ext>
                </a:extLst>
              </p:cNvPr>
              <p:cNvSpPr/>
              <p:nvPr/>
            </p:nvSpPr>
            <p:spPr>
              <a:xfrm>
                <a:off x="397984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8" name="椭圆 12717">
                <a:extLst>
                  <a:ext uri="{FF2B5EF4-FFF2-40B4-BE49-F238E27FC236}">
                    <a16:creationId xmlns:a16="http://schemas.microsoft.com/office/drawing/2014/main" id="{9F06348F-DCB1-4FCA-8616-329CE4CE2D22}"/>
                  </a:ext>
                </a:extLst>
              </p:cNvPr>
              <p:cNvSpPr/>
              <p:nvPr/>
            </p:nvSpPr>
            <p:spPr>
              <a:xfrm>
                <a:off x="3970042"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9" name="椭圆 12718">
                <a:extLst>
                  <a:ext uri="{FF2B5EF4-FFF2-40B4-BE49-F238E27FC236}">
                    <a16:creationId xmlns:a16="http://schemas.microsoft.com/office/drawing/2014/main" id="{796A1E69-8F00-4D69-9E6C-6BC02AD65651}"/>
                  </a:ext>
                </a:extLst>
              </p:cNvPr>
              <p:cNvSpPr/>
              <p:nvPr/>
            </p:nvSpPr>
            <p:spPr>
              <a:xfrm>
                <a:off x="40329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0" name="椭圆 12719">
                <a:extLst>
                  <a:ext uri="{FF2B5EF4-FFF2-40B4-BE49-F238E27FC236}">
                    <a16:creationId xmlns:a16="http://schemas.microsoft.com/office/drawing/2014/main" id="{EB0FC390-6F44-454D-922B-6FCC1E53F861}"/>
                  </a:ext>
                </a:extLst>
              </p:cNvPr>
              <p:cNvSpPr/>
              <p:nvPr/>
            </p:nvSpPr>
            <p:spPr>
              <a:xfrm>
                <a:off x="3998010"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1" name="椭圆 12720">
                <a:extLst>
                  <a:ext uri="{FF2B5EF4-FFF2-40B4-BE49-F238E27FC236}">
                    <a16:creationId xmlns:a16="http://schemas.microsoft.com/office/drawing/2014/main" id="{D827FAC3-83ED-41E6-A168-4D2049A60B6F}"/>
                  </a:ext>
                </a:extLst>
              </p:cNvPr>
              <p:cNvSpPr/>
              <p:nvPr/>
            </p:nvSpPr>
            <p:spPr>
              <a:xfrm>
                <a:off x="4017243"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2" name="椭圆 12721">
                <a:extLst>
                  <a:ext uri="{FF2B5EF4-FFF2-40B4-BE49-F238E27FC236}">
                    <a16:creationId xmlns:a16="http://schemas.microsoft.com/office/drawing/2014/main" id="{269614A2-944A-4AF0-BA05-B924F3942BE4}"/>
                  </a:ext>
                </a:extLst>
              </p:cNvPr>
              <p:cNvSpPr/>
              <p:nvPr/>
            </p:nvSpPr>
            <p:spPr>
              <a:xfrm>
                <a:off x="400212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3" name="椭圆 12722">
                <a:extLst>
                  <a:ext uri="{FF2B5EF4-FFF2-40B4-BE49-F238E27FC236}">
                    <a16:creationId xmlns:a16="http://schemas.microsoft.com/office/drawing/2014/main" id="{A2E38512-87DE-45E7-B56E-430F9A1237A6}"/>
                  </a:ext>
                </a:extLst>
              </p:cNvPr>
              <p:cNvSpPr/>
              <p:nvPr/>
            </p:nvSpPr>
            <p:spPr>
              <a:xfrm>
                <a:off x="410478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4" name="椭圆 12723">
                <a:extLst>
                  <a:ext uri="{FF2B5EF4-FFF2-40B4-BE49-F238E27FC236}">
                    <a16:creationId xmlns:a16="http://schemas.microsoft.com/office/drawing/2014/main" id="{1FCF6673-A2C2-4C12-8E61-BAC32BB84672}"/>
                  </a:ext>
                </a:extLst>
              </p:cNvPr>
              <p:cNvSpPr/>
              <p:nvPr/>
            </p:nvSpPr>
            <p:spPr>
              <a:xfrm>
                <a:off x="3847671"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5" name="椭圆 12724">
                <a:extLst>
                  <a:ext uri="{FF2B5EF4-FFF2-40B4-BE49-F238E27FC236}">
                    <a16:creationId xmlns:a16="http://schemas.microsoft.com/office/drawing/2014/main" id="{FEC4A049-15EC-4538-9018-3896688D842D}"/>
                  </a:ext>
                </a:extLst>
              </p:cNvPr>
              <p:cNvSpPr/>
              <p:nvPr/>
            </p:nvSpPr>
            <p:spPr>
              <a:xfrm>
                <a:off x="4034934"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6" name="椭圆 12725">
                <a:extLst>
                  <a:ext uri="{FF2B5EF4-FFF2-40B4-BE49-F238E27FC236}">
                    <a16:creationId xmlns:a16="http://schemas.microsoft.com/office/drawing/2014/main" id="{DB6B4A17-83BA-491B-B043-C82B7DD00A77}"/>
                  </a:ext>
                </a:extLst>
              </p:cNvPr>
              <p:cNvSpPr/>
              <p:nvPr/>
            </p:nvSpPr>
            <p:spPr>
              <a:xfrm>
                <a:off x="4006745"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7" name="椭圆 12726">
                <a:extLst>
                  <a:ext uri="{FF2B5EF4-FFF2-40B4-BE49-F238E27FC236}">
                    <a16:creationId xmlns:a16="http://schemas.microsoft.com/office/drawing/2014/main" id="{3ABC626F-328E-4E73-84BA-D67E1C4C9501}"/>
                  </a:ext>
                </a:extLst>
              </p:cNvPr>
              <p:cNvSpPr/>
              <p:nvPr/>
            </p:nvSpPr>
            <p:spPr>
              <a:xfrm>
                <a:off x="4009058"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8" name="椭圆 12727">
                <a:extLst>
                  <a:ext uri="{FF2B5EF4-FFF2-40B4-BE49-F238E27FC236}">
                    <a16:creationId xmlns:a16="http://schemas.microsoft.com/office/drawing/2014/main" id="{85A854B5-02E8-4135-B021-CB2BCF3C4E10}"/>
                  </a:ext>
                </a:extLst>
              </p:cNvPr>
              <p:cNvSpPr/>
              <p:nvPr/>
            </p:nvSpPr>
            <p:spPr>
              <a:xfrm>
                <a:off x="40144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9" name="椭圆 12728">
                <a:extLst>
                  <a:ext uri="{FF2B5EF4-FFF2-40B4-BE49-F238E27FC236}">
                    <a16:creationId xmlns:a16="http://schemas.microsoft.com/office/drawing/2014/main" id="{EE180DE4-DAD5-4A14-8253-605863A7D3C8}"/>
                  </a:ext>
                </a:extLst>
              </p:cNvPr>
              <p:cNvSpPr/>
              <p:nvPr/>
            </p:nvSpPr>
            <p:spPr>
              <a:xfrm>
                <a:off x="400711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0" name="椭圆 12729">
                <a:extLst>
                  <a:ext uri="{FF2B5EF4-FFF2-40B4-BE49-F238E27FC236}">
                    <a16:creationId xmlns:a16="http://schemas.microsoft.com/office/drawing/2014/main" id="{D1A31D50-D136-46F8-90E6-A0645BF26E45}"/>
                  </a:ext>
                </a:extLst>
              </p:cNvPr>
              <p:cNvSpPr/>
              <p:nvPr/>
            </p:nvSpPr>
            <p:spPr>
              <a:xfrm>
                <a:off x="396460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1" name="椭圆 12730">
                <a:extLst>
                  <a:ext uri="{FF2B5EF4-FFF2-40B4-BE49-F238E27FC236}">
                    <a16:creationId xmlns:a16="http://schemas.microsoft.com/office/drawing/2014/main" id="{47AE3E24-BEF5-4953-8579-5F10CDD3FB64}"/>
                  </a:ext>
                </a:extLst>
              </p:cNvPr>
              <p:cNvSpPr/>
              <p:nvPr/>
            </p:nvSpPr>
            <p:spPr>
              <a:xfrm>
                <a:off x="3957893" y="27361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2" name="椭圆 12731">
                <a:extLst>
                  <a:ext uri="{FF2B5EF4-FFF2-40B4-BE49-F238E27FC236}">
                    <a16:creationId xmlns:a16="http://schemas.microsoft.com/office/drawing/2014/main" id="{DECCD6A2-94B1-4BC7-BD00-F6CF7410D941}"/>
                  </a:ext>
                </a:extLst>
              </p:cNvPr>
              <p:cNvSpPr/>
              <p:nvPr/>
            </p:nvSpPr>
            <p:spPr>
              <a:xfrm>
                <a:off x="414827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3" name="椭圆 12732">
                <a:extLst>
                  <a:ext uri="{FF2B5EF4-FFF2-40B4-BE49-F238E27FC236}">
                    <a16:creationId xmlns:a16="http://schemas.microsoft.com/office/drawing/2014/main" id="{CD1D4149-8367-4F8A-99B9-8953C2DB6630}"/>
                  </a:ext>
                </a:extLst>
              </p:cNvPr>
              <p:cNvSpPr/>
              <p:nvPr/>
            </p:nvSpPr>
            <p:spPr>
              <a:xfrm>
                <a:off x="3814564"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4" name="椭圆 12733">
                <a:extLst>
                  <a:ext uri="{FF2B5EF4-FFF2-40B4-BE49-F238E27FC236}">
                    <a16:creationId xmlns:a16="http://schemas.microsoft.com/office/drawing/2014/main" id="{E96D3F67-53EF-426E-A36D-CD1AB25BB392}"/>
                  </a:ext>
                </a:extLst>
              </p:cNvPr>
              <p:cNvSpPr/>
              <p:nvPr/>
            </p:nvSpPr>
            <p:spPr>
              <a:xfrm>
                <a:off x="398509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5" name="椭圆 12734">
                <a:extLst>
                  <a:ext uri="{FF2B5EF4-FFF2-40B4-BE49-F238E27FC236}">
                    <a16:creationId xmlns:a16="http://schemas.microsoft.com/office/drawing/2014/main" id="{98A10751-4D50-420D-94A2-576BF7A8D578}"/>
                  </a:ext>
                </a:extLst>
              </p:cNvPr>
              <p:cNvSpPr/>
              <p:nvPr/>
            </p:nvSpPr>
            <p:spPr>
              <a:xfrm>
                <a:off x="4031630"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6" name="椭圆 12735">
                <a:extLst>
                  <a:ext uri="{FF2B5EF4-FFF2-40B4-BE49-F238E27FC236}">
                    <a16:creationId xmlns:a16="http://schemas.microsoft.com/office/drawing/2014/main" id="{F34EF1CF-9A19-40BC-A325-091879013F48}"/>
                  </a:ext>
                </a:extLst>
              </p:cNvPr>
              <p:cNvSpPr/>
              <p:nvPr/>
            </p:nvSpPr>
            <p:spPr>
              <a:xfrm>
                <a:off x="4065948"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7" name="椭圆 12736">
                <a:extLst>
                  <a:ext uri="{FF2B5EF4-FFF2-40B4-BE49-F238E27FC236}">
                    <a16:creationId xmlns:a16="http://schemas.microsoft.com/office/drawing/2014/main" id="{D6B94F23-10E2-4DE3-9E9F-32DDB8B30B88}"/>
                  </a:ext>
                </a:extLst>
              </p:cNvPr>
              <p:cNvSpPr/>
              <p:nvPr/>
            </p:nvSpPr>
            <p:spPr>
              <a:xfrm>
                <a:off x="40256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8" name="椭圆 12737">
                <a:extLst>
                  <a:ext uri="{FF2B5EF4-FFF2-40B4-BE49-F238E27FC236}">
                    <a16:creationId xmlns:a16="http://schemas.microsoft.com/office/drawing/2014/main" id="{C746CE6C-5798-4EEC-9AB1-76E882F1E81D}"/>
                  </a:ext>
                </a:extLst>
              </p:cNvPr>
              <p:cNvSpPr/>
              <p:nvPr/>
            </p:nvSpPr>
            <p:spPr>
              <a:xfrm>
                <a:off x="40384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9" name="椭圆 12738">
                <a:extLst>
                  <a:ext uri="{FF2B5EF4-FFF2-40B4-BE49-F238E27FC236}">
                    <a16:creationId xmlns:a16="http://schemas.microsoft.com/office/drawing/2014/main" id="{E3C764A8-8AE9-480F-AD5F-935A138B3FC0}"/>
                  </a:ext>
                </a:extLst>
              </p:cNvPr>
              <p:cNvSpPr/>
              <p:nvPr/>
            </p:nvSpPr>
            <p:spPr>
              <a:xfrm>
                <a:off x="403941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0" name="椭圆 12739">
                <a:extLst>
                  <a:ext uri="{FF2B5EF4-FFF2-40B4-BE49-F238E27FC236}">
                    <a16:creationId xmlns:a16="http://schemas.microsoft.com/office/drawing/2014/main" id="{708D615A-3CC0-4059-9CA1-35D85006D84B}"/>
                  </a:ext>
                </a:extLst>
              </p:cNvPr>
              <p:cNvSpPr/>
              <p:nvPr/>
            </p:nvSpPr>
            <p:spPr>
              <a:xfrm>
                <a:off x="40280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1" name="椭圆 12740">
                <a:extLst>
                  <a:ext uri="{FF2B5EF4-FFF2-40B4-BE49-F238E27FC236}">
                    <a16:creationId xmlns:a16="http://schemas.microsoft.com/office/drawing/2014/main" id="{159382E7-68C1-4E93-8480-F2D2554C6F16}"/>
                  </a:ext>
                </a:extLst>
              </p:cNvPr>
              <p:cNvSpPr/>
              <p:nvPr/>
            </p:nvSpPr>
            <p:spPr>
              <a:xfrm>
                <a:off x="3986044"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2" name="椭圆 12741">
                <a:extLst>
                  <a:ext uri="{FF2B5EF4-FFF2-40B4-BE49-F238E27FC236}">
                    <a16:creationId xmlns:a16="http://schemas.microsoft.com/office/drawing/2014/main" id="{64C90FC4-B70E-44F1-A73A-42A084C492B6}"/>
                  </a:ext>
                </a:extLst>
              </p:cNvPr>
              <p:cNvSpPr/>
              <p:nvPr/>
            </p:nvSpPr>
            <p:spPr>
              <a:xfrm>
                <a:off x="39564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3" name="椭圆 12742">
                <a:extLst>
                  <a:ext uri="{FF2B5EF4-FFF2-40B4-BE49-F238E27FC236}">
                    <a16:creationId xmlns:a16="http://schemas.microsoft.com/office/drawing/2014/main" id="{4E4236AD-7AAE-4F54-BDA7-516B08BEB6E1}"/>
                  </a:ext>
                </a:extLst>
              </p:cNvPr>
              <p:cNvSpPr/>
              <p:nvPr/>
            </p:nvSpPr>
            <p:spPr>
              <a:xfrm>
                <a:off x="3893000"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4" name="椭圆 12743">
                <a:extLst>
                  <a:ext uri="{FF2B5EF4-FFF2-40B4-BE49-F238E27FC236}">
                    <a16:creationId xmlns:a16="http://schemas.microsoft.com/office/drawing/2014/main" id="{AFCA66FE-A28F-4453-BF1B-DD6D963C3CBE}"/>
                  </a:ext>
                </a:extLst>
              </p:cNvPr>
              <p:cNvSpPr/>
              <p:nvPr/>
            </p:nvSpPr>
            <p:spPr>
              <a:xfrm>
                <a:off x="4058057"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5" name="椭圆 12744">
                <a:extLst>
                  <a:ext uri="{FF2B5EF4-FFF2-40B4-BE49-F238E27FC236}">
                    <a16:creationId xmlns:a16="http://schemas.microsoft.com/office/drawing/2014/main" id="{CED72637-C657-404B-9AF7-47A0201E70EC}"/>
                  </a:ext>
                </a:extLst>
              </p:cNvPr>
              <p:cNvSpPr/>
              <p:nvPr/>
            </p:nvSpPr>
            <p:spPr>
              <a:xfrm>
                <a:off x="416255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6" name="椭圆 12745">
                <a:extLst>
                  <a:ext uri="{FF2B5EF4-FFF2-40B4-BE49-F238E27FC236}">
                    <a16:creationId xmlns:a16="http://schemas.microsoft.com/office/drawing/2014/main" id="{FB6480D1-09F6-44A2-8F35-F62002CB720C}"/>
                  </a:ext>
                </a:extLst>
              </p:cNvPr>
              <p:cNvSpPr/>
              <p:nvPr/>
            </p:nvSpPr>
            <p:spPr>
              <a:xfrm>
                <a:off x="3974006"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7" name="椭圆 12746">
                <a:extLst>
                  <a:ext uri="{FF2B5EF4-FFF2-40B4-BE49-F238E27FC236}">
                    <a16:creationId xmlns:a16="http://schemas.microsoft.com/office/drawing/2014/main" id="{AFE9966F-EE0B-4B40-80F3-C90EC5A56D8C}"/>
                  </a:ext>
                </a:extLst>
              </p:cNvPr>
              <p:cNvSpPr/>
              <p:nvPr/>
            </p:nvSpPr>
            <p:spPr>
              <a:xfrm>
                <a:off x="3999441"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8" name="椭圆 12747">
                <a:extLst>
                  <a:ext uri="{FF2B5EF4-FFF2-40B4-BE49-F238E27FC236}">
                    <a16:creationId xmlns:a16="http://schemas.microsoft.com/office/drawing/2014/main" id="{36D63F57-0BF1-4AA1-A0F2-22B248A5667A}"/>
                  </a:ext>
                </a:extLst>
              </p:cNvPr>
              <p:cNvSpPr/>
              <p:nvPr/>
            </p:nvSpPr>
            <p:spPr>
              <a:xfrm>
                <a:off x="3999441"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9" name="椭圆 12748">
                <a:extLst>
                  <a:ext uri="{FF2B5EF4-FFF2-40B4-BE49-F238E27FC236}">
                    <a16:creationId xmlns:a16="http://schemas.microsoft.com/office/drawing/2014/main" id="{E8478FBF-89EB-4714-A46F-547F92B846A1}"/>
                  </a:ext>
                </a:extLst>
              </p:cNvPr>
              <p:cNvSpPr/>
              <p:nvPr/>
            </p:nvSpPr>
            <p:spPr>
              <a:xfrm>
                <a:off x="4012581"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0" name="椭圆 12749">
                <a:extLst>
                  <a:ext uri="{FF2B5EF4-FFF2-40B4-BE49-F238E27FC236}">
                    <a16:creationId xmlns:a16="http://schemas.microsoft.com/office/drawing/2014/main" id="{7C391A44-BEA5-4E23-AB53-46B62FD321FC}"/>
                  </a:ext>
                </a:extLst>
              </p:cNvPr>
              <p:cNvSpPr/>
              <p:nvPr/>
            </p:nvSpPr>
            <p:spPr>
              <a:xfrm>
                <a:off x="4017463"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1" name="椭圆 12750">
                <a:extLst>
                  <a:ext uri="{FF2B5EF4-FFF2-40B4-BE49-F238E27FC236}">
                    <a16:creationId xmlns:a16="http://schemas.microsoft.com/office/drawing/2014/main" id="{32CE9026-3E1A-4C6C-8984-D25B8568F4AD}"/>
                  </a:ext>
                </a:extLst>
              </p:cNvPr>
              <p:cNvSpPr/>
              <p:nvPr/>
            </p:nvSpPr>
            <p:spPr>
              <a:xfrm>
                <a:off x="3850057"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2" name="椭圆 12751">
                <a:extLst>
                  <a:ext uri="{FF2B5EF4-FFF2-40B4-BE49-F238E27FC236}">
                    <a16:creationId xmlns:a16="http://schemas.microsoft.com/office/drawing/2014/main" id="{485129B6-3B95-4F38-96F8-A3E01026C3E8}"/>
                  </a:ext>
                </a:extLst>
              </p:cNvPr>
              <p:cNvSpPr/>
              <p:nvPr/>
            </p:nvSpPr>
            <p:spPr>
              <a:xfrm>
                <a:off x="393432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3" name="椭圆 12752">
                <a:extLst>
                  <a:ext uri="{FF2B5EF4-FFF2-40B4-BE49-F238E27FC236}">
                    <a16:creationId xmlns:a16="http://schemas.microsoft.com/office/drawing/2014/main" id="{819F5AB5-66F2-4A5B-942C-B6DE4458452C}"/>
                  </a:ext>
                </a:extLst>
              </p:cNvPr>
              <p:cNvSpPr/>
              <p:nvPr/>
            </p:nvSpPr>
            <p:spPr>
              <a:xfrm>
                <a:off x="413168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4" name="椭圆 12753">
                <a:extLst>
                  <a:ext uri="{FF2B5EF4-FFF2-40B4-BE49-F238E27FC236}">
                    <a16:creationId xmlns:a16="http://schemas.microsoft.com/office/drawing/2014/main" id="{A403C53C-B7E3-4B07-A85A-F6E82FD4692B}"/>
                  </a:ext>
                </a:extLst>
              </p:cNvPr>
              <p:cNvSpPr/>
              <p:nvPr/>
            </p:nvSpPr>
            <p:spPr>
              <a:xfrm>
                <a:off x="384077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5" name="椭圆 12754">
                <a:extLst>
                  <a:ext uri="{FF2B5EF4-FFF2-40B4-BE49-F238E27FC236}">
                    <a16:creationId xmlns:a16="http://schemas.microsoft.com/office/drawing/2014/main" id="{44A94F1C-F902-4230-A5A0-BC94DFFCC013}"/>
                  </a:ext>
                </a:extLst>
              </p:cNvPr>
              <p:cNvSpPr/>
              <p:nvPr/>
            </p:nvSpPr>
            <p:spPr>
              <a:xfrm>
                <a:off x="40708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6" name="椭圆 12755">
                <a:extLst>
                  <a:ext uri="{FF2B5EF4-FFF2-40B4-BE49-F238E27FC236}">
                    <a16:creationId xmlns:a16="http://schemas.microsoft.com/office/drawing/2014/main" id="{0C3CAC18-5967-4C25-8E8A-5CD7356699E5}"/>
                  </a:ext>
                </a:extLst>
              </p:cNvPr>
              <p:cNvSpPr/>
              <p:nvPr/>
            </p:nvSpPr>
            <p:spPr>
              <a:xfrm>
                <a:off x="4147871"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7" name="椭圆 12756">
                <a:extLst>
                  <a:ext uri="{FF2B5EF4-FFF2-40B4-BE49-F238E27FC236}">
                    <a16:creationId xmlns:a16="http://schemas.microsoft.com/office/drawing/2014/main" id="{51EB672D-64F7-4021-85C7-236A72A5F47A}"/>
                  </a:ext>
                </a:extLst>
              </p:cNvPr>
              <p:cNvSpPr/>
              <p:nvPr/>
            </p:nvSpPr>
            <p:spPr>
              <a:xfrm>
                <a:off x="4013352" y="27358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8" name="椭圆 12757">
                <a:extLst>
                  <a:ext uri="{FF2B5EF4-FFF2-40B4-BE49-F238E27FC236}">
                    <a16:creationId xmlns:a16="http://schemas.microsoft.com/office/drawing/2014/main" id="{550BBA19-88CA-470C-830E-F8E9221B0754}"/>
                  </a:ext>
                </a:extLst>
              </p:cNvPr>
              <p:cNvSpPr/>
              <p:nvPr/>
            </p:nvSpPr>
            <p:spPr>
              <a:xfrm>
                <a:off x="4060333"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9" name="椭圆 12758">
                <a:extLst>
                  <a:ext uri="{FF2B5EF4-FFF2-40B4-BE49-F238E27FC236}">
                    <a16:creationId xmlns:a16="http://schemas.microsoft.com/office/drawing/2014/main" id="{BCE45C6A-A43A-427E-9950-AAB34800178C}"/>
                  </a:ext>
                </a:extLst>
              </p:cNvPr>
              <p:cNvSpPr/>
              <p:nvPr/>
            </p:nvSpPr>
            <p:spPr>
              <a:xfrm>
                <a:off x="4110030"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0" name="椭圆 12759">
                <a:extLst>
                  <a:ext uri="{FF2B5EF4-FFF2-40B4-BE49-F238E27FC236}">
                    <a16:creationId xmlns:a16="http://schemas.microsoft.com/office/drawing/2014/main" id="{99F080D1-6B28-469A-B26F-EE00F3F74B26}"/>
                  </a:ext>
                </a:extLst>
              </p:cNvPr>
              <p:cNvSpPr/>
              <p:nvPr/>
            </p:nvSpPr>
            <p:spPr>
              <a:xfrm>
                <a:off x="39851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1" name="椭圆 12760">
                <a:extLst>
                  <a:ext uri="{FF2B5EF4-FFF2-40B4-BE49-F238E27FC236}">
                    <a16:creationId xmlns:a16="http://schemas.microsoft.com/office/drawing/2014/main" id="{47ACB75C-F7CE-4C8F-B6F7-5D5549E0E6FC}"/>
                  </a:ext>
                </a:extLst>
              </p:cNvPr>
              <p:cNvSpPr/>
              <p:nvPr/>
            </p:nvSpPr>
            <p:spPr>
              <a:xfrm>
                <a:off x="4106910"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2" name="椭圆 12761">
                <a:extLst>
                  <a:ext uri="{FF2B5EF4-FFF2-40B4-BE49-F238E27FC236}">
                    <a16:creationId xmlns:a16="http://schemas.microsoft.com/office/drawing/2014/main" id="{61200731-68BF-43C8-8EF9-8EE22C53B959}"/>
                  </a:ext>
                </a:extLst>
              </p:cNvPr>
              <p:cNvSpPr/>
              <p:nvPr/>
            </p:nvSpPr>
            <p:spPr>
              <a:xfrm>
                <a:off x="3974740"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3" name="椭圆 12762">
                <a:extLst>
                  <a:ext uri="{FF2B5EF4-FFF2-40B4-BE49-F238E27FC236}">
                    <a16:creationId xmlns:a16="http://schemas.microsoft.com/office/drawing/2014/main" id="{AEA36C4A-DE38-418D-AE3E-0D06C4077899}"/>
                  </a:ext>
                </a:extLst>
              </p:cNvPr>
              <p:cNvSpPr/>
              <p:nvPr/>
            </p:nvSpPr>
            <p:spPr>
              <a:xfrm>
                <a:off x="40264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4" name="椭圆 12763">
                <a:extLst>
                  <a:ext uri="{FF2B5EF4-FFF2-40B4-BE49-F238E27FC236}">
                    <a16:creationId xmlns:a16="http://schemas.microsoft.com/office/drawing/2014/main" id="{E34555A4-4896-4CB0-A8C9-A6DA78A926FE}"/>
                  </a:ext>
                </a:extLst>
              </p:cNvPr>
              <p:cNvSpPr/>
              <p:nvPr/>
            </p:nvSpPr>
            <p:spPr>
              <a:xfrm>
                <a:off x="389329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5" name="椭圆 12764">
                <a:extLst>
                  <a:ext uri="{FF2B5EF4-FFF2-40B4-BE49-F238E27FC236}">
                    <a16:creationId xmlns:a16="http://schemas.microsoft.com/office/drawing/2014/main" id="{C1BF4276-6561-4FB9-9D2E-FBA7AF208AB9}"/>
                  </a:ext>
                </a:extLst>
              </p:cNvPr>
              <p:cNvSpPr/>
              <p:nvPr/>
            </p:nvSpPr>
            <p:spPr>
              <a:xfrm>
                <a:off x="410999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6" name="椭圆 12765">
                <a:extLst>
                  <a:ext uri="{FF2B5EF4-FFF2-40B4-BE49-F238E27FC236}">
                    <a16:creationId xmlns:a16="http://schemas.microsoft.com/office/drawing/2014/main" id="{7E8ABFF2-E678-48C3-AB61-0A5E46E9E5C3}"/>
                  </a:ext>
                </a:extLst>
              </p:cNvPr>
              <p:cNvSpPr/>
              <p:nvPr/>
            </p:nvSpPr>
            <p:spPr>
              <a:xfrm>
                <a:off x="40332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7" name="椭圆 12766">
                <a:extLst>
                  <a:ext uri="{FF2B5EF4-FFF2-40B4-BE49-F238E27FC236}">
                    <a16:creationId xmlns:a16="http://schemas.microsoft.com/office/drawing/2014/main" id="{2B06A5D0-F11A-4AC9-914C-F5B3D30893D5}"/>
                  </a:ext>
                </a:extLst>
              </p:cNvPr>
              <p:cNvSpPr/>
              <p:nvPr/>
            </p:nvSpPr>
            <p:spPr>
              <a:xfrm>
                <a:off x="400505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8" name="椭圆 12767">
                <a:extLst>
                  <a:ext uri="{FF2B5EF4-FFF2-40B4-BE49-F238E27FC236}">
                    <a16:creationId xmlns:a16="http://schemas.microsoft.com/office/drawing/2014/main" id="{1A94A30E-C53E-4D6B-A9A1-647F6C3B4D50}"/>
                  </a:ext>
                </a:extLst>
              </p:cNvPr>
              <p:cNvSpPr/>
              <p:nvPr/>
            </p:nvSpPr>
            <p:spPr>
              <a:xfrm>
                <a:off x="399011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9" name="椭圆 12768">
                <a:extLst>
                  <a:ext uri="{FF2B5EF4-FFF2-40B4-BE49-F238E27FC236}">
                    <a16:creationId xmlns:a16="http://schemas.microsoft.com/office/drawing/2014/main" id="{8E266DFA-5085-438C-9702-ABDF1ADCCB83}"/>
                  </a:ext>
                </a:extLst>
              </p:cNvPr>
              <p:cNvSpPr/>
              <p:nvPr/>
            </p:nvSpPr>
            <p:spPr>
              <a:xfrm>
                <a:off x="3894762"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0" name="椭圆 12769">
                <a:extLst>
                  <a:ext uri="{FF2B5EF4-FFF2-40B4-BE49-F238E27FC236}">
                    <a16:creationId xmlns:a16="http://schemas.microsoft.com/office/drawing/2014/main" id="{C5BC54D1-926C-4476-BAFD-FDAB4B45BCDA}"/>
                  </a:ext>
                </a:extLst>
              </p:cNvPr>
              <p:cNvSpPr/>
              <p:nvPr/>
            </p:nvSpPr>
            <p:spPr>
              <a:xfrm>
                <a:off x="4054460"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1" name="椭圆 12770">
                <a:extLst>
                  <a:ext uri="{FF2B5EF4-FFF2-40B4-BE49-F238E27FC236}">
                    <a16:creationId xmlns:a16="http://schemas.microsoft.com/office/drawing/2014/main" id="{8C7568A3-CF38-4C9A-894F-3EE1141E8ACD}"/>
                  </a:ext>
                </a:extLst>
              </p:cNvPr>
              <p:cNvSpPr/>
              <p:nvPr/>
            </p:nvSpPr>
            <p:spPr>
              <a:xfrm>
                <a:off x="4106176" y="263491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2" name="椭圆 12771">
                <a:extLst>
                  <a:ext uri="{FF2B5EF4-FFF2-40B4-BE49-F238E27FC236}">
                    <a16:creationId xmlns:a16="http://schemas.microsoft.com/office/drawing/2014/main" id="{EBAA64CC-D7A3-4B90-B22E-1CBA97796121}"/>
                  </a:ext>
                </a:extLst>
              </p:cNvPr>
              <p:cNvSpPr/>
              <p:nvPr/>
            </p:nvSpPr>
            <p:spPr>
              <a:xfrm>
                <a:off x="40785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3" name="椭圆 12772">
                <a:extLst>
                  <a:ext uri="{FF2B5EF4-FFF2-40B4-BE49-F238E27FC236}">
                    <a16:creationId xmlns:a16="http://schemas.microsoft.com/office/drawing/2014/main" id="{D2069C7E-2B54-44F4-B646-E2A85D37AC11}"/>
                  </a:ext>
                </a:extLst>
              </p:cNvPr>
              <p:cNvSpPr/>
              <p:nvPr/>
            </p:nvSpPr>
            <p:spPr>
              <a:xfrm>
                <a:off x="382957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4" name="椭圆 12773">
                <a:extLst>
                  <a:ext uri="{FF2B5EF4-FFF2-40B4-BE49-F238E27FC236}">
                    <a16:creationId xmlns:a16="http://schemas.microsoft.com/office/drawing/2014/main" id="{CADF0C6D-3E89-4A59-B5FB-88D12038A88F}"/>
                  </a:ext>
                </a:extLst>
              </p:cNvPr>
              <p:cNvSpPr/>
              <p:nvPr/>
            </p:nvSpPr>
            <p:spPr>
              <a:xfrm>
                <a:off x="40660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5" name="椭圆 12774">
                <a:extLst>
                  <a:ext uri="{FF2B5EF4-FFF2-40B4-BE49-F238E27FC236}">
                    <a16:creationId xmlns:a16="http://schemas.microsoft.com/office/drawing/2014/main" id="{8B3B7429-803D-4395-A94C-C2F42CB5B5A0}"/>
                  </a:ext>
                </a:extLst>
              </p:cNvPr>
              <p:cNvSpPr/>
              <p:nvPr/>
            </p:nvSpPr>
            <p:spPr>
              <a:xfrm>
                <a:off x="40333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6" name="椭圆 12775">
                <a:extLst>
                  <a:ext uri="{FF2B5EF4-FFF2-40B4-BE49-F238E27FC236}">
                    <a16:creationId xmlns:a16="http://schemas.microsoft.com/office/drawing/2014/main" id="{645184DD-F37F-4ACC-9A31-5294B5F4A7A2}"/>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7" name="椭圆 12776">
                <a:extLst>
                  <a:ext uri="{FF2B5EF4-FFF2-40B4-BE49-F238E27FC236}">
                    <a16:creationId xmlns:a16="http://schemas.microsoft.com/office/drawing/2014/main" id="{CA539D48-DB52-461D-BF76-2F02076C74A7}"/>
                  </a:ext>
                </a:extLst>
              </p:cNvPr>
              <p:cNvSpPr/>
              <p:nvPr/>
            </p:nvSpPr>
            <p:spPr>
              <a:xfrm>
                <a:off x="4011884"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8" name="椭圆 12777">
                <a:extLst>
                  <a:ext uri="{FF2B5EF4-FFF2-40B4-BE49-F238E27FC236}">
                    <a16:creationId xmlns:a16="http://schemas.microsoft.com/office/drawing/2014/main" id="{BA232762-25F1-4950-9168-CA6F2A793B38}"/>
                  </a:ext>
                </a:extLst>
              </p:cNvPr>
              <p:cNvSpPr/>
              <p:nvPr/>
            </p:nvSpPr>
            <p:spPr>
              <a:xfrm>
                <a:off x="40183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9" name="椭圆 12778">
                <a:extLst>
                  <a:ext uri="{FF2B5EF4-FFF2-40B4-BE49-F238E27FC236}">
                    <a16:creationId xmlns:a16="http://schemas.microsoft.com/office/drawing/2014/main" id="{56E6B871-B735-43B1-B4E8-BDD71D74EE17}"/>
                  </a:ext>
                </a:extLst>
              </p:cNvPr>
              <p:cNvSpPr/>
              <p:nvPr/>
            </p:nvSpPr>
            <p:spPr>
              <a:xfrm>
                <a:off x="40183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0" name="椭圆 12779">
                <a:extLst>
                  <a:ext uri="{FF2B5EF4-FFF2-40B4-BE49-F238E27FC236}">
                    <a16:creationId xmlns:a16="http://schemas.microsoft.com/office/drawing/2014/main" id="{E3CE11B4-2EB1-4642-A133-78FCD315D472}"/>
                  </a:ext>
                </a:extLst>
              </p:cNvPr>
              <p:cNvSpPr/>
              <p:nvPr/>
            </p:nvSpPr>
            <p:spPr>
              <a:xfrm>
                <a:off x="40244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1" name="椭圆 12780">
                <a:extLst>
                  <a:ext uri="{FF2B5EF4-FFF2-40B4-BE49-F238E27FC236}">
                    <a16:creationId xmlns:a16="http://schemas.microsoft.com/office/drawing/2014/main" id="{1BB15DCF-4017-446C-910E-F36417D68371}"/>
                  </a:ext>
                </a:extLst>
              </p:cNvPr>
              <p:cNvSpPr/>
              <p:nvPr/>
            </p:nvSpPr>
            <p:spPr>
              <a:xfrm>
                <a:off x="4020986"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2" name="椭圆 12781">
                <a:extLst>
                  <a:ext uri="{FF2B5EF4-FFF2-40B4-BE49-F238E27FC236}">
                    <a16:creationId xmlns:a16="http://schemas.microsoft.com/office/drawing/2014/main" id="{18B53AF5-4A34-45F2-ACCA-992D8E1803AF}"/>
                  </a:ext>
                </a:extLst>
              </p:cNvPr>
              <p:cNvSpPr/>
              <p:nvPr/>
            </p:nvSpPr>
            <p:spPr>
              <a:xfrm>
                <a:off x="4068554"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3" name="椭圆 12782">
                <a:extLst>
                  <a:ext uri="{FF2B5EF4-FFF2-40B4-BE49-F238E27FC236}">
                    <a16:creationId xmlns:a16="http://schemas.microsoft.com/office/drawing/2014/main" id="{56722B4B-B56C-4DA9-AC38-7B599EAABE81}"/>
                  </a:ext>
                </a:extLst>
              </p:cNvPr>
              <p:cNvSpPr/>
              <p:nvPr/>
            </p:nvSpPr>
            <p:spPr>
              <a:xfrm>
                <a:off x="400667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4" name="椭圆 12783">
                <a:extLst>
                  <a:ext uri="{FF2B5EF4-FFF2-40B4-BE49-F238E27FC236}">
                    <a16:creationId xmlns:a16="http://schemas.microsoft.com/office/drawing/2014/main" id="{380E1827-2667-4F17-B674-31AC9901D9E9}"/>
                  </a:ext>
                </a:extLst>
              </p:cNvPr>
              <p:cNvSpPr/>
              <p:nvPr/>
            </p:nvSpPr>
            <p:spPr>
              <a:xfrm>
                <a:off x="4171105"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5" name="椭圆 12784">
                <a:extLst>
                  <a:ext uri="{FF2B5EF4-FFF2-40B4-BE49-F238E27FC236}">
                    <a16:creationId xmlns:a16="http://schemas.microsoft.com/office/drawing/2014/main" id="{02FC8B00-41DC-431A-BD9F-1741794E09BB}"/>
                  </a:ext>
                </a:extLst>
              </p:cNvPr>
              <p:cNvSpPr/>
              <p:nvPr/>
            </p:nvSpPr>
            <p:spPr>
              <a:xfrm>
                <a:off x="4118251" y="28671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6" name="椭圆 12785">
                <a:extLst>
                  <a:ext uri="{FF2B5EF4-FFF2-40B4-BE49-F238E27FC236}">
                    <a16:creationId xmlns:a16="http://schemas.microsoft.com/office/drawing/2014/main" id="{BB36512C-C6BA-4954-9CD3-2A3CDCCD82C9}"/>
                  </a:ext>
                </a:extLst>
              </p:cNvPr>
              <p:cNvSpPr/>
              <p:nvPr/>
            </p:nvSpPr>
            <p:spPr>
              <a:xfrm>
                <a:off x="4088118"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7" name="椭圆 12786">
                <a:extLst>
                  <a:ext uri="{FF2B5EF4-FFF2-40B4-BE49-F238E27FC236}">
                    <a16:creationId xmlns:a16="http://schemas.microsoft.com/office/drawing/2014/main" id="{D28AF126-1069-46AF-A4D8-F40F7B46F3F4}"/>
                  </a:ext>
                </a:extLst>
              </p:cNvPr>
              <p:cNvSpPr/>
              <p:nvPr/>
            </p:nvSpPr>
            <p:spPr>
              <a:xfrm>
                <a:off x="4068921"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8" name="椭圆 12787">
                <a:extLst>
                  <a:ext uri="{FF2B5EF4-FFF2-40B4-BE49-F238E27FC236}">
                    <a16:creationId xmlns:a16="http://schemas.microsoft.com/office/drawing/2014/main" id="{95171F0C-5BA0-4370-8956-8D17E554398D}"/>
                  </a:ext>
                </a:extLst>
              </p:cNvPr>
              <p:cNvSpPr/>
              <p:nvPr/>
            </p:nvSpPr>
            <p:spPr>
              <a:xfrm>
                <a:off x="3999588"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9" name="椭圆 12788">
                <a:extLst>
                  <a:ext uri="{FF2B5EF4-FFF2-40B4-BE49-F238E27FC236}">
                    <a16:creationId xmlns:a16="http://schemas.microsoft.com/office/drawing/2014/main" id="{B15F3894-72A3-47EA-AED9-149CA79AEB8F}"/>
                  </a:ext>
                </a:extLst>
              </p:cNvPr>
              <p:cNvSpPr/>
              <p:nvPr/>
            </p:nvSpPr>
            <p:spPr>
              <a:xfrm>
                <a:off x="412016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0" name="椭圆 12789">
                <a:extLst>
                  <a:ext uri="{FF2B5EF4-FFF2-40B4-BE49-F238E27FC236}">
                    <a16:creationId xmlns:a16="http://schemas.microsoft.com/office/drawing/2014/main" id="{8C9CC219-6D24-4BA7-86EA-7B92E54B5182}"/>
                  </a:ext>
                </a:extLst>
              </p:cNvPr>
              <p:cNvSpPr/>
              <p:nvPr/>
            </p:nvSpPr>
            <p:spPr>
              <a:xfrm>
                <a:off x="3833173"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1" name="椭圆 12790">
                <a:extLst>
                  <a:ext uri="{FF2B5EF4-FFF2-40B4-BE49-F238E27FC236}">
                    <a16:creationId xmlns:a16="http://schemas.microsoft.com/office/drawing/2014/main" id="{9122F205-B2E1-42CE-AF27-DB52D89BD6AE}"/>
                  </a:ext>
                </a:extLst>
              </p:cNvPr>
              <p:cNvSpPr/>
              <p:nvPr/>
            </p:nvSpPr>
            <p:spPr>
              <a:xfrm>
                <a:off x="40414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2" name="椭圆 12791">
                <a:extLst>
                  <a:ext uri="{FF2B5EF4-FFF2-40B4-BE49-F238E27FC236}">
                    <a16:creationId xmlns:a16="http://schemas.microsoft.com/office/drawing/2014/main" id="{31C458B7-5480-4A95-9AFB-96483ABF0443}"/>
                  </a:ext>
                </a:extLst>
              </p:cNvPr>
              <p:cNvSpPr/>
              <p:nvPr/>
            </p:nvSpPr>
            <p:spPr>
              <a:xfrm>
                <a:off x="4018013"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3" name="椭圆 12792">
                <a:extLst>
                  <a:ext uri="{FF2B5EF4-FFF2-40B4-BE49-F238E27FC236}">
                    <a16:creationId xmlns:a16="http://schemas.microsoft.com/office/drawing/2014/main" id="{561EA797-3EDC-4288-9699-15F92CC1EC60}"/>
                  </a:ext>
                </a:extLst>
              </p:cNvPr>
              <p:cNvSpPr/>
              <p:nvPr/>
            </p:nvSpPr>
            <p:spPr>
              <a:xfrm>
                <a:off x="3996578"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4" name="椭圆 12793">
                <a:extLst>
                  <a:ext uri="{FF2B5EF4-FFF2-40B4-BE49-F238E27FC236}">
                    <a16:creationId xmlns:a16="http://schemas.microsoft.com/office/drawing/2014/main" id="{C94B3A70-B5ED-4B78-9B8E-413C9E225736}"/>
                  </a:ext>
                </a:extLst>
              </p:cNvPr>
              <p:cNvSpPr/>
              <p:nvPr/>
            </p:nvSpPr>
            <p:spPr>
              <a:xfrm>
                <a:off x="4071638"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5" name="椭圆 12794">
                <a:extLst>
                  <a:ext uri="{FF2B5EF4-FFF2-40B4-BE49-F238E27FC236}">
                    <a16:creationId xmlns:a16="http://schemas.microsoft.com/office/drawing/2014/main" id="{3A0A26B3-C417-48BA-B703-92EC534A9F0B}"/>
                  </a:ext>
                </a:extLst>
              </p:cNvPr>
              <p:cNvSpPr/>
              <p:nvPr/>
            </p:nvSpPr>
            <p:spPr>
              <a:xfrm>
                <a:off x="3871418"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6" name="椭圆 12795">
                <a:extLst>
                  <a:ext uri="{FF2B5EF4-FFF2-40B4-BE49-F238E27FC236}">
                    <a16:creationId xmlns:a16="http://schemas.microsoft.com/office/drawing/2014/main" id="{038C4E6F-A78E-4BAE-9484-E5810A466458}"/>
                  </a:ext>
                </a:extLst>
              </p:cNvPr>
              <p:cNvSpPr/>
              <p:nvPr/>
            </p:nvSpPr>
            <p:spPr>
              <a:xfrm>
                <a:off x="399411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7" name="椭圆 12796">
                <a:extLst>
                  <a:ext uri="{FF2B5EF4-FFF2-40B4-BE49-F238E27FC236}">
                    <a16:creationId xmlns:a16="http://schemas.microsoft.com/office/drawing/2014/main" id="{2146EC51-2E60-4FFA-B416-055A38CFC686}"/>
                  </a:ext>
                </a:extLst>
              </p:cNvPr>
              <p:cNvSpPr/>
              <p:nvPr/>
            </p:nvSpPr>
            <p:spPr>
              <a:xfrm>
                <a:off x="401236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8" name="椭圆 12797">
                <a:extLst>
                  <a:ext uri="{FF2B5EF4-FFF2-40B4-BE49-F238E27FC236}">
                    <a16:creationId xmlns:a16="http://schemas.microsoft.com/office/drawing/2014/main" id="{7D9E7F1E-849A-40F9-B551-D7C0FC044F90}"/>
                  </a:ext>
                </a:extLst>
              </p:cNvPr>
              <p:cNvSpPr/>
              <p:nvPr/>
            </p:nvSpPr>
            <p:spPr>
              <a:xfrm>
                <a:off x="43554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9" name="椭圆 12798">
                <a:extLst>
                  <a:ext uri="{FF2B5EF4-FFF2-40B4-BE49-F238E27FC236}">
                    <a16:creationId xmlns:a16="http://schemas.microsoft.com/office/drawing/2014/main" id="{406729A8-01E8-476E-B14F-1884FC0FB5DE}"/>
                  </a:ext>
                </a:extLst>
              </p:cNvPr>
              <p:cNvSpPr/>
              <p:nvPr/>
            </p:nvSpPr>
            <p:spPr>
              <a:xfrm>
                <a:off x="4016509"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0" name="椭圆 12799">
                <a:extLst>
                  <a:ext uri="{FF2B5EF4-FFF2-40B4-BE49-F238E27FC236}">
                    <a16:creationId xmlns:a16="http://schemas.microsoft.com/office/drawing/2014/main" id="{F08D138D-26BA-4086-A047-40F3BCF52F80}"/>
                  </a:ext>
                </a:extLst>
              </p:cNvPr>
              <p:cNvSpPr/>
              <p:nvPr/>
            </p:nvSpPr>
            <p:spPr>
              <a:xfrm>
                <a:off x="40134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1" name="椭圆 12800">
                <a:extLst>
                  <a:ext uri="{FF2B5EF4-FFF2-40B4-BE49-F238E27FC236}">
                    <a16:creationId xmlns:a16="http://schemas.microsoft.com/office/drawing/2014/main" id="{05079E73-EAEC-47DF-BADE-5DBC847388D3}"/>
                  </a:ext>
                </a:extLst>
              </p:cNvPr>
              <p:cNvSpPr/>
              <p:nvPr/>
            </p:nvSpPr>
            <p:spPr>
              <a:xfrm>
                <a:off x="4064701"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2" name="椭圆 12801">
                <a:extLst>
                  <a:ext uri="{FF2B5EF4-FFF2-40B4-BE49-F238E27FC236}">
                    <a16:creationId xmlns:a16="http://schemas.microsoft.com/office/drawing/2014/main" id="{17623FD2-AF63-4E3D-AB92-7577CB298CED}"/>
                  </a:ext>
                </a:extLst>
              </p:cNvPr>
              <p:cNvSpPr/>
              <p:nvPr/>
            </p:nvSpPr>
            <p:spPr>
              <a:xfrm>
                <a:off x="3958480"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3" name="椭圆 12802">
                <a:extLst>
                  <a:ext uri="{FF2B5EF4-FFF2-40B4-BE49-F238E27FC236}">
                    <a16:creationId xmlns:a16="http://schemas.microsoft.com/office/drawing/2014/main" id="{F8C29419-0C40-4B28-89B3-40D8B5D1C2D7}"/>
                  </a:ext>
                </a:extLst>
              </p:cNvPr>
              <p:cNvSpPr/>
              <p:nvPr/>
            </p:nvSpPr>
            <p:spPr>
              <a:xfrm>
                <a:off x="391685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4" name="椭圆 12803">
                <a:extLst>
                  <a:ext uri="{FF2B5EF4-FFF2-40B4-BE49-F238E27FC236}">
                    <a16:creationId xmlns:a16="http://schemas.microsoft.com/office/drawing/2014/main" id="{9B261166-E766-4988-AB54-A63745FEA6AB}"/>
                  </a:ext>
                </a:extLst>
              </p:cNvPr>
              <p:cNvSpPr/>
              <p:nvPr/>
            </p:nvSpPr>
            <p:spPr>
              <a:xfrm>
                <a:off x="401008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5" name="椭圆 12804">
                <a:extLst>
                  <a:ext uri="{FF2B5EF4-FFF2-40B4-BE49-F238E27FC236}">
                    <a16:creationId xmlns:a16="http://schemas.microsoft.com/office/drawing/2014/main" id="{81D8EC68-A2E1-4A9C-A419-0F85D2164098}"/>
                  </a:ext>
                </a:extLst>
              </p:cNvPr>
              <p:cNvSpPr/>
              <p:nvPr/>
            </p:nvSpPr>
            <p:spPr>
              <a:xfrm>
                <a:off x="413421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6" name="椭圆 12805">
                <a:extLst>
                  <a:ext uri="{FF2B5EF4-FFF2-40B4-BE49-F238E27FC236}">
                    <a16:creationId xmlns:a16="http://schemas.microsoft.com/office/drawing/2014/main" id="{ECBEE3B3-E4F7-46E1-AFD8-EF3BE554718D}"/>
                  </a:ext>
                </a:extLst>
              </p:cNvPr>
              <p:cNvSpPr/>
              <p:nvPr/>
            </p:nvSpPr>
            <p:spPr>
              <a:xfrm>
                <a:off x="425831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7" name="椭圆 12806">
                <a:extLst>
                  <a:ext uri="{FF2B5EF4-FFF2-40B4-BE49-F238E27FC236}">
                    <a16:creationId xmlns:a16="http://schemas.microsoft.com/office/drawing/2014/main" id="{C4A4B366-D0D5-4D15-B15F-C6CF2AF85C12}"/>
                  </a:ext>
                </a:extLst>
              </p:cNvPr>
              <p:cNvSpPr/>
              <p:nvPr/>
            </p:nvSpPr>
            <p:spPr>
              <a:xfrm>
                <a:off x="401702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8" name="椭圆 12807">
                <a:extLst>
                  <a:ext uri="{FF2B5EF4-FFF2-40B4-BE49-F238E27FC236}">
                    <a16:creationId xmlns:a16="http://schemas.microsoft.com/office/drawing/2014/main" id="{B0A2221E-ACBA-4EB2-965A-2E275411701C}"/>
                  </a:ext>
                </a:extLst>
              </p:cNvPr>
              <p:cNvSpPr/>
              <p:nvPr/>
            </p:nvSpPr>
            <p:spPr>
              <a:xfrm>
                <a:off x="3979144" y="29991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9" name="椭圆 12808">
                <a:extLst>
                  <a:ext uri="{FF2B5EF4-FFF2-40B4-BE49-F238E27FC236}">
                    <a16:creationId xmlns:a16="http://schemas.microsoft.com/office/drawing/2014/main" id="{609E6A88-DCC8-4E1E-9933-FF95649E0E69}"/>
                  </a:ext>
                </a:extLst>
              </p:cNvPr>
              <p:cNvSpPr/>
              <p:nvPr/>
            </p:nvSpPr>
            <p:spPr>
              <a:xfrm>
                <a:off x="4009204" y="30307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0" name="椭圆 12809">
                <a:extLst>
                  <a:ext uri="{FF2B5EF4-FFF2-40B4-BE49-F238E27FC236}">
                    <a16:creationId xmlns:a16="http://schemas.microsoft.com/office/drawing/2014/main" id="{C6917A47-0B8D-43A2-A285-A4A62F7D0431}"/>
                  </a:ext>
                </a:extLst>
              </p:cNvPr>
              <p:cNvSpPr/>
              <p:nvPr/>
            </p:nvSpPr>
            <p:spPr>
              <a:xfrm>
                <a:off x="404697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1" name="椭圆 12810">
                <a:extLst>
                  <a:ext uri="{FF2B5EF4-FFF2-40B4-BE49-F238E27FC236}">
                    <a16:creationId xmlns:a16="http://schemas.microsoft.com/office/drawing/2014/main" id="{2D9DB84C-7EE5-4C80-9BC4-12DBD642E56A}"/>
                  </a:ext>
                </a:extLst>
              </p:cNvPr>
              <p:cNvSpPr/>
              <p:nvPr/>
            </p:nvSpPr>
            <p:spPr>
              <a:xfrm>
                <a:off x="40671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2" name="椭圆 12811">
                <a:extLst>
                  <a:ext uri="{FF2B5EF4-FFF2-40B4-BE49-F238E27FC236}">
                    <a16:creationId xmlns:a16="http://schemas.microsoft.com/office/drawing/2014/main" id="{AE739B87-B3E9-4673-B9BC-610860D2D23F}"/>
                  </a:ext>
                </a:extLst>
              </p:cNvPr>
              <p:cNvSpPr/>
              <p:nvPr/>
            </p:nvSpPr>
            <p:spPr>
              <a:xfrm>
                <a:off x="390926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3" name="椭圆 12812">
                <a:extLst>
                  <a:ext uri="{FF2B5EF4-FFF2-40B4-BE49-F238E27FC236}">
                    <a16:creationId xmlns:a16="http://schemas.microsoft.com/office/drawing/2014/main" id="{2D9211A5-C027-4BDC-A7F7-AADA808DCF82}"/>
                  </a:ext>
                </a:extLst>
              </p:cNvPr>
              <p:cNvSpPr/>
              <p:nvPr/>
            </p:nvSpPr>
            <p:spPr>
              <a:xfrm>
                <a:off x="3939798"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4" name="椭圆 12813">
                <a:extLst>
                  <a:ext uri="{FF2B5EF4-FFF2-40B4-BE49-F238E27FC236}">
                    <a16:creationId xmlns:a16="http://schemas.microsoft.com/office/drawing/2014/main" id="{7EB05219-37B9-4458-9ADB-29E58407EB19}"/>
                  </a:ext>
                </a:extLst>
              </p:cNvPr>
              <p:cNvSpPr/>
              <p:nvPr/>
            </p:nvSpPr>
            <p:spPr>
              <a:xfrm>
                <a:off x="4252881" y="259696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5" name="椭圆 12814">
                <a:extLst>
                  <a:ext uri="{FF2B5EF4-FFF2-40B4-BE49-F238E27FC236}">
                    <a16:creationId xmlns:a16="http://schemas.microsoft.com/office/drawing/2014/main" id="{C949C246-5D04-4B5B-B055-464D1390A9F6}"/>
                  </a:ext>
                </a:extLst>
              </p:cNvPr>
              <p:cNvSpPr/>
              <p:nvPr/>
            </p:nvSpPr>
            <p:spPr>
              <a:xfrm>
                <a:off x="4014783"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6" name="椭圆 12815">
                <a:extLst>
                  <a:ext uri="{FF2B5EF4-FFF2-40B4-BE49-F238E27FC236}">
                    <a16:creationId xmlns:a16="http://schemas.microsoft.com/office/drawing/2014/main" id="{7E654E97-D933-4760-B20C-880AC48DCD5C}"/>
                  </a:ext>
                </a:extLst>
              </p:cNvPr>
              <p:cNvSpPr/>
              <p:nvPr/>
            </p:nvSpPr>
            <p:spPr>
              <a:xfrm>
                <a:off x="4236034" y="233823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7" name="椭圆 12816">
                <a:extLst>
                  <a:ext uri="{FF2B5EF4-FFF2-40B4-BE49-F238E27FC236}">
                    <a16:creationId xmlns:a16="http://schemas.microsoft.com/office/drawing/2014/main" id="{1E48F0B4-3950-46AC-9405-4D78BAECB238}"/>
                  </a:ext>
                </a:extLst>
              </p:cNvPr>
              <p:cNvSpPr/>
              <p:nvPr/>
            </p:nvSpPr>
            <p:spPr>
              <a:xfrm>
                <a:off x="4002304" y="2795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8" name="椭圆 12817">
                <a:extLst>
                  <a:ext uri="{FF2B5EF4-FFF2-40B4-BE49-F238E27FC236}">
                    <a16:creationId xmlns:a16="http://schemas.microsoft.com/office/drawing/2014/main" id="{C5AD4143-DB69-4D12-A9A9-3726EDBB07E4}"/>
                  </a:ext>
                </a:extLst>
              </p:cNvPr>
              <p:cNvSpPr/>
              <p:nvPr/>
            </p:nvSpPr>
            <p:spPr>
              <a:xfrm>
                <a:off x="3918069" y="2927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9" name="椭圆 12818">
                <a:extLst>
                  <a:ext uri="{FF2B5EF4-FFF2-40B4-BE49-F238E27FC236}">
                    <a16:creationId xmlns:a16="http://schemas.microsoft.com/office/drawing/2014/main" id="{5A92C2EC-07CF-44B8-BCEF-958134AA91BC}"/>
                  </a:ext>
                </a:extLst>
              </p:cNvPr>
              <p:cNvSpPr/>
              <p:nvPr/>
            </p:nvSpPr>
            <p:spPr>
              <a:xfrm>
                <a:off x="405669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0" name="椭圆 12819">
                <a:extLst>
                  <a:ext uri="{FF2B5EF4-FFF2-40B4-BE49-F238E27FC236}">
                    <a16:creationId xmlns:a16="http://schemas.microsoft.com/office/drawing/2014/main" id="{CBBACA7B-286A-45B8-9E70-C4B932A9B0E3}"/>
                  </a:ext>
                </a:extLst>
              </p:cNvPr>
              <p:cNvSpPr/>
              <p:nvPr/>
            </p:nvSpPr>
            <p:spPr>
              <a:xfrm>
                <a:off x="3856186"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1" name="椭圆 12820">
                <a:extLst>
                  <a:ext uri="{FF2B5EF4-FFF2-40B4-BE49-F238E27FC236}">
                    <a16:creationId xmlns:a16="http://schemas.microsoft.com/office/drawing/2014/main" id="{0F15FD1B-522D-41EC-BDD8-B48BBB10ED8E}"/>
                  </a:ext>
                </a:extLst>
              </p:cNvPr>
              <p:cNvSpPr/>
              <p:nvPr/>
            </p:nvSpPr>
            <p:spPr>
              <a:xfrm>
                <a:off x="401775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2" name="椭圆 12821">
                <a:extLst>
                  <a:ext uri="{FF2B5EF4-FFF2-40B4-BE49-F238E27FC236}">
                    <a16:creationId xmlns:a16="http://schemas.microsoft.com/office/drawing/2014/main" id="{4228354C-E790-4A88-B579-A2F1C92BA03E}"/>
                  </a:ext>
                </a:extLst>
              </p:cNvPr>
              <p:cNvSpPr/>
              <p:nvPr/>
            </p:nvSpPr>
            <p:spPr>
              <a:xfrm>
                <a:off x="4007846" y="3046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3" name="椭圆 12822">
                <a:extLst>
                  <a:ext uri="{FF2B5EF4-FFF2-40B4-BE49-F238E27FC236}">
                    <a16:creationId xmlns:a16="http://schemas.microsoft.com/office/drawing/2014/main" id="{D7FF46E3-3692-4461-A744-5B977AA0C31E}"/>
                  </a:ext>
                </a:extLst>
              </p:cNvPr>
              <p:cNvSpPr/>
              <p:nvPr/>
            </p:nvSpPr>
            <p:spPr>
              <a:xfrm>
                <a:off x="40149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4" name="椭圆 12823">
                <a:extLst>
                  <a:ext uri="{FF2B5EF4-FFF2-40B4-BE49-F238E27FC236}">
                    <a16:creationId xmlns:a16="http://schemas.microsoft.com/office/drawing/2014/main" id="{0CFF51F5-BC84-4FE9-B7E1-ED50E9B6282C}"/>
                  </a:ext>
                </a:extLst>
              </p:cNvPr>
              <p:cNvSpPr/>
              <p:nvPr/>
            </p:nvSpPr>
            <p:spPr>
              <a:xfrm>
                <a:off x="4011186" y="2695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5" name="椭圆 12824">
                <a:extLst>
                  <a:ext uri="{FF2B5EF4-FFF2-40B4-BE49-F238E27FC236}">
                    <a16:creationId xmlns:a16="http://schemas.microsoft.com/office/drawing/2014/main" id="{0BA22B34-1968-42B3-AC08-94C918035C30}"/>
                  </a:ext>
                </a:extLst>
              </p:cNvPr>
              <p:cNvSpPr/>
              <p:nvPr/>
            </p:nvSpPr>
            <p:spPr>
              <a:xfrm>
                <a:off x="4049322"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6" name="椭圆 12825">
                <a:extLst>
                  <a:ext uri="{FF2B5EF4-FFF2-40B4-BE49-F238E27FC236}">
                    <a16:creationId xmlns:a16="http://schemas.microsoft.com/office/drawing/2014/main" id="{FA2EE8C8-F4A2-485C-8F76-EFA7026D84BF}"/>
                  </a:ext>
                </a:extLst>
              </p:cNvPr>
              <p:cNvSpPr/>
              <p:nvPr/>
            </p:nvSpPr>
            <p:spPr>
              <a:xfrm>
                <a:off x="4296301"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7" name="椭圆 12826">
                <a:extLst>
                  <a:ext uri="{FF2B5EF4-FFF2-40B4-BE49-F238E27FC236}">
                    <a16:creationId xmlns:a16="http://schemas.microsoft.com/office/drawing/2014/main" id="{72631617-4FDC-443A-8576-D06594F5F495}"/>
                  </a:ext>
                </a:extLst>
              </p:cNvPr>
              <p:cNvSpPr/>
              <p:nvPr/>
            </p:nvSpPr>
            <p:spPr>
              <a:xfrm>
                <a:off x="4314580" y="263417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8" name="椭圆 12827">
                <a:extLst>
                  <a:ext uri="{FF2B5EF4-FFF2-40B4-BE49-F238E27FC236}">
                    <a16:creationId xmlns:a16="http://schemas.microsoft.com/office/drawing/2014/main" id="{CC558057-B63F-4123-8392-E656CE0F05DA}"/>
                  </a:ext>
                </a:extLst>
              </p:cNvPr>
              <p:cNvSpPr/>
              <p:nvPr/>
            </p:nvSpPr>
            <p:spPr>
              <a:xfrm>
                <a:off x="420340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9" name="椭圆 12828">
                <a:extLst>
                  <a:ext uri="{FF2B5EF4-FFF2-40B4-BE49-F238E27FC236}">
                    <a16:creationId xmlns:a16="http://schemas.microsoft.com/office/drawing/2014/main" id="{4F182AFB-35FE-4DB7-81ED-2F8888D336B8}"/>
                  </a:ext>
                </a:extLst>
              </p:cNvPr>
              <p:cNvSpPr/>
              <p:nvPr/>
            </p:nvSpPr>
            <p:spPr>
              <a:xfrm>
                <a:off x="400226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0" name="椭圆 12829">
                <a:extLst>
                  <a:ext uri="{FF2B5EF4-FFF2-40B4-BE49-F238E27FC236}">
                    <a16:creationId xmlns:a16="http://schemas.microsoft.com/office/drawing/2014/main" id="{15A4D2F2-4A62-49F1-A6B9-489F8D67A309}"/>
                  </a:ext>
                </a:extLst>
              </p:cNvPr>
              <p:cNvSpPr/>
              <p:nvPr/>
            </p:nvSpPr>
            <p:spPr>
              <a:xfrm>
                <a:off x="4026198"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1" name="椭圆 12830">
                <a:extLst>
                  <a:ext uri="{FF2B5EF4-FFF2-40B4-BE49-F238E27FC236}">
                    <a16:creationId xmlns:a16="http://schemas.microsoft.com/office/drawing/2014/main" id="{135C2B95-0B2B-4F1A-8F0F-AC708224D63A}"/>
                  </a:ext>
                </a:extLst>
              </p:cNvPr>
              <p:cNvSpPr/>
              <p:nvPr/>
            </p:nvSpPr>
            <p:spPr>
              <a:xfrm>
                <a:off x="4088595"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2" name="椭圆 12831">
                <a:extLst>
                  <a:ext uri="{FF2B5EF4-FFF2-40B4-BE49-F238E27FC236}">
                    <a16:creationId xmlns:a16="http://schemas.microsoft.com/office/drawing/2014/main" id="{514028E2-447D-4B15-817A-7E1A9CF48CEC}"/>
                  </a:ext>
                </a:extLst>
              </p:cNvPr>
              <p:cNvSpPr/>
              <p:nvPr/>
            </p:nvSpPr>
            <p:spPr>
              <a:xfrm>
                <a:off x="399852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3" name="椭圆 12832">
                <a:extLst>
                  <a:ext uri="{FF2B5EF4-FFF2-40B4-BE49-F238E27FC236}">
                    <a16:creationId xmlns:a16="http://schemas.microsoft.com/office/drawing/2014/main" id="{E7598F7D-0278-40C5-B24D-9EB363B61BDB}"/>
                  </a:ext>
                </a:extLst>
              </p:cNvPr>
              <p:cNvSpPr/>
              <p:nvPr/>
            </p:nvSpPr>
            <p:spPr>
              <a:xfrm>
                <a:off x="4027666"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4" name="椭圆 12833">
                <a:extLst>
                  <a:ext uri="{FF2B5EF4-FFF2-40B4-BE49-F238E27FC236}">
                    <a16:creationId xmlns:a16="http://schemas.microsoft.com/office/drawing/2014/main" id="{5EDB5D9C-91EC-4A99-9309-7D5F7B6D39E0}"/>
                  </a:ext>
                </a:extLst>
              </p:cNvPr>
              <p:cNvSpPr/>
              <p:nvPr/>
            </p:nvSpPr>
            <p:spPr>
              <a:xfrm>
                <a:off x="3880705"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5" name="椭圆 12834">
                <a:extLst>
                  <a:ext uri="{FF2B5EF4-FFF2-40B4-BE49-F238E27FC236}">
                    <a16:creationId xmlns:a16="http://schemas.microsoft.com/office/drawing/2014/main" id="{2C9ADADA-B2DF-4A58-8576-C2A20CDAE07C}"/>
                  </a:ext>
                </a:extLst>
              </p:cNvPr>
              <p:cNvSpPr/>
              <p:nvPr/>
            </p:nvSpPr>
            <p:spPr>
              <a:xfrm>
                <a:off x="3955287" y="29757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6" name="椭圆 12835">
                <a:extLst>
                  <a:ext uri="{FF2B5EF4-FFF2-40B4-BE49-F238E27FC236}">
                    <a16:creationId xmlns:a16="http://schemas.microsoft.com/office/drawing/2014/main" id="{4EA70DE2-1056-467E-BB98-AE3EC751F44A}"/>
                  </a:ext>
                </a:extLst>
              </p:cNvPr>
              <p:cNvSpPr/>
              <p:nvPr/>
            </p:nvSpPr>
            <p:spPr>
              <a:xfrm>
                <a:off x="41191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7" name="椭圆 12836">
                <a:extLst>
                  <a:ext uri="{FF2B5EF4-FFF2-40B4-BE49-F238E27FC236}">
                    <a16:creationId xmlns:a16="http://schemas.microsoft.com/office/drawing/2014/main" id="{CB81A065-F284-4566-8527-B9C6A9B91EAD}"/>
                  </a:ext>
                </a:extLst>
              </p:cNvPr>
              <p:cNvSpPr/>
              <p:nvPr/>
            </p:nvSpPr>
            <p:spPr>
              <a:xfrm>
                <a:off x="40595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8" name="椭圆 12837">
                <a:extLst>
                  <a:ext uri="{FF2B5EF4-FFF2-40B4-BE49-F238E27FC236}">
                    <a16:creationId xmlns:a16="http://schemas.microsoft.com/office/drawing/2014/main" id="{DA859FFB-9508-41F8-9E48-141581B8D3E7}"/>
                  </a:ext>
                </a:extLst>
              </p:cNvPr>
              <p:cNvSpPr/>
              <p:nvPr/>
            </p:nvSpPr>
            <p:spPr>
              <a:xfrm>
                <a:off x="41054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9" name="椭圆 12838">
                <a:extLst>
                  <a:ext uri="{FF2B5EF4-FFF2-40B4-BE49-F238E27FC236}">
                    <a16:creationId xmlns:a16="http://schemas.microsoft.com/office/drawing/2014/main" id="{974C85E8-9AC1-4C86-BD56-CE170832FF02}"/>
                  </a:ext>
                </a:extLst>
              </p:cNvPr>
              <p:cNvSpPr/>
              <p:nvPr/>
            </p:nvSpPr>
            <p:spPr>
              <a:xfrm>
                <a:off x="4003515" y="3040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0" name="椭圆 12839">
                <a:extLst>
                  <a:ext uri="{FF2B5EF4-FFF2-40B4-BE49-F238E27FC236}">
                    <a16:creationId xmlns:a16="http://schemas.microsoft.com/office/drawing/2014/main" id="{3BD50B2E-A5C3-45AA-8757-603F9C4BEA7A}"/>
                  </a:ext>
                </a:extLst>
              </p:cNvPr>
              <p:cNvSpPr/>
              <p:nvPr/>
            </p:nvSpPr>
            <p:spPr>
              <a:xfrm>
                <a:off x="399331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1" name="椭圆 12840">
                <a:extLst>
                  <a:ext uri="{FF2B5EF4-FFF2-40B4-BE49-F238E27FC236}">
                    <a16:creationId xmlns:a16="http://schemas.microsoft.com/office/drawing/2014/main" id="{8782CB14-CE5F-461E-8C32-3F1EEB46CDA0}"/>
                  </a:ext>
                </a:extLst>
              </p:cNvPr>
              <p:cNvSpPr/>
              <p:nvPr/>
            </p:nvSpPr>
            <p:spPr>
              <a:xfrm>
                <a:off x="4119536"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2" name="椭圆 12841">
                <a:extLst>
                  <a:ext uri="{FF2B5EF4-FFF2-40B4-BE49-F238E27FC236}">
                    <a16:creationId xmlns:a16="http://schemas.microsoft.com/office/drawing/2014/main" id="{7F19F978-87A3-4AAB-9932-00CE9293539E}"/>
                  </a:ext>
                </a:extLst>
              </p:cNvPr>
              <p:cNvSpPr/>
              <p:nvPr/>
            </p:nvSpPr>
            <p:spPr>
              <a:xfrm>
                <a:off x="40140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3" name="椭圆 12842">
                <a:extLst>
                  <a:ext uri="{FF2B5EF4-FFF2-40B4-BE49-F238E27FC236}">
                    <a16:creationId xmlns:a16="http://schemas.microsoft.com/office/drawing/2014/main" id="{AA358A97-FEAC-489D-A5BA-5EAEF6AB2C24}"/>
                  </a:ext>
                </a:extLst>
              </p:cNvPr>
              <p:cNvSpPr/>
              <p:nvPr/>
            </p:nvSpPr>
            <p:spPr>
              <a:xfrm>
                <a:off x="419569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4" name="椭圆 12843">
                <a:extLst>
                  <a:ext uri="{FF2B5EF4-FFF2-40B4-BE49-F238E27FC236}">
                    <a16:creationId xmlns:a16="http://schemas.microsoft.com/office/drawing/2014/main" id="{FC8DB9E1-CF55-4697-AC2A-A888AD7A71E8}"/>
                  </a:ext>
                </a:extLst>
              </p:cNvPr>
              <p:cNvSpPr/>
              <p:nvPr/>
            </p:nvSpPr>
            <p:spPr>
              <a:xfrm>
                <a:off x="40031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5" name="椭圆 12844">
                <a:extLst>
                  <a:ext uri="{FF2B5EF4-FFF2-40B4-BE49-F238E27FC236}">
                    <a16:creationId xmlns:a16="http://schemas.microsoft.com/office/drawing/2014/main" id="{F9A2C89B-EC67-4A31-8C3E-B0B140B0D686}"/>
                  </a:ext>
                </a:extLst>
              </p:cNvPr>
              <p:cNvSpPr/>
              <p:nvPr/>
            </p:nvSpPr>
            <p:spPr>
              <a:xfrm>
                <a:off x="39974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6" name="椭圆 12845">
                <a:extLst>
                  <a:ext uri="{FF2B5EF4-FFF2-40B4-BE49-F238E27FC236}">
                    <a16:creationId xmlns:a16="http://schemas.microsoft.com/office/drawing/2014/main" id="{C15BE7A5-1C49-4750-918A-DB5CD8F89340}"/>
                  </a:ext>
                </a:extLst>
              </p:cNvPr>
              <p:cNvSpPr/>
              <p:nvPr/>
            </p:nvSpPr>
            <p:spPr>
              <a:xfrm>
                <a:off x="3899423"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7" name="椭圆 12846">
                <a:extLst>
                  <a:ext uri="{FF2B5EF4-FFF2-40B4-BE49-F238E27FC236}">
                    <a16:creationId xmlns:a16="http://schemas.microsoft.com/office/drawing/2014/main" id="{799F2A8E-9A39-461D-B88F-F2CC90EF709E}"/>
                  </a:ext>
                </a:extLst>
              </p:cNvPr>
              <p:cNvSpPr/>
              <p:nvPr/>
            </p:nvSpPr>
            <p:spPr>
              <a:xfrm>
                <a:off x="402718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8" name="椭圆 12847">
                <a:extLst>
                  <a:ext uri="{FF2B5EF4-FFF2-40B4-BE49-F238E27FC236}">
                    <a16:creationId xmlns:a16="http://schemas.microsoft.com/office/drawing/2014/main" id="{925581C7-48C4-4E74-83D9-1AC4CB8E632A}"/>
                  </a:ext>
                </a:extLst>
              </p:cNvPr>
              <p:cNvSpPr/>
              <p:nvPr/>
            </p:nvSpPr>
            <p:spPr>
              <a:xfrm>
                <a:off x="385662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9" name="椭圆 12848">
                <a:extLst>
                  <a:ext uri="{FF2B5EF4-FFF2-40B4-BE49-F238E27FC236}">
                    <a16:creationId xmlns:a16="http://schemas.microsoft.com/office/drawing/2014/main" id="{88B2132C-732F-4330-9A8C-B5DFA54A5F60}"/>
                  </a:ext>
                </a:extLst>
              </p:cNvPr>
              <p:cNvSpPr/>
              <p:nvPr/>
            </p:nvSpPr>
            <p:spPr>
              <a:xfrm>
                <a:off x="40118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0" name="椭圆 12849">
                <a:extLst>
                  <a:ext uri="{FF2B5EF4-FFF2-40B4-BE49-F238E27FC236}">
                    <a16:creationId xmlns:a16="http://schemas.microsoft.com/office/drawing/2014/main" id="{577671F4-AE5D-4F04-93C9-951F7B1FD67C}"/>
                  </a:ext>
                </a:extLst>
              </p:cNvPr>
              <p:cNvSpPr/>
              <p:nvPr/>
            </p:nvSpPr>
            <p:spPr>
              <a:xfrm>
                <a:off x="40005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1" name="椭圆 12850">
                <a:extLst>
                  <a:ext uri="{FF2B5EF4-FFF2-40B4-BE49-F238E27FC236}">
                    <a16:creationId xmlns:a16="http://schemas.microsoft.com/office/drawing/2014/main" id="{EC190EAD-3128-4A31-BC56-2924C288A234}"/>
                  </a:ext>
                </a:extLst>
              </p:cNvPr>
              <p:cNvSpPr/>
              <p:nvPr/>
            </p:nvSpPr>
            <p:spPr>
              <a:xfrm>
                <a:off x="40282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2" name="椭圆 12851">
                <a:extLst>
                  <a:ext uri="{FF2B5EF4-FFF2-40B4-BE49-F238E27FC236}">
                    <a16:creationId xmlns:a16="http://schemas.microsoft.com/office/drawing/2014/main" id="{A2881DB8-821F-4C1C-A5AF-519D084F070C}"/>
                  </a:ext>
                </a:extLst>
              </p:cNvPr>
              <p:cNvSpPr/>
              <p:nvPr/>
            </p:nvSpPr>
            <p:spPr>
              <a:xfrm>
                <a:off x="4013352"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3" name="椭圆 12852">
                <a:extLst>
                  <a:ext uri="{FF2B5EF4-FFF2-40B4-BE49-F238E27FC236}">
                    <a16:creationId xmlns:a16="http://schemas.microsoft.com/office/drawing/2014/main" id="{E25EF584-18D0-40B1-A6D8-85870B599E9B}"/>
                  </a:ext>
                </a:extLst>
              </p:cNvPr>
              <p:cNvSpPr/>
              <p:nvPr/>
            </p:nvSpPr>
            <p:spPr>
              <a:xfrm>
                <a:off x="4000249"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4" name="椭圆 12853">
                <a:extLst>
                  <a:ext uri="{FF2B5EF4-FFF2-40B4-BE49-F238E27FC236}">
                    <a16:creationId xmlns:a16="http://schemas.microsoft.com/office/drawing/2014/main" id="{4F344AC7-1C88-4103-8897-4CE2A26077EF}"/>
                  </a:ext>
                </a:extLst>
              </p:cNvPr>
              <p:cNvSpPr/>
              <p:nvPr/>
            </p:nvSpPr>
            <p:spPr>
              <a:xfrm>
                <a:off x="401511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5" name="椭圆 12854">
                <a:extLst>
                  <a:ext uri="{FF2B5EF4-FFF2-40B4-BE49-F238E27FC236}">
                    <a16:creationId xmlns:a16="http://schemas.microsoft.com/office/drawing/2014/main" id="{B4010BDB-89B0-4F80-9111-33CA2527F28D}"/>
                  </a:ext>
                </a:extLst>
              </p:cNvPr>
              <p:cNvSpPr/>
              <p:nvPr/>
            </p:nvSpPr>
            <p:spPr>
              <a:xfrm>
                <a:off x="40753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6" name="椭圆 12855">
                <a:extLst>
                  <a:ext uri="{FF2B5EF4-FFF2-40B4-BE49-F238E27FC236}">
                    <a16:creationId xmlns:a16="http://schemas.microsoft.com/office/drawing/2014/main" id="{D0687FF3-415A-4DA3-8526-92226F0D3D5D}"/>
                  </a:ext>
                </a:extLst>
              </p:cNvPr>
              <p:cNvSpPr/>
              <p:nvPr/>
            </p:nvSpPr>
            <p:spPr>
              <a:xfrm>
                <a:off x="387439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7" name="椭圆 12856">
                <a:extLst>
                  <a:ext uri="{FF2B5EF4-FFF2-40B4-BE49-F238E27FC236}">
                    <a16:creationId xmlns:a16="http://schemas.microsoft.com/office/drawing/2014/main" id="{FCD2CC3C-19B3-4723-B458-FCDBCE7A4D79}"/>
                  </a:ext>
                </a:extLst>
              </p:cNvPr>
              <p:cNvSpPr/>
              <p:nvPr/>
            </p:nvSpPr>
            <p:spPr>
              <a:xfrm>
                <a:off x="404921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8" name="椭圆 12857">
                <a:extLst>
                  <a:ext uri="{FF2B5EF4-FFF2-40B4-BE49-F238E27FC236}">
                    <a16:creationId xmlns:a16="http://schemas.microsoft.com/office/drawing/2014/main" id="{298784A7-4F1F-424D-889E-6DC9937D4501}"/>
                  </a:ext>
                </a:extLst>
              </p:cNvPr>
              <p:cNvSpPr/>
              <p:nvPr/>
            </p:nvSpPr>
            <p:spPr>
              <a:xfrm>
                <a:off x="41539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9" name="椭圆 12858">
                <a:extLst>
                  <a:ext uri="{FF2B5EF4-FFF2-40B4-BE49-F238E27FC236}">
                    <a16:creationId xmlns:a16="http://schemas.microsoft.com/office/drawing/2014/main" id="{9B995268-1818-49B8-9B48-CC52B2B1AEAB}"/>
                  </a:ext>
                </a:extLst>
              </p:cNvPr>
              <p:cNvSpPr/>
              <p:nvPr/>
            </p:nvSpPr>
            <p:spPr>
              <a:xfrm>
                <a:off x="41539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0" name="椭圆 12859">
                <a:extLst>
                  <a:ext uri="{FF2B5EF4-FFF2-40B4-BE49-F238E27FC236}">
                    <a16:creationId xmlns:a16="http://schemas.microsoft.com/office/drawing/2014/main" id="{C8F9DE58-0825-4EF4-812D-CA9E21D71849}"/>
                  </a:ext>
                </a:extLst>
              </p:cNvPr>
              <p:cNvSpPr/>
              <p:nvPr/>
            </p:nvSpPr>
            <p:spPr>
              <a:xfrm>
                <a:off x="401236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1" name="椭圆 12860">
                <a:extLst>
                  <a:ext uri="{FF2B5EF4-FFF2-40B4-BE49-F238E27FC236}">
                    <a16:creationId xmlns:a16="http://schemas.microsoft.com/office/drawing/2014/main" id="{D8B0F2D1-1C05-4615-9D5B-FE35CEB71136}"/>
                  </a:ext>
                </a:extLst>
              </p:cNvPr>
              <p:cNvSpPr/>
              <p:nvPr/>
            </p:nvSpPr>
            <p:spPr>
              <a:xfrm>
                <a:off x="4008837"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2" name="椭圆 12861">
                <a:extLst>
                  <a:ext uri="{FF2B5EF4-FFF2-40B4-BE49-F238E27FC236}">
                    <a16:creationId xmlns:a16="http://schemas.microsoft.com/office/drawing/2014/main" id="{91807860-9CEC-423A-A7F7-AF82DA051FD1}"/>
                  </a:ext>
                </a:extLst>
              </p:cNvPr>
              <p:cNvSpPr/>
              <p:nvPr/>
            </p:nvSpPr>
            <p:spPr>
              <a:xfrm>
                <a:off x="400090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3" name="椭圆 12862">
                <a:extLst>
                  <a:ext uri="{FF2B5EF4-FFF2-40B4-BE49-F238E27FC236}">
                    <a16:creationId xmlns:a16="http://schemas.microsoft.com/office/drawing/2014/main" id="{8D022526-7D09-4A39-8953-6D56F367D0A4}"/>
                  </a:ext>
                </a:extLst>
              </p:cNvPr>
              <p:cNvSpPr/>
              <p:nvPr/>
            </p:nvSpPr>
            <p:spPr>
              <a:xfrm>
                <a:off x="40411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4" name="椭圆 12863">
                <a:extLst>
                  <a:ext uri="{FF2B5EF4-FFF2-40B4-BE49-F238E27FC236}">
                    <a16:creationId xmlns:a16="http://schemas.microsoft.com/office/drawing/2014/main" id="{D2B62862-6AAE-4AA7-902E-B47B7AF9D2F6}"/>
                  </a:ext>
                </a:extLst>
              </p:cNvPr>
              <p:cNvSpPr/>
              <p:nvPr/>
            </p:nvSpPr>
            <p:spPr>
              <a:xfrm>
                <a:off x="39827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5" name="椭圆 12864">
                <a:extLst>
                  <a:ext uri="{FF2B5EF4-FFF2-40B4-BE49-F238E27FC236}">
                    <a16:creationId xmlns:a16="http://schemas.microsoft.com/office/drawing/2014/main" id="{BA8EC7B6-6A91-4016-A587-831B3D5030DB}"/>
                  </a:ext>
                </a:extLst>
              </p:cNvPr>
              <p:cNvSpPr/>
              <p:nvPr/>
            </p:nvSpPr>
            <p:spPr>
              <a:xfrm>
                <a:off x="4028180"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6" name="椭圆 12865">
                <a:extLst>
                  <a:ext uri="{FF2B5EF4-FFF2-40B4-BE49-F238E27FC236}">
                    <a16:creationId xmlns:a16="http://schemas.microsoft.com/office/drawing/2014/main" id="{E5A07C2A-FAEB-4A80-BD4E-A892C18D2480}"/>
                  </a:ext>
                </a:extLst>
              </p:cNvPr>
              <p:cNvSpPr/>
              <p:nvPr/>
            </p:nvSpPr>
            <p:spPr>
              <a:xfrm>
                <a:off x="400406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7" name="椭圆 12866">
                <a:extLst>
                  <a:ext uri="{FF2B5EF4-FFF2-40B4-BE49-F238E27FC236}">
                    <a16:creationId xmlns:a16="http://schemas.microsoft.com/office/drawing/2014/main" id="{B813D82F-CDCD-42A7-8465-4856A7D85ADC}"/>
                  </a:ext>
                </a:extLst>
              </p:cNvPr>
              <p:cNvSpPr/>
              <p:nvPr/>
            </p:nvSpPr>
            <p:spPr>
              <a:xfrm>
                <a:off x="401742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8" name="椭圆 12867">
                <a:extLst>
                  <a:ext uri="{FF2B5EF4-FFF2-40B4-BE49-F238E27FC236}">
                    <a16:creationId xmlns:a16="http://schemas.microsoft.com/office/drawing/2014/main" id="{C9B7176F-512B-4A49-A92B-7212F7D44A82}"/>
                  </a:ext>
                </a:extLst>
              </p:cNvPr>
              <p:cNvSpPr/>
              <p:nvPr/>
            </p:nvSpPr>
            <p:spPr>
              <a:xfrm>
                <a:off x="4030236"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9" name="椭圆 12868">
                <a:extLst>
                  <a:ext uri="{FF2B5EF4-FFF2-40B4-BE49-F238E27FC236}">
                    <a16:creationId xmlns:a16="http://schemas.microsoft.com/office/drawing/2014/main" id="{B884228D-3747-46F9-A803-0B497C57963D}"/>
                  </a:ext>
                </a:extLst>
              </p:cNvPr>
              <p:cNvSpPr/>
              <p:nvPr/>
            </p:nvSpPr>
            <p:spPr>
              <a:xfrm>
                <a:off x="4040733"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0" name="椭圆 12869">
                <a:extLst>
                  <a:ext uri="{FF2B5EF4-FFF2-40B4-BE49-F238E27FC236}">
                    <a16:creationId xmlns:a16="http://schemas.microsoft.com/office/drawing/2014/main" id="{FD5F893A-0DD4-4630-9927-DE231E3935B2}"/>
                  </a:ext>
                </a:extLst>
              </p:cNvPr>
              <p:cNvSpPr/>
              <p:nvPr/>
            </p:nvSpPr>
            <p:spPr>
              <a:xfrm>
                <a:off x="399533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1" name="椭圆 12870">
                <a:extLst>
                  <a:ext uri="{FF2B5EF4-FFF2-40B4-BE49-F238E27FC236}">
                    <a16:creationId xmlns:a16="http://schemas.microsoft.com/office/drawing/2014/main" id="{731B3DD5-BA20-4DA6-AB87-3024C33D412C}"/>
                  </a:ext>
                </a:extLst>
              </p:cNvPr>
              <p:cNvSpPr/>
              <p:nvPr/>
            </p:nvSpPr>
            <p:spPr>
              <a:xfrm>
                <a:off x="4018307"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2" name="椭圆 12871">
                <a:extLst>
                  <a:ext uri="{FF2B5EF4-FFF2-40B4-BE49-F238E27FC236}">
                    <a16:creationId xmlns:a16="http://schemas.microsoft.com/office/drawing/2014/main" id="{335D6EEE-CBCB-48F2-89FA-51BF31100A9A}"/>
                  </a:ext>
                </a:extLst>
              </p:cNvPr>
              <p:cNvSpPr/>
              <p:nvPr/>
            </p:nvSpPr>
            <p:spPr>
              <a:xfrm>
                <a:off x="3735908" y="275735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3" name="椭圆 12872">
                <a:extLst>
                  <a:ext uri="{FF2B5EF4-FFF2-40B4-BE49-F238E27FC236}">
                    <a16:creationId xmlns:a16="http://schemas.microsoft.com/office/drawing/2014/main" id="{0283D7BD-5E9D-40C7-B5D1-2EF7BAA6DB6B}"/>
                  </a:ext>
                </a:extLst>
              </p:cNvPr>
              <p:cNvSpPr/>
              <p:nvPr/>
            </p:nvSpPr>
            <p:spPr>
              <a:xfrm>
                <a:off x="39599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4" name="椭圆 12873">
                <a:extLst>
                  <a:ext uri="{FF2B5EF4-FFF2-40B4-BE49-F238E27FC236}">
                    <a16:creationId xmlns:a16="http://schemas.microsoft.com/office/drawing/2014/main" id="{82F5A0E4-3752-4311-9716-481D1CAC86E6}"/>
                  </a:ext>
                </a:extLst>
              </p:cNvPr>
              <p:cNvSpPr/>
              <p:nvPr/>
            </p:nvSpPr>
            <p:spPr>
              <a:xfrm>
                <a:off x="4021464"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5" name="椭圆 12874">
                <a:extLst>
                  <a:ext uri="{FF2B5EF4-FFF2-40B4-BE49-F238E27FC236}">
                    <a16:creationId xmlns:a16="http://schemas.microsoft.com/office/drawing/2014/main" id="{A5DE2403-EA9F-44C3-9DBC-DACF989C6CD4}"/>
                  </a:ext>
                </a:extLst>
              </p:cNvPr>
              <p:cNvSpPr/>
              <p:nvPr/>
            </p:nvSpPr>
            <p:spPr>
              <a:xfrm>
                <a:off x="3956755" y="227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6" name="椭圆 12875">
                <a:extLst>
                  <a:ext uri="{FF2B5EF4-FFF2-40B4-BE49-F238E27FC236}">
                    <a16:creationId xmlns:a16="http://schemas.microsoft.com/office/drawing/2014/main" id="{A99A160D-05BF-4221-B340-D509FABD72A1}"/>
                  </a:ext>
                </a:extLst>
              </p:cNvPr>
              <p:cNvSpPr/>
              <p:nvPr/>
            </p:nvSpPr>
            <p:spPr>
              <a:xfrm>
                <a:off x="40131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7" name="椭圆 12876">
                <a:extLst>
                  <a:ext uri="{FF2B5EF4-FFF2-40B4-BE49-F238E27FC236}">
                    <a16:creationId xmlns:a16="http://schemas.microsoft.com/office/drawing/2014/main" id="{31E1C594-89B0-4F6D-A811-0A9C25C94D7B}"/>
                  </a:ext>
                </a:extLst>
              </p:cNvPr>
              <p:cNvSpPr/>
              <p:nvPr/>
            </p:nvSpPr>
            <p:spPr>
              <a:xfrm>
                <a:off x="4174665" y="27478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8" name="椭圆 12877">
                <a:extLst>
                  <a:ext uri="{FF2B5EF4-FFF2-40B4-BE49-F238E27FC236}">
                    <a16:creationId xmlns:a16="http://schemas.microsoft.com/office/drawing/2014/main" id="{B91BF095-4912-40BE-8FDE-6B1DD6CA9FBF}"/>
                  </a:ext>
                </a:extLst>
              </p:cNvPr>
              <p:cNvSpPr/>
              <p:nvPr/>
            </p:nvSpPr>
            <p:spPr>
              <a:xfrm>
                <a:off x="400975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9" name="椭圆 12878">
                <a:extLst>
                  <a:ext uri="{FF2B5EF4-FFF2-40B4-BE49-F238E27FC236}">
                    <a16:creationId xmlns:a16="http://schemas.microsoft.com/office/drawing/2014/main" id="{F95FF7CD-4562-41A2-A587-F59F195B7C31}"/>
                  </a:ext>
                </a:extLst>
              </p:cNvPr>
              <p:cNvSpPr/>
              <p:nvPr/>
            </p:nvSpPr>
            <p:spPr>
              <a:xfrm>
                <a:off x="415921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0" name="椭圆 12879">
                <a:extLst>
                  <a:ext uri="{FF2B5EF4-FFF2-40B4-BE49-F238E27FC236}">
                    <a16:creationId xmlns:a16="http://schemas.microsoft.com/office/drawing/2014/main" id="{484A296D-74C7-493D-A123-1AC7FAEA5BD0}"/>
                  </a:ext>
                </a:extLst>
              </p:cNvPr>
              <p:cNvSpPr/>
              <p:nvPr/>
            </p:nvSpPr>
            <p:spPr>
              <a:xfrm>
                <a:off x="402586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1" name="椭圆 12880">
                <a:extLst>
                  <a:ext uri="{FF2B5EF4-FFF2-40B4-BE49-F238E27FC236}">
                    <a16:creationId xmlns:a16="http://schemas.microsoft.com/office/drawing/2014/main" id="{C4D9DC80-0175-4D4B-B572-BEFD605B3FE2}"/>
                  </a:ext>
                </a:extLst>
              </p:cNvPr>
              <p:cNvSpPr/>
              <p:nvPr/>
            </p:nvSpPr>
            <p:spPr>
              <a:xfrm>
                <a:off x="3826053" y="271823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2" name="椭圆 12881">
                <a:extLst>
                  <a:ext uri="{FF2B5EF4-FFF2-40B4-BE49-F238E27FC236}">
                    <a16:creationId xmlns:a16="http://schemas.microsoft.com/office/drawing/2014/main" id="{68EFA9ED-F1AD-4A29-ACEC-B2A3EAA25A32}"/>
                  </a:ext>
                </a:extLst>
              </p:cNvPr>
              <p:cNvSpPr/>
              <p:nvPr/>
            </p:nvSpPr>
            <p:spPr>
              <a:xfrm>
                <a:off x="394908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3" name="椭圆 12882">
                <a:extLst>
                  <a:ext uri="{FF2B5EF4-FFF2-40B4-BE49-F238E27FC236}">
                    <a16:creationId xmlns:a16="http://schemas.microsoft.com/office/drawing/2014/main" id="{00CD6C66-FEBB-4454-AD26-2E3AC3189B7B}"/>
                  </a:ext>
                </a:extLst>
              </p:cNvPr>
              <p:cNvSpPr/>
              <p:nvPr/>
            </p:nvSpPr>
            <p:spPr>
              <a:xfrm>
                <a:off x="401852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4" name="椭圆 12883">
                <a:extLst>
                  <a:ext uri="{FF2B5EF4-FFF2-40B4-BE49-F238E27FC236}">
                    <a16:creationId xmlns:a16="http://schemas.microsoft.com/office/drawing/2014/main" id="{C58D7345-D583-4874-85EE-CDF7799360CF}"/>
                  </a:ext>
                </a:extLst>
              </p:cNvPr>
              <p:cNvSpPr/>
              <p:nvPr/>
            </p:nvSpPr>
            <p:spPr>
              <a:xfrm>
                <a:off x="39801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5" name="椭圆 12884">
                <a:extLst>
                  <a:ext uri="{FF2B5EF4-FFF2-40B4-BE49-F238E27FC236}">
                    <a16:creationId xmlns:a16="http://schemas.microsoft.com/office/drawing/2014/main" id="{FC7146BD-E983-48F0-B67B-773BCCAA86E8}"/>
                  </a:ext>
                </a:extLst>
              </p:cNvPr>
              <p:cNvSpPr/>
              <p:nvPr/>
            </p:nvSpPr>
            <p:spPr>
              <a:xfrm>
                <a:off x="402865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6" name="椭圆 12885">
                <a:extLst>
                  <a:ext uri="{FF2B5EF4-FFF2-40B4-BE49-F238E27FC236}">
                    <a16:creationId xmlns:a16="http://schemas.microsoft.com/office/drawing/2014/main" id="{3D10B0B3-2D43-4F64-94BB-18F241E91D75}"/>
                  </a:ext>
                </a:extLst>
              </p:cNvPr>
              <p:cNvSpPr/>
              <p:nvPr/>
            </p:nvSpPr>
            <p:spPr>
              <a:xfrm>
                <a:off x="4015261"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7" name="椭圆 12886">
                <a:extLst>
                  <a:ext uri="{FF2B5EF4-FFF2-40B4-BE49-F238E27FC236}">
                    <a16:creationId xmlns:a16="http://schemas.microsoft.com/office/drawing/2014/main" id="{F523CCD3-3824-4D67-9CA5-65406763749F}"/>
                  </a:ext>
                </a:extLst>
              </p:cNvPr>
              <p:cNvSpPr/>
              <p:nvPr/>
            </p:nvSpPr>
            <p:spPr>
              <a:xfrm>
                <a:off x="4002157"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8" name="椭圆 12887">
                <a:extLst>
                  <a:ext uri="{FF2B5EF4-FFF2-40B4-BE49-F238E27FC236}">
                    <a16:creationId xmlns:a16="http://schemas.microsoft.com/office/drawing/2014/main" id="{857ECE93-55EC-4D6E-A97C-C9564056FCC9}"/>
                  </a:ext>
                </a:extLst>
              </p:cNvPr>
              <p:cNvSpPr/>
              <p:nvPr/>
            </p:nvSpPr>
            <p:spPr>
              <a:xfrm>
                <a:off x="4027410"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9" name="椭圆 12888">
                <a:extLst>
                  <a:ext uri="{FF2B5EF4-FFF2-40B4-BE49-F238E27FC236}">
                    <a16:creationId xmlns:a16="http://schemas.microsoft.com/office/drawing/2014/main" id="{2E9DB1EB-D744-4059-918A-03FB7CB8891B}"/>
                  </a:ext>
                </a:extLst>
              </p:cNvPr>
              <p:cNvSpPr/>
              <p:nvPr/>
            </p:nvSpPr>
            <p:spPr>
              <a:xfrm>
                <a:off x="3900488" y="29753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0" name="椭圆 12889">
                <a:extLst>
                  <a:ext uri="{FF2B5EF4-FFF2-40B4-BE49-F238E27FC236}">
                    <a16:creationId xmlns:a16="http://schemas.microsoft.com/office/drawing/2014/main" id="{7F7496DD-5536-48F4-996F-C44797C553D4}"/>
                  </a:ext>
                </a:extLst>
              </p:cNvPr>
              <p:cNvSpPr/>
              <p:nvPr/>
            </p:nvSpPr>
            <p:spPr>
              <a:xfrm>
                <a:off x="399184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1" name="椭圆 12890">
                <a:extLst>
                  <a:ext uri="{FF2B5EF4-FFF2-40B4-BE49-F238E27FC236}">
                    <a16:creationId xmlns:a16="http://schemas.microsoft.com/office/drawing/2014/main" id="{D18FC41C-E5D9-4145-8202-B25059D90CD9}"/>
                  </a:ext>
                </a:extLst>
              </p:cNvPr>
              <p:cNvSpPr/>
              <p:nvPr/>
            </p:nvSpPr>
            <p:spPr>
              <a:xfrm>
                <a:off x="386954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2" name="椭圆 12891">
                <a:extLst>
                  <a:ext uri="{FF2B5EF4-FFF2-40B4-BE49-F238E27FC236}">
                    <a16:creationId xmlns:a16="http://schemas.microsoft.com/office/drawing/2014/main" id="{CFD0A1BE-D458-43E9-8D76-9EE5DDF54D7C}"/>
                  </a:ext>
                </a:extLst>
              </p:cNvPr>
              <p:cNvSpPr/>
              <p:nvPr/>
            </p:nvSpPr>
            <p:spPr>
              <a:xfrm>
                <a:off x="3668777" y="25148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3" name="椭圆 12892">
                <a:extLst>
                  <a:ext uri="{FF2B5EF4-FFF2-40B4-BE49-F238E27FC236}">
                    <a16:creationId xmlns:a16="http://schemas.microsoft.com/office/drawing/2014/main" id="{55F8A8B8-F7FC-476D-8993-1F58DD510F9B}"/>
                  </a:ext>
                </a:extLst>
              </p:cNvPr>
              <p:cNvSpPr/>
              <p:nvPr/>
            </p:nvSpPr>
            <p:spPr>
              <a:xfrm>
                <a:off x="380960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4" name="椭圆 12893">
                <a:extLst>
                  <a:ext uri="{FF2B5EF4-FFF2-40B4-BE49-F238E27FC236}">
                    <a16:creationId xmlns:a16="http://schemas.microsoft.com/office/drawing/2014/main" id="{6951F665-963D-43AB-9276-08E511364698}"/>
                  </a:ext>
                </a:extLst>
              </p:cNvPr>
              <p:cNvSpPr/>
              <p:nvPr/>
            </p:nvSpPr>
            <p:spPr>
              <a:xfrm>
                <a:off x="3841285"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5" name="椭圆 12894">
                <a:extLst>
                  <a:ext uri="{FF2B5EF4-FFF2-40B4-BE49-F238E27FC236}">
                    <a16:creationId xmlns:a16="http://schemas.microsoft.com/office/drawing/2014/main" id="{C9D55B01-20BA-4AF3-9E84-4221A49606DB}"/>
                  </a:ext>
                </a:extLst>
              </p:cNvPr>
              <p:cNvSpPr/>
              <p:nvPr/>
            </p:nvSpPr>
            <p:spPr>
              <a:xfrm>
                <a:off x="397929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6" name="椭圆 12895">
                <a:extLst>
                  <a:ext uri="{FF2B5EF4-FFF2-40B4-BE49-F238E27FC236}">
                    <a16:creationId xmlns:a16="http://schemas.microsoft.com/office/drawing/2014/main" id="{7D964758-C7AC-4C40-9251-E71973A39555}"/>
                  </a:ext>
                </a:extLst>
              </p:cNvPr>
              <p:cNvSpPr/>
              <p:nvPr/>
            </p:nvSpPr>
            <p:spPr>
              <a:xfrm>
                <a:off x="4038861"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7" name="椭圆 12896">
                <a:extLst>
                  <a:ext uri="{FF2B5EF4-FFF2-40B4-BE49-F238E27FC236}">
                    <a16:creationId xmlns:a16="http://schemas.microsoft.com/office/drawing/2014/main" id="{78198B16-F647-4783-B409-28DF4A9B9A74}"/>
                  </a:ext>
                </a:extLst>
              </p:cNvPr>
              <p:cNvSpPr/>
              <p:nvPr/>
            </p:nvSpPr>
            <p:spPr>
              <a:xfrm>
                <a:off x="4018747"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8" name="椭圆 12897">
                <a:extLst>
                  <a:ext uri="{FF2B5EF4-FFF2-40B4-BE49-F238E27FC236}">
                    <a16:creationId xmlns:a16="http://schemas.microsoft.com/office/drawing/2014/main" id="{B401AE70-EDC8-4589-AA49-E3D9E576ECEC}"/>
                  </a:ext>
                </a:extLst>
              </p:cNvPr>
              <p:cNvSpPr/>
              <p:nvPr/>
            </p:nvSpPr>
            <p:spPr>
              <a:xfrm>
                <a:off x="409347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9" name="椭圆 12898">
                <a:extLst>
                  <a:ext uri="{FF2B5EF4-FFF2-40B4-BE49-F238E27FC236}">
                    <a16:creationId xmlns:a16="http://schemas.microsoft.com/office/drawing/2014/main" id="{44EB8D84-A34C-46E8-82B5-C15A8D530808}"/>
                  </a:ext>
                </a:extLst>
              </p:cNvPr>
              <p:cNvSpPr/>
              <p:nvPr/>
            </p:nvSpPr>
            <p:spPr>
              <a:xfrm>
                <a:off x="3870574"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0" name="椭圆 12899">
                <a:extLst>
                  <a:ext uri="{FF2B5EF4-FFF2-40B4-BE49-F238E27FC236}">
                    <a16:creationId xmlns:a16="http://schemas.microsoft.com/office/drawing/2014/main" id="{0A8EB23D-AF6E-4367-A020-8FCD4D3876C4}"/>
                  </a:ext>
                </a:extLst>
              </p:cNvPr>
              <p:cNvSpPr/>
              <p:nvPr/>
            </p:nvSpPr>
            <p:spPr>
              <a:xfrm>
                <a:off x="3945744" y="3033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1" name="椭圆 12900">
                <a:extLst>
                  <a:ext uri="{FF2B5EF4-FFF2-40B4-BE49-F238E27FC236}">
                    <a16:creationId xmlns:a16="http://schemas.microsoft.com/office/drawing/2014/main" id="{12D99811-8C58-490C-A3EF-6B03561CB0FA}"/>
                  </a:ext>
                </a:extLst>
              </p:cNvPr>
              <p:cNvSpPr/>
              <p:nvPr/>
            </p:nvSpPr>
            <p:spPr>
              <a:xfrm>
                <a:off x="401720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2" name="椭圆 12901">
                <a:extLst>
                  <a:ext uri="{FF2B5EF4-FFF2-40B4-BE49-F238E27FC236}">
                    <a16:creationId xmlns:a16="http://schemas.microsoft.com/office/drawing/2014/main" id="{4E7C6AF6-5A45-487C-8848-5D58FF07BF4E}"/>
                  </a:ext>
                </a:extLst>
              </p:cNvPr>
              <p:cNvSpPr/>
              <p:nvPr/>
            </p:nvSpPr>
            <p:spPr>
              <a:xfrm>
                <a:off x="397995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3" name="椭圆 12902">
                <a:extLst>
                  <a:ext uri="{FF2B5EF4-FFF2-40B4-BE49-F238E27FC236}">
                    <a16:creationId xmlns:a16="http://schemas.microsoft.com/office/drawing/2014/main" id="{3BD3A41B-DA65-4460-8393-5E2742B35373}"/>
                  </a:ext>
                </a:extLst>
              </p:cNvPr>
              <p:cNvSpPr/>
              <p:nvPr/>
            </p:nvSpPr>
            <p:spPr>
              <a:xfrm>
                <a:off x="4009755"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4" name="椭圆 12903">
                <a:extLst>
                  <a:ext uri="{FF2B5EF4-FFF2-40B4-BE49-F238E27FC236}">
                    <a16:creationId xmlns:a16="http://schemas.microsoft.com/office/drawing/2014/main" id="{774D7F86-1972-4163-A7F3-86C55AFB00A5}"/>
                  </a:ext>
                </a:extLst>
              </p:cNvPr>
              <p:cNvSpPr/>
              <p:nvPr/>
            </p:nvSpPr>
            <p:spPr>
              <a:xfrm>
                <a:off x="3991477"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5" name="椭圆 12904">
                <a:extLst>
                  <a:ext uri="{FF2B5EF4-FFF2-40B4-BE49-F238E27FC236}">
                    <a16:creationId xmlns:a16="http://schemas.microsoft.com/office/drawing/2014/main" id="{6961D77C-B235-479A-AB13-95B8B2D8564F}"/>
                  </a:ext>
                </a:extLst>
              </p:cNvPr>
              <p:cNvSpPr/>
              <p:nvPr/>
            </p:nvSpPr>
            <p:spPr>
              <a:xfrm>
                <a:off x="4041357"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6" name="椭圆 12905">
                <a:extLst>
                  <a:ext uri="{FF2B5EF4-FFF2-40B4-BE49-F238E27FC236}">
                    <a16:creationId xmlns:a16="http://schemas.microsoft.com/office/drawing/2014/main" id="{52085363-F615-4DD8-907F-1B057F754DFB}"/>
                  </a:ext>
                </a:extLst>
              </p:cNvPr>
              <p:cNvSpPr/>
              <p:nvPr/>
            </p:nvSpPr>
            <p:spPr>
              <a:xfrm>
                <a:off x="3925924" y="2955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7" name="椭圆 12906">
                <a:extLst>
                  <a:ext uri="{FF2B5EF4-FFF2-40B4-BE49-F238E27FC236}">
                    <a16:creationId xmlns:a16="http://schemas.microsoft.com/office/drawing/2014/main" id="{DCD1382A-0584-4EC7-959B-30CFD7687DDB}"/>
                  </a:ext>
                </a:extLst>
              </p:cNvPr>
              <p:cNvSpPr/>
              <p:nvPr/>
            </p:nvSpPr>
            <p:spPr>
              <a:xfrm>
                <a:off x="3988797"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8" name="椭圆 12907">
                <a:extLst>
                  <a:ext uri="{FF2B5EF4-FFF2-40B4-BE49-F238E27FC236}">
                    <a16:creationId xmlns:a16="http://schemas.microsoft.com/office/drawing/2014/main" id="{D77816C5-6343-4992-A8B5-E1F47A556C28}"/>
                  </a:ext>
                </a:extLst>
              </p:cNvPr>
              <p:cNvSpPr/>
              <p:nvPr/>
            </p:nvSpPr>
            <p:spPr>
              <a:xfrm>
                <a:off x="4105589"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9" name="椭圆 12908">
                <a:extLst>
                  <a:ext uri="{FF2B5EF4-FFF2-40B4-BE49-F238E27FC236}">
                    <a16:creationId xmlns:a16="http://schemas.microsoft.com/office/drawing/2014/main" id="{6D22CE05-BEE9-4766-9196-AF3AC0593965}"/>
                  </a:ext>
                </a:extLst>
              </p:cNvPr>
              <p:cNvSpPr/>
              <p:nvPr/>
            </p:nvSpPr>
            <p:spPr>
              <a:xfrm>
                <a:off x="4017243"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0" name="椭圆 12909">
                <a:extLst>
                  <a:ext uri="{FF2B5EF4-FFF2-40B4-BE49-F238E27FC236}">
                    <a16:creationId xmlns:a16="http://schemas.microsoft.com/office/drawing/2014/main" id="{3A441B27-9924-412E-BCAE-0F9C547DB626}"/>
                  </a:ext>
                </a:extLst>
              </p:cNvPr>
              <p:cNvSpPr/>
              <p:nvPr/>
            </p:nvSpPr>
            <p:spPr>
              <a:xfrm>
                <a:off x="40271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1" name="椭圆 12910">
                <a:extLst>
                  <a:ext uri="{FF2B5EF4-FFF2-40B4-BE49-F238E27FC236}">
                    <a16:creationId xmlns:a16="http://schemas.microsoft.com/office/drawing/2014/main" id="{9E504FC4-41B4-4FC1-907A-BD11648E5BAB}"/>
                  </a:ext>
                </a:extLst>
              </p:cNvPr>
              <p:cNvSpPr/>
              <p:nvPr/>
            </p:nvSpPr>
            <p:spPr>
              <a:xfrm>
                <a:off x="3954039" y="29991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2" name="椭圆 12911">
                <a:extLst>
                  <a:ext uri="{FF2B5EF4-FFF2-40B4-BE49-F238E27FC236}">
                    <a16:creationId xmlns:a16="http://schemas.microsoft.com/office/drawing/2014/main" id="{4A049F1A-62BA-495C-AED9-822ACFE76627}"/>
                  </a:ext>
                </a:extLst>
              </p:cNvPr>
              <p:cNvSpPr/>
              <p:nvPr/>
            </p:nvSpPr>
            <p:spPr>
              <a:xfrm>
                <a:off x="397378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3" name="椭圆 12912">
                <a:extLst>
                  <a:ext uri="{FF2B5EF4-FFF2-40B4-BE49-F238E27FC236}">
                    <a16:creationId xmlns:a16="http://schemas.microsoft.com/office/drawing/2014/main" id="{0AB50694-AFF7-4C66-AA0E-AAB2EAF1FF69}"/>
                  </a:ext>
                </a:extLst>
              </p:cNvPr>
              <p:cNvSpPr/>
              <p:nvPr/>
            </p:nvSpPr>
            <p:spPr>
              <a:xfrm>
                <a:off x="4006672"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4" name="椭圆 12913">
                <a:extLst>
                  <a:ext uri="{FF2B5EF4-FFF2-40B4-BE49-F238E27FC236}">
                    <a16:creationId xmlns:a16="http://schemas.microsoft.com/office/drawing/2014/main" id="{A0320660-A810-43C1-93FB-646479791B08}"/>
                  </a:ext>
                </a:extLst>
              </p:cNvPr>
              <p:cNvSpPr/>
              <p:nvPr/>
            </p:nvSpPr>
            <p:spPr>
              <a:xfrm>
                <a:off x="40001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5" name="椭圆 12914">
                <a:extLst>
                  <a:ext uri="{FF2B5EF4-FFF2-40B4-BE49-F238E27FC236}">
                    <a16:creationId xmlns:a16="http://schemas.microsoft.com/office/drawing/2014/main" id="{7AE0E733-08EA-4367-A6D9-957877B51B04}"/>
                  </a:ext>
                </a:extLst>
              </p:cNvPr>
              <p:cNvSpPr/>
              <p:nvPr/>
            </p:nvSpPr>
            <p:spPr>
              <a:xfrm>
                <a:off x="4037576"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6" name="椭圆 12915">
                <a:extLst>
                  <a:ext uri="{FF2B5EF4-FFF2-40B4-BE49-F238E27FC236}">
                    <a16:creationId xmlns:a16="http://schemas.microsoft.com/office/drawing/2014/main" id="{052EB7AB-3CC3-4409-89FB-DA967C720E1F}"/>
                  </a:ext>
                </a:extLst>
              </p:cNvPr>
              <p:cNvSpPr/>
              <p:nvPr/>
            </p:nvSpPr>
            <p:spPr>
              <a:xfrm>
                <a:off x="40881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7" name="椭圆 12916">
                <a:extLst>
                  <a:ext uri="{FF2B5EF4-FFF2-40B4-BE49-F238E27FC236}">
                    <a16:creationId xmlns:a16="http://schemas.microsoft.com/office/drawing/2014/main" id="{54DA2805-D3ED-4A25-873F-90269DCD6773}"/>
                  </a:ext>
                </a:extLst>
              </p:cNvPr>
              <p:cNvSpPr/>
              <p:nvPr/>
            </p:nvSpPr>
            <p:spPr>
              <a:xfrm>
                <a:off x="403328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8" name="椭圆 12917">
                <a:extLst>
                  <a:ext uri="{FF2B5EF4-FFF2-40B4-BE49-F238E27FC236}">
                    <a16:creationId xmlns:a16="http://schemas.microsoft.com/office/drawing/2014/main" id="{B7901F05-D965-423F-9A2E-AEDC69B894D6}"/>
                  </a:ext>
                </a:extLst>
              </p:cNvPr>
              <p:cNvSpPr/>
              <p:nvPr/>
            </p:nvSpPr>
            <p:spPr>
              <a:xfrm>
                <a:off x="4088118"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9" name="椭圆 12918">
                <a:extLst>
                  <a:ext uri="{FF2B5EF4-FFF2-40B4-BE49-F238E27FC236}">
                    <a16:creationId xmlns:a16="http://schemas.microsoft.com/office/drawing/2014/main" id="{BE4535B1-3C6A-46C2-971C-313947F81A1C}"/>
                  </a:ext>
                </a:extLst>
              </p:cNvPr>
              <p:cNvSpPr/>
              <p:nvPr/>
            </p:nvSpPr>
            <p:spPr>
              <a:xfrm>
                <a:off x="404627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0" name="椭圆 12919">
                <a:extLst>
                  <a:ext uri="{FF2B5EF4-FFF2-40B4-BE49-F238E27FC236}">
                    <a16:creationId xmlns:a16="http://schemas.microsoft.com/office/drawing/2014/main" id="{4DE43222-EE5D-4B60-9592-F9CA8AD65F6D}"/>
                  </a:ext>
                </a:extLst>
              </p:cNvPr>
              <p:cNvSpPr/>
              <p:nvPr/>
            </p:nvSpPr>
            <p:spPr>
              <a:xfrm>
                <a:off x="409105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1" name="椭圆 12920">
                <a:extLst>
                  <a:ext uri="{FF2B5EF4-FFF2-40B4-BE49-F238E27FC236}">
                    <a16:creationId xmlns:a16="http://schemas.microsoft.com/office/drawing/2014/main" id="{65DAE9B4-FB28-40F2-9D72-44128853C17D}"/>
                  </a:ext>
                </a:extLst>
              </p:cNvPr>
              <p:cNvSpPr/>
              <p:nvPr/>
            </p:nvSpPr>
            <p:spPr>
              <a:xfrm>
                <a:off x="401940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2" name="椭圆 12921">
                <a:extLst>
                  <a:ext uri="{FF2B5EF4-FFF2-40B4-BE49-F238E27FC236}">
                    <a16:creationId xmlns:a16="http://schemas.microsoft.com/office/drawing/2014/main" id="{27187191-9EAF-46F1-9C67-AC13432566E7}"/>
                  </a:ext>
                </a:extLst>
              </p:cNvPr>
              <p:cNvSpPr/>
              <p:nvPr/>
            </p:nvSpPr>
            <p:spPr>
              <a:xfrm>
                <a:off x="393810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3" name="椭圆 12922">
                <a:extLst>
                  <a:ext uri="{FF2B5EF4-FFF2-40B4-BE49-F238E27FC236}">
                    <a16:creationId xmlns:a16="http://schemas.microsoft.com/office/drawing/2014/main" id="{298591EA-9890-47E2-A0D2-EDE8E05435F9}"/>
                  </a:ext>
                </a:extLst>
              </p:cNvPr>
              <p:cNvSpPr/>
              <p:nvPr/>
            </p:nvSpPr>
            <p:spPr>
              <a:xfrm>
                <a:off x="40083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4" name="椭圆 12923">
                <a:extLst>
                  <a:ext uri="{FF2B5EF4-FFF2-40B4-BE49-F238E27FC236}">
                    <a16:creationId xmlns:a16="http://schemas.microsoft.com/office/drawing/2014/main" id="{1ACE4FDB-5BAD-489C-9291-CBF9855481E1}"/>
                  </a:ext>
                </a:extLst>
              </p:cNvPr>
              <p:cNvSpPr/>
              <p:nvPr/>
            </p:nvSpPr>
            <p:spPr>
              <a:xfrm>
                <a:off x="402983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5" name="椭圆 12924">
                <a:extLst>
                  <a:ext uri="{FF2B5EF4-FFF2-40B4-BE49-F238E27FC236}">
                    <a16:creationId xmlns:a16="http://schemas.microsoft.com/office/drawing/2014/main" id="{C6379D55-8EC2-4358-A6D8-B9FF215515E2}"/>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6" name="椭圆 12925">
                <a:extLst>
                  <a:ext uri="{FF2B5EF4-FFF2-40B4-BE49-F238E27FC236}">
                    <a16:creationId xmlns:a16="http://schemas.microsoft.com/office/drawing/2014/main" id="{62744128-9A21-4DE0-BE6F-7DA1773B4DEE}"/>
                  </a:ext>
                </a:extLst>
              </p:cNvPr>
              <p:cNvSpPr/>
              <p:nvPr/>
            </p:nvSpPr>
            <p:spPr>
              <a:xfrm>
                <a:off x="4120490"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7" name="椭圆 12926">
                <a:extLst>
                  <a:ext uri="{FF2B5EF4-FFF2-40B4-BE49-F238E27FC236}">
                    <a16:creationId xmlns:a16="http://schemas.microsoft.com/office/drawing/2014/main" id="{2E3FE8DD-8171-4BF4-AD84-8D1A6ED4CDED}"/>
                  </a:ext>
                </a:extLst>
              </p:cNvPr>
              <p:cNvSpPr/>
              <p:nvPr/>
            </p:nvSpPr>
            <p:spPr>
              <a:xfrm>
                <a:off x="404921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8" name="椭圆 12927">
                <a:extLst>
                  <a:ext uri="{FF2B5EF4-FFF2-40B4-BE49-F238E27FC236}">
                    <a16:creationId xmlns:a16="http://schemas.microsoft.com/office/drawing/2014/main" id="{08D70AE4-E24D-442F-B0F6-D078D448D119}"/>
                  </a:ext>
                </a:extLst>
              </p:cNvPr>
              <p:cNvSpPr/>
              <p:nvPr/>
            </p:nvSpPr>
            <p:spPr>
              <a:xfrm>
                <a:off x="3938917"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9" name="椭圆 12928">
                <a:extLst>
                  <a:ext uri="{FF2B5EF4-FFF2-40B4-BE49-F238E27FC236}">
                    <a16:creationId xmlns:a16="http://schemas.microsoft.com/office/drawing/2014/main" id="{C3B034EB-7905-43D7-ACC1-F95E0D231755}"/>
                  </a:ext>
                </a:extLst>
              </p:cNvPr>
              <p:cNvSpPr/>
              <p:nvPr/>
            </p:nvSpPr>
            <p:spPr>
              <a:xfrm>
                <a:off x="396442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0" name="椭圆 12929">
                <a:extLst>
                  <a:ext uri="{FF2B5EF4-FFF2-40B4-BE49-F238E27FC236}">
                    <a16:creationId xmlns:a16="http://schemas.microsoft.com/office/drawing/2014/main" id="{974F4C28-CADA-4A33-867F-A1F1197556C1}"/>
                  </a:ext>
                </a:extLst>
              </p:cNvPr>
              <p:cNvSpPr/>
              <p:nvPr/>
            </p:nvSpPr>
            <p:spPr>
              <a:xfrm>
                <a:off x="4048110"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1" name="椭圆 12930">
                <a:extLst>
                  <a:ext uri="{FF2B5EF4-FFF2-40B4-BE49-F238E27FC236}">
                    <a16:creationId xmlns:a16="http://schemas.microsoft.com/office/drawing/2014/main" id="{47520E0C-FE3A-485E-9396-E0C1D1D8B219}"/>
                  </a:ext>
                </a:extLst>
              </p:cNvPr>
              <p:cNvSpPr/>
              <p:nvPr/>
            </p:nvSpPr>
            <p:spPr>
              <a:xfrm>
                <a:off x="4323279"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2" name="椭圆 12931">
                <a:extLst>
                  <a:ext uri="{FF2B5EF4-FFF2-40B4-BE49-F238E27FC236}">
                    <a16:creationId xmlns:a16="http://schemas.microsoft.com/office/drawing/2014/main" id="{07D8678D-0CEC-4A22-8B63-1EF906FCE825}"/>
                  </a:ext>
                </a:extLst>
              </p:cNvPr>
              <p:cNvSpPr/>
              <p:nvPr/>
            </p:nvSpPr>
            <p:spPr>
              <a:xfrm>
                <a:off x="4228142"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3" name="椭圆 12932">
                <a:extLst>
                  <a:ext uri="{FF2B5EF4-FFF2-40B4-BE49-F238E27FC236}">
                    <a16:creationId xmlns:a16="http://schemas.microsoft.com/office/drawing/2014/main" id="{EE3083C0-B503-434D-8325-717C275F1772}"/>
                  </a:ext>
                </a:extLst>
              </p:cNvPr>
              <p:cNvSpPr/>
              <p:nvPr/>
            </p:nvSpPr>
            <p:spPr>
              <a:xfrm>
                <a:off x="4281069" y="27282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4" name="椭圆 12933">
                <a:extLst>
                  <a:ext uri="{FF2B5EF4-FFF2-40B4-BE49-F238E27FC236}">
                    <a16:creationId xmlns:a16="http://schemas.microsoft.com/office/drawing/2014/main" id="{E99D41B7-9B9A-44C6-A196-549406A00BE5}"/>
                  </a:ext>
                </a:extLst>
              </p:cNvPr>
              <p:cNvSpPr/>
              <p:nvPr/>
            </p:nvSpPr>
            <p:spPr>
              <a:xfrm>
                <a:off x="3984980" y="3037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5" name="椭圆 12934">
                <a:extLst>
                  <a:ext uri="{FF2B5EF4-FFF2-40B4-BE49-F238E27FC236}">
                    <a16:creationId xmlns:a16="http://schemas.microsoft.com/office/drawing/2014/main" id="{7EB8F19C-6BBF-47AD-BB35-CA81F2D36251}"/>
                  </a:ext>
                </a:extLst>
              </p:cNvPr>
              <p:cNvSpPr/>
              <p:nvPr/>
            </p:nvSpPr>
            <p:spPr>
              <a:xfrm>
                <a:off x="397848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6" name="椭圆 12935">
                <a:extLst>
                  <a:ext uri="{FF2B5EF4-FFF2-40B4-BE49-F238E27FC236}">
                    <a16:creationId xmlns:a16="http://schemas.microsoft.com/office/drawing/2014/main" id="{385066AF-11E8-4E55-BFE1-BCB3F7C1BFE3}"/>
                  </a:ext>
                </a:extLst>
              </p:cNvPr>
              <p:cNvSpPr/>
              <p:nvPr/>
            </p:nvSpPr>
            <p:spPr>
              <a:xfrm>
                <a:off x="4236621"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7" name="椭圆 12936">
                <a:extLst>
                  <a:ext uri="{FF2B5EF4-FFF2-40B4-BE49-F238E27FC236}">
                    <a16:creationId xmlns:a16="http://schemas.microsoft.com/office/drawing/2014/main" id="{AE5A2D5B-A769-4146-8758-73D86892074D}"/>
                  </a:ext>
                </a:extLst>
              </p:cNvPr>
              <p:cNvSpPr/>
              <p:nvPr/>
            </p:nvSpPr>
            <p:spPr>
              <a:xfrm>
                <a:off x="382987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8" name="椭圆 12937">
                <a:extLst>
                  <a:ext uri="{FF2B5EF4-FFF2-40B4-BE49-F238E27FC236}">
                    <a16:creationId xmlns:a16="http://schemas.microsoft.com/office/drawing/2014/main" id="{9324F247-0457-4BA1-8FF9-31E0C637FF10}"/>
                  </a:ext>
                </a:extLst>
              </p:cNvPr>
              <p:cNvSpPr/>
              <p:nvPr/>
            </p:nvSpPr>
            <p:spPr>
              <a:xfrm>
                <a:off x="40595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9" name="椭圆 12938">
                <a:extLst>
                  <a:ext uri="{FF2B5EF4-FFF2-40B4-BE49-F238E27FC236}">
                    <a16:creationId xmlns:a16="http://schemas.microsoft.com/office/drawing/2014/main" id="{65B819D0-0274-4FBB-A476-98AAA1F03EDA}"/>
                  </a:ext>
                </a:extLst>
              </p:cNvPr>
              <p:cNvSpPr/>
              <p:nvPr/>
            </p:nvSpPr>
            <p:spPr>
              <a:xfrm>
                <a:off x="407534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0" name="椭圆 12939">
                <a:extLst>
                  <a:ext uri="{FF2B5EF4-FFF2-40B4-BE49-F238E27FC236}">
                    <a16:creationId xmlns:a16="http://schemas.microsoft.com/office/drawing/2014/main" id="{2A9722BA-E4FA-4F58-A41A-0116780E953B}"/>
                  </a:ext>
                </a:extLst>
              </p:cNvPr>
              <p:cNvSpPr/>
              <p:nvPr/>
            </p:nvSpPr>
            <p:spPr>
              <a:xfrm>
                <a:off x="40283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1" name="椭圆 12940">
                <a:extLst>
                  <a:ext uri="{FF2B5EF4-FFF2-40B4-BE49-F238E27FC236}">
                    <a16:creationId xmlns:a16="http://schemas.microsoft.com/office/drawing/2014/main" id="{F8426F58-56CB-4C15-B3FE-5BEDC64F4975}"/>
                  </a:ext>
                </a:extLst>
              </p:cNvPr>
              <p:cNvSpPr/>
              <p:nvPr/>
            </p:nvSpPr>
            <p:spPr>
              <a:xfrm>
                <a:off x="38772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2" name="椭圆 12941">
                <a:extLst>
                  <a:ext uri="{FF2B5EF4-FFF2-40B4-BE49-F238E27FC236}">
                    <a16:creationId xmlns:a16="http://schemas.microsoft.com/office/drawing/2014/main" id="{43D769A9-ED39-4BE0-BFB9-4ACD240F2821}"/>
                  </a:ext>
                </a:extLst>
              </p:cNvPr>
              <p:cNvSpPr/>
              <p:nvPr/>
            </p:nvSpPr>
            <p:spPr>
              <a:xfrm>
                <a:off x="40344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3" name="椭圆 12942">
                <a:extLst>
                  <a:ext uri="{FF2B5EF4-FFF2-40B4-BE49-F238E27FC236}">
                    <a16:creationId xmlns:a16="http://schemas.microsoft.com/office/drawing/2014/main" id="{6F7E8AA6-72DB-4DC8-ADDB-48217803AC36}"/>
                  </a:ext>
                </a:extLst>
              </p:cNvPr>
              <p:cNvSpPr/>
              <p:nvPr/>
            </p:nvSpPr>
            <p:spPr>
              <a:xfrm>
                <a:off x="41312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4" name="椭圆 12943">
                <a:extLst>
                  <a:ext uri="{FF2B5EF4-FFF2-40B4-BE49-F238E27FC236}">
                    <a16:creationId xmlns:a16="http://schemas.microsoft.com/office/drawing/2014/main" id="{88EE172D-2C14-4193-A81A-D81CA5356761}"/>
                  </a:ext>
                </a:extLst>
              </p:cNvPr>
              <p:cNvSpPr/>
              <p:nvPr/>
            </p:nvSpPr>
            <p:spPr>
              <a:xfrm>
                <a:off x="415800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5" name="椭圆 12944">
                <a:extLst>
                  <a:ext uri="{FF2B5EF4-FFF2-40B4-BE49-F238E27FC236}">
                    <a16:creationId xmlns:a16="http://schemas.microsoft.com/office/drawing/2014/main" id="{3B82D1C8-CC19-44BB-A911-8A122B1E3C2A}"/>
                  </a:ext>
                </a:extLst>
              </p:cNvPr>
              <p:cNvSpPr/>
              <p:nvPr/>
            </p:nvSpPr>
            <p:spPr>
              <a:xfrm>
                <a:off x="3824071"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6" name="椭圆 12945">
                <a:extLst>
                  <a:ext uri="{FF2B5EF4-FFF2-40B4-BE49-F238E27FC236}">
                    <a16:creationId xmlns:a16="http://schemas.microsoft.com/office/drawing/2014/main" id="{7B344424-A4C5-45E3-A13E-801EF8E49C73}"/>
                  </a:ext>
                </a:extLst>
              </p:cNvPr>
              <p:cNvSpPr/>
              <p:nvPr/>
            </p:nvSpPr>
            <p:spPr>
              <a:xfrm>
                <a:off x="40595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7" name="椭圆 12946">
                <a:extLst>
                  <a:ext uri="{FF2B5EF4-FFF2-40B4-BE49-F238E27FC236}">
                    <a16:creationId xmlns:a16="http://schemas.microsoft.com/office/drawing/2014/main" id="{2DDE9D28-E117-4C36-82FA-D87409223812}"/>
                  </a:ext>
                </a:extLst>
              </p:cNvPr>
              <p:cNvSpPr/>
              <p:nvPr/>
            </p:nvSpPr>
            <p:spPr>
              <a:xfrm>
                <a:off x="4020913"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8" name="椭圆 12947">
                <a:extLst>
                  <a:ext uri="{FF2B5EF4-FFF2-40B4-BE49-F238E27FC236}">
                    <a16:creationId xmlns:a16="http://schemas.microsoft.com/office/drawing/2014/main" id="{A73A5009-D051-4150-A49B-6686CA8833DF}"/>
                  </a:ext>
                </a:extLst>
              </p:cNvPr>
              <p:cNvSpPr/>
              <p:nvPr/>
            </p:nvSpPr>
            <p:spPr>
              <a:xfrm>
                <a:off x="407061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9" name="椭圆 12948">
                <a:extLst>
                  <a:ext uri="{FF2B5EF4-FFF2-40B4-BE49-F238E27FC236}">
                    <a16:creationId xmlns:a16="http://schemas.microsoft.com/office/drawing/2014/main" id="{12E91D38-2F57-4814-B2FA-72CF949F3F0D}"/>
                  </a:ext>
                </a:extLst>
              </p:cNvPr>
              <p:cNvSpPr/>
              <p:nvPr/>
            </p:nvSpPr>
            <p:spPr>
              <a:xfrm>
                <a:off x="40956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0" name="椭圆 12949">
                <a:extLst>
                  <a:ext uri="{FF2B5EF4-FFF2-40B4-BE49-F238E27FC236}">
                    <a16:creationId xmlns:a16="http://schemas.microsoft.com/office/drawing/2014/main" id="{29B98A2C-F51D-43CF-8029-D206842E6D54}"/>
                  </a:ext>
                </a:extLst>
              </p:cNvPr>
              <p:cNvSpPr/>
              <p:nvPr/>
            </p:nvSpPr>
            <p:spPr>
              <a:xfrm>
                <a:off x="405060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1" name="椭圆 12950">
                <a:extLst>
                  <a:ext uri="{FF2B5EF4-FFF2-40B4-BE49-F238E27FC236}">
                    <a16:creationId xmlns:a16="http://schemas.microsoft.com/office/drawing/2014/main" id="{F83A63C3-3DF9-4D47-993E-F703FBABB183}"/>
                  </a:ext>
                </a:extLst>
              </p:cNvPr>
              <p:cNvSpPr/>
              <p:nvPr/>
            </p:nvSpPr>
            <p:spPr>
              <a:xfrm>
                <a:off x="3737780"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2" name="椭圆 12951">
                <a:extLst>
                  <a:ext uri="{FF2B5EF4-FFF2-40B4-BE49-F238E27FC236}">
                    <a16:creationId xmlns:a16="http://schemas.microsoft.com/office/drawing/2014/main" id="{194E52B3-8AF0-430D-8C0E-C54BD714B682}"/>
                  </a:ext>
                </a:extLst>
              </p:cNvPr>
              <p:cNvSpPr/>
              <p:nvPr/>
            </p:nvSpPr>
            <p:spPr>
              <a:xfrm>
                <a:off x="40128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3" name="椭圆 12952">
                <a:extLst>
                  <a:ext uri="{FF2B5EF4-FFF2-40B4-BE49-F238E27FC236}">
                    <a16:creationId xmlns:a16="http://schemas.microsoft.com/office/drawing/2014/main" id="{38318608-4299-42C6-BA54-5A3BBAC8B02C}"/>
                  </a:ext>
                </a:extLst>
              </p:cNvPr>
              <p:cNvSpPr/>
              <p:nvPr/>
            </p:nvSpPr>
            <p:spPr>
              <a:xfrm>
                <a:off x="400135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4" name="椭圆 12953">
                <a:extLst>
                  <a:ext uri="{FF2B5EF4-FFF2-40B4-BE49-F238E27FC236}">
                    <a16:creationId xmlns:a16="http://schemas.microsoft.com/office/drawing/2014/main" id="{CDA2892A-7CB5-420D-972D-0AA0EF820756}"/>
                  </a:ext>
                </a:extLst>
              </p:cNvPr>
              <p:cNvSpPr/>
              <p:nvPr/>
            </p:nvSpPr>
            <p:spPr>
              <a:xfrm>
                <a:off x="409266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5" name="椭圆 12954">
                <a:extLst>
                  <a:ext uri="{FF2B5EF4-FFF2-40B4-BE49-F238E27FC236}">
                    <a16:creationId xmlns:a16="http://schemas.microsoft.com/office/drawing/2014/main" id="{EB016514-FD31-4B56-837B-36011AC78528}"/>
                  </a:ext>
                </a:extLst>
              </p:cNvPr>
              <p:cNvSpPr/>
              <p:nvPr/>
            </p:nvSpPr>
            <p:spPr>
              <a:xfrm>
                <a:off x="4004763"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6" name="椭圆 12955">
                <a:extLst>
                  <a:ext uri="{FF2B5EF4-FFF2-40B4-BE49-F238E27FC236}">
                    <a16:creationId xmlns:a16="http://schemas.microsoft.com/office/drawing/2014/main" id="{8422D546-50BA-4CA9-B68C-BC8D9AD1A080}"/>
                  </a:ext>
                </a:extLst>
              </p:cNvPr>
              <p:cNvSpPr/>
              <p:nvPr/>
            </p:nvSpPr>
            <p:spPr>
              <a:xfrm>
                <a:off x="410382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7" name="椭圆 12956">
                <a:extLst>
                  <a:ext uri="{FF2B5EF4-FFF2-40B4-BE49-F238E27FC236}">
                    <a16:creationId xmlns:a16="http://schemas.microsoft.com/office/drawing/2014/main" id="{52FB3D09-A625-4F70-AF46-7ADC2D1F4B83}"/>
                  </a:ext>
                </a:extLst>
              </p:cNvPr>
              <p:cNvSpPr/>
              <p:nvPr/>
            </p:nvSpPr>
            <p:spPr>
              <a:xfrm>
                <a:off x="40189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8" name="椭圆 12957">
                <a:extLst>
                  <a:ext uri="{FF2B5EF4-FFF2-40B4-BE49-F238E27FC236}">
                    <a16:creationId xmlns:a16="http://schemas.microsoft.com/office/drawing/2014/main" id="{A2ADD9E0-229C-499B-B0A9-EDD6233D251A}"/>
                  </a:ext>
                </a:extLst>
              </p:cNvPr>
              <p:cNvSpPr/>
              <p:nvPr/>
            </p:nvSpPr>
            <p:spPr>
              <a:xfrm>
                <a:off x="401489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9" name="椭圆 12958">
                <a:extLst>
                  <a:ext uri="{FF2B5EF4-FFF2-40B4-BE49-F238E27FC236}">
                    <a16:creationId xmlns:a16="http://schemas.microsoft.com/office/drawing/2014/main" id="{7E11A857-476E-4B2D-A3B7-D1E85A73DDF4}"/>
                  </a:ext>
                </a:extLst>
              </p:cNvPr>
              <p:cNvSpPr/>
              <p:nvPr/>
            </p:nvSpPr>
            <p:spPr>
              <a:xfrm>
                <a:off x="392309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0" name="椭圆 12959">
                <a:extLst>
                  <a:ext uri="{FF2B5EF4-FFF2-40B4-BE49-F238E27FC236}">
                    <a16:creationId xmlns:a16="http://schemas.microsoft.com/office/drawing/2014/main" id="{31DB6A0A-82EA-4A75-9B0D-FE0BF953CCCF}"/>
                  </a:ext>
                </a:extLst>
              </p:cNvPr>
              <p:cNvSpPr/>
              <p:nvPr/>
            </p:nvSpPr>
            <p:spPr>
              <a:xfrm>
                <a:off x="388885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1" name="椭圆 12960">
                <a:extLst>
                  <a:ext uri="{FF2B5EF4-FFF2-40B4-BE49-F238E27FC236}">
                    <a16:creationId xmlns:a16="http://schemas.microsoft.com/office/drawing/2014/main" id="{00DC7E15-A75D-4FD3-8D49-1D7F3CAEEF5E}"/>
                  </a:ext>
                </a:extLst>
              </p:cNvPr>
              <p:cNvSpPr/>
              <p:nvPr/>
            </p:nvSpPr>
            <p:spPr>
              <a:xfrm>
                <a:off x="38766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2" name="椭圆 12961">
                <a:extLst>
                  <a:ext uri="{FF2B5EF4-FFF2-40B4-BE49-F238E27FC236}">
                    <a16:creationId xmlns:a16="http://schemas.microsoft.com/office/drawing/2014/main" id="{A77F4F79-6B35-42FD-8E6D-949878332101}"/>
                  </a:ext>
                </a:extLst>
              </p:cNvPr>
              <p:cNvSpPr/>
              <p:nvPr/>
            </p:nvSpPr>
            <p:spPr>
              <a:xfrm>
                <a:off x="40423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3" name="椭圆 12962">
                <a:extLst>
                  <a:ext uri="{FF2B5EF4-FFF2-40B4-BE49-F238E27FC236}">
                    <a16:creationId xmlns:a16="http://schemas.microsoft.com/office/drawing/2014/main" id="{78907CC2-5B75-47D1-8FF5-D6ECFBA4E78D}"/>
                  </a:ext>
                </a:extLst>
              </p:cNvPr>
              <p:cNvSpPr/>
              <p:nvPr/>
            </p:nvSpPr>
            <p:spPr>
              <a:xfrm>
                <a:off x="41919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4" name="椭圆 12963">
                <a:extLst>
                  <a:ext uri="{FF2B5EF4-FFF2-40B4-BE49-F238E27FC236}">
                    <a16:creationId xmlns:a16="http://schemas.microsoft.com/office/drawing/2014/main" id="{68AC1930-5D49-43E5-851C-F0DD5CD199C8}"/>
                  </a:ext>
                </a:extLst>
              </p:cNvPr>
              <p:cNvSpPr/>
              <p:nvPr/>
            </p:nvSpPr>
            <p:spPr>
              <a:xfrm>
                <a:off x="404532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5" name="椭圆 12964">
                <a:extLst>
                  <a:ext uri="{FF2B5EF4-FFF2-40B4-BE49-F238E27FC236}">
                    <a16:creationId xmlns:a16="http://schemas.microsoft.com/office/drawing/2014/main" id="{546A43E7-CAF6-4495-92BE-DF35C8ABA33B}"/>
                  </a:ext>
                </a:extLst>
              </p:cNvPr>
              <p:cNvSpPr/>
              <p:nvPr/>
            </p:nvSpPr>
            <p:spPr>
              <a:xfrm>
                <a:off x="39779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6" name="椭圆 12965">
                <a:extLst>
                  <a:ext uri="{FF2B5EF4-FFF2-40B4-BE49-F238E27FC236}">
                    <a16:creationId xmlns:a16="http://schemas.microsoft.com/office/drawing/2014/main" id="{143EB75C-1546-48C9-959C-B7B177B462AB}"/>
                  </a:ext>
                </a:extLst>
              </p:cNvPr>
              <p:cNvSpPr/>
              <p:nvPr/>
            </p:nvSpPr>
            <p:spPr>
              <a:xfrm>
                <a:off x="3911022" y="2835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7" name="椭圆 12966">
                <a:extLst>
                  <a:ext uri="{FF2B5EF4-FFF2-40B4-BE49-F238E27FC236}">
                    <a16:creationId xmlns:a16="http://schemas.microsoft.com/office/drawing/2014/main" id="{82B2B785-F1E7-4613-9F2C-82BC6700EFD7}"/>
                  </a:ext>
                </a:extLst>
              </p:cNvPr>
              <p:cNvSpPr/>
              <p:nvPr/>
            </p:nvSpPr>
            <p:spPr>
              <a:xfrm>
                <a:off x="402616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8" name="椭圆 12967">
                <a:extLst>
                  <a:ext uri="{FF2B5EF4-FFF2-40B4-BE49-F238E27FC236}">
                    <a16:creationId xmlns:a16="http://schemas.microsoft.com/office/drawing/2014/main" id="{58E2C4E8-48E6-4D1D-9206-93780F9D708B}"/>
                  </a:ext>
                </a:extLst>
              </p:cNvPr>
              <p:cNvSpPr/>
              <p:nvPr/>
            </p:nvSpPr>
            <p:spPr>
              <a:xfrm>
                <a:off x="398006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9" name="椭圆 12968">
                <a:extLst>
                  <a:ext uri="{FF2B5EF4-FFF2-40B4-BE49-F238E27FC236}">
                    <a16:creationId xmlns:a16="http://schemas.microsoft.com/office/drawing/2014/main" id="{BAFDE305-9072-46A9-84EF-B48294229D58}"/>
                  </a:ext>
                </a:extLst>
              </p:cNvPr>
              <p:cNvSpPr/>
              <p:nvPr/>
            </p:nvSpPr>
            <p:spPr>
              <a:xfrm>
                <a:off x="3962921"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0" name="椭圆 12969">
                <a:extLst>
                  <a:ext uri="{FF2B5EF4-FFF2-40B4-BE49-F238E27FC236}">
                    <a16:creationId xmlns:a16="http://schemas.microsoft.com/office/drawing/2014/main" id="{EABC8E1A-1A4D-4519-85EE-16927F104837}"/>
                  </a:ext>
                </a:extLst>
              </p:cNvPr>
              <p:cNvSpPr/>
              <p:nvPr/>
            </p:nvSpPr>
            <p:spPr>
              <a:xfrm>
                <a:off x="419367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1" name="椭圆 12970">
                <a:extLst>
                  <a:ext uri="{FF2B5EF4-FFF2-40B4-BE49-F238E27FC236}">
                    <a16:creationId xmlns:a16="http://schemas.microsoft.com/office/drawing/2014/main" id="{569F2D51-459D-4A4A-82FE-0C7348D2EAE1}"/>
                  </a:ext>
                </a:extLst>
              </p:cNvPr>
              <p:cNvSpPr/>
              <p:nvPr/>
            </p:nvSpPr>
            <p:spPr>
              <a:xfrm>
                <a:off x="4203257"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2" name="椭圆 12971">
                <a:extLst>
                  <a:ext uri="{FF2B5EF4-FFF2-40B4-BE49-F238E27FC236}">
                    <a16:creationId xmlns:a16="http://schemas.microsoft.com/office/drawing/2014/main" id="{614A6D2E-7549-45F3-B6AE-8C9A4A9444AB}"/>
                  </a:ext>
                </a:extLst>
              </p:cNvPr>
              <p:cNvSpPr/>
              <p:nvPr/>
            </p:nvSpPr>
            <p:spPr>
              <a:xfrm>
                <a:off x="39794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3" name="椭圆 12972">
                <a:extLst>
                  <a:ext uri="{FF2B5EF4-FFF2-40B4-BE49-F238E27FC236}">
                    <a16:creationId xmlns:a16="http://schemas.microsoft.com/office/drawing/2014/main" id="{3AA5CD38-E115-4AA4-9FB9-2C7B7DF07CAD}"/>
                  </a:ext>
                </a:extLst>
              </p:cNvPr>
              <p:cNvSpPr/>
              <p:nvPr/>
            </p:nvSpPr>
            <p:spPr>
              <a:xfrm>
                <a:off x="39794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4" name="椭圆 12973">
                <a:extLst>
                  <a:ext uri="{FF2B5EF4-FFF2-40B4-BE49-F238E27FC236}">
                    <a16:creationId xmlns:a16="http://schemas.microsoft.com/office/drawing/2014/main" id="{18099E7E-7DF0-406C-A914-0316C2521495}"/>
                  </a:ext>
                </a:extLst>
              </p:cNvPr>
              <p:cNvSpPr/>
              <p:nvPr/>
            </p:nvSpPr>
            <p:spPr>
              <a:xfrm>
                <a:off x="40092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5" name="椭圆 12974">
                <a:extLst>
                  <a:ext uri="{FF2B5EF4-FFF2-40B4-BE49-F238E27FC236}">
                    <a16:creationId xmlns:a16="http://schemas.microsoft.com/office/drawing/2014/main" id="{30BA26D2-569B-4600-BA94-26C30470EA5C}"/>
                  </a:ext>
                </a:extLst>
              </p:cNvPr>
              <p:cNvSpPr/>
              <p:nvPr/>
            </p:nvSpPr>
            <p:spPr>
              <a:xfrm>
                <a:off x="3942440"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6" name="椭圆 12975">
                <a:extLst>
                  <a:ext uri="{FF2B5EF4-FFF2-40B4-BE49-F238E27FC236}">
                    <a16:creationId xmlns:a16="http://schemas.microsoft.com/office/drawing/2014/main" id="{165DDB89-A4E0-4B36-BE44-59EA8F35BADA}"/>
                  </a:ext>
                </a:extLst>
              </p:cNvPr>
              <p:cNvSpPr/>
              <p:nvPr/>
            </p:nvSpPr>
            <p:spPr>
              <a:xfrm>
                <a:off x="4044146"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7" name="椭圆 12976">
                <a:extLst>
                  <a:ext uri="{FF2B5EF4-FFF2-40B4-BE49-F238E27FC236}">
                    <a16:creationId xmlns:a16="http://schemas.microsoft.com/office/drawing/2014/main" id="{03E16E14-3878-409A-9462-F660D8118831}"/>
                  </a:ext>
                </a:extLst>
              </p:cNvPr>
              <p:cNvSpPr/>
              <p:nvPr/>
            </p:nvSpPr>
            <p:spPr>
              <a:xfrm>
                <a:off x="407890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8" name="椭圆 12977">
                <a:extLst>
                  <a:ext uri="{FF2B5EF4-FFF2-40B4-BE49-F238E27FC236}">
                    <a16:creationId xmlns:a16="http://schemas.microsoft.com/office/drawing/2014/main" id="{DB4002C9-4ADE-4A35-A3EC-3EC7483DBBBA}"/>
                  </a:ext>
                </a:extLst>
              </p:cNvPr>
              <p:cNvSpPr/>
              <p:nvPr/>
            </p:nvSpPr>
            <p:spPr>
              <a:xfrm>
                <a:off x="40261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9" name="椭圆 12978">
                <a:extLst>
                  <a:ext uri="{FF2B5EF4-FFF2-40B4-BE49-F238E27FC236}">
                    <a16:creationId xmlns:a16="http://schemas.microsoft.com/office/drawing/2014/main" id="{C2A73188-A259-4972-9FF5-C012B9AAE6C5}"/>
                  </a:ext>
                </a:extLst>
              </p:cNvPr>
              <p:cNvSpPr/>
              <p:nvPr/>
            </p:nvSpPr>
            <p:spPr>
              <a:xfrm>
                <a:off x="4213718"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0" name="椭圆 12979">
                <a:extLst>
                  <a:ext uri="{FF2B5EF4-FFF2-40B4-BE49-F238E27FC236}">
                    <a16:creationId xmlns:a16="http://schemas.microsoft.com/office/drawing/2014/main" id="{8B728124-44CD-452B-8B20-D7FD2D6402DD}"/>
                  </a:ext>
                </a:extLst>
              </p:cNvPr>
              <p:cNvSpPr/>
              <p:nvPr/>
            </p:nvSpPr>
            <p:spPr>
              <a:xfrm>
                <a:off x="3950111" y="3032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1" name="椭圆 12980">
                <a:extLst>
                  <a:ext uri="{FF2B5EF4-FFF2-40B4-BE49-F238E27FC236}">
                    <a16:creationId xmlns:a16="http://schemas.microsoft.com/office/drawing/2014/main" id="{CF499291-C590-4362-8C32-3772D4BB0E04}"/>
                  </a:ext>
                </a:extLst>
              </p:cNvPr>
              <p:cNvSpPr/>
              <p:nvPr/>
            </p:nvSpPr>
            <p:spPr>
              <a:xfrm>
                <a:off x="396582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2" name="椭圆 12981">
                <a:extLst>
                  <a:ext uri="{FF2B5EF4-FFF2-40B4-BE49-F238E27FC236}">
                    <a16:creationId xmlns:a16="http://schemas.microsoft.com/office/drawing/2014/main" id="{C8242F3B-9BB3-4514-A5E2-DDE1B95DB049}"/>
                  </a:ext>
                </a:extLst>
              </p:cNvPr>
              <p:cNvSpPr/>
              <p:nvPr/>
            </p:nvSpPr>
            <p:spPr>
              <a:xfrm>
                <a:off x="404183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3" name="椭圆 12982">
                <a:extLst>
                  <a:ext uri="{FF2B5EF4-FFF2-40B4-BE49-F238E27FC236}">
                    <a16:creationId xmlns:a16="http://schemas.microsoft.com/office/drawing/2014/main" id="{DE6559C9-584B-49DE-831C-9FAEDEFC43D6}"/>
                  </a:ext>
                </a:extLst>
              </p:cNvPr>
              <p:cNvSpPr/>
              <p:nvPr/>
            </p:nvSpPr>
            <p:spPr>
              <a:xfrm>
                <a:off x="402395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4" name="椭圆 12983">
                <a:extLst>
                  <a:ext uri="{FF2B5EF4-FFF2-40B4-BE49-F238E27FC236}">
                    <a16:creationId xmlns:a16="http://schemas.microsoft.com/office/drawing/2014/main" id="{8EE72948-5786-41CA-822B-F9ECC53DEA72}"/>
                  </a:ext>
                </a:extLst>
              </p:cNvPr>
              <p:cNvSpPr/>
              <p:nvPr/>
            </p:nvSpPr>
            <p:spPr>
              <a:xfrm>
                <a:off x="396523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5" name="椭圆 12984">
                <a:extLst>
                  <a:ext uri="{FF2B5EF4-FFF2-40B4-BE49-F238E27FC236}">
                    <a16:creationId xmlns:a16="http://schemas.microsoft.com/office/drawing/2014/main" id="{FF8CD8DE-316F-4AF7-BB19-0EB8C0BB67C2}"/>
                  </a:ext>
                </a:extLst>
              </p:cNvPr>
              <p:cNvSpPr/>
              <p:nvPr/>
            </p:nvSpPr>
            <p:spPr>
              <a:xfrm>
                <a:off x="40198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6" name="椭圆 12985">
                <a:extLst>
                  <a:ext uri="{FF2B5EF4-FFF2-40B4-BE49-F238E27FC236}">
                    <a16:creationId xmlns:a16="http://schemas.microsoft.com/office/drawing/2014/main" id="{DF1A59DB-FC69-4AB0-83EF-B30B021C114F}"/>
                  </a:ext>
                </a:extLst>
              </p:cNvPr>
              <p:cNvSpPr/>
              <p:nvPr/>
            </p:nvSpPr>
            <p:spPr>
              <a:xfrm>
                <a:off x="4016178" y="2999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7" name="椭圆 12986">
                <a:extLst>
                  <a:ext uri="{FF2B5EF4-FFF2-40B4-BE49-F238E27FC236}">
                    <a16:creationId xmlns:a16="http://schemas.microsoft.com/office/drawing/2014/main" id="{E09201EF-AD60-4B85-AC0A-9C0209606FA1}"/>
                  </a:ext>
                </a:extLst>
              </p:cNvPr>
              <p:cNvSpPr/>
              <p:nvPr/>
            </p:nvSpPr>
            <p:spPr>
              <a:xfrm>
                <a:off x="39903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8" name="椭圆 12987">
                <a:extLst>
                  <a:ext uri="{FF2B5EF4-FFF2-40B4-BE49-F238E27FC236}">
                    <a16:creationId xmlns:a16="http://schemas.microsoft.com/office/drawing/2014/main" id="{6E3582B7-7297-4E56-B288-60B691808C93}"/>
                  </a:ext>
                </a:extLst>
              </p:cNvPr>
              <p:cNvSpPr/>
              <p:nvPr/>
            </p:nvSpPr>
            <p:spPr>
              <a:xfrm>
                <a:off x="40018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9" name="椭圆 12988">
                <a:extLst>
                  <a:ext uri="{FF2B5EF4-FFF2-40B4-BE49-F238E27FC236}">
                    <a16:creationId xmlns:a16="http://schemas.microsoft.com/office/drawing/2014/main" id="{D6A4F46D-55AC-46E7-AF82-1DE7AC7830AE}"/>
                  </a:ext>
                </a:extLst>
              </p:cNvPr>
              <p:cNvSpPr/>
              <p:nvPr/>
            </p:nvSpPr>
            <p:spPr>
              <a:xfrm>
                <a:off x="410852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0" name="椭圆 12989">
                <a:extLst>
                  <a:ext uri="{FF2B5EF4-FFF2-40B4-BE49-F238E27FC236}">
                    <a16:creationId xmlns:a16="http://schemas.microsoft.com/office/drawing/2014/main" id="{675E894D-F26C-45B1-9811-0B4312F95189}"/>
                  </a:ext>
                </a:extLst>
              </p:cNvPr>
              <p:cNvSpPr/>
              <p:nvPr/>
            </p:nvSpPr>
            <p:spPr>
              <a:xfrm>
                <a:off x="398916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1" name="椭圆 12990">
                <a:extLst>
                  <a:ext uri="{FF2B5EF4-FFF2-40B4-BE49-F238E27FC236}">
                    <a16:creationId xmlns:a16="http://schemas.microsoft.com/office/drawing/2014/main" id="{D21989A5-C643-43A1-AEBC-A67EF1A839A8}"/>
                  </a:ext>
                </a:extLst>
              </p:cNvPr>
              <p:cNvSpPr/>
              <p:nvPr/>
            </p:nvSpPr>
            <p:spPr>
              <a:xfrm>
                <a:off x="4156644" y="3013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2" name="椭圆 12991">
                <a:extLst>
                  <a:ext uri="{FF2B5EF4-FFF2-40B4-BE49-F238E27FC236}">
                    <a16:creationId xmlns:a16="http://schemas.microsoft.com/office/drawing/2014/main" id="{8BF487CB-F84E-46AB-B570-645A1AF80C1D}"/>
                  </a:ext>
                </a:extLst>
              </p:cNvPr>
              <p:cNvSpPr/>
              <p:nvPr/>
            </p:nvSpPr>
            <p:spPr>
              <a:xfrm>
                <a:off x="3946551"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3" name="椭圆 12992">
                <a:extLst>
                  <a:ext uri="{FF2B5EF4-FFF2-40B4-BE49-F238E27FC236}">
                    <a16:creationId xmlns:a16="http://schemas.microsoft.com/office/drawing/2014/main" id="{52EE2406-E113-4C63-BDF1-C919E93E3CA1}"/>
                  </a:ext>
                </a:extLst>
              </p:cNvPr>
              <p:cNvSpPr/>
              <p:nvPr/>
            </p:nvSpPr>
            <p:spPr>
              <a:xfrm>
                <a:off x="39740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4" name="椭圆 12993">
                <a:extLst>
                  <a:ext uri="{FF2B5EF4-FFF2-40B4-BE49-F238E27FC236}">
                    <a16:creationId xmlns:a16="http://schemas.microsoft.com/office/drawing/2014/main" id="{62F72306-E088-49A2-95CD-7E0C3B84AC2F}"/>
                  </a:ext>
                </a:extLst>
              </p:cNvPr>
              <p:cNvSpPr/>
              <p:nvPr/>
            </p:nvSpPr>
            <p:spPr>
              <a:xfrm>
                <a:off x="4181272"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5" name="椭圆 12994">
                <a:extLst>
                  <a:ext uri="{FF2B5EF4-FFF2-40B4-BE49-F238E27FC236}">
                    <a16:creationId xmlns:a16="http://schemas.microsoft.com/office/drawing/2014/main" id="{9342F3BB-5182-4615-A65B-205B341F53DE}"/>
                  </a:ext>
                </a:extLst>
              </p:cNvPr>
              <p:cNvSpPr/>
              <p:nvPr/>
            </p:nvSpPr>
            <p:spPr>
              <a:xfrm>
                <a:off x="4084521" y="29102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6" name="椭圆 12995">
                <a:extLst>
                  <a:ext uri="{FF2B5EF4-FFF2-40B4-BE49-F238E27FC236}">
                    <a16:creationId xmlns:a16="http://schemas.microsoft.com/office/drawing/2014/main" id="{02C867A5-0033-478E-9501-573A43F7A60C}"/>
                  </a:ext>
                </a:extLst>
              </p:cNvPr>
              <p:cNvSpPr/>
              <p:nvPr/>
            </p:nvSpPr>
            <p:spPr>
              <a:xfrm>
                <a:off x="40097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7" name="椭圆 12996">
                <a:extLst>
                  <a:ext uri="{FF2B5EF4-FFF2-40B4-BE49-F238E27FC236}">
                    <a16:creationId xmlns:a16="http://schemas.microsoft.com/office/drawing/2014/main" id="{3EB32503-4000-4EBF-86FD-698B34FBE14F}"/>
                  </a:ext>
                </a:extLst>
              </p:cNvPr>
              <p:cNvSpPr/>
              <p:nvPr/>
            </p:nvSpPr>
            <p:spPr>
              <a:xfrm>
                <a:off x="398890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8" name="椭圆 12997">
                <a:extLst>
                  <a:ext uri="{FF2B5EF4-FFF2-40B4-BE49-F238E27FC236}">
                    <a16:creationId xmlns:a16="http://schemas.microsoft.com/office/drawing/2014/main" id="{30D3ACB5-4999-4440-B2BB-DAD405693E04}"/>
                  </a:ext>
                </a:extLst>
              </p:cNvPr>
              <p:cNvSpPr/>
              <p:nvPr/>
            </p:nvSpPr>
            <p:spPr>
              <a:xfrm>
                <a:off x="420024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9" name="椭圆 12998">
                <a:extLst>
                  <a:ext uri="{FF2B5EF4-FFF2-40B4-BE49-F238E27FC236}">
                    <a16:creationId xmlns:a16="http://schemas.microsoft.com/office/drawing/2014/main" id="{8A548052-9F5F-43C8-86A9-9C079770B83E}"/>
                  </a:ext>
                </a:extLst>
              </p:cNvPr>
              <p:cNvSpPr/>
              <p:nvPr/>
            </p:nvSpPr>
            <p:spPr>
              <a:xfrm>
                <a:off x="398369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0" name="椭圆 12999">
                <a:extLst>
                  <a:ext uri="{FF2B5EF4-FFF2-40B4-BE49-F238E27FC236}">
                    <a16:creationId xmlns:a16="http://schemas.microsoft.com/office/drawing/2014/main" id="{B116B99D-1EF2-4059-86A9-88B3A37ED5EB}"/>
                  </a:ext>
                </a:extLst>
              </p:cNvPr>
              <p:cNvSpPr/>
              <p:nvPr/>
            </p:nvSpPr>
            <p:spPr>
              <a:xfrm>
                <a:off x="4036622"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1" name="椭圆 13000">
                <a:extLst>
                  <a:ext uri="{FF2B5EF4-FFF2-40B4-BE49-F238E27FC236}">
                    <a16:creationId xmlns:a16="http://schemas.microsoft.com/office/drawing/2014/main" id="{C4283F6B-48B0-46AA-A376-7A5AD8478CCF}"/>
                  </a:ext>
                </a:extLst>
              </p:cNvPr>
              <p:cNvSpPr/>
              <p:nvPr/>
            </p:nvSpPr>
            <p:spPr>
              <a:xfrm>
                <a:off x="3995844"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2" name="椭圆 13001">
                <a:extLst>
                  <a:ext uri="{FF2B5EF4-FFF2-40B4-BE49-F238E27FC236}">
                    <a16:creationId xmlns:a16="http://schemas.microsoft.com/office/drawing/2014/main" id="{B9143120-1A27-4606-B05C-9D241730D0AB}"/>
                  </a:ext>
                </a:extLst>
              </p:cNvPr>
              <p:cNvSpPr/>
              <p:nvPr/>
            </p:nvSpPr>
            <p:spPr>
              <a:xfrm>
                <a:off x="40411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3" name="椭圆 13002">
                <a:extLst>
                  <a:ext uri="{FF2B5EF4-FFF2-40B4-BE49-F238E27FC236}">
                    <a16:creationId xmlns:a16="http://schemas.microsoft.com/office/drawing/2014/main" id="{0153E9AE-20F6-4896-BC40-1BD023F07FA9}"/>
                  </a:ext>
                </a:extLst>
              </p:cNvPr>
              <p:cNvSpPr/>
              <p:nvPr/>
            </p:nvSpPr>
            <p:spPr>
              <a:xfrm>
                <a:off x="397576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4" name="椭圆 13003">
                <a:extLst>
                  <a:ext uri="{FF2B5EF4-FFF2-40B4-BE49-F238E27FC236}">
                    <a16:creationId xmlns:a16="http://schemas.microsoft.com/office/drawing/2014/main" id="{F719B1CE-DEA2-4305-94BE-4E1320E4A5E0}"/>
                  </a:ext>
                </a:extLst>
              </p:cNvPr>
              <p:cNvSpPr/>
              <p:nvPr/>
            </p:nvSpPr>
            <p:spPr>
              <a:xfrm>
                <a:off x="3943174"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5" name="椭圆 13004">
                <a:extLst>
                  <a:ext uri="{FF2B5EF4-FFF2-40B4-BE49-F238E27FC236}">
                    <a16:creationId xmlns:a16="http://schemas.microsoft.com/office/drawing/2014/main" id="{41BA3076-4469-4A41-9216-4D742BD58FCA}"/>
                  </a:ext>
                </a:extLst>
              </p:cNvPr>
              <p:cNvSpPr/>
              <p:nvPr/>
            </p:nvSpPr>
            <p:spPr>
              <a:xfrm>
                <a:off x="4086429"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6" name="椭圆 13005">
                <a:extLst>
                  <a:ext uri="{FF2B5EF4-FFF2-40B4-BE49-F238E27FC236}">
                    <a16:creationId xmlns:a16="http://schemas.microsoft.com/office/drawing/2014/main" id="{053BC7DC-EAA6-4626-9A41-3875C665A919}"/>
                  </a:ext>
                </a:extLst>
              </p:cNvPr>
              <p:cNvSpPr/>
              <p:nvPr/>
            </p:nvSpPr>
            <p:spPr>
              <a:xfrm>
                <a:off x="4144091" y="2993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7" name="椭圆 13006">
                <a:extLst>
                  <a:ext uri="{FF2B5EF4-FFF2-40B4-BE49-F238E27FC236}">
                    <a16:creationId xmlns:a16="http://schemas.microsoft.com/office/drawing/2014/main" id="{4A80FA85-7A8F-45EF-B3E1-223F5C65A2AF}"/>
                  </a:ext>
                </a:extLst>
              </p:cNvPr>
              <p:cNvSpPr/>
              <p:nvPr/>
            </p:nvSpPr>
            <p:spPr>
              <a:xfrm>
                <a:off x="392750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8" name="椭圆 13007">
                <a:extLst>
                  <a:ext uri="{FF2B5EF4-FFF2-40B4-BE49-F238E27FC236}">
                    <a16:creationId xmlns:a16="http://schemas.microsoft.com/office/drawing/2014/main" id="{D5271A52-F062-49D5-99B0-B51D1F8D23C7}"/>
                  </a:ext>
                </a:extLst>
              </p:cNvPr>
              <p:cNvSpPr/>
              <p:nvPr/>
            </p:nvSpPr>
            <p:spPr>
              <a:xfrm>
                <a:off x="4015738" y="29800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9" name="椭圆 13008">
                <a:extLst>
                  <a:ext uri="{FF2B5EF4-FFF2-40B4-BE49-F238E27FC236}">
                    <a16:creationId xmlns:a16="http://schemas.microsoft.com/office/drawing/2014/main" id="{5A0594F4-B066-4633-8D34-016A04EA0353}"/>
                  </a:ext>
                </a:extLst>
              </p:cNvPr>
              <p:cNvSpPr/>
              <p:nvPr/>
            </p:nvSpPr>
            <p:spPr>
              <a:xfrm>
                <a:off x="398468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0" name="椭圆 13009">
                <a:extLst>
                  <a:ext uri="{FF2B5EF4-FFF2-40B4-BE49-F238E27FC236}">
                    <a16:creationId xmlns:a16="http://schemas.microsoft.com/office/drawing/2014/main" id="{D8EFD73B-B2C4-4BC6-AB70-489F99F2B5C0}"/>
                  </a:ext>
                </a:extLst>
              </p:cNvPr>
              <p:cNvSpPr/>
              <p:nvPr/>
            </p:nvSpPr>
            <p:spPr>
              <a:xfrm>
                <a:off x="399452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1" name="椭圆 13010">
                <a:extLst>
                  <a:ext uri="{FF2B5EF4-FFF2-40B4-BE49-F238E27FC236}">
                    <a16:creationId xmlns:a16="http://schemas.microsoft.com/office/drawing/2014/main" id="{13B1E4D2-575E-4A2E-9033-BEBF5F3B60BF}"/>
                  </a:ext>
                </a:extLst>
              </p:cNvPr>
              <p:cNvSpPr/>
              <p:nvPr/>
            </p:nvSpPr>
            <p:spPr>
              <a:xfrm>
                <a:off x="402678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2" name="椭圆 13011">
                <a:extLst>
                  <a:ext uri="{FF2B5EF4-FFF2-40B4-BE49-F238E27FC236}">
                    <a16:creationId xmlns:a16="http://schemas.microsoft.com/office/drawing/2014/main" id="{0C56DD05-46E1-476C-A795-5BF9A54EA15B}"/>
                  </a:ext>
                </a:extLst>
              </p:cNvPr>
              <p:cNvSpPr/>
              <p:nvPr/>
            </p:nvSpPr>
            <p:spPr>
              <a:xfrm>
                <a:off x="406025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3" name="椭圆 13012">
                <a:extLst>
                  <a:ext uri="{FF2B5EF4-FFF2-40B4-BE49-F238E27FC236}">
                    <a16:creationId xmlns:a16="http://schemas.microsoft.com/office/drawing/2014/main" id="{487EBB2F-7C1F-49D9-985E-B3A125BC2DFD}"/>
                  </a:ext>
                </a:extLst>
              </p:cNvPr>
              <p:cNvSpPr/>
              <p:nvPr/>
            </p:nvSpPr>
            <p:spPr>
              <a:xfrm>
                <a:off x="40170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4" name="椭圆 13013">
                <a:extLst>
                  <a:ext uri="{FF2B5EF4-FFF2-40B4-BE49-F238E27FC236}">
                    <a16:creationId xmlns:a16="http://schemas.microsoft.com/office/drawing/2014/main" id="{99E8CD67-2ABE-4140-808D-58D235DB2B16}"/>
                  </a:ext>
                </a:extLst>
              </p:cNvPr>
              <p:cNvSpPr/>
              <p:nvPr/>
            </p:nvSpPr>
            <p:spPr>
              <a:xfrm>
                <a:off x="40122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5" name="椭圆 13014">
                <a:extLst>
                  <a:ext uri="{FF2B5EF4-FFF2-40B4-BE49-F238E27FC236}">
                    <a16:creationId xmlns:a16="http://schemas.microsoft.com/office/drawing/2014/main" id="{D4B304ED-DFE9-4CCA-848F-F24B07789E01}"/>
                  </a:ext>
                </a:extLst>
              </p:cNvPr>
              <p:cNvSpPr/>
              <p:nvPr/>
            </p:nvSpPr>
            <p:spPr>
              <a:xfrm>
                <a:off x="4208873"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6" name="椭圆 13015">
                <a:extLst>
                  <a:ext uri="{FF2B5EF4-FFF2-40B4-BE49-F238E27FC236}">
                    <a16:creationId xmlns:a16="http://schemas.microsoft.com/office/drawing/2014/main" id="{9AB921DE-DA84-4E4E-AE7D-702EBC44F1F3}"/>
                  </a:ext>
                </a:extLst>
              </p:cNvPr>
              <p:cNvSpPr/>
              <p:nvPr/>
            </p:nvSpPr>
            <p:spPr>
              <a:xfrm>
                <a:off x="401283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7" name="椭圆 13016">
                <a:extLst>
                  <a:ext uri="{FF2B5EF4-FFF2-40B4-BE49-F238E27FC236}">
                    <a16:creationId xmlns:a16="http://schemas.microsoft.com/office/drawing/2014/main" id="{7783FF8E-A936-4903-8B8E-6D20DB43222B}"/>
                  </a:ext>
                </a:extLst>
              </p:cNvPr>
              <p:cNvSpPr/>
              <p:nvPr/>
            </p:nvSpPr>
            <p:spPr>
              <a:xfrm>
                <a:off x="4134401"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8" name="椭圆 13017">
                <a:extLst>
                  <a:ext uri="{FF2B5EF4-FFF2-40B4-BE49-F238E27FC236}">
                    <a16:creationId xmlns:a16="http://schemas.microsoft.com/office/drawing/2014/main" id="{093DD47F-0763-4EEC-9DEA-B2A0FC3534E9}"/>
                  </a:ext>
                </a:extLst>
              </p:cNvPr>
              <p:cNvSpPr/>
              <p:nvPr/>
            </p:nvSpPr>
            <p:spPr>
              <a:xfrm>
                <a:off x="40437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9" name="椭圆 13018">
                <a:extLst>
                  <a:ext uri="{FF2B5EF4-FFF2-40B4-BE49-F238E27FC236}">
                    <a16:creationId xmlns:a16="http://schemas.microsoft.com/office/drawing/2014/main" id="{905F666D-030D-4421-978B-B93BF077D050}"/>
                  </a:ext>
                </a:extLst>
              </p:cNvPr>
              <p:cNvSpPr/>
              <p:nvPr/>
            </p:nvSpPr>
            <p:spPr>
              <a:xfrm>
                <a:off x="40014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0" name="椭圆 13019">
                <a:extLst>
                  <a:ext uri="{FF2B5EF4-FFF2-40B4-BE49-F238E27FC236}">
                    <a16:creationId xmlns:a16="http://schemas.microsoft.com/office/drawing/2014/main" id="{4D89A3B0-8E21-4313-94C4-9D576EF10ECD}"/>
                  </a:ext>
                </a:extLst>
              </p:cNvPr>
              <p:cNvSpPr/>
              <p:nvPr/>
            </p:nvSpPr>
            <p:spPr>
              <a:xfrm>
                <a:off x="4027703" y="30415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1" name="椭圆 13020">
                <a:extLst>
                  <a:ext uri="{FF2B5EF4-FFF2-40B4-BE49-F238E27FC236}">
                    <a16:creationId xmlns:a16="http://schemas.microsoft.com/office/drawing/2014/main" id="{948020F3-93DC-4356-BB52-B39DABDE35EC}"/>
                  </a:ext>
                </a:extLst>
              </p:cNvPr>
              <p:cNvSpPr/>
              <p:nvPr/>
            </p:nvSpPr>
            <p:spPr>
              <a:xfrm>
                <a:off x="3962811"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2" name="椭圆 13021">
                <a:extLst>
                  <a:ext uri="{FF2B5EF4-FFF2-40B4-BE49-F238E27FC236}">
                    <a16:creationId xmlns:a16="http://schemas.microsoft.com/office/drawing/2014/main" id="{7623B06B-6C6E-4BE7-BC4A-ED542466F129}"/>
                  </a:ext>
                </a:extLst>
              </p:cNvPr>
              <p:cNvSpPr/>
              <p:nvPr/>
            </p:nvSpPr>
            <p:spPr>
              <a:xfrm>
                <a:off x="4002084"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3" name="椭圆 13022">
                <a:extLst>
                  <a:ext uri="{FF2B5EF4-FFF2-40B4-BE49-F238E27FC236}">
                    <a16:creationId xmlns:a16="http://schemas.microsoft.com/office/drawing/2014/main" id="{D71075D0-1B20-438A-957B-07E949544314}"/>
                  </a:ext>
                </a:extLst>
              </p:cNvPr>
              <p:cNvSpPr/>
              <p:nvPr/>
            </p:nvSpPr>
            <p:spPr>
              <a:xfrm>
                <a:off x="3826493"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4" name="椭圆 13023">
                <a:extLst>
                  <a:ext uri="{FF2B5EF4-FFF2-40B4-BE49-F238E27FC236}">
                    <a16:creationId xmlns:a16="http://schemas.microsoft.com/office/drawing/2014/main" id="{13F8BFAE-22FF-4093-831D-DB8797EBB76C}"/>
                  </a:ext>
                </a:extLst>
              </p:cNvPr>
              <p:cNvSpPr/>
              <p:nvPr/>
            </p:nvSpPr>
            <p:spPr>
              <a:xfrm>
                <a:off x="3885696"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5" name="椭圆 13024">
                <a:extLst>
                  <a:ext uri="{FF2B5EF4-FFF2-40B4-BE49-F238E27FC236}">
                    <a16:creationId xmlns:a16="http://schemas.microsoft.com/office/drawing/2014/main" id="{6144EF5E-C355-4642-837D-A31D9FDB964D}"/>
                  </a:ext>
                </a:extLst>
              </p:cNvPr>
              <p:cNvSpPr/>
              <p:nvPr/>
            </p:nvSpPr>
            <p:spPr>
              <a:xfrm>
                <a:off x="387986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6" name="椭圆 13025">
                <a:extLst>
                  <a:ext uri="{FF2B5EF4-FFF2-40B4-BE49-F238E27FC236}">
                    <a16:creationId xmlns:a16="http://schemas.microsoft.com/office/drawing/2014/main" id="{4B1AA98D-C16E-478A-A444-12B63D86CB84}"/>
                  </a:ext>
                </a:extLst>
              </p:cNvPr>
              <p:cNvSpPr/>
              <p:nvPr/>
            </p:nvSpPr>
            <p:spPr>
              <a:xfrm>
                <a:off x="40513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7" name="椭圆 13026">
                <a:extLst>
                  <a:ext uri="{FF2B5EF4-FFF2-40B4-BE49-F238E27FC236}">
                    <a16:creationId xmlns:a16="http://schemas.microsoft.com/office/drawing/2014/main" id="{94774522-3DB6-4A9F-BDE2-3DCCFB2351C8}"/>
                  </a:ext>
                </a:extLst>
              </p:cNvPr>
              <p:cNvSpPr/>
              <p:nvPr/>
            </p:nvSpPr>
            <p:spPr>
              <a:xfrm>
                <a:off x="3868482"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8" name="椭圆 13027">
                <a:extLst>
                  <a:ext uri="{FF2B5EF4-FFF2-40B4-BE49-F238E27FC236}">
                    <a16:creationId xmlns:a16="http://schemas.microsoft.com/office/drawing/2014/main" id="{033D54E7-C790-4C15-AA8B-8BE3D48AC3C9}"/>
                  </a:ext>
                </a:extLst>
              </p:cNvPr>
              <p:cNvSpPr/>
              <p:nvPr/>
            </p:nvSpPr>
            <p:spPr>
              <a:xfrm>
                <a:off x="39359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9" name="椭圆 13028">
                <a:extLst>
                  <a:ext uri="{FF2B5EF4-FFF2-40B4-BE49-F238E27FC236}">
                    <a16:creationId xmlns:a16="http://schemas.microsoft.com/office/drawing/2014/main" id="{3BF5F542-DBE7-41E3-BD1F-533FB48E0697}"/>
                  </a:ext>
                </a:extLst>
              </p:cNvPr>
              <p:cNvSpPr/>
              <p:nvPr/>
            </p:nvSpPr>
            <p:spPr>
              <a:xfrm>
                <a:off x="396115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0" name="椭圆 13029">
                <a:extLst>
                  <a:ext uri="{FF2B5EF4-FFF2-40B4-BE49-F238E27FC236}">
                    <a16:creationId xmlns:a16="http://schemas.microsoft.com/office/drawing/2014/main" id="{39105A83-967C-4358-AEBB-6C2F43DAD4E9}"/>
                  </a:ext>
                </a:extLst>
              </p:cNvPr>
              <p:cNvSpPr/>
              <p:nvPr/>
            </p:nvSpPr>
            <p:spPr>
              <a:xfrm>
                <a:off x="40141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1" name="椭圆 13030">
                <a:extLst>
                  <a:ext uri="{FF2B5EF4-FFF2-40B4-BE49-F238E27FC236}">
                    <a16:creationId xmlns:a16="http://schemas.microsoft.com/office/drawing/2014/main" id="{E3F3EA5F-5A99-4D18-9B6A-5E34239BF87E}"/>
                  </a:ext>
                </a:extLst>
              </p:cNvPr>
              <p:cNvSpPr/>
              <p:nvPr/>
            </p:nvSpPr>
            <p:spPr>
              <a:xfrm>
                <a:off x="4013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2" name="椭圆 13031">
                <a:extLst>
                  <a:ext uri="{FF2B5EF4-FFF2-40B4-BE49-F238E27FC236}">
                    <a16:creationId xmlns:a16="http://schemas.microsoft.com/office/drawing/2014/main" id="{4C8D7749-CB83-4878-B9B9-4D0BAAE81586}"/>
                  </a:ext>
                </a:extLst>
              </p:cNvPr>
              <p:cNvSpPr/>
              <p:nvPr/>
            </p:nvSpPr>
            <p:spPr>
              <a:xfrm>
                <a:off x="406701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3" name="椭圆 13032">
                <a:extLst>
                  <a:ext uri="{FF2B5EF4-FFF2-40B4-BE49-F238E27FC236}">
                    <a16:creationId xmlns:a16="http://schemas.microsoft.com/office/drawing/2014/main" id="{CE883EE1-58B1-4870-9773-FF718A06C78A}"/>
                  </a:ext>
                </a:extLst>
              </p:cNvPr>
              <p:cNvSpPr/>
              <p:nvPr/>
            </p:nvSpPr>
            <p:spPr>
              <a:xfrm>
                <a:off x="40509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4" name="椭圆 13033">
                <a:extLst>
                  <a:ext uri="{FF2B5EF4-FFF2-40B4-BE49-F238E27FC236}">
                    <a16:creationId xmlns:a16="http://schemas.microsoft.com/office/drawing/2014/main" id="{59ED4915-990F-4553-9518-FA52268748BA}"/>
                  </a:ext>
                </a:extLst>
              </p:cNvPr>
              <p:cNvSpPr/>
              <p:nvPr/>
            </p:nvSpPr>
            <p:spPr>
              <a:xfrm>
                <a:off x="417407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5" name="椭圆 13034">
                <a:extLst>
                  <a:ext uri="{FF2B5EF4-FFF2-40B4-BE49-F238E27FC236}">
                    <a16:creationId xmlns:a16="http://schemas.microsoft.com/office/drawing/2014/main" id="{387B0460-2F08-46E5-9F04-BE6F9763B7A7}"/>
                  </a:ext>
                </a:extLst>
              </p:cNvPr>
              <p:cNvSpPr/>
              <p:nvPr/>
            </p:nvSpPr>
            <p:spPr>
              <a:xfrm>
                <a:off x="4031117"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6" name="椭圆 13035">
                <a:extLst>
                  <a:ext uri="{FF2B5EF4-FFF2-40B4-BE49-F238E27FC236}">
                    <a16:creationId xmlns:a16="http://schemas.microsoft.com/office/drawing/2014/main" id="{E9FFCE08-1FD3-4BBA-BF90-A19201D2CB4C}"/>
                  </a:ext>
                </a:extLst>
              </p:cNvPr>
              <p:cNvSpPr/>
              <p:nvPr/>
            </p:nvSpPr>
            <p:spPr>
              <a:xfrm>
                <a:off x="401999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7" name="椭圆 13036">
                <a:extLst>
                  <a:ext uri="{FF2B5EF4-FFF2-40B4-BE49-F238E27FC236}">
                    <a16:creationId xmlns:a16="http://schemas.microsoft.com/office/drawing/2014/main" id="{46D1F142-0FB6-4744-9C1F-F4A41D9FF0BB}"/>
                  </a:ext>
                </a:extLst>
              </p:cNvPr>
              <p:cNvSpPr/>
              <p:nvPr/>
            </p:nvSpPr>
            <p:spPr>
              <a:xfrm>
                <a:off x="4163140"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8" name="椭圆 13037">
                <a:extLst>
                  <a:ext uri="{FF2B5EF4-FFF2-40B4-BE49-F238E27FC236}">
                    <a16:creationId xmlns:a16="http://schemas.microsoft.com/office/drawing/2014/main" id="{EE19D1F8-381F-4566-BF03-3F5BBAAC8356}"/>
                  </a:ext>
                </a:extLst>
              </p:cNvPr>
              <p:cNvSpPr/>
              <p:nvPr/>
            </p:nvSpPr>
            <p:spPr>
              <a:xfrm>
                <a:off x="400898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9" name="椭圆 13038">
                <a:extLst>
                  <a:ext uri="{FF2B5EF4-FFF2-40B4-BE49-F238E27FC236}">
                    <a16:creationId xmlns:a16="http://schemas.microsoft.com/office/drawing/2014/main" id="{943A9251-5D65-4FB0-9BF8-BDAA2933AE82}"/>
                  </a:ext>
                </a:extLst>
              </p:cNvPr>
              <p:cNvSpPr/>
              <p:nvPr/>
            </p:nvSpPr>
            <p:spPr>
              <a:xfrm>
                <a:off x="396828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0" name="椭圆 13039">
                <a:extLst>
                  <a:ext uri="{FF2B5EF4-FFF2-40B4-BE49-F238E27FC236}">
                    <a16:creationId xmlns:a16="http://schemas.microsoft.com/office/drawing/2014/main" id="{61314783-BE68-436C-B431-31105EF4DE22}"/>
                  </a:ext>
                </a:extLst>
              </p:cNvPr>
              <p:cNvSpPr/>
              <p:nvPr/>
            </p:nvSpPr>
            <p:spPr>
              <a:xfrm>
                <a:off x="399232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1" name="椭圆 13040">
                <a:extLst>
                  <a:ext uri="{FF2B5EF4-FFF2-40B4-BE49-F238E27FC236}">
                    <a16:creationId xmlns:a16="http://schemas.microsoft.com/office/drawing/2014/main" id="{D0B2461D-6C65-4725-A791-904256B56ED3}"/>
                  </a:ext>
                </a:extLst>
              </p:cNvPr>
              <p:cNvSpPr/>
              <p:nvPr/>
            </p:nvSpPr>
            <p:spPr>
              <a:xfrm>
                <a:off x="401592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2" name="椭圆 13041">
                <a:extLst>
                  <a:ext uri="{FF2B5EF4-FFF2-40B4-BE49-F238E27FC236}">
                    <a16:creationId xmlns:a16="http://schemas.microsoft.com/office/drawing/2014/main" id="{691D2A2C-2EA6-48E3-A044-B700BCA5D3A0}"/>
                  </a:ext>
                </a:extLst>
              </p:cNvPr>
              <p:cNvSpPr/>
              <p:nvPr/>
            </p:nvSpPr>
            <p:spPr>
              <a:xfrm>
                <a:off x="401775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3" name="椭圆 13042">
                <a:extLst>
                  <a:ext uri="{FF2B5EF4-FFF2-40B4-BE49-F238E27FC236}">
                    <a16:creationId xmlns:a16="http://schemas.microsoft.com/office/drawing/2014/main" id="{379A73F7-588E-49FD-91D1-08DA132AA369}"/>
                  </a:ext>
                </a:extLst>
              </p:cNvPr>
              <p:cNvSpPr/>
              <p:nvPr/>
            </p:nvSpPr>
            <p:spPr>
              <a:xfrm>
                <a:off x="4051194"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4" name="椭圆 13043">
                <a:extLst>
                  <a:ext uri="{FF2B5EF4-FFF2-40B4-BE49-F238E27FC236}">
                    <a16:creationId xmlns:a16="http://schemas.microsoft.com/office/drawing/2014/main" id="{C447C4E3-E57C-4481-931A-AC969184DB44}"/>
                  </a:ext>
                </a:extLst>
              </p:cNvPr>
              <p:cNvSpPr/>
              <p:nvPr/>
            </p:nvSpPr>
            <p:spPr>
              <a:xfrm>
                <a:off x="4023996" y="2854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5" name="椭圆 13044">
                <a:extLst>
                  <a:ext uri="{FF2B5EF4-FFF2-40B4-BE49-F238E27FC236}">
                    <a16:creationId xmlns:a16="http://schemas.microsoft.com/office/drawing/2014/main" id="{1B2ACDEB-5EC0-4699-A0A7-E0FE5EDAA330}"/>
                  </a:ext>
                </a:extLst>
              </p:cNvPr>
              <p:cNvSpPr/>
              <p:nvPr/>
            </p:nvSpPr>
            <p:spPr>
              <a:xfrm>
                <a:off x="403915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6" name="椭圆 13045">
                <a:extLst>
                  <a:ext uri="{FF2B5EF4-FFF2-40B4-BE49-F238E27FC236}">
                    <a16:creationId xmlns:a16="http://schemas.microsoft.com/office/drawing/2014/main" id="{87B2F284-9AAE-402F-91DF-916293E1201B}"/>
                  </a:ext>
                </a:extLst>
              </p:cNvPr>
              <p:cNvSpPr/>
              <p:nvPr/>
            </p:nvSpPr>
            <p:spPr>
              <a:xfrm>
                <a:off x="392808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7" name="椭圆 13046">
                <a:extLst>
                  <a:ext uri="{FF2B5EF4-FFF2-40B4-BE49-F238E27FC236}">
                    <a16:creationId xmlns:a16="http://schemas.microsoft.com/office/drawing/2014/main" id="{856A50D7-6398-4671-89D7-BCF47F8873E0}"/>
                  </a:ext>
                </a:extLst>
              </p:cNvPr>
              <p:cNvSpPr/>
              <p:nvPr/>
            </p:nvSpPr>
            <p:spPr>
              <a:xfrm>
                <a:off x="4028290"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8" name="椭圆 13047">
                <a:extLst>
                  <a:ext uri="{FF2B5EF4-FFF2-40B4-BE49-F238E27FC236}">
                    <a16:creationId xmlns:a16="http://schemas.microsoft.com/office/drawing/2014/main" id="{E6C82DFC-5C08-4FD9-839A-724DD92F828C}"/>
                  </a:ext>
                </a:extLst>
              </p:cNvPr>
              <p:cNvSpPr/>
              <p:nvPr/>
            </p:nvSpPr>
            <p:spPr>
              <a:xfrm>
                <a:off x="3938329"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9" name="椭圆 13048">
                <a:extLst>
                  <a:ext uri="{FF2B5EF4-FFF2-40B4-BE49-F238E27FC236}">
                    <a16:creationId xmlns:a16="http://schemas.microsoft.com/office/drawing/2014/main" id="{7A36544B-909F-49EA-B072-4593131DF7D1}"/>
                  </a:ext>
                </a:extLst>
              </p:cNvPr>
              <p:cNvSpPr/>
              <p:nvPr/>
            </p:nvSpPr>
            <p:spPr>
              <a:xfrm>
                <a:off x="385754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0" name="椭圆 13049">
                <a:extLst>
                  <a:ext uri="{FF2B5EF4-FFF2-40B4-BE49-F238E27FC236}">
                    <a16:creationId xmlns:a16="http://schemas.microsoft.com/office/drawing/2014/main" id="{DF4FE485-D232-4926-8EEB-FEE13E493745}"/>
                  </a:ext>
                </a:extLst>
              </p:cNvPr>
              <p:cNvSpPr/>
              <p:nvPr/>
            </p:nvSpPr>
            <p:spPr>
              <a:xfrm>
                <a:off x="392897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1" name="椭圆 13050">
                <a:extLst>
                  <a:ext uri="{FF2B5EF4-FFF2-40B4-BE49-F238E27FC236}">
                    <a16:creationId xmlns:a16="http://schemas.microsoft.com/office/drawing/2014/main" id="{2E85BC3B-FD42-4E73-8419-18F154F12F2D}"/>
                  </a:ext>
                </a:extLst>
              </p:cNvPr>
              <p:cNvSpPr/>
              <p:nvPr/>
            </p:nvSpPr>
            <p:spPr>
              <a:xfrm>
                <a:off x="401471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2" name="椭圆 13051">
                <a:extLst>
                  <a:ext uri="{FF2B5EF4-FFF2-40B4-BE49-F238E27FC236}">
                    <a16:creationId xmlns:a16="http://schemas.microsoft.com/office/drawing/2014/main" id="{D403E678-06BB-4BCB-BCF7-4BDB1EA4EA4A}"/>
                  </a:ext>
                </a:extLst>
              </p:cNvPr>
              <p:cNvSpPr/>
              <p:nvPr/>
            </p:nvSpPr>
            <p:spPr>
              <a:xfrm>
                <a:off x="403232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3" name="椭圆 13052">
                <a:extLst>
                  <a:ext uri="{FF2B5EF4-FFF2-40B4-BE49-F238E27FC236}">
                    <a16:creationId xmlns:a16="http://schemas.microsoft.com/office/drawing/2014/main" id="{1DFB7254-2EB0-45FE-B566-5C13436E814E}"/>
                  </a:ext>
                </a:extLst>
              </p:cNvPr>
              <p:cNvSpPr/>
              <p:nvPr/>
            </p:nvSpPr>
            <p:spPr>
              <a:xfrm>
                <a:off x="402854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4" name="椭圆 13053">
                <a:extLst>
                  <a:ext uri="{FF2B5EF4-FFF2-40B4-BE49-F238E27FC236}">
                    <a16:creationId xmlns:a16="http://schemas.microsoft.com/office/drawing/2014/main" id="{A8581D46-6C8D-4099-A96D-1A8D3777DA8A}"/>
                  </a:ext>
                </a:extLst>
              </p:cNvPr>
              <p:cNvSpPr/>
              <p:nvPr/>
            </p:nvSpPr>
            <p:spPr>
              <a:xfrm>
                <a:off x="40353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5" name="椭圆 13054">
                <a:extLst>
                  <a:ext uri="{FF2B5EF4-FFF2-40B4-BE49-F238E27FC236}">
                    <a16:creationId xmlns:a16="http://schemas.microsoft.com/office/drawing/2014/main" id="{D6F303D6-D0D4-4CBB-BE98-2774A5C52334}"/>
                  </a:ext>
                </a:extLst>
              </p:cNvPr>
              <p:cNvSpPr/>
              <p:nvPr/>
            </p:nvSpPr>
            <p:spPr>
              <a:xfrm>
                <a:off x="3624879" y="276954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6" name="椭圆 13055">
                <a:extLst>
                  <a:ext uri="{FF2B5EF4-FFF2-40B4-BE49-F238E27FC236}">
                    <a16:creationId xmlns:a16="http://schemas.microsoft.com/office/drawing/2014/main" id="{F9FC7FF3-BAA2-4FCA-9A2C-7DF17574D39E}"/>
                  </a:ext>
                </a:extLst>
              </p:cNvPr>
              <p:cNvSpPr/>
              <p:nvPr/>
            </p:nvSpPr>
            <p:spPr>
              <a:xfrm>
                <a:off x="390918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7" name="椭圆 13056">
                <a:extLst>
                  <a:ext uri="{FF2B5EF4-FFF2-40B4-BE49-F238E27FC236}">
                    <a16:creationId xmlns:a16="http://schemas.microsoft.com/office/drawing/2014/main" id="{9155F572-6EBF-48AD-9D5B-603F6245C93B}"/>
                  </a:ext>
                </a:extLst>
              </p:cNvPr>
              <p:cNvSpPr/>
              <p:nvPr/>
            </p:nvSpPr>
            <p:spPr>
              <a:xfrm>
                <a:off x="394255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8" name="椭圆 13057">
                <a:extLst>
                  <a:ext uri="{FF2B5EF4-FFF2-40B4-BE49-F238E27FC236}">
                    <a16:creationId xmlns:a16="http://schemas.microsoft.com/office/drawing/2014/main" id="{563E174D-F27F-4CAE-8DA6-33669F86C94D}"/>
                  </a:ext>
                </a:extLst>
              </p:cNvPr>
              <p:cNvSpPr/>
              <p:nvPr/>
            </p:nvSpPr>
            <p:spPr>
              <a:xfrm>
                <a:off x="393932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9" name="椭圆 13058">
                <a:extLst>
                  <a:ext uri="{FF2B5EF4-FFF2-40B4-BE49-F238E27FC236}">
                    <a16:creationId xmlns:a16="http://schemas.microsoft.com/office/drawing/2014/main" id="{8CCCCA10-E30E-4B8C-8010-B05BA42DB4AA}"/>
                  </a:ext>
                </a:extLst>
              </p:cNvPr>
              <p:cNvSpPr/>
              <p:nvPr/>
            </p:nvSpPr>
            <p:spPr>
              <a:xfrm>
                <a:off x="40405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0" name="椭圆 13059">
                <a:extLst>
                  <a:ext uri="{FF2B5EF4-FFF2-40B4-BE49-F238E27FC236}">
                    <a16:creationId xmlns:a16="http://schemas.microsoft.com/office/drawing/2014/main" id="{3BD4C4E3-F5BD-4AAD-B6F1-533289DB1F67}"/>
                  </a:ext>
                </a:extLst>
              </p:cNvPr>
              <p:cNvSpPr/>
              <p:nvPr/>
            </p:nvSpPr>
            <p:spPr>
              <a:xfrm>
                <a:off x="406029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1" name="椭圆 13060">
                <a:extLst>
                  <a:ext uri="{FF2B5EF4-FFF2-40B4-BE49-F238E27FC236}">
                    <a16:creationId xmlns:a16="http://schemas.microsoft.com/office/drawing/2014/main" id="{3F37384A-5963-4DF8-915D-F08106FEB471}"/>
                  </a:ext>
                </a:extLst>
              </p:cNvPr>
              <p:cNvSpPr/>
              <p:nvPr/>
            </p:nvSpPr>
            <p:spPr>
              <a:xfrm>
                <a:off x="398894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2" name="椭圆 13061">
                <a:extLst>
                  <a:ext uri="{FF2B5EF4-FFF2-40B4-BE49-F238E27FC236}">
                    <a16:creationId xmlns:a16="http://schemas.microsoft.com/office/drawing/2014/main" id="{0C975266-FFA7-4A2C-BFA4-8DD472539AF8}"/>
                  </a:ext>
                </a:extLst>
              </p:cNvPr>
              <p:cNvSpPr/>
              <p:nvPr/>
            </p:nvSpPr>
            <p:spPr>
              <a:xfrm>
                <a:off x="398373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3" name="椭圆 13062">
                <a:extLst>
                  <a:ext uri="{FF2B5EF4-FFF2-40B4-BE49-F238E27FC236}">
                    <a16:creationId xmlns:a16="http://schemas.microsoft.com/office/drawing/2014/main" id="{3401B729-659F-4F0B-841E-DBBBDE7BE49C}"/>
                  </a:ext>
                </a:extLst>
              </p:cNvPr>
              <p:cNvSpPr/>
              <p:nvPr/>
            </p:nvSpPr>
            <p:spPr>
              <a:xfrm>
                <a:off x="395007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4" name="椭圆 13063">
                <a:extLst>
                  <a:ext uri="{FF2B5EF4-FFF2-40B4-BE49-F238E27FC236}">
                    <a16:creationId xmlns:a16="http://schemas.microsoft.com/office/drawing/2014/main" id="{EC215E5D-B29A-44B6-B574-10CCC3A0D80C}"/>
                  </a:ext>
                </a:extLst>
              </p:cNvPr>
              <p:cNvSpPr/>
              <p:nvPr/>
            </p:nvSpPr>
            <p:spPr>
              <a:xfrm>
                <a:off x="410808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5" name="椭圆 13064">
                <a:extLst>
                  <a:ext uri="{FF2B5EF4-FFF2-40B4-BE49-F238E27FC236}">
                    <a16:creationId xmlns:a16="http://schemas.microsoft.com/office/drawing/2014/main" id="{BC05D4A1-9251-4913-B5FE-29F7BE164DD6}"/>
                  </a:ext>
                </a:extLst>
              </p:cNvPr>
              <p:cNvSpPr/>
              <p:nvPr/>
            </p:nvSpPr>
            <p:spPr>
              <a:xfrm>
                <a:off x="394684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6" name="椭圆 13065">
                <a:extLst>
                  <a:ext uri="{FF2B5EF4-FFF2-40B4-BE49-F238E27FC236}">
                    <a16:creationId xmlns:a16="http://schemas.microsoft.com/office/drawing/2014/main" id="{F313AFEE-DF51-4A0E-9592-1C57E4CC27B6}"/>
                  </a:ext>
                </a:extLst>
              </p:cNvPr>
              <p:cNvSpPr/>
              <p:nvPr/>
            </p:nvSpPr>
            <p:spPr>
              <a:xfrm>
                <a:off x="3925336"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7" name="椭圆 13066">
                <a:extLst>
                  <a:ext uri="{FF2B5EF4-FFF2-40B4-BE49-F238E27FC236}">
                    <a16:creationId xmlns:a16="http://schemas.microsoft.com/office/drawing/2014/main" id="{D536C893-7CB0-40A5-9A03-B171EE19E9EB}"/>
                  </a:ext>
                </a:extLst>
              </p:cNvPr>
              <p:cNvSpPr/>
              <p:nvPr/>
            </p:nvSpPr>
            <p:spPr>
              <a:xfrm>
                <a:off x="404877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8" name="椭圆 13067">
                <a:extLst>
                  <a:ext uri="{FF2B5EF4-FFF2-40B4-BE49-F238E27FC236}">
                    <a16:creationId xmlns:a16="http://schemas.microsoft.com/office/drawing/2014/main" id="{2AA0BAE7-F2C5-4050-A2CC-72B4AE1C1C5D}"/>
                  </a:ext>
                </a:extLst>
              </p:cNvPr>
              <p:cNvSpPr/>
              <p:nvPr/>
            </p:nvSpPr>
            <p:spPr>
              <a:xfrm>
                <a:off x="399973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9" name="椭圆 13068">
                <a:extLst>
                  <a:ext uri="{FF2B5EF4-FFF2-40B4-BE49-F238E27FC236}">
                    <a16:creationId xmlns:a16="http://schemas.microsoft.com/office/drawing/2014/main" id="{F95B45C8-A05F-4924-B7E2-F99A625CFC20}"/>
                  </a:ext>
                </a:extLst>
              </p:cNvPr>
              <p:cNvSpPr/>
              <p:nvPr/>
            </p:nvSpPr>
            <p:spPr>
              <a:xfrm>
                <a:off x="393278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0" name="椭圆 13069">
                <a:extLst>
                  <a:ext uri="{FF2B5EF4-FFF2-40B4-BE49-F238E27FC236}">
                    <a16:creationId xmlns:a16="http://schemas.microsoft.com/office/drawing/2014/main" id="{038E7024-4E7A-410A-9231-17C0C7C77B98}"/>
                  </a:ext>
                </a:extLst>
              </p:cNvPr>
              <p:cNvSpPr/>
              <p:nvPr/>
            </p:nvSpPr>
            <p:spPr>
              <a:xfrm>
                <a:off x="4079529" y="2764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1" name="椭圆 13070">
                <a:extLst>
                  <a:ext uri="{FF2B5EF4-FFF2-40B4-BE49-F238E27FC236}">
                    <a16:creationId xmlns:a16="http://schemas.microsoft.com/office/drawing/2014/main" id="{63D4949F-9741-463F-8424-633F32616CBB}"/>
                  </a:ext>
                </a:extLst>
              </p:cNvPr>
              <p:cNvSpPr/>
              <p:nvPr/>
            </p:nvSpPr>
            <p:spPr>
              <a:xfrm>
                <a:off x="4012948"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2" name="椭圆 13071">
                <a:extLst>
                  <a:ext uri="{FF2B5EF4-FFF2-40B4-BE49-F238E27FC236}">
                    <a16:creationId xmlns:a16="http://schemas.microsoft.com/office/drawing/2014/main" id="{11622A68-4AA4-4F17-B8B1-4E5688F39A05}"/>
                  </a:ext>
                </a:extLst>
              </p:cNvPr>
              <p:cNvSpPr/>
              <p:nvPr/>
            </p:nvSpPr>
            <p:spPr>
              <a:xfrm>
                <a:off x="3799920"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3" name="椭圆 13072">
                <a:extLst>
                  <a:ext uri="{FF2B5EF4-FFF2-40B4-BE49-F238E27FC236}">
                    <a16:creationId xmlns:a16="http://schemas.microsoft.com/office/drawing/2014/main" id="{33F941FF-4C08-4CC3-A6BB-2436C361DF08}"/>
                  </a:ext>
                </a:extLst>
              </p:cNvPr>
              <p:cNvSpPr/>
              <p:nvPr/>
            </p:nvSpPr>
            <p:spPr>
              <a:xfrm>
                <a:off x="422689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4" name="椭圆 13073">
                <a:extLst>
                  <a:ext uri="{FF2B5EF4-FFF2-40B4-BE49-F238E27FC236}">
                    <a16:creationId xmlns:a16="http://schemas.microsoft.com/office/drawing/2014/main" id="{CF9DB6E3-402A-444F-933B-3E8BA42B855F}"/>
                  </a:ext>
                </a:extLst>
              </p:cNvPr>
              <p:cNvSpPr/>
              <p:nvPr/>
            </p:nvSpPr>
            <p:spPr>
              <a:xfrm>
                <a:off x="4339245" y="277890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5" name="椭圆 13074">
                <a:extLst>
                  <a:ext uri="{FF2B5EF4-FFF2-40B4-BE49-F238E27FC236}">
                    <a16:creationId xmlns:a16="http://schemas.microsoft.com/office/drawing/2014/main" id="{F99B7CBD-D13A-4A31-94A8-3D4B13EBD239}"/>
                  </a:ext>
                </a:extLst>
              </p:cNvPr>
              <p:cNvSpPr/>
              <p:nvPr/>
            </p:nvSpPr>
            <p:spPr>
              <a:xfrm>
                <a:off x="3937302" y="29669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6" name="椭圆 13075">
                <a:extLst>
                  <a:ext uri="{FF2B5EF4-FFF2-40B4-BE49-F238E27FC236}">
                    <a16:creationId xmlns:a16="http://schemas.microsoft.com/office/drawing/2014/main" id="{0A26515C-C2BF-4A96-B4D6-8E37F99854F0}"/>
                  </a:ext>
                </a:extLst>
              </p:cNvPr>
              <p:cNvSpPr/>
              <p:nvPr/>
            </p:nvSpPr>
            <p:spPr>
              <a:xfrm>
                <a:off x="4375618" y="2788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7" name="椭圆 13076">
                <a:extLst>
                  <a:ext uri="{FF2B5EF4-FFF2-40B4-BE49-F238E27FC236}">
                    <a16:creationId xmlns:a16="http://schemas.microsoft.com/office/drawing/2014/main" id="{2F932A28-9F51-4386-A2F9-E4CC3778685F}"/>
                  </a:ext>
                </a:extLst>
              </p:cNvPr>
              <p:cNvSpPr/>
              <p:nvPr/>
            </p:nvSpPr>
            <p:spPr>
              <a:xfrm>
                <a:off x="400762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8" name="椭圆 13077">
                <a:extLst>
                  <a:ext uri="{FF2B5EF4-FFF2-40B4-BE49-F238E27FC236}">
                    <a16:creationId xmlns:a16="http://schemas.microsoft.com/office/drawing/2014/main" id="{D0A13A81-FB54-4BA5-A03E-190302F9D18F}"/>
                  </a:ext>
                </a:extLst>
              </p:cNvPr>
              <p:cNvSpPr/>
              <p:nvPr/>
            </p:nvSpPr>
            <p:spPr>
              <a:xfrm>
                <a:off x="400256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9" name="椭圆 13078">
                <a:extLst>
                  <a:ext uri="{FF2B5EF4-FFF2-40B4-BE49-F238E27FC236}">
                    <a16:creationId xmlns:a16="http://schemas.microsoft.com/office/drawing/2014/main" id="{BEC7835C-A44A-4462-8637-D01AA45AF01B}"/>
                  </a:ext>
                </a:extLst>
              </p:cNvPr>
              <p:cNvSpPr/>
              <p:nvPr/>
            </p:nvSpPr>
            <p:spPr>
              <a:xfrm>
                <a:off x="39624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0" name="椭圆 13079">
                <a:extLst>
                  <a:ext uri="{FF2B5EF4-FFF2-40B4-BE49-F238E27FC236}">
                    <a16:creationId xmlns:a16="http://schemas.microsoft.com/office/drawing/2014/main" id="{D4DB44AE-9DEE-407A-8DC3-90C2430FC459}"/>
                  </a:ext>
                </a:extLst>
              </p:cNvPr>
              <p:cNvSpPr/>
              <p:nvPr/>
            </p:nvSpPr>
            <p:spPr>
              <a:xfrm>
                <a:off x="397268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1" name="椭圆 13080">
                <a:extLst>
                  <a:ext uri="{FF2B5EF4-FFF2-40B4-BE49-F238E27FC236}">
                    <a16:creationId xmlns:a16="http://schemas.microsoft.com/office/drawing/2014/main" id="{D776918A-8543-4DF3-9828-16ACA741F94A}"/>
                  </a:ext>
                </a:extLst>
              </p:cNvPr>
              <p:cNvSpPr/>
              <p:nvPr/>
            </p:nvSpPr>
            <p:spPr>
              <a:xfrm>
                <a:off x="403394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2" name="椭圆 13081">
                <a:extLst>
                  <a:ext uri="{FF2B5EF4-FFF2-40B4-BE49-F238E27FC236}">
                    <a16:creationId xmlns:a16="http://schemas.microsoft.com/office/drawing/2014/main" id="{7C07C048-40AA-4DF9-9860-543F8038FC8B}"/>
                  </a:ext>
                </a:extLst>
              </p:cNvPr>
              <p:cNvSpPr/>
              <p:nvPr/>
            </p:nvSpPr>
            <p:spPr>
              <a:xfrm>
                <a:off x="40486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3" name="椭圆 13082">
                <a:extLst>
                  <a:ext uri="{FF2B5EF4-FFF2-40B4-BE49-F238E27FC236}">
                    <a16:creationId xmlns:a16="http://schemas.microsoft.com/office/drawing/2014/main" id="{1F9C78B7-4FA5-4B87-B993-349522752564}"/>
                  </a:ext>
                </a:extLst>
              </p:cNvPr>
              <p:cNvSpPr/>
              <p:nvPr/>
            </p:nvSpPr>
            <p:spPr>
              <a:xfrm>
                <a:off x="401287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4" name="椭圆 13083">
                <a:extLst>
                  <a:ext uri="{FF2B5EF4-FFF2-40B4-BE49-F238E27FC236}">
                    <a16:creationId xmlns:a16="http://schemas.microsoft.com/office/drawing/2014/main" id="{A65C36E8-C0B2-4121-832F-492C3DEE746E}"/>
                  </a:ext>
                </a:extLst>
              </p:cNvPr>
              <p:cNvSpPr/>
              <p:nvPr/>
            </p:nvSpPr>
            <p:spPr>
              <a:xfrm>
                <a:off x="4078685"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5" name="椭圆 13084">
                <a:extLst>
                  <a:ext uri="{FF2B5EF4-FFF2-40B4-BE49-F238E27FC236}">
                    <a16:creationId xmlns:a16="http://schemas.microsoft.com/office/drawing/2014/main" id="{7A8D74F4-3360-4819-B6C5-A9CD39B1EDAB}"/>
                  </a:ext>
                </a:extLst>
              </p:cNvPr>
              <p:cNvSpPr/>
              <p:nvPr/>
            </p:nvSpPr>
            <p:spPr>
              <a:xfrm>
                <a:off x="402410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6" name="椭圆 13085">
                <a:extLst>
                  <a:ext uri="{FF2B5EF4-FFF2-40B4-BE49-F238E27FC236}">
                    <a16:creationId xmlns:a16="http://schemas.microsoft.com/office/drawing/2014/main" id="{19B67A6B-0000-4268-A2BF-D8CF55A5D07B}"/>
                  </a:ext>
                </a:extLst>
              </p:cNvPr>
              <p:cNvSpPr/>
              <p:nvPr/>
            </p:nvSpPr>
            <p:spPr>
              <a:xfrm>
                <a:off x="401515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7" name="椭圆 13086">
                <a:extLst>
                  <a:ext uri="{FF2B5EF4-FFF2-40B4-BE49-F238E27FC236}">
                    <a16:creationId xmlns:a16="http://schemas.microsoft.com/office/drawing/2014/main" id="{4AC9C8F8-E5C3-456C-80F0-850EF4B38B7B}"/>
                  </a:ext>
                </a:extLst>
              </p:cNvPr>
              <p:cNvSpPr/>
              <p:nvPr/>
            </p:nvSpPr>
            <p:spPr>
              <a:xfrm>
                <a:off x="40339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8" name="椭圆 13087">
                <a:extLst>
                  <a:ext uri="{FF2B5EF4-FFF2-40B4-BE49-F238E27FC236}">
                    <a16:creationId xmlns:a16="http://schemas.microsoft.com/office/drawing/2014/main" id="{15754DD3-C2D1-436C-958C-315165447C4C}"/>
                  </a:ext>
                </a:extLst>
              </p:cNvPr>
              <p:cNvSpPr/>
              <p:nvPr/>
            </p:nvSpPr>
            <p:spPr>
              <a:xfrm>
                <a:off x="405357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9" name="椭圆 13088">
                <a:extLst>
                  <a:ext uri="{FF2B5EF4-FFF2-40B4-BE49-F238E27FC236}">
                    <a16:creationId xmlns:a16="http://schemas.microsoft.com/office/drawing/2014/main" id="{1AEE92A6-EA98-478F-AEC6-0774060595F9}"/>
                  </a:ext>
                </a:extLst>
              </p:cNvPr>
              <p:cNvSpPr/>
              <p:nvPr/>
            </p:nvSpPr>
            <p:spPr>
              <a:xfrm>
                <a:off x="4124895"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0" name="椭圆 13089">
                <a:extLst>
                  <a:ext uri="{FF2B5EF4-FFF2-40B4-BE49-F238E27FC236}">
                    <a16:creationId xmlns:a16="http://schemas.microsoft.com/office/drawing/2014/main" id="{5AC2A829-336B-4F2E-B584-833360227F43}"/>
                  </a:ext>
                </a:extLst>
              </p:cNvPr>
              <p:cNvSpPr/>
              <p:nvPr/>
            </p:nvSpPr>
            <p:spPr>
              <a:xfrm>
                <a:off x="413858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1" name="椭圆 13090">
                <a:extLst>
                  <a:ext uri="{FF2B5EF4-FFF2-40B4-BE49-F238E27FC236}">
                    <a16:creationId xmlns:a16="http://schemas.microsoft.com/office/drawing/2014/main" id="{23AE8720-4167-4BB5-8BCE-EBFBCA93F19F}"/>
                  </a:ext>
                </a:extLst>
              </p:cNvPr>
              <p:cNvSpPr/>
              <p:nvPr/>
            </p:nvSpPr>
            <p:spPr>
              <a:xfrm>
                <a:off x="4132749"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2" name="椭圆 13091">
                <a:extLst>
                  <a:ext uri="{FF2B5EF4-FFF2-40B4-BE49-F238E27FC236}">
                    <a16:creationId xmlns:a16="http://schemas.microsoft.com/office/drawing/2014/main" id="{DC2FBAEB-852C-4F19-A7B9-BBB77E9AF485}"/>
                  </a:ext>
                </a:extLst>
              </p:cNvPr>
              <p:cNvSpPr/>
              <p:nvPr/>
            </p:nvSpPr>
            <p:spPr>
              <a:xfrm>
                <a:off x="3922290"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3" name="椭圆 13092">
                <a:extLst>
                  <a:ext uri="{FF2B5EF4-FFF2-40B4-BE49-F238E27FC236}">
                    <a16:creationId xmlns:a16="http://schemas.microsoft.com/office/drawing/2014/main" id="{F131058A-8B20-4A4C-81DD-2A44EC93D58A}"/>
                  </a:ext>
                </a:extLst>
              </p:cNvPr>
              <p:cNvSpPr/>
              <p:nvPr/>
            </p:nvSpPr>
            <p:spPr>
              <a:xfrm>
                <a:off x="4053396"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4" name="椭圆 13093">
                <a:extLst>
                  <a:ext uri="{FF2B5EF4-FFF2-40B4-BE49-F238E27FC236}">
                    <a16:creationId xmlns:a16="http://schemas.microsoft.com/office/drawing/2014/main" id="{BCA80245-EEC4-437F-ABEF-0360416F51B5}"/>
                  </a:ext>
                </a:extLst>
              </p:cNvPr>
              <p:cNvSpPr/>
              <p:nvPr/>
            </p:nvSpPr>
            <p:spPr>
              <a:xfrm>
                <a:off x="386881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5" name="椭圆 13094">
                <a:extLst>
                  <a:ext uri="{FF2B5EF4-FFF2-40B4-BE49-F238E27FC236}">
                    <a16:creationId xmlns:a16="http://schemas.microsoft.com/office/drawing/2014/main" id="{BA2B3CD5-48DC-4149-B383-1B32500D20F2}"/>
                  </a:ext>
                </a:extLst>
              </p:cNvPr>
              <p:cNvSpPr/>
              <p:nvPr/>
            </p:nvSpPr>
            <p:spPr>
              <a:xfrm>
                <a:off x="39449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6" name="椭圆 13095">
                <a:extLst>
                  <a:ext uri="{FF2B5EF4-FFF2-40B4-BE49-F238E27FC236}">
                    <a16:creationId xmlns:a16="http://schemas.microsoft.com/office/drawing/2014/main" id="{7CF068B6-37F3-48C9-B7A4-E4372F3222A6}"/>
                  </a:ext>
                </a:extLst>
              </p:cNvPr>
              <p:cNvSpPr/>
              <p:nvPr/>
            </p:nvSpPr>
            <p:spPr>
              <a:xfrm>
                <a:off x="380256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7" name="椭圆 13096">
                <a:extLst>
                  <a:ext uri="{FF2B5EF4-FFF2-40B4-BE49-F238E27FC236}">
                    <a16:creationId xmlns:a16="http://schemas.microsoft.com/office/drawing/2014/main" id="{3A0FA32C-E92F-4D7A-AFE0-5BDC8B4CA240}"/>
                  </a:ext>
                </a:extLst>
              </p:cNvPr>
              <p:cNvSpPr/>
              <p:nvPr/>
            </p:nvSpPr>
            <p:spPr>
              <a:xfrm>
                <a:off x="404572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8" name="椭圆 13097">
                <a:extLst>
                  <a:ext uri="{FF2B5EF4-FFF2-40B4-BE49-F238E27FC236}">
                    <a16:creationId xmlns:a16="http://schemas.microsoft.com/office/drawing/2014/main" id="{5CAC0C09-9C45-4391-98DE-78EEA4465EF0}"/>
                  </a:ext>
                </a:extLst>
              </p:cNvPr>
              <p:cNvSpPr/>
              <p:nvPr/>
            </p:nvSpPr>
            <p:spPr>
              <a:xfrm>
                <a:off x="399639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9" name="椭圆 13098">
                <a:extLst>
                  <a:ext uri="{FF2B5EF4-FFF2-40B4-BE49-F238E27FC236}">
                    <a16:creationId xmlns:a16="http://schemas.microsoft.com/office/drawing/2014/main" id="{513454DD-6044-4C44-8FBA-04A0B084861C}"/>
                  </a:ext>
                </a:extLst>
              </p:cNvPr>
              <p:cNvSpPr/>
              <p:nvPr/>
            </p:nvSpPr>
            <p:spPr>
              <a:xfrm>
                <a:off x="409707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0" name="椭圆 13099">
                <a:extLst>
                  <a:ext uri="{FF2B5EF4-FFF2-40B4-BE49-F238E27FC236}">
                    <a16:creationId xmlns:a16="http://schemas.microsoft.com/office/drawing/2014/main" id="{807ABBD2-4378-4658-B943-505F37D849AA}"/>
                  </a:ext>
                </a:extLst>
              </p:cNvPr>
              <p:cNvSpPr/>
              <p:nvPr/>
            </p:nvSpPr>
            <p:spPr>
              <a:xfrm>
                <a:off x="401258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1" name="椭圆 13100">
                <a:extLst>
                  <a:ext uri="{FF2B5EF4-FFF2-40B4-BE49-F238E27FC236}">
                    <a16:creationId xmlns:a16="http://schemas.microsoft.com/office/drawing/2014/main" id="{9AB2CC28-4721-44E2-953F-EE82842F416D}"/>
                  </a:ext>
                </a:extLst>
              </p:cNvPr>
              <p:cNvSpPr/>
              <p:nvPr/>
            </p:nvSpPr>
            <p:spPr>
              <a:xfrm>
                <a:off x="400836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2" name="椭圆 13101">
                <a:extLst>
                  <a:ext uri="{FF2B5EF4-FFF2-40B4-BE49-F238E27FC236}">
                    <a16:creationId xmlns:a16="http://schemas.microsoft.com/office/drawing/2014/main" id="{6DEC58E6-B8DB-410E-8BEA-7E3DD20E6D63}"/>
                  </a:ext>
                </a:extLst>
              </p:cNvPr>
              <p:cNvSpPr/>
              <p:nvPr/>
            </p:nvSpPr>
            <p:spPr>
              <a:xfrm>
                <a:off x="399591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3" name="椭圆 13102">
                <a:extLst>
                  <a:ext uri="{FF2B5EF4-FFF2-40B4-BE49-F238E27FC236}">
                    <a16:creationId xmlns:a16="http://schemas.microsoft.com/office/drawing/2014/main" id="{963431FC-7C44-41A2-9872-DDA670FA5DF8}"/>
                  </a:ext>
                </a:extLst>
              </p:cNvPr>
              <p:cNvSpPr/>
              <p:nvPr/>
            </p:nvSpPr>
            <p:spPr>
              <a:xfrm>
                <a:off x="3960425"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4" name="椭圆 13103">
                <a:extLst>
                  <a:ext uri="{FF2B5EF4-FFF2-40B4-BE49-F238E27FC236}">
                    <a16:creationId xmlns:a16="http://schemas.microsoft.com/office/drawing/2014/main" id="{9DBE6520-8B4B-4A49-BB79-E14475882CAE}"/>
                  </a:ext>
                </a:extLst>
              </p:cNvPr>
              <p:cNvSpPr/>
              <p:nvPr/>
            </p:nvSpPr>
            <p:spPr>
              <a:xfrm>
                <a:off x="404444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5" name="椭圆 13104">
                <a:extLst>
                  <a:ext uri="{FF2B5EF4-FFF2-40B4-BE49-F238E27FC236}">
                    <a16:creationId xmlns:a16="http://schemas.microsoft.com/office/drawing/2014/main" id="{12666448-7AD1-4EF3-B7CF-E5EF740B5090}"/>
                  </a:ext>
                </a:extLst>
              </p:cNvPr>
              <p:cNvSpPr/>
              <p:nvPr/>
            </p:nvSpPr>
            <p:spPr>
              <a:xfrm>
                <a:off x="4126510"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6" name="椭圆 13105">
                <a:extLst>
                  <a:ext uri="{FF2B5EF4-FFF2-40B4-BE49-F238E27FC236}">
                    <a16:creationId xmlns:a16="http://schemas.microsoft.com/office/drawing/2014/main" id="{853A79A9-7EE7-4AAD-8DB8-539819EF6E84}"/>
                  </a:ext>
                </a:extLst>
              </p:cNvPr>
              <p:cNvSpPr/>
              <p:nvPr/>
            </p:nvSpPr>
            <p:spPr>
              <a:xfrm>
                <a:off x="40017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7" name="椭圆 13106">
                <a:extLst>
                  <a:ext uri="{FF2B5EF4-FFF2-40B4-BE49-F238E27FC236}">
                    <a16:creationId xmlns:a16="http://schemas.microsoft.com/office/drawing/2014/main" id="{6444E547-5016-490B-9EA8-5E3F711380CC}"/>
                  </a:ext>
                </a:extLst>
              </p:cNvPr>
              <p:cNvSpPr/>
              <p:nvPr/>
            </p:nvSpPr>
            <p:spPr>
              <a:xfrm>
                <a:off x="399433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8" name="椭圆 13107">
                <a:extLst>
                  <a:ext uri="{FF2B5EF4-FFF2-40B4-BE49-F238E27FC236}">
                    <a16:creationId xmlns:a16="http://schemas.microsoft.com/office/drawing/2014/main" id="{6043408E-A4EE-4F16-BF33-24C23F5BA6BA}"/>
                  </a:ext>
                </a:extLst>
              </p:cNvPr>
              <p:cNvSpPr/>
              <p:nvPr/>
            </p:nvSpPr>
            <p:spPr>
              <a:xfrm>
                <a:off x="386749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9" name="椭圆 13108">
                <a:extLst>
                  <a:ext uri="{FF2B5EF4-FFF2-40B4-BE49-F238E27FC236}">
                    <a16:creationId xmlns:a16="http://schemas.microsoft.com/office/drawing/2014/main" id="{784DF5D5-22CD-4AC5-B215-51E5533EF11F}"/>
                  </a:ext>
                </a:extLst>
              </p:cNvPr>
              <p:cNvSpPr/>
              <p:nvPr/>
            </p:nvSpPr>
            <p:spPr>
              <a:xfrm>
                <a:off x="40140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0" name="椭圆 13109">
                <a:extLst>
                  <a:ext uri="{FF2B5EF4-FFF2-40B4-BE49-F238E27FC236}">
                    <a16:creationId xmlns:a16="http://schemas.microsoft.com/office/drawing/2014/main" id="{300D3631-F04C-41D3-B613-17640511A624}"/>
                  </a:ext>
                </a:extLst>
              </p:cNvPr>
              <p:cNvSpPr/>
              <p:nvPr/>
            </p:nvSpPr>
            <p:spPr>
              <a:xfrm>
                <a:off x="39752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1" name="椭圆 13110">
                <a:extLst>
                  <a:ext uri="{FF2B5EF4-FFF2-40B4-BE49-F238E27FC236}">
                    <a16:creationId xmlns:a16="http://schemas.microsoft.com/office/drawing/2014/main" id="{2B84C54B-53B7-4E53-8043-4FD6B9B19E96}"/>
                  </a:ext>
                </a:extLst>
              </p:cNvPr>
              <p:cNvSpPr/>
              <p:nvPr/>
            </p:nvSpPr>
            <p:spPr>
              <a:xfrm>
                <a:off x="3979805"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2" name="椭圆 13111">
                <a:extLst>
                  <a:ext uri="{FF2B5EF4-FFF2-40B4-BE49-F238E27FC236}">
                    <a16:creationId xmlns:a16="http://schemas.microsoft.com/office/drawing/2014/main" id="{38388115-DEA2-4D6A-BA3E-DAA15E544EC4}"/>
                  </a:ext>
                </a:extLst>
              </p:cNvPr>
              <p:cNvSpPr/>
              <p:nvPr/>
            </p:nvSpPr>
            <p:spPr>
              <a:xfrm>
                <a:off x="402410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3" name="椭圆 13112">
                <a:extLst>
                  <a:ext uri="{FF2B5EF4-FFF2-40B4-BE49-F238E27FC236}">
                    <a16:creationId xmlns:a16="http://schemas.microsoft.com/office/drawing/2014/main" id="{E04D3C69-6408-4B3A-8A36-FD286E38A253}"/>
                  </a:ext>
                </a:extLst>
              </p:cNvPr>
              <p:cNvSpPr/>
              <p:nvPr/>
            </p:nvSpPr>
            <p:spPr>
              <a:xfrm>
                <a:off x="399129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4" name="椭圆 13113">
                <a:extLst>
                  <a:ext uri="{FF2B5EF4-FFF2-40B4-BE49-F238E27FC236}">
                    <a16:creationId xmlns:a16="http://schemas.microsoft.com/office/drawing/2014/main" id="{B8D7755B-1204-4A89-A21C-2EB1ABA162E1}"/>
                  </a:ext>
                </a:extLst>
              </p:cNvPr>
              <p:cNvSpPr/>
              <p:nvPr/>
            </p:nvSpPr>
            <p:spPr>
              <a:xfrm>
                <a:off x="390742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5" name="椭圆 13114">
                <a:extLst>
                  <a:ext uri="{FF2B5EF4-FFF2-40B4-BE49-F238E27FC236}">
                    <a16:creationId xmlns:a16="http://schemas.microsoft.com/office/drawing/2014/main" id="{C002154D-6EC6-4D0D-951A-B1C8CA3D67E2}"/>
                  </a:ext>
                </a:extLst>
              </p:cNvPr>
              <p:cNvSpPr/>
              <p:nvPr/>
            </p:nvSpPr>
            <p:spPr>
              <a:xfrm>
                <a:off x="395903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6" name="椭圆 13115">
                <a:extLst>
                  <a:ext uri="{FF2B5EF4-FFF2-40B4-BE49-F238E27FC236}">
                    <a16:creationId xmlns:a16="http://schemas.microsoft.com/office/drawing/2014/main" id="{6A73086D-443A-4CFD-A995-7E6C5F2C0E11}"/>
                  </a:ext>
                </a:extLst>
              </p:cNvPr>
              <p:cNvSpPr/>
              <p:nvPr/>
            </p:nvSpPr>
            <p:spPr>
              <a:xfrm>
                <a:off x="40142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7" name="椭圆 13116">
                <a:extLst>
                  <a:ext uri="{FF2B5EF4-FFF2-40B4-BE49-F238E27FC236}">
                    <a16:creationId xmlns:a16="http://schemas.microsoft.com/office/drawing/2014/main" id="{70CC9B0F-EEA2-4899-8DFF-533B415D79B0}"/>
                  </a:ext>
                </a:extLst>
              </p:cNvPr>
              <p:cNvSpPr/>
              <p:nvPr/>
            </p:nvSpPr>
            <p:spPr>
              <a:xfrm>
                <a:off x="38660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8" name="椭圆 13117">
                <a:extLst>
                  <a:ext uri="{FF2B5EF4-FFF2-40B4-BE49-F238E27FC236}">
                    <a16:creationId xmlns:a16="http://schemas.microsoft.com/office/drawing/2014/main" id="{FC482775-23C6-43C3-9565-7E91B8DEEC13}"/>
                  </a:ext>
                </a:extLst>
              </p:cNvPr>
              <p:cNvSpPr/>
              <p:nvPr/>
            </p:nvSpPr>
            <p:spPr>
              <a:xfrm>
                <a:off x="406561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9" name="椭圆 13118">
                <a:extLst>
                  <a:ext uri="{FF2B5EF4-FFF2-40B4-BE49-F238E27FC236}">
                    <a16:creationId xmlns:a16="http://schemas.microsoft.com/office/drawing/2014/main" id="{3B43F66C-C3D1-44EF-BF6E-66317270FC21}"/>
                  </a:ext>
                </a:extLst>
              </p:cNvPr>
              <p:cNvSpPr/>
              <p:nvPr/>
            </p:nvSpPr>
            <p:spPr>
              <a:xfrm>
                <a:off x="41769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0" name="椭圆 13119">
                <a:extLst>
                  <a:ext uri="{FF2B5EF4-FFF2-40B4-BE49-F238E27FC236}">
                    <a16:creationId xmlns:a16="http://schemas.microsoft.com/office/drawing/2014/main" id="{24556960-B1A4-460A-8525-BC7AEA9F8FC8}"/>
                  </a:ext>
                </a:extLst>
              </p:cNvPr>
              <p:cNvSpPr/>
              <p:nvPr/>
            </p:nvSpPr>
            <p:spPr>
              <a:xfrm>
                <a:off x="41169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1" name="椭圆 13120">
                <a:extLst>
                  <a:ext uri="{FF2B5EF4-FFF2-40B4-BE49-F238E27FC236}">
                    <a16:creationId xmlns:a16="http://schemas.microsoft.com/office/drawing/2014/main" id="{F7FF3128-FA01-460F-8683-3FCAF8DC4CC9}"/>
                  </a:ext>
                </a:extLst>
              </p:cNvPr>
              <p:cNvSpPr/>
              <p:nvPr/>
            </p:nvSpPr>
            <p:spPr>
              <a:xfrm>
                <a:off x="396200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2" name="椭圆 13121">
                <a:extLst>
                  <a:ext uri="{FF2B5EF4-FFF2-40B4-BE49-F238E27FC236}">
                    <a16:creationId xmlns:a16="http://schemas.microsoft.com/office/drawing/2014/main" id="{2EE98597-E758-4949-AB29-C16DEA54C113}"/>
                  </a:ext>
                </a:extLst>
              </p:cNvPr>
              <p:cNvSpPr/>
              <p:nvPr/>
            </p:nvSpPr>
            <p:spPr>
              <a:xfrm>
                <a:off x="3982631"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3" name="椭圆 13122">
                <a:extLst>
                  <a:ext uri="{FF2B5EF4-FFF2-40B4-BE49-F238E27FC236}">
                    <a16:creationId xmlns:a16="http://schemas.microsoft.com/office/drawing/2014/main" id="{2CC6C28F-7B36-444C-AC60-5928594FF752}"/>
                  </a:ext>
                </a:extLst>
              </p:cNvPr>
              <p:cNvSpPr/>
              <p:nvPr/>
            </p:nvSpPr>
            <p:spPr>
              <a:xfrm>
                <a:off x="4093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4" name="椭圆 13123">
                <a:extLst>
                  <a:ext uri="{FF2B5EF4-FFF2-40B4-BE49-F238E27FC236}">
                    <a16:creationId xmlns:a16="http://schemas.microsoft.com/office/drawing/2014/main" id="{F908C528-61F6-4DB4-A450-D9ED4014DB9B}"/>
                  </a:ext>
                </a:extLst>
              </p:cNvPr>
              <p:cNvSpPr/>
              <p:nvPr/>
            </p:nvSpPr>
            <p:spPr>
              <a:xfrm>
                <a:off x="398340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5" name="椭圆 13124">
                <a:extLst>
                  <a:ext uri="{FF2B5EF4-FFF2-40B4-BE49-F238E27FC236}">
                    <a16:creationId xmlns:a16="http://schemas.microsoft.com/office/drawing/2014/main" id="{57444B46-9071-4ED3-9C98-41FD5D7831B8}"/>
                  </a:ext>
                </a:extLst>
              </p:cNvPr>
              <p:cNvSpPr/>
              <p:nvPr/>
            </p:nvSpPr>
            <p:spPr>
              <a:xfrm>
                <a:off x="399338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6" name="椭圆 13125">
                <a:extLst>
                  <a:ext uri="{FF2B5EF4-FFF2-40B4-BE49-F238E27FC236}">
                    <a16:creationId xmlns:a16="http://schemas.microsoft.com/office/drawing/2014/main" id="{8A03E03A-4A0E-4267-8610-0D2C9139922E}"/>
                  </a:ext>
                </a:extLst>
              </p:cNvPr>
              <p:cNvSpPr/>
              <p:nvPr/>
            </p:nvSpPr>
            <p:spPr>
              <a:xfrm>
                <a:off x="39821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7" name="椭圆 13126">
                <a:extLst>
                  <a:ext uri="{FF2B5EF4-FFF2-40B4-BE49-F238E27FC236}">
                    <a16:creationId xmlns:a16="http://schemas.microsoft.com/office/drawing/2014/main" id="{1CE7075F-7652-4312-90C6-3A2715A69EF4}"/>
                  </a:ext>
                </a:extLst>
              </p:cNvPr>
              <p:cNvSpPr/>
              <p:nvPr/>
            </p:nvSpPr>
            <p:spPr>
              <a:xfrm>
                <a:off x="4193935"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8" name="椭圆 13127">
                <a:extLst>
                  <a:ext uri="{FF2B5EF4-FFF2-40B4-BE49-F238E27FC236}">
                    <a16:creationId xmlns:a16="http://schemas.microsoft.com/office/drawing/2014/main" id="{09551535-B775-4355-8A7B-9319C2343899}"/>
                  </a:ext>
                </a:extLst>
              </p:cNvPr>
              <p:cNvSpPr/>
              <p:nvPr/>
            </p:nvSpPr>
            <p:spPr>
              <a:xfrm>
                <a:off x="4011076"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9" name="椭圆 13128">
                <a:extLst>
                  <a:ext uri="{FF2B5EF4-FFF2-40B4-BE49-F238E27FC236}">
                    <a16:creationId xmlns:a16="http://schemas.microsoft.com/office/drawing/2014/main" id="{967A2A49-DDA0-48F9-A701-D0F795146942}"/>
                  </a:ext>
                </a:extLst>
              </p:cNvPr>
              <p:cNvSpPr/>
              <p:nvPr/>
            </p:nvSpPr>
            <p:spPr>
              <a:xfrm>
                <a:off x="3994339" y="2880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0" name="椭圆 13129">
                <a:extLst>
                  <a:ext uri="{FF2B5EF4-FFF2-40B4-BE49-F238E27FC236}">
                    <a16:creationId xmlns:a16="http://schemas.microsoft.com/office/drawing/2014/main" id="{4EB5171D-0F0B-4D5D-B67D-4D9B5661BB09}"/>
                  </a:ext>
                </a:extLst>
              </p:cNvPr>
              <p:cNvSpPr/>
              <p:nvPr/>
            </p:nvSpPr>
            <p:spPr>
              <a:xfrm>
                <a:off x="411960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1" name="椭圆 13130">
                <a:extLst>
                  <a:ext uri="{FF2B5EF4-FFF2-40B4-BE49-F238E27FC236}">
                    <a16:creationId xmlns:a16="http://schemas.microsoft.com/office/drawing/2014/main" id="{3F4B4919-3132-4B27-A1DF-97707C13EA5F}"/>
                  </a:ext>
                </a:extLst>
              </p:cNvPr>
              <p:cNvSpPr/>
              <p:nvPr/>
            </p:nvSpPr>
            <p:spPr>
              <a:xfrm>
                <a:off x="408720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2" name="椭圆 13131">
                <a:extLst>
                  <a:ext uri="{FF2B5EF4-FFF2-40B4-BE49-F238E27FC236}">
                    <a16:creationId xmlns:a16="http://schemas.microsoft.com/office/drawing/2014/main" id="{4C191939-934D-42EB-A848-D11B2AA7CB82}"/>
                  </a:ext>
                </a:extLst>
              </p:cNvPr>
              <p:cNvSpPr/>
              <p:nvPr/>
            </p:nvSpPr>
            <p:spPr>
              <a:xfrm>
                <a:off x="402249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3" name="椭圆 13132">
                <a:extLst>
                  <a:ext uri="{FF2B5EF4-FFF2-40B4-BE49-F238E27FC236}">
                    <a16:creationId xmlns:a16="http://schemas.microsoft.com/office/drawing/2014/main" id="{EDA39979-50C5-40C0-8A71-7E607F0465E1}"/>
                  </a:ext>
                </a:extLst>
              </p:cNvPr>
              <p:cNvSpPr/>
              <p:nvPr/>
            </p:nvSpPr>
            <p:spPr>
              <a:xfrm>
                <a:off x="4000249"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4" name="椭圆 13133">
                <a:extLst>
                  <a:ext uri="{FF2B5EF4-FFF2-40B4-BE49-F238E27FC236}">
                    <a16:creationId xmlns:a16="http://schemas.microsoft.com/office/drawing/2014/main" id="{66E37590-78E3-4DC0-98B0-A89D3272646E}"/>
                  </a:ext>
                </a:extLst>
              </p:cNvPr>
              <p:cNvSpPr/>
              <p:nvPr/>
            </p:nvSpPr>
            <p:spPr>
              <a:xfrm>
                <a:off x="4038311"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5" name="椭圆 13134">
                <a:extLst>
                  <a:ext uri="{FF2B5EF4-FFF2-40B4-BE49-F238E27FC236}">
                    <a16:creationId xmlns:a16="http://schemas.microsoft.com/office/drawing/2014/main" id="{5F60636E-D3BF-4BE5-995D-C7903258EE1D}"/>
                  </a:ext>
                </a:extLst>
              </p:cNvPr>
              <p:cNvSpPr/>
              <p:nvPr/>
            </p:nvSpPr>
            <p:spPr>
              <a:xfrm>
                <a:off x="40215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6" name="椭圆 13135">
                <a:extLst>
                  <a:ext uri="{FF2B5EF4-FFF2-40B4-BE49-F238E27FC236}">
                    <a16:creationId xmlns:a16="http://schemas.microsoft.com/office/drawing/2014/main" id="{95250483-9EED-4878-BD42-5B9E4A215A38}"/>
                  </a:ext>
                </a:extLst>
              </p:cNvPr>
              <p:cNvSpPr/>
              <p:nvPr/>
            </p:nvSpPr>
            <p:spPr>
              <a:xfrm>
                <a:off x="411417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7" name="椭圆 13136">
                <a:extLst>
                  <a:ext uri="{FF2B5EF4-FFF2-40B4-BE49-F238E27FC236}">
                    <a16:creationId xmlns:a16="http://schemas.microsoft.com/office/drawing/2014/main" id="{658DDE41-D25E-44A2-AFCA-C4FB43B3EDE4}"/>
                  </a:ext>
                </a:extLst>
              </p:cNvPr>
              <p:cNvSpPr/>
              <p:nvPr/>
            </p:nvSpPr>
            <p:spPr>
              <a:xfrm>
                <a:off x="406150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8" name="椭圆 13137">
                <a:extLst>
                  <a:ext uri="{FF2B5EF4-FFF2-40B4-BE49-F238E27FC236}">
                    <a16:creationId xmlns:a16="http://schemas.microsoft.com/office/drawing/2014/main" id="{445D1600-5601-45B7-971E-33B51A1EE546}"/>
                  </a:ext>
                </a:extLst>
              </p:cNvPr>
              <p:cNvSpPr/>
              <p:nvPr/>
            </p:nvSpPr>
            <p:spPr>
              <a:xfrm>
                <a:off x="400146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9" name="椭圆 13138">
                <a:extLst>
                  <a:ext uri="{FF2B5EF4-FFF2-40B4-BE49-F238E27FC236}">
                    <a16:creationId xmlns:a16="http://schemas.microsoft.com/office/drawing/2014/main" id="{D1A5C158-4DAF-4B82-9403-6C6B3EA14BC1}"/>
                  </a:ext>
                </a:extLst>
              </p:cNvPr>
              <p:cNvSpPr/>
              <p:nvPr/>
            </p:nvSpPr>
            <p:spPr>
              <a:xfrm>
                <a:off x="3994560"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0" name="椭圆 13139">
                <a:extLst>
                  <a:ext uri="{FF2B5EF4-FFF2-40B4-BE49-F238E27FC236}">
                    <a16:creationId xmlns:a16="http://schemas.microsoft.com/office/drawing/2014/main" id="{AA785CC8-4360-4D7A-B27F-2DC38124CD67}"/>
                  </a:ext>
                </a:extLst>
              </p:cNvPr>
              <p:cNvSpPr/>
              <p:nvPr/>
            </p:nvSpPr>
            <p:spPr>
              <a:xfrm>
                <a:off x="40180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1" name="椭圆 13140">
                <a:extLst>
                  <a:ext uri="{FF2B5EF4-FFF2-40B4-BE49-F238E27FC236}">
                    <a16:creationId xmlns:a16="http://schemas.microsoft.com/office/drawing/2014/main" id="{0093DC70-62C5-41C5-8A67-ABA0BFF185F2}"/>
                  </a:ext>
                </a:extLst>
              </p:cNvPr>
              <p:cNvSpPr/>
              <p:nvPr/>
            </p:nvSpPr>
            <p:spPr>
              <a:xfrm>
                <a:off x="3693625" y="277361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2" name="椭圆 13141">
                <a:extLst>
                  <a:ext uri="{FF2B5EF4-FFF2-40B4-BE49-F238E27FC236}">
                    <a16:creationId xmlns:a16="http://schemas.microsoft.com/office/drawing/2014/main" id="{585A087B-9A19-4C6E-9AB7-3AAA1A6E41AA}"/>
                  </a:ext>
                </a:extLst>
              </p:cNvPr>
              <p:cNvSpPr/>
              <p:nvPr/>
            </p:nvSpPr>
            <p:spPr>
              <a:xfrm>
                <a:off x="40340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3" name="椭圆 13142">
                <a:extLst>
                  <a:ext uri="{FF2B5EF4-FFF2-40B4-BE49-F238E27FC236}">
                    <a16:creationId xmlns:a16="http://schemas.microsoft.com/office/drawing/2014/main" id="{E5F2EF54-BAD1-41EB-96EE-6070C366350E}"/>
                  </a:ext>
                </a:extLst>
              </p:cNvPr>
              <p:cNvSpPr/>
              <p:nvPr/>
            </p:nvSpPr>
            <p:spPr>
              <a:xfrm>
                <a:off x="4063710"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4" name="椭圆 13143">
                <a:extLst>
                  <a:ext uri="{FF2B5EF4-FFF2-40B4-BE49-F238E27FC236}">
                    <a16:creationId xmlns:a16="http://schemas.microsoft.com/office/drawing/2014/main" id="{67CCBF46-65EE-4CA6-BBD0-CAFEC7FA28E5}"/>
                  </a:ext>
                </a:extLst>
              </p:cNvPr>
              <p:cNvSpPr/>
              <p:nvPr/>
            </p:nvSpPr>
            <p:spPr>
              <a:xfrm>
                <a:off x="40419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5" name="椭圆 13144">
                <a:extLst>
                  <a:ext uri="{FF2B5EF4-FFF2-40B4-BE49-F238E27FC236}">
                    <a16:creationId xmlns:a16="http://schemas.microsoft.com/office/drawing/2014/main" id="{0E7A5C88-049A-4380-A726-EEBDD5A14961}"/>
                  </a:ext>
                </a:extLst>
              </p:cNvPr>
              <p:cNvSpPr/>
              <p:nvPr/>
            </p:nvSpPr>
            <p:spPr>
              <a:xfrm>
                <a:off x="401750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6" name="椭圆 13145">
                <a:extLst>
                  <a:ext uri="{FF2B5EF4-FFF2-40B4-BE49-F238E27FC236}">
                    <a16:creationId xmlns:a16="http://schemas.microsoft.com/office/drawing/2014/main" id="{796B4090-A295-4854-B39F-EB67E4427C19}"/>
                  </a:ext>
                </a:extLst>
              </p:cNvPr>
              <p:cNvSpPr/>
              <p:nvPr/>
            </p:nvSpPr>
            <p:spPr>
              <a:xfrm>
                <a:off x="406620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7" name="椭圆 13146">
                <a:extLst>
                  <a:ext uri="{FF2B5EF4-FFF2-40B4-BE49-F238E27FC236}">
                    <a16:creationId xmlns:a16="http://schemas.microsoft.com/office/drawing/2014/main" id="{9925FA66-7C52-4F53-9F0B-D66BBF772B49}"/>
                  </a:ext>
                </a:extLst>
              </p:cNvPr>
              <p:cNvSpPr/>
              <p:nvPr/>
            </p:nvSpPr>
            <p:spPr>
              <a:xfrm>
                <a:off x="39126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8" name="椭圆 13147">
                <a:extLst>
                  <a:ext uri="{FF2B5EF4-FFF2-40B4-BE49-F238E27FC236}">
                    <a16:creationId xmlns:a16="http://schemas.microsoft.com/office/drawing/2014/main" id="{7B4BAA57-54C9-453F-B92A-A57AA71100D7}"/>
                  </a:ext>
                </a:extLst>
              </p:cNvPr>
              <p:cNvSpPr/>
              <p:nvPr/>
            </p:nvSpPr>
            <p:spPr>
              <a:xfrm>
                <a:off x="403596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9" name="椭圆 13148">
                <a:extLst>
                  <a:ext uri="{FF2B5EF4-FFF2-40B4-BE49-F238E27FC236}">
                    <a16:creationId xmlns:a16="http://schemas.microsoft.com/office/drawing/2014/main" id="{9B8F27A3-F371-4F71-ADA7-F8A16C0BCF3D}"/>
                  </a:ext>
                </a:extLst>
              </p:cNvPr>
              <p:cNvSpPr/>
              <p:nvPr/>
            </p:nvSpPr>
            <p:spPr>
              <a:xfrm>
                <a:off x="401511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0" name="椭圆 13149">
                <a:extLst>
                  <a:ext uri="{FF2B5EF4-FFF2-40B4-BE49-F238E27FC236}">
                    <a16:creationId xmlns:a16="http://schemas.microsoft.com/office/drawing/2014/main" id="{ED4AB354-AEF3-42F6-9630-DA8E22F69299}"/>
                  </a:ext>
                </a:extLst>
              </p:cNvPr>
              <p:cNvSpPr/>
              <p:nvPr/>
            </p:nvSpPr>
            <p:spPr>
              <a:xfrm>
                <a:off x="401280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1" name="椭圆 13150">
                <a:extLst>
                  <a:ext uri="{FF2B5EF4-FFF2-40B4-BE49-F238E27FC236}">
                    <a16:creationId xmlns:a16="http://schemas.microsoft.com/office/drawing/2014/main" id="{26D835A7-AD1A-44FE-8D22-758F967C6D1C}"/>
                  </a:ext>
                </a:extLst>
              </p:cNvPr>
              <p:cNvSpPr/>
              <p:nvPr/>
            </p:nvSpPr>
            <p:spPr>
              <a:xfrm>
                <a:off x="4014563"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2" name="椭圆 13151">
                <a:extLst>
                  <a:ext uri="{FF2B5EF4-FFF2-40B4-BE49-F238E27FC236}">
                    <a16:creationId xmlns:a16="http://schemas.microsoft.com/office/drawing/2014/main" id="{5B789B1C-183B-4314-9599-DBA139AFA909}"/>
                  </a:ext>
                </a:extLst>
              </p:cNvPr>
              <p:cNvSpPr/>
              <p:nvPr/>
            </p:nvSpPr>
            <p:spPr>
              <a:xfrm>
                <a:off x="3979181"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3" name="椭圆 13152">
                <a:extLst>
                  <a:ext uri="{FF2B5EF4-FFF2-40B4-BE49-F238E27FC236}">
                    <a16:creationId xmlns:a16="http://schemas.microsoft.com/office/drawing/2014/main" id="{90DEC1C0-641B-4CDA-90FC-949275A4C8F2}"/>
                  </a:ext>
                </a:extLst>
              </p:cNvPr>
              <p:cNvSpPr/>
              <p:nvPr/>
            </p:nvSpPr>
            <p:spPr>
              <a:xfrm>
                <a:off x="402788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4" name="椭圆 13153">
                <a:extLst>
                  <a:ext uri="{FF2B5EF4-FFF2-40B4-BE49-F238E27FC236}">
                    <a16:creationId xmlns:a16="http://schemas.microsoft.com/office/drawing/2014/main" id="{872A88DC-BCA2-45E6-BF47-DFF8BF1DEA06}"/>
                  </a:ext>
                </a:extLst>
              </p:cNvPr>
              <p:cNvSpPr/>
              <p:nvPr/>
            </p:nvSpPr>
            <p:spPr>
              <a:xfrm>
                <a:off x="395991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5" name="椭圆 13154">
                <a:extLst>
                  <a:ext uri="{FF2B5EF4-FFF2-40B4-BE49-F238E27FC236}">
                    <a16:creationId xmlns:a16="http://schemas.microsoft.com/office/drawing/2014/main" id="{054FF7A2-F743-4A38-90F3-2EC49A429BBB}"/>
                  </a:ext>
                </a:extLst>
              </p:cNvPr>
              <p:cNvSpPr/>
              <p:nvPr/>
            </p:nvSpPr>
            <p:spPr>
              <a:xfrm>
                <a:off x="40209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6" name="椭圆 13155">
                <a:extLst>
                  <a:ext uri="{FF2B5EF4-FFF2-40B4-BE49-F238E27FC236}">
                    <a16:creationId xmlns:a16="http://schemas.microsoft.com/office/drawing/2014/main" id="{E482537E-9D49-4A42-8220-52933D872D04}"/>
                  </a:ext>
                </a:extLst>
              </p:cNvPr>
              <p:cNvSpPr/>
              <p:nvPr/>
            </p:nvSpPr>
            <p:spPr>
              <a:xfrm>
                <a:off x="409989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7" name="椭圆 13156">
                <a:extLst>
                  <a:ext uri="{FF2B5EF4-FFF2-40B4-BE49-F238E27FC236}">
                    <a16:creationId xmlns:a16="http://schemas.microsoft.com/office/drawing/2014/main" id="{4C34BED9-007D-4D1B-9BF2-FB8A83BDFDFB}"/>
                  </a:ext>
                </a:extLst>
              </p:cNvPr>
              <p:cNvSpPr/>
              <p:nvPr/>
            </p:nvSpPr>
            <p:spPr>
              <a:xfrm>
                <a:off x="4027410"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8" name="椭圆 13157">
                <a:extLst>
                  <a:ext uri="{FF2B5EF4-FFF2-40B4-BE49-F238E27FC236}">
                    <a16:creationId xmlns:a16="http://schemas.microsoft.com/office/drawing/2014/main" id="{75FF14BE-01C8-45E0-BFC0-AA9846B06148}"/>
                  </a:ext>
                </a:extLst>
              </p:cNvPr>
              <p:cNvSpPr/>
              <p:nvPr/>
            </p:nvSpPr>
            <p:spPr>
              <a:xfrm>
                <a:off x="395396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9" name="椭圆 13158">
                <a:extLst>
                  <a:ext uri="{FF2B5EF4-FFF2-40B4-BE49-F238E27FC236}">
                    <a16:creationId xmlns:a16="http://schemas.microsoft.com/office/drawing/2014/main" id="{B5D1BAEA-1132-4F9C-8049-0FB4CB423757}"/>
                  </a:ext>
                </a:extLst>
              </p:cNvPr>
              <p:cNvSpPr/>
              <p:nvPr/>
            </p:nvSpPr>
            <p:spPr>
              <a:xfrm>
                <a:off x="405123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0" name="椭圆 13159">
                <a:extLst>
                  <a:ext uri="{FF2B5EF4-FFF2-40B4-BE49-F238E27FC236}">
                    <a16:creationId xmlns:a16="http://schemas.microsoft.com/office/drawing/2014/main" id="{C522CAC0-D3C7-47BD-9E82-0952E066F788}"/>
                  </a:ext>
                </a:extLst>
              </p:cNvPr>
              <p:cNvSpPr/>
              <p:nvPr/>
            </p:nvSpPr>
            <p:spPr>
              <a:xfrm>
                <a:off x="38845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1" name="椭圆 13160">
                <a:extLst>
                  <a:ext uri="{FF2B5EF4-FFF2-40B4-BE49-F238E27FC236}">
                    <a16:creationId xmlns:a16="http://schemas.microsoft.com/office/drawing/2014/main" id="{DF28A0DE-F683-45BE-B2D7-036F5439048A}"/>
                  </a:ext>
                </a:extLst>
              </p:cNvPr>
              <p:cNvSpPr/>
              <p:nvPr/>
            </p:nvSpPr>
            <p:spPr>
              <a:xfrm>
                <a:off x="40122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2" name="椭圆 13161">
                <a:extLst>
                  <a:ext uri="{FF2B5EF4-FFF2-40B4-BE49-F238E27FC236}">
                    <a16:creationId xmlns:a16="http://schemas.microsoft.com/office/drawing/2014/main" id="{37B3A70B-ACBD-4DD6-A231-BAE984859DC0}"/>
                  </a:ext>
                </a:extLst>
              </p:cNvPr>
              <p:cNvSpPr/>
              <p:nvPr/>
            </p:nvSpPr>
            <p:spPr>
              <a:xfrm>
                <a:off x="4109736"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3" name="椭圆 13162">
                <a:extLst>
                  <a:ext uri="{FF2B5EF4-FFF2-40B4-BE49-F238E27FC236}">
                    <a16:creationId xmlns:a16="http://schemas.microsoft.com/office/drawing/2014/main" id="{42E45EA7-67E5-444C-8077-DFA00F4A78FC}"/>
                  </a:ext>
                </a:extLst>
              </p:cNvPr>
              <p:cNvSpPr/>
              <p:nvPr/>
            </p:nvSpPr>
            <p:spPr>
              <a:xfrm>
                <a:off x="402726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4" name="椭圆 13163">
                <a:extLst>
                  <a:ext uri="{FF2B5EF4-FFF2-40B4-BE49-F238E27FC236}">
                    <a16:creationId xmlns:a16="http://schemas.microsoft.com/office/drawing/2014/main" id="{EDA482E4-3CBB-4027-8A97-35CB67D96850}"/>
                  </a:ext>
                </a:extLst>
              </p:cNvPr>
              <p:cNvSpPr/>
              <p:nvPr/>
            </p:nvSpPr>
            <p:spPr>
              <a:xfrm>
                <a:off x="3999038"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5" name="椭圆 13164">
                <a:extLst>
                  <a:ext uri="{FF2B5EF4-FFF2-40B4-BE49-F238E27FC236}">
                    <a16:creationId xmlns:a16="http://schemas.microsoft.com/office/drawing/2014/main" id="{6BB5002C-2607-49AF-9B3E-10A5D2EBE444}"/>
                  </a:ext>
                </a:extLst>
              </p:cNvPr>
              <p:cNvSpPr/>
              <p:nvPr/>
            </p:nvSpPr>
            <p:spPr>
              <a:xfrm>
                <a:off x="4022895"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6" name="椭圆 13165">
                <a:extLst>
                  <a:ext uri="{FF2B5EF4-FFF2-40B4-BE49-F238E27FC236}">
                    <a16:creationId xmlns:a16="http://schemas.microsoft.com/office/drawing/2014/main" id="{41080911-3479-4F0D-8265-55DE136E5206}"/>
                  </a:ext>
                </a:extLst>
              </p:cNvPr>
              <p:cNvSpPr/>
              <p:nvPr/>
            </p:nvSpPr>
            <p:spPr>
              <a:xfrm>
                <a:off x="40314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7" name="椭圆 13166">
                <a:extLst>
                  <a:ext uri="{FF2B5EF4-FFF2-40B4-BE49-F238E27FC236}">
                    <a16:creationId xmlns:a16="http://schemas.microsoft.com/office/drawing/2014/main" id="{281C4590-1EF7-41C5-AE78-3BC87F7A5FDF}"/>
                  </a:ext>
                </a:extLst>
              </p:cNvPr>
              <p:cNvSpPr/>
              <p:nvPr/>
            </p:nvSpPr>
            <p:spPr>
              <a:xfrm>
                <a:off x="39903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8" name="椭圆 13167">
                <a:extLst>
                  <a:ext uri="{FF2B5EF4-FFF2-40B4-BE49-F238E27FC236}">
                    <a16:creationId xmlns:a16="http://schemas.microsoft.com/office/drawing/2014/main" id="{3E421B4B-B9BD-4C50-9E5E-73E17299F7CD}"/>
                  </a:ext>
                </a:extLst>
              </p:cNvPr>
              <p:cNvSpPr/>
              <p:nvPr/>
            </p:nvSpPr>
            <p:spPr>
              <a:xfrm>
                <a:off x="4018491" y="29328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9" name="椭圆 13168">
                <a:extLst>
                  <a:ext uri="{FF2B5EF4-FFF2-40B4-BE49-F238E27FC236}">
                    <a16:creationId xmlns:a16="http://schemas.microsoft.com/office/drawing/2014/main" id="{23C5E5AE-E7BE-4B2A-B124-EC16846EC766}"/>
                  </a:ext>
                </a:extLst>
              </p:cNvPr>
              <p:cNvSpPr/>
              <p:nvPr/>
            </p:nvSpPr>
            <p:spPr>
              <a:xfrm>
                <a:off x="395851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0" name="椭圆 13169">
                <a:extLst>
                  <a:ext uri="{FF2B5EF4-FFF2-40B4-BE49-F238E27FC236}">
                    <a16:creationId xmlns:a16="http://schemas.microsoft.com/office/drawing/2014/main" id="{21EC6F36-1006-4A6F-8600-FA073C01BAD4}"/>
                  </a:ext>
                </a:extLst>
              </p:cNvPr>
              <p:cNvSpPr/>
              <p:nvPr/>
            </p:nvSpPr>
            <p:spPr>
              <a:xfrm>
                <a:off x="4035301"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1" name="椭圆 13170">
                <a:extLst>
                  <a:ext uri="{FF2B5EF4-FFF2-40B4-BE49-F238E27FC236}">
                    <a16:creationId xmlns:a16="http://schemas.microsoft.com/office/drawing/2014/main" id="{35CB20DD-5DDD-463B-ABF4-D16CBC324538}"/>
                  </a:ext>
                </a:extLst>
              </p:cNvPr>
              <p:cNvSpPr/>
              <p:nvPr/>
            </p:nvSpPr>
            <p:spPr>
              <a:xfrm>
                <a:off x="403420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2" name="椭圆 13171">
                <a:extLst>
                  <a:ext uri="{FF2B5EF4-FFF2-40B4-BE49-F238E27FC236}">
                    <a16:creationId xmlns:a16="http://schemas.microsoft.com/office/drawing/2014/main" id="{E56983F3-8B13-43ED-9146-EB9DA4A97B7D}"/>
                  </a:ext>
                </a:extLst>
              </p:cNvPr>
              <p:cNvSpPr/>
              <p:nvPr/>
            </p:nvSpPr>
            <p:spPr>
              <a:xfrm>
                <a:off x="3988760"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3" name="椭圆 13172">
                <a:extLst>
                  <a:ext uri="{FF2B5EF4-FFF2-40B4-BE49-F238E27FC236}">
                    <a16:creationId xmlns:a16="http://schemas.microsoft.com/office/drawing/2014/main" id="{4CED6A9A-CE6C-4D18-8B12-A8039209722A}"/>
                  </a:ext>
                </a:extLst>
              </p:cNvPr>
              <p:cNvSpPr/>
              <p:nvPr/>
            </p:nvSpPr>
            <p:spPr>
              <a:xfrm>
                <a:off x="403420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4" name="椭圆 13173">
                <a:extLst>
                  <a:ext uri="{FF2B5EF4-FFF2-40B4-BE49-F238E27FC236}">
                    <a16:creationId xmlns:a16="http://schemas.microsoft.com/office/drawing/2014/main" id="{CBDBFB78-B690-4B7B-ACA8-3DFA1F836D15}"/>
                  </a:ext>
                </a:extLst>
              </p:cNvPr>
              <p:cNvSpPr/>
              <p:nvPr/>
            </p:nvSpPr>
            <p:spPr>
              <a:xfrm>
                <a:off x="390188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5" name="椭圆 13174">
                <a:extLst>
                  <a:ext uri="{FF2B5EF4-FFF2-40B4-BE49-F238E27FC236}">
                    <a16:creationId xmlns:a16="http://schemas.microsoft.com/office/drawing/2014/main" id="{2A8FE34B-F79A-4BB7-A72B-397F2BAA2634}"/>
                  </a:ext>
                </a:extLst>
              </p:cNvPr>
              <p:cNvSpPr/>
              <p:nvPr/>
            </p:nvSpPr>
            <p:spPr>
              <a:xfrm>
                <a:off x="4082392"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6" name="椭圆 13175">
                <a:extLst>
                  <a:ext uri="{FF2B5EF4-FFF2-40B4-BE49-F238E27FC236}">
                    <a16:creationId xmlns:a16="http://schemas.microsoft.com/office/drawing/2014/main" id="{6A71923E-1437-4A02-83C3-286B1168CB40}"/>
                  </a:ext>
                </a:extLst>
              </p:cNvPr>
              <p:cNvSpPr/>
              <p:nvPr/>
            </p:nvSpPr>
            <p:spPr>
              <a:xfrm>
                <a:off x="408631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7" name="椭圆 13176">
                <a:extLst>
                  <a:ext uri="{FF2B5EF4-FFF2-40B4-BE49-F238E27FC236}">
                    <a16:creationId xmlns:a16="http://schemas.microsoft.com/office/drawing/2014/main" id="{7DA16A5D-188C-4E10-BCFB-111700DA683E}"/>
                  </a:ext>
                </a:extLst>
              </p:cNvPr>
              <p:cNvSpPr/>
              <p:nvPr/>
            </p:nvSpPr>
            <p:spPr>
              <a:xfrm>
                <a:off x="413124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8" name="椭圆 13177">
                <a:extLst>
                  <a:ext uri="{FF2B5EF4-FFF2-40B4-BE49-F238E27FC236}">
                    <a16:creationId xmlns:a16="http://schemas.microsoft.com/office/drawing/2014/main" id="{6AD7746C-B47B-414E-90D4-68ECA0904036}"/>
                  </a:ext>
                </a:extLst>
              </p:cNvPr>
              <p:cNvSpPr/>
              <p:nvPr/>
            </p:nvSpPr>
            <p:spPr>
              <a:xfrm>
                <a:off x="402744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9" name="椭圆 13178">
                <a:extLst>
                  <a:ext uri="{FF2B5EF4-FFF2-40B4-BE49-F238E27FC236}">
                    <a16:creationId xmlns:a16="http://schemas.microsoft.com/office/drawing/2014/main" id="{04F08FE9-CB34-4DDE-94C0-1A93DA83C9E8}"/>
                  </a:ext>
                </a:extLst>
              </p:cNvPr>
              <p:cNvSpPr/>
              <p:nvPr/>
            </p:nvSpPr>
            <p:spPr>
              <a:xfrm>
                <a:off x="400113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0" name="椭圆 13179">
                <a:extLst>
                  <a:ext uri="{FF2B5EF4-FFF2-40B4-BE49-F238E27FC236}">
                    <a16:creationId xmlns:a16="http://schemas.microsoft.com/office/drawing/2014/main" id="{FBD0F8C9-57B5-418F-98F5-3F63B04BC01E}"/>
                  </a:ext>
                </a:extLst>
              </p:cNvPr>
              <p:cNvSpPr/>
              <p:nvPr/>
            </p:nvSpPr>
            <p:spPr>
              <a:xfrm>
                <a:off x="402003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1" name="椭圆 13180">
                <a:extLst>
                  <a:ext uri="{FF2B5EF4-FFF2-40B4-BE49-F238E27FC236}">
                    <a16:creationId xmlns:a16="http://schemas.microsoft.com/office/drawing/2014/main" id="{37CFB7A1-8D9E-4457-8656-CC9C9C8D7303}"/>
                  </a:ext>
                </a:extLst>
              </p:cNvPr>
              <p:cNvSpPr/>
              <p:nvPr/>
            </p:nvSpPr>
            <p:spPr>
              <a:xfrm>
                <a:off x="4012288"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2" name="椭圆 13181">
                <a:extLst>
                  <a:ext uri="{FF2B5EF4-FFF2-40B4-BE49-F238E27FC236}">
                    <a16:creationId xmlns:a16="http://schemas.microsoft.com/office/drawing/2014/main" id="{D2EF9FFC-B3CD-479F-A677-26AB06F6902B}"/>
                  </a:ext>
                </a:extLst>
              </p:cNvPr>
              <p:cNvSpPr/>
              <p:nvPr/>
            </p:nvSpPr>
            <p:spPr>
              <a:xfrm>
                <a:off x="40976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3" name="椭圆 13182">
                <a:extLst>
                  <a:ext uri="{FF2B5EF4-FFF2-40B4-BE49-F238E27FC236}">
                    <a16:creationId xmlns:a16="http://schemas.microsoft.com/office/drawing/2014/main" id="{1388692D-3284-445E-BF2C-8BC244223DCE}"/>
                  </a:ext>
                </a:extLst>
              </p:cNvPr>
              <p:cNvSpPr/>
              <p:nvPr/>
            </p:nvSpPr>
            <p:spPr>
              <a:xfrm>
                <a:off x="4128272"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4" name="椭圆 13183">
                <a:extLst>
                  <a:ext uri="{FF2B5EF4-FFF2-40B4-BE49-F238E27FC236}">
                    <a16:creationId xmlns:a16="http://schemas.microsoft.com/office/drawing/2014/main" id="{0DD1F19B-1171-4746-BEE9-8CFACF4BACC2}"/>
                  </a:ext>
                </a:extLst>
              </p:cNvPr>
              <p:cNvSpPr/>
              <p:nvPr/>
            </p:nvSpPr>
            <p:spPr>
              <a:xfrm>
                <a:off x="403027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5" name="椭圆 13184">
                <a:extLst>
                  <a:ext uri="{FF2B5EF4-FFF2-40B4-BE49-F238E27FC236}">
                    <a16:creationId xmlns:a16="http://schemas.microsoft.com/office/drawing/2014/main" id="{FBB4AD8A-6E27-4ABC-953C-CCCFB400784E}"/>
                  </a:ext>
                </a:extLst>
              </p:cNvPr>
              <p:cNvSpPr/>
              <p:nvPr/>
            </p:nvSpPr>
            <p:spPr>
              <a:xfrm>
                <a:off x="401918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6" name="椭圆 13185">
                <a:extLst>
                  <a:ext uri="{FF2B5EF4-FFF2-40B4-BE49-F238E27FC236}">
                    <a16:creationId xmlns:a16="http://schemas.microsoft.com/office/drawing/2014/main" id="{B1CD830A-912A-45E3-9AC2-31F5AB32339E}"/>
                  </a:ext>
                </a:extLst>
              </p:cNvPr>
              <p:cNvSpPr/>
              <p:nvPr/>
            </p:nvSpPr>
            <p:spPr>
              <a:xfrm>
                <a:off x="4114801" y="25244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7" name="椭圆 13186">
                <a:extLst>
                  <a:ext uri="{FF2B5EF4-FFF2-40B4-BE49-F238E27FC236}">
                    <a16:creationId xmlns:a16="http://schemas.microsoft.com/office/drawing/2014/main" id="{CE0D6C9F-FCD4-41A6-9BBE-A0643E1B9898}"/>
                  </a:ext>
                </a:extLst>
              </p:cNvPr>
              <p:cNvSpPr/>
              <p:nvPr/>
            </p:nvSpPr>
            <p:spPr>
              <a:xfrm>
                <a:off x="40451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8" name="椭圆 13187">
                <a:extLst>
                  <a:ext uri="{FF2B5EF4-FFF2-40B4-BE49-F238E27FC236}">
                    <a16:creationId xmlns:a16="http://schemas.microsoft.com/office/drawing/2014/main" id="{E84AC0EA-96A6-4041-8B65-7776E15D4999}"/>
                  </a:ext>
                </a:extLst>
              </p:cNvPr>
              <p:cNvSpPr/>
              <p:nvPr/>
            </p:nvSpPr>
            <p:spPr>
              <a:xfrm>
                <a:off x="393770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9" name="椭圆 13188">
                <a:extLst>
                  <a:ext uri="{FF2B5EF4-FFF2-40B4-BE49-F238E27FC236}">
                    <a16:creationId xmlns:a16="http://schemas.microsoft.com/office/drawing/2014/main" id="{A3226DF7-5566-4AAD-9F19-A6270542CCBA}"/>
                  </a:ext>
                </a:extLst>
              </p:cNvPr>
              <p:cNvSpPr/>
              <p:nvPr/>
            </p:nvSpPr>
            <p:spPr>
              <a:xfrm>
                <a:off x="39558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0" name="椭圆 13189">
                <a:extLst>
                  <a:ext uri="{FF2B5EF4-FFF2-40B4-BE49-F238E27FC236}">
                    <a16:creationId xmlns:a16="http://schemas.microsoft.com/office/drawing/2014/main" id="{801A8CCE-A873-485A-9BB5-D4936D41428C}"/>
                  </a:ext>
                </a:extLst>
              </p:cNvPr>
              <p:cNvSpPr/>
              <p:nvPr/>
            </p:nvSpPr>
            <p:spPr>
              <a:xfrm>
                <a:off x="396651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1" name="椭圆 13190">
                <a:extLst>
                  <a:ext uri="{FF2B5EF4-FFF2-40B4-BE49-F238E27FC236}">
                    <a16:creationId xmlns:a16="http://schemas.microsoft.com/office/drawing/2014/main" id="{08842336-8793-49B7-A0FF-A96E3CE1D0E7}"/>
                  </a:ext>
                </a:extLst>
              </p:cNvPr>
              <p:cNvSpPr/>
              <p:nvPr/>
            </p:nvSpPr>
            <p:spPr>
              <a:xfrm>
                <a:off x="40658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2" name="椭圆 13191">
                <a:extLst>
                  <a:ext uri="{FF2B5EF4-FFF2-40B4-BE49-F238E27FC236}">
                    <a16:creationId xmlns:a16="http://schemas.microsoft.com/office/drawing/2014/main" id="{86C1BBD8-3145-425C-AE7D-603304BC6B04}"/>
                  </a:ext>
                </a:extLst>
              </p:cNvPr>
              <p:cNvSpPr/>
              <p:nvPr/>
            </p:nvSpPr>
            <p:spPr>
              <a:xfrm>
                <a:off x="419342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3" name="椭圆 13192">
                <a:extLst>
                  <a:ext uri="{FF2B5EF4-FFF2-40B4-BE49-F238E27FC236}">
                    <a16:creationId xmlns:a16="http://schemas.microsoft.com/office/drawing/2014/main" id="{D7DB5EB0-FA6C-4220-8401-C6CD3643DA76}"/>
                  </a:ext>
                </a:extLst>
              </p:cNvPr>
              <p:cNvSpPr/>
              <p:nvPr/>
            </p:nvSpPr>
            <p:spPr>
              <a:xfrm>
                <a:off x="4141925"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4" name="椭圆 13193">
                <a:extLst>
                  <a:ext uri="{FF2B5EF4-FFF2-40B4-BE49-F238E27FC236}">
                    <a16:creationId xmlns:a16="http://schemas.microsoft.com/office/drawing/2014/main" id="{3F162C2A-4FB1-4039-857A-C20E569CA19D}"/>
                  </a:ext>
                </a:extLst>
              </p:cNvPr>
              <p:cNvSpPr/>
              <p:nvPr/>
            </p:nvSpPr>
            <p:spPr>
              <a:xfrm>
                <a:off x="4021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5" name="椭圆 13194">
                <a:extLst>
                  <a:ext uri="{FF2B5EF4-FFF2-40B4-BE49-F238E27FC236}">
                    <a16:creationId xmlns:a16="http://schemas.microsoft.com/office/drawing/2014/main" id="{69DB2FE7-6CD8-49D3-8348-413252170328}"/>
                  </a:ext>
                </a:extLst>
              </p:cNvPr>
              <p:cNvSpPr/>
              <p:nvPr/>
            </p:nvSpPr>
            <p:spPr>
              <a:xfrm>
                <a:off x="4021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6" name="椭圆 13195">
                <a:extLst>
                  <a:ext uri="{FF2B5EF4-FFF2-40B4-BE49-F238E27FC236}">
                    <a16:creationId xmlns:a16="http://schemas.microsoft.com/office/drawing/2014/main" id="{939ED6B9-0BF9-43F0-A66D-7471AA2A86D3}"/>
                  </a:ext>
                </a:extLst>
              </p:cNvPr>
              <p:cNvSpPr/>
              <p:nvPr/>
            </p:nvSpPr>
            <p:spPr>
              <a:xfrm>
                <a:off x="3968353"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7" name="椭圆 13196">
                <a:extLst>
                  <a:ext uri="{FF2B5EF4-FFF2-40B4-BE49-F238E27FC236}">
                    <a16:creationId xmlns:a16="http://schemas.microsoft.com/office/drawing/2014/main" id="{55CDB97D-9ACC-4D06-BAF2-19AAF0C3A4D0}"/>
                  </a:ext>
                </a:extLst>
              </p:cNvPr>
              <p:cNvSpPr/>
              <p:nvPr/>
            </p:nvSpPr>
            <p:spPr>
              <a:xfrm>
                <a:off x="403985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8" name="椭圆 13197">
                <a:extLst>
                  <a:ext uri="{FF2B5EF4-FFF2-40B4-BE49-F238E27FC236}">
                    <a16:creationId xmlns:a16="http://schemas.microsoft.com/office/drawing/2014/main" id="{4280DAC9-29B7-4ED2-AA67-C92E54E44DC6}"/>
                  </a:ext>
                </a:extLst>
              </p:cNvPr>
              <p:cNvSpPr/>
              <p:nvPr/>
            </p:nvSpPr>
            <p:spPr>
              <a:xfrm>
                <a:off x="410346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9" name="椭圆 13198">
                <a:extLst>
                  <a:ext uri="{FF2B5EF4-FFF2-40B4-BE49-F238E27FC236}">
                    <a16:creationId xmlns:a16="http://schemas.microsoft.com/office/drawing/2014/main" id="{2FA48A12-0DCC-452C-B4CD-D09237382418}"/>
                  </a:ext>
                </a:extLst>
              </p:cNvPr>
              <p:cNvSpPr/>
              <p:nvPr/>
            </p:nvSpPr>
            <p:spPr>
              <a:xfrm>
                <a:off x="4083713"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0" name="椭圆 13199">
                <a:extLst>
                  <a:ext uri="{FF2B5EF4-FFF2-40B4-BE49-F238E27FC236}">
                    <a16:creationId xmlns:a16="http://schemas.microsoft.com/office/drawing/2014/main" id="{4D5471DC-7D43-411C-9E75-61344B31A208}"/>
                  </a:ext>
                </a:extLst>
              </p:cNvPr>
              <p:cNvSpPr/>
              <p:nvPr/>
            </p:nvSpPr>
            <p:spPr>
              <a:xfrm>
                <a:off x="4224546" y="28927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1" name="椭圆 13200">
                <a:extLst>
                  <a:ext uri="{FF2B5EF4-FFF2-40B4-BE49-F238E27FC236}">
                    <a16:creationId xmlns:a16="http://schemas.microsoft.com/office/drawing/2014/main" id="{4A50C909-49C1-4D49-B70E-162C1A4C6D3E}"/>
                  </a:ext>
                </a:extLst>
              </p:cNvPr>
              <p:cNvSpPr/>
              <p:nvPr/>
            </p:nvSpPr>
            <p:spPr>
              <a:xfrm>
                <a:off x="4054020"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2" name="椭圆 13201">
                <a:extLst>
                  <a:ext uri="{FF2B5EF4-FFF2-40B4-BE49-F238E27FC236}">
                    <a16:creationId xmlns:a16="http://schemas.microsoft.com/office/drawing/2014/main" id="{9F203848-238D-4EE8-B645-2351A4E41744}"/>
                  </a:ext>
                </a:extLst>
              </p:cNvPr>
              <p:cNvSpPr/>
              <p:nvPr/>
            </p:nvSpPr>
            <p:spPr>
              <a:xfrm>
                <a:off x="410089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3" name="椭圆 13202">
                <a:extLst>
                  <a:ext uri="{FF2B5EF4-FFF2-40B4-BE49-F238E27FC236}">
                    <a16:creationId xmlns:a16="http://schemas.microsoft.com/office/drawing/2014/main" id="{BA409F07-5464-48E6-95F8-19DA23CC8613}"/>
                  </a:ext>
                </a:extLst>
              </p:cNvPr>
              <p:cNvSpPr/>
              <p:nvPr/>
            </p:nvSpPr>
            <p:spPr>
              <a:xfrm>
                <a:off x="404976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4" name="椭圆 13203">
                <a:extLst>
                  <a:ext uri="{FF2B5EF4-FFF2-40B4-BE49-F238E27FC236}">
                    <a16:creationId xmlns:a16="http://schemas.microsoft.com/office/drawing/2014/main" id="{70AA05E9-7354-434C-B183-E70E707470D6}"/>
                  </a:ext>
                </a:extLst>
              </p:cNvPr>
              <p:cNvSpPr/>
              <p:nvPr/>
            </p:nvSpPr>
            <p:spPr>
              <a:xfrm>
                <a:off x="39773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5" name="椭圆 13204">
                <a:extLst>
                  <a:ext uri="{FF2B5EF4-FFF2-40B4-BE49-F238E27FC236}">
                    <a16:creationId xmlns:a16="http://schemas.microsoft.com/office/drawing/2014/main" id="{1C16EF73-BA32-4BF9-B2E3-F36F4A7873FA}"/>
                  </a:ext>
                </a:extLst>
              </p:cNvPr>
              <p:cNvSpPr/>
              <p:nvPr/>
            </p:nvSpPr>
            <p:spPr>
              <a:xfrm>
                <a:off x="4017830" y="3028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6" name="椭圆 13205">
                <a:extLst>
                  <a:ext uri="{FF2B5EF4-FFF2-40B4-BE49-F238E27FC236}">
                    <a16:creationId xmlns:a16="http://schemas.microsoft.com/office/drawing/2014/main" id="{6B5F8110-6650-45E3-B83D-8326A75B31D3}"/>
                  </a:ext>
                </a:extLst>
              </p:cNvPr>
              <p:cNvSpPr/>
              <p:nvPr/>
            </p:nvSpPr>
            <p:spPr>
              <a:xfrm>
                <a:off x="40459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7" name="椭圆 13206">
                <a:extLst>
                  <a:ext uri="{FF2B5EF4-FFF2-40B4-BE49-F238E27FC236}">
                    <a16:creationId xmlns:a16="http://schemas.microsoft.com/office/drawing/2014/main" id="{F30CA2C6-CBE9-4350-B1AE-F0E1526E0943}"/>
                  </a:ext>
                </a:extLst>
              </p:cNvPr>
              <p:cNvSpPr/>
              <p:nvPr/>
            </p:nvSpPr>
            <p:spPr>
              <a:xfrm>
                <a:off x="408107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8" name="椭圆 13207">
                <a:extLst>
                  <a:ext uri="{FF2B5EF4-FFF2-40B4-BE49-F238E27FC236}">
                    <a16:creationId xmlns:a16="http://schemas.microsoft.com/office/drawing/2014/main" id="{E11E0CD4-29BC-451A-97F0-40568C444C25}"/>
                  </a:ext>
                </a:extLst>
              </p:cNvPr>
              <p:cNvSpPr/>
              <p:nvPr/>
            </p:nvSpPr>
            <p:spPr>
              <a:xfrm>
                <a:off x="406462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9" name="椭圆 13208">
                <a:extLst>
                  <a:ext uri="{FF2B5EF4-FFF2-40B4-BE49-F238E27FC236}">
                    <a16:creationId xmlns:a16="http://schemas.microsoft.com/office/drawing/2014/main" id="{C52E2017-FFFA-49CE-A695-0D680900DE9D}"/>
                  </a:ext>
                </a:extLst>
              </p:cNvPr>
              <p:cNvSpPr/>
              <p:nvPr/>
            </p:nvSpPr>
            <p:spPr>
              <a:xfrm>
                <a:off x="41814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0" name="椭圆 13209">
                <a:extLst>
                  <a:ext uri="{FF2B5EF4-FFF2-40B4-BE49-F238E27FC236}">
                    <a16:creationId xmlns:a16="http://schemas.microsoft.com/office/drawing/2014/main" id="{6F141BE4-07F9-4757-957A-0487EC2B6D0A}"/>
                  </a:ext>
                </a:extLst>
              </p:cNvPr>
              <p:cNvSpPr/>
              <p:nvPr/>
            </p:nvSpPr>
            <p:spPr>
              <a:xfrm>
                <a:off x="40133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1" name="椭圆 13210">
                <a:extLst>
                  <a:ext uri="{FF2B5EF4-FFF2-40B4-BE49-F238E27FC236}">
                    <a16:creationId xmlns:a16="http://schemas.microsoft.com/office/drawing/2014/main" id="{A8DF9385-8583-4BEE-A672-25F27230BED9}"/>
                  </a:ext>
                </a:extLst>
              </p:cNvPr>
              <p:cNvSpPr/>
              <p:nvPr/>
            </p:nvSpPr>
            <p:spPr>
              <a:xfrm>
                <a:off x="4041651"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2" name="椭圆 13211">
                <a:extLst>
                  <a:ext uri="{FF2B5EF4-FFF2-40B4-BE49-F238E27FC236}">
                    <a16:creationId xmlns:a16="http://schemas.microsoft.com/office/drawing/2014/main" id="{2335908C-E297-4818-8F6A-D08E1F71237D}"/>
                  </a:ext>
                </a:extLst>
              </p:cNvPr>
              <p:cNvSpPr/>
              <p:nvPr/>
            </p:nvSpPr>
            <p:spPr>
              <a:xfrm>
                <a:off x="3998047" y="30120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3" name="椭圆 13212">
                <a:extLst>
                  <a:ext uri="{FF2B5EF4-FFF2-40B4-BE49-F238E27FC236}">
                    <a16:creationId xmlns:a16="http://schemas.microsoft.com/office/drawing/2014/main" id="{F2247D1F-E1D6-4638-AC5F-434CEC666308}"/>
                  </a:ext>
                </a:extLst>
              </p:cNvPr>
              <p:cNvSpPr/>
              <p:nvPr/>
            </p:nvSpPr>
            <p:spPr>
              <a:xfrm>
                <a:off x="40285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4" name="椭圆 13213">
                <a:extLst>
                  <a:ext uri="{FF2B5EF4-FFF2-40B4-BE49-F238E27FC236}">
                    <a16:creationId xmlns:a16="http://schemas.microsoft.com/office/drawing/2014/main" id="{A0043CEA-732D-4656-AA38-A63701A66B37}"/>
                  </a:ext>
                </a:extLst>
              </p:cNvPr>
              <p:cNvSpPr/>
              <p:nvPr/>
            </p:nvSpPr>
            <p:spPr>
              <a:xfrm>
                <a:off x="410969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5" name="椭圆 13214">
                <a:extLst>
                  <a:ext uri="{FF2B5EF4-FFF2-40B4-BE49-F238E27FC236}">
                    <a16:creationId xmlns:a16="http://schemas.microsoft.com/office/drawing/2014/main" id="{1BAA2A07-4198-40DC-9481-604EEC9E60AF}"/>
                  </a:ext>
                </a:extLst>
              </p:cNvPr>
              <p:cNvSpPr/>
              <p:nvPr/>
            </p:nvSpPr>
            <p:spPr>
              <a:xfrm>
                <a:off x="3964830"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6" name="椭圆 13215">
                <a:extLst>
                  <a:ext uri="{FF2B5EF4-FFF2-40B4-BE49-F238E27FC236}">
                    <a16:creationId xmlns:a16="http://schemas.microsoft.com/office/drawing/2014/main" id="{0543C5B1-65DC-4D17-BDF9-FFD178E56416}"/>
                  </a:ext>
                </a:extLst>
              </p:cNvPr>
              <p:cNvSpPr/>
              <p:nvPr/>
            </p:nvSpPr>
            <p:spPr>
              <a:xfrm>
                <a:off x="4069215"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7" name="椭圆 13216">
                <a:extLst>
                  <a:ext uri="{FF2B5EF4-FFF2-40B4-BE49-F238E27FC236}">
                    <a16:creationId xmlns:a16="http://schemas.microsoft.com/office/drawing/2014/main" id="{AC152690-AB35-4083-ABB9-6DC186F97416}"/>
                  </a:ext>
                </a:extLst>
              </p:cNvPr>
              <p:cNvSpPr/>
              <p:nvPr/>
            </p:nvSpPr>
            <p:spPr>
              <a:xfrm>
                <a:off x="401647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8" name="椭圆 13217">
                <a:extLst>
                  <a:ext uri="{FF2B5EF4-FFF2-40B4-BE49-F238E27FC236}">
                    <a16:creationId xmlns:a16="http://schemas.microsoft.com/office/drawing/2014/main" id="{7BAF6EB9-8406-4500-98E3-D6D9C28BF143}"/>
                  </a:ext>
                </a:extLst>
              </p:cNvPr>
              <p:cNvSpPr/>
              <p:nvPr/>
            </p:nvSpPr>
            <p:spPr>
              <a:xfrm>
                <a:off x="39788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9" name="椭圆 13218">
                <a:extLst>
                  <a:ext uri="{FF2B5EF4-FFF2-40B4-BE49-F238E27FC236}">
                    <a16:creationId xmlns:a16="http://schemas.microsoft.com/office/drawing/2014/main" id="{737DA644-04BD-46C8-9051-C4290A51D63D}"/>
                  </a:ext>
                </a:extLst>
              </p:cNvPr>
              <p:cNvSpPr/>
              <p:nvPr/>
            </p:nvSpPr>
            <p:spPr>
              <a:xfrm>
                <a:off x="397385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0" name="椭圆 13219">
                <a:extLst>
                  <a:ext uri="{FF2B5EF4-FFF2-40B4-BE49-F238E27FC236}">
                    <a16:creationId xmlns:a16="http://schemas.microsoft.com/office/drawing/2014/main" id="{BE2B1FD7-20F9-4D0E-B65E-AC2DB2342975}"/>
                  </a:ext>
                </a:extLst>
              </p:cNvPr>
              <p:cNvSpPr/>
              <p:nvPr/>
            </p:nvSpPr>
            <p:spPr>
              <a:xfrm>
                <a:off x="40848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1" name="椭圆 13220">
                <a:extLst>
                  <a:ext uri="{FF2B5EF4-FFF2-40B4-BE49-F238E27FC236}">
                    <a16:creationId xmlns:a16="http://schemas.microsoft.com/office/drawing/2014/main" id="{EBCAB587-B8F5-40C3-ABFC-CE58736903ED}"/>
                  </a:ext>
                </a:extLst>
              </p:cNvPr>
              <p:cNvSpPr/>
              <p:nvPr/>
            </p:nvSpPr>
            <p:spPr>
              <a:xfrm>
                <a:off x="3849947"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2" name="椭圆 13221">
                <a:extLst>
                  <a:ext uri="{FF2B5EF4-FFF2-40B4-BE49-F238E27FC236}">
                    <a16:creationId xmlns:a16="http://schemas.microsoft.com/office/drawing/2014/main" id="{FAAA6E71-6ADD-44BE-A727-2FA5F819E6E0}"/>
                  </a:ext>
                </a:extLst>
              </p:cNvPr>
              <p:cNvSpPr/>
              <p:nvPr/>
            </p:nvSpPr>
            <p:spPr>
              <a:xfrm>
                <a:off x="397613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3" name="椭圆 13222">
                <a:extLst>
                  <a:ext uri="{FF2B5EF4-FFF2-40B4-BE49-F238E27FC236}">
                    <a16:creationId xmlns:a16="http://schemas.microsoft.com/office/drawing/2014/main" id="{CF92A275-A8B0-4DBA-A2B4-CC86F1AE9038}"/>
                  </a:ext>
                </a:extLst>
              </p:cNvPr>
              <p:cNvSpPr/>
              <p:nvPr/>
            </p:nvSpPr>
            <p:spPr>
              <a:xfrm>
                <a:off x="4069545"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4" name="椭圆 13223">
                <a:extLst>
                  <a:ext uri="{FF2B5EF4-FFF2-40B4-BE49-F238E27FC236}">
                    <a16:creationId xmlns:a16="http://schemas.microsoft.com/office/drawing/2014/main" id="{7DFF2812-5045-4F0A-8A04-72E0C4FA63C5}"/>
                  </a:ext>
                </a:extLst>
              </p:cNvPr>
              <p:cNvSpPr/>
              <p:nvPr/>
            </p:nvSpPr>
            <p:spPr>
              <a:xfrm>
                <a:off x="4143760"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5" name="椭圆 13224">
                <a:extLst>
                  <a:ext uri="{FF2B5EF4-FFF2-40B4-BE49-F238E27FC236}">
                    <a16:creationId xmlns:a16="http://schemas.microsoft.com/office/drawing/2014/main" id="{0A81694E-50B3-4AF2-A3F5-945DA348A7FD}"/>
                  </a:ext>
                </a:extLst>
              </p:cNvPr>
              <p:cNvSpPr/>
              <p:nvPr/>
            </p:nvSpPr>
            <p:spPr>
              <a:xfrm>
                <a:off x="4000726"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6" name="椭圆 13225">
                <a:extLst>
                  <a:ext uri="{FF2B5EF4-FFF2-40B4-BE49-F238E27FC236}">
                    <a16:creationId xmlns:a16="http://schemas.microsoft.com/office/drawing/2014/main" id="{4F795787-B447-4B02-B91C-CF6E151733E7}"/>
                  </a:ext>
                </a:extLst>
              </p:cNvPr>
              <p:cNvSpPr/>
              <p:nvPr/>
            </p:nvSpPr>
            <p:spPr>
              <a:xfrm>
                <a:off x="402528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7" name="椭圆 13226">
                <a:extLst>
                  <a:ext uri="{FF2B5EF4-FFF2-40B4-BE49-F238E27FC236}">
                    <a16:creationId xmlns:a16="http://schemas.microsoft.com/office/drawing/2014/main" id="{030FB756-43EC-4E86-AAEA-EEAB28359C7F}"/>
                  </a:ext>
                </a:extLst>
              </p:cNvPr>
              <p:cNvSpPr/>
              <p:nvPr/>
            </p:nvSpPr>
            <p:spPr>
              <a:xfrm>
                <a:off x="4031741"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8" name="椭圆 13227">
                <a:extLst>
                  <a:ext uri="{FF2B5EF4-FFF2-40B4-BE49-F238E27FC236}">
                    <a16:creationId xmlns:a16="http://schemas.microsoft.com/office/drawing/2014/main" id="{97C95490-CB08-4883-9052-011704ADB91C}"/>
                  </a:ext>
                </a:extLst>
              </p:cNvPr>
              <p:cNvSpPr/>
              <p:nvPr/>
            </p:nvSpPr>
            <p:spPr>
              <a:xfrm>
                <a:off x="3973015"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9" name="椭圆 13228">
                <a:extLst>
                  <a:ext uri="{FF2B5EF4-FFF2-40B4-BE49-F238E27FC236}">
                    <a16:creationId xmlns:a16="http://schemas.microsoft.com/office/drawing/2014/main" id="{5D08B09C-00ED-4BC4-8BC7-1E47F8D185A4}"/>
                  </a:ext>
                </a:extLst>
              </p:cNvPr>
              <p:cNvSpPr/>
              <p:nvPr/>
            </p:nvSpPr>
            <p:spPr>
              <a:xfrm>
                <a:off x="3982888" y="29775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0" name="椭圆 13229">
                <a:extLst>
                  <a:ext uri="{FF2B5EF4-FFF2-40B4-BE49-F238E27FC236}">
                    <a16:creationId xmlns:a16="http://schemas.microsoft.com/office/drawing/2014/main" id="{74E23F50-E0C1-403B-9EF8-125BB119840C}"/>
                  </a:ext>
                </a:extLst>
              </p:cNvPr>
              <p:cNvSpPr/>
              <p:nvPr/>
            </p:nvSpPr>
            <p:spPr>
              <a:xfrm>
                <a:off x="404579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1" name="椭圆 13230">
                <a:extLst>
                  <a:ext uri="{FF2B5EF4-FFF2-40B4-BE49-F238E27FC236}">
                    <a16:creationId xmlns:a16="http://schemas.microsoft.com/office/drawing/2014/main" id="{5C1DB634-2291-4A1C-866E-F59E79AD3B96}"/>
                  </a:ext>
                </a:extLst>
              </p:cNvPr>
              <p:cNvSpPr/>
              <p:nvPr/>
            </p:nvSpPr>
            <p:spPr>
              <a:xfrm>
                <a:off x="40334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2" name="椭圆 13231">
                <a:extLst>
                  <a:ext uri="{FF2B5EF4-FFF2-40B4-BE49-F238E27FC236}">
                    <a16:creationId xmlns:a16="http://schemas.microsoft.com/office/drawing/2014/main" id="{292A6DA2-4136-4A05-B7A1-AD0C3CFB5183}"/>
                  </a:ext>
                </a:extLst>
              </p:cNvPr>
              <p:cNvSpPr/>
              <p:nvPr/>
            </p:nvSpPr>
            <p:spPr>
              <a:xfrm>
                <a:off x="3756719"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3" name="椭圆 13232">
                <a:extLst>
                  <a:ext uri="{FF2B5EF4-FFF2-40B4-BE49-F238E27FC236}">
                    <a16:creationId xmlns:a16="http://schemas.microsoft.com/office/drawing/2014/main" id="{2CDCB561-6570-4165-83E6-9911F8224A8E}"/>
                  </a:ext>
                </a:extLst>
              </p:cNvPr>
              <p:cNvSpPr/>
              <p:nvPr/>
            </p:nvSpPr>
            <p:spPr>
              <a:xfrm>
                <a:off x="3934622"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4" name="椭圆 13233">
                <a:extLst>
                  <a:ext uri="{FF2B5EF4-FFF2-40B4-BE49-F238E27FC236}">
                    <a16:creationId xmlns:a16="http://schemas.microsoft.com/office/drawing/2014/main" id="{3E4A8A7E-DB59-4373-AAC9-1B0E66F2C905}"/>
                  </a:ext>
                </a:extLst>
              </p:cNvPr>
              <p:cNvSpPr/>
              <p:nvPr/>
            </p:nvSpPr>
            <p:spPr>
              <a:xfrm>
                <a:off x="4033906"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5" name="椭圆 13234">
                <a:extLst>
                  <a:ext uri="{FF2B5EF4-FFF2-40B4-BE49-F238E27FC236}">
                    <a16:creationId xmlns:a16="http://schemas.microsoft.com/office/drawing/2014/main" id="{73285203-B29E-4EAE-A9BB-A3DB3C59BAC1}"/>
                  </a:ext>
                </a:extLst>
              </p:cNvPr>
              <p:cNvSpPr/>
              <p:nvPr/>
            </p:nvSpPr>
            <p:spPr>
              <a:xfrm>
                <a:off x="4091531"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6" name="椭圆 13235">
                <a:extLst>
                  <a:ext uri="{FF2B5EF4-FFF2-40B4-BE49-F238E27FC236}">
                    <a16:creationId xmlns:a16="http://schemas.microsoft.com/office/drawing/2014/main" id="{98C8DB2C-8086-42C5-89A5-9F7FDC050A27}"/>
                  </a:ext>
                </a:extLst>
              </p:cNvPr>
              <p:cNvSpPr/>
              <p:nvPr/>
            </p:nvSpPr>
            <p:spPr>
              <a:xfrm>
                <a:off x="3973015" y="29804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7" name="椭圆 13236">
                <a:extLst>
                  <a:ext uri="{FF2B5EF4-FFF2-40B4-BE49-F238E27FC236}">
                    <a16:creationId xmlns:a16="http://schemas.microsoft.com/office/drawing/2014/main" id="{5C0E3149-D074-4B49-A022-DD6C07334DC4}"/>
                  </a:ext>
                </a:extLst>
              </p:cNvPr>
              <p:cNvSpPr/>
              <p:nvPr/>
            </p:nvSpPr>
            <p:spPr>
              <a:xfrm>
                <a:off x="4016986" y="3025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8" name="椭圆 13237">
                <a:extLst>
                  <a:ext uri="{FF2B5EF4-FFF2-40B4-BE49-F238E27FC236}">
                    <a16:creationId xmlns:a16="http://schemas.microsoft.com/office/drawing/2014/main" id="{1E47AD01-17B9-43E3-8A6B-9EBA654C3F17}"/>
                  </a:ext>
                </a:extLst>
              </p:cNvPr>
              <p:cNvSpPr/>
              <p:nvPr/>
            </p:nvSpPr>
            <p:spPr>
              <a:xfrm>
                <a:off x="392908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9" name="椭圆 13238">
                <a:extLst>
                  <a:ext uri="{FF2B5EF4-FFF2-40B4-BE49-F238E27FC236}">
                    <a16:creationId xmlns:a16="http://schemas.microsoft.com/office/drawing/2014/main" id="{A6F562EF-B851-4D15-89EA-78DC70D5B75D}"/>
                  </a:ext>
                </a:extLst>
              </p:cNvPr>
              <p:cNvSpPr/>
              <p:nvPr/>
            </p:nvSpPr>
            <p:spPr>
              <a:xfrm>
                <a:off x="401313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0" name="椭圆 13239">
                <a:extLst>
                  <a:ext uri="{FF2B5EF4-FFF2-40B4-BE49-F238E27FC236}">
                    <a16:creationId xmlns:a16="http://schemas.microsoft.com/office/drawing/2014/main" id="{AE00B27E-11C7-4623-8645-93C973769853}"/>
                  </a:ext>
                </a:extLst>
              </p:cNvPr>
              <p:cNvSpPr/>
              <p:nvPr/>
            </p:nvSpPr>
            <p:spPr>
              <a:xfrm>
                <a:off x="403860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1" name="椭圆 13240">
                <a:extLst>
                  <a:ext uri="{FF2B5EF4-FFF2-40B4-BE49-F238E27FC236}">
                    <a16:creationId xmlns:a16="http://schemas.microsoft.com/office/drawing/2014/main" id="{1B3F869D-FF3F-4893-9965-103338E343F0}"/>
                  </a:ext>
                </a:extLst>
              </p:cNvPr>
              <p:cNvSpPr/>
              <p:nvPr/>
            </p:nvSpPr>
            <p:spPr>
              <a:xfrm>
                <a:off x="40555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2" name="椭圆 13241">
                <a:extLst>
                  <a:ext uri="{FF2B5EF4-FFF2-40B4-BE49-F238E27FC236}">
                    <a16:creationId xmlns:a16="http://schemas.microsoft.com/office/drawing/2014/main" id="{31897B2E-2DA1-44FC-9B92-F37AB1B7C5CD}"/>
                  </a:ext>
                </a:extLst>
              </p:cNvPr>
              <p:cNvSpPr/>
              <p:nvPr/>
            </p:nvSpPr>
            <p:spPr>
              <a:xfrm>
                <a:off x="404601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3" name="椭圆 13242">
                <a:extLst>
                  <a:ext uri="{FF2B5EF4-FFF2-40B4-BE49-F238E27FC236}">
                    <a16:creationId xmlns:a16="http://schemas.microsoft.com/office/drawing/2014/main" id="{2D852EEA-1786-4E19-920E-C1FBFB89E705}"/>
                  </a:ext>
                </a:extLst>
              </p:cNvPr>
              <p:cNvSpPr/>
              <p:nvPr/>
            </p:nvSpPr>
            <p:spPr>
              <a:xfrm>
                <a:off x="4040476"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4" name="椭圆 13243">
                <a:extLst>
                  <a:ext uri="{FF2B5EF4-FFF2-40B4-BE49-F238E27FC236}">
                    <a16:creationId xmlns:a16="http://schemas.microsoft.com/office/drawing/2014/main" id="{05FBC4B3-40B7-4E71-A12F-7BB0328316F4}"/>
                  </a:ext>
                </a:extLst>
              </p:cNvPr>
              <p:cNvSpPr/>
              <p:nvPr/>
            </p:nvSpPr>
            <p:spPr>
              <a:xfrm>
                <a:off x="40056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5" name="椭圆 13244">
                <a:extLst>
                  <a:ext uri="{FF2B5EF4-FFF2-40B4-BE49-F238E27FC236}">
                    <a16:creationId xmlns:a16="http://schemas.microsoft.com/office/drawing/2014/main" id="{44802279-A62E-4342-989D-24849A86F319}"/>
                  </a:ext>
                </a:extLst>
              </p:cNvPr>
              <p:cNvSpPr/>
              <p:nvPr/>
            </p:nvSpPr>
            <p:spPr>
              <a:xfrm>
                <a:off x="39996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6" name="椭圆 13245">
                <a:extLst>
                  <a:ext uri="{FF2B5EF4-FFF2-40B4-BE49-F238E27FC236}">
                    <a16:creationId xmlns:a16="http://schemas.microsoft.com/office/drawing/2014/main" id="{B9339B26-F4EF-4105-95B6-744CA6DA7CC2}"/>
                  </a:ext>
                </a:extLst>
              </p:cNvPr>
              <p:cNvSpPr/>
              <p:nvPr/>
            </p:nvSpPr>
            <p:spPr>
              <a:xfrm>
                <a:off x="398461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7" name="椭圆 13246">
                <a:extLst>
                  <a:ext uri="{FF2B5EF4-FFF2-40B4-BE49-F238E27FC236}">
                    <a16:creationId xmlns:a16="http://schemas.microsoft.com/office/drawing/2014/main" id="{F331581E-5D80-4869-BDB2-D5C09C8E2C79}"/>
                  </a:ext>
                </a:extLst>
              </p:cNvPr>
              <p:cNvSpPr/>
              <p:nvPr/>
            </p:nvSpPr>
            <p:spPr>
              <a:xfrm>
                <a:off x="4013242"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8" name="椭圆 13247">
                <a:extLst>
                  <a:ext uri="{FF2B5EF4-FFF2-40B4-BE49-F238E27FC236}">
                    <a16:creationId xmlns:a16="http://schemas.microsoft.com/office/drawing/2014/main" id="{A531B232-4B4A-4EB1-B908-CD2827752249}"/>
                  </a:ext>
                </a:extLst>
              </p:cNvPr>
              <p:cNvSpPr/>
              <p:nvPr/>
            </p:nvSpPr>
            <p:spPr>
              <a:xfrm>
                <a:off x="3974593"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9" name="椭圆 13248">
                <a:extLst>
                  <a:ext uri="{FF2B5EF4-FFF2-40B4-BE49-F238E27FC236}">
                    <a16:creationId xmlns:a16="http://schemas.microsoft.com/office/drawing/2014/main" id="{CF22A847-6ADA-456B-B159-C673E61001D2}"/>
                  </a:ext>
                </a:extLst>
              </p:cNvPr>
              <p:cNvSpPr/>
              <p:nvPr/>
            </p:nvSpPr>
            <p:spPr>
              <a:xfrm>
                <a:off x="40188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0" name="椭圆 13249">
                <a:extLst>
                  <a:ext uri="{FF2B5EF4-FFF2-40B4-BE49-F238E27FC236}">
                    <a16:creationId xmlns:a16="http://schemas.microsoft.com/office/drawing/2014/main" id="{B2714413-E38A-49AD-9532-272EBAEDC5A2}"/>
                  </a:ext>
                </a:extLst>
              </p:cNvPr>
              <p:cNvSpPr/>
              <p:nvPr/>
            </p:nvSpPr>
            <p:spPr>
              <a:xfrm>
                <a:off x="407028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1" name="椭圆 13250">
                <a:extLst>
                  <a:ext uri="{FF2B5EF4-FFF2-40B4-BE49-F238E27FC236}">
                    <a16:creationId xmlns:a16="http://schemas.microsoft.com/office/drawing/2014/main" id="{0EE6278D-C766-42A3-8442-88A9120B5144}"/>
                  </a:ext>
                </a:extLst>
              </p:cNvPr>
              <p:cNvSpPr/>
              <p:nvPr/>
            </p:nvSpPr>
            <p:spPr>
              <a:xfrm>
                <a:off x="415176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2" name="椭圆 13251">
                <a:extLst>
                  <a:ext uri="{FF2B5EF4-FFF2-40B4-BE49-F238E27FC236}">
                    <a16:creationId xmlns:a16="http://schemas.microsoft.com/office/drawing/2014/main" id="{A1501CBB-D4F6-4A3C-A623-D8C7073B12AF}"/>
                  </a:ext>
                </a:extLst>
              </p:cNvPr>
              <p:cNvSpPr/>
              <p:nvPr/>
            </p:nvSpPr>
            <p:spPr>
              <a:xfrm>
                <a:off x="40329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3" name="椭圆 13252">
                <a:extLst>
                  <a:ext uri="{FF2B5EF4-FFF2-40B4-BE49-F238E27FC236}">
                    <a16:creationId xmlns:a16="http://schemas.microsoft.com/office/drawing/2014/main" id="{4106E0E5-9735-4E5B-BDD6-369632509F3D}"/>
                  </a:ext>
                </a:extLst>
              </p:cNvPr>
              <p:cNvSpPr/>
              <p:nvPr/>
            </p:nvSpPr>
            <p:spPr>
              <a:xfrm>
                <a:off x="40273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4" name="椭圆 13253">
                <a:extLst>
                  <a:ext uri="{FF2B5EF4-FFF2-40B4-BE49-F238E27FC236}">
                    <a16:creationId xmlns:a16="http://schemas.microsoft.com/office/drawing/2014/main" id="{CA5891BA-DCA2-464A-8049-A823DAE4F591}"/>
                  </a:ext>
                </a:extLst>
              </p:cNvPr>
              <p:cNvSpPr/>
              <p:nvPr/>
            </p:nvSpPr>
            <p:spPr>
              <a:xfrm>
                <a:off x="40108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5" name="椭圆 13254">
                <a:extLst>
                  <a:ext uri="{FF2B5EF4-FFF2-40B4-BE49-F238E27FC236}">
                    <a16:creationId xmlns:a16="http://schemas.microsoft.com/office/drawing/2014/main" id="{6F138AF5-3492-4E9F-84B6-3DCF23328BC9}"/>
                  </a:ext>
                </a:extLst>
              </p:cNvPr>
              <p:cNvSpPr/>
              <p:nvPr/>
            </p:nvSpPr>
            <p:spPr>
              <a:xfrm>
                <a:off x="398479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6" name="椭圆 13255">
                <a:extLst>
                  <a:ext uri="{FF2B5EF4-FFF2-40B4-BE49-F238E27FC236}">
                    <a16:creationId xmlns:a16="http://schemas.microsoft.com/office/drawing/2014/main" id="{06A689D1-5EB0-406A-88D6-8F41C7061AB4}"/>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7" name="椭圆 13256">
                <a:extLst>
                  <a:ext uri="{FF2B5EF4-FFF2-40B4-BE49-F238E27FC236}">
                    <a16:creationId xmlns:a16="http://schemas.microsoft.com/office/drawing/2014/main" id="{2C86E85B-E3A8-4B5D-B1EA-40F918386873}"/>
                  </a:ext>
                </a:extLst>
              </p:cNvPr>
              <p:cNvSpPr/>
              <p:nvPr/>
            </p:nvSpPr>
            <p:spPr>
              <a:xfrm>
                <a:off x="4050937"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8" name="椭圆 13257">
                <a:extLst>
                  <a:ext uri="{FF2B5EF4-FFF2-40B4-BE49-F238E27FC236}">
                    <a16:creationId xmlns:a16="http://schemas.microsoft.com/office/drawing/2014/main" id="{F80ED790-B39C-4286-B76D-709F0FFB3C12}"/>
                  </a:ext>
                </a:extLst>
              </p:cNvPr>
              <p:cNvSpPr/>
              <p:nvPr/>
            </p:nvSpPr>
            <p:spPr>
              <a:xfrm>
                <a:off x="3955250"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9" name="椭圆 13258">
                <a:extLst>
                  <a:ext uri="{FF2B5EF4-FFF2-40B4-BE49-F238E27FC236}">
                    <a16:creationId xmlns:a16="http://schemas.microsoft.com/office/drawing/2014/main" id="{7DEAB261-63F2-45EA-8250-0A46F181BE7A}"/>
                  </a:ext>
                </a:extLst>
              </p:cNvPr>
              <p:cNvSpPr/>
              <p:nvPr/>
            </p:nvSpPr>
            <p:spPr>
              <a:xfrm>
                <a:off x="39616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0" name="椭圆 13259">
                <a:extLst>
                  <a:ext uri="{FF2B5EF4-FFF2-40B4-BE49-F238E27FC236}">
                    <a16:creationId xmlns:a16="http://schemas.microsoft.com/office/drawing/2014/main" id="{BE5F6D15-02D2-4302-B1C7-F72B52FFBE60}"/>
                  </a:ext>
                </a:extLst>
              </p:cNvPr>
              <p:cNvSpPr/>
              <p:nvPr/>
            </p:nvSpPr>
            <p:spPr>
              <a:xfrm>
                <a:off x="3974262"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1" name="椭圆 13260">
                <a:extLst>
                  <a:ext uri="{FF2B5EF4-FFF2-40B4-BE49-F238E27FC236}">
                    <a16:creationId xmlns:a16="http://schemas.microsoft.com/office/drawing/2014/main" id="{BDA5BF12-8A14-4091-A0C4-FD714DA80DEC}"/>
                  </a:ext>
                </a:extLst>
              </p:cNvPr>
              <p:cNvSpPr/>
              <p:nvPr/>
            </p:nvSpPr>
            <p:spPr>
              <a:xfrm>
                <a:off x="403948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2" name="椭圆 13261">
                <a:extLst>
                  <a:ext uri="{FF2B5EF4-FFF2-40B4-BE49-F238E27FC236}">
                    <a16:creationId xmlns:a16="http://schemas.microsoft.com/office/drawing/2014/main" id="{119140A7-32EC-4E19-9C30-9E881A4D80A8}"/>
                  </a:ext>
                </a:extLst>
              </p:cNvPr>
              <p:cNvSpPr/>
              <p:nvPr/>
            </p:nvSpPr>
            <p:spPr>
              <a:xfrm>
                <a:off x="400538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3" name="椭圆 13262">
                <a:extLst>
                  <a:ext uri="{FF2B5EF4-FFF2-40B4-BE49-F238E27FC236}">
                    <a16:creationId xmlns:a16="http://schemas.microsoft.com/office/drawing/2014/main" id="{05467EB9-F397-4DEA-98BC-AE3B9C4589C6}"/>
                  </a:ext>
                </a:extLst>
              </p:cNvPr>
              <p:cNvSpPr/>
              <p:nvPr/>
            </p:nvSpPr>
            <p:spPr>
              <a:xfrm>
                <a:off x="4023959"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4" name="椭圆 13263">
                <a:extLst>
                  <a:ext uri="{FF2B5EF4-FFF2-40B4-BE49-F238E27FC236}">
                    <a16:creationId xmlns:a16="http://schemas.microsoft.com/office/drawing/2014/main" id="{8D188BC2-697E-44A3-9166-81FB7BE77575}"/>
                  </a:ext>
                </a:extLst>
              </p:cNvPr>
              <p:cNvSpPr/>
              <p:nvPr/>
            </p:nvSpPr>
            <p:spPr>
              <a:xfrm>
                <a:off x="4147174"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5" name="椭圆 13264">
                <a:extLst>
                  <a:ext uri="{FF2B5EF4-FFF2-40B4-BE49-F238E27FC236}">
                    <a16:creationId xmlns:a16="http://schemas.microsoft.com/office/drawing/2014/main" id="{97C2163C-34BF-4A61-BD06-629537727E54}"/>
                  </a:ext>
                </a:extLst>
              </p:cNvPr>
              <p:cNvSpPr/>
              <p:nvPr/>
            </p:nvSpPr>
            <p:spPr>
              <a:xfrm>
                <a:off x="396747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6" name="椭圆 13265">
                <a:extLst>
                  <a:ext uri="{FF2B5EF4-FFF2-40B4-BE49-F238E27FC236}">
                    <a16:creationId xmlns:a16="http://schemas.microsoft.com/office/drawing/2014/main" id="{2795408B-EDB3-481E-BF3B-FC73AF5792A8}"/>
                  </a:ext>
                </a:extLst>
              </p:cNvPr>
              <p:cNvSpPr/>
              <p:nvPr/>
            </p:nvSpPr>
            <p:spPr>
              <a:xfrm>
                <a:off x="39878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7" name="椭圆 13266">
                <a:extLst>
                  <a:ext uri="{FF2B5EF4-FFF2-40B4-BE49-F238E27FC236}">
                    <a16:creationId xmlns:a16="http://schemas.microsoft.com/office/drawing/2014/main" id="{A139FD46-ADAC-43B3-9F54-EB1469FFDBB6}"/>
                  </a:ext>
                </a:extLst>
              </p:cNvPr>
              <p:cNvSpPr/>
              <p:nvPr/>
            </p:nvSpPr>
            <p:spPr>
              <a:xfrm>
                <a:off x="40317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8" name="椭圆 13267">
                <a:extLst>
                  <a:ext uri="{FF2B5EF4-FFF2-40B4-BE49-F238E27FC236}">
                    <a16:creationId xmlns:a16="http://schemas.microsoft.com/office/drawing/2014/main" id="{257CC962-EDBB-464F-9365-AE3B83500845}"/>
                  </a:ext>
                </a:extLst>
              </p:cNvPr>
              <p:cNvSpPr/>
              <p:nvPr/>
            </p:nvSpPr>
            <p:spPr>
              <a:xfrm>
                <a:off x="403919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9" name="椭圆 13268">
                <a:extLst>
                  <a:ext uri="{FF2B5EF4-FFF2-40B4-BE49-F238E27FC236}">
                    <a16:creationId xmlns:a16="http://schemas.microsoft.com/office/drawing/2014/main" id="{3D32C861-B605-4C29-B947-7F21DBEDA625}"/>
                  </a:ext>
                </a:extLst>
              </p:cNvPr>
              <p:cNvSpPr/>
              <p:nvPr/>
            </p:nvSpPr>
            <p:spPr>
              <a:xfrm>
                <a:off x="393344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0" name="椭圆 13269">
                <a:extLst>
                  <a:ext uri="{FF2B5EF4-FFF2-40B4-BE49-F238E27FC236}">
                    <a16:creationId xmlns:a16="http://schemas.microsoft.com/office/drawing/2014/main" id="{561061A5-83B5-44F2-8417-CFD0EDC3E26A}"/>
                  </a:ext>
                </a:extLst>
              </p:cNvPr>
              <p:cNvSpPr/>
              <p:nvPr/>
            </p:nvSpPr>
            <p:spPr>
              <a:xfrm>
                <a:off x="402080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1" name="椭圆 13270">
                <a:extLst>
                  <a:ext uri="{FF2B5EF4-FFF2-40B4-BE49-F238E27FC236}">
                    <a16:creationId xmlns:a16="http://schemas.microsoft.com/office/drawing/2014/main" id="{B2A28120-B4C3-4B7E-9428-9B120E8CCEE7}"/>
                  </a:ext>
                </a:extLst>
              </p:cNvPr>
              <p:cNvSpPr/>
              <p:nvPr/>
            </p:nvSpPr>
            <p:spPr>
              <a:xfrm>
                <a:off x="402080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2" name="椭圆 13271">
                <a:extLst>
                  <a:ext uri="{FF2B5EF4-FFF2-40B4-BE49-F238E27FC236}">
                    <a16:creationId xmlns:a16="http://schemas.microsoft.com/office/drawing/2014/main" id="{5A87C887-AEB0-485D-B5DA-F676ABF5EA41}"/>
                  </a:ext>
                </a:extLst>
              </p:cNvPr>
              <p:cNvSpPr/>
              <p:nvPr/>
            </p:nvSpPr>
            <p:spPr>
              <a:xfrm>
                <a:off x="3992394"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3" name="椭圆 13272">
                <a:extLst>
                  <a:ext uri="{FF2B5EF4-FFF2-40B4-BE49-F238E27FC236}">
                    <a16:creationId xmlns:a16="http://schemas.microsoft.com/office/drawing/2014/main" id="{67248BF2-E9AE-4201-ABBA-45C2AABA7974}"/>
                  </a:ext>
                </a:extLst>
              </p:cNvPr>
              <p:cNvSpPr/>
              <p:nvPr/>
            </p:nvSpPr>
            <p:spPr>
              <a:xfrm>
                <a:off x="40706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4" name="椭圆 13273">
                <a:extLst>
                  <a:ext uri="{FF2B5EF4-FFF2-40B4-BE49-F238E27FC236}">
                    <a16:creationId xmlns:a16="http://schemas.microsoft.com/office/drawing/2014/main" id="{BE0CCED7-2D6C-4DC2-BEFC-ECF5FF7D0E8D}"/>
                  </a:ext>
                </a:extLst>
              </p:cNvPr>
              <p:cNvSpPr/>
              <p:nvPr/>
            </p:nvSpPr>
            <p:spPr>
              <a:xfrm>
                <a:off x="401460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5" name="椭圆 13274">
                <a:extLst>
                  <a:ext uri="{FF2B5EF4-FFF2-40B4-BE49-F238E27FC236}">
                    <a16:creationId xmlns:a16="http://schemas.microsoft.com/office/drawing/2014/main" id="{78F8C9BF-FD81-485B-9E46-0DC47F29E5FF}"/>
                  </a:ext>
                </a:extLst>
              </p:cNvPr>
              <p:cNvSpPr/>
              <p:nvPr/>
            </p:nvSpPr>
            <p:spPr>
              <a:xfrm>
                <a:off x="40691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6" name="椭圆 13275">
                <a:extLst>
                  <a:ext uri="{FF2B5EF4-FFF2-40B4-BE49-F238E27FC236}">
                    <a16:creationId xmlns:a16="http://schemas.microsoft.com/office/drawing/2014/main" id="{B41F0CEB-E3FD-462A-9047-DA9556DD4F1C}"/>
                  </a:ext>
                </a:extLst>
              </p:cNvPr>
              <p:cNvSpPr/>
              <p:nvPr/>
            </p:nvSpPr>
            <p:spPr>
              <a:xfrm>
                <a:off x="3989825"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7" name="椭圆 13276">
                <a:extLst>
                  <a:ext uri="{FF2B5EF4-FFF2-40B4-BE49-F238E27FC236}">
                    <a16:creationId xmlns:a16="http://schemas.microsoft.com/office/drawing/2014/main" id="{DEDBEDB7-5640-43FD-A59A-920D6F901205}"/>
                  </a:ext>
                </a:extLst>
              </p:cNvPr>
              <p:cNvSpPr/>
              <p:nvPr/>
            </p:nvSpPr>
            <p:spPr>
              <a:xfrm>
                <a:off x="412001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8" name="椭圆 13277">
                <a:extLst>
                  <a:ext uri="{FF2B5EF4-FFF2-40B4-BE49-F238E27FC236}">
                    <a16:creationId xmlns:a16="http://schemas.microsoft.com/office/drawing/2014/main" id="{C4C4406F-2699-4858-AD2C-2621806B3861}"/>
                  </a:ext>
                </a:extLst>
              </p:cNvPr>
              <p:cNvSpPr/>
              <p:nvPr/>
            </p:nvSpPr>
            <p:spPr>
              <a:xfrm>
                <a:off x="3931319"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9" name="椭圆 13278">
                <a:extLst>
                  <a:ext uri="{FF2B5EF4-FFF2-40B4-BE49-F238E27FC236}">
                    <a16:creationId xmlns:a16="http://schemas.microsoft.com/office/drawing/2014/main" id="{E4A1D871-0E20-432E-BB9D-6AD15D66F648}"/>
                  </a:ext>
                </a:extLst>
              </p:cNvPr>
              <p:cNvSpPr/>
              <p:nvPr/>
            </p:nvSpPr>
            <p:spPr>
              <a:xfrm>
                <a:off x="3994890"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0" name="椭圆 13279">
                <a:extLst>
                  <a:ext uri="{FF2B5EF4-FFF2-40B4-BE49-F238E27FC236}">
                    <a16:creationId xmlns:a16="http://schemas.microsoft.com/office/drawing/2014/main" id="{91B178CB-15ED-4B5B-AAA2-DB3F6ECF3D51}"/>
                  </a:ext>
                </a:extLst>
              </p:cNvPr>
              <p:cNvSpPr/>
              <p:nvPr/>
            </p:nvSpPr>
            <p:spPr>
              <a:xfrm>
                <a:off x="401694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1" name="椭圆 13280">
                <a:extLst>
                  <a:ext uri="{FF2B5EF4-FFF2-40B4-BE49-F238E27FC236}">
                    <a16:creationId xmlns:a16="http://schemas.microsoft.com/office/drawing/2014/main" id="{F2A64221-500A-4D71-AA64-977FE19A49C2}"/>
                  </a:ext>
                </a:extLst>
              </p:cNvPr>
              <p:cNvSpPr/>
              <p:nvPr/>
            </p:nvSpPr>
            <p:spPr>
              <a:xfrm>
                <a:off x="40133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2" name="椭圆 13281">
                <a:extLst>
                  <a:ext uri="{FF2B5EF4-FFF2-40B4-BE49-F238E27FC236}">
                    <a16:creationId xmlns:a16="http://schemas.microsoft.com/office/drawing/2014/main" id="{9DC2F113-2878-470D-9B99-EAFF0906A968}"/>
                  </a:ext>
                </a:extLst>
              </p:cNvPr>
              <p:cNvSpPr/>
              <p:nvPr/>
            </p:nvSpPr>
            <p:spPr>
              <a:xfrm>
                <a:off x="388789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3" name="椭圆 13282">
                <a:extLst>
                  <a:ext uri="{FF2B5EF4-FFF2-40B4-BE49-F238E27FC236}">
                    <a16:creationId xmlns:a16="http://schemas.microsoft.com/office/drawing/2014/main" id="{C6960C7D-8C7D-4D64-A1D6-DFBA8750CC28}"/>
                  </a:ext>
                </a:extLst>
              </p:cNvPr>
              <p:cNvSpPr/>
              <p:nvPr/>
            </p:nvSpPr>
            <p:spPr>
              <a:xfrm>
                <a:off x="400744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4" name="椭圆 13283">
                <a:extLst>
                  <a:ext uri="{FF2B5EF4-FFF2-40B4-BE49-F238E27FC236}">
                    <a16:creationId xmlns:a16="http://schemas.microsoft.com/office/drawing/2014/main" id="{D5CD92A0-E96D-45E2-BBA1-71BEA1BC166D}"/>
                  </a:ext>
                </a:extLst>
              </p:cNvPr>
              <p:cNvSpPr/>
              <p:nvPr/>
            </p:nvSpPr>
            <p:spPr>
              <a:xfrm>
                <a:off x="400549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5" name="椭圆 13284">
                <a:extLst>
                  <a:ext uri="{FF2B5EF4-FFF2-40B4-BE49-F238E27FC236}">
                    <a16:creationId xmlns:a16="http://schemas.microsoft.com/office/drawing/2014/main" id="{3B640BF0-8BF6-451C-A4AB-4345209C8BA0}"/>
                  </a:ext>
                </a:extLst>
              </p:cNvPr>
              <p:cNvSpPr/>
              <p:nvPr/>
            </p:nvSpPr>
            <p:spPr>
              <a:xfrm>
                <a:off x="3988944"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6" name="椭圆 13285">
                <a:extLst>
                  <a:ext uri="{FF2B5EF4-FFF2-40B4-BE49-F238E27FC236}">
                    <a16:creationId xmlns:a16="http://schemas.microsoft.com/office/drawing/2014/main" id="{CCA79C7C-DEC8-454F-9B69-16792C20B91A}"/>
                  </a:ext>
                </a:extLst>
              </p:cNvPr>
              <p:cNvSpPr/>
              <p:nvPr/>
            </p:nvSpPr>
            <p:spPr>
              <a:xfrm>
                <a:off x="40040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7" name="椭圆 13286">
                <a:extLst>
                  <a:ext uri="{FF2B5EF4-FFF2-40B4-BE49-F238E27FC236}">
                    <a16:creationId xmlns:a16="http://schemas.microsoft.com/office/drawing/2014/main" id="{F84546D6-FAF6-4D72-9C4B-E54DE275CAB0}"/>
                  </a:ext>
                </a:extLst>
              </p:cNvPr>
              <p:cNvSpPr/>
              <p:nvPr/>
            </p:nvSpPr>
            <p:spPr>
              <a:xfrm>
                <a:off x="4058975"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8" name="椭圆 13287">
                <a:extLst>
                  <a:ext uri="{FF2B5EF4-FFF2-40B4-BE49-F238E27FC236}">
                    <a16:creationId xmlns:a16="http://schemas.microsoft.com/office/drawing/2014/main" id="{82DF6035-62A4-4B69-A456-EB531D4A0956}"/>
                  </a:ext>
                </a:extLst>
              </p:cNvPr>
              <p:cNvSpPr/>
              <p:nvPr/>
            </p:nvSpPr>
            <p:spPr>
              <a:xfrm>
                <a:off x="39925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9" name="椭圆 13288">
                <a:extLst>
                  <a:ext uri="{FF2B5EF4-FFF2-40B4-BE49-F238E27FC236}">
                    <a16:creationId xmlns:a16="http://schemas.microsoft.com/office/drawing/2014/main" id="{07A39ADA-C848-4056-88DF-539BF0BCD868}"/>
                  </a:ext>
                </a:extLst>
              </p:cNvPr>
              <p:cNvSpPr/>
              <p:nvPr/>
            </p:nvSpPr>
            <p:spPr>
              <a:xfrm>
                <a:off x="40054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0" name="椭圆 13289">
                <a:extLst>
                  <a:ext uri="{FF2B5EF4-FFF2-40B4-BE49-F238E27FC236}">
                    <a16:creationId xmlns:a16="http://schemas.microsoft.com/office/drawing/2014/main" id="{642A5C35-C110-4A3D-9CD4-5DB1ECACB716}"/>
                  </a:ext>
                </a:extLst>
              </p:cNvPr>
              <p:cNvSpPr/>
              <p:nvPr/>
            </p:nvSpPr>
            <p:spPr>
              <a:xfrm>
                <a:off x="4009021" y="2786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1" name="椭圆 13290">
                <a:extLst>
                  <a:ext uri="{FF2B5EF4-FFF2-40B4-BE49-F238E27FC236}">
                    <a16:creationId xmlns:a16="http://schemas.microsoft.com/office/drawing/2014/main" id="{F02263A0-BE32-4475-A128-A34C9BE85ECB}"/>
                  </a:ext>
                </a:extLst>
              </p:cNvPr>
              <p:cNvSpPr/>
              <p:nvPr/>
            </p:nvSpPr>
            <p:spPr>
              <a:xfrm>
                <a:off x="4010893"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2" name="椭圆 13291">
                <a:extLst>
                  <a:ext uri="{FF2B5EF4-FFF2-40B4-BE49-F238E27FC236}">
                    <a16:creationId xmlns:a16="http://schemas.microsoft.com/office/drawing/2014/main" id="{9A75350A-B71D-4A81-8AB1-D2E5AACAE782}"/>
                  </a:ext>
                </a:extLst>
              </p:cNvPr>
              <p:cNvSpPr/>
              <p:nvPr/>
            </p:nvSpPr>
            <p:spPr>
              <a:xfrm>
                <a:off x="4010893"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3" name="椭圆 13292">
                <a:extLst>
                  <a:ext uri="{FF2B5EF4-FFF2-40B4-BE49-F238E27FC236}">
                    <a16:creationId xmlns:a16="http://schemas.microsoft.com/office/drawing/2014/main" id="{6A48ADEF-43C3-498F-9F85-1B09F5A9CAC8}"/>
                  </a:ext>
                </a:extLst>
              </p:cNvPr>
              <p:cNvSpPr/>
              <p:nvPr/>
            </p:nvSpPr>
            <p:spPr>
              <a:xfrm>
                <a:off x="40464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4" name="椭圆 13293">
                <a:extLst>
                  <a:ext uri="{FF2B5EF4-FFF2-40B4-BE49-F238E27FC236}">
                    <a16:creationId xmlns:a16="http://schemas.microsoft.com/office/drawing/2014/main" id="{DBDA507F-AEBE-4800-A957-FAEF431123A8}"/>
                  </a:ext>
                </a:extLst>
              </p:cNvPr>
              <p:cNvSpPr/>
              <p:nvPr/>
            </p:nvSpPr>
            <p:spPr>
              <a:xfrm>
                <a:off x="4004139"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5" name="椭圆 13294">
                <a:extLst>
                  <a:ext uri="{FF2B5EF4-FFF2-40B4-BE49-F238E27FC236}">
                    <a16:creationId xmlns:a16="http://schemas.microsoft.com/office/drawing/2014/main" id="{77964C81-B55A-49DA-B025-3AE43670684B}"/>
                  </a:ext>
                </a:extLst>
              </p:cNvPr>
              <p:cNvSpPr/>
              <p:nvPr/>
            </p:nvSpPr>
            <p:spPr>
              <a:xfrm>
                <a:off x="404425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6" name="椭圆 13295">
                <a:extLst>
                  <a:ext uri="{FF2B5EF4-FFF2-40B4-BE49-F238E27FC236}">
                    <a16:creationId xmlns:a16="http://schemas.microsoft.com/office/drawing/2014/main" id="{14A9F6D4-A386-4538-A787-5BA31D998758}"/>
                  </a:ext>
                </a:extLst>
              </p:cNvPr>
              <p:cNvSpPr/>
              <p:nvPr/>
            </p:nvSpPr>
            <p:spPr>
              <a:xfrm>
                <a:off x="413076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7" name="椭圆 13296">
                <a:extLst>
                  <a:ext uri="{FF2B5EF4-FFF2-40B4-BE49-F238E27FC236}">
                    <a16:creationId xmlns:a16="http://schemas.microsoft.com/office/drawing/2014/main" id="{B7FAC121-BF07-4C91-BC44-6442D7236765}"/>
                  </a:ext>
                </a:extLst>
              </p:cNvPr>
              <p:cNvSpPr/>
              <p:nvPr/>
            </p:nvSpPr>
            <p:spPr>
              <a:xfrm>
                <a:off x="40818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8" name="椭圆 13297">
                <a:extLst>
                  <a:ext uri="{FF2B5EF4-FFF2-40B4-BE49-F238E27FC236}">
                    <a16:creationId xmlns:a16="http://schemas.microsoft.com/office/drawing/2014/main" id="{0CC80D1A-C585-4B64-8213-0AA50304EAD8}"/>
                  </a:ext>
                </a:extLst>
              </p:cNvPr>
              <p:cNvSpPr/>
              <p:nvPr/>
            </p:nvSpPr>
            <p:spPr>
              <a:xfrm>
                <a:off x="397723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9" name="椭圆 13298">
                <a:extLst>
                  <a:ext uri="{FF2B5EF4-FFF2-40B4-BE49-F238E27FC236}">
                    <a16:creationId xmlns:a16="http://schemas.microsoft.com/office/drawing/2014/main" id="{4CBDD7D4-77B8-4D29-B0DC-5A0B80061FD5}"/>
                  </a:ext>
                </a:extLst>
              </p:cNvPr>
              <p:cNvSpPr/>
              <p:nvPr/>
            </p:nvSpPr>
            <p:spPr>
              <a:xfrm>
                <a:off x="3992724"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0" name="椭圆 13299">
                <a:extLst>
                  <a:ext uri="{FF2B5EF4-FFF2-40B4-BE49-F238E27FC236}">
                    <a16:creationId xmlns:a16="http://schemas.microsoft.com/office/drawing/2014/main" id="{C75A8ED1-6F57-45CE-93BA-0F94D7168252}"/>
                  </a:ext>
                </a:extLst>
              </p:cNvPr>
              <p:cNvSpPr/>
              <p:nvPr/>
            </p:nvSpPr>
            <p:spPr>
              <a:xfrm>
                <a:off x="402851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1" name="椭圆 13300">
                <a:extLst>
                  <a:ext uri="{FF2B5EF4-FFF2-40B4-BE49-F238E27FC236}">
                    <a16:creationId xmlns:a16="http://schemas.microsoft.com/office/drawing/2014/main" id="{C66964EA-C57B-4723-85DC-F5A9BA6B1B57}"/>
                  </a:ext>
                </a:extLst>
              </p:cNvPr>
              <p:cNvSpPr/>
              <p:nvPr/>
            </p:nvSpPr>
            <p:spPr>
              <a:xfrm>
                <a:off x="39884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2" name="椭圆 13301">
                <a:extLst>
                  <a:ext uri="{FF2B5EF4-FFF2-40B4-BE49-F238E27FC236}">
                    <a16:creationId xmlns:a16="http://schemas.microsoft.com/office/drawing/2014/main" id="{18396AA9-46F3-40A0-8319-5200158ABBFC}"/>
                  </a:ext>
                </a:extLst>
              </p:cNvPr>
              <p:cNvSpPr/>
              <p:nvPr/>
            </p:nvSpPr>
            <p:spPr>
              <a:xfrm>
                <a:off x="3992981"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3" name="椭圆 13302">
                <a:extLst>
                  <a:ext uri="{FF2B5EF4-FFF2-40B4-BE49-F238E27FC236}">
                    <a16:creationId xmlns:a16="http://schemas.microsoft.com/office/drawing/2014/main" id="{A1A27F0A-DFCD-4FA0-B622-EE8EC74786F1}"/>
                  </a:ext>
                </a:extLst>
              </p:cNvPr>
              <p:cNvSpPr/>
              <p:nvPr/>
            </p:nvSpPr>
            <p:spPr>
              <a:xfrm>
                <a:off x="40221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4" name="椭圆 13303">
                <a:extLst>
                  <a:ext uri="{FF2B5EF4-FFF2-40B4-BE49-F238E27FC236}">
                    <a16:creationId xmlns:a16="http://schemas.microsoft.com/office/drawing/2014/main" id="{952445B0-2E2D-432C-AB93-B574BFA3C043}"/>
                  </a:ext>
                </a:extLst>
              </p:cNvPr>
              <p:cNvSpPr/>
              <p:nvPr/>
            </p:nvSpPr>
            <p:spPr>
              <a:xfrm>
                <a:off x="4045504"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5" name="椭圆 13304">
                <a:extLst>
                  <a:ext uri="{FF2B5EF4-FFF2-40B4-BE49-F238E27FC236}">
                    <a16:creationId xmlns:a16="http://schemas.microsoft.com/office/drawing/2014/main" id="{68752421-90AD-4C6C-A8F9-61D15D03217B}"/>
                  </a:ext>
                </a:extLst>
              </p:cNvPr>
              <p:cNvSpPr/>
              <p:nvPr/>
            </p:nvSpPr>
            <p:spPr>
              <a:xfrm>
                <a:off x="4015224"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6" name="椭圆 13305">
                <a:extLst>
                  <a:ext uri="{FF2B5EF4-FFF2-40B4-BE49-F238E27FC236}">
                    <a16:creationId xmlns:a16="http://schemas.microsoft.com/office/drawing/2014/main" id="{40B5EBD9-30C9-4DDF-B639-F43104E76FFA}"/>
                  </a:ext>
                </a:extLst>
              </p:cNvPr>
              <p:cNvSpPr/>
              <p:nvPr/>
            </p:nvSpPr>
            <p:spPr>
              <a:xfrm>
                <a:off x="4146073"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7" name="椭圆 13306">
                <a:extLst>
                  <a:ext uri="{FF2B5EF4-FFF2-40B4-BE49-F238E27FC236}">
                    <a16:creationId xmlns:a16="http://schemas.microsoft.com/office/drawing/2014/main" id="{5083A190-4D8F-4771-940C-83FBC4BCD333}"/>
                  </a:ext>
                </a:extLst>
              </p:cNvPr>
              <p:cNvSpPr/>
              <p:nvPr/>
            </p:nvSpPr>
            <p:spPr>
              <a:xfrm>
                <a:off x="39943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8" name="椭圆 13307">
                <a:extLst>
                  <a:ext uri="{FF2B5EF4-FFF2-40B4-BE49-F238E27FC236}">
                    <a16:creationId xmlns:a16="http://schemas.microsoft.com/office/drawing/2014/main" id="{E8FAF33E-F19B-4502-8652-56A6CA0580FD}"/>
                  </a:ext>
                </a:extLst>
              </p:cNvPr>
              <p:cNvSpPr/>
              <p:nvPr/>
            </p:nvSpPr>
            <p:spPr>
              <a:xfrm>
                <a:off x="407428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9" name="椭圆 13308">
                <a:extLst>
                  <a:ext uri="{FF2B5EF4-FFF2-40B4-BE49-F238E27FC236}">
                    <a16:creationId xmlns:a16="http://schemas.microsoft.com/office/drawing/2014/main" id="{94866167-F0BD-42B0-A685-C66F1D169AE8}"/>
                  </a:ext>
                </a:extLst>
              </p:cNvPr>
              <p:cNvSpPr/>
              <p:nvPr/>
            </p:nvSpPr>
            <p:spPr>
              <a:xfrm>
                <a:off x="4044036"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0" name="椭圆 13309">
                <a:extLst>
                  <a:ext uri="{FF2B5EF4-FFF2-40B4-BE49-F238E27FC236}">
                    <a16:creationId xmlns:a16="http://schemas.microsoft.com/office/drawing/2014/main" id="{609B0ED8-7113-4878-ACB5-91809AE813C3}"/>
                  </a:ext>
                </a:extLst>
              </p:cNvPr>
              <p:cNvSpPr/>
              <p:nvPr/>
            </p:nvSpPr>
            <p:spPr>
              <a:xfrm>
                <a:off x="418218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1" name="椭圆 13310">
                <a:extLst>
                  <a:ext uri="{FF2B5EF4-FFF2-40B4-BE49-F238E27FC236}">
                    <a16:creationId xmlns:a16="http://schemas.microsoft.com/office/drawing/2014/main" id="{CE0EAAE9-ADEB-43C9-BA0D-00255FB6712D}"/>
                  </a:ext>
                </a:extLst>
              </p:cNvPr>
              <p:cNvSpPr/>
              <p:nvPr/>
            </p:nvSpPr>
            <p:spPr>
              <a:xfrm>
                <a:off x="39950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2" name="椭圆 13311">
                <a:extLst>
                  <a:ext uri="{FF2B5EF4-FFF2-40B4-BE49-F238E27FC236}">
                    <a16:creationId xmlns:a16="http://schemas.microsoft.com/office/drawing/2014/main" id="{342536B9-2F8E-430D-B53E-CA7F2612B0B3}"/>
                  </a:ext>
                </a:extLst>
              </p:cNvPr>
              <p:cNvSpPr/>
              <p:nvPr/>
            </p:nvSpPr>
            <p:spPr>
              <a:xfrm>
                <a:off x="4007883"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3" name="椭圆 13312">
                <a:extLst>
                  <a:ext uri="{FF2B5EF4-FFF2-40B4-BE49-F238E27FC236}">
                    <a16:creationId xmlns:a16="http://schemas.microsoft.com/office/drawing/2014/main" id="{83913370-D44E-429E-A985-10E7BA4722FE}"/>
                  </a:ext>
                </a:extLst>
              </p:cNvPr>
              <p:cNvSpPr/>
              <p:nvPr/>
            </p:nvSpPr>
            <p:spPr>
              <a:xfrm>
                <a:off x="4147981"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4" name="椭圆 13313">
                <a:extLst>
                  <a:ext uri="{FF2B5EF4-FFF2-40B4-BE49-F238E27FC236}">
                    <a16:creationId xmlns:a16="http://schemas.microsoft.com/office/drawing/2014/main" id="{69A2EF11-BC21-4B76-9F62-3E42B7B54060}"/>
                  </a:ext>
                </a:extLst>
              </p:cNvPr>
              <p:cNvSpPr/>
              <p:nvPr/>
            </p:nvSpPr>
            <p:spPr>
              <a:xfrm>
                <a:off x="4027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5" name="椭圆 13314">
                <a:extLst>
                  <a:ext uri="{FF2B5EF4-FFF2-40B4-BE49-F238E27FC236}">
                    <a16:creationId xmlns:a16="http://schemas.microsoft.com/office/drawing/2014/main" id="{2B9D73C0-C452-404A-BCF2-BB26D2524B01}"/>
                  </a:ext>
                </a:extLst>
              </p:cNvPr>
              <p:cNvSpPr/>
              <p:nvPr/>
            </p:nvSpPr>
            <p:spPr>
              <a:xfrm>
                <a:off x="3988577" y="29991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6" name="椭圆 13315">
                <a:extLst>
                  <a:ext uri="{FF2B5EF4-FFF2-40B4-BE49-F238E27FC236}">
                    <a16:creationId xmlns:a16="http://schemas.microsoft.com/office/drawing/2014/main" id="{5DE8675E-A4B2-41CE-A558-B74B637C9392}"/>
                  </a:ext>
                </a:extLst>
              </p:cNvPr>
              <p:cNvSpPr/>
              <p:nvPr/>
            </p:nvSpPr>
            <p:spPr>
              <a:xfrm>
                <a:off x="4014159" y="30034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7" name="椭圆 13316">
                <a:extLst>
                  <a:ext uri="{FF2B5EF4-FFF2-40B4-BE49-F238E27FC236}">
                    <a16:creationId xmlns:a16="http://schemas.microsoft.com/office/drawing/2014/main" id="{AF121CA1-720B-42DA-AED8-57C024B7590C}"/>
                  </a:ext>
                </a:extLst>
              </p:cNvPr>
              <p:cNvSpPr/>
              <p:nvPr/>
            </p:nvSpPr>
            <p:spPr>
              <a:xfrm>
                <a:off x="4025795"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8" name="椭圆 13317">
                <a:extLst>
                  <a:ext uri="{FF2B5EF4-FFF2-40B4-BE49-F238E27FC236}">
                    <a16:creationId xmlns:a16="http://schemas.microsoft.com/office/drawing/2014/main" id="{E4065F46-639E-4C9A-A25F-615B8F2326E7}"/>
                  </a:ext>
                </a:extLst>
              </p:cNvPr>
              <p:cNvSpPr/>
              <p:nvPr/>
            </p:nvSpPr>
            <p:spPr>
              <a:xfrm>
                <a:off x="4085365"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9" name="椭圆 13318">
                <a:extLst>
                  <a:ext uri="{FF2B5EF4-FFF2-40B4-BE49-F238E27FC236}">
                    <a16:creationId xmlns:a16="http://schemas.microsoft.com/office/drawing/2014/main" id="{AF583FE6-B341-4180-93B6-65757D5A6D2F}"/>
                  </a:ext>
                </a:extLst>
              </p:cNvPr>
              <p:cNvSpPr/>
              <p:nvPr/>
            </p:nvSpPr>
            <p:spPr>
              <a:xfrm>
                <a:off x="40278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0" name="椭圆 13319">
                <a:extLst>
                  <a:ext uri="{FF2B5EF4-FFF2-40B4-BE49-F238E27FC236}">
                    <a16:creationId xmlns:a16="http://schemas.microsoft.com/office/drawing/2014/main" id="{7F97E4AE-059F-49A1-9207-A2438B45E66D}"/>
                  </a:ext>
                </a:extLst>
              </p:cNvPr>
              <p:cNvSpPr/>
              <p:nvPr/>
            </p:nvSpPr>
            <p:spPr>
              <a:xfrm>
                <a:off x="401489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1" name="椭圆 13320">
                <a:extLst>
                  <a:ext uri="{FF2B5EF4-FFF2-40B4-BE49-F238E27FC236}">
                    <a16:creationId xmlns:a16="http://schemas.microsoft.com/office/drawing/2014/main" id="{CC58FE81-2874-4AE6-8D17-9E7E9FA75BBF}"/>
                  </a:ext>
                </a:extLst>
              </p:cNvPr>
              <p:cNvSpPr/>
              <p:nvPr/>
            </p:nvSpPr>
            <p:spPr>
              <a:xfrm>
                <a:off x="3955690"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2" name="椭圆 13321">
                <a:extLst>
                  <a:ext uri="{FF2B5EF4-FFF2-40B4-BE49-F238E27FC236}">
                    <a16:creationId xmlns:a16="http://schemas.microsoft.com/office/drawing/2014/main" id="{2FBAF702-2385-41F2-B6B6-C9031A224A96}"/>
                  </a:ext>
                </a:extLst>
              </p:cNvPr>
              <p:cNvSpPr/>
              <p:nvPr/>
            </p:nvSpPr>
            <p:spPr>
              <a:xfrm>
                <a:off x="3736092" y="2837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3" name="椭圆 13322">
                <a:extLst>
                  <a:ext uri="{FF2B5EF4-FFF2-40B4-BE49-F238E27FC236}">
                    <a16:creationId xmlns:a16="http://schemas.microsoft.com/office/drawing/2014/main" id="{41031B28-D581-431B-B210-D6466E5CF073}"/>
                  </a:ext>
                </a:extLst>
              </p:cNvPr>
              <p:cNvSpPr/>
              <p:nvPr/>
            </p:nvSpPr>
            <p:spPr>
              <a:xfrm>
                <a:off x="400898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4" name="椭圆 13323">
                <a:extLst>
                  <a:ext uri="{FF2B5EF4-FFF2-40B4-BE49-F238E27FC236}">
                    <a16:creationId xmlns:a16="http://schemas.microsoft.com/office/drawing/2014/main" id="{DC1F0E4A-40A9-411B-8219-45855AEAD86D}"/>
                  </a:ext>
                </a:extLst>
              </p:cNvPr>
              <p:cNvSpPr/>
              <p:nvPr/>
            </p:nvSpPr>
            <p:spPr>
              <a:xfrm>
                <a:off x="398556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5" name="椭圆 13324">
                <a:extLst>
                  <a:ext uri="{FF2B5EF4-FFF2-40B4-BE49-F238E27FC236}">
                    <a16:creationId xmlns:a16="http://schemas.microsoft.com/office/drawing/2014/main" id="{E6E40886-13F4-4F8E-9E1E-7C8D49EEB79A}"/>
                  </a:ext>
                </a:extLst>
              </p:cNvPr>
              <p:cNvSpPr/>
              <p:nvPr/>
            </p:nvSpPr>
            <p:spPr>
              <a:xfrm>
                <a:off x="40072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6" name="椭圆 13325">
                <a:extLst>
                  <a:ext uri="{FF2B5EF4-FFF2-40B4-BE49-F238E27FC236}">
                    <a16:creationId xmlns:a16="http://schemas.microsoft.com/office/drawing/2014/main" id="{EF939BC9-C537-4135-85FA-86D6588C1D13}"/>
                  </a:ext>
                </a:extLst>
              </p:cNvPr>
              <p:cNvSpPr/>
              <p:nvPr/>
            </p:nvSpPr>
            <p:spPr>
              <a:xfrm>
                <a:off x="395007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7" name="椭圆 13326">
                <a:extLst>
                  <a:ext uri="{FF2B5EF4-FFF2-40B4-BE49-F238E27FC236}">
                    <a16:creationId xmlns:a16="http://schemas.microsoft.com/office/drawing/2014/main" id="{4554AAA8-A873-4BD1-B2F9-72586EA3B94E}"/>
                  </a:ext>
                </a:extLst>
              </p:cNvPr>
              <p:cNvSpPr/>
              <p:nvPr/>
            </p:nvSpPr>
            <p:spPr>
              <a:xfrm>
                <a:off x="40768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8" name="椭圆 13327">
                <a:extLst>
                  <a:ext uri="{FF2B5EF4-FFF2-40B4-BE49-F238E27FC236}">
                    <a16:creationId xmlns:a16="http://schemas.microsoft.com/office/drawing/2014/main" id="{F931C016-F4F4-43C1-B4B5-BB6C67D80617}"/>
                  </a:ext>
                </a:extLst>
              </p:cNvPr>
              <p:cNvSpPr/>
              <p:nvPr/>
            </p:nvSpPr>
            <p:spPr>
              <a:xfrm>
                <a:off x="4020473"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9" name="椭圆 13328">
                <a:extLst>
                  <a:ext uri="{FF2B5EF4-FFF2-40B4-BE49-F238E27FC236}">
                    <a16:creationId xmlns:a16="http://schemas.microsoft.com/office/drawing/2014/main" id="{5D7668B0-3794-4406-B7F6-DB66D8493F90}"/>
                  </a:ext>
                </a:extLst>
              </p:cNvPr>
              <p:cNvSpPr/>
              <p:nvPr/>
            </p:nvSpPr>
            <p:spPr>
              <a:xfrm>
                <a:off x="4167434" y="2896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0" name="椭圆 13329">
                <a:extLst>
                  <a:ext uri="{FF2B5EF4-FFF2-40B4-BE49-F238E27FC236}">
                    <a16:creationId xmlns:a16="http://schemas.microsoft.com/office/drawing/2014/main" id="{F64A85B7-20DE-4483-A96B-703DD5B8B98F}"/>
                  </a:ext>
                </a:extLst>
              </p:cNvPr>
              <p:cNvSpPr/>
              <p:nvPr/>
            </p:nvSpPr>
            <p:spPr>
              <a:xfrm>
                <a:off x="39839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1" name="椭圆 13330">
                <a:extLst>
                  <a:ext uri="{FF2B5EF4-FFF2-40B4-BE49-F238E27FC236}">
                    <a16:creationId xmlns:a16="http://schemas.microsoft.com/office/drawing/2014/main" id="{0DC7B95B-5E16-40EA-AE89-F091FEC7A860}"/>
                  </a:ext>
                </a:extLst>
              </p:cNvPr>
              <p:cNvSpPr/>
              <p:nvPr/>
            </p:nvSpPr>
            <p:spPr>
              <a:xfrm>
                <a:off x="3870611"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2" name="椭圆 13331">
                <a:extLst>
                  <a:ext uri="{FF2B5EF4-FFF2-40B4-BE49-F238E27FC236}">
                    <a16:creationId xmlns:a16="http://schemas.microsoft.com/office/drawing/2014/main" id="{C507267F-91A4-446D-90AE-BF39D0C9BEAE}"/>
                  </a:ext>
                </a:extLst>
              </p:cNvPr>
              <p:cNvSpPr/>
              <p:nvPr/>
            </p:nvSpPr>
            <p:spPr>
              <a:xfrm>
                <a:off x="397165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3" name="椭圆 13332">
                <a:extLst>
                  <a:ext uri="{FF2B5EF4-FFF2-40B4-BE49-F238E27FC236}">
                    <a16:creationId xmlns:a16="http://schemas.microsoft.com/office/drawing/2014/main" id="{9D9C8647-94C3-4F3D-B611-E0CD77996456}"/>
                  </a:ext>
                </a:extLst>
              </p:cNvPr>
              <p:cNvSpPr/>
              <p:nvPr/>
            </p:nvSpPr>
            <p:spPr>
              <a:xfrm>
                <a:off x="410547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4" name="椭圆 13333">
                <a:extLst>
                  <a:ext uri="{FF2B5EF4-FFF2-40B4-BE49-F238E27FC236}">
                    <a16:creationId xmlns:a16="http://schemas.microsoft.com/office/drawing/2014/main" id="{8D4BD553-237A-4F89-9BD0-91F087459A7F}"/>
                  </a:ext>
                </a:extLst>
              </p:cNvPr>
              <p:cNvSpPr/>
              <p:nvPr/>
            </p:nvSpPr>
            <p:spPr>
              <a:xfrm>
                <a:off x="394302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5" name="椭圆 13334">
                <a:extLst>
                  <a:ext uri="{FF2B5EF4-FFF2-40B4-BE49-F238E27FC236}">
                    <a16:creationId xmlns:a16="http://schemas.microsoft.com/office/drawing/2014/main" id="{AC7F62CE-93EE-4DAF-B61B-85658663C3FD}"/>
                  </a:ext>
                </a:extLst>
              </p:cNvPr>
              <p:cNvSpPr/>
              <p:nvPr/>
            </p:nvSpPr>
            <p:spPr>
              <a:xfrm>
                <a:off x="397962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6" name="椭圆 13335">
                <a:extLst>
                  <a:ext uri="{FF2B5EF4-FFF2-40B4-BE49-F238E27FC236}">
                    <a16:creationId xmlns:a16="http://schemas.microsoft.com/office/drawing/2014/main" id="{A983CE1E-F83E-4638-A450-381DECE6D71F}"/>
                  </a:ext>
                </a:extLst>
              </p:cNvPr>
              <p:cNvSpPr/>
              <p:nvPr/>
            </p:nvSpPr>
            <p:spPr>
              <a:xfrm>
                <a:off x="401654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7" name="椭圆 13336">
                <a:extLst>
                  <a:ext uri="{FF2B5EF4-FFF2-40B4-BE49-F238E27FC236}">
                    <a16:creationId xmlns:a16="http://schemas.microsoft.com/office/drawing/2014/main" id="{CDDB9E98-1D1B-4213-9828-EC02CF8406DF}"/>
                  </a:ext>
                </a:extLst>
              </p:cNvPr>
              <p:cNvSpPr/>
              <p:nvPr/>
            </p:nvSpPr>
            <p:spPr>
              <a:xfrm>
                <a:off x="4017059"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8" name="椭圆 13337">
                <a:extLst>
                  <a:ext uri="{FF2B5EF4-FFF2-40B4-BE49-F238E27FC236}">
                    <a16:creationId xmlns:a16="http://schemas.microsoft.com/office/drawing/2014/main" id="{7E2B9067-F396-49E4-BA2C-78ADC510BFDA}"/>
                  </a:ext>
                </a:extLst>
              </p:cNvPr>
              <p:cNvSpPr/>
              <p:nvPr/>
            </p:nvSpPr>
            <p:spPr>
              <a:xfrm>
                <a:off x="40502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9" name="椭圆 13338">
                <a:extLst>
                  <a:ext uri="{FF2B5EF4-FFF2-40B4-BE49-F238E27FC236}">
                    <a16:creationId xmlns:a16="http://schemas.microsoft.com/office/drawing/2014/main" id="{5CF1F9D1-203D-4A60-B3CF-39F91730A292}"/>
                  </a:ext>
                </a:extLst>
              </p:cNvPr>
              <p:cNvSpPr/>
              <p:nvPr/>
            </p:nvSpPr>
            <p:spPr>
              <a:xfrm>
                <a:off x="399173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0" name="椭圆 13339">
                <a:extLst>
                  <a:ext uri="{FF2B5EF4-FFF2-40B4-BE49-F238E27FC236}">
                    <a16:creationId xmlns:a16="http://schemas.microsoft.com/office/drawing/2014/main" id="{96E16420-0319-46F1-948C-97E4A07BAC66}"/>
                  </a:ext>
                </a:extLst>
              </p:cNvPr>
              <p:cNvSpPr/>
              <p:nvPr/>
            </p:nvSpPr>
            <p:spPr>
              <a:xfrm>
                <a:off x="39937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1" name="椭圆 13340">
                <a:extLst>
                  <a:ext uri="{FF2B5EF4-FFF2-40B4-BE49-F238E27FC236}">
                    <a16:creationId xmlns:a16="http://schemas.microsoft.com/office/drawing/2014/main" id="{D0EA3283-87D3-49D1-99C2-789B57253918}"/>
                  </a:ext>
                </a:extLst>
              </p:cNvPr>
              <p:cNvSpPr/>
              <p:nvPr/>
            </p:nvSpPr>
            <p:spPr>
              <a:xfrm>
                <a:off x="400949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2" name="椭圆 13341">
                <a:extLst>
                  <a:ext uri="{FF2B5EF4-FFF2-40B4-BE49-F238E27FC236}">
                    <a16:creationId xmlns:a16="http://schemas.microsoft.com/office/drawing/2014/main" id="{27832B87-E2D2-44C9-9E01-2B948EB741B2}"/>
                  </a:ext>
                </a:extLst>
              </p:cNvPr>
              <p:cNvSpPr/>
              <p:nvPr/>
            </p:nvSpPr>
            <p:spPr>
              <a:xfrm>
                <a:off x="40127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3" name="椭圆 13342">
                <a:extLst>
                  <a:ext uri="{FF2B5EF4-FFF2-40B4-BE49-F238E27FC236}">
                    <a16:creationId xmlns:a16="http://schemas.microsoft.com/office/drawing/2014/main" id="{C259002D-7960-4516-BE24-E46A9B870E14}"/>
                  </a:ext>
                </a:extLst>
              </p:cNvPr>
              <p:cNvSpPr/>
              <p:nvPr/>
            </p:nvSpPr>
            <p:spPr>
              <a:xfrm>
                <a:off x="40123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4" name="椭圆 13343">
                <a:extLst>
                  <a:ext uri="{FF2B5EF4-FFF2-40B4-BE49-F238E27FC236}">
                    <a16:creationId xmlns:a16="http://schemas.microsoft.com/office/drawing/2014/main" id="{37464242-5960-45E6-A5EF-34C61FFCDF31}"/>
                  </a:ext>
                </a:extLst>
              </p:cNvPr>
              <p:cNvSpPr/>
              <p:nvPr/>
            </p:nvSpPr>
            <p:spPr>
              <a:xfrm>
                <a:off x="4095091"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5" name="椭圆 13344">
                <a:extLst>
                  <a:ext uri="{FF2B5EF4-FFF2-40B4-BE49-F238E27FC236}">
                    <a16:creationId xmlns:a16="http://schemas.microsoft.com/office/drawing/2014/main" id="{29D06681-C33C-4704-A369-0836B33A626A}"/>
                  </a:ext>
                </a:extLst>
              </p:cNvPr>
              <p:cNvSpPr/>
              <p:nvPr/>
            </p:nvSpPr>
            <p:spPr>
              <a:xfrm>
                <a:off x="394489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6" name="椭圆 13345">
                <a:extLst>
                  <a:ext uri="{FF2B5EF4-FFF2-40B4-BE49-F238E27FC236}">
                    <a16:creationId xmlns:a16="http://schemas.microsoft.com/office/drawing/2014/main" id="{18A092ED-3A1C-4FEF-A80B-BA583FFC8BFF}"/>
                  </a:ext>
                </a:extLst>
              </p:cNvPr>
              <p:cNvSpPr/>
              <p:nvPr/>
            </p:nvSpPr>
            <p:spPr>
              <a:xfrm>
                <a:off x="4007259"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7" name="椭圆 13346">
                <a:extLst>
                  <a:ext uri="{FF2B5EF4-FFF2-40B4-BE49-F238E27FC236}">
                    <a16:creationId xmlns:a16="http://schemas.microsoft.com/office/drawing/2014/main" id="{F6FF59F1-454A-4F59-9438-505ECFA762CD}"/>
                  </a:ext>
                </a:extLst>
              </p:cNvPr>
              <p:cNvSpPr/>
              <p:nvPr/>
            </p:nvSpPr>
            <p:spPr>
              <a:xfrm>
                <a:off x="40169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8" name="椭圆 13347">
                <a:extLst>
                  <a:ext uri="{FF2B5EF4-FFF2-40B4-BE49-F238E27FC236}">
                    <a16:creationId xmlns:a16="http://schemas.microsoft.com/office/drawing/2014/main" id="{8D492EA0-A836-4A64-8968-469EEB71035B}"/>
                  </a:ext>
                </a:extLst>
              </p:cNvPr>
              <p:cNvSpPr/>
              <p:nvPr/>
            </p:nvSpPr>
            <p:spPr>
              <a:xfrm>
                <a:off x="4015958"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9" name="椭圆 13348">
                <a:extLst>
                  <a:ext uri="{FF2B5EF4-FFF2-40B4-BE49-F238E27FC236}">
                    <a16:creationId xmlns:a16="http://schemas.microsoft.com/office/drawing/2014/main" id="{E6E1E0FD-213A-4228-B3FB-8AE2AE12FBAA}"/>
                  </a:ext>
                </a:extLst>
              </p:cNvPr>
              <p:cNvSpPr/>
              <p:nvPr/>
            </p:nvSpPr>
            <p:spPr>
              <a:xfrm>
                <a:off x="3946661"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0" name="椭圆 13349">
                <a:extLst>
                  <a:ext uri="{FF2B5EF4-FFF2-40B4-BE49-F238E27FC236}">
                    <a16:creationId xmlns:a16="http://schemas.microsoft.com/office/drawing/2014/main" id="{609012A7-3BFD-4531-A42F-249880A5B857}"/>
                  </a:ext>
                </a:extLst>
              </p:cNvPr>
              <p:cNvSpPr/>
              <p:nvPr/>
            </p:nvSpPr>
            <p:spPr>
              <a:xfrm>
                <a:off x="3833981"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1" name="椭圆 13350">
                <a:extLst>
                  <a:ext uri="{FF2B5EF4-FFF2-40B4-BE49-F238E27FC236}">
                    <a16:creationId xmlns:a16="http://schemas.microsoft.com/office/drawing/2014/main" id="{1B5EB985-FFD5-42F2-88FE-93073C2536DC}"/>
                  </a:ext>
                </a:extLst>
              </p:cNvPr>
              <p:cNvSpPr/>
              <p:nvPr/>
            </p:nvSpPr>
            <p:spPr>
              <a:xfrm>
                <a:off x="3860774" y="29290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2" name="椭圆 13351">
                <a:extLst>
                  <a:ext uri="{FF2B5EF4-FFF2-40B4-BE49-F238E27FC236}">
                    <a16:creationId xmlns:a16="http://schemas.microsoft.com/office/drawing/2014/main" id="{FAC5AC84-A814-4E8D-84FA-50280039C0C5}"/>
                  </a:ext>
                </a:extLst>
              </p:cNvPr>
              <p:cNvSpPr/>
              <p:nvPr/>
            </p:nvSpPr>
            <p:spPr>
              <a:xfrm>
                <a:off x="4038347" y="30170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3" name="椭圆 13352">
                <a:extLst>
                  <a:ext uri="{FF2B5EF4-FFF2-40B4-BE49-F238E27FC236}">
                    <a16:creationId xmlns:a16="http://schemas.microsoft.com/office/drawing/2014/main" id="{BBE62477-B0E6-41F8-85FF-7F882CBEF901}"/>
                  </a:ext>
                </a:extLst>
              </p:cNvPr>
              <p:cNvSpPr/>
              <p:nvPr/>
            </p:nvSpPr>
            <p:spPr>
              <a:xfrm>
                <a:off x="3930622" y="30381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4" name="椭圆 13353">
                <a:extLst>
                  <a:ext uri="{FF2B5EF4-FFF2-40B4-BE49-F238E27FC236}">
                    <a16:creationId xmlns:a16="http://schemas.microsoft.com/office/drawing/2014/main" id="{FE3C3348-B616-4C1D-BCC2-1FD1674D68CA}"/>
                  </a:ext>
                </a:extLst>
              </p:cNvPr>
              <p:cNvSpPr/>
              <p:nvPr/>
            </p:nvSpPr>
            <p:spPr>
              <a:xfrm>
                <a:off x="4053910" y="3002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5" name="椭圆 13354">
                <a:extLst>
                  <a:ext uri="{FF2B5EF4-FFF2-40B4-BE49-F238E27FC236}">
                    <a16:creationId xmlns:a16="http://schemas.microsoft.com/office/drawing/2014/main" id="{FCE87D85-F6F1-4AE5-A53C-2CF49029BFED}"/>
                  </a:ext>
                </a:extLst>
              </p:cNvPr>
              <p:cNvSpPr/>
              <p:nvPr/>
            </p:nvSpPr>
            <p:spPr>
              <a:xfrm>
                <a:off x="4119279"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6" name="椭圆 13355">
                <a:extLst>
                  <a:ext uri="{FF2B5EF4-FFF2-40B4-BE49-F238E27FC236}">
                    <a16:creationId xmlns:a16="http://schemas.microsoft.com/office/drawing/2014/main" id="{6D39D964-8E46-4498-A6C9-8D0139537CE4}"/>
                  </a:ext>
                </a:extLst>
              </p:cNvPr>
              <p:cNvSpPr/>
              <p:nvPr/>
            </p:nvSpPr>
            <p:spPr>
              <a:xfrm>
                <a:off x="4121848"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7" name="椭圆 13356">
                <a:extLst>
                  <a:ext uri="{FF2B5EF4-FFF2-40B4-BE49-F238E27FC236}">
                    <a16:creationId xmlns:a16="http://schemas.microsoft.com/office/drawing/2014/main" id="{58BDBCB7-4125-426E-B4FF-05CE8744D668}"/>
                  </a:ext>
                </a:extLst>
              </p:cNvPr>
              <p:cNvSpPr/>
              <p:nvPr/>
            </p:nvSpPr>
            <p:spPr>
              <a:xfrm>
                <a:off x="4011994" y="3020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8" name="椭圆 13357">
                <a:extLst>
                  <a:ext uri="{FF2B5EF4-FFF2-40B4-BE49-F238E27FC236}">
                    <a16:creationId xmlns:a16="http://schemas.microsoft.com/office/drawing/2014/main" id="{E4424154-241B-4582-9ABC-A96C67EF0C15}"/>
                  </a:ext>
                </a:extLst>
              </p:cNvPr>
              <p:cNvSpPr/>
              <p:nvPr/>
            </p:nvSpPr>
            <p:spPr>
              <a:xfrm>
                <a:off x="397562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9" name="椭圆 13358">
                <a:extLst>
                  <a:ext uri="{FF2B5EF4-FFF2-40B4-BE49-F238E27FC236}">
                    <a16:creationId xmlns:a16="http://schemas.microsoft.com/office/drawing/2014/main" id="{B58457C9-4BEC-400D-8DC2-0B77E230C2F8}"/>
                  </a:ext>
                </a:extLst>
              </p:cNvPr>
              <p:cNvSpPr/>
              <p:nvPr/>
            </p:nvSpPr>
            <p:spPr>
              <a:xfrm>
                <a:off x="3943101"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0" name="椭圆 13359">
                <a:extLst>
                  <a:ext uri="{FF2B5EF4-FFF2-40B4-BE49-F238E27FC236}">
                    <a16:creationId xmlns:a16="http://schemas.microsoft.com/office/drawing/2014/main" id="{DC125FD4-0A8A-4BB9-A720-A44502DF9765}"/>
                  </a:ext>
                </a:extLst>
              </p:cNvPr>
              <p:cNvSpPr/>
              <p:nvPr/>
            </p:nvSpPr>
            <p:spPr>
              <a:xfrm>
                <a:off x="3943101"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1" name="椭圆 13360">
                <a:extLst>
                  <a:ext uri="{FF2B5EF4-FFF2-40B4-BE49-F238E27FC236}">
                    <a16:creationId xmlns:a16="http://schemas.microsoft.com/office/drawing/2014/main" id="{C93A0BFC-7D19-4B87-BFD4-6ADACD652147}"/>
                  </a:ext>
                </a:extLst>
              </p:cNvPr>
              <p:cNvSpPr/>
              <p:nvPr/>
            </p:nvSpPr>
            <p:spPr>
              <a:xfrm>
                <a:off x="4212727" y="28708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2" name="椭圆 13361">
                <a:extLst>
                  <a:ext uri="{FF2B5EF4-FFF2-40B4-BE49-F238E27FC236}">
                    <a16:creationId xmlns:a16="http://schemas.microsoft.com/office/drawing/2014/main" id="{BB20D359-1AD2-4A0C-AA9A-6CFF156DF234}"/>
                  </a:ext>
                </a:extLst>
              </p:cNvPr>
              <p:cNvSpPr/>
              <p:nvPr/>
            </p:nvSpPr>
            <p:spPr>
              <a:xfrm>
                <a:off x="4007112"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3" name="椭圆 13362">
                <a:extLst>
                  <a:ext uri="{FF2B5EF4-FFF2-40B4-BE49-F238E27FC236}">
                    <a16:creationId xmlns:a16="http://schemas.microsoft.com/office/drawing/2014/main" id="{75D0C102-2F41-4440-A65A-175FE07EFDA7}"/>
                  </a:ext>
                </a:extLst>
              </p:cNvPr>
              <p:cNvSpPr/>
              <p:nvPr/>
            </p:nvSpPr>
            <p:spPr>
              <a:xfrm>
                <a:off x="4037466" y="2888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4" name="椭圆 13363">
                <a:extLst>
                  <a:ext uri="{FF2B5EF4-FFF2-40B4-BE49-F238E27FC236}">
                    <a16:creationId xmlns:a16="http://schemas.microsoft.com/office/drawing/2014/main" id="{992D66CA-590B-438B-A70E-D482451BB897}"/>
                  </a:ext>
                </a:extLst>
              </p:cNvPr>
              <p:cNvSpPr/>
              <p:nvPr/>
            </p:nvSpPr>
            <p:spPr>
              <a:xfrm>
                <a:off x="422564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5" name="椭圆 13364">
                <a:extLst>
                  <a:ext uri="{FF2B5EF4-FFF2-40B4-BE49-F238E27FC236}">
                    <a16:creationId xmlns:a16="http://schemas.microsoft.com/office/drawing/2014/main" id="{3C002EEC-08F1-4AA5-A78C-501DC515CE24}"/>
                  </a:ext>
                </a:extLst>
              </p:cNvPr>
              <p:cNvSpPr/>
              <p:nvPr/>
            </p:nvSpPr>
            <p:spPr>
              <a:xfrm>
                <a:off x="4182226"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6" name="椭圆 13365">
                <a:extLst>
                  <a:ext uri="{FF2B5EF4-FFF2-40B4-BE49-F238E27FC236}">
                    <a16:creationId xmlns:a16="http://schemas.microsoft.com/office/drawing/2014/main" id="{0D878BB1-BE2B-4BCA-AAB9-53459AAA142C}"/>
                  </a:ext>
                </a:extLst>
              </p:cNvPr>
              <p:cNvSpPr/>
              <p:nvPr/>
            </p:nvSpPr>
            <p:spPr>
              <a:xfrm>
                <a:off x="4110250" y="257075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7" name="椭圆 13366">
                <a:extLst>
                  <a:ext uri="{FF2B5EF4-FFF2-40B4-BE49-F238E27FC236}">
                    <a16:creationId xmlns:a16="http://schemas.microsoft.com/office/drawing/2014/main" id="{82159DD4-3555-491B-A917-157EA18D8DF1}"/>
                  </a:ext>
                </a:extLst>
              </p:cNvPr>
              <p:cNvSpPr/>
              <p:nvPr/>
            </p:nvSpPr>
            <p:spPr>
              <a:xfrm>
                <a:off x="42141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8" name="椭圆 13367">
                <a:extLst>
                  <a:ext uri="{FF2B5EF4-FFF2-40B4-BE49-F238E27FC236}">
                    <a16:creationId xmlns:a16="http://schemas.microsoft.com/office/drawing/2014/main" id="{7B0EEA50-E836-4511-BD62-BCDCD35B5C30}"/>
                  </a:ext>
                </a:extLst>
              </p:cNvPr>
              <p:cNvSpPr/>
              <p:nvPr/>
            </p:nvSpPr>
            <p:spPr>
              <a:xfrm>
                <a:off x="4076850"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9" name="椭圆 13368">
                <a:extLst>
                  <a:ext uri="{FF2B5EF4-FFF2-40B4-BE49-F238E27FC236}">
                    <a16:creationId xmlns:a16="http://schemas.microsoft.com/office/drawing/2014/main" id="{5752DF0C-6AB0-4992-AC86-0CFE66A0DC0E}"/>
                  </a:ext>
                </a:extLst>
              </p:cNvPr>
              <p:cNvSpPr/>
              <p:nvPr/>
            </p:nvSpPr>
            <p:spPr>
              <a:xfrm>
                <a:off x="4013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0" name="椭圆 13369">
                <a:extLst>
                  <a:ext uri="{FF2B5EF4-FFF2-40B4-BE49-F238E27FC236}">
                    <a16:creationId xmlns:a16="http://schemas.microsoft.com/office/drawing/2014/main" id="{6C58675C-6837-4A88-9ABE-EA09584076EA}"/>
                  </a:ext>
                </a:extLst>
              </p:cNvPr>
              <p:cNvSpPr/>
              <p:nvPr/>
            </p:nvSpPr>
            <p:spPr>
              <a:xfrm>
                <a:off x="3979474" y="30338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1" name="椭圆 13370">
                <a:extLst>
                  <a:ext uri="{FF2B5EF4-FFF2-40B4-BE49-F238E27FC236}">
                    <a16:creationId xmlns:a16="http://schemas.microsoft.com/office/drawing/2014/main" id="{5E22BCB2-0089-4EC7-8242-DAD114D75ED2}"/>
                  </a:ext>
                </a:extLst>
              </p:cNvPr>
              <p:cNvSpPr/>
              <p:nvPr/>
            </p:nvSpPr>
            <p:spPr>
              <a:xfrm>
                <a:off x="401272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2" name="椭圆 13371">
                <a:extLst>
                  <a:ext uri="{FF2B5EF4-FFF2-40B4-BE49-F238E27FC236}">
                    <a16:creationId xmlns:a16="http://schemas.microsoft.com/office/drawing/2014/main" id="{7E87ADC8-8FB5-4A52-8ACF-3CC913C2C8F8}"/>
                  </a:ext>
                </a:extLst>
              </p:cNvPr>
              <p:cNvSpPr/>
              <p:nvPr/>
            </p:nvSpPr>
            <p:spPr>
              <a:xfrm>
                <a:off x="4056479"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3" name="椭圆 13372">
                <a:extLst>
                  <a:ext uri="{FF2B5EF4-FFF2-40B4-BE49-F238E27FC236}">
                    <a16:creationId xmlns:a16="http://schemas.microsoft.com/office/drawing/2014/main" id="{31F2ACF0-CD2A-4E4A-9303-F1537F21A34E}"/>
                  </a:ext>
                </a:extLst>
              </p:cNvPr>
              <p:cNvSpPr/>
              <p:nvPr/>
            </p:nvSpPr>
            <p:spPr>
              <a:xfrm>
                <a:off x="402462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4" name="椭圆 13373">
                <a:extLst>
                  <a:ext uri="{FF2B5EF4-FFF2-40B4-BE49-F238E27FC236}">
                    <a16:creationId xmlns:a16="http://schemas.microsoft.com/office/drawing/2014/main" id="{AD848924-06EA-4D46-807F-8AD105ACCE6A}"/>
                  </a:ext>
                </a:extLst>
              </p:cNvPr>
              <p:cNvSpPr/>
              <p:nvPr/>
            </p:nvSpPr>
            <p:spPr>
              <a:xfrm>
                <a:off x="4032805"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5" name="椭圆 13374">
                <a:extLst>
                  <a:ext uri="{FF2B5EF4-FFF2-40B4-BE49-F238E27FC236}">
                    <a16:creationId xmlns:a16="http://schemas.microsoft.com/office/drawing/2014/main" id="{280DC89B-F400-46CE-A4E1-1A2D23896665}"/>
                  </a:ext>
                </a:extLst>
              </p:cNvPr>
              <p:cNvSpPr/>
              <p:nvPr/>
            </p:nvSpPr>
            <p:spPr>
              <a:xfrm>
                <a:off x="390768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6" name="椭圆 13375">
                <a:extLst>
                  <a:ext uri="{FF2B5EF4-FFF2-40B4-BE49-F238E27FC236}">
                    <a16:creationId xmlns:a16="http://schemas.microsoft.com/office/drawing/2014/main" id="{31AFC6CE-CB70-4891-9A13-36969D7682C7}"/>
                  </a:ext>
                </a:extLst>
              </p:cNvPr>
              <p:cNvSpPr/>
              <p:nvPr/>
            </p:nvSpPr>
            <p:spPr>
              <a:xfrm>
                <a:off x="410136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7" name="椭圆 13376">
                <a:extLst>
                  <a:ext uri="{FF2B5EF4-FFF2-40B4-BE49-F238E27FC236}">
                    <a16:creationId xmlns:a16="http://schemas.microsoft.com/office/drawing/2014/main" id="{88FF28B7-9182-4BD8-869E-F73F3FC770D3}"/>
                  </a:ext>
                </a:extLst>
              </p:cNvPr>
              <p:cNvSpPr/>
              <p:nvPr/>
            </p:nvSpPr>
            <p:spPr>
              <a:xfrm>
                <a:off x="39605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8" name="椭圆 13377">
                <a:extLst>
                  <a:ext uri="{FF2B5EF4-FFF2-40B4-BE49-F238E27FC236}">
                    <a16:creationId xmlns:a16="http://schemas.microsoft.com/office/drawing/2014/main" id="{324C0EEF-C986-4381-9317-27E13C5FF108}"/>
                  </a:ext>
                </a:extLst>
              </p:cNvPr>
              <p:cNvSpPr/>
              <p:nvPr/>
            </p:nvSpPr>
            <p:spPr>
              <a:xfrm>
                <a:off x="4206267"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9" name="椭圆 13378">
                <a:extLst>
                  <a:ext uri="{FF2B5EF4-FFF2-40B4-BE49-F238E27FC236}">
                    <a16:creationId xmlns:a16="http://schemas.microsoft.com/office/drawing/2014/main" id="{3E5FE557-E593-4546-A4A3-F9F10E503425}"/>
                  </a:ext>
                </a:extLst>
              </p:cNvPr>
              <p:cNvSpPr/>
              <p:nvPr/>
            </p:nvSpPr>
            <p:spPr>
              <a:xfrm>
                <a:off x="3962150"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0" name="椭圆 13379">
                <a:extLst>
                  <a:ext uri="{FF2B5EF4-FFF2-40B4-BE49-F238E27FC236}">
                    <a16:creationId xmlns:a16="http://schemas.microsoft.com/office/drawing/2014/main" id="{20C13A79-E318-472F-A389-1E6E2E62CB5F}"/>
                  </a:ext>
                </a:extLst>
              </p:cNvPr>
              <p:cNvSpPr/>
              <p:nvPr/>
            </p:nvSpPr>
            <p:spPr>
              <a:xfrm>
                <a:off x="4018821"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1" name="椭圆 13380">
                <a:extLst>
                  <a:ext uri="{FF2B5EF4-FFF2-40B4-BE49-F238E27FC236}">
                    <a16:creationId xmlns:a16="http://schemas.microsoft.com/office/drawing/2014/main" id="{5CCF4B8E-9F0A-4898-88E7-8B1EDE45DB2B}"/>
                  </a:ext>
                </a:extLst>
              </p:cNvPr>
              <p:cNvSpPr/>
              <p:nvPr/>
            </p:nvSpPr>
            <p:spPr>
              <a:xfrm>
                <a:off x="4027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2" name="椭圆 13381">
                <a:extLst>
                  <a:ext uri="{FF2B5EF4-FFF2-40B4-BE49-F238E27FC236}">
                    <a16:creationId xmlns:a16="http://schemas.microsoft.com/office/drawing/2014/main" id="{76423171-CBC4-4B29-BCAB-9763EA418A4C}"/>
                  </a:ext>
                </a:extLst>
              </p:cNvPr>
              <p:cNvSpPr/>
              <p:nvPr/>
            </p:nvSpPr>
            <p:spPr>
              <a:xfrm>
                <a:off x="40998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3" name="椭圆 13382">
                <a:extLst>
                  <a:ext uri="{FF2B5EF4-FFF2-40B4-BE49-F238E27FC236}">
                    <a16:creationId xmlns:a16="http://schemas.microsoft.com/office/drawing/2014/main" id="{0DB34E92-0B7E-4FCA-8D91-427C14EA21B6}"/>
                  </a:ext>
                </a:extLst>
              </p:cNvPr>
              <p:cNvSpPr/>
              <p:nvPr/>
            </p:nvSpPr>
            <p:spPr>
              <a:xfrm>
                <a:off x="393253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4" name="椭圆 13383">
                <a:extLst>
                  <a:ext uri="{FF2B5EF4-FFF2-40B4-BE49-F238E27FC236}">
                    <a16:creationId xmlns:a16="http://schemas.microsoft.com/office/drawing/2014/main" id="{B10DEE53-02B6-49EF-9C18-A7C42C51E3B3}"/>
                  </a:ext>
                </a:extLst>
              </p:cNvPr>
              <p:cNvSpPr/>
              <p:nvPr/>
            </p:nvSpPr>
            <p:spPr>
              <a:xfrm>
                <a:off x="40998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5" name="椭圆 13384">
                <a:extLst>
                  <a:ext uri="{FF2B5EF4-FFF2-40B4-BE49-F238E27FC236}">
                    <a16:creationId xmlns:a16="http://schemas.microsoft.com/office/drawing/2014/main" id="{0842357E-8A31-4FE0-9245-928D13EDDD6C}"/>
                  </a:ext>
                </a:extLst>
              </p:cNvPr>
              <p:cNvSpPr/>
              <p:nvPr/>
            </p:nvSpPr>
            <p:spPr>
              <a:xfrm>
                <a:off x="400182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6" name="椭圆 13385">
                <a:extLst>
                  <a:ext uri="{FF2B5EF4-FFF2-40B4-BE49-F238E27FC236}">
                    <a16:creationId xmlns:a16="http://schemas.microsoft.com/office/drawing/2014/main" id="{6C884141-0385-47F1-ACD2-146827E64CD3}"/>
                  </a:ext>
                </a:extLst>
              </p:cNvPr>
              <p:cNvSpPr/>
              <p:nvPr/>
            </p:nvSpPr>
            <p:spPr>
              <a:xfrm>
                <a:off x="4167251"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7" name="椭圆 13386">
                <a:extLst>
                  <a:ext uri="{FF2B5EF4-FFF2-40B4-BE49-F238E27FC236}">
                    <a16:creationId xmlns:a16="http://schemas.microsoft.com/office/drawing/2014/main" id="{B8AF7F9D-FA9E-48A3-BDC8-3B51DAF321F0}"/>
                  </a:ext>
                </a:extLst>
              </p:cNvPr>
              <p:cNvSpPr/>
              <p:nvPr/>
            </p:nvSpPr>
            <p:spPr>
              <a:xfrm>
                <a:off x="401283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8" name="椭圆 13387">
                <a:extLst>
                  <a:ext uri="{FF2B5EF4-FFF2-40B4-BE49-F238E27FC236}">
                    <a16:creationId xmlns:a16="http://schemas.microsoft.com/office/drawing/2014/main" id="{29766721-B0FE-4EC6-BA93-EF2DD9DC921F}"/>
                  </a:ext>
                </a:extLst>
              </p:cNvPr>
              <p:cNvSpPr/>
              <p:nvPr/>
            </p:nvSpPr>
            <p:spPr>
              <a:xfrm>
                <a:off x="4057140"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9" name="椭圆 13388">
                <a:extLst>
                  <a:ext uri="{FF2B5EF4-FFF2-40B4-BE49-F238E27FC236}">
                    <a16:creationId xmlns:a16="http://schemas.microsoft.com/office/drawing/2014/main" id="{6B01C141-0DA1-4D6A-8DE5-F8B20F87DAB6}"/>
                  </a:ext>
                </a:extLst>
              </p:cNvPr>
              <p:cNvSpPr/>
              <p:nvPr/>
            </p:nvSpPr>
            <p:spPr>
              <a:xfrm>
                <a:off x="400285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0" name="椭圆 13389">
                <a:extLst>
                  <a:ext uri="{FF2B5EF4-FFF2-40B4-BE49-F238E27FC236}">
                    <a16:creationId xmlns:a16="http://schemas.microsoft.com/office/drawing/2014/main" id="{C64D53BC-3E9E-4699-AFF1-584DAFB92738}"/>
                  </a:ext>
                </a:extLst>
              </p:cNvPr>
              <p:cNvSpPr/>
              <p:nvPr/>
            </p:nvSpPr>
            <p:spPr>
              <a:xfrm>
                <a:off x="39986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1" name="椭圆 13390">
                <a:extLst>
                  <a:ext uri="{FF2B5EF4-FFF2-40B4-BE49-F238E27FC236}">
                    <a16:creationId xmlns:a16="http://schemas.microsoft.com/office/drawing/2014/main" id="{7A2FFB3A-CBD1-453B-8789-BB0FDD439B22}"/>
                  </a:ext>
                </a:extLst>
              </p:cNvPr>
              <p:cNvSpPr/>
              <p:nvPr/>
            </p:nvSpPr>
            <p:spPr>
              <a:xfrm>
                <a:off x="393062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2" name="椭圆 13391">
                <a:extLst>
                  <a:ext uri="{FF2B5EF4-FFF2-40B4-BE49-F238E27FC236}">
                    <a16:creationId xmlns:a16="http://schemas.microsoft.com/office/drawing/2014/main" id="{894E968D-C0EC-4EB2-9320-7132B7828EF7}"/>
                  </a:ext>
                </a:extLst>
              </p:cNvPr>
              <p:cNvSpPr/>
              <p:nvPr/>
            </p:nvSpPr>
            <p:spPr>
              <a:xfrm>
                <a:off x="407457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3" name="椭圆 13392">
                <a:extLst>
                  <a:ext uri="{FF2B5EF4-FFF2-40B4-BE49-F238E27FC236}">
                    <a16:creationId xmlns:a16="http://schemas.microsoft.com/office/drawing/2014/main" id="{CE97D23B-A232-4A17-8D29-442C65FB42E8}"/>
                  </a:ext>
                </a:extLst>
              </p:cNvPr>
              <p:cNvSpPr/>
              <p:nvPr/>
            </p:nvSpPr>
            <p:spPr>
              <a:xfrm>
                <a:off x="39864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4" name="椭圆 13393">
                <a:extLst>
                  <a:ext uri="{FF2B5EF4-FFF2-40B4-BE49-F238E27FC236}">
                    <a16:creationId xmlns:a16="http://schemas.microsoft.com/office/drawing/2014/main" id="{F2921B66-3440-453A-8A4A-B2BE1490EE75}"/>
                  </a:ext>
                </a:extLst>
              </p:cNvPr>
              <p:cNvSpPr/>
              <p:nvPr/>
            </p:nvSpPr>
            <p:spPr>
              <a:xfrm>
                <a:off x="400208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5" name="椭圆 13394">
                <a:extLst>
                  <a:ext uri="{FF2B5EF4-FFF2-40B4-BE49-F238E27FC236}">
                    <a16:creationId xmlns:a16="http://schemas.microsoft.com/office/drawing/2014/main" id="{BC8A045C-C00B-4F88-98F6-17D3E4F81CBB}"/>
                  </a:ext>
                </a:extLst>
              </p:cNvPr>
              <p:cNvSpPr/>
              <p:nvPr/>
            </p:nvSpPr>
            <p:spPr>
              <a:xfrm>
                <a:off x="400208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6" name="椭圆 13395">
                <a:extLst>
                  <a:ext uri="{FF2B5EF4-FFF2-40B4-BE49-F238E27FC236}">
                    <a16:creationId xmlns:a16="http://schemas.microsoft.com/office/drawing/2014/main" id="{249CD351-25BE-4797-88C4-1E8A667D38D7}"/>
                  </a:ext>
                </a:extLst>
              </p:cNvPr>
              <p:cNvSpPr/>
              <p:nvPr/>
            </p:nvSpPr>
            <p:spPr>
              <a:xfrm>
                <a:off x="3841395" y="2620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7" name="椭圆 13396">
                <a:extLst>
                  <a:ext uri="{FF2B5EF4-FFF2-40B4-BE49-F238E27FC236}">
                    <a16:creationId xmlns:a16="http://schemas.microsoft.com/office/drawing/2014/main" id="{38FA933D-F989-4848-81AF-590CBF75C4E9}"/>
                  </a:ext>
                </a:extLst>
              </p:cNvPr>
              <p:cNvSpPr/>
              <p:nvPr/>
            </p:nvSpPr>
            <p:spPr>
              <a:xfrm>
                <a:off x="3981530"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8" name="椭圆 13397">
                <a:extLst>
                  <a:ext uri="{FF2B5EF4-FFF2-40B4-BE49-F238E27FC236}">
                    <a16:creationId xmlns:a16="http://schemas.microsoft.com/office/drawing/2014/main" id="{00BCDCF8-76EF-4C48-9515-EF9D36FE5725}"/>
                  </a:ext>
                </a:extLst>
              </p:cNvPr>
              <p:cNvSpPr/>
              <p:nvPr/>
            </p:nvSpPr>
            <p:spPr>
              <a:xfrm>
                <a:off x="40177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9" name="椭圆 13398">
                <a:extLst>
                  <a:ext uri="{FF2B5EF4-FFF2-40B4-BE49-F238E27FC236}">
                    <a16:creationId xmlns:a16="http://schemas.microsoft.com/office/drawing/2014/main" id="{64420395-AB29-45DF-AEBD-75533B61B5BB}"/>
                  </a:ext>
                </a:extLst>
              </p:cNvPr>
              <p:cNvSpPr/>
              <p:nvPr/>
            </p:nvSpPr>
            <p:spPr>
              <a:xfrm>
                <a:off x="4108562" y="30349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0" name="椭圆 13399">
                <a:extLst>
                  <a:ext uri="{FF2B5EF4-FFF2-40B4-BE49-F238E27FC236}">
                    <a16:creationId xmlns:a16="http://schemas.microsoft.com/office/drawing/2014/main" id="{7EC46459-1780-4681-AF78-06CFCA516603}"/>
                  </a:ext>
                </a:extLst>
              </p:cNvPr>
              <p:cNvSpPr/>
              <p:nvPr/>
            </p:nvSpPr>
            <p:spPr>
              <a:xfrm>
                <a:off x="401423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1" name="椭圆 13400">
                <a:extLst>
                  <a:ext uri="{FF2B5EF4-FFF2-40B4-BE49-F238E27FC236}">
                    <a16:creationId xmlns:a16="http://schemas.microsoft.com/office/drawing/2014/main" id="{E8E7A66D-C47C-41BB-8A95-902EBEB30885}"/>
                  </a:ext>
                </a:extLst>
              </p:cNvPr>
              <p:cNvSpPr/>
              <p:nvPr/>
            </p:nvSpPr>
            <p:spPr>
              <a:xfrm>
                <a:off x="408815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2" name="椭圆 13401">
                <a:extLst>
                  <a:ext uri="{FF2B5EF4-FFF2-40B4-BE49-F238E27FC236}">
                    <a16:creationId xmlns:a16="http://schemas.microsoft.com/office/drawing/2014/main" id="{C671CD01-2A2C-4066-9FFE-0C6CBE3E57A7}"/>
                  </a:ext>
                </a:extLst>
              </p:cNvPr>
              <p:cNvSpPr/>
              <p:nvPr/>
            </p:nvSpPr>
            <p:spPr>
              <a:xfrm>
                <a:off x="4013352" y="2923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3" name="椭圆 13402">
                <a:extLst>
                  <a:ext uri="{FF2B5EF4-FFF2-40B4-BE49-F238E27FC236}">
                    <a16:creationId xmlns:a16="http://schemas.microsoft.com/office/drawing/2014/main" id="{8EC8621A-D83E-459A-BA52-4A78FC192598}"/>
                  </a:ext>
                </a:extLst>
              </p:cNvPr>
              <p:cNvSpPr/>
              <p:nvPr/>
            </p:nvSpPr>
            <p:spPr>
              <a:xfrm>
                <a:off x="3963105" y="2629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4" name="椭圆 13403">
                <a:extLst>
                  <a:ext uri="{FF2B5EF4-FFF2-40B4-BE49-F238E27FC236}">
                    <a16:creationId xmlns:a16="http://schemas.microsoft.com/office/drawing/2014/main" id="{B5A9B9BE-CB54-4AE1-9B9D-B9EC9487253B}"/>
                  </a:ext>
                </a:extLst>
              </p:cNvPr>
              <p:cNvSpPr/>
              <p:nvPr/>
            </p:nvSpPr>
            <p:spPr>
              <a:xfrm>
                <a:off x="3902360" y="28907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5" name="椭圆 13404">
                <a:extLst>
                  <a:ext uri="{FF2B5EF4-FFF2-40B4-BE49-F238E27FC236}">
                    <a16:creationId xmlns:a16="http://schemas.microsoft.com/office/drawing/2014/main" id="{CAA48102-FF04-437D-A8C7-9F9BAB1C2F2F}"/>
                  </a:ext>
                </a:extLst>
              </p:cNvPr>
              <p:cNvSpPr/>
              <p:nvPr/>
            </p:nvSpPr>
            <p:spPr>
              <a:xfrm>
                <a:off x="3894762" y="29226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6" name="椭圆 13405">
                <a:extLst>
                  <a:ext uri="{FF2B5EF4-FFF2-40B4-BE49-F238E27FC236}">
                    <a16:creationId xmlns:a16="http://schemas.microsoft.com/office/drawing/2014/main" id="{F5B0D924-5705-4D7D-B295-63E32DFE4014}"/>
                  </a:ext>
                </a:extLst>
              </p:cNvPr>
              <p:cNvSpPr/>
              <p:nvPr/>
            </p:nvSpPr>
            <p:spPr>
              <a:xfrm>
                <a:off x="3946588"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7" name="椭圆 13406">
                <a:extLst>
                  <a:ext uri="{FF2B5EF4-FFF2-40B4-BE49-F238E27FC236}">
                    <a16:creationId xmlns:a16="http://schemas.microsoft.com/office/drawing/2014/main" id="{B21EF883-2221-4D37-B812-C560F4CBDA89}"/>
                  </a:ext>
                </a:extLst>
              </p:cNvPr>
              <p:cNvSpPr/>
              <p:nvPr/>
            </p:nvSpPr>
            <p:spPr>
              <a:xfrm>
                <a:off x="4003222" y="3018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8" name="椭圆 13407">
                <a:extLst>
                  <a:ext uri="{FF2B5EF4-FFF2-40B4-BE49-F238E27FC236}">
                    <a16:creationId xmlns:a16="http://schemas.microsoft.com/office/drawing/2014/main" id="{C679D732-818D-4668-9DC6-95276222BF62}"/>
                  </a:ext>
                </a:extLst>
              </p:cNvPr>
              <p:cNvSpPr/>
              <p:nvPr/>
            </p:nvSpPr>
            <p:spPr>
              <a:xfrm>
                <a:off x="4001350"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9" name="椭圆 13408">
                <a:extLst>
                  <a:ext uri="{FF2B5EF4-FFF2-40B4-BE49-F238E27FC236}">
                    <a16:creationId xmlns:a16="http://schemas.microsoft.com/office/drawing/2014/main" id="{C35D540A-1D3D-40B2-9CE2-DFBCCD5A095D}"/>
                  </a:ext>
                </a:extLst>
              </p:cNvPr>
              <p:cNvSpPr/>
              <p:nvPr/>
            </p:nvSpPr>
            <p:spPr>
              <a:xfrm>
                <a:off x="3922840"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0" name="椭圆 13409">
                <a:extLst>
                  <a:ext uri="{FF2B5EF4-FFF2-40B4-BE49-F238E27FC236}">
                    <a16:creationId xmlns:a16="http://schemas.microsoft.com/office/drawing/2014/main" id="{21924DFA-1478-4470-A2BB-C8D8CBD09690}"/>
                  </a:ext>
                </a:extLst>
              </p:cNvPr>
              <p:cNvSpPr/>
              <p:nvPr/>
            </p:nvSpPr>
            <p:spPr>
              <a:xfrm>
                <a:off x="4059525"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1" name="椭圆 13410">
                <a:extLst>
                  <a:ext uri="{FF2B5EF4-FFF2-40B4-BE49-F238E27FC236}">
                    <a16:creationId xmlns:a16="http://schemas.microsoft.com/office/drawing/2014/main" id="{1C5EA03A-B2D4-4D29-9AE8-2ABAA8CBBC3B}"/>
                  </a:ext>
                </a:extLst>
              </p:cNvPr>
              <p:cNvSpPr/>
              <p:nvPr/>
            </p:nvSpPr>
            <p:spPr>
              <a:xfrm>
                <a:off x="401606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2" name="椭圆 13411">
                <a:extLst>
                  <a:ext uri="{FF2B5EF4-FFF2-40B4-BE49-F238E27FC236}">
                    <a16:creationId xmlns:a16="http://schemas.microsoft.com/office/drawing/2014/main" id="{AE3AAFFD-DFD5-48B7-A56B-20F6EF1C72F4}"/>
                  </a:ext>
                </a:extLst>
              </p:cNvPr>
              <p:cNvSpPr/>
              <p:nvPr/>
            </p:nvSpPr>
            <p:spPr>
              <a:xfrm>
                <a:off x="3960755" y="3022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3" name="椭圆 13412">
                <a:extLst>
                  <a:ext uri="{FF2B5EF4-FFF2-40B4-BE49-F238E27FC236}">
                    <a16:creationId xmlns:a16="http://schemas.microsoft.com/office/drawing/2014/main" id="{8CF657A9-3F27-4F28-BE4E-D65DAB2028E0}"/>
                  </a:ext>
                </a:extLst>
              </p:cNvPr>
              <p:cNvSpPr/>
              <p:nvPr/>
            </p:nvSpPr>
            <p:spPr>
              <a:xfrm>
                <a:off x="404711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4" name="椭圆 13413">
                <a:extLst>
                  <a:ext uri="{FF2B5EF4-FFF2-40B4-BE49-F238E27FC236}">
                    <a16:creationId xmlns:a16="http://schemas.microsoft.com/office/drawing/2014/main" id="{3E9EFB40-060B-43FA-9D91-43AA74A4FA24}"/>
                  </a:ext>
                </a:extLst>
              </p:cNvPr>
              <p:cNvSpPr/>
              <p:nvPr/>
            </p:nvSpPr>
            <p:spPr>
              <a:xfrm>
                <a:off x="401808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5" name="椭圆 13414">
                <a:extLst>
                  <a:ext uri="{FF2B5EF4-FFF2-40B4-BE49-F238E27FC236}">
                    <a16:creationId xmlns:a16="http://schemas.microsoft.com/office/drawing/2014/main" id="{86043079-92ED-443F-94A6-F4A84D93E442}"/>
                  </a:ext>
                </a:extLst>
              </p:cNvPr>
              <p:cNvSpPr/>
              <p:nvPr/>
            </p:nvSpPr>
            <p:spPr>
              <a:xfrm>
                <a:off x="405548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6" name="椭圆 13415">
                <a:extLst>
                  <a:ext uri="{FF2B5EF4-FFF2-40B4-BE49-F238E27FC236}">
                    <a16:creationId xmlns:a16="http://schemas.microsoft.com/office/drawing/2014/main" id="{754F0AF6-770C-42C8-847B-02CDBB68D8BD}"/>
                  </a:ext>
                </a:extLst>
              </p:cNvPr>
              <p:cNvSpPr/>
              <p:nvPr/>
            </p:nvSpPr>
            <p:spPr>
              <a:xfrm>
                <a:off x="40111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7" name="椭圆 13416">
                <a:extLst>
                  <a:ext uri="{FF2B5EF4-FFF2-40B4-BE49-F238E27FC236}">
                    <a16:creationId xmlns:a16="http://schemas.microsoft.com/office/drawing/2014/main" id="{1422BA4B-15CA-446F-87BE-F5BD9D54F711}"/>
                  </a:ext>
                </a:extLst>
              </p:cNvPr>
              <p:cNvSpPr/>
              <p:nvPr/>
            </p:nvSpPr>
            <p:spPr>
              <a:xfrm>
                <a:off x="400171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8" name="椭圆 13417">
                <a:extLst>
                  <a:ext uri="{FF2B5EF4-FFF2-40B4-BE49-F238E27FC236}">
                    <a16:creationId xmlns:a16="http://schemas.microsoft.com/office/drawing/2014/main" id="{05725D26-2B17-44AA-9E0F-8C1C84BA60EC}"/>
                  </a:ext>
                </a:extLst>
              </p:cNvPr>
              <p:cNvSpPr/>
              <p:nvPr/>
            </p:nvSpPr>
            <p:spPr>
              <a:xfrm>
                <a:off x="40821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9" name="椭圆 13418">
                <a:extLst>
                  <a:ext uri="{FF2B5EF4-FFF2-40B4-BE49-F238E27FC236}">
                    <a16:creationId xmlns:a16="http://schemas.microsoft.com/office/drawing/2014/main" id="{CF95F3DF-14F8-4AF8-A7F2-BD1FD2A815B9}"/>
                  </a:ext>
                </a:extLst>
              </p:cNvPr>
              <p:cNvSpPr/>
              <p:nvPr/>
            </p:nvSpPr>
            <p:spPr>
              <a:xfrm>
                <a:off x="404121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0" name="椭圆 13419">
                <a:extLst>
                  <a:ext uri="{FF2B5EF4-FFF2-40B4-BE49-F238E27FC236}">
                    <a16:creationId xmlns:a16="http://schemas.microsoft.com/office/drawing/2014/main" id="{DF130EF8-1082-41A1-8029-3AD5641F3779}"/>
                  </a:ext>
                </a:extLst>
              </p:cNvPr>
              <p:cNvSpPr/>
              <p:nvPr/>
            </p:nvSpPr>
            <p:spPr>
              <a:xfrm>
                <a:off x="4021170"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1" name="椭圆 13420">
                <a:extLst>
                  <a:ext uri="{FF2B5EF4-FFF2-40B4-BE49-F238E27FC236}">
                    <a16:creationId xmlns:a16="http://schemas.microsoft.com/office/drawing/2014/main" id="{ACCD006C-E0F5-423C-B19C-31D077706B0F}"/>
                  </a:ext>
                </a:extLst>
              </p:cNvPr>
              <p:cNvSpPr/>
              <p:nvPr/>
            </p:nvSpPr>
            <p:spPr>
              <a:xfrm>
                <a:off x="4001754" y="30467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2" name="椭圆 13421">
                <a:extLst>
                  <a:ext uri="{FF2B5EF4-FFF2-40B4-BE49-F238E27FC236}">
                    <a16:creationId xmlns:a16="http://schemas.microsoft.com/office/drawing/2014/main" id="{872AE694-AE08-40E6-8EFA-3E0C813DD510}"/>
                  </a:ext>
                </a:extLst>
              </p:cNvPr>
              <p:cNvSpPr/>
              <p:nvPr/>
            </p:nvSpPr>
            <p:spPr>
              <a:xfrm>
                <a:off x="3979291"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3" name="椭圆 13422">
                <a:extLst>
                  <a:ext uri="{FF2B5EF4-FFF2-40B4-BE49-F238E27FC236}">
                    <a16:creationId xmlns:a16="http://schemas.microsoft.com/office/drawing/2014/main" id="{5BD298D3-008D-4BD2-B008-057D3266958C}"/>
                  </a:ext>
                </a:extLst>
              </p:cNvPr>
              <p:cNvSpPr/>
              <p:nvPr/>
            </p:nvSpPr>
            <p:spPr>
              <a:xfrm>
                <a:off x="3976611"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4" name="椭圆 13423">
                <a:extLst>
                  <a:ext uri="{FF2B5EF4-FFF2-40B4-BE49-F238E27FC236}">
                    <a16:creationId xmlns:a16="http://schemas.microsoft.com/office/drawing/2014/main" id="{9BE85412-BE19-4B58-B4C4-A72B7DBA1E3C}"/>
                  </a:ext>
                </a:extLst>
              </p:cNvPr>
              <p:cNvSpPr/>
              <p:nvPr/>
            </p:nvSpPr>
            <p:spPr>
              <a:xfrm>
                <a:off x="401221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5" name="椭圆 13424">
                <a:extLst>
                  <a:ext uri="{FF2B5EF4-FFF2-40B4-BE49-F238E27FC236}">
                    <a16:creationId xmlns:a16="http://schemas.microsoft.com/office/drawing/2014/main" id="{4B8EAE7E-7ABB-46F9-A79B-5046B66171FB}"/>
                  </a:ext>
                </a:extLst>
              </p:cNvPr>
              <p:cNvSpPr/>
              <p:nvPr/>
            </p:nvSpPr>
            <p:spPr>
              <a:xfrm>
                <a:off x="408092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6" name="椭圆 13425">
                <a:extLst>
                  <a:ext uri="{FF2B5EF4-FFF2-40B4-BE49-F238E27FC236}">
                    <a16:creationId xmlns:a16="http://schemas.microsoft.com/office/drawing/2014/main" id="{509B2136-CC40-4BDB-8DEA-3CA8D22688CE}"/>
                  </a:ext>
                </a:extLst>
              </p:cNvPr>
              <p:cNvSpPr/>
              <p:nvPr/>
            </p:nvSpPr>
            <p:spPr>
              <a:xfrm>
                <a:off x="408286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7" name="椭圆 13426">
                <a:extLst>
                  <a:ext uri="{FF2B5EF4-FFF2-40B4-BE49-F238E27FC236}">
                    <a16:creationId xmlns:a16="http://schemas.microsoft.com/office/drawing/2014/main" id="{CF5BA594-3F43-4BEE-B2EC-014F4AE98156}"/>
                  </a:ext>
                </a:extLst>
              </p:cNvPr>
              <p:cNvSpPr/>
              <p:nvPr/>
            </p:nvSpPr>
            <p:spPr>
              <a:xfrm>
                <a:off x="40732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8" name="椭圆 13427">
                <a:extLst>
                  <a:ext uri="{FF2B5EF4-FFF2-40B4-BE49-F238E27FC236}">
                    <a16:creationId xmlns:a16="http://schemas.microsoft.com/office/drawing/2014/main" id="{C55B8D49-2E94-499E-93A7-64BFE9D3E77C}"/>
                  </a:ext>
                </a:extLst>
              </p:cNvPr>
              <p:cNvSpPr/>
              <p:nvPr/>
            </p:nvSpPr>
            <p:spPr>
              <a:xfrm>
                <a:off x="410580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9" name="椭圆 13428">
                <a:extLst>
                  <a:ext uri="{FF2B5EF4-FFF2-40B4-BE49-F238E27FC236}">
                    <a16:creationId xmlns:a16="http://schemas.microsoft.com/office/drawing/2014/main" id="{EC7E0826-BD80-4079-9C6F-7B3C3A41DAA4}"/>
                  </a:ext>
                </a:extLst>
              </p:cNvPr>
              <p:cNvSpPr/>
              <p:nvPr/>
            </p:nvSpPr>
            <p:spPr>
              <a:xfrm>
                <a:off x="410580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0" name="椭圆 13429">
                <a:extLst>
                  <a:ext uri="{FF2B5EF4-FFF2-40B4-BE49-F238E27FC236}">
                    <a16:creationId xmlns:a16="http://schemas.microsoft.com/office/drawing/2014/main" id="{8DF627EC-B274-49A8-B8BB-C761F3B6B000}"/>
                  </a:ext>
                </a:extLst>
              </p:cNvPr>
              <p:cNvSpPr/>
              <p:nvPr/>
            </p:nvSpPr>
            <p:spPr>
              <a:xfrm>
                <a:off x="40061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1" name="椭圆 13430">
                <a:extLst>
                  <a:ext uri="{FF2B5EF4-FFF2-40B4-BE49-F238E27FC236}">
                    <a16:creationId xmlns:a16="http://schemas.microsoft.com/office/drawing/2014/main" id="{C0D848EA-B43D-4BD0-8C32-F754D4207DDC}"/>
                  </a:ext>
                </a:extLst>
              </p:cNvPr>
              <p:cNvSpPr/>
              <p:nvPr/>
            </p:nvSpPr>
            <p:spPr>
              <a:xfrm>
                <a:off x="3947726"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2" name="椭圆 13431">
                <a:extLst>
                  <a:ext uri="{FF2B5EF4-FFF2-40B4-BE49-F238E27FC236}">
                    <a16:creationId xmlns:a16="http://schemas.microsoft.com/office/drawing/2014/main" id="{2DA82001-4F16-4BE8-B650-E8D6F7606062}"/>
                  </a:ext>
                </a:extLst>
              </p:cNvPr>
              <p:cNvSpPr/>
              <p:nvPr/>
            </p:nvSpPr>
            <p:spPr>
              <a:xfrm>
                <a:off x="399298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3" name="椭圆 13432">
                <a:extLst>
                  <a:ext uri="{FF2B5EF4-FFF2-40B4-BE49-F238E27FC236}">
                    <a16:creationId xmlns:a16="http://schemas.microsoft.com/office/drawing/2014/main" id="{FDC9EBA4-D66B-408E-8E94-B379F558CCBD}"/>
                  </a:ext>
                </a:extLst>
              </p:cNvPr>
              <p:cNvSpPr/>
              <p:nvPr/>
            </p:nvSpPr>
            <p:spPr>
              <a:xfrm>
                <a:off x="4012067"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4" name="椭圆 13433">
                <a:extLst>
                  <a:ext uri="{FF2B5EF4-FFF2-40B4-BE49-F238E27FC236}">
                    <a16:creationId xmlns:a16="http://schemas.microsoft.com/office/drawing/2014/main" id="{CE856F1E-0634-46AA-ACBC-E70692F395D4}"/>
                  </a:ext>
                </a:extLst>
              </p:cNvPr>
              <p:cNvSpPr/>
              <p:nvPr/>
            </p:nvSpPr>
            <p:spPr>
              <a:xfrm>
                <a:off x="3913334"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5" name="椭圆 13434">
                <a:extLst>
                  <a:ext uri="{FF2B5EF4-FFF2-40B4-BE49-F238E27FC236}">
                    <a16:creationId xmlns:a16="http://schemas.microsoft.com/office/drawing/2014/main" id="{067CFF93-7909-4FF1-A6EC-35B436605C82}"/>
                  </a:ext>
                </a:extLst>
              </p:cNvPr>
              <p:cNvSpPr/>
              <p:nvPr/>
            </p:nvSpPr>
            <p:spPr>
              <a:xfrm>
                <a:off x="4078208"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6" name="椭圆 13435">
                <a:extLst>
                  <a:ext uri="{FF2B5EF4-FFF2-40B4-BE49-F238E27FC236}">
                    <a16:creationId xmlns:a16="http://schemas.microsoft.com/office/drawing/2014/main" id="{02B605C2-BB8B-4C61-BC0F-963BDD28E1E0}"/>
                  </a:ext>
                </a:extLst>
              </p:cNvPr>
              <p:cNvSpPr/>
              <p:nvPr/>
            </p:nvSpPr>
            <p:spPr>
              <a:xfrm>
                <a:off x="4070426"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7" name="椭圆 13436">
                <a:extLst>
                  <a:ext uri="{FF2B5EF4-FFF2-40B4-BE49-F238E27FC236}">
                    <a16:creationId xmlns:a16="http://schemas.microsoft.com/office/drawing/2014/main" id="{2FDD11C1-F02A-4648-8EB6-721167FBA642}"/>
                  </a:ext>
                </a:extLst>
              </p:cNvPr>
              <p:cNvSpPr/>
              <p:nvPr/>
            </p:nvSpPr>
            <p:spPr>
              <a:xfrm>
                <a:off x="3987072"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8" name="椭圆 13437">
                <a:extLst>
                  <a:ext uri="{FF2B5EF4-FFF2-40B4-BE49-F238E27FC236}">
                    <a16:creationId xmlns:a16="http://schemas.microsoft.com/office/drawing/2014/main" id="{3B0E4D29-AC47-4075-A1B4-F72EEB71D138}"/>
                  </a:ext>
                </a:extLst>
              </p:cNvPr>
              <p:cNvSpPr/>
              <p:nvPr/>
            </p:nvSpPr>
            <p:spPr>
              <a:xfrm>
                <a:off x="4050606"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9" name="椭圆 13438">
                <a:extLst>
                  <a:ext uri="{FF2B5EF4-FFF2-40B4-BE49-F238E27FC236}">
                    <a16:creationId xmlns:a16="http://schemas.microsoft.com/office/drawing/2014/main" id="{36C71214-926B-4B6B-9751-E2FE77467012}"/>
                  </a:ext>
                </a:extLst>
              </p:cNvPr>
              <p:cNvSpPr/>
              <p:nvPr/>
            </p:nvSpPr>
            <p:spPr>
              <a:xfrm>
                <a:off x="4133447"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0" name="椭圆 13439">
                <a:extLst>
                  <a:ext uri="{FF2B5EF4-FFF2-40B4-BE49-F238E27FC236}">
                    <a16:creationId xmlns:a16="http://schemas.microsoft.com/office/drawing/2014/main" id="{7A9384E6-D956-4AF4-98D8-7F8B4EB4BF41}"/>
                  </a:ext>
                </a:extLst>
              </p:cNvPr>
              <p:cNvSpPr/>
              <p:nvPr/>
            </p:nvSpPr>
            <p:spPr>
              <a:xfrm>
                <a:off x="394086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1" name="椭圆 13440">
                <a:extLst>
                  <a:ext uri="{FF2B5EF4-FFF2-40B4-BE49-F238E27FC236}">
                    <a16:creationId xmlns:a16="http://schemas.microsoft.com/office/drawing/2014/main" id="{C4FEFC58-5C7B-4AF7-935C-A3A88929C6C7}"/>
                  </a:ext>
                </a:extLst>
              </p:cNvPr>
              <p:cNvSpPr/>
              <p:nvPr/>
            </p:nvSpPr>
            <p:spPr>
              <a:xfrm>
                <a:off x="407985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2" name="椭圆 13441">
                <a:extLst>
                  <a:ext uri="{FF2B5EF4-FFF2-40B4-BE49-F238E27FC236}">
                    <a16:creationId xmlns:a16="http://schemas.microsoft.com/office/drawing/2014/main" id="{BA83407E-5B37-4754-B8AE-8B5865E21476}"/>
                  </a:ext>
                </a:extLst>
              </p:cNvPr>
              <p:cNvSpPr/>
              <p:nvPr/>
            </p:nvSpPr>
            <p:spPr>
              <a:xfrm>
                <a:off x="3950478" y="30352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3" name="椭圆 13442">
                <a:extLst>
                  <a:ext uri="{FF2B5EF4-FFF2-40B4-BE49-F238E27FC236}">
                    <a16:creationId xmlns:a16="http://schemas.microsoft.com/office/drawing/2014/main" id="{48F729A9-141F-4802-95C0-BEA2532F1C4C}"/>
                  </a:ext>
                </a:extLst>
              </p:cNvPr>
              <p:cNvSpPr/>
              <p:nvPr/>
            </p:nvSpPr>
            <p:spPr>
              <a:xfrm>
                <a:off x="398960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4" name="椭圆 13443">
                <a:extLst>
                  <a:ext uri="{FF2B5EF4-FFF2-40B4-BE49-F238E27FC236}">
                    <a16:creationId xmlns:a16="http://schemas.microsoft.com/office/drawing/2014/main" id="{D4076616-3081-4E6E-957D-7AC11CFEF01A}"/>
                  </a:ext>
                </a:extLst>
              </p:cNvPr>
              <p:cNvSpPr/>
              <p:nvPr/>
            </p:nvSpPr>
            <p:spPr>
              <a:xfrm>
                <a:off x="394713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5" name="椭圆 13444">
                <a:extLst>
                  <a:ext uri="{FF2B5EF4-FFF2-40B4-BE49-F238E27FC236}">
                    <a16:creationId xmlns:a16="http://schemas.microsoft.com/office/drawing/2014/main" id="{E741B1D8-D728-4C66-8323-931FC07D9744}"/>
                  </a:ext>
                </a:extLst>
              </p:cNvPr>
              <p:cNvSpPr/>
              <p:nvPr/>
            </p:nvSpPr>
            <p:spPr>
              <a:xfrm>
                <a:off x="3959067"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6" name="椭圆 13445">
                <a:extLst>
                  <a:ext uri="{FF2B5EF4-FFF2-40B4-BE49-F238E27FC236}">
                    <a16:creationId xmlns:a16="http://schemas.microsoft.com/office/drawing/2014/main" id="{0C071A75-C163-47B9-A598-301CD8CDDB3F}"/>
                  </a:ext>
                </a:extLst>
              </p:cNvPr>
              <p:cNvSpPr/>
              <p:nvPr/>
            </p:nvSpPr>
            <p:spPr>
              <a:xfrm>
                <a:off x="3869033" y="277603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7" name="椭圆 13446">
                <a:extLst>
                  <a:ext uri="{FF2B5EF4-FFF2-40B4-BE49-F238E27FC236}">
                    <a16:creationId xmlns:a16="http://schemas.microsoft.com/office/drawing/2014/main" id="{20C2EA9D-B183-46E2-9C62-874009B9A1E5}"/>
                  </a:ext>
                </a:extLst>
              </p:cNvPr>
              <p:cNvSpPr/>
              <p:nvPr/>
            </p:nvSpPr>
            <p:spPr>
              <a:xfrm>
                <a:off x="4165709"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8" name="椭圆 13447">
                <a:extLst>
                  <a:ext uri="{FF2B5EF4-FFF2-40B4-BE49-F238E27FC236}">
                    <a16:creationId xmlns:a16="http://schemas.microsoft.com/office/drawing/2014/main" id="{239572F9-96B0-41C0-AC7C-6E2E06BD4304}"/>
                  </a:ext>
                </a:extLst>
              </p:cNvPr>
              <p:cNvSpPr/>
              <p:nvPr/>
            </p:nvSpPr>
            <p:spPr>
              <a:xfrm>
                <a:off x="40422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9" name="椭圆 13448">
                <a:extLst>
                  <a:ext uri="{FF2B5EF4-FFF2-40B4-BE49-F238E27FC236}">
                    <a16:creationId xmlns:a16="http://schemas.microsoft.com/office/drawing/2014/main" id="{BA062A99-8DBC-40E6-ABCC-EF4C040EF950}"/>
                  </a:ext>
                </a:extLst>
              </p:cNvPr>
              <p:cNvSpPr/>
              <p:nvPr/>
            </p:nvSpPr>
            <p:spPr>
              <a:xfrm>
                <a:off x="4113884"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0" name="椭圆 13449">
                <a:extLst>
                  <a:ext uri="{FF2B5EF4-FFF2-40B4-BE49-F238E27FC236}">
                    <a16:creationId xmlns:a16="http://schemas.microsoft.com/office/drawing/2014/main" id="{6451B108-11C4-4E6B-8A7A-69191E7F0561}"/>
                  </a:ext>
                </a:extLst>
              </p:cNvPr>
              <p:cNvSpPr/>
              <p:nvPr/>
            </p:nvSpPr>
            <p:spPr>
              <a:xfrm>
                <a:off x="400443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1" name="椭圆 13450">
                <a:extLst>
                  <a:ext uri="{FF2B5EF4-FFF2-40B4-BE49-F238E27FC236}">
                    <a16:creationId xmlns:a16="http://schemas.microsoft.com/office/drawing/2014/main" id="{48D5BA50-8C65-43BC-85E2-E28DFB7E7BE7}"/>
                  </a:ext>
                </a:extLst>
              </p:cNvPr>
              <p:cNvSpPr/>
              <p:nvPr/>
            </p:nvSpPr>
            <p:spPr>
              <a:xfrm>
                <a:off x="3911132"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2" name="椭圆 13451">
                <a:extLst>
                  <a:ext uri="{FF2B5EF4-FFF2-40B4-BE49-F238E27FC236}">
                    <a16:creationId xmlns:a16="http://schemas.microsoft.com/office/drawing/2014/main" id="{D1EB52E8-EDBE-4E58-9D4E-C0D1E0FD2D47}"/>
                  </a:ext>
                </a:extLst>
              </p:cNvPr>
              <p:cNvSpPr/>
              <p:nvPr/>
            </p:nvSpPr>
            <p:spPr>
              <a:xfrm>
                <a:off x="4014783"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3" name="椭圆 13452">
                <a:extLst>
                  <a:ext uri="{FF2B5EF4-FFF2-40B4-BE49-F238E27FC236}">
                    <a16:creationId xmlns:a16="http://schemas.microsoft.com/office/drawing/2014/main" id="{D86F756D-C707-4C7A-98CD-D4E142EE1CC1}"/>
                  </a:ext>
                </a:extLst>
              </p:cNvPr>
              <p:cNvSpPr/>
              <p:nvPr/>
            </p:nvSpPr>
            <p:spPr>
              <a:xfrm>
                <a:off x="40686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4" name="椭圆 13453">
                <a:extLst>
                  <a:ext uri="{FF2B5EF4-FFF2-40B4-BE49-F238E27FC236}">
                    <a16:creationId xmlns:a16="http://schemas.microsoft.com/office/drawing/2014/main" id="{357B4C1E-BF66-44F9-8C47-8CD863738DC7}"/>
                  </a:ext>
                </a:extLst>
              </p:cNvPr>
              <p:cNvSpPr/>
              <p:nvPr/>
            </p:nvSpPr>
            <p:spPr>
              <a:xfrm>
                <a:off x="407578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5" name="椭圆 13454">
                <a:extLst>
                  <a:ext uri="{FF2B5EF4-FFF2-40B4-BE49-F238E27FC236}">
                    <a16:creationId xmlns:a16="http://schemas.microsoft.com/office/drawing/2014/main" id="{E766E693-DE58-4A99-9B36-04B85C898CCA}"/>
                  </a:ext>
                </a:extLst>
              </p:cNvPr>
              <p:cNvSpPr/>
              <p:nvPr/>
            </p:nvSpPr>
            <p:spPr>
              <a:xfrm>
                <a:off x="40146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6" name="椭圆 13455">
                <a:extLst>
                  <a:ext uri="{FF2B5EF4-FFF2-40B4-BE49-F238E27FC236}">
                    <a16:creationId xmlns:a16="http://schemas.microsoft.com/office/drawing/2014/main" id="{4E2F188F-116D-47C8-AC05-0D07619BAC51}"/>
                  </a:ext>
                </a:extLst>
              </p:cNvPr>
              <p:cNvSpPr/>
              <p:nvPr/>
            </p:nvSpPr>
            <p:spPr>
              <a:xfrm>
                <a:off x="405236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7" name="椭圆 13456">
                <a:extLst>
                  <a:ext uri="{FF2B5EF4-FFF2-40B4-BE49-F238E27FC236}">
                    <a16:creationId xmlns:a16="http://schemas.microsoft.com/office/drawing/2014/main" id="{38EF23B6-7EA5-4AC4-91C6-E71FEA59FDC7}"/>
                  </a:ext>
                </a:extLst>
              </p:cNvPr>
              <p:cNvSpPr/>
              <p:nvPr/>
            </p:nvSpPr>
            <p:spPr>
              <a:xfrm>
                <a:off x="4047670"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8" name="椭圆 13457">
                <a:extLst>
                  <a:ext uri="{FF2B5EF4-FFF2-40B4-BE49-F238E27FC236}">
                    <a16:creationId xmlns:a16="http://schemas.microsoft.com/office/drawing/2014/main" id="{B0051E82-108C-46C7-A6DB-34F0AAE5C624}"/>
                  </a:ext>
                </a:extLst>
              </p:cNvPr>
              <p:cNvSpPr/>
              <p:nvPr/>
            </p:nvSpPr>
            <p:spPr>
              <a:xfrm>
                <a:off x="4053102"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9" name="椭圆 13458">
                <a:extLst>
                  <a:ext uri="{FF2B5EF4-FFF2-40B4-BE49-F238E27FC236}">
                    <a16:creationId xmlns:a16="http://schemas.microsoft.com/office/drawing/2014/main" id="{56D8D585-490A-4A2D-9A6E-DADA449A164C}"/>
                  </a:ext>
                </a:extLst>
              </p:cNvPr>
              <p:cNvSpPr/>
              <p:nvPr/>
            </p:nvSpPr>
            <p:spPr>
              <a:xfrm>
                <a:off x="3944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0" name="椭圆 13459">
                <a:extLst>
                  <a:ext uri="{FF2B5EF4-FFF2-40B4-BE49-F238E27FC236}">
                    <a16:creationId xmlns:a16="http://schemas.microsoft.com/office/drawing/2014/main" id="{1BE172AD-09F3-42F4-891A-A65992B39F63}"/>
                  </a:ext>
                </a:extLst>
              </p:cNvPr>
              <p:cNvSpPr/>
              <p:nvPr/>
            </p:nvSpPr>
            <p:spPr>
              <a:xfrm>
                <a:off x="400142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1" name="椭圆 13460">
                <a:extLst>
                  <a:ext uri="{FF2B5EF4-FFF2-40B4-BE49-F238E27FC236}">
                    <a16:creationId xmlns:a16="http://schemas.microsoft.com/office/drawing/2014/main" id="{7D0C647B-C1B4-4E0D-8C07-55B923316FB9}"/>
                  </a:ext>
                </a:extLst>
              </p:cNvPr>
              <p:cNvSpPr/>
              <p:nvPr/>
            </p:nvSpPr>
            <p:spPr>
              <a:xfrm>
                <a:off x="402964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2" name="椭圆 13461">
                <a:extLst>
                  <a:ext uri="{FF2B5EF4-FFF2-40B4-BE49-F238E27FC236}">
                    <a16:creationId xmlns:a16="http://schemas.microsoft.com/office/drawing/2014/main" id="{5231A573-3A12-40F8-B1BE-ED60CEA470B6}"/>
                  </a:ext>
                </a:extLst>
              </p:cNvPr>
              <p:cNvSpPr/>
              <p:nvPr/>
            </p:nvSpPr>
            <p:spPr>
              <a:xfrm>
                <a:off x="397712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3" name="椭圆 13462">
                <a:extLst>
                  <a:ext uri="{FF2B5EF4-FFF2-40B4-BE49-F238E27FC236}">
                    <a16:creationId xmlns:a16="http://schemas.microsoft.com/office/drawing/2014/main" id="{3076E48C-8EB2-4F89-82C8-0B44511373DD}"/>
                  </a:ext>
                </a:extLst>
              </p:cNvPr>
              <p:cNvSpPr/>
              <p:nvPr/>
            </p:nvSpPr>
            <p:spPr>
              <a:xfrm>
                <a:off x="386026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4" name="椭圆 13463">
                <a:extLst>
                  <a:ext uri="{FF2B5EF4-FFF2-40B4-BE49-F238E27FC236}">
                    <a16:creationId xmlns:a16="http://schemas.microsoft.com/office/drawing/2014/main" id="{798C4251-AC94-4FE3-A8E4-FFCBFE675258}"/>
                  </a:ext>
                </a:extLst>
              </p:cNvPr>
              <p:cNvSpPr/>
              <p:nvPr/>
            </p:nvSpPr>
            <p:spPr>
              <a:xfrm>
                <a:off x="399114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5" name="椭圆 13464">
                <a:extLst>
                  <a:ext uri="{FF2B5EF4-FFF2-40B4-BE49-F238E27FC236}">
                    <a16:creationId xmlns:a16="http://schemas.microsoft.com/office/drawing/2014/main" id="{CA4C592C-0662-489B-AB95-E256A6D400E5}"/>
                  </a:ext>
                </a:extLst>
              </p:cNvPr>
              <p:cNvSpPr/>
              <p:nvPr/>
            </p:nvSpPr>
            <p:spPr>
              <a:xfrm>
                <a:off x="405288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6" name="椭圆 13465">
                <a:extLst>
                  <a:ext uri="{FF2B5EF4-FFF2-40B4-BE49-F238E27FC236}">
                    <a16:creationId xmlns:a16="http://schemas.microsoft.com/office/drawing/2014/main" id="{E52A4597-2F0D-4740-9D9A-47C0E5E95CA0}"/>
                  </a:ext>
                </a:extLst>
              </p:cNvPr>
              <p:cNvSpPr/>
              <p:nvPr/>
            </p:nvSpPr>
            <p:spPr>
              <a:xfrm>
                <a:off x="402836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7" name="椭圆 13466">
                <a:extLst>
                  <a:ext uri="{FF2B5EF4-FFF2-40B4-BE49-F238E27FC236}">
                    <a16:creationId xmlns:a16="http://schemas.microsoft.com/office/drawing/2014/main" id="{9C2F223A-902B-404C-8B37-AA3FA12C4CB6}"/>
                  </a:ext>
                </a:extLst>
              </p:cNvPr>
              <p:cNvSpPr/>
              <p:nvPr/>
            </p:nvSpPr>
            <p:spPr>
              <a:xfrm>
                <a:off x="403368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8" name="椭圆 13467">
                <a:extLst>
                  <a:ext uri="{FF2B5EF4-FFF2-40B4-BE49-F238E27FC236}">
                    <a16:creationId xmlns:a16="http://schemas.microsoft.com/office/drawing/2014/main" id="{6CFFD81E-649E-4093-8E11-AE70872F2E84}"/>
                  </a:ext>
                </a:extLst>
              </p:cNvPr>
              <p:cNvSpPr/>
              <p:nvPr/>
            </p:nvSpPr>
            <p:spPr>
              <a:xfrm>
                <a:off x="40261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9" name="椭圆 13468">
                <a:extLst>
                  <a:ext uri="{FF2B5EF4-FFF2-40B4-BE49-F238E27FC236}">
                    <a16:creationId xmlns:a16="http://schemas.microsoft.com/office/drawing/2014/main" id="{4A525CB9-7ED1-4A38-B29E-8DA258FF74A5}"/>
                  </a:ext>
                </a:extLst>
              </p:cNvPr>
              <p:cNvSpPr/>
              <p:nvPr/>
            </p:nvSpPr>
            <p:spPr>
              <a:xfrm>
                <a:off x="416849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0" name="椭圆 13469">
                <a:extLst>
                  <a:ext uri="{FF2B5EF4-FFF2-40B4-BE49-F238E27FC236}">
                    <a16:creationId xmlns:a16="http://schemas.microsoft.com/office/drawing/2014/main" id="{C61275F6-B656-4ADF-A1AE-96368CE4D171}"/>
                  </a:ext>
                </a:extLst>
              </p:cNvPr>
              <p:cNvSpPr/>
              <p:nvPr/>
            </p:nvSpPr>
            <p:spPr>
              <a:xfrm>
                <a:off x="41039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1" name="椭圆 13470">
                <a:extLst>
                  <a:ext uri="{FF2B5EF4-FFF2-40B4-BE49-F238E27FC236}">
                    <a16:creationId xmlns:a16="http://schemas.microsoft.com/office/drawing/2014/main" id="{060EA69D-9DA6-4CC4-8FB0-D66B088A407A}"/>
                  </a:ext>
                </a:extLst>
              </p:cNvPr>
              <p:cNvSpPr/>
              <p:nvPr/>
            </p:nvSpPr>
            <p:spPr>
              <a:xfrm>
                <a:off x="402785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2" name="椭圆 13471">
                <a:extLst>
                  <a:ext uri="{FF2B5EF4-FFF2-40B4-BE49-F238E27FC236}">
                    <a16:creationId xmlns:a16="http://schemas.microsoft.com/office/drawing/2014/main" id="{586AE9D3-55F8-49A9-9ADA-6385FCE4B5E7}"/>
                  </a:ext>
                </a:extLst>
              </p:cNvPr>
              <p:cNvSpPr/>
              <p:nvPr/>
            </p:nvSpPr>
            <p:spPr>
              <a:xfrm>
                <a:off x="403001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3" name="椭圆 13472">
                <a:extLst>
                  <a:ext uri="{FF2B5EF4-FFF2-40B4-BE49-F238E27FC236}">
                    <a16:creationId xmlns:a16="http://schemas.microsoft.com/office/drawing/2014/main" id="{13493131-C630-43AC-8604-1DEFED81C408}"/>
                  </a:ext>
                </a:extLst>
              </p:cNvPr>
              <p:cNvSpPr/>
              <p:nvPr/>
            </p:nvSpPr>
            <p:spPr>
              <a:xfrm>
                <a:off x="401544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4" name="椭圆 13473">
                <a:extLst>
                  <a:ext uri="{FF2B5EF4-FFF2-40B4-BE49-F238E27FC236}">
                    <a16:creationId xmlns:a16="http://schemas.microsoft.com/office/drawing/2014/main" id="{B3B075F9-A315-4600-9F2B-62AA6E600F76}"/>
                  </a:ext>
                </a:extLst>
              </p:cNvPr>
              <p:cNvSpPr/>
              <p:nvPr/>
            </p:nvSpPr>
            <p:spPr>
              <a:xfrm>
                <a:off x="4020913"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5" name="椭圆 13474">
                <a:extLst>
                  <a:ext uri="{FF2B5EF4-FFF2-40B4-BE49-F238E27FC236}">
                    <a16:creationId xmlns:a16="http://schemas.microsoft.com/office/drawing/2014/main" id="{C6B912E1-595F-4DC8-B495-6B69D08A0897}"/>
                  </a:ext>
                </a:extLst>
              </p:cNvPr>
              <p:cNvSpPr/>
              <p:nvPr/>
            </p:nvSpPr>
            <p:spPr>
              <a:xfrm>
                <a:off x="399140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6" name="椭圆 13475">
                <a:extLst>
                  <a:ext uri="{FF2B5EF4-FFF2-40B4-BE49-F238E27FC236}">
                    <a16:creationId xmlns:a16="http://schemas.microsoft.com/office/drawing/2014/main" id="{FAB02771-B777-42C6-AF64-2F8B1EB2C41B}"/>
                  </a:ext>
                </a:extLst>
              </p:cNvPr>
              <p:cNvSpPr/>
              <p:nvPr/>
            </p:nvSpPr>
            <p:spPr>
              <a:xfrm>
                <a:off x="4005571"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7" name="椭圆 13476">
                <a:extLst>
                  <a:ext uri="{FF2B5EF4-FFF2-40B4-BE49-F238E27FC236}">
                    <a16:creationId xmlns:a16="http://schemas.microsoft.com/office/drawing/2014/main" id="{D492A08C-D328-4C6D-9DFC-25BAECBEA8A3}"/>
                  </a:ext>
                </a:extLst>
              </p:cNvPr>
              <p:cNvSpPr/>
              <p:nvPr/>
            </p:nvSpPr>
            <p:spPr>
              <a:xfrm>
                <a:off x="3849359"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8" name="椭圆 13477">
                <a:extLst>
                  <a:ext uri="{FF2B5EF4-FFF2-40B4-BE49-F238E27FC236}">
                    <a16:creationId xmlns:a16="http://schemas.microsoft.com/office/drawing/2014/main" id="{8DF9CDA6-98EA-4A38-9650-340C0F564388}"/>
                  </a:ext>
                </a:extLst>
              </p:cNvPr>
              <p:cNvSpPr/>
              <p:nvPr/>
            </p:nvSpPr>
            <p:spPr>
              <a:xfrm>
                <a:off x="3988467"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9" name="椭圆 13478">
                <a:extLst>
                  <a:ext uri="{FF2B5EF4-FFF2-40B4-BE49-F238E27FC236}">
                    <a16:creationId xmlns:a16="http://schemas.microsoft.com/office/drawing/2014/main" id="{AA563E4E-853B-4243-A2C7-F5DB25C300C7}"/>
                  </a:ext>
                </a:extLst>
              </p:cNvPr>
              <p:cNvSpPr/>
              <p:nvPr/>
            </p:nvSpPr>
            <p:spPr>
              <a:xfrm>
                <a:off x="39254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0" name="椭圆 13479">
                <a:extLst>
                  <a:ext uri="{FF2B5EF4-FFF2-40B4-BE49-F238E27FC236}">
                    <a16:creationId xmlns:a16="http://schemas.microsoft.com/office/drawing/2014/main" id="{A733BBEE-F8E4-4A9B-AFAC-901FA7B64B25}"/>
                  </a:ext>
                </a:extLst>
              </p:cNvPr>
              <p:cNvSpPr/>
              <p:nvPr/>
            </p:nvSpPr>
            <p:spPr>
              <a:xfrm>
                <a:off x="3999588"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1" name="椭圆 13480">
                <a:extLst>
                  <a:ext uri="{FF2B5EF4-FFF2-40B4-BE49-F238E27FC236}">
                    <a16:creationId xmlns:a16="http://schemas.microsoft.com/office/drawing/2014/main" id="{9FB7EB6C-5C8B-45DF-BDAC-F3E958A8BE9B}"/>
                  </a:ext>
                </a:extLst>
              </p:cNvPr>
              <p:cNvSpPr/>
              <p:nvPr/>
            </p:nvSpPr>
            <p:spPr>
              <a:xfrm>
                <a:off x="400413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2" name="椭圆 13481">
                <a:extLst>
                  <a:ext uri="{FF2B5EF4-FFF2-40B4-BE49-F238E27FC236}">
                    <a16:creationId xmlns:a16="http://schemas.microsoft.com/office/drawing/2014/main" id="{4A5726B7-B8CA-43B1-8993-D91755559576}"/>
                  </a:ext>
                </a:extLst>
              </p:cNvPr>
              <p:cNvSpPr/>
              <p:nvPr/>
            </p:nvSpPr>
            <p:spPr>
              <a:xfrm>
                <a:off x="403273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3" name="椭圆 13482">
                <a:extLst>
                  <a:ext uri="{FF2B5EF4-FFF2-40B4-BE49-F238E27FC236}">
                    <a16:creationId xmlns:a16="http://schemas.microsoft.com/office/drawing/2014/main" id="{0CAE7B6A-D033-4455-B66A-8B56D5DDB1BD}"/>
                  </a:ext>
                </a:extLst>
              </p:cNvPr>
              <p:cNvSpPr/>
              <p:nvPr/>
            </p:nvSpPr>
            <p:spPr>
              <a:xfrm>
                <a:off x="402307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4" name="椭圆 13483">
                <a:extLst>
                  <a:ext uri="{FF2B5EF4-FFF2-40B4-BE49-F238E27FC236}">
                    <a16:creationId xmlns:a16="http://schemas.microsoft.com/office/drawing/2014/main" id="{586AEB41-E20A-4ABB-9EF9-8D387FABEE69}"/>
                  </a:ext>
                </a:extLst>
              </p:cNvPr>
              <p:cNvSpPr/>
              <p:nvPr/>
            </p:nvSpPr>
            <p:spPr>
              <a:xfrm>
                <a:off x="4166994"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5" name="椭圆 13484">
                <a:extLst>
                  <a:ext uri="{FF2B5EF4-FFF2-40B4-BE49-F238E27FC236}">
                    <a16:creationId xmlns:a16="http://schemas.microsoft.com/office/drawing/2014/main" id="{89C820DD-C89B-449E-B5BA-E6B63D489F95}"/>
                  </a:ext>
                </a:extLst>
              </p:cNvPr>
              <p:cNvSpPr/>
              <p:nvPr/>
            </p:nvSpPr>
            <p:spPr>
              <a:xfrm>
                <a:off x="40336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6" name="椭圆 13485">
                <a:extLst>
                  <a:ext uri="{FF2B5EF4-FFF2-40B4-BE49-F238E27FC236}">
                    <a16:creationId xmlns:a16="http://schemas.microsoft.com/office/drawing/2014/main" id="{960FC69D-FCD4-4DC4-B06E-F1AA5747FA2B}"/>
                  </a:ext>
                </a:extLst>
              </p:cNvPr>
              <p:cNvSpPr/>
              <p:nvPr/>
            </p:nvSpPr>
            <p:spPr>
              <a:xfrm>
                <a:off x="4038127"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7" name="椭圆 13486">
                <a:extLst>
                  <a:ext uri="{FF2B5EF4-FFF2-40B4-BE49-F238E27FC236}">
                    <a16:creationId xmlns:a16="http://schemas.microsoft.com/office/drawing/2014/main" id="{1F9E12B5-345B-4666-816D-E61E6835D3D1}"/>
                  </a:ext>
                </a:extLst>
              </p:cNvPr>
              <p:cNvSpPr/>
              <p:nvPr/>
            </p:nvSpPr>
            <p:spPr>
              <a:xfrm>
                <a:off x="401382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8" name="椭圆 13487">
                <a:extLst>
                  <a:ext uri="{FF2B5EF4-FFF2-40B4-BE49-F238E27FC236}">
                    <a16:creationId xmlns:a16="http://schemas.microsoft.com/office/drawing/2014/main" id="{305447D7-516A-45E5-8569-1613D1708DBE}"/>
                  </a:ext>
                </a:extLst>
              </p:cNvPr>
              <p:cNvSpPr/>
              <p:nvPr/>
            </p:nvSpPr>
            <p:spPr>
              <a:xfrm>
                <a:off x="4105992" y="3010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9" name="椭圆 13488">
                <a:extLst>
                  <a:ext uri="{FF2B5EF4-FFF2-40B4-BE49-F238E27FC236}">
                    <a16:creationId xmlns:a16="http://schemas.microsoft.com/office/drawing/2014/main" id="{B53B1868-2FB2-4A66-905A-E845801951AD}"/>
                  </a:ext>
                </a:extLst>
              </p:cNvPr>
              <p:cNvSpPr/>
              <p:nvPr/>
            </p:nvSpPr>
            <p:spPr>
              <a:xfrm>
                <a:off x="4005901"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0" name="椭圆 13489">
                <a:extLst>
                  <a:ext uri="{FF2B5EF4-FFF2-40B4-BE49-F238E27FC236}">
                    <a16:creationId xmlns:a16="http://schemas.microsoft.com/office/drawing/2014/main" id="{0F1E2E8C-5854-4ED0-9AC1-DCCD663B4AE9}"/>
                  </a:ext>
                </a:extLst>
              </p:cNvPr>
              <p:cNvSpPr/>
              <p:nvPr/>
            </p:nvSpPr>
            <p:spPr>
              <a:xfrm>
                <a:off x="4013829"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1" name="椭圆 13490">
                <a:extLst>
                  <a:ext uri="{FF2B5EF4-FFF2-40B4-BE49-F238E27FC236}">
                    <a16:creationId xmlns:a16="http://schemas.microsoft.com/office/drawing/2014/main" id="{22829711-1F9A-4E37-958E-C0857A8227F6}"/>
                  </a:ext>
                </a:extLst>
              </p:cNvPr>
              <p:cNvSpPr/>
              <p:nvPr/>
            </p:nvSpPr>
            <p:spPr>
              <a:xfrm>
                <a:off x="39879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2" name="椭圆 13491">
                <a:extLst>
                  <a:ext uri="{FF2B5EF4-FFF2-40B4-BE49-F238E27FC236}">
                    <a16:creationId xmlns:a16="http://schemas.microsoft.com/office/drawing/2014/main" id="{965EA550-26B2-476B-85E4-3453B247132E}"/>
                  </a:ext>
                </a:extLst>
              </p:cNvPr>
              <p:cNvSpPr/>
              <p:nvPr/>
            </p:nvSpPr>
            <p:spPr>
              <a:xfrm>
                <a:off x="4060406" y="3004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3" name="椭圆 13492">
                <a:extLst>
                  <a:ext uri="{FF2B5EF4-FFF2-40B4-BE49-F238E27FC236}">
                    <a16:creationId xmlns:a16="http://schemas.microsoft.com/office/drawing/2014/main" id="{9EE38EDF-2681-4084-A9A3-B3E16D3AA752}"/>
                  </a:ext>
                </a:extLst>
              </p:cNvPr>
              <p:cNvSpPr/>
              <p:nvPr/>
            </p:nvSpPr>
            <p:spPr>
              <a:xfrm>
                <a:off x="40320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4" name="椭圆 13493">
                <a:extLst>
                  <a:ext uri="{FF2B5EF4-FFF2-40B4-BE49-F238E27FC236}">
                    <a16:creationId xmlns:a16="http://schemas.microsoft.com/office/drawing/2014/main" id="{4C6BBC30-5B48-427B-AE01-AD26196DCA19}"/>
                  </a:ext>
                </a:extLst>
              </p:cNvPr>
              <p:cNvSpPr/>
              <p:nvPr/>
            </p:nvSpPr>
            <p:spPr>
              <a:xfrm>
                <a:off x="399870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5" name="椭圆 13494">
                <a:extLst>
                  <a:ext uri="{FF2B5EF4-FFF2-40B4-BE49-F238E27FC236}">
                    <a16:creationId xmlns:a16="http://schemas.microsoft.com/office/drawing/2014/main" id="{7F8BE544-499E-4168-8C9A-92649F9C635D}"/>
                  </a:ext>
                </a:extLst>
              </p:cNvPr>
              <p:cNvSpPr/>
              <p:nvPr/>
            </p:nvSpPr>
            <p:spPr>
              <a:xfrm>
                <a:off x="394963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6" name="椭圆 13495">
                <a:extLst>
                  <a:ext uri="{FF2B5EF4-FFF2-40B4-BE49-F238E27FC236}">
                    <a16:creationId xmlns:a16="http://schemas.microsoft.com/office/drawing/2014/main" id="{280BBFA6-DC4A-4452-8C07-F36A85FBC535}"/>
                  </a:ext>
                </a:extLst>
              </p:cNvPr>
              <p:cNvSpPr/>
              <p:nvPr/>
            </p:nvSpPr>
            <p:spPr>
              <a:xfrm>
                <a:off x="4159323"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7" name="椭圆 13496">
                <a:extLst>
                  <a:ext uri="{FF2B5EF4-FFF2-40B4-BE49-F238E27FC236}">
                    <a16:creationId xmlns:a16="http://schemas.microsoft.com/office/drawing/2014/main" id="{F9CAE123-2980-46D8-B225-02D0E1085789}"/>
                  </a:ext>
                </a:extLst>
              </p:cNvPr>
              <p:cNvSpPr/>
              <p:nvPr/>
            </p:nvSpPr>
            <p:spPr>
              <a:xfrm>
                <a:off x="40279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8" name="椭圆 13497">
                <a:extLst>
                  <a:ext uri="{FF2B5EF4-FFF2-40B4-BE49-F238E27FC236}">
                    <a16:creationId xmlns:a16="http://schemas.microsoft.com/office/drawing/2014/main" id="{6E3A724F-E480-455D-B8EB-CFC7F3D3A2A3}"/>
                  </a:ext>
                </a:extLst>
              </p:cNvPr>
              <p:cNvSpPr/>
              <p:nvPr/>
            </p:nvSpPr>
            <p:spPr>
              <a:xfrm>
                <a:off x="39704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9" name="椭圆 13498">
                <a:extLst>
                  <a:ext uri="{FF2B5EF4-FFF2-40B4-BE49-F238E27FC236}">
                    <a16:creationId xmlns:a16="http://schemas.microsoft.com/office/drawing/2014/main" id="{6EB8C133-D10A-4B16-BEDC-C31E5F9DAE33}"/>
                  </a:ext>
                </a:extLst>
              </p:cNvPr>
              <p:cNvSpPr/>
              <p:nvPr/>
            </p:nvSpPr>
            <p:spPr>
              <a:xfrm>
                <a:off x="4069105"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0" name="椭圆 13499">
                <a:extLst>
                  <a:ext uri="{FF2B5EF4-FFF2-40B4-BE49-F238E27FC236}">
                    <a16:creationId xmlns:a16="http://schemas.microsoft.com/office/drawing/2014/main" id="{DFA3D38F-7EC2-4C6E-8E1B-9E52417C6F94}"/>
                  </a:ext>
                </a:extLst>
              </p:cNvPr>
              <p:cNvSpPr/>
              <p:nvPr/>
            </p:nvSpPr>
            <p:spPr>
              <a:xfrm>
                <a:off x="40892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1" name="椭圆 13500">
                <a:extLst>
                  <a:ext uri="{FF2B5EF4-FFF2-40B4-BE49-F238E27FC236}">
                    <a16:creationId xmlns:a16="http://schemas.microsoft.com/office/drawing/2014/main" id="{9CABF3D2-2AC6-4FE7-AEDC-3ECBF2702FCD}"/>
                  </a:ext>
                </a:extLst>
              </p:cNvPr>
              <p:cNvSpPr/>
              <p:nvPr/>
            </p:nvSpPr>
            <p:spPr>
              <a:xfrm>
                <a:off x="40979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2" name="椭圆 13501">
                <a:extLst>
                  <a:ext uri="{FF2B5EF4-FFF2-40B4-BE49-F238E27FC236}">
                    <a16:creationId xmlns:a16="http://schemas.microsoft.com/office/drawing/2014/main" id="{9520B534-D002-4BA5-884B-A88EBD13EE11}"/>
                  </a:ext>
                </a:extLst>
              </p:cNvPr>
              <p:cNvSpPr/>
              <p:nvPr/>
            </p:nvSpPr>
            <p:spPr>
              <a:xfrm>
                <a:off x="3942917"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3" name="椭圆 13502">
                <a:extLst>
                  <a:ext uri="{FF2B5EF4-FFF2-40B4-BE49-F238E27FC236}">
                    <a16:creationId xmlns:a16="http://schemas.microsoft.com/office/drawing/2014/main" id="{05CB6F26-F8DD-47A0-B6C9-C60FB5BA310B}"/>
                  </a:ext>
                </a:extLst>
              </p:cNvPr>
              <p:cNvSpPr/>
              <p:nvPr/>
            </p:nvSpPr>
            <p:spPr>
              <a:xfrm>
                <a:off x="40656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4" name="椭圆 13503">
                <a:extLst>
                  <a:ext uri="{FF2B5EF4-FFF2-40B4-BE49-F238E27FC236}">
                    <a16:creationId xmlns:a16="http://schemas.microsoft.com/office/drawing/2014/main" id="{E52EF334-AB45-405D-8EC0-46568CC3CF6F}"/>
                  </a:ext>
                </a:extLst>
              </p:cNvPr>
              <p:cNvSpPr/>
              <p:nvPr/>
            </p:nvSpPr>
            <p:spPr>
              <a:xfrm>
                <a:off x="3845506" y="28701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5" name="椭圆 13504">
                <a:extLst>
                  <a:ext uri="{FF2B5EF4-FFF2-40B4-BE49-F238E27FC236}">
                    <a16:creationId xmlns:a16="http://schemas.microsoft.com/office/drawing/2014/main" id="{B2041F2E-EF3A-4D3F-ABFC-96E7C22A2931}"/>
                  </a:ext>
                </a:extLst>
              </p:cNvPr>
              <p:cNvSpPr/>
              <p:nvPr/>
            </p:nvSpPr>
            <p:spPr>
              <a:xfrm>
                <a:off x="4023702"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6" name="椭圆 13505">
                <a:extLst>
                  <a:ext uri="{FF2B5EF4-FFF2-40B4-BE49-F238E27FC236}">
                    <a16:creationId xmlns:a16="http://schemas.microsoft.com/office/drawing/2014/main" id="{64ADE297-2790-4609-AFD9-3BE3983E9B5E}"/>
                  </a:ext>
                </a:extLst>
              </p:cNvPr>
              <p:cNvSpPr/>
              <p:nvPr/>
            </p:nvSpPr>
            <p:spPr>
              <a:xfrm>
                <a:off x="3865179"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7" name="椭圆 13506">
                <a:extLst>
                  <a:ext uri="{FF2B5EF4-FFF2-40B4-BE49-F238E27FC236}">
                    <a16:creationId xmlns:a16="http://schemas.microsoft.com/office/drawing/2014/main" id="{BAAD9D46-9A6E-4780-9C09-9605CA74174C}"/>
                  </a:ext>
                </a:extLst>
              </p:cNvPr>
              <p:cNvSpPr/>
              <p:nvPr/>
            </p:nvSpPr>
            <p:spPr>
              <a:xfrm>
                <a:off x="3987329"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8" name="椭圆 13507">
                <a:extLst>
                  <a:ext uri="{FF2B5EF4-FFF2-40B4-BE49-F238E27FC236}">
                    <a16:creationId xmlns:a16="http://schemas.microsoft.com/office/drawing/2014/main" id="{B60813B5-7C65-414E-BFB0-DB2439BE3C81}"/>
                  </a:ext>
                </a:extLst>
              </p:cNvPr>
              <p:cNvSpPr/>
              <p:nvPr/>
            </p:nvSpPr>
            <p:spPr>
              <a:xfrm>
                <a:off x="3982374"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9" name="椭圆 13508">
                <a:extLst>
                  <a:ext uri="{FF2B5EF4-FFF2-40B4-BE49-F238E27FC236}">
                    <a16:creationId xmlns:a16="http://schemas.microsoft.com/office/drawing/2014/main" id="{482193F2-3153-4CE4-A95C-86608B513804}"/>
                  </a:ext>
                </a:extLst>
              </p:cNvPr>
              <p:cNvSpPr/>
              <p:nvPr/>
            </p:nvSpPr>
            <p:spPr>
              <a:xfrm>
                <a:off x="4050019"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0" name="椭圆 13509">
                <a:extLst>
                  <a:ext uri="{FF2B5EF4-FFF2-40B4-BE49-F238E27FC236}">
                    <a16:creationId xmlns:a16="http://schemas.microsoft.com/office/drawing/2014/main" id="{9329987F-2259-4323-823D-E0ACD6DB63E2}"/>
                  </a:ext>
                </a:extLst>
              </p:cNvPr>
              <p:cNvSpPr/>
              <p:nvPr/>
            </p:nvSpPr>
            <p:spPr>
              <a:xfrm>
                <a:off x="401430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1" name="椭圆 13510">
                <a:extLst>
                  <a:ext uri="{FF2B5EF4-FFF2-40B4-BE49-F238E27FC236}">
                    <a16:creationId xmlns:a16="http://schemas.microsoft.com/office/drawing/2014/main" id="{717CC9B5-2BE1-4327-82DB-083956C30BC9}"/>
                  </a:ext>
                </a:extLst>
              </p:cNvPr>
              <p:cNvSpPr/>
              <p:nvPr/>
            </p:nvSpPr>
            <p:spPr>
              <a:xfrm>
                <a:off x="40567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2" name="椭圆 13511">
                <a:extLst>
                  <a:ext uri="{FF2B5EF4-FFF2-40B4-BE49-F238E27FC236}">
                    <a16:creationId xmlns:a16="http://schemas.microsoft.com/office/drawing/2014/main" id="{56060FA6-F40F-4CA9-AC8F-97C6E9410D57}"/>
                  </a:ext>
                </a:extLst>
              </p:cNvPr>
              <p:cNvSpPr/>
              <p:nvPr/>
            </p:nvSpPr>
            <p:spPr>
              <a:xfrm>
                <a:off x="400149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3" name="椭圆 13512">
                <a:extLst>
                  <a:ext uri="{FF2B5EF4-FFF2-40B4-BE49-F238E27FC236}">
                    <a16:creationId xmlns:a16="http://schemas.microsoft.com/office/drawing/2014/main" id="{54240A91-9239-4ACA-8EA1-F30FEA9FDF7A}"/>
                  </a:ext>
                </a:extLst>
              </p:cNvPr>
              <p:cNvSpPr/>
              <p:nvPr/>
            </p:nvSpPr>
            <p:spPr>
              <a:xfrm>
                <a:off x="396857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4" name="椭圆 13513">
                <a:extLst>
                  <a:ext uri="{FF2B5EF4-FFF2-40B4-BE49-F238E27FC236}">
                    <a16:creationId xmlns:a16="http://schemas.microsoft.com/office/drawing/2014/main" id="{B36142B1-62B6-4B73-8663-AAA87AB26C12}"/>
                  </a:ext>
                </a:extLst>
              </p:cNvPr>
              <p:cNvSpPr/>
              <p:nvPr/>
            </p:nvSpPr>
            <p:spPr>
              <a:xfrm>
                <a:off x="40060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5" name="椭圆 13514">
                <a:extLst>
                  <a:ext uri="{FF2B5EF4-FFF2-40B4-BE49-F238E27FC236}">
                    <a16:creationId xmlns:a16="http://schemas.microsoft.com/office/drawing/2014/main" id="{F6DBEF34-A32A-4868-9716-33115F537192}"/>
                  </a:ext>
                </a:extLst>
              </p:cNvPr>
              <p:cNvSpPr/>
              <p:nvPr/>
            </p:nvSpPr>
            <p:spPr>
              <a:xfrm>
                <a:off x="392295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6" name="椭圆 13515">
                <a:extLst>
                  <a:ext uri="{FF2B5EF4-FFF2-40B4-BE49-F238E27FC236}">
                    <a16:creationId xmlns:a16="http://schemas.microsoft.com/office/drawing/2014/main" id="{2C6D603F-1C14-4D84-8666-0CA0E27D5518}"/>
                  </a:ext>
                </a:extLst>
              </p:cNvPr>
              <p:cNvSpPr/>
              <p:nvPr/>
            </p:nvSpPr>
            <p:spPr>
              <a:xfrm>
                <a:off x="408598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7" name="椭圆 13516">
                <a:extLst>
                  <a:ext uri="{FF2B5EF4-FFF2-40B4-BE49-F238E27FC236}">
                    <a16:creationId xmlns:a16="http://schemas.microsoft.com/office/drawing/2014/main" id="{2FC500E4-42F0-43E3-B364-221DD4884028}"/>
                  </a:ext>
                </a:extLst>
              </p:cNvPr>
              <p:cNvSpPr/>
              <p:nvPr/>
            </p:nvSpPr>
            <p:spPr>
              <a:xfrm>
                <a:off x="39028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8" name="椭圆 13517">
                <a:extLst>
                  <a:ext uri="{FF2B5EF4-FFF2-40B4-BE49-F238E27FC236}">
                    <a16:creationId xmlns:a16="http://schemas.microsoft.com/office/drawing/2014/main" id="{D813AA9E-F08A-40CD-8C09-2E4D0203F88B}"/>
                  </a:ext>
                </a:extLst>
              </p:cNvPr>
              <p:cNvSpPr/>
              <p:nvPr/>
            </p:nvSpPr>
            <p:spPr>
              <a:xfrm>
                <a:off x="398417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9" name="椭圆 13518">
                <a:extLst>
                  <a:ext uri="{FF2B5EF4-FFF2-40B4-BE49-F238E27FC236}">
                    <a16:creationId xmlns:a16="http://schemas.microsoft.com/office/drawing/2014/main" id="{39ABC4A9-792B-4672-AC27-5D0230C65B57}"/>
                  </a:ext>
                </a:extLst>
              </p:cNvPr>
              <p:cNvSpPr/>
              <p:nvPr/>
            </p:nvSpPr>
            <p:spPr>
              <a:xfrm>
                <a:off x="39028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0" name="椭圆 13519">
                <a:extLst>
                  <a:ext uri="{FF2B5EF4-FFF2-40B4-BE49-F238E27FC236}">
                    <a16:creationId xmlns:a16="http://schemas.microsoft.com/office/drawing/2014/main" id="{E52BC8BD-F94E-42C4-A83E-C044F7B4306D}"/>
                  </a:ext>
                </a:extLst>
              </p:cNvPr>
              <p:cNvSpPr/>
              <p:nvPr/>
            </p:nvSpPr>
            <p:spPr>
              <a:xfrm>
                <a:off x="398237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1" name="椭圆 13520">
                <a:extLst>
                  <a:ext uri="{FF2B5EF4-FFF2-40B4-BE49-F238E27FC236}">
                    <a16:creationId xmlns:a16="http://schemas.microsoft.com/office/drawing/2014/main" id="{ECE32950-5543-4BA0-A11D-5D815769D139}"/>
                  </a:ext>
                </a:extLst>
              </p:cNvPr>
              <p:cNvSpPr/>
              <p:nvPr/>
            </p:nvSpPr>
            <p:spPr>
              <a:xfrm>
                <a:off x="401867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2" name="椭圆 13521">
                <a:extLst>
                  <a:ext uri="{FF2B5EF4-FFF2-40B4-BE49-F238E27FC236}">
                    <a16:creationId xmlns:a16="http://schemas.microsoft.com/office/drawing/2014/main" id="{D8D16171-6C03-49DC-A148-9888B9D5E211}"/>
                  </a:ext>
                </a:extLst>
              </p:cNvPr>
              <p:cNvSpPr/>
              <p:nvPr/>
            </p:nvSpPr>
            <p:spPr>
              <a:xfrm>
                <a:off x="39901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3" name="椭圆 13522">
                <a:extLst>
                  <a:ext uri="{FF2B5EF4-FFF2-40B4-BE49-F238E27FC236}">
                    <a16:creationId xmlns:a16="http://schemas.microsoft.com/office/drawing/2014/main" id="{22F5666D-38E5-4B0A-BC2C-88C9F97E8819}"/>
                  </a:ext>
                </a:extLst>
              </p:cNvPr>
              <p:cNvSpPr/>
              <p:nvPr/>
            </p:nvSpPr>
            <p:spPr>
              <a:xfrm>
                <a:off x="384807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4" name="椭圆 13523">
                <a:extLst>
                  <a:ext uri="{FF2B5EF4-FFF2-40B4-BE49-F238E27FC236}">
                    <a16:creationId xmlns:a16="http://schemas.microsoft.com/office/drawing/2014/main" id="{075C27C7-6198-4526-AE61-00CDF9252F66}"/>
                  </a:ext>
                </a:extLst>
              </p:cNvPr>
              <p:cNvSpPr/>
              <p:nvPr/>
            </p:nvSpPr>
            <p:spPr>
              <a:xfrm>
                <a:off x="4006342"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5" name="椭圆 13524">
                <a:extLst>
                  <a:ext uri="{FF2B5EF4-FFF2-40B4-BE49-F238E27FC236}">
                    <a16:creationId xmlns:a16="http://schemas.microsoft.com/office/drawing/2014/main" id="{38476C70-F0A4-4A50-B41D-29E62A62C14A}"/>
                  </a:ext>
                </a:extLst>
              </p:cNvPr>
              <p:cNvSpPr/>
              <p:nvPr/>
            </p:nvSpPr>
            <p:spPr>
              <a:xfrm>
                <a:off x="3841321"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6" name="椭圆 13525">
                <a:extLst>
                  <a:ext uri="{FF2B5EF4-FFF2-40B4-BE49-F238E27FC236}">
                    <a16:creationId xmlns:a16="http://schemas.microsoft.com/office/drawing/2014/main" id="{B7C74426-6827-4637-937F-261A480D14EB}"/>
                  </a:ext>
                </a:extLst>
              </p:cNvPr>
              <p:cNvSpPr/>
              <p:nvPr/>
            </p:nvSpPr>
            <p:spPr>
              <a:xfrm>
                <a:off x="4015261"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7" name="椭圆 13526">
                <a:extLst>
                  <a:ext uri="{FF2B5EF4-FFF2-40B4-BE49-F238E27FC236}">
                    <a16:creationId xmlns:a16="http://schemas.microsoft.com/office/drawing/2014/main" id="{FF084CC5-6407-4E2E-86B8-57EE0BE2E105}"/>
                  </a:ext>
                </a:extLst>
              </p:cNvPr>
              <p:cNvSpPr/>
              <p:nvPr/>
            </p:nvSpPr>
            <p:spPr>
              <a:xfrm>
                <a:off x="40466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8" name="椭圆 13527">
                <a:extLst>
                  <a:ext uri="{FF2B5EF4-FFF2-40B4-BE49-F238E27FC236}">
                    <a16:creationId xmlns:a16="http://schemas.microsoft.com/office/drawing/2014/main" id="{FA625624-73FE-4E08-8271-1F3B3E11EEB2}"/>
                  </a:ext>
                </a:extLst>
              </p:cNvPr>
              <p:cNvSpPr/>
              <p:nvPr/>
            </p:nvSpPr>
            <p:spPr>
              <a:xfrm>
                <a:off x="394144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9" name="椭圆 13528">
                <a:extLst>
                  <a:ext uri="{FF2B5EF4-FFF2-40B4-BE49-F238E27FC236}">
                    <a16:creationId xmlns:a16="http://schemas.microsoft.com/office/drawing/2014/main" id="{674220E0-F579-4021-B243-E7DF9563A54B}"/>
                  </a:ext>
                </a:extLst>
              </p:cNvPr>
              <p:cNvSpPr/>
              <p:nvPr/>
            </p:nvSpPr>
            <p:spPr>
              <a:xfrm>
                <a:off x="406800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0" name="椭圆 13529">
                <a:extLst>
                  <a:ext uri="{FF2B5EF4-FFF2-40B4-BE49-F238E27FC236}">
                    <a16:creationId xmlns:a16="http://schemas.microsoft.com/office/drawing/2014/main" id="{92499CE6-B58F-4D64-A4EF-74A5BB3234BF}"/>
                  </a:ext>
                </a:extLst>
              </p:cNvPr>
              <p:cNvSpPr/>
              <p:nvPr/>
            </p:nvSpPr>
            <p:spPr>
              <a:xfrm>
                <a:off x="407446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1" name="椭圆 13530">
                <a:extLst>
                  <a:ext uri="{FF2B5EF4-FFF2-40B4-BE49-F238E27FC236}">
                    <a16:creationId xmlns:a16="http://schemas.microsoft.com/office/drawing/2014/main" id="{2CCB40EF-502A-4F54-AC27-4FD3A8789BB8}"/>
                  </a:ext>
                </a:extLst>
              </p:cNvPr>
              <p:cNvSpPr/>
              <p:nvPr/>
            </p:nvSpPr>
            <p:spPr>
              <a:xfrm>
                <a:off x="4021574"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2" name="椭圆 13531">
                <a:extLst>
                  <a:ext uri="{FF2B5EF4-FFF2-40B4-BE49-F238E27FC236}">
                    <a16:creationId xmlns:a16="http://schemas.microsoft.com/office/drawing/2014/main" id="{8BA3ADDF-F5F0-41BD-89D2-7D1695937EE3}"/>
                  </a:ext>
                </a:extLst>
              </p:cNvPr>
              <p:cNvSpPr/>
              <p:nvPr/>
            </p:nvSpPr>
            <p:spPr>
              <a:xfrm>
                <a:off x="380436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3" name="椭圆 13532">
                <a:extLst>
                  <a:ext uri="{FF2B5EF4-FFF2-40B4-BE49-F238E27FC236}">
                    <a16:creationId xmlns:a16="http://schemas.microsoft.com/office/drawing/2014/main" id="{CFEF892F-C162-480F-94DF-47CBFDC24417}"/>
                  </a:ext>
                </a:extLst>
              </p:cNvPr>
              <p:cNvSpPr/>
              <p:nvPr/>
            </p:nvSpPr>
            <p:spPr>
              <a:xfrm>
                <a:off x="422803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4" name="椭圆 13533">
                <a:extLst>
                  <a:ext uri="{FF2B5EF4-FFF2-40B4-BE49-F238E27FC236}">
                    <a16:creationId xmlns:a16="http://schemas.microsoft.com/office/drawing/2014/main" id="{9C8ED362-0EBB-4CA5-952E-A43A601DA059}"/>
                  </a:ext>
                </a:extLst>
              </p:cNvPr>
              <p:cNvSpPr/>
              <p:nvPr/>
            </p:nvSpPr>
            <p:spPr>
              <a:xfrm>
                <a:off x="4010085"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5" name="椭圆 13534">
                <a:extLst>
                  <a:ext uri="{FF2B5EF4-FFF2-40B4-BE49-F238E27FC236}">
                    <a16:creationId xmlns:a16="http://schemas.microsoft.com/office/drawing/2014/main" id="{04C3877F-72DA-467E-8502-B6E1A5B7D240}"/>
                  </a:ext>
                </a:extLst>
              </p:cNvPr>
              <p:cNvSpPr/>
              <p:nvPr/>
            </p:nvSpPr>
            <p:spPr>
              <a:xfrm>
                <a:off x="39813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6" name="椭圆 13535">
                <a:extLst>
                  <a:ext uri="{FF2B5EF4-FFF2-40B4-BE49-F238E27FC236}">
                    <a16:creationId xmlns:a16="http://schemas.microsoft.com/office/drawing/2014/main" id="{DD0A99D7-E9C0-42AF-9B08-A9F9B1BF2037}"/>
                  </a:ext>
                </a:extLst>
              </p:cNvPr>
              <p:cNvSpPr/>
              <p:nvPr/>
            </p:nvSpPr>
            <p:spPr>
              <a:xfrm>
                <a:off x="3839670"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7" name="椭圆 13536">
                <a:extLst>
                  <a:ext uri="{FF2B5EF4-FFF2-40B4-BE49-F238E27FC236}">
                    <a16:creationId xmlns:a16="http://schemas.microsoft.com/office/drawing/2014/main" id="{68A49237-5369-4095-89C7-D81A313DEF8C}"/>
                  </a:ext>
                </a:extLst>
              </p:cNvPr>
              <p:cNvSpPr/>
              <p:nvPr/>
            </p:nvSpPr>
            <p:spPr>
              <a:xfrm>
                <a:off x="40606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8" name="椭圆 13537">
                <a:extLst>
                  <a:ext uri="{FF2B5EF4-FFF2-40B4-BE49-F238E27FC236}">
                    <a16:creationId xmlns:a16="http://schemas.microsoft.com/office/drawing/2014/main" id="{88E470B9-D5F4-4929-9D62-20BF73947331}"/>
                  </a:ext>
                </a:extLst>
              </p:cNvPr>
              <p:cNvSpPr/>
              <p:nvPr/>
            </p:nvSpPr>
            <p:spPr>
              <a:xfrm>
                <a:off x="3866720"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9" name="椭圆 13538">
                <a:extLst>
                  <a:ext uri="{FF2B5EF4-FFF2-40B4-BE49-F238E27FC236}">
                    <a16:creationId xmlns:a16="http://schemas.microsoft.com/office/drawing/2014/main" id="{EC0877A5-6C79-4808-B2D2-646D9EE9D3CD}"/>
                  </a:ext>
                </a:extLst>
              </p:cNvPr>
              <p:cNvSpPr/>
              <p:nvPr/>
            </p:nvSpPr>
            <p:spPr>
              <a:xfrm>
                <a:off x="3888743"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0" name="椭圆 13539">
                <a:extLst>
                  <a:ext uri="{FF2B5EF4-FFF2-40B4-BE49-F238E27FC236}">
                    <a16:creationId xmlns:a16="http://schemas.microsoft.com/office/drawing/2014/main" id="{013F5F33-F980-459B-9B45-ECA04B937B97}"/>
                  </a:ext>
                </a:extLst>
              </p:cNvPr>
              <p:cNvSpPr/>
              <p:nvPr/>
            </p:nvSpPr>
            <p:spPr>
              <a:xfrm>
                <a:off x="393432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1" name="椭圆 13540">
                <a:extLst>
                  <a:ext uri="{FF2B5EF4-FFF2-40B4-BE49-F238E27FC236}">
                    <a16:creationId xmlns:a16="http://schemas.microsoft.com/office/drawing/2014/main" id="{66B87DEC-FAF8-45F2-B566-F2CFD9EE2AD5}"/>
                  </a:ext>
                </a:extLst>
              </p:cNvPr>
              <p:cNvSpPr/>
              <p:nvPr/>
            </p:nvSpPr>
            <p:spPr>
              <a:xfrm>
                <a:off x="413355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2" name="椭圆 13541">
                <a:extLst>
                  <a:ext uri="{FF2B5EF4-FFF2-40B4-BE49-F238E27FC236}">
                    <a16:creationId xmlns:a16="http://schemas.microsoft.com/office/drawing/2014/main" id="{DF192DB0-6D2B-4FAB-87BB-59CE8C589536}"/>
                  </a:ext>
                </a:extLst>
              </p:cNvPr>
              <p:cNvSpPr/>
              <p:nvPr/>
            </p:nvSpPr>
            <p:spPr>
              <a:xfrm>
                <a:off x="405585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3" name="椭圆 13542">
                <a:extLst>
                  <a:ext uri="{FF2B5EF4-FFF2-40B4-BE49-F238E27FC236}">
                    <a16:creationId xmlns:a16="http://schemas.microsoft.com/office/drawing/2014/main" id="{D942743D-8AFD-44EC-9E9F-53BA8B38E0B8}"/>
                  </a:ext>
                </a:extLst>
              </p:cNvPr>
              <p:cNvSpPr/>
              <p:nvPr/>
            </p:nvSpPr>
            <p:spPr>
              <a:xfrm>
                <a:off x="4349779" y="261109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4" name="椭圆 13543">
                <a:extLst>
                  <a:ext uri="{FF2B5EF4-FFF2-40B4-BE49-F238E27FC236}">
                    <a16:creationId xmlns:a16="http://schemas.microsoft.com/office/drawing/2014/main" id="{262AA8FC-F754-4CC3-8BB5-29C8BA7531B5}"/>
                  </a:ext>
                </a:extLst>
              </p:cNvPr>
              <p:cNvSpPr/>
              <p:nvPr/>
            </p:nvSpPr>
            <p:spPr>
              <a:xfrm>
                <a:off x="4121591"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5" name="椭圆 13544">
                <a:extLst>
                  <a:ext uri="{FF2B5EF4-FFF2-40B4-BE49-F238E27FC236}">
                    <a16:creationId xmlns:a16="http://schemas.microsoft.com/office/drawing/2014/main" id="{8383AE6A-3E61-4D90-B2F7-16AFE01D6617}"/>
                  </a:ext>
                </a:extLst>
              </p:cNvPr>
              <p:cNvSpPr/>
              <p:nvPr/>
            </p:nvSpPr>
            <p:spPr>
              <a:xfrm>
                <a:off x="393150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6" name="椭圆 13545">
                <a:extLst>
                  <a:ext uri="{FF2B5EF4-FFF2-40B4-BE49-F238E27FC236}">
                    <a16:creationId xmlns:a16="http://schemas.microsoft.com/office/drawing/2014/main" id="{212E5B0E-8B24-4B3E-A114-D3669669FC11}"/>
                  </a:ext>
                </a:extLst>
              </p:cNvPr>
              <p:cNvSpPr/>
              <p:nvPr/>
            </p:nvSpPr>
            <p:spPr>
              <a:xfrm>
                <a:off x="3980796"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7" name="椭圆 13546">
                <a:extLst>
                  <a:ext uri="{FF2B5EF4-FFF2-40B4-BE49-F238E27FC236}">
                    <a16:creationId xmlns:a16="http://schemas.microsoft.com/office/drawing/2014/main" id="{49D818B9-05DC-4D75-AD63-E90870705DC6}"/>
                  </a:ext>
                </a:extLst>
              </p:cNvPr>
              <p:cNvSpPr/>
              <p:nvPr/>
            </p:nvSpPr>
            <p:spPr>
              <a:xfrm>
                <a:off x="4183584"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8" name="椭圆 13547">
                <a:extLst>
                  <a:ext uri="{FF2B5EF4-FFF2-40B4-BE49-F238E27FC236}">
                    <a16:creationId xmlns:a16="http://schemas.microsoft.com/office/drawing/2014/main" id="{19274ECA-0C3B-4080-ACCB-11784D46A9DF}"/>
                  </a:ext>
                </a:extLst>
              </p:cNvPr>
              <p:cNvSpPr/>
              <p:nvPr/>
            </p:nvSpPr>
            <p:spPr>
              <a:xfrm>
                <a:off x="4220288" y="2844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9" name="椭圆 13548">
                <a:extLst>
                  <a:ext uri="{FF2B5EF4-FFF2-40B4-BE49-F238E27FC236}">
                    <a16:creationId xmlns:a16="http://schemas.microsoft.com/office/drawing/2014/main" id="{257BF6FD-6894-46F8-A3A7-BB7FE3829C56}"/>
                  </a:ext>
                </a:extLst>
              </p:cNvPr>
              <p:cNvSpPr/>
              <p:nvPr/>
            </p:nvSpPr>
            <p:spPr>
              <a:xfrm>
                <a:off x="3925667"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0" name="椭圆 13549">
                <a:extLst>
                  <a:ext uri="{FF2B5EF4-FFF2-40B4-BE49-F238E27FC236}">
                    <a16:creationId xmlns:a16="http://schemas.microsoft.com/office/drawing/2014/main" id="{D241100A-A950-440D-A2D1-395733C72ABA}"/>
                  </a:ext>
                </a:extLst>
              </p:cNvPr>
              <p:cNvSpPr/>
              <p:nvPr/>
            </p:nvSpPr>
            <p:spPr>
              <a:xfrm>
                <a:off x="4077290"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1" name="椭圆 13550">
                <a:extLst>
                  <a:ext uri="{FF2B5EF4-FFF2-40B4-BE49-F238E27FC236}">
                    <a16:creationId xmlns:a16="http://schemas.microsoft.com/office/drawing/2014/main" id="{01C03EB3-C0A9-4DF0-BB74-6F04A53D7998}"/>
                  </a:ext>
                </a:extLst>
              </p:cNvPr>
              <p:cNvSpPr/>
              <p:nvPr/>
            </p:nvSpPr>
            <p:spPr>
              <a:xfrm>
                <a:off x="3955103"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2" name="椭圆 13551">
                <a:extLst>
                  <a:ext uri="{FF2B5EF4-FFF2-40B4-BE49-F238E27FC236}">
                    <a16:creationId xmlns:a16="http://schemas.microsoft.com/office/drawing/2014/main" id="{656154C9-B7A8-4780-8384-1BECF520E22B}"/>
                  </a:ext>
                </a:extLst>
              </p:cNvPr>
              <p:cNvSpPr/>
              <p:nvPr/>
            </p:nvSpPr>
            <p:spPr>
              <a:xfrm>
                <a:off x="4056662"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3" name="椭圆 13552">
                <a:extLst>
                  <a:ext uri="{FF2B5EF4-FFF2-40B4-BE49-F238E27FC236}">
                    <a16:creationId xmlns:a16="http://schemas.microsoft.com/office/drawing/2014/main" id="{824329D4-02B1-4DA6-B895-AD9441E7F406}"/>
                  </a:ext>
                </a:extLst>
              </p:cNvPr>
              <p:cNvSpPr/>
              <p:nvPr/>
            </p:nvSpPr>
            <p:spPr>
              <a:xfrm>
                <a:off x="3918730"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4" name="椭圆 13553">
                <a:extLst>
                  <a:ext uri="{FF2B5EF4-FFF2-40B4-BE49-F238E27FC236}">
                    <a16:creationId xmlns:a16="http://schemas.microsoft.com/office/drawing/2014/main" id="{AE7ED250-BA4C-4127-B4E2-7645473ECB7F}"/>
                  </a:ext>
                </a:extLst>
              </p:cNvPr>
              <p:cNvSpPr/>
              <p:nvPr/>
            </p:nvSpPr>
            <p:spPr>
              <a:xfrm>
                <a:off x="400223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5" name="椭圆 13554">
                <a:extLst>
                  <a:ext uri="{FF2B5EF4-FFF2-40B4-BE49-F238E27FC236}">
                    <a16:creationId xmlns:a16="http://schemas.microsoft.com/office/drawing/2014/main" id="{D4DFFE7E-3B8B-4CD1-9797-1C8D0142902D}"/>
                  </a:ext>
                </a:extLst>
              </p:cNvPr>
              <p:cNvSpPr/>
              <p:nvPr/>
            </p:nvSpPr>
            <p:spPr>
              <a:xfrm>
                <a:off x="404557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6" name="椭圆 13555">
                <a:extLst>
                  <a:ext uri="{FF2B5EF4-FFF2-40B4-BE49-F238E27FC236}">
                    <a16:creationId xmlns:a16="http://schemas.microsoft.com/office/drawing/2014/main" id="{FEBC652F-293D-417B-907E-93A05E600F62}"/>
                  </a:ext>
                </a:extLst>
              </p:cNvPr>
              <p:cNvSpPr/>
              <p:nvPr/>
            </p:nvSpPr>
            <p:spPr>
              <a:xfrm>
                <a:off x="392610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7" name="椭圆 13556">
                <a:extLst>
                  <a:ext uri="{FF2B5EF4-FFF2-40B4-BE49-F238E27FC236}">
                    <a16:creationId xmlns:a16="http://schemas.microsoft.com/office/drawing/2014/main" id="{ABCDEDDE-F3DF-4B04-9278-B244CA54563A}"/>
                  </a:ext>
                </a:extLst>
              </p:cNvPr>
              <p:cNvSpPr/>
              <p:nvPr/>
            </p:nvSpPr>
            <p:spPr>
              <a:xfrm>
                <a:off x="39770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8" name="椭圆 13557">
                <a:extLst>
                  <a:ext uri="{FF2B5EF4-FFF2-40B4-BE49-F238E27FC236}">
                    <a16:creationId xmlns:a16="http://schemas.microsoft.com/office/drawing/2014/main" id="{5DC29C7F-A753-4696-BA67-9FA5996D0A4F}"/>
                  </a:ext>
                </a:extLst>
              </p:cNvPr>
              <p:cNvSpPr/>
              <p:nvPr/>
            </p:nvSpPr>
            <p:spPr>
              <a:xfrm>
                <a:off x="41027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9" name="椭圆 13558">
                <a:extLst>
                  <a:ext uri="{FF2B5EF4-FFF2-40B4-BE49-F238E27FC236}">
                    <a16:creationId xmlns:a16="http://schemas.microsoft.com/office/drawing/2014/main" id="{0D645BD5-413C-4F24-9A94-E153206C8110}"/>
                  </a:ext>
                </a:extLst>
              </p:cNvPr>
              <p:cNvSpPr/>
              <p:nvPr/>
            </p:nvSpPr>
            <p:spPr>
              <a:xfrm>
                <a:off x="39955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0" name="椭圆 13559">
                <a:extLst>
                  <a:ext uri="{FF2B5EF4-FFF2-40B4-BE49-F238E27FC236}">
                    <a16:creationId xmlns:a16="http://schemas.microsoft.com/office/drawing/2014/main" id="{2AFEB939-460D-4FA6-A521-CDED7279D4EA}"/>
                  </a:ext>
                </a:extLst>
              </p:cNvPr>
              <p:cNvSpPr/>
              <p:nvPr/>
            </p:nvSpPr>
            <p:spPr>
              <a:xfrm>
                <a:off x="4030383"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1" name="椭圆 13560">
                <a:extLst>
                  <a:ext uri="{FF2B5EF4-FFF2-40B4-BE49-F238E27FC236}">
                    <a16:creationId xmlns:a16="http://schemas.microsoft.com/office/drawing/2014/main" id="{3E03A1CD-C070-4622-8A35-0EBE2B9E5F71}"/>
                  </a:ext>
                </a:extLst>
              </p:cNvPr>
              <p:cNvSpPr/>
              <p:nvPr/>
            </p:nvSpPr>
            <p:spPr>
              <a:xfrm>
                <a:off x="4030383"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2" name="椭圆 13561">
                <a:extLst>
                  <a:ext uri="{FF2B5EF4-FFF2-40B4-BE49-F238E27FC236}">
                    <a16:creationId xmlns:a16="http://schemas.microsoft.com/office/drawing/2014/main" id="{215137E0-C77D-48EF-AC40-AA820F882BD1}"/>
                  </a:ext>
                </a:extLst>
              </p:cNvPr>
              <p:cNvSpPr/>
              <p:nvPr/>
            </p:nvSpPr>
            <p:spPr>
              <a:xfrm>
                <a:off x="39955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3" name="椭圆 13562">
                <a:extLst>
                  <a:ext uri="{FF2B5EF4-FFF2-40B4-BE49-F238E27FC236}">
                    <a16:creationId xmlns:a16="http://schemas.microsoft.com/office/drawing/2014/main" id="{4100DA23-E5F0-4441-83CA-7697A846816F}"/>
                  </a:ext>
                </a:extLst>
              </p:cNvPr>
              <p:cNvSpPr/>
              <p:nvPr/>
            </p:nvSpPr>
            <p:spPr>
              <a:xfrm>
                <a:off x="403680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4" name="椭圆 13563">
                <a:extLst>
                  <a:ext uri="{FF2B5EF4-FFF2-40B4-BE49-F238E27FC236}">
                    <a16:creationId xmlns:a16="http://schemas.microsoft.com/office/drawing/2014/main" id="{EBE5A25D-61C2-4140-B4D9-911B3AF4FC91}"/>
                  </a:ext>
                </a:extLst>
              </p:cNvPr>
              <p:cNvSpPr/>
              <p:nvPr/>
            </p:nvSpPr>
            <p:spPr>
              <a:xfrm>
                <a:off x="401900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5" name="椭圆 13564">
                <a:extLst>
                  <a:ext uri="{FF2B5EF4-FFF2-40B4-BE49-F238E27FC236}">
                    <a16:creationId xmlns:a16="http://schemas.microsoft.com/office/drawing/2014/main" id="{243F2717-86F4-4454-8E00-D881E3EFEF0A}"/>
                  </a:ext>
                </a:extLst>
              </p:cNvPr>
              <p:cNvSpPr/>
              <p:nvPr/>
            </p:nvSpPr>
            <p:spPr>
              <a:xfrm>
                <a:off x="4242787" y="2828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6" name="椭圆 13565">
                <a:extLst>
                  <a:ext uri="{FF2B5EF4-FFF2-40B4-BE49-F238E27FC236}">
                    <a16:creationId xmlns:a16="http://schemas.microsoft.com/office/drawing/2014/main" id="{43D13564-A156-439B-9DDE-4C0E8BFA5050}"/>
                  </a:ext>
                </a:extLst>
              </p:cNvPr>
              <p:cNvSpPr/>
              <p:nvPr/>
            </p:nvSpPr>
            <p:spPr>
              <a:xfrm>
                <a:off x="414640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7" name="椭圆 13566">
                <a:extLst>
                  <a:ext uri="{FF2B5EF4-FFF2-40B4-BE49-F238E27FC236}">
                    <a16:creationId xmlns:a16="http://schemas.microsoft.com/office/drawing/2014/main" id="{68F0E994-3963-4F85-A7F9-C64AAA91A49A}"/>
                  </a:ext>
                </a:extLst>
              </p:cNvPr>
              <p:cNvSpPr/>
              <p:nvPr/>
            </p:nvSpPr>
            <p:spPr>
              <a:xfrm>
                <a:off x="4066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8" name="椭圆 13567">
                <a:extLst>
                  <a:ext uri="{FF2B5EF4-FFF2-40B4-BE49-F238E27FC236}">
                    <a16:creationId xmlns:a16="http://schemas.microsoft.com/office/drawing/2014/main" id="{CB791B91-39F4-4742-B0F7-0645F19BF0CD}"/>
                  </a:ext>
                </a:extLst>
              </p:cNvPr>
              <p:cNvSpPr/>
              <p:nvPr/>
            </p:nvSpPr>
            <p:spPr>
              <a:xfrm>
                <a:off x="4065875"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9" name="椭圆 13568">
                <a:extLst>
                  <a:ext uri="{FF2B5EF4-FFF2-40B4-BE49-F238E27FC236}">
                    <a16:creationId xmlns:a16="http://schemas.microsoft.com/office/drawing/2014/main" id="{7566768F-6227-4025-92C7-FFBA0B7B0791}"/>
                  </a:ext>
                </a:extLst>
              </p:cNvPr>
              <p:cNvSpPr/>
              <p:nvPr/>
            </p:nvSpPr>
            <p:spPr>
              <a:xfrm>
                <a:off x="3939320"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0" name="椭圆 13569">
                <a:extLst>
                  <a:ext uri="{FF2B5EF4-FFF2-40B4-BE49-F238E27FC236}">
                    <a16:creationId xmlns:a16="http://schemas.microsoft.com/office/drawing/2014/main" id="{2DD8B702-E1DC-44E3-AB0E-13FDD325C108}"/>
                  </a:ext>
                </a:extLst>
              </p:cNvPr>
              <p:cNvSpPr/>
              <p:nvPr/>
            </p:nvSpPr>
            <p:spPr>
              <a:xfrm>
                <a:off x="4034383"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1" name="椭圆 13570">
                <a:extLst>
                  <a:ext uri="{FF2B5EF4-FFF2-40B4-BE49-F238E27FC236}">
                    <a16:creationId xmlns:a16="http://schemas.microsoft.com/office/drawing/2014/main" id="{599A96F5-29EA-4254-9E3B-2647AA997C75}"/>
                  </a:ext>
                </a:extLst>
              </p:cNvPr>
              <p:cNvSpPr/>
              <p:nvPr/>
            </p:nvSpPr>
            <p:spPr>
              <a:xfrm>
                <a:off x="3751030"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2" name="椭圆 13571">
                <a:extLst>
                  <a:ext uri="{FF2B5EF4-FFF2-40B4-BE49-F238E27FC236}">
                    <a16:creationId xmlns:a16="http://schemas.microsoft.com/office/drawing/2014/main" id="{4E7996A1-D7B7-4B71-A597-E67492244864}"/>
                  </a:ext>
                </a:extLst>
              </p:cNvPr>
              <p:cNvSpPr/>
              <p:nvPr/>
            </p:nvSpPr>
            <p:spPr>
              <a:xfrm>
                <a:off x="4165269" y="2975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3" name="椭圆 13572">
                <a:extLst>
                  <a:ext uri="{FF2B5EF4-FFF2-40B4-BE49-F238E27FC236}">
                    <a16:creationId xmlns:a16="http://schemas.microsoft.com/office/drawing/2014/main" id="{B885C5A7-C7B4-456F-9028-CE52A2EAAAA9}"/>
                  </a:ext>
                </a:extLst>
              </p:cNvPr>
              <p:cNvSpPr/>
              <p:nvPr/>
            </p:nvSpPr>
            <p:spPr>
              <a:xfrm>
                <a:off x="404734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4" name="椭圆 13573">
                <a:extLst>
                  <a:ext uri="{FF2B5EF4-FFF2-40B4-BE49-F238E27FC236}">
                    <a16:creationId xmlns:a16="http://schemas.microsoft.com/office/drawing/2014/main" id="{A608BC92-6464-4A98-AAE0-E28E75D41FBC}"/>
                  </a:ext>
                </a:extLst>
              </p:cNvPr>
              <p:cNvSpPr/>
              <p:nvPr/>
            </p:nvSpPr>
            <p:spPr>
              <a:xfrm>
                <a:off x="4293071" y="2878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5" name="椭圆 13574">
                <a:extLst>
                  <a:ext uri="{FF2B5EF4-FFF2-40B4-BE49-F238E27FC236}">
                    <a16:creationId xmlns:a16="http://schemas.microsoft.com/office/drawing/2014/main" id="{F33E1620-B774-445E-8BD5-3E88B2D8F0B3}"/>
                  </a:ext>
                </a:extLst>
              </p:cNvPr>
              <p:cNvSpPr/>
              <p:nvPr/>
            </p:nvSpPr>
            <p:spPr>
              <a:xfrm>
                <a:off x="4182299"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6" name="椭圆 13575">
                <a:extLst>
                  <a:ext uri="{FF2B5EF4-FFF2-40B4-BE49-F238E27FC236}">
                    <a16:creationId xmlns:a16="http://schemas.microsoft.com/office/drawing/2014/main" id="{C1134406-5F07-4584-A4EE-EE342B9524B5}"/>
                  </a:ext>
                </a:extLst>
              </p:cNvPr>
              <p:cNvSpPr/>
              <p:nvPr/>
            </p:nvSpPr>
            <p:spPr>
              <a:xfrm>
                <a:off x="412617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7" name="椭圆 13576">
                <a:extLst>
                  <a:ext uri="{FF2B5EF4-FFF2-40B4-BE49-F238E27FC236}">
                    <a16:creationId xmlns:a16="http://schemas.microsoft.com/office/drawing/2014/main" id="{EB97D3D3-9979-4689-9A9B-D87C7BAA323E}"/>
                  </a:ext>
                </a:extLst>
              </p:cNvPr>
              <p:cNvSpPr/>
              <p:nvPr/>
            </p:nvSpPr>
            <p:spPr>
              <a:xfrm>
                <a:off x="405034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8" name="椭圆 13577">
                <a:extLst>
                  <a:ext uri="{FF2B5EF4-FFF2-40B4-BE49-F238E27FC236}">
                    <a16:creationId xmlns:a16="http://schemas.microsoft.com/office/drawing/2014/main" id="{154B5D22-81B4-4A94-B589-52F6DBD742F8}"/>
                  </a:ext>
                </a:extLst>
              </p:cNvPr>
              <p:cNvSpPr/>
              <p:nvPr/>
            </p:nvSpPr>
            <p:spPr>
              <a:xfrm>
                <a:off x="407486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9" name="椭圆 13578">
                <a:extLst>
                  <a:ext uri="{FF2B5EF4-FFF2-40B4-BE49-F238E27FC236}">
                    <a16:creationId xmlns:a16="http://schemas.microsoft.com/office/drawing/2014/main" id="{1ACF6384-BE9E-4337-819A-FEA0BA825A59}"/>
                  </a:ext>
                </a:extLst>
              </p:cNvPr>
              <p:cNvSpPr/>
              <p:nvPr/>
            </p:nvSpPr>
            <p:spPr>
              <a:xfrm>
                <a:off x="407292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0" name="椭圆 13579">
                <a:extLst>
                  <a:ext uri="{FF2B5EF4-FFF2-40B4-BE49-F238E27FC236}">
                    <a16:creationId xmlns:a16="http://schemas.microsoft.com/office/drawing/2014/main" id="{ACE3C156-BBC0-4E43-B504-65FAED813D69}"/>
                  </a:ext>
                </a:extLst>
              </p:cNvPr>
              <p:cNvSpPr/>
              <p:nvPr/>
            </p:nvSpPr>
            <p:spPr>
              <a:xfrm>
                <a:off x="395947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1" name="椭圆 13580">
                <a:extLst>
                  <a:ext uri="{FF2B5EF4-FFF2-40B4-BE49-F238E27FC236}">
                    <a16:creationId xmlns:a16="http://schemas.microsoft.com/office/drawing/2014/main" id="{7E109C75-B764-4E41-8488-FDAF2A0935C1}"/>
                  </a:ext>
                </a:extLst>
              </p:cNvPr>
              <p:cNvSpPr/>
              <p:nvPr/>
            </p:nvSpPr>
            <p:spPr>
              <a:xfrm>
                <a:off x="3993826"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2" name="椭圆 13581">
                <a:extLst>
                  <a:ext uri="{FF2B5EF4-FFF2-40B4-BE49-F238E27FC236}">
                    <a16:creationId xmlns:a16="http://schemas.microsoft.com/office/drawing/2014/main" id="{2E6E2034-D0AB-4D9D-9E0F-A3B2223B8014}"/>
                  </a:ext>
                </a:extLst>
              </p:cNvPr>
              <p:cNvSpPr/>
              <p:nvPr/>
            </p:nvSpPr>
            <p:spPr>
              <a:xfrm>
                <a:off x="4132346"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3" name="椭圆 13582">
                <a:extLst>
                  <a:ext uri="{FF2B5EF4-FFF2-40B4-BE49-F238E27FC236}">
                    <a16:creationId xmlns:a16="http://schemas.microsoft.com/office/drawing/2014/main" id="{BAA8D280-2458-478C-910D-E5A405AF62FD}"/>
                  </a:ext>
                </a:extLst>
              </p:cNvPr>
              <p:cNvSpPr/>
              <p:nvPr/>
            </p:nvSpPr>
            <p:spPr>
              <a:xfrm>
                <a:off x="4013719" y="2953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4" name="椭圆 13583">
                <a:extLst>
                  <a:ext uri="{FF2B5EF4-FFF2-40B4-BE49-F238E27FC236}">
                    <a16:creationId xmlns:a16="http://schemas.microsoft.com/office/drawing/2014/main" id="{A630E975-3D3F-4E06-A871-4C5B158B832C}"/>
                  </a:ext>
                </a:extLst>
              </p:cNvPr>
              <p:cNvSpPr/>
              <p:nvPr/>
            </p:nvSpPr>
            <p:spPr>
              <a:xfrm>
                <a:off x="4067086"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5" name="椭圆 13584">
                <a:extLst>
                  <a:ext uri="{FF2B5EF4-FFF2-40B4-BE49-F238E27FC236}">
                    <a16:creationId xmlns:a16="http://schemas.microsoft.com/office/drawing/2014/main" id="{93A978C0-7C8B-4DE1-A86B-6C105D4D2FAE}"/>
                  </a:ext>
                </a:extLst>
              </p:cNvPr>
              <p:cNvSpPr/>
              <p:nvPr/>
            </p:nvSpPr>
            <p:spPr>
              <a:xfrm>
                <a:off x="4240989" y="27615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6" name="椭圆 13585">
                <a:extLst>
                  <a:ext uri="{FF2B5EF4-FFF2-40B4-BE49-F238E27FC236}">
                    <a16:creationId xmlns:a16="http://schemas.microsoft.com/office/drawing/2014/main" id="{69179B38-6E18-452E-9DF1-5573568F00C3}"/>
                  </a:ext>
                </a:extLst>
              </p:cNvPr>
              <p:cNvSpPr/>
              <p:nvPr/>
            </p:nvSpPr>
            <p:spPr>
              <a:xfrm>
                <a:off x="407295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7" name="椭圆 13586">
                <a:extLst>
                  <a:ext uri="{FF2B5EF4-FFF2-40B4-BE49-F238E27FC236}">
                    <a16:creationId xmlns:a16="http://schemas.microsoft.com/office/drawing/2014/main" id="{61BC0BAC-B335-494D-BFDE-D74549EA164A}"/>
                  </a:ext>
                </a:extLst>
              </p:cNvPr>
              <p:cNvSpPr/>
              <p:nvPr/>
            </p:nvSpPr>
            <p:spPr>
              <a:xfrm>
                <a:off x="4025868" y="3041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8" name="椭圆 13587">
                <a:extLst>
                  <a:ext uri="{FF2B5EF4-FFF2-40B4-BE49-F238E27FC236}">
                    <a16:creationId xmlns:a16="http://schemas.microsoft.com/office/drawing/2014/main" id="{05A7C70B-1FF7-4D00-BD42-22D621666F5D}"/>
                  </a:ext>
                </a:extLst>
              </p:cNvPr>
              <p:cNvSpPr/>
              <p:nvPr/>
            </p:nvSpPr>
            <p:spPr>
              <a:xfrm>
                <a:off x="40300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9" name="椭圆 13588">
                <a:extLst>
                  <a:ext uri="{FF2B5EF4-FFF2-40B4-BE49-F238E27FC236}">
                    <a16:creationId xmlns:a16="http://schemas.microsoft.com/office/drawing/2014/main" id="{225A2657-B356-4B61-ADF9-2E4CA14DDCDD}"/>
                  </a:ext>
                </a:extLst>
              </p:cNvPr>
              <p:cNvSpPr/>
              <p:nvPr/>
            </p:nvSpPr>
            <p:spPr>
              <a:xfrm>
                <a:off x="410727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0" name="椭圆 13589">
                <a:extLst>
                  <a:ext uri="{FF2B5EF4-FFF2-40B4-BE49-F238E27FC236}">
                    <a16:creationId xmlns:a16="http://schemas.microsoft.com/office/drawing/2014/main" id="{6A0007ED-57E2-4826-AB7F-BEFB6E340779}"/>
                  </a:ext>
                </a:extLst>
              </p:cNvPr>
              <p:cNvSpPr/>
              <p:nvPr/>
            </p:nvSpPr>
            <p:spPr>
              <a:xfrm>
                <a:off x="408081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1" name="椭圆 13590">
                <a:extLst>
                  <a:ext uri="{FF2B5EF4-FFF2-40B4-BE49-F238E27FC236}">
                    <a16:creationId xmlns:a16="http://schemas.microsoft.com/office/drawing/2014/main" id="{1F3BFBC7-392C-487E-B31F-19EF4DAC0922}"/>
                  </a:ext>
                </a:extLst>
              </p:cNvPr>
              <p:cNvSpPr/>
              <p:nvPr/>
            </p:nvSpPr>
            <p:spPr>
              <a:xfrm>
                <a:off x="4127611"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2" name="椭圆 13591">
                <a:extLst>
                  <a:ext uri="{FF2B5EF4-FFF2-40B4-BE49-F238E27FC236}">
                    <a16:creationId xmlns:a16="http://schemas.microsoft.com/office/drawing/2014/main" id="{81B1C618-34EE-45A2-8BB5-1CA98D402496}"/>
                  </a:ext>
                </a:extLst>
              </p:cNvPr>
              <p:cNvSpPr/>
              <p:nvPr/>
            </p:nvSpPr>
            <p:spPr>
              <a:xfrm>
                <a:off x="4099422"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3" name="椭圆 13592">
                <a:extLst>
                  <a:ext uri="{FF2B5EF4-FFF2-40B4-BE49-F238E27FC236}">
                    <a16:creationId xmlns:a16="http://schemas.microsoft.com/office/drawing/2014/main" id="{7A534373-72D5-48A3-965C-A33F71643AF2}"/>
                  </a:ext>
                </a:extLst>
              </p:cNvPr>
              <p:cNvSpPr/>
              <p:nvPr/>
            </p:nvSpPr>
            <p:spPr>
              <a:xfrm>
                <a:off x="3984907"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4" name="椭圆 13593">
                <a:extLst>
                  <a:ext uri="{FF2B5EF4-FFF2-40B4-BE49-F238E27FC236}">
                    <a16:creationId xmlns:a16="http://schemas.microsoft.com/office/drawing/2014/main" id="{01A09325-214C-41B7-985F-FE9A2EEA95B5}"/>
                  </a:ext>
                </a:extLst>
              </p:cNvPr>
              <p:cNvSpPr/>
              <p:nvPr/>
            </p:nvSpPr>
            <p:spPr>
              <a:xfrm>
                <a:off x="398586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5" name="椭圆 13594">
                <a:extLst>
                  <a:ext uri="{FF2B5EF4-FFF2-40B4-BE49-F238E27FC236}">
                    <a16:creationId xmlns:a16="http://schemas.microsoft.com/office/drawing/2014/main" id="{EFA46E6D-0FE5-4B22-8E07-E200E84C64A4}"/>
                  </a:ext>
                </a:extLst>
              </p:cNvPr>
              <p:cNvSpPr/>
              <p:nvPr/>
            </p:nvSpPr>
            <p:spPr>
              <a:xfrm>
                <a:off x="388382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6" name="椭圆 13595">
                <a:extLst>
                  <a:ext uri="{FF2B5EF4-FFF2-40B4-BE49-F238E27FC236}">
                    <a16:creationId xmlns:a16="http://schemas.microsoft.com/office/drawing/2014/main" id="{CA2CC9B4-C02D-442B-837E-DD2679CF740D}"/>
                  </a:ext>
                </a:extLst>
              </p:cNvPr>
              <p:cNvSpPr/>
              <p:nvPr/>
            </p:nvSpPr>
            <p:spPr>
              <a:xfrm>
                <a:off x="4013609"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7" name="椭圆 13596">
                <a:extLst>
                  <a:ext uri="{FF2B5EF4-FFF2-40B4-BE49-F238E27FC236}">
                    <a16:creationId xmlns:a16="http://schemas.microsoft.com/office/drawing/2014/main" id="{DB586603-98B6-4802-9C3E-421910E10848}"/>
                  </a:ext>
                </a:extLst>
              </p:cNvPr>
              <p:cNvSpPr/>
              <p:nvPr/>
            </p:nvSpPr>
            <p:spPr>
              <a:xfrm>
                <a:off x="397973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8" name="椭圆 13597">
                <a:extLst>
                  <a:ext uri="{FF2B5EF4-FFF2-40B4-BE49-F238E27FC236}">
                    <a16:creationId xmlns:a16="http://schemas.microsoft.com/office/drawing/2014/main" id="{F243DDC8-5B2B-4339-9B65-E90E95D3F34C}"/>
                  </a:ext>
                </a:extLst>
              </p:cNvPr>
              <p:cNvSpPr/>
              <p:nvPr/>
            </p:nvSpPr>
            <p:spPr>
              <a:xfrm>
                <a:off x="4039228" y="29802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9" name="椭圆 13598">
                <a:extLst>
                  <a:ext uri="{FF2B5EF4-FFF2-40B4-BE49-F238E27FC236}">
                    <a16:creationId xmlns:a16="http://schemas.microsoft.com/office/drawing/2014/main" id="{CDAB37F6-55ED-49CD-8E71-AB99DF15285A}"/>
                  </a:ext>
                </a:extLst>
              </p:cNvPr>
              <p:cNvSpPr/>
              <p:nvPr/>
            </p:nvSpPr>
            <p:spPr>
              <a:xfrm>
                <a:off x="4078905"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0" name="椭圆 13599">
                <a:extLst>
                  <a:ext uri="{FF2B5EF4-FFF2-40B4-BE49-F238E27FC236}">
                    <a16:creationId xmlns:a16="http://schemas.microsoft.com/office/drawing/2014/main" id="{389D49ED-E9B9-4510-9A10-47BA503577AA}"/>
                  </a:ext>
                </a:extLst>
              </p:cNvPr>
              <p:cNvSpPr/>
              <p:nvPr/>
            </p:nvSpPr>
            <p:spPr>
              <a:xfrm>
                <a:off x="4062645"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1" name="椭圆 13600">
                <a:extLst>
                  <a:ext uri="{FF2B5EF4-FFF2-40B4-BE49-F238E27FC236}">
                    <a16:creationId xmlns:a16="http://schemas.microsoft.com/office/drawing/2014/main" id="{C9D02FA1-34A0-41B1-86FE-793403252131}"/>
                  </a:ext>
                </a:extLst>
              </p:cNvPr>
              <p:cNvSpPr/>
              <p:nvPr/>
            </p:nvSpPr>
            <p:spPr>
              <a:xfrm>
                <a:off x="40134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2" name="椭圆 13601">
                <a:extLst>
                  <a:ext uri="{FF2B5EF4-FFF2-40B4-BE49-F238E27FC236}">
                    <a16:creationId xmlns:a16="http://schemas.microsoft.com/office/drawing/2014/main" id="{F652AC81-F4CF-4854-A3C5-8530CAC6D46D}"/>
                  </a:ext>
                </a:extLst>
              </p:cNvPr>
              <p:cNvSpPr/>
              <p:nvPr/>
            </p:nvSpPr>
            <p:spPr>
              <a:xfrm>
                <a:off x="4015407" y="2997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3" name="椭圆 13602">
                <a:extLst>
                  <a:ext uri="{FF2B5EF4-FFF2-40B4-BE49-F238E27FC236}">
                    <a16:creationId xmlns:a16="http://schemas.microsoft.com/office/drawing/2014/main" id="{65371C47-25A1-4FA9-AFFA-2DD395A3DFB0}"/>
                  </a:ext>
                </a:extLst>
              </p:cNvPr>
              <p:cNvSpPr/>
              <p:nvPr/>
            </p:nvSpPr>
            <p:spPr>
              <a:xfrm>
                <a:off x="3987476"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4" name="椭圆 13603">
                <a:extLst>
                  <a:ext uri="{FF2B5EF4-FFF2-40B4-BE49-F238E27FC236}">
                    <a16:creationId xmlns:a16="http://schemas.microsoft.com/office/drawing/2014/main" id="{66D1ACDE-A7B6-4E50-9B7D-3EA4E85AE228}"/>
                  </a:ext>
                </a:extLst>
              </p:cNvPr>
              <p:cNvSpPr/>
              <p:nvPr/>
            </p:nvSpPr>
            <p:spPr>
              <a:xfrm>
                <a:off x="39515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5" name="椭圆 13604">
                <a:extLst>
                  <a:ext uri="{FF2B5EF4-FFF2-40B4-BE49-F238E27FC236}">
                    <a16:creationId xmlns:a16="http://schemas.microsoft.com/office/drawing/2014/main" id="{EED04BCF-112E-4407-9B92-0C19867BD1B5}"/>
                  </a:ext>
                </a:extLst>
              </p:cNvPr>
              <p:cNvSpPr/>
              <p:nvPr/>
            </p:nvSpPr>
            <p:spPr>
              <a:xfrm>
                <a:off x="4102799" y="29887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6" name="椭圆 13605">
                <a:extLst>
                  <a:ext uri="{FF2B5EF4-FFF2-40B4-BE49-F238E27FC236}">
                    <a16:creationId xmlns:a16="http://schemas.microsoft.com/office/drawing/2014/main" id="{57549ACB-6DB7-4B90-A84C-A047F6D63D05}"/>
                  </a:ext>
                </a:extLst>
              </p:cNvPr>
              <p:cNvSpPr/>
              <p:nvPr/>
            </p:nvSpPr>
            <p:spPr>
              <a:xfrm>
                <a:off x="398116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7" name="椭圆 13606">
                <a:extLst>
                  <a:ext uri="{FF2B5EF4-FFF2-40B4-BE49-F238E27FC236}">
                    <a16:creationId xmlns:a16="http://schemas.microsoft.com/office/drawing/2014/main" id="{EEC1F58E-41E7-4636-891C-12F36C2B8E4C}"/>
                  </a:ext>
                </a:extLst>
              </p:cNvPr>
              <p:cNvSpPr/>
              <p:nvPr/>
            </p:nvSpPr>
            <p:spPr>
              <a:xfrm>
                <a:off x="4082832"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8" name="椭圆 13607">
                <a:extLst>
                  <a:ext uri="{FF2B5EF4-FFF2-40B4-BE49-F238E27FC236}">
                    <a16:creationId xmlns:a16="http://schemas.microsoft.com/office/drawing/2014/main" id="{6EC22E0E-1CEA-4275-9004-885F0F370DF7}"/>
                  </a:ext>
                </a:extLst>
              </p:cNvPr>
              <p:cNvSpPr/>
              <p:nvPr/>
            </p:nvSpPr>
            <p:spPr>
              <a:xfrm>
                <a:off x="4029428"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9" name="椭圆 13608">
                <a:extLst>
                  <a:ext uri="{FF2B5EF4-FFF2-40B4-BE49-F238E27FC236}">
                    <a16:creationId xmlns:a16="http://schemas.microsoft.com/office/drawing/2014/main" id="{89369839-5877-4960-B4A2-889D88E4E5F6}"/>
                  </a:ext>
                </a:extLst>
              </p:cNvPr>
              <p:cNvSpPr/>
              <p:nvPr/>
            </p:nvSpPr>
            <p:spPr>
              <a:xfrm>
                <a:off x="3972941"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0" name="椭圆 13609">
                <a:extLst>
                  <a:ext uri="{FF2B5EF4-FFF2-40B4-BE49-F238E27FC236}">
                    <a16:creationId xmlns:a16="http://schemas.microsoft.com/office/drawing/2014/main" id="{9693FEC0-852E-4844-B159-885A1AF1A015}"/>
                  </a:ext>
                </a:extLst>
              </p:cNvPr>
              <p:cNvSpPr/>
              <p:nvPr/>
            </p:nvSpPr>
            <p:spPr>
              <a:xfrm>
                <a:off x="3991880"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1" name="椭圆 13610">
                <a:extLst>
                  <a:ext uri="{FF2B5EF4-FFF2-40B4-BE49-F238E27FC236}">
                    <a16:creationId xmlns:a16="http://schemas.microsoft.com/office/drawing/2014/main" id="{EBA5C1CD-829E-469A-B6C9-CD74E175468D}"/>
                  </a:ext>
                </a:extLst>
              </p:cNvPr>
              <p:cNvSpPr/>
              <p:nvPr/>
            </p:nvSpPr>
            <p:spPr>
              <a:xfrm>
                <a:off x="3988283"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2" name="椭圆 13611">
                <a:extLst>
                  <a:ext uri="{FF2B5EF4-FFF2-40B4-BE49-F238E27FC236}">
                    <a16:creationId xmlns:a16="http://schemas.microsoft.com/office/drawing/2014/main" id="{8250810F-CAA7-480B-A7B6-92491B4570C7}"/>
                  </a:ext>
                </a:extLst>
              </p:cNvPr>
              <p:cNvSpPr/>
              <p:nvPr/>
            </p:nvSpPr>
            <p:spPr>
              <a:xfrm>
                <a:off x="410735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3" name="椭圆 13612">
                <a:extLst>
                  <a:ext uri="{FF2B5EF4-FFF2-40B4-BE49-F238E27FC236}">
                    <a16:creationId xmlns:a16="http://schemas.microsoft.com/office/drawing/2014/main" id="{55606E26-996B-4C55-87CF-E07D883910CD}"/>
                  </a:ext>
                </a:extLst>
              </p:cNvPr>
              <p:cNvSpPr/>
              <p:nvPr/>
            </p:nvSpPr>
            <p:spPr>
              <a:xfrm>
                <a:off x="39814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4" name="椭圆 13613">
                <a:extLst>
                  <a:ext uri="{FF2B5EF4-FFF2-40B4-BE49-F238E27FC236}">
                    <a16:creationId xmlns:a16="http://schemas.microsoft.com/office/drawing/2014/main" id="{9DAAAC0F-4B38-49A7-ACE7-BEEC23437854}"/>
                  </a:ext>
                </a:extLst>
              </p:cNvPr>
              <p:cNvSpPr/>
              <p:nvPr/>
            </p:nvSpPr>
            <p:spPr>
              <a:xfrm>
                <a:off x="404693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5" name="椭圆 13614">
                <a:extLst>
                  <a:ext uri="{FF2B5EF4-FFF2-40B4-BE49-F238E27FC236}">
                    <a16:creationId xmlns:a16="http://schemas.microsoft.com/office/drawing/2014/main" id="{26929E6C-A260-4B75-8489-DF42D1D4246B}"/>
                  </a:ext>
                </a:extLst>
              </p:cNvPr>
              <p:cNvSpPr/>
              <p:nvPr/>
            </p:nvSpPr>
            <p:spPr>
              <a:xfrm>
                <a:off x="398303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6" name="椭圆 13615">
                <a:extLst>
                  <a:ext uri="{FF2B5EF4-FFF2-40B4-BE49-F238E27FC236}">
                    <a16:creationId xmlns:a16="http://schemas.microsoft.com/office/drawing/2014/main" id="{0CE79EB2-C7DF-4835-BD18-E1770A3B344A}"/>
                  </a:ext>
                </a:extLst>
              </p:cNvPr>
              <p:cNvSpPr/>
              <p:nvPr/>
            </p:nvSpPr>
            <p:spPr>
              <a:xfrm>
                <a:off x="413546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7" name="椭圆 13616">
                <a:extLst>
                  <a:ext uri="{FF2B5EF4-FFF2-40B4-BE49-F238E27FC236}">
                    <a16:creationId xmlns:a16="http://schemas.microsoft.com/office/drawing/2014/main" id="{0E454248-2A44-4FDB-AC9F-1034798F5BFB}"/>
                  </a:ext>
                </a:extLst>
              </p:cNvPr>
              <p:cNvSpPr/>
              <p:nvPr/>
            </p:nvSpPr>
            <p:spPr>
              <a:xfrm>
                <a:off x="396556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8" name="椭圆 13617">
                <a:extLst>
                  <a:ext uri="{FF2B5EF4-FFF2-40B4-BE49-F238E27FC236}">
                    <a16:creationId xmlns:a16="http://schemas.microsoft.com/office/drawing/2014/main" id="{166135B1-56F0-4E58-A531-EDC1B7B03B1D}"/>
                  </a:ext>
                </a:extLst>
              </p:cNvPr>
              <p:cNvSpPr/>
              <p:nvPr/>
            </p:nvSpPr>
            <p:spPr>
              <a:xfrm>
                <a:off x="405596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9" name="椭圆 13618">
                <a:extLst>
                  <a:ext uri="{FF2B5EF4-FFF2-40B4-BE49-F238E27FC236}">
                    <a16:creationId xmlns:a16="http://schemas.microsoft.com/office/drawing/2014/main" id="{E76ABEE6-37C2-4628-BB7A-DAD4E651049B}"/>
                  </a:ext>
                </a:extLst>
              </p:cNvPr>
              <p:cNvSpPr/>
              <p:nvPr/>
            </p:nvSpPr>
            <p:spPr>
              <a:xfrm>
                <a:off x="394082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0" name="椭圆 13619">
                <a:extLst>
                  <a:ext uri="{FF2B5EF4-FFF2-40B4-BE49-F238E27FC236}">
                    <a16:creationId xmlns:a16="http://schemas.microsoft.com/office/drawing/2014/main" id="{746DF710-7A54-4909-9590-ABCFCEA86E10}"/>
                  </a:ext>
                </a:extLst>
              </p:cNvPr>
              <p:cNvSpPr/>
              <p:nvPr/>
            </p:nvSpPr>
            <p:spPr>
              <a:xfrm>
                <a:off x="4094284"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1" name="椭圆 13620">
                <a:extLst>
                  <a:ext uri="{FF2B5EF4-FFF2-40B4-BE49-F238E27FC236}">
                    <a16:creationId xmlns:a16="http://schemas.microsoft.com/office/drawing/2014/main" id="{647B0470-7EF9-40CC-A4B2-656F913BD00E}"/>
                  </a:ext>
                </a:extLst>
              </p:cNvPr>
              <p:cNvSpPr/>
              <p:nvPr/>
            </p:nvSpPr>
            <p:spPr>
              <a:xfrm>
                <a:off x="40562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2" name="椭圆 13621">
                <a:extLst>
                  <a:ext uri="{FF2B5EF4-FFF2-40B4-BE49-F238E27FC236}">
                    <a16:creationId xmlns:a16="http://schemas.microsoft.com/office/drawing/2014/main" id="{F518BCCA-2278-49A3-A155-56B885E57E94}"/>
                  </a:ext>
                </a:extLst>
              </p:cNvPr>
              <p:cNvSpPr/>
              <p:nvPr/>
            </p:nvSpPr>
            <p:spPr>
              <a:xfrm>
                <a:off x="4000689"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3" name="椭圆 13622">
                <a:extLst>
                  <a:ext uri="{FF2B5EF4-FFF2-40B4-BE49-F238E27FC236}">
                    <a16:creationId xmlns:a16="http://schemas.microsoft.com/office/drawing/2014/main" id="{1867FE27-EAEA-4129-BC0C-4679EE25DF4E}"/>
                  </a:ext>
                </a:extLst>
              </p:cNvPr>
              <p:cNvSpPr/>
              <p:nvPr/>
            </p:nvSpPr>
            <p:spPr>
              <a:xfrm>
                <a:off x="4000689"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4" name="椭圆 13623">
                <a:extLst>
                  <a:ext uri="{FF2B5EF4-FFF2-40B4-BE49-F238E27FC236}">
                    <a16:creationId xmlns:a16="http://schemas.microsoft.com/office/drawing/2014/main" id="{C78C115B-CD7A-49D9-9057-D729C544D7D7}"/>
                  </a:ext>
                </a:extLst>
              </p:cNvPr>
              <p:cNvSpPr/>
              <p:nvPr/>
            </p:nvSpPr>
            <p:spPr>
              <a:xfrm>
                <a:off x="39605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5" name="椭圆 13624">
                <a:extLst>
                  <a:ext uri="{FF2B5EF4-FFF2-40B4-BE49-F238E27FC236}">
                    <a16:creationId xmlns:a16="http://schemas.microsoft.com/office/drawing/2014/main" id="{F2497B3C-9C15-472F-8A6A-705B5EFE9C22}"/>
                  </a:ext>
                </a:extLst>
              </p:cNvPr>
              <p:cNvSpPr/>
              <p:nvPr/>
            </p:nvSpPr>
            <p:spPr>
              <a:xfrm>
                <a:off x="4121628" y="29234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6" name="椭圆 13625">
                <a:extLst>
                  <a:ext uri="{FF2B5EF4-FFF2-40B4-BE49-F238E27FC236}">
                    <a16:creationId xmlns:a16="http://schemas.microsoft.com/office/drawing/2014/main" id="{C97C02CE-9193-4AF3-AE68-DD4F9D3B8106}"/>
                  </a:ext>
                </a:extLst>
              </p:cNvPr>
              <p:cNvSpPr/>
              <p:nvPr/>
            </p:nvSpPr>
            <p:spPr>
              <a:xfrm>
                <a:off x="4008213"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7" name="椭圆 13626">
                <a:extLst>
                  <a:ext uri="{FF2B5EF4-FFF2-40B4-BE49-F238E27FC236}">
                    <a16:creationId xmlns:a16="http://schemas.microsoft.com/office/drawing/2014/main" id="{111FE4B0-D46E-426B-A008-2A4EB18ECD8D}"/>
                  </a:ext>
                </a:extLst>
              </p:cNvPr>
              <p:cNvSpPr/>
              <p:nvPr/>
            </p:nvSpPr>
            <p:spPr>
              <a:xfrm>
                <a:off x="395818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8" name="椭圆 13627">
                <a:extLst>
                  <a:ext uri="{FF2B5EF4-FFF2-40B4-BE49-F238E27FC236}">
                    <a16:creationId xmlns:a16="http://schemas.microsoft.com/office/drawing/2014/main" id="{F40AAFD6-A0A9-41D8-B15E-52905D635EFC}"/>
                  </a:ext>
                </a:extLst>
              </p:cNvPr>
              <p:cNvSpPr/>
              <p:nvPr/>
            </p:nvSpPr>
            <p:spPr>
              <a:xfrm>
                <a:off x="4017243"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9" name="椭圆 13628">
                <a:extLst>
                  <a:ext uri="{FF2B5EF4-FFF2-40B4-BE49-F238E27FC236}">
                    <a16:creationId xmlns:a16="http://schemas.microsoft.com/office/drawing/2014/main" id="{3E549C14-2CE8-4D03-85AD-5B41C66CE7B6}"/>
                  </a:ext>
                </a:extLst>
              </p:cNvPr>
              <p:cNvSpPr/>
              <p:nvPr/>
            </p:nvSpPr>
            <p:spPr>
              <a:xfrm>
                <a:off x="3965087"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0" name="椭圆 13629">
                <a:extLst>
                  <a:ext uri="{FF2B5EF4-FFF2-40B4-BE49-F238E27FC236}">
                    <a16:creationId xmlns:a16="http://schemas.microsoft.com/office/drawing/2014/main" id="{B75FFE93-3938-492C-BD86-7DC790E4A359}"/>
                  </a:ext>
                </a:extLst>
              </p:cNvPr>
              <p:cNvSpPr/>
              <p:nvPr/>
            </p:nvSpPr>
            <p:spPr>
              <a:xfrm>
                <a:off x="399320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1" name="椭圆 13630">
                <a:extLst>
                  <a:ext uri="{FF2B5EF4-FFF2-40B4-BE49-F238E27FC236}">
                    <a16:creationId xmlns:a16="http://schemas.microsoft.com/office/drawing/2014/main" id="{12998759-63A5-482B-BEA3-D2CBF4C87AF0}"/>
                  </a:ext>
                </a:extLst>
              </p:cNvPr>
              <p:cNvSpPr/>
              <p:nvPr/>
            </p:nvSpPr>
            <p:spPr>
              <a:xfrm>
                <a:off x="3941266"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2" name="椭圆 13631">
                <a:extLst>
                  <a:ext uri="{FF2B5EF4-FFF2-40B4-BE49-F238E27FC236}">
                    <a16:creationId xmlns:a16="http://schemas.microsoft.com/office/drawing/2014/main" id="{E3D174FE-D34F-4541-A27F-A581F779FA95}"/>
                  </a:ext>
                </a:extLst>
              </p:cNvPr>
              <p:cNvSpPr/>
              <p:nvPr/>
            </p:nvSpPr>
            <p:spPr>
              <a:xfrm>
                <a:off x="3855562"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3" name="椭圆 13632">
                <a:extLst>
                  <a:ext uri="{FF2B5EF4-FFF2-40B4-BE49-F238E27FC236}">
                    <a16:creationId xmlns:a16="http://schemas.microsoft.com/office/drawing/2014/main" id="{7975D7DD-F42F-41CF-9E97-BD225EF6873A}"/>
                  </a:ext>
                </a:extLst>
              </p:cNvPr>
              <p:cNvSpPr/>
              <p:nvPr/>
            </p:nvSpPr>
            <p:spPr>
              <a:xfrm>
                <a:off x="4099496"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4" name="椭圆 13633">
                <a:extLst>
                  <a:ext uri="{FF2B5EF4-FFF2-40B4-BE49-F238E27FC236}">
                    <a16:creationId xmlns:a16="http://schemas.microsoft.com/office/drawing/2014/main" id="{F2DD6A53-652F-489D-9C07-0EC6C42563DB}"/>
                  </a:ext>
                </a:extLst>
              </p:cNvPr>
              <p:cNvSpPr/>
              <p:nvPr/>
            </p:nvSpPr>
            <p:spPr>
              <a:xfrm>
                <a:off x="4109663"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5" name="椭圆 13634">
                <a:extLst>
                  <a:ext uri="{FF2B5EF4-FFF2-40B4-BE49-F238E27FC236}">
                    <a16:creationId xmlns:a16="http://schemas.microsoft.com/office/drawing/2014/main" id="{22FFB6EC-04CF-48BD-B539-A1113A96C8AD}"/>
                  </a:ext>
                </a:extLst>
              </p:cNvPr>
              <p:cNvSpPr/>
              <p:nvPr/>
            </p:nvSpPr>
            <p:spPr>
              <a:xfrm>
                <a:off x="39556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6" name="椭圆 13635">
                <a:extLst>
                  <a:ext uri="{FF2B5EF4-FFF2-40B4-BE49-F238E27FC236}">
                    <a16:creationId xmlns:a16="http://schemas.microsoft.com/office/drawing/2014/main" id="{1AEF1689-065B-4F9A-9EEA-92973FF612CE}"/>
                  </a:ext>
                </a:extLst>
              </p:cNvPr>
              <p:cNvSpPr/>
              <p:nvPr/>
            </p:nvSpPr>
            <p:spPr>
              <a:xfrm>
                <a:off x="4253358"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7" name="椭圆 13636">
                <a:extLst>
                  <a:ext uri="{FF2B5EF4-FFF2-40B4-BE49-F238E27FC236}">
                    <a16:creationId xmlns:a16="http://schemas.microsoft.com/office/drawing/2014/main" id="{997239ED-37FF-437A-97C6-F59CAE44845C}"/>
                  </a:ext>
                </a:extLst>
              </p:cNvPr>
              <p:cNvSpPr/>
              <p:nvPr/>
            </p:nvSpPr>
            <p:spPr>
              <a:xfrm>
                <a:off x="402095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8" name="椭圆 13637">
                <a:extLst>
                  <a:ext uri="{FF2B5EF4-FFF2-40B4-BE49-F238E27FC236}">
                    <a16:creationId xmlns:a16="http://schemas.microsoft.com/office/drawing/2014/main" id="{5FA3A913-7005-4F96-988E-59BCE27A0C32}"/>
                  </a:ext>
                </a:extLst>
              </p:cNvPr>
              <p:cNvSpPr/>
              <p:nvPr/>
            </p:nvSpPr>
            <p:spPr>
              <a:xfrm>
                <a:off x="4094688" y="30140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9" name="椭圆 13638">
                <a:extLst>
                  <a:ext uri="{FF2B5EF4-FFF2-40B4-BE49-F238E27FC236}">
                    <a16:creationId xmlns:a16="http://schemas.microsoft.com/office/drawing/2014/main" id="{2507EB80-BB04-451E-8D76-E34CE19840DA}"/>
                  </a:ext>
                </a:extLst>
              </p:cNvPr>
              <p:cNvSpPr/>
              <p:nvPr/>
            </p:nvSpPr>
            <p:spPr>
              <a:xfrm>
                <a:off x="3860150"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0" name="椭圆 13639">
                <a:extLst>
                  <a:ext uri="{FF2B5EF4-FFF2-40B4-BE49-F238E27FC236}">
                    <a16:creationId xmlns:a16="http://schemas.microsoft.com/office/drawing/2014/main" id="{75E5CEDD-6886-4236-AEA7-074755E599FE}"/>
                  </a:ext>
                </a:extLst>
              </p:cNvPr>
              <p:cNvSpPr/>
              <p:nvPr/>
            </p:nvSpPr>
            <p:spPr>
              <a:xfrm>
                <a:off x="402208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1" name="椭圆 13640">
                <a:extLst>
                  <a:ext uri="{FF2B5EF4-FFF2-40B4-BE49-F238E27FC236}">
                    <a16:creationId xmlns:a16="http://schemas.microsoft.com/office/drawing/2014/main" id="{E3EF8D40-9CAD-44B8-9DDC-53A7EF9B217D}"/>
                  </a:ext>
                </a:extLst>
              </p:cNvPr>
              <p:cNvSpPr/>
              <p:nvPr/>
            </p:nvSpPr>
            <p:spPr>
              <a:xfrm>
                <a:off x="407152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2" name="椭圆 13641">
                <a:extLst>
                  <a:ext uri="{FF2B5EF4-FFF2-40B4-BE49-F238E27FC236}">
                    <a16:creationId xmlns:a16="http://schemas.microsoft.com/office/drawing/2014/main" id="{6905A6BF-E5C9-439F-AAAB-349CEFC8228E}"/>
                  </a:ext>
                </a:extLst>
              </p:cNvPr>
              <p:cNvSpPr/>
              <p:nvPr/>
            </p:nvSpPr>
            <p:spPr>
              <a:xfrm>
                <a:off x="390423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3" name="椭圆 13642">
                <a:extLst>
                  <a:ext uri="{FF2B5EF4-FFF2-40B4-BE49-F238E27FC236}">
                    <a16:creationId xmlns:a16="http://schemas.microsoft.com/office/drawing/2014/main" id="{D3C3A9D2-279E-493C-8D0D-C442A9F8E852}"/>
                  </a:ext>
                </a:extLst>
              </p:cNvPr>
              <p:cNvSpPr/>
              <p:nvPr/>
            </p:nvSpPr>
            <p:spPr>
              <a:xfrm>
                <a:off x="390048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4" name="椭圆 13643">
                <a:extLst>
                  <a:ext uri="{FF2B5EF4-FFF2-40B4-BE49-F238E27FC236}">
                    <a16:creationId xmlns:a16="http://schemas.microsoft.com/office/drawing/2014/main" id="{A57C666F-F859-40C9-A089-0C61FAE9426F}"/>
                  </a:ext>
                </a:extLst>
              </p:cNvPr>
              <p:cNvSpPr/>
              <p:nvPr/>
            </p:nvSpPr>
            <p:spPr>
              <a:xfrm>
                <a:off x="403500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5" name="椭圆 13644">
                <a:extLst>
                  <a:ext uri="{FF2B5EF4-FFF2-40B4-BE49-F238E27FC236}">
                    <a16:creationId xmlns:a16="http://schemas.microsoft.com/office/drawing/2014/main" id="{F3CD0E0E-278A-407C-859A-083129C5C29B}"/>
                  </a:ext>
                </a:extLst>
              </p:cNvPr>
              <p:cNvSpPr/>
              <p:nvPr/>
            </p:nvSpPr>
            <p:spPr>
              <a:xfrm>
                <a:off x="405798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6" name="椭圆 13645">
                <a:extLst>
                  <a:ext uri="{FF2B5EF4-FFF2-40B4-BE49-F238E27FC236}">
                    <a16:creationId xmlns:a16="http://schemas.microsoft.com/office/drawing/2014/main" id="{9C8CC9B8-8F1F-4605-B388-D1E44C88B747}"/>
                  </a:ext>
                </a:extLst>
              </p:cNvPr>
              <p:cNvSpPr/>
              <p:nvPr/>
            </p:nvSpPr>
            <p:spPr>
              <a:xfrm>
                <a:off x="412137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7" name="椭圆 13646">
                <a:extLst>
                  <a:ext uri="{FF2B5EF4-FFF2-40B4-BE49-F238E27FC236}">
                    <a16:creationId xmlns:a16="http://schemas.microsoft.com/office/drawing/2014/main" id="{21FF3417-D418-4A1F-8ABD-ED892060EA01}"/>
                  </a:ext>
                </a:extLst>
              </p:cNvPr>
              <p:cNvSpPr/>
              <p:nvPr/>
            </p:nvSpPr>
            <p:spPr>
              <a:xfrm>
                <a:off x="4018013" y="30076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8" name="椭圆 13647">
                <a:extLst>
                  <a:ext uri="{FF2B5EF4-FFF2-40B4-BE49-F238E27FC236}">
                    <a16:creationId xmlns:a16="http://schemas.microsoft.com/office/drawing/2014/main" id="{648EE805-1427-4E70-91E6-141B9C2385B2}"/>
                  </a:ext>
                </a:extLst>
              </p:cNvPr>
              <p:cNvSpPr/>
              <p:nvPr/>
            </p:nvSpPr>
            <p:spPr>
              <a:xfrm>
                <a:off x="4038751" y="30134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9" name="椭圆 13648">
                <a:extLst>
                  <a:ext uri="{FF2B5EF4-FFF2-40B4-BE49-F238E27FC236}">
                    <a16:creationId xmlns:a16="http://schemas.microsoft.com/office/drawing/2014/main" id="{90E29684-7564-4B21-B8AD-CD6260D1ADC6}"/>
                  </a:ext>
                </a:extLst>
              </p:cNvPr>
              <p:cNvSpPr/>
              <p:nvPr/>
            </p:nvSpPr>
            <p:spPr>
              <a:xfrm>
                <a:off x="3997973"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0" name="椭圆 13649">
                <a:extLst>
                  <a:ext uri="{FF2B5EF4-FFF2-40B4-BE49-F238E27FC236}">
                    <a16:creationId xmlns:a16="http://schemas.microsoft.com/office/drawing/2014/main" id="{322BBBA3-1142-4CD3-AE7F-43E0F9DDCF3C}"/>
                  </a:ext>
                </a:extLst>
              </p:cNvPr>
              <p:cNvSpPr/>
              <p:nvPr/>
            </p:nvSpPr>
            <p:spPr>
              <a:xfrm>
                <a:off x="3996945" y="30256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1" name="椭圆 13650">
                <a:extLst>
                  <a:ext uri="{FF2B5EF4-FFF2-40B4-BE49-F238E27FC236}">
                    <a16:creationId xmlns:a16="http://schemas.microsoft.com/office/drawing/2014/main" id="{E84E53BC-6B01-480A-BCDE-65BE5396E323}"/>
                  </a:ext>
                </a:extLst>
              </p:cNvPr>
              <p:cNvSpPr/>
              <p:nvPr/>
            </p:nvSpPr>
            <p:spPr>
              <a:xfrm>
                <a:off x="40157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2" name="椭圆 13651">
                <a:extLst>
                  <a:ext uri="{FF2B5EF4-FFF2-40B4-BE49-F238E27FC236}">
                    <a16:creationId xmlns:a16="http://schemas.microsoft.com/office/drawing/2014/main" id="{FA6D9299-C9A6-4D1A-9CBA-7BFABD760904}"/>
                  </a:ext>
                </a:extLst>
              </p:cNvPr>
              <p:cNvSpPr/>
              <p:nvPr/>
            </p:nvSpPr>
            <p:spPr>
              <a:xfrm>
                <a:off x="40286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3" name="椭圆 13652">
                <a:extLst>
                  <a:ext uri="{FF2B5EF4-FFF2-40B4-BE49-F238E27FC236}">
                    <a16:creationId xmlns:a16="http://schemas.microsoft.com/office/drawing/2014/main" id="{E0E6A770-7B2D-4D8F-BAC9-2D8A7C40A365}"/>
                  </a:ext>
                </a:extLst>
              </p:cNvPr>
              <p:cNvSpPr/>
              <p:nvPr/>
            </p:nvSpPr>
            <p:spPr>
              <a:xfrm>
                <a:off x="3978850"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4" name="椭圆 13653">
                <a:extLst>
                  <a:ext uri="{FF2B5EF4-FFF2-40B4-BE49-F238E27FC236}">
                    <a16:creationId xmlns:a16="http://schemas.microsoft.com/office/drawing/2014/main" id="{A40284FF-1908-4231-9F69-D9A8F0CDE3D7}"/>
                  </a:ext>
                </a:extLst>
              </p:cNvPr>
              <p:cNvSpPr/>
              <p:nvPr/>
            </p:nvSpPr>
            <p:spPr>
              <a:xfrm>
                <a:off x="406690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5" name="椭圆 13654">
                <a:extLst>
                  <a:ext uri="{FF2B5EF4-FFF2-40B4-BE49-F238E27FC236}">
                    <a16:creationId xmlns:a16="http://schemas.microsoft.com/office/drawing/2014/main" id="{1F992D28-34E1-4F86-90ED-8676E3D6B8CF}"/>
                  </a:ext>
                </a:extLst>
              </p:cNvPr>
              <p:cNvSpPr/>
              <p:nvPr/>
            </p:nvSpPr>
            <p:spPr>
              <a:xfrm>
                <a:off x="407769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6" name="椭圆 13655">
                <a:extLst>
                  <a:ext uri="{FF2B5EF4-FFF2-40B4-BE49-F238E27FC236}">
                    <a16:creationId xmlns:a16="http://schemas.microsoft.com/office/drawing/2014/main" id="{50490143-7248-429E-85C3-24333FCB56E3}"/>
                  </a:ext>
                </a:extLst>
              </p:cNvPr>
              <p:cNvSpPr/>
              <p:nvPr/>
            </p:nvSpPr>
            <p:spPr>
              <a:xfrm>
                <a:off x="3976061"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7" name="椭圆 13656">
                <a:extLst>
                  <a:ext uri="{FF2B5EF4-FFF2-40B4-BE49-F238E27FC236}">
                    <a16:creationId xmlns:a16="http://schemas.microsoft.com/office/drawing/2014/main" id="{57CD9D04-A0B9-4B04-8559-A2E4C71A1AE4}"/>
                  </a:ext>
                </a:extLst>
              </p:cNvPr>
              <p:cNvSpPr/>
              <p:nvPr/>
            </p:nvSpPr>
            <p:spPr>
              <a:xfrm>
                <a:off x="399411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8" name="椭圆 13657">
                <a:extLst>
                  <a:ext uri="{FF2B5EF4-FFF2-40B4-BE49-F238E27FC236}">
                    <a16:creationId xmlns:a16="http://schemas.microsoft.com/office/drawing/2014/main" id="{7A949C29-172B-41A7-A877-E40125A716DF}"/>
                  </a:ext>
                </a:extLst>
              </p:cNvPr>
              <p:cNvSpPr/>
              <p:nvPr/>
            </p:nvSpPr>
            <p:spPr>
              <a:xfrm>
                <a:off x="4008140"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9" name="椭圆 13658">
                <a:extLst>
                  <a:ext uri="{FF2B5EF4-FFF2-40B4-BE49-F238E27FC236}">
                    <a16:creationId xmlns:a16="http://schemas.microsoft.com/office/drawing/2014/main" id="{9AF10323-4652-4CCD-981F-72B31131E6AD}"/>
                  </a:ext>
                </a:extLst>
              </p:cNvPr>
              <p:cNvSpPr/>
              <p:nvPr/>
            </p:nvSpPr>
            <p:spPr>
              <a:xfrm>
                <a:off x="400575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0" name="椭圆 13659">
                <a:extLst>
                  <a:ext uri="{FF2B5EF4-FFF2-40B4-BE49-F238E27FC236}">
                    <a16:creationId xmlns:a16="http://schemas.microsoft.com/office/drawing/2014/main" id="{ACD5112E-0A17-41B4-AB64-394407527E30}"/>
                  </a:ext>
                </a:extLst>
              </p:cNvPr>
              <p:cNvSpPr/>
              <p:nvPr/>
            </p:nvSpPr>
            <p:spPr>
              <a:xfrm>
                <a:off x="4015554" y="2961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1" name="椭圆 13660">
                <a:extLst>
                  <a:ext uri="{FF2B5EF4-FFF2-40B4-BE49-F238E27FC236}">
                    <a16:creationId xmlns:a16="http://schemas.microsoft.com/office/drawing/2014/main" id="{7B02A1FE-DC61-4EEC-BF97-FD7BD2C16996}"/>
                  </a:ext>
                </a:extLst>
              </p:cNvPr>
              <p:cNvSpPr/>
              <p:nvPr/>
            </p:nvSpPr>
            <p:spPr>
              <a:xfrm>
                <a:off x="4138475"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2" name="椭圆 13661">
                <a:extLst>
                  <a:ext uri="{FF2B5EF4-FFF2-40B4-BE49-F238E27FC236}">
                    <a16:creationId xmlns:a16="http://schemas.microsoft.com/office/drawing/2014/main" id="{112BAF99-E5F8-43DA-9C92-47A44EFC6048}"/>
                  </a:ext>
                </a:extLst>
              </p:cNvPr>
              <p:cNvSpPr/>
              <p:nvPr/>
            </p:nvSpPr>
            <p:spPr>
              <a:xfrm>
                <a:off x="4016912"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3" name="椭圆 13662">
                <a:extLst>
                  <a:ext uri="{FF2B5EF4-FFF2-40B4-BE49-F238E27FC236}">
                    <a16:creationId xmlns:a16="http://schemas.microsoft.com/office/drawing/2014/main" id="{A75D8145-24AA-4E0B-8F5B-7242285DA78F}"/>
                  </a:ext>
                </a:extLst>
              </p:cNvPr>
              <p:cNvSpPr/>
              <p:nvPr/>
            </p:nvSpPr>
            <p:spPr>
              <a:xfrm>
                <a:off x="3859600" y="29474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4" name="椭圆 13663">
                <a:extLst>
                  <a:ext uri="{FF2B5EF4-FFF2-40B4-BE49-F238E27FC236}">
                    <a16:creationId xmlns:a16="http://schemas.microsoft.com/office/drawing/2014/main" id="{D80D9595-4F81-4C94-9967-507D22589D1C}"/>
                  </a:ext>
                </a:extLst>
              </p:cNvPr>
              <p:cNvSpPr/>
              <p:nvPr/>
            </p:nvSpPr>
            <p:spPr>
              <a:xfrm>
                <a:off x="3961453"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5" name="椭圆 13664">
                <a:extLst>
                  <a:ext uri="{FF2B5EF4-FFF2-40B4-BE49-F238E27FC236}">
                    <a16:creationId xmlns:a16="http://schemas.microsoft.com/office/drawing/2014/main" id="{676BE12E-A963-49A7-8350-841A69EDCA9A}"/>
                  </a:ext>
                </a:extLst>
              </p:cNvPr>
              <p:cNvSpPr/>
              <p:nvPr/>
            </p:nvSpPr>
            <p:spPr>
              <a:xfrm>
                <a:off x="4045872"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6" name="椭圆 13665">
                <a:extLst>
                  <a:ext uri="{FF2B5EF4-FFF2-40B4-BE49-F238E27FC236}">
                    <a16:creationId xmlns:a16="http://schemas.microsoft.com/office/drawing/2014/main" id="{071AD7D8-DA75-44D3-BBB0-0E4C26DCECA3}"/>
                  </a:ext>
                </a:extLst>
              </p:cNvPr>
              <p:cNvSpPr/>
              <p:nvPr/>
            </p:nvSpPr>
            <p:spPr>
              <a:xfrm>
                <a:off x="4015995" y="30331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7" name="椭圆 13666">
                <a:extLst>
                  <a:ext uri="{FF2B5EF4-FFF2-40B4-BE49-F238E27FC236}">
                    <a16:creationId xmlns:a16="http://schemas.microsoft.com/office/drawing/2014/main" id="{941C3C72-3F5F-45DF-A014-E1BDF3138759}"/>
                  </a:ext>
                </a:extLst>
              </p:cNvPr>
              <p:cNvSpPr/>
              <p:nvPr/>
            </p:nvSpPr>
            <p:spPr>
              <a:xfrm>
                <a:off x="398347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8" name="椭圆 13667">
                <a:extLst>
                  <a:ext uri="{FF2B5EF4-FFF2-40B4-BE49-F238E27FC236}">
                    <a16:creationId xmlns:a16="http://schemas.microsoft.com/office/drawing/2014/main" id="{6A094755-B568-4208-9012-67530165774F}"/>
                  </a:ext>
                </a:extLst>
              </p:cNvPr>
              <p:cNvSpPr/>
              <p:nvPr/>
            </p:nvSpPr>
            <p:spPr>
              <a:xfrm>
                <a:off x="4101551"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9" name="椭圆 13668">
                <a:extLst>
                  <a:ext uri="{FF2B5EF4-FFF2-40B4-BE49-F238E27FC236}">
                    <a16:creationId xmlns:a16="http://schemas.microsoft.com/office/drawing/2014/main" id="{D9FADA4C-825E-4D28-B334-F8801A025652}"/>
                  </a:ext>
                </a:extLst>
              </p:cNvPr>
              <p:cNvSpPr/>
              <p:nvPr/>
            </p:nvSpPr>
            <p:spPr>
              <a:xfrm>
                <a:off x="39516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0" name="椭圆 13669">
                <a:extLst>
                  <a:ext uri="{FF2B5EF4-FFF2-40B4-BE49-F238E27FC236}">
                    <a16:creationId xmlns:a16="http://schemas.microsoft.com/office/drawing/2014/main" id="{D84092C1-046D-4CD4-89CE-342171A0B6AB}"/>
                  </a:ext>
                </a:extLst>
              </p:cNvPr>
              <p:cNvSpPr/>
              <p:nvPr/>
            </p:nvSpPr>
            <p:spPr>
              <a:xfrm>
                <a:off x="4029538"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1" name="椭圆 13670">
                <a:extLst>
                  <a:ext uri="{FF2B5EF4-FFF2-40B4-BE49-F238E27FC236}">
                    <a16:creationId xmlns:a16="http://schemas.microsoft.com/office/drawing/2014/main" id="{E93267CC-9E96-4ECC-A6C2-2A9F6A550EEF}"/>
                  </a:ext>
                </a:extLst>
              </p:cNvPr>
              <p:cNvSpPr/>
              <p:nvPr/>
            </p:nvSpPr>
            <p:spPr>
              <a:xfrm>
                <a:off x="4011590"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2" name="椭圆 13671">
                <a:extLst>
                  <a:ext uri="{FF2B5EF4-FFF2-40B4-BE49-F238E27FC236}">
                    <a16:creationId xmlns:a16="http://schemas.microsoft.com/office/drawing/2014/main" id="{1C042B86-6863-4F7C-9966-633ED7E4AE76}"/>
                  </a:ext>
                </a:extLst>
              </p:cNvPr>
              <p:cNvSpPr/>
              <p:nvPr/>
            </p:nvSpPr>
            <p:spPr>
              <a:xfrm>
                <a:off x="41045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3" name="椭圆 13672">
                <a:extLst>
                  <a:ext uri="{FF2B5EF4-FFF2-40B4-BE49-F238E27FC236}">
                    <a16:creationId xmlns:a16="http://schemas.microsoft.com/office/drawing/2014/main" id="{2E08CCEB-CC04-4E7A-A24E-F003F9C4E84D}"/>
                  </a:ext>
                </a:extLst>
              </p:cNvPr>
              <p:cNvSpPr/>
              <p:nvPr/>
            </p:nvSpPr>
            <p:spPr>
              <a:xfrm>
                <a:off x="3776613"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4" name="椭圆 13673">
                <a:extLst>
                  <a:ext uri="{FF2B5EF4-FFF2-40B4-BE49-F238E27FC236}">
                    <a16:creationId xmlns:a16="http://schemas.microsoft.com/office/drawing/2014/main" id="{FFF0FC02-725D-4545-9421-02F171DCE5B4}"/>
                  </a:ext>
                </a:extLst>
              </p:cNvPr>
              <p:cNvSpPr/>
              <p:nvPr/>
            </p:nvSpPr>
            <p:spPr>
              <a:xfrm>
                <a:off x="409347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5" name="椭圆 13674">
                <a:extLst>
                  <a:ext uri="{FF2B5EF4-FFF2-40B4-BE49-F238E27FC236}">
                    <a16:creationId xmlns:a16="http://schemas.microsoft.com/office/drawing/2014/main" id="{C3F7B21F-E74F-48A5-AD01-6D9F9C3687DC}"/>
                  </a:ext>
                </a:extLst>
              </p:cNvPr>
              <p:cNvSpPr/>
              <p:nvPr/>
            </p:nvSpPr>
            <p:spPr>
              <a:xfrm>
                <a:off x="3776833" y="2620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6" name="椭圆 13675">
                <a:extLst>
                  <a:ext uri="{FF2B5EF4-FFF2-40B4-BE49-F238E27FC236}">
                    <a16:creationId xmlns:a16="http://schemas.microsoft.com/office/drawing/2014/main" id="{AF681191-DB5F-45F4-B342-06BE18A29DA9}"/>
                  </a:ext>
                </a:extLst>
              </p:cNvPr>
              <p:cNvSpPr/>
              <p:nvPr/>
            </p:nvSpPr>
            <p:spPr>
              <a:xfrm>
                <a:off x="4188319" y="2799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7" name="椭圆 13676">
                <a:extLst>
                  <a:ext uri="{FF2B5EF4-FFF2-40B4-BE49-F238E27FC236}">
                    <a16:creationId xmlns:a16="http://schemas.microsoft.com/office/drawing/2014/main" id="{F0ECE741-F62C-46AF-AF85-D606B7B2BE9F}"/>
                  </a:ext>
                </a:extLst>
              </p:cNvPr>
              <p:cNvSpPr/>
              <p:nvPr/>
            </p:nvSpPr>
            <p:spPr>
              <a:xfrm>
                <a:off x="3745488"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8" name="椭圆 13677">
                <a:extLst>
                  <a:ext uri="{FF2B5EF4-FFF2-40B4-BE49-F238E27FC236}">
                    <a16:creationId xmlns:a16="http://schemas.microsoft.com/office/drawing/2014/main" id="{55269FF1-7D96-45FF-8DC3-BD1CBD4DFDEE}"/>
                  </a:ext>
                </a:extLst>
              </p:cNvPr>
              <p:cNvSpPr/>
              <p:nvPr/>
            </p:nvSpPr>
            <p:spPr>
              <a:xfrm>
                <a:off x="40474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9" name="椭圆 13678">
                <a:extLst>
                  <a:ext uri="{FF2B5EF4-FFF2-40B4-BE49-F238E27FC236}">
                    <a16:creationId xmlns:a16="http://schemas.microsoft.com/office/drawing/2014/main" id="{AF4741FF-ED13-4B91-83D5-857D67DB5427}"/>
                  </a:ext>
                </a:extLst>
              </p:cNvPr>
              <p:cNvSpPr/>
              <p:nvPr/>
            </p:nvSpPr>
            <p:spPr>
              <a:xfrm>
                <a:off x="4210561" y="277380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0" name="椭圆 13679">
                <a:extLst>
                  <a:ext uri="{FF2B5EF4-FFF2-40B4-BE49-F238E27FC236}">
                    <a16:creationId xmlns:a16="http://schemas.microsoft.com/office/drawing/2014/main" id="{8A1E32DF-9AB8-4374-A48C-AEF7AD0154EE}"/>
                  </a:ext>
                </a:extLst>
              </p:cNvPr>
              <p:cNvSpPr/>
              <p:nvPr/>
            </p:nvSpPr>
            <p:spPr>
              <a:xfrm>
                <a:off x="39633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1" name="椭圆 13680">
                <a:extLst>
                  <a:ext uri="{FF2B5EF4-FFF2-40B4-BE49-F238E27FC236}">
                    <a16:creationId xmlns:a16="http://schemas.microsoft.com/office/drawing/2014/main" id="{FD153BDE-4E1A-40AA-811E-F5EFF0E82B4A}"/>
                  </a:ext>
                </a:extLst>
              </p:cNvPr>
              <p:cNvSpPr/>
              <p:nvPr/>
            </p:nvSpPr>
            <p:spPr>
              <a:xfrm>
                <a:off x="4360166" y="273772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2" name="椭圆 13681">
                <a:extLst>
                  <a:ext uri="{FF2B5EF4-FFF2-40B4-BE49-F238E27FC236}">
                    <a16:creationId xmlns:a16="http://schemas.microsoft.com/office/drawing/2014/main" id="{C6382348-F739-4F44-8018-4A682021FF7E}"/>
                  </a:ext>
                </a:extLst>
              </p:cNvPr>
              <p:cNvSpPr/>
              <p:nvPr/>
            </p:nvSpPr>
            <p:spPr>
              <a:xfrm>
                <a:off x="419000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3" name="椭圆 13682">
                <a:extLst>
                  <a:ext uri="{FF2B5EF4-FFF2-40B4-BE49-F238E27FC236}">
                    <a16:creationId xmlns:a16="http://schemas.microsoft.com/office/drawing/2014/main" id="{3EF1742E-77C8-4956-9296-20A9584DF943}"/>
                  </a:ext>
                </a:extLst>
              </p:cNvPr>
              <p:cNvSpPr/>
              <p:nvPr/>
            </p:nvSpPr>
            <p:spPr>
              <a:xfrm>
                <a:off x="43878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4" name="椭圆 13683">
                <a:extLst>
                  <a:ext uri="{FF2B5EF4-FFF2-40B4-BE49-F238E27FC236}">
                    <a16:creationId xmlns:a16="http://schemas.microsoft.com/office/drawing/2014/main" id="{41F3B55B-3D3A-4651-8603-2FA64D1CEFFA}"/>
                  </a:ext>
                </a:extLst>
              </p:cNvPr>
              <p:cNvSpPr/>
              <p:nvPr/>
            </p:nvSpPr>
            <p:spPr>
              <a:xfrm>
                <a:off x="374783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5" name="椭圆 13684">
                <a:extLst>
                  <a:ext uri="{FF2B5EF4-FFF2-40B4-BE49-F238E27FC236}">
                    <a16:creationId xmlns:a16="http://schemas.microsoft.com/office/drawing/2014/main" id="{9BBE5B30-C2A1-4DD1-8DE6-C4376314E1BB}"/>
                  </a:ext>
                </a:extLst>
              </p:cNvPr>
              <p:cNvSpPr/>
              <p:nvPr/>
            </p:nvSpPr>
            <p:spPr>
              <a:xfrm>
                <a:off x="402194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6" name="椭圆 13685">
                <a:extLst>
                  <a:ext uri="{FF2B5EF4-FFF2-40B4-BE49-F238E27FC236}">
                    <a16:creationId xmlns:a16="http://schemas.microsoft.com/office/drawing/2014/main" id="{B5178976-6F7C-4073-9272-6D8E099807B0}"/>
                  </a:ext>
                </a:extLst>
              </p:cNvPr>
              <p:cNvSpPr/>
              <p:nvPr/>
            </p:nvSpPr>
            <p:spPr>
              <a:xfrm>
                <a:off x="3990706"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7" name="椭圆 13686">
                <a:extLst>
                  <a:ext uri="{FF2B5EF4-FFF2-40B4-BE49-F238E27FC236}">
                    <a16:creationId xmlns:a16="http://schemas.microsoft.com/office/drawing/2014/main" id="{317E7D22-9442-4762-9900-461E953E91A8}"/>
                  </a:ext>
                </a:extLst>
              </p:cNvPr>
              <p:cNvSpPr/>
              <p:nvPr/>
            </p:nvSpPr>
            <p:spPr>
              <a:xfrm>
                <a:off x="406804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8" name="椭圆 13687">
                <a:extLst>
                  <a:ext uri="{FF2B5EF4-FFF2-40B4-BE49-F238E27FC236}">
                    <a16:creationId xmlns:a16="http://schemas.microsoft.com/office/drawing/2014/main" id="{61DD914D-3421-429F-9094-5B48D0859C25}"/>
                  </a:ext>
                </a:extLst>
              </p:cNvPr>
              <p:cNvSpPr/>
              <p:nvPr/>
            </p:nvSpPr>
            <p:spPr>
              <a:xfrm>
                <a:off x="3861729"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9" name="椭圆 13688">
                <a:extLst>
                  <a:ext uri="{FF2B5EF4-FFF2-40B4-BE49-F238E27FC236}">
                    <a16:creationId xmlns:a16="http://schemas.microsoft.com/office/drawing/2014/main" id="{C28D04B6-A7EF-4ECC-9EE6-73CCF7A04372}"/>
                  </a:ext>
                </a:extLst>
              </p:cNvPr>
              <p:cNvSpPr/>
              <p:nvPr/>
            </p:nvSpPr>
            <p:spPr>
              <a:xfrm>
                <a:off x="4125482"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0" name="椭圆 13689">
                <a:extLst>
                  <a:ext uri="{FF2B5EF4-FFF2-40B4-BE49-F238E27FC236}">
                    <a16:creationId xmlns:a16="http://schemas.microsoft.com/office/drawing/2014/main" id="{04EDA651-AB49-403B-B481-5605E2D11E18}"/>
                  </a:ext>
                </a:extLst>
              </p:cNvPr>
              <p:cNvSpPr/>
              <p:nvPr/>
            </p:nvSpPr>
            <p:spPr>
              <a:xfrm>
                <a:off x="408488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1" name="椭圆 13690">
                <a:extLst>
                  <a:ext uri="{FF2B5EF4-FFF2-40B4-BE49-F238E27FC236}">
                    <a16:creationId xmlns:a16="http://schemas.microsoft.com/office/drawing/2014/main" id="{AEDDBC9B-4AE7-41F2-9D71-4316341B2ABC}"/>
                  </a:ext>
                </a:extLst>
              </p:cNvPr>
              <p:cNvSpPr/>
              <p:nvPr/>
            </p:nvSpPr>
            <p:spPr>
              <a:xfrm>
                <a:off x="39611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2" name="椭圆 13691">
                <a:extLst>
                  <a:ext uri="{FF2B5EF4-FFF2-40B4-BE49-F238E27FC236}">
                    <a16:creationId xmlns:a16="http://schemas.microsoft.com/office/drawing/2014/main" id="{C57F0D68-464B-4FDC-8387-063607945E69}"/>
                  </a:ext>
                </a:extLst>
              </p:cNvPr>
              <p:cNvSpPr/>
              <p:nvPr/>
            </p:nvSpPr>
            <p:spPr>
              <a:xfrm>
                <a:off x="4028841" y="30331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3" name="椭圆 13692">
                <a:extLst>
                  <a:ext uri="{FF2B5EF4-FFF2-40B4-BE49-F238E27FC236}">
                    <a16:creationId xmlns:a16="http://schemas.microsoft.com/office/drawing/2014/main" id="{8973894E-F613-4FEA-A923-A2558B5A3917}"/>
                  </a:ext>
                </a:extLst>
              </p:cNvPr>
              <p:cNvSpPr/>
              <p:nvPr/>
            </p:nvSpPr>
            <p:spPr>
              <a:xfrm>
                <a:off x="401522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4" name="椭圆 13693">
                <a:extLst>
                  <a:ext uri="{FF2B5EF4-FFF2-40B4-BE49-F238E27FC236}">
                    <a16:creationId xmlns:a16="http://schemas.microsoft.com/office/drawing/2014/main" id="{D07E17F9-1500-4A07-8F71-B4E3A716CC3D}"/>
                  </a:ext>
                </a:extLst>
              </p:cNvPr>
              <p:cNvSpPr/>
              <p:nvPr/>
            </p:nvSpPr>
            <p:spPr>
              <a:xfrm>
                <a:off x="4076886"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5" name="椭圆 13694">
                <a:extLst>
                  <a:ext uri="{FF2B5EF4-FFF2-40B4-BE49-F238E27FC236}">
                    <a16:creationId xmlns:a16="http://schemas.microsoft.com/office/drawing/2014/main" id="{E743FC08-F456-4237-AABB-4015053D169F}"/>
                  </a:ext>
                </a:extLst>
              </p:cNvPr>
              <p:cNvSpPr/>
              <p:nvPr/>
            </p:nvSpPr>
            <p:spPr>
              <a:xfrm>
                <a:off x="4031374"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6" name="椭圆 13695">
                <a:extLst>
                  <a:ext uri="{FF2B5EF4-FFF2-40B4-BE49-F238E27FC236}">
                    <a16:creationId xmlns:a16="http://schemas.microsoft.com/office/drawing/2014/main" id="{31853011-C5E8-4316-A73D-71B98C3C01E4}"/>
                  </a:ext>
                </a:extLst>
              </p:cNvPr>
              <p:cNvSpPr/>
              <p:nvPr/>
            </p:nvSpPr>
            <p:spPr>
              <a:xfrm>
                <a:off x="3941009"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7" name="椭圆 13696">
                <a:extLst>
                  <a:ext uri="{FF2B5EF4-FFF2-40B4-BE49-F238E27FC236}">
                    <a16:creationId xmlns:a16="http://schemas.microsoft.com/office/drawing/2014/main" id="{67FABF66-4B0E-43EE-9DDF-4528290C079F}"/>
                  </a:ext>
                </a:extLst>
              </p:cNvPr>
              <p:cNvSpPr/>
              <p:nvPr/>
            </p:nvSpPr>
            <p:spPr>
              <a:xfrm>
                <a:off x="40662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8" name="椭圆 13697">
                <a:extLst>
                  <a:ext uri="{FF2B5EF4-FFF2-40B4-BE49-F238E27FC236}">
                    <a16:creationId xmlns:a16="http://schemas.microsoft.com/office/drawing/2014/main" id="{55A74927-CA78-478E-8075-63445104631A}"/>
                  </a:ext>
                </a:extLst>
              </p:cNvPr>
              <p:cNvSpPr/>
              <p:nvPr/>
            </p:nvSpPr>
            <p:spPr>
              <a:xfrm>
                <a:off x="39308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9" name="椭圆 13698">
                <a:extLst>
                  <a:ext uri="{FF2B5EF4-FFF2-40B4-BE49-F238E27FC236}">
                    <a16:creationId xmlns:a16="http://schemas.microsoft.com/office/drawing/2014/main" id="{9FB4C391-A083-4D49-BE5A-665BEE45925E}"/>
                  </a:ext>
                </a:extLst>
              </p:cNvPr>
              <p:cNvSpPr/>
              <p:nvPr/>
            </p:nvSpPr>
            <p:spPr>
              <a:xfrm>
                <a:off x="388698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0" name="椭圆 13699">
                <a:extLst>
                  <a:ext uri="{FF2B5EF4-FFF2-40B4-BE49-F238E27FC236}">
                    <a16:creationId xmlns:a16="http://schemas.microsoft.com/office/drawing/2014/main" id="{424CAC9E-3299-4FD0-9A80-A056F8375B46}"/>
                  </a:ext>
                </a:extLst>
              </p:cNvPr>
              <p:cNvSpPr/>
              <p:nvPr/>
            </p:nvSpPr>
            <p:spPr>
              <a:xfrm>
                <a:off x="39901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1" name="椭圆 13700">
                <a:extLst>
                  <a:ext uri="{FF2B5EF4-FFF2-40B4-BE49-F238E27FC236}">
                    <a16:creationId xmlns:a16="http://schemas.microsoft.com/office/drawing/2014/main" id="{A0DACFA3-6677-43B1-AB8C-47307643FBDE}"/>
                  </a:ext>
                </a:extLst>
              </p:cNvPr>
              <p:cNvSpPr/>
              <p:nvPr/>
            </p:nvSpPr>
            <p:spPr>
              <a:xfrm>
                <a:off x="389678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2" name="椭圆 13701">
                <a:extLst>
                  <a:ext uri="{FF2B5EF4-FFF2-40B4-BE49-F238E27FC236}">
                    <a16:creationId xmlns:a16="http://schemas.microsoft.com/office/drawing/2014/main" id="{F0709EFF-EB72-469C-8124-3A5FDC3F79A0}"/>
                  </a:ext>
                </a:extLst>
              </p:cNvPr>
              <p:cNvSpPr/>
              <p:nvPr/>
            </p:nvSpPr>
            <p:spPr>
              <a:xfrm>
                <a:off x="399580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3" name="椭圆 13702">
                <a:extLst>
                  <a:ext uri="{FF2B5EF4-FFF2-40B4-BE49-F238E27FC236}">
                    <a16:creationId xmlns:a16="http://schemas.microsoft.com/office/drawing/2014/main" id="{AAE43FBA-C5D1-4939-AAB6-F0C97A1A2008}"/>
                  </a:ext>
                </a:extLst>
              </p:cNvPr>
              <p:cNvSpPr/>
              <p:nvPr/>
            </p:nvSpPr>
            <p:spPr>
              <a:xfrm>
                <a:off x="405842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4" name="椭圆 13703">
                <a:extLst>
                  <a:ext uri="{FF2B5EF4-FFF2-40B4-BE49-F238E27FC236}">
                    <a16:creationId xmlns:a16="http://schemas.microsoft.com/office/drawing/2014/main" id="{67908AC5-A29D-4782-ABC6-01E77FFFE779}"/>
                  </a:ext>
                </a:extLst>
              </p:cNvPr>
              <p:cNvSpPr/>
              <p:nvPr/>
            </p:nvSpPr>
            <p:spPr>
              <a:xfrm>
                <a:off x="397323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5" name="椭圆 13704">
                <a:extLst>
                  <a:ext uri="{FF2B5EF4-FFF2-40B4-BE49-F238E27FC236}">
                    <a16:creationId xmlns:a16="http://schemas.microsoft.com/office/drawing/2014/main" id="{61D21A96-568C-4D81-BD2E-A2C397940739}"/>
                  </a:ext>
                </a:extLst>
              </p:cNvPr>
              <p:cNvSpPr/>
              <p:nvPr/>
            </p:nvSpPr>
            <p:spPr>
              <a:xfrm>
                <a:off x="401661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6" name="椭圆 13705">
                <a:extLst>
                  <a:ext uri="{FF2B5EF4-FFF2-40B4-BE49-F238E27FC236}">
                    <a16:creationId xmlns:a16="http://schemas.microsoft.com/office/drawing/2014/main" id="{E856A082-7E6E-45D2-88C3-2C7062CFDC7F}"/>
                  </a:ext>
                </a:extLst>
              </p:cNvPr>
              <p:cNvSpPr/>
              <p:nvPr/>
            </p:nvSpPr>
            <p:spPr>
              <a:xfrm>
                <a:off x="415220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7" name="椭圆 13706">
                <a:extLst>
                  <a:ext uri="{FF2B5EF4-FFF2-40B4-BE49-F238E27FC236}">
                    <a16:creationId xmlns:a16="http://schemas.microsoft.com/office/drawing/2014/main" id="{25B8D3E1-6945-40CD-8EED-B71BE3BFAC1E}"/>
                  </a:ext>
                </a:extLst>
              </p:cNvPr>
              <p:cNvSpPr/>
              <p:nvPr/>
            </p:nvSpPr>
            <p:spPr>
              <a:xfrm>
                <a:off x="392581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8" name="椭圆 13707">
                <a:extLst>
                  <a:ext uri="{FF2B5EF4-FFF2-40B4-BE49-F238E27FC236}">
                    <a16:creationId xmlns:a16="http://schemas.microsoft.com/office/drawing/2014/main" id="{46BC116D-7867-4943-BDA7-62FD1AF8510B}"/>
                  </a:ext>
                </a:extLst>
              </p:cNvPr>
              <p:cNvSpPr/>
              <p:nvPr/>
            </p:nvSpPr>
            <p:spPr>
              <a:xfrm>
                <a:off x="396857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9" name="椭圆 13708">
                <a:extLst>
                  <a:ext uri="{FF2B5EF4-FFF2-40B4-BE49-F238E27FC236}">
                    <a16:creationId xmlns:a16="http://schemas.microsoft.com/office/drawing/2014/main" id="{01B7044A-749E-48DE-81DD-0DAB8E85A6EB}"/>
                  </a:ext>
                </a:extLst>
              </p:cNvPr>
              <p:cNvSpPr/>
              <p:nvPr/>
            </p:nvSpPr>
            <p:spPr>
              <a:xfrm>
                <a:off x="3897808" y="2987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0" name="椭圆 13709">
                <a:extLst>
                  <a:ext uri="{FF2B5EF4-FFF2-40B4-BE49-F238E27FC236}">
                    <a16:creationId xmlns:a16="http://schemas.microsoft.com/office/drawing/2014/main" id="{96A3F247-B82C-4EC0-9EDC-4B0456CA70DC}"/>
                  </a:ext>
                </a:extLst>
              </p:cNvPr>
              <p:cNvSpPr/>
              <p:nvPr/>
            </p:nvSpPr>
            <p:spPr>
              <a:xfrm>
                <a:off x="3937008"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1" name="椭圆 13710">
                <a:extLst>
                  <a:ext uri="{FF2B5EF4-FFF2-40B4-BE49-F238E27FC236}">
                    <a16:creationId xmlns:a16="http://schemas.microsoft.com/office/drawing/2014/main" id="{374560C5-B3A8-480F-9BC8-51438FF31504}"/>
                  </a:ext>
                </a:extLst>
              </p:cNvPr>
              <p:cNvSpPr/>
              <p:nvPr/>
            </p:nvSpPr>
            <p:spPr>
              <a:xfrm>
                <a:off x="400076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2" name="椭圆 13711">
                <a:extLst>
                  <a:ext uri="{FF2B5EF4-FFF2-40B4-BE49-F238E27FC236}">
                    <a16:creationId xmlns:a16="http://schemas.microsoft.com/office/drawing/2014/main" id="{9075B934-225D-412E-93E2-EBC7712A9423}"/>
                  </a:ext>
                </a:extLst>
              </p:cNvPr>
              <p:cNvSpPr/>
              <p:nvPr/>
            </p:nvSpPr>
            <p:spPr>
              <a:xfrm>
                <a:off x="3865326"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3" name="椭圆 13712">
                <a:extLst>
                  <a:ext uri="{FF2B5EF4-FFF2-40B4-BE49-F238E27FC236}">
                    <a16:creationId xmlns:a16="http://schemas.microsoft.com/office/drawing/2014/main" id="{BD407CA3-3700-4C88-A127-53210C29D807}"/>
                  </a:ext>
                </a:extLst>
              </p:cNvPr>
              <p:cNvSpPr/>
              <p:nvPr/>
            </p:nvSpPr>
            <p:spPr>
              <a:xfrm>
                <a:off x="39914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4" name="椭圆 13713">
                <a:extLst>
                  <a:ext uri="{FF2B5EF4-FFF2-40B4-BE49-F238E27FC236}">
                    <a16:creationId xmlns:a16="http://schemas.microsoft.com/office/drawing/2014/main" id="{1468ED82-FD24-4DC6-90BD-135B049D1E7A}"/>
                  </a:ext>
                </a:extLst>
              </p:cNvPr>
              <p:cNvSpPr/>
              <p:nvPr/>
            </p:nvSpPr>
            <p:spPr>
              <a:xfrm>
                <a:off x="39914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5" name="椭圆 13714">
                <a:extLst>
                  <a:ext uri="{FF2B5EF4-FFF2-40B4-BE49-F238E27FC236}">
                    <a16:creationId xmlns:a16="http://schemas.microsoft.com/office/drawing/2014/main" id="{5C425B60-816E-4A74-AD6F-0C25B1163A7A}"/>
                  </a:ext>
                </a:extLst>
              </p:cNvPr>
              <p:cNvSpPr/>
              <p:nvPr/>
            </p:nvSpPr>
            <p:spPr>
              <a:xfrm>
                <a:off x="4137411"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6" name="椭圆 13715">
                <a:extLst>
                  <a:ext uri="{FF2B5EF4-FFF2-40B4-BE49-F238E27FC236}">
                    <a16:creationId xmlns:a16="http://schemas.microsoft.com/office/drawing/2014/main" id="{3F4D6562-198C-4789-A396-D7FAB62F39EE}"/>
                  </a:ext>
                </a:extLst>
              </p:cNvPr>
              <p:cNvSpPr/>
              <p:nvPr/>
            </p:nvSpPr>
            <p:spPr>
              <a:xfrm>
                <a:off x="4102175" y="270732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7" name="椭圆 13716">
                <a:extLst>
                  <a:ext uri="{FF2B5EF4-FFF2-40B4-BE49-F238E27FC236}">
                    <a16:creationId xmlns:a16="http://schemas.microsoft.com/office/drawing/2014/main" id="{6E8BB4F9-4467-4652-8614-4C016893B3C0}"/>
                  </a:ext>
                </a:extLst>
              </p:cNvPr>
              <p:cNvSpPr/>
              <p:nvPr/>
            </p:nvSpPr>
            <p:spPr>
              <a:xfrm>
                <a:off x="404756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8" name="椭圆 13717">
                <a:extLst>
                  <a:ext uri="{FF2B5EF4-FFF2-40B4-BE49-F238E27FC236}">
                    <a16:creationId xmlns:a16="http://schemas.microsoft.com/office/drawing/2014/main" id="{09469081-61C4-4AD4-A9D5-32A2C2FB1787}"/>
                  </a:ext>
                </a:extLst>
              </p:cNvPr>
              <p:cNvSpPr/>
              <p:nvPr/>
            </p:nvSpPr>
            <p:spPr>
              <a:xfrm>
                <a:off x="389435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9" name="椭圆 13718">
                <a:extLst>
                  <a:ext uri="{FF2B5EF4-FFF2-40B4-BE49-F238E27FC236}">
                    <a16:creationId xmlns:a16="http://schemas.microsoft.com/office/drawing/2014/main" id="{7FC06AD2-6A9E-4F0E-B8B8-A3A247B41D3B}"/>
                  </a:ext>
                </a:extLst>
              </p:cNvPr>
              <p:cNvSpPr/>
              <p:nvPr/>
            </p:nvSpPr>
            <p:spPr>
              <a:xfrm>
                <a:off x="38580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0" name="椭圆 13719">
                <a:extLst>
                  <a:ext uri="{FF2B5EF4-FFF2-40B4-BE49-F238E27FC236}">
                    <a16:creationId xmlns:a16="http://schemas.microsoft.com/office/drawing/2014/main" id="{A509AF31-FA13-4D68-A399-63937CFB7530}"/>
                  </a:ext>
                </a:extLst>
              </p:cNvPr>
              <p:cNvSpPr/>
              <p:nvPr/>
            </p:nvSpPr>
            <p:spPr>
              <a:xfrm>
                <a:off x="3985824"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1" name="椭圆 13720">
                <a:extLst>
                  <a:ext uri="{FF2B5EF4-FFF2-40B4-BE49-F238E27FC236}">
                    <a16:creationId xmlns:a16="http://schemas.microsoft.com/office/drawing/2014/main" id="{FDCB8DA1-8BE4-4C27-BC00-CDA8DCEDDFEF}"/>
                  </a:ext>
                </a:extLst>
              </p:cNvPr>
              <p:cNvSpPr/>
              <p:nvPr/>
            </p:nvSpPr>
            <p:spPr>
              <a:xfrm>
                <a:off x="410371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2" name="椭圆 13721">
                <a:extLst>
                  <a:ext uri="{FF2B5EF4-FFF2-40B4-BE49-F238E27FC236}">
                    <a16:creationId xmlns:a16="http://schemas.microsoft.com/office/drawing/2014/main" id="{1CB24A4D-5B22-4B73-AB6B-6A8FDC3F7B25}"/>
                  </a:ext>
                </a:extLst>
              </p:cNvPr>
              <p:cNvSpPr/>
              <p:nvPr/>
            </p:nvSpPr>
            <p:spPr>
              <a:xfrm>
                <a:off x="400491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3" name="椭圆 13722">
                <a:extLst>
                  <a:ext uri="{FF2B5EF4-FFF2-40B4-BE49-F238E27FC236}">
                    <a16:creationId xmlns:a16="http://schemas.microsoft.com/office/drawing/2014/main" id="{2B5ECFF1-24E7-4DF3-B690-B5BDB5F4FC51}"/>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4" name="椭圆 13723">
                <a:extLst>
                  <a:ext uri="{FF2B5EF4-FFF2-40B4-BE49-F238E27FC236}">
                    <a16:creationId xmlns:a16="http://schemas.microsoft.com/office/drawing/2014/main" id="{F7CF9CFF-0039-47E9-9F89-BCFCD599F6F3}"/>
                  </a:ext>
                </a:extLst>
              </p:cNvPr>
              <p:cNvSpPr/>
              <p:nvPr/>
            </p:nvSpPr>
            <p:spPr>
              <a:xfrm>
                <a:off x="402263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5" name="椭圆 13724">
                <a:extLst>
                  <a:ext uri="{FF2B5EF4-FFF2-40B4-BE49-F238E27FC236}">
                    <a16:creationId xmlns:a16="http://schemas.microsoft.com/office/drawing/2014/main" id="{5F97AD30-B5C0-4AE7-B714-0DE97D3906EE}"/>
                  </a:ext>
                </a:extLst>
              </p:cNvPr>
              <p:cNvSpPr/>
              <p:nvPr/>
            </p:nvSpPr>
            <p:spPr>
              <a:xfrm>
                <a:off x="39966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6" name="椭圆 13725">
                <a:extLst>
                  <a:ext uri="{FF2B5EF4-FFF2-40B4-BE49-F238E27FC236}">
                    <a16:creationId xmlns:a16="http://schemas.microsoft.com/office/drawing/2014/main" id="{107C00B7-9764-46E7-8382-19C3A8BEA4DF}"/>
                  </a:ext>
                </a:extLst>
              </p:cNvPr>
              <p:cNvSpPr/>
              <p:nvPr/>
            </p:nvSpPr>
            <p:spPr>
              <a:xfrm>
                <a:off x="40221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7" name="椭圆 13726">
                <a:extLst>
                  <a:ext uri="{FF2B5EF4-FFF2-40B4-BE49-F238E27FC236}">
                    <a16:creationId xmlns:a16="http://schemas.microsoft.com/office/drawing/2014/main" id="{34AE7BEC-454E-437A-90A1-0C47F9C35E9F}"/>
                  </a:ext>
                </a:extLst>
              </p:cNvPr>
              <p:cNvSpPr/>
              <p:nvPr/>
            </p:nvSpPr>
            <p:spPr>
              <a:xfrm>
                <a:off x="410202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8" name="椭圆 13727">
                <a:extLst>
                  <a:ext uri="{FF2B5EF4-FFF2-40B4-BE49-F238E27FC236}">
                    <a16:creationId xmlns:a16="http://schemas.microsoft.com/office/drawing/2014/main" id="{BD05FB9F-D9F9-4D64-BF75-E6C993CE683C}"/>
                  </a:ext>
                </a:extLst>
              </p:cNvPr>
              <p:cNvSpPr/>
              <p:nvPr/>
            </p:nvSpPr>
            <p:spPr>
              <a:xfrm>
                <a:off x="40146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9" name="椭圆 13728">
                <a:extLst>
                  <a:ext uri="{FF2B5EF4-FFF2-40B4-BE49-F238E27FC236}">
                    <a16:creationId xmlns:a16="http://schemas.microsoft.com/office/drawing/2014/main" id="{DFF52767-6932-4A98-BC63-1BA2D8CAE6E8}"/>
                  </a:ext>
                </a:extLst>
              </p:cNvPr>
              <p:cNvSpPr/>
              <p:nvPr/>
            </p:nvSpPr>
            <p:spPr>
              <a:xfrm>
                <a:off x="4169600"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0" name="椭圆 13729">
                <a:extLst>
                  <a:ext uri="{FF2B5EF4-FFF2-40B4-BE49-F238E27FC236}">
                    <a16:creationId xmlns:a16="http://schemas.microsoft.com/office/drawing/2014/main" id="{244D1C7C-3740-4CFE-A2AE-7A58CFD2F9B2}"/>
                  </a:ext>
                </a:extLst>
              </p:cNvPr>
              <p:cNvSpPr/>
              <p:nvPr/>
            </p:nvSpPr>
            <p:spPr>
              <a:xfrm>
                <a:off x="400751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1" name="椭圆 13730">
                <a:extLst>
                  <a:ext uri="{FF2B5EF4-FFF2-40B4-BE49-F238E27FC236}">
                    <a16:creationId xmlns:a16="http://schemas.microsoft.com/office/drawing/2014/main" id="{F4ACB3BA-BBD9-4BA9-9985-534DEFCC1979}"/>
                  </a:ext>
                </a:extLst>
              </p:cNvPr>
              <p:cNvSpPr/>
              <p:nvPr/>
            </p:nvSpPr>
            <p:spPr>
              <a:xfrm>
                <a:off x="40502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2" name="椭圆 13731">
                <a:extLst>
                  <a:ext uri="{FF2B5EF4-FFF2-40B4-BE49-F238E27FC236}">
                    <a16:creationId xmlns:a16="http://schemas.microsoft.com/office/drawing/2014/main" id="{B419E9BC-35A1-4C60-9038-2F54FB14D513}"/>
                  </a:ext>
                </a:extLst>
              </p:cNvPr>
              <p:cNvSpPr/>
              <p:nvPr/>
            </p:nvSpPr>
            <p:spPr>
              <a:xfrm>
                <a:off x="4077914"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3" name="椭圆 13732">
                <a:extLst>
                  <a:ext uri="{FF2B5EF4-FFF2-40B4-BE49-F238E27FC236}">
                    <a16:creationId xmlns:a16="http://schemas.microsoft.com/office/drawing/2014/main" id="{8E1A7790-5233-45AE-A73F-68D2EDC88F60}"/>
                  </a:ext>
                </a:extLst>
              </p:cNvPr>
              <p:cNvSpPr/>
              <p:nvPr/>
            </p:nvSpPr>
            <p:spPr>
              <a:xfrm>
                <a:off x="3993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4" name="椭圆 13733">
                <a:extLst>
                  <a:ext uri="{FF2B5EF4-FFF2-40B4-BE49-F238E27FC236}">
                    <a16:creationId xmlns:a16="http://schemas.microsoft.com/office/drawing/2014/main" id="{9B305C92-766B-4ECF-965C-E3D6A2B24A75}"/>
                  </a:ext>
                </a:extLst>
              </p:cNvPr>
              <p:cNvSpPr/>
              <p:nvPr/>
            </p:nvSpPr>
            <p:spPr>
              <a:xfrm>
                <a:off x="3964463"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5" name="椭圆 13734">
                <a:extLst>
                  <a:ext uri="{FF2B5EF4-FFF2-40B4-BE49-F238E27FC236}">
                    <a16:creationId xmlns:a16="http://schemas.microsoft.com/office/drawing/2014/main" id="{AC47E4D9-1047-4F96-A80A-FA90B60CD843}"/>
                  </a:ext>
                </a:extLst>
              </p:cNvPr>
              <p:cNvSpPr/>
              <p:nvPr/>
            </p:nvSpPr>
            <p:spPr>
              <a:xfrm>
                <a:off x="4068261"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6" name="椭圆 13735">
                <a:extLst>
                  <a:ext uri="{FF2B5EF4-FFF2-40B4-BE49-F238E27FC236}">
                    <a16:creationId xmlns:a16="http://schemas.microsoft.com/office/drawing/2014/main" id="{5C899FB6-DBB6-4D1E-965D-7305234307F7}"/>
                  </a:ext>
                </a:extLst>
              </p:cNvPr>
              <p:cNvSpPr/>
              <p:nvPr/>
            </p:nvSpPr>
            <p:spPr>
              <a:xfrm>
                <a:off x="3957305"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7" name="椭圆 13736">
                <a:extLst>
                  <a:ext uri="{FF2B5EF4-FFF2-40B4-BE49-F238E27FC236}">
                    <a16:creationId xmlns:a16="http://schemas.microsoft.com/office/drawing/2014/main" id="{E595B359-02DA-4ABF-9CEE-16E643CCA171}"/>
                  </a:ext>
                </a:extLst>
              </p:cNvPr>
              <p:cNvSpPr/>
              <p:nvPr/>
            </p:nvSpPr>
            <p:spPr>
              <a:xfrm>
                <a:off x="4070390"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8" name="椭圆 13737">
                <a:extLst>
                  <a:ext uri="{FF2B5EF4-FFF2-40B4-BE49-F238E27FC236}">
                    <a16:creationId xmlns:a16="http://schemas.microsoft.com/office/drawing/2014/main" id="{48514B37-B1E3-4ED0-8FDB-391478396595}"/>
                  </a:ext>
                </a:extLst>
              </p:cNvPr>
              <p:cNvSpPr/>
              <p:nvPr/>
            </p:nvSpPr>
            <p:spPr>
              <a:xfrm>
                <a:off x="406712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9" name="椭圆 13738">
                <a:extLst>
                  <a:ext uri="{FF2B5EF4-FFF2-40B4-BE49-F238E27FC236}">
                    <a16:creationId xmlns:a16="http://schemas.microsoft.com/office/drawing/2014/main" id="{10DF6795-5C95-4262-A3AB-5613C24E5A9D}"/>
                  </a:ext>
                </a:extLst>
              </p:cNvPr>
              <p:cNvSpPr/>
              <p:nvPr/>
            </p:nvSpPr>
            <p:spPr>
              <a:xfrm>
                <a:off x="424407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0" name="椭圆 13739">
                <a:extLst>
                  <a:ext uri="{FF2B5EF4-FFF2-40B4-BE49-F238E27FC236}">
                    <a16:creationId xmlns:a16="http://schemas.microsoft.com/office/drawing/2014/main" id="{067419B0-61B1-45EF-B408-7ADDF96688F0}"/>
                  </a:ext>
                </a:extLst>
              </p:cNvPr>
              <p:cNvSpPr/>
              <p:nvPr/>
            </p:nvSpPr>
            <p:spPr>
              <a:xfrm>
                <a:off x="4054534"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1" name="椭圆 13740">
                <a:extLst>
                  <a:ext uri="{FF2B5EF4-FFF2-40B4-BE49-F238E27FC236}">
                    <a16:creationId xmlns:a16="http://schemas.microsoft.com/office/drawing/2014/main" id="{45ADEC1F-546F-425D-9B89-6A36FB5E0405}"/>
                  </a:ext>
                </a:extLst>
              </p:cNvPr>
              <p:cNvSpPr/>
              <p:nvPr/>
            </p:nvSpPr>
            <p:spPr>
              <a:xfrm>
                <a:off x="4044954"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2" name="椭圆 13741">
                <a:extLst>
                  <a:ext uri="{FF2B5EF4-FFF2-40B4-BE49-F238E27FC236}">
                    <a16:creationId xmlns:a16="http://schemas.microsoft.com/office/drawing/2014/main" id="{33971844-9E10-4EED-BF65-EF73399203BE}"/>
                  </a:ext>
                </a:extLst>
              </p:cNvPr>
              <p:cNvSpPr/>
              <p:nvPr/>
            </p:nvSpPr>
            <p:spPr>
              <a:xfrm>
                <a:off x="4056699"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3" name="椭圆 13742">
                <a:extLst>
                  <a:ext uri="{FF2B5EF4-FFF2-40B4-BE49-F238E27FC236}">
                    <a16:creationId xmlns:a16="http://schemas.microsoft.com/office/drawing/2014/main" id="{A278F379-6C2C-440D-BC4C-74823022D298}"/>
                  </a:ext>
                </a:extLst>
              </p:cNvPr>
              <p:cNvSpPr/>
              <p:nvPr/>
            </p:nvSpPr>
            <p:spPr>
              <a:xfrm>
                <a:off x="40698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4" name="椭圆 13743">
                <a:extLst>
                  <a:ext uri="{FF2B5EF4-FFF2-40B4-BE49-F238E27FC236}">
                    <a16:creationId xmlns:a16="http://schemas.microsoft.com/office/drawing/2014/main" id="{3891EA51-AA46-42E1-882E-D0FD33720323}"/>
                  </a:ext>
                </a:extLst>
              </p:cNvPr>
              <p:cNvSpPr/>
              <p:nvPr/>
            </p:nvSpPr>
            <p:spPr>
              <a:xfrm>
                <a:off x="4146146" y="29227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5" name="椭圆 13744">
                <a:extLst>
                  <a:ext uri="{FF2B5EF4-FFF2-40B4-BE49-F238E27FC236}">
                    <a16:creationId xmlns:a16="http://schemas.microsoft.com/office/drawing/2014/main" id="{DDFBA17C-AAFA-428D-81AD-FF232AF9F487}"/>
                  </a:ext>
                </a:extLst>
              </p:cNvPr>
              <p:cNvSpPr/>
              <p:nvPr/>
            </p:nvSpPr>
            <p:spPr>
              <a:xfrm>
                <a:off x="3958076"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6" name="椭圆 13745">
                <a:extLst>
                  <a:ext uri="{FF2B5EF4-FFF2-40B4-BE49-F238E27FC236}">
                    <a16:creationId xmlns:a16="http://schemas.microsoft.com/office/drawing/2014/main" id="{9C76F877-A32C-44E1-B74A-59CDCD254709}"/>
                  </a:ext>
                </a:extLst>
              </p:cNvPr>
              <p:cNvSpPr/>
              <p:nvPr/>
            </p:nvSpPr>
            <p:spPr>
              <a:xfrm>
                <a:off x="401720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7" name="椭圆 13746">
                <a:extLst>
                  <a:ext uri="{FF2B5EF4-FFF2-40B4-BE49-F238E27FC236}">
                    <a16:creationId xmlns:a16="http://schemas.microsoft.com/office/drawing/2014/main" id="{DEF47BC6-772F-498A-8A51-FE3E25873E6B}"/>
                  </a:ext>
                </a:extLst>
              </p:cNvPr>
              <p:cNvSpPr/>
              <p:nvPr/>
            </p:nvSpPr>
            <p:spPr>
              <a:xfrm>
                <a:off x="40793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8" name="椭圆 13747">
                <a:extLst>
                  <a:ext uri="{FF2B5EF4-FFF2-40B4-BE49-F238E27FC236}">
                    <a16:creationId xmlns:a16="http://schemas.microsoft.com/office/drawing/2014/main" id="{FBBBC36A-522D-4ABD-B9D4-4B37B33F1959}"/>
                  </a:ext>
                </a:extLst>
              </p:cNvPr>
              <p:cNvSpPr/>
              <p:nvPr/>
            </p:nvSpPr>
            <p:spPr>
              <a:xfrm>
                <a:off x="4054937"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9" name="椭圆 13748">
                <a:extLst>
                  <a:ext uri="{FF2B5EF4-FFF2-40B4-BE49-F238E27FC236}">
                    <a16:creationId xmlns:a16="http://schemas.microsoft.com/office/drawing/2014/main" id="{0B20F970-7A21-4320-8DF8-EE827CDA331E}"/>
                  </a:ext>
                </a:extLst>
              </p:cNvPr>
              <p:cNvSpPr/>
              <p:nvPr/>
            </p:nvSpPr>
            <p:spPr>
              <a:xfrm>
                <a:off x="39768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0" name="椭圆 13749">
                <a:extLst>
                  <a:ext uri="{FF2B5EF4-FFF2-40B4-BE49-F238E27FC236}">
                    <a16:creationId xmlns:a16="http://schemas.microsoft.com/office/drawing/2014/main" id="{013B3098-F0B4-424B-BA61-17EC16B87982}"/>
                  </a:ext>
                </a:extLst>
              </p:cNvPr>
              <p:cNvSpPr/>
              <p:nvPr/>
            </p:nvSpPr>
            <p:spPr>
              <a:xfrm>
                <a:off x="408143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1" name="椭圆 13750">
                <a:extLst>
                  <a:ext uri="{FF2B5EF4-FFF2-40B4-BE49-F238E27FC236}">
                    <a16:creationId xmlns:a16="http://schemas.microsoft.com/office/drawing/2014/main" id="{7A1F9058-B9F2-4F31-99F8-B9B9404C0831}"/>
                  </a:ext>
                </a:extLst>
              </p:cNvPr>
              <p:cNvSpPr/>
              <p:nvPr/>
            </p:nvSpPr>
            <p:spPr>
              <a:xfrm>
                <a:off x="389344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2" name="椭圆 13751">
                <a:extLst>
                  <a:ext uri="{FF2B5EF4-FFF2-40B4-BE49-F238E27FC236}">
                    <a16:creationId xmlns:a16="http://schemas.microsoft.com/office/drawing/2014/main" id="{F2E51BC5-8F5E-472F-9850-2F26718F6295}"/>
                  </a:ext>
                </a:extLst>
              </p:cNvPr>
              <p:cNvSpPr/>
              <p:nvPr/>
            </p:nvSpPr>
            <p:spPr>
              <a:xfrm>
                <a:off x="3940789"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3" name="椭圆 13752">
                <a:extLst>
                  <a:ext uri="{FF2B5EF4-FFF2-40B4-BE49-F238E27FC236}">
                    <a16:creationId xmlns:a16="http://schemas.microsoft.com/office/drawing/2014/main" id="{553B9A29-72B7-4E9B-88FE-8A038037E7A3}"/>
                  </a:ext>
                </a:extLst>
              </p:cNvPr>
              <p:cNvSpPr/>
              <p:nvPr/>
            </p:nvSpPr>
            <p:spPr>
              <a:xfrm>
                <a:off x="4155432" y="28935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4" name="椭圆 13753">
                <a:extLst>
                  <a:ext uri="{FF2B5EF4-FFF2-40B4-BE49-F238E27FC236}">
                    <a16:creationId xmlns:a16="http://schemas.microsoft.com/office/drawing/2014/main" id="{FB3C52BB-DB54-46DA-BB85-A21D7ACF3C84}"/>
                  </a:ext>
                </a:extLst>
              </p:cNvPr>
              <p:cNvSpPr/>
              <p:nvPr/>
            </p:nvSpPr>
            <p:spPr>
              <a:xfrm>
                <a:off x="4318727" y="2821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5" name="椭圆 13754">
                <a:extLst>
                  <a:ext uri="{FF2B5EF4-FFF2-40B4-BE49-F238E27FC236}">
                    <a16:creationId xmlns:a16="http://schemas.microsoft.com/office/drawing/2014/main" id="{7A75A084-5E8C-49E3-B4E6-7F88738E8D4C}"/>
                  </a:ext>
                </a:extLst>
              </p:cNvPr>
              <p:cNvSpPr/>
              <p:nvPr/>
            </p:nvSpPr>
            <p:spPr>
              <a:xfrm>
                <a:off x="397569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6" name="椭圆 13755">
                <a:extLst>
                  <a:ext uri="{FF2B5EF4-FFF2-40B4-BE49-F238E27FC236}">
                    <a16:creationId xmlns:a16="http://schemas.microsoft.com/office/drawing/2014/main" id="{DB9DFDA3-1ABE-4EBE-86ED-410DEBC6447F}"/>
                  </a:ext>
                </a:extLst>
              </p:cNvPr>
              <p:cNvSpPr/>
              <p:nvPr/>
            </p:nvSpPr>
            <p:spPr>
              <a:xfrm>
                <a:off x="40449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7" name="椭圆 13756">
                <a:extLst>
                  <a:ext uri="{FF2B5EF4-FFF2-40B4-BE49-F238E27FC236}">
                    <a16:creationId xmlns:a16="http://schemas.microsoft.com/office/drawing/2014/main" id="{B56E85BF-EEB0-40CA-B68B-4D8AD4A1A3DA}"/>
                  </a:ext>
                </a:extLst>
              </p:cNvPr>
              <p:cNvSpPr/>
              <p:nvPr/>
            </p:nvSpPr>
            <p:spPr>
              <a:xfrm>
                <a:off x="395785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8" name="椭圆 13757">
                <a:extLst>
                  <a:ext uri="{FF2B5EF4-FFF2-40B4-BE49-F238E27FC236}">
                    <a16:creationId xmlns:a16="http://schemas.microsoft.com/office/drawing/2014/main" id="{A4CCAD32-B8BE-4912-B416-644C32896321}"/>
                  </a:ext>
                </a:extLst>
              </p:cNvPr>
              <p:cNvSpPr/>
              <p:nvPr/>
            </p:nvSpPr>
            <p:spPr>
              <a:xfrm>
                <a:off x="4191329"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9" name="椭圆 13758">
                <a:extLst>
                  <a:ext uri="{FF2B5EF4-FFF2-40B4-BE49-F238E27FC236}">
                    <a16:creationId xmlns:a16="http://schemas.microsoft.com/office/drawing/2014/main" id="{6DDC1871-12C1-4EB0-84BD-B28A364C3B57}"/>
                  </a:ext>
                </a:extLst>
              </p:cNvPr>
              <p:cNvSpPr/>
              <p:nvPr/>
            </p:nvSpPr>
            <p:spPr>
              <a:xfrm>
                <a:off x="39595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0" name="椭圆 13759">
                <a:extLst>
                  <a:ext uri="{FF2B5EF4-FFF2-40B4-BE49-F238E27FC236}">
                    <a16:creationId xmlns:a16="http://schemas.microsoft.com/office/drawing/2014/main" id="{047BC272-2660-47CE-ADC8-371F0059A5D0}"/>
                  </a:ext>
                </a:extLst>
              </p:cNvPr>
              <p:cNvSpPr/>
              <p:nvPr/>
            </p:nvSpPr>
            <p:spPr>
              <a:xfrm>
                <a:off x="40311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1" name="椭圆 13760">
                <a:extLst>
                  <a:ext uri="{FF2B5EF4-FFF2-40B4-BE49-F238E27FC236}">
                    <a16:creationId xmlns:a16="http://schemas.microsoft.com/office/drawing/2014/main" id="{DADF056C-F3FF-4CD7-A931-D5DEECD63CDF}"/>
                  </a:ext>
                </a:extLst>
              </p:cNvPr>
              <p:cNvSpPr/>
              <p:nvPr/>
            </p:nvSpPr>
            <p:spPr>
              <a:xfrm>
                <a:off x="415315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2" name="椭圆 13761">
                <a:extLst>
                  <a:ext uri="{FF2B5EF4-FFF2-40B4-BE49-F238E27FC236}">
                    <a16:creationId xmlns:a16="http://schemas.microsoft.com/office/drawing/2014/main" id="{6F091B5A-405D-44F8-B305-320DF826D013}"/>
                  </a:ext>
                </a:extLst>
              </p:cNvPr>
              <p:cNvSpPr/>
              <p:nvPr/>
            </p:nvSpPr>
            <p:spPr>
              <a:xfrm>
                <a:off x="39979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3" name="椭圆 13762">
                <a:extLst>
                  <a:ext uri="{FF2B5EF4-FFF2-40B4-BE49-F238E27FC236}">
                    <a16:creationId xmlns:a16="http://schemas.microsoft.com/office/drawing/2014/main" id="{7ABE3F47-370C-4AEF-899A-DDEDB7D94463}"/>
                  </a:ext>
                </a:extLst>
              </p:cNvPr>
              <p:cNvSpPr/>
              <p:nvPr/>
            </p:nvSpPr>
            <p:spPr>
              <a:xfrm>
                <a:off x="4051010"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4" name="椭圆 13763">
                <a:extLst>
                  <a:ext uri="{FF2B5EF4-FFF2-40B4-BE49-F238E27FC236}">
                    <a16:creationId xmlns:a16="http://schemas.microsoft.com/office/drawing/2014/main" id="{6F571B3E-C64D-4B5F-B800-381B48EB6BC9}"/>
                  </a:ext>
                </a:extLst>
              </p:cNvPr>
              <p:cNvSpPr/>
              <p:nvPr/>
            </p:nvSpPr>
            <p:spPr>
              <a:xfrm>
                <a:off x="4023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5" name="椭圆 13764">
                <a:extLst>
                  <a:ext uri="{FF2B5EF4-FFF2-40B4-BE49-F238E27FC236}">
                    <a16:creationId xmlns:a16="http://schemas.microsoft.com/office/drawing/2014/main" id="{B88A623C-01D5-4045-A729-6E18B2F5DC73}"/>
                  </a:ext>
                </a:extLst>
              </p:cNvPr>
              <p:cNvSpPr/>
              <p:nvPr/>
            </p:nvSpPr>
            <p:spPr>
              <a:xfrm>
                <a:off x="39924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6" name="椭圆 13765">
                <a:extLst>
                  <a:ext uri="{FF2B5EF4-FFF2-40B4-BE49-F238E27FC236}">
                    <a16:creationId xmlns:a16="http://schemas.microsoft.com/office/drawing/2014/main" id="{5434E2D8-36F3-4652-BBE1-B9CB6316BFF3}"/>
                  </a:ext>
                </a:extLst>
              </p:cNvPr>
              <p:cNvSpPr/>
              <p:nvPr/>
            </p:nvSpPr>
            <p:spPr>
              <a:xfrm>
                <a:off x="4006158"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7" name="椭圆 13766">
                <a:extLst>
                  <a:ext uri="{FF2B5EF4-FFF2-40B4-BE49-F238E27FC236}">
                    <a16:creationId xmlns:a16="http://schemas.microsoft.com/office/drawing/2014/main" id="{751F29C9-6393-40B9-AF65-676B321B0F7D}"/>
                  </a:ext>
                </a:extLst>
              </p:cNvPr>
              <p:cNvSpPr/>
              <p:nvPr/>
            </p:nvSpPr>
            <p:spPr>
              <a:xfrm>
                <a:off x="4011297"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8" name="椭圆 13767">
                <a:extLst>
                  <a:ext uri="{FF2B5EF4-FFF2-40B4-BE49-F238E27FC236}">
                    <a16:creationId xmlns:a16="http://schemas.microsoft.com/office/drawing/2014/main" id="{B4875112-88F1-4D0B-9969-BCF246C1D6FA}"/>
                  </a:ext>
                </a:extLst>
              </p:cNvPr>
              <p:cNvSpPr/>
              <p:nvPr/>
            </p:nvSpPr>
            <p:spPr>
              <a:xfrm>
                <a:off x="39583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9" name="椭圆 13768">
                <a:extLst>
                  <a:ext uri="{FF2B5EF4-FFF2-40B4-BE49-F238E27FC236}">
                    <a16:creationId xmlns:a16="http://schemas.microsoft.com/office/drawing/2014/main" id="{4783E9C1-2A1F-4355-B10F-4945B13FEEC0}"/>
                  </a:ext>
                </a:extLst>
              </p:cNvPr>
              <p:cNvSpPr/>
              <p:nvPr/>
            </p:nvSpPr>
            <p:spPr>
              <a:xfrm>
                <a:off x="3974519"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0" name="椭圆 13769">
                <a:extLst>
                  <a:ext uri="{FF2B5EF4-FFF2-40B4-BE49-F238E27FC236}">
                    <a16:creationId xmlns:a16="http://schemas.microsoft.com/office/drawing/2014/main" id="{FEA9FA09-5425-4A90-84F3-18321E018C6C}"/>
                  </a:ext>
                </a:extLst>
              </p:cNvPr>
              <p:cNvSpPr/>
              <p:nvPr/>
            </p:nvSpPr>
            <p:spPr>
              <a:xfrm>
                <a:off x="4393163" y="27182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1" name="椭圆 13770">
                <a:extLst>
                  <a:ext uri="{FF2B5EF4-FFF2-40B4-BE49-F238E27FC236}">
                    <a16:creationId xmlns:a16="http://schemas.microsoft.com/office/drawing/2014/main" id="{6CCAC7B3-5AD1-412B-A001-ACB2B3AF4565}"/>
                  </a:ext>
                </a:extLst>
              </p:cNvPr>
              <p:cNvSpPr/>
              <p:nvPr/>
            </p:nvSpPr>
            <p:spPr>
              <a:xfrm>
                <a:off x="4313552" y="259762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2" name="椭圆 13771">
                <a:extLst>
                  <a:ext uri="{FF2B5EF4-FFF2-40B4-BE49-F238E27FC236}">
                    <a16:creationId xmlns:a16="http://schemas.microsoft.com/office/drawing/2014/main" id="{AA804040-32DC-4B16-9DC2-81B40B1F21D4}"/>
                  </a:ext>
                </a:extLst>
              </p:cNvPr>
              <p:cNvSpPr/>
              <p:nvPr/>
            </p:nvSpPr>
            <p:spPr>
              <a:xfrm>
                <a:off x="414871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3" name="椭圆 13772">
                <a:extLst>
                  <a:ext uri="{FF2B5EF4-FFF2-40B4-BE49-F238E27FC236}">
                    <a16:creationId xmlns:a16="http://schemas.microsoft.com/office/drawing/2014/main" id="{0FC47634-7671-439E-A3AD-205041FF821D}"/>
                  </a:ext>
                </a:extLst>
              </p:cNvPr>
              <p:cNvSpPr/>
              <p:nvPr/>
            </p:nvSpPr>
            <p:spPr>
              <a:xfrm>
                <a:off x="404502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4" name="椭圆 13773">
                <a:extLst>
                  <a:ext uri="{FF2B5EF4-FFF2-40B4-BE49-F238E27FC236}">
                    <a16:creationId xmlns:a16="http://schemas.microsoft.com/office/drawing/2014/main" id="{82F1DECA-9868-49D0-A2B4-777E95055459}"/>
                  </a:ext>
                </a:extLst>
              </p:cNvPr>
              <p:cNvSpPr/>
              <p:nvPr/>
            </p:nvSpPr>
            <p:spPr>
              <a:xfrm>
                <a:off x="3996321"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5" name="椭圆 13774">
                <a:extLst>
                  <a:ext uri="{FF2B5EF4-FFF2-40B4-BE49-F238E27FC236}">
                    <a16:creationId xmlns:a16="http://schemas.microsoft.com/office/drawing/2014/main" id="{24652F9E-9249-4A6C-B43E-74CDE63C1A83}"/>
                  </a:ext>
                </a:extLst>
              </p:cNvPr>
              <p:cNvSpPr/>
              <p:nvPr/>
            </p:nvSpPr>
            <p:spPr>
              <a:xfrm>
                <a:off x="3933154"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6" name="椭圆 13775">
                <a:extLst>
                  <a:ext uri="{FF2B5EF4-FFF2-40B4-BE49-F238E27FC236}">
                    <a16:creationId xmlns:a16="http://schemas.microsoft.com/office/drawing/2014/main" id="{2A8FE6CB-2351-44D8-9D0D-705E10D885D7}"/>
                  </a:ext>
                </a:extLst>
              </p:cNvPr>
              <p:cNvSpPr/>
              <p:nvPr/>
            </p:nvSpPr>
            <p:spPr>
              <a:xfrm>
                <a:off x="411212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7" name="椭圆 13776">
                <a:extLst>
                  <a:ext uri="{FF2B5EF4-FFF2-40B4-BE49-F238E27FC236}">
                    <a16:creationId xmlns:a16="http://schemas.microsoft.com/office/drawing/2014/main" id="{F45290C1-EAAE-40CD-BCB9-8C42006B3C29}"/>
                  </a:ext>
                </a:extLst>
              </p:cNvPr>
              <p:cNvSpPr/>
              <p:nvPr/>
            </p:nvSpPr>
            <p:spPr>
              <a:xfrm>
                <a:off x="40355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8" name="椭圆 13777">
                <a:extLst>
                  <a:ext uri="{FF2B5EF4-FFF2-40B4-BE49-F238E27FC236}">
                    <a16:creationId xmlns:a16="http://schemas.microsoft.com/office/drawing/2014/main" id="{07437DA9-6D60-4C64-844C-6B595951D8D2}"/>
                  </a:ext>
                </a:extLst>
              </p:cNvPr>
              <p:cNvSpPr/>
              <p:nvPr/>
            </p:nvSpPr>
            <p:spPr>
              <a:xfrm>
                <a:off x="4027263"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9" name="椭圆 13778">
                <a:extLst>
                  <a:ext uri="{FF2B5EF4-FFF2-40B4-BE49-F238E27FC236}">
                    <a16:creationId xmlns:a16="http://schemas.microsoft.com/office/drawing/2014/main" id="{EBF65DC2-0D1D-41E7-99A1-C770810DE08D}"/>
                  </a:ext>
                </a:extLst>
              </p:cNvPr>
              <p:cNvSpPr/>
              <p:nvPr/>
            </p:nvSpPr>
            <p:spPr>
              <a:xfrm>
                <a:off x="397503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0" name="椭圆 13779">
                <a:extLst>
                  <a:ext uri="{FF2B5EF4-FFF2-40B4-BE49-F238E27FC236}">
                    <a16:creationId xmlns:a16="http://schemas.microsoft.com/office/drawing/2014/main" id="{47925F12-8858-44B3-8AD8-002096DDAEAF}"/>
                  </a:ext>
                </a:extLst>
              </p:cNvPr>
              <p:cNvSpPr/>
              <p:nvPr/>
            </p:nvSpPr>
            <p:spPr>
              <a:xfrm>
                <a:off x="3995441"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1" name="椭圆 13780">
                <a:extLst>
                  <a:ext uri="{FF2B5EF4-FFF2-40B4-BE49-F238E27FC236}">
                    <a16:creationId xmlns:a16="http://schemas.microsoft.com/office/drawing/2014/main" id="{A4A1488F-A58B-4247-80D3-C392F8ED51AD}"/>
                  </a:ext>
                </a:extLst>
              </p:cNvPr>
              <p:cNvSpPr/>
              <p:nvPr/>
            </p:nvSpPr>
            <p:spPr>
              <a:xfrm>
                <a:off x="4069032"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2" name="椭圆 13781">
                <a:extLst>
                  <a:ext uri="{FF2B5EF4-FFF2-40B4-BE49-F238E27FC236}">
                    <a16:creationId xmlns:a16="http://schemas.microsoft.com/office/drawing/2014/main" id="{6EC59A4B-3CC0-4BC2-B320-497807EA2F45}"/>
                  </a:ext>
                </a:extLst>
              </p:cNvPr>
              <p:cNvSpPr/>
              <p:nvPr/>
            </p:nvSpPr>
            <p:spPr>
              <a:xfrm>
                <a:off x="4068701"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3" name="椭圆 13782">
                <a:extLst>
                  <a:ext uri="{FF2B5EF4-FFF2-40B4-BE49-F238E27FC236}">
                    <a16:creationId xmlns:a16="http://schemas.microsoft.com/office/drawing/2014/main" id="{0BD22F4F-E4A6-4AC1-AB15-683DABC5A706}"/>
                  </a:ext>
                </a:extLst>
              </p:cNvPr>
              <p:cNvSpPr/>
              <p:nvPr/>
            </p:nvSpPr>
            <p:spPr>
              <a:xfrm>
                <a:off x="3963508"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4" name="椭圆 13783">
                <a:extLst>
                  <a:ext uri="{FF2B5EF4-FFF2-40B4-BE49-F238E27FC236}">
                    <a16:creationId xmlns:a16="http://schemas.microsoft.com/office/drawing/2014/main" id="{33E06B8A-674F-4D54-8021-5C64CB73D681}"/>
                  </a:ext>
                </a:extLst>
              </p:cNvPr>
              <p:cNvSpPr/>
              <p:nvPr/>
            </p:nvSpPr>
            <p:spPr>
              <a:xfrm>
                <a:off x="4052992"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5" name="椭圆 13784">
                <a:extLst>
                  <a:ext uri="{FF2B5EF4-FFF2-40B4-BE49-F238E27FC236}">
                    <a16:creationId xmlns:a16="http://schemas.microsoft.com/office/drawing/2014/main" id="{45B6B251-CAEB-49EF-8F2E-85B21C5AD69A}"/>
                  </a:ext>
                </a:extLst>
              </p:cNvPr>
              <p:cNvSpPr/>
              <p:nvPr/>
            </p:nvSpPr>
            <p:spPr>
              <a:xfrm>
                <a:off x="39133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6" name="椭圆 13785">
                <a:extLst>
                  <a:ext uri="{FF2B5EF4-FFF2-40B4-BE49-F238E27FC236}">
                    <a16:creationId xmlns:a16="http://schemas.microsoft.com/office/drawing/2014/main" id="{16E76B85-D67C-448E-8E3B-96841E239884}"/>
                  </a:ext>
                </a:extLst>
              </p:cNvPr>
              <p:cNvSpPr/>
              <p:nvPr/>
            </p:nvSpPr>
            <p:spPr>
              <a:xfrm>
                <a:off x="4052662"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7" name="椭圆 13786">
                <a:extLst>
                  <a:ext uri="{FF2B5EF4-FFF2-40B4-BE49-F238E27FC236}">
                    <a16:creationId xmlns:a16="http://schemas.microsoft.com/office/drawing/2014/main" id="{C5312214-04CF-4CF5-9D32-0442A8BAE11A}"/>
                  </a:ext>
                </a:extLst>
              </p:cNvPr>
              <p:cNvSpPr/>
              <p:nvPr/>
            </p:nvSpPr>
            <p:spPr>
              <a:xfrm>
                <a:off x="4028988"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8" name="椭圆 13787">
                <a:extLst>
                  <a:ext uri="{FF2B5EF4-FFF2-40B4-BE49-F238E27FC236}">
                    <a16:creationId xmlns:a16="http://schemas.microsoft.com/office/drawing/2014/main" id="{8ABABD6F-93FB-42B1-8412-AB8FDB15DCE6}"/>
                  </a:ext>
                </a:extLst>
              </p:cNvPr>
              <p:cNvSpPr/>
              <p:nvPr/>
            </p:nvSpPr>
            <p:spPr>
              <a:xfrm>
                <a:off x="4170371"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9" name="椭圆 13788">
                <a:extLst>
                  <a:ext uri="{FF2B5EF4-FFF2-40B4-BE49-F238E27FC236}">
                    <a16:creationId xmlns:a16="http://schemas.microsoft.com/office/drawing/2014/main" id="{F5C87479-77DC-4881-92A3-AEDF220E0472}"/>
                  </a:ext>
                </a:extLst>
              </p:cNvPr>
              <p:cNvSpPr/>
              <p:nvPr/>
            </p:nvSpPr>
            <p:spPr>
              <a:xfrm>
                <a:off x="400538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0" name="椭圆 13789">
                <a:extLst>
                  <a:ext uri="{FF2B5EF4-FFF2-40B4-BE49-F238E27FC236}">
                    <a16:creationId xmlns:a16="http://schemas.microsoft.com/office/drawing/2014/main" id="{581BB90C-975B-4E59-8E9A-B13AF5378422}"/>
                  </a:ext>
                </a:extLst>
              </p:cNvPr>
              <p:cNvSpPr/>
              <p:nvPr/>
            </p:nvSpPr>
            <p:spPr>
              <a:xfrm>
                <a:off x="40296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1" name="椭圆 13790">
                <a:extLst>
                  <a:ext uri="{FF2B5EF4-FFF2-40B4-BE49-F238E27FC236}">
                    <a16:creationId xmlns:a16="http://schemas.microsoft.com/office/drawing/2014/main" id="{BF4AEDE0-CD8C-49A3-A965-72092BC58F4A}"/>
                  </a:ext>
                </a:extLst>
              </p:cNvPr>
              <p:cNvSpPr/>
              <p:nvPr/>
            </p:nvSpPr>
            <p:spPr>
              <a:xfrm>
                <a:off x="39595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2" name="椭圆 13791">
                <a:extLst>
                  <a:ext uri="{FF2B5EF4-FFF2-40B4-BE49-F238E27FC236}">
                    <a16:creationId xmlns:a16="http://schemas.microsoft.com/office/drawing/2014/main" id="{0A06A186-0CAB-448D-A175-2DDE6F42441E}"/>
                  </a:ext>
                </a:extLst>
              </p:cNvPr>
              <p:cNvSpPr/>
              <p:nvPr/>
            </p:nvSpPr>
            <p:spPr>
              <a:xfrm>
                <a:off x="396644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3" name="椭圆 13792">
                <a:extLst>
                  <a:ext uri="{FF2B5EF4-FFF2-40B4-BE49-F238E27FC236}">
                    <a16:creationId xmlns:a16="http://schemas.microsoft.com/office/drawing/2014/main" id="{07AD5FB8-2876-45F4-B6FD-6E8C35D13D39}"/>
                  </a:ext>
                </a:extLst>
              </p:cNvPr>
              <p:cNvSpPr/>
              <p:nvPr/>
            </p:nvSpPr>
            <p:spPr>
              <a:xfrm>
                <a:off x="40596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4" name="椭圆 13793">
                <a:extLst>
                  <a:ext uri="{FF2B5EF4-FFF2-40B4-BE49-F238E27FC236}">
                    <a16:creationId xmlns:a16="http://schemas.microsoft.com/office/drawing/2014/main" id="{C53E630C-2BF9-4E6B-ACA8-B3CB5C6DA0F0}"/>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5" name="椭圆 13794">
                <a:extLst>
                  <a:ext uri="{FF2B5EF4-FFF2-40B4-BE49-F238E27FC236}">
                    <a16:creationId xmlns:a16="http://schemas.microsoft.com/office/drawing/2014/main" id="{6E8639FA-583C-4D92-B6BD-BB131C04DA92}"/>
                  </a:ext>
                </a:extLst>
              </p:cNvPr>
              <p:cNvSpPr/>
              <p:nvPr/>
            </p:nvSpPr>
            <p:spPr>
              <a:xfrm>
                <a:off x="40250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6" name="椭圆 13795">
                <a:extLst>
                  <a:ext uri="{FF2B5EF4-FFF2-40B4-BE49-F238E27FC236}">
                    <a16:creationId xmlns:a16="http://schemas.microsoft.com/office/drawing/2014/main" id="{16CB8608-F8A0-414B-9A81-3DA75AEB0B2D}"/>
                  </a:ext>
                </a:extLst>
              </p:cNvPr>
              <p:cNvSpPr/>
              <p:nvPr/>
            </p:nvSpPr>
            <p:spPr>
              <a:xfrm>
                <a:off x="401096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7" name="椭圆 13796">
                <a:extLst>
                  <a:ext uri="{FF2B5EF4-FFF2-40B4-BE49-F238E27FC236}">
                    <a16:creationId xmlns:a16="http://schemas.microsoft.com/office/drawing/2014/main" id="{D80C5188-2DE5-457A-B796-BCF9CF2D1B97}"/>
                  </a:ext>
                </a:extLst>
              </p:cNvPr>
              <p:cNvSpPr/>
              <p:nvPr/>
            </p:nvSpPr>
            <p:spPr>
              <a:xfrm>
                <a:off x="400013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8" name="椭圆 13797">
                <a:extLst>
                  <a:ext uri="{FF2B5EF4-FFF2-40B4-BE49-F238E27FC236}">
                    <a16:creationId xmlns:a16="http://schemas.microsoft.com/office/drawing/2014/main" id="{D6354768-472F-4F24-A96A-CF5767192088}"/>
                  </a:ext>
                </a:extLst>
              </p:cNvPr>
              <p:cNvSpPr/>
              <p:nvPr/>
            </p:nvSpPr>
            <p:spPr>
              <a:xfrm>
                <a:off x="413704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9" name="椭圆 13798">
                <a:extLst>
                  <a:ext uri="{FF2B5EF4-FFF2-40B4-BE49-F238E27FC236}">
                    <a16:creationId xmlns:a16="http://schemas.microsoft.com/office/drawing/2014/main" id="{FE99E555-8005-46D3-8AFE-1E5337DAA233}"/>
                  </a:ext>
                </a:extLst>
              </p:cNvPr>
              <p:cNvSpPr/>
              <p:nvPr/>
            </p:nvSpPr>
            <p:spPr>
              <a:xfrm>
                <a:off x="40115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0" name="椭圆 13799">
                <a:extLst>
                  <a:ext uri="{FF2B5EF4-FFF2-40B4-BE49-F238E27FC236}">
                    <a16:creationId xmlns:a16="http://schemas.microsoft.com/office/drawing/2014/main" id="{CF5B0077-27A6-4F52-A56C-0FB269E3CA1F}"/>
                  </a:ext>
                </a:extLst>
              </p:cNvPr>
              <p:cNvSpPr/>
              <p:nvPr/>
            </p:nvSpPr>
            <p:spPr>
              <a:xfrm>
                <a:off x="3844111" y="29407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1" name="椭圆 13800">
                <a:extLst>
                  <a:ext uri="{FF2B5EF4-FFF2-40B4-BE49-F238E27FC236}">
                    <a16:creationId xmlns:a16="http://schemas.microsoft.com/office/drawing/2014/main" id="{E01D2C18-F3B9-4042-847F-1B249DC5588F}"/>
                  </a:ext>
                </a:extLst>
              </p:cNvPr>
              <p:cNvSpPr/>
              <p:nvPr/>
            </p:nvSpPr>
            <p:spPr>
              <a:xfrm>
                <a:off x="408411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2" name="椭圆 13801">
                <a:extLst>
                  <a:ext uri="{FF2B5EF4-FFF2-40B4-BE49-F238E27FC236}">
                    <a16:creationId xmlns:a16="http://schemas.microsoft.com/office/drawing/2014/main" id="{A0A657D8-0188-4536-927F-E86F84B6A35F}"/>
                  </a:ext>
                </a:extLst>
              </p:cNvPr>
              <p:cNvSpPr/>
              <p:nvPr/>
            </p:nvSpPr>
            <p:spPr>
              <a:xfrm>
                <a:off x="393733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3" name="椭圆 13802">
                <a:extLst>
                  <a:ext uri="{FF2B5EF4-FFF2-40B4-BE49-F238E27FC236}">
                    <a16:creationId xmlns:a16="http://schemas.microsoft.com/office/drawing/2014/main" id="{E2D0DDD8-0EBE-4F7B-B093-C26A122F9A23}"/>
                  </a:ext>
                </a:extLst>
              </p:cNvPr>
              <p:cNvSpPr/>
              <p:nvPr/>
            </p:nvSpPr>
            <p:spPr>
              <a:xfrm>
                <a:off x="4020362"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4" name="椭圆 13803">
                <a:extLst>
                  <a:ext uri="{FF2B5EF4-FFF2-40B4-BE49-F238E27FC236}">
                    <a16:creationId xmlns:a16="http://schemas.microsoft.com/office/drawing/2014/main" id="{CDA032C5-A52A-4072-B2D3-FA568E43DEF9}"/>
                  </a:ext>
                </a:extLst>
              </p:cNvPr>
              <p:cNvSpPr/>
              <p:nvPr/>
            </p:nvSpPr>
            <p:spPr>
              <a:xfrm>
                <a:off x="398883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5" name="椭圆 13804">
                <a:extLst>
                  <a:ext uri="{FF2B5EF4-FFF2-40B4-BE49-F238E27FC236}">
                    <a16:creationId xmlns:a16="http://schemas.microsoft.com/office/drawing/2014/main" id="{737F58AD-7AAC-4AEE-A07E-7D4EE1BF16C4}"/>
                  </a:ext>
                </a:extLst>
              </p:cNvPr>
              <p:cNvSpPr/>
              <p:nvPr/>
            </p:nvSpPr>
            <p:spPr>
              <a:xfrm>
                <a:off x="39309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6" name="椭圆 13805">
                <a:extLst>
                  <a:ext uri="{FF2B5EF4-FFF2-40B4-BE49-F238E27FC236}">
                    <a16:creationId xmlns:a16="http://schemas.microsoft.com/office/drawing/2014/main" id="{6CA1852B-0B38-495C-9771-4D5D3743570E}"/>
                  </a:ext>
                </a:extLst>
              </p:cNvPr>
              <p:cNvSpPr/>
              <p:nvPr/>
            </p:nvSpPr>
            <p:spPr>
              <a:xfrm>
                <a:off x="4119316"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7" name="椭圆 13806">
                <a:extLst>
                  <a:ext uri="{FF2B5EF4-FFF2-40B4-BE49-F238E27FC236}">
                    <a16:creationId xmlns:a16="http://schemas.microsoft.com/office/drawing/2014/main" id="{AEBB9E5D-CAA2-4B43-B06A-0D14354FA3B2}"/>
                  </a:ext>
                </a:extLst>
              </p:cNvPr>
              <p:cNvSpPr/>
              <p:nvPr/>
            </p:nvSpPr>
            <p:spPr>
              <a:xfrm>
                <a:off x="416126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8" name="椭圆 13807">
                <a:extLst>
                  <a:ext uri="{FF2B5EF4-FFF2-40B4-BE49-F238E27FC236}">
                    <a16:creationId xmlns:a16="http://schemas.microsoft.com/office/drawing/2014/main" id="{0851AD00-1AD9-4C38-A875-0A2E4DDAB9A8}"/>
                  </a:ext>
                </a:extLst>
              </p:cNvPr>
              <p:cNvSpPr/>
              <p:nvPr/>
            </p:nvSpPr>
            <p:spPr>
              <a:xfrm>
                <a:off x="391138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9" name="椭圆 13808">
                <a:extLst>
                  <a:ext uri="{FF2B5EF4-FFF2-40B4-BE49-F238E27FC236}">
                    <a16:creationId xmlns:a16="http://schemas.microsoft.com/office/drawing/2014/main" id="{7A3F4669-7E73-4E3A-A897-EC6F689C3BCB}"/>
                  </a:ext>
                </a:extLst>
              </p:cNvPr>
              <p:cNvSpPr/>
              <p:nvPr/>
            </p:nvSpPr>
            <p:spPr>
              <a:xfrm>
                <a:off x="4015150" y="29655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0" name="椭圆 13809">
                <a:extLst>
                  <a:ext uri="{FF2B5EF4-FFF2-40B4-BE49-F238E27FC236}">
                    <a16:creationId xmlns:a16="http://schemas.microsoft.com/office/drawing/2014/main" id="{228A7344-0AA5-4338-AFB5-B03FF0864263}"/>
                  </a:ext>
                </a:extLst>
              </p:cNvPr>
              <p:cNvSpPr/>
              <p:nvPr/>
            </p:nvSpPr>
            <p:spPr>
              <a:xfrm>
                <a:off x="40213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1" name="椭圆 13810">
                <a:extLst>
                  <a:ext uri="{FF2B5EF4-FFF2-40B4-BE49-F238E27FC236}">
                    <a16:creationId xmlns:a16="http://schemas.microsoft.com/office/drawing/2014/main" id="{57D3929C-CAAE-423A-B5E1-496AF25B63E0}"/>
                  </a:ext>
                </a:extLst>
              </p:cNvPr>
              <p:cNvSpPr/>
              <p:nvPr/>
            </p:nvSpPr>
            <p:spPr>
              <a:xfrm>
                <a:off x="398945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2" name="椭圆 13811">
                <a:extLst>
                  <a:ext uri="{FF2B5EF4-FFF2-40B4-BE49-F238E27FC236}">
                    <a16:creationId xmlns:a16="http://schemas.microsoft.com/office/drawing/2014/main" id="{67DB9D61-D4C5-4685-85FD-FA5B6ECC34AE}"/>
                  </a:ext>
                </a:extLst>
              </p:cNvPr>
              <p:cNvSpPr/>
              <p:nvPr/>
            </p:nvSpPr>
            <p:spPr>
              <a:xfrm>
                <a:off x="4196247" y="2801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3" name="椭圆 13812">
                <a:extLst>
                  <a:ext uri="{FF2B5EF4-FFF2-40B4-BE49-F238E27FC236}">
                    <a16:creationId xmlns:a16="http://schemas.microsoft.com/office/drawing/2014/main" id="{16065DBB-3F9B-4D16-A4F5-11F1640D0F77}"/>
                  </a:ext>
                </a:extLst>
              </p:cNvPr>
              <p:cNvSpPr/>
              <p:nvPr/>
            </p:nvSpPr>
            <p:spPr>
              <a:xfrm>
                <a:off x="4051928"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4" name="椭圆 13813">
                <a:extLst>
                  <a:ext uri="{FF2B5EF4-FFF2-40B4-BE49-F238E27FC236}">
                    <a16:creationId xmlns:a16="http://schemas.microsoft.com/office/drawing/2014/main" id="{6CD06A6C-8617-4770-9FF0-55D4D31C8F2F}"/>
                  </a:ext>
                </a:extLst>
              </p:cNvPr>
              <p:cNvSpPr/>
              <p:nvPr/>
            </p:nvSpPr>
            <p:spPr>
              <a:xfrm>
                <a:off x="3949414"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5" name="椭圆 13814">
                <a:extLst>
                  <a:ext uri="{FF2B5EF4-FFF2-40B4-BE49-F238E27FC236}">
                    <a16:creationId xmlns:a16="http://schemas.microsoft.com/office/drawing/2014/main" id="{9383DA40-CF0D-42D9-8273-F1CDEDDF4B3C}"/>
                  </a:ext>
                </a:extLst>
              </p:cNvPr>
              <p:cNvSpPr/>
              <p:nvPr/>
            </p:nvSpPr>
            <p:spPr>
              <a:xfrm>
                <a:off x="403809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6" name="椭圆 13815">
                <a:extLst>
                  <a:ext uri="{FF2B5EF4-FFF2-40B4-BE49-F238E27FC236}">
                    <a16:creationId xmlns:a16="http://schemas.microsoft.com/office/drawing/2014/main" id="{E1B8D51D-7D90-462D-889A-C062D2AC0462}"/>
                  </a:ext>
                </a:extLst>
              </p:cNvPr>
              <p:cNvSpPr/>
              <p:nvPr/>
            </p:nvSpPr>
            <p:spPr>
              <a:xfrm>
                <a:off x="38273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7" name="椭圆 13816">
                <a:extLst>
                  <a:ext uri="{FF2B5EF4-FFF2-40B4-BE49-F238E27FC236}">
                    <a16:creationId xmlns:a16="http://schemas.microsoft.com/office/drawing/2014/main" id="{B6BA94B6-2021-43C0-BA9D-A65B94CA88C6}"/>
                  </a:ext>
                </a:extLst>
              </p:cNvPr>
              <p:cNvSpPr/>
              <p:nvPr/>
            </p:nvSpPr>
            <p:spPr>
              <a:xfrm>
                <a:off x="40227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8" name="椭圆 13817">
                <a:extLst>
                  <a:ext uri="{FF2B5EF4-FFF2-40B4-BE49-F238E27FC236}">
                    <a16:creationId xmlns:a16="http://schemas.microsoft.com/office/drawing/2014/main" id="{611A13F1-64FE-4B57-8B08-67152C386301}"/>
                  </a:ext>
                </a:extLst>
              </p:cNvPr>
              <p:cNvSpPr/>
              <p:nvPr/>
            </p:nvSpPr>
            <p:spPr>
              <a:xfrm>
                <a:off x="4280188" y="28614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9" name="椭圆 13818">
                <a:extLst>
                  <a:ext uri="{FF2B5EF4-FFF2-40B4-BE49-F238E27FC236}">
                    <a16:creationId xmlns:a16="http://schemas.microsoft.com/office/drawing/2014/main" id="{0B34CB31-198E-4341-9FB6-37F7CDBC0433}"/>
                  </a:ext>
                </a:extLst>
              </p:cNvPr>
              <p:cNvSpPr/>
              <p:nvPr/>
            </p:nvSpPr>
            <p:spPr>
              <a:xfrm>
                <a:off x="393550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0" name="椭圆 13819">
                <a:extLst>
                  <a:ext uri="{FF2B5EF4-FFF2-40B4-BE49-F238E27FC236}">
                    <a16:creationId xmlns:a16="http://schemas.microsoft.com/office/drawing/2014/main" id="{8638F0BE-6FDF-4F87-B633-6BFA4F410A9A}"/>
                  </a:ext>
                </a:extLst>
              </p:cNvPr>
              <p:cNvSpPr/>
              <p:nvPr/>
            </p:nvSpPr>
            <p:spPr>
              <a:xfrm>
                <a:off x="413065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1" name="椭圆 13820">
                <a:extLst>
                  <a:ext uri="{FF2B5EF4-FFF2-40B4-BE49-F238E27FC236}">
                    <a16:creationId xmlns:a16="http://schemas.microsoft.com/office/drawing/2014/main" id="{6AFB5101-2711-4CC0-9130-46005D7E5A1C}"/>
                  </a:ext>
                </a:extLst>
              </p:cNvPr>
              <p:cNvSpPr/>
              <p:nvPr/>
            </p:nvSpPr>
            <p:spPr>
              <a:xfrm>
                <a:off x="4023923"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2" name="椭圆 13821">
                <a:extLst>
                  <a:ext uri="{FF2B5EF4-FFF2-40B4-BE49-F238E27FC236}">
                    <a16:creationId xmlns:a16="http://schemas.microsoft.com/office/drawing/2014/main" id="{BFA435FE-A0D0-47FE-BA2D-E2D3A28817C2}"/>
                  </a:ext>
                </a:extLst>
              </p:cNvPr>
              <p:cNvSpPr/>
              <p:nvPr/>
            </p:nvSpPr>
            <p:spPr>
              <a:xfrm>
                <a:off x="4006855"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3" name="椭圆 13822">
                <a:extLst>
                  <a:ext uri="{FF2B5EF4-FFF2-40B4-BE49-F238E27FC236}">
                    <a16:creationId xmlns:a16="http://schemas.microsoft.com/office/drawing/2014/main" id="{7289F1AC-6820-4D54-B9BC-B8A61A01CCDB}"/>
                  </a:ext>
                </a:extLst>
              </p:cNvPr>
              <p:cNvSpPr/>
              <p:nvPr/>
            </p:nvSpPr>
            <p:spPr>
              <a:xfrm>
                <a:off x="3925924"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4" name="椭圆 13823">
                <a:extLst>
                  <a:ext uri="{FF2B5EF4-FFF2-40B4-BE49-F238E27FC236}">
                    <a16:creationId xmlns:a16="http://schemas.microsoft.com/office/drawing/2014/main" id="{CA417E37-A87B-49B3-B738-F6E61DFE8F94}"/>
                  </a:ext>
                </a:extLst>
              </p:cNvPr>
              <p:cNvSpPr/>
              <p:nvPr/>
            </p:nvSpPr>
            <p:spPr>
              <a:xfrm>
                <a:off x="400814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5" name="椭圆 13824">
                <a:extLst>
                  <a:ext uri="{FF2B5EF4-FFF2-40B4-BE49-F238E27FC236}">
                    <a16:creationId xmlns:a16="http://schemas.microsoft.com/office/drawing/2014/main" id="{93A330EC-6915-4B02-8C5B-B2B30D0C92F7}"/>
                  </a:ext>
                </a:extLst>
              </p:cNvPr>
              <p:cNvSpPr/>
              <p:nvPr/>
            </p:nvSpPr>
            <p:spPr>
              <a:xfrm>
                <a:off x="3835192" y="27851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6" name="椭圆 13825">
                <a:extLst>
                  <a:ext uri="{FF2B5EF4-FFF2-40B4-BE49-F238E27FC236}">
                    <a16:creationId xmlns:a16="http://schemas.microsoft.com/office/drawing/2014/main" id="{0A8EB6B8-8FB8-460E-AD1E-D7A75E4536E1}"/>
                  </a:ext>
                </a:extLst>
              </p:cNvPr>
              <p:cNvSpPr/>
              <p:nvPr/>
            </p:nvSpPr>
            <p:spPr>
              <a:xfrm>
                <a:off x="3943468"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7" name="椭圆 13826">
                <a:extLst>
                  <a:ext uri="{FF2B5EF4-FFF2-40B4-BE49-F238E27FC236}">
                    <a16:creationId xmlns:a16="http://schemas.microsoft.com/office/drawing/2014/main" id="{530F7C1C-551E-4510-B52F-EC89928CC02C}"/>
                  </a:ext>
                </a:extLst>
              </p:cNvPr>
              <p:cNvSpPr/>
              <p:nvPr/>
            </p:nvSpPr>
            <p:spPr>
              <a:xfrm>
                <a:off x="4016582"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8" name="椭圆 13827">
                <a:extLst>
                  <a:ext uri="{FF2B5EF4-FFF2-40B4-BE49-F238E27FC236}">
                    <a16:creationId xmlns:a16="http://schemas.microsoft.com/office/drawing/2014/main" id="{A735C288-340F-4FA6-9116-BA7E5117203A}"/>
                  </a:ext>
                </a:extLst>
              </p:cNvPr>
              <p:cNvSpPr/>
              <p:nvPr/>
            </p:nvSpPr>
            <p:spPr>
              <a:xfrm>
                <a:off x="3969638"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9" name="椭圆 13828">
                <a:extLst>
                  <a:ext uri="{FF2B5EF4-FFF2-40B4-BE49-F238E27FC236}">
                    <a16:creationId xmlns:a16="http://schemas.microsoft.com/office/drawing/2014/main" id="{F1C78C02-E71C-4C7E-8F10-1C5BD2B9B7AD}"/>
                  </a:ext>
                </a:extLst>
              </p:cNvPr>
              <p:cNvSpPr/>
              <p:nvPr/>
            </p:nvSpPr>
            <p:spPr>
              <a:xfrm>
                <a:off x="3998927" y="2996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0" name="椭圆 13829">
                <a:extLst>
                  <a:ext uri="{FF2B5EF4-FFF2-40B4-BE49-F238E27FC236}">
                    <a16:creationId xmlns:a16="http://schemas.microsoft.com/office/drawing/2014/main" id="{2D1F28A8-24F3-4677-91E7-65578A3C9526}"/>
                  </a:ext>
                </a:extLst>
              </p:cNvPr>
              <p:cNvSpPr/>
              <p:nvPr/>
            </p:nvSpPr>
            <p:spPr>
              <a:xfrm>
                <a:off x="4014380" y="3006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1" name="椭圆 13830">
                <a:extLst>
                  <a:ext uri="{FF2B5EF4-FFF2-40B4-BE49-F238E27FC236}">
                    <a16:creationId xmlns:a16="http://schemas.microsoft.com/office/drawing/2014/main" id="{2529A99F-6122-4677-8615-BAD8650D0207}"/>
                  </a:ext>
                </a:extLst>
              </p:cNvPr>
              <p:cNvSpPr/>
              <p:nvPr/>
            </p:nvSpPr>
            <p:spPr>
              <a:xfrm>
                <a:off x="393869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2" name="椭圆 13831">
                <a:extLst>
                  <a:ext uri="{FF2B5EF4-FFF2-40B4-BE49-F238E27FC236}">
                    <a16:creationId xmlns:a16="http://schemas.microsoft.com/office/drawing/2014/main" id="{76F1F318-27D5-4718-9497-14F1A89CCF32}"/>
                  </a:ext>
                </a:extLst>
              </p:cNvPr>
              <p:cNvSpPr/>
              <p:nvPr/>
            </p:nvSpPr>
            <p:spPr>
              <a:xfrm>
                <a:off x="403816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3" name="椭圆 13832">
                <a:extLst>
                  <a:ext uri="{FF2B5EF4-FFF2-40B4-BE49-F238E27FC236}">
                    <a16:creationId xmlns:a16="http://schemas.microsoft.com/office/drawing/2014/main" id="{2C88F24E-806B-45D9-A80D-2E4A884A7998}"/>
                  </a:ext>
                </a:extLst>
              </p:cNvPr>
              <p:cNvSpPr/>
              <p:nvPr/>
            </p:nvSpPr>
            <p:spPr>
              <a:xfrm>
                <a:off x="40742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4" name="椭圆 13833">
                <a:extLst>
                  <a:ext uri="{FF2B5EF4-FFF2-40B4-BE49-F238E27FC236}">
                    <a16:creationId xmlns:a16="http://schemas.microsoft.com/office/drawing/2014/main" id="{DFB75837-73C6-41AE-8749-517F5B2A14F1}"/>
                  </a:ext>
                </a:extLst>
              </p:cNvPr>
              <p:cNvSpPr/>
              <p:nvPr/>
            </p:nvSpPr>
            <p:spPr>
              <a:xfrm>
                <a:off x="394658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5" name="椭圆 13834">
                <a:extLst>
                  <a:ext uri="{FF2B5EF4-FFF2-40B4-BE49-F238E27FC236}">
                    <a16:creationId xmlns:a16="http://schemas.microsoft.com/office/drawing/2014/main" id="{3F776C9C-E90C-420F-A4F7-B000404A9E05}"/>
                  </a:ext>
                </a:extLst>
              </p:cNvPr>
              <p:cNvSpPr/>
              <p:nvPr/>
            </p:nvSpPr>
            <p:spPr>
              <a:xfrm>
                <a:off x="398865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6" name="椭圆 13835">
                <a:extLst>
                  <a:ext uri="{FF2B5EF4-FFF2-40B4-BE49-F238E27FC236}">
                    <a16:creationId xmlns:a16="http://schemas.microsoft.com/office/drawing/2014/main" id="{777852AE-21CA-42BE-8941-E7B256EB946D}"/>
                  </a:ext>
                </a:extLst>
              </p:cNvPr>
              <p:cNvSpPr/>
              <p:nvPr/>
            </p:nvSpPr>
            <p:spPr>
              <a:xfrm>
                <a:off x="397837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7" name="椭圆 13836">
                <a:extLst>
                  <a:ext uri="{FF2B5EF4-FFF2-40B4-BE49-F238E27FC236}">
                    <a16:creationId xmlns:a16="http://schemas.microsoft.com/office/drawing/2014/main" id="{498E2D15-3F2F-49A6-919B-F8805A5C4060}"/>
                  </a:ext>
                </a:extLst>
              </p:cNvPr>
              <p:cNvSpPr/>
              <p:nvPr/>
            </p:nvSpPr>
            <p:spPr>
              <a:xfrm>
                <a:off x="400751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8" name="椭圆 13837">
                <a:extLst>
                  <a:ext uri="{FF2B5EF4-FFF2-40B4-BE49-F238E27FC236}">
                    <a16:creationId xmlns:a16="http://schemas.microsoft.com/office/drawing/2014/main" id="{EA59F85D-29ED-4CF7-A213-F6DF7BFAAD28}"/>
                  </a:ext>
                </a:extLst>
              </p:cNvPr>
              <p:cNvSpPr/>
              <p:nvPr/>
            </p:nvSpPr>
            <p:spPr>
              <a:xfrm>
                <a:off x="40234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9" name="椭圆 13838">
                <a:extLst>
                  <a:ext uri="{FF2B5EF4-FFF2-40B4-BE49-F238E27FC236}">
                    <a16:creationId xmlns:a16="http://schemas.microsoft.com/office/drawing/2014/main" id="{77238707-BC4C-4D1A-87E2-45977484D017}"/>
                  </a:ext>
                </a:extLst>
              </p:cNvPr>
              <p:cNvSpPr/>
              <p:nvPr/>
            </p:nvSpPr>
            <p:spPr>
              <a:xfrm>
                <a:off x="3993715"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0" name="椭圆 13839">
                <a:extLst>
                  <a:ext uri="{FF2B5EF4-FFF2-40B4-BE49-F238E27FC236}">
                    <a16:creationId xmlns:a16="http://schemas.microsoft.com/office/drawing/2014/main" id="{DE494F74-3A13-427B-97F3-CBAC48EED751}"/>
                  </a:ext>
                </a:extLst>
              </p:cNvPr>
              <p:cNvSpPr/>
              <p:nvPr/>
            </p:nvSpPr>
            <p:spPr>
              <a:xfrm>
                <a:off x="4081511"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1" name="椭圆 13840">
                <a:extLst>
                  <a:ext uri="{FF2B5EF4-FFF2-40B4-BE49-F238E27FC236}">
                    <a16:creationId xmlns:a16="http://schemas.microsoft.com/office/drawing/2014/main" id="{18B8CE6E-6CDB-4B04-A2C3-33997C2E26FA}"/>
                  </a:ext>
                </a:extLst>
              </p:cNvPr>
              <p:cNvSpPr/>
              <p:nvPr/>
            </p:nvSpPr>
            <p:spPr>
              <a:xfrm>
                <a:off x="40672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2" name="椭圆 13841">
                <a:extLst>
                  <a:ext uri="{FF2B5EF4-FFF2-40B4-BE49-F238E27FC236}">
                    <a16:creationId xmlns:a16="http://schemas.microsoft.com/office/drawing/2014/main" id="{DFAFF379-224B-461F-817B-A57194BCF25E}"/>
                  </a:ext>
                </a:extLst>
              </p:cNvPr>
              <p:cNvSpPr/>
              <p:nvPr/>
            </p:nvSpPr>
            <p:spPr>
              <a:xfrm>
                <a:off x="40075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3" name="椭圆 13842">
                <a:extLst>
                  <a:ext uri="{FF2B5EF4-FFF2-40B4-BE49-F238E27FC236}">
                    <a16:creationId xmlns:a16="http://schemas.microsoft.com/office/drawing/2014/main" id="{E7C3D19A-90D4-408D-9CA5-F59724B8E097}"/>
                  </a:ext>
                </a:extLst>
              </p:cNvPr>
              <p:cNvSpPr/>
              <p:nvPr/>
            </p:nvSpPr>
            <p:spPr>
              <a:xfrm>
                <a:off x="3910398"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4" name="椭圆 13843">
                <a:extLst>
                  <a:ext uri="{FF2B5EF4-FFF2-40B4-BE49-F238E27FC236}">
                    <a16:creationId xmlns:a16="http://schemas.microsoft.com/office/drawing/2014/main" id="{487A50F5-FD61-4F15-9E66-F0566A2EBA71}"/>
                  </a:ext>
                </a:extLst>
              </p:cNvPr>
              <p:cNvSpPr/>
              <p:nvPr/>
            </p:nvSpPr>
            <p:spPr>
              <a:xfrm>
                <a:off x="398211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5" name="椭圆 13844">
                <a:extLst>
                  <a:ext uri="{FF2B5EF4-FFF2-40B4-BE49-F238E27FC236}">
                    <a16:creationId xmlns:a16="http://schemas.microsoft.com/office/drawing/2014/main" id="{F0F6B973-7269-41EA-98B6-22E1925BF52D}"/>
                  </a:ext>
                </a:extLst>
              </p:cNvPr>
              <p:cNvSpPr/>
              <p:nvPr/>
            </p:nvSpPr>
            <p:spPr>
              <a:xfrm>
                <a:off x="398465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6" name="椭圆 13845">
                <a:extLst>
                  <a:ext uri="{FF2B5EF4-FFF2-40B4-BE49-F238E27FC236}">
                    <a16:creationId xmlns:a16="http://schemas.microsoft.com/office/drawing/2014/main" id="{E906857F-39C0-47BD-8065-1836A7820234}"/>
                  </a:ext>
                </a:extLst>
              </p:cNvPr>
              <p:cNvSpPr/>
              <p:nvPr/>
            </p:nvSpPr>
            <p:spPr>
              <a:xfrm>
                <a:off x="39781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7" name="椭圆 13846">
                <a:extLst>
                  <a:ext uri="{FF2B5EF4-FFF2-40B4-BE49-F238E27FC236}">
                    <a16:creationId xmlns:a16="http://schemas.microsoft.com/office/drawing/2014/main" id="{9486ED44-5425-4DAF-AFE7-90248610C277}"/>
                  </a:ext>
                </a:extLst>
              </p:cNvPr>
              <p:cNvSpPr/>
              <p:nvPr/>
            </p:nvSpPr>
            <p:spPr>
              <a:xfrm>
                <a:off x="40077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8" name="椭圆 13847">
                <a:extLst>
                  <a:ext uri="{FF2B5EF4-FFF2-40B4-BE49-F238E27FC236}">
                    <a16:creationId xmlns:a16="http://schemas.microsoft.com/office/drawing/2014/main" id="{E5764921-9F48-40DD-AD5F-886BA0A04B57}"/>
                  </a:ext>
                </a:extLst>
              </p:cNvPr>
              <p:cNvSpPr/>
              <p:nvPr/>
            </p:nvSpPr>
            <p:spPr>
              <a:xfrm>
                <a:off x="4010599"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9" name="椭圆 13848">
                <a:extLst>
                  <a:ext uri="{FF2B5EF4-FFF2-40B4-BE49-F238E27FC236}">
                    <a16:creationId xmlns:a16="http://schemas.microsoft.com/office/drawing/2014/main" id="{1BF40EBA-DD16-42FF-ABB5-52126BE894A4}"/>
                  </a:ext>
                </a:extLst>
              </p:cNvPr>
              <p:cNvSpPr/>
              <p:nvPr/>
            </p:nvSpPr>
            <p:spPr>
              <a:xfrm>
                <a:off x="40084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0" name="椭圆 13849">
                <a:extLst>
                  <a:ext uri="{FF2B5EF4-FFF2-40B4-BE49-F238E27FC236}">
                    <a16:creationId xmlns:a16="http://schemas.microsoft.com/office/drawing/2014/main" id="{512D0B91-FCAE-4081-BEB3-D03C9D480C1D}"/>
                  </a:ext>
                </a:extLst>
              </p:cNvPr>
              <p:cNvSpPr/>
              <p:nvPr/>
            </p:nvSpPr>
            <p:spPr>
              <a:xfrm>
                <a:off x="400241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1" name="椭圆 13850">
                <a:extLst>
                  <a:ext uri="{FF2B5EF4-FFF2-40B4-BE49-F238E27FC236}">
                    <a16:creationId xmlns:a16="http://schemas.microsoft.com/office/drawing/2014/main" id="{D697ADE1-49F1-44B7-93F4-08DA043CB915}"/>
                  </a:ext>
                </a:extLst>
              </p:cNvPr>
              <p:cNvSpPr/>
              <p:nvPr/>
            </p:nvSpPr>
            <p:spPr>
              <a:xfrm>
                <a:off x="4104377"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2" name="椭圆 13851">
                <a:extLst>
                  <a:ext uri="{FF2B5EF4-FFF2-40B4-BE49-F238E27FC236}">
                    <a16:creationId xmlns:a16="http://schemas.microsoft.com/office/drawing/2014/main" id="{6DB3115D-B01B-4BCA-A8D1-0B3A8FC968F4}"/>
                  </a:ext>
                </a:extLst>
              </p:cNvPr>
              <p:cNvSpPr/>
              <p:nvPr/>
            </p:nvSpPr>
            <p:spPr>
              <a:xfrm>
                <a:off x="40433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3" name="椭圆 13852">
                <a:extLst>
                  <a:ext uri="{FF2B5EF4-FFF2-40B4-BE49-F238E27FC236}">
                    <a16:creationId xmlns:a16="http://schemas.microsoft.com/office/drawing/2014/main" id="{0E26603B-00AD-4576-9808-F808349D292A}"/>
                  </a:ext>
                </a:extLst>
              </p:cNvPr>
              <p:cNvSpPr/>
              <p:nvPr/>
            </p:nvSpPr>
            <p:spPr>
              <a:xfrm>
                <a:off x="401816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4" name="椭圆 13853">
                <a:extLst>
                  <a:ext uri="{FF2B5EF4-FFF2-40B4-BE49-F238E27FC236}">
                    <a16:creationId xmlns:a16="http://schemas.microsoft.com/office/drawing/2014/main" id="{F53A62AF-8E61-49F5-8313-5A94DE6D4413}"/>
                  </a:ext>
                </a:extLst>
              </p:cNvPr>
              <p:cNvSpPr/>
              <p:nvPr/>
            </p:nvSpPr>
            <p:spPr>
              <a:xfrm>
                <a:off x="39911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5" name="椭圆 13854">
                <a:extLst>
                  <a:ext uri="{FF2B5EF4-FFF2-40B4-BE49-F238E27FC236}">
                    <a16:creationId xmlns:a16="http://schemas.microsoft.com/office/drawing/2014/main" id="{A13A73B4-C1F4-4E98-80E1-E2B78DFBFA42}"/>
                  </a:ext>
                </a:extLst>
              </p:cNvPr>
              <p:cNvSpPr/>
              <p:nvPr/>
            </p:nvSpPr>
            <p:spPr>
              <a:xfrm>
                <a:off x="4051340"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6" name="椭圆 13855">
                <a:extLst>
                  <a:ext uri="{FF2B5EF4-FFF2-40B4-BE49-F238E27FC236}">
                    <a16:creationId xmlns:a16="http://schemas.microsoft.com/office/drawing/2014/main" id="{96AC2004-45CE-429F-832A-24A5EB26F58B}"/>
                  </a:ext>
                </a:extLst>
              </p:cNvPr>
              <p:cNvSpPr/>
              <p:nvPr/>
            </p:nvSpPr>
            <p:spPr>
              <a:xfrm>
                <a:off x="4016362"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7" name="椭圆 13856">
                <a:extLst>
                  <a:ext uri="{FF2B5EF4-FFF2-40B4-BE49-F238E27FC236}">
                    <a16:creationId xmlns:a16="http://schemas.microsoft.com/office/drawing/2014/main" id="{91CC4382-C154-4739-83CF-665146D52171}"/>
                  </a:ext>
                </a:extLst>
              </p:cNvPr>
              <p:cNvSpPr/>
              <p:nvPr/>
            </p:nvSpPr>
            <p:spPr>
              <a:xfrm>
                <a:off x="397932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8" name="椭圆 13857">
                <a:extLst>
                  <a:ext uri="{FF2B5EF4-FFF2-40B4-BE49-F238E27FC236}">
                    <a16:creationId xmlns:a16="http://schemas.microsoft.com/office/drawing/2014/main" id="{5A78FC1A-2614-4058-A726-6466F63D8270}"/>
                  </a:ext>
                </a:extLst>
              </p:cNvPr>
              <p:cNvSpPr/>
              <p:nvPr/>
            </p:nvSpPr>
            <p:spPr>
              <a:xfrm>
                <a:off x="3972207"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9" name="椭圆 13858">
                <a:extLst>
                  <a:ext uri="{FF2B5EF4-FFF2-40B4-BE49-F238E27FC236}">
                    <a16:creationId xmlns:a16="http://schemas.microsoft.com/office/drawing/2014/main" id="{70821CBE-95BC-4581-B0A9-EE7087A46C0F}"/>
                  </a:ext>
                </a:extLst>
              </p:cNvPr>
              <p:cNvSpPr/>
              <p:nvPr/>
            </p:nvSpPr>
            <p:spPr>
              <a:xfrm>
                <a:off x="402641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0" name="椭圆 13859">
                <a:extLst>
                  <a:ext uri="{FF2B5EF4-FFF2-40B4-BE49-F238E27FC236}">
                    <a16:creationId xmlns:a16="http://schemas.microsoft.com/office/drawing/2014/main" id="{9FABF771-D265-4CB0-94F7-921E960E86D9}"/>
                  </a:ext>
                </a:extLst>
              </p:cNvPr>
              <p:cNvSpPr/>
              <p:nvPr/>
            </p:nvSpPr>
            <p:spPr>
              <a:xfrm>
                <a:off x="40313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1" name="椭圆 13860">
                <a:extLst>
                  <a:ext uri="{FF2B5EF4-FFF2-40B4-BE49-F238E27FC236}">
                    <a16:creationId xmlns:a16="http://schemas.microsoft.com/office/drawing/2014/main" id="{9E549F1F-AF48-4724-B61B-9AE441A4FD99}"/>
                  </a:ext>
                </a:extLst>
              </p:cNvPr>
              <p:cNvSpPr/>
              <p:nvPr/>
            </p:nvSpPr>
            <p:spPr>
              <a:xfrm>
                <a:off x="40754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2" name="椭圆 13861">
                <a:extLst>
                  <a:ext uri="{FF2B5EF4-FFF2-40B4-BE49-F238E27FC236}">
                    <a16:creationId xmlns:a16="http://schemas.microsoft.com/office/drawing/2014/main" id="{C7CA6F55-F0B7-49BF-918E-98BCE6B99DCE}"/>
                  </a:ext>
                </a:extLst>
              </p:cNvPr>
              <p:cNvSpPr/>
              <p:nvPr/>
            </p:nvSpPr>
            <p:spPr>
              <a:xfrm>
                <a:off x="392823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3" name="椭圆 13862">
                <a:extLst>
                  <a:ext uri="{FF2B5EF4-FFF2-40B4-BE49-F238E27FC236}">
                    <a16:creationId xmlns:a16="http://schemas.microsoft.com/office/drawing/2014/main" id="{5B5EADAD-7F04-4233-8F7D-CCAEB3CB7CE5}"/>
                  </a:ext>
                </a:extLst>
              </p:cNvPr>
              <p:cNvSpPr/>
              <p:nvPr/>
            </p:nvSpPr>
            <p:spPr>
              <a:xfrm>
                <a:off x="40108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4" name="椭圆 13863">
                <a:extLst>
                  <a:ext uri="{FF2B5EF4-FFF2-40B4-BE49-F238E27FC236}">
                    <a16:creationId xmlns:a16="http://schemas.microsoft.com/office/drawing/2014/main" id="{F4D4FA2A-D3D2-4156-95FD-E9C0DA517058}"/>
                  </a:ext>
                </a:extLst>
              </p:cNvPr>
              <p:cNvSpPr/>
              <p:nvPr/>
            </p:nvSpPr>
            <p:spPr>
              <a:xfrm>
                <a:off x="392970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5" name="椭圆 13864">
                <a:extLst>
                  <a:ext uri="{FF2B5EF4-FFF2-40B4-BE49-F238E27FC236}">
                    <a16:creationId xmlns:a16="http://schemas.microsoft.com/office/drawing/2014/main" id="{67AE78E6-72CF-4230-A5FF-0D8D232C58F3}"/>
                  </a:ext>
                </a:extLst>
              </p:cNvPr>
              <p:cNvSpPr/>
              <p:nvPr/>
            </p:nvSpPr>
            <p:spPr>
              <a:xfrm>
                <a:off x="40435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6" name="椭圆 13865">
                <a:extLst>
                  <a:ext uri="{FF2B5EF4-FFF2-40B4-BE49-F238E27FC236}">
                    <a16:creationId xmlns:a16="http://schemas.microsoft.com/office/drawing/2014/main" id="{BC6389EC-E22D-489C-A585-292714C5B45A}"/>
                  </a:ext>
                </a:extLst>
              </p:cNvPr>
              <p:cNvSpPr/>
              <p:nvPr/>
            </p:nvSpPr>
            <p:spPr>
              <a:xfrm>
                <a:off x="4088374"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7" name="椭圆 13866">
                <a:extLst>
                  <a:ext uri="{FF2B5EF4-FFF2-40B4-BE49-F238E27FC236}">
                    <a16:creationId xmlns:a16="http://schemas.microsoft.com/office/drawing/2014/main" id="{F2B67B95-98B6-4568-AE34-DB60071457B1}"/>
                  </a:ext>
                </a:extLst>
              </p:cNvPr>
              <p:cNvSpPr/>
              <p:nvPr/>
            </p:nvSpPr>
            <p:spPr>
              <a:xfrm>
                <a:off x="3937412"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8" name="椭圆 13867">
                <a:extLst>
                  <a:ext uri="{FF2B5EF4-FFF2-40B4-BE49-F238E27FC236}">
                    <a16:creationId xmlns:a16="http://schemas.microsoft.com/office/drawing/2014/main" id="{7ABFA390-C28D-4586-9F40-5AF91EB01FB3}"/>
                  </a:ext>
                </a:extLst>
              </p:cNvPr>
              <p:cNvSpPr/>
              <p:nvPr/>
            </p:nvSpPr>
            <p:spPr>
              <a:xfrm>
                <a:off x="4137631" y="2993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9" name="椭圆 13868">
                <a:extLst>
                  <a:ext uri="{FF2B5EF4-FFF2-40B4-BE49-F238E27FC236}">
                    <a16:creationId xmlns:a16="http://schemas.microsoft.com/office/drawing/2014/main" id="{4E17C05F-CF80-4B58-B4D2-BA4CC92375DC}"/>
                  </a:ext>
                </a:extLst>
              </p:cNvPr>
              <p:cNvSpPr/>
              <p:nvPr/>
            </p:nvSpPr>
            <p:spPr>
              <a:xfrm>
                <a:off x="4176867" y="29724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0" name="椭圆 13869">
                <a:extLst>
                  <a:ext uri="{FF2B5EF4-FFF2-40B4-BE49-F238E27FC236}">
                    <a16:creationId xmlns:a16="http://schemas.microsoft.com/office/drawing/2014/main" id="{A408F417-815D-435C-B80D-D82C9CDE00DB}"/>
                  </a:ext>
                </a:extLst>
              </p:cNvPr>
              <p:cNvSpPr/>
              <p:nvPr/>
            </p:nvSpPr>
            <p:spPr>
              <a:xfrm>
                <a:off x="39657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1" name="椭圆 13870">
                <a:extLst>
                  <a:ext uri="{FF2B5EF4-FFF2-40B4-BE49-F238E27FC236}">
                    <a16:creationId xmlns:a16="http://schemas.microsoft.com/office/drawing/2014/main" id="{E36E4AE7-1843-4CBF-B1AA-701B46B08A2A}"/>
                  </a:ext>
                </a:extLst>
              </p:cNvPr>
              <p:cNvSpPr/>
              <p:nvPr/>
            </p:nvSpPr>
            <p:spPr>
              <a:xfrm>
                <a:off x="3985898"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2" name="椭圆 13871">
                <a:extLst>
                  <a:ext uri="{FF2B5EF4-FFF2-40B4-BE49-F238E27FC236}">
                    <a16:creationId xmlns:a16="http://schemas.microsoft.com/office/drawing/2014/main" id="{E918973D-38AF-4893-84C8-DFE75A870D9A}"/>
                  </a:ext>
                </a:extLst>
              </p:cNvPr>
              <p:cNvSpPr/>
              <p:nvPr/>
            </p:nvSpPr>
            <p:spPr>
              <a:xfrm>
                <a:off x="3814748" y="2804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3" name="椭圆 13872">
                <a:extLst>
                  <a:ext uri="{FF2B5EF4-FFF2-40B4-BE49-F238E27FC236}">
                    <a16:creationId xmlns:a16="http://schemas.microsoft.com/office/drawing/2014/main" id="{12570713-9A8A-438D-8EBF-4A23C38047EE}"/>
                  </a:ext>
                </a:extLst>
              </p:cNvPr>
              <p:cNvSpPr/>
              <p:nvPr/>
            </p:nvSpPr>
            <p:spPr>
              <a:xfrm>
                <a:off x="403126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4" name="椭圆 13873">
                <a:extLst>
                  <a:ext uri="{FF2B5EF4-FFF2-40B4-BE49-F238E27FC236}">
                    <a16:creationId xmlns:a16="http://schemas.microsoft.com/office/drawing/2014/main" id="{FFE12057-C306-48D1-9C42-1F43DAF1AA74}"/>
                  </a:ext>
                </a:extLst>
              </p:cNvPr>
              <p:cNvSpPr/>
              <p:nvPr/>
            </p:nvSpPr>
            <p:spPr>
              <a:xfrm>
                <a:off x="3936568"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5" name="椭圆 13874">
                <a:extLst>
                  <a:ext uri="{FF2B5EF4-FFF2-40B4-BE49-F238E27FC236}">
                    <a16:creationId xmlns:a16="http://schemas.microsoft.com/office/drawing/2014/main" id="{9634EE5E-E6F2-4219-80A4-0CCA6C8173AD}"/>
                  </a:ext>
                </a:extLst>
              </p:cNvPr>
              <p:cNvSpPr/>
              <p:nvPr/>
            </p:nvSpPr>
            <p:spPr>
              <a:xfrm>
                <a:off x="3911132" y="29487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6" name="椭圆 13875">
                <a:extLst>
                  <a:ext uri="{FF2B5EF4-FFF2-40B4-BE49-F238E27FC236}">
                    <a16:creationId xmlns:a16="http://schemas.microsoft.com/office/drawing/2014/main" id="{76724F81-B0D2-483C-B878-38C57821EA8C}"/>
                  </a:ext>
                </a:extLst>
              </p:cNvPr>
              <p:cNvSpPr/>
              <p:nvPr/>
            </p:nvSpPr>
            <p:spPr>
              <a:xfrm>
                <a:off x="4050276"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7" name="椭圆 13876">
                <a:extLst>
                  <a:ext uri="{FF2B5EF4-FFF2-40B4-BE49-F238E27FC236}">
                    <a16:creationId xmlns:a16="http://schemas.microsoft.com/office/drawing/2014/main" id="{281877DE-5494-4B16-BB93-71C630E2B668}"/>
                  </a:ext>
                </a:extLst>
              </p:cNvPr>
              <p:cNvSpPr/>
              <p:nvPr/>
            </p:nvSpPr>
            <p:spPr>
              <a:xfrm>
                <a:off x="4153927" y="29584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8" name="椭圆 13877">
                <a:extLst>
                  <a:ext uri="{FF2B5EF4-FFF2-40B4-BE49-F238E27FC236}">
                    <a16:creationId xmlns:a16="http://schemas.microsoft.com/office/drawing/2014/main" id="{6A72C2D4-0A9F-4298-B77C-C052D05BDA50}"/>
                  </a:ext>
                </a:extLst>
              </p:cNvPr>
              <p:cNvSpPr/>
              <p:nvPr/>
            </p:nvSpPr>
            <p:spPr>
              <a:xfrm>
                <a:off x="39888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9" name="椭圆 13878">
                <a:extLst>
                  <a:ext uri="{FF2B5EF4-FFF2-40B4-BE49-F238E27FC236}">
                    <a16:creationId xmlns:a16="http://schemas.microsoft.com/office/drawing/2014/main" id="{4011AE07-E07A-4627-94AE-5F34DB55579C}"/>
                  </a:ext>
                </a:extLst>
              </p:cNvPr>
              <p:cNvSpPr/>
              <p:nvPr/>
            </p:nvSpPr>
            <p:spPr>
              <a:xfrm>
                <a:off x="4181896"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0" name="椭圆 13879">
                <a:extLst>
                  <a:ext uri="{FF2B5EF4-FFF2-40B4-BE49-F238E27FC236}">
                    <a16:creationId xmlns:a16="http://schemas.microsoft.com/office/drawing/2014/main" id="{1B88950B-0564-497A-8C67-2731C77723D4}"/>
                  </a:ext>
                </a:extLst>
              </p:cNvPr>
              <p:cNvSpPr/>
              <p:nvPr/>
            </p:nvSpPr>
            <p:spPr>
              <a:xfrm>
                <a:off x="40342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1" name="椭圆 13880">
                <a:extLst>
                  <a:ext uri="{FF2B5EF4-FFF2-40B4-BE49-F238E27FC236}">
                    <a16:creationId xmlns:a16="http://schemas.microsoft.com/office/drawing/2014/main" id="{8D257041-79DC-4A53-ABE1-DB79AF9B7069}"/>
                  </a:ext>
                </a:extLst>
              </p:cNvPr>
              <p:cNvSpPr/>
              <p:nvPr/>
            </p:nvSpPr>
            <p:spPr>
              <a:xfrm>
                <a:off x="4086429"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2" name="椭圆 13881">
                <a:extLst>
                  <a:ext uri="{FF2B5EF4-FFF2-40B4-BE49-F238E27FC236}">
                    <a16:creationId xmlns:a16="http://schemas.microsoft.com/office/drawing/2014/main" id="{F7AA4267-D67C-4F5D-84B9-519BB827D604}"/>
                  </a:ext>
                </a:extLst>
              </p:cNvPr>
              <p:cNvSpPr/>
              <p:nvPr/>
            </p:nvSpPr>
            <p:spPr>
              <a:xfrm>
                <a:off x="404708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3" name="椭圆 13882">
                <a:extLst>
                  <a:ext uri="{FF2B5EF4-FFF2-40B4-BE49-F238E27FC236}">
                    <a16:creationId xmlns:a16="http://schemas.microsoft.com/office/drawing/2014/main" id="{20A24BC9-E273-4BFC-9A95-CAA1A0F94D04}"/>
                  </a:ext>
                </a:extLst>
              </p:cNvPr>
              <p:cNvSpPr/>
              <p:nvPr/>
            </p:nvSpPr>
            <p:spPr>
              <a:xfrm>
                <a:off x="4072555"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4" name="椭圆 13883">
                <a:extLst>
                  <a:ext uri="{FF2B5EF4-FFF2-40B4-BE49-F238E27FC236}">
                    <a16:creationId xmlns:a16="http://schemas.microsoft.com/office/drawing/2014/main" id="{F313A536-4FD7-48BD-A75A-F88DC932090E}"/>
                  </a:ext>
                </a:extLst>
              </p:cNvPr>
              <p:cNvSpPr/>
              <p:nvPr/>
            </p:nvSpPr>
            <p:spPr>
              <a:xfrm>
                <a:off x="401603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5" name="椭圆 13884">
                <a:extLst>
                  <a:ext uri="{FF2B5EF4-FFF2-40B4-BE49-F238E27FC236}">
                    <a16:creationId xmlns:a16="http://schemas.microsoft.com/office/drawing/2014/main" id="{BB492C29-9683-458A-8865-45A98EA24E6B}"/>
                  </a:ext>
                </a:extLst>
              </p:cNvPr>
              <p:cNvSpPr/>
              <p:nvPr/>
            </p:nvSpPr>
            <p:spPr>
              <a:xfrm>
                <a:off x="4068187"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6" name="椭圆 13885">
                <a:extLst>
                  <a:ext uri="{FF2B5EF4-FFF2-40B4-BE49-F238E27FC236}">
                    <a16:creationId xmlns:a16="http://schemas.microsoft.com/office/drawing/2014/main" id="{88B95752-7368-4380-BC5D-3611EE32DF0E}"/>
                  </a:ext>
                </a:extLst>
              </p:cNvPr>
              <p:cNvSpPr/>
              <p:nvPr/>
            </p:nvSpPr>
            <p:spPr>
              <a:xfrm>
                <a:off x="4019555"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7" name="椭圆 13886">
                <a:extLst>
                  <a:ext uri="{FF2B5EF4-FFF2-40B4-BE49-F238E27FC236}">
                    <a16:creationId xmlns:a16="http://schemas.microsoft.com/office/drawing/2014/main" id="{114C5474-84DB-404B-874F-3546BA77A683}"/>
                  </a:ext>
                </a:extLst>
              </p:cNvPr>
              <p:cNvSpPr/>
              <p:nvPr/>
            </p:nvSpPr>
            <p:spPr>
              <a:xfrm>
                <a:off x="3903387"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8" name="椭圆 13887">
                <a:extLst>
                  <a:ext uri="{FF2B5EF4-FFF2-40B4-BE49-F238E27FC236}">
                    <a16:creationId xmlns:a16="http://schemas.microsoft.com/office/drawing/2014/main" id="{EFA70424-4365-42AB-A424-DEB3C5C292E3}"/>
                  </a:ext>
                </a:extLst>
              </p:cNvPr>
              <p:cNvSpPr/>
              <p:nvPr/>
            </p:nvSpPr>
            <p:spPr>
              <a:xfrm>
                <a:off x="397378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9" name="椭圆 13888">
                <a:extLst>
                  <a:ext uri="{FF2B5EF4-FFF2-40B4-BE49-F238E27FC236}">
                    <a16:creationId xmlns:a16="http://schemas.microsoft.com/office/drawing/2014/main" id="{3C46EF73-6C68-44A8-A592-818CDBD09DBC}"/>
                  </a:ext>
                </a:extLst>
              </p:cNvPr>
              <p:cNvSpPr/>
              <p:nvPr/>
            </p:nvSpPr>
            <p:spPr>
              <a:xfrm>
                <a:off x="4004947"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0" name="椭圆 13889">
                <a:extLst>
                  <a:ext uri="{FF2B5EF4-FFF2-40B4-BE49-F238E27FC236}">
                    <a16:creationId xmlns:a16="http://schemas.microsoft.com/office/drawing/2014/main" id="{75B47E05-8BEA-48F4-84B4-1F751CD698BE}"/>
                  </a:ext>
                </a:extLst>
              </p:cNvPr>
              <p:cNvSpPr/>
              <p:nvPr/>
            </p:nvSpPr>
            <p:spPr>
              <a:xfrm>
                <a:off x="400351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1" name="椭圆 13890">
                <a:extLst>
                  <a:ext uri="{FF2B5EF4-FFF2-40B4-BE49-F238E27FC236}">
                    <a16:creationId xmlns:a16="http://schemas.microsoft.com/office/drawing/2014/main" id="{54EBBA40-EF4E-48E6-9E49-2F8214CFE424}"/>
                  </a:ext>
                </a:extLst>
              </p:cNvPr>
              <p:cNvSpPr/>
              <p:nvPr/>
            </p:nvSpPr>
            <p:spPr>
              <a:xfrm>
                <a:off x="409417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2" name="椭圆 13891">
                <a:extLst>
                  <a:ext uri="{FF2B5EF4-FFF2-40B4-BE49-F238E27FC236}">
                    <a16:creationId xmlns:a16="http://schemas.microsoft.com/office/drawing/2014/main" id="{1C0A9658-7CC6-45C0-9687-A0B28AE4AC67}"/>
                  </a:ext>
                </a:extLst>
              </p:cNvPr>
              <p:cNvSpPr/>
              <p:nvPr/>
            </p:nvSpPr>
            <p:spPr>
              <a:xfrm>
                <a:off x="40055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3" name="椭圆 13892">
                <a:extLst>
                  <a:ext uri="{FF2B5EF4-FFF2-40B4-BE49-F238E27FC236}">
                    <a16:creationId xmlns:a16="http://schemas.microsoft.com/office/drawing/2014/main" id="{1C5BE4F1-3045-4122-B13E-41798B004B3B}"/>
                  </a:ext>
                </a:extLst>
              </p:cNvPr>
              <p:cNvSpPr/>
              <p:nvPr/>
            </p:nvSpPr>
            <p:spPr>
              <a:xfrm>
                <a:off x="401599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4" name="椭圆 13893">
                <a:extLst>
                  <a:ext uri="{FF2B5EF4-FFF2-40B4-BE49-F238E27FC236}">
                    <a16:creationId xmlns:a16="http://schemas.microsoft.com/office/drawing/2014/main" id="{11DDC697-8108-4B89-BE4B-B3F75BDC47A7}"/>
                  </a:ext>
                </a:extLst>
              </p:cNvPr>
              <p:cNvSpPr/>
              <p:nvPr/>
            </p:nvSpPr>
            <p:spPr>
              <a:xfrm>
                <a:off x="39935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5" name="椭圆 13894">
                <a:extLst>
                  <a:ext uri="{FF2B5EF4-FFF2-40B4-BE49-F238E27FC236}">
                    <a16:creationId xmlns:a16="http://schemas.microsoft.com/office/drawing/2014/main" id="{CEF87AFA-DADA-43D4-98E9-85AC6B335332}"/>
                  </a:ext>
                </a:extLst>
              </p:cNvPr>
              <p:cNvSpPr/>
              <p:nvPr/>
            </p:nvSpPr>
            <p:spPr>
              <a:xfrm>
                <a:off x="40073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6" name="椭圆 13895">
                <a:extLst>
                  <a:ext uri="{FF2B5EF4-FFF2-40B4-BE49-F238E27FC236}">
                    <a16:creationId xmlns:a16="http://schemas.microsoft.com/office/drawing/2014/main" id="{987F88B1-BC8C-4D74-B606-4643816BA349}"/>
                  </a:ext>
                </a:extLst>
              </p:cNvPr>
              <p:cNvSpPr/>
              <p:nvPr/>
            </p:nvSpPr>
            <p:spPr>
              <a:xfrm>
                <a:off x="4017132"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7" name="椭圆 13896">
                <a:extLst>
                  <a:ext uri="{FF2B5EF4-FFF2-40B4-BE49-F238E27FC236}">
                    <a16:creationId xmlns:a16="http://schemas.microsoft.com/office/drawing/2014/main" id="{FDF80F0D-69EE-406E-9654-8E9CA0EA859A}"/>
                  </a:ext>
                </a:extLst>
              </p:cNvPr>
              <p:cNvSpPr/>
              <p:nvPr/>
            </p:nvSpPr>
            <p:spPr>
              <a:xfrm>
                <a:off x="4098248"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8" name="椭圆 13897">
                <a:extLst>
                  <a:ext uri="{FF2B5EF4-FFF2-40B4-BE49-F238E27FC236}">
                    <a16:creationId xmlns:a16="http://schemas.microsoft.com/office/drawing/2014/main" id="{7C779A16-DEBD-429A-B914-CBEBAC223913}"/>
                  </a:ext>
                </a:extLst>
              </p:cNvPr>
              <p:cNvSpPr/>
              <p:nvPr/>
            </p:nvSpPr>
            <p:spPr>
              <a:xfrm>
                <a:off x="39240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9" name="椭圆 13898">
                <a:extLst>
                  <a:ext uri="{FF2B5EF4-FFF2-40B4-BE49-F238E27FC236}">
                    <a16:creationId xmlns:a16="http://schemas.microsoft.com/office/drawing/2014/main" id="{809C18D4-63F8-46DE-96AF-47166021520F}"/>
                  </a:ext>
                </a:extLst>
              </p:cNvPr>
              <p:cNvSpPr/>
              <p:nvPr/>
            </p:nvSpPr>
            <p:spPr>
              <a:xfrm>
                <a:off x="405361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0" name="椭圆 13899">
                <a:extLst>
                  <a:ext uri="{FF2B5EF4-FFF2-40B4-BE49-F238E27FC236}">
                    <a16:creationId xmlns:a16="http://schemas.microsoft.com/office/drawing/2014/main" id="{B741939E-71BB-4203-A941-62036DADD296}"/>
                  </a:ext>
                </a:extLst>
              </p:cNvPr>
              <p:cNvSpPr/>
              <p:nvPr/>
            </p:nvSpPr>
            <p:spPr>
              <a:xfrm>
                <a:off x="400186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1" name="椭圆 13900">
                <a:extLst>
                  <a:ext uri="{FF2B5EF4-FFF2-40B4-BE49-F238E27FC236}">
                    <a16:creationId xmlns:a16="http://schemas.microsoft.com/office/drawing/2014/main" id="{914112BE-F4FE-4BA3-873D-AAFC6190C88D}"/>
                  </a:ext>
                </a:extLst>
              </p:cNvPr>
              <p:cNvSpPr/>
              <p:nvPr/>
            </p:nvSpPr>
            <p:spPr>
              <a:xfrm>
                <a:off x="40410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2" name="椭圆 13901">
                <a:extLst>
                  <a:ext uri="{FF2B5EF4-FFF2-40B4-BE49-F238E27FC236}">
                    <a16:creationId xmlns:a16="http://schemas.microsoft.com/office/drawing/2014/main" id="{9B444276-69B5-4A62-AE58-0D54A7B6ACB8}"/>
                  </a:ext>
                </a:extLst>
              </p:cNvPr>
              <p:cNvSpPr/>
              <p:nvPr/>
            </p:nvSpPr>
            <p:spPr>
              <a:xfrm>
                <a:off x="40185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3" name="椭圆 13902">
                <a:extLst>
                  <a:ext uri="{FF2B5EF4-FFF2-40B4-BE49-F238E27FC236}">
                    <a16:creationId xmlns:a16="http://schemas.microsoft.com/office/drawing/2014/main" id="{FE410224-08FE-401B-B6C5-DA1745A2A73A}"/>
                  </a:ext>
                </a:extLst>
              </p:cNvPr>
              <p:cNvSpPr/>
              <p:nvPr/>
            </p:nvSpPr>
            <p:spPr>
              <a:xfrm>
                <a:off x="4214635"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4" name="椭圆 13903">
                <a:extLst>
                  <a:ext uri="{FF2B5EF4-FFF2-40B4-BE49-F238E27FC236}">
                    <a16:creationId xmlns:a16="http://schemas.microsoft.com/office/drawing/2014/main" id="{7E0F8B85-4282-4BF0-AAC1-368D3097D782}"/>
                  </a:ext>
                </a:extLst>
              </p:cNvPr>
              <p:cNvSpPr/>
              <p:nvPr/>
            </p:nvSpPr>
            <p:spPr>
              <a:xfrm>
                <a:off x="403893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5" name="椭圆 13904">
                <a:extLst>
                  <a:ext uri="{FF2B5EF4-FFF2-40B4-BE49-F238E27FC236}">
                    <a16:creationId xmlns:a16="http://schemas.microsoft.com/office/drawing/2014/main" id="{660EF4D3-5DA5-4600-A49D-45EB6C5A3850}"/>
                  </a:ext>
                </a:extLst>
              </p:cNvPr>
              <p:cNvSpPr/>
              <p:nvPr/>
            </p:nvSpPr>
            <p:spPr>
              <a:xfrm>
                <a:off x="40031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6" name="椭圆 13905">
                <a:extLst>
                  <a:ext uri="{FF2B5EF4-FFF2-40B4-BE49-F238E27FC236}">
                    <a16:creationId xmlns:a16="http://schemas.microsoft.com/office/drawing/2014/main" id="{10F01AB5-25C0-4F0A-8E2F-1B7A2A0F0848}"/>
                  </a:ext>
                </a:extLst>
              </p:cNvPr>
              <p:cNvSpPr/>
              <p:nvPr/>
            </p:nvSpPr>
            <p:spPr>
              <a:xfrm>
                <a:off x="40174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7" name="椭圆 13906">
                <a:extLst>
                  <a:ext uri="{FF2B5EF4-FFF2-40B4-BE49-F238E27FC236}">
                    <a16:creationId xmlns:a16="http://schemas.microsoft.com/office/drawing/2014/main" id="{9CD4A130-6831-4CA3-BBB1-5DC68917A064}"/>
                  </a:ext>
                </a:extLst>
              </p:cNvPr>
              <p:cNvSpPr/>
              <p:nvPr/>
            </p:nvSpPr>
            <p:spPr>
              <a:xfrm>
                <a:off x="408991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8" name="椭圆 13907">
                <a:extLst>
                  <a:ext uri="{FF2B5EF4-FFF2-40B4-BE49-F238E27FC236}">
                    <a16:creationId xmlns:a16="http://schemas.microsoft.com/office/drawing/2014/main" id="{9A04A80F-6707-45C7-9ED4-E509E915F8E9}"/>
                  </a:ext>
                </a:extLst>
              </p:cNvPr>
              <p:cNvSpPr/>
              <p:nvPr/>
            </p:nvSpPr>
            <p:spPr>
              <a:xfrm>
                <a:off x="405736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9" name="椭圆 13908">
                <a:extLst>
                  <a:ext uri="{FF2B5EF4-FFF2-40B4-BE49-F238E27FC236}">
                    <a16:creationId xmlns:a16="http://schemas.microsoft.com/office/drawing/2014/main" id="{72FF2D67-6EE1-4A68-BCC4-F1817377BBB4}"/>
                  </a:ext>
                </a:extLst>
              </p:cNvPr>
              <p:cNvSpPr/>
              <p:nvPr/>
            </p:nvSpPr>
            <p:spPr>
              <a:xfrm>
                <a:off x="402117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0" name="椭圆 13909">
                <a:extLst>
                  <a:ext uri="{FF2B5EF4-FFF2-40B4-BE49-F238E27FC236}">
                    <a16:creationId xmlns:a16="http://schemas.microsoft.com/office/drawing/2014/main" id="{BAEE1C6F-4A70-4C82-A305-F400FA8989C4}"/>
                  </a:ext>
                </a:extLst>
              </p:cNvPr>
              <p:cNvSpPr/>
              <p:nvPr/>
            </p:nvSpPr>
            <p:spPr>
              <a:xfrm>
                <a:off x="3999918" y="28862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1" name="椭圆 13910">
                <a:extLst>
                  <a:ext uri="{FF2B5EF4-FFF2-40B4-BE49-F238E27FC236}">
                    <a16:creationId xmlns:a16="http://schemas.microsoft.com/office/drawing/2014/main" id="{439CCE5C-7608-4771-BF86-FFE76239E689}"/>
                  </a:ext>
                </a:extLst>
              </p:cNvPr>
              <p:cNvSpPr/>
              <p:nvPr/>
            </p:nvSpPr>
            <p:spPr>
              <a:xfrm>
                <a:off x="3977272"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2" name="椭圆 13911">
                <a:extLst>
                  <a:ext uri="{FF2B5EF4-FFF2-40B4-BE49-F238E27FC236}">
                    <a16:creationId xmlns:a16="http://schemas.microsoft.com/office/drawing/2014/main" id="{1C0E6E17-F981-476D-B0A3-592E06399CD2}"/>
                  </a:ext>
                </a:extLst>
              </p:cNvPr>
              <p:cNvSpPr/>
              <p:nvPr/>
            </p:nvSpPr>
            <p:spPr>
              <a:xfrm>
                <a:off x="406800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3" name="椭圆 13912">
                <a:extLst>
                  <a:ext uri="{FF2B5EF4-FFF2-40B4-BE49-F238E27FC236}">
                    <a16:creationId xmlns:a16="http://schemas.microsoft.com/office/drawing/2014/main" id="{54918D9D-C55B-4DEB-A7F7-35EA9F55878D}"/>
                  </a:ext>
                </a:extLst>
              </p:cNvPr>
              <p:cNvSpPr/>
              <p:nvPr/>
            </p:nvSpPr>
            <p:spPr>
              <a:xfrm>
                <a:off x="3970555" y="30205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4" name="椭圆 13913">
                <a:extLst>
                  <a:ext uri="{FF2B5EF4-FFF2-40B4-BE49-F238E27FC236}">
                    <a16:creationId xmlns:a16="http://schemas.microsoft.com/office/drawing/2014/main" id="{F32ED014-0FA6-4F24-8820-366EECA489C5}"/>
                  </a:ext>
                </a:extLst>
              </p:cNvPr>
              <p:cNvSpPr/>
              <p:nvPr/>
            </p:nvSpPr>
            <p:spPr>
              <a:xfrm>
                <a:off x="400601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5" name="椭圆 13914">
                <a:extLst>
                  <a:ext uri="{FF2B5EF4-FFF2-40B4-BE49-F238E27FC236}">
                    <a16:creationId xmlns:a16="http://schemas.microsoft.com/office/drawing/2014/main" id="{84AA08F5-9372-431C-A079-8A53DF361A14}"/>
                  </a:ext>
                </a:extLst>
              </p:cNvPr>
              <p:cNvSpPr/>
              <p:nvPr/>
            </p:nvSpPr>
            <p:spPr>
              <a:xfrm>
                <a:off x="4017903"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6" name="椭圆 13915">
                <a:extLst>
                  <a:ext uri="{FF2B5EF4-FFF2-40B4-BE49-F238E27FC236}">
                    <a16:creationId xmlns:a16="http://schemas.microsoft.com/office/drawing/2014/main" id="{20FD57BA-10AA-4C4C-AA37-0CDFFAD7AB84}"/>
                  </a:ext>
                </a:extLst>
              </p:cNvPr>
              <p:cNvSpPr/>
              <p:nvPr/>
            </p:nvSpPr>
            <p:spPr>
              <a:xfrm>
                <a:off x="4011260"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7" name="椭圆 13916">
                <a:extLst>
                  <a:ext uri="{FF2B5EF4-FFF2-40B4-BE49-F238E27FC236}">
                    <a16:creationId xmlns:a16="http://schemas.microsoft.com/office/drawing/2014/main" id="{A0A2FAC4-BDA7-4B92-9D98-7A63E69E7A30}"/>
                  </a:ext>
                </a:extLst>
              </p:cNvPr>
              <p:cNvSpPr/>
              <p:nvPr/>
            </p:nvSpPr>
            <p:spPr>
              <a:xfrm>
                <a:off x="403541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8" name="椭圆 13917">
                <a:extLst>
                  <a:ext uri="{FF2B5EF4-FFF2-40B4-BE49-F238E27FC236}">
                    <a16:creationId xmlns:a16="http://schemas.microsoft.com/office/drawing/2014/main" id="{78CE7C3E-48C2-437F-AAE4-3D56DB0A9FD2}"/>
                  </a:ext>
                </a:extLst>
              </p:cNvPr>
              <p:cNvSpPr/>
              <p:nvPr/>
            </p:nvSpPr>
            <p:spPr>
              <a:xfrm>
                <a:off x="3992211"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9" name="椭圆 13918">
                <a:extLst>
                  <a:ext uri="{FF2B5EF4-FFF2-40B4-BE49-F238E27FC236}">
                    <a16:creationId xmlns:a16="http://schemas.microsoft.com/office/drawing/2014/main" id="{6B8562D7-358D-4379-8551-1F8CF48C7C81}"/>
                  </a:ext>
                </a:extLst>
              </p:cNvPr>
              <p:cNvSpPr/>
              <p:nvPr/>
            </p:nvSpPr>
            <p:spPr>
              <a:xfrm>
                <a:off x="4232657"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0" name="椭圆 13919">
                <a:extLst>
                  <a:ext uri="{FF2B5EF4-FFF2-40B4-BE49-F238E27FC236}">
                    <a16:creationId xmlns:a16="http://schemas.microsoft.com/office/drawing/2014/main" id="{6D621726-0024-4B00-A6C5-A3F76D0ACC33}"/>
                  </a:ext>
                </a:extLst>
              </p:cNvPr>
              <p:cNvSpPr/>
              <p:nvPr/>
            </p:nvSpPr>
            <p:spPr>
              <a:xfrm>
                <a:off x="40865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1" name="椭圆 13920">
                <a:extLst>
                  <a:ext uri="{FF2B5EF4-FFF2-40B4-BE49-F238E27FC236}">
                    <a16:creationId xmlns:a16="http://schemas.microsoft.com/office/drawing/2014/main" id="{DDCE7153-201C-4595-962B-8269AB57A373}"/>
                  </a:ext>
                </a:extLst>
              </p:cNvPr>
              <p:cNvSpPr/>
              <p:nvPr/>
            </p:nvSpPr>
            <p:spPr>
              <a:xfrm>
                <a:off x="405442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2" name="椭圆 13921">
                <a:extLst>
                  <a:ext uri="{FF2B5EF4-FFF2-40B4-BE49-F238E27FC236}">
                    <a16:creationId xmlns:a16="http://schemas.microsoft.com/office/drawing/2014/main" id="{740E9747-9C45-4B34-89DC-A560D8839F31}"/>
                  </a:ext>
                </a:extLst>
              </p:cNvPr>
              <p:cNvSpPr/>
              <p:nvPr/>
            </p:nvSpPr>
            <p:spPr>
              <a:xfrm>
                <a:off x="399775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3" name="椭圆 13922">
                <a:extLst>
                  <a:ext uri="{FF2B5EF4-FFF2-40B4-BE49-F238E27FC236}">
                    <a16:creationId xmlns:a16="http://schemas.microsoft.com/office/drawing/2014/main" id="{182A3FD5-B6A2-406D-999D-FFB32236E798}"/>
                  </a:ext>
                </a:extLst>
              </p:cNvPr>
              <p:cNvSpPr/>
              <p:nvPr/>
            </p:nvSpPr>
            <p:spPr>
              <a:xfrm>
                <a:off x="3958627" y="30357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4" name="椭圆 13923">
                <a:extLst>
                  <a:ext uri="{FF2B5EF4-FFF2-40B4-BE49-F238E27FC236}">
                    <a16:creationId xmlns:a16="http://schemas.microsoft.com/office/drawing/2014/main" id="{9775A48B-8086-4BAB-99BF-A26D3D9A011F}"/>
                  </a:ext>
                </a:extLst>
              </p:cNvPr>
              <p:cNvSpPr/>
              <p:nvPr/>
            </p:nvSpPr>
            <p:spPr>
              <a:xfrm>
                <a:off x="397407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5" name="椭圆 13924">
                <a:extLst>
                  <a:ext uri="{FF2B5EF4-FFF2-40B4-BE49-F238E27FC236}">
                    <a16:creationId xmlns:a16="http://schemas.microsoft.com/office/drawing/2014/main" id="{7CBFB2DA-0A3C-4105-8F43-2C81A284F2C9}"/>
                  </a:ext>
                </a:extLst>
              </p:cNvPr>
              <p:cNvSpPr/>
              <p:nvPr/>
            </p:nvSpPr>
            <p:spPr>
              <a:xfrm>
                <a:off x="401474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6" name="椭圆 13925">
                <a:extLst>
                  <a:ext uri="{FF2B5EF4-FFF2-40B4-BE49-F238E27FC236}">
                    <a16:creationId xmlns:a16="http://schemas.microsoft.com/office/drawing/2014/main" id="{02ACC885-3C42-4311-96FB-23AFE4E20B10}"/>
                  </a:ext>
                </a:extLst>
              </p:cNvPr>
              <p:cNvSpPr/>
              <p:nvPr/>
            </p:nvSpPr>
            <p:spPr>
              <a:xfrm>
                <a:off x="4044697"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7" name="椭圆 13926">
                <a:extLst>
                  <a:ext uri="{FF2B5EF4-FFF2-40B4-BE49-F238E27FC236}">
                    <a16:creationId xmlns:a16="http://schemas.microsoft.com/office/drawing/2014/main" id="{769711D1-C67A-489A-8928-ED5F4CE7EA27}"/>
                  </a:ext>
                </a:extLst>
              </p:cNvPr>
              <p:cNvSpPr/>
              <p:nvPr/>
            </p:nvSpPr>
            <p:spPr>
              <a:xfrm>
                <a:off x="3983769"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8" name="椭圆 13927">
                <a:extLst>
                  <a:ext uri="{FF2B5EF4-FFF2-40B4-BE49-F238E27FC236}">
                    <a16:creationId xmlns:a16="http://schemas.microsoft.com/office/drawing/2014/main" id="{F03E50C4-DC9E-4E43-8828-7AECDEF3180A}"/>
                  </a:ext>
                </a:extLst>
              </p:cNvPr>
              <p:cNvSpPr/>
              <p:nvPr/>
            </p:nvSpPr>
            <p:spPr>
              <a:xfrm>
                <a:off x="40332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9" name="椭圆 13928">
                <a:extLst>
                  <a:ext uri="{FF2B5EF4-FFF2-40B4-BE49-F238E27FC236}">
                    <a16:creationId xmlns:a16="http://schemas.microsoft.com/office/drawing/2014/main" id="{EC549112-3182-45C5-BD58-13CFEE0CB289}"/>
                  </a:ext>
                </a:extLst>
              </p:cNvPr>
              <p:cNvSpPr/>
              <p:nvPr/>
            </p:nvSpPr>
            <p:spPr>
              <a:xfrm>
                <a:off x="391623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0" name="椭圆 13929">
                <a:extLst>
                  <a:ext uri="{FF2B5EF4-FFF2-40B4-BE49-F238E27FC236}">
                    <a16:creationId xmlns:a16="http://schemas.microsoft.com/office/drawing/2014/main" id="{3C5377FF-8684-4C63-8BA3-B6EF57D20B7A}"/>
                  </a:ext>
                </a:extLst>
              </p:cNvPr>
              <p:cNvSpPr/>
              <p:nvPr/>
            </p:nvSpPr>
            <p:spPr>
              <a:xfrm>
                <a:off x="4055378"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1" name="椭圆 13930">
                <a:extLst>
                  <a:ext uri="{FF2B5EF4-FFF2-40B4-BE49-F238E27FC236}">
                    <a16:creationId xmlns:a16="http://schemas.microsoft.com/office/drawing/2014/main" id="{F93AF50A-F3B1-4BDA-AD1E-B267B6C08E99}"/>
                  </a:ext>
                </a:extLst>
              </p:cNvPr>
              <p:cNvSpPr/>
              <p:nvPr/>
            </p:nvSpPr>
            <p:spPr>
              <a:xfrm>
                <a:off x="3971510" y="2338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2" name="椭圆 13931">
                <a:extLst>
                  <a:ext uri="{FF2B5EF4-FFF2-40B4-BE49-F238E27FC236}">
                    <a16:creationId xmlns:a16="http://schemas.microsoft.com/office/drawing/2014/main" id="{3A611CAC-227E-4FD5-9CC8-69A98A989F63}"/>
                  </a:ext>
                </a:extLst>
              </p:cNvPr>
              <p:cNvSpPr/>
              <p:nvPr/>
            </p:nvSpPr>
            <p:spPr>
              <a:xfrm>
                <a:off x="4038861"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3" name="椭圆 13932">
                <a:extLst>
                  <a:ext uri="{FF2B5EF4-FFF2-40B4-BE49-F238E27FC236}">
                    <a16:creationId xmlns:a16="http://schemas.microsoft.com/office/drawing/2014/main" id="{B256D217-2911-4EA1-936B-C7D50C55D6C1}"/>
                  </a:ext>
                </a:extLst>
              </p:cNvPr>
              <p:cNvSpPr/>
              <p:nvPr/>
            </p:nvSpPr>
            <p:spPr>
              <a:xfrm>
                <a:off x="4155726"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4" name="椭圆 13933">
                <a:extLst>
                  <a:ext uri="{FF2B5EF4-FFF2-40B4-BE49-F238E27FC236}">
                    <a16:creationId xmlns:a16="http://schemas.microsoft.com/office/drawing/2014/main" id="{4FDB62BA-FD02-4E52-AFA5-EA497A3C4A77}"/>
                  </a:ext>
                </a:extLst>
              </p:cNvPr>
              <p:cNvSpPr/>
              <p:nvPr/>
            </p:nvSpPr>
            <p:spPr>
              <a:xfrm>
                <a:off x="410162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5" name="椭圆 13934">
                <a:extLst>
                  <a:ext uri="{FF2B5EF4-FFF2-40B4-BE49-F238E27FC236}">
                    <a16:creationId xmlns:a16="http://schemas.microsoft.com/office/drawing/2014/main" id="{6D53B82D-4FCB-4E7A-8B0C-71736B4FCCF3}"/>
                  </a:ext>
                </a:extLst>
              </p:cNvPr>
              <p:cNvSpPr/>
              <p:nvPr/>
            </p:nvSpPr>
            <p:spPr>
              <a:xfrm>
                <a:off x="4000616"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6" name="椭圆 13935">
                <a:extLst>
                  <a:ext uri="{FF2B5EF4-FFF2-40B4-BE49-F238E27FC236}">
                    <a16:creationId xmlns:a16="http://schemas.microsoft.com/office/drawing/2014/main" id="{439E894A-5823-484A-BE73-743416F36F60}"/>
                  </a:ext>
                </a:extLst>
              </p:cNvPr>
              <p:cNvSpPr/>
              <p:nvPr/>
            </p:nvSpPr>
            <p:spPr>
              <a:xfrm>
                <a:off x="4003332"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7" name="椭圆 13936">
                <a:extLst>
                  <a:ext uri="{FF2B5EF4-FFF2-40B4-BE49-F238E27FC236}">
                    <a16:creationId xmlns:a16="http://schemas.microsoft.com/office/drawing/2014/main" id="{3EB01BF7-0855-495D-B9CB-110C6E00FBCF}"/>
                  </a:ext>
                </a:extLst>
              </p:cNvPr>
              <p:cNvSpPr/>
              <p:nvPr/>
            </p:nvSpPr>
            <p:spPr>
              <a:xfrm>
                <a:off x="407428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8" name="椭圆 13937">
                <a:extLst>
                  <a:ext uri="{FF2B5EF4-FFF2-40B4-BE49-F238E27FC236}">
                    <a16:creationId xmlns:a16="http://schemas.microsoft.com/office/drawing/2014/main" id="{BF073D87-1656-40B4-98CB-9BD5F5384F31}"/>
                  </a:ext>
                </a:extLst>
              </p:cNvPr>
              <p:cNvSpPr/>
              <p:nvPr/>
            </p:nvSpPr>
            <p:spPr>
              <a:xfrm>
                <a:off x="4222417" y="27954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9" name="椭圆 13938">
                <a:extLst>
                  <a:ext uri="{FF2B5EF4-FFF2-40B4-BE49-F238E27FC236}">
                    <a16:creationId xmlns:a16="http://schemas.microsoft.com/office/drawing/2014/main" id="{7FCED9AF-DE57-4CE1-8470-EABA4F2D6B6A}"/>
                  </a:ext>
                </a:extLst>
              </p:cNvPr>
              <p:cNvSpPr/>
              <p:nvPr/>
            </p:nvSpPr>
            <p:spPr>
              <a:xfrm>
                <a:off x="39685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0" name="椭圆 13939">
                <a:extLst>
                  <a:ext uri="{FF2B5EF4-FFF2-40B4-BE49-F238E27FC236}">
                    <a16:creationId xmlns:a16="http://schemas.microsoft.com/office/drawing/2014/main" id="{3B7DCE80-5F0D-4EFC-8B29-B47BF5C596B0}"/>
                  </a:ext>
                </a:extLst>
              </p:cNvPr>
              <p:cNvSpPr/>
              <p:nvPr/>
            </p:nvSpPr>
            <p:spPr>
              <a:xfrm>
                <a:off x="4147357"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1" name="椭圆 13940">
                <a:extLst>
                  <a:ext uri="{FF2B5EF4-FFF2-40B4-BE49-F238E27FC236}">
                    <a16:creationId xmlns:a16="http://schemas.microsoft.com/office/drawing/2014/main" id="{EE4E5582-B6FC-4B3D-B09C-0C36F8231AD7}"/>
                  </a:ext>
                </a:extLst>
              </p:cNvPr>
              <p:cNvSpPr/>
              <p:nvPr/>
            </p:nvSpPr>
            <p:spPr>
              <a:xfrm>
                <a:off x="3834458"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2" name="椭圆 13941">
                <a:extLst>
                  <a:ext uri="{FF2B5EF4-FFF2-40B4-BE49-F238E27FC236}">
                    <a16:creationId xmlns:a16="http://schemas.microsoft.com/office/drawing/2014/main" id="{D7C929D7-7886-40B7-914E-6F826568E471}"/>
                  </a:ext>
                </a:extLst>
              </p:cNvPr>
              <p:cNvSpPr/>
              <p:nvPr/>
            </p:nvSpPr>
            <p:spPr>
              <a:xfrm>
                <a:off x="397771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3" name="椭圆 13942">
                <a:extLst>
                  <a:ext uri="{FF2B5EF4-FFF2-40B4-BE49-F238E27FC236}">
                    <a16:creationId xmlns:a16="http://schemas.microsoft.com/office/drawing/2014/main" id="{53897651-59CE-4429-A5F8-F3F3B8BD98C5}"/>
                  </a:ext>
                </a:extLst>
              </p:cNvPr>
              <p:cNvSpPr/>
              <p:nvPr/>
            </p:nvSpPr>
            <p:spPr>
              <a:xfrm>
                <a:off x="3948753" y="30167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4" name="椭圆 13943">
                <a:extLst>
                  <a:ext uri="{FF2B5EF4-FFF2-40B4-BE49-F238E27FC236}">
                    <a16:creationId xmlns:a16="http://schemas.microsoft.com/office/drawing/2014/main" id="{9E15CF8D-5EF4-4616-9C15-A459CDEEB971}"/>
                  </a:ext>
                </a:extLst>
              </p:cNvPr>
              <p:cNvSpPr/>
              <p:nvPr/>
            </p:nvSpPr>
            <p:spPr>
              <a:xfrm>
                <a:off x="3942624"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5" name="椭圆 13944">
                <a:extLst>
                  <a:ext uri="{FF2B5EF4-FFF2-40B4-BE49-F238E27FC236}">
                    <a16:creationId xmlns:a16="http://schemas.microsoft.com/office/drawing/2014/main" id="{A017290D-00EF-4C86-B865-4BF64D0FAF0B}"/>
                  </a:ext>
                </a:extLst>
              </p:cNvPr>
              <p:cNvSpPr/>
              <p:nvPr/>
            </p:nvSpPr>
            <p:spPr>
              <a:xfrm>
                <a:off x="395572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6" name="椭圆 13945">
                <a:extLst>
                  <a:ext uri="{FF2B5EF4-FFF2-40B4-BE49-F238E27FC236}">
                    <a16:creationId xmlns:a16="http://schemas.microsoft.com/office/drawing/2014/main" id="{D8D65637-2A4E-42B9-95BA-43DA93EE997C}"/>
                  </a:ext>
                </a:extLst>
              </p:cNvPr>
              <p:cNvSpPr/>
              <p:nvPr/>
            </p:nvSpPr>
            <p:spPr>
              <a:xfrm>
                <a:off x="411983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7" name="椭圆 13946">
                <a:extLst>
                  <a:ext uri="{FF2B5EF4-FFF2-40B4-BE49-F238E27FC236}">
                    <a16:creationId xmlns:a16="http://schemas.microsoft.com/office/drawing/2014/main" id="{DACE7F63-6C78-466B-8258-79B018F790B8}"/>
                  </a:ext>
                </a:extLst>
              </p:cNvPr>
              <p:cNvSpPr/>
              <p:nvPr/>
            </p:nvSpPr>
            <p:spPr>
              <a:xfrm>
                <a:off x="401093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8" name="椭圆 13947">
                <a:extLst>
                  <a:ext uri="{FF2B5EF4-FFF2-40B4-BE49-F238E27FC236}">
                    <a16:creationId xmlns:a16="http://schemas.microsoft.com/office/drawing/2014/main" id="{61DE17A5-7D0C-4674-8602-FA4BAD563437}"/>
                  </a:ext>
                </a:extLst>
              </p:cNvPr>
              <p:cNvSpPr/>
              <p:nvPr/>
            </p:nvSpPr>
            <p:spPr>
              <a:xfrm>
                <a:off x="3745525"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9" name="椭圆 13948">
                <a:extLst>
                  <a:ext uri="{FF2B5EF4-FFF2-40B4-BE49-F238E27FC236}">
                    <a16:creationId xmlns:a16="http://schemas.microsoft.com/office/drawing/2014/main" id="{DC29924A-09D3-45A8-A86D-BA5D480E3E71}"/>
                  </a:ext>
                </a:extLst>
              </p:cNvPr>
              <p:cNvSpPr/>
              <p:nvPr/>
            </p:nvSpPr>
            <p:spPr>
              <a:xfrm>
                <a:off x="4017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0" name="椭圆 13949">
                <a:extLst>
                  <a:ext uri="{FF2B5EF4-FFF2-40B4-BE49-F238E27FC236}">
                    <a16:creationId xmlns:a16="http://schemas.microsoft.com/office/drawing/2014/main" id="{BF5DAE91-6559-40B4-8503-B6867DD7EC8B}"/>
                  </a:ext>
                </a:extLst>
              </p:cNvPr>
              <p:cNvSpPr/>
              <p:nvPr/>
            </p:nvSpPr>
            <p:spPr>
              <a:xfrm>
                <a:off x="4068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1" name="椭圆 13950">
                <a:extLst>
                  <a:ext uri="{FF2B5EF4-FFF2-40B4-BE49-F238E27FC236}">
                    <a16:creationId xmlns:a16="http://schemas.microsoft.com/office/drawing/2014/main" id="{940BEA0A-A215-4A48-B063-55BF23A9D87B}"/>
                  </a:ext>
                </a:extLst>
              </p:cNvPr>
              <p:cNvSpPr/>
              <p:nvPr/>
            </p:nvSpPr>
            <p:spPr>
              <a:xfrm>
                <a:off x="404326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2" name="椭圆 13951">
                <a:extLst>
                  <a:ext uri="{FF2B5EF4-FFF2-40B4-BE49-F238E27FC236}">
                    <a16:creationId xmlns:a16="http://schemas.microsoft.com/office/drawing/2014/main" id="{5F2F0473-605E-4009-899D-504366E5E0FD}"/>
                  </a:ext>
                </a:extLst>
              </p:cNvPr>
              <p:cNvSpPr/>
              <p:nvPr/>
            </p:nvSpPr>
            <p:spPr>
              <a:xfrm>
                <a:off x="3986632"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3" name="椭圆 13952">
                <a:extLst>
                  <a:ext uri="{FF2B5EF4-FFF2-40B4-BE49-F238E27FC236}">
                    <a16:creationId xmlns:a16="http://schemas.microsoft.com/office/drawing/2014/main" id="{CC8256D2-2459-428D-A40C-7D616747AB38}"/>
                  </a:ext>
                </a:extLst>
              </p:cNvPr>
              <p:cNvSpPr/>
              <p:nvPr/>
            </p:nvSpPr>
            <p:spPr>
              <a:xfrm>
                <a:off x="401093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4" name="椭圆 13953">
                <a:extLst>
                  <a:ext uri="{FF2B5EF4-FFF2-40B4-BE49-F238E27FC236}">
                    <a16:creationId xmlns:a16="http://schemas.microsoft.com/office/drawing/2014/main" id="{FEAAA1FC-D363-4445-9462-00026CFF1569}"/>
                  </a:ext>
                </a:extLst>
              </p:cNvPr>
              <p:cNvSpPr/>
              <p:nvPr/>
            </p:nvSpPr>
            <p:spPr>
              <a:xfrm>
                <a:off x="39871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5" name="椭圆 13954">
                <a:extLst>
                  <a:ext uri="{FF2B5EF4-FFF2-40B4-BE49-F238E27FC236}">
                    <a16:creationId xmlns:a16="http://schemas.microsoft.com/office/drawing/2014/main" id="{B63DA162-B86F-4D2B-9F69-DC725A19D120}"/>
                  </a:ext>
                </a:extLst>
              </p:cNvPr>
              <p:cNvSpPr/>
              <p:nvPr/>
            </p:nvSpPr>
            <p:spPr>
              <a:xfrm>
                <a:off x="412287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6" name="椭圆 13955">
                <a:extLst>
                  <a:ext uri="{FF2B5EF4-FFF2-40B4-BE49-F238E27FC236}">
                    <a16:creationId xmlns:a16="http://schemas.microsoft.com/office/drawing/2014/main" id="{644BB8D9-7761-4990-B19C-62EE98F3F119}"/>
                  </a:ext>
                </a:extLst>
              </p:cNvPr>
              <p:cNvSpPr/>
              <p:nvPr/>
            </p:nvSpPr>
            <p:spPr>
              <a:xfrm>
                <a:off x="3974006"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7" name="椭圆 13956">
                <a:extLst>
                  <a:ext uri="{FF2B5EF4-FFF2-40B4-BE49-F238E27FC236}">
                    <a16:creationId xmlns:a16="http://schemas.microsoft.com/office/drawing/2014/main" id="{12580D47-0533-4DBA-9C76-8310F8378C78}"/>
                  </a:ext>
                </a:extLst>
              </p:cNvPr>
              <p:cNvSpPr/>
              <p:nvPr/>
            </p:nvSpPr>
            <p:spPr>
              <a:xfrm>
                <a:off x="403324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8" name="椭圆 13957">
                <a:extLst>
                  <a:ext uri="{FF2B5EF4-FFF2-40B4-BE49-F238E27FC236}">
                    <a16:creationId xmlns:a16="http://schemas.microsoft.com/office/drawing/2014/main" id="{37180332-AC1A-4C3B-A6CE-05E69718CDDB}"/>
                  </a:ext>
                </a:extLst>
              </p:cNvPr>
              <p:cNvSpPr/>
              <p:nvPr/>
            </p:nvSpPr>
            <p:spPr>
              <a:xfrm>
                <a:off x="399422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9" name="椭圆 13958">
                <a:extLst>
                  <a:ext uri="{FF2B5EF4-FFF2-40B4-BE49-F238E27FC236}">
                    <a16:creationId xmlns:a16="http://schemas.microsoft.com/office/drawing/2014/main" id="{BAA4F99F-102B-4B2C-894B-103541587486}"/>
                  </a:ext>
                </a:extLst>
              </p:cNvPr>
              <p:cNvSpPr/>
              <p:nvPr/>
            </p:nvSpPr>
            <p:spPr>
              <a:xfrm>
                <a:off x="3986558" y="2996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0" name="椭圆 13959">
                <a:extLst>
                  <a:ext uri="{FF2B5EF4-FFF2-40B4-BE49-F238E27FC236}">
                    <a16:creationId xmlns:a16="http://schemas.microsoft.com/office/drawing/2014/main" id="{57A165F2-E78D-4A87-A911-31CABC4D5A62}"/>
                  </a:ext>
                </a:extLst>
              </p:cNvPr>
              <p:cNvSpPr/>
              <p:nvPr/>
            </p:nvSpPr>
            <p:spPr>
              <a:xfrm>
                <a:off x="401977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1" name="椭圆 13960">
                <a:extLst>
                  <a:ext uri="{FF2B5EF4-FFF2-40B4-BE49-F238E27FC236}">
                    <a16:creationId xmlns:a16="http://schemas.microsoft.com/office/drawing/2014/main" id="{7A5F0CEF-B800-4DB7-B481-33BF08BCB1C9}"/>
                  </a:ext>
                </a:extLst>
              </p:cNvPr>
              <p:cNvSpPr/>
              <p:nvPr/>
            </p:nvSpPr>
            <p:spPr>
              <a:xfrm>
                <a:off x="400535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2" name="椭圆 13961">
                <a:extLst>
                  <a:ext uri="{FF2B5EF4-FFF2-40B4-BE49-F238E27FC236}">
                    <a16:creationId xmlns:a16="http://schemas.microsoft.com/office/drawing/2014/main" id="{AAABD854-E37E-4F75-92A4-F1E609E6D58F}"/>
                  </a:ext>
                </a:extLst>
              </p:cNvPr>
              <p:cNvSpPr/>
              <p:nvPr/>
            </p:nvSpPr>
            <p:spPr>
              <a:xfrm>
                <a:off x="397767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3" name="椭圆 13962">
                <a:extLst>
                  <a:ext uri="{FF2B5EF4-FFF2-40B4-BE49-F238E27FC236}">
                    <a16:creationId xmlns:a16="http://schemas.microsoft.com/office/drawing/2014/main" id="{42971F0F-B93A-4B05-8E3D-DFD1F0670FA2}"/>
                  </a:ext>
                </a:extLst>
              </p:cNvPr>
              <p:cNvSpPr/>
              <p:nvPr/>
            </p:nvSpPr>
            <p:spPr>
              <a:xfrm>
                <a:off x="4054570"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4" name="椭圆 13963">
                <a:extLst>
                  <a:ext uri="{FF2B5EF4-FFF2-40B4-BE49-F238E27FC236}">
                    <a16:creationId xmlns:a16="http://schemas.microsoft.com/office/drawing/2014/main" id="{E148B4E3-9187-4BA9-BDE7-1F5B818C4B42}"/>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5" name="椭圆 13964">
                <a:extLst>
                  <a:ext uri="{FF2B5EF4-FFF2-40B4-BE49-F238E27FC236}">
                    <a16:creationId xmlns:a16="http://schemas.microsoft.com/office/drawing/2014/main" id="{507A69D2-E86C-4B54-9FD8-BE51E6EABEFC}"/>
                  </a:ext>
                </a:extLst>
              </p:cNvPr>
              <p:cNvSpPr/>
              <p:nvPr/>
            </p:nvSpPr>
            <p:spPr>
              <a:xfrm>
                <a:off x="3940862"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6" name="椭圆 13965">
                <a:extLst>
                  <a:ext uri="{FF2B5EF4-FFF2-40B4-BE49-F238E27FC236}">
                    <a16:creationId xmlns:a16="http://schemas.microsoft.com/office/drawing/2014/main" id="{60819A8D-4E84-4498-9B00-28B8655D8D44}"/>
                  </a:ext>
                </a:extLst>
              </p:cNvPr>
              <p:cNvSpPr/>
              <p:nvPr/>
            </p:nvSpPr>
            <p:spPr>
              <a:xfrm>
                <a:off x="40674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7" name="椭圆 13966">
                <a:extLst>
                  <a:ext uri="{FF2B5EF4-FFF2-40B4-BE49-F238E27FC236}">
                    <a16:creationId xmlns:a16="http://schemas.microsoft.com/office/drawing/2014/main" id="{3DFE5B57-E15B-4FDF-A23C-42CF816D0906}"/>
                  </a:ext>
                </a:extLst>
              </p:cNvPr>
              <p:cNvSpPr/>
              <p:nvPr/>
            </p:nvSpPr>
            <p:spPr>
              <a:xfrm>
                <a:off x="395238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8" name="椭圆 13967">
                <a:extLst>
                  <a:ext uri="{FF2B5EF4-FFF2-40B4-BE49-F238E27FC236}">
                    <a16:creationId xmlns:a16="http://schemas.microsoft.com/office/drawing/2014/main" id="{5C5F98A5-3B16-4D69-83EB-3E7F540AAB9A}"/>
                  </a:ext>
                </a:extLst>
              </p:cNvPr>
              <p:cNvSpPr/>
              <p:nvPr/>
            </p:nvSpPr>
            <p:spPr>
              <a:xfrm>
                <a:off x="3905663"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9" name="椭圆 13968">
                <a:extLst>
                  <a:ext uri="{FF2B5EF4-FFF2-40B4-BE49-F238E27FC236}">
                    <a16:creationId xmlns:a16="http://schemas.microsoft.com/office/drawing/2014/main" id="{67AE6815-DFB0-4CBF-96DE-96D07B02B29B}"/>
                  </a:ext>
                </a:extLst>
              </p:cNvPr>
              <p:cNvSpPr/>
              <p:nvPr/>
            </p:nvSpPr>
            <p:spPr>
              <a:xfrm>
                <a:off x="3822089"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0" name="椭圆 13969">
                <a:extLst>
                  <a:ext uri="{FF2B5EF4-FFF2-40B4-BE49-F238E27FC236}">
                    <a16:creationId xmlns:a16="http://schemas.microsoft.com/office/drawing/2014/main" id="{25710B72-F10B-4474-BFEE-50E33414422C}"/>
                  </a:ext>
                </a:extLst>
              </p:cNvPr>
              <p:cNvSpPr/>
              <p:nvPr/>
            </p:nvSpPr>
            <p:spPr>
              <a:xfrm>
                <a:off x="4020583"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1" name="椭圆 13970">
                <a:extLst>
                  <a:ext uri="{FF2B5EF4-FFF2-40B4-BE49-F238E27FC236}">
                    <a16:creationId xmlns:a16="http://schemas.microsoft.com/office/drawing/2014/main" id="{6CE007D3-5BF7-4718-A23D-001884D18E47}"/>
                  </a:ext>
                </a:extLst>
              </p:cNvPr>
              <p:cNvSpPr/>
              <p:nvPr/>
            </p:nvSpPr>
            <p:spPr>
              <a:xfrm>
                <a:off x="3983585"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2" name="椭圆 13971">
                <a:extLst>
                  <a:ext uri="{FF2B5EF4-FFF2-40B4-BE49-F238E27FC236}">
                    <a16:creationId xmlns:a16="http://schemas.microsoft.com/office/drawing/2014/main" id="{08260F9C-3D2C-4BFF-8686-99AFF4E279E7}"/>
                  </a:ext>
                </a:extLst>
              </p:cNvPr>
              <p:cNvSpPr/>
              <p:nvPr/>
            </p:nvSpPr>
            <p:spPr>
              <a:xfrm>
                <a:off x="4018454" y="29364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3" name="椭圆 13972">
                <a:extLst>
                  <a:ext uri="{FF2B5EF4-FFF2-40B4-BE49-F238E27FC236}">
                    <a16:creationId xmlns:a16="http://schemas.microsoft.com/office/drawing/2014/main" id="{C9F772C9-BE9F-4ED7-B8A5-6DE9CE80FF8C}"/>
                  </a:ext>
                </a:extLst>
              </p:cNvPr>
              <p:cNvSpPr/>
              <p:nvPr/>
            </p:nvSpPr>
            <p:spPr>
              <a:xfrm>
                <a:off x="390922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4" name="椭圆 13973">
                <a:extLst>
                  <a:ext uri="{FF2B5EF4-FFF2-40B4-BE49-F238E27FC236}">
                    <a16:creationId xmlns:a16="http://schemas.microsoft.com/office/drawing/2014/main" id="{2F2FE4AD-864C-4BD7-AD1C-C6223CC47044}"/>
                  </a:ext>
                </a:extLst>
              </p:cNvPr>
              <p:cNvSpPr/>
              <p:nvPr/>
            </p:nvSpPr>
            <p:spPr>
              <a:xfrm>
                <a:off x="4305477" y="27782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5" name="椭圆 13974">
                <a:extLst>
                  <a:ext uri="{FF2B5EF4-FFF2-40B4-BE49-F238E27FC236}">
                    <a16:creationId xmlns:a16="http://schemas.microsoft.com/office/drawing/2014/main" id="{97567377-7DC1-41BC-A021-6FAEDBD505EA}"/>
                  </a:ext>
                </a:extLst>
              </p:cNvPr>
              <p:cNvSpPr/>
              <p:nvPr/>
            </p:nvSpPr>
            <p:spPr>
              <a:xfrm>
                <a:off x="402520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6" name="椭圆 13975">
                <a:extLst>
                  <a:ext uri="{FF2B5EF4-FFF2-40B4-BE49-F238E27FC236}">
                    <a16:creationId xmlns:a16="http://schemas.microsoft.com/office/drawing/2014/main" id="{38F8BE5A-B699-40E5-BE8C-8A9B0E3B7BB4}"/>
                  </a:ext>
                </a:extLst>
              </p:cNvPr>
              <p:cNvSpPr/>
              <p:nvPr/>
            </p:nvSpPr>
            <p:spPr>
              <a:xfrm>
                <a:off x="402131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7" name="椭圆 13976">
                <a:extLst>
                  <a:ext uri="{FF2B5EF4-FFF2-40B4-BE49-F238E27FC236}">
                    <a16:creationId xmlns:a16="http://schemas.microsoft.com/office/drawing/2014/main" id="{15E6A288-E655-4BFC-B5A6-03E3178BD0BC}"/>
                  </a:ext>
                </a:extLst>
              </p:cNvPr>
              <p:cNvSpPr/>
              <p:nvPr/>
            </p:nvSpPr>
            <p:spPr>
              <a:xfrm>
                <a:off x="3988357"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8" name="椭圆 13977">
                <a:extLst>
                  <a:ext uri="{FF2B5EF4-FFF2-40B4-BE49-F238E27FC236}">
                    <a16:creationId xmlns:a16="http://schemas.microsoft.com/office/drawing/2014/main" id="{46B02423-A009-4DA8-949F-7A78FA62E84B}"/>
                  </a:ext>
                </a:extLst>
              </p:cNvPr>
              <p:cNvSpPr/>
              <p:nvPr/>
            </p:nvSpPr>
            <p:spPr>
              <a:xfrm>
                <a:off x="3586047" y="261208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9" name="椭圆 13978">
                <a:extLst>
                  <a:ext uri="{FF2B5EF4-FFF2-40B4-BE49-F238E27FC236}">
                    <a16:creationId xmlns:a16="http://schemas.microsoft.com/office/drawing/2014/main" id="{41DC2797-F1CE-4191-B8C7-D3503E6763CA}"/>
                  </a:ext>
                </a:extLst>
              </p:cNvPr>
              <p:cNvSpPr/>
              <p:nvPr/>
            </p:nvSpPr>
            <p:spPr>
              <a:xfrm>
                <a:off x="397114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0" name="椭圆 13979">
                <a:extLst>
                  <a:ext uri="{FF2B5EF4-FFF2-40B4-BE49-F238E27FC236}">
                    <a16:creationId xmlns:a16="http://schemas.microsoft.com/office/drawing/2014/main" id="{D98FF127-EF03-41BD-A6C3-ED5A89BE3C73}"/>
                  </a:ext>
                </a:extLst>
              </p:cNvPr>
              <p:cNvSpPr/>
              <p:nvPr/>
            </p:nvSpPr>
            <p:spPr>
              <a:xfrm>
                <a:off x="39655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1" name="椭圆 13980">
                <a:extLst>
                  <a:ext uri="{FF2B5EF4-FFF2-40B4-BE49-F238E27FC236}">
                    <a16:creationId xmlns:a16="http://schemas.microsoft.com/office/drawing/2014/main" id="{601E7D0B-60B9-4D08-B1F4-9A0EC33BA2CC}"/>
                  </a:ext>
                </a:extLst>
              </p:cNvPr>
              <p:cNvSpPr/>
              <p:nvPr/>
            </p:nvSpPr>
            <p:spPr>
              <a:xfrm>
                <a:off x="40816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2" name="椭圆 13981">
                <a:extLst>
                  <a:ext uri="{FF2B5EF4-FFF2-40B4-BE49-F238E27FC236}">
                    <a16:creationId xmlns:a16="http://schemas.microsoft.com/office/drawing/2014/main" id="{F48C098D-FD97-4A16-8CF5-4DBFF870F2A5}"/>
                  </a:ext>
                </a:extLst>
              </p:cNvPr>
              <p:cNvSpPr/>
              <p:nvPr/>
            </p:nvSpPr>
            <p:spPr>
              <a:xfrm>
                <a:off x="399555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3" name="椭圆 13982">
                <a:extLst>
                  <a:ext uri="{FF2B5EF4-FFF2-40B4-BE49-F238E27FC236}">
                    <a16:creationId xmlns:a16="http://schemas.microsoft.com/office/drawing/2014/main" id="{1C0D7D05-D31A-40C3-A82C-D76B4673F6E9}"/>
                  </a:ext>
                </a:extLst>
              </p:cNvPr>
              <p:cNvSpPr/>
              <p:nvPr/>
            </p:nvSpPr>
            <p:spPr>
              <a:xfrm>
                <a:off x="392996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4" name="椭圆 13983">
                <a:extLst>
                  <a:ext uri="{FF2B5EF4-FFF2-40B4-BE49-F238E27FC236}">
                    <a16:creationId xmlns:a16="http://schemas.microsoft.com/office/drawing/2014/main" id="{3D5C9E45-5007-46F3-BD61-9A3BEAE01F33}"/>
                  </a:ext>
                </a:extLst>
              </p:cNvPr>
              <p:cNvSpPr/>
              <p:nvPr/>
            </p:nvSpPr>
            <p:spPr>
              <a:xfrm>
                <a:off x="40327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5" name="椭圆 13984">
                <a:extLst>
                  <a:ext uri="{FF2B5EF4-FFF2-40B4-BE49-F238E27FC236}">
                    <a16:creationId xmlns:a16="http://schemas.microsoft.com/office/drawing/2014/main" id="{3965D733-F101-4EA4-A41D-BC8ADCAE2AAD}"/>
                  </a:ext>
                </a:extLst>
              </p:cNvPr>
              <p:cNvSpPr/>
              <p:nvPr/>
            </p:nvSpPr>
            <p:spPr>
              <a:xfrm>
                <a:off x="425537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6" name="椭圆 13985">
                <a:extLst>
                  <a:ext uri="{FF2B5EF4-FFF2-40B4-BE49-F238E27FC236}">
                    <a16:creationId xmlns:a16="http://schemas.microsoft.com/office/drawing/2014/main" id="{86CCC09F-FD9F-4230-AA58-0FAE589E0A39}"/>
                  </a:ext>
                </a:extLst>
              </p:cNvPr>
              <p:cNvSpPr/>
              <p:nvPr/>
            </p:nvSpPr>
            <p:spPr>
              <a:xfrm>
                <a:off x="4165599" y="2828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7" name="椭圆 13986">
                <a:extLst>
                  <a:ext uri="{FF2B5EF4-FFF2-40B4-BE49-F238E27FC236}">
                    <a16:creationId xmlns:a16="http://schemas.microsoft.com/office/drawing/2014/main" id="{AF253797-3E07-459E-A79F-8A46DF15C1BE}"/>
                  </a:ext>
                </a:extLst>
              </p:cNvPr>
              <p:cNvSpPr/>
              <p:nvPr/>
            </p:nvSpPr>
            <p:spPr>
              <a:xfrm>
                <a:off x="393620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8" name="椭圆 13987">
                <a:extLst>
                  <a:ext uri="{FF2B5EF4-FFF2-40B4-BE49-F238E27FC236}">
                    <a16:creationId xmlns:a16="http://schemas.microsoft.com/office/drawing/2014/main" id="{F96FA578-DF92-4DEA-ABCA-01D09701209D}"/>
                  </a:ext>
                </a:extLst>
              </p:cNvPr>
              <p:cNvSpPr/>
              <p:nvPr/>
            </p:nvSpPr>
            <p:spPr>
              <a:xfrm>
                <a:off x="3946808"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9" name="椭圆 13988">
                <a:extLst>
                  <a:ext uri="{FF2B5EF4-FFF2-40B4-BE49-F238E27FC236}">
                    <a16:creationId xmlns:a16="http://schemas.microsoft.com/office/drawing/2014/main" id="{EDF93AC5-30A4-4D2F-8F74-5C855A608335}"/>
                  </a:ext>
                </a:extLst>
              </p:cNvPr>
              <p:cNvSpPr/>
              <p:nvPr/>
            </p:nvSpPr>
            <p:spPr>
              <a:xfrm>
                <a:off x="399698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0" name="椭圆 13989">
                <a:extLst>
                  <a:ext uri="{FF2B5EF4-FFF2-40B4-BE49-F238E27FC236}">
                    <a16:creationId xmlns:a16="http://schemas.microsoft.com/office/drawing/2014/main" id="{64FB52F8-AC52-4B3D-861B-A8959445E188}"/>
                  </a:ext>
                </a:extLst>
              </p:cNvPr>
              <p:cNvSpPr/>
              <p:nvPr/>
            </p:nvSpPr>
            <p:spPr>
              <a:xfrm>
                <a:off x="40142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1" name="椭圆 13990">
                <a:extLst>
                  <a:ext uri="{FF2B5EF4-FFF2-40B4-BE49-F238E27FC236}">
                    <a16:creationId xmlns:a16="http://schemas.microsoft.com/office/drawing/2014/main" id="{9F6ACEE5-ECEF-41CA-9351-3FB4A0104034}"/>
                  </a:ext>
                </a:extLst>
              </p:cNvPr>
              <p:cNvSpPr/>
              <p:nvPr/>
            </p:nvSpPr>
            <p:spPr>
              <a:xfrm>
                <a:off x="40492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2" name="椭圆 13991">
                <a:extLst>
                  <a:ext uri="{FF2B5EF4-FFF2-40B4-BE49-F238E27FC236}">
                    <a16:creationId xmlns:a16="http://schemas.microsoft.com/office/drawing/2014/main" id="{C25967F0-9297-4396-B2E5-12DD644C8E0E}"/>
                  </a:ext>
                </a:extLst>
              </p:cNvPr>
              <p:cNvSpPr/>
              <p:nvPr/>
            </p:nvSpPr>
            <p:spPr>
              <a:xfrm>
                <a:off x="3982264"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3" name="椭圆 13992">
                <a:extLst>
                  <a:ext uri="{FF2B5EF4-FFF2-40B4-BE49-F238E27FC236}">
                    <a16:creationId xmlns:a16="http://schemas.microsoft.com/office/drawing/2014/main" id="{BAFACB17-0998-414B-95CE-0018D0F8F75D}"/>
                  </a:ext>
                </a:extLst>
              </p:cNvPr>
              <p:cNvSpPr/>
              <p:nvPr/>
            </p:nvSpPr>
            <p:spPr>
              <a:xfrm>
                <a:off x="3957893"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4" name="椭圆 13993">
                <a:extLst>
                  <a:ext uri="{FF2B5EF4-FFF2-40B4-BE49-F238E27FC236}">
                    <a16:creationId xmlns:a16="http://schemas.microsoft.com/office/drawing/2014/main" id="{D3A171B4-C5F6-4837-B2FA-AE2490A845FB}"/>
                  </a:ext>
                </a:extLst>
              </p:cNvPr>
              <p:cNvSpPr/>
              <p:nvPr/>
            </p:nvSpPr>
            <p:spPr>
              <a:xfrm>
                <a:off x="4017793"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5" name="椭圆 13994">
                <a:extLst>
                  <a:ext uri="{FF2B5EF4-FFF2-40B4-BE49-F238E27FC236}">
                    <a16:creationId xmlns:a16="http://schemas.microsoft.com/office/drawing/2014/main" id="{881D8616-997A-4178-A6BB-577848C38CA4}"/>
                  </a:ext>
                </a:extLst>
              </p:cNvPr>
              <p:cNvSpPr/>
              <p:nvPr/>
            </p:nvSpPr>
            <p:spPr>
              <a:xfrm>
                <a:off x="401775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6" name="椭圆 13995">
                <a:extLst>
                  <a:ext uri="{FF2B5EF4-FFF2-40B4-BE49-F238E27FC236}">
                    <a16:creationId xmlns:a16="http://schemas.microsoft.com/office/drawing/2014/main" id="{75CF25CB-BDF2-4A0C-B09D-8F4995B5E586}"/>
                  </a:ext>
                </a:extLst>
              </p:cNvPr>
              <p:cNvSpPr/>
              <p:nvPr/>
            </p:nvSpPr>
            <p:spPr>
              <a:xfrm>
                <a:off x="401698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7" name="椭圆 13996">
                <a:extLst>
                  <a:ext uri="{FF2B5EF4-FFF2-40B4-BE49-F238E27FC236}">
                    <a16:creationId xmlns:a16="http://schemas.microsoft.com/office/drawing/2014/main" id="{8F3913EF-C445-45BF-B910-80AE35D7E3D8}"/>
                  </a:ext>
                </a:extLst>
              </p:cNvPr>
              <p:cNvSpPr/>
              <p:nvPr/>
            </p:nvSpPr>
            <p:spPr>
              <a:xfrm>
                <a:off x="40245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8" name="椭圆 13997">
                <a:extLst>
                  <a:ext uri="{FF2B5EF4-FFF2-40B4-BE49-F238E27FC236}">
                    <a16:creationId xmlns:a16="http://schemas.microsoft.com/office/drawing/2014/main" id="{3C3F2E77-FB9B-4424-B978-0BBF77A4B03E}"/>
                  </a:ext>
                </a:extLst>
              </p:cNvPr>
              <p:cNvSpPr/>
              <p:nvPr/>
            </p:nvSpPr>
            <p:spPr>
              <a:xfrm>
                <a:off x="4029869"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9" name="椭圆 13998">
                <a:extLst>
                  <a:ext uri="{FF2B5EF4-FFF2-40B4-BE49-F238E27FC236}">
                    <a16:creationId xmlns:a16="http://schemas.microsoft.com/office/drawing/2014/main" id="{1914A03B-F7D6-4249-8DBA-77B7EF76790A}"/>
                  </a:ext>
                </a:extLst>
              </p:cNvPr>
              <p:cNvSpPr/>
              <p:nvPr/>
            </p:nvSpPr>
            <p:spPr>
              <a:xfrm>
                <a:off x="40805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0" name="椭圆 13999">
                <a:extLst>
                  <a:ext uri="{FF2B5EF4-FFF2-40B4-BE49-F238E27FC236}">
                    <a16:creationId xmlns:a16="http://schemas.microsoft.com/office/drawing/2014/main" id="{1E1C760F-5BD7-4C53-B8B1-6EA1E8547032}"/>
                  </a:ext>
                </a:extLst>
              </p:cNvPr>
              <p:cNvSpPr/>
              <p:nvPr/>
            </p:nvSpPr>
            <p:spPr>
              <a:xfrm>
                <a:off x="404282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1" name="椭圆 14000">
                <a:extLst>
                  <a:ext uri="{FF2B5EF4-FFF2-40B4-BE49-F238E27FC236}">
                    <a16:creationId xmlns:a16="http://schemas.microsoft.com/office/drawing/2014/main" id="{E5FDF04E-A71D-4628-A167-BBCC72E904EF}"/>
                  </a:ext>
                </a:extLst>
              </p:cNvPr>
              <p:cNvSpPr/>
              <p:nvPr/>
            </p:nvSpPr>
            <p:spPr>
              <a:xfrm>
                <a:off x="3928750"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2" name="椭圆 14001">
                <a:extLst>
                  <a:ext uri="{FF2B5EF4-FFF2-40B4-BE49-F238E27FC236}">
                    <a16:creationId xmlns:a16="http://schemas.microsoft.com/office/drawing/2014/main" id="{ABE7C3E5-45D8-46D8-9088-6937C6E14CDE}"/>
                  </a:ext>
                </a:extLst>
              </p:cNvPr>
              <p:cNvSpPr/>
              <p:nvPr/>
            </p:nvSpPr>
            <p:spPr>
              <a:xfrm>
                <a:off x="4088815"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3" name="椭圆 14002">
                <a:extLst>
                  <a:ext uri="{FF2B5EF4-FFF2-40B4-BE49-F238E27FC236}">
                    <a16:creationId xmlns:a16="http://schemas.microsoft.com/office/drawing/2014/main" id="{B1FF5EE0-6F46-4CA9-9C8B-55B4497516B0}"/>
                  </a:ext>
                </a:extLst>
              </p:cNvPr>
              <p:cNvSpPr/>
              <p:nvPr/>
            </p:nvSpPr>
            <p:spPr>
              <a:xfrm>
                <a:off x="394031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4" name="椭圆 14003">
                <a:extLst>
                  <a:ext uri="{FF2B5EF4-FFF2-40B4-BE49-F238E27FC236}">
                    <a16:creationId xmlns:a16="http://schemas.microsoft.com/office/drawing/2014/main" id="{60DBBD0A-D35F-466E-BE6E-17B3031C9BEC}"/>
                  </a:ext>
                </a:extLst>
              </p:cNvPr>
              <p:cNvSpPr/>
              <p:nvPr/>
            </p:nvSpPr>
            <p:spPr>
              <a:xfrm>
                <a:off x="4133961" y="2799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5" name="椭圆 14004">
                <a:extLst>
                  <a:ext uri="{FF2B5EF4-FFF2-40B4-BE49-F238E27FC236}">
                    <a16:creationId xmlns:a16="http://schemas.microsoft.com/office/drawing/2014/main" id="{D229BE44-FEE0-4F73-85A3-774A0D44E051}"/>
                  </a:ext>
                </a:extLst>
              </p:cNvPr>
              <p:cNvSpPr/>
              <p:nvPr/>
            </p:nvSpPr>
            <p:spPr>
              <a:xfrm>
                <a:off x="400571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6" name="椭圆 14005">
                <a:extLst>
                  <a:ext uri="{FF2B5EF4-FFF2-40B4-BE49-F238E27FC236}">
                    <a16:creationId xmlns:a16="http://schemas.microsoft.com/office/drawing/2014/main" id="{06090375-C78D-40F4-B0AC-090E4B453493}"/>
                  </a:ext>
                </a:extLst>
              </p:cNvPr>
              <p:cNvSpPr/>
              <p:nvPr/>
            </p:nvSpPr>
            <p:spPr>
              <a:xfrm>
                <a:off x="3835265" y="2948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7" name="椭圆 14006">
                <a:extLst>
                  <a:ext uri="{FF2B5EF4-FFF2-40B4-BE49-F238E27FC236}">
                    <a16:creationId xmlns:a16="http://schemas.microsoft.com/office/drawing/2014/main" id="{140F309F-E7EA-4556-A3E8-60A53FC94184}"/>
                  </a:ext>
                </a:extLst>
              </p:cNvPr>
              <p:cNvSpPr/>
              <p:nvPr/>
            </p:nvSpPr>
            <p:spPr>
              <a:xfrm>
                <a:off x="3990963"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8" name="椭圆 14007">
                <a:extLst>
                  <a:ext uri="{FF2B5EF4-FFF2-40B4-BE49-F238E27FC236}">
                    <a16:creationId xmlns:a16="http://schemas.microsoft.com/office/drawing/2014/main" id="{AF2566ED-0909-4E40-B636-9F65EEC46CA8}"/>
                  </a:ext>
                </a:extLst>
              </p:cNvPr>
              <p:cNvSpPr/>
              <p:nvPr/>
            </p:nvSpPr>
            <p:spPr>
              <a:xfrm>
                <a:off x="3900561"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9" name="椭圆 14008">
                <a:extLst>
                  <a:ext uri="{FF2B5EF4-FFF2-40B4-BE49-F238E27FC236}">
                    <a16:creationId xmlns:a16="http://schemas.microsoft.com/office/drawing/2014/main" id="{846521F9-7718-44A8-982D-4F9001DBB33F}"/>
                  </a:ext>
                </a:extLst>
              </p:cNvPr>
              <p:cNvSpPr/>
              <p:nvPr/>
            </p:nvSpPr>
            <p:spPr>
              <a:xfrm>
                <a:off x="398652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0" name="椭圆 14009">
                <a:extLst>
                  <a:ext uri="{FF2B5EF4-FFF2-40B4-BE49-F238E27FC236}">
                    <a16:creationId xmlns:a16="http://schemas.microsoft.com/office/drawing/2014/main" id="{AF922817-4BEF-486E-84AA-0922BF844C4C}"/>
                  </a:ext>
                </a:extLst>
              </p:cNvPr>
              <p:cNvSpPr/>
              <p:nvPr/>
            </p:nvSpPr>
            <p:spPr>
              <a:xfrm>
                <a:off x="391476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1" name="椭圆 14010">
                <a:extLst>
                  <a:ext uri="{FF2B5EF4-FFF2-40B4-BE49-F238E27FC236}">
                    <a16:creationId xmlns:a16="http://schemas.microsoft.com/office/drawing/2014/main" id="{0D89D714-7B2E-49CA-8EF9-36829F65BE1E}"/>
                  </a:ext>
                </a:extLst>
              </p:cNvPr>
              <p:cNvSpPr/>
              <p:nvPr/>
            </p:nvSpPr>
            <p:spPr>
              <a:xfrm>
                <a:off x="401272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2" name="椭圆 14011">
                <a:extLst>
                  <a:ext uri="{FF2B5EF4-FFF2-40B4-BE49-F238E27FC236}">
                    <a16:creationId xmlns:a16="http://schemas.microsoft.com/office/drawing/2014/main" id="{CFEC44C7-C098-43CF-8CC0-2D8AD9817100}"/>
                  </a:ext>
                </a:extLst>
              </p:cNvPr>
              <p:cNvSpPr/>
              <p:nvPr/>
            </p:nvSpPr>
            <p:spPr>
              <a:xfrm>
                <a:off x="40090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3" name="椭圆 14012">
                <a:extLst>
                  <a:ext uri="{FF2B5EF4-FFF2-40B4-BE49-F238E27FC236}">
                    <a16:creationId xmlns:a16="http://schemas.microsoft.com/office/drawing/2014/main" id="{2FE338D0-3C62-4A30-AA1F-4A56FC947B66}"/>
                  </a:ext>
                </a:extLst>
              </p:cNvPr>
              <p:cNvSpPr/>
              <p:nvPr/>
            </p:nvSpPr>
            <p:spPr>
              <a:xfrm>
                <a:off x="391241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4" name="椭圆 14013">
                <a:extLst>
                  <a:ext uri="{FF2B5EF4-FFF2-40B4-BE49-F238E27FC236}">
                    <a16:creationId xmlns:a16="http://schemas.microsoft.com/office/drawing/2014/main" id="{8BC8381F-08C5-4AD1-B7AB-7CF7BD831C19}"/>
                  </a:ext>
                </a:extLst>
              </p:cNvPr>
              <p:cNvSpPr/>
              <p:nvPr/>
            </p:nvSpPr>
            <p:spPr>
              <a:xfrm>
                <a:off x="40286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5" name="椭圆 14014">
                <a:extLst>
                  <a:ext uri="{FF2B5EF4-FFF2-40B4-BE49-F238E27FC236}">
                    <a16:creationId xmlns:a16="http://schemas.microsoft.com/office/drawing/2014/main" id="{FC43D888-371B-4BE2-A51D-FEA329830982}"/>
                  </a:ext>
                </a:extLst>
              </p:cNvPr>
              <p:cNvSpPr/>
              <p:nvPr/>
            </p:nvSpPr>
            <p:spPr>
              <a:xfrm>
                <a:off x="40463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6" name="椭圆 14015">
                <a:extLst>
                  <a:ext uri="{FF2B5EF4-FFF2-40B4-BE49-F238E27FC236}">
                    <a16:creationId xmlns:a16="http://schemas.microsoft.com/office/drawing/2014/main" id="{91F1E6E8-6BF1-434D-A47C-718D48A503E5}"/>
                  </a:ext>
                </a:extLst>
              </p:cNvPr>
              <p:cNvSpPr/>
              <p:nvPr/>
            </p:nvSpPr>
            <p:spPr>
              <a:xfrm>
                <a:off x="40642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7" name="椭圆 14016">
                <a:extLst>
                  <a:ext uri="{FF2B5EF4-FFF2-40B4-BE49-F238E27FC236}">
                    <a16:creationId xmlns:a16="http://schemas.microsoft.com/office/drawing/2014/main" id="{E0F34E45-BA73-4959-90B8-DF5D46F78C8B}"/>
                  </a:ext>
                </a:extLst>
              </p:cNvPr>
              <p:cNvSpPr/>
              <p:nvPr/>
            </p:nvSpPr>
            <p:spPr>
              <a:xfrm>
                <a:off x="407949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8" name="椭圆 14017">
                <a:extLst>
                  <a:ext uri="{FF2B5EF4-FFF2-40B4-BE49-F238E27FC236}">
                    <a16:creationId xmlns:a16="http://schemas.microsoft.com/office/drawing/2014/main" id="{5400A1C8-144E-4B93-B03D-3D0059655C6B}"/>
                  </a:ext>
                </a:extLst>
              </p:cNvPr>
              <p:cNvSpPr/>
              <p:nvPr/>
            </p:nvSpPr>
            <p:spPr>
              <a:xfrm>
                <a:off x="3905957"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9" name="椭圆 14018">
                <a:extLst>
                  <a:ext uri="{FF2B5EF4-FFF2-40B4-BE49-F238E27FC236}">
                    <a16:creationId xmlns:a16="http://schemas.microsoft.com/office/drawing/2014/main" id="{C322C81B-E83F-4E40-AF6D-25BE8E4EF068}"/>
                  </a:ext>
                </a:extLst>
              </p:cNvPr>
              <p:cNvSpPr/>
              <p:nvPr/>
            </p:nvSpPr>
            <p:spPr>
              <a:xfrm>
                <a:off x="398083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0" name="椭圆 14019">
                <a:extLst>
                  <a:ext uri="{FF2B5EF4-FFF2-40B4-BE49-F238E27FC236}">
                    <a16:creationId xmlns:a16="http://schemas.microsoft.com/office/drawing/2014/main" id="{04086BF5-192F-4FF5-B650-0EC945E68880}"/>
                  </a:ext>
                </a:extLst>
              </p:cNvPr>
              <p:cNvSpPr/>
              <p:nvPr/>
            </p:nvSpPr>
            <p:spPr>
              <a:xfrm>
                <a:off x="405156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1" name="椭圆 14020">
                <a:extLst>
                  <a:ext uri="{FF2B5EF4-FFF2-40B4-BE49-F238E27FC236}">
                    <a16:creationId xmlns:a16="http://schemas.microsoft.com/office/drawing/2014/main" id="{25B34E28-2B2E-4166-A91B-EA187EC33A61}"/>
                  </a:ext>
                </a:extLst>
              </p:cNvPr>
              <p:cNvSpPr/>
              <p:nvPr/>
            </p:nvSpPr>
            <p:spPr>
              <a:xfrm>
                <a:off x="4085842" y="3008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2" name="椭圆 14021">
                <a:extLst>
                  <a:ext uri="{FF2B5EF4-FFF2-40B4-BE49-F238E27FC236}">
                    <a16:creationId xmlns:a16="http://schemas.microsoft.com/office/drawing/2014/main" id="{8776AD00-3AF6-4D8B-8367-75E2F3AC1B9A}"/>
                  </a:ext>
                </a:extLst>
              </p:cNvPr>
              <p:cNvSpPr/>
              <p:nvPr/>
            </p:nvSpPr>
            <p:spPr>
              <a:xfrm>
                <a:off x="39583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3" name="椭圆 14022">
                <a:extLst>
                  <a:ext uri="{FF2B5EF4-FFF2-40B4-BE49-F238E27FC236}">
                    <a16:creationId xmlns:a16="http://schemas.microsoft.com/office/drawing/2014/main" id="{EDA30EB7-2169-4C74-9AB9-D9AD6DFA8FE3}"/>
                  </a:ext>
                </a:extLst>
              </p:cNvPr>
              <p:cNvSpPr/>
              <p:nvPr/>
            </p:nvSpPr>
            <p:spPr>
              <a:xfrm>
                <a:off x="4013499"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4" name="椭圆 14023">
                <a:extLst>
                  <a:ext uri="{FF2B5EF4-FFF2-40B4-BE49-F238E27FC236}">
                    <a16:creationId xmlns:a16="http://schemas.microsoft.com/office/drawing/2014/main" id="{D2D257C8-CE3B-49C0-9EA2-E4421AF5C429}"/>
                  </a:ext>
                </a:extLst>
              </p:cNvPr>
              <p:cNvSpPr/>
              <p:nvPr/>
            </p:nvSpPr>
            <p:spPr>
              <a:xfrm>
                <a:off x="411557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5" name="椭圆 14024">
                <a:extLst>
                  <a:ext uri="{FF2B5EF4-FFF2-40B4-BE49-F238E27FC236}">
                    <a16:creationId xmlns:a16="http://schemas.microsoft.com/office/drawing/2014/main" id="{505B2424-D5C9-4D0C-A05F-322133D96FDB}"/>
                  </a:ext>
                </a:extLst>
              </p:cNvPr>
              <p:cNvSpPr/>
              <p:nvPr/>
            </p:nvSpPr>
            <p:spPr>
              <a:xfrm>
                <a:off x="3975364"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6" name="椭圆 14025">
                <a:extLst>
                  <a:ext uri="{FF2B5EF4-FFF2-40B4-BE49-F238E27FC236}">
                    <a16:creationId xmlns:a16="http://schemas.microsoft.com/office/drawing/2014/main" id="{6C411016-3053-4492-9215-2FC2FD382D74}"/>
                  </a:ext>
                </a:extLst>
              </p:cNvPr>
              <p:cNvSpPr/>
              <p:nvPr/>
            </p:nvSpPr>
            <p:spPr>
              <a:xfrm>
                <a:off x="4006452"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7" name="椭圆 14026">
                <a:extLst>
                  <a:ext uri="{FF2B5EF4-FFF2-40B4-BE49-F238E27FC236}">
                    <a16:creationId xmlns:a16="http://schemas.microsoft.com/office/drawing/2014/main" id="{744B28C2-F50D-45D4-AA69-811CE748C09E}"/>
                  </a:ext>
                </a:extLst>
              </p:cNvPr>
              <p:cNvSpPr/>
              <p:nvPr/>
            </p:nvSpPr>
            <p:spPr>
              <a:xfrm>
                <a:off x="4013499"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8" name="椭圆 14027">
                <a:extLst>
                  <a:ext uri="{FF2B5EF4-FFF2-40B4-BE49-F238E27FC236}">
                    <a16:creationId xmlns:a16="http://schemas.microsoft.com/office/drawing/2014/main" id="{BA9B8C93-3235-486F-A4CB-A6854383ED7C}"/>
                  </a:ext>
                </a:extLst>
              </p:cNvPr>
              <p:cNvSpPr/>
              <p:nvPr/>
            </p:nvSpPr>
            <p:spPr>
              <a:xfrm>
                <a:off x="3886504"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9" name="椭圆 14028">
                <a:extLst>
                  <a:ext uri="{FF2B5EF4-FFF2-40B4-BE49-F238E27FC236}">
                    <a16:creationId xmlns:a16="http://schemas.microsoft.com/office/drawing/2014/main" id="{12D55AEC-7058-4BBC-8FE8-F100E51A3407}"/>
                  </a:ext>
                </a:extLst>
              </p:cNvPr>
              <p:cNvSpPr/>
              <p:nvPr/>
            </p:nvSpPr>
            <p:spPr>
              <a:xfrm>
                <a:off x="4015848"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0" name="椭圆 14029">
                <a:extLst>
                  <a:ext uri="{FF2B5EF4-FFF2-40B4-BE49-F238E27FC236}">
                    <a16:creationId xmlns:a16="http://schemas.microsoft.com/office/drawing/2014/main" id="{FA330BBD-50C2-444E-9E7F-BEE9ADC9A692}"/>
                  </a:ext>
                </a:extLst>
              </p:cNvPr>
              <p:cNvSpPr/>
              <p:nvPr/>
            </p:nvSpPr>
            <p:spPr>
              <a:xfrm>
                <a:off x="39693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1" name="椭圆 14030">
                <a:extLst>
                  <a:ext uri="{FF2B5EF4-FFF2-40B4-BE49-F238E27FC236}">
                    <a16:creationId xmlns:a16="http://schemas.microsoft.com/office/drawing/2014/main" id="{FD4BCEF1-3E12-4C63-8E66-E0CCB504734B}"/>
                  </a:ext>
                </a:extLst>
              </p:cNvPr>
              <p:cNvSpPr/>
              <p:nvPr/>
            </p:nvSpPr>
            <p:spPr>
              <a:xfrm>
                <a:off x="404411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2" name="椭圆 14031">
                <a:extLst>
                  <a:ext uri="{FF2B5EF4-FFF2-40B4-BE49-F238E27FC236}">
                    <a16:creationId xmlns:a16="http://schemas.microsoft.com/office/drawing/2014/main" id="{59727FEF-210C-4172-ABE2-B7E388B3E209}"/>
                  </a:ext>
                </a:extLst>
              </p:cNvPr>
              <p:cNvSpPr/>
              <p:nvPr/>
            </p:nvSpPr>
            <p:spPr>
              <a:xfrm>
                <a:off x="4108121"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3" name="椭圆 14032">
                <a:extLst>
                  <a:ext uri="{FF2B5EF4-FFF2-40B4-BE49-F238E27FC236}">
                    <a16:creationId xmlns:a16="http://schemas.microsoft.com/office/drawing/2014/main" id="{AD23462D-C640-4B78-8E2B-11A2719B11BA}"/>
                  </a:ext>
                </a:extLst>
              </p:cNvPr>
              <p:cNvSpPr/>
              <p:nvPr/>
            </p:nvSpPr>
            <p:spPr>
              <a:xfrm>
                <a:off x="409740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4" name="椭圆 14033">
                <a:extLst>
                  <a:ext uri="{FF2B5EF4-FFF2-40B4-BE49-F238E27FC236}">
                    <a16:creationId xmlns:a16="http://schemas.microsoft.com/office/drawing/2014/main" id="{9A870D87-45F8-4879-992F-FBF23EFB8FB4}"/>
                  </a:ext>
                </a:extLst>
              </p:cNvPr>
              <p:cNvSpPr/>
              <p:nvPr/>
            </p:nvSpPr>
            <p:spPr>
              <a:xfrm>
                <a:off x="394625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5" name="椭圆 14034">
                <a:extLst>
                  <a:ext uri="{FF2B5EF4-FFF2-40B4-BE49-F238E27FC236}">
                    <a16:creationId xmlns:a16="http://schemas.microsoft.com/office/drawing/2014/main" id="{C089B824-0695-4D49-81A8-52587A8D25FE}"/>
                  </a:ext>
                </a:extLst>
              </p:cNvPr>
              <p:cNvSpPr/>
              <p:nvPr/>
            </p:nvSpPr>
            <p:spPr>
              <a:xfrm>
                <a:off x="394541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6" name="椭圆 14035">
                <a:extLst>
                  <a:ext uri="{FF2B5EF4-FFF2-40B4-BE49-F238E27FC236}">
                    <a16:creationId xmlns:a16="http://schemas.microsoft.com/office/drawing/2014/main" id="{FECEE6B7-DE84-4E14-BC56-C41B675286C9}"/>
                  </a:ext>
                </a:extLst>
              </p:cNvPr>
              <p:cNvSpPr/>
              <p:nvPr/>
            </p:nvSpPr>
            <p:spPr>
              <a:xfrm>
                <a:off x="3749378" y="27603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7" name="椭圆 14036">
                <a:extLst>
                  <a:ext uri="{FF2B5EF4-FFF2-40B4-BE49-F238E27FC236}">
                    <a16:creationId xmlns:a16="http://schemas.microsoft.com/office/drawing/2014/main" id="{A847AB60-D8E4-42FD-91A2-93B0A4D468A4}"/>
                  </a:ext>
                </a:extLst>
              </p:cNvPr>
              <p:cNvSpPr/>
              <p:nvPr/>
            </p:nvSpPr>
            <p:spPr>
              <a:xfrm>
                <a:off x="3930365"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8" name="椭圆 14037">
                <a:extLst>
                  <a:ext uri="{FF2B5EF4-FFF2-40B4-BE49-F238E27FC236}">
                    <a16:creationId xmlns:a16="http://schemas.microsoft.com/office/drawing/2014/main" id="{3A645928-0C02-46B5-AA1B-F5EA6B3F2348}"/>
                  </a:ext>
                </a:extLst>
              </p:cNvPr>
              <p:cNvSpPr/>
              <p:nvPr/>
            </p:nvSpPr>
            <p:spPr>
              <a:xfrm>
                <a:off x="400990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9" name="椭圆 14038">
                <a:extLst>
                  <a:ext uri="{FF2B5EF4-FFF2-40B4-BE49-F238E27FC236}">
                    <a16:creationId xmlns:a16="http://schemas.microsoft.com/office/drawing/2014/main" id="{B8FBAA90-3D78-46E2-8514-2624236F474B}"/>
                  </a:ext>
                </a:extLst>
              </p:cNvPr>
              <p:cNvSpPr/>
              <p:nvPr/>
            </p:nvSpPr>
            <p:spPr>
              <a:xfrm>
                <a:off x="409215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0" name="椭圆 14039">
                <a:extLst>
                  <a:ext uri="{FF2B5EF4-FFF2-40B4-BE49-F238E27FC236}">
                    <a16:creationId xmlns:a16="http://schemas.microsoft.com/office/drawing/2014/main" id="{58AAD7F2-FF39-4634-89E3-452DC500A7FD}"/>
                  </a:ext>
                </a:extLst>
              </p:cNvPr>
              <p:cNvSpPr/>
              <p:nvPr/>
            </p:nvSpPr>
            <p:spPr>
              <a:xfrm>
                <a:off x="40019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1" name="椭圆 14040">
                <a:extLst>
                  <a:ext uri="{FF2B5EF4-FFF2-40B4-BE49-F238E27FC236}">
                    <a16:creationId xmlns:a16="http://schemas.microsoft.com/office/drawing/2014/main" id="{CBC08B92-6A56-4C0C-8A6F-42DF47C6072F}"/>
                  </a:ext>
                </a:extLst>
              </p:cNvPr>
              <p:cNvSpPr/>
              <p:nvPr/>
            </p:nvSpPr>
            <p:spPr>
              <a:xfrm>
                <a:off x="412896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2" name="椭圆 14041">
                <a:extLst>
                  <a:ext uri="{FF2B5EF4-FFF2-40B4-BE49-F238E27FC236}">
                    <a16:creationId xmlns:a16="http://schemas.microsoft.com/office/drawing/2014/main" id="{894E57A7-98A9-4284-9BA1-3012C668FD7D}"/>
                  </a:ext>
                </a:extLst>
              </p:cNvPr>
              <p:cNvSpPr/>
              <p:nvPr/>
            </p:nvSpPr>
            <p:spPr>
              <a:xfrm>
                <a:off x="4155653"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3" name="椭圆 14042">
                <a:extLst>
                  <a:ext uri="{FF2B5EF4-FFF2-40B4-BE49-F238E27FC236}">
                    <a16:creationId xmlns:a16="http://schemas.microsoft.com/office/drawing/2014/main" id="{3EED7C4E-CB92-403F-BF0E-398E69FD6D1A}"/>
                  </a:ext>
                </a:extLst>
              </p:cNvPr>
              <p:cNvSpPr/>
              <p:nvPr/>
            </p:nvSpPr>
            <p:spPr>
              <a:xfrm>
                <a:off x="4009461"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4" name="椭圆 14043">
                <a:extLst>
                  <a:ext uri="{FF2B5EF4-FFF2-40B4-BE49-F238E27FC236}">
                    <a16:creationId xmlns:a16="http://schemas.microsoft.com/office/drawing/2014/main" id="{995CEDDE-0E1C-4F7D-B80C-444B9E796D75}"/>
                  </a:ext>
                </a:extLst>
              </p:cNvPr>
              <p:cNvSpPr/>
              <p:nvPr/>
            </p:nvSpPr>
            <p:spPr>
              <a:xfrm>
                <a:off x="39998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5" name="椭圆 14044">
                <a:extLst>
                  <a:ext uri="{FF2B5EF4-FFF2-40B4-BE49-F238E27FC236}">
                    <a16:creationId xmlns:a16="http://schemas.microsoft.com/office/drawing/2014/main" id="{7A22FFF1-799B-4AC3-8A04-7990CAAF1E81}"/>
                  </a:ext>
                </a:extLst>
              </p:cNvPr>
              <p:cNvSpPr/>
              <p:nvPr/>
            </p:nvSpPr>
            <p:spPr>
              <a:xfrm>
                <a:off x="402572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6" name="椭圆 14045">
                <a:extLst>
                  <a:ext uri="{FF2B5EF4-FFF2-40B4-BE49-F238E27FC236}">
                    <a16:creationId xmlns:a16="http://schemas.microsoft.com/office/drawing/2014/main" id="{C7A54C8A-D8BA-4992-BCDE-B0270345BF3E}"/>
                  </a:ext>
                </a:extLst>
              </p:cNvPr>
              <p:cNvSpPr/>
              <p:nvPr/>
            </p:nvSpPr>
            <p:spPr>
              <a:xfrm>
                <a:off x="400920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7" name="椭圆 14046">
                <a:extLst>
                  <a:ext uri="{FF2B5EF4-FFF2-40B4-BE49-F238E27FC236}">
                    <a16:creationId xmlns:a16="http://schemas.microsoft.com/office/drawing/2014/main" id="{F87CD9C9-C88A-4257-82D6-18EF58258AA1}"/>
                  </a:ext>
                </a:extLst>
              </p:cNvPr>
              <p:cNvSpPr/>
              <p:nvPr/>
            </p:nvSpPr>
            <p:spPr>
              <a:xfrm>
                <a:off x="4049982"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8" name="椭圆 14047">
                <a:extLst>
                  <a:ext uri="{FF2B5EF4-FFF2-40B4-BE49-F238E27FC236}">
                    <a16:creationId xmlns:a16="http://schemas.microsoft.com/office/drawing/2014/main" id="{7547C6FA-3279-4D52-9D34-1FDD61D82D34}"/>
                  </a:ext>
                </a:extLst>
              </p:cNvPr>
              <p:cNvSpPr/>
              <p:nvPr/>
            </p:nvSpPr>
            <p:spPr>
              <a:xfrm>
                <a:off x="4158332"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9" name="椭圆 14048">
                <a:extLst>
                  <a:ext uri="{FF2B5EF4-FFF2-40B4-BE49-F238E27FC236}">
                    <a16:creationId xmlns:a16="http://schemas.microsoft.com/office/drawing/2014/main" id="{1F903851-E2B7-4F2E-A7FA-2687731F5784}"/>
                  </a:ext>
                </a:extLst>
              </p:cNvPr>
              <p:cNvSpPr/>
              <p:nvPr/>
            </p:nvSpPr>
            <p:spPr>
              <a:xfrm>
                <a:off x="393627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0" name="椭圆 14049">
                <a:extLst>
                  <a:ext uri="{FF2B5EF4-FFF2-40B4-BE49-F238E27FC236}">
                    <a16:creationId xmlns:a16="http://schemas.microsoft.com/office/drawing/2014/main" id="{10ADC7AA-F153-4C45-84E4-C2E6A0FA989A}"/>
                  </a:ext>
                </a:extLst>
              </p:cNvPr>
              <p:cNvSpPr/>
              <p:nvPr/>
            </p:nvSpPr>
            <p:spPr>
              <a:xfrm>
                <a:off x="400208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1" name="椭圆 14050">
                <a:extLst>
                  <a:ext uri="{FF2B5EF4-FFF2-40B4-BE49-F238E27FC236}">
                    <a16:creationId xmlns:a16="http://schemas.microsoft.com/office/drawing/2014/main" id="{62D9FF36-C981-4DC3-8D44-4BAB9E1374ED}"/>
                  </a:ext>
                </a:extLst>
              </p:cNvPr>
              <p:cNvSpPr/>
              <p:nvPr/>
            </p:nvSpPr>
            <p:spPr>
              <a:xfrm>
                <a:off x="399140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2" name="椭圆 14051">
                <a:extLst>
                  <a:ext uri="{FF2B5EF4-FFF2-40B4-BE49-F238E27FC236}">
                    <a16:creationId xmlns:a16="http://schemas.microsoft.com/office/drawing/2014/main" id="{2E4C2160-7C30-43C5-BC71-3D06EA6A8F52}"/>
                  </a:ext>
                </a:extLst>
              </p:cNvPr>
              <p:cNvSpPr/>
              <p:nvPr/>
            </p:nvSpPr>
            <p:spPr>
              <a:xfrm>
                <a:off x="4130510"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3" name="椭圆 14052">
                <a:extLst>
                  <a:ext uri="{FF2B5EF4-FFF2-40B4-BE49-F238E27FC236}">
                    <a16:creationId xmlns:a16="http://schemas.microsoft.com/office/drawing/2014/main" id="{D17E4E8C-248A-4164-993A-A47F474A465B}"/>
                  </a:ext>
                </a:extLst>
              </p:cNvPr>
              <p:cNvSpPr/>
              <p:nvPr/>
            </p:nvSpPr>
            <p:spPr>
              <a:xfrm>
                <a:off x="40012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4" name="椭圆 14053">
                <a:extLst>
                  <a:ext uri="{FF2B5EF4-FFF2-40B4-BE49-F238E27FC236}">
                    <a16:creationId xmlns:a16="http://schemas.microsoft.com/office/drawing/2014/main" id="{3FF67649-6D5F-4EC9-A6BC-9FF6EC69A8C5}"/>
                  </a:ext>
                </a:extLst>
              </p:cNvPr>
              <p:cNvSpPr/>
              <p:nvPr/>
            </p:nvSpPr>
            <p:spPr>
              <a:xfrm>
                <a:off x="410713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5" name="椭圆 14054">
                <a:extLst>
                  <a:ext uri="{FF2B5EF4-FFF2-40B4-BE49-F238E27FC236}">
                    <a16:creationId xmlns:a16="http://schemas.microsoft.com/office/drawing/2014/main" id="{EE6751AD-7F23-4111-8EDF-67D81FB59A7E}"/>
                  </a:ext>
                </a:extLst>
              </p:cNvPr>
              <p:cNvSpPr/>
              <p:nvPr/>
            </p:nvSpPr>
            <p:spPr>
              <a:xfrm>
                <a:off x="4011553"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6" name="椭圆 14055">
                <a:extLst>
                  <a:ext uri="{FF2B5EF4-FFF2-40B4-BE49-F238E27FC236}">
                    <a16:creationId xmlns:a16="http://schemas.microsoft.com/office/drawing/2014/main" id="{2780B924-1440-4D66-AF02-5F2F4FF0D05A}"/>
                  </a:ext>
                </a:extLst>
              </p:cNvPr>
              <p:cNvSpPr/>
              <p:nvPr/>
            </p:nvSpPr>
            <p:spPr>
              <a:xfrm>
                <a:off x="4046532" y="3002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7" name="椭圆 14056">
                <a:extLst>
                  <a:ext uri="{FF2B5EF4-FFF2-40B4-BE49-F238E27FC236}">
                    <a16:creationId xmlns:a16="http://schemas.microsoft.com/office/drawing/2014/main" id="{3BCBE611-7AF6-455C-8C82-7AC6073A6026}"/>
                  </a:ext>
                </a:extLst>
              </p:cNvPr>
              <p:cNvSpPr/>
              <p:nvPr/>
            </p:nvSpPr>
            <p:spPr>
              <a:xfrm>
                <a:off x="409608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8" name="椭圆 14057">
                <a:extLst>
                  <a:ext uri="{FF2B5EF4-FFF2-40B4-BE49-F238E27FC236}">
                    <a16:creationId xmlns:a16="http://schemas.microsoft.com/office/drawing/2014/main" id="{71F437BC-66C8-467A-ABAA-BD05624A5AEC}"/>
                  </a:ext>
                </a:extLst>
              </p:cNvPr>
              <p:cNvSpPr/>
              <p:nvPr/>
            </p:nvSpPr>
            <p:spPr>
              <a:xfrm>
                <a:off x="39968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9" name="椭圆 14058">
                <a:extLst>
                  <a:ext uri="{FF2B5EF4-FFF2-40B4-BE49-F238E27FC236}">
                    <a16:creationId xmlns:a16="http://schemas.microsoft.com/office/drawing/2014/main" id="{E497D6C7-35F4-4E09-9DAC-2335F2A5A129}"/>
                  </a:ext>
                </a:extLst>
              </p:cNvPr>
              <p:cNvSpPr/>
              <p:nvPr/>
            </p:nvSpPr>
            <p:spPr>
              <a:xfrm>
                <a:off x="406444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0" name="椭圆 14059">
                <a:extLst>
                  <a:ext uri="{FF2B5EF4-FFF2-40B4-BE49-F238E27FC236}">
                    <a16:creationId xmlns:a16="http://schemas.microsoft.com/office/drawing/2014/main" id="{C4B564FA-47F9-4BF5-806A-E760AEC82A91}"/>
                  </a:ext>
                </a:extLst>
              </p:cNvPr>
              <p:cNvSpPr/>
              <p:nvPr/>
            </p:nvSpPr>
            <p:spPr>
              <a:xfrm>
                <a:off x="3957048"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1" name="椭圆 14060">
                <a:extLst>
                  <a:ext uri="{FF2B5EF4-FFF2-40B4-BE49-F238E27FC236}">
                    <a16:creationId xmlns:a16="http://schemas.microsoft.com/office/drawing/2014/main" id="{41FF42CA-BB67-498A-8E03-48816041C488}"/>
                  </a:ext>
                </a:extLst>
              </p:cNvPr>
              <p:cNvSpPr/>
              <p:nvPr/>
            </p:nvSpPr>
            <p:spPr>
              <a:xfrm>
                <a:off x="398116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2" name="椭圆 14061">
                <a:extLst>
                  <a:ext uri="{FF2B5EF4-FFF2-40B4-BE49-F238E27FC236}">
                    <a16:creationId xmlns:a16="http://schemas.microsoft.com/office/drawing/2014/main" id="{E5576D80-33FF-46D7-948B-C0BD172DCF47}"/>
                  </a:ext>
                </a:extLst>
              </p:cNvPr>
              <p:cNvSpPr/>
              <p:nvPr/>
            </p:nvSpPr>
            <p:spPr>
              <a:xfrm>
                <a:off x="400447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3" name="椭圆 14062">
                <a:extLst>
                  <a:ext uri="{FF2B5EF4-FFF2-40B4-BE49-F238E27FC236}">
                    <a16:creationId xmlns:a16="http://schemas.microsoft.com/office/drawing/2014/main" id="{53EEC51E-D053-4313-8F97-680F5E130E7F}"/>
                  </a:ext>
                </a:extLst>
              </p:cNvPr>
              <p:cNvSpPr/>
              <p:nvPr/>
            </p:nvSpPr>
            <p:spPr>
              <a:xfrm>
                <a:off x="402157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4" name="椭圆 14063">
                <a:extLst>
                  <a:ext uri="{FF2B5EF4-FFF2-40B4-BE49-F238E27FC236}">
                    <a16:creationId xmlns:a16="http://schemas.microsoft.com/office/drawing/2014/main" id="{C252B18D-B60E-475C-9E20-C70A9512E65E}"/>
                  </a:ext>
                </a:extLst>
              </p:cNvPr>
              <p:cNvSpPr/>
              <p:nvPr/>
            </p:nvSpPr>
            <p:spPr>
              <a:xfrm>
                <a:off x="40612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5" name="椭圆 14064">
                <a:extLst>
                  <a:ext uri="{FF2B5EF4-FFF2-40B4-BE49-F238E27FC236}">
                    <a16:creationId xmlns:a16="http://schemas.microsoft.com/office/drawing/2014/main" id="{C8FA6C53-C48B-4647-BD18-B797603A9127}"/>
                  </a:ext>
                </a:extLst>
              </p:cNvPr>
              <p:cNvSpPr/>
              <p:nvPr/>
            </p:nvSpPr>
            <p:spPr>
              <a:xfrm>
                <a:off x="40519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6" name="椭圆 14065">
                <a:extLst>
                  <a:ext uri="{FF2B5EF4-FFF2-40B4-BE49-F238E27FC236}">
                    <a16:creationId xmlns:a16="http://schemas.microsoft.com/office/drawing/2014/main" id="{88F760B6-CD42-485B-A2BD-F79DA60E0116}"/>
                  </a:ext>
                </a:extLst>
              </p:cNvPr>
              <p:cNvSpPr/>
              <p:nvPr/>
            </p:nvSpPr>
            <p:spPr>
              <a:xfrm>
                <a:off x="397301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7" name="椭圆 14066">
                <a:extLst>
                  <a:ext uri="{FF2B5EF4-FFF2-40B4-BE49-F238E27FC236}">
                    <a16:creationId xmlns:a16="http://schemas.microsoft.com/office/drawing/2014/main" id="{8F4307A7-06BF-4E68-8DBA-873C43391E08}"/>
                  </a:ext>
                </a:extLst>
              </p:cNvPr>
              <p:cNvSpPr/>
              <p:nvPr/>
            </p:nvSpPr>
            <p:spPr>
              <a:xfrm>
                <a:off x="403203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8" name="椭圆 14067">
                <a:extLst>
                  <a:ext uri="{FF2B5EF4-FFF2-40B4-BE49-F238E27FC236}">
                    <a16:creationId xmlns:a16="http://schemas.microsoft.com/office/drawing/2014/main" id="{6BADCCA1-0B77-4A07-BB7B-EF80176FA1CA}"/>
                  </a:ext>
                </a:extLst>
              </p:cNvPr>
              <p:cNvSpPr/>
              <p:nvPr/>
            </p:nvSpPr>
            <p:spPr>
              <a:xfrm>
                <a:off x="4292558"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9" name="椭圆 14068">
                <a:extLst>
                  <a:ext uri="{FF2B5EF4-FFF2-40B4-BE49-F238E27FC236}">
                    <a16:creationId xmlns:a16="http://schemas.microsoft.com/office/drawing/2014/main" id="{DF5CE35D-DDFC-4B2A-9A0D-191E9DE70AA0}"/>
                  </a:ext>
                </a:extLst>
              </p:cNvPr>
              <p:cNvSpPr/>
              <p:nvPr/>
            </p:nvSpPr>
            <p:spPr>
              <a:xfrm>
                <a:off x="39296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0" name="椭圆 14069">
                <a:extLst>
                  <a:ext uri="{FF2B5EF4-FFF2-40B4-BE49-F238E27FC236}">
                    <a16:creationId xmlns:a16="http://schemas.microsoft.com/office/drawing/2014/main" id="{CB7343CA-AAC7-4510-A787-E8C5829F9834}"/>
                  </a:ext>
                </a:extLst>
              </p:cNvPr>
              <p:cNvSpPr/>
              <p:nvPr/>
            </p:nvSpPr>
            <p:spPr>
              <a:xfrm>
                <a:off x="39555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1" name="椭圆 14070">
                <a:extLst>
                  <a:ext uri="{FF2B5EF4-FFF2-40B4-BE49-F238E27FC236}">
                    <a16:creationId xmlns:a16="http://schemas.microsoft.com/office/drawing/2014/main" id="{1B288C3D-50A6-4A52-BC51-AEA0640CB065}"/>
                  </a:ext>
                </a:extLst>
              </p:cNvPr>
              <p:cNvSpPr/>
              <p:nvPr/>
            </p:nvSpPr>
            <p:spPr>
              <a:xfrm>
                <a:off x="39892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2" name="椭圆 14071">
                <a:extLst>
                  <a:ext uri="{FF2B5EF4-FFF2-40B4-BE49-F238E27FC236}">
                    <a16:creationId xmlns:a16="http://schemas.microsoft.com/office/drawing/2014/main" id="{A5AFC444-F492-4E18-9047-B054DE63A3A2}"/>
                  </a:ext>
                </a:extLst>
              </p:cNvPr>
              <p:cNvSpPr/>
              <p:nvPr/>
            </p:nvSpPr>
            <p:spPr>
              <a:xfrm>
                <a:off x="4052258"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3" name="椭圆 14072">
                <a:extLst>
                  <a:ext uri="{FF2B5EF4-FFF2-40B4-BE49-F238E27FC236}">
                    <a16:creationId xmlns:a16="http://schemas.microsoft.com/office/drawing/2014/main" id="{FCEFEDA2-6836-4F17-96E3-26F66485808B}"/>
                  </a:ext>
                </a:extLst>
              </p:cNvPr>
              <p:cNvSpPr/>
              <p:nvPr/>
            </p:nvSpPr>
            <p:spPr>
              <a:xfrm>
                <a:off x="392753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4" name="椭圆 14073">
                <a:extLst>
                  <a:ext uri="{FF2B5EF4-FFF2-40B4-BE49-F238E27FC236}">
                    <a16:creationId xmlns:a16="http://schemas.microsoft.com/office/drawing/2014/main" id="{3E970FC2-93EA-47E0-A2F9-BDBDA40F711E}"/>
                  </a:ext>
                </a:extLst>
              </p:cNvPr>
              <p:cNvSpPr/>
              <p:nvPr/>
            </p:nvSpPr>
            <p:spPr>
              <a:xfrm>
                <a:off x="410621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5" name="椭圆 14074">
                <a:extLst>
                  <a:ext uri="{FF2B5EF4-FFF2-40B4-BE49-F238E27FC236}">
                    <a16:creationId xmlns:a16="http://schemas.microsoft.com/office/drawing/2014/main" id="{C7B9BCAA-B8A2-47BB-B275-74C41870AC10}"/>
                  </a:ext>
                </a:extLst>
              </p:cNvPr>
              <p:cNvSpPr/>
              <p:nvPr/>
            </p:nvSpPr>
            <p:spPr>
              <a:xfrm>
                <a:off x="4237135"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6" name="椭圆 14075">
                <a:extLst>
                  <a:ext uri="{FF2B5EF4-FFF2-40B4-BE49-F238E27FC236}">
                    <a16:creationId xmlns:a16="http://schemas.microsoft.com/office/drawing/2014/main" id="{CA6F6B44-E58B-4E3E-9707-0C942CC59E02}"/>
                  </a:ext>
                </a:extLst>
              </p:cNvPr>
              <p:cNvSpPr/>
              <p:nvPr/>
            </p:nvSpPr>
            <p:spPr>
              <a:xfrm>
                <a:off x="415143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7" name="椭圆 14076">
                <a:extLst>
                  <a:ext uri="{FF2B5EF4-FFF2-40B4-BE49-F238E27FC236}">
                    <a16:creationId xmlns:a16="http://schemas.microsoft.com/office/drawing/2014/main" id="{63E85FC7-0E69-488E-8372-B346199BEBB0}"/>
                  </a:ext>
                </a:extLst>
              </p:cNvPr>
              <p:cNvSpPr/>
              <p:nvPr/>
            </p:nvSpPr>
            <p:spPr>
              <a:xfrm>
                <a:off x="409597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8" name="椭圆 14077">
                <a:extLst>
                  <a:ext uri="{FF2B5EF4-FFF2-40B4-BE49-F238E27FC236}">
                    <a16:creationId xmlns:a16="http://schemas.microsoft.com/office/drawing/2014/main" id="{AF35EAD5-3574-42FD-8E58-09849988748B}"/>
                  </a:ext>
                </a:extLst>
              </p:cNvPr>
              <p:cNvSpPr/>
              <p:nvPr/>
            </p:nvSpPr>
            <p:spPr>
              <a:xfrm>
                <a:off x="401772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9" name="椭圆 14078">
                <a:extLst>
                  <a:ext uri="{FF2B5EF4-FFF2-40B4-BE49-F238E27FC236}">
                    <a16:creationId xmlns:a16="http://schemas.microsoft.com/office/drawing/2014/main" id="{6606F8E3-B459-4668-AA31-F7C9BA8BDE30}"/>
                  </a:ext>
                </a:extLst>
              </p:cNvPr>
              <p:cNvSpPr/>
              <p:nvPr/>
            </p:nvSpPr>
            <p:spPr>
              <a:xfrm>
                <a:off x="400784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0" name="椭圆 14079">
                <a:extLst>
                  <a:ext uri="{FF2B5EF4-FFF2-40B4-BE49-F238E27FC236}">
                    <a16:creationId xmlns:a16="http://schemas.microsoft.com/office/drawing/2014/main" id="{8029010C-4C3E-4C0B-932D-DD6825A62468}"/>
                  </a:ext>
                </a:extLst>
              </p:cNvPr>
              <p:cNvSpPr/>
              <p:nvPr/>
            </p:nvSpPr>
            <p:spPr>
              <a:xfrm>
                <a:off x="4223665" y="29594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1" name="椭圆 14080">
                <a:extLst>
                  <a:ext uri="{FF2B5EF4-FFF2-40B4-BE49-F238E27FC236}">
                    <a16:creationId xmlns:a16="http://schemas.microsoft.com/office/drawing/2014/main" id="{C8DBC549-7549-4753-A2CA-6D38B8B81FB6}"/>
                  </a:ext>
                </a:extLst>
              </p:cNvPr>
              <p:cNvSpPr/>
              <p:nvPr/>
            </p:nvSpPr>
            <p:spPr>
              <a:xfrm>
                <a:off x="405391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2" name="椭圆 14081">
                <a:extLst>
                  <a:ext uri="{FF2B5EF4-FFF2-40B4-BE49-F238E27FC236}">
                    <a16:creationId xmlns:a16="http://schemas.microsoft.com/office/drawing/2014/main" id="{2F59F2F5-8DDD-4A3E-9CDB-61ACC98F0C1C}"/>
                  </a:ext>
                </a:extLst>
              </p:cNvPr>
              <p:cNvSpPr/>
              <p:nvPr/>
            </p:nvSpPr>
            <p:spPr>
              <a:xfrm>
                <a:off x="395022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3" name="椭圆 14082">
                <a:extLst>
                  <a:ext uri="{FF2B5EF4-FFF2-40B4-BE49-F238E27FC236}">
                    <a16:creationId xmlns:a16="http://schemas.microsoft.com/office/drawing/2014/main" id="{7904702F-6887-4604-9963-6DDF1F3868F2}"/>
                  </a:ext>
                </a:extLst>
              </p:cNvPr>
              <p:cNvSpPr/>
              <p:nvPr/>
            </p:nvSpPr>
            <p:spPr>
              <a:xfrm>
                <a:off x="399896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4" name="椭圆 14083">
                <a:extLst>
                  <a:ext uri="{FF2B5EF4-FFF2-40B4-BE49-F238E27FC236}">
                    <a16:creationId xmlns:a16="http://schemas.microsoft.com/office/drawing/2014/main" id="{DC40FC63-C701-4C27-A4DB-7C9E5756A381}"/>
                  </a:ext>
                </a:extLst>
              </p:cNvPr>
              <p:cNvSpPr/>
              <p:nvPr/>
            </p:nvSpPr>
            <p:spPr>
              <a:xfrm>
                <a:off x="413241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5" name="椭圆 14084">
                <a:extLst>
                  <a:ext uri="{FF2B5EF4-FFF2-40B4-BE49-F238E27FC236}">
                    <a16:creationId xmlns:a16="http://schemas.microsoft.com/office/drawing/2014/main" id="{791D42CE-1B2B-498A-A3C6-A1E23AF9F5DC}"/>
                  </a:ext>
                </a:extLst>
              </p:cNvPr>
              <p:cNvSpPr/>
              <p:nvPr/>
            </p:nvSpPr>
            <p:spPr>
              <a:xfrm>
                <a:off x="39489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6" name="椭圆 14085">
                <a:extLst>
                  <a:ext uri="{FF2B5EF4-FFF2-40B4-BE49-F238E27FC236}">
                    <a16:creationId xmlns:a16="http://schemas.microsoft.com/office/drawing/2014/main" id="{28922EEF-5F8A-4121-8F2F-01B6D147BDA8}"/>
                  </a:ext>
                </a:extLst>
              </p:cNvPr>
              <p:cNvSpPr/>
              <p:nvPr/>
            </p:nvSpPr>
            <p:spPr>
              <a:xfrm>
                <a:off x="3941743"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7" name="椭圆 14086">
                <a:extLst>
                  <a:ext uri="{FF2B5EF4-FFF2-40B4-BE49-F238E27FC236}">
                    <a16:creationId xmlns:a16="http://schemas.microsoft.com/office/drawing/2014/main" id="{59035754-A24B-475F-8E99-C0590FD66B07}"/>
                  </a:ext>
                </a:extLst>
              </p:cNvPr>
              <p:cNvSpPr/>
              <p:nvPr/>
            </p:nvSpPr>
            <p:spPr>
              <a:xfrm>
                <a:off x="401471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8" name="椭圆 14087">
                <a:extLst>
                  <a:ext uri="{FF2B5EF4-FFF2-40B4-BE49-F238E27FC236}">
                    <a16:creationId xmlns:a16="http://schemas.microsoft.com/office/drawing/2014/main" id="{D360E73C-E543-4B66-AA85-35469E68C82D}"/>
                  </a:ext>
                </a:extLst>
              </p:cNvPr>
              <p:cNvSpPr/>
              <p:nvPr/>
            </p:nvSpPr>
            <p:spPr>
              <a:xfrm>
                <a:off x="395102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9" name="椭圆 14088">
                <a:extLst>
                  <a:ext uri="{FF2B5EF4-FFF2-40B4-BE49-F238E27FC236}">
                    <a16:creationId xmlns:a16="http://schemas.microsoft.com/office/drawing/2014/main" id="{F0BF68E5-67F0-44CB-A00F-D4860F692F89}"/>
                  </a:ext>
                </a:extLst>
              </p:cNvPr>
              <p:cNvSpPr/>
              <p:nvPr/>
            </p:nvSpPr>
            <p:spPr>
              <a:xfrm>
                <a:off x="4025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0" name="椭圆 14089">
                <a:extLst>
                  <a:ext uri="{FF2B5EF4-FFF2-40B4-BE49-F238E27FC236}">
                    <a16:creationId xmlns:a16="http://schemas.microsoft.com/office/drawing/2014/main" id="{B036CF15-06AC-4D71-A9A5-ED128F076303}"/>
                  </a:ext>
                </a:extLst>
              </p:cNvPr>
              <p:cNvSpPr/>
              <p:nvPr/>
            </p:nvSpPr>
            <p:spPr>
              <a:xfrm>
                <a:off x="405919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1" name="椭圆 14090">
                <a:extLst>
                  <a:ext uri="{FF2B5EF4-FFF2-40B4-BE49-F238E27FC236}">
                    <a16:creationId xmlns:a16="http://schemas.microsoft.com/office/drawing/2014/main" id="{68312963-C20F-456E-B12C-B11C9C3CB5E4}"/>
                  </a:ext>
                </a:extLst>
              </p:cNvPr>
              <p:cNvSpPr/>
              <p:nvPr/>
            </p:nvSpPr>
            <p:spPr>
              <a:xfrm>
                <a:off x="3910068"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2" name="椭圆 14091">
                <a:extLst>
                  <a:ext uri="{FF2B5EF4-FFF2-40B4-BE49-F238E27FC236}">
                    <a16:creationId xmlns:a16="http://schemas.microsoft.com/office/drawing/2014/main" id="{62FB7309-B3A3-4687-91FF-280582211D0C}"/>
                  </a:ext>
                </a:extLst>
              </p:cNvPr>
              <p:cNvSpPr/>
              <p:nvPr/>
            </p:nvSpPr>
            <p:spPr>
              <a:xfrm>
                <a:off x="3861986"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3" name="椭圆 14092">
                <a:extLst>
                  <a:ext uri="{FF2B5EF4-FFF2-40B4-BE49-F238E27FC236}">
                    <a16:creationId xmlns:a16="http://schemas.microsoft.com/office/drawing/2014/main" id="{E94BFABF-617A-49C7-98DD-D010428337D2}"/>
                  </a:ext>
                </a:extLst>
              </p:cNvPr>
              <p:cNvSpPr/>
              <p:nvPr/>
            </p:nvSpPr>
            <p:spPr>
              <a:xfrm>
                <a:off x="3960866"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4" name="椭圆 14093">
                <a:extLst>
                  <a:ext uri="{FF2B5EF4-FFF2-40B4-BE49-F238E27FC236}">
                    <a16:creationId xmlns:a16="http://schemas.microsoft.com/office/drawing/2014/main" id="{4F3A5913-A22C-4345-AB31-AC71EF32FB97}"/>
                  </a:ext>
                </a:extLst>
              </p:cNvPr>
              <p:cNvSpPr/>
              <p:nvPr/>
            </p:nvSpPr>
            <p:spPr>
              <a:xfrm>
                <a:off x="40428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5" name="椭圆 14094">
                <a:extLst>
                  <a:ext uri="{FF2B5EF4-FFF2-40B4-BE49-F238E27FC236}">
                    <a16:creationId xmlns:a16="http://schemas.microsoft.com/office/drawing/2014/main" id="{9A3F26A0-8499-479C-A1AE-29DEA2A1CEBF}"/>
                  </a:ext>
                </a:extLst>
              </p:cNvPr>
              <p:cNvSpPr/>
              <p:nvPr/>
            </p:nvSpPr>
            <p:spPr>
              <a:xfrm>
                <a:off x="40241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6" name="椭圆 14095">
                <a:extLst>
                  <a:ext uri="{FF2B5EF4-FFF2-40B4-BE49-F238E27FC236}">
                    <a16:creationId xmlns:a16="http://schemas.microsoft.com/office/drawing/2014/main" id="{F51C15F3-6B4B-4295-8ABE-A0321A7D3AA8}"/>
                  </a:ext>
                </a:extLst>
              </p:cNvPr>
              <p:cNvSpPr/>
              <p:nvPr/>
            </p:nvSpPr>
            <p:spPr>
              <a:xfrm>
                <a:off x="3962150"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7" name="椭圆 14096">
                <a:extLst>
                  <a:ext uri="{FF2B5EF4-FFF2-40B4-BE49-F238E27FC236}">
                    <a16:creationId xmlns:a16="http://schemas.microsoft.com/office/drawing/2014/main" id="{FD468741-A451-4A8F-BFFB-D9B0541FF14E}"/>
                  </a:ext>
                </a:extLst>
              </p:cNvPr>
              <p:cNvSpPr/>
              <p:nvPr/>
            </p:nvSpPr>
            <p:spPr>
              <a:xfrm>
                <a:off x="3782081"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8" name="椭圆 14097">
                <a:extLst>
                  <a:ext uri="{FF2B5EF4-FFF2-40B4-BE49-F238E27FC236}">
                    <a16:creationId xmlns:a16="http://schemas.microsoft.com/office/drawing/2014/main" id="{B398A15B-391E-462A-8CFE-D573B2776EAE}"/>
                  </a:ext>
                </a:extLst>
              </p:cNvPr>
              <p:cNvSpPr/>
              <p:nvPr/>
            </p:nvSpPr>
            <p:spPr>
              <a:xfrm>
                <a:off x="411300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9" name="椭圆 14098">
                <a:extLst>
                  <a:ext uri="{FF2B5EF4-FFF2-40B4-BE49-F238E27FC236}">
                    <a16:creationId xmlns:a16="http://schemas.microsoft.com/office/drawing/2014/main" id="{AAE2DC9D-A3B8-430A-965A-081BBFA80C34}"/>
                  </a:ext>
                </a:extLst>
              </p:cNvPr>
              <p:cNvSpPr/>
              <p:nvPr/>
            </p:nvSpPr>
            <p:spPr>
              <a:xfrm>
                <a:off x="3973125"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0" name="椭圆 14099">
                <a:extLst>
                  <a:ext uri="{FF2B5EF4-FFF2-40B4-BE49-F238E27FC236}">
                    <a16:creationId xmlns:a16="http://schemas.microsoft.com/office/drawing/2014/main" id="{D2911A9D-0B4D-4B6A-8B1C-36632218C658}"/>
                  </a:ext>
                </a:extLst>
              </p:cNvPr>
              <p:cNvSpPr/>
              <p:nvPr/>
            </p:nvSpPr>
            <p:spPr>
              <a:xfrm>
                <a:off x="39941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1" name="椭圆 14100">
                <a:extLst>
                  <a:ext uri="{FF2B5EF4-FFF2-40B4-BE49-F238E27FC236}">
                    <a16:creationId xmlns:a16="http://schemas.microsoft.com/office/drawing/2014/main" id="{DD6FD7CB-0B01-45A4-B79D-1491F00F176F}"/>
                  </a:ext>
                </a:extLst>
              </p:cNvPr>
              <p:cNvSpPr/>
              <p:nvPr/>
            </p:nvSpPr>
            <p:spPr>
              <a:xfrm>
                <a:off x="398255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2" name="椭圆 14101">
                <a:extLst>
                  <a:ext uri="{FF2B5EF4-FFF2-40B4-BE49-F238E27FC236}">
                    <a16:creationId xmlns:a16="http://schemas.microsoft.com/office/drawing/2014/main" id="{9F7E1342-4A0A-4221-B6C0-A36AB8132067}"/>
                  </a:ext>
                </a:extLst>
              </p:cNvPr>
              <p:cNvSpPr/>
              <p:nvPr/>
            </p:nvSpPr>
            <p:spPr>
              <a:xfrm>
                <a:off x="400935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3" name="椭圆 14102">
                <a:extLst>
                  <a:ext uri="{FF2B5EF4-FFF2-40B4-BE49-F238E27FC236}">
                    <a16:creationId xmlns:a16="http://schemas.microsoft.com/office/drawing/2014/main" id="{1F8BFE54-CA2A-4868-A04B-8ACCE2229B69}"/>
                  </a:ext>
                </a:extLst>
              </p:cNvPr>
              <p:cNvSpPr/>
              <p:nvPr/>
            </p:nvSpPr>
            <p:spPr>
              <a:xfrm>
                <a:off x="399779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4" name="椭圆 14103">
                <a:extLst>
                  <a:ext uri="{FF2B5EF4-FFF2-40B4-BE49-F238E27FC236}">
                    <a16:creationId xmlns:a16="http://schemas.microsoft.com/office/drawing/2014/main" id="{4A23BAB0-8244-4814-989F-300ABA2A3C62}"/>
                  </a:ext>
                </a:extLst>
              </p:cNvPr>
              <p:cNvSpPr/>
              <p:nvPr/>
            </p:nvSpPr>
            <p:spPr>
              <a:xfrm>
                <a:off x="3894909" y="30066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5" name="椭圆 14104">
                <a:extLst>
                  <a:ext uri="{FF2B5EF4-FFF2-40B4-BE49-F238E27FC236}">
                    <a16:creationId xmlns:a16="http://schemas.microsoft.com/office/drawing/2014/main" id="{D8C530E5-6013-4956-96EE-288A41B4E2E6}"/>
                  </a:ext>
                </a:extLst>
              </p:cNvPr>
              <p:cNvSpPr/>
              <p:nvPr/>
            </p:nvSpPr>
            <p:spPr>
              <a:xfrm>
                <a:off x="4023813"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6" name="椭圆 14105">
                <a:extLst>
                  <a:ext uri="{FF2B5EF4-FFF2-40B4-BE49-F238E27FC236}">
                    <a16:creationId xmlns:a16="http://schemas.microsoft.com/office/drawing/2014/main" id="{8AFEFFC0-72A1-4A83-87BC-C115AE9296ED}"/>
                  </a:ext>
                </a:extLst>
              </p:cNvPr>
              <p:cNvSpPr/>
              <p:nvPr/>
            </p:nvSpPr>
            <p:spPr>
              <a:xfrm>
                <a:off x="39864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7" name="椭圆 14106">
                <a:extLst>
                  <a:ext uri="{FF2B5EF4-FFF2-40B4-BE49-F238E27FC236}">
                    <a16:creationId xmlns:a16="http://schemas.microsoft.com/office/drawing/2014/main" id="{2DD7CF10-0FF3-4E45-9BE8-A70838D365EC}"/>
                  </a:ext>
                </a:extLst>
              </p:cNvPr>
              <p:cNvSpPr/>
              <p:nvPr/>
            </p:nvSpPr>
            <p:spPr>
              <a:xfrm>
                <a:off x="4029465"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8" name="椭圆 14107">
                <a:extLst>
                  <a:ext uri="{FF2B5EF4-FFF2-40B4-BE49-F238E27FC236}">
                    <a16:creationId xmlns:a16="http://schemas.microsoft.com/office/drawing/2014/main" id="{40111E17-205E-411E-A72E-6FFA1B0D699D}"/>
                  </a:ext>
                </a:extLst>
              </p:cNvPr>
              <p:cNvSpPr/>
              <p:nvPr/>
            </p:nvSpPr>
            <p:spPr>
              <a:xfrm>
                <a:off x="40836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9" name="椭圆 14108">
                <a:extLst>
                  <a:ext uri="{FF2B5EF4-FFF2-40B4-BE49-F238E27FC236}">
                    <a16:creationId xmlns:a16="http://schemas.microsoft.com/office/drawing/2014/main" id="{71B58EB8-E83A-4E13-A3E0-B6241A4F9EC0}"/>
                  </a:ext>
                </a:extLst>
              </p:cNvPr>
              <p:cNvSpPr/>
              <p:nvPr/>
            </p:nvSpPr>
            <p:spPr>
              <a:xfrm>
                <a:off x="39406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0" name="椭圆 14109">
                <a:extLst>
                  <a:ext uri="{FF2B5EF4-FFF2-40B4-BE49-F238E27FC236}">
                    <a16:creationId xmlns:a16="http://schemas.microsoft.com/office/drawing/2014/main" id="{12BF1231-5E79-4A7B-8AE7-96D3A2048BA3}"/>
                  </a:ext>
                </a:extLst>
              </p:cNvPr>
              <p:cNvSpPr/>
              <p:nvPr/>
            </p:nvSpPr>
            <p:spPr>
              <a:xfrm>
                <a:off x="406969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1" name="椭圆 14110">
                <a:extLst>
                  <a:ext uri="{FF2B5EF4-FFF2-40B4-BE49-F238E27FC236}">
                    <a16:creationId xmlns:a16="http://schemas.microsoft.com/office/drawing/2014/main" id="{40AE9751-49D2-461F-8328-BE38A31BB4CB}"/>
                  </a:ext>
                </a:extLst>
              </p:cNvPr>
              <p:cNvSpPr/>
              <p:nvPr/>
            </p:nvSpPr>
            <p:spPr>
              <a:xfrm>
                <a:off x="406503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2" name="椭圆 14111">
                <a:extLst>
                  <a:ext uri="{FF2B5EF4-FFF2-40B4-BE49-F238E27FC236}">
                    <a16:creationId xmlns:a16="http://schemas.microsoft.com/office/drawing/2014/main" id="{A1C67418-9FF2-4B99-A5F8-C3F578E7307B}"/>
                  </a:ext>
                </a:extLst>
              </p:cNvPr>
              <p:cNvSpPr/>
              <p:nvPr/>
            </p:nvSpPr>
            <p:spPr>
              <a:xfrm>
                <a:off x="403346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3" name="椭圆 14112">
                <a:extLst>
                  <a:ext uri="{FF2B5EF4-FFF2-40B4-BE49-F238E27FC236}">
                    <a16:creationId xmlns:a16="http://schemas.microsoft.com/office/drawing/2014/main" id="{68ECFA4E-71EE-4D0D-9BA7-94FC8CE16002}"/>
                  </a:ext>
                </a:extLst>
              </p:cNvPr>
              <p:cNvSpPr/>
              <p:nvPr/>
            </p:nvSpPr>
            <p:spPr>
              <a:xfrm>
                <a:off x="3981787"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4" name="椭圆 14113">
                <a:extLst>
                  <a:ext uri="{FF2B5EF4-FFF2-40B4-BE49-F238E27FC236}">
                    <a16:creationId xmlns:a16="http://schemas.microsoft.com/office/drawing/2014/main" id="{9EAEE4E9-A29F-47EF-9950-7D5828693C7B}"/>
                  </a:ext>
                </a:extLst>
              </p:cNvPr>
              <p:cNvSpPr/>
              <p:nvPr/>
            </p:nvSpPr>
            <p:spPr>
              <a:xfrm>
                <a:off x="4108819"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5" name="椭圆 14114">
                <a:extLst>
                  <a:ext uri="{FF2B5EF4-FFF2-40B4-BE49-F238E27FC236}">
                    <a16:creationId xmlns:a16="http://schemas.microsoft.com/office/drawing/2014/main" id="{DAA99BAA-D510-453B-83FB-F740E1483C47}"/>
                  </a:ext>
                </a:extLst>
              </p:cNvPr>
              <p:cNvSpPr/>
              <p:nvPr/>
            </p:nvSpPr>
            <p:spPr>
              <a:xfrm>
                <a:off x="399305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6" name="椭圆 14115">
                <a:extLst>
                  <a:ext uri="{FF2B5EF4-FFF2-40B4-BE49-F238E27FC236}">
                    <a16:creationId xmlns:a16="http://schemas.microsoft.com/office/drawing/2014/main" id="{C9869EC6-11FE-4682-B48D-6EDF6F433147}"/>
                  </a:ext>
                </a:extLst>
              </p:cNvPr>
              <p:cNvSpPr/>
              <p:nvPr/>
            </p:nvSpPr>
            <p:spPr>
              <a:xfrm>
                <a:off x="4083566"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7" name="椭圆 14116">
                <a:extLst>
                  <a:ext uri="{FF2B5EF4-FFF2-40B4-BE49-F238E27FC236}">
                    <a16:creationId xmlns:a16="http://schemas.microsoft.com/office/drawing/2014/main" id="{67C243A6-2E6B-444D-B896-A2E5A236AC44}"/>
                  </a:ext>
                </a:extLst>
              </p:cNvPr>
              <p:cNvSpPr/>
              <p:nvPr/>
            </p:nvSpPr>
            <p:spPr>
              <a:xfrm>
                <a:off x="39815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8" name="椭圆 14117">
                <a:extLst>
                  <a:ext uri="{FF2B5EF4-FFF2-40B4-BE49-F238E27FC236}">
                    <a16:creationId xmlns:a16="http://schemas.microsoft.com/office/drawing/2014/main" id="{A26D2A8A-B30E-4385-945B-0D9FA04657D4}"/>
                  </a:ext>
                </a:extLst>
              </p:cNvPr>
              <p:cNvSpPr/>
              <p:nvPr/>
            </p:nvSpPr>
            <p:spPr>
              <a:xfrm>
                <a:off x="408231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9" name="椭圆 14118">
                <a:extLst>
                  <a:ext uri="{FF2B5EF4-FFF2-40B4-BE49-F238E27FC236}">
                    <a16:creationId xmlns:a16="http://schemas.microsoft.com/office/drawing/2014/main" id="{8A099E86-26C1-4FD3-BE3F-323B1FD3BF48}"/>
                  </a:ext>
                </a:extLst>
              </p:cNvPr>
              <p:cNvSpPr/>
              <p:nvPr/>
            </p:nvSpPr>
            <p:spPr>
              <a:xfrm>
                <a:off x="4091091"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0" name="椭圆 14119">
                <a:extLst>
                  <a:ext uri="{FF2B5EF4-FFF2-40B4-BE49-F238E27FC236}">
                    <a16:creationId xmlns:a16="http://schemas.microsoft.com/office/drawing/2014/main" id="{F8AF1BDA-1879-4C45-B6AA-C3112489E00A}"/>
                  </a:ext>
                </a:extLst>
              </p:cNvPr>
              <p:cNvSpPr/>
              <p:nvPr/>
            </p:nvSpPr>
            <p:spPr>
              <a:xfrm>
                <a:off x="4013242"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1" name="椭圆 14120">
                <a:extLst>
                  <a:ext uri="{FF2B5EF4-FFF2-40B4-BE49-F238E27FC236}">
                    <a16:creationId xmlns:a16="http://schemas.microsoft.com/office/drawing/2014/main" id="{B7B2B43E-85D7-4964-9C5E-5DA84ABCA4BF}"/>
                  </a:ext>
                </a:extLst>
              </p:cNvPr>
              <p:cNvSpPr/>
              <p:nvPr/>
            </p:nvSpPr>
            <p:spPr>
              <a:xfrm>
                <a:off x="3794928"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2" name="椭圆 14121">
                <a:extLst>
                  <a:ext uri="{FF2B5EF4-FFF2-40B4-BE49-F238E27FC236}">
                    <a16:creationId xmlns:a16="http://schemas.microsoft.com/office/drawing/2014/main" id="{0A1E4B13-135C-40A2-9975-DD505D0FA8F2}"/>
                  </a:ext>
                </a:extLst>
              </p:cNvPr>
              <p:cNvSpPr/>
              <p:nvPr/>
            </p:nvSpPr>
            <p:spPr>
              <a:xfrm>
                <a:off x="400318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3" name="椭圆 14122">
                <a:extLst>
                  <a:ext uri="{FF2B5EF4-FFF2-40B4-BE49-F238E27FC236}">
                    <a16:creationId xmlns:a16="http://schemas.microsoft.com/office/drawing/2014/main" id="{B1026AFA-AC85-448A-B4E4-DBC6F88DE7ED}"/>
                  </a:ext>
                </a:extLst>
              </p:cNvPr>
              <p:cNvSpPr/>
              <p:nvPr/>
            </p:nvSpPr>
            <p:spPr>
              <a:xfrm>
                <a:off x="4035558"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4" name="椭圆 14123">
                <a:extLst>
                  <a:ext uri="{FF2B5EF4-FFF2-40B4-BE49-F238E27FC236}">
                    <a16:creationId xmlns:a16="http://schemas.microsoft.com/office/drawing/2014/main" id="{F0D69C5D-2172-4097-8AB1-B0F696AE2370}"/>
                  </a:ext>
                </a:extLst>
              </p:cNvPr>
              <p:cNvSpPr/>
              <p:nvPr/>
            </p:nvSpPr>
            <p:spPr>
              <a:xfrm>
                <a:off x="401467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5" name="椭圆 14124">
                <a:extLst>
                  <a:ext uri="{FF2B5EF4-FFF2-40B4-BE49-F238E27FC236}">
                    <a16:creationId xmlns:a16="http://schemas.microsoft.com/office/drawing/2014/main" id="{EA6A7415-D45C-4316-86FD-1331B31E2D1B}"/>
                  </a:ext>
                </a:extLst>
              </p:cNvPr>
              <p:cNvSpPr/>
              <p:nvPr/>
            </p:nvSpPr>
            <p:spPr>
              <a:xfrm>
                <a:off x="39685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6" name="椭圆 14125">
                <a:extLst>
                  <a:ext uri="{FF2B5EF4-FFF2-40B4-BE49-F238E27FC236}">
                    <a16:creationId xmlns:a16="http://schemas.microsoft.com/office/drawing/2014/main" id="{5F65A80F-6D37-4547-BD03-DFDFFDB60AC0}"/>
                  </a:ext>
                </a:extLst>
              </p:cNvPr>
              <p:cNvSpPr/>
              <p:nvPr/>
            </p:nvSpPr>
            <p:spPr>
              <a:xfrm>
                <a:off x="4031704"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7" name="椭圆 14126">
                <a:extLst>
                  <a:ext uri="{FF2B5EF4-FFF2-40B4-BE49-F238E27FC236}">
                    <a16:creationId xmlns:a16="http://schemas.microsoft.com/office/drawing/2014/main" id="{23862D7A-2EC8-432A-8000-00754F7250D2}"/>
                  </a:ext>
                </a:extLst>
              </p:cNvPr>
              <p:cNvSpPr/>
              <p:nvPr/>
            </p:nvSpPr>
            <p:spPr>
              <a:xfrm>
                <a:off x="3927355"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8" name="椭圆 14127">
                <a:extLst>
                  <a:ext uri="{FF2B5EF4-FFF2-40B4-BE49-F238E27FC236}">
                    <a16:creationId xmlns:a16="http://schemas.microsoft.com/office/drawing/2014/main" id="{BE1194C8-7161-4240-AA08-05A6EB87BC59}"/>
                  </a:ext>
                </a:extLst>
              </p:cNvPr>
              <p:cNvSpPr/>
              <p:nvPr/>
            </p:nvSpPr>
            <p:spPr>
              <a:xfrm>
                <a:off x="400024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9" name="椭圆 14128">
                <a:extLst>
                  <a:ext uri="{FF2B5EF4-FFF2-40B4-BE49-F238E27FC236}">
                    <a16:creationId xmlns:a16="http://schemas.microsoft.com/office/drawing/2014/main" id="{E653E48F-4513-49F4-9B82-90A7B8043E77}"/>
                  </a:ext>
                </a:extLst>
              </p:cNvPr>
              <p:cNvSpPr/>
              <p:nvPr/>
            </p:nvSpPr>
            <p:spPr>
              <a:xfrm>
                <a:off x="390687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0" name="椭圆 14129">
                <a:extLst>
                  <a:ext uri="{FF2B5EF4-FFF2-40B4-BE49-F238E27FC236}">
                    <a16:creationId xmlns:a16="http://schemas.microsoft.com/office/drawing/2014/main" id="{E2FFF610-88B8-4F2F-9FAA-5B6E0FC5A8F2}"/>
                  </a:ext>
                </a:extLst>
              </p:cNvPr>
              <p:cNvSpPr/>
              <p:nvPr/>
            </p:nvSpPr>
            <p:spPr>
              <a:xfrm>
                <a:off x="400784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1" name="椭圆 14130">
                <a:extLst>
                  <a:ext uri="{FF2B5EF4-FFF2-40B4-BE49-F238E27FC236}">
                    <a16:creationId xmlns:a16="http://schemas.microsoft.com/office/drawing/2014/main" id="{8EE8E0F2-D351-4BDC-89B5-5E367F734558}"/>
                  </a:ext>
                </a:extLst>
              </p:cNvPr>
              <p:cNvSpPr/>
              <p:nvPr/>
            </p:nvSpPr>
            <p:spPr>
              <a:xfrm>
                <a:off x="39989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2" name="椭圆 14131">
                <a:extLst>
                  <a:ext uri="{FF2B5EF4-FFF2-40B4-BE49-F238E27FC236}">
                    <a16:creationId xmlns:a16="http://schemas.microsoft.com/office/drawing/2014/main" id="{C03C64EC-8091-48B0-BE1B-FFD2481AEB08}"/>
                  </a:ext>
                </a:extLst>
              </p:cNvPr>
              <p:cNvSpPr/>
              <p:nvPr/>
            </p:nvSpPr>
            <p:spPr>
              <a:xfrm>
                <a:off x="40129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3" name="椭圆 14132">
                <a:extLst>
                  <a:ext uri="{FF2B5EF4-FFF2-40B4-BE49-F238E27FC236}">
                    <a16:creationId xmlns:a16="http://schemas.microsoft.com/office/drawing/2014/main" id="{85A41217-F22A-4557-889B-B8FA17B81437}"/>
                  </a:ext>
                </a:extLst>
              </p:cNvPr>
              <p:cNvSpPr/>
              <p:nvPr/>
            </p:nvSpPr>
            <p:spPr>
              <a:xfrm>
                <a:off x="40890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4" name="椭圆 14133">
                <a:extLst>
                  <a:ext uri="{FF2B5EF4-FFF2-40B4-BE49-F238E27FC236}">
                    <a16:creationId xmlns:a16="http://schemas.microsoft.com/office/drawing/2014/main" id="{14A4F748-2434-4885-9333-33974139F39D}"/>
                  </a:ext>
                </a:extLst>
              </p:cNvPr>
              <p:cNvSpPr/>
              <p:nvPr/>
            </p:nvSpPr>
            <p:spPr>
              <a:xfrm>
                <a:off x="405431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5" name="椭圆 14134">
                <a:extLst>
                  <a:ext uri="{FF2B5EF4-FFF2-40B4-BE49-F238E27FC236}">
                    <a16:creationId xmlns:a16="http://schemas.microsoft.com/office/drawing/2014/main" id="{F15E7D8B-681E-4A42-AD61-91506837F8F3}"/>
                  </a:ext>
                </a:extLst>
              </p:cNvPr>
              <p:cNvSpPr/>
              <p:nvPr/>
            </p:nvSpPr>
            <p:spPr>
              <a:xfrm>
                <a:off x="397440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6" name="椭圆 14135">
                <a:extLst>
                  <a:ext uri="{FF2B5EF4-FFF2-40B4-BE49-F238E27FC236}">
                    <a16:creationId xmlns:a16="http://schemas.microsoft.com/office/drawing/2014/main" id="{CFAAB000-9B15-4A0E-BD18-CD9DA063E652}"/>
                  </a:ext>
                </a:extLst>
              </p:cNvPr>
              <p:cNvSpPr/>
              <p:nvPr/>
            </p:nvSpPr>
            <p:spPr>
              <a:xfrm>
                <a:off x="40297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7" name="椭圆 14136">
                <a:extLst>
                  <a:ext uri="{FF2B5EF4-FFF2-40B4-BE49-F238E27FC236}">
                    <a16:creationId xmlns:a16="http://schemas.microsoft.com/office/drawing/2014/main" id="{64CB89CF-865B-4635-9F5D-23AE8598AC45}"/>
                  </a:ext>
                </a:extLst>
              </p:cNvPr>
              <p:cNvSpPr/>
              <p:nvPr/>
            </p:nvSpPr>
            <p:spPr>
              <a:xfrm>
                <a:off x="405992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8" name="椭圆 14137">
                <a:extLst>
                  <a:ext uri="{FF2B5EF4-FFF2-40B4-BE49-F238E27FC236}">
                    <a16:creationId xmlns:a16="http://schemas.microsoft.com/office/drawing/2014/main" id="{8F7E5DE7-403B-4D31-A963-53C1F816EEC0}"/>
                  </a:ext>
                </a:extLst>
              </p:cNvPr>
              <p:cNvSpPr/>
              <p:nvPr/>
            </p:nvSpPr>
            <p:spPr>
              <a:xfrm>
                <a:off x="4138695"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9" name="椭圆 14138">
                <a:extLst>
                  <a:ext uri="{FF2B5EF4-FFF2-40B4-BE49-F238E27FC236}">
                    <a16:creationId xmlns:a16="http://schemas.microsoft.com/office/drawing/2014/main" id="{E9F1DAFF-57DD-48D1-8D31-F4D4DEFE8D0C}"/>
                  </a:ext>
                </a:extLst>
              </p:cNvPr>
              <p:cNvSpPr/>
              <p:nvPr/>
            </p:nvSpPr>
            <p:spPr>
              <a:xfrm>
                <a:off x="39668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0" name="椭圆 14139">
                <a:extLst>
                  <a:ext uri="{FF2B5EF4-FFF2-40B4-BE49-F238E27FC236}">
                    <a16:creationId xmlns:a16="http://schemas.microsoft.com/office/drawing/2014/main" id="{E9CE4395-2E91-424F-A840-FD1CF706A62F}"/>
                  </a:ext>
                </a:extLst>
              </p:cNvPr>
              <p:cNvSpPr/>
              <p:nvPr/>
            </p:nvSpPr>
            <p:spPr>
              <a:xfrm>
                <a:off x="4021647" y="29372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1" name="椭圆 14140">
                <a:extLst>
                  <a:ext uri="{FF2B5EF4-FFF2-40B4-BE49-F238E27FC236}">
                    <a16:creationId xmlns:a16="http://schemas.microsoft.com/office/drawing/2014/main" id="{4B3E06AF-816C-4707-B932-69B50D7C84AD}"/>
                  </a:ext>
                </a:extLst>
              </p:cNvPr>
              <p:cNvSpPr/>
              <p:nvPr/>
            </p:nvSpPr>
            <p:spPr>
              <a:xfrm>
                <a:off x="3802342"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2" name="椭圆 14141">
                <a:extLst>
                  <a:ext uri="{FF2B5EF4-FFF2-40B4-BE49-F238E27FC236}">
                    <a16:creationId xmlns:a16="http://schemas.microsoft.com/office/drawing/2014/main" id="{05193534-A0EB-4B5C-8575-7709338685D0}"/>
                  </a:ext>
                </a:extLst>
              </p:cNvPr>
              <p:cNvSpPr/>
              <p:nvPr/>
            </p:nvSpPr>
            <p:spPr>
              <a:xfrm>
                <a:off x="4207148" y="2860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3" name="椭圆 14142">
                <a:extLst>
                  <a:ext uri="{FF2B5EF4-FFF2-40B4-BE49-F238E27FC236}">
                    <a16:creationId xmlns:a16="http://schemas.microsoft.com/office/drawing/2014/main" id="{D1038BCF-916E-4BC1-B6B9-5C8A9D8D9BE4}"/>
                  </a:ext>
                </a:extLst>
              </p:cNvPr>
              <p:cNvSpPr/>
              <p:nvPr/>
            </p:nvSpPr>
            <p:spPr>
              <a:xfrm>
                <a:off x="4015995"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4" name="椭圆 14143">
                <a:extLst>
                  <a:ext uri="{FF2B5EF4-FFF2-40B4-BE49-F238E27FC236}">
                    <a16:creationId xmlns:a16="http://schemas.microsoft.com/office/drawing/2014/main" id="{E582894C-2370-4420-B2F8-11AA487C7C0D}"/>
                  </a:ext>
                </a:extLst>
              </p:cNvPr>
              <p:cNvSpPr/>
              <p:nvPr/>
            </p:nvSpPr>
            <p:spPr>
              <a:xfrm>
                <a:off x="4086466"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5" name="椭圆 14144">
                <a:extLst>
                  <a:ext uri="{FF2B5EF4-FFF2-40B4-BE49-F238E27FC236}">
                    <a16:creationId xmlns:a16="http://schemas.microsoft.com/office/drawing/2014/main" id="{1CD7A816-36CF-49E9-814F-32048FBB8532}"/>
                  </a:ext>
                </a:extLst>
              </p:cNvPr>
              <p:cNvSpPr/>
              <p:nvPr/>
            </p:nvSpPr>
            <p:spPr>
              <a:xfrm>
                <a:off x="389659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6" name="椭圆 14145">
                <a:extLst>
                  <a:ext uri="{FF2B5EF4-FFF2-40B4-BE49-F238E27FC236}">
                    <a16:creationId xmlns:a16="http://schemas.microsoft.com/office/drawing/2014/main" id="{9A7CC7C1-F9DF-4495-AC53-8924F73B1D4C}"/>
                  </a:ext>
                </a:extLst>
              </p:cNvPr>
              <p:cNvSpPr/>
              <p:nvPr/>
            </p:nvSpPr>
            <p:spPr>
              <a:xfrm>
                <a:off x="40707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7" name="椭圆 14146">
                <a:extLst>
                  <a:ext uri="{FF2B5EF4-FFF2-40B4-BE49-F238E27FC236}">
                    <a16:creationId xmlns:a16="http://schemas.microsoft.com/office/drawing/2014/main" id="{7E7A3B72-2987-408A-96F8-88CAF8F620E9}"/>
                  </a:ext>
                </a:extLst>
              </p:cNvPr>
              <p:cNvSpPr/>
              <p:nvPr/>
            </p:nvSpPr>
            <p:spPr>
              <a:xfrm>
                <a:off x="3941266"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8" name="椭圆 14147">
                <a:extLst>
                  <a:ext uri="{FF2B5EF4-FFF2-40B4-BE49-F238E27FC236}">
                    <a16:creationId xmlns:a16="http://schemas.microsoft.com/office/drawing/2014/main" id="{30D34FD9-746A-4F9B-B9A8-165A0D613519}"/>
                  </a:ext>
                </a:extLst>
              </p:cNvPr>
              <p:cNvSpPr/>
              <p:nvPr/>
            </p:nvSpPr>
            <p:spPr>
              <a:xfrm>
                <a:off x="399265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9" name="椭圆 14148">
                <a:extLst>
                  <a:ext uri="{FF2B5EF4-FFF2-40B4-BE49-F238E27FC236}">
                    <a16:creationId xmlns:a16="http://schemas.microsoft.com/office/drawing/2014/main" id="{DC58DA01-C158-468F-B416-ADC6252D1650}"/>
                  </a:ext>
                </a:extLst>
              </p:cNvPr>
              <p:cNvSpPr/>
              <p:nvPr/>
            </p:nvSpPr>
            <p:spPr>
              <a:xfrm>
                <a:off x="3978557"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0" name="椭圆 14149">
                <a:extLst>
                  <a:ext uri="{FF2B5EF4-FFF2-40B4-BE49-F238E27FC236}">
                    <a16:creationId xmlns:a16="http://schemas.microsoft.com/office/drawing/2014/main" id="{CC503357-DDFD-4594-805A-68A121DE3005}"/>
                  </a:ext>
                </a:extLst>
              </p:cNvPr>
              <p:cNvSpPr/>
              <p:nvPr/>
            </p:nvSpPr>
            <p:spPr>
              <a:xfrm>
                <a:off x="4191769"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1" name="椭圆 14150">
                <a:extLst>
                  <a:ext uri="{FF2B5EF4-FFF2-40B4-BE49-F238E27FC236}">
                    <a16:creationId xmlns:a16="http://schemas.microsoft.com/office/drawing/2014/main" id="{46C507FC-46E2-4302-8366-E0C324F4A6C6}"/>
                  </a:ext>
                </a:extLst>
              </p:cNvPr>
              <p:cNvSpPr/>
              <p:nvPr/>
            </p:nvSpPr>
            <p:spPr>
              <a:xfrm>
                <a:off x="4075638"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2" name="椭圆 14151">
                <a:extLst>
                  <a:ext uri="{FF2B5EF4-FFF2-40B4-BE49-F238E27FC236}">
                    <a16:creationId xmlns:a16="http://schemas.microsoft.com/office/drawing/2014/main" id="{54782F0B-A140-4F02-BD12-472C4065B95A}"/>
                  </a:ext>
                </a:extLst>
              </p:cNvPr>
              <p:cNvSpPr/>
              <p:nvPr/>
            </p:nvSpPr>
            <p:spPr>
              <a:xfrm>
                <a:off x="400006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3" name="椭圆 14152">
                <a:extLst>
                  <a:ext uri="{FF2B5EF4-FFF2-40B4-BE49-F238E27FC236}">
                    <a16:creationId xmlns:a16="http://schemas.microsoft.com/office/drawing/2014/main" id="{74B03717-29B2-43E7-925C-974B8F53AE64}"/>
                  </a:ext>
                </a:extLst>
              </p:cNvPr>
              <p:cNvSpPr/>
              <p:nvPr/>
            </p:nvSpPr>
            <p:spPr>
              <a:xfrm>
                <a:off x="4015077"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4" name="椭圆 14153">
                <a:extLst>
                  <a:ext uri="{FF2B5EF4-FFF2-40B4-BE49-F238E27FC236}">
                    <a16:creationId xmlns:a16="http://schemas.microsoft.com/office/drawing/2014/main" id="{056449CA-FCE1-40A7-9235-63719EF54BFC}"/>
                  </a:ext>
                </a:extLst>
              </p:cNvPr>
              <p:cNvSpPr/>
              <p:nvPr/>
            </p:nvSpPr>
            <p:spPr>
              <a:xfrm>
                <a:off x="399478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5" name="椭圆 14154">
                <a:extLst>
                  <a:ext uri="{FF2B5EF4-FFF2-40B4-BE49-F238E27FC236}">
                    <a16:creationId xmlns:a16="http://schemas.microsoft.com/office/drawing/2014/main" id="{366E4626-1213-4BD3-A927-D3CBF8D67FCE}"/>
                  </a:ext>
                </a:extLst>
              </p:cNvPr>
              <p:cNvSpPr/>
              <p:nvPr/>
            </p:nvSpPr>
            <p:spPr>
              <a:xfrm>
                <a:off x="3907462"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6" name="椭圆 14155">
                <a:extLst>
                  <a:ext uri="{FF2B5EF4-FFF2-40B4-BE49-F238E27FC236}">
                    <a16:creationId xmlns:a16="http://schemas.microsoft.com/office/drawing/2014/main" id="{BE5536B5-326D-4FB6-A1E7-647D07C50CC1}"/>
                  </a:ext>
                </a:extLst>
              </p:cNvPr>
              <p:cNvSpPr/>
              <p:nvPr/>
            </p:nvSpPr>
            <p:spPr>
              <a:xfrm>
                <a:off x="392911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7" name="椭圆 14156">
                <a:extLst>
                  <a:ext uri="{FF2B5EF4-FFF2-40B4-BE49-F238E27FC236}">
                    <a16:creationId xmlns:a16="http://schemas.microsoft.com/office/drawing/2014/main" id="{6AB5F705-F52A-4DAE-BC63-4592445A758E}"/>
                  </a:ext>
                </a:extLst>
              </p:cNvPr>
              <p:cNvSpPr/>
              <p:nvPr/>
            </p:nvSpPr>
            <p:spPr>
              <a:xfrm>
                <a:off x="4114508"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8" name="椭圆 14157">
                <a:extLst>
                  <a:ext uri="{FF2B5EF4-FFF2-40B4-BE49-F238E27FC236}">
                    <a16:creationId xmlns:a16="http://schemas.microsoft.com/office/drawing/2014/main" id="{716840C7-1A4D-4D93-A518-2BC6737CD197}"/>
                  </a:ext>
                </a:extLst>
              </p:cNvPr>
              <p:cNvSpPr/>
              <p:nvPr/>
            </p:nvSpPr>
            <p:spPr>
              <a:xfrm>
                <a:off x="395102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9" name="椭圆 14158">
                <a:extLst>
                  <a:ext uri="{FF2B5EF4-FFF2-40B4-BE49-F238E27FC236}">
                    <a16:creationId xmlns:a16="http://schemas.microsoft.com/office/drawing/2014/main" id="{568BE661-CDF9-4DCC-ACA1-D5F87355E70D}"/>
                  </a:ext>
                </a:extLst>
              </p:cNvPr>
              <p:cNvSpPr/>
              <p:nvPr/>
            </p:nvSpPr>
            <p:spPr>
              <a:xfrm>
                <a:off x="4018711"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0" name="椭圆 14159">
                <a:extLst>
                  <a:ext uri="{FF2B5EF4-FFF2-40B4-BE49-F238E27FC236}">
                    <a16:creationId xmlns:a16="http://schemas.microsoft.com/office/drawing/2014/main" id="{D62FB4EA-A908-40D2-B34B-2915B9535C77}"/>
                  </a:ext>
                </a:extLst>
              </p:cNvPr>
              <p:cNvSpPr/>
              <p:nvPr/>
            </p:nvSpPr>
            <p:spPr>
              <a:xfrm>
                <a:off x="4273545" y="2907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1" name="椭圆 14160">
                <a:extLst>
                  <a:ext uri="{FF2B5EF4-FFF2-40B4-BE49-F238E27FC236}">
                    <a16:creationId xmlns:a16="http://schemas.microsoft.com/office/drawing/2014/main" id="{BEB0D665-6DBF-44F1-AF3E-E14F5A9DBAD2}"/>
                  </a:ext>
                </a:extLst>
              </p:cNvPr>
              <p:cNvSpPr/>
              <p:nvPr/>
            </p:nvSpPr>
            <p:spPr>
              <a:xfrm>
                <a:off x="403434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2" name="椭圆 14161">
                <a:extLst>
                  <a:ext uri="{FF2B5EF4-FFF2-40B4-BE49-F238E27FC236}">
                    <a16:creationId xmlns:a16="http://schemas.microsoft.com/office/drawing/2014/main" id="{BCD98700-3E07-4016-886B-F8B5A9ECE0D6}"/>
                  </a:ext>
                </a:extLst>
              </p:cNvPr>
              <p:cNvSpPr/>
              <p:nvPr/>
            </p:nvSpPr>
            <p:spPr>
              <a:xfrm>
                <a:off x="4145522" y="30290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3" name="椭圆 14162">
                <a:extLst>
                  <a:ext uri="{FF2B5EF4-FFF2-40B4-BE49-F238E27FC236}">
                    <a16:creationId xmlns:a16="http://schemas.microsoft.com/office/drawing/2014/main" id="{4BBACF9A-CF2A-463D-9670-6D4A3CE4606A}"/>
                  </a:ext>
                </a:extLst>
              </p:cNvPr>
              <p:cNvSpPr/>
              <p:nvPr/>
            </p:nvSpPr>
            <p:spPr>
              <a:xfrm>
                <a:off x="4170921" y="29989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4" name="椭圆 14163">
                <a:extLst>
                  <a:ext uri="{FF2B5EF4-FFF2-40B4-BE49-F238E27FC236}">
                    <a16:creationId xmlns:a16="http://schemas.microsoft.com/office/drawing/2014/main" id="{A5E2CAF9-33B6-4EF2-81B2-0AC4432606AB}"/>
                  </a:ext>
                </a:extLst>
              </p:cNvPr>
              <p:cNvSpPr/>
              <p:nvPr/>
            </p:nvSpPr>
            <p:spPr>
              <a:xfrm>
                <a:off x="4202120"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5" name="椭圆 14164">
                <a:extLst>
                  <a:ext uri="{FF2B5EF4-FFF2-40B4-BE49-F238E27FC236}">
                    <a16:creationId xmlns:a16="http://schemas.microsoft.com/office/drawing/2014/main" id="{8D6F9665-6CF5-4D11-91F7-EB0A05B25FB2}"/>
                  </a:ext>
                </a:extLst>
              </p:cNvPr>
              <p:cNvSpPr/>
              <p:nvPr/>
            </p:nvSpPr>
            <p:spPr>
              <a:xfrm>
                <a:off x="4030089"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6" name="椭圆 14165">
                <a:extLst>
                  <a:ext uri="{FF2B5EF4-FFF2-40B4-BE49-F238E27FC236}">
                    <a16:creationId xmlns:a16="http://schemas.microsoft.com/office/drawing/2014/main" id="{9DFDAAE3-E912-4F47-93F2-84706F059A65}"/>
                  </a:ext>
                </a:extLst>
              </p:cNvPr>
              <p:cNvSpPr/>
              <p:nvPr/>
            </p:nvSpPr>
            <p:spPr>
              <a:xfrm>
                <a:off x="4048771"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7" name="椭圆 14166">
                <a:extLst>
                  <a:ext uri="{FF2B5EF4-FFF2-40B4-BE49-F238E27FC236}">
                    <a16:creationId xmlns:a16="http://schemas.microsoft.com/office/drawing/2014/main" id="{DEB256F1-2CA6-40B8-BA07-9775E8F15547}"/>
                  </a:ext>
                </a:extLst>
              </p:cNvPr>
              <p:cNvSpPr/>
              <p:nvPr/>
            </p:nvSpPr>
            <p:spPr>
              <a:xfrm>
                <a:off x="39133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8" name="椭圆 14167">
                <a:extLst>
                  <a:ext uri="{FF2B5EF4-FFF2-40B4-BE49-F238E27FC236}">
                    <a16:creationId xmlns:a16="http://schemas.microsoft.com/office/drawing/2014/main" id="{B5AB6F06-3270-4543-86FA-9A3BCC5CF298}"/>
                  </a:ext>
                </a:extLst>
              </p:cNvPr>
              <p:cNvSpPr/>
              <p:nvPr/>
            </p:nvSpPr>
            <p:spPr>
              <a:xfrm>
                <a:off x="4223371"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9" name="椭圆 14168">
                <a:extLst>
                  <a:ext uri="{FF2B5EF4-FFF2-40B4-BE49-F238E27FC236}">
                    <a16:creationId xmlns:a16="http://schemas.microsoft.com/office/drawing/2014/main" id="{B0067B8B-584B-4802-AC06-A8C313D33025}"/>
                  </a:ext>
                </a:extLst>
              </p:cNvPr>
              <p:cNvSpPr/>
              <p:nvPr/>
            </p:nvSpPr>
            <p:spPr>
              <a:xfrm>
                <a:off x="40193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0" name="椭圆 14169">
                <a:extLst>
                  <a:ext uri="{FF2B5EF4-FFF2-40B4-BE49-F238E27FC236}">
                    <a16:creationId xmlns:a16="http://schemas.microsoft.com/office/drawing/2014/main" id="{61CD7686-A7BC-4FD9-8B88-0340C937DBFF}"/>
                  </a:ext>
                </a:extLst>
              </p:cNvPr>
              <p:cNvSpPr/>
              <p:nvPr/>
            </p:nvSpPr>
            <p:spPr>
              <a:xfrm>
                <a:off x="3943028"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1" name="椭圆 14170">
                <a:extLst>
                  <a:ext uri="{FF2B5EF4-FFF2-40B4-BE49-F238E27FC236}">
                    <a16:creationId xmlns:a16="http://schemas.microsoft.com/office/drawing/2014/main" id="{778C6F9E-5371-4D3D-8EAD-F1108444A234}"/>
                  </a:ext>
                </a:extLst>
              </p:cNvPr>
              <p:cNvSpPr/>
              <p:nvPr/>
            </p:nvSpPr>
            <p:spPr>
              <a:xfrm>
                <a:off x="40394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2" name="椭圆 14171">
                <a:extLst>
                  <a:ext uri="{FF2B5EF4-FFF2-40B4-BE49-F238E27FC236}">
                    <a16:creationId xmlns:a16="http://schemas.microsoft.com/office/drawing/2014/main" id="{F6139987-743A-4524-B977-C2B62A509444}"/>
                  </a:ext>
                </a:extLst>
              </p:cNvPr>
              <p:cNvSpPr/>
              <p:nvPr/>
            </p:nvSpPr>
            <p:spPr>
              <a:xfrm>
                <a:off x="405233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3" name="椭圆 14172">
                <a:extLst>
                  <a:ext uri="{FF2B5EF4-FFF2-40B4-BE49-F238E27FC236}">
                    <a16:creationId xmlns:a16="http://schemas.microsoft.com/office/drawing/2014/main" id="{CE8F5B40-FB7F-4E6C-8D89-C898C668D105}"/>
                  </a:ext>
                </a:extLst>
              </p:cNvPr>
              <p:cNvSpPr/>
              <p:nvPr/>
            </p:nvSpPr>
            <p:spPr>
              <a:xfrm>
                <a:off x="4174812" y="29570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4" name="椭圆 14173">
                <a:extLst>
                  <a:ext uri="{FF2B5EF4-FFF2-40B4-BE49-F238E27FC236}">
                    <a16:creationId xmlns:a16="http://schemas.microsoft.com/office/drawing/2014/main" id="{38970097-AD6F-4A7B-8B06-28A434D2B5D7}"/>
                  </a:ext>
                </a:extLst>
              </p:cNvPr>
              <p:cNvSpPr/>
              <p:nvPr/>
            </p:nvSpPr>
            <p:spPr>
              <a:xfrm>
                <a:off x="404322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5" name="椭圆 14174">
                <a:extLst>
                  <a:ext uri="{FF2B5EF4-FFF2-40B4-BE49-F238E27FC236}">
                    <a16:creationId xmlns:a16="http://schemas.microsoft.com/office/drawing/2014/main" id="{62C90062-5B0B-4059-B4CE-DCCAC8E48596}"/>
                  </a:ext>
                </a:extLst>
              </p:cNvPr>
              <p:cNvSpPr/>
              <p:nvPr/>
            </p:nvSpPr>
            <p:spPr>
              <a:xfrm>
                <a:off x="404572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6" name="椭圆 14175">
                <a:extLst>
                  <a:ext uri="{FF2B5EF4-FFF2-40B4-BE49-F238E27FC236}">
                    <a16:creationId xmlns:a16="http://schemas.microsoft.com/office/drawing/2014/main" id="{9A4D3F51-AE76-495A-81E4-CF1D91DA0590}"/>
                  </a:ext>
                </a:extLst>
              </p:cNvPr>
              <p:cNvSpPr/>
              <p:nvPr/>
            </p:nvSpPr>
            <p:spPr>
              <a:xfrm>
                <a:off x="4029759" y="3040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7" name="椭圆 14176">
                <a:extLst>
                  <a:ext uri="{FF2B5EF4-FFF2-40B4-BE49-F238E27FC236}">
                    <a16:creationId xmlns:a16="http://schemas.microsoft.com/office/drawing/2014/main" id="{EB1DDA22-9717-4E77-8003-CC07A5C4038D}"/>
                  </a:ext>
                </a:extLst>
              </p:cNvPr>
              <p:cNvSpPr/>
              <p:nvPr/>
            </p:nvSpPr>
            <p:spPr>
              <a:xfrm>
                <a:off x="3980282"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8" name="椭圆 14177">
                <a:extLst>
                  <a:ext uri="{FF2B5EF4-FFF2-40B4-BE49-F238E27FC236}">
                    <a16:creationId xmlns:a16="http://schemas.microsoft.com/office/drawing/2014/main" id="{62FFDBE9-60C9-4B92-BD43-2201C1C0BDA9}"/>
                  </a:ext>
                </a:extLst>
              </p:cNvPr>
              <p:cNvSpPr/>
              <p:nvPr/>
            </p:nvSpPr>
            <p:spPr>
              <a:xfrm>
                <a:off x="3944275"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9" name="椭圆 14178">
                <a:extLst>
                  <a:ext uri="{FF2B5EF4-FFF2-40B4-BE49-F238E27FC236}">
                    <a16:creationId xmlns:a16="http://schemas.microsoft.com/office/drawing/2014/main" id="{9925AE4E-9D14-4088-89E9-66FAA905DBCB}"/>
                  </a:ext>
                </a:extLst>
              </p:cNvPr>
              <p:cNvSpPr/>
              <p:nvPr/>
            </p:nvSpPr>
            <p:spPr>
              <a:xfrm>
                <a:off x="4138769"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0" name="椭圆 14179">
                <a:extLst>
                  <a:ext uri="{FF2B5EF4-FFF2-40B4-BE49-F238E27FC236}">
                    <a16:creationId xmlns:a16="http://schemas.microsoft.com/office/drawing/2014/main" id="{7F2E4E79-532A-4CBB-B5EA-9617D4480981}"/>
                  </a:ext>
                </a:extLst>
              </p:cNvPr>
              <p:cNvSpPr/>
              <p:nvPr/>
            </p:nvSpPr>
            <p:spPr>
              <a:xfrm>
                <a:off x="40067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1" name="椭圆 14180">
                <a:extLst>
                  <a:ext uri="{FF2B5EF4-FFF2-40B4-BE49-F238E27FC236}">
                    <a16:creationId xmlns:a16="http://schemas.microsoft.com/office/drawing/2014/main" id="{9628FCA5-C58F-4ACD-9626-0A3AD069DB5F}"/>
                  </a:ext>
                </a:extLst>
              </p:cNvPr>
              <p:cNvSpPr/>
              <p:nvPr/>
            </p:nvSpPr>
            <p:spPr>
              <a:xfrm>
                <a:off x="38833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2" name="椭圆 14181">
                <a:extLst>
                  <a:ext uri="{FF2B5EF4-FFF2-40B4-BE49-F238E27FC236}">
                    <a16:creationId xmlns:a16="http://schemas.microsoft.com/office/drawing/2014/main" id="{69768B76-B2E3-4521-B973-11C85F84A991}"/>
                  </a:ext>
                </a:extLst>
              </p:cNvPr>
              <p:cNvSpPr/>
              <p:nvPr/>
            </p:nvSpPr>
            <p:spPr>
              <a:xfrm>
                <a:off x="414904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3" name="椭圆 14182">
                <a:extLst>
                  <a:ext uri="{FF2B5EF4-FFF2-40B4-BE49-F238E27FC236}">
                    <a16:creationId xmlns:a16="http://schemas.microsoft.com/office/drawing/2014/main" id="{198A5F00-5F91-4523-B3B7-879C7956314E}"/>
                  </a:ext>
                </a:extLst>
              </p:cNvPr>
              <p:cNvSpPr/>
              <p:nvPr/>
            </p:nvSpPr>
            <p:spPr>
              <a:xfrm>
                <a:off x="39870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4" name="椭圆 14183">
                <a:extLst>
                  <a:ext uri="{FF2B5EF4-FFF2-40B4-BE49-F238E27FC236}">
                    <a16:creationId xmlns:a16="http://schemas.microsoft.com/office/drawing/2014/main" id="{6FFDC820-2F22-40CA-9E91-0E3378E5B03E}"/>
                  </a:ext>
                </a:extLst>
              </p:cNvPr>
              <p:cNvSpPr/>
              <p:nvPr/>
            </p:nvSpPr>
            <p:spPr>
              <a:xfrm>
                <a:off x="391898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5" name="椭圆 14184">
                <a:extLst>
                  <a:ext uri="{FF2B5EF4-FFF2-40B4-BE49-F238E27FC236}">
                    <a16:creationId xmlns:a16="http://schemas.microsoft.com/office/drawing/2014/main" id="{785520C8-5776-4873-94D4-1344173AE63F}"/>
                  </a:ext>
                </a:extLst>
              </p:cNvPr>
              <p:cNvSpPr/>
              <p:nvPr/>
            </p:nvSpPr>
            <p:spPr>
              <a:xfrm>
                <a:off x="3949341"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6" name="椭圆 14185">
                <a:extLst>
                  <a:ext uri="{FF2B5EF4-FFF2-40B4-BE49-F238E27FC236}">
                    <a16:creationId xmlns:a16="http://schemas.microsoft.com/office/drawing/2014/main" id="{7F97A30B-E810-4B83-9044-2DE46E66DCD2}"/>
                  </a:ext>
                </a:extLst>
              </p:cNvPr>
              <p:cNvSpPr/>
              <p:nvPr/>
            </p:nvSpPr>
            <p:spPr>
              <a:xfrm>
                <a:off x="4187218"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7" name="椭圆 14186">
                <a:extLst>
                  <a:ext uri="{FF2B5EF4-FFF2-40B4-BE49-F238E27FC236}">
                    <a16:creationId xmlns:a16="http://schemas.microsoft.com/office/drawing/2014/main" id="{149AA0F2-2AA0-47EE-BCE4-60DE04751B54}"/>
                  </a:ext>
                </a:extLst>
              </p:cNvPr>
              <p:cNvSpPr/>
              <p:nvPr/>
            </p:nvSpPr>
            <p:spPr>
              <a:xfrm>
                <a:off x="3751471" y="2788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8" name="椭圆 14187">
                <a:extLst>
                  <a:ext uri="{FF2B5EF4-FFF2-40B4-BE49-F238E27FC236}">
                    <a16:creationId xmlns:a16="http://schemas.microsoft.com/office/drawing/2014/main" id="{D4CD7BBE-A46B-4C99-AFE8-47DE40BEFF8B}"/>
                  </a:ext>
                </a:extLst>
              </p:cNvPr>
              <p:cNvSpPr/>
              <p:nvPr/>
            </p:nvSpPr>
            <p:spPr>
              <a:xfrm>
                <a:off x="3909444"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9" name="椭圆 14188">
                <a:extLst>
                  <a:ext uri="{FF2B5EF4-FFF2-40B4-BE49-F238E27FC236}">
                    <a16:creationId xmlns:a16="http://schemas.microsoft.com/office/drawing/2014/main" id="{0A4652B9-B94E-4FD2-9A93-599A279D2E6D}"/>
                  </a:ext>
                </a:extLst>
              </p:cNvPr>
              <p:cNvSpPr/>
              <p:nvPr/>
            </p:nvSpPr>
            <p:spPr>
              <a:xfrm>
                <a:off x="3885329" y="29685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0" name="椭圆 14189">
                <a:extLst>
                  <a:ext uri="{FF2B5EF4-FFF2-40B4-BE49-F238E27FC236}">
                    <a16:creationId xmlns:a16="http://schemas.microsoft.com/office/drawing/2014/main" id="{CA620668-4D64-439C-9A73-8019219076D6}"/>
                  </a:ext>
                </a:extLst>
              </p:cNvPr>
              <p:cNvSpPr/>
              <p:nvPr/>
            </p:nvSpPr>
            <p:spPr>
              <a:xfrm>
                <a:off x="4053543"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1" name="椭圆 14190">
                <a:extLst>
                  <a:ext uri="{FF2B5EF4-FFF2-40B4-BE49-F238E27FC236}">
                    <a16:creationId xmlns:a16="http://schemas.microsoft.com/office/drawing/2014/main" id="{DC362F76-630A-42F9-AF0F-53211DE7DA61}"/>
                  </a:ext>
                </a:extLst>
              </p:cNvPr>
              <p:cNvSpPr/>
              <p:nvPr/>
            </p:nvSpPr>
            <p:spPr>
              <a:xfrm>
                <a:off x="406671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2" name="椭圆 14191">
                <a:extLst>
                  <a:ext uri="{FF2B5EF4-FFF2-40B4-BE49-F238E27FC236}">
                    <a16:creationId xmlns:a16="http://schemas.microsoft.com/office/drawing/2014/main" id="{152E87B4-3DEA-4E92-B039-6DCEE2D2B5F3}"/>
                  </a:ext>
                </a:extLst>
              </p:cNvPr>
              <p:cNvSpPr/>
              <p:nvPr/>
            </p:nvSpPr>
            <p:spPr>
              <a:xfrm>
                <a:off x="396060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3" name="椭圆 14192">
                <a:extLst>
                  <a:ext uri="{FF2B5EF4-FFF2-40B4-BE49-F238E27FC236}">
                    <a16:creationId xmlns:a16="http://schemas.microsoft.com/office/drawing/2014/main" id="{5C2E527F-8D72-4D5D-B160-90CEAD5D3745}"/>
                  </a:ext>
                </a:extLst>
              </p:cNvPr>
              <p:cNvSpPr/>
              <p:nvPr/>
            </p:nvSpPr>
            <p:spPr>
              <a:xfrm>
                <a:off x="4028254"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4" name="椭圆 14193">
                <a:extLst>
                  <a:ext uri="{FF2B5EF4-FFF2-40B4-BE49-F238E27FC236}">
                    <a16:creationId xmlns:a16="http://schemas.microsoft.com/office/drawing/2014/main" id="{40070B89-6DCF-4C12-BE4E-3437778B1B2E}"/>
                  </a:ext>
                </a:extLst>
              </p:cNvPr>
              <p:cNvSpPr/>
              <p:nvPr/>
            </p:nvSpPr>
            <p:spPr>
              <a:xfrm>
                <a:off x="3978263"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5" name="椭圆 14194">
                <a:extLst>
                  <a:ext uri="{FF2B5EF4-FFF2-40B4-BE49-F238E27FC236}">
                    <a16:creationId xmlns:a16="http://schemas.microsoft.com/office/drawing/2014/main" id="{A8A2B0CC-AFDE-4F28-8C53-FDD17D12AABC}"/>
                  </a:ext>
                </a:extLst>
              </p:cNvPr>
              <p:cNvSpPr/>
              <p:nvPr/>
            </p:nvSpPr>
            <p:spPr>
              <a:xfrm>
                <a:off x="401305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6" name="椭圆 14195">
                <a:extLst>
                  <a:ext uri="{FF2B5EF4-FFF2-40B4-BE49-F238E27FC236}">
                    <a16:creationId xmlns:a16="http://schemas.microsoft.com/office/drawing/2014/main" id="{870BEF7D-6DC6-4C65-9F71-542B88E49A79}"/>
                  </a:ext>
                </a:extLst>
              </p:cNvPr>
              <p:cNvSpPr/>
              <p:nvPr/>
            </p:nvSpPr>
            <p:spPr>
              <a:xfrm>
                <a:off x="41043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7" name="椭圆 14196">
                <a:extLst>
                  <a:ext uri="{FF2B5EF4-FFF2-40B4-BE49-F238E27FC236}">
                    <a16:creationId xmlns:a16="http://schemas.microsoft.com/office/drawing/2014/main" id="{802BFB56-E8C4-47F5-B268-765FD4052EA9}"/>
                  </a:ext>
                </a:extLst>
              </p:cNvPr>
              <p:cNvSpPr/>
              <p:nvPr/>
            </p:nvSpPr>
            <p:spPr>
              <a:xfrm>
                <a:off x="40662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8" name="椭圆 14197">
                <a:extLst>
                  <a:ext uri="{FF2B5EF4-FFF2-40B4-BE49-F238E27FC236}">
                    <a16:creationId xmlns:a16="http://schemas.microsoft.com/office/drawing/2014/main" id="{D7EC9539-EF69-4DD4-BAB2-CE82873E0FC7}"/>
                  </a:ext>
                </a:extLst>
              </p:cNvPr>
              <p:cNvSpPr/>
              <p:nvPr/>
            </p:nvSpPr>
            <p:spPr>
              <a:xfrm>
                <a:off x="3965233"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9" name="椭圆 14198">
                <a:extLst>
                  <a:ext uri="{FF2B5EF4-FFF2-40B4-BE49-F238E27FC236}">
                    <a16:creationId xmlns:a16="http://schemas.microsoft.com/office/drawing/2014/main" id="{0163B03B-C708-475A-8803-82239C8BE997}"/>
                  </a:ext>
                </a:extLst>
              </p:cNvPr>
              <p:cNvSpPr/>
              <p:nvPr/>
            </p:nvSpPr>
            <p:spPr>
              <a:xfrm>
                <a:off x="40524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0" name="椭圆 14199">
                <a:extLst>
                  <a:ext uri="{FF2B5EF4-FFF2-40B4-BE49-F238E27FC236}">
                    <a16:creationId xmlns:a16="http://schemas.microsoft.com/office/drawing/2014/main" id="{D2D4B2C7-B19C-4D56-9855-B15E959FBAB9}"/>
                  </a:ext>
                </a:extLst>
              </p:cNvPr>
              <p:cNvSpPr/>
              <p:nvPr/>
            </p:nvSpPr>
            <p:spPr>
              <a:xfrm>
                <a:off x="3995184" y="28987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1" name="椭圆 14200">
                <a:extLst>
                  <a:ext uri="{FF2B5EF4-FFF2-40B4-BE49-F238E27FC236}">
                    <a16:creationId xmlns:a16="http://schemas.microsoft.com/office/drawing/2014/main" id="{E2951B92-B19A-4A91-B155-FE7E9E044E4C}"/>
                  </a:ext>
                </a:extLst>
              </p:cNvPr>
              <p:cNvSpPr/>
              <p:nvPr/>
            </p:nvSpPr>
            <p:spPr>
              <a:xfrm>
                <a:off x="402568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2" name="椭圆 14201">
                <a:extLst>
                  <a:ext uri="{FF2B5EF4-FFF2-40B4-BE49-F238E27FC236}">
                    <a16:creationId xmlns:a16="http://schemas.microsoft.com/office/drawing/2014/main" id="{5E2E0612-7775-42A9-A2BD-828185D00531}"/>
                  </a:ext>
                </a:extLst>
              </p:cNvPr>
              <p:cNvSpPr/>
              <p:nvPr/>
            </p:nvSpPr>
            <p:spPr>
              <a:xfrm>
                <a:off x="3904745" y="277882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3" name="椭圆 14202">
                <a:extLst>
                  <a:ext uri="{FF2B5EF4-FFF2-40B4-BE49-F238E27FC236}">
                    <a16:creationId xmlns:a16="http://schemas.microsoft.com/office/drawing/2014/main" id="{28954CBB-9340-4507-A2D1-FD1C9D47DC62}"/>
                  </a:ext>
                </a:extLst>
              </p:cNvPr>
              <p:cNvSpPr/>
              <p:nvPr/>
            </p:nvSpPr>
            <p:spPr>
              <a:xfrm>
                <a:off x="3948533" y="27974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4" name="椭圆 14203">
                <a:extLst>
                  <a:ext uri="{FF2B5EF4-FFF2-40B4-BE49-F238E27FC236}">
                    <a16:creationId xmlns:a16="http://schemas.microsoft.com/office/drawing/2014/main" id="{1B702CBC-8FC9-4BC9-AB97-B445E7B6DA7A}"/>
                  </a:ext>
                </a:extLst>
              </p:cNvPr>
              <p:cNvSpPr/>
              <p:nvPr/>
            </p:nvSpPr>
            <p:spPr>
              <a:xfrm>
                <a:off x="3960866"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5" name="椭圆 14204">
                <a:extLst>
                  <a:ext uri="{FF2B5EF4-FFF2-40B4-BE49-F238E27FC236}">
                    <a16:creationId xmlns:a16="http://schemas.microsoft.com/office/drawing/2014/main" id="{828AAAC7-7DA1-4FF9-94E6-70EAA1AC86E0}"/>
                  </a:ext>
                </a:extLst>
              </p:cNvPr>
              <p:cNvSpPr/>
              <p:nvPr/>
            </p:nvSpPr>
            <p:spPr>
              <a:xfrm>
                <a:off x="39995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6" name="椭圆 14205">
                <a:extLst>
                  <a:ext uri="{FF2B5EF4-FFF2-40B4-BE49-F238E27FC236}">
                    <a16:creationId xmlns:a16="http://schemas.microsoft.com/office/drawing/2014/main" id="{3B871134-16EC-45C9-A79D-3A1B763D21FE}"/>
                  </a:ext>
                </a:extLst>
              </p:cNvPr>
              <p:cNvSpPr/>
              <p:nvPr/>
            </p:nvSpPr>
            <p:spPr>
              <a:xfrm>
                <a:off x="3954736" y="30224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7" name="椭圆 14206">
                <a:extLst>
                  <a:ext uri="{FF2B5EF4-FFF2-40B4-BE49-F238E27FC236}">
                    <a16:creationId xmlns:a16="http://schemas.microsoft.com/office/drawing/2014/main" id="{9F51112F-4D58-44E4-9387-17024E7D3890}"/>
                  </a:ext>
                </a:extLst>
              </p:cNvPr>
              <p:cNvSpPr/>
              <p:nvPr/>
            </p:nvSpPr>
            <p:spPr>
              <a:xfrm>
                <a:off x="40459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8" name="椭圆 14207">
                <a:extLst>
                  <a:ext uri="{FF2B5EF4-FFF2-40B4-BE49-F238E27FC236}">
                    <a16:creationId xmlns:a16="http://schemas.microsoft.com/office/drawing/2014/main" id="{DE174B71-2EB7-491E-8123-22145B8EA47D}"/>
                  </a:ext>
                </a:extLst>
              </p:cNvPr>
              <p:cNvSpPr/>
              <p:nvPr/>
            </p:nvSpPr>
            <p:spPr>
              <a:xfrm>
                <a:off x="4071784"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9" name="椭圆 14208">
                <a:extLst>
                  <a:ext uri="{FF2B5EF4-FFF2-40B4-BE49-F238E27FC236}">
                    <a16:creationId xmlns:a16="http://schemas.microsoft.com/office/drawing/2014/main" id="{098EFD16-782E-4C1B-9182-C274157CDB98}"/>
                  </a:ext>
                </a:extLst>
              </p:cNvPr>
              <p:cNvSpPr/>
              <p:nvPr/>
            </p:nvSpPr>
            <p:spPr>
              <a:xfrm>
                <a:off x="4030933"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0" name="椭圆 14209">
                <a:extLst>
                  <a:ext uri="{FF2B5EF4-FFF2-40B4-BE49-F238E27FC236}">
                    <a16:creationId xmlns:a16="http://schemas.microsoft.com/office/drawing/2014/main" id="{74B25F66-E1A4-4E75-B68C-6C09B7801CB8}"/>
                  </a:ext>
                </a:extLst>
              </p:cNvPr>
              <p:cNvSpPr/>
              <p:nvPr/>
            </p:nvSpPr>
            <p:spPr>
              <a:xfrm>
                <a:off x="397536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1" name="椭圆 14210">
                <a:extLst>
                  <a:ext uri="{FF2B5EF4-FFF2-40B4-BE49-F238E27FC236}">
                    <a16:creationId xmlns:a16="http://schemas.microsoft.com/office/drawing/2014/main" id="{7843B53C-23E4-4272-8F6D-C0E181742B02}"/>
                  </a:ext>
                </a:extLst>
              </p:cNvPr>
              <p:cNvSpPr/>
              <p:nvPr/>
            </p:nvSpPr>
            <p:spPr>
              <a:xfrm>
                <a:off x="39864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2" name="椭圆 14211">
                <a:extLst>
                  <a:ext uri="{FF2B5EF4-FFF2-40B4-BE49-F238E27FC236}">
                    <a16:creationId xmlns:a16="http://schemas.microsoft.com/office/drawing/2014/main" id="{9E8BA1BA-FC0B-4049-B55E-30F4A34298A4}"/>
                  </a:ext>
                </a:extLst>
              </p:cNvPr>
              <p:cNvSpPr/>
              <p:nvPr/>
            </p:nvSpPr>
            <p:spPr>
              <a:xfrm>
                <a:off x="400612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3" name="椭圆 14212">
                <a:extLst>
                  <a:ext uri="{FF2B5EF4-FFF2-40B4-BE49-F238E27FC236}">
                    <a16:creationId xmlns:a16="http://schemas.microsoft.com/office/drawing/2014/main" id="{51182052-F582-4727-A360-49F2680B7FEE}"/>
                  </a:ext>
                </a:extLst>
              </p:cNvPr>
              <p:cNvSpPr/>
              <p:nvPr/>
            </p:nvSpPr>
            <p:spPr>
              <a:xfrm>
                <a:off x="407919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4" name="椭圆 14213">
                <a:extLst>
                  <a:ext uri="{FF2B5EF4-FFF2-40B4-BE49-F238E27FC236}">
                    <a16:creationId xmlns:a16="http://schemas.microsoft.com/office/drawing/2014/main" id="{F676E3CB-2F60-4608-969B-CEB2D661CE22}"/>
                  </a:ext>
                </a:extLst>
              </p:cNvPr>
              <p:cNvSpPr/>
              <p:nvPr/>
            </p:nvSpPr>
            <p:spPr>
              <a:xfrm>
                <a:off x="3991770"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5" name="椭圆 14214">
                <a:extLst>
                  <a:ext uri="{FF2B5EF4-FFF2-40B4-BE49-F238E27FC236}">
                    <a16:creationId xmlns:a16="http://schemas.microsoft.com/office/drawing/2014/main" id="{954D632D-B3C6-4B98-BFE6-BD220F7442B7}"/>
                  </a:ext>
                </a:extLst>
              </p:cNvPr>
              <p:cNvSpPr/>
              <p:nvPr/>
            </p:nvSpPr>
            <p:spPr>
              <a:xfrm>
                <a:off x="4015040"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6" name="椭圆 14215">
                <a:extLst>
                  <a:ext uri="{FF2B5EF4-FFF2-40B4-BE49-F238E27FC236}">
                    <a16:creationId xmlns:a16="http://schemas.microsoft.com/office/drawing/2014/main" id="{C6D651AC-E614-4F88-AA07-D30559E4B146}"/>
                  </a:ext>
                </a:extLst>
              </p:cNvPr>
              <p:cNvSpPr/>
              <p:nvPr/>
            </p:nvSpPr>
            <p:spPr>
              <a:xfrm>
                <a:off x="4232730" y="2856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7" name="椭圆 14216">
                <a:extLst>
                  <a:ext uri="{FF2B5EF4-FFF2-40B4-BE49-F238E27FC236}">
                    <a16:creationId xmlns:a16="http://schemas.microsoft.com/office/drawing/2014/main" id="{D37B6CB9-A5DD-44D2-B331-A24FDEEE46E8}"/>
                  </a:ext>
                </a:extLst>
              </p:cNvPr>
              <p:cNvSpPr/>
              <p:nvPr/>
            </p:nvSpPr>
            <p:spPr>
              <a:xfrm>
                <a:off x="41026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8" name="椭圆 14217">
                <a:extLst>
                  <a:ext uri="{FF2B5EF4-FFF2-40B4-BE49-F238E27FC236}">
                    <a16:creationId xmlns:a16="http://schemas.microsoft.com/office/drawing/2014/main" id="{0C58BC91-D62E-4F5C-BACD-CAA7C99898E0}"/>
                  </a:ext>
                </a:extLst>
              </p:cNvPr>
              <p:cNvSpPr/>
              <p:nvPr/>
            </p:nvSpPr>
            <p:spPr>
              <a:xfrm>
                <a:off x="403144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9" name="椭圆 14218">
                <a:extLst>
                  <a:ext uri="{FF2B5EF4-FFF2-40B4-BE49-F238E27FC236}">
                    <a16:creationId xmlns:a16="http://schemas.microsoft.com/office/drawing/2014/main" id="{182B26B0-0135-4ACF-95FA-A84598C741E9}"/>
                  </a:ext>
                </a:extLst>
              </p:cNvPr>
              <p:cNvSpPr/>
              <p:nvPr/>
            </p:nvSpPr>
            <p:spPr>
              <a:xfrm>
                <a:off x="399815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0" name="椭圆 14219">
                <a:extLst>
                  <a:ext uri="{FF2B5EF4-FFF2-40B4-BE49-F238E27FC236}">
                    <a16:creationId xmlns:a16="http://schemas.microsoft.com/office/drawing/2014/main" id="{0F1E10D9-4B7D-4483-B3C0-DC44A597E580}"/>
                  </a:ext>
                </a:extLst>
              </p:cNvPr>
              <p:cNvSpPr/>
              <p:nvPr/>
            </p:nvSpPr>
            <p:spPr>
              <a:xfrm>
                <a:off x="410595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1" name="椭圆 14220">
                <a:extLst>
                  <a:ext uri="{FF2B5EF4-FFF2-40B4-BE49-F238E27FC236}">
                    <a16:creationId xmlns:a16="http://schemas.microsoft.com/office/drawing/2014/main" id="{19BF41A2-C021-4699-A0D8-A935007EC1B3}"/>
                  </a:ext>
                </a:extLst>
              </p:cNvPr>
              <p:cNvSpPr/>
              <p:nvPr/>
            </p:nvSpPr>
            <p:spPr>
              <a:xfrm>
                <a:off x="4003148"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2" name="椭圆 14221">
                <a:extLst>
                  <a:ext uri="{FF2B5EF4-FFF2-40B4-BE49-F238E27FC236}">
                    <a16:creationId xmlns:a16="http://schemas.microsoft.com/office/drawing/2014/main" id="{D257E31F-2B0F-42D0-8AE5-9BF0EF33CA9B}"/>
                  </a:ext>
                </a:extLst>
              </p:cNvPr>
              <p:cNvSpPr/>
              <p:nvPr/>
            </p:nvSpPr>
            <p:spPr>
              <a:xfrm>
                <a:off x="401592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3" name="椭圆 14222">
                <a:extLst>
                  <a:ext uri="{FF2B5EF4-FFF2-40B4-BE49-F238E27FC236}">
                    <a16:creationId xmlns:a16="http://schemas.microsoft.com/office/drawing/2014/main" id="{CB834755-F5A9-40A5-BBFF-F4A4F1E59A2C}"/>
                  </a:ext>
                </a:extLst>
              </p:cNvPr>
              <p:cNvSpPr/>
              <p:nvPr/>
            </p:nvSpPr>
            <p:spPr>
              <a:xfrm>
                <a:off x="396497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4" name="椭圆 14223">
                <a:extLst>
                  <a:ext uri="{FF2B5EF4-FFF2-40B4-BE49-F238E27FC236}">
                    <a16:creationId xmlns:a16="http://schemas.microsoft.com/office/drawing/2014/main" id="{AE137899-E318-4C17-A112-0D8BF45D4E55}"/>
                  </a:ext>
                </a:extLst>
              </p:cNvPr>
              <p:cNvSpPr/>
              <p:nvPr/>
            </p:nvSpPr>
            <p:spPr>
              <a:xfrm>
                <a:off x="410624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5" name="椭圆 14224">
                <a:extLst>
                  <a:ext uri="{FF2B5EF4-FFF2-40B4-BE49-F238E27FC236}">
                    <a16:creationId xmlns:a16="http://schemas.microsoft.com/office/drawing/2014/main" id="{9FF6DD0C-1DD4-46C6-9ABC-88C0DD002E1D}"/>
                  </a:ext>
                </a:extLst>
              </p:cNvPr>
              <p:cNvSpPr/>
              <p:nvPr/>
            </p:nvSpPr>
            <p:spPr>
              <a:xfrm>
                <a:off x="4171068"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6" name="椭圆 14225">
                <a:extLst>
                  <a:ext uri="{FF2B5EF4-FFF2-40B4-BE49-F238E27FC236}">
                    <a16:creationId xmlns:a16="http://schemas.microsoft.com/office/drawing/2014/main" id="{CF5F063A-EFCD-4DBE-839E-26E90FA6BFA9}"/>
                  </a:ext>
                </a:extLst>
              </p:cNvPr>
              <p:cNvSpPr/>
              <p:nvPr/>
            </p:nvSpPr>
            <p:spPr>
              <a:xfrm>
                <a:off x="40072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7" name="椭圆 14226">
                <a:extLst>
                  <a:ext uri="{FF2B5EF4-FFF2-40B4-BE49-F238E27FC236}">
                    <a16:creationId xmlns:a16="http://schemas.microsoft.com/office/drawing/2014/main" id="{D1901D33-20CB-4591-B20A-D616AD333A22}"/>
                  </a:ext>
                </a:extLst>
              </p:cNvPr>
              <p:cNvSpPr/>
              <p:nvPr/>
            </p:nvSpPr>
            <p:spPr>
              <a:xfrm>
                <a:off x="39980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8" name="椭圆 14227">
                <a:extLst>
                  <a:ext uri="{FF2B5EF4-FFF2-40B4-BE49-F238E27FC236}">
                    <a16:creationId xmlns:a16="http://schemas.microsoft.com/office/drawing/2014/main" id="{BC380C07-3EF0-45A9-8B7A-9290B3516515}"/>
                  </a:ext>
                </a:extLst>
              </p:cNvPr>
              <p:cNvSpPr/>
              <p:nvPr/>
            </p:nvSpPr>
            <p:spPr>
              <a:xfrm>
                <a:off x="387277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9" name="椭圆 14228">
                <a:extLst>
                  <a:ext uri="{FF2B5EF4-FFF2-40B4-BE49-F238E27FC236}">
                    <a16:creationId xmlns:a16="http://schemas.microsoft.com/office/drawing/2014/main" id="{54198222-7458-4D28-95A0-385B84501AAE}"/>
                  </a:ext>
                </a:extLst>
              </p:cNvPr>
              <p:cNvSpPr/>
              <p:nvPr/>
            </p:nvSpPr>
            <p:spPr>
              <a:xfrm>
                <a:off x="3930879"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0" name="椭圆 14229">
                <a:extLst>
                  <a:ext uri="{FF2B5EF4-FFF2-40B4-BE49-F238E27FC236}">
                    <a16:creationId xmlns:a16="http://schemas.microsoft.com/office/drawing/2014/main" id="{A1DE0295-C9C2-4CF0-B5FC-DCB4013903B1}"/>
                  </a:ext>
                </a:extLst>
              </p:cNvPr>
              <p:cNvSpPr/>
              <p:nvPr/>
            </p:nvSpPr>
            <p:spPr>
              <a:xfrm>
                <a:off x="3945120"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1" name="椭圆 14230">
                <a:extLst>
                  <a:ext uri="{FF2B5EF4-FFF2-40B4-BE49-F238E27FC236}">
                    <a16:creationId xmlns:a16="http://schemas.microsoft.com/office/drawing/2014/main" id="{3343DFA9-186D-4A61-8E0D-79EB91E4B014}"/>
                  </a:ext>
                </a:extLst>
              </p:cNvPr>
              <p:cNvSpPr/>
              <p:nvPr/>
            </p:nvSpPr>
            <p:spPr>
              <a:xfrm>
                <a:off x="3875713"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2" name="椭圆 14231">
                <a:extLst>
                  <a:ext uri="{FF2B5EF4-FFF2-40B4-BE49-F238E27FC236}">
                    <a16:creationId xmlns:a16="http://schemas.microsoft.com/office/drawing/2014/main" id="{0F235AC4-CFCA-4018-B871-FFEC2FC22B3E}"/>
                  </a:ext>
                </a:extLst>
              </p:cNvPr>
              <p:cNvSpPr/>
              <p:nvPr/>
            </p:nvSpPr>
            <p:spPr>
              <a:xfrm>
                <a:off x="3979181"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3" name="椭圆 14232">
                <a:extLst>
                  <a:ext uri="{FF2B5EF4-FFF2-40B4-BE49-F238E27FC236}">
                    <a16:creationId xmlns:a16="http://schemas.microsoft.com/office/drawing/2014/main" id="{BD99FF76-32FF-466A-910B-41EC2ECC1AB6}"/>
                  </a:ext>
                </a:extLst>
              </p:cNvPr>
              <p:cNvSpPr/>
              <p:nvPr/>
            </p:nvSpPr>
            <p:spPr>
              <a:xfrm>
                <a:off x="412247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4" name="椭圆 14233">
                <a:extLst>
                  <a:ext uri="{FF2B5EF4-FFF2-40B4-BE49-F238E27FC236}">
                    <a16:creationId xmlns:a16="http://schemas.microsoft.com/office/drawing/2014/main" id="{3199D20F-AB8F-40E3-85F2-A28EE01B984B}"/>
                  </a:ext>
                </a:extLst>
              </p:cNvPr>
              <p:cNvSpPr/>
              <p:nvPr/>
            </p:nvSpPr>
            <p:spPr>
              <a:xfrm>
                <a:off x="40093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5" name="椭圆 14234">
                <a:extLst>
                  <a:ext uri="{FF2B5EF4-FFF2-40B4-BE49-F238E27FC236}">
                    <a16:creationId xmlns:a16="http://schemas.microsoft.com/office/drawing/2014/main" id="{AC2CD170-E912-4F18-A069-A31D450F0BA5}"/>
                  </a:ext>
                </a:extLst>
              </p:cNvPr>
              <p:cNvSpPr/>
              <p:nvPr/>
            </p:nvSpPr>
            <p:spPr>
              <a:xfrm>
                <a:off x="40093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6" name="椭圆 14235">
                <a:extLst>
                  <a:ext uri="{FF2B5EF4-FFF2-40B4-BE49-F238E27FC236}">
                    <a16:creationId xmlns:a16="http://schemas.microsoft.com/office/drawing/2014/main" id="{669B817E-2501-4545-8EAC-7DFCE204DCAB}"/>
                  </a:ext>
                </a:extLst>
              </p:cNvPr>
              <p:cNvSpPr/>
              <p:nvPr/>
            </p:nvSpPr>
            <p:spPr>
              <a:xfrm>
                <a:off x="4032108" y="30369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7" name="椭圆 14236">
                <a:extLst>
                  <a:ext uri="{FF2B5EF4-FFF2-40B4-BE49-F238E27FC236}">
                    <a16:creationId xmlns:a16="http://schemas.microsoft.com/office/drawing/2014/main" id="{05B34F67-AA2A-4AE7-B308-EC12EF3D8979}"/>
                  </a:ext>
                </a:extLst>
              </p:cNvPr>
              <p:cNvSpPr/>
              <p:nvPr/>
            </p:nvSpPr>
            <p:spPr>
              <a:xfrm>
                <a:off x="4159800"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8" name="椭圆 14237">
                <a:extLst>
                  <a:ext uri="{FF2B5EF4-FFF2-40B4-BE49-F238E27FC236}">
                    <a16:creationId xmlns:a16="http://schemas.microsoft.com/office/drawing/2014/main" id="{FC54E905-F5C2-4C92-885E-1FE2FFFFF6CB}"/>
                  </a:ext>
                </a:extLst>
              </p:cNvPr>
              <p:cNvSpPr/>
              <p:nvPr/>
            </p:nvSpPr>
            <p:spPr>
              <a:xfrm>
                <a:off x="398934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9" name="椭圆 14238">
                <a:extLst>
                  <a:ext uri="{FF2B5EF4-FFF2-40B4-BE49-F238E27FC236}">
                    <a16:creationId xmlns:a16="http://schemas.microsoft.com/office/drawing/2014/main" id="{634CEC2E-F74F-4877-8581-CDEE0B750201}"/>
                  </a:ext>
                </a:extLst>
              </p:cNvPr>
              <p:cNvSpPr/>
              <p:nvPr/>
            </p:nvSpPr>
            <p:spPr>
              <a:xfrm>
                <a:off x="397455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0" name="椭圆 14239">
                <a:extLst>
                  <a:ext uri="{FF2B5EF4-FFF2-40B4-BE49-F238E27FC236}">
                    <a16:creationId xmlns:a16="http://schemas.microsoft.com/office/drawing/2014/main" id="{7B8EAD08-52D6-4B72-B6C3-6ECC6694C49C}"/>
                  </a:ext>
                </a:extLst>
              </p:cNvPr>
              <p:cNvSpPr/>
              <p:nvPr/>
            </p:nvSpPr>
            <p:spPr>
              <a:xfrm>
                <a:off x="4162406" y="2993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1" name="椭圆 14240">
                <a:extLst>
                  <a:ext uri="{FF2B5EF4-FFF2-40B4-BE49-F238E27FC236}">
                    <a16:creationId xmlns:a16="http://schemas.microsoft.com/office/drawing/2014/main" id="{FBF9BFDA-475D-47D5-8259-CF2BEDFFA3B9}"/>
                  </a:ext>
                </a:extLst>
              </p:cNvPr>
              <p:cNvSpPr/>
              <p:nvPr/>
            </p:nvSpPr>
            <p:spPr>
              <a:xfrm>
                <a:off x="413172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2" name="椭圆 14241">
                <a:extLst>
                  <a:ext uri="{FF2B5EF4-FFF2-40B4-BE49-F238E27FC236}">
                    <a16:creationId xmlns:a16="http://schemas.microsoft.com/office/drawing/2014/main" id="{A741EB7D-837B-49C9-BEAC-4556BBAA2435}"/>
                  </a:ext>
                </a:extLst>
              </p:cNvPr>
              <p:cNvSpPr/>
              <p:nvPr/>
            </p:nvSpPr>
            <p:spPr>
              <a:xfrm>
                <a:off x="4046349"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3" name="椭圆 14242">
                <a:extLst>
                  <a:ext uri="{FF2B5EF4-FFF2-40B4-BE49-F238E27FC236}">
                    <a16:creationId xmlns:a16="http://schemas.microsoft.com/office/drawing/2014/main" id="{D586AE55-1A82-420C-A465-C983951F98B4}"/>
                  </a:ext>
                </a:extLst>
              </p:cNvPr>
              <p:cNvSpPr/>
              <p:nvPr/>
            </p:nvSpPr>
            <p:spPr>
              <a:xfrm>
                <a:off x="410562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4" name="椭圆 14243">
                <a:extLst>
                  <a:ext uri="{FF2B5EF4-FFF2-40B4-BE49-F238E27FC236}">
                    <a16:creationId xmlns:a16="http://schemas.microsoft.com/office/drawing/2014/main" id="{74B4601C-467D-4710-A6E9-863DBB2905DA}"/>
                  </a:ext>
                </a:extLst>
              </p:cNvPr>
              <p:cNvSpPr/>
              <p:nvPr/>
            </p:nvSpPr>
            <p:spPr>
              <a:xfrm>
                <a:off x="398310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5" name="椭圆 14244">
                <a:extLst>
                  <a:ext uri="{FF2B5EF4-FFF2-40B4-BE49-F238E27FC236}">
                    <a16:creationId xmlns:a16="http://schemas.microsoft.com/office/drawing/2014/main" id="{6FF98431-4D3A-478F-85D7-4FA01F91CF47}"/>
                  </a:ext>
                </a:extLst>
              </p:cNvPr>
              <p:cNvSpPr/>
              <p:nvPr/>
            </p:nvSpPr>
            <p:spPr>
              <a:xfrm>
                <a:off x="4034640"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6" name="椭圆 14245">
                <a:extLst>
                  <a:ext uri="{FF2B5EF4-FFF2-40B4-BE49-F238E27FC236}">
                    <a16:creationId xmlns:a16="http://schemas.microsoft.com/office/drawing/2014/main" id="{B81DE5D1-DF22-4B69-ABA1-3EB279B5E380}"/>
                  </a:ext>
                </a:extLst>
              </p:cNvPr>
              <p:cNvSpPr/>
              <p:nvPr/>
            </p:nvSpPr>
            <p:spPr>
              <a:xfrm>
                <a:off x="4100707"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7" name="椭圆 14246">
                <a:extLst>
                  <a:ext uri="{FF2B5EF4-FFF2-40B4-BE49-F238E27FC236}">
                    <a16:creationId xmlns:a16="http://schemas.microsoft.com/office/drawing/2014/main" id="{28F443C8-25B8-4A67-A3CE-2922AF1EADFC}"/>
                  </a:ext>
                </a:extLst>
              </p:cNvPr>
              <p:cNvSpPr/>
              <p:nvPr/>
            </p:nvSpPr>
            <p:spPr>
              <a:xfrm>
                <a:off x="4012838"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8" name="椭圆 14247">
                <a:extLst>
                  <a:ext uri="{FF2B5EF4-FFF2-40B4-BE49-F238E27FC236}">
                    <a16:creationId xmlns:a16="http://schemas.microsoft.com/office/drawing/2014/main" id="{E2E24A5F-4A2E-43D6-A4DA-F6602F846853}"/>
                  </a:ext>
                </a:extLst>
              </p:cNvPr>
              <p:cNvSpPr/>
              <p:nvPr/>
            </p:nvSpPr>
            <p:spPr>
              <a:xfrm>
                <a:off x="412929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9" name="椭圆 14248">
                <a:extLst>
                  <a:ext uri="{FF2B5EF4-FFF2-40B4-BE49-F238E27FC236}">
                    <a16:creationId xmlns:a16="http://schemas.microsoft.com/office/drawing/2014/main" id="{E2343F49-1192-4E6B-8CC3-3A4D776A85A5}"/>
                  </a:ext>
                </a:extLst>
              </p:cNvPr>
              <p:cNvSpPr/>
              <p:nvPr/>
            </p:nvSpPr>
            <p:spPr>
              <a:xfrm>
                <a:off x="40479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0" name="椭圆 14249">
                <a:extLst>
                  <a:ext uri="{FF2B5EF4-FFF2-40B4-BE49-F238E27FC236}">
                    <a16:creationId xmlns:a16="http://schemas.microsoft.com/office/drawing/2014/main" id="{9A0A0BEF-49AD-47A4-8DC2-56FF8E3BC276}"/>
                  </a:ext>
                </a:extLst>
              </p:cNvPr>
              <p:cNvSpPr/>
              <p:nvPr/>
            </p:nvSpPr>
            <p:spPr>
              <a:xfrm>
                <a:off x="40761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1" name="椭圆 14250">
                <a:extLst>
                  <a:ext uri="{FF2B5EF4-FFF2-40B4-BE49-F238E27FC236}">
                    <a16:creationId xmlns:a16="http://schemas.microsoft.com/office/drawing/2014/main" id="{312EBCF9-A9D8-4458-800E-35DDD8B7A32D}"/>
                  </a:ext>
                </a:extLst>
              </p:cNvPr>
              <p:cNvSpPr/>
              <p:nvPr/>
            </p:nvSpPr>
            <p:spPr>
              <a:xfrm>
                <a:off x="39947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2" name="椭圆 14251">
                <a:extLst>
                  <a:ext uri="{FF2B5EF4-FFF2-40B4-BE49-F238E27FC236}">
                    <a16:creationId xmlns:a16="http://schemas.microsoft.com/office/drawing/2014/main" id="{BE7DCFAB-E175-431F-859D-FE8C5EB27A54}"/>
                  </a:ext>
                </a:extLst>
              </p:cNvPr>
              <p:cNvSpPr/>
              <p:nvPr/>
            </p:nvSpPr>
            <p:spPr>
              <a:xfrm>
                <a:off x="4013866"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3" name="椭圆 14252">
                <a:extLst>
                  <a:ext uri="{FF2B5EF4-FFF2-40B4-BE49-F238E27FC236}">
                    <a16:creationId xmlns:a16="http://schemas.microsoft.com/office/drawing/2014/main" id="{FC7B8534-E158-485C-B99C-E83CFD74912F}"/>
                  </a:ext>
                </a:extLst>
              </p:cNvPr>
              <p:cNvSpPr/>
              <p:nvPr/>
            </p:nvSpPr>
            <p:spPr>
              <a:xfrm>
                <a:off x="4017610"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4" name="椭圆 14253">
                <a:extLst>
                  <a:ext uri="{FF2B5EF4-FFF2-40B4-BE49-F238E27FC236}">
                    <a16:creationId xmlns:a16="http://schemas.microsoft.com/office/drawing/2014/main" id="{F5CA0ED6-AA43-400C-975B-1A5EA1E1C31D}"/>
                  </a:ext>
                </a:extLst>
              </p:cNvPr>
              <p:cNvSpPr/>
              <p:nvPr/>
            </p:nvSpPr>
            <p:spPr>
              <a:xfrm>
                <a:off x="4006966" y="2857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5" name="椭圆 14254">
                <a:extLst>
                  <a:ext uri="{FF2B5EF4-FFF2-40B4-BE49-F238E27FC236}">
                    <a16:creationId xmlns:a16="http://schemas.microsoft.com/office/drawing/2014/main" id="{06A10113-C998-47CF-BC7B-621DD21DB125}"/>
                  </a:ext>
                </a:extLst>
              </p:cNvPr>
              <p:cNvSpPr/>
              <p:nvPr/>
            </p:nvSpPr>
            <p:spPr>
              <a:xfrm>
                <a:off x="422362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6" name="椭圆 14255">
                <a:extLst>
                  <a:ext uri="{FF2B5EF4-FFF2-40B4-BE49-F238E27FC236}">
                    <a16:creationId xmlns:a16="http://schemas.microsoft.com/office/drawing/2014/main" id="{0F878F61-44B8-4E8F-AAED-65796C315774}"/>
                  </a:ext>
                </a:extLst>
              </p:cNvPr>
              <p:cNvSpPr/>
              <p:nvPr/>
            </p:nvSpPr>
            <p:spPr>
              <a:xfrm>
                <a:off x="3981456"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7" name="椭圆 14256">
                <a:extLst>
                  <a:ext uri="{FF2B5EF4-FFF2-40B4-BE49-F238E27FC236}">
                    <a16:creationId xmlns:a16="http://schemas.microsoft.com/office/drawing/2014/main" id="{A3775A9F-9D5B-4847-AEA5-A77E7F66F199}"/>
                  </a:ext>
                </a:extLst>
              </p:cNvPr>
              <p:cNvSpPr/>
              <p:nvPr/>
            </p:nvSpPr>
            <p:spPr>
              <a:xfrm>
                <a:off x="4166003"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8" name="椭圆 14257">
                <a:extLst>
                  <a:ext uri="{FF2B5EF4-FFF2-40B4-BE49-F238E27FC236}">
                    <a16:creationId xmlns:a16="http://schemas.microsoft.com/office/drawing/2014/main" id="{D70F8CD3-596E-4CD5-84C1-A0A0E2BCC20C}"/>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9" name="椭圆 14258">
                <a:extLst>
                  <a:ext uri="{FF2B5EF4-FFF2-40B4-BE49-F238E27FC236}">
                    <a16:creationId xmlns:a16="http://schemas.microsoft.com/office/drawing/2014/main" id="{950157FB-B4A1-4A78-8D95-AB9BF952A77E}"/>
                  </a:ext>
                </a:extLst>
              </p:cNvPr>
              <p:cNvSpPr/>
              <p:nvPr/>
            </p:nvSpPr>
            <p:spPr>
              <a:xfrm>
                <a:off x="4014600"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0" name="椭圆 14259">
                <a:extLst>
                  <a:ext uri="{FF2B5EF4-FFF2-40B4-BE49-F238E27FC236}">
                    <a16:creationId xmlns:a16="http://schemas.microsoft.com/office/drawing/2014/main" id="{469440FE-6C8F-4813-9DD1-D0549CF948EB}"/>
                  </a:ext>
                </a:extLst>
              </p:cNvPr>
              <p:cNvSpPr/>
              <p:nvPr/>
            </p:nvSpPr>
            <p:spPr>
              <a:xfrm>
                <a:off x="4108378"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1" name="椭圆 14260">
                <a:extLst>
                  <a:ext uri="{FF2B5EF4-FFF2-40B4-BE49-F238E27FC236}">
                    <a16:creationId xmlns:a16="http://schemas.microsoft.com/office/drawing/2014/main" id="{D7C0F161-7916-4AC0-A96F-18183E90EE17}"/>
                  </a:ext>
                </a:extLst>
              </p:cNvPr>
              <p:cNvSpPr/>
              <p:nvPr/>
            </p:nvSpPr>
            <p:spPr>
              <a:xfrm>
                <a:off x="4080410" y="29353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2" name="椭圆 14261">
                <a:extLst>
                  <a:ext uri="{FF2B5EF4-FFF2-40B4-BE49-F238E27FC236}">
                    <a16:creationId xmlns:a16="http://schemas.microsoft.com/office/drawing/2014/main" id="{A08C2C75-CB4C-4A83-9E52-EDE1ADF0D2AF}"/>
                  </a:ext>
                </a:extLst>
              </p:cNvPr>
              <p:cNvSpPr/>
              <p:nvPr/>
            </p:nvSpPr>
            <p:spPr>
              <a:xfrm>
                <a:off x="4374444" y="266846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3" name="椭圆 14262">
                <a:extLst>
                  <a:ext uri="{FF2B5EF4-FFF2-40B4-BE49-F238E27FC236}">
                    <a16:creationId xmlns:a16="http://schemas.microsoft.com/office/drawing/2014/main" id="{441DF40C-2437-4C1E-A04C-1725DFCF973B}"/>
                  </a:ext>
                </a:extLst>
              </p:cNvPr>
              <p:cNvSpPr/>
              <p:nvPr/>
            </p:nvSpPr>
            <p:spPr>
              <a:xfrm>
                <a:off x="3999331" y="30294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4" name="椭圆 14263">
                <a:extLst>
                  <a:ext uri="{FF2B5EF4-FFF2-40B4-BE49-F238E27FC236}">
                    <a16:creationId xmlns:a16="http://schemas.microsoft.com/office/drawing/2014/main" id="{5B78E349-9C29-4157-BAFB-D46CDFA90B54}"/>
                  </a:ext>
                </a:extLst>
              </p:cNvPr>
              <p:cNvSpPr/>
              <p:nvPr/>
            </p:nvSpPr>
            <p:spPr>
              <a:xfrm>
                <a:off x="401860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5" name="椭圆 14264">
                <a:extLst>
                  <a:ext uri="{FF2B5EF4-FFF2-40B4-BE49-F238E27FC236}">
                    <a16:creationId xmlns:a16="http://schemas.microsoft.com/office/drawing/2014/main" id="{59755923-461B-453A-8BF2-54CB6C777292}"/>
                  </a:ext>
                </a:extLst>
              </p:cNvPr>
              <p:cNvSpPr/>
              <p:nvPr/>
            </p:nvSpPr>
            <p:spPr>
              <a:xfrm>
                <a:off x="39734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6" name="椭圆 14265">
                <a:extLst>
                  <a:ext uri="{FF2B5EF4-FFF2-40B4-BE49-F238E27FC236}">
                    <a16:creationId xmlns:a16="http://schemas.microsoft.com/office/drawing/2014/main" id="{17185BBB-68EA-485C-B0A7-31DF4CD5DEF2}"/>
                  </a:ext>
                </a:extLst>
              </p:cNvPr>
              <p:cNvSpPr/>
              <p:nvPr/>
            </p:nvSpPr>
            <p:spPr>
              <a:xfrm>
                <a:off x="4009645"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7" name="椭圆 14266">
                <a:extLst>
                  <a:ext uri="{FF2B5EF4-FFF2-40B4-BE49-F238E27FC236}">
                    <a16:creationId xmlns:a16="http://schemas.microsoft.com/office/drawing/2014/main" id="{3B03CAF3-DB7B-4B0A-A8F7-48575DB97A2C}"/>
                  </a:ext>
                </a:extLst>
              </p:cNvPr>
              <p:cNvSpPr/>
              <p:nvPr/>
            </p:nvSpPr>
            <p:spPr>
              <a:xfrm>
                <a:off x="40677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8" name="椭圆 14267">
                <a:extLst>
                  <a:ext uri="{FF2B5EF4-FFF2-40B4-BE49-F238E27FC236}">
                    <a16:creationId xmlns:a16="http://schemas.microsoft.com/office/drawing/2014/main" id="{E2643407-F25D-48B0-AA92-B2C8BBDE73B5}"/>
                  </a:ext>
                </a:extLst>
              </p:cNvPr>
              <p:cNvSpPr/>
              <p:nvPr/>
            </p:nvSpPr>
            <p:spPr>
              <a:xfrm>
                <a:off x="40395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9" name="椭圆 14268">
                <a:extLst>
                  <a:ext uri="{FF2B5EF4-FFF2-40B4-BE49-F238E27FC236}">
                    <a16:creationId xmlns:a16="http://schemas.microsoft.com/office/drawing/2014/main" id="{2B0F2FD5-DB0C-4561-A802-30A834C8C0C9}"/>
                  </a:ext>
                </a:extLst>
              </p:cNvPr>
              <p:cNvSpPr/>
              <p:nvPr/>
            </p:nvSpPr>
            <p:spPr>
              <a:xfrm>
                <a:off x="3884155"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0" name="椭圆 14269">
                <a:extLst>
                  <a:ext uri="{FF2B5EF4-FFF2-40B4-BE49-F238E27FC236}">
                    <a16:creationId xmlns:a16="http://schemas.microsoft.com/office/drawing/2014/main" id="{65DA3AF6-BEF6-4165-9464-FDA79F2692D8}"/>
                  </a:ext>
                </a:extLst>
              </p:cNvPr>
              <p:cNvSpPr/>
              <p:nvPr/>
            </p:nvSpPr>
            <p:spPr>
              <a:xfrm>
                <a:off x="39268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1" name="椭圆 14270">
                <a:extLst>
                  <a:ext uri="{FF2B5EF4-FFF2-40B4-BE49-F238E27FC236}">
                    <a16:creationId xmlns:a16="http://schemas.microsoft.com/office/drawing/2014/main" id="{92CE382A-E22E-4C6B-9552-B52D5FBD5410}"/>
                  </a:ext>
                </a:extLst>
              </p:cNvPr>
              <p:cNvSpPr/>
              <p:nvPr/>
            </p:nvSpPr>
            <p:spPr>
              <a:xfrm>
                <a:off x="398237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2" name="椭圆 14271">
                <a:extLst>
                  <a:ext uri="{FF2B5EF4-FFF2-40B4-BE49-F238E27FC236}">
                    <a16:creationId xmlns:a16="http://schemas.microsoft.com/office/drawing/2014/main" id="{B6D58F2C-A384-4717-B185-97920E92C9F8}"/>
                  </a:ext>
                </a:extLst>
              </p:cNvPr>
              <p:cNvSpPr/>
              <p:nvPr/>
            </p:nvSpPr>
            <p:spPr>
              <a:xfrm>
                <a:off x="4163874"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3" name="椭圆 14272">
                <a:extLst>
                  <a:ext uri="{FF2B5EF4-FFF2-40B4-BE49-F238E27FC236}">
                    <a16:creationId xmlns:a16="http://schemas.microsoft.com/office/drawing/2014/main" id="{6CA1908B-4F73-460C-9F6E-5D261F1BF1B0}"/>
                  </a:ext>
                </a:extLst>
              </p:cNvPr>
              <p:cNvSpPr/>
              <p:nvPr/>
            </p:nvSpPr>
            <p:spPr>
              <a:xfrm>
                <a:off x="4130804"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4" name="椭圆 14273">
                <a:extLst>
                  <a:ext uri="{FF2B5EF4-FFF2-40B4-BE49-F238E27FC236}">
                    <a16:creationId xmlns:a16="http://schemas.microsoft.com/office/drawing/2014/main" id="{DCC822B5-B9AA-46E0-A334-D0F2A93F8247}"/>
                  </a:ext>
                </a:extLst>
              </p:cNvPr>
              <p:cNvSpPr/>
              <p:nvPr/>
            </p:nvSpPr>
            <p:spPr>
              <a:xfrm>
                <a:off x="3995184"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5" name="椭圆 14274">
                <a:extLst>
                  <a:ext uri="{FF2B5EF4-FFF2-40B4-BE49-F238E27FC236}">
                    <a16:creationId xmlns:a16="http://schemas.microsoft.com/office/drawing/2014/main" id="{783E6DF5-AFDC-4110-94AD-AB45C368FECE}"/>
                  </a:ext>
                </a:extLst>
              </p:cNvPr>
              <p:cNvSpPr/>
              <p:nvPr/>
            </p:nvSpPr>
            <p:spPr>
              <a:xfrm>
                <a:off x="4005754" y="30467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6" name="椭圆 14275">
                <a:extLst>
                  <a:ext uri="{FF2B5EF4-FFF2-40B4-BE49-F238E27FC236}">
                    <a16:creationId xmlns:a16="http://schemas.microsoft.com/office/drawing/2014/main" id="{4C8B127D-0504-4316-ADE4-F0B41B3150EE}"/>
                  </a:ext>
                </a:extLst>
              </p:cNvPr>
              <p:cNvSpPr/>
              <p:nvPr/>
            </p:nvSpPr>
            <p:spPr>
              <a:xfrm>
                <a:off x="4048551"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7" name="椭圆 14276">
                <a:extLst>
                  <a:ext uri="{FF2B5EF4-FFF2-40B4-BE49-F238E27FC236}">
                    <a16:creationId xmlns:a16="http://schemas.microsoft.com/office/drawing/2014/main" id="{9C0DC3AF-DC16-456F-8B17-D7349FA345C8}"/>
                  </a:ext>
                </a:extLst>
              </p:cNvPr>
              <p:cNvSpPr/>
              <p:nvPr/>
            </p:nvSpPr>
            <p:spPr>
              <a:xfrm>
                <a:off x="4033943"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8" name="椭圆 14277">
                <a:extLst>
                  <a:ext uri="{FF2B5EF4-FFF2-40B4-BE49-F238E27FC236}">
                    <a16:creationId xmlns:a16="http://schemas.microsoft.com/office/drawing/2014/main" id="{D87B0A1F-B9C8-4D6B-91F0-6D5D9C1894F8}"/>
                  </a:ext>
                </a:extLst>
              </p:cNvPr>
              <p:cNvSpPr/>
              <p:nvPr/>
            </p:nvSpPr>
            <p:spPr>
              <a:xfrm>
                <a:off x="39664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9" name="椭圆 14278">
                <a:extLst>
                  <a:ext uri="{FF2B5EF4-FFF2-40B4-BE49-F238E27FC236}">
                    <a16:creationId xmlns:a16="http://schemas.microsoft.com/office/drawing/2014/main" id="{2BF4D802-B00E-4B24-A444-A7E655DBEE81}"/>
                  </a:ext>
                </a:extLst>
              </p:cNvPr>
              <p:cNvSpPr/>
              <p:nvPr/>
            </p:nvSpPr>
            <p:spPr>
              <a:xfrm>
                <a:off x="404238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0" name="椭圆 14279">
                <a:extLst>
                  <a:ext uri="{FF2B5EF4-FFF2-40B4-BE49-F238E27FC236}">
                    <a16:creationId xmlns:a16="http://schemas.microsoft.com/office/drawing/2014/main" id="{DCA4B7D8-73F0-4470-9400-6B6BDAC0374F}"/>
                  </a:ext>
                </a:extLst>
              </p:cNvPr>
              <p:cNvSpPr/>
              <p:nvPr/>
            </p:nvSpPr>
            <p:spPr>
              <a:xfrm>
                <a:off x="397771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1" name="椭圆 14280">
                <a:extLst>
                  <a:ext uri="{FF2B5EF4-FFF2-40B4-BE49-F238E27FC236}">
                    <a16:creationId xmlns:a16="http://schemas.microsoft.com/office/drawing/2014/main" id="{31E64E55-EB70-4BD8-BD8F-EC592F3F8762}"/>
                  </a:ext>
                </a:extLst>
              </p:cNvPr>
              <p:cNvSpPr/>
              <p:nvPr/>
            </p:nvSpPr>
            <p:spPr>
              <a:xfrm>
                <a:off x="40266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2" name="椭圆 14281">
                <a:extLst>
                  <a:ext uri="{FF2B5EF4-FFF2-40B4-BE49-F238E27FC236}">
                    <a16:creationId xmlns:a16="http://schemas.microsoft.com/office/drawing/2014/main" id="{ABB2198E-903F-493D-A98A-B399A0FF7D3D}"/>
                  </a:ext>
                </a:extLst>
              </p:cNvPr>
              <p:cNvSpPr/>
              <p:nvPr/>
            </p:nvSpPr>
            <p:spPr>
              <a:xfrm>
                <a:off x="3993348"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3" name="椭圆 14282">
                <a:extLst>
                  <a:ext uri="{FF2B5EF4-FFF2-40B4-BE49-F238E27FC236}">
                    <a16:creationId xmlns:a16="http://schemas.microsoft.com/office/drawing/2014/main" id="{45553218-9F3C-4CAF-93B8-672F415F9FCA}"/>
                  </a:ext>
                </a:extLst>
              </p:cNvPr>
              <p:cNvSpPr/>
              <p:nvPr/>
            </p:nvSpPr>
            <p:spPr>
              <a:xfrm>
                <a:off x="404506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4" name="椭圆 14283">
                <a:extLst>
                  <a:ext uri="{FF2B5EF4-FFF2-40B4-BE49-F238E27FC236}">
                    <a16:creationId xmlns:a16="http://schemas.microsoft.com/office/drawing/2014/main" id="{A146A5B9-095A-46C8-9B51-1384E26B86C0}"/>
                  </a:ext>
                </a:extLst>
              </p:cNvPr>
              <p:cNvSpPr/>
              <p:nvPr/>
            </p:nvSpPr>
            <p:spPr>
              <a:xfrm>
                <a:off x="40126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5" name="椭圆 14284">
                <a:extLst>
                  <a:ext uri="{FF2B5EF4-FFF2-40B4-BE49-F238E27FC236}">
                    <a16:creationId xmlns:a16="http://schemas.microsoft.com/office/drawing/2014/main" id="{78707C65-3186-4B1E-B888-9200A223542C}"/>
                  </a:ext>
                </a:extLst>
              </p:cNvPr>
              <p:cNvSpPr/>
              <p:nvPr/>
            </p:nvSpPr>
            <p:spPr>
              <a:xfrm>
                <a:off x="395301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6" name="椭圆 14285">
                <a:extLst>
                  <a:ext uri="{FF2B5EF4-FFF2-40B4-BE49-F238E27FC236}">
                    <a16:creationId xmlns:a16="http://schemas.microsoft.com/office/drawing/2014/main" id="{842DB753-A726-41EF-9967-96809F56E397}"/>
                  </a:ext>
                </a:extLst>
              </p:cNvPr>
              <p:cNvSpPr/>
              <p:nvPr/>
            </p:nvSpPr>
            <p:spPr>
              <a:xfrm>
                <a:off x="399694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7" name="椭圆 14286">
                <a:extLst>
                  <a:ext uri="{FF2B5EF4-FFF2-40B4-BE49-F238E27FC236}">
                    <a16:creationId xmlns:a16="http://schemas.microsoft.com/office/drawing/2014/main" id="{23985A14-2ABF-4EE0-8106-478796EA0BAC}"/>
                  </a:ext>
                </a:extLst>
              </p:cNvPr>
              <p:cNvSpPr/>
              <p:nvPr/>
            </p:nvSpPr>
            <p:spPr>
              <a:xfrm>
                <a:off x="39985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8" name="椭圆 14287">
                <a:extLst>
                  <a:ext uri="{FF2B5EF4-FFF2-40B4-BE49-F238E27FC236}">
                    <a16:creationId xmlns:a16="http://schemas.microsoft.com/office/drawing/2014/main" id="{EF968F72-E915-4176-A575-E37F8EB3B04E}"/>
                  </a:ext>
                </a:extLst>
              </p:cNvPr>
              <p:cNvSpPr/>
              <p:nvPr/>
            </p:nvSpPr>
            <p:spPr>
              <a:xfrm>
                <a:off x="399070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9" name="椭圆 14288">
                <a:extLst>
                  <a:ext uri="{FF2B5EF4-FFF2-40B4-BE49-F238E27FC236}">
                    <a16:creationId xmlns:a16="http://schemas.microsoft.com/office/drawing/2014/main" id="{FA4780B0-1A6A-400F-852A-9F4E1285C824}"/>
                  </a:ext>
                </a:extLst>
              </p:cNvPr>
              <p:cNvSpPr/>
              <p:nvPr/>
            </p:nvSpPr>
            <p:spPr>
              <a:xfrm>
                <a:off x="392140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0" name="椭圆 14289">
                <a:extLst>
                  <a:ext uri="{FF2B5EF4-FFF2-40B4-BE49-F238E27FC236}">
                    <a16:creationId xmlns:a16="http://schemas.microsoft.com/office/drawing/2014/main" id="{021339FA-A409-49CB-8745-054E5613BC4E}"/>
                  </a:ext>
                </a:extLst>
              </p:cNvPr>
              <p:cNvSpPr/>
              <p:nvPr/>
            </p:nvSpPr>
            <p:spPr>
              <a:xfrm>
                <a:off x="389472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1" name="椭圆 14290">
                <a:extLst>
                  <a:ext uri="{FF2B5EF4-FFF2-40B4-BE49-F238E27FC236}">
                    <a16:creationId xmlns:a16="http://schemas.microsoft.com/office/drawing/2014/main" id="{38C46F9D-886A-44FF-8D07-893DB13BF42C}"/>
                  </a:ext>
                </a:extLst>
              </p:cNvPr>
              <p:cNvSpPr/>
              <p:nvPr/>
            </p:nvSpPr>
            <p:spPr>
              <a:xfrm>
                <a:off x="379936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2" name="椭圆 14291">
                <a:extLst>
                  <a:ext uri="{FF2B5EF4-FFF2-40B4-BE49-F238E27FC236}">
                    <a16:creationId xmlns:a16="http://schemas.microsoft.com/office/drawing/2014/main" id="{B252DE86-D697-4AF8-BAE1-52DDDA2ACE75}"/>
                  </a:ext>
                </a:extLst>
              </p:cNvPr>
              <p:cNvSpPr/>
              <p:nvPr/>
            </p:nvSpPr>
            <p:spPr>
              <a:xfrm>
                <a:off x="388595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3" name="椭圆 14292">
                <a:extLst>
                  <a:ext uri="{FF2B5EF4-FFF2-40B4-BE49-F238E27FC236}">
                    <a16:creationId xmlns:a16="http://schemas.microsoft.com/office/drawing/2014/main" id="{8191F2AE-F726-4AA3-8459-6E917A8D5203}"/>
                  </a:ext>
                </a:extLst>
              </p:cNvPr>
              <p:cNvSpPr/>
              <p:nvPr/>
            </p:nvSpPr>
            <p:spPr>
              <a:xfrm>
                <a:off x="4011700"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4" name="椭圆 14293">
                <a:extLst>
                  <a:ext uri="{FF2B5EF4-FFF2-40B4-BE49-F238E27FC236}">
                    <a16:creationId xmlns:a16="http://schemas.microsoft.com/office/drawing/2014/main" id="{1151E732-8084-4724-AA18-E261DE493786}"/>
                  </a:ext>
                </a:extLst>
              </p:cNvPr>
              <p:cNvSpPr/>
              <p:nvPr/>
            </p:nvSpPr>
            <p:spPr>
              <a:xfrm>
                <a:off x="404561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5" name="椭圆 14294">
                <a:extLst>
                  <a:ext uri="{FF2B5EF4-FFF2-40B4-BE49-F238E27FC236}">
                    <a16:creationId xmlns:a16="http://schemas.microsoft.com/office/drawing/2014/main" id="{58F8630B-AB50-44FB-A43D-065D1350DFAC}"/>
                  </a:ext>
                </a:extLst>
              </p:cNvPr>
              <p:cNvSpPr/>
              <p:nvPr/>
            </p:nvSpPr>
            <p:spPr>
              <a:xfrm>
                <a:off x="3818528"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6" name="椭圆 14295">
                <a:extLst>
                  <a:ext uri="{FF2B5EF4-FFF2-40B4-BE49-F238E27FC236}">
                    <a16:creationId xmlns:a16="http://schemas.microsoft.com/office/drawing/2014/main" id="{5B6CC6C2-818B-46E7-A6DE-A20389CB34E8}"/>
                  </a:ext>
                </a:extLst>
              </p:cNvPr>
              <p:cNvSpPr/>
              <p:nvPr/>
            </p:nvSpPr>
            <p:spPr>
              <a:xfrm>
                <a:off x="4118361" y="277380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7" name="椭圆 14296">
                <a:extLst>
                  <a:ext uri="{FF2B5EF4-FFF2-40B4-BE49-F238E27FC236}">
                    <a16:creationId xmlns:a16="http://schemas.microsoft.com/office/drawing/2014/main" id="{21658BD7-5EDB-46CA-898C-01864EE1E5EC}"/>
                  </a:ext>
                </a:extLst>
              </p:cNvPr>
              <p:cNvSpPr/>
              <p:nvPr/>
            </p:nvSpPr>
            <p:spPr>
              <a:xfrm>
                <a:off x="4025758"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8" name="椭圆 14297">
                <a:extLst>
                  <a:ext uri="{FF2B5EF4-FFF2-40B4-BE49-F238E27FC236}">
                    <a16:creationId xmlns:a16="http://schemas.microsoft.com/office/drawing/2014/main" id="{39F5B4DB-D3F0-40A5-92AE-B0A2915E4121}"/>
                  </a:ext>
                </a:extLst>
              </p:cNvPr>
              <p:cNvSpPr/>
              <p:nvPr/>
            </p:nvSpPr>
            <p:spPr>
              <a:xfrm>
                <a:off x="400421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9" name="椭圆 14298">
                <a:extLst>
                  <a:ext uri="{FF2B5EF4-FFF2-40B4-BE49-F238E27FC236}">
                    <a16:creationId xmlns:a16="http://schemas.microsoft.com/office/drawing/2014/main" id="{F86F48AE-8578-4EDA-8D0C-0FAE1A279AAE}"/>
                  </a:ext>
                </a:extLst>
              </p:cNvPr>
              <p:cNvSpPr/>
              <p:nvPr/>
            </p:nvSpPr>
            <p:spPr>
              <a:xfrm>
                <a:off x="4026529" y="3004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0" name="椭圆 14299">
                <a:extLst>
                  <a:ext uri="{FF2B5EF4-FFF2-40B4-BE49-F238E27FC236}">
                    <a16:creationId xmlns:a16="http://schemas.microsoft.com/office/drawing/2014/main" id="{36853FF3-4EC4-4174-910F-478906D94040}"/>
                  </a:ext>
                </a:extLst>
              </p:cNvPr>
              <p:cNvSpPr/>
              <p:nvPr/>
            </p:nvSpPr>
            <p:spPr>
              <a:xfrm>
                <a:off x="4052955"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1" name="椭圆 14300">
                <a:extLst>
                  <a:ext uri="{FF2B5EF4-FFF2-40B4-BE49-F238E27FC236}">
                    <a16:creationId xmlns:a16="http://schemas.microsoft.com/office/drawing/2014/main" id="{225EA81F-ADCB-4355-8184-8FFB8FBD19C7}"/>
                  </a:ext>
                </a:extLst>
              </p:cNvPr>
              <p:cNvSpPr/>
              <p:nvPr/>
            </p:nvSpPr>
            <p:spPr>
              <a:xfrm>
                <a:off x="401845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2" name="椭圆 14301">
                <a:extLst>
                  <a:ext uri="{FF2B5EF4-FFF2-40B4-BE49-F238E27FC236}">
                    <a16:creationId xmlns:a16="http://schemas.microsoft.com/office/drawing/2014/main" id="{6886ABC7-B1CA-41E4-ACAF-0878F5BE13C9}"/>
                  </a:ext>
                </a:extLst>
              </p:cNvPr>
              <p:cNvSpPr/>
              <p:nvPr/>
            </p:nvSpPr>
            <p:spPr>
              <a:xfrm>
                <a:off x="40602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3" name="椭圆 14302">
                <a:extLst>
                  <a:ext uri="{FF2B5EF4-FFF2-40B4-BE49-F238E27FC236}">
                    <a16:creationId xmlns:a16="http://schemas.microsoft.com/office/drawing/2014/main" id="{66160950-132D-4C0D-B7DA-2302ED243B34}"/>
                  </a:ext>
                </a:extLst>
              </p:cNvPr>
              <p:cNvSpPr/>
              <p:nvPr/>
            </p:nvSpPr>
            <p:spPr>
              <a:xfrm>
                <a:off x="4114141"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4" name="椭圆 14303">
                <a:extLst>
                  <a:ext uri="{FF2B5EF4-FFF2-40B4-BE49-F238E27FC236}">
                    <a16:creationId xmlns:a16="http://schemas.microsoft.com/office/drawing/2014/main" id="{CE4228D5-EACC-4D59-8A1B-D865D1605A78}"/>
                  </a:ext>
                </a:extLst>
              </p:cNvPr>
              <p:cNvSpPr/>
              <p:nvPr/>
            </p:nvSpPr>
            <p:spPr>
              <a:xfrm>
                <a:off x="394423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5" name="椭圆 14304">
                <a:extLst>
                  <a:ext uri="{FF2B5EF4-FFF2-40B4-BE49-F238E27FC236}">
                    <a16:creationId xmlns:a16="http://schemas.microsoft.com/office/drawing/2014/main" id="{C9F291D0-F7CB-495B-AD1A-128C0F9F92B4}"/>
                  </a:ext>
                </a:extLst>
              </p:cNvPr>
              <p:cNvSpPr/>
              <p:nvPr/>
            </p:nvSpPr>
            <p:spPr>
              <a:xfrm>
                <a:off x="394603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6" name="椭圆 14305">
                <a:extLst>
                  <a:ext uri="{FF2B5EF4-FFF2-40B4-BE49-F238E27FC236}">
                    <a16:creationId xmlns:a16="http://schemas.microsoft.com/office/drawing/2014/main" id="{A0B56554-BF9F-434F-B164-DF0667131ED1}"/>
                  </a:ext>
                </a:extLst>
              </p:cNvPr>
              <p:cNvSpPr/>
              <p:nvPr/>
            </p:nvSpPr>
            <p:spPr>
              <a:xfrm>
                <a:off x="4033062"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7" name="椭圆 14306">
                <a:extLst>
                  <a:ext uri="{FF2B5EF4-FFF2-40B4-BE49-F238E27FC236}">
                    <a16:creationId xmlns:a16="http://schemas.microsoft.com/office/drawing/2014/main" id="{6BF6A793-4D94-4807-B4F6-01FAE342C6AB}"/>
                  </a:ext>
                </a:extLst>
              </p:cNvPr>
              <p:cNvSpPr/>
              <p:nvPr/>
            </p:nvSpPr>
            <p:spPr>
              <a:xfrm>
                <a:off x="405387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8" name="椭圆 14307">
                <a:extLst>
                  <a:ext uri="{FF2B5EF4-FFF2-40B4-BE49-F238E27FC236}">
                    <a16:creationId xmlns:a16="http://schemas.microsoft.com/office/drawing/2014/main" id="{64D4B97F-2B82-46CC-B733-53D9539322D4}"/>
                  </a:ext>
                </a:extLst>
              </p:cNvPr>
              <p:cNvSpPr/>
              <p:nvPr/>
            </p:nvSpPr>
            <p:spPr>
              <a:xfrm>
                <a:off x="39591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9" name="椭圆 14308">
                <a:extLst>
                  <a:ext uri="{FF2B5EF4-FFF2-40B4-BE49-F238E27FC236}">
                    <a16:creationId xmlns:a16="http://schemas.microsoft.com/office/drawing/2014/main" id="{121A2812-F19D-4367-B81C-F0FF98FDC359}"/>
                  </a:ext>
                </a:extLst>
              </p:cNvPr>
              <p:cNvSpPr/>
              <p:nvPr/>
            </p:nvSpPr>
            <p:spPr>
              <a:xfrm>
                <a:off x="3747653"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0" name="椭圆 14309">
                <a:extLst>
                  <a:ext uri="{FF2B5EF4-FFF2-40B4-BE49-F238E27FC236}">
                    <a16:creationId xmlns:a16="http://schemas.microsoft.com/office/drawing/2014/main" id="{7A5E6923-CBB7-4D85-88A5-2A91051F5C9D}"/>
                  </a:ext>
                </a:extLst>
              </p:cNvPr>
              <p:cNvSpPr/>
              <p:nvPr/>
            </p:nvSpPr>
            <p:spPr>
              <a:xfrm>
                <a:off x="4076776"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1" name="椭圆 14310">
                <a:extLst>
                  <a:ext uri="{FF2B5EF4-FFF2-40B4-BE49-F238E27FC236}">
                    <a16:creationId xmlns:a16="http://schemas.microsoft.com/office/drawing/2014/main" id="{75066772-66D0-47A4-B13D-F2379CB26532}"/>
                  </a:ext>
                </a:extLst>
              </p:cNvPr>
              <p:cNvSpPr/>
              <p:nvPr/>
            </p:nvSpPr>
            <p:spPr>
              <a:xfrm>
                <a:off x="396974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2" name="椭圆 14311">
                <a:extLst>
                  <a:ext uri="{FF2B5EF4-FFF2-40B4-BE49-F238E27FC236}">
                    <a16:creationId xmlns:a16="http://schemas.microsoft.com/office/drawing/2014/main" id="{EE18CDEE-52E2-4391-A54B-B3C7F735E211}"/>
                  </a:ext>
                </a:extLst>
              </p:cNvPr>
              <p:cNvSpPr/>
              <p:nvPr/>
            </p:nvSpPr>
            <p:spPr>
              <a:xfrm>
                <a:off x="4141081" y="2954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3" name="椭圆 14312">
                <a:extLst>
                  <a:ext uri="{FF2B5EF4-FFF2-40B4-BE49-F238E27FC236}">
                    <a16:creationId xmlns:a16="http://schemas.microsoft.com/office/drawing/2014/main" id="{DB85038C-C2D0-4B1B-8566-A7B2951D4C32}"/>
                  </a:ext>
                </a:extLst>
              </p:cNvPr>
              <p:cNvSpPr/>
              <p:nvPr/>
            </p:nvSpPr>
            <p:spPr>
              <a:xfrm>
                <a:off x="3986265" y="3028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4" name="椭圆 14313">
                <a:extLst>
                  <a:ext uri="{FF2B5EF4-FFF2-40B4-BE49-F238E27FC236}">
                    <a16:creationId xmlns:a16="http://schemas.microsoft.com/office/drawing/2014/main" id="{AFF83341-4D8A-4026-B703-BD671A1B0EA7}"/>
                  </a:ext>
                </a:extLst>
              </p:cNvPr>
              <p:cNvSpPr/>
              <p:nvPr/>
            </p:nvSpPr>
            <p:spPr>
              <a:xfrm>
                <a:off x="4008067" y="30110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5" name="椭圆 14314">
                <a:extLst>
                  <a:ext uri="{FF2B5EF4-FFF2-40B4-BE49-F238E27FC236}">
                    <a16:creationId xmlns:a16="http://schemas.microsoft.com/office/drawing/2014/main" id="{C7F310A5-44DA-48EC-84D8-18ED0DC560A9}"/>
                  </a:ext>
                </a:extLst>
              </p:cNvPr>
              <p:cNvSpPr/>
              <p:nvPr/>
            </p:nvSpPr>
            <p:spPr>
              <a:xfrm>
                <a:off x="3815849" y="30009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6" name="椭圆 14315">
                <a:extLst>
                  <a:ext uri="{FF2B5EF4-FFF2-40B4-BE49-F238E27FC236}">
                    <a16:creationId xmlns:a16="http://schemas.microsoft.com/office/drawing/2014/main" id="{9B1E82BE-DA5C-4845-82C1-2A4C4306A85E}"/>
                  </a:ext>
                </a:extLst>
              </p:cNvPr>
              <p:cNvSpPr/>
              <p:nvPr/>
            </p:nvSpPr>
            <p:spPr>
              <a:xfrm>
                <a:off x="4225133" y="274718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7" name="椭圆 14316">
                <a:extLst>
                  <a:ext uri="{FF2B5EF4-FFF2-40B4-BE49-F238E27FC236}">
                    <a16:creationId xmlns:a16="http://schemas.microsoft.com/office/drawing/2014/main" id="{5A6A9E63-AB87-4075-BB86-C2DD00D50D74}"/>
                  </a:ext>
                </a:extLst>
              </p:cNvPr>
              <p:cNvSpPr/>
              <p:nvPr/>
            </p:nvSpPr>
            <p:spPr>
              <a:xfrm>
                <a:off x="3992798"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8" name="椭圆 14317">
                <a:extLst>
                  <a:ext uri="{FF2B5EF4-FFF2-40B4-BE49-F238E27FC236}">
                    <a16:creationId xmlns:a16="http://schemas.microsoft.com/office/drawing/2014/main" id="{4B13F114-9F80-4C1E-AD02-E360E80F3BAA}"/>
                  </a:ext>
                </a:extLst>
              </p:cNvPr>
              <p:cNvSpPr/>
              <p:nvPr/>
            </p:nvSpPr>
            <p:spPr>
              <a:xfrm>
                <a:off x="3697516" y="2819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9" name="椭圆 14318">
                <a:extLst>
                  <a:ext uri="{FF2B5EF4-FFF2-40B4-BE49-F238E27FC236}">
                    <a16:creationId xmlns:a16="http://schemas.microsoft.com/office/drawing/2014/main" id="{E8340126-740C-42B2-A8F4-41F44CDB7A32}"/>
                  </a:ext>
                </a:extLst>
              </p:cNvPr>
              <p:cNvSpPr/>
              <p:nvPr/>
            </p:nvSpPr>
            <p:spPr>
              <a:xfrm>
                <a:off x="4221829" y="29605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0" name="椭圆 14319">
                <a:extLst>
                  <a:ext uri="{FF2B5EF4-FFF2-40B4-BE49-F238E27FC236}">
                    <a16:creationId xmlns:a16="http://schemas.microsoft.com/office/drawing/2014/main" id="{D5E30B4E-7392-4C0C-B0BA-C31372F99819}"/>
                  </a:ext>
                </a:extLst>
              </p:cNvPr>
              <p:cNvSpPr/>
              <p:nvPr/>
            </p:nvSpPr>
            <p:spPr>
              <a:xfrm>
                <a:off x="4188209" y="29914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1" name="椭圆 14320">
                <a:extLst>
                  <a:ext uri="{FF2B5EF4-FFF2-40B4-BE49-F238E27FC236}">
                    <a16:creationId xmlns:a16="http://schemas.microsoft.com/office/drawing/2014/main" id="{A9E4C344-80C4-4392-A949-CF6110A3FED3}"/>
                  </a:ext>
                </a:extLst>
              </p:cNvPr>
              <p:cNvSpPr/>
              <p:nvPr/>
            </p:nvSpPr>
            <p:spPr>
              <a:xfrm>
                <a:off x="3960866" y="3014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2" name="椭圆 14321">
                <a:extLst>
                  <a:ext uri="{FF2B5EF4-FFF2-40B4-BE49-F238E27FC236}">
                    <a16:creationId xmlns:a16="http://schemas.microsoft.com/office/drawing/2014/main" id="{4B96C5F3-C077-4404-AC99-E2980643D6A5}"/>
                  </a:ext>
                </a:extLst>
              </p:cNvPr>
              <p:cNvSpPr/>
              <p:nvPr/>
            </p:nvSpPr>
            <p:spPr>
              <a:xfrm>
                <a:off x="4053579" y="2970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3" name="椭圆 14322">
                <a:extLst>
                  <a:ext uri="{FF2B5EF4-FFF2-40B4-BE49-F238E27FC236}">
                    <a16:creationId xmlns:a16="http://schemas.microsoft.com/office/drawing/2014/main" id="{6D17A857-CBF7-4202-AA67-F042AA6E0B14}"/>
                  </a:ext>
                </a:extLst>
              </p:cNvPr>
              <p:cNvSpPr/>
              <p:nvPr/>
            </p:nvSpPr>
            <p:spPr>
              <a:xfrm>
                <a:off x="3988210"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4" name="椭圆 14323">
                <a:extLst>
                  <a:ext uri="{FF2B5EF4-FFF2-40B4-BE49-F238E27FC236}">
                    <a16:creationId xmlns:a16="http://schemas.microsoft.com/office/drawing/2014/main" id="{1A444A8E-B9D7-47F4-BFDD-8EAD9CC5AAAB}"/>
                  </a:ext>
                </a:extLst>
              </p:cNvPr>
              <p:cNvSpPr/>
              <p:nvPr/>
            </p:nvSpPr>
            <p:spPr>
              <a:xfrm>
                <a:off x="4314727" y="259795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5" name="椭圆 14324">
                <a:extLst>
                  <a:ext uri="{FF2B5EF4-FFF2-40B4-BE49-F238E27FC236}">
                    <a16:creationId xmlns:a16="http://schemas.microsoft.com/office/drawing/2014/main" id="{721B0F21-9C27-4E33-8A2C-950A6E57F99C}"/>
                  </a:ext>
                </a:extLst>
              </p:cNvPr>
              <p:cNvSpPr/>
              <p:nvPr/>
            </p:nvSpPr>
            <p:spPr>
              <a:xfrm>
                <a:off x="4029722" y="3007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6" name="椭圆 14325">
                <a:extLst>
                  <a:ext uri="{FF2B5EF4-FFF2-40B4-BE49-F238E27FC236}">
                    <a16:creationId xmlns:a16="http://schemas.microsoft.com/office/drawing/2014/main" id="{F714AC9B-F64B-42FC-B431-2CE3A0CF380D}"/>
                  </a:ext>
                </a:extLst>
              </p:cNvPr>
              <p:cNvSpPr/>
              <p:nvPr/>
            </p:nvSpPr>
            <p:spPr>
              <a:xfrm>
                <a:off x="3846900" y="28366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7" name="椭圆 14326">
                <a:extLst>
                  <a:ext uri="{FF2B5EF4-FFF2-40B4-BE49-F238E27FC236}">
                    <a16:creationId xmlns:a16="http://schemas.microsoft.com/office/drawing/2014/main" id="{202B1C42-689A-4C68-A80A-982349F75D00}"/>
                  </a:ext>
                </a:extLst>
              </p:cNvPr>
              <p:cNvSpPr/>
              <p:nvPr/>
            </p:nvSpPr>
            <p:spPr>
              <a:xfrm>
                <a:off x="4267672" y="29329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8" name="椭圆 14327">
                <a:extLst>
                  <a:ext uri="{FF2B5EF4-FFF2-40B4-BE49-F238E27FC236}">
                    <a16:creationId xmlns:a16="http://schemas.microsoft.com/office/drawing/2014/main" id="{D9530BC2-80CF-4759-94B9-036DF5B84544}"/>
                  </a:ext>
                </a:extLst>
              </p:cNvPr>
              <p:cNvSpPr/>
              <p:nvPr/>
            </p:nvSpPr>
            <p:spPr>
              <a:xfrm>
                <a:off x="4273325" y="2707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9" name="椭圆 14328">
                <a:extLst>
                  <a:ext uri="{FF2B5EF4-FFF2-40B4-BE49-F238E27FC236}">
                    <a16:creationId xmlns:a16="http://schemas.microsoft.com/office/drawing/2014/main" id="{1B99893F-685B-4AA9-9B5A-167BC8376705}"/>
                  </a:ext>
                </a:extLst>
              </p:cNvPr>
              <p:cNvSpPr/>
              <p:nvPr/>
            </p:nvSpPr>
            <p:spPr>
              <a:xfrm>
                <a:off x="3983695"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0" name="椭圆 14329">
                <a:extLst>
                  <a:ext uri="{FF2B5EF4-FFF2-40B4-BE49-F238E27FC236}">
                    <a16:creationId xmlns:a16="http://schemas.microsoft.com/office/drawing/2014/main" id="{958B0616-4180-4775-AF96-58A810712CEC}"/>
                  </a:ext>
                </a:extLst>
              </p:cNvPr>
              <p:cNvSpPr/>
              <p:nvPr/>
            </p:nvSpPr>
            <p:spPr>
              <a:xfrm>
                <a:off x="4166884" y="29845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1" name="椭圆 14330">
                <a:extLst>
                  <a:ext uri="{FF2B5EF4-FFF2-40B4-BE49-F238E27FC236}">
                    <a16:creationId xmlns:a16="http://schemas.microsoft.com/office/drawing/2014/main" id="{DCB25042-C177-4A4B-931D-24533A2CA2FE}"/>
                  </a:ext>
                </a:extLst>
              </p:cNvPr>
              <p:cNvSpPr/>
              <p:nvPr/>
            </p:nvSpPr>
            <p:spPr>
              <a:xfrm>
                <a:off x="4008360" y="29861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2" name="椭圆 14331">
                <a:extLst>
                  <a:ext uri="{FF2B5EF4-FFF2-40B4-BE49-F238E27FC236}">
                    <a16:creationId xmlns:a16="http://schemas.microsoft.com/office/drawing/2014/main" id="{8ADE53C3-EB65-48C3-B2F5-BA3192CD1B70}"/>
                  </a:ext>
                </a:extLst>
              </p:cNvPr>
              <p:cNvSpPr/>
              <p:nvPr/>
            </p:nvSpPr>
            <p:spPr>
              <a:xfrm>
                <a:off x="410595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3" name="椭圆 14332">
                <a:extLst>
                  <a:ext uri="{FF2B5EF4-FFF2-40B4-BE49-F238E27FC236}">
                    <a16:creationId xmlns:a16="http://schemas.microsoft.com/office/drawing/2014/main" id="{F46C2E88-99AE-4A5E-B087-4A82EB1906DA}"/>
                  </a:ext>
                </a:extLst>
              </p:cNvPr>
              <p:cNvSpPr/>
              <p:nvPr/>
            </p:nvSpPr>
            <p:spPr>
              <a:xfrm>
                <a:off x="3911059"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4" name="椭圆 14333">
                <a:extLst>
                  <a:ext uri="{FF2B5EF4-FFF2-40B4-BE49-F238E27FC236}">
                    <a16:creationId xmlns:a16="http://schemas.microsoft.com/office/drawing/2014/main" id="{378CE56C-3472-4F51-957C-EB73FACA1D27}"/>
                  </a:ext>
                </a:extLst>
              </p:cNvPr>
              <p:cNvSpPr/>
              <p:nvPr/>
            </p:nvSpPr>
            <p:spPr>
              <a:xfrm>
                <a:off x="4005130" y="30177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5" name="椭圆 14334">
                <a:extLst>
                  <a:ext uri="{FF2B5EF4-FFF2-40B4-BE49-F238E27FC236}">
                    <a16:creationId xmlns:a16="http://schemas.microsoft.com/office/drawing/2014/main" id="{AF948B39-53AE-4348-9D84-5070468B2C8B}"/>
                  </a:ext>
                </a:extLst>
              </p:cNvPr>
              <p:cNvSpPr/>
              <p:nvPr/>
            </p:nvSpPr>
            <p:spPr>
              <a:xfrm>
                <a:off x="4166627"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6" name="椭圆 14335">
                <a:extLst>
                  <a:ext uri="{FF2B5EF4-FFF2-40B4-BE49-F238E27FC236}">
                    <a16:creationId xmlns:a16="http://schemas.microsoft.com/office/drawing/2014/main" id="{EA18961F-15BA-41DC-BBD7-26A49AA0B321}"/>
                  </a:ext>
                </a:extLst>
              </p:cNvPr>
              <p:cNvSpPr/>
              <p:nvPr/>
            </p:nvSpPr>
            <p:spPr>
              <a:xfrm>
                <a:off x="3916454"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7" name="椭圆 14336">
                <a:extLst>
                  <a:ext uri="{FF2B5EF4-FFF2-40B4-BE49-F238E27FC236}">
                    <a16:creationId xmlns:a16="http://schemas.microsoft.com/office/drawing/2014/main" id="{388FB859-3100-408C-BFA5-6D6E8EB78789}"/>
                  </a:ext>
                </a:extLst>
              </p:cNvPr>
              <p:cNvSpPr/>
              <p:nvPr/>
            </p:nvSpPr>
            <p:spPr>
              <a:xfrm>
                <a:off x="3909994"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8" name="椭圆 14337">
                <a:extLst>
                  <a:ext uri="{FF2B5EF4-FFF2-40B4-BE49-F238E27FC236}">
                    <a16:creationId xmlns:a16="http://schemas.microsoft.com/office/drawing/2014/main" id="{3FA98527-0216-411C-9EA3-38734A961239}"/>
                  </a:ext>
                </a:extLst>
              </p:cNvPr>
              <p:cNvSpPr/>
              <p:nvPr/>
            </p:nvSpPr>
            <p:spPr>
              <a:xfrm>
                <a:off x="4326619" y="272307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9" name="椭圆 14338">
                <a:extLst>
                  <a:ext uri="{FF2B5EF4-FFF2-40B4-BE49-F238E27FC236}">
                    <a16:creationId xmlns:a16="http://schemas.microsoft.com/office/drawing/2014/main" id="{9C1CE879-EEC1-4E13-BFA3-DD5D185CE092}"/>
                  </a:ext>
                </a:extLst>
              </p:cNvPr>
              <p:cNvSpPr/>
              <p:nvPr/>
            </p:nvSpPr>
            <p:spPr>
              <a:xfrm>
                <a:off x="3977052"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0" name="椭圆 14339">
                <a:extLst>
                  <a:ext uri="{FF2B5EF4-FFF2-40B4-BE49-F238E27FC236}">
                    <a16:creationId xmlns:a16="http://schemas.microsoft.com/office/drawing/2014/main" id="{16E540E6-2129-4FE9-A7DE-DC73A605B7C3}"/>
                  </a:ext>
                </a:extLst>
              </p:cNvPr>
              <p:cNvSpPr/>
              <p:nvPr/>
            </p:nvSpPr>
            <p:spPr>
              <a:xfrm>
                <a:off x="40467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1" name="椭圆 14340">
                <a:extLst>
                  <a:ext uri="{FF2B5EF4-FFF2-40B4-BE49-F238E27FC236}">
                    <a16:creationId xmlns:a16="http://schemas.microsoft.com/office/drawing/2014/main" id="{EFEAE041-1857-45FB-AB11-4AD22D5057EA}"/>
                  </a:ext>
                </a:extLst>
              </p:cNvPr>
              <p:cNvSpPr/>
              <p:nvPr/>
            </p:nvSpPr>
            <p:spPr>
              <a:xfrm>
                <a:off x="392467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2" name="椭圆 14341">
                <a:extLst>
                  <a:ext uri="{FF2B5EF4-FFF2-40B4-BE49-F238E27FC236}">
                    <a16:creationId xmlns:a16="http://schemas.microsoft.com/office/drawing/2014/main" id="{55898340-4F47-44F9-9AD3-8741F42FC306}"/>
                  </a:ext>
                </a:extLst>
              </p:cNvPr>
              <p:cNvSpPr/>
              <p:nvPr/>
            </p:nvSpPr>
            <p:spPr>
              <a:xfrm>
                <a:off x="401617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3" name="椭圆 14342">
                <a:extLst>
                  <a:ext uri="{FF2B5EF4-FFF2-40B4-BE49-F238E27FC236}">
                    <a16:creationId xmlns:a16="http://schemas.microsoft.com/office/drawing/2014/main" id="{5D5C299E-0BBC-4BE0-97FC-EE4A14ACDF66}"/>
                  </a:ext>
                </a:extLst>
              </p:cNvPr>
              <p:cNvSpPr/>
              <p:nvPr/>
            </p:nvSpPr>
            <p:spPr>
              <a:xfrm>
                <a:off x="402293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4" name="椭圆 14343">
                <a:extLst>
                  <a:ext uri="{FF2B5EF4-FFF2-40B4-BE49-F238E27FC236}">
                    <a16:creationId xmlns:a16="http://schemas.microsoft.com/office/drawing/2014/main" id="{C2A005E5-F0A8-41D9-BD5A-AF377BA44093}"/>
                  </a:ext>
                </a:extLst>
              </p:cNvPr>
              <p:cNvSpPr/>
              <p:nvPr/>
            </p:nvSpPr>
            <p:spPr>
              <a:xfrm>
                <a:off x="3814528" y="2907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5" name="椭圆 14344">
                <a:extLst>
                  <a:ext uri="{FF2B5EF4-FFF2-40B4-BE49-F238E27FC236}">
                    <a16:creationId xmlns:a16="http://schemas.microsoft.com/office/drawing/2014/main" id="{568291B7-652E-442B-AE28-0724A6C5426B}"/>
                  </a:ext>
                </a:extLst>
              </p:cNvPr>
              <p:cNvSpPr/>
              <p:nvPr/>
            </p:nvSpPr>
            <p:spPr>
              <a:xfrm>
                <a:off x="395253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6" name="椭圆 14345">
                <a:extLst>
                  <a:ext uri="{FF2B5EF4-FFF2-40B4-BE49-F238E27FC236}">
                    <a16:creationId xmlns:a16="http://schemas.microsoft.com/office/drawing/2014/main" id="{DF465755-334F-4C44-824F-C72B173A5733}"/>
                  </a:ext>
                </a:extLst>
              </p:cNvPr>
              <p:cNvSpPr/>
              <p:nvPr/>
            </p:nvSpPr>
            <p:spPr>
              <a:xfrm>
                <a:off x="40290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7" name="椭圆 14346">
                <a:extLst>
                  <a:ext uri="{FF2B5EF4-FFF2-40B4-BE49-F238E27FC236}">
                    <a16:creationId xmlns:a16="http://schemas.microsoft.com/office/drawing/2014/main" id="{DCB31D31-45A1-489E-9C19-A6108171DB1F}"/>
                  </a:ext>
                </a:extLst>
              </p:cNvPr>
              <p:cNvSpPr/>
              <p:nvPr/>
            </p:nvSpPr>
            <p:spPr>
              <a:xfrm>
                <a:off x="399599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8" name="椭圆 14347">
                <a:extLst>
                  <a:ext uri="{FF2B5EF4-FFF2-40B4-BE49-F238E27FC236}">
                    <a16:creationId xmlns:a16="http://schemas.microsoft.com/office/drawing/2014/main" id="{9F7DFA64-4AF3-4550-9076-667CAFE3D988}"/>
                  </a:ext>
                </a:extLst>
              </p:cNvPr>
              <p:cNvSpPr/>
              <p:nvPr/>
            </p:nvSpPr>
            <p:spPr>
              <a:xfrm>
                <a:off x="3885953"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9" name="椭圆 14348">
                <a:extLst>
                  <a:ext uri="{FF2B5EF4-FFF2-40B4-BE49-F238E27FC236}">
                    <a16:creationId xmlns:a16="http://schemas.microsoft.com/office/drawing/2014/main" id="{78B8A089-B657-457E-A9EB-27D939229676}"/>
                  </a:ext>
                </a:extLst>
              </p:cNvPr>
              <p:cNvSpPr/>
              <p:nvPr/>
            </p:nvSpPr>
            <p:spPr>
              <a:xfrm>
                <a:off x="40183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0" name="椭圆 14349">
                <a:extLst>
                  <a:ext uri="{FF2B5EF4-FFF2-40B4-BE49-F238E27FC236}">
                    <a16:creationId xmlns:a16="http://schemas.microsoft.com/office/drawing/2014/main" id="{3177316A-3415-4F37-81AB-A8B7B7378C0E}"/>
                  </a:ext>
                </a:extLst>
              </p:cNvPr>
              <p:cNvSpPr/>
              <p:nvPr/>
            </p:nvSpPr>
            <p:spPr>
              <a:xfrm>
                <a:off x="4014710"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1" name="椭圆 14350">
                <a:extLst>
                  <a:ext uri="{FF2B5EF4-FFF2-40B4-BE49-F238E27FC236}">
                    <a16:creationId xmlns:a16="http://schemas.microsoft.com/office/drawing/2014/main" id="{09903466-E637-48C9-96CA-0301EB4C9E58}"/>
                  </a:ext>
                </a:extLst>
              </p:cNvPr>
              <p:cNvSpPr/>
              <p:nvPr/>
            </p:nvSpPr>
            <p:spPr>
              <a:xfrm>
                <a:off x="392966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2" name="椭圆 14351">
                <a:extLst>
                  <a:ext uri="{FF2B5EF4-FFF2-40B4-BE49-F238E27FC236}">
                    <a16:creationId xmlns:a16="http://schemas.microsoft.com/office/drawing/2014/main" id="{72FD62C5-D6A5-4BF5-832D-A575B3015954}"/>
                  </a:ext>
                </a:extLst>
              </p:cNvPr>
              <p:cNvSpPr/>
              <p:nvPr/>
            </p:nvSpPr>
            <p:spPr>
              <a:xfrm>
                <a:off x="4078501"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3" name="椭圆 14352">
                <a:extLst>
                  <a:ext uri="{FF2B5EF4-FFF2-40B4-BE49-F238E27FC236}">
                    <a16:creationId xmlns:a16="http://schemas.microsoft.com/office/drawing/2014/main" id="{8799DC2D-2092-436E-9F6B-09BF6E4DEA3B}"/>
                  </a:ext>
                </a:extLst>
              </p:cNvPr>
              <p:cNvSpPr/>
              <p:nvPr/>
            </p:nvSpPr>
            <p:spPr>
              <a:xfrm>
                <a:off x="3932127"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4" name="椭圆 14353">
                <a:extLst>
                  <a:ext uri="{FF2B5EF4-FFF2-40B4-BE49-F238E27FC236}">
                    <a16:creationId xmlns:a16="http://schemas.microsoft.com/office/drawing/2014/main" id="{7E809B16-3F4F-4221-8EF3-B5D2EF6162C9}"/>
                  </a:ext>
                </a:extLst>
              </p:cNvPr>
              <p:cNvSpPr/>
              <p:nvPr/>
            </p:nvSpPr>
            <p:spPr>
              <a:xfrm>
                <a:off x="4127831" y="2926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5" name="椭圆 14354">
                <a:extLst>
                  <a:ext uri="{FF2B5EF4-FFF2-40B4-BE49-F238E27FC236}">
                    <a16:creationId xmlns:a16="http://schemas.microsoft.com/office/drawing/2014/main" id="{5D6AA34D-531E-4B1A-A05F-4B44353873F6}"/>
                  </a:ext>
                </a:extLst>
              </p:cNvPr>
              <p:cNvSpPr/>
              <p:nvPr/>
            </p:nvSpPr>
            <p:spPr>
              <a:xfrm>
                <a:off x="3922143"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6" name="椭圆 14355">
                <a:extLst>
                  <a:ext uri="{FF2B5EF4-FFF2-40B4-BE49-F238E27FC236}">
                    <a16:creationId xmlns:a16="http://schemas.microsoft.com/office/drawing/2014/main" id="{034464C0-438F-434A-9D74-32781C87A093}"/>
                  </a:ext>
                </a:extLst>
              </p:cNvPr>
              <p:cNvSpPr/>
              <p:nvPr/>
            </p:nvSpPr>
            <p:spPr>
              <a:xfrm>
                <a:off x="40049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7" name="椭圆 14356">
                <a:extLst>
                  <a:ext uri="{FF2B5EF4-FFF2-40B4-BE49-F238E27FC236}">
                    <a16:creationId xmlns:a16="http://schemas.microsoft.com/office/drawing/2014/main" id="{03EDC4B2-9E0C-44EF-BBA4-17F531063ABA}"/>
                  </a:ext>
                </a:extLst>
              </p:cNvPr>
              <p:cNvSpPr/>
              <p:nvPr/>
            </p:nvSpPr>
            <p:spPr>
              <a:xfrm>
                <a:off x="4096082"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8" name="椭圆 14357">
                <a:extLst>
                  <a:ext uri="{FF2B5EF4-FFF2-40B4-BE49-F238E27FC236}">
                    <a16:creationId xmlns:a16="http://schemas.microsoft.com/office/drawing/2014/main" id="{C517CB91-8F41-4F3A-A132-77EB7C9218E2}"/>
                  </a:ext>
                </a:extLst>
              </p:cNvPr>
              <p:cNvSpPr/>
              <p:nvPr/>
            </p:nvSpPr>
            <p:spPr>
              <a:xfrm>
                <a:off x="4265323" y="2863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9" name="椭圆 14358">
                <a:extLst>
                  <a:ext uri="{FF2B5EF4-FFF2-40B4-BE49-F238E27FC236}">
                    <a16:creationId xmlns:a16="http://schemas.microsoft.com/office/drawing/2014/main" id="{E0E0894B-29E1-4243-9002-3B580C08C897}"/>
                  </a:ext>
                </a:extLst>
              </p:cNvPr>
              <p:cNvSpPr/>
              <p:nvPr/>
            </p:nvSpPr>
            <p:spPr>
              <a:xfrm>
                <a:off x="4112966" y="29905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0" name="椭圆 14359">
                <a:extLst>
                  <a:ext uri="{FF2B5EF4-FFF2-40B4-BE49-F238E27FC236}">
                    <a16:creationId xmlns:a16="http://schemas.microsoft.com/office/drawing/2014/main" id="{84D76CCE-4AB1-4788-9278-8D6C6DD18334}"/>
                  </a:ext>
                </a:extLst>
              </p:cNvPr>
              <p:cNvSpPr/>
              <p:nvPr/>
            </p:nvSpPr>
            <p:spPr>
              <a:xfrm>
                <a:off x="4128749"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1" name="椭圆 14360">
                <a:extLst>
                  <a:ext uri="{FF2B5EF4-FFF2-40B4-BE49-F238E27FC236}">
                    <a16:creationId xmlns:a16="http://schemas.microsoft.com/office/drawing/2014/main" id="{B15A7CDC-B17C-4403-8517-D3072E323B1E}"/>
                  </a:ext>
                </a:extLst>
              </p:cNvPr>
              <p:cNvSpPr/>
              <p:nvPr/>
            </p:nvSpPr>
            <p:spPr>
              <a:xfrm>
                <a:off x="3988173"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2" name="椭圆 14361">
                <a:extLst>
                  <a:ext uri="{FF2B5EF4-FFF2-40B4-BE49-F238E27FC236}">
                    <a16:creationId xmlns:a16="http://schemas.microsoft.com/office/drawing/2014/main" id="{96088E76-ADAD-4F1A-B749-777E917F714C}"/>
                  </a:ext>
                </a:extLst>
              </p:cNvPr>
              <p:cNvSpPr/>
              <p:nvPr/>
            </p:nvSpPr>
            <p:spPr>
              <a:xfrm>
                <a:off x="4009204"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3" name="椭圆 14362">
                <a:extLst>
                  <a:ext uri="{FF2B5EF4-FFF2-40B4-BE49-F238E27FC236}">
                    <a16:creationId xmlns:a16="http://schemas.microsoft.com/office/drawing/2014/main" id="{8DE18BA7-CEB6-49AB-A710-8D9BA99F5E6B}"/>
                  </a:ext>
                </a:extLst>
              </p:cNvPr>
              <p:cNvSpPr/>
              <p:nvPr/>
            </p:nvSpPr>
            <p:spPr>
              <a:xfrm>
                <a:off x="413359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4" name="椭圆 14363">
                <a:extLst>
                  <a:ext uri="{FF2B5EF4-FFF2-40B4-BE49-F238E27FC236}">
                    <a16:creationId xmlns:a16="http://schemas.microsoft.com/office/drawing/2014/main" id="{2916B310-F9A8-49D6-B627-5AC45E376469}"/>
                  </a:ext>
                </a:extLst>
              </p:cNvPr>
              <p:cNvSpPr/>
              <p:nvPr/>
            </p:nvSpPr>
            <p:spPr>
              <a:xfrm>
                <a:off x="386642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5" name="椭圆 14364">
                <a:extLst>
                  <a:ext uri="{FF2B5EF4-FFF2-40B4-BE49-F238E27FC236}">
                    <a16:creationId xmlns:a16="http://schemas.microsoft.com/office/drawing/2014/main" id="{51526928-A2B2-4D61-9FD8-2A60421BEC40}"/>
                  </a:ext>
                </a:extLst>
              </p:cNvPr>
              <p:cNvSpPr/>
              <p:nvPr/>
            </p:nvSpPr>
            <p:spPr>
              <a:xfrm>
                <a:off x="40244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6" name="椭圆 14365">
                <a:extLst>
                  <a:ext uri="{FF2B5EF4-FFF2-40B4-BE49-F238E27FC236}">
                    <a16:creationId xmlns:a16="http://schemas.microsoft.com/office/drawing/2014/main" id="{1D29EB39-99BB-42AB-B518-98B009F797F5}"/>
                  </a:ext>
                </a:extLst>
              </p:cNvPr>
              <p:cNvSpPr/>
              <p:nvPr/>
            </p:nvSpPr>
            <p:spPr>
              <a:xfrm>
                <a:off x="4026088" y="3007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7" name="椭圆 14366">
                <a:extLst>
                  <a:ext uri="{FF2B5EF4-FFF2-40B4-BE49-F238E27FC236}">
                    <a16:creationId xmlns:a16="http://schemas.microsoft.com/office/drawing/2014/main" id="{A656661E-A25B-4818-A062-9B20397BE94A}"/>
                  </a:ext>
                </a:extLst>
              </p:cNvPr>
              <p:cNvSpPr/>
              <p:nvPr/>
            </p:nvSpPr>
            <p:spPr>
              <a:xfrm>
                <a:off x="401368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8" name="椭圆 14367">
                <a:extLst>
                  <a:ext uri="{FF2B5EF4-FFF2-40B4-BE49-F238E27FC236}">
                    <a16:creationId xmlns:a16="http://schemas.microsoft.com/office/drawing/2014/main" id="{DED82847-DE85-4047-8A24-1535A23F46D0}"/>
                  </a:ext>
                </a:extLst>
              </p:cNvPr>
              <p:cNvSpPr/>
              <p:nvPr/>
            </p:nvSpPr>
            <p:spPr>
              <a:xfrm>
                <a:off x="3992614"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9" name="椭圆 14368">
                <a:extLst>
                  <a:ext uri="{FF2B5EF4-FFF2-40B4-BE49-F238E27FC236}">
                    <a16:creationId xmlns:a16="http://schemas.microsoft.com/office/drawing/2014/main" id="{126B25B5-ADF2-4108-B94F-26D002C792AD}"/>
                  </a:ext>
                </a:extLst>
              </p:cNvPr>
              <p:cNvSpPr/>
              <p:nvPr/>
            </p:nvSpPr>
            <p:spPr>
              <a:xfrm>
                <a:off x="4015921" y="29800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0" name="椭圆 14369">
                <a:extLst>
                  <a:ext uri="{FF2B5EF4-FFF2-40B4-BE49-F238E27FC236}">
                    <a16:creationId xmlns:a16="http://schemas.microsoft.com/office/drawing/2014/main" id="{A4112597-D1DC-4105-9FA9-DA5BEB12073B}"/>
                  </a:ext>
                </a:extLst>
              </p:cNvPr>
              <p:cNvSpPr/>
              <p:nvPr/>
            </p:nvSpPr>
            <p:spPr>
              <a:xfrm>
                <a:off x="4055965"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1" name="椭圆 14370">
                <a:extLst>
                  <a:ext uri="{FF2B5EF4-FFF2-40B4-BE49-F238E27FC236}">
                    <a16:creationId xmlns:a16="http://schemas.microsoft.com/office/drawing/2014/main" id="{6AF13B2B-D12B-455B-85B7-E4414393C88D}"/>
                  </a:ext>
                </a:extLst>
              </p:cNvPr>
              <p:cNvSpPr/>
              <p:nvPr/>
            </p:nvSpPr>
            <p:spPr>
              <a:xfrm>
                <a:off x="4022344" y="30161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2" name="椭圆 14371">
                <a:extLst>
                  <a:ext uri="{FF2B5EF4-FFF2-40B4-BE49-F238E27FC236}">
                    <a16:creationId xmlns:a16="http://schemas.microsoft.com/office/drawing/2014/main" id="{F075790C-24C3-4675-B63E-4EC6C6223978}"/>
                  </a:ext>
                </a:extLst>
              </p:cNvPr>
              <p:cNvSpPr/>
              <p:nvPr/>
            </p:nvSpPr>
            <p:spPr>
              <a:xfrm>
                <a:off x="40137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3" name="椭圆 14372">
                <a:extLst>
                  <a:ext uri="{FF2B5EF4-FFF2-40B4-BE49-F238E27FC236}">
                    <a16:creationId xmlns:a16="http://schemas.microsoft.com/office/drawing/2014/main" id="{C45F52B1-780F-479F-A977-68F60CDE1EA4}"/>
                  </a:ext>
                </a:extLst>
              </p:cNvPr>
              <p:cNvSpPr/>
              <p:nvPr/>
            </p:nvSpPr>
            <p:spPr>
              <a:xfrm>
                <a:off x="401162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4" name="椭圆 14373">
                <a:extLst>
                  <a:ext uri="{FF2B5EF4-FFF2-40B4-BE49-F238E27FC236}">
                    <a16:creationId xmlns:a16="http://schemas.microsoft.com/office/drawing/2014/main" id="{C750FC49-FCC0-43D9-B847-56D25C438CA1}"/>
                  </a:ext>
                </a:extLst>
              </p:cNvPr>
              <p:cNvSpPr/>
              <p:nvPr/>
            </p:nvSpPr>
            <p:spPr>
              <a:xfrm>
                <a:off x="39384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5" name="椭圆 14374">
                <a:extLst>
                  <a:ext uri="{FF2B5EF4-FFF2-40B4-BE49-F238E27FC236}">
                    <a16:creationId xmlns:a16="http://schemas.microsoft.com/office/drawing/2014/main" id="{6D361BD8-9C24-4C29-8308-9A6D6D3FB3BA}"/>
                  </a:ext>
                </a:extLst>
              </p:cNvPr>
              <p:cNvSpPr/>
              <p:nvPr/>
            </p:nvSpPr>
            <p:spPr>
              <a:xfrm>
                <a:off x="4000836"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6" name="椭圆 14375">
                <a:extLst>
                  <a:ext uri="{FF2B5EF4-FFF2-40B4-BE49-F238E27FC236}">
                    <a16:creationId xmlns:a16="http://schemas.microsoft.com/office/drawing/2014/main" id="{CEDF2CDB-58A8-49C2-B1A6-51B4B0891E03}"/>
                  </a:ext>
                </a:extLst>
              </p:cNvPr>
              <p:cNvSpPr/>
              <p:nvPr/>
            </p:nvSpPr>
            <p:spPr>
              <a:xfrm>
                <a:off x="3976575" y="30181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7" name="椭圆 14376">
                <a:extLst>
                  <a:ext uri="{FF2B5EF4-FFF2-40B4-BE49-F238E27FC236}">
                    <a16:creationId xmlns:a16="http://schemas.microsoft.com/office/drawing/2014/main" id="{1A3BF5FE-2337-4B72-982E-715AE2E808BC}"/>
                  </a:ext>
                </a:extLst>
              </p:cNvPr>
              <p:cNvSpPr/>
              <p:nvPr/>
            </p:nvSpPr>
            <p:spPr>
              <a:xfrm>
                <a:off x="3998817"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8" name="椭圆 14377">
                <a:extLst>
                  <a:ext uri="{FF2B5EF4-FFF2-40B4-BE49-F238E27FC236}">
                    <a16:creationId xmlns:a16="http://schemas.microsoft.com/office/drawing/2014/main" id="{0F6C1CD0-5DF4-49C2-990F-48CBCF9A956E}"/>
                  </a:ext>
                </a:extLst>
              </p:cNvPr>
              <p:cNvSpPr/>
              <p:nvPr/>
            </p:nvSpPr>
            <p:spPr>
              <a:xfrm>
                <a:off x="4154625" y="29178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9" name="椭圆 14378">
                <a:extLst>
                  <a:ext uri="{FF2B5EF4-FFF2-40B4-BE49-F238E27FC236}">
                    <a16:creationId xmlns:a16="http://schemas.microsoft.com/office/drawing/2014/main" id="{BC7F94B2-887D-43E7-914D-0BB1D878F42B}"/>
                  </a:ext>
                </a:extLst>
              </p:cNvPr>
              <p:cNvSpPr/>
              <p:nvPr/>
            </p:nvSpPr>
            <p:spPr>
              <a:xfrm>
                <a:off x="3957636"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0" name="椭圆 14379">
                <a:extLst>
                  <a:ext uri="{FF2B5EF4-FFF2-40B4-BE49-F238E27FC236}">
                    <a16:creationId xmlns:a16="http://schemas.microsoft.com/office/drawing/2014/main" id="{7D82C288-F58B-4680-8A2C-73986382D65C}"/>
                  </a:ext>
                </a:extLst>
              </p:cNvPr>
              <p:cNvSpPr/>
              <p:nvPr/>
            </p:nvSpPr>
            <p:spPr>
              <a:xfrm>
                <a:off x="3796983" y="272391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1" name="椭圆 14380">
                <a:extLst>
                  <a:ext uri="{FF2B5EF4-FFF2-40B4-BE49-F238E27FC236}">
                    <a16:creationId xmlns:a16="http://schemas.microsoft.com/office/drawing/2014/main" id="{CDF0F461-EFE2-4233-A953-318097265668}"/>
                  </a:ext>
                </a:extLst>
              </p:cNvPr>
              <p:cNvSpPr/>
              <p:nvPr/>
            </p:nvSpPr>
            <p:spPr>
              <a:xfrm>
                <a:off x="3651049" y="27435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2" name="椭圆 14381">
                <a:extLst>
                  <a:ext uri="{FF2B5EF4-FFF2-40B4-BE49-F238E27FC236}">
                    <a16:creationId xmlns:a16="http://schemas.microsoft.com/office/drawing/2014/main" id="{B59FD1DD-C8CA-46E3-8EF1-09EF40965537}"/>
                  </a:ext>
                </a:extLst>
              </p:cNvPr>
              <p:cNvSpPr/>
              <p:nvPr/>
            </p:nvSpPr>
            <p:spPr>
              <a:xfrm>
                <a:off x="3743579" y="27747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3" name="椭圆 14382">
                <a:extLst>
                  <a:ext uri="{FF2B5EF4-FFF2-40B4-BE49-F238E27FC236}">
                    <a16:creationId xmlns:a16="http://schemas.microsoft.com/office/drawing/2014/main" id="{6AAF6C1C-CCD3-4C75-84B8-0D8D7B9642BA}"/>
                  </a:ext>
                </a:extLst>
              </p:cNvPr>
              <p:cNvSpPr/>
              <p:nvPr/>
            </p:nvSpPr>
            <p:spPr>
              <a:xfrm>
                <a:off x="3693882" y="264383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4" name="椭圆 14383">
                <a:extLst>
                  <a:ext uri="{FF2B5EF4-FFF2-40B4-BE49-F238E27FC236}">
                    <a16:creationId xmlns:a16="http://schemas.microsoft.com/office/drawing/2014/main" id="{6046FCD2-1749-4FF2-B710-A931C468C2D4}"/>
                  </a:ext>
                </a:extLst>
              </p:cNvPr>
              <p:cNvSpPr/>
              <p:nvPr/>
            </p:nvSpPr>
            <p:spPr>
              <a:xfrm>
                <a:off x="3685257" y="27660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5" name="椭圆 14384">
                <a:extLst>
                  <a:ext uri="{FF2B5EF4-FFF2-40B4-BE49-F238E27FC236}">
                    <a16:creationId xmlns:a16="http://schemas.microsoft.com/office/drawing/2014/main" id="{3225FB9B-72F6-4755-82B8-99E71DE0332D}"/>
                  </a:ext>
                </a:extLst>
              </p:cNvPr>
              <p:cNvSpPr/>
              <p:nvPr/>
            </p:nvSpPr>
            <p:spPr>
              <a:xfrm>
                <a:off x="391726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6" name="椭圆 14385">
                <a:extLst>
                  <a:ext uri="{FF2B5EF4-FFF2-40B4-BE49-F238E27FC236}">
                    <a16:creationId xmlns:a16="http://schemas.microsoft.com/office/drawing/2014/main" id="{E35B50D5-7A17-466D-BE6E-0324B6DCA50D}"/>
                  </a:ext>
                </a:extLst>
              </p:cNvPr>
              <p:cNvSpPr/>
              <p:nvPr/>
            </p:nvSpPr>
            <p:spPr>
              <a:xfrm>
                <a:off x="409446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7" name="椭圆 14386">
                <a:extLst>
                  <a:ext uri="{FF2B5EF4-FFF2-40B4-BE49-F238E27FC236}">
                    <a16:creationId xmlns:a16="http://schemas.microsoft.com/office/drawing/2014/main" id="{860E2798-0162-4BB1-9FD2-5B5134252CDF}"/>
                  </a:ext>
                </a:extLst>
              </p:cNvPr>
              <p:cNvSpPr/>
              <p:nvPr/>
            </p:nvSpPr>
            <p:spPr>
              <a:xfrm>
                <a:off x="3857361" y="2895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8" name="椭圆 14387">
                <a:extLst>
                  <a:ext uri="{FF2B5EF4-FFF2-40B4-BE49-F238E27FC236}">
                    <a16:creationId xmlns:a16="http://schemas.microsoft.com/office/drawing/2014/main" id="{11916E0F-4920-46AA-8CEB-DF6649B40939}"/>
                  </a:ext>
                </a:extLst>
              </p:cNvPr>
              <p:cNvSpPr/>
              <p:nvPr/>
            </p:nvSpPr>
            <p:spPr>
              <a:xfrm>
                <a:off x="4028768"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9" name="椭圆 14388">
                <a:extLst>
                  <a:ext uri="{FF2B5EF4-FFF2-40B4-BE49-F238E27FC236}">
                    <a16:creationId xmlns:a16="http://schemas.microsoft.com/office/drawing/2014/main" id="{60EEA700-0CEE-4CE8-AD59-F7E724D5C15F}"/>
                  </a:ext>
                </a:extLst>
              </p:cNvPr>
              <p:cNvSpPr/>
              <p:nvPr/>
            </p:nvSpPr>
            <p:spPr>
              <a:xfrm>
                <a:off x="401966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0" name="椭圆 14389">
                <a:extLst>
                  <a:ext uri="{FF2B5EF4-FFF2-40B4-BE49-F238E27FC236}">
                    <a16:creationId xmlns:a16="http://schemas.microsoft.com/office/drawing/2014/main" id="{A41D1C4E-0D55-478B-B78D-36EBB204F5DC}"/>
                  </a:ext>
                </a:extLst>
              </p:cNvPr>
              <p:cNvSpPr/>
              <p:nvPr/>
            </p:nvSpPr>
            <p:spPr>
              <a:xfrm>
                <a:off x="40352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1" name="椭圆 14390">
                <a:extLst>
                  <a:ext uri="{FF2B5EF4-FFF2-40B4-BE49-F238E27FC236}">
                    <a16:creationId xmlns:a16="http://schemas.microsoft.com/office/drawing/2014/main" id="{3CAC8031-3A53-47A3-972A-C0640F29A4ED}"/>
                  </a:ext>
                </a:extLst>
              </p:cNvPr>
              <p:cNvSpPr/>
              <p:nvPr/>
            </p:nvSpPr>
            <p:spPr>
              <a:xfrm>
                <a:off x="4023996"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2" name="椭圆 14391">
                <a:extLst>
                  <a:ext uri="{FF2B5EF4-FFF2-40B4-BE49-F238E27FC236}">
                    <a16:creationId xmlns:a16="http://schemas.microsoft.com/office/drawing/2014/main" id="{0A7CEF50-EBF9-4EEF-BED6-F68B1127D165}"/>
                  </a:ext>
                </a:extLst>
              </p:cNvPr>
              <p:cNvSpPr/>
              <p:nvPr/>
            </p:nvSpPr>
            <p:spPr>
              <a:xfrm>
                <a:off x="4051597"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3" name="椭圆 14392">
                <a:extLst>
                  <a:ext uri="{FF2B5EF4-FFF2-40B4-BE49-F238E27FC236}">
                    <a16:creationId xmlns:a16="http://schemas.microsoft.com/office/drawing/2014/main" id="{1BBF6357-52E8-496E-AD95-5F889A921AC3}"/>
                  </a:ext>
                </a:extLst>
              </p:cNvPr>
              <p:cNvSpPr/>
              <p:nvPr/>
            </p:nvSpPr>
            <p:spPr>
              <a:xfrm>
                <a:off x="40401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4" name="椭圆 14393">
                <a:extLst>
                  <a:ext uri="{FF2B5EF4-FFF2-40B4-BE49-F238E27FC236}">
                    <a16:creationId xmlns:a16="http://schemas.microsoft.com/office/drawing/2014/main" id="{74455B5A-5EB2-44CE-80B9-CCAD6A960970}"/>
                  </a:ext>
                </a:extLst>
              </p:cNvPr>
              <p:cNvSpPr/>
              <p:nvPr/>
            </p:nvSpPr>
            <p:spPr>
              <a:xfrm>
                <a:off x="40419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5" name="椭圆 14394">
                <a:extLst>
                  <a:ext uri="{FF2B5EF4-FFF2-40B4-BE49-F238E27FC236}">
                    <a16:creationId xmlns:a16="http://schemas.microsoft.com/office/drawing/2014/main" id="{F47B6BE0-C79E-4123-8D7F-1F5000054A69}"/>
                  </a:ext>
                </a:extLst>
              </p:cNvPr>
              <p:cNvSpPr/>
              <p:nvPr/>
            </p:nvSpPr>
            <p:spPr>
              <a:xfrm>
                <a:off x="40319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6" name="椭圆 14395">
                <a:extLst>
                  <a:ext uri="{FF2B5EF4-FFF2-40B4-BE49-F238E27FC236}">
                    <a16:creationId xmlns:a16="http://schemas.microsoft.com/office/drawing/2014/main" id="{35AE2B1C-E0A0-4B8C-B343-9E041EA4E1AE}"/>
                  </a:ext>
                </a:extLst>
              </p:cNvPr>
              <p:cNvSpPr/>
              <p:nvPr/>
            </p:nvSpPr>
            <p:spPr>
              <a:xfrm>
                <a:off x="400946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7" name="椭圆 14396">
                <a:extLst>
                  <a:ext uri="{FF2B5EF4-FFF2-40B4-BE49-F238E27FC236}">
                    <a16:creationId xmlns:a16="http://schemas.microsoft.com/office/drawing/2014/main" id="{4A7B8FCF-AAB6-4E97-9FCF-3B646F91A447}"/>
                  </a:ext>
                </a:extLst>
              </p:cNvPr>
              <p:cNvSpPr/>
              <p:nvPr/>
            </p:nvSpPr>
            <p:spPr>
              <a:xfrm>
                <a:off x="40137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8" name="椭圆 14397">
                <a:extLst>
                  <a:ext uri="{FF2B5EF4-FFF2-40B4-BE49-F238E27FC236}">
                    <a16:creationId xmlns:a16="http://schemas.microsoft.com/office/drawing/2014/main" id="{305C8E0D-E70C-4B71-AA9C-2D56ECD9D870}"/>
                  </a:ext>
                </a:extLst>
              </p:cNvPr>
              <p:cNvSpPr/>
              <p:nvPr/>
            </p:nvSpPr>
            <p:spPr>
              <a:xfrm>
                <a:off x="400553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9" name="椭圆 14398">
                <a:extLst>
                  <a:ext uri="{FF2B5EF4-FFF2-40B4-BE49-F238E27FC236}">
                    <a16:creationId xmlns:a16="http://schemas.microsoft.com/office/drawing/2014/main" id="{A92AD5B0-AA11-457E-BBEF-510B311A0786}"/>
                  </a:ext>
                </a:extLst>
              </p:cNvPr>
              <p:cNvSpPr/>
              <p:nvPr/>
            </p:nvSpPr>
            <p:spPr>
              <a:xfrm>
                <a:off x="39638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0" name="椭圆 14399">
                <a:extLst>
                  <a:ext uri="{FF2B5EF4-FFF2-40B4-BE49-F238E27FC236}">
                    <a16:creationId xmlns:a16="http://schemas.microsoft.com/office/drawing/2014/main" id="{A6424D78-C8EB-4D92-9AB1-46EF5F29D0DE}"/>
                  </a:ext>
                </a:extLst>
              </p:cNvPr>
              <p:cNvSpPr/>
              <p:nvPr/>
            </p:nvSpPr>
            <p:spPr>
              <a:xfrm>
                <a:off x="3961049" y="2805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1" name="椭圆 14400">
                <a:extLst>
                  <a:ext uri="{FF2B5EF4-FFF2-40B4-BE49-F238E27FC236}">
                    <a16:creationId xmlns:a16="http://schemas.microsoft.com/office/drawing/2014/main" id="{FEF6D85B-C748-4118-927E-D9FA0EADD18F}"/>
                  </a:ext>
                </a:extLst>
              </p:cNvPr>
              <p:cNvSpPr/>
              <p:nvPr/>
            </p:nvSpPr>
            <p:spPr>
              <a:xfrm>
                <a:off x="4200798" y="2868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2" name="椭圆 14401">
                <a:extLst>
                  <a:ext uri="{FF2B5EF4-FFF2-40B4-BE49-F238E27FC236}">
                    <a16:creationId xmlns:a16="http://schemas.microsoft.com/office/drawing/2014/main" id="{F405A3C5-E954-4C6C-BD99-78B7EFDAAFE2}"/>
                  </a:ext>
                </a:extLst>
              </p:cNvPr>
              <p:cNvSpPr/>
              <p:nvPr/>
            </p:nvSpPr>
            <p:spPr>
              <a:xfrm>
                <a:off x="4013829"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3" name="椭圆 14402">
                <a:extLst>
                  <a:ext uri="{FF2B5EF4-FFF2-40B4-BE49-F238E27FC236}">
                    <a16:creationId xmlns:a16="http://schemas.microsoft.com/office/drawing/2014/main" id="{E5561145-8A4C-40A0-96EB-863307B2C9B2}"/>
                  </a:ext>
                </a:extLst>
              </p:cNvPr>
              <p:cNvSpPr/>
              <p:nvPr/>
            </p:nvSpPr>
            <p:spPr>
              <a:xfrm>
                <a:off x="40498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4" name="椭圆 14403">
                <a:extLst>
                  <a:ext uri="{FF2B5EF4-FFF2-40B4-BE49-F238E27FC236}">
                    <a16:creationId xmlns:a16="http://schemas.microsoft.com/office/drawing/2014/main" id="{0E635A5C-8978-4829-9467-62C701869BF7}"/>
                  </a:ext>
                </a:extLst>
              </p:cNvPr>
              <p:cNvSpPr/>
              <p:nvPr/>
            </p:nvSpPr>
            <p:spPr>
              <a:xfrm>
                <a:off x="4035925"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5" name="椭圆 14404">
                <a:extLst>
                  <a:ext uri="{FF2B5EF4-FFF2-40B4-BE49-F238E27FC236}">
                    <a16:creationId xmlns:a16="http://schemas.microsoft.com/office/drawing/2014/main" id="{5C564FA4-A8BF-414D-B3F1-3105D2825B91}"/>
                  </a:ext>
                </a:extLst>
              </p:cNvPr>
              <p:cNvSpPr/>
              <p:nvPr/>
            </p:nvSpPr>
            <p:spPr>
              <a:xfrm>
                <a:off x="3941009"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6" name="椭圆 14405">
                <a:extLst>
                  <a:ext uri="{FF2B5EF4-FFF2-40B4-BE49-F238E27FC236}">
                    <a16:creationId xmlns:a16="http://schemas.microsoft.com/office/drawing/2014/main" id="{85A1DB3F-C8A0-4EBC-BA5D-54DED64555A6}"/>
                  </a:ext>
                </a:extLst>
              </p:cNvPr>
              <p:cNvSpPr/>
              <p:nvPr/>
            </p:nvSpPr>
            <p:spPr>
              <a:xfrm>
                <a:off x="40169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7" name="椭圆 14406">
                <a:extLst>
                  <a:ext uri="{FF2B5EF4-FFF2-40B4-BE49-F238E27FC236}">
                    <a16:creationId xmlns:a16="http://schemas.microsoft.com/office/drawing/2014/main" id="{66A9F597-9DDA-41EA-A8E4-EF55E4A6D28E}"/>
                  </a:ext>
                </a:extLst>
              </p:cNvPr>
              <p:cNvSpPr/>
              <p:nvPr/>
            </p:nvSpPr>
            <p:spPr>
              <a:xfrm>
                <a:off x="4018931" y="29925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8" name="椭圆 14407">
                <a:extLst>
                  <a:ext uri="{FF2B5EF4-FFF2-40B4-BE49-F238E27FC236}">
                    <a16:creationId xmlns:a16="http://schemas.microsoft.com/office/drawing/2014/main" id="{97CA1C0C-73EE-4347-B767-C528C0D5B0AD}"/>
                  </a:ext>
                </a:extLst>
              </p:cNvPr>
              <p:cNvSpPr/>
              <p:nvPr/>
            </p:nvSpPr>
            <p:spPr>
              <a:xfrm>
                <a:off x="4013279" y="2945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9" name="椭圆 14408">
                <a:extLst>
                  <a:ext uri="{FF2B5EF4-FFF2-40B4-BE49-F238E27FC236}">
                    <a16:creationId xmlns:a16="http://schemas.microsoft.com/office/drawing/2014/main" id="{5EB460DA-06E3-4FCB-9F31-E7A08CE749E1}"/>
                  </a:ext>
                </a:extLst>
              </p:cNvPr>
              <p:cNvSpPr/>
              <p:nvPr/>
            </p:nvSpPr>
            <p:spPr>
              <a:xfrm>
                <a:off x="4025024"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0" name="椭圆 14409">
                <a:extLst>
                  <a:ext uri="{FF2B5EF4-FFF2-40B4-BE49-F238E27FC236}">
                    <a16:creationId xmlns:a16="http://schemas.microsoft.com/office/drawing/2014/main" id="{B42C8592-F754-4CB3-A25C-BAE76DDB8165}"/>
                  </a:ext>
                </a:extLst>
              </p:cNvPr>
              <p:cNvSpPr/>
              <p:nvPr/>
            </p:nvSpPr>
            <p:spPr>
              <a:xfrm>
                <a:off x="4016178" y="3008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1" name="椭圆 14410">
                <a:extLst>
                  <a:ext uri="{FF2B5EF4-FFF2-40B4-BE49-F238E27FC236}">
                    <a16:creationId xmlns:a16="http://schemas.microsoft.com/office/drawing/2014/main" id="{4FA65BC0-BC6B-4AA5-B60E-70C11993CCEB}"/>
                  </a:ext>
                </a:extLst>
              </p:cNvPr>
              <p:cNvSpPr/>
              <p:nvPr/>
            </p:nvSpPr>
            <p:spPr>
              <a:xfrm>
                <a:off x="3983879" y="28971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2" name="椭圆 14411">
                <a:extLst>
                  <a:ext uri="{FF2B5EF4-FFF2-40B4-BE49-F238E27FC236}">
                    <a16:creationId xmlns:a16="http://schemas.microsoft.com/office/drawing/2014/main" id="{8194A13A-FCFA-4268-97B1-15CCFAD80052}"/>
                  </a:ext>
                </a:extLst>
              </p:cNvPr>
              <p:cNvSpPr/>
              <p:nvPr/>
            </p:nvSpPr>
            <p:spPr>
              <a:xfrm>
                <a:off x="401562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3" name="椭圆 14412">
                <a:extLst>
                  <a:ext uri="{FF2B5EF4-FFF2-40B4-BE49-F238E27FC236}">
                    <a16:creationId xmlns:a16="http://schemas.microsoft.com/office/drawing/2014/main" id="{065D1964-38B6-4272-B750-B8F6F64B8A99}"/>
                  </a:ext>
                </a:extLst>
              </p:cNvPr>
              <p:cNvSpPr/>
              <p:nvPr/>
            </p:nvSpPr>
            <p:spPr>
              <a:xfrm>
                <a:off x="401526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4" name="椭圆 14413">
                <a:extLst>
                  <a:ext uri="{FF2B5EF4-FFF2-40B4-BE49-F238E27FC236}">
                    <a16:creationId xmlns:a16="http://schemas.microsoft.com/office/drawing/2014/main" id="{D4270A77-2906-40A2-A25C-21BAD3F176D6}"/>
                  </a:ext>
                </a:extLst>
              </p:cNvPr>
              <p:cNvSpPr/>
              <p:nvPr/>
            </p:nvSpPr>
            <p:spPr>
              <a:xfrm>
                <a:off x="403265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5" name="椭圆 14414">
                <a:extLst>
                  <a:ext uri="{FF2B5EF4-FFF2-40B4-BE49-F238E27FC236}">
                    <a16:creationId xmlns:a16="http://schemas.microsoft.com/office/drawing/2014/main" id="{DB515A6B-160F-4134-B5D7-1A1F124D7432}"/>
                  </a:ext>
                </a:extLst>
              </p:cNvPr>
              <p:cNvSpPr/>
              <p:nvPr/>
            </p:nvSpPr>
            <p:spPr>
              <a:xfrm>
                <a:off x="401529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6" name="椭圆 14415">
                <a:extLst>
                  <a:ext uri="{FF2B5EF4-FFF2-40B4-BE49-F238E27FC236}">
                    <a16:creationId xmlns:a16="http://schemas.microsoft.com/office/drawing/2014/main" id="{0344ED88-4A08-4E97-9BFA-13A6E6BC6BDE}"/>
                  </a:ext>
                </a:extLst>
              </p:cNvPr>
              <p:cNvSpPr/>
              <p:nvPr/>
            </p:nvSpPr>
            <p:spPr>
              <a:xfrm>
                <a:off x="4005718"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7" name="椭圆 14416">
                <a:extLst>
                  <a:ext uri="{FF2B5EF4-FFF2-40B4-BE49-F238E27FC236}">
                    <a16:creationId xmlns:a16="http://schemas.microsoft.com/office/drawing/2014/main" id="{0049DE8E-82A7-4E7B-AB61-E0B5E1E77960}"/>
                  </a:ext>
                </a:extLst>
              </p:cNvPr>
              <p:cNvSpPr/>
              <p:nvPr/>
            </p:nvSpPr>
            <p:spPr>
              <a:xfrm>
                <a:off x="412654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8" name="椭圆 14417">
                <a:extLst>
                  <a:ext uri="{FF2B5EF4-FFF2-40B4-BE49-F238E27FC236}">
                    <a16:creationId xmlns:a16="http://schemas.microsoft.com/office/drawing/2014/main" id="{608FA45F-C4D6-4B62-8313-63332FF0EDE6}"/>
                  </a:ext>
                </a:extLst>
              </p:cNvPr>
              <p:cNvSpPr/>
              <p:nvPr/>
            </p:nvSpPr>
            <p:spPr>
              <a:xfrm>
                <a:off x="399628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9" name="椭圆 14418">
                <a:extLst>
                  <a:ext uri="{FF2B5EF4-FFF2-40B4-BE49-F238E27FC236}">
                    <a16:creationId xmlns:a16="http://schemas.microsoft.com/office/drawing/2014/main" id="{4358B05A-A74B-49C7-9F05-D991CD780708}"/>
                  </a:ext>
                </a:extLst>
              </p:cNvPr>
              <p:cNvSpPr/>
              <p:nvPr/>
            </p:nvSpPr>
            <p:spPr>
              <a:xfrm>
                <a:off x="4151762"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0" name="椭圆 14419">
                <a:extLst>
                  <a:ext uri="{FF2B5EF4-FFF2-40B4-BE49-F238E27FC236}">
                    <a16:creationId xmlns:a16="http://schemas.microsoft.com/office/drawing/2014/main" id="{AD01EB82-CBE2-470B-ADEA-EA63A014DB9F}"/>
                  </a:ext>
                </a:extLst>
              </p:cNvPr>
              <p:cNvSpPr/>
              <p:nvPr/>
            </p:nvSpPr>
            <p:spPr>
              <a:xfrm>
                <a:off x="4017720"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1" name="椭圆 14420">
                <a:extLst>
                  <a:ext uri="{FF2B5EF4-FFF2-40B4-BE49-F238E27FC236}">
                    <a16:creationId xmlns:a16="http://schemas.microsoft.com/office/drawing/2014/main" id="{CFDA0344-E0BC-4C05-96AE-9FD44FE9EEC1}"/>
                  </a:ext>
                </a:extLst>
              </p:cNvPr>
              <p:cNvSpPr/>
              <p:nvPr/>
            </p:nvSpPr>
            <p:spPr>
              <a:xfrm>
                <a:off x="393987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2" name="椭圆 14421">
                <a:extLst>
                  <a:ext uri="{FF2B5EF4-FFF2-40B4-BE49-F238E27FC236}">
                    <a16:creationId xmlns:a16="http://schemas.microsoft.com/office/drawing/2014/main" id="{DF08CBAC-DE7D-409F-8FCA-C6CC6FC750EC}"/>
                  </a:ext>
                </a:extLst>
              </p:cNvPr>
              <p:cNvSpPr/>
              <p:nvPr/>
            </p:nvSpPr>
            <p:spPr>
              <a:xfrm>
                <a:off x="40290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3" name="椭圆 14422">
                <a:extLst>
                  <a:ext uri="{FF2B5EF4-FFF2-40B4-BE49-F238E27FC236}">
                    <a16:creationId xmlns:a16="http://schemas.microsoft.com/office/drawing/2014/main" id="{C4B67DF1-CC49-4548-A549-86A83E0D16D5}"/>
                  </a:ext>
                </a:extLst>
              </p:cNvPr>
              <p:cNvSpPr/>
              <p:nvPr/>
            </p:nvSpPr>
            <p:spPr>
              <a:xfrm>
                <a:off x="400017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4" name="椭圆 14423">
                <a:extLst>
                  <a:ext uri="{FF2B5EF4-FFF2-40B4-BE49-F238E27FC236}">
                    <a16:creationId xmlns:a16="http://schemas.microsoft.com/office/drawing/2014/main" id="{87072E0B-96DB-4CB6-96CB-FE542D11A573}"/>
                  </a:ext>
                </a:extLst>
              </p:cNvPr>
              <p:cNvSpPr/>
              <p:nvPr/>
            </p:nvSpPr>
            <p:spPr>
              <a:xfrm>
                <a:off x="4001460"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5" name="椭圆 14424">
                <a:extLst>
                  <a:ext uri="{FF2B5EF4-FFF2-40B4-BE49-F238E27FC236}">
                    <a16:creationId xmlns:a16="http://schemas.microsoft.com/office/drawing/2014/main" id="{B274B81A-D574-496C-8965-129A9F622029}"/>
                  </a:ext>
                </a:extLst>
              </p:cNvPr>
              <p:cNvSpPr/>
              <p:nvPr/>
            </p:nvSpPr>
            <p:spPr>
              <a:xfrm>
                <a:off x="4013939"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6" name="椭圆 14425">
                <a:extLst>
                  <a:ext uri="{FF2B5EF4-FFF2-40B4-BE49-F238E27FC236}">
                    <a16:creationId xmlns:a16="http://schemas.microsoft.com/office/drawing/2014/main" id="{D678A9C6-75D6-4D03-859E-7499B4128F9D}"/>
                  </a:ext>
                </a:extLst>
              </p:cNvPr>
              <p:cNvSpPr/>
              <p:nvPr/>
            </p:nvSpPr>
            <p:spPr>
              <a:xfrm>
                <a:off x="3893110"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7" name="椭圆 14426">
                <a:extLst>
                  <a:ext uri="{FF2B5EF4-FFF2-40B4-BE49-F238E27FC236}">
                    <a16:creationId xmlns:a16="http://schemas.microsoft.com/office/drawing/2014/main" id="{B6E77B7C-0DDA-4E5E-AA77-4DBE15F32BA8}"/>
                  </a:ext>
                </a:extLst>
              </p:cNvPr>
              <p:cNvSpPr/>
              <p:nvPr/>
            </p:nvSpPr>
            <p:spPr>
              <a:xfrm>
                <a:off x="3977492"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8" name="椭圆 14427">
                <a:extLst>
                  <a:ext uri="{FF2B5EF4-FFF2-40B4-BE49-F238E27FC236}">
                    <a16:creationId xmlns:a16="http://schemas.microsoft.com/office/drawing/2014/main" id="{70D88A5A-82D1-4C2D-8FBB-218E2B3BDD3E}"/>
                  </a:ext>
                </a:extLst>
              </p:cNvPr>
              <p:cNvSpPr/>
              <p:nvPr/>
            </p:nvSpPr>
            <p:spPr>
              <a:xfrm>
                <a:off x="399823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9" name="椭圆 14428">
                <a:extLst>
                  <a:ext uri="{FF2B5EF4-FFF2-40B4-BE49-F238E27FC236}">
                    <a16:creationId xmlns:a16="http://schemas.microsoft.com/office/drawing/2014/main" id="{9FE4EE97-F4AC-49A5-93C2-0ADD6A6B35D3}"/>
                  </a:ext>
                </a:extLst>
              </p:cNvPr>
              <p:cNvSpPr/>
              <p:nvPr/>
            </p:nvSpPr>
            <p:spPr>
              <a:xfrm>
                <a:off x="4055892"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0" name="椭圆 14429">
                <a:extLst>
                  <a:ext uri="{FF2B5EF4-FFF2-40B4-BE49-F238E27FC236}">
                    <a16:creationId xmlns:a16="http://schemas.microsoft.com/office/drawing/2014/main" id="{025F0CD7-4FFD-4864-868D-C0B3F947BB7D}"/>
                  </a:ext>
                </a:extLst>
              </p:cNvPr>
              <p:cNvSpPr/>
              <p:nvPr/>
            </p:nvSpPr>
            <p:spPr>
              <a:xfrm>
                <a:off x="4069545" y="29567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1" name="椭圆 14430">
                <a:extLst>
                  <a:ext uri="{FF2B5EF4-FFF2-40B4-BE49-F238E27FC236}">
                    <a16:creationId xmlns:a16="http://schemas.microsoft.com/office/drawing/2014/main" id="{39B81864-BC39-4C6E-9561-801B9C732FD5}"/>
                  </a:ext>
                </a:extLst>
              </p:cNvPr>
              <p:cNvSpPr/>
              <p:nvPr/>
            </p:nvSpPr>
            <p:spPr>
              <a:xfrm>
                <a:off x="401192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2" name="椭圆 14431">
                <a:extLst>
                  <a:ext uri="{FF2B5EF4-FFF2-40B4-BE49-F238E27FC236}">
                    <a16:creationId xmlns:a16="http://schemas.microsoft.com/office/drawing/2014/main" id="{138F2216-AA02-469F-A9DE-1EBD540F4689}"/>
                  </a:ext>
                </a:extLst>
              </p:cNvPr>
              <p:cNvSpPr/>
              <p:nvPr/>
            </p:nvSpPr>
            <p:spPr>
              <a:xfrm>
                <a:off x="3936604" y="30221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3" name="椭圆 14432">
                <a:extLst>
                  <a:ext uri="{FF2B5EF4-FFF2-40B4-BE49-F238E27FC236}">
                    <a16:creationId xmlns:a16="http://schemas.microsoft.com/office/drawing/2014/main" id="{9F1166CE-38B1-4797-87FC-67381AA11E3D}"/>
                  </a:ext>
                </a:extLst>
              </p:cNvPr>
              <p:cNvSpPr/>
              <p:nvPr/>
            </p:nvSpPr>
            <p:spPr>
              <a:xfrm>
                <a:off x="41418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4" name="椭圆 14433">
                <a:extLst>
                  <a:ext uri="{FF2B5EF4-FFF2-40B4-BE49-F238E27FC236}">
                    <a16:creationId xmlns:a16="http://schemas.microsoft.com/office/drawing/2014/main" id="{3E88D19C-2902-4190-940D-0C9A92B435D6}"/>
                  </a:ext>
                </a:extLst>
              </p:cNvPr>
              <p:cNvSpPr/>
              <p:nvPr/>
            </p:nvSpPr>
            <p:spPr>
              <a:xfrm>
                <a:off x="40193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5" name="椭圆 14434">
                <a:extLst>
                  <a:ext uri="{FF2B5EF4-FFF2-40B4-BE49-F238E27FC236}">
                    <a16:creationId xmlns:a16="http://schemas.microsoft.com/office/drawing/2014/main" id="{2BF18C9F-6EB1-4A7A-A4B5-D0E87DA98417}"/>
                  </a:ext>
                </a:extLst>
              </p:cNvPr>
              <p:cNvSpPr/>
              <p:nvPr/>
            </p:nvSpPr>
            <p:spPr>
              <a:xfrm>
                <a:off x="405603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6" name="椭圆 14435">
                <a:extLst>
                  <a:ext uri="{FF2B5EF4-FFF2-40B4-BE49-F238E27FC236}">
                    <a16:creationId xmlns:a16="http://schemas.microsoft.com/office/drawing/2014/main" id="{3E2A3662-12A2-45C2-ACC9-B1B59E5104CE}"/>
                  </a:ext>
                </a:extLst>
              </p:cNvPr>
              <p:cNvSpPr/>
              <p:nvPr/>
            </p:nvSpPr>
            <p:spPr>
              <a:xfrm>
                <a:off x="4047633" y="27695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7" name="椭圆 14436">
                <a:extLst>
                  <a:ext uri="{FF2B5EF4-FFF2-40B4-BE49-F238E27FC236}">
                    <a16:creationId xmlns:a16="http://schemas.microsoft.com/office/drawing/2014/main" id="{1B7A4B2A-E0EC-492E-866D-929DA55B7270}"/>
                  </a:ext>
                </a:extLst>
              </p:cNvPr>
              <p:cNvSpPr/>
              <p:nvPr/>
            </p:nvSpPr>
            <p:spPr>
              <a:xfrm>
                <a:off x="3982044"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8" name="椭圆 14437">
                <a:extLst>
                  <a:ext uri="{FF2B5EF4-FFF2-40B4-BE49-F238E27FC236}">
                    <a16:creationId xmlns:a16="http://schemas.microsoft.com/office/drawing/2014/main" id="{BF5F9B26-B550-447A-82F4-5B3636F8056F}"/>
                  </a:ext>
                </a:extLst>
              </p:cNvPr>
              <p:cNvSpPr/>
              <p:nvPr/>
            </p:nvSpPr>
            <p:spPr>
              <a:xfrm>
                <a:off x="3968904" y="26056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9" name="椭圆 14438">
                <a:extLst>
                  <a:ext uri="{FF2B5EF4-FFF2-40B4-BE49-F238E27FC236}">
                    <a16:creationId xmlns:a16="http://schemas.microsoft.com/office/drawing/2014/main" id="{40A4A8A2-09B5-4BAF-B0A8-91D2EE05348C}"/>
                  </a:ext>
                </a:extLst>
              </p:cNvPr>
              <p:cNvSpPr/>
              <p:nvPr/>
            </p:nvSpPr>
            <p:spPr>
              <a:xfrm>
                <a:off x="4051120" y="2979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0" name="椭圆 14439">
                <a:extLst>
                  <a:ext uri="{FF2B5EF4-FFF2-40B4-BE49-F238E27FC236}">
                    <a16:creationId xmlns:a16="http://schemas.microsoft.com/office/drawing/2014/main" id="{9DD4D75A-5FBA-42D1-9580-F4E10EAEDAE9}"/>
                  </a:ext>
                </a:extLst>
              </p:cNvPr>
              <p:cNvSpPr/>
              <p:nvPr/>
            </p:nvSpPr>
            <p:spPr>
              <a:xfrm>
                <a:off x="4155653" y="29091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1" name="椭圆 14440">
                <a:extLst>
                  <a:ext uri="{FF2B5EF4-FFF2-40B4-BE49-F238E27FC236}">
                    <a16:creationId xmlns:a16="http://schemas.microsoft.com/office/drawing/2014/main" id="{2FB5FCD9-120F-4F24-BC34-28F1D3CA4AB7}"/>
                  </a:ext>
                </a:extLst>
              </p:cNvPr>
              <p:cNvSpPr/>
              <p:nvPr/>
            </p:nvSpPr>
            <p:spPr>
              <a:xfrm>
                <a:off x="399834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2" name="椭圆 14441">
                <a:extLst>
                  <a:ext uri="{FF2B5EF4-FFF2-40B4-BE49-F238E27FC236}">
                    <a16:creationId xmlns:a16="http://schemas.microsoft.com/office/drawing/2014/main" id="{09954E06-AABF-4129-9142-605B5E71406A}"/>
                  </a:ext>
                </a:extLst>
              </p:cNvPr>
              <p:cNvSpPr/>
              <p:nvPr/>
            </p:nvSpPr>
            <p:spPr>
              <a:xfrm>
                <a:off x="4011407"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3" name="椭圆 14442">
                <a:extLst>
                  <a:ext uri="{FF2B5EF4-FFF2-40B4-BE49-F238E27FC236}">
                    <a16:creationId xmlns:a16="http://schemas.microsoft.com/office/drawing/2014/main" id="{709FEE97-8857-4738-B672-5176FC358E67}"/>
                  </a:ext>
                </a:extLst>
              </p:cNvPr>
              <p:cNvSpPr/>
              <p:nvPr/>
            </p:nvSpPr>
            <p:spPr>
              <a:xfrm>
                <a:off x="414020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4" name="椭圆 14443">
                <a:extLst>
                  <a:ext uri="{FF2B5EF4-FFF2-40B4-BE49-F238E27FC236}">
                    <a16:creationId xmlns:a16="http://schemas.microsoft.com/office/drawing/2014/main" id="{7E2B96C4-CF45-497A-A7FA-629D3AAB482A}"/>
                  </a:ext>
                </a:extLst>
              </p:cNvPr>
              <p:cNvSpPr/>
              <p:nvPr/>
            </p:nvSpPr>
            <p:spPr>
              <a:xfrm>
                <a:off x="398663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5" name="椭圆 14444">
                <a:extLst>
                  <a:ext uri="{FF2B5EF4-FFF2-40B4-BE49-F238E27FC236}">
                    <a16:creationId xmlns:a16="http://schemas.microsoft.com/office/drawing/2014/main" id="{E384430F-49EC-4749-9F02-2F316DDBD222}"/>
                  </a:ext>
                </a:extLst>
              </p:cNvPr>
              <p:cNvSpPr/>
              <p:nvPr/>
            </p:nvSpPr>
            <p:spPr>
              <a:xfrm>
                <a:off x="4004837" y="3040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6" name="椭圆 14445">
                <a:extLst>
                  <a:ext uri="{FF2B5EF4-FFF2-40B4-BE49-F238E27FC236}">
                    <a16:creationId xmlns:a16="http://schemas.microsoft.com/office/drawing/2014/main" id="{F6CB7026-62DD-4B8A-A029-C284F9D9D306}"/>
                  </a:ext>
                </a:extLst>
              </p:cNvPr>
              <p:cNvSpPr/>
              <p:nvPr/>
            </p:nvSpPr>
            <p:spPr>
              <a:xfrm>
                <a:off x="4027777"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7" name="椭圆 14446">
                <a:extLst>
                  <a:ext uri="{FF2B5EF4-FFF2-40B4-BE49-F238E27FC236}">
                    <a16:creationId xmlns:a16="http://schemas.microsoft.com/office/drawing/2014/main" id="{4992F6ED-1677-4885-B25E-1D9114C55861}"/>
                  </a:ext>
                </a:extLst>
              </p:cNvPr>
              <p:cNvSpPr/>
              <p:nvPr/>
            </p:nvSpPr>
            <p:spPr>
              <a:xfrm>
                <a:off x="4013682"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8" name="椭圆 14447">
                <a:extLst>
                  <a:ext uri="{FF2B5EF4-FFF2-40B4-BE49-F238E27FC236}">
                    <a16:creationId xmlns:a16="http://schemas.microsoft.com/office/drawing/2014/main" id="{EE688BFA-2A53-498A-97CC-CC491304308F}"/>
                  </a:ext>
                </a:extLst>
              </p:cNvPr>
              <p:cNvSpPr/>
              <p:nvPr/>
            </p:nvSpPr>
            <p:spPr>
              <a:xfrm>
                <a:off x="409087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9" name="椭圆 14448">
                <a:extLst>
                  <a:ext uri="{FF2B5EF4-FFF2-40B4-BE49-F238E27FC236}">
                    <a16:creationId xmlns:a16="http://schemas.microsoft.com/office/drawing/2014/main" id="{EE83C22F-CEE1-4A94-8A81-743811401813}"/>
                  </a:ext>
                </a:extLst>
              </p:cNvPr>
              <p:cNvSpPr/>
              <p:nvPr/>
            </p:nvSpPr>
            <p:spPr>
              <a:xfrm>
                <a:off x="407648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0" name="椭圆 14449">
                <a:extLst>
                  <a:ext uri="{FF2B5EF4-FFF2-40B4-BE49-F238E27FC236}">
                    <a16:creationId xmlns:a16="http://schemas.microsoft.com/office/drawing/2014/main" id="{22242821-C0D6-4419-BFD0-610B93C07AF0}"/>
                  </a:ext>
                </a:extLst>
              </p:cNvPr>
              <p:cNvSpPr/>
              <p:nvPr/>
            </p:nvSpPr>
            <p:spPr>
              <a:xfrm>
                <a:off x="4034640"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1" name="椭圆 14450">
                <a:extLst>
                  <a:ext uri="{FF2B5EF4-FFF2-40B4-BE49-F238E27FC236}">
                    <a16:creationId xmlns:a16="http://schemas.microsoft.com/office/drawing/2014/main" id="{D6C4BDE4-79DB-4B75-A740-A223D76D670F}"/>
                  </a:ext>
                </a:extLst>
              </p:cNvPr>
              <p:cNvSpPr/>
              <p:nvPr/>
            </p:nvSpPr>
            <p:spPr>
              <a:xfrm>
                <a:off x="40584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2" name="椭圆 14451">
                <a:extLst>
                  <a:ext uri="{FF2B5EF4-FFF2-40B4-BE49-F238E27FC236}">
                    <a16:creationId xmlns:a16="http://schemas.microsoft.com/office/drawing/2014/main" id="{D8E25ED7-26EE-4BE3-9740-1CE8EC355B17}"/>
                  </a:ext>
                </a:extLst>
              </p:cNvPr>
              <p:cNvSpPr/>
              <p:nvPr/>
            </p:nvSpPr>
            <p:spPr>
              <a:xfrm>
                <a:off x="40220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3" name="椭圆 14452">
                <a:extLst>
                  <a:ext uri="{FF2B5EF4-FFF2-40B4-BE49-F238E27FC236}">
                    <a16:creationId xmlns:a16="http://schemas.microsoft.com/office/drawing/2014/main" id="{4DAF4F7C-2FED-4918-9995-32A5C5956FB1}"/>
                  </a:ext>
                </a:extLst>
              </p:cNvPr>
              <p:cNvSpPr/>
              <p:nvPr/>
            </p:nvSpPr>
            <p:spPr>
              <a:xfrm>
                <a:off x="396402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4" name="椭圆 14453">
                <a:extLst>
                  <a:ext uri="{FF2B5EF4-FFF2-40B4-BE49-F238E27FC236}">
                    <a16:creationId xmlns:a16="http://schemas.microsoft.com/office/drawing/2014/main" id="{824708D6-39A5-497B-9AC6-C5CDCDB59FBA}"/>
                  </a:ext>
                </a:extLst>
              </p:cNvPr>
              <p:cNvSpPr/>
              <p:nvPr/>
            </p:nvSpPr>
            <p:spPr>
              <a:xfrm>
                <a:off x="4047119"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5" name="椭圆 14454">
                <a:extLst>
                  <a:ext uri="{FF2B5EF4-FFF2-40B4-BE49-F238E27FC236}">
                    <a16:creationId xmlns:a16="http://schemas.microsoft.com/office/drawing/2014/main" id="{EB7DB2E5-1285-4C70-B665-B8C0933EC81F}"/>
                  </a:ext>
                </a:extLst>
              </p:cNvPr>
              <p:cNvSpPr/>
              <p:nvPr/>
            </p:nvSpPr>
            <p:spPr>
              <a:xfrm>
                <a:off x="389039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6" name="椭圆 14455">
                <a:extLst>
                  <a:ext uri="{FF2B5EF4-FFF2-40B4-BE49-F238E27FC236}">
                    <a16:creationId xmlns:a16="http://schemas.microsoft.com/office/drawing/2014/main" id="{3531DD27-82B0-4A14-97C3-6DAA23D1ECD8}"/>
                  </a:ext>
                </a:extLst>
              </p:cNvPr>
              <p:cNvSpPr/>
              <p:nvPr/>
            </p:nvSpPr>
            <p:spPr>
              <a:xfrm>
                <a:off x="3952864" y="2978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7" name="椭圆 14456">
                <a:extLst>
                  <a:ext uri="{FF2B5EF4-FFF2-40B4-BE49-F238E27FC236}">
                    <a16:creationId xmlns:a16="http://schemas.microsoft.com/office/drawing/2014/main" id="{2390E990-4560-44E2-90DE-11CCEDDE1017}"/>
                  </a:ext>
                </a:extLst>
              </p:cNvPr>
              <p:cNvSpPr/>
              <p:nvPr/>
            </p:nvSpPr>
            <p:spPr>
              <a:xfrm>
                <a:off x="4070463"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8" name="椭圆 14457">
                <a:extLst>
                  <a:ext uri="{FF2B5EF4-FFF2-40B4-BE49-F238E27FC236}">
                    <a16:creationId xmlns:a16="http://schemas.microsoft.com/office/drawing/2014/main" id="{D138D4B2-726D-4775-ACB9-DBD2E191BF1E}"/>
                  </a:ext>
                </a:extLst>
              </p:cNvPr>
              <p:cNvSpPr/>
              <p:nvPr/>
            </p:nvSpPr>
            <p:spPr>
              <a:xfrm>
                <a:off x="400439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9" name="椭圆 14458">
                <a:extLst>
                  <a:ext uri="{FF2B5EF4-FFF2-40B4-BE49-F238E27FC236}">
                    <a16:creationId xmlns:a16="http://schemas.microsoft.com/office/drawing/2014/main" id="{E407D9B8-2F83-4071-8C4A-6B4F29E620A9}"/>
                  </a:ext>
                </a:extLst>
              </p:cNvPr>
              <p:cNvSpPr/>
              <p:nvPr/>
            </p:nvSpPr>
            <p:spPr>
              <a:xfrm>
                <a:off x="4083713"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0" name="椭圆 14459">
                <a:extLst>
                  <a:ext uri="{FF2B5EF4-FFF2-40B4-BE49-F238E27FC236}">
                    <a16:creationId xmlns:a16="http://schemas.microsoft.com/office/drawing/2014/main" id="{2C5374C1-DEB4-4457-B7E5-6AFAB94FB074}"/>
                  </a:ext>
                </a:extLst>
              </p:cNvPr>
              <p:cNvSpPr/>
              <p:nvPr/>
            </p:nvSpPr>
            <p:spPr>
              <a:xfrm>
                <a:off x="4031374"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1" name="椭圆 14460">
                <a:extLst>
                  <a:ext uri="{FF2B5EF4-FFF2-40B4-BE49-F238E27FC236}">
                    <a16:creationId xmlns:a16="http://schemas.microsoft.com/office/drawing/2014/main" id="{141957D0-B1CF-414F-A1F3-1D0088FA64A7}"/>
                  </a:ext>
                </a:extLst>
              </p:cNvPr>
              <p:cNvSpPr/>
              <p:nvPr/>
            </p:nvSpPr>
            <p:spPr>
              <a:xfrm>
                <a:off x="40376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2" name="椭圆 14461">
                <a:extLst>
                  <a:ext uri="{FF2B5EF4-FFF2-40B4-BE49-F238E27FC236}">
                    <a16:creationId xmlns:a16="http://schemas.microsoft.com/office/drawing/2014/main" id="{54BC9DCB-44BB-494D-97C3-E4991EDC5317}"/>
                  </a:ext>
                </a:extLst>
              </p:cNvPr>
              <p:cNvSpPr/>
              <p:nvPr/>
            </p:nvSpPr>
            <p:spPr>
              <a:xfrm>
                <a:off x="398039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3" name="椭圆 14462">
                <a:extLst>
                  <a:ext uri="{FF2B5EF4-FFF2-40B4-BE49-F238E27FC236}">
                    <a16:creationId xmlns:a16="http://schemas.microsoft.com/office/drawing/2014/main" id="{77E2A3EE-6CE3-4352-900E-B05C57241D2F}"/>
                  </a:ext>
                </a:extLst>
              </p:cNvPr>
              <p:cNvSpPr/>
              <p:nvPr/>
            </p:nvSpPr>
            <p:spPr>
              <a:xfrm>
                <a:off x="41051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4" name="椭圆 14463">
                <a:extLst>
                  <a:ext uri="{FF2B5EF4-FFF2-40B4-BE49-F238E27FC236}">
                    <a16:creationId xmlns:a16="http://schemas.microsoft.com/office/drawing/2014/main" id="{7FAD3764-94E7-4D5E-801B-37B26319C1BF}"/>
                  </a:ext>
                </a:extLst>
              </p:cNvPr>
              <p:cNvSpPr/>
              <p:nvPr/>
            </p:nvSpPr>
            <p:spPr>
              <a:xfrm>
                <a:off x="405963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5" name="椭圆 14464">
                <a:extLst>
                  <a:ext uri="{FF2B5EF4-FFF2-40B4-BE49-F238E27FC236}">
                    <a16:creationId xmlns:a16="http://schemas.microsoft.com/office/drawing/2014/main" id="{DCABF3AA-7F42-4FDA-AAE9-B0435E30AC81}"/>
                  </a:ext>
                </a:extLst>
              </p:cNvPr>
              <p:cNvSpPr/>
              <p:nvPr/>
            </p:nvSpPr>
            <p:spPr>
              <a:xfrm>
                <a:off x="4029722"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6" name="椭圆 14465">
                <a:extLst>
                  <a:ext uri="{FF2B5EF4-FFF2-40B4-BE49-F238E27FC236}">
                    <a16:creationId xmlns:a16="http://schemas.microsoft.com/office/drawing/2014/main" id="{D6523E18-365E-4C09-AFC0-5A32DD38D49E}"/>
                  </a:ext>
                </a:extLst>
              </p:cNvPr>
              <p:cNvSpPr/>
              <p:nvPr/>
            </p:nvSpPr>
            <p:spPr>
              <a:xfrm>
                <a:off x="4061691" y="2747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7" name="椭圆 14466">
                <a:extLst>
                  <a:ext uri="{FF2B5EF4-FFF2-40B4-BE49-F238E27FC236}">
                    <a16:creationId xmlns:a16="http://schemas.microsoft.com/office/drawing/2014/main" id="{E60F7799-3D3B-47D1-A5F4-E3CC46D9510C}"/>
                  </a:ext>
                </a:extLst>
              </p:cNvPr>
              <p:cNvSpPr/>
              <p:nvPr/>
            </p:nvSpPr>
            <p:spPr>
              <a:xfrm>
                <a:off x="399562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8" name="椭圆 14467">
                <a:extLst>
                  <a:ext uri="{FF2B5EF4-FFF2-40B4-BE49-F238E27FC236}">
                    <a16:creationId xmlns:a16="http://schemas.microsoft.com/office/drawing/2014/main" id="{345CD7DA-DCB0-49ED-A575-92FBF82E0DF5}"/>
                  </a:ext>
                </a:extLst>
              </p:cNvPr>
              <p:cNvSpPr/>
              <p:nvPr/>
            </p:nvSpPr>
            <p:spPr>
              <a:xfrm>
                <a:off x="39602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9" name="椭圆 14468">
                <a:extLst>
                  <a:ext uri="{FF2B5EF4-FFF2-40B4-BE49-F238E27FC236}">
                    <a16:creationId xmlns:a16="http://schemas.microsoft.com/office/drawing/2014/main" id="{66BC5C4A-5E71-444C-8808-8B4447D42757}"/>
                  </a:ext>
                </a:extLst>
              </p:cNvPr>
              <p:cNvSpPr/>
              <p:nvPr/>
            </p:nvSpPr>
            <p:spPr>
              <a:xfrm>
                <a:off x="39807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0" name="椭圆 14469">
                <a:extLst>
                  <a:ext uri="{FF2B5EF4-FFF2-40B4-BE49-F238E27FC236}">
                    <a16:creationId xmlns:a16="http://schemas.microsoft.com/office/drawing/2014/main" id="{E8735DAF-32AF-4883-BFDC-5543E35313CA}"/>
                  </a:ext>
                </a:extLst>
              </p:cNvPr>
              <p:cNvSpPr/>
              <p:nvPr/>
            </p:nvSpPr>
            <p:spPr>
              <a:xfrm>
                <a:off x="386095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1" name="椭圆 14470">
                <a:extLst>
                  <a:ext uri="{FF2B5EF4-FFF2-40B4-BE49-F238E27FC236}">
                    <a16:creationId xmlns:a16="http://schemas.microsoft.com/office/drawing/2014/main" id="{EB457604-3759-4E17-B8BB-E0D8D5C52B95}"/>
                  </a:ext>
                </a:extLst>
              </p:cNvPr>
              <p:cNvSpPr/>
              <p:nvPr/>
            </p:nvSpPr>
            <p:spPr>
              <a:xfrm>
                <a:off x="4010599"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2" name="椭圆 14471">
                <a:extLst>
                  <a:ext uri="{FF2B5EF4-FFF2-40B4-BE49-F238E27FC236}">
                    <a16:creationId xmlns:a16="http://schemas.microsoft.com/office/drawing/2014/main" id="{6C4894BC-17D1-42E0-8193-FA2EB5698EAF}"/>
                  </a:ext>
                </a:extLst>
              </p:cNvPr>
              <p:cNvSpPr/>
              <p:nvPr/>
            </p:nvSpPr>
            <p:spPr>
              <a:xfrm>
                <a:off x="3887862"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3" name="椭圆 14472">
                <a:extLst>
                  <a:ext uri="{FF2B5EF4-FFF2-40B4-BE49-F238E27FC236}">
                    <a16:creationId xmlns:a16="http://schemas.microsoft.com/office/drawing/2014/main" id="{FD5D66E0-EBC0-46CA-A801-7394BC67E776}"/>
                  </a:ext>
                </a:extLst>
              </p:cNvPr>
              <p:cNvSpPr/>
              <p:nvPr/>
            </p:nvSpPr>
            <p:spPr>
              <a:xfrm>
                <a:off x="40206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4" name="椭圆 14473">
                <a:extLst>
                  <a:ext uri="{FF2B5EF4-FFF2-40B4-BE49-F238E27FC236}">
                    <a16:creationId xmlns:a16="http://schemas.microsoft.com/office/drawing/2014/main" id="{2AE46229-D397-4D94-A07E-A98D46E0C31F}"/>
                  </a:ext>
                </a:extLst>
              </p:cNvPr>
              <p:cNvSpPr/>
              <p:nvPr/>
            </p:nvSpPr>
            <p:spPr>
              <a:xfrm>
                <a:off x="3999405" y="29972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5" name="椭圆 14474">
                <a:extLst>
                  <a:ext uri="{FF2B5EF4-FFF2-40B4-BE49-F238E27FC236}">
                    <a16:creationId xmlns:a16="http://schemas.microsoft.com/office/drawing/2014/main" id="{6B7E450F-89D0-4C10-BB47-383953EAAD1D}"/>
                  </a:ext>
                </a:extLst>
              </p:cNvPr>
              <p:cNvSpPr/>
              <p:nvPr/>
            </p:nvSpPr>
            <p:spPr>
              <a:xfrm>
                <a:off x="3886540" y="274718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6" name="椭圆 14475">
                <a:extLst>
                  <a:ext uri="{FF2B5EF4-FFF2-40B4-BE49-F238E27FC236}">
                    <a16:creationId xmlns:a16="http://schemas.microsoft.com/office/drawing/2014/main" id="{F5228F4D-6D03-457C-A0F7-A68BAFFE1308}"/>
                  </a:ext>
                </a:extLst>
              </p:cNvPr>
              <p:cNvSpPr/>
              <p:nvPr/>
            </p:nvSpPr>
            <p:spPr>
              <a:xfrm>
                <a:off x="40325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7" name="椭圆 14476">
                <a:extLst>
                  <a:ext uri="{FF2B5EF4-FFF2-40B4-BE49-F238E27FC236}">
                    <a16:creationId xmlns:a16="http://schemas.microsoft.com/office/drawing/2014/main" id="{1CB66283-6B4E-40E0-82E5-3C545534DCD7}"/>
                  </a:ext>
                </a:extLst>
              </p:cNvPr>
              <p:cNvSpPr/>
              <p:nvPr/>
            </p:nvSpPr>
            <p:spPr>
              <a:xfrm>
                <a:off x="4016178" y="29746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8" name="椭圆 14477">
                <a:extLst>
                  <a:ext uri="{FF2B5EF4-FFF2-40B4-BE49-F238E27FC236}">
                    <a16:creationId xmlns:a16="http://schemas.microsoft.com/office/drawing/2014/main" id="{01DED4F0-8228-41C8-BC72-59C2FF692341}"/>
                  </a:ext>
                </a:extLst>
              </p:cNvPr>
              <p:cNvSpPr/>
              <p:nvPr/>
            </p:nvSpPr>
            <p:spPr>
              <a:xfrm>
                <a:off x="40448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9" name="椭圆 14478">
                <a:extLst>
                  <a:ext uri="{FF2B5EF4-FFF2-40B4-BE49-F238E27FC236}">
                    <a16:creationId xmlns:a16="http://schemas.microsoft.com/office/drawing/2014/main" id="{E2753377-3EE1-4AC1-BD5B-F22F242C1A8D}"/>
                  </a:ext>
                </a:extLst>
              </p:cNvPr>
              <p:cNvSpPr/>
              <p:nvPr/>
            </p:nvSpPr>
            <p:spPr>
              <a:xfrm>
                <a:off x="412948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0" name="椭圆 14479">
                <a:extLst>
                  <a:ext uri="{FF2B5EF4-FFF2-40B4-BE49-F238E27FC236}">
                    <a16:creationId xmlns:a16="http://schemas.microsoft.com/office/drawing/2014/main" id="{5125B5E5-380F-4918-84C0-C78631BD6A15}"/>
                  </a:ext>
                </a:extLst>
              </p:cNvPr>
              <p:cNvSpPr/>
              <p:nvPr/>
            </p:nvSpPr>
            <p:spPr>
              <a:xfrm>
                <a:off x="403357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1" name="椭圆 14480">
                <a:extLst>
                  <a:ext uri="{FF2B5EF4-FFF2-40B4-BE49-F238E27FC236}">
                    <a16:creationId xmlns:a16="http://schemas.microsoft.com/office/drawing/2014/main" id="{1BF607E9-CA00-45C5-BBCA-10273AB954A1}"/>
                  </a:ext>
                </a:extLst>
              </p:cNvPr>
              <p:cNvSpPr/>
              <p:nvPr/>
            </p:nvSpPr>
            <p:spPr>
              <a:xfrm>
                <a:off x="4010562" y="29465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2" name="椭圆 14481">
                <a:extLst>
                  <a:ext uri="{FF2B5EF4-FFF2-40B4-BE49-F238E27FC236}">
                    <a16:creationId xmlns:a16="http://schemas.microsoft.com/office/drawing/2014/main" id="{CA95C63A-BA5B-438A-8E93-B1A484851265}"/>
                  </a:ext>
                </a:extLst>
              </p:cNvPr>
              <p:cNvSpPr/>
              <p:nvPr/>
            </p:nvSpPr>
            <p:spPr>
              <a:xfrm>
                <a:off x="403148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3" name="椭圆 14482">
                <a:extLst>
                  <a:ext uri="{FF2B5EF4-FFF2-40B4-BE49-F238E27FC236}">
                    <a16:creationId xmlns:a16="http://schemas.microsoft.com/office/drawing/2014/main" id="{C65D4990-C786-4383-85BA-9AE9C5F3E5FA}"/>
                  </a:ext>
                </a:extLst>
              </p:cNvPr>
              <p:cNvSpPr/>
              <p:nvPr/>
            </p:nvSpPr>
            <p:spPr>
              <a:xfrm>
                <a:off x="400938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4" name="椭圆 14483">
                <a:extLst>
                  <a:ext uri="{FF2B5EF4-FFF2-40B4-BE49-F238E27FC236}">
                    <a16:creationId xmlns:a16="http://schemas.microsoft.com/office/drawing/2014/main" id="{BD185D59-22DC-4634-973D-33F352A2AE69}"/>
                  </a:ext>
                </a:extLst>
              </p:cNvPr>
              <p:cNvSpPr/>
              <p:nvPr/>
            </p:nvSpPr>
            <p:spPr>
              <a:xfrm>
                <a:off x="400215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5" name="椭圆 14484">
                <a:extLst>
                  <a:ext uri="{FF2B5EF4-FFF2-40B4-BE49-F238E27FC236}">
                    <a16:creationId xmlns:a16="http://schemas.microsoft.com/office/drawing/2014/main" id="{B4F646D6-99EB-4602-8083-11D639AF2326}"/>
                  </a:ext>
                </a:extLst>
              </p:cNvPr>
              <p:cNvSpPr/>
              <p:nvPr/>
            </p:nvSpPr>
            <p:spPr>
              <a:xfrm>
                <a:off x="3953598" y="30126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6" name="椭圆 14485">
                <a:extLst>
                  <a:ext uri="{FF2B5EF4-FFF2-40B4-BE49-F238E27FC236}">
                    <a16:creationId xmlns:a16="http://schemas.microsoft.com/office/drawing/2014/main" id="{E5D710B1-84EC-4116-B538-C6B460873B5E}"/>
                  </a:ext>
                </a:extLst>
              </p:cNvPr>
              <p:cNvSpPr/>
              <p:nvPr/>
            </p:nvSpPr>
            <p:spPr>
              <a:xfrm>
                <a:off x="402652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7" name="椭圆 14486">
                <a:extLst>
                  <a:ext uri="{FF2B5EF4-FFF2-40B4-BE49-F238E27FC236}">
                    <a16:creationId xmlns:a16="http://schemas.microsoft.com/office/drawing/2014/main" id="{7C3800B5-C245-4F79-9154-CC6084CB669D}"/>
                  </a:ext>
                </a:extLst>
              </p:cNvPr>
              <p:cNvSpPr/>
              <p:nvPr/>
            </p:nvSpPr>
            <p:spPr>
              <a:xfrm>
                <a:off x="400340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8" name="椭圆 14487">
                <a:extLst>
                  <a:ext uri="{FF2B5EF4-FFF2-40B4-BE49-F238E27FC236}">
                    <a16:creationId xmlns:a16="http://schemas.microsoft.com/office/drawing/2014/main" id="{8E3AB070-BA47-41FA-AE23-961C41FC2B1C}"/>
                  </a:ext>
                </a:extLst>
              </p:cNvPr>
              <p:cNvSpPr/>
              <p:nvPr/>
            </p:nvSpPr>
            <p:spPr>
              <a:xfrm>
                <a:off x="4017940" y="3004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9" name="椭圆 14488">
                <a:extLst>
                  <a:ext uri="{FF2B5EF4-FFF2-40B4-BE49-F238E27FC236}">
                    <a16:creationId xmlns:a16="http://schemas.microsoft.com/office/drawing/2014/main" id="{6763E02C-47A7-49F5-8EF4-391FA78382E2}"/>
                  </a:ext>
                </a:extLst>
              </p:cNvPr>
              <p:cNvSpPr/>
              <p:nvPr/>
            </p:nvSpPr>
            <p:spPr>
              <a:xfrm>
                <a:off x="4014233" y="30371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0" name="椭圆 14489">
                <a:extLst>
                  <a:ext uri="{FF2B5EF4-FFF2-40B4-BE49-F238E27FC236}">
                    <a16:creationId xmlns:a16="http://schemas.microsoft.com/office/drawing/2014/main" id="{98796EB6-DF77-406D-A68C-4C4A3568D1D7}"/>
                  </a:ext>
                </a:extLst>
              </p:cNvPr>
              <p:cNvSpPr/>
              <p:nvPr/>
            </p:nvSpPr>
            <p:spPr>
              <a:xfrm>
                <a:off x="38281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1" name="椭圆 14490">
                <a:extLst>
                  <a:ext uri="{FF2B5EF4-FFF2-40B4-BE49-F238E27FC236}">
                    <a16:creationId xmlns:a16="http://schemas.microsoft.com/office/drawing/2014/main" id="{98B7AB53-D868-492F-954D-66E37FEBFBC5}"/>
                  </a:ext>
                </a:extLst>
              </p:cNvPr>
              <p:cNvSpPr/>
              <p:nvPr/>
            </p:nvSpPr>
            <p:spPr>
              <a:xfrm>
                <a:off x="397661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2" name="椭圆 14491">
                <a:extLst>
                  <a:ext uri="{FF2B5EF4-FFF2-40B4-BE49-F238E27FC236}">
                    <a16:creationId xmlns:a16="http://schemas.microsoft.com/office/drawing/2014/main" id="{F9FB546C-31F2-4033-B6D5-DD8ABE031E70}"/>
                  </a:ext>
                </a:extLst>
              </p:cNvPr>
              <p:cNvSpPr/>
              <p:nvPr/>
            </p:nvSpPr>
            <p:spPr>
              <a:xfrm>
                <a:off x="4022051" y="2970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3" name="椭圆 14492">
                <a:extLst>
                  <a:ext uri="{FF2B5EF4-FFF2-40B4-BE49-F238E27FC236}">
                    <a16:creationId xmlns:a16="http://schemas.microsoft.com/office/drawing/2014/main" id="{D9D7546E-ECA0-47BD-B1AA-E2B012B48970}"/>
                  </a:ext>
                </a:extLst>
              </p:cNvPr>
              <p:cNvSpPr/>
              <p:nvPr/>
            </p:nvSpPr>
            <p:spPr>
              <a:xfrm>
                <a:off x="4084741" y="30041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4" name="椭圆 14493">
                <a:extLst>
                  <a:ext uri="{FF2B5EF4-FFF2-40B4-BE49-F238E27FC236}">
                    <a16:creationId xmlns:a16="http://schemas.microsoft.com/office/drawing/2014/main" id="{E7D6EE10-C38F-4747-AEE5-3F0FF95AC90F}"/>
                  </a:ext>
                </a:extLst>
              </p:cNvPr>
              <p:cNvSpPr/>
              <p:nvPr/>
            </p:nvSpPr>
            <p:spPr>
              <a:xfrm>
                <a:off x="405640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5" name="椭圆 14494">
                <a:extLst>
                  <a:ext uri="{FF2B5EF4-FFF2-40B4-BE49-F238E27FC236}">
                    <a16:creationId xmlns:a16="http://schemas.microsoft.com/office/drawing/2014/main" id="{4A261447-872E-48D1-BDD5-71CDF8D998B0}"/>
                  </a:ext>
                </a:extLst>
              </p:cNvPr>
              <p:cNvSpPr/>
              <p:nvPr/>
            </p:nvSpPr>
            <p:spPr>
              <a:xfrm>
                <a:off x="4013132"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6" name="椭圆 14495">
                <a:extLst>
                  <a:ext uri="{FF2B5EF4-FFF2-40B4-BE49-F238E27FC236}">
                    <a16:creationId xmlns:a16="http://schemas.microsoft.com/office/drawing/2014/main" id="{4F868A46-76B7-403F-B079-387F97692620}"/>
                  </a:ext>
                </a:extLst>
              </p:cNvPr>
              <p:cNvSpPr/>
              <p:nvPr/>
            </p:nvSpPr>
            <p:spPr>
              <a:xfrm>
                <a:off x="399797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7" name="椭圆 14496">
                <a:extLst>
                  <a:ext uri="{FF2B5EF4-FFF2-40B4-BE49-F238E27FC236}">
                    <a16:creationId xmlns:a16="http://schemas.microsoft.com/office/drawing/2014/main" id="{3BCBD016-AEC2-4747-BAEF-0215D73C291B}"/>
                  </a:ext>
                </a:extLst>
              </p:cNvPr>
              <p:cNvSpPr/>
              <p:nvPr/>
            </p:nvSpPr>
            <p:spPr>
              <a:xfrm>
                <a:off x="3995294" y="2991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8" name="椭圆 14497">
                <a:extLst>
                  <a:ext uri="{FF2B5EF4-FFF2-40B4-BE49-F238E27FC236}">
                    <a16:creationId xmlns:a16="http://schemas.microsoft.com/office/drawing/2014/main" id="{2218076F-03EB-412B-9097-8EBA45484405}"/>
                  </a:ext>
                </a:extLst>
              </p:cNvPr>
              <p:cNvSpPr/>
              <p:nvPr/>
            </p:nvSpPr>
            <p:spPr>
              <a:xfrm>
                <a:off x="4002855"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9" name="椭圆 14498">
                <a:extLst>
                  <a:ext uri="{FF2B5EF4-FFF2-40B4-BE49-F238E27FC236}">
                    <a16:creationId xmlns:a16="http://schemas.microsoft.com/office/drawing/2014/main" id="{FB4CB365-F9AE-4E0F-A007-DFFCE0FE0870}"/>
                  </a:ext>
                </a:extLst>
              </p:cNvPr>
              <p:cNvSpPr/>
              <p:nvPr/>
            </p:nvSpPr>
            <p:spPr>
              <a:xfrm>
                <a:off x="379213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0" name="椭圆 14499">
                <a:extLst>
                  <a:ext uri="{FF2B5EF4-FFF2-40B4-BE49-F238E27FC236}">
                    <a16:creationId xmlns:a16="http://schemas.microsoft.com/office/drawing/2014/main" id="{946F36BF-B180-4146-ACAF-6CE9AD37CA9E}"/>
                  </a:ext>
                </a:extLst>
              </p:cNvPr>
              <p:cNvSpPr/>
              <p:nvPr/>
            </p:nvSpPr>
            <p:spPr>
              <a:xfrm>
                <a:off x="40449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1" name="椭圆 14500">
                <a:extLst>
                  <a:ext uri="{FF2B5EF4-FFF2-40B4-BE49-F238E27FC236}">
                    <a16:creationId xmlns:a16="http://schemas.microsoft.com/office/drawing/2014/main" id="{D7F58E33-F473-4346-A3A5-4BC51D3C6514}"/>
                  </a:ext>
                </a:extLst>
              </p:cNvPr>
              <p:cNvSpPr/>
              <p:nvPr/>
            </p:nvSpPr>
            <p:spPr>
              <a:xfrm>
                <a:off x="40440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2" name="椭圆 14501">
                <a:extLst>
                  <a:ext uri="{FF2B5EF4-FFF2-40B4-BE49-F238E27FC236}">
                    <a16:creationId xmlns:a16="http://schemas.microsoft.com/office/drawing/2014/main" id="{FB483FF4-C2E6-44AC-8F30-B57BDD4B8607}"/>
                  </a:ext>
                </a:extLst>
              </p:cNvPr>
              <p:cNvSpPr/>
              <p:nvPr/>
            </p:nvSpPr>
            <p:spPr>
              <a:xfrm>
                <a:off x="403144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3" name="椭圆 14502">
                <a:extLst>
                  <a:ext uri="{FF2B5EF4-FFF2-40B4-BE49-F238E27FC236}">
                    <a16:creationId xmlns:a16="http://schemas.microsoft.com/office/drawing/2014/main" id="{21F5A3C1-6D07-43C8-9EC6-72887ECAAB4F}"/>
                  </a:ext>
                </a:extLst>
              </p:cNvPr>
              <p:cNvSpPr/>
              <p:nvPr/>
            </p:nvSpPr>
            <p:spPr>
              <a:xfrm>
                <a:off x="3968610"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4" name="椭圆 14503">
                <a:extLst>
                  <a:ext uri="{FF2B5EF4-FFF2-40B4-BE49-F238E27FC236}">
                    <a16:creationId xmlns:a16="http://schemas.microsoft.com/office/drawing/2014/main" id="{59203DF2-F2C9-442E-B63A-DE358A4C5BFF}"/>
                  </a:ext>
                </a:extLst>
              </p:cNvPr>
              <p:cNvSpPr/>
              <p:nvPr/>
            </p:nvSpPr>
            <p:spPr>
              <a:xfrm>
                <a:off x="386848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5" name="椭圆 14504">
                <a:extLst>
                  <a:ext uri="{FF2B5EF4-FFF2-40B4-BE49-F238E27FC236}">
                    <a16:creationId xmlns:a16="http://schemas.microsoft.com/office/drawing/2014/main" id="{615B60A7-BEDC-41D7-B840-02365B54C2DC}"/>
                  </a:ext>
                </a:extLst>
              </p:cNvPr>
              <p:cNvSpPr/>
              <p:nvPr/>
            </p:nvSpPr>
            <p:spPr>
              <a:xfrm>
                <a:off x="4213901"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6" name="椭圆 14505">
                <a:extLst>
                  <a:ext uri="{FF2B5EF4-FFF2-40B4-BE49-F238E27FC236}">
                    <a16:creationId xmlns:a16="http://schemas.microsoft.com/office/drawing/2014/main" id="{C57B550E-2108-4D37-9734-CBD72E426178}"/>
                  </a:ext>
                </a:extLst>
              </p:cNvPr>
              <p:cNvSpPr/>
              <p:nvPr/>
            </p:nvSpPr>
            <p:spPr>
              <a:xfrm>
                <a:off x="40716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7" name="椭圆 14506">
                <a:extLst>
                  <a:ext uri="{FF2B5EF4-FFF2-40B4-BE49-F238E27FC236}">
                    <a16:creationId xmlns:a16="http://schemas.microsoft.com/office/drawing/2014/main" id="{59E3962B-8F8C-4509-8D1B-1345EB53881A}"/>
                  </a:ext>
                </a:extLst>
              </p:cNvPr>
              <p:cNvSpPr/>
              <p:nvPr/>
            </p:nvSpPr>
            <p:spPr>
              <a:xfrm>
                <a:off x="403621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8" name="椭圆 14507">
                <a:extLst>
                  <a:ext uri="{FF2B5EF4-FFF2-40B4-BE49-F238E27FC236}">
                    <a16:creationId xmlns:a16="http://schemas.microsoft.com/office/drawing/2014/main" id="{A011C718-9C2E-44F7-911E-64AFF8A8B2D2}"/>
                  </a:ext>
                </a:extLst>
              </p:cNvPr>
              <p:cNvSpPr/>
              <p:nvPr/>
            </p:nvSpPr>
            <p:spPr>
              <a:xfrm>
                <a:off x="3939577"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9" name="椭圆 14508">
                <a:extLst>
                  <a:ext uri="{FF2B5EF4-FFF2-40B4-BE49-F238E27FC236}">
                    <a16:creationId xmlns:a16="http://schemas.microsoft.com/office/drawing/2014/main" id="{5F90C474-1C06-4A86-950E-2FF4A2E940E6}"/>
                  </a:ext>
                </a:extLst>
              </p:cNvPr>
              <p:cNvSpPr/>
              <p:nvPr/>
            </p:nvSpPr>
            <p:spPr>
              <a:xfrm>
                <a:off x="405145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0" name="椭圆 14509">
                <a:extLst>
                  <a:ext uri="{FF2B5EF4-FFF2-40B4-BE49-F238E27FC236}">
                    <a16:creationId xmlns:a16="http://schemas.microsoft.com/office/drawing/2014/main" id="{016EA251-73DD-4FA7-8443-EAAF98DE14E9}"/>
                  </a:ext>
                </a:extLst>
              </p:cNvPr>
              <p:cNvSpPr/>
              <p:nvPr/>
            </p:nvSpPr>
            <p:spPr>
              <a:xfrm>
                <a:off x="4107204"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1" name="椭圆 14510">
                <a:extLst>
                  <a:ext uri="{FF2B5EF4-FFF2-40B4-BE49-F238E27FC236}">
                    <a16:creationId xmlns:a16="http://schemas.microsoft.com/office/drawing/2014/main" id="{6C789270-EAAF-40CA-A390-1BF7EE1C8223}"/>
                  </a:ext>
                </a:extLst>
              </p:cNvPr>
              <p:cNvSpPr/>
              <p:nvPr/>
            </p:nvSpPr>
            <p:spPr>
              <a:xfrm>
                <a:off x="4002708"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2" name="椭圆 14511">
                <a:extLst>
                  <a:ext uri="{FF2B5EF4-FFF2-40B4-BE49-F238E27FC236}">
                    <a16:creationId xmlns:a16="http://schemas.microsoft.com/office/drawing/2014/main" id="{7135E883-766D-41F8-97C2-A4217564B6E7}"/>
                  </a:ext>
                </a:extLst>
              </p:cNvPr>
              <p:cNvSpPr/>
              <p:nvPr/>
            </p:nvSpPr>
            <p:spPr>
              <a:xfrm>
                <a:off x="39361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3" name="椭圆 14512">
                <a:extLst>
                  <a:ext uri="{FF2B5EF4-FFF2-40B4-BE49-F238E27FC236}">
                    <a16:creationId xmlns:a16="http://schemas.microsoft.com/office/drawing/2014/main" id="{8F4FD3F4-E16A-40D8-BF3F-7EF8DCA2B0D2}"/>
                  </a:ext>
                </a:extLst>
              </p:cNvPr>
              <p:cNvSpPr/>
              <p:nvPr/>
            </p:nvSpPr>
            <p:spPr>
              <a:xfrm>
                <a:off x="400347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4" name="椭圆 14513">
                <a:extLst>
                  <a:ext uri="{FF2B5EF4-FFF2-40B4-BE49-F238E27FC236}">
                    <a16:creationId xmlns:a16="http://schemas.microsoft.com/office/drawing/2014/main" id="{64C0D1CD-5FE1-4886-880D-5E4CD028147E}"/>
                  </a:ext>
                </a:extLst>
              </p:cNvPr>
              <p:cNvSpPr/>
              <p:nvPr/>
            </p:nvSpPr>
            <p:spPr>
              <a:xfrm>
                <a:off x="400491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5" name="椭圆 14514">
                <a:extLst>
                  <a:ext uri="{FF2B5EF4-FFF2-40B4-BE49-F238E27FC236}">
                    <a16:creationId xmlns:a16="http://schemas.microsoft.com/office/drawing/2014/main" id="{F5489107-5F67-425B-89AA-B617A0E13CB2}"/>
                  </a:ext>
                </a:extLst>
              </p:cNvPr>
              <p:cNvSpPr/>
              <p:nvPr/>
            </p:nvSpPr>
            <p:spPr>
              <a:xfrm>
                <a:off x="4059672"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6" name="椭圆 14515">
                <a:extLst>
                  <a:ext uri="{FF2B5EF4-FFF2-40B4-BE49-F238E27FC236}">
                    <a16:creationId xmlns:a16="http://schemas.microsoft.com/office/drawing/2014/main" id="{39223743-A88E-475F-873F-61218B092CCA}"/>
                  </a:ext>
                </a:extLst>
              </p:cNvPr>
              <p:cNvSpPr/>
              <p:nvPr/>
            </p:nvSpPr>
            <p:spPr>
              <a:xfrm>
                <a:off x="389017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7" name="椭圆 14516">
                <a:extLst>
                  <a:ext uri="{FF2B5EF4-FFF2-40B4-BE49-F238E27FC236}">
                    <a16:creationId xmlns:a16="http://schemas.microsoft.com/office/drawing/2014/main" id="{BDFFA16D-5FFC-41F6-90E2-2BAD8220771E}"/>
                  </a:ext>
                </a:extLst>
              </p:cNvPr>
              <p:cNvSpPr/>
              <p:nvPr/>
            </p:nvSpPr>
            <p:spPr>
              <a:xfrm>
                <a:off x="413601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8" name="椭圆 14517">
                <a:extLst>
                  <a:ext uri="{FF2B5EF4-FFF2-40B4-BE49-F238E27FC236}">
                    <a16:creationId xmlns:a16="http://schemas.microsoft.com/office/drawing/2014/main" id="{786C7658-67E4-43D7-883B-BBB3AAF15B2D}"/>
                  </a:ext>
                </a:extLst>
              </p:cNvPr>
              <p:cNvSpPr/>
              <p:nvPr/>
            </p:nvSpPr>
            <p:spPr>
              <a:xfrm>
                <a:off x="3964499"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9" name="椭圆 14518">
                <a:extLst>
                  <a:ext uri="{FF2B5EF4-FFF2-40B4-BE49-F238E27FC236}">
                    <a16:creationId xmlns:a16="http://schemas.microsoft.com/office/drawing/2014/main" id="{89092A49-BAA3-44FE-B827-577068A1C338}"/>
                  </a:ext>
                </a:extLst>
              </p:cNvPr>
              <p:cNvSpPr/>
              <p:nvPr/>
            </p:nvSpPr>
            <p:spPr>
              <a:xfrm>
                <a:off x="3943248"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0" name="椭圆 14519">
                <a:extLst>
                  <a:ext uri="{FF2B5EF4-FFF2-40B4-BE49-F238E27FC236}">
                    <a16:creationId xmlns:a16="http://schemas.microsoft.com/office/drawing/2014/main" id="{3D6FCBD8-796C-44FD-85C9-CE5890C6A6C1}"/>
                  </a:ext>
                </a:extLst>
              </p:cNvPr>
              <p:cNvSpPr/>
              <p:nvPr/>
            </p:nvSpPr>
            <p:spPr>
              <a:xfrm>
                <a:off x="39235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1" name="椭圆 14520">
                <a:extLst>
                  <a:ext uri="{FF2B5EF4-FFF2-40B4-BE49-F238E27FC236}">
                    <a16:creationId xmlns:a16="http://schemas.microsoft.com/office/drawing/2014/main" id="{F0870DCF-95DA-4A84-A455-1A757EEC3E28}"/>
                  </a:ext>
                </a:extLst>
              </p:cNvPr>
              <p:cNvSpPr/>
              <p:nvPr/>
            </p:nvSpPr>
            <p:spPr>
              <a:xfrm>
                <a:off x="382939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2" name="椭圆 14521">
                <a:extLst>
                  <a:ext uri="{FF2B5EF4-FFF2-40B4-BE49-F238E27FC236}">
                    <a16:creationId xmlns:a16="http://schemas.microsoft.com/office/drawing/2014/main" id="{B6BD7D45-6DFD-4BAD-A090-DD742E8FC739}"/>
                  </a:ext>
                </a:extLst>
              </p:cNvPr>
              <p:cNvSpPr/>
              <p:nvPr/>
            </p:nvSpPr>
            <p:spPr>
              <a:xfrm>
                <a:off x="402660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3" name="椭圆 14522">
                <a:extLst>
                  <a:ext uri="{FF2B5EF4-FFF2-40B4-BE49-F238E27FC236}">
                    <a16:creationId xmlns:a16="http://schemas.microsoft.com/office/drawing/2014/main" id="{D96E4CC6-8351-47AB-8278-ECBAD63F6192}"/>
                  </a:ext>
                </a:extLst>
              </p:cNvPr>
              <p:cNvSpPr/>
              <p:nvPr/>
            </p:nvSpPr>
            <p:spPr>
              <a:xfrm>
                <a:off x="398923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4" name="椭圆 14523">
                <a:extLst>
                  <a:ext uri="{FF2B5EF4-FFF2-40B4-BE49-F238E27FC236}">
                    <a16:creationId xmlns:a16="http://schemas.microsoft.com/office/drawing/2014/main" id="{5FF21A58-E5C5-44EB-B57E-86740A2ECF88}"/>
                  </a:ext>
                </a:extLst>
              </p:cNvPr>
              <p:cNvSpPr/>
              <p:nvPr/>
            </p:nvSpPr>
            <p:spPr>
              <a:xfrm>
                <a:off x="3933888"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5" name="椭圆 14524">
                <a:extLst>
                  <a:ext uri="{FF2B5EF4-FFF2-40B4-BE49-F238E27FC236}">
                    <a16:creationId xmlns:a16="http://schemas.microsoft.com/office/drawing/2014/main" id="{A65B6F5C-A4CA-4D28-8AC5-B0675A47CA21}"/>
                  </a:ext>
                </a:extLst>
              </p:cNvPr>
              <p:cNvSpPr/>
              <p:nvPr/>
            </p:nvSpPr>
            <p:spPr>
              <a:xfrm>
                <a:off x="40711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6" name="椭圆 14525">
                <a:extLst>
                  <a:ext uri="{FF2B5EF4-FFF2-40B4-BE49-F238E27FC236}">
                    <a16:creationId xmlns:a16="http://schemas.microsoft.com/office/drawing/2014/main" id="{653C5FCE-E02F-47AB-9FDE-5C63FD49A1BA}"/>
                  </a:ext>
                </a:extLst>
              </p:cNvPr>
              <p:cNvSpPr/>
              <p:nvPr/>
            </p:nvSpPr>
            <p:spPr>
              <a:xfrm>
                <a:off x="412148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7" name="椭圆 14526">
                <a:extLst>
                  <a:ext uri="{FF2B5EF4-FFF2-40B4-BE49-F238E27FC236}">
                    <a16:creationId xmlns:a16="http://schemas.microsoft.com/office/drawing/2014/main" id="{75467E42-2D31-47C5-B293-3D133532E6E4}"/>
                  </a:ext>
                </a:extLst>
              </p:cNvPr>
              <p:cNvSpPr/>
              <p:nvPr/>
            </p:nvSpPr>
            <p:spPr>
              <a:xfrm>
                <a:off x="41627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8" name="椭圆 14527">
                <a:extLst>
                  <a:ext uri="{FF2B5EF4-FFF2-40B4-BE49-F238E27FC236}">
                    <a16:creationId xmlns:a16="http://schemas.microsoft.com/office/drawing/2014/main" id="{6CFAEE0B-3422-4C4E-9EEC-84B77F37F869}"/>
                  </a:ext>
                </a:extLst>
              </p:cNvPr>
              <p:cNvSpPr/>
              <p:nvPr/>
            </p:nvSpPr>
            <p:spPr>
              <a:xfrm>
                <a:off x="396710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9" name="椭圆 14528">
                <a:extLst>
                  <a:ext uri="{FF2B5EF4-FFF2-40B4-BE49-F238E27FC236}">
                    <a16:creationId xmlns:a16="http://schemas.microsoft.com/office/drawing/2014/main" id="{7E092B47-B470-4F4B-B33F-98F8019DA391}"/>
                  </a:ext>
                </a:extLst>
              </p:cNvPr>
              <p:cNvSpPr/>
              <p:nvPr/>
            </p:nvSpPr>
            <p:spPr>
              <a:xfrm>
                <a:off x="4017316"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0" name="椭圆 14529">
                <a:extLst>
                  <a:ext uri="{FF2B5EF4-FFF2-40B4-BE49-F238E27FC236}">
                    <a16:creationId xmlns:a16="http://schemas.microsoft.com/office/drawing/2014/main" id="{EE90B035-A09E-4EFB-8728-9BD9AC32D848}"/>
                  </a:ext>
                </a:extLst>
              </p:cNvPr>
              <p:cNvSpPr/>
              <p:nvPr/>
            </p:nvSpPr>
            <p:spPr>
              <a:xfrm>
                <a:off x="4114691"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1" name="椭圆 14530">
                <a:extLst>
                  <a:ext uri="{FF2B5EF4-FFF2-40B4-BE49-F238E27FC236}">
                    <a16:creationId xmlns:a16="http://schemas.microsoft.com/office/drawing/2014/main" id="{EC1C248D-B476-4872-B9B3-87EE47E23482}"/>
                  </a:ext>
                </a:extLst>
              </p:cNvPr>
              <p:cNvSpPr/>
              <p:nvPr/>
            </p:nvSpPr>
            <p:spPr>
              <a:xfrm>
                <a:off x="40961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2" name="椭圆 14531">
                <a:extLst>
                  <a:ext uri="{FF2B5EF4-FFF2-40B4-BE49-F238E27FC236}">
                    <a16:creationId xmlns:a16="http://schemas.microsoft.com/office/drawing/2014/main" id="{9C3533AA-3805-4D42-AA7B-0C25B181E93B}"/>
                  </a:ext>
                </a:extLst>
              </p:cNvPr>
              <p:cNvSpPr/>
              <p:nvPr/>
            </p:nvSpPr>
            <p:spPr>
              <a:xfrm>
                <a:off x="404844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3" name="椭圆 14532">
                <a:extLst>
                  <a:ext uri="{FF2B5EF4-FFF2-40B4-BE49-F238E27FC236}">
                    <a16:creationId xmlns:a16="http://schemas.microsoft.com/office/drawing/2014/main" id="{99E18481-6691-4C78-A51F-0EF9A19481F7}"/>
                  </a:ext>
                </a:extLst>
              </p:cNvPr>
              <p:cNvSpPr/>
              <p:nvPr/>
            </p:nvSpPr>
            <p:spPr>
              <a:xfrm>
                <a:off x="406749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4" name="椭圆 14533">
                <a:extLst>
                  <a:ext uri="{FF2B5EF4-FFF2-40B4-BE49-F238E27FC236}">
                    <a16:creationId xmlns:a16="http://schemas.microsoft.com/office/drawing/2014/main" id="{90838D7C-7F4A-4F3E-BA35-9EDB8FECFBCB}"/>
                  </a:ext>
                </a:extLst>
              </p:cNvPr>
              <p:cNvSpPr/>
              <p:nvPr/>
            </p:nvSpPr>
            <p:spPr>
              <a:xfrm>
                <a:off x="405449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5" name="椭圆 14534">
                <a:extLst>
                  <a:ext uri="{FF2B5EF4-FFF2-40B4-BE49-F238E27FC236}">
                    <a16:creationId xmlns:a16="http://schemas.microsoft.com/office/drawing/2014/main" id="{4E1AF064-9339-4335-A29B-F4DEC3A86C40}"/>
                  </a:ext>
                </a:extLst>
              </p:cNvPr>
              <p:cNvSpPr/>
              <p:nvPr/>
            </p:nvSpPr>
            <p:spPr>
              <a:xfrm>
                <a:off x="3822969" y="2939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6" name="椭圆 14535">
                <a:extLst>
                  <a:ext uri="{FF2B5EF4-FFF2-40B4-BE49-F238E27FC236}">
                    <a16:creationId xmlns:a16="http://schemas.microsoft.com/office/drawing/2014/main" id="{DBE756A0-3719-4E2B-A4FE-2D126A32CCC1}"/>
                  </a:ext>
                </a:extLst>
              </p:cNvPr>
              <p:cNvSpPr/>
              <p:nvPr/>
            </p:nvSpPr>
            <p:spPr>
              <a:xfrm>
                <a:off x="396743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7" name="椭圆 14536">
                <a:extLst>
                  <a:ext uri="{FF2B5EF4-FFF2-40B4-BE49-F238E27FC236}">
                    <a16:creationId xmlns:a16="http://schemas.microsoft.com/office/drawing/2014/main" id="{5B16A6C2-DFF4-4564-8E5F-4C3351D91DB6}"/>
                  </a:ext>
                </a:extLst>
              </p:cNvPr>
              <p:cNvSpPr/>
              <p:nvPr/>
            </p:nvSpPr>
            <p:spPr>
              <a:xfrm>
                <a:off x="4031374" y="26295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8" name="椭圆 14537">
                <a:extLst>
                  <a:ext uri="{FF2B5EF4-FFF2-40B4-BE49-F238E27FC236}">
                    <a16:creationId xmlns:a16="http://schemas.microsoft.com/office/drawing/2014/main" id="{D80392EB-66C3-475C-985E-2BECD9CEF6FB}"/>
                  </a:ext>
                </a:extLst>
              </p:cNvPr>
              <p:cNvSpPr/>
              <p:nvPr/>
            </p:nvSpPr>
            <p:spPr>
              <a:xfrm>
                <a:off x="4043302"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9" name="椭圆 14538">
                <a:extLst>
                  <a:ext uri="{FF2B5EF4-FFF2-40B4-BE49-F238E27FC236}">
                    <a16:creationId xmlns:a16="http://schemas.microsoft.com/office/drawing/2014/main" id="{6B767FF4-5A6E-40AD-81A5-4E7B7EBC1C63}"/>
                  </a:ext>
                </a:extLst>
              </p:cNvPr>
              <p:cNvSpPr/>
              <p:nvPr/>
            </p:nvSpPr>
            <p:spPr>
              <a:xfrm>
                <a:off x="392625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0" name="椭圆 14539">
                <a:extLst>
                  <a:ext uri="{FF2B5EF4-FFF2-40B4-BE49-F238E27FC236}">
                    <a16:creationId xmlns:a16="http://schemas.microsoft.com/office/drawing/2014/main" id="{C14DCC08-E8C8-4270-BB6D-9A4417C76471}"/>
                  </a:ext>
                </a:extLst>
              </p:cNvPr>
              <p:cNvSpPr/>
              <p:nvPr/>
            </p:nvSpPr>
            <p:spPr>
              <a:xfrm>
                <a:off x="3928713"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1" name="椭圆 14540">
                <a:extLst>
                  <a:ext uri="{FF2B5EF4-FFF2-40B4-BE49-F238E27FC236}">
                    <a16:creationId xmlns:a16="http://schemas.microsoft.com/office/drawing/2014/main" id="{5062AF3E-B75C-49F8-ACC5-F1BE71194D1A}"/>
                  </a:ext>
                </a:extLst>
              </p:cNvPr>
              <p:cNvSpPr/>
              <p:nvPr/>
            </p:nvSpPr>
            <p:spPr>
              <a:xfrm>
                <a:off x="4017206" y="3032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2" name="椭圆 14541">
                <a:extLst>
                  <a:ext uri="{FF2B5EF4-FFF2-40B4-BE49-F238E27FC236}">
                    <a16:creationId xmlns:a16="http://schemas.microsoft.com/office/drawing/2014/main" id="{C0F8661E-3ED3-4ABA-A732-C2631F60D3EA}"/>
                  </a:ext>
                </a:extLst>
              </p:cNvPr>
              <p:cNvSpPr/>
              <p:nvPr/>
            </p:nvSpPr>
            <p:spPr>
              <a:xfrm>
                <a:off x="397404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3" name="椭圆 14542">
                <a:extLst>
                  <a:ext uri="{FF2B5EF4-FFF2-40B4-BE49-F238E27FC236}">
                    <a16:creationId xmlns:a16="http://schemas.microsoft.com/office/drawing/2014/main" id="{9CA0CB9C-40B1-43C0-8343-42160F04A996}"/>
                  </a:ext>
                </a:extLst>
              </p:cNvPr>
              <p:cNvSpPr/>
              <p:nvPr/>
            </p:nvSpPr>
            <p:spPr>
              <a:xfrm>
                <a:off x="3970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4" name="椭圆 14543">
                <a:extLst>
                  <a:ext uri="{FF2B5EF4-FFF2-40B4-BE49-F238E27FC236}">
                    <a16:creationId xmlns:a16="http://schemas.microsoft.com/office/drawing/2014/main" id="{827E7505-3C2D-4BCE-87A0-C0A8D75C2046}"/>
                  </a:ext>
                </a:extLst>
              </p:cNvPr>
              <p:cNvSpPr/>
              <p:nvPr/>
            </p:nvSpPr>
            <p:spPr>
              <a:xfrm>
                <a:off x="398142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5" name="椭圆 14544">
                <a:extLst>
                  <a:ext uri="{FF2B5EF4-FFF2-40B4-BE49-F238E27FC236}">
                    <a16:creationId xmlns:a16="http://schemas.microsoft.com/office/drawing/2014/main" id="{43CF8B42-25A8-4F81-B8EE-F68AE97FEEF7}"/>
                  </a:ext>
                </a:extLst>
              </p:cNvPr>
              <p:cNvSpPr/>
              <p:nvPr/>
            </p:nvSpPr>
            <p:spPr>
              <a:xfrm>
                <a:off x="3970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6" name="椭圆 14545">
                <a:extLst>
                  <a:ext uri="{FF2B5EF4-FFF2-40B4-BE49-F238E27FC236}">
                    <a16:creationId xmlns:a16="http://schemas.microsoft.com/office/drawing/2014/main" id="{68840787-A2D4-40D2-A6CD-A1DE0758D492}"/>
                  </a:ext>
                </a:extLst>
              </p:cNvPr>
              <p:cNvSpPr/>
              <p:nvPr/>
            </p:nvSpPr>
            <p:spPr>
              <a:xfrm>
                <a:off x="3916234" y="2960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7" name="椭圆 14546">
                <a:extLst>
                  <a:ext uri="{FF2B5EF4-FFF2-40B4-BE49-F238E27FC236}">
                    <a16:creationId xmlns:a16="http://schemas.microsoft.com/office/drawing/2014/main" id="{404E0AE4-6330-4DD0-AA56-6B4AFD0E577C}"/>
                  </a:ext>
                </a:extLst>
              </p:cNvPr>
              <p:cNvSpPr/>
              <p:nvPr/>
            </p:nvSpPr>
            <p:spPr>
              <a:xfrm>
                <a:off x="40146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8" name="椭圆 14547">
                <a:extLst>
                  <a:ext uri="{FF2B5EF4-FFF2-40B4-BE49-F238E27FC236}">
                    <a16:creationId xmlns:a16="http://schemas.microsoft.com/office/drawing/2014/main" id="{48B5B7C0-9F7D-4F77-9381-1DF4DE8480FA}"/>
                  </a:ext>
                </a:extLst>
              </p:cNvPr>
              <p:cNvSpPr/>
              <p:nvPr/>
            </p:nvSpPr>
            <p:spPr>
              <a:xfrm>
                <a:off x="4026822" y="27067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9" name="椭圆 14548">
                <a:extLst>
                  <a:ext uri="{FF2B5EF4-FFF2-40B4-BE49-F238E27FC236}">
                    <a16:creationId xmlns:a16="http://schemas.microsoft.com/office/drawing/2014/main" id="{9AE3553A-C75D-41BB-9C4E-FC075775DE32}"/>
                  </a:ext>
                </a:extLst>
              </p:cNvPr>
              <p:cNvSpPr/>
              <p:nvPr/>
            </p:nvSpPr>
            <p:spPr>
              <a:xfrm>
                <a:off x="40436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0" name="椭圆 14549">
                <a:extLst>
                  <a:ext uri="{FF2B5EF4-FFF2-40B4-BE49-F238E27FC236}">
                    <a16:creationId xmlns:a16="http://schemas.microsoft.com/office/drawing/2014/main" id="{7E5A39EB-72C6-4A5F-95D0-44D0F280BCA4}"/>
                  </a:ext>
                </a:extLst>
              </p:cNvPr>
              <p:cNvSpPr/>
              <p:nvPr/>
            </p:nvSpPr>
            <p:spPr>
              <a:xfrm>
                <a:off x="40495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1" name="椭圆 14550">
                <a:extLst>
                  <a:ext uri="{FF2B5EF4-FFF2-40B4-BE49-F238E27FC236}">
                    <a16:creationId xmlns:a16="http://schemas.microsoft.com/office/drawing/2014/main" id="{48828107-EEDD-4F25-B115-B48682D93E4F}"/>
                  </a:ext>
                </a:extLst>
              </p:cNvPr>
              <p:cNvSpPr/>
              <p:nvPr/>
            </p:nvSpPr>
            <p:spPr>
              <a:xfrm>
                <a:off x="3977529"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2" name="椭圆 14551">
                <a:extLst>
                  <a:ext uri="{FF2B5EF4-FFF2-40B4-BE49-F238E27FC236}">
                    <a16:creationId xmlns:a16="http://schemas.microsoft.com/office/drawing/2014/main" id="{6FDF07A8-C40E-4032-91CD-5CF99BBB2F32}"/>
                  </a:ext>
                </a:extLst>
              </p:cNvPr>
              <p:cNvSpPr/>
              <p:nvPr/>
            </p:nvSpPr>
            <p:spPr>
              <a:xfrm>
                <a:off x="414394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3" name="椭圆 14552">
                <a:extLst>
                  <a:ext uri="{FF2B5EF4-FFF2-40B4-BE49-F238E27FC236}">
                    <a16:creationId xmlns:a16="http://schemas.microsoft.com/office/drawing/2014/main" id="{676AB49B-644C-4BB2-B375-82F89092A00F}"/>
                  </a:ext>
                </a:extLst>
              </p:cNvPr>
              <p:cNvSpPr/>
              <p:nvPr/>
            </p:nvSpPr>
            <p:spPr>
              <a:xfrm>
                <a:off x="3897552"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4" name="椭圆 14553">
                <a:extLst>
                  <a:ext uri="{FF2B5EF4-FFF2-40B4-BE49-F238E27FC236}">
                    <a16:creationId xmlns:a16="http://schemas.microsoft.com/office/drawing/2014/main" id="{3231DC96-E53D-4DCC-A8B4-524CB01812C2}"/>
                  </a:ext>
                </a:extLst>
              </p:cNvPr>
              <p:cNvSpPr/>
              <p:nvPr/>
            </p:nvSpPr>
            <p:spPr>
              <a:xfrm>
                <a:off x="4089879"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5" name="椭圆 14554">
                <a:extLst>
                  <a:ext uri="{FF2B5EF4-FFF2-40B4-BE49-F238E27FC236}">
                    <a16:creationId xmlns:a16="http://schemas.microsoft.com/office/drawing/2014/main" id="{2BE4674C-03D6-40E3-9DD4-C70A24197427}"/>
                  </a:ext>
                </a:extLst>
              </p:cNvPr>
              <p:cNvSpPr/>
              <p:nvPr/>
            </p:nvSpPr>
            <p:spPr>
              <a:xfrm>
                <a:off x="40222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6" name="椭圆 14555">
                <a:extLst>
                  <a:ext uri="{FF2B5EF4-FFF2-40B4-BE49-F238E27FC236}">
                    <a16:creationId xmlns:a16="http://schemas.microsoft.com/office/drawing/2014/main" id="{16EEC759-DF0E-4953-8788-1B29DA7A937F}"/>
                  </a:ext>
                </a:extLst>
              </p:cNvPr>
              <p:cNvSpPr/>
              <p:nvPr/>
            </p:nvSpPr>
            <p:spPr>
              <a:xfrm>
                <a:off x="399661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7" name="椭圆 14556">
                <a:extLst>
                  <a:ext uri="{FF2B5EF4-FFF2-40B4-BE49-F238E27FC236}">
                    <a16:creationId xmlns:a16="http://schemas.microsoft.com/office/drawing/2014/main" id="{82DC9356-3318-46A2-B97A-F07367E10D1A}"/>
                  </a:ext>
                </a:extLst>
              </p:cNvPr>
              <p:cNvSpPr/>
              <p:nvPr/>
            </p:nvSpPr>
            <p:spPr>
              <a:xfrm>
                <a:off x="410305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8" name="椭圆 14557">
                <a:extLst>
                  <a:ext uri="{FF2B5EF4-FFF2-40B4-BE49-F238E27FC236}">
                    <a16:creationId xmlns:a16="http://schemas.microsoft.com/office/drawing/2014/main" id="{CA7040B9-6E81-47F7-85C1-886E349BB439}"/>
                  </a:ext>
                </a:extLst>
              </p:cNvPr>
              <p:cNvSpPr/>
              <p:nvPr/>
            </p:nvSpPr>
            <p:spPr>
              <a:xfrm>
                <a:off x="39885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9" name="椭圆 14558">
                <a:extLst>
                  <a:ext uri="{FF2B5EF4-FFF2-40B4-BE49-F238E27FC236}">
                    <a16:creationId xmlns:a16="http://schemas.microsoft.com/office/drawing/2014/main" id="{BE7F974D-1EDA-42E6-921C-29137A8ACC6C}"/>
                  </a:ext>
                </a:extLst>
              </p:cNvPr>
              <p:cNvSpPr/>
              <p:nvPr/>
            </p:nvSpPr>
            <p:spPr>
              <a:xfrm>
                <a:off x="40262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0" name="椭圆 14559">
                <a:extLst>
                  <a:ext uri="{FF2B5EF4-FFF2-40B4-BE49-F238E27FC236}">
                    <a16:creationId xmlns:a16="http://schemas.microsoft.com/office/drawing/2014/main" id="{63C4D03D-9677-4FBA-9AB8-76BABD6672F1}"/>
                  </a:ext>
                </a:extLst>
              </p:cNvPr>
              <p:cNvSpPr/>
              <p:nvPr/>
            </p:nvSpPr>
            <p:spPr>
              <a:xfrm>
                <a:off x="403001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1" name="椭圆 14560">
                <a:extLst>
                  <a:ext uri="{FF2B5EF4-FFF2-40B4-BE49-F238E27FC236}">
                    <a16:creationId xmlns:a16="http://schemas.microsoft.com/office/drawing/2014/main" id="{509183BA-62E7-4428-B114-BDD54598B569}"/>
                  </a:ext>
                </a:extLst>
              </p:cNvPr>
              <p:cNvSpPr/>
              <p:nvPr/>
            </p:nvSpPr>
            <p:spPr>
              <a:xfrm>
                <a:off x="404220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2" name="椭圆 14561">
                <a:extLst>
                  <a:ext uri="{FF2B5EF4-FFF2-40B4-BE49-F238E27FC236}">
                    <a16:creationId xmlns:a16="http://schemas.microsoft.com/office/drawing/2014/main" id="{FE14BCC0-B2CB-425C-BAD7-598AA6EA47A2}"/>
                  </a:ext>
                </a:extLst>
              </p:cNvPr>
              <p:cNvSpPr/>
              <p:nvPr/>
            </p:nvSpPr>
            <p:spPr>
              <a:xfrm>
                <a:off x="4178335" y="29011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3" name="椭圆 14562">
                <a:extLst>
                  <a:ext uri="{FF2B5EF4-FFF2-40B4-BE49-F238E27FC236}">
                    <a16:creationId xmlns:a16="http://schemas.microsoft.com/office/drawing/2014/main" id="{A1D9CFC2-1709-4D1F-986D-48C1F13E0080}"/>
                  </a:ext>
                </a:extLst>
              </p:cNvPr>
              <p:cNvSpPr/>
              <p:nvPr/>
            </p:nvSpPr>
            <p:spPr>
              <a:xfrm>
                <a:off x="4156056"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4" name="椭圆 14563">
                <a:extLst>
                  <a:ext uri="{FF2B5EF4-FFF2-40B4-BE49-F238E27FC236}">
                    <a16:creationId xmlns:a16="http://schemas.microsoft.com/office/drawing/2014/main" id="{333B6AAC-838C-49B5-B113-5D52F04ACFF1}"/>
                  </a:ext>
                </a:extLst>
              </p:cNvPr>
              <p:cNvSpPr/>
              <p:nvPr/>
            </p:nvSpPr>
            <p:spPr>
              <a:xfrm>
                <a:off x="407773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5" name="椭圆 14564">
                <a:extLst>
                  <a:ext uri="{FF2B5EF4-FFF2-40B4-BE49-F238E27FC236}">
                    <a16:creationId xmlns:a16="http://schemas.microsoft.com/office/drawing/2014/main" id="{9B13FD04-438B-44F7-BC49-279D2D0CF107}"/>
                  </a:ext>
                </a:extLst>
              </p:cNvPr>
              <p:cNvSpPr/>
              <p:nvPr/>
            </p:nvSpPr>
            <p:spPr>
              <a:xfrm>
                <a:off x="395036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6" name="椭圆 14565">
                <a:extLst>
                  <a:ext uri="{FF2B5EF4-FFF2-40B4-BE49-F238E27FC236}">
                    <a16:creationId xmlns:a16="http://schemas.microsoft.com/office/drawing/2014/main" id="{D1DFBBBB-3417-4566-A4A9-8A52E76961CE}"/>
                  </a:ext>
                </a:extLst>
              </p:cNvPr>
              <p:cNvSpPr/>
              <p:nvPr/>
            </p:nvSpPr>
            <p:spPr>
              <a:xfrm>
                <a:off x="407996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7" name="椭圆 14566">
                <a:extLst>
                  <a:ext uri="{FF2B5EF4-FFF2-40B4-BE49-F238E27FC236}">
                    <a16:creationId xmlns:a16="http://schemas.microsoft.com/office/drawing/2014/main" id="{B43A6D7C-441A-44E0-A0C4-98107DE654DB}"/>
                  </a:ext>
                </a:extLst>
              </p:cNvPr>
              <p:cNvSpPr/>
              <p:nvPr/>
            </p:nvSpPr>
            <p:spPr>
              <a:xfrm>
                <a:off x="3978997"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8" name="椭圆 14567">
                <a:extLst>
                  <a:ext uri="{FF2B5EF4-FFF2-40B4-BE49-F238E27FC236}">
                    <a16:creationId xmlns:a16="http://schemas.microsoft.com/office/drawing/2014/main" id="{0080EF1A-9F6A-4BC3-A005-3C6EC983FD40}"/>
                  </a:ext>
                </a:extLst>
              </p:cNvPr>
              <p:cNvSpPr/>
              <p:nvPr/>
            </p:nvSpPr>
            <p:spPr>
              <a:xfrm>
                <a:off x="3948313" y="28482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9" name="椭圆 14568">
                <a:extLst>
                  <a:ext uri="{FF2B5EF4-FFF2-40B4-BE49-F238E27FC236}">
                    <a16:creationId xmlns:a16="http://schemas.microsoft.com/office/drawing/2014/main" id="{50ADCAC9-B351-4A01-81D9-B9AF66677D82}"/>
                  </a:ext>
                </a:extLst>
              </p:cNvPr>
              <p:cNvSpPr/>
              <p:nvPr/>
            </p:nvSpPr>
            <p:spPr>
              <a:xfrm>
                <a:off x="383783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0" name="椭圆 14569">
                <a:extLst>
                  <a:ext uri="{FF2B5EF4-FFF2-40B4-BE49-F238E27FC236}">
                    <a16:creationId xmlns:a16="http://schemas.microsoft.com/office/drawing/2014/main" id="{FD65EC45-3A58-4064-A968-17656DE599BA}"/>
                  </a:ext>
                </a:extLst>
              </p:cNvPr>
              <p:cNvSpPr/>
              <p:nvPr/>
            </p:nvSpPr>
            <p:spPr>
              <a:xfrm>
                <a:off x="397580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1" name="椭圆 14570">
                <a:extLst>
                  <a:ext uri="{FF2B5EF4-FFF2-40B4-BE49-F238E27FC236}">
                    <a16:creationId xmlns:a16="http://schemas.microsoft.com/office/drawing/2014/main" id="{F67A8D2F-65C8-4955-8E92-FFAE0AB45AAD}"/>
                  </a:ext>
                </a:extLst>
              </p:cNvPr>
              <p:cNvSpPr/>
              <p:nvPr/>
            </p:nvSpPr>
            <p:spPr>
              <a:xfrm>
                <a:off x="4026051"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2" name="椭圆 14571">
                <a:extLst>
                  <a:ext uri="{FF2B5EF4-FFF2-40B4-BE49-F238E27FC236}">
                    <a16:creationId xmlns:a16="http://schemas.microsoft.com/office/drawing/2014/main" id="{3C294C0C-E8C2-4F40-A818-A856F41EE603}"/>
                  </a:ext>
                </a:extLst>
              </p:cNvPr>
              <p:cNvSpPr/>
              <p:nvPr/>
            </p:nvSpPr>
            <p:spPr>
              <a:xfrm>
                <a:off x="402087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3" name="椭圆 14572">
                <a:extLst>
                  <a:ext uri="{FF2B5EF4-FFF2-40B4-BE49-F238E27FC236}">
                    <a16:creationId xmlns:a16="http://schemas.microsoft.com/office/drawing/2014/main" id="{9BB3BB46-D30B-4782-98F5-546D888E5AC2}"/>
                  </a:ext>
                </a:extLst>
              </p:cNvPr>
              <p:cNvSpPr/>
              <p:nvPr/>
            </p:nvSpPr>
            <p:spPr>
              <a:xfrm>
                <a:off x="396846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4" name="椭圆 14573">
                <a:extLst>
                  <a:ext uri="{FF2B5EF4-FFF2-40B4-BE49-F238E27FC236}">
                    <a16:creationId xmlns:a16="http://schemas.microsoft.com/office/drawing/2014/main" id="{705D3492-F1FA-453F-8E26-D17CA3683268}"/>
                  </a:ext>
                </a:extLst>
              </p:cNvPr>
              <p:cNvSpPr/>
              <p:nvPr/>
            </p:nvSpPr>
            <p:spPr>
              <a:xfrm>
                <a:off x="40128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5" name="椭圆 14574">
                <a:extLst>
                  <a:ext uri="{FF2B5EF4-FFF2-40B4-BE49-F238E27FC236}">
                    <a16:creationId xmlns:a16="http://schemas.microsoft.com/office/drawing/2014/main" id="{C0F8E7C0-A0D1-4059-BBF1-7AC6F3E23670}"/>
                  </a:ext>
                </a:extLst>
              </p:cNvPr>
              <p:cNvSpPr/>
              <p:nvPr/>
            </p:nvSpPr>
            <p:spPr>
              <a:xfrm>
                <a:off x="3962811"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6" name="椭圆 14575">
                <a:extLst>
                  <a:ext uri="{FF2B5EF4-FFF2-40B4-BE49-F238E27FC236}">
                    <a16:creationId xmlns:a16="http://schemas.microsoft.com/office/drawing/2014/main" id="{01DD21DD-F119-4E27-A3CE-4282598DD8E1}"/>
                  </a:ext>
                </a:extLst>
              </p:cNvPr>
              <p:cNvSpPr/>
              <p:nvPr/>
            </p:nvSpPr>
            <p:spPr>
              <a:xfrm>
                <a:off x="3998450"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7" name="椭圆 14576">
                <a:extLst>
                  <a:ext uri="{FF2B5EF4-FFF2-40B4-BE49-F238E27FC236}">
                    <a16:creationId xmlns:a16="http://schemas.microsoft.com/office/drawing/2014/main" id="{5EC5347C-7834-4568-8B33-4ADFB4D2A863}"/>
                  </a:ext>
                </a:extLst>
              </p:cNvPr>
              <p:cNvSpPr/>
              <p:nvPr/>
            </p:nvSpPr>
            <p:spPr>
              <a:xfrm>
                <a:off x="3913114" y="2978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8" name="椭圆 14577">
                <a:extLst>
                  <a:ext uri="{FF2B5EF4-FFF2-40B4-BE49-F238E27FC236}">
                    <a16:creationId xmlns:a16="http://schemas.microsoft.com/office/drawing/2014/main" id="{66FF95B7-8956-41F3-830D-F2C4AA9157BA}"/>
                  </a:ext>
                </a:extLst>
              </p:cNvPr>
              <p:cNvSpPr/>
              <p:nvPr/>
            </p:nvSpPr>
            <p:spPr>
              <a:xfrm>
                <a:off x="382131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9" name="椭圆 14578">
                <a:extLst>
                  <a:ext uri="{FF2B5EF4-FFF2-40B4-BE49-F238E27FC236}">
                    <a16:creationId xmlns:a16="http://schemas.microsoft.com/office/drawing/2014/main" id="{3C7C30AD-C96F-4958-8ACA-369EA5C8C18E}"/>
                  </a:ext>
                </a:extLst>
              </p:cNvPr>
              <p:cNvSpPr/>
              <p:nvPr/>
            </p:nvSpPr>
            <p:spPr>
              <a:xfrm>
                <a:off x="4177381" y="3002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0" name="椭圆 14579">
                <a:extLst>
                  <a:ext uri="{FF2B5EF4-FFF2-40B4-BE49-F238E27FC236}">
                    <a16:creationId xmlns:a16="http://schemas.microsoft.com/office/drawing/2014/main" id="{9EA66824-BA01-4C7D-95E8-04D102C8F9E3}"/>
                  </a:ext>
                </a:extLst>
              </p:cNvPr>
              <p:cNvSpPr/>
              <p:nvPr/>
            </p:nvSpPr>
            <p:spPr>
              <a:xfrm>
                <a:off x="3859930"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1" name="椭圆 14580">
                <a:extLst>
                  <a:ext uri="{FF2B5EF4-FFF2-40B4-BE49-F238E27FC236}">
                    <a16:creationId xmlns:a16="http://schemas.microsoft.com/office/drawing/2014/main" id="{18CAB1C8-4A7D-4270-AE11-DA50CE4237A5}"/>
                  </a:ext>
                </a:extLst>
              </p:cNvPr>
              <p:cNvSpPr/>
              <p:nvPr/>
            </p:nvSpPr>
            <p:spPr>
              <a:xfrm>
                <a:off x="4022748"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2" name="椭圆 14581">
                <a:extLst>
                  <a:ext uri="{FF2B5EF4-FFF2-40B4-BE49-F238E27FC236}">
                    <a16:creationId xmlns:a16="http://schemas.microsoft.com/office/drawing/2014/main" id="{2AF7E2D1-385D-4139-A021-2B67744006EC}"/>
                  </a:ext>
                </a:extLst>
              </p:cNvPr>
              <p:cNvSpPr/>
              <p:nvPr/>
            </p:nvSpPr>
            <p:spPr>
              <a:xfrm>
                <a:off x="3988026"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3" name="椭圆 14582">
                <a:extLst>
                  <a:ext uri="{FF2B5EF4-FFF2-40B4-BE49-F238E27FC236}">
                    <a16:creationId xmlns:a16="http://schemas.microsoft.com/office/drawing/2014/main" id="{0386308A-BD5E-493B-A506-5F7232003A3B}"/>
                  </a:ext>
                </a:extLst>
              </p:cNvPr>
              <p:cNvSpPr/>
              <p:nvPr/>
            </p:nvSpPr>
            <p:spPr>
              <a:xfrm>
                <a:off x="4013315"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4" name="椭圆 14583">
                <a:extLst>
                  <a:ext uri="{FF2B5EF4-FFF2-40B4-BE49-F238E27FC236}">
                    <a16:creationId xmlns:a16="http://schemas.microsoft.com/office/drawing/2014/main" id="{4C3799AF-82B4-4191-A09F-37FC87B0C93A}"/>
                  </a:ext>
                </a:extLst>
              </p:cNvPr>
              <p:cNvSpPr/>
              <p:nvPr/>
            </p:nvSpPr>
            <p:spPr>
              <a:xfrm>
                <a:off x="403790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5" name="椭圆 14584">
                <a:extLst>
                  <a:ext uri="{FF2B5EF4-FFF2-40B4-BE49-F238E27FC236}">
                    <a16:creationId xmlns:a16="http://schemas.microsoft.com/office/drawing/2014/main" id="{E43DE357-121F-44CD-B081-C17432732CBB}"/>
                  </a:ext>
                </a:extLst>
              </p:cNvPr>
              <p:cNvSpPr/>
              <p:nvPr/>
            </p:nvSpPr>
            <p:spPr>
              <a:xfrm>
                <a:off x="401573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6" name="椭圆 14585">
                <a:extLst>
                  <a:ext uri="{FF2B5EF4-FFF2-40B4-BE49-F238E27FC236}">
                    <a16:creationId xmlns:a16="http://schemas.microsoft.com/office/drawing/2014/main" id="{FA770E0B-47FD-4F7C-9C7F-B53320AE3D8A}"/>
                  </a:ext>
                </a:extLst>
              </p:cNvPr>
              <p:cNvSpPr/>
              <p:nvPr/>
            </p:nvSpPr>
            <p:spPr>
              <a:xfrm>
                <a:off x="400971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7" name="椭圆 14586">
                <a:extLst>
                  <a:ext uri="{FF2B5EF4-FFF2-40B4-BE49-F238E27FC236}">
                    <a16:creationId xmlns:a16="http://schemas.microsoft.com/office/drawing/2014/main" id="{EE663542-F2BB-4B11-9E14-A2B9E0A084FE}"/>
                  </a:ext>
                </a:extLst>
              </p:cNvPr>
              <p:cNvSpPr/>
              <p:nvPr/>
            </p:nvSpPr>
            <p:spPr>
              <a:xfrm>
                <a:off x="4021280"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8" name="椭圆 14587">
                <a:extLst>
                  <a:ext uri="{FF2B5EF4-FFF2-40B4-BE49-F238E27FC236}">
                    <a16:creationId xmlns:a16="http://schemas.microsoft.com/office/drawing/2014/main" id="{4EEF1A57-0E9A-4985-9335-D1C51DF7FBBA}"/>
                  </a:ext>
                </a:extLst>
              </p:cNvPr>
              <p:cNvSpPr/>
              <p:nvPr/>
            </p:nvSpPr>
            <p:spPr>
              <a:xfrm>
                <a:off x="399551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9" name="椭圆 14588">
                <a:extLst>
                  <a:ext uri="{FF2B5EF4-FFF2-40B4-BE49-F238E27FC236}">
                    <a16:creationId xmlns:a16="http://schemas.microsoft.com/office/drawing/2014/main" id="{79537417-B876-42B1-886D-7B7BD84E2C0B}"/>
                  </a:ext>
                </a:extLst>
              </p:cNvPr>
              <p:cNvSpPr/>
              <p:nvPr/>
            </p:nvSpPr>
            <p:spPr>
              <a:xfrm>
                <a:off x="4009902"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0" name="椭圆 14589">
                <a:extLst>
                  <a:ext uri="{FF2B5EF4-FFF2-40B4-BE49-F238E27FC236}">
                    <a16:creationId xmlns:a16="http://schemas.microsoft.com/office/drawing/2014/main" id="{E47C6574-ECC5-4D8C-8A91-950432FE2D4D}"/>
                  </a:ext>
                </a:extLst>
              </p:cNvPr>
              <p:cNvSpPr/>
              <p:nvPr/>
            </p:nvSpPr>
            <p:spPr>
              <a:xfrm>
                <a:off x="4013095" y="28475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1" name="椭圆 14590">
                <a:extLst>
                  <a:ext uri="{FF2B5EF4-FFF2-40B4-BE49-F238E27FC236}">
                    <a16:creationId xmlns:a16="http://schemas.microsoft.com/office/drawing/2014/main" id="{7F848A95-AE36-4C80-AC69-6B2F017E3E11}"/>
                  </a:ext>
                </a:extLst>
              </p:cNvPr>
              <p:cNvSpPr/>
              <p:nvPr/>
            </p:nvSpPr>
            <p:spPr>
              <a:xfrm>
                <a:off x="400597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2" name="椭圆 14591">
                <a:extLst>
                  <a:ext uri="{FF2B5EF4-FFF2-40B4-BE49-F238E27FC236}">
                    <a16:creationId xmlns:a16="http://schemas.microsoft.com/office/drawing/2014/main" id="{744FD1ED-D732-4BAD-BECF-CF158ECFD773}"/>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3" name="椭圆 14592">
                <a:extLst>
                  <a:ext uri="{FF2B5EF4-FFF2-40B4-BE49-F238E27FC236}">
                    <a16:creationId xmlns:a16="http://schemas.microsoft.com/office/drawing/2014/main" id="{6D6ECC63-FAC0-4901-9543-3AC4AE96CCC5}"/>
                  </a:ext>
                </a:extLst>
              </p:cNvPr>
              <p:cNvSpPr/>
              <p:nvPr/>
            </p:nvSpPr>
            <p:spPr>
              <a:xfrm>
                <a:off x="402939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4" name="椭圆 14593">
                <a:extLst>
                  <a:ext uri="{FF2B5EF4-FFF2-40B4-BE49-F238E27FC236}">
                    <a16:creationId xmlns:a16="http://schemas.microsoft.com/office/drawing/2014/main" id="{CB72E7F9-2978-4482-80C9-8F6E124D7416}"/>
                  </a:ext>
                </a:extLst>
              </p:cNvPr>
              <p:cNvSpPr/>
              <p:nvPr/>
            </p:nvSpPr>
            <p:spPr>
              <a:xfrm>
                <a:off x="40106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5" name="椭圆 14594">
                <a:extLst>
                  <a:ext uri="{FF2B5EF4-FFF2-40B4-BE49-F238E27FC236}">
                    <a16:creationId xmlns:a16="http://schemas.microsoft.com/office/drawing/2014/main" id="{9BC0040C-B740-4370-87F6-CBACCD930D3F}"/>
                  </a:ext>
                </a:extLst>
              </p:cNvPr>
              <p:cNvSpPr/>
              <p:nvPr/>
            </p:nvSpPr>
            <p:spPr>
              <a:xfrm>
                <a:off x="40141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6" name="椭圆 14595">
                <a:extLst>
                  <a:ext uri="{FF2B5EF4-FFF2-40B4-BE49-F238E27FC236}">
                    <a16:creationId xmlns:a16="http://schemas.microsoft.com/office/drawing/2014/main" id="{7BCCD964-2968-41D6-9841-CF7178E35AD9}"/>
                  </a:ext>
                </a:extLst>
              </p:cNvPr>
              <p:cNvSpPr/>
              <p:nvPr/>
            </p:nvSpPr>
            <p:spPr>
              <a:xfrm>
                <a:off x="4047597" y="2718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7" name="椭圆 14596">
                <a:extLst>
                  <a:ext uri="{FF2B5EF4-FFF2-40B4-BE49-F238E27FC236}">
                    <a16:creationId xmlns:a16="http://schemas.microsoft.com/office/drawing/2014/main" id="{BF20A96F-33E9-4271-B0C9-0ADB2CDFCF91}"/>
                  </a:ext>
                </a:extLst>
              </p:cNvPr>
              <p:cNvSpPr/>
              <p:nvPr/>
            </p:nvSpPr>
            <p:spPr>
              <a:xfrm>
                <a:off x="3903828"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8" name="椭圆 14597">
                <a:extLst>
                  <a:ext uri="{FF2B5EF4-FFF2-40B4-BE49-F238E27FC236}">
                    <a16:creationId xmlns:a16="http://schemas.microsoft.com/office/drawing/2014/main" id="{9E8EAD8D-D93E-4F74-8A8E-6685057D76A1}"/>
                  </a:ext>
                </a:extLst>
              </p:cNvPr>
              <p:cNvSpPr/>
              <p:nvPr/>
            </p:nvSpPr>
            <p:spPr>
              <a:xfrm>
                <a:off x="401357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9" name="椭圆 14598">
                <a:extLst>
                  <a:ext uri="{FF2B5EF4-FFF2-40B4-BE49-F238E27FC236}">
                    <a16:creationId xmlns:a16="http://schemas.microsoft.com/office/drawing/2014/main" id="{D0CD458A-E122-419F-BA6A-07EED2F305F5}"/>
                  </a:ext>
                </a:extLst>
              </p:cNvPr>
              <p:cNvSpPr/>
              <p:nvPr/>
            </p:nvSpPr>
            <p:spPr>
              <a:xfrm>
                <a:off x="4145486"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0" name="椭圆 14599">
                <a:extLst>
                  <a:ext uri="{FF2B5EF4-FFF2-40B4-BE49-F238E27FC236}">
                    <a16:creationId xmlns:a16="http://schemas.microsoft.com/office/drawing/2014/main" id="{340468A8-1B57-4C4C-B2D9-41BD55D69AE2}"/>
                  </a:ext>
                </a:extLst>
              </p:cNvPr>
              <p:cNvSpPr/>
              <p:nvPr/>
            </p:nvSpPr>
            <p:spPr>
              <a:xfrm>
                <a:off x="4047376"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1" name="椭圆 14600">
                <a:extLst>
                  <a:ext uri="{FF2B5EF4-FFF2-40B4-BE49-F238E27FC236}">
                    <a16:creationId xmlns:a16="http://schemas.microsoft.com/office/drawing/2014/main" id="{99FED558-81C0-43A8-BE3A-2E474303FEFE}"/>
                  </a:ext>
                </a:extLst>
              </p:cNvPr>
              <p:cNvSpPr/>
              <p:nvPr/>
            </p:nvSpPr>
            <p:spPr>
              <a:xfrm>
                <a:off x="3979511"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2" name="椭圆 14601">
                <a:extLst>
                  <a:ext uri="{FF2B5EF4-FFF2-40B4-BE49-F238E27FC236}">
                    <a16:creationId xmlns:a16="http://schemas.microsoft.com/office/drawing/2014/main" id="{CBDD428C-4450-4452-A912-83A3677D6A21}"/>
                  </a:ext>
                </a:extLst>
              </p:cNvPr>
              <p:cNvSpPr/>
              <p:nvPr/>
            </p:nvSpPr>
            <p:spPr>
              <a:xfrm>
                <a:off x="3711133"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3" name="椭圆 14602">
                <a:extLst>
                  <a:ext uri="{FF2B5EF4-FFF2-40B4-BE49-F238E27FC236}">
                    <a16:creationId xmlns:a16="http://schemas.microsoft.com/office/drawing/2014/main" id="{04473A2B-E8D7-41B5-97FA-99E5F52C6330}"/>
                  </a:ext>
                </a:extLst>
              </p:cNvPr>
              <p:cNvSpPr/>
              <p:nvPr/>
            </p:nvSpPr>
            <p:spPr>
              <a:xfrm>
                <a:off x="3960242"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4" name="椭圆 14603">
                <a:extLst>
                  <a:ext uri="{FF2B5EF4-FFF2-40B4-BE49-F238E27FC236}">
                    <a16:creationId xmlns:a16="http://schemas.microsoft.com/office/drawing/2014/main" id="{12D812C3-D06C-4A1D-9773-FF3C59769488}"/>
                  </a:ext>
                </a:extLst>
              </p:cNvPr>
              <p:cNvSpPr/>
              <p:nvPr/>
            </p:nvSpPr>
            <p:spPr>
              <a:xfrm>
                <a:off x="3976355"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5" name="椭圆 14604">
                <a:extLst>
                  <a:ext uri="{FF2B5EF4-FFF2-40B4-BE49-F238E27FC236}">
                    <a16:creationId xmlns:a16="http://schemas.microsoft.com/office/drawing/2014/main" id="{CA28BB5C-210F-4208-A9F6-AB015F876733}"/>
                  </a:ext>
                </a:extLst>
              </p:cNvPr>
              <p:cNvSpPr/>
              <p:nvPr/>
            </p:nvSpPr>
            <p:spPr>
              <a:xfrm>
                <a:off x="41061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6" name="椭圆 14605">
                <a:extLst>
                  <a:ext uri="{FF2B5EF4-FFF2-40B4-BE49-F238E27FC236}">
                    <a16:creationId xmlns:a16="http://schemas.microsoft.com/office/drawing/2014/main" id="{B314B0DB-A932-49D4-8B90-EF6DFD1C0857}"/>
                  </a:ext>
                </a:extLst>
              </p:cNvPr>
              <p:cNvSpPr/>
              <p:nvPr/>
            </p:nvSpPr>
            <p:spPr>
              <a:xfrm>
                <a:off x="399823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7" name="椭圆 14606">
                <a:extLst>
                  <a:ext uri="{FF2B5EF4-FFF2-40B4-BE49-F238E27FC236}">
                    <a16:creationId xmlns:a16="http://schemas.microsoft.com/office/drawing/2014/main" id="{BFA3E7C1-080A-4A7B-8465-3F47877AA88D}"/>
                  </a:ext>
                </a:extLst>
              </p:cNvPr>
              <p:cNvSpPr/>
              <p:nvPr/>
            </p:nvSpPr>
            <p:spPr>
              <a:xfrm>
                <a:off x="398296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8" name="椭圆 14607">
                <a:extLst>
                  <a:ext uri="{FF2B5EF4-FFF2-40B4-BE49-F238E27FC236}">
                    <a16:creationId xmlns:a16="http://schemas.microsoft.com/office/drawing/2014/main" id="{4ED6EA40-A818-4522-A2F5-CAC6B3AD6465}"/>
                  </a:ext>
                </a:extLst>
              </p:cNvPr>
              <p:cNvSpPr/>
              <p:nvPr/>
            </p:nvSpPr>
            <p:spPr>
              <a:xfrm>
                <a:off x="415011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9" name="椭圆 14608">
                <a:extLst>
                  <a:ext uri="{FF2B5EF4-FFF2-40B4-BE49-F238E27FC236}">
                    <a16:creationId xmlns:a16="http://schemas.microsoft.com/office/drawing/2014/main" id="{CA2307F3-BC46-4462-8BD1-E986FA0FD2C9}"/>
                  </a:ext>
                </a:extLst>
              </p:cNvPr>
              <p:cNvSpPr/>
              <p:nvPr/>
            </p:nvSpPr>
            <p:spPr>
              <a:xfrm>
                <a:off x="41610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0" name="椭圆 14609">
                <a:extLst>
                  <a:ext uri="{FF2B5EF4-FFF2-40B4-BE49-F238E27FC236}">
                    <a16:creationId xmlns:a16="http://schemas.microsoft.com/office/drawing/2014/main" id="{4A5954BF-02B5-4B2D-B8F5-40D406E38676}"/>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1" name="椭圆 14610">
                <a:extLst>
                  <a:ext uri="{FF2B5EF4-FFF2-40B4-BE49-F238E27FC236}">
                    <a16:creationId xmlns:a16="http://schemas.microsoft.com/office/drawing/2014/main" id="{736E1906-EEC6-4698-89BD-80A695A55A27}"/>
                  </a:ext>
                </a:extLst>
              </p:cNvPr>
              <p:cNvSpPr/>
              <p:nvPr/>
            </p:nvSpPr>
            <p:spPr>
              <a:xfrm>
                <a:off x="3954479"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2" name="椭圆 14611">
                <a:extLst>
                  <a:ext uri="{FF2B5EF4-FFF2-40B4-BE49-F238E27FC236}">
                    <a16:creationId xmlns:a16="http://schemas.microsoft.com/office/drawing/2014/main" id="{36BD059B-08FC-4C2F-8C87-FA394A0A2152}"/>
                  </a:ext>
                </a:extLst>
              </p:cNvPr>
              <p:cNvSpPr/>
              <p:nvPr/>
            </p:nvSpPr>
            <p:spPr>
              <a:xfrm>
                <a:off x="4078942"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3" name="椭圆 14612">
                <a:extLst>
                  <a:ext uri="{FF2B5EF4-FFF2-40B4-BE49-F238E27FC236}">
                    <a16:creationId xmlns:a16="http://schemas.microsoft.com/office/drawing/2014/main" id="{A14619B6-FC22-403F-8AF0-3A60A31F07EF}"/>
                  </a:ext>
                </a:extLst>
              </p:cNvPr>
              <p:cNvSpPr/>
              <p:nvPr/>
            </p:nvSpPr>
            <p:spPr>
              <a:xfrm>
                <a:off x="409259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4" name="椭圆 14613">
                <a:extLst>
                  <a:ext uri="{FF2B5EF4-FFF2-40B4-BE49-F238E27FC236}">
                    <a16:creationId xmlns:a16="http://schemas.microsoft.com/office/drawing/2014/main" id="{9E90215F-4C54-4C3E-BBC7-9D0F6DCBF35D}"/>
                  </a:ext>
                </a:extLst>
              </p:cNvPr>
              <p:cNvSpPr/>
              <p:nvPr/>
            </p:nvSpPr>
            <p:spPr>
              <a:xfrm>
                <a:off x="398795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5" name="椭圆 14614">
                <a:extLst>
                  <a:ext uri="{FF2B5EF4-FFF2-40B4-BE49-F238E27FC236}">
                    <a16:creationId xmlns:a16="http://schemas.microsoft.com/office/drawing/2014/main" id="{1519769B-BA54-471C-A9EA-DCB2EBF62798}"/>
                  </a:ext>
                </a:extLst>
              </p:cNvPr>
              <p:cNvSpPr/>
              <p:nvPr/>
            </p:nvSpPr>
            <p:spPr>
              <a:xfrm>
                <a:off x="4258790" y="27185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6" name="椭圆 14615">
                <a:extLst>
                  <a:ext uri="{FF2B5EF4-FFF2-40B4-BE49-F238E27FC236}">
                    <a16:creationId xmlns:a16="http://schemas.microsoft.com/office/drawing/2014/main" id="{8E455443-97F6-4524-BB93-0EF389365243}"/>
                  </a:ext>
                </a:extLst>
              </p:cNvPr>
              <p:cNvSpPr/>
              <p:nvPr/>
            </p:nvSpPr>
            <p:spPr>
              <a:xfrm>
                <a:off x="40023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7" name="椭圆 14616">
                <a:extLst>
                  <a:ext uri="{FF2B5EF4-FFF2-40B4-BE49-F238E27FC236}">
                    <a16:creationId xmlns:a16="http://schemas.microsoft.com/office/drawing/2014/main" id="{6A04E448-17A5-470A-B657-C7F1887A7833}"/>
                  </a:ext>
                </a:extLst>
              </p:cNvPr>
              <p:cNvSpPr/>
              <p:nvPr/>
            </p:nvSpPr>
            <p:spPr>
              <a:xfrm>
                <a:off x="3917849"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8" name="椭圆 14617">
                <a:extLst>
                  <a:ext uri="{FF2B5EF4-FFF2-40B4-BE49-F238E27FC236}">
                    <a16:creationId xmlns:a16="http://schemas.microsoft.com/office/drawing/2014/main" id="{273F8338-EB6B-4E43-A21E-E183AD3E3160}"/>
                  </a:ext>
                </a:extLst>
              </p:cNvPr>
              <p:cNvSpPr/>
              <p:nvPr/>
            </p:nvSpPr>
            <p:spPr>
              <a:xfrm>
                <a:off x="4007076"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9" name="椭圆 14618">
                <a:extLst>
                  <a:ext uri="{FF2B5EF4-FFF2-40B4-BE49-F238E27FC236}">
                    <a16:creationId xmlns:a16="http://schemas.microsoft.com/office/drawing/2014/main" id="{0E710A7A-2A83-46B3-8D4A-B85015A5D7E6}"/>
                  </a:ext>
                </a:extLst>
              </p:cNvPr>
              <p:cNvSpPr/>
              <p:nvPr/>
            </p:nvSpPr>
            <p:spPr>
              <a:xfrm>
                <a:off x="4007222"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0" name="椭圆 14619">
                <a:extLst>
                  <a:ext uri="{FF2B5EF4-FFF2-40B4-BE49-F238E27FC236}">
                    <a16:creationId xmlns:a16="http://schemas.microsoft.com/office/drawing/2014/main" id="{E3C87667-E18F-462B-B601-0D6FB9751C48}"/>
                  </a:ext>
                </a:extLst>
              </p:cNvPr>
              <p:cNvSpPr/>
              <p:nvPr/>
            </p:nvSpPr>
            <p:spPr>
              <a:xfrm>
                <a:off x="3921446"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1" name="椭圆 14620">
                <a:extLst>
                  <a:ext uri="{FF2B5EF4-FFF2-40B4-BE49-F238E27FC236}">
                    <a16:creationId xmlns:a16="http://schemas.microsoft.com/office/drawing/2014/main" id="{5773E6E4-4E55-48C3-8DD8-A00420A0D120}"/>
                  </a:ext>
                </a:extLst>
              </p:cNvPr>
              <p:cNvSpPr/>
              <p:nvPr/>
            </p:nvSpPr>
            <p:spPr>
              <a:xfrm>
                <a:off x="3942917"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2" name="椭圆 14621">
                <a:extLst>
                  <a:ext uri="{FF2B5EF4-FFF2-40B4-BE49-F238E27FC236}">
                    <a16:creationId xmlns:a16="http://schemas.microsoft.com/office/drawing/2014/main" id="{71075A39-6767-46FC-AE40-F6FF7AE4D742}"/>
                  </a:ext>
                </a:extLst>
              </p:cNvPr>
              <p:cNvSpPr/>
              <p:nvPr/>
            </p:nvSpPr>
            <p:spPr>
              <a:xfrm>
                <a:off x="399555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3" name="椭圆 14622">
                <a:extLst>
                  <a:ext uri="{FF2B5EF4-FFF2-40B4-BE49-F238E27FC236}">
                    <a16:creationId xmlns:a16="http://schemas.microsoft.com/office/drawing/2014/main" id="{5B65F944-05D4-4B3D-92D9-BD3F7A5599D0}"/>
                  </a:ext>
                </a:extLst>
              </p:cNvPr>
              <p:cNvSpPr/>
              <p:nvPr/>
            </p:nvSpPr>
            <p:spPr>
              <a:xfrm>
                <a:off x="4008507"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4" name="椭圆 14623">
                <a:extLst>
                  <a:ext uri="{FF2B5EF4-FFF2-40B4-BE49-F238E27FC236}">
                    <a16:creationId xmlns:a16="http://schemas.microsoft.com/office/drawing/2014/main" id="{D40D29C9-F16B-4BA9-AF48-DF80591E2E03}"/>
                  </a:ext>
                </a:extLst>
              </p:cNvPr>
              <p:cNvSpPr/>
              <p:nvPr/>
            </p:nvSpPr>
            <p:spPr>
              <a:xfrm>
                <a:off x="3995367"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5" name="椭圆 14624">
                <a:extLst>
                  <a:ext uri="{FF2B5EF4-FFF2-40B4-BE49-F238E27FC236}">
                    <a16:creationId xmlns:a16="http://schemas.microsoft.com/office/drawing/2014/main" id="{C2A6C3F4-9660-4F48-8C72-77BB16B208E2}"/>
                  </a:ext>
                </a:extLst>
              </p:cNvPr>
              <p:cNvSpPr/>
              <p:nvPr/>
            </p:nvSpPr>
            <p:spPr>
              <a:xfrm>
                <a:off x="4161305"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6" name="椭圆 14625">
                <a:extLst>
                  <a:ext uri="{FF2B5EF4-FFF2-40B4-BE49-F238E27FC236}">
                    <a16:creationId xmlns:a16="http://schemas.microsoft.com/office/drawing/2014/main" id="{0028F785-26C9-4067-85D3-C5BDF2F29FA0}"/>
                  </a:ext>
                </a:extLst>
              </p:cNvPr>
              <p:cNvSpPr/>
              <p:nvPr/>
            </p:nvSpPr>
            <p:spPr>
              <a:xfrm>
                <a:off x="409215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7" name="椭圆 14626">
                <a:extLst>
                  <a:ext uri="{FF2B5EF4-FFF2-40B4-BE49-F238E27FC236}">
                    <a16:creationId xmlns:a16="http://schemas.microsoft.com/office/drawing/2014/main" id="{ED83234F-D09D-40B6-9CE4-3B121886D9DB}"/>
                  </a:ext>
                </a:extLst>
              </p:cNvPr>
              <p:cNvSpPr/>
              <p:nvPr/>
            </p:nvSpPr>
            <p:spPr>
              <a:xfrm>
                <a:off x="402619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8" name="椭圆 14627">
                <a:extLst>
                  <a:ext uri="{FF2B5EF4-FFF2-40B4-BE49-F238E27FC236}">
                    <a16:creationId xmlns:a16="http://schemas.microsoft.com/office/drawing/2014/main" id="{3B483BAE-4CC8-42F0-838D-7E3231408EFE}"/>
                  </a:ext>
                </a:extLst>
              </p:cNvPr>
              <p:cNvSpPr/>
              <p:nvPr/>
            </p:nvSpPr>
            <p:spPr>
              <a:xfrm>
                <a:off x="3977713"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9" name="椭圆 14628">
                <a:extLst>
                  <a:ext uri="{FF2B5EF4-FFF2-40B4-BE49-F238E27FC236}">
                    <a16:creationId xmlns:a16="http://schemas.microsoft.com/office/drawing/2014/main" id="{F3678D30-7E0E-474C-8BAA-91401E5BAD44}"/>
                  </a:ext>
                </a:extLst>
              </p:cNvPr>
              <p:cNvSpPr/>
              <p:nvPr/>
            </p:nvSpPr>
            <p:spPr>
              <a:xfrm>
                <a:off x="3934329"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0" name="椭圆 14629">
                <a:extLst>
                  <a:ext uri="{FF2B5EF4-FFF2-40B4-BE49-F238E27FC236}">
                    <a16:creationId xmlns:a16="http://schemas.microsoft.com/office/drawing/2014/main" id="{623D473A-4BE9-42D5-BBFD-494B3744A9D0}"/>
                  </a:ext>
                </a:extLst>
              </p:cNvPr>
              <p:cNvSpPr/>
              <p:nvPr/>
            </p:nvSpPr>
            <p:spPr>
              <a:xfrm>
                <a:off x="3988650"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1" name="椭圆 14630">
                <a:extLst>
                  <a:ext uri="{FF2B5EF4-FFF2-40B4-BE49-F238E27FC236}">
                    <a16:creationId xmlns:a16="http://schemas.microsoft.com/office/drawing/2014/main" id="{9AB7451D-6AC2-43EB-9B47-037ACD2AA3A4}"/>
                  </a:ext>
                </a:extLst>
              </p:cNvPr>
              <p:cNvSpPr/>
              <p:nvPr/>
            </p:nvSpPr>
            <p:spPr>
              <a:xfrm>
                <a:off x="398703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2" name="椭圆 14631">
                <a:extLst>
                  <a:ext uri="{FF2B5EF4-FFF2-40B4-BE49-F238E27FC236}">
                    <a16:creationId xmlns:a16="http://schemas.microsoft.com/office/drawing/2014/main" id="{DA838E70-85CB-4E54-8655-FA4E31C9682C}"/>
                  </a:ext>
                </a:extLst>
              </p:cNvPr>
              <p:cNvSpPr/>
              <p:nvPr/>
            </p:nvSpPr>
            <p:spPr>
              <a:xfrm>
                <a:off x="41104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3" name="椭圆 14632">
                <a:extLst>
                  <a:ext uri="{FF2B5EF4-FFF2-40B4-BE49-F238E27FC236}">
                    <a16:creationId xmlns:a16="http://schemas.microsoft.com/office/drawing/2014/main" id="{2AF283CB-EB52-4BC4-9A4B-7889E46C15DD}"/>
                  </a:ext>
                </a:extLst>
              </p:cNvPr>
              <p:cNvSpPr/>
              <p:nvPr/>
            </p:nvSpPr>
            <p:spPr>
              <a:xfrm>
                <a:off x="3978190"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4" name="椭圆 14633">
                <a:extLst>
                  <a:ext uri="{FF2B5EF4-FFF2-40B4-BE49-F238E27FC236}">
                    <a16:creationId xmlns:a16="http://schemas.microsoft.com/office/drawing/2014/main" id="{DB2B0EBC-97DA-4208-A8AF-A53B4C27DC8E}"/>
                  </a:ext>
                </a:extLst>
              </p:cNvPr>
              <p:cNvSpPr/>
              <p:nvPr/>
            </p:nvSpPr>
            <p:spPr>
              <a:xfrm>
                <a:off x="401841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5" name="椭圆 14634">
                <a:extLst>
                  <a:ext uri="{FF2B5EF4-FFF2-40B4-BE49-F238E27FC236}">
                    <a16:creationId xmlns:a16="http://schemas.microsoft.com/office/drawing/2014/main" id="{74196811-A413-4F44-8AE0-2A01AAEE44E4}"/>
                  </a:ext>
                </a:extLst>
              </p:cNvPr>
              <p:cNvSpPr/>
              <p:nvPr/>
            </p:nvSpPr>
            <p:spPr>
              <a:xfrm>
                <a:off x="402076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6" name="椭圆 14635">
                <a:extLst>
                  <a:ext uri="{FF2B5EF4-FFF2-40B4-BE49-F238E27FC236}">
                    <a16:creationId xmlns:a16="http://schemas.microsoft.com/office/drawing/2014/main" id="{4DDC5A31-9C5C-4B32-9FB0-EA2ABE5BE6D5}"/>
                  </a:ext>
                </a:extLst>
              </p:cNvPr>
              <p:cNvSpPr/>
              <p:nvPr/>
            </p:nvSpPr>
            <p:spPr>
              <a:xfrm>
                <a:off x="39773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7" name="椭圆 14636">
                <a:extLst>
                  <a:ext uri="{FF2B5EF4-FFF2-40B4-BE49-F238E27FC236}">
                    <a16:creationId xmlns:a16="http://schemas.microsoft.com/office/drawing/2014/main" id="{F26A1F15-3B48-43CF-AB12-62741D0751C2}"/>
                  </a:ext>
                </a:extLst>
              </p:cNvPr>
              <p:cNvSpPr/>
              <p:nvPr/>
            </p:nvSpPr>
            <p:spPr>
              <a:xfrm>
                <a:off x="401401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8" name="椭圆 14637">
                <a:extLst>
                  <a:ext uri="{FF2B5EF4-FFF2-40B4-BE49-F238E27FC236}">
                    <a16:creationId xmlns:a16="http://schemas.microsoft.com/office/drawing/2014/main" id="{AE89C6FD-9DC2-4B54-81CD-FAC3843569C1}"/>
                  </a:ext>
                </a:extLst>
              </p:cNvPr>
              <p:cNvSpPr/>
              <p:nvPr/>
            </p:nvSpPr>
            <p:spPr>
              <a:xfrm>
                <a:off x="398138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9" name="椭圆 14638">
                <a:extLst>
                  <a:ext uri="{FF2B5EF4-FFF2-40B4-BE49-F238E27FC236}">
                    <a16:creationId xmlns:a16="http://schemas.microsoft.com/office/drawing/2014/main" id="{2772E20C-AD12-4D1F-B34B-DCFBEFDAE725}"/>
                  </a:ext>
                </a:extLst>
              </p:cNvPr>
              <p:cNvSpPr/>
              <p:nvPr/>
            </p:nvSpPr>
            <p:spPr>
              <a:xfrm>
                <a:off x="3975437"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0" name="椭圆 14639">
                <a:extLst>
                  <a:ext uri="{FF2B5EF4-FFF2-40B4-BE49-F238E27FC236}">
                    <a16:creationId xmlns:a16="http://schemas.microsoft.com/office/drawing/2014/main" id="{CB191853-E912-4D72-8553-B7B9CEF3F8F9}"/>
                  </a:ext>
                </a:extLst>
              </p:cNvPr>
              <p:cNvSpPr/>
              <p:nvPr/>
            </p:nvSpPr>
            <p:spPr>
              <a:xfrm>
                <a:off x="398296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1" name="椭圆 14640">
                <a:extLst>
                  <a:ext uri="{FF2B5EF4-FFF2-40B4-BE49-F238E27FC236}">
                    <a16:creationId xmlns:a16="http://schemas.microsoft.com/office/drawing/2014/main" id="{8E1774A2-8760-42CD-B090-FB3E7F7011FD}"/>
                  </a:ext>
                </a:extLst>
              </p:cNvPr>
              <p:cNvSpPr/>
              <p:nvPr/>
            </p:nvSpPr>
            <p:spPr>
              <a:xfrm>
                <a:off x="397066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2" name="椭圆 14641">
                <a:extLst>
                  <a:ext uri="{FF2B5EF4-FFF2-40B4-BE49-F238E27FC236}">
                    <a16:creationId xmlns:a16="http://schemas.microsoft.com/office/drawing/2014/main" id="{7086BCE7-7951-4692-9209-66F7698BB25F}"/>
                  </a:ext>
                </a:extLst>
              </p:cNvPr>
              <p:cNvSpPr/>
              <p:nvPr/>
            </p:nvSpPr>
            <p:spPr>
              <a:xfrm>
                <a:off x="39751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3" name="椭圆 14642">
                <a:extLst>
                  <a:ext uri="{FF2B5EF4-FFF2-40B4-BE49-F238E27FC236}">
                    <a16:creationId xmlns:a16="http://schemas.microsoft.com/office/drawing/2014/main" id="{D6CD5D94-FC58-4E40-8CC5-1C559FC59DA4}"/>
                  </a:ext>
                </a:extLst>
              </p:cNvPr>
              <p:cNvSpPr/>
              <p:nvPr/>
            </p:nvSpPr>
            <p:spPr>
              <a:xfrm>
                <a:off x="4139870"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4" name="椭圆 14643">
                <a:extLst>
                  <a:ext uri="{FF2B5EF4-FFF2-40B4-BE49-F238E27FC236}">
                    <a16:creationId xmlns:a16="http://schemas.microsoft.com/office/drawing/2014/main" id="{A4D2048F-3119-4C3F-96EA-65CE95AA8A7E}"/>
                  </a:ext>
                </a:extLst>
              </p:cNvPr>
              <p:cNvSpPr/>
              <p:nvPr/>
            </p:nvSpPr>
            <p:spPr>
              <a:xfrm>
                <a:off x="4135576"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5" name="椭圆 14644">
                <a:extLst>
                  <a:ext uri="{FF2B5EF4-FFF2-40B4-BE49-F238E27FC236}">
                    <a16:creationId xmlns:a16="http://schemas.microsoft.com/office/drawing/2014/main" id="{78095195-F79E-4475-BADB-33E18AB153ED}"/>
                  </a:ext>
                </a:extLst>
              </p:cNvPr>
              <p:cNvSpPr/>
              <p:nvPr/>
            </p:nvSpPr>
            <p:spPr>
              <a:xfrm>
                <a:off x="396126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6" name="椭圆 14645">
                <a:extLst>
                  <a:ext uri="{FF2B5EF4-FFF2-40B4-BE49-F238E27FC236}">
                    <a16:creationId xmlns:a16="http://schemas.microsoft.com/office/drawing/2014/main" id="{B42C989D-9CFD-484B-B76F-93012B2C47C9}"/>
                  </a:ext>
                </a:extLst>
              </p:cNvPr>
              <p:cNvSpPr/>
              <p:nvPr/>
            </p:nvSpPr>
            <p:spPr>
              <a:xfrm>
                <a:off x="398332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7" name="椭圆 14646">
                <a:extLst>
                  <a:ext uri="{FF2B5EF4-FFF2-40B4-BE49-F238E27FC236}">
                    <a16:creationId xmlns:a16="http://schemas.microsoft.com/office/drawing/2014/main" id="{D4CD961C-29F5-43A5-882C-C1F258C8CE22}"/>
                  </a:ext>
                </a:extLst>
              </p:cNvPr>
              <p:cNvSpPr/>
              <p:nvPr/>
            </p:nvSpPr>
            <p:spPr>
              <a:xfrm>
                <a:off x="4062058" y="30349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8" name="椭圆 14647">
                <a:extLst>
                  <a:ext uri="{FF2B5EF4-FFF2-40B4-BE49-F238E27FC236}">
                    <a16:creationId xmlns:a16="http://schemas.microsoft.com/office/drawing/2014/main" id="{2D82CD72-A0C4-44B5-8E70-5BA2110BB4A2}"/>
                  </a:ext>
                </a:extLst>
              </p:cNvPr>
              <p:cNvSpPr/>
              <p:nvPr/>
            </p:nvSpPr>
            <p:spPr>
              <a:xfrm>
                <a:off x="415290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9" name="椭圆 14648">
                <a:extLst>
                  <a:ext uri="{FF2B5EF4-FFF2-40B4-BE49-F238E27FC236}">
                    <a16:creationId xmlns:a16="http://schemas.microsoft.com/office/drawing/2014/main" id="{CEC3E471-1310-4CF5-852F-53B9C3D50450}"/>
                  </a:ext>
                </a:extLst>
              </p:cNvPr>
              <p:cNvSpPr/>
              <p:nvPr/>
            </p:nvSpPr>
            <p:spPr>
              <a:xfrm>
                <a:off x="39780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0" name="椭圆 14649">
                <a:extLst>
                  <a:ext uri="{FF2B5EF4-FFF2-40B4-BE49-F238E27FC236}">
                    <a16:creationId xmlns:a16="http://schemas.microsoft.com/office/drawing/2014/main" id="{500C5997-A260-4557-8F46-0FEAFE041E7B}"/>
                  </a:ext>
                </a:extLst>
              </p:cNvPr>
              <p:cNvSpPr/>
              <p:nvPr/>
            </p:nvSpPr>
            <p:spPr>
              <a:xfrm>
                <a:off x="39780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1" name="椭圆 14650">
                <a:extLst>
                  <a:ext uri="{FF2B5EF4-FFF2-40B4-BE49-F238E27FC236}">
                    <a16:creationId xmlns:a16="http://schemas.microsoft.com/office/drawing/2014/main" id="{2CC7D7DA-CF3B-4A8A-BA3D-80E0A5032CED}"/>
                  </a:ext>
                </a:extLst>
              </p:cNvPr>
              <p:cNvSpPr/>
              <p:nvPr/>
            </p:nvSpPr>
            <p:spPr>
              <a:xfrm>
                <a:off x="4055304" y="30188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2" name="椭圆 14651">
                <a:extLst>
                  <a:ext uri="{FF2B5EF4-FFF2-40B4-BE49-F238E27FC236}">
                    <a16:creationId xmlns:a16="http://schemas.microsoft.com/office/drawing/2014/main" id="{90B0F85F-CAD2-4FB8-8261-94AC86034A5D}"/>
                  </a:ext>
                </a:extLst>
              </p:cNvPr>
              <p:cNvSpPr/>
              <p:nvPr/>
            </p:nvSpPr>
            <p:spPr>
              <a:xfrm>
                <a:off x="411109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3" name="椭圆 14652">
                <a:extLst>
                  <a:ext uri="{FF2B5EF4-FFF2-40B4-BE49-F238E27FC236}">
                    <a16:creationId xmlns:a16="http://schemas.microsoft.com/office/drawing/2014/main" id="{43277688-95F4-42F3-9CC9-D5ED349C0A34}"/>
                  </a:ext>
                </a:extLst>
              </p:cNvPr>
              <p:cNvSpPr/>
              <p:nvPr/>
            </p:nvSpPr>
            <p:spPr>
              <a:xfrm>
                <a:off x="4125519"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4" name="椭圆 14653">
                <a:extLst>
                  <a:ext uri="{FF2B5EF4-FFF2-40B4-BE49-F238E27FC236}">
                    <a16:creationId xmlns:a16="http://schemas.microsoft.com/office/drawing/2014/main" id="{2F9E17FD-A982-43B4-AE15-9748E8751006}"/>
                  </a:ext>
                </a:extLst>
              </p:cNvPr>
              <p:cNvSpPr/>
              <p:nvPr/>
            </p:nvSpPr>
            <p:spPr>
              <a:xfrm>
                <a:off x="4187805"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5" name="椭圆 14654">
                <a:extLst>
                  <a:ext uri="{FF2B5EF4-FFF2-40B4-BE49-F238E27FC236}">
                    <a16:creationId xmlns:a16="http://schemas.microsoft.com/office/drawing/2014/main" id="{AF878F9F-E58B-4BE8-8C17-DD884C86DAAE}"/>
                  </a:ext>
                </a:extLst>
              </p:cNvPr>
              <p:cNvSpPr/>
              <p:nvPr/>
            </p:nvSpPr>
            <p:spPr>
              <a:xfrm>
                <a:off x="409751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6" name="椭圆 14655">
                <a:extLst>
                  <a:ext uri="{FF2B5EF4-FFF2-40B4-BE49-F238E27FC236}">
                    <a16:creationId xmlns:a16="http://schemas.microsoft.com/office/drawing/2014/main" id="{B61D707A-64AD-44B5-BE0F-E7923EF1E88F}"/>
                  </a:ext>
                </a:extLst>
              </p:cNvPr>
              <p:cNvSpPr/>
              <p:nvPr/>
            </p:nvSpPr>
            <p:spPr>
              <a:xfrm>
                <a:off x="409197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7" name="椭圆 14656">
                <a:extLst>
                  <a:ext uri="{FF2B5EF4-FFF2-40B4-BE49-F238E27FC236}">
                    <a16:creationId xmlns:a16="http://schemas.microsoft.com/office/drawing/2014/main" id="{FE08AE90-682D-4F7A-8ED3-0A6CB8207D7D}"/>
                  </a:ext>
                </a:extLst>
              </p:cNvPr>
              <p:cNvSpPr/>
              <p:nvPr/>
            </p:nvSpPr>
            <p:spPr>
              <a:xfrm>
                <a:off x="4147651"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8" name="椭圆 14657">
                <a:extLst>
                  <a:ext uri="{FF2B5EF4-FFF2-40B4-BE49-F238E27FC236}">
                    <a16:creationId xmlns:a16="http://schemas.microsoft.com/office/drawing/2014/main" id="{27F319DA-4247-41F4-A834-7B02FBF240F9}"/>
                  </a:ext>
                </a:extLst>
              </p:cNvPr>
              <p:cNvSpPr/>
              <p:nvPr/>
            </p:nvSpPr>
            <p:spPr>
              <a:xfrm>
                <a:off x="4036145"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9" name="椭圆 14658">
                <a:extLst>
                  <a:ext uri="{FF2B5EF4-FFF2-40B4-BE49-F238E27FC236}">
                    <a16:creationId xmlns:a16="http://schemas.microsoft.com/office/drawing/2014/main" id="{D8268C9F-8BDE-4D9D-B61D-7993495254DD}"/>
                  </a:ext>
                </a:extLst>
              </p:cNvPr>
              <p:cNvSpPr/>
              <p:nvPr/>
            </p:nvSpPr>
            <p:spPr>
              <a:xfrm>
                <a:off x="4166113"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0" name="椭圆 14659">
                <a:extLst>
                  <a:ext uri="{FF2B5EF4-FFF2-40B4-BE49-F238E27FC236}">
                    <a16:creationId xmlns:a16="http://schemas.microsoft.com/office/drawing/2014/main" id="{752E4C67-3B71-4665-A55C-6C2C5380CFA3}"/>
                  </a:ext>
                </a:extLst>
              </p:cNvPr>
              <p:cNvSpPr/>
              <p:nvPr/>
            </p:nvSpPr>
            <p:spPr>
              <a:xfrm>
                <a:off x="39299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1" name="椭圆 14660">
                <a:extLst>
                  <a:ext uri="{FF2B5EF4-FFF2-40B4-BE49-F238E27FC236}">
                    <a16:creationId xmlns:a16="http://schemas.microsoft.com/office/drawing/2014/main" id="{F4D4D18C-3A32-4CA3-AAE6-D1B0EB3ADD89}"/>
                  </a:ext>
                </a:extLst>
              </p:cNvPr>
              <p:cNvSpPr/>
              <p:nvPr/>
            </p:nvSpPr>
            <p:spPr>
              <a:xfrm>
                <a:off x="4059746"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2" name="椭圆 14661">
                <a:extLst>
                  <a:ext uri="{FF2B5EF4-FFF2-40B4-BE49-F238E27FC236}">
                    <a16:creationId xmlns:a16="http://schemas.microsoft.com/office/drawing/2014/main" id="{989A0A85-7B77-4E7D-8EE3-6D50053D0DBE}"/>
                  </a:ext>
                </a:extLst>
              </p:cNvPr>
              <p:cNvSpPr/>
              <p:nvPr/>
            </p:nvSpPr>
            <p:spPr>
              <a:xfrm>
                <a:off x="40133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3" name="椭圆 14662">
                <a:extLst>
                  <a:ext uri="{FF2B5EF4-FFF2-40B4-BE49-F238E27FC236}">
                    <a16:creationId xmlns:a16="http://schemas.microsoft.com/office/drawing/2014/main" id="{C7ACB507-5301-4A84-AC3E-E614C50C62D6}"/>
                  </a:ext>
                </a:extLst>
              </p:cNvPr>
              <p:cNvSpPr/>
              <p:nvPr/>
            </p:nvSpPr>
            <p:spPr>
              <a:xfrm>
                <a:off x="401496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4" name="椭圆 14663">
                <a:extLst>
                  <a:ext uri="{FF2B5EF4-FFF2-40B4-BE49-F238E27FC236}">
                    <a16:creationId xmlns:a16="http://schemas.microsoft.com/office/drawing/2014/main" id="{4E84ABFC-E5C1-498A-84F0-AACB5A5AA33B}"/>
                  </a:ext>
                </a:extLst>
              </p:cNvPr>
              <p:cNvSpPr/>
              <p:nvPr/>
            </p:nvSpPr>
            <p:spPr>
              <a:xfrm>
                <a:off x="4111204"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5" name="椭圆 14664">
                <a:extLst>
                  <a:ext uri="{FF2B5EF4-FFF2-40B4-BE49-F238E27FC236}">
                    <a16:creationId xmlns:a16="http://schemas.microsoft.com/office/drawing/2014/main" id="{E59C57B9-48DE-4772-A902-06AA6E22D108}"/>
                  </a:ext>
                </a:extLst>
              </p:cNvPr>
              <p:cNvSpPr/>
              <p:nvPr/>
            </p:nvSpPr>
            <p:spPr>
              <a:xfrm>
                <a:off x="3983181"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6" name="椭圆 14665">
                <a:extLst>
                  <a:ext uri="{FF2B5EF4-FFF2-40B4-BE49-F238E27FC236}">
                    <a16:creationId xmlns:a16="http://schemas.microsoft.com/office/drawing/2014/main" id="{8813CB68-0AA9-4575-A218-AAB86F678411}"/>
                  </a:ext>
                </a:extLst>
              </p:cNvPr>
              <p:cNvSpPr/>
              <p:nvPr/>
            </p:nvSpPr>
            <p:spPr>
              <a:xfrm>
                <a:off x="40394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7" name="椭圆 14666">
                <a:extLst>
                  <a:ext uri="{FF2B5EF4-FFF2-40B4-BE49-F238E27FC236}">
                    <a16:creationId xmlns:a16="http://schemas.microsoft.com/office/drawing/2014/main" id="{54850744-1A47-4369-AE55-8610E29C5D51}"/>
                  </a:ext>
                </a:extLst>
              </p:cNvPr>
              <p:cNvSpPr/>
              <p:nvPr/>
            </p:nvSpPr>
            <p:spPr>
              <a:xfrm>
                <a:off x="4152166" y="28717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8" name="椭圆 14667">
                <a:extLst>
                  <a:ext uri="{FF2B5EF4-FFF2-40B4-BE49-F238E27FC236}">
                    <a16:creationId xmlns:a16="http://schemas.microsoft.com/office/drawing/2014/main" id="{1A31AD6D-4B5C-494E-B72E-1088F3E86E1B}"/>
                  </a:ext>
                </a:extLst>
              </p:cNvPr>
              <p:cNvSpPr/>
              <p:nvPr/>
            </p:nvSpPr>
            <p:spPr>
              <a:xfrm>
                <a:off x="401335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9" name="椭圆 14668">
                <a:extLst>
                  <a:ext uri="{FF2B5EF4-FFF2-40B4-BE49-F238E27FC236}">
                    <a16:creationId xmlns:a16="http://schemas.microsoft.com/office/drawing/2014/main" id="{FB835178-C3B5-4DE6-A6E1-6EE0CF67BA5D}"/>
                  </a:ext>
                </a:extLst>
              </p:cNvPr>
              <p:cNvSpPr/>
              <p:nvPr/>
            </p:nvSpPr>
            <p:spPr>
              <a:xfrm>
                <a:off x="399162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0" name="椭圆 14669">
                <a:extLst>
                  <a:ext uri="{FF2B5EF4-FFF2-40B4-BE49-F238E27FC236}">
                    <a16:creationId xmlns:a16="http://schemas.microsoft.com/office/drawing/2014/main" id="{4407DA08-572A-4D49-9129-53F0ACC7AF20}"/>
                  </a:ext>
                </a:extLst>
              </p:cNvPr>
              <p:cNvSpPr/>
              <p:nvPr/>
            </p:nvSpPr>
            <p:spPr>
              <a:xfrm>
                <a:off x="3884632"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1" name="椭圆 14670">
                <a:extLst>
                  <a:ext uri="{FF2B5EF4-FFF2-40B4-BE49-F238E27FC236}">
                    <a16:creationId xmlns:a16="http://schemas.microsoft.com/office/drawing/2014/main" id="{7B7E02B8-954D-42F1-B839-F16BE6289919}"/>
                  </a:ext>
                </a:extLst>
              </p:cNvPr>
              <p:cNvSpPr/>
              <p:nvPr/>
            </p:nvSpPr>
            <p:spPr>
              <a:xfrm>
                <a:off x="39403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2" name="椭圆 14671">
                <a:extLst>
                  <a:ext uri="{FF2B5EF4-FFF2-40B4-BE49-F238E27FC236}">
                    <a16:creationId xmlns:a16="http://schemas.microsoft.com/office/drawing/2014/main" id="{93D5EAF5-65E6-428A-AD3B-46355D5F0960}"/>
                  </a:ext>
                </a:extLst>
              </p:cNvPr>
              <p:cNvSpPr/>
              <p:nvPr/>
            </p:nvSpPr>
            <p:spPr>
              <a:xfrm>
                <a:off x="406675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3" name="椭圆 14672">
                <a:extLst>
                  <a:ext uri="{FF2B5EF4-FFF2-40B4-BE49-F238E27FC236}">
                    <a16:creationId xmlns:a16="http://schemas.microsoft.com/office/drawing/2014/main" id="{70CF94C0-30D8-465F-9470-18A8696C2690}"/>
                  </a:ext>
                </a:extLst>
              </p:cNvPr>
              <p:cNvSpPr/>
              <p:nvPr/>
            </p:nvSpPr>
            <p:spPr>
              <a:xfrm>
                <a:off x="40289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4" name="椭圆 14673">
                <a:extLst>
                  <a:ext uri="{FF2B5EF4-FFF2-40B4-BE49-F238E27FC236}">
                    <a16:creationId xmlns:a16="http://schemas.microsoft.com/office/drawing/2014/main" id="{54716A47-E9FE-4256-B918-294830664005}"/>
                  </a:ext>
                </a:extLst>
              </p:cNvPr>
              <p:cNvSpPr/>
              <p:nvPr/>
            </p:nvSpPr>
            <p:spPr>
              <a:xfrm>
                <a:off x="413832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5" name="椭圆 14674">
                <a:extLst>
                  <a:ext uri="{FF2B5EF4-FFF2-40B4-BE49-F238E27FC236}">
                    <a16:creationId xmlns:a16="http://schemas.microsoft.com/office/drawing/2014/main" id="{1CDB8162-4D49-444F-B9E0-31621452D765}"/>
                  </a:ext>
                </a:extLst>
              </p:cNvPr>
              <p:cNvSpPr/>
              <p:nvPr/>
            </p:nvSpPr>
            <p:spPr>
              <a:xfrm>
                <a:off x="4044991"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6" name="椭圆 14675">
                <a:extLst>
                  <a:ext uri="{FF2B5EF4-FFF2-40B4-BE49-F238E27FC236}">
                    <a16:creationId xmlns:a16="http://schemas.microsoft.com/office/drawing/2014/main" id="{72865827-4424-4CA1-8081-ADDACBA82201}"/>
                  </a:ext>
                </a:extLst>
              </p:cNvPr>
              <p:cNvSpPr/>
              <p:nvPr/>
            </p:nvSpPr>
            <p:spPr>
              <a:xfrm>
                <a:off x="406965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7" name="椭圆 14676">
                <a:extLst>
                  <a:ext uri="{FF2B5EF4-FFF2-40B4-BE49-F238E27FC236}">
                    <a16:creationId xmlns:a16="http://schemas.microsoft.com/office/drawing/2014/main" id="{540FFCE5-E9E9-4BA8-9572-8C6FD1D67DBA}"/>
                  </a:ext>
                </a:extLst>
              </p:cNvPr>
              <p:cNvSpPr/>
              <p:nvPr/>
            </p:nvSpPr>
            <p:spPr>
              <a:xfrm>
                <a:off x="4058644"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8" name="椭圆 14677">
                <a:extLst>
                  <a:ext uri="{FF2B5EF4-FFF2-40B4-BE49-F238E27FC236}">
                    <a16:creationId xmlns:a16="http://schemas.microsoft.com/office/drawing/2014/main" id="{64B6A4C6-2D98-4665-B252-F603BB9A4F43}"/>
                  </a:ext>
                </a:extLst>
              </p:cNvPr>
              <p:cNvSpPr/>
              <p:nvPr/>
            </p:nvSpPr>
            <p:spPr>
              <a:xfrm>
                <a:off x="4174078"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9" name="椭圆 14678">
                <a:extLst>
                  <a:ext uri="{FF2B5EF4-FFF2-40B4-BE49-F238E27FC236}">
                    <a16:creationId xmlns:a16="http://schemas.microsoft.com/office/drawing/2014/main" id="{5DF8266C-2125-4053-8F1A-233F6AE9F019}"/>
                  </a:ext>
                </a:extLst>
              </p:cNvPr>
              <p:cNvSpPr/>
              <p:nvPr/>
            </p:nvSpPr>
            <p:spPr>
              <a:xfrm>
                <a:off x="4045504"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0" name="椭圆 14679">
                <a:extLst>
                  <a:ext uri="{FF2B5EF4-FFF2-40B4-BE49-F238E27FC236}">
                    <a16:creationId xmlns:a16="http://schemas.microsoft.com/office/drawing/2014/main" id="{BCCAFB8E-C312-4245-82D7-AC2031CEEB2E}"/>
                  </a:ext>
                </a:extLst>
              </p:cNvPr>
              <p:cNvSpPr/>
              <p:nvPr/>
            </p:nvSpPr>
            <p:spPr>
              <a:xfrm>
                <a:off x="4011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1" name="椭圆 14680">
                <a:extLst>
                  <a:ext uri="{FF2B5EF4-FFF2-40B4-BE49-F238E27FC236}">
                    <a16:creationId xmlns:a16="http://schemas.microsoft.com/office/drawing/2014/main" id="{C3914B21-B130-4C64-96E2-12EB108D98F9}"/>
                  </a:ext>
                </a:extLst>
              </p:cNvPr>
              <p:cNvSpPr/>
              <p:nvPr/>
            </p:nvSpPr>
            <p:spPr>
              <a:xfrm>
                <a:off x="398042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2" name="椭圆 14681">
                <a:extLst>
                  <a:ext uri="{FF2B5EF4-FFF2-40B4-BE49-F238E27FC236}">
                    <a16:creationId xmlns:a16="http://schemas.microsoft.com/office/drawing/2014/main" id="{B5780A2E-A248-4393-88A7-4160D978979C}"/>
                  </a:ext>
                </a:extLst>
              </p:cNvPr>
              <p:cNvSpPr/>
              <p:nvPr/>
            </p:nvSpPr>
            <p:spPr>
              <a:xfrm>
                <a:off x="399158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3" name="椭圆 14682">
                <a:extLst>
                  <a:ext uri="{FF2B5EF4-FFF2-40B4-BE49-F238E27FC236}">
                    <a16:creationId xmlns:a16="http://schemas.microsoft.com/office/drawing/2014/main" id="{8DF42F1E-86CA-40BD-8A92-360401CA1416}"/>
                  </a:ext>
                </a:extLst>
              </p:cNvPr>
              <p:cNvSpPr/>
              <p:nvPr/>
            </p:nvSpPr>
            <p:spPr>
              <a:xfrm>
                <a:off x="40337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4" name="椭圆 14683">
                <a:extLst>
                  <a:ext uri="{FF2B5EF4-FFF2-40B4-BE49-F238E27FC236}">
                    <a16:creationId xmlns:a16="http://schemas.microsoft.com/office/drawing/2014/main" id="{F48B94BF-B31E-4616-AE8A-58A2C03F5D91}"/>
                  </a:ext>
                </a:extLst>
              </p:cNvPr>
              <p:cNvSpPr/>
              <p:nvPr/>
            </p:nvSpPr>
            <p:spPr>
              <a:xfrm>
                <a:off x="40103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5" name="椭圆 14684">
                <a:extLst>
                  <a:ext uri="{FF2B5EF4-FFF2-40B4-BE49-F238E27FC236}">
                    <a16:creationId xmlns:a16="http://schemas.microsoft.com/office/drawing/2014/main" id="{D3F1DC70-8B95-4B9E-82E3-52AE1072739E}"/>
                  </a:ext>
                </a:extLst>
              </p:cNvPr>
              <p:cNvSpPr/>
              <p:nvPr/>
            </p:nvSpPr>
            <p:spPr>
              <a:xfrm>
                <a:off x="40731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6" name="椭圆 14685">
                <a:extLst>
                  <a:ext uri="{FF2B5EF4-FFF2-40B4-BE49-F238E27FC236}">
                    <a16:creationId xmlns:a16="http://schemas.microsoft.com/office/drawing/2014/main" id="{13476CD4-F8E3-4FB9-B60D-FBEF4C00478E}"/>
                  </a:ext>
                </a:extLst>
              </p:cNvPr>
              <p:cNvSpPr/>
              <p:nvPr/>
            </p:nvSpPr>
            <p:spPr>
              <a:xfrm>
                <a:off x="4013939"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7" name="椭圆 14686">
                <a:extLst>
                  <a:ext uri="{FF2B5EF4-FFF2-40B4-BE49-F238E27FC236}">
                    <a16:creationId xmlns:a16="http://schemas.microsoft.com/office/drawing/2014/main" id="{A4D21449-4404-435C-9F82-4007A5340C47}"/>
                  </a:ext>
                </a:extLst>
              </p:cNvPr>
              <p:cNvSpPr/>
              <p:nvPr/>
            </p:nvSpPr>
            <p:spPr>
              <a:xfrm>
                <a:off x="40504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8" name="椭圆 14687">
                <a:extLst>
                  <a:ext uri="{FF2B5EF4-FFF2-40B4-BE49-F238E27FC236}">
                    <a16:creationId xmlns:a16="http://schemas.microsoft.com/office/drawing/2014/main" id="{427683BB-F0DF-475B-843F-7E203FA5AFCF}"/>
                  </a:ext>
                </a:extLst>
              </p:cNvPr>
              <p:cNvSpPr/>
              <p:nvPr/>
            </p:nvSpPr>
            <p:spPr>
              <a:xfrm>
                <a:off x="4055671"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9" name="椭圆 14688">
                <a:extLst>
                  <a:ext uri="{FF2B5EF4-FFF2-40B4-BE49-F238E27FC236}">
                    <a16:creationId xmlns:a16="http://schemas.microsoft.com/office/drawing/2014/main" id="{DEB88B3F-4639-4FF9-B0E1-09ADE7B7923C}"/>
                  </a:ext>
                </a:extLst>
              </p:cNvPr>
              <p:cNvSpPr/>
              <p:nvPr/>
            </p:nvSpPr>
            <p:spPr>
              <a:xfrm>
                <a:off x="392585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0" name="椭圆 14689">
                <a:extLst>
                  <a:ext uri="{FF2B5EF4-FFF2-40B4-BE49-F238E27FC236}">
                    <a16:creationId xmlns:a16="http://schemas.microsoft.com/office/drawing/2014/main" id="{5FC1F0AD-8289-4DF5-B278-C41992246B7D}"/>
                  </a:ext>
                </a:extLst>
              </p:cNvPr>
              <p:cNvSpPr/>
              <p:nvPr/>
            </p:nvSpPr>
            <p:spPr>
              <a:xfrm>
                <a:off x="40506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1" name="椭圆 14690">
                <a:extLst>
                  <a:ext uri="{FF2B5EF4-FFF2-40B4-BE49-F238E27FC236}">
                    <a16:creationId xmlns:a16="http://schemas.microsoft.com/office/drawing/2014/main" id="{144C05BB-1A69-4D2D-B55B-6777E2765711}"/>
                  </a:ext>
                </a:extLst>
              </p:cNvPr>
              <p:cNvSpPr/>
              <p:nvPr/>
            </p:nvSpPr>
            <p:spPr>
              <a:xfrm>
                <a:off x="4168499"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2" name="椭圆 14691">
                <a:extLst>
                  <a:ext uri="{FF2B5EF4-FFF2-40B4-BE49-F238E27FC236}">
                    <a16:creationId xmlns:a16="http://schemas.microsoft.com/office/drawing/2014/main" id="{288F8C87-DA31-47D4-B1C8-9F9E3B252CC9}"/>
                  </a:ext>
                </a:extLst>
              </p:cNvPr>
              <p:cNvSpPr/>
              <p:nvPr/>
            </p:nvSpPr>
            <p:spPr>
              <a:xfrm>
                <a:off x="397209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3" name="椭圆 14692">
                <a:extLst>
                  <a:ext uri="{FF2B5EF4-FFF2-40B4-BE49-F238E27FC236}">
                    <a16:creationId xmlns:a16="http://schemas.microsoft.com/office/drawing/2014/main" id="{B2E15A42-A835-4FC3-91BC-BC717ECF3A52}"/>
                  </a:ext>
                </a:extLst>
              </p:cNvPr>
              <p:cNvSpPr/>
              <p:nvPr/>
            </p:nvSpPr>
            <p:spPr>
              <a:xfrm>
                <a:off x="410001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4" name="椭圆 14693">
                <a:extLst>
                  <a:ext uri="{FF2B5EF4-FFF2-40B4-BE49-F238E27FC236}">
                    <a16:creationId xmlns:a16="http://schemas.microsoft.com/office/drawing/2014/main" id="{BC404C46-3081-49CB-94C1-83354C3BA983}"/>
                  </a:ext>
                </a:extLst>
              </p:cNvPr>
              <p:cNvSpPr/>
              <p:nvPr/>
            </p:nvSpPr>
            <p:spPr>
              <a:xfrm>
                <a:off x="4278133" y="28399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5" name="椭圆 14694">
                <a:extLst>
                  <a:ext uri="{FF2B5EF4-FFF2-40B4-BE49-F238E27FC236}">
                    <a16:creationId xmlns:a16="http://schemas.microsoft.com/office/drawing/2014/main" id="{236285EE-9168-42B7-9BA2-1A8E08727986}"/>
                  </a:ext>
                </a:extLst>
              </p:cNvPr>
              <p:cNvSpPr/>
              <p:nvPr/>
            </p:nvSpPr>
            <p:spPr>
              <a:xfrm>
                <a:off x="4152973"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6" name="椭圆 14695">
                <a:extLst>
                  <a:ext uri="{FF2B5EF4-FFF2-40B4-BE49-F238E27FC236}">
                    <a16:creationId xmlns:a16="http://schemas.microsoft.com/office/drawing/2014/main" id="{F4771EC9-5F8A-4223-B7FE-01D14D415D36}"/>
                  </a:ext>
                </a:extLst>
              </p:cNvPr>
              <p:cNvSpPr/>
              <p:nvPr/>
            </p:nvSpPr>
            <p:spPr>
              <a:xfrm>
                <a:off x="3913481" y="30357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7" name="椭圆 14696">
                <a:extLst>
                  <a:ext uri="{FF2B5EF4-FFF2-40B4-BE49-F238E27FC236}">
                    <a16:creationId xmlns:a16="http://schemas.microsoft.com/office/drawing/2014/main" id="{6B6D84DA-C9CE-4362-8197-F52996935633}"/>
                  </a:ext>
                </a:extLst>
              </p:cNvPr>
              <p:cNvSpPr/>
              <p:nvPr/>
            </p:nvSpPr>
            <p:spPr>
              <a:xfrm>
                <a:off x="40381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8" name="椭圆 14697">
                <a:extLst>
                  <a:ext uri="{FF2B5EF4-FFF2-40B4-BE49-F238E27FC236}">
                    <a16:creationId xmlns:a16="http://schemas.microsoft.com/office/drawing/2014/main" id="{970294D2-E055-4042-852B-090436078486}"/>
                  </a:ext>
                </a:extLst>
              </p:cNvPr>
              <p:cNvSpPr/>
              <p:nvPr/>
            </p:nvSpPr>
            <p:spPr>
              <a:xfrm>
                <a:off x="40267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9" name="椭圆 14698">
                <a:extLst>
                  <a:ext uri="{FF2B5EF4-FFF2-40B4-BE49-F238E27FC236}">
                    <a16:creationId xmlns:a16="http://schemas.microsoft.com/office/drawing/2014/main" id="{51326B48-8EC3-4256-A1CD-39BA066FFD36}"/>
                  </a:ext>
                </a:extLst>
              </p:cNvPr>
              <p:cNvSpPr/>
              <p:nvPr/>
            </p:nvSpPr>
            <p:spPr>
              <a:xfrm>
                <a:off x="408367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0" name="椭圆 14699">
                <a:extLst>
                  <a:ext uri="{FF2B5EF4-FFF2-40B4-BE49-F238E27FC236}">
                    <a16:creationId xmlns:a16="http://schemas.microsoft.com/office/drawing/2014/main" id="{54B88A88-3568-47B6-A0E7-9E459C5AA0CE}"/>
                  </a:ext>
                </a:extLst>
              </p:cNvPr>
              <p:cNvSpPr/>
              <p:nvPr/>
            </p:nvSpPr>
            <p:spPr>
              <a:xfrm>
                <a:off x="402069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1" name="椭圆 14700">
                <a:extLst>
                  <a:ext uri="{FF2B5EF4-FFF2-40B4-BE49-F238E27FC236}">
                    <a16:creationId xmlns:a16="http://schemas.microsoft.com/office/drawing/2014/main" id="{DD11A047-8D44-4952-A504-178815FF5B6E}"/>
                  </a:ext>
                </a:extLst>
              </p:cNvPr>
              <p:cNvSpPr/>
              <p:nvPr/>
            </p:nvSpPr>
            <p:spPr>
              <a:xfrm>
                <a:off x="412166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2" name="椭圆 14701">
                <a:extLst>
                  <a:ext uri="{FF2B5EF4-FFF2-40B4-BE49-F238E27FC236}">
                    <a16:creationId xmlns:a16="http://schemas.microsoft.com/office/drawing/2014/main" id="{25CD080F-0792-4621-A445-849B1B8A6C51}"/>
                  </a:ext>
                </a:extLst>
              </p:cNvPr>
              <p:cNvSpPr/>
              <p:nvPr/>
            </p:nvSpPr>
            <p:spPr>
              <a:xfrm>
                <a:off x="401221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3" name="椭圆 14702">
                <a:extLst>
                  <a:ext uri="{FF2B5EF4-FFF2-40B4-BE49-F238E27FC236}">
                    <a16:creationId xmlns:a16="http://schemas.microsoft.com/office/drawing/2014/main" id="{81FCD9D9-1404-4E0A-A075-6DFC10DA34CC}"/>
                  </a:ext>
                </a:extLst>
              </p:cNvPr>
              <p:cNvSpPr/>
              <p:nvPr/>
            </p:nvSpPr>
            <p:spPr>
              <a:xfrm>
                <a:off x="401482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4" name="椭圆 14703">
                <a:extLst>
                  <a:ext uri="{FF2B5EF4-FFF2-40B4-BE49-F238E27FC236}">
                    <a16:creationId xmlns:a16="http://schemas.microsoft.com/office/drawing/2014/main" id="{D605E321-E485-41A1-899A-F3CD7EEAAD2F}"/>
                  </a:ext>
                </a:extLst>
              </p:cNvPr>
              <p:cNvSpPr/>
              <p:nvPr/>
            </p:nvSpPr>
            <p:spPr>
              <a:xfrm>
                <a:off x="401349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5" name="椭圆 14704">
                <a:extLst>
                  <a:ext uri="{FF2B5EF4-FFF2-40B4-BE49-F238E27FC236}">
                    <a16:creationId xmlns:a16="http://schemas.microsoft.com/office/drawing/2014/main" id="{556D8B00-0D9E-4F54-873C-B96246B2191D}"/>
                  </a:ext>
                </a:extLst>
              </p:cNvPr>
              <p:cNvSpPr/>
              <p:nvPr/>
            </p:nvSpPr>
            <p:spPr>
              <a:xfrm>
                <a:off x="4183694"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6" name="椭圆 14705">
                <a:extLst>
                  <a:ext uri="{FF2B5EF4-FFF2-40B4-BE49-F238E27FC236}">
                    <a16:creationId xmlns:a16="http://schemas.microsoft.com/office/drawing/2014/main" id="{89E6D3DC-6DE9-4531-867A-8D8E88E02893}"/>
                  </a:ext>
                </a:extLst>
              </p:cNvPr>
              <p:cNvSpPr/>
              <p:nvPr/>
            </p:nvSpPr>
            <p:spPr>
              <a:xfrm>
                <a:off x="4040990"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7" name="椭圆 14706">
                <a:extLst>
                  <a:ext uri="{FF2B5EF4-FFF2-40B4-BE49-F238E27FC236}">
                    <a16:creationId xmlns:a16="http://schemas.microsoft.com/office/drawing/2014/main" id="{5231CAF7-9966-43E2-B23F-FD969C0E62C8}"/>
                  </a:ext>
                </a:extLst>
              </p:cNvPr>
              <p:cNvSpPr/>
              <p:nvPr/>
            </p:nvSpPr>
            <p:spPr>
              <a:xfrm>
                <a:off x="4221719"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8" name="椭圆 14707">
                <a:extLst>
                  <a:ext uri="{FF2B5EF4-FFF2-40B4-BE49-F238E27FC236}">
                    <a16:creationId xmlns:a16="http://schemas.microsoft.com/office/drawing/2014/main" id="{131F87CE-6E32-4B69-8A84-1C3EF133E0E6}"/>
                  </a:ext>
                </a:extLst>
              </p:cNvPr>
              <p:cNvSpPr/>
              <p:nvPr/>
            </p:nvSpPr>
            <p:spPr>
              <a:xfrm>
                <a:off x="4056516" y="28867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9" name="椭圆 14708">
                <a:extLst>
                  <a:ext uri="{FF2B5EF4-FFF2-40B4-BE49-F238E27FC236}">
                    <a16:creationId xmlns:a16="http://schemas.microsoft.com/office/drawing/2014/main" id="{0A10EBF3-367A-49D8-A632-B54AA10663B6}"/>
                  </a:ext>
                </a:extLst>
              </p:cNvPr>
              <p:cNvSpPr/>
              <p:nvPr/>
            </p:nvSpPr>
            <p:spPr>
              <a:xfrm>
                <a:off x="4007700"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0" name="椭圆 14709">
                <a:extLst>
                  <a:ext uri="{FF2B5EF4-FFF2-40B4-BE49-F238E27FC236}">
                    <a16:creationId xmlns:a16="http://schemas.microsoft.com/office/drawing/2014/main" id="{3C409D24-4429-4858-9440-83CA84875578}"/>
                  </a:ext>
                </a:extLst>
              </p:cNvPr>
              <p:cNvSpPr/>
              <p:nvPr/>
            </p:nvSpPr>
            <p:spPr>
              <a:xfrm>
                <a:off x="4002304" y="29372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1" name="椭圆 14710">
                <a:extLst>
                  <a:ext uri="{FF2B5EF4-FFF2-40B4-BE49-F238E27FC236}">
                    <a16:creationId xmlns:a16="http://schemas.microsoft.com/office/drawing/2014/main" id="{CF523B68-4D45-451B-8936-5764C5FB33BA}"/>
                  </a:ext>
                </a:extLst>
              </p:cNvPr>
              <p:cNvSpPr/>
              <p:nvPr/>
            </p:nvSpPr>
            <p:spPr>
              <a:xfrm>
                <a:off x="4007663"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2" name="椭圆 14711">
                <a:extLst>
                  <a:ext uri="{FF2B5EF4-FFF2-40B4-BE49-F238E27FC236}">
                    <a16:creationId xmlns:a16="http://schemas.microsoft.com/office/drawing/2014/main" id="{266045B0-A3C9-4873-B9D7-061BD26FF933}"/>
                  </a:ext>
                </a:extLst>
              </p:cNvPr>
              <p:cNvSpPr/>
              <p:nvPr/>
            </p:nvSpPr>
            <p:spPr>
              <a:xfrm>
                <a:off x="401309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3" name="椭圆 14712">
                <a:extLst>
                  <a:ext uri="{FF2B5EF4-FFF2-40B4-BE49-F238E27FC236}">
                    <a16:creationId xmlns:a16="http://schemas.microsoft.com/office/drawing/2014/main" id="{D8FCE1D9-85E5-4DF0-BB7E-7010550F9F01}"/>
                  </a:ext>
                </a:extLst>
              </p:cNvPr>
              <p:cNvSpPr/>
              <p:nvPr/>
            </p:nvSpPr>
            <p:spPr>
              <a:xfrm>
                <a:off x="40654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4" name="椭圆 14713">
                <a:extLst>
                  <a:ext uri="{FF2B5EF4-FFF2-40B4-BE49-F238E27FC236}">
                    <a16:creationId xmlns:a16="http://schemas.microsoft.com/office/drawing/2014/main" id="{31715E85-E180-4888-AE4A-398BE5C01953}"/>
                  </a:ext>
                </a:extLst>
              </p:cNvPr>
              <p:cNvSpPr/>
              <p:nvPr/>
            </p:nvSpPr>
            <p:spPr>
              <a:xfrm>
                <a:off x="40741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5" name="椭圆 14714">
                <a:extLst>
                  <a:ext uri="{FF2B5EF4-FFF2-40B4-BE49-F238E27FC236}">
                    <a16:creationId xmlns:a16="http://schemas.microsoft.com/office/drawing/2014/main" id="{64DCC0BF-8FA9-433A-941A-E105AC22046B}"/>
                  </a:ext>
                </a:extLst>
              </p:cNvPr>
              <p:cNvSpPr/>
              <p:nvPr/>
            </p:nvSpPr>
            <p:spPr>
              <a:xfrm>
                <a:off x="4007369"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6" name="椭圆 14715">
                <a:extLst>
                  <a:ext uri="{FF2B5EF4-FFF2-40B4-BE49-F238E27FC236}">
                    <a16:creationId xmlns:a16="http://schemas.microsoft.com/office/drawing/2014/main" id="{D7171B48-4486-464E-AE1E-C5A4D2B69311}"/>
                  </a:ext>
                </a:extLst>
              </p:cNvPr>
              <p:cNvSpPr/>
              <p:nvPr/>
            </p:nvSpPr>
            <p:spPr>
              <a:xfrm>
                <a:off x="40283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7" name="椭圆 14716">
                <a:extLst>
                  <a:ext uri="{FF2B5EF4-FFF2-40B4-BE49-F238E27FC236}">
                    <a16:creationId xmlns:a16="http://schemas.microsoft.com/office/drawing/2014/main" id="{40DB4423-F7CF-4559-9811-53C8BA59940A}"/>
                  </a:ext>
                </a:extLst>
              </p:cNvPr>
              <p:cNvSpPr/>
              <p:nvPr/>
            </p:nvSpPr>
            <p:spPr>
              <a:xfrm>
                <a:off x="4018123"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8" name="椭圆 14717">
                <a:extLst>
                  <a:ext uri="{FF2B5EF4-FFF2-40B4-BE49-F238E27FC236}">
                    <a16:creationId xmlns:a16="http://schemas.microsoft.com/office/drawing/2014/main" id="{6F70DD0B-088A-4261-B52A-F79E0E1C52C0}"/>
                  </a:ext>
                </a:extLst>
              </p:cNvPr>
              <p:cNvSpPr/>
              <p:nvPr/>
            </p:nvSpPr>
            <p:spPr>
              <a:xfrm>
                <a:off x="4075345" y="30358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9" name="椭圆 14718">
                <a:extLst>
                  <a:ext uri="{FF2B5EF4-FFF2-40B4-BE49-F238E27FC236}">
                    <a16:creationId xmlns:a16="http://schemas.microsoft.com/office/drawing/2014/main" id="{7404FBE7-D561-470C-AE2D-8FD1001483F6}"/>
                  </a:ext>
                </a:extLst>
              </p:cNvPr>
              <p:cNvSpPr/>
              <p:nvPr/>
            </p:nvSpPr>
            <p:spPr>
              <a:xfrm>
                <a:off x="40148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0" name="椭圆 14719">
                <a:extLst>
                  <a:ext uri="{FF2B5EF4-FFF2-40B4-BE49-F238E27FC236}">
                    <a16:creationId xmlns:a16="http://schemas.microsoft.com/office/drawing/2014/main" id="{219A0954-6FFD-456D-A349-1C7116CBC5A1}"/>
                  </a:ext>
                </a:extLst>
              </p:cNvPr>
              <p:cNvSpPr/>
              <p:nvPr/>
            </p:nvSpPr>
            <p:spPr>
              <a:xfrm>
                <a:off x="400703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1" name="椭圆 14720">
                <a:extLst>
                  <a:ext uri="{FF2B5EF4-FFF2-40B4-BE49-F238E27FC236}">
                    <a16:creationId xmlns:a16="http://schemas.microsoft.com/office/drawing/2014/main" id="{ED3A86E5-BA84-41A5-B54D-586A5649E71C}"/>
                  </a:ext>
                </a:extLst>
              </p:cNvPr>
              <p:cNvSpPr/>
              <p:nvPr/>
            </p:nvSpPr>
            <p:spPr>
              <a:xfrm>
                <a:off x="40334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2" name="椭圆 14721">
                <a:extLst>
                  <a:ext uri="{FF2B5EF4-FFF2-40B4-BE49-F238E27FC236}">
                    <a16:creationId xmlns:a16="http://schemas.microsoft.com/office/drawing/2014/main" id="{0AD8C855-5C7E-4C18-A7E7-FBED52095D88}"/>
                  </a:ext>
                </a:extLst>
              </p:cNvPr>
              <p:cNvSpPr/>
              <p:nvPr/>
            </p:nvSpPr>
            <p:spPr>
              <a:xfrm>
                <a:off x="3914362"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3" name="椭圆 14722">
                <a:extLst>
                  <a:ext uri="{FF2B5EF4-FFF2-40B4-BE49-F238E27FC236}">
                    <a16:creationId xmlns:a16="http://schemas.microsoft.com/office/drawing/2014/main" id="{9B85766E-0661-43AB-890F-51423EC692BC}"/>
                  </a:ext>
                </a:extLst>
              </p:cNvPr>
              <p:cNvSpPr/>
              <p:nvPr/>
            </p:nvSpPr>
            <p:spPr>
              <a:xfrm>
                <a:off x="40555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4" name="椭圆 14723">
                <a:extLst>
                  <a:ext uri="{FF2B5EF4-FFF2-40B4-BE49-F238E27FC236}">
                    <a16:creationId xmlns:a16="http://schemas.microsoft.com/office/drawing/2014/main" id="{3C0B4A79-2864-47EE-83FE-46EEDA254E7D}"/>
                  </a:ext>
                </a:extLst>
              </p:cNvPr>
              <p:cNvSpPr/>
              <p:nvPr/>
            </p:nvSpPr>
            <p:spPr>
              <a:xfrm>
                <a:off x="40215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5" name="椭圆 14724">
                <a:extLst>
                  <a:ext uri="{FF2B5EF4-FFF2-40B4-BE49-F238E27FC236}">
                    <a16:creationId xmlns:a16="http://schemas.microsoft.com/office/drawing/2014/main" id="{25DAD80F-ACDA-48EF-AA79-67FB92085211}"/>
                  </a:ext>
                </a:extLst>
              </p:cNvPr>
              <p:cNvSpPr/>
              <p:nvPr/>
            </p:nvSpPr>
            <p:spPr>
              <a:xfrm>
                <a:off x="392739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6" name="椭圆 14725">
                <a:extLst>
                  <a:ext uri="{FF2B5EF4-FFF2-40B4-BE49-F238E27FC236}">
                    <a16:creationId xmlns:a16="http://schemas.microsoft.com/office/drawing/2014/main" id="{D5A564EC-A7F0-48CF-990E-24879EDF724A}"/>
                  </a:ext>
                </a:extLst>
              </p:cNvPr>
              <p:cNvSpPr/>
              <p:nvPr/>
            </p:nvSpPr>
            <p:spPr>
              <a:xfrm>
                <a:off x="3842422"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7" name="椭圆 14726">
                <a:extLst>
                  <a:ext uri="{FF2B5EF4-FFF2-40B4-BE49-F238E27FC236}">
                    <a16:creationId xmlns:a16="http://schemas.microsoft.com/office/drawing/2014/main" id="{1DE6DDCF-F85E-4C31-9112-2D9409794302}"/>
                  </a:ext>
                </a:extLst>
              </p:cNvPr>
              <p:cNvSpPr/>
              <p:nvPr/>
            </p:nvSpPr>
            <p:spPr>
              <a:xfrm>
                <a:off x="4015738"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8" name="椭圆 14727">
                <a:extLst>
                  <a:ext uri="{FF2B5EF4-FFF2-40B4-BE49-F238E27FC236}">
                    <a16:creationId xmlns:a16="http://schemas.microsoft.com/office/drawing/2014/main" id="{CD4E8867-3007-4DF1-82F8-679BE1B3978C}"/>
                  </a:ext>
                </a:extLst>
              </p:cNvPr>
              <p:cNvSpPr/>
              <p:nvPr/>
            </p:nvSpPr>
            <p:spPr>
              <a:xfrm>
                <a:off x="3921115"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9" name="椭圆 14728">
                <a:extLst>
                  <a:ext uri="{FF2B5EF4-FFF2-40B4-BE49-F238E27FC236}">
                    <a16:creationId xmlns:a16="http://schemas.microsoft.com/office/drawing/2014/main" id="{1BB9619B-21EF-4BA6-80C1-9E1AAF958697}"/>
                  </a:ext>
                </a:extLst>
              </p:cNvPr>
              <p:cNvSpPr/>
              <p:nvPr/>
            </p:nvSpPr>
            <p:spPr>
              <a:xfrm>
                <a:off x="4023225" y="2856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0" name="椭圆 14729">
                <a:extLst>
                  <a:ext uri="{FF2B5EF4-FFF2-40B4-BE49-F238E27FC236}">
                    <a16:creationId xmlns:a16="http://schemas.microsoft.com/office/drawing/2014/main" id="{78AB9BC1-F7DC-438D-9304-5B438CD863F2}"/>
                  </a:ext>
                </a:extLst>
              </p:cNvPr>
              <p:cNvSpPr/>
              <p:nvPr/>
            </p:nvSpPr>
            <p:spPr>
              <a:xfrm>
                <a:off x="4323609" y="275038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1" name="椭圆 14730">
                <a:extLst>
                  <a:ext uri="{FF2B5EF4-FFF2-40B4-BE49-F238E27FC236}">
                    <a16:creationId xmlns:a16="http://schemas.microsoft.com/office/drawing/2014/main" id="{A980E269-B911-48FA-8414-B27D0BED9E27}"/>
                  </a:ext>
                </a:extLst>
              </p:cNvPr>
              <p:cNvSpPr/>
              <p:nvPr/>
            </p:nvSpPr>
            <p:spPr>
              <a:xfrm>
                <a:off x="401485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2" name="椭圆 14731">
                <a:extLst>
                  <a:ext uri="{FF2B5EF4-FFF2-40B4-BE49-F238E27FC236}">
                    <a16:creationId xmlns:a16="http://schemas.microsoft.com/office/drawing/2014/main" id="{A5B3D328-37B9-4A5D-8E04-4EF65A165487}"/>
                  </a:ext>
                </a:extLst>
              </p:cNvPr>
              <p:cNvSpPr/>
              <p:nvPr/>
            </p:nvSpPr>
            <p:spPr>
              <a:xfrm>
                <a:off x="3936678"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3" name="椭圆 14732">
                <a:extLst>
                  <a:ext uri="{FF2B5EF4-FFF2-40B4-BE49-F238E27FC236}">
                    <a16:creationId xmlns:a16="http://schemas.microsoft.com/office/drawing/2014/main" id="{0B8CCD5C-C81A-4626-BEC1-7B7AB899E935}"/>
                  </a:ext>
                </a:extLst>
              </p:cNvPr>
              <p:cNvSpPr/>
              <p:nvPr/>
            </p:nvSpPr>
            <p:spPr>
              <a:xfrm>
                <a:off x="4120967"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4" name="椭圆 14733">
                <a:extLst>
                  <a:ext uri="{FF2B5EF4-FFF2-40B4-BE49-F238E27FC236}">
                    <a16:creationId xmlns:a16="http://schemas.microsoft.com/office/drawing/2014/main" id="{0D75B582-2A5F-4F7C-A4EC-57F89CEB7E55}"/>
                  </a:ext>
                </a:extLst>
              </p:cNvPr>
              <p:cNvSpPr/>
              <p:nvPr/>
            </p:nvSpPr>
            <p:spPr>
              <a:xfrm>
                <a:off x="391417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5" name="椭圆 14734">
                <a:extLst>
                  <a:ext uri="{FF2B5EF4-FFF2-40B4-BE49-F238E27FC236}">
                    <a16:creationId xmlns:a16="http://schemas.microsoft.com/office/drawing/2014/main" id="{0B813A51-07EF-4CC2-9707-633BAE094FC3}"/>
                  </a:ext>
                </a:extLst>
              </p:cNvPr>
              <p:cNvSpPr/>
              <p:nvPr/>
            </p:nvSpPr>
            <p:spPr>
              <a:xfrm>
                <a:off x="4034567"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6" name="椭圆 14735">
                <a:extLst>
                  <a:ext uri="{FF2B5EF4-FFF2-40B4-BE49-F238E27FC236}">
                    <a16:creationId xmlns:a16="http://schemas.microsoft.com/office/drawing/2014/main" id="{225086A1-12F6-4E13-A9CA-25B737951152}"/>
                  </a:ext>
                </a:extLst>
              </p:cNvPr>
              <p:cNvSpPr/>
              <p:nvPr/>
            </p:nvSpPr>
            <p:spPr>
              <a:xfrm>
                <a:off x="405258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7" name="椭圆 14736">
                <a:extLst>
                  <a:ext uri="{FF2B5EF4-FFF2-40B4-BE49-F238E27FC236}">
                    <a16:creationId xmlns:a16="http://schemas.microsoft.com/office/drawing/2014/main" id="{1E48E162-1A20-48E4-BB50-100A460FDC89}"/>
                  </a:ext>
                </a:extLst>
              </p:cNvPr>
              <p:cNvSpPr/>
              <p:nvPr/>
            </p:nvSpPr>
            <p:spPr>
              <a:xfrm>
                <a:off x="3974703"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8" name="椭圆 14737">
                <a:extLst>
                  <a:ext uri="{FF2B5EF4-FFF2-40B4-BE49-F238E27FC236}">
                    <a16:creationId xmlns:a16="http://schemas.microsoft.com/office/drawing/2014/main" id="{BAA981B0-68D2-4640-AAAE-DEE513F0DF41}"/>
                  </a:ext>
                </a:extLst>
              </p:cNvPr>
              <p:cNvSpPr/>
              <p:nvPr/>
            </p:nvSpPr>
            <p:spPr>
              <a:xfrm>
                <a:off x="4008691" y="30185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9" name="椭圆 14738">
                <a:extLst>
                  <a:ext uri="{FF2B5EF4-FFF2-40B4-BE49-F238E27FC236}">
                    <a16:creationId xmlns:a16="http://schemas.microsoft.com/office/drawing/2014/main" id="{5CD2D754-31DC-46CD-AEA7-9EC4795C8B0B}"/>
                  </a:ext>
                </a:extLst>
              </p:cNvPr>
              <p:cNvSpPr/>
              <p:nvPr/>
            </p:nvSpPr>
            <p:spPr>
              <a:xfrm>
                <a:off x="384635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0" name="椭圆 14739">
                <a:extLst>
                  <a:ext uri="{FF2B5EF4-FFF2-40B4-BE49-F238E27FC236}">
                    <a16:creationId xmlns:a16="http://schemas.microsoft.com/office/drawing/2014/main" id="{798F53F6-3864-40A9-B19A-29A326E69AA3}"/>
                  </a:ext>
                </a:extLst>
              </p:cNvPr>
              <p:cNvSpPr/>
              <p:nvPr/>
            </p:nvSpPr>
            <p:spPr>
              <a:xfrm>
                <a:off x="4015077" y="2871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1" name="椭圆 14740">
                <a:extLst>
                  <a:ext uri="{FF2B5EF4-FFF2-40B4-BE49-F238E27FC236}">
                    <a16:creationId xmlns:a16="http://schemas.microsoft.com/office/drawing/2014/main" id="{0247902B-BCE4-4CEE-A9FE-5C7DFE78DDBB}"/>
                  </a:ext>
                </a:extLst>
              </p:cNvPr>
              <p:cNvSpPr/>
              <p:nvPr/>
            </p:nvSpPr>
            <p:spPr>
              <a:xfrm>
                <a:off x="398013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2" name="椭圆 14741">
                <a:extLst>
                  <a:ext uri="{FF2B5EF4-FFF2-40B4-BE49-F238E27FC236}">
                    <a16:creationId xmlns:a16="http://schemas.microsoft.com/office/drawing/2014/main" id="{E57C5D81-2AED-41B5-A18E-0549A94EDBC7}"/>
                  </a:ext>
                </a:extLst>
              </p:cNvPr>
              <p:cNvSpPr/>
              <p:nvPr/>
            </p:nvSpPr>
            <p:spPr>
              <a:xfrm>
                <a:off x="400476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3" name="椭圆 14742">
                <a:extLst>
                  <a:ext uri="{FF2B5EF4-FFF2-40B4-BE49-F238E27FC236}">
                    <a16:creationId xmlns:a16="http://schemas.microsoft.com/office/drawing/2014/main" id="{B188CE54-2C19-4A3A-BCCD-AC3D733D3085}"/>
                  </a:ext>
                </a:extLst>
              </p:cNvPr>
              <p:cNvSpPr/>
              <p:nvPr/>
            </p:nvSpPr>
            <p:spPr>
              <a:xfrm>
                <a:off x="40088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4" name="椭圆 14743">
                <a:extLst>
                  <a:ext uri="{FF2B5EF4-FFF2-40B4-BE49-F238E27FC236}">
                    <a16:creationId xmlns:a16="http://schemas.microsoft.com/office/drawing/2014/main" id="{8CAABDBF-EF8F-4E02-AE3F-7B3BC58A60D3}"/>
                  </a:ext>
                </a:extLst>
              </p:cNvPr>
              <p:cNvSpPr/>
              <p:nvPr/>
            </p:nvSpPr>
            <p:spPr>
              <a:xfrm>
                <a:off x="402689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5" name="椭圆 14744">
                <a:extLst>
                  <a:ext uri="{FF2B5EF4-FFF2-40B4-BE49-F238E27FC236}">
                    <a16:creationId xmlns:a16="http://schemas.microsoft.com/office/drawing/2014/main" id="{FF7EF015-8CA6-4148-82B1-F9F3E7EEC86E}"/>
                  </a:ext>
                </a:extLst>
              </p:cNvPr>
              <p:cNvSpPr/>
              <p:nvPr/>
            </p:nvSpPr>
            <p:spPr>
              <a:xfrm>
                <a:off x="39524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6" name="椭圆 14745">
                <a:extLst>
                  <a:ext uri="{FF2B5EF4-FFF2-40B4-BE49-F238E27FC236}">
                    <a16:creationId xmlns:a16="http://schemas.microsoft.com/office/drawing/2014/main" id="{332818BD-A6AA-4F2B-8756-4ABA7FFD2BE1}"/>
                  </a:ext>
                </a:extLst>
              </p:cNvPr>
              <p:cNvSpPr/>
              <p:nvPr/>
            </p:nvSpPr>
            <p:spPr>
              <a:xfrm>
                <a:off x="397283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7" name="椭圆 14746">
                <a:extLst>
                  <a:ext uri="{FF2B5EF4-FFF2-40B4-BE49-F238E27FC236}">
                    <a16:creationId xmlns:a16="http://schemas.microsoft.com/office/drawing/2014/main" id="{37DF7CEA-2FA3-4FDD-9B8C-FD73981792ED}"/>
                  </a:ext>
                </a:extLst>
              </p:cNvPr>
              <p:cNvSpPr/>
              <p:nvPr/>
            </p:nvSpPr>
            <p:spPr>
              <a:xfrm>
                <a:off x="4039375"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8" name="椭圆 14747">
                <a:extLst>
                  <a:ext uri="{FF2B5EF4-FFF2-40B4-BE49-F238E27FC236}">
                    <a16:creationId xmlns:a16="http://schemas.microsoft.com/office/drawing/2014/main" id="{157284F7-DFA5-42F8-9520-BF96503B0B77}"/>
                  </a:ext>
                </a:extLst>
              </p:cNvPr>
              <p:cNvSpPr/>
              <p:nvPr/>
            </p:nvSpPr>
            <p:spPr>
              <a:xfrm>
                <a:off x="403097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9" name="椭圆 14748">
                <a:extLst>
                  <a:ext uri="{FF2B5EF4-FFF2-40B4-BE49-F238E27FC236}">
                    <a16:creationId xmlns:a16="http://schemas.microsoft.com/office/drawing/2014/main" id="{42421C01-F790-4173-91AA-59154DAD060A}"/>
                  </a:ext>
                </a:extLst>
              </p:cNvPr>
              <p:cNvSpPr/>
              <p:nvPr/>
            </p:nvSpPr>
            <p:spPr>
              <a:xfrm>
                <a:off x="4001276"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0" name="椭圆 14749">
                <a:extLst>
                  <a:ext uri="{FF2B5EF4-FFF2-40B4-BE49-F238E27FC236}">
                    <a16:creationId xmlns:a16="http://schemas.microsoft.com/office/drawing/2014/main" id="{D3B6CA02-067D-4360-9C8B-AC88BDC9435D}"/>
                  </a:ext>
                </a:extLst>
              </p:cNvPr>
              <p:cNvSpPr/>
              <p:nvPr/>
            </p:nvSpPr>
            <p:spPr>
              <a:xfrm>
                <a:off x="398622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1" name="椭圆 14750">
                <a:extLst>
                  <a:ext uri="{FF2B5EF4-FFF2-40B4-BE49-F238E27FC236}">
                    <a16:creationId xmlns:a16="http://schemas.microsoft.com/office/drawing/2014/main" id="{276EB282-56E0-4D48-9F21-EBC7199807B3}"/>
                  </a:ext>
                </a:extLst>
              </p:cNvPr>
              <p:cNvSpPr/>
              <p:nvPr/>
            </p:nvSpPr>
            <p:spPr>
              <a:xfrm>
                <a:off x="401878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2" name="椭圆 14751">
                <a:extLst>
                  <a:ext uri="{FF2B5EF4-FFF2-40B4-BE49-F238E27FC236}">
                    <a16:creationId xmlns:a16="http://schemas.microsoft.com/office/drawing/2014/main" id="{549D6CBD-1095-4B4D-B2B6-871B71196443}"/>
                  </a:ext>
                </a:extLst>
              </p:cNvPr>
              <p:cNvSpPr/>
              <p:nvPr/>
            </p:nvSpPr>
            <p:spPr>
              <a:xfrm>
                <a:off x="404954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3" name="椭圆 14752">
                <a:extLst>
                  <a:ext uri="{FF2B5EF4-FFF2-40B4-BE49-F238E27FC236}">
                    <a16:creationId xmlns:a16="http://schemas.microsoft.com/office/drawing/2014/main" id="{3B498B21-75FC-4C36-B62E-E2A8D065D375}"/>
                  </a:ext>
                </a:extLst>
              </p:cNvPr>
              <p:cNvSpPr/>
              <p:nvPr/>
            </p:nvSpPr>
            <p:spPr>
              <a:xfrm>
                <a:off x="40105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4" name="椭圆 14753">
                <a:extLst>
                  <a:ext uri="{FF2B5EF4-FFF2-40B4-BE49-F238E27FC236}">
                    <a16:creationId xmlns:a16="http://schemas.microsoft.com/office/drawing/2014/main" id="{C70448A2-CFE7-4472-B554-3EE5F27E44A3}"/>
                  </a:ext>
                </a:extLst>
              </p:cNvPr>
              <p:cNvSpPr/>
              <p:nvPr/>
            </p:nvSpPr>
            <p:spPr>
              <a:xfrm>
                <a:off x="40018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5" name="椭圆 14754">
                <a:extLst>
                  <a:ext uri="{FF2B5EF4-FFF2-40B4-BE49-F238E27FC236}">
                    <a16:creationId xmlns:a16="http://schemas.microsoft.com/office/drawing/2014/main" id="{03DEEC8B-870F-4607-A279-528C684DEFA6}"/>
                  </a:ext>
                </a:extLst>
              </p:cNvPr>
              <p:cNvSpPr/>
              <p:nvPr/>
            </p:nvSpPr>
            <p:spPr>
              <a:xfrm>
                <a:off x="399481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6" name="椭圆 14755">
                <a:extLst>
                  <a:ext uri="{FF2B5EF4-FFF2-40B4-BE49-F238E27FC236}">
                    <a16:creationId xmlns:a16="http://schemas.microsoft.com/office/drawing/2014/main" id="{20D89DC4-234F-4F75-BDF8-C3E09D4D8EBC}"/>
                  </a:ext>
                </a:extLst>
              </p:cNvPr>
              <p:cNvSpPr/>
              <p:nvPr/>
            </p:nvSpPr>
            <p:spPr>
              <a:xfrm>
                <a:off x="4122436" y="2850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7" name="椭圆 14756">
                <a:extLst>
                  <a:ext uri="{FF2B5EF4-FFF2-40B4-BE49-F238E27FC236}">
                    <a16:creationId xmlns:a16="http://schemas.microsoft.com/office/drawing/2014/main" id="{45263765-6AA2-4EBA-B0AE-E25C591B6337}"/>
                  </a:ext>
                </a:extLst>
              </p:cNvPr>
              <p:cNvSpPr/>
              <p:nvPr/>
            </p:nvSpPr>
            <p:spPr>
              <a:xfrm>
                <a:off x="393029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8" name="椭圆 14757">
                <a:extLst>
                  <a:ext uri="{FF2B5EF4-FFF2-40B4-BE49-F238E27FC236}">
                    <a16:creationId xmlns:a16="http://schemas.microsoft.com/office/drawing/2014/main" id="{DCDA5A75-6E5A-40F4-B1D6-4248A4F004F0}"/>
                  </a:ext>
                </a:extLst>
              </p:cNvPr>
              <p:cNvSpPr/>
              <p:nvPr/>
            </p:nvSpPr>
            <p:spPr>
              <a:xfrm>
                <a:off x="3879824"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9" name="椭圆 14758">
                <a:extLst>
                  <a:ext uri="{FF2B5EF4-FFF2-40B4-BE49-F238E27FC236}">
                    <a16:creationId xmlns:a16="http://schemas.microsoft.com/office/drawing/2014/main" id="{283C1844-66CE-497C-986C-23B319C55D3B}"/>
                  </a:ext>
                </a:extLst>
              </p:cNvPr>
              <p:cNvSpPr/>
              <p:nvPr/>
            </p:nvSpPr>
            <p:spPr>
              <a:xfrm>
                <a:off x="3968133"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0" name="椭圆 14759">
                <a:extLst>
                  <a:ext uri="{FF2B5EF4-FFF2-40B4-BE49-F238E27FC236}">
                    <a16:creationId xmlns:a16="http://schemas.microsoft.com/office/drawing/2014/main" id="{8A968AAA-B3AA-42EF-B94F-A00B93237AF6}"/>
                  </a:ext>
                </a:extLst>
              </p:cNvPr>
              <p:cNvSpPr/>
              <p:nvPr/>
            </p:nvSpPr>
            <p:spPr>
              <a:xfrm>
                <a:off x="4011627"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1" name="椭圆 14760">
                <a:extLst>
                  <a:ext uri="{FF2B5EF4-FFF2-40B4-BE49-F238E27FC236}">
                    <a16:creationId xmlns:a16="http://schemas.microsoft.com/office/drawing/2014/main" id="{08BD771F-E8CC-410D-BF7B-BB220CEEA121}"/>
                  </a:ext>
                </a:extLst>
              </p:cNvPr>
              <p:cNvSpPr/>
              <p:nvPr/>
            </p:nvSpPr>
            <p:spPr>
              <a:xfrm>
                <a:off x="389413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2" name="椭圆 14761">
                <a:extLst>
                  <a:ext uri="{FF2B5EF4-FFF2-40B4-BE49-F238E27FC236}">
                    <a16:creationId xmlns:a16="http://schemas.microsoft.com/office/drawing/2014/main" id="{993CF029-3583-4E98-B7D2-B1A5A085A267}"/>
                  </a:ext>
                </a:extLst>
              </p:cNvPr>
              <p:cNvSpPr/>
              <p:nvPr/>
            </p:nvSpPr>
            <p:spPr>
              <a:xfrm>
                <a:off x="3979291"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3" name="椭圆 14762">
                <a:extLst>
                  <a:ext uri="{FF2B5EF4-FFF2-40B4-BE49-F238E27FC236}">
                    <a16:creationId xmlns:a16="http://schemas.microsoft.com/office/drawing/2014/main" id="{DAEBF164-ABE3-4623-B403-1D36EE490B6B}"/>
                  </a:ext>
                </a:extLst>
              </p:cNvPr>
              <p:cNvSpPr/>
              <p:nvPr/>
            </p:nvSpPr>
            <p:spPr>
              <a:xfrm>
                <a:off x="4092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4" name="椭圆 14763">
                <a:extLst>
                  <a:ext uri="{FF2B5EF4-FFF2-40B4-BE49-F238E27FC236}">
                    <a16:creationId xmlns:a16="http://schemas.microsoft.com/office/drawing/2014/main" id="{C4970C30-DC8E-423D-9896-DBDFC17E2751}"/>
                  </a:ext>
                </a:extLst>
              </p:cNvPr>
              <p:cNvSpPr/>
              <p:nvPr/>
            </p:nvSpPr>
            <p:spPr>
              <a:xfrm>
                <a:off x="3840881"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5" name="椭圆 14764">
                <a:extLst>
                  <a:ext uri="{FF2B5EF4-FFF2-40B4-BE49-F238E27FC236}">
                    <a16:creationId xmlns:a16="http://schemas.microsoft.com/office/drawing/2014/main" id="{D9183ECA-D06C-4FBD-853D-9CAB5EB9C7C1}"/>
                  </a:ext>
                </a:extLst>
              </p:cNvPr>
              <p:cNvSpPr/>
              <p:nvPr/>
            </p:nvSpPr>
            <p:spPr>
              <a:xfrm>
                <a:off x="403588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6" name="椭圆 14765">
                <a:extLst>
                  <a:ext uri="{FF2B5EF4-FFF2-40B4-BE49-F238E27FC236}">
                    <a16:creationId xmlns:a16="http://schemas.microsoft.com/office/drawing/2014/main" id="{3D0DE896-0051-40BB-9B43-AEE98EFA0A32}"/>
                  </a:ext>
                </a:extLst>
              </p:cNvPr>
              <p:cNvSpPr/>
              <p:nvPr/>
            </p:nvSpPr>
            <p:spPr>
              <a:xfrm>
                <a:off x="405339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7" name="椭圆 14766">
                <a:extLst>
                  <a:ext uri="{FF2B5EF4-FFF2-40B4-BE49-F238E27FC236}">
                    <a16:creationId xmlns:a16="http://schemas.microsoft.com/office/drawing/2014/main" id="{8A7592A3-14DE-4E1F-AD42-B6A9068607E8}"/>
                  </a:ext>
                </a:extLst>
              </p:cNvPr>
              <p:cNvSpPr/>
              <p:nvPr/>
            </p:nvSpPr>
            <p:spPr>
              <a:xfrm>
                <a:off x="4121518"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8" name="椭圆 14767">
                <a:extLst>
                  <a:ext uri="{FF2B5EF4-FFF2-40B4-BE49-F238E27FC236}">
                    <a16:creationId xmlns:a16="http://schemas.microsoft.com/office/drawing/2014/main" id="{58593FE8-3B66-470F-8F4C-D3FA9F7C9C0C}"/>
                  </a:ext>
                </a:extLst>
              </p:cNvPr>
              <p:cNvSpPr/>
              <p:nvPr/>
            </p:nvSpPr>
            <p:spPr>
              <a:xfrm>
                <a:off x="4058608"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9" name="椭圆 14768">
                <a:extLst>
                  <a:ext uri="{FF2B5EF4-FFF2-40B4-BE49-F238E27FC236}">
                    <a16:creationId xmlns:a16="http://schemas.microsoft.com/office/drawing/2014/main" id="{8302FC25-E6E2-42C7-A598-B43FC64C5B71}"/>
                  </a:ext>
                </a:extLst>
              </p:cNvPr>
              <p:cNvSpPr/>
              <p:nvPr/>
            </p:nvSpPr>
            <p:spPr>
              <a:xfrm>
                <a:off x="402197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0" name="椭圆 14769">
                <a:extLst>
                  <a:ext uri="{FF2B5EF4-FFF2-40B4-BE49-F238E27FC236}">
                    <a16:creationId xmlns:a16="http://schemas.microsoft.com/office/drawing/2014/main" id="{5FD1EA36-E2C7-4381-8482-F7B31D6C21B2}"/>
                  </a:ext>
                </a:extLst>
              </p:cNvPr>
              <p:cNvSpPr/>
              <p:nvPr/>
            </p:nvSpPr>
            <p:spPr>
              <a:xfrm>
                <a:off x="4047927"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1" name="椭圆 14770">
                <a:extLst>
                  <a:ext uri="{FF2B5EF4-FFF2-40B4-BE49-F238E27FC236}">
                    <a16:creationId xmlns:a16="http://schemas.microsoft.com/office/drawing/2014/main" id="{2CDC21EB-19C5-4A63-A76D-418B5402CF6B}"/>
                  </a:ext>
                </a:extLst>
              </p:cNvPr>
              <p:cNvSpPr/>
              <p:nvPr/>
            </p:nvSpPr>
            <p:spPr>
              <a:xfrm>
                <a:off x="418501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2" name="椭圆 14771">
                <a:extLst>
                  <a:ext uri="{FF2B5EF4-FFF2-40B4-BE49-F238E27FC236}">
                    <a16:creationId xmlns:a16="http://schemas.microsoft.com/office/drawing/2014/main" id="{307DC334-72FF-43FA-ABAB-89B5B5896C97}"/>
                  </a:ext>
                </a:extLst>
              </p:cNvPr>
              <p:cNvSpPr/>
              <p:nvPr/>
            </p:nvSpPr>
            <p:spPr>
              <a:xfrm>
                <a:off x="3896083"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3" name="椭圆 14772">
                <a:extLst>
                  <a:ext uri="{FF2B5EF4-FFF2-40B4-BE49-F238E27FC236}">
                    <a16:creationId xmlns:a16="http://schemas.microsoft.com/office/drawing/2014/main" id="{4DA9DAAA-F000-4244-B835-9F12FBA37999}"/>
                  </a:ext>
                </a:extLst>
              </p:cNvPr>
              <p:cNvSpPr/>
              <p:nvPr/>
            </p:nvSpPr>
            <p:spPr>
              <a:xfrm>
                <a:off x="400733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4" name="椭圆 14773">
                <a:extLst>
                  <a:ext uri="{FF2B5EF4-FFF2-40B4-BE49-F238E27FC236}">
                    <a16:creationId xmlns:a16="http://schemas.microsoft.com/office/drawing/2014/main" id="{90DC3528-F91B-43A7-BBD4-D42D8F6C146F}"/>
                  </a:ext>
                </a:extLst>
              </p:cNvPr>
              <p:cNvSpPr/>
              <p:nvPr/>
            </p:nvSpPr>
            <p:spPr>
              <a:xfrm>
                <a:off x="40219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5" name="椭圆 14774">
                <a:extLst>
                  <a:ext uri="{FF2B5EF4-FFF2-40B4-BE49-F238E27FC236}">
                    <a16:creationId xmlns:a16="http://schemas.microsoft.com/office/drawing/2014/main" id="{F2462479-625D-45A8-BEA5-B3F9634AC437}"/>
                  </a:ext>
                </a:extLst>
              </p:cNvPr>
              <p:cNvSpPr/>
              <p:nvPr/>
            </p:nvSpPr>
            <p:spPr>
              <a:xfrm>
                <a:off x="3999331"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6" name="椭圆 14775">
                <a:extLst>
                  <a:ext uri="{FF2B5EF4-FFF2-40B4-BE49-F238E27FC236}">
                    <a16:creationId xmlns:a16="http://schemas.microsoft.com/office/drawing/2014/main" id="{47C382CF-219C-4AF5-8B20-5B92A02DCDE4}"/>
                  </a:ext>
                </a:extLst>
              </p:cNvPr>
              <p:cNvSpPr/>
              <p:nvPr/>
            </p:nvSpPr>
            <p:spPr>
              <a:xfrm>
                <a:off x="395308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7" name="椭圆 14776">
                <a:extLst>
                  <a:ext uri="{FF2B5EF4-FFF2-40B4-BE49-F238E27FC236}">
                    <a16:creationId xmlns:a16="http://schemas.microsoft.com/office/drawing/2014/main" id="{BA909EE8-3254-471B-A773-4255DECC44D0}"/>
                  </a:ext>
                </a:extLst>
              </p:cNvPr>
              <p:cNvSpPr/>
              <p:nvPr/>
            </p:nvSpPr>
            <p:spPr>
              <a:xfrm>
                <a:off x="3998487"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8" name="椭圆 14777">
                <a:extLst>
                  <a:ext uri="{FF2B5EF4-FFF2-40B4-BE49-F238E27FC236}">
                    <a16:creationId xmlns:a16="http://schemas.microsoft.com/office/drawing/2014/main" id="{1278B296-1108-4D0B-A392-17950EAB5745}"/>
                  </a:ext>
                </a:extLst>
              </p:cNvPr>
              <p:cNvSpPr/>
              <p:nvPr/>
            </p:nvSpPr>
            <p:spPr>
              <a:xfrm>
                <a:off x="4060957"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9" name="椭圆 14778">
                <a:extLst>
                  <a:ext uri="{FF2B5EF4-FFF2-40B4-BE49-F238E27FC236}">
                    <a16:creationId xmlns:a16="http://schemas.microsoft.com/office/drawing/2014/main" id="{8C8FCBF2-A755-4E82-A434-10DA1939ABE2}"/>
                  </a:ext>
                </a:extLst>
              </p:cNvPr>
              <p:cNvSpPr/>
              <p:nvPr/>
            </p:nvSpPr>
            <p:spPr>
              <a:xfrm>
                <a:off x="394155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0" name="椭圆 14779">
                <a:extLst>
                  <a:ext uri="{FF2B5EF4-FFF2-40B4-BE49-F238E27FC236}">
                    <a16:creationId xmlns:a16="http://schemas.microsoft.com/office/drawing/2014/main" id="{2098B487-3767-4884-8554-211D0FCC85CF}"/>
                  </a:ext>
                </a:extLst>
              </p:cNvPr>
              <p:cNvSpPr/>
              <p:nvPr/>
            </p:nvSpPr>
            <p:spPr>
              <a:xfrm>
                <a:off x="401867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1" name="椭圆 14780">
                <a:extLst>
                  <a:ext uri="{FF2B5EF4-FFF2-40B4-BE49-F238E27FC236}">
                    <a16:creationId xmlns:a16="http://schemas.microsoft.com/office/drawing/2014/main" id="{311771BC-6730-4F1E-B9AC-7AB0283647C9}"/>
                  </a:ext>
                </a:extLst>
              </p:cNvPr>
              <p:cNvSpPr/>
              <p:nvPr/>
            </p:nvSpPr>
            <p:spPr>
              <a:xfrm>
                <a:off x="4072518"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2" name="椭圆 14781">
                <a:extLst>
                  <a:ext uri="{FF2B5EF4-FFF2-40B4-BE49-F238E27FC236}">
                    <a16:creationId xmlns:a16="http://schemas.microsoft.com/office/drawing/2014/main" id="{55E6A6FC-68E7-4FDA-9977-460E829373E6}"/>
                  </a:ext>
                </a:extLst>
              </p:cNvPr>
              <p:cNvSpPr/>
              <p:nvPr/>
            </p:nvSpPr>
            <p:spPr>
              <a:xfrm>
                <a:off x="400516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3" name="椭圆 14782">
                <a:extLst>
                  <a:ext uri="{FF2B5EF4-FFF2-40B4-BE49-F238E27FC236}">
                    <a16:creationId xmlns:a16="http://schemas.microsoft.com/office/drawing/2014/main" id="{16333CFF-13F0-48EE-8F29-5DACFDC7A1E2}"/>
                  </a:ext>
                </a:extLst>
              </p:cNvPr>
              <p:cNvSpPr/>
              <p:nvPr/>
            </p:nvSpPr>
            <p:spPr>
              <a:xfrm>
                <a:off x="407365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4" name="椭圆 14783">
                <a:extLst>
                  <a:ext uri="{FF2B5EF4-FFF2-40B4-BE49-F238E27FC236}">
                    <a16:creationId xmlns:a16="http://schemas.microsoft.com/office/drawing/2014/main" id="{C55A1704-ED4A-4374-B0B8-E395AC3DABC7}"/>
                  </a:ext>
                </a:extLst>
              </p:cNvPr>
              <p:cNvSpPr/>
              <p:nvPr/>
            </p:nvSpPr>
            <p:spPr>
              <a:xfrm>
                <a:off x="414159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5" name="椭圆 14784">
                <a:extLst>
                  <a:ext uri="{FF2B5EF4-FFF2-40B4-BE49-F238E27FC236}">
                    <a16:creationId xmlns:a16="http://schemas.microsoft.com/office/drawing/2014/main" id="{30DEE621-ED98-47C9-9470-16B220AC0CB9}"/>
                  </a:ext>
                </a:extLst>
              </p:cNvPr>
              <p:cNvSpPr/>
              <p:nvPr/>
            </p:nvSpPr>
            <p:spPr>
              <a:xfrm>
                <a:off x="3987659"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6" name="椭圆 14785">
                <a:extLst>
                  <a:ext uri="{FF2B5EF4-FFF2-40B4-BE49-F238E27FC236}">
                    <a16:creationId xmlns:a16="http://schemas.microsoft.com/office/drawing/2014/main" id="{688F7C61-D8CA-4910-ADD0-127A253A2A85}"/>
                  </a:ext>
                </a:extLst>
              </p:cNvPr>
              <p:cNvSpPr/>
              <p:nvPr/>
            </p:nvSpPr>
            <p:spPr>
              <a:xfrm>
                <a:off x="39912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7" name="椭圆 14786">
                <a:extLst>
                  <a:ext uri="{FF2B5EF4-FFF2-40B4-BE49-F238E27FC236}">
                    <a16:creationId xmlns:a16="http://schemas.microsoft.com/office/drawing/2014/main" id="{72D3036B-DF6D-49D4-8D3D-165A97B0D2FC}"/>
                  </a:ext>
                </a:extLst>
              </p:cNvPr>
              <p:cNvSpPr/>
              <p:nvPr/>
            </p:nvSpPr>
            <p:spPr>
              <a:xfrm>
                <a:off x="40493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8" name="椭圆 14787">
                <a:extLst>
                  <a:ext uri="{FF2B5EF4-FFF2-40B4-BE49-F238E27FC236}">
                    <a16:creationId xmlns:a16="http://schemas.microsoft.com/office/drawing/2014/main" id="{4E93968D-FAA9-4790-AFCF-12B048B9FEF3}"/>
                  </a:ext>
                </a:extLst>
              </p:cNvPr>
              <p:cNvSpPr/>
              <p:nvPr/>
            </p:nvSpPr>
            <p:spPr>
              <a:xfrm>
                <a:off x="404113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9" name="椭圆 14788">
                <a:extLst>
                  <a:ext uri="{FF2B5EF4-FFF2-40B4-BE49-F238E27FC236}">
                    <a16:creationId xmlns:a16="http://schemas.microsoft.com/office/drawing/2014/main" id="{BBEAC3C3-A3A9-4BA5-A13E-E32B3076B5F5}"/>
                  </a:ext>
                </a:extLst>
              </p:cNvPr>
              <p:cNvSpPr/>
              <p:nvPr/>
            </p:nvSpPr>
            <p:spPr>
              <a:xfrm>
                <a:off x="408070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0" name="椭圆 14789">
                <a:extLst>
                  <a:ext uri="{FF2B5EF4-FFF2-40B4-BE49-F238E27FC236}">
                    <a16:creationId xmlns:a16="http://schemas.microsoft.com/office/drawing/2014/main" id="{217F540C-74D3-4794-9F9B-CCF78882DB45}"/>
                  </a:ext>
                </a:extLst>
              </p:cNvPr>
              <p:cNvSpPr/>
              <p:nvPr/>
            </p:nvSpPr>
            <p:spPr>
              <a:xfrm>
                <a:off x="4067417" y="27940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1" name="椭圆 14790">
                <a:extLst>
                  <a:ext uri="{FF2B5EF4-FFF2-40B4-BE49-F238E27FC236}">
                    <a16:creationId xmlns:a16="http://schemas.microsoft.com/office/drawing/2014/main" id="{2F651445-8EFF-4C53-A7BC-A166691CD6DE}"/>
                  </a:ext>
                </a:extLst>
              </p:cNvPr>
              <p:cNvSpPr/>
              <p:nvPr/>
            </p:nvSpPr>
            <p:spPr>
              <a:xfrm>
                <a:off x="39435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2" name="椭圆 14791">
                <a:extLst>
                  <a:ext uri="{FF2B5EF4-FFF2-40B4-BE49-F238E27FC236}">
                    <a16:creationId xmlns:a16="http://schemas.microsoft.com/office/drawing/2014/main" id="{3E242AD6-307C-4937-B1BE-99E5A407AEA6}"/>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3" name="椭圆 14792">
                <a:extLst>
                  <a:ext uri="{FF2B5EF4-FFF2-40B4-BE49-F238E27FC236}">
                    <a16:creationId xmlns:a16="http://schemas.microsoft.com/office/drawing/2014/main" id="{1AE0488C-24F2-4D3D-AF35-FF5CCFB27EC7}"/>
                  </a:ext>
                </a:extLst>
              </p:cNvPr>
              <p:cNvSpPr/>
              <p:nvPr/>
            </p:nvSpPr>
            <p:spPr>
              <a:xfrm>
                <a:off x="4111571" y="3033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4" name="椭圆 14793">
                <a:extLst>
                  <a:ext uri="{FF2B5EF4-FFF2-40B4-BE49-F238E27FC236}">
                    <a16:creationId xmlns:a16="http://schemas.microsoft.com/office/drawing/2014/main" id="{B459C81C-3117-4908-A89A-A8812CE18480}"/>
                  </a:ext>
                </a:extLst>
              </p:cNvPr>
              <p:cNvSpPr/>
              <p:nvPr/>
            </p:nvSpPr>
            <p:spPr>
              <a:xfrm>
                <a:off x="412254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5" name="椭圆 14794">
                <a:extLst>
                  <a:ext uri="{FF2B5EF4-FFF2-40B4-BE49-F238E27FC236}">
                    <a16:creationId xmlns:a16="http://schemas.microsoft.com/office/drawing/2014/main" id="{9BD7BFD6-ED7F-4373-92A0-E9824E46EA91}"/>
                  </a:ext>
                </a:extLst>
              </p:cNvPr>
              <p:cNvSpPr/>
              <p:nvPr/>
            </p:nvSpPr>
            <p:spPr>
              <a:xfrm>
                <a:off x="4068591"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6" name="椭圆 14795">
                <a:extLst>
                  <a:ext uri="{FF2B5EF4-FFF2-40B4-BE49-F238E27FC236}">
                    <a16:creationId xmlns:a16="http://schemas.microsoft.com/office/drawing/2014/main" id="{DB248FD5-1A7D-40CB-A9DB-17503E95744C}"/>
                  </a:ext>
                </a:extLst>
              </p:cNvPr>
              <p:cNvSpPr/>
              <p:nvPr/>
            </p:nvSpPr>
            <p:spPr>
              <a:xfrm>
                <a:off x="410804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7" name="椭圆 14796">
                <a:extLst>
                  <a:ext uri="{FF2B5EF4-FFF2-40B4-BE49-F238E27FC236}">
                    <a16:creationId xmlns:a16="http://schemas.microsoft.com/office/drawing/2014/main" id="{DF0A7561-1858-43C6-A93F-43D28658D3A4}"/>
                  </a:ext>
                </a:extLst>
              </p:cNvPr>
              <p:cNvSpPr/>
              <p:nvPr/>
            </p:nvSpPr>
            <p:spPr>
              <a:xfrm>
                <a:off x="3977492" y="29878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8" name="椭圆 14797">
                <a:extLst>
                  <a:ext uri="{FF2B5EF4-FFF2-40B4-BE49-F238E27FC236}">
                    <a16:creationId xmlns:a16="http://schemas.microsoft.com/office/drawing/2014/main" id="{19B95C70-4A25-49A7-9AD1-F2395DD94811}"/>
                  </a:ext>
                </a:extLst>
              </p:cNvPr>
              <p:cNvSpPr/>
              <p:nvPr/>
            </p:nvSpPr>
            <p:spPr>
              <a:xfrm>
                <a:off x="403119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9" name="椭圆 14798">
                <a:extLst>
                  <a:ext uri="{FF2B5EF4-FFF2-40B4-BE49-F238E27FC236}">
                    <a16:creationId xmlns:a16="http://schemas.microsoft.com/office/drawing/2014/main" id="{30FE09EA-69FE-4F7F-A9F0-E4177160C1BE}"/>
                  </a:ext>
                </a:extLst>
              </p:cNvPr>
              <p:cNvSpPr/>
              <p:nvPr/>
            </p:nvSpPr>
            <p:spPr>
              <a:xfrm>
                <a:off x="390177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0" name="椭圆 14799">
                <a:extLst>
                  <a:ext uri="{FF2B5EF4-FFF2-40B4-BE49-F238E27FC236}">
                    <a16:creationId xmlns:a16="http://schemas.microsoft.com/office/drawing/2014/main" id="{A08588C0-56F2-4116-A8DD-C8CCFA742335}"/>
                  </a:ext>
                </a:extLst>
              </p:cNvPr>
              <p:cNvSpPr/>
              <p:nvPr/>
            </p:nvSpPr>
            <p:spPr>
              <a:xfrm>
                <a:off x="411043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1" name="椭圆 14800">
                <a:extLst>
                  <a:ext uri="{FF2B5EF4-FFF2-40B4-BE49-F238E27FC236}">
                    <a16:creationId xmlns:a16="http://schemas.microsoft.com/office/drawing/2014/main" id="{EAB0FE0D-DDC2-4ED3-B1BA-CED3A87E1E14}"/>
                  </a:ext>
                </a:extLst>
              </p:cNvPr>
              <p:cNvSpPr/>
              <p:nvPr/>
            </p:nvSpPr>
            <p:spPr>
              <a:xfrm>
                <a:off x="4108231" y="28948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2" name="椭圆 14801">
                <a:extLst>
                  <a:ext uri="{FF2B5EF4-FFF2-40B4-BE49-F238E27FC236}">
                    <a16:creationId xmlns:a16="http://schemas.microsoft.com/office/drawing/2014/main" id="{0312CF0F-149E-473B-BA75-E575B7F9545B}"/>
                  </a:ext>
                </a:extLst>
              </p:cNvPr>
              <p:cNvSpPr/>
              <p:nvPr/>
            </p:nvSpPr>
            <p:spPr>
              <a:xfrm>
                <a:off x="3986411"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3" name="椭圆 14802">
                <a:extLst>
                  <a:ext uri="{FF2B5EF4-FFF2-40B4-BE49-F238E27FC236}">
                    <a16:creationId xmlns:a16="http://schemas.microsoft.com/office/drawing/2014/main" id="{FFA731CB-22AC-4C3B-BAF1-90CE2C0182B5}"/>
                  </a:ext>
                </a:extLst>
              </p:cNvPr>
              <p:cNvSpPr/>
              <p:nvPr/>
            </p:nvSpPr>
            <p:spPr>
              <a:xfrm>
                <a:off x="402535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4" name="椭圆 14803">
                <a:extLst>
                  <a:ext uri="{FF2B5EF4-FFF2-40B4-BE49-F238E27FC236}">
                    <a16:creationId xmlns:a16="http://schemas.microsoft.com/office/drawing/2014/main" id="{11EB3433-63EE-49C4-BBC3-372FE63D29EF}"/>
                  </a:ext>
                </a:extLst>
              </p:cNvPr>
              <p:cNvSpPr/>
              <p:nvPr/>
            </p:nvSpPr>
            <p:spPr>
              <a:xfrm>
                <a:off x="40128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5" name="椭圆 14804">
                <a:extLst>
                  <a:ext uri="{FF2B5EF4-FFF2-40B4-BE49-F238E27FC236}">
                    <a16:creationId xmlns:a16="http://schemas.microsoft.com/office/drawing/2014/main" id="{E5DEC92E-BCC4-446A-886D-F09C59C9A739}"/>
                  </a:ext>
                </a:extLst>
              </p:cNvPr>
              <p:cNvSpPr/>
              <p:nvPr/>
            </p:nvSpPr>
            <p:spPr>
              <a:xfrm>
                <a:off x="402050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6" name="椭圆 14805">
                <a:extLst>
                  <a:ext uri="{FF2B5EF4-FFF2-40B4-BE49-F238E27FC236}">
                    <a16:creationId xmlns:a16="http://schemas.microsoft.com/office/drawing/2014/main" id="{B3FACD6A-E4D5-4705-99CA-25B363BF5890}"/>
                  </a:ext>
                </a:extLst>
              </p:cNvPr>
              <p:cNvSpPr/>
              <p:nvPr/>
            </p:nvSpPr>
            <p:spPr>
              <a:xfrm>
                <a:off x="393117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7" name="椭圆 14806">
                <a:extLst>
                  <a:ext uri="{FF2B5EF4-FFF2-40B4-BE49-F238E27FC236}">
                    <a16:creationId xmlns:a16="http://schemas.microsoft.com/office/drawing/2014/main" id="{471107B8-AE7C-48B1-A2C0-0CD3AA3B664A}"/>
                  </a:ext>
                </a:extLst>
              </p:cNvPr>
              <p:cNvSpPr/>
              <p:nvPr/>
            </p:nvSpPr>
            <p:spPr>
              <a:xfrm>
                <a:off x="4034053"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8" name="椭圆 14807">
                <a:extLst>
                  <a:ext uri="{FF2B5EF4-FFF2-40B4-BE49-F238E27FC236}">
                    <a16:creationId xmlns:a16="http://schemas.microsoft.com/office/drawing/2014/main" id="{7002307D-97A9-489D-AD50-A919CABA434D}"/>
                  </a:ext>
                </a:extLst>
              </p:cNvPr>
              <p:cNvSpPr/>
              <p:nvPr/>
            </p:nvSpPr>
            <p:spPr>
              <a:xfrm>
                <a:off x="409527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9" name="椭圆 14808">
                <a:extLst>
                  <a:ext uri="{FF2B5EF4-FFF2-40B4-BE49-F238E27FC236}">
                    <a16:creationId xmlns:a16="http://schemas.microsoft.com/office/drawing/2014/main" id="{DA63427C-A2A2-4A38-89EF-492ADC9B24D3}"/>
                  </a:ext>
                </a:extLst>
              </p:cNvPr>
              <p:cNvSpPr/>
              <p:nvPr/>
            </p:nvSpPr>
            <p:spPr>
              <a:xfrm>
                <a:off x="3993128"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0" name="椭圆 14809">
                <a:extLst>
                  <a:ext uri="{FF2B5EF4-FFF2-40B4-BE49-F238E27FC236}">
                    <a16:creationId xmlns:a16="http://schemas.microsoft.com/office/drawing/2014/main" id="{704474AE-0D77-4860-83DC-4EC7DB51DF7C}"/>
                  </a:ext>
                </a:extLst>
              </p:cNvPr>
              <p:cNvSpPr/>
              <p:nvPr/>
            </p:nvSpPr>
            <p:spPr>
              <a:xfrm>
                <a:off x="416024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1" name="椭圆 14810">
                <a:extLst>
                  <a:ext uri="{FF2B5EF4-FFF2-40B4-BE49-F238E27FC236}">
                    <a16:creationId xmlns:a16="http://schemas.microsoft.com/office/drawing/2014/main" id="{54729E2D-21E3-4C46-98B0-937805508178}"/>
                  </a:ext>
                </a:extLst>
              </p:cNvPr>
              <p:cNvSpPr/>
              <p:nvPr/>
            </p:nvSpPr>
            <p:spPr>
              <a:xfrm>
                <a:off x="399969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2" name="椭圆 14811">
                <a:extLst>
                  <a:ext uri="{FF2B5EF4-FFF2-40B4-BE49-F238E27FC236}">
                    <a16:creationId xmlns:a16="http://schemas.microsoft.com/office/drawing/2014/main" id="{550D63BC-0867-4FB0-A3F6-0BFF24A50D17}"/>
                  </a:ext>
                </a:extLst>
              </p:cNvPr>
              <p:cNvSpPr/>
              <p:nvPr/>
            </p:nvSpPr>
            <p:spPr>
              <a:xfrm>
                <a:off x="3968720"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3" name="椭圆 14812">
                <a:extLst>
                  <a:ext uri="{FF2B5EF4-FFF2-40B4-BE49-F238E27FC236}">
                    <a16:creationId xmlns:a16="http://schemas.microsoft.com/office/drawing/2014/main" id="{E9FFC87A-9BE3-43C0-8EDB-131AE5A76076}"/>
                  </a:ext>
                </a:extLst>
              </p:cNvPr>
              <p:cNvSpPr/>
              <p:nvPr/>
            </p:nvSpPr>
            <p:spPr>
              <a:xfrm>
                <a:off x="40304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4" name="椭圆 14813">
                <a:extLst>
                  <a:ext uri="{FF2B5EF4-FFF2-40B4-BE49-F238E27FC236}">
                    <a16:creationId xmlns:a16="http://schemas.microsoft.com/office/drawing/2014/main" id="{7F494524-8CEE-4331-B49A-3EA2AB1A71EC}"/>
                  </a:ext>
                </a:extLst>
              </p:cNvPr>
              <p:cNvSpPr/>
              <p:nvPr/>
            </p:nvSpPr>
            <p:spPr>
              <a:xfrm>
                <a:off x="40141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5" name="椭圆 14814">
                <a:extLst>
                  <a:ext uri="{FF2B5EF4-FFF2-40B4-BE49-F238E27FC236}">
                    <a16:creationId xmlns:a16="http://schemas.microsoft.com/office/drawing/2014/main" id="{A37EBC90-1DC5-4C10-BB6F-D66FEFFE3C13}"/>
                  </a:ext>
                </a:extLst>
              </p:cNvPr>
              <p:cNvSpPr/>
              <p:nvPr/>
            </p:nvSpPr>
            <p:spPr>
              <a:xfrm>
                <a:off x="3881218"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6" name="椭圆 14815">
                <a:extLst>
                  <a:ext uri="{FF2B5EF4-FFF2-40B4-BE49-F238E27FC236}">
                    <a16:creationId xmlns:a16="http://schemas.microsoft.com/office/drawing/2014/main" id="{567ED991-3D37-433E-8962-F6D01C457E8F}"/>
                  </a:ext>
                </a:extLst>
              </p:cNvPr>
              <p:cNvSpPr/>
              <p:nvPr/>
            </p:nvSpPr>
            <p:spPr>
              <a:xfrm>
                <a:off x="4042018" y="30245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7" name="椭圆 14816">
                <a:extLst>
                  <a:ext uri="{FF2B5EF4-FFF2-40B4-BE49-F238E27FC236}">
                    <a16:creationId xmlns:a16="http://schemas.microsoft.com/office/drawing/2014/main" id="{812B7AF4-8039-4DA7-9D32-8068AAF53630}"/>
                  </a:ext>
                </a:extLst>
              </p:cNvPr>
              <p:cNvSpPr/>
              <p:nvPr/>
            </p:nvSpPr>
            <p:spPr>
              <a:xfrm>
                <a:off x="396622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8" name="椭圆 14817">
                <a:extLst>
                  <a:ext uri="{FF2B5EF4-FFF2-40B4-BE49-F238E27FC236}">
                    <a16:creationId xmlns:a16="http://schemas.microsoft.com/office/drawing/2014/main" id="{BECD4444-FFAE-4556-88EC-AD95968FEB61}"/>
                  </a:ext>
                </a:extLst>
              </p:cNvPr>
              <p:cNvSpPr/>
              <p:nvPr/>
            </p:nvSpPr>
            <p:spPr>
              <a:xfrm>
                <a:off x="3943652"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9" name="椭圆 14818">
                <a:extLst>
                  <a:ext uri="{FF2B5EF4-FFF2-40B4-BE49-F238E27FC236}">
                    <a16:creationId xmlns:a16="http://schemas.microsoft.com/office/drawing/2014/main" id="{678D3282-6DF7-41DD-95FB-9F5F9E384384}"/>
                  </a:ext>
                </a:extLst>
              </p:cNvPr>
              <p:cNvSpPr/>
              <p:nvPr/>
            </p:nvSpPr>
            <p:spPr>
              <a:xfrm>
                <a:off x="399635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0" name="椭圆 14819">
                <a:extLst>
                  <a:ext uri="{FF2B5EF4-FFF2-40B4-BE49-F238E27FC236}">
                    <a16:creationId xmlns:a16="http://schemas.microsoft.com/office/drawing/2014/main" id="{7BE8B4FD-138C-431B-B9B7-C77CEE12614C}"/>
                  </a:ext>
                </a:extLst>
              </p:cNvPr>
              <p:cNvSpPr/>
              <p:nvPr/>
            </p:nvSpPr>
            <p:spPr>
              <a:xfrm>
                <a:off x="41244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1" name="椭圆 14820">
                <a:extLst>
                  <a:ext uri="{FF2B5EF4-FFF2-40B4-BE49-F238E27FC236}">
                    <a16:creationId xmlns:a16="http://schemas.microsoft.com/office/drawing/2014/main" id="{3D8F5559-DEF4-4BA9-AD53-002167BAD0B4}"/>
                  </a:ext>
                </a:extLst>
              </p:cNvPr>
              <p:cNvSpPr/>
              <p:nvPr/>
            </p:nvSpPr>
            <p:spPr>
              <a:xfrm>
                <a:off x="40284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2" name="椭圆 14821">
                <a:extLst>
                  <a:ext uri="{FF2B5EF4-FFF2-40B4-BE49-F238E27FC236}">
                    <a16:creationId xmlns:a16="http://schemas.microsoft.com/office/drawing/2014/main" id="{75A8DA9F-7C1B-4DC2-8B98-27DF0AE91460}"/>
                  </a:ext>
                </a:extLst>
              </p:cNvPr>
              <p:cNvSpPr/>
              <p:nvPr/>
            </p:nvSpPr>
            <p:spPr>
              <a:xfrm>
                <a:off x="4030309" y="3022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3" name="椭圆 14822">
                <a:extLst>
                  <a:ext uri="{FF2B5EF4-FFF2-40B4-BE49-F238E27FC236}">
                    <a16:creationId xmlns:a16="http://schemas.microsoft.com/office/drawing/2014/main" id="{366BFFC4-A321-4E3A-A950-2E19AE4D834A}"/>
                  </a:ext>
                </a:extLst>
              </p:cNvPr>
              <p:cNvSpPr/>
              <p:nvPr/>
            </p:nvSpPr>
            <p:spPr>
              <a:xfrm>
                <a:off x="4112085"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4" name="椭圆 14823">
                <a:extLst>
                  <a:ext uri="{FF2B5EF4-FFF2-40B4-BE49-F238E27FC236}">
                    <a16:creationId xmlns:a16="http://schemas.microsoft.com/office/drawing/2014/main" id="{0F68E268-3A8C-4CA8-B92C-E6AE1D7A4206}"/>
                  </a:ext>
                </a:extLst>
              </p:cNvPr>
              <p:cNvSpPr/>
              <p:nvPr/>
            </p:nvSpPr>
            <p:spPr>
              <a:xfrm>
                <a:off x="3893367"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5" name="椭圆 14824">
                <a:extLst>
                  <a:ext uri="{FF2B5EF4-FFF2-40B4-BE49-F238E27FC236}">
                    <a16:creationId xmlns:a16="http://schemas.microsoft.com/office/drawing/2014/main" id="{D8E635F0-95DA-4456-9F72-3823D755B339}"/>
                  </a:ext>
                </a:extLst>
              </p:cNvPr>
              <p:cNvSpPr/>
              <p:nvPr/>
            </p:nvSpPr>
            <p:spPr>
              <a:xfrm>
                <a:off x="4122876" y="28788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6" name="椭圆 14825">
                <a:extLst>
                  <a:ext uri="{FF2B5EF4-FFF2-40B4-BE49-F238E27FC236}">
                    <a16:creationId xmlns:a16="http://schemas.microsoft.com/office/drawing/2014/main" id="{4162ABDD-03BA-4685-8ACF-052A75ADBC9D}"/>
                  </a:ext>
                </a:extLst>
              </p:cNvPr>
              <p:cNvSpPr/>
              <p:nvPr/>
            </p:nvSpPr>
            <p:spPr>
              <a:xfrm>
                <a:off x="4047927" y="30436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7" name="椭圆 14826">
                <a:extLst>
                  <a:ext uri="{FF2B5EF4-FFF2-40B4-BE49-F238E27FC236}">
                    <a16:creationId xmlns:a16="http://schemas.microsoft.com/office/drawing/2014/main" id="{D00CDE9B-FF99-45D7-A1F0-C32782D6BD0A}"/>
                  </a:ext>
                </a:extLst>
              </p:cNvPr>
              <p:cNvSpPr/>
              <p:nvPr/>
            </p:nvSpPr>
            <p:spPr>
              <a:xfrm>
                <a:off x="3909664" y="238727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8" name="椭圆 14827">
                <a:extLst>
                  <a:ext uri="{FF2B5EF4-FFF2-40B4-BE49-F238E27FC236}">
                    <a16:creationId xmlns:a16="http://schemas.microsoft.com/office/drawing/2014/main" id="{C2905346-4B8D-40B0-8377-032ECB1D723E}"/>
                  </a:ext>
                </a:extLst>
              </p:cNvPr>
              <p:cNvSpPr/>
              <p:nvPr/>
            </p:nvSpPr>
            <p:spPr>
              <a:xfrm>
                <a:off x="40266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9" name="椭圆 14828">
                <a:extLst>
                  <a:ext uri="{FF2B5EF4-FFF2-40B4-BE49-F238E27FC236}">
                    <a16:creationId xmlns:a16="http://schemas.microsoft.com/office/drawing/2014/main" id="{5058E972-70FE-40F0-A54A-DE0EF94C6BF1}"/>
                  </a:ext>
                </a:extLst>
              </p:cNvPr>
              <p:cNvSpPr/>
              <p:nvPr/>
            </p:nvSpPr>
            <p:spPr>
              <a:xfrm>
                <a:off x="4004066"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0" name="椭圆 14829">
                <a:extLst>
                  <a:ext uri="{FF2B5EF4-FFF2-40B4-BE49-F238E27FC236}">
                    <a16:creationId xmlns:a16="http://schemas.microsoft.com/office/drawing/2014/main" id="{30D4F5DF-0652-46B6-BE9C-041578516A09}"/>
                  </a:ext>
                </a:extLst>
              </p:cNvPr>
              <p:cNvSpPr/>
              <p:nvPr/>
            </p:nvSpPr>
            <p:spPr>
              <a:xfrm>
                <a:off x="397730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1" name="椭圆 14830">
                <a:extLst>
                  <a:ext uri="{FF2B5EF4-FFF2-40B4-BE49-F238E27FC236}">
                    <a16:creationId xmlns:a16="http://schemas.microsoft.com/office/drawing/2014/main" id="{2C411E9B-1A45-44A0-AB9C-555A743D19B3}"/>
                  </a:ext>
                </a:extLst>
              </p:cNvPr>
              <p:cNvSpPr/>
              <p:nvPr/>
            </p:nvSpPr>
            <p:spPr>
              <a:xfrm>
                <a:off x="40160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2" name="椭圆 14831">
                <a:extLst>
                  <a:ext uri="{FF2B5EF4-FFF2-40B4-BE49-F238E27FC236}">
                    <a16:creationId xmlns:a16="http://schemas.microsoft.com/office/drawing/2014/main" id="{4FB47724-953B-4633-9927-D70338BEB572}"/>
                  </a:ext>
                </a:extLst>
              </p:cNvPr>
              <p:cNvSpPr/>
              <p:nvPr/>
            </p:nvSpPr>
            <p:spPr>
              <a:xfrm>
                <a:off x="40053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3" name="椭圆 14832">
                <a:extLst>
                  <a:ext uri="{FF2B5EF4-FFF2-40B4-BE49-F238E27FC236}">
                    <a16:creationId xmlns:a16="http://schemas.microsoft.com/office/drawing/2014/main" id="{240C2DCA-AEB2-4BDF-9DA7-80AA7FCA113F}"/>
                  </a:ext>
                </a:extLst>
              </p:cNvPr>
              <p:cNvSpPr/>
              <p:nvPr/>
            </p:nvSpPr>
            <p:spPr>
              <a:xfrm>
                <a:off x="396706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4" name="椭圆 14833">
                <a:extLst>
                  <a:ext uri="{FF2B5EF4-FFF2-40B4-BE49-F238E27FC236}">
                    <a16:creationId xmlns:a16="http://schemas.microsoft.com/office/drawing/2014/main" id="{39C843C3-B17A-4B5F-BE81-5E678504A5D6}"/>
                  </a:ext>
                </a:extLst>
              </p:cNvPr>
              <p:cNvSpPr/>
              <p:nvPr/>
            </p:nvSpPr>
            <p:spPr>
              <a:xfrm>
                <a:off x="40653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5" name="椭圆 14834">
                <a:extLst>
                  <a:ext uri="{FF2B5EF4-FFF2-40B4-BE49-F238E27FC236}">
                    <a16:creationId xmlns:a16="http://schemas.microsoft.com/office/drawing/2014/main" id="{C6D5F343-9C04-4FC8-86EB-D63EF9B82138}"/>
                  </a:ext>
                </a:extLst>
              </p:cNvPr>
              <p:cNvSpPr/>
              <p:nvPr/>
            </p:nvSpPr>
            <p:spPr>
              <a:xfrm>
                <a:off x="4010966"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6" name="椭圆 14835">
                <a:extLst>
                  <a:ext uri="{FF2B5EF4-FFF2-40B4-BE49-F238E27FC236}">
                    <a16:creationId xmlns:a16="http://schemas.microsoft.com/office/drawing/2014/main" id="{3B379ED1-895E-4BD5-95A5-F91D134D9618}"/>
                  </a:ext>
                </a:extLst>
              </p:cNvPr>
              <p:cNvSpPr/>
              <p:nvPr/>
            </p:nvSpPr>
            <p:spPr>
              <a:xfrm>
                <a:off x="406554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7" name="椭圆 14836">
                <a:extLst>
                  <a:ext uri="{FF2B5EF4-FFF2-40B4-BE49-F238E27FC236}">
                    <a16:creationId xmlns:a16="http://schemas.microsoft.com/office/drawing/2014/main" id="{4FD79C99-E7FF-4B58-8500-79095A855F20}"/>
                  </a:ext>
                </a:extLst>
              </p:cNvPr>
              <p:cNvSpPr/>
              <p:nvPr/>
            </p:nvSpPr>
            <p:spPr>
              <a:xfrm>
                <a:off x="4253431"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8" name="椭圆 14837">
                <a:extLst>
                  <a:ext uri="{FF2B5EF4-FFF2-40B4-BE49-F238E27FC236}">
                    <a16:creationId xmlns:a16="http://schemas.microsoft.com/office/drawing/2014/main" id="{2BB9049B-506F-4808-8EF6-C720877F3F87}"/>
                  </a:ext>
                </a:extLst>
              </p:cNvPr>
              <p:cNvSpPr/>
              <p:nvPr/>
            </p:nvSpPr>
            <p:spPr>
              <a:xfrm>
                <a:off x="394020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9" name="椭圆 14838">
                <a:extLst>
                  <a:ext uri="{FF2B5EF4-FFF2-40B4-BE49-F238E27FC236}">
                    <a16:creationId xmlns:a16="http://schemas.microsoft.com/office/drawing/2014/main" id="{21AB8C7A-1AAB-4E41-9E67-6CF17EFA304B}"/>
                  </a:ext>
                </a:extLst>
              </p:cNvPr>
              <p:cNvSpPr/>
              <p:nvPr/>
            </p:nvSpPr>
            <p:spPr>
              <a:xfrm>
                <a:off x="39734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0" name="椭圆 14839">
                <a:extLst>
                  <a:ext uri="{FF2B5EF4-FFF2-40B4-BE49-F238E27FC236}">
                    <a16:creationId xmlns:a16="http://schemas.microsoft.com/office/drawing/2014/main" id="{DF64C05E-F5A9-4A8A-B51A-D9BBA35B133D}"/>
                  </a:ext>
                </a:extLst>
              </p:cNvPr>
              <p:cNvSpPr/>
              <p:nvPr/>
            </p:nvSpPr>
            <p:spPr>
              <a:xfrm>
                <a:off x="3984172" y="2766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1" name="椭圆 14840">
                <a:extLst>
                  <a:ext uri="{FF2B5EF4-FFF2-40B4-BE49-F238E27FC236}">
                    <a16:creationId xmlns:a16="http://schemas.microsoft.com/office/drawing/2014/main" id="{521A979A-D2F5-4BC7-A11F-732A44F35719}"/>
                  </a:ext>
                </a:extLst>
              </p:cNvPr>
              <p:cNvSpPr/>
              <p:nvPr/>
            </p:nvSpPr>
            <p:spPr>
              <a:xfrm>
                <a:off x="393385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2" name="椭圆 14841">
                <a:extLst>
                  <a:ext uri="{FF2B5EF4-FFF2-40B4-BE49-F238E27FC236}">
                    <a16:creationId xmlns:a16="http://schemas.microsoft.com/office/drawing/2014/main" id="{7E34C6B5-E9E3-41A7-9CB4-BFF3A24884B0}"/>
                  </a:ext>
                </a:extLst>
              </p:cNvPr>
              <p:cNvSpPr/>
              <p:nvPr/>
            </p:nvSpPr>
            <p:spPr>
              <a:xfrm>
                <a:off x="3867748"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3" name="椭圆 14842">
                <a:extLst>
                  <a:ext uri="{FF2B5EF4-FFF2-40B4-BE49-F238E27FC236}">
                    <a16:creationId xmlns:a16="http://schemas.microsoft.com/office/drawing/2014/main" id="{A1ABDE38-770B-4353-B9E4-6EFDB3E62D96}"/>
                  </a:ext>
                </a:extLst>
              </p:cNvPr>
              <p:cNvSpPr/>
              <p:nvPr/>
            </p:nvSpPr>
            <p:spPr>
              <a:xfrm>
                <a:off x="4010966" y="30272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4" name="椭圆 14843">
                <a:extLst>
                  <a:ext uri="{FF2B5EF4-FFF2-40B4-BE49-F238E27FC236}">
                    <a16:creationId xmlns:a16="http://schemas.microsoft.com/office/drawing/2014/main" id="{485994D5-F994-498E-B659-8BCB10133AA1}"/>
                  </a:ext>
                </a:extLst>
              </p:cNvPr>
              <p:cNvSpPr/>
              <p:nvPr/>
            </p:nvSpPr>
            <p:spPr>
              <a:xfrm>
                <a:off x="4008691"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5" name="椭圆 14844">
                <a:extLst>
                  <a:ext uri="{FF2B5EF4-FFF2-40B4-BE49-F238E27FC236}">
                    <a16:creationId xmlns:a16="http://schemas.microsoft.com/office/drawing/2014/main" id="{76134F75-1FC6-4965-8C31-49FA8804FDDE}"/>
                  </a:ext>
                </a:extLst>
              </p:cNvPr>
              <p:cNvSpPr/>
              <p:nvPr/>
            </p:nvSpPr>
            <p:spPr>
              <a:xfrm>
                <a:off x="404554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6" name="椭圆 14845">
                <a:extLst>
                  <a:ext uri="{FF2B5EF4-FFF2-40B4-BE49-F238E27FC236}">
                    <a16:creationId xmlns:a16="http://schemas.microsoft.com/office/drawing/2014/main" id="{3F3874FF-7B6E-4C60-8932-CD9A0580472B}"/>
                  </a:ext>
                </a:extLst>
              </p:cNvPr>
              <p:cNvSpPr/>
              <p:nvPr/>
            </p:nvSpPr>
            <p:spPr>
              <a:xfrm>
                <a:off x="406668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7" name="椭圆 14846">
                <a:extLst>
                  <a:ext uri="{FF2B5EF4-FFF2-40B4-BE49-F238E27FC236}">
                    <a16:creationId xmlns:a16="http://schemas.microsoft.com/office/drawing/2014/main" id="{7A501BB1-A2F9-4492-B832-EFFC72CB78EC}"/>
                  </a:ext>
                </a:extLst>
              </p:cNvPr>
              <p:cNvSpPr/>
              <p:nvPr/>
            </p:nvSpPr>
            <p:spPr>
              <a:xfrm>
                <a:off x="3929667"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8" name="椭圆 14847">
                <a:extLst>
                  <a:ext uri="{FF2B5EF4-FFF2-40B4-BE49-F238E27FC236}">
                    <a16:creationId xmlns:a16="http://schemas.microsoft.com/office/drawing/2014/main" id="{5059E9CE-A61E-4BDF-966C-0674ECC623A2}"/>
                  </a:ext>
                </a:extLst>
              </p:cNvPr>
              <p:cNvSpPr/>
              <p:nvPr/>
            </p:nvSpPr>
            <p:spPr>
              <a:xfrm>
                <a:off x="4179840" y="28171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9" name="椭圆 14848">
                <a:extLst>
                  <a:ext uri="{FF2B5EF4-FFF2-40B4-BE49-F238E27FC236}">
                    <a16:creationId xmlns:a16="http://schemas.microsoft.com/office/drawing/2014/main" id="{59B1E936-48F1-4485-A4D8-0824572DF3E7}"/>
                  </a:ext>
                </a:extLst>
              </p:cNvPr>
              <p:cNvSpPr/>
              <p:nvPr/>
            </p:nvSpPr>
            <p:spPr>
              <a:xfrm>
                <a:off x="3977309" y="30344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0" name="椭圆 14849">
                <a:extLst>
                  <a:ext uri="{FF2B5EF4-FFF2-40B4-BE49-F238E27FC236}">
                    <a16:creationId xmlns:a16="http://schemas.microsoft.com/office/drawing/2014/main" id="{6BBA8BBF-AF86-44F6-AC3D-F8B5E0E30AED}"/>
                  </a:ext>
                </a:extLst>
              </p:cNvPr>
              <p:cNvSpPr/>
              <p:nvPr/>
            </p:nvSpPr>
            <p:spPr>
              <a:xfrm>
                <a:off x="4026969" y="30468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1" name="椭圆 14850">
                <a:extLst>
                  <a:ext uri="{FF2B5EF4-FFF2-40B4-BE49-F238E27FC236}">
                    <a16:creationId xmlns:a16="http://schemas.microsoft.com/office/drawing/2014/main" id="{1A3085C8-CC31-4348-A57D-0F6D0C2EB733}"/>
                  </a:ext>
                </a:extLst>
              </p:cNvPr>
              <p:cNvSpPr/>
              <p:nvPr/>
            </p:nvSpPr>
            <p:spPr>
              <a:xfrm>
                <a:off x="3912123" y="29964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2" name="椭圆 14851">
                <a:extLst>
                  <a:ext uri="{FF2B5EF4-FFF2-40B4-BE49-F238E27FC236}">
                    <a16:creationId xmlns:a16="http://schemas.microsoft.com/office/drawing/2014/main" id="{A93CC520-37A6-4150-8382-AE14A04622D7}"/>
                  </a:ext>
                </a:extLst>
              </p:cNvPr>
              <p:cNvSpPr/>
              <p:nvPr/>
            </p:nvSpPr>
            <p:spPr>
              <a:xfrm>
                <a:off x="4150954" y="2850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3" name="椭圆 14852">
                <a:extLst>
                  <a:ext uri="{FF2B5EF4-FFF2-40B4-BE49-F238E27FC236}">
                    <a16:creationId xmlns:a16="http://schemas.microsoft.com/office/drawing/2014/main" id="{B849B430-850D-4DB7-9BF7-F3FBE4042B5E}"/>
                  </a:ext>
                </a:extLst>
              </p:cNvPr>
              <p:cNvSpPr/>
              <p:nvPr/>
            </p:nvSpPr>
            <p:spPr>
              <a:xfrm>
                <a:off x="3780907" y="2916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4" name="椭圆 14853">
                <a:extLst>
                  <a:ext uri="{FF2B5EF4-FFF2-40B4-BE49-F238E27FC236}">
                    <a16:creationId xmlns:a16="http://schemas.microsoft.com/office/drawing/2014/main" id="{C6F2B2B6-6208-412C-AF6D-6DC51A4AD20A}"/>
                  </a:ext>
                </a:extLst>
              </p:cNvPr>
              <p:cNvSpPr/>
              <p:nvPr/>
            </p:nvSpPr>
            <p:spPr>
              <a:xfrm>
                <a:off x="4228693" y="2934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5" name="椭圆 14854">
                <a:extLst>
                  <a:ext uri="{FF2B5EF4-FFF2-40B4-BE49-F238E27FC236}">
                    <a16:creationId xmlns:a16="http://schemas.microsoft.com/office/drawing/2014/main" id="{D252ECB4-9A62-42F8-AB86-1B8559F2306D}"/>
                  </a:ext>
                </a:extLst>
              </p:cNvPr>
              <p:cNvSpPr/>
              <p:nvPr/>
            </p:nvSpPr>
            <p:spPr>
              <a:xfrm>
                <a:off x="4129666"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6" name="椭圆 14855">
                <a:extLst>
                  <a:ext uri="{FF2B5EF4-FFF2-40B4-BE49-F238E27FC236}">
                    <a16:creationId xmlns:a16="http://schemas.microsoft.com/office/drawing/2014/main" id="{97EC3062-812C-401C-8A60-ED3239233D8A}"/>
                  </a:ext>
                </a:extLst>
              </p:cNvPr>
              <p:cNvSpPr/>
              <p:nvPr/>
            </p:nvSpPr>
            <p:spPr>
              <a:xfrm>
                <a:off x="377433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7" name="椭圆 14856">
                <a:extLst>
                  <a:ext uri="{FF2B5EF4-FFF2-40B4-BE49-F238E27FC236}">
                    <a16:creationId xmlns:a16="http://schemas.microsoft.com/office/drawing/2014/main" id="{AA0DD059-7A38-47B1-AF6A-2D5EC461362D}"/>
                  </a:ext>
                </a:extLst>
              </p:cNvPr>
              <p:cNvSpPr/>
              <p:nvPr/>
            </p:nvSpPr>
            <p:spPr>
              <a:xfrm>
                <a:off x="4022711" y="2934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8" name="椭圆 14857">
                <a:extLst>
                  <a:ext uri="{FF2B5EF4-FFF2-40B4-BE49-F238E27FC236}">
                    <a16:creationId xmlns:a16="http://schemas.microsoft.com/office/drawing/2014/main" id="{D0C5C19F-0953-47E3-94EC-FA543368AB86}"/>
                  </a:ext>
                </a:extLst>
              </p:cNvPr>
              <p:cNvSpPr/>
              <p:nvPr/>
            </p:nvSpPr>
            <p:spPr>
              <a:xfrm>
                <a:off x="409468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9" name="椭圆 14858">
                <a:extLst>
                  <a:ext uri="{FF2B5EF4-FFF2-40B4-BE49-F238E27FC236}">
                    <a16:creationId xmlns:a16="http://schemas.microsoft.com/office/drawing/2014/main" id="{332F73B7-B31E-4BD7-9016-2E948D3C40D8}"/>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0" name="椭圆 14859">
                <a:extLst>
                  <a:ext uri="{FF2B5EF4-FFF2-40B4-BE49-F238E27FC236}">
                    <a16:creationId xmlns:a16="http://schemas.microsoft.com/office/drawing/2014/main" id="{5ECD163C-75E1-484E-AC8B-FCE506D60C95}"/>
                  </a:ext>
                </a:extLst>
              </p:cNvPr>
              <p:cNvSpPr/>
              <p:nvPr/>
            </p:nvSpPr>
            <p:spPr>
              <a:xfrm>
                <a:off x="392904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1" name="椭圆 14860">
                <a:extLst>
                  <a:ext uri="{FF2B5EF4-FFF2-40B4-BE49-F238E27FC236}">
                    <a16:creationId xmlns:a16="http://schemas.microsoft.com/office/drawing/2014/main" id="{EF8DB4C8-EA53-44BD-8F54-F9022BCC3459}"/>
                  </a:ext>
                </a:extLst>
              </p:cNvPr>
              <p:cNvSpPr/>
              <p:nvPr/>
            </p:nvSpPr>
            <p:spPr>
              <a:xfrm>
                <a:off x="3970629"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2" name="椭圆 14861">
                <a:extLst>
                  <a:ext uri="{FF2B5EF4-FFF2-40B4-BE49-F238E27FC236}">
                    <a16:creationId xmlns:a16="http://schemas.microsoft.com/office/drawing/2014/main" id="{02CB1572-9A86-4E74-A130-329E4E37D360}"/>
                  </a:ext>
                </a:extLst>
              </p:cNvPr>
              <p:cNvSpPr/>
              <p:nvPr/>
            </p:nvSpPr>
            <p:spPr>
              <a:xfrm>
                <a:off x="40712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3" name="椭圆 14862">
                <a:extLst>
                  <a:ext uri="{FF2B5EF4-FFF2-40B4-BE49-F238E27FC236}">
                    <a16:creationId xmlns:a16="http://schemas.microsoft.com/office/drawing/2014/main" id="{800C1A7B-ED08-41F8-A92B-13F859B660AC}"/>
                  </a:ext>
                </a:extLst>
              </p:cNvPr>
              <p:cNvSpPr/>
              <p:nvPr/>
            </p:nvSpPr>
            <p:spPr>
              <a:xfrm>
                <a:off x="4048881"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4" name="椭圆 14863">
                <a:extLst>
                  <a:ext uri="{FF2B5EF4-FFF2-40B4-BE49-F238E27FC236}">
                    <a16:creationId xmlns:a16="http://schemas.microsoft.com/office/drawing/2014/main" id="{81265B30-D7B5-428C-A8CB-F2AEED4EACF5}"/>
                  </a:ext>
                </a:extLst>
              </p:cNvPr>
              <p:cNvSpPr/>
              <p:nvPr/>
            </p:nvSpPr>
            <p:spPr>
              <a:xfrm>
                <a:off x="4404211" y="2658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5" name="椭圆 14864">
                <a:extLst>
                  <a:ext uri="{FF2B5EF4-FFF2-40B4-BE49-F238E27FC236}">
                    <a16:creationId xmlns:a16="http://schemas.microsoft.com/office/drawing/2014/main" id="{50150886-169D-4576-B9E6-D34B398E0576}"/>
                  </a:ext>
                </a:extLst>
              </p:cNvPr>
              <p:cNvSpPr/>
              <p:nvPr/>
            </p:nvSpPr>
            <p:spPr>
              <a:xfrm>
                <a:off x="407064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6" name="椭圆 14865">
                <a:extLst>
                  <a:ext uri="{FF2B5EF4-FFF2-40B4-BE49-F238E27FC236}">
                    <a16:creationId xmlns:a16="http://schemas.microsoft.com/office/drawing/2014/main" id="{168A678E-EDCB-4C66-B836-DB87E59B6F13}"/>
                  </a:ext>
                </a:extLst>
              </p:cNvPr>
              <p:cNvSpPr/>
              <p:nvPr/>
            </p:nvSpPr>
            <p:spPr>
              <a:xfrm>
                <a:off x="416236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7" name="椭圆 14866">
                <a:extLst>
                  <a:ext uri="{FF2B5EF4-FFF2-40B4-BE49-F238E27FC236}">
                    <a16:creationId xmlns:a16="http://schemas.microsoft.com/office/drawing/2014/main" id="{4EAC0AED-E250-4DA0-A40C-FD618FFE8C85}"/>
                  </a:ext>
                </a:extLst>
              </p:cNvPr>
              <p:cNvSpPr/>
              <p:nvPr/>
            </p:nvSpPr>
            <p:spPr>
              <a:xfrm>
                <a:off x="4034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8" name="椭圆 14867">
                <a:extLst>
                  <a:ext uri="{FF2B5EF4-FFF2-40B4-BE49-F238E27FC236}">
                    <a16:creationId xmlns:a16="http://schemas.microsoft.com/office/drawing/2014/main" id="{B7BC821E-BE34-4479-B2DF-484B769619DD}"/>
                  </a:ext>
                </a:extLst>
              </p:cNvPr>
              <p:cNvSpPr/>
              <p:nvPr/>
            </p:nvSpPr>
            <p:spPr>
              <a:xfrm>
                <a:off x="402473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9" name="椭圆 14868">
                <a:extLst>
                  <a:ext uri="{FF2B5EF4-FFF2-40B4-BE49-F238E27FC236}">
                    <a16:creationId xmlns:a16="http://schemas.microsoft.com/office/drawing/2014/main" id="{CD76C254-5E3D-47FA-A534-4361F98381C3}"/>
                  </a:ext>
                </a:extLst>
              </p:cNvPr>
              <p:cNvSpPr/>
              <p:nvPr/>
            </p:nvSpPr>
            <p:spPr>
              <a:xfrm>
                <a:off x="4010012" y="27705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0" name="椭圆 14869">
                <a:extLst>
                  <a:ext uri="{FF2B5EF4-FFF2-40B4-BE49-F238E27FC236}">
                    <a16:creationId xmlns:a16="http://schemas.microsoft.com/office/drawing/2014/main" id="{5C644CA5-8877-4B79-B581-0E364D10FB13}"/>
                  </a:ext>
                </a:extLst>
              </p:cNvPr>
              <p:cNvSpPr/>
              <p:nvPr/>
            </p:nvSpPr>
            <p:spPr>
              <a:xfrm>
                <a:off x="3921079" y="276003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1" name="椭圆 14870">
                <a:extLst>
                  <a:ext uri="{FF2B5EF4-FFF2-40B4-BE49-F238E27FC236}">
                    <a16:creationId xmlns:a16="http://schemas.microsoft.com/office/drawing/2014/main" id="{C1B342E1-F8E1-4304-84B3-49E428E7E17F}"/>
                  </a:ext>
                </a:extLst>
              </p:cNvPr>
              <p:cNvSpPr/>
              <p:nvPr/>
            </p:nvSpPr>
            <p:spPr>
              <a:xfrm>
                <a:off x="4014747" y="27179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2" name="椭圆 14871">
                <a:extLst>
                  <a:ext uri="{FF2B5EF4-FFF2-40B4-BE49-F238E27FC236}">
                    <a16:creationId xmlns:a16="http://schemas.microsoft.com/office/drawing/2014/main" id="{FBD42B48-826B-4233-8313-6D09401AF757}"/>
                  </a:ext>
                </a:extLst>
              </p:cNvPr>
              <p:cNvSpPr/>
              <p:nvPr/>
            </p:nvSpPr>
            <p:spPr>
              <a:xfrm>
                <a:off x="4015958" y="2852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3" name="椭圆 14872">
                <a:extLst>
                  <a:ext uri="{FF2B5EF4-FFF2-40B4-BE49-F238E27FC236}">
                    <a16:creationId xmlns:a16="http://schemas.microsoft.com/office/drawing/2014/main" id="{03A904ED-69BD-4804-A0D0-CA086F07C932}"/>
                  </a:ext>
                </a:extLst>
              </p:cNvPr>
              <p:cNvSpPr/>
              <p:nvPr/>
            </p:nvSpPr>
            <p:spPr>
              <a:xfrm>
                <a:off x="40307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4" name="椭圆 14873">
                <a:extLst>
                  <a:ext uri="{FF2B5EF4-FFF2-40B4-BE49-F238E27FC236}">
                    <a16:creationId xmlns:a16="http://schemas.microsoft.com/office/drawing/2014/main" id="{0A12412C-3E22-4781-84E5-B77CB44DD927}"/>
                  </a:ext>
                </a:extLst>
              </p:cNvPr>
              <p:cNvSpPr/>
              <p:nvPr/>
            </p:nvSpPr>
            <p:spPr>
              <a:xfrm>
                <a:off x="399507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5" name="椭圆 14874">
                <a:extLst>
                  <a:ext uri="{FF2B5EF4-FFF2-40B4-BE49-F238E27FC236}">
                    <a16:creationId xmlns:a16="http://schemas.microsoft.com/office/drawing/2014/main" id="{0A6F930B-E442-4A15-A253-9EA09E28D3D4}"/>
                  </a:ext>
                </a:extLst>
              </p:cNvPr>
              <p:cNvSpPr/>
              <p:nvPr/>
            </p:nvSpPr>
            <p:spPr>
              <a:xfrm>
                <a:off x="4019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6" name="椭圆 14875">
                <a:extLst>
                  <a:ext uri="{FF2B5EF4-FFF2-40B4-BE49-F238E27FC236}">
                    <a16:creationId xmlns:a16="http://schemas.microsoft.com/office/drawing/2014/main" id="{6D18ADBA-4559-498E-B4FA-95DF0B866885}"/>
                  </a:ext>
                </a:extLst>
              </p:cNvPr>
              <p:cNvSpPr/>
              <p:nvPr/>
            </p:nvSpPr>
            <p:spPr>
              <a:xfrm>
                <a:off x="39954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7" name="椭圆 14876">
                <a:extLst>
                  <a:ext uri="{FF2B5EF4-FFF2-40B4-BE49-F238E27FC236}">
                    <a16:creationId xmlns:a16="http://schemas.microsoft.com/office/drawing/2014/main" id="{3D5D0D9D-4F49-4E68-BF95-590E070D05A9}"/>
                  </a:ext>
                </a:extLst>
              </p:cNvPr>
              <p:cNvSpPr/>
              <p:nvPr/>
            </p:nvSpPr>
            <p:spPr>
              <a:xfrm>
                <a:off x="4020986"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8" name="椭圆 14877">
                <a:extLst>
                  <a:ext uri="{FF2B5EF4-FFF2-40B4-BE49-F238E27FC236}">
                    <a16:creationId xmlns:a16="http://schemas.microsoft.com/office/drawing/2014/main" id="{1F044A3B-AC44-4D78-B39A-39B3E96F38A0}"/>
                  </a:ext>
                </a:extLst>
              </p:cNvPr>
              <p:cNvSpPr/>
              <p:nvPr/>
            </p:nvSpPr>
            <p:spPr>
              <a:xfrm>
                <a:off x="416637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9" name="椭圆 14878">
                <a:extLst>
                  <a:ext uri="{FF2B5EF4-FFF2-40B4-BE49-F238E27FC236}">
                    <a16:creationId xmlns:a16="http://schemas.microsoft.com/office/drawing/2014/main" id="{B6EB128A-A3E5-4C4A-88D5-41BF2B150650}"/>
                  </a:ext>
                </a:extLst>
              </p:cNvPr>
              <p:cNvSpPr/>
              <p:nvPr/>
            </p:nvSpPr>
            <p:spPr>
              <a:xfrm>
                <a:off x="4162296"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0" name="椭圆 14879">
                <a:extLst>
                  <a:ext uri="{FF2B5EF4-FFF2-40B4-BE49-F238E27FC236}">
                    <a16:creationId xmlns:a16="http://schemas.microsoft.com/office/drawing/2014/main" id="{98F6CF50-CC72-4094-A895-02705F182DA9}"/>
                  </a:ext>
                </a:extLst>
              </p:cNvPr>
              <p:cNvSpPr/>
              <p:nvPr/>
            </p:nvSpPr>
            <p:spPr>
              <a:xfrm>
                <a:off x="4015628"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1" name="椭圆 14880">
                <a:extLst>
                  <a:ext uri="{FF2B5EF4-FFF2-40B4-BE49-F238E27FC236}">
                    <a16:creationId xmlns:a16="http://schemas.microsoft.com/office/drawing/2014/main" id="{6ECABF8F-52FC-40C9-905D-162326262FE8}"/>
                  </a:ext>
                </a:extLst>
              </p:cNvPr>
              <p:cNvSpPr/>
              <p:nvPr/>
            </p:nvSpPr>
            <p:spPr>
              <a:xfrm>
                <a:off x="394611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2" name="椭圆 14881">
                <a:extLst>
                  <a:ext uri="{FF2B5EF4-FFF2-40B4-BE49-F238E27FC236}">
                    <a16:creationId xmlns:a16="http://schemas.microsoft.com/office/drawing/2014/main" id="{46941315-05F3-4927-A2BC-E5A810872B15}"/>
                  </a:ext>
                </a:extLst>
              </p:cNvPr>
              <p:cNvSpPr/>
              <p:nvPr/>
            </p:nvSpPr>
            <p:spPr>
              <a:xfrm>
                <a:off x="40416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3" name="椭圆 14882">
                <a:extLst>
                  <a:ext uri="{FF2B5EF4-FFF2-40B4-BE49-F238E27FC236}">
                    <a16:creationId xmlns:a16="http://schemas.microsoft.com/office/drawing/2014/main" id="{2F641F25-E731-4883-BD0F-FBD056640A09}"/>
                  </a:ext>
                </a:extLst>
              </p:cNvPr>
              <p:cNvSpPr/>
              <p:nvPr/>
            </p:nvSpPr>
            <p:spPr>
              <a:xfrm>
                <a:off x="4018637" y="29015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4" name="椭圆 14883">
                <a:extLst>
                  <a:ext uri="{FF2B5EF4-FFF2-40B4-BE49-F238E27FC236}">
                    <a16:creationId xmlns:a16="http://schemas.microsoft.com/office/drawing/2014/main" id="{5516E53D-71CA-4A45-9508-215E48CAE9B8}"/>
                  </a:ext>
                </a:extLst>
              </p:cNvPr>
              <p:cNvSpPr/>
              <p:nvPr/>
            </p:nvSpPr>
            <p:spPr>
              <a:xfrm>
                <a:off x="3928897" y="3012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5" name="椭圆 14884">
                <a:extLst>
                  <a:ext uri="{FF2B5EF4-FFF2-40B4-BE49-F238E27FC236}">
                    <a16:creationId xmlns:a16="http://schemas.microsoft.com/office/drawing/2014/main" id="{BF6930B5-6E6D-4E44-B3C0-D373F9A0670D}"/>
                  </a:ext>
                </a:extLst>
              </p:cNvPr>
              <p:cNvSpPr/>
              <p:nvPr/>
            </p:nvSpPr>
            <p:spPr>
              <a:xfrm>
                <a:off x="40025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6" name="椭圆 14885">
                <a:extLst>
                  <a:ext uri="{FF2B5EF4-FFF2-40B4-BE49-F238E27FC236}">
                    <a16:creationId xmlns:a16="http://schemas.microsoft.com/office/drawing/2014/main" id="{D70DA944-BC13-48FA-9CD5-A3BB25534C67}"/>
                  </a:ext>
                </a:extLst>
              </p:cNvPr>
              <p:cNvSpPr/>
              <p:nvPr/>
            </p:nvSpPr>
            <p:spPr>
              <a:xfrm>
                <a:off x="3887385"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7" name="椭圆 14886">
                <a:extLst>
                  <a:ext uri="{FF2B5EF4-FFF2-40B4-BE49-F238E27FC236}">
                    <a16:creationId xmlns:a16="http://schemas.microsoft.com/office/drawing/2014/main" id="{5A1B705C-027E-41B3-ACEE-8EC59701590C}"/>
                  </a:ext>
                </a:extLst>
              </p:cNvPr>
              <p:cNvSpPr/>
              <p:nvPr/>
            </p:nvSpPr>
            <p:spPr>
              <a:xfrm>
                <a:off x="39826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8" name="椭圆 14887">
                <a:extLst>
                  <a:ext uri="{FF2B5EF4-FFF2-40B4-BE49-F238E27FC236}">
                    <a16:creationId xmlns:a16="http://schemas.microsoft.com/office/drawing/2014/main" id="{047852BA-C488-41BB-904E-54F97BDF8EA3}"/>
                  </a:ext>
                </a:extLst>
              </p:cNvPr>
              <p:cNvSpPr/>
              <p:nvPr/>
            </p:nvSpPr>
            <p:spPr>
              <a:xfrm>
                <a:off x="410925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9" name="椭圆 14888">
                <a:extLst>
                  <a:ext uri="{FF2B5EF4-FFF2-40B4-BE49-F238E27FC236}">
                    <a16:creationId xmlns:a16="http://schemas.microsoft.com/office/drawing/2014/main" id="{02BEE49C-CBE8-4B80-8E47-1DBADBD0E06F}"/>
                  </a:ext>
                </a:extLst>
              </p:cNvPr>
              <p:cNvSpPr/>
              <p:nvPr/>
            </p:nvSpPr>
            <p:spPr>
              <a:xfrm>
                <a:off x="394937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0" name="椭圆 14889">
                <a:extLst>
                  <a:ext uri="{FF2B5EF4-FFF2-40B4-BE49-F238E27FC236}">
                    <a16:creationId xmlns:a16="http://schemas.microsoft.com/office/drawing/2014/main" id="{836BF7BD-2EDB-4249-BB17-F8FDC5C6EF91}"/>
                  </a:ext>
                </a:extLst>
              </p:cNvPr>
              <p:cNvSpPr/>
              <p:nvPr/>
            </p:nvSpPr>
            <p:spPr>
              <a:xfrm>
                <a:off x="404587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1" name="椭圆 14890">
                <a:extLst>
                  <a:ext uri="{FF2B5EF4-FFF2-40B4-BE49-F238E27FC236}">
                    <a16:creationId xmlns:a16="http://schemas.microsoft.com/office/drawing/2014/main" id="{263FED30-83B1-42E3-A962-5D3C6220A11E}"/>
                  </a:ext>
                </a:extLst>
              </p:cNvPr>
              <p:cNvSpPr/>
              <p:nvPr/>
            </p:nvSpPr>
            <p:spPr>
              <a:xfrm>
                <a:off x="374614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2" name="椭圆 14891">
                <a:extLst>
                  <a:ext uri="{FF2B5EF4-FFF2-40B4-BE49-F238E27FC236}">
                    <a16:creationId xmlns:a16="http://schemas.microsoft.com/office/drawing/2014/main" id="{F68E5319-4A07-4C31-BD37-0D9CC0B00106}"/>
                  </a:ext>
                </a:extLst>
              </p:cNvPr>
              <p:cNvSpPr/>
              <p:nvPr/>
            </p:nvSpPr>
            <p:spPr>
              <a:xfrm>
                <a:off x="399349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3" name="椭圆 14892">
                <a:extLst>
                  <a:ext uri="{FF2B5EF4-FFF2-40B4-BE49-F238E27FC236}">
                    <a16:creationId xmlns:a16="http://schemas.microsoft.com/office/drawing/2014/main" id="{1AD70477-4FD4-40E3-A505-F0CE57A1EBE7}"/>
                  </a:ext>
                </a:extLst>
              </p:cNvPr>
              <p:cNvSpPr/>
              <p:nvPr/>
            </p:nvSpPr>
            <p:spPr>
              <a:xfrm>
                <a:off x="3999918"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4" name="椭圆 14893">
                <a:extLst>
                  <a:ext uri="{FF2B5EF4-FFF2-40B4-BE49-F238E27FC236}">
                    <a16:creationId xmlns:a16="http://schemas.microsoft.com/office/drawing/2014/main" id="{F79748CB-33E2-4F76-9E37-64E50520B1FC}"/>
                  </a:ext>
                </a:extLst>
              </p:cNvPr>
              <p:cNvSpPr/>
              <p:nvPr/>
            </p:nvSpPr>
            <p:spPr>
              <a:xfrm>
                <a:off x="40237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5" name="椭圆 14894">
                <a:extLst>
                  <a:ext uri="{FF2B5EF4-FFF2-40B4-BE49-F238E27FC236}">
                    <a16:creationId xmlns:a16="http://schemas.microsoft.com/office/drawing/2014/main" id="{B4620414-D333-4692-B9CD-7E86F14DCB5C}"/>
                  </a:ext>
                </a:extLst>
              </p:cNvPr>
              <p:cNvSpPr/>
              <p:nvPr/>
            </p:nvSpPr>
            <p:spPr>
              <a:xfrm>
                <a:off x="4050533"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6" name="椭圆 14895">
                <a:extLst>
                  <a:ext uri="{FF2B5EF4-FFF2-40B4-BE49-F238E27FC236}">
                    <a16:creationId xmlns:a16="http://schemas.microsoft.com/office/drawing/2014/main" id="{BF1F3D93-941C-4CA7-9FAD-17B8B11C2582}"/>
                  </a:ext>
                </a:extLst>
              </p:cNvPr>
              <p:cNvSpPr/>
              <p:nvPr/>
            </p:nvSpPr>
            <p:spPr>
              <a:xfrm>
                <a:off x="40812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7" name="椭圆 14896">
                <a:extLst>
                  <a:ext uri="{FF2B5EF4-FFF2-40B4-BE49-F238E27FC236}">
                    <a16:creationId xmlns:a16="http://schemas.microsoft.com/office/drawing/2014/main" id="{91A435D5-A751-4836-8307-A80520637461}"/>
                  </a:ext>
                </a:extLst>
              </p:cNvPr>
              <p:cNvSpPr/>
              <p:nvPr/>
            </p:nvSpPr>
            <p:spPr>
              <a:xfrm>
                <a:off x="4015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8" name="椭圆 14897">
                <a:extLst>
                  <a:ext uri="{FF2B5EF4-FFF2-40B4-BE49-F238E27FC236}">
                    <a16:creationId xmlns:a16="http://schemas.microsoft.com/office/drawing/2014/main" id="{B63F44A6-EA18-4AB3-8E2E-C5A9E463E436}"/>
                  </a:ext>
                </a:extLst>
              </p:cNvPr>
              <p:cNvSpPr/>
              <p:nvPr/>
            </p:nvSpPr>
            <p:spPr>
              <a:xfrm>
                <a:off x="400461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9" name="椭圆 14898">
                <a:extLst>
                  <a:ext uri="{FF2B5EF4-FFF2-40B4-BE49-F238E27FC236}">
                    <a16:creationId xmlns:a16="http://schemas.microsoft.com/office/drawing/2014/main" id="{38CBBB6F-F1BC-44B9-87FC-981D1C70F476}"/>
                  </a:ext>
                </a:extLst>
              </p:cNvPr>
              <p:cNvSpPr/>
              <p:nvPr/>
            </p:nvSpPr>
            <p:spPr>
              <a:xfrm>
                <a:off x="401482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0" name="椭圆 14899">
                <a:extLst>
                  <a:ext uri="{FF2B5EF4-FFF2-40B4-BE49-F238E27FC236}">
                    <a16:creationId xmlns:a16="http://schemas.microsoft.com/office/drawing/2014/main" id="{8B41E282-48DC-4C77-AC4F-10AC5274D58D}"/>
                  </a:ext>
                </a:extLst>
              </p:cNvPr>
              <p:cNvSpPr/>
              <p:nvPr/>
            </p:nvSpPr>
            <p:spPr>
              <a:xfrm>
                <a:off x="398718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1" name="椭圆 14900">
                <a:extLst>
                  <a:ext uri="{FF2B5EF4-FFF2-40B4-BE49-F238E27FC236}">
                    <a16:creationId xmlns:a16="http://schemas.microsoft.com/office/drawing/2014/main" id="{CC2DA5EA-8DD2-4123-BFA9-A92AD226AE8F}"/>
                  </a:ext>
                </a:extLst>
              </p:cNvPr>
              <p:cNvSpPr/>
              <p:nvPr/>
            </p:nvSpPr>
            <p:spPr>
              <a:xfrm>
                <a:off x="400872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2" name="椭圆 14901">
                <a:extLst>
                  <a:ext uri="{FF2B5EF4-FFF2-40B4-BE49-F238E27FC236}">
                    <a16:creationId xmlns:a16="http://schemas.microsoft.com/office/drawing/2014/main" id="{DF0741FB-F887-48D7-BB7C-D5B2C3033464}"/>
                  </a:ext>
                </a:extLst>
              </p:cNvPr>
              <p:cNvSpPr/>
              <p:nvPr/>
            </p:nvSpPr>
            <p:spPr>
              <a:xfrm>
                <a:off x="395363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3" name="椭圆 14902">
                <a:extLst>
                  <a:ext uri="{FF2B5EF4-FFF2-40B4-BE49-F238E27FC236}">
                    <a16:creationId xmlns:a16="http://schemas.microsoft.com/office/drawing/2014/main" id="{CF453FAC-2C1E-431C-A407-658D5D55D769}"/>
                  </a:ext>
                </a:extLst>
              </p:cNvPr>
              <p:cNvSpPr/>
              <p:nvPr/>
            </p:nvSpPr>
            <p:spPr>
              <a:xfrm>
                <a:off x="4025611"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4" name="椭圆 14903">
                <a:extLst>
                  <a:ext uri="{FF2B5EF4-FFF2-40B4-BE49-F238E27FC236}">
                    <a16:creationId xmlns:a16="http://schemas.microsoft.com/office/drawing/2014/main" id="{BC80AD03-9939-4792-A963-092A8D1E6A2B}"/>
                  </a:ext>
                </a:extLst>
              </p:cNvPr>
              <p:cNvSpPr/>
              <p:nvPr/>
            </p:nvSpPr>
            <p:spPr>
              <a:xfrm>
                <a:off x="40292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5" name="椭圆 14904">
                <a:extLst>
                  <a:ext uri="{FF2B5EF4-FFF2-40B4-BE49-F238E27FC236}">
                    <a16:creationId xmlns:a16="http://schemas.microsoft.com/office/drawing/2014/main" id="{190975AB-6EF5-41F7-AE7F-97A1AC7965DD}"/>
                  </a:ext>
                </a:extLst>
              </p:cNvPr>
              <p:cNvSpPr/>
              <p:nvPr/>
            </p:nvSpPr>
            <p:spPr>
              <a:xfrm>
                <a:off x="401026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6" name="椭圆 14905">
                <a:extLst>
                  <a:ext uri="{FF2B5EF4-FFF2-40B4-BE49-F238E27FC236}">
                    <a16:creationId xmlns:a16="http://schemas.microsoft.com/office/drawing/2014/main" id="{3ADD32CA-AF77-4A60-A6CC-E49152650C09}"/>
                  </a:ext>
                </a:extLst>
              </p:cNvPr>
              <p:cNvSpPr/>
              <p:nvPr/>
            </p:nvSpPr>
            <p:spPr>
              <a:xfrm>
                <a:off x="4016178" y="29519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7" name="椭圆 14906">
                <a:extLst>
                  <a:ext uri="{FF2B5EF4-FFF2-40B4-BE49-F238E27FC236}">
                    <a16:creationId xmlns:a16="http://schemas.microsoft.com/office/drawing/2014/main" id="{688EDE5B-5E5C-4A4B-86DA-D6FE30482B35}"/>
                  </a:ext>
                </a:extLst>
              </p:cNvPr>
              <p:cNvSpPr/>
              <p:nvPr/>
            </p:nvSpPr>
            <p:spPr>
              <a:xfrm>
                <a:off x="4015261" y="30050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8" name="椭圆 14907">
                <a:extLst>
                  <a:ext uri="{FF2B5EF4-FFF2-40B4-BE49-F238E27FC236}">
                    <a16:creationId xmlns:a16="http://schemas.microsoft.com/office/drawing/2014/main" id="{804A3934-F781-4A98-B19D-B26416DFD9EA}"/>
                  </a:ext>
                </a:extLst>
              </p:cNvPr>
              <p:cNvSpPr/>
              <p:nvPr/>
            </p:nvSpPr>
            <p:spPr>
              <a:xfrm>
                <a:off x="4016178"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9" name="椭圆 14908">
                <a:extLst>
                  <a:ext uri="{FF2B5EF4-FFF2-40B4-BE49-F238E27FC236}">
                    <a16:creationId xmlns:a16="http://schemas.microsoft.com/office/drawing/2014/main" id="{B4314967-AC14-4939-9D0C-24FD6F8BFAD6}"/>
                  </a:ext>
                </a:extLst>
              </p:cNvPr>
              <p:cNvSpPr/>
              <p:nvPr/>
            </p:nvSpPr>
            <p:spPr>
              <a:xfrm>
                <a:off x="40256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0" name="椭圆 14909">
                <a:extLst>
                  <a:ext uri="{FF2B5EF4-FFF2-40B4-BE49-F238E27FC236}">
                    <a16:creationId xmlns:a16="http://schemas.microsoft.com/office/drawing/2014/main" id="{768BD145-6C6C-4C96-8337-07F0AEB9ED85}"/>
                  </a:ext>
                </a:extLst>
              </p:cNvPr>
              <p:cNvSpPr/>
              <p:nvPr/>
            </p:nvSpPr>
            <p:spPr>
              <a:xfrm>
                <a:off x="3974262"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1" name="椭圆 14910">
                <a:extLst>
                  <a:ext uri="{FF2B5EF4-FFF2-40B4-BE49-F238E27FC236}">
                    <a16:creationId xmlns:a16="http://schemas.microsoft.com/office/drawing/2014/main" id="{AB19AE69-368A-4FC5-805E-AC1D7E43977A}"/>
                  </a:ext>
                </a:extLst>
              </p:cNvPr>
              <p:cNvSpPr/>
              <p:nvPr/>
            </p:nvSpPr>
            <p:spPr>
              <a:xfrm>
                <a:off x="409696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2" name="椭圆 14911">
                <a:extLst>
                  <a:ext uri="{FF2B5EF4-FFF2-40B4-BE49-F238E27FC236}">
                    <a16:creationId xmlns:a16="http://schemas.microsoft.com/office/drawing/2014/main" id="{3E47DA6E-572D-45B5-B302-6551C3F081AF}"/>
                  </a:ext>
                </a:extLst>
              </p:cNvPr>
              <p:cNvSpPr/>
              <p:nvPr/>
            </p:nvSpPr>
            <p:spPr>
              <a:xfrm>
                <a:off x="400942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3" name="椭圆 14912">
                <a:extLst>
                  <a:ext uri="{FF2B5EF4-FFF2-40B4-BE49-F238E27FC236}">
                    <a16:creationId xmlns:a16="http://schemas.microsoft.com/office/drawing/2014/main" id="{614B92C8-2E45-4D53-A1D1-EF5434739E3F}"/>
                  </a:ext>
                </a:extLst>
              </p:cNvPr>
              <p:cNvSpPr/>
              <p:nvPr/>
            </p:nvSpPr>
            <p:spPr>
              <a:xfrm>
                <a:off x="4075932"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4" name="椭圆 14913">
                <a:extLst>
                  <a:ext uri="{FF2B5EF4-FFF2-40B4-BE49-F238E27FC236}">
                    <a16:creationId xmlns:a16="http://schemas.microsoft.com/office/drawing/2014/main" id="{B432D622-CFA1-4AAF-9F3E-ED5C3496EFBC}"/>
                  </a:ext>
                </a:extLst>
              </p:cNvPr>
              <p:cNvSpPr/>
              <p:nvPr/>
            </p:nvSpPr>
            <p:spPr>
              <a:xfrm>
                <a:off x="402796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5" name="椭圆 14914">
                <a:extLst>
                  <a:ext uri="{FF2B5EF4-FFF2-40B4-BE49-F238E27FC236}">
                    <a16:creationId xmlns:a16="http://schemas.microsoft.com/office/drawing/2014/main" id="{5C948FDA-96B1-475F-A24A-FAE45B14C89D}"/>
                  </a:ext>
                </a:extLst>
              </p:cNvPr>
              <p:cNvSpPr/>
              <p:nvPr/>
            </p:nvSpPr>
            <p:spPr>
              <a:xfrm>
                <a:off x="40061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6" name="椭圆 14915">
                <a:extLst>
                  <a:ext uri="{FF2B5EF4-FFF2-40B4-BE49-F238E27FC236}">
                    <a16:creationId xmlns:a16="http://schemas.microsoft.com/office/drawing/2014/main" id="{71DE520C-6CAF-41D5-A0FC-77AE88699441}"/>
                  </a:ext>
                </a:extLst>
              </p:cNvPr>
              <p:cNvSpPr/>
              <p:nvPr/>
            </p:nvSpPr>
            <p:spPr>
              <a:xfrm>
                <a:off x="4070316"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7" name="椭圆 14916">
                <a:extLst>
                  <a:ext uri="{FF2B5EF4-FFF2-40B4-BE49-F238E27FC236}">
                    <a16:creationId xmlns:a16="http://schemas.microsoft.com/office/drawing/2014/main" id="{02D24B56-330E-4E88-90A9-7FC9BD45EE42}"/>
                  </a:ext>
                </a:extLst>
              </p:cNvPr>
              <p:cNvSpPr/>
              <p:nvPr/>
            </p:nvSpPr>
            <p:spPr>
              <a:xfrm>
                <a:off x="4015444" y="29395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8" name="椭圆 14917">
                <a:extLst>
                  <a:ext uri="{FF2B5EF4-FFF2-40B4-BE49-F238E27FC236}">
                    <a16:creationId xmlns:a16="http://schemas.microsoft.com/office/drawing/2014/main" id="{E1259C5F-E5EF-4FA9-9F4B-9AFD0D215DAA}"/>
                  </a:ext>
                </a:extLst>
              </p:cNvPr>
              <p:cNvSpPr/>
              <p:nvPr/>
            </p:nvSpPr>
            <p:spPr>
              <a:xfrm>
                <a:off x="407406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9" name="椭圆 14918">
                <a:extLst>
                  <a:ext uri="{FF2B5EF4-FFF2-40B4-BE49-F238E27FC236}">
                    <a16:creationId xmlns:a16="http://schemas.microsoft.com/office/drawing/2014/main" id="{C66FB056-6278-493C-A1D8-3DEE3BF5730B}"/>
                  </a:ext>
                </a:extLst>
              </p:cNvPr>
              <p:cNvSpPr/>
              <p:nvPr/>
            </p:nvSpPr>
            <p:spPr>
              <a:xfrm>
                <a:off x="4183951" y="271540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0" name="椭圆 14919">
                <a:extLst>
                  <a:ext uri="{FF2B5EF4-FFF2-40B4-BE49-F238E27FC236}">
                    <a16:creationId xmlns:a16="http://schemas.microsoft.com/office/drawing/2014/main" id="{B68570F3-526B-47BF-BD39-7F90AD33BA64}"/>
                  </a:ext>
                </a:extLst>
              </p:cNvPr>
              <p:cNvSpPr/>
              <p:nvPr/>
            </p:nvSpPr>
            <p:spPr>
              <a:xfrm>
                <a:off x="3992284"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1" name="椭圆 14920">
                <a:extLst>
                  <a:ext uri="{FF2B5EF4-FFF2-40B4-BE49-F238E27FC236}">
                    <a16:creationId xmlns:a16="http://schemas.microsoft.com/office/drawing/2014/main" id="{17CC714C-65D7-4BA1-A103-05E49EBC858B}"/>
                  </a:ext>
                </a:extLst>
              </p:cNvPr>
              <p:cNvSpPr/>
              <p:nvPr/>
            </p:nvSpPr>
            <p:spPr>
              <a:xfrm>
                <a:off x="401970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2" name="椭圆 14921">
                <a:extLst>
                  <a:ext uri="{FF2B5EF4-FFF2-40B4-BE49-F238E27FC236}">
                    <a16:creationId xmlns:a16="http://schemas.microsoft.com/office/drawing/2014/main" id="{D0F1E357-81CC-458F-876C-3D4C17229546}"/>
                  </a:ext>
                </a:extLst>
              </p:cNvPr>
              <p:cNvSpPr/>
              <p:nvPr/>
            </p:nvSpPr>
            <p:spPr>
              <a:xfrm>
                <a:off x="4009535" y="29608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3" name="椭圆 14922">
                <a:extLst>
                  <a:ext uri="{FF2B5EF4-FFF2-40B4-BE49-F238E27FC236}">
                    <a16:creationId xmlns:a16="http://schemas.microsoft.com/office/drawing/2014/main" id="{E80F3D50-D2FD-49C6-AAA5-974476CB0BD6}"/>
                  </a:ext>
                </a:extLst>
              </p:cNvPr>
              <p:cNvSpPr/>
              <p:nvPr/>
            </p:nvSpPr>
            <p:spPr>
              <a:xfrm>
                <a:off x="3985420" y="30113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4" name="椭圆 14923">
                <a:extLst>
                  <a:ext uri="{FF2B5EF4-FFF2-40B4-BE49-F238E27FC236}">
                    <a16:creationId xmlns:a16="http://schemas.microsoft.com/office/drawing/2014/main" id="{FAC2DDE6-0F22-4C5C-9EA4-9CA0D31B9F26}"/>
                  </a:ext>
                </a:extLst>
              </p:cNvPr>
              <p:cNvSpPr/>
              <p:nvPr/>
            </p:nvSpPr>
            <p:spPr>
              <a:xfrm>
                <a:off x="4042311"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5" name="椭圆 14924">
                <a:extLst>
                  <a:ext uri="{FF2B5EF4-FFF2-40B4-BE49-F238E27FC236}">
                    <a16:creationId xmlns:a16="http://schemas.microsoft.com/office/drawing/2014/main" id="{1B83F4DC-16F6-45DE-92E7-58AEBF868F70}"/>
                  </a:ext>
                </a:extLst>
              </p:cNvPr>
              <p:cNvSpPr/>
              <p:nvPr/>
            </p:nvSpPr>
            <p:spPr>
              <a:xfrm>
                <a:off x="4024767"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6" name="椭圆 14925">
                <a:extLst>
                  <a:ext uri="{FF2B5EF4-FFF2-40B4-BE49-F238E27FC236}">
                    <a16:creationId xmlns:a16="http://schemas.microsoft.com/office/drawing/2014/main" id="{1682897A-951A-437D-9E1D-047F07F9A1F9}"/>
                  </a:ext>
                </a:extLst>
              </p:cNvPr>
              <p:cNvSpPr/>
              <p:nvPr/>
            </p:nvSpPr>
            <p:spPr>
              <a:xfrm>
                <a:off x="401592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7" name="椭圆 14926">
                <a:extLst>
                  <a:ext uri="{FF2B5EF4-FFF2-40B4-BE49-F238E27FC236}">
                    <a16:creationId xmlns:a16="http://schemas.microsoft.com/office/drawing/2014/main" id="{B43C6D4C-7B19-419F-B490-0690B8936E33}"/>
                  </a:ext>
                </a:extLst>
              </p:cNvPr>
              <p:cNvSpPr/>
              <p:nvPr/>
            </p:nvSpPr>
            <p:spPr>
              <a:xfrm>
                <a:off x="4110213" y="2927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8" name="椭圆 14927">
                <a:extLst>
                  <a:ext uri="{FF2B5EF4-FFF2-40B4-BE49-F238E27FC236}">
                    <a16:creationId xmlns:a16="http://schemas.microsoft.com/office/drawing/2014/main" id="{160D981B-398C-45FE-BDCC-3D9995751B1E}"/>
                  </a:ext>
                </a:extLst>
              </p:cNvPr>
              <p:cNvSpPr/>
              <p:nvPr/>
            </p:nvSpPr>
            <p:spPr>
              <a:xfrm>
                <a:off x="4000175"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9" name="椭圆 14928">
                <a:extLst>
                  <a:ext uri="{FF2B5EF4-FFF2-40B4-BE49-F238E27FC236}">
                    <a16:creationId xmlns:a16="http://schemas.microsoft.com/office/drawing/2014/main" id="{6E4C24FE-4C3D-401B-B46D-CA00CF5B3B01}"/>
                  </a:ext>
                </a:extLst>
              </p:cNvPr>
              <p:cNvSpPr/>
              <p:nvPr/>
            </p:nvSpPr>
            <p:spPr>
              <a:xfrm>
                <a:off x="4300926" y="2800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0" name="椭圆 14929">
                <a:extLst>
                  <a:ext uri="{FF2B5EF4-FFF2-40B4-BE49-F238E27FC236}">
                    <a16:creationId xmlns:a16="http://schemas.microsoft.com/office/drawing/2014/main" id="{82DD9C74-228A-4F97-B3A7-F748B4C902A2}"/>
                  </a:ext>
                </a:extLst>
              </p:cNvPr>
              <p:cNvSpPr/>
              <p:nvPr/>
            </p:nvSpPr>
            <p:spPr>
              <a:xfrm>
                <a:off x="4029392"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1" name="椭圆 14930">
                <a:extLst>
                  <a:ext uri="{FF2B5EF4-FFF2-40B4-BE49-F238E27FC236}">
                    <a16:creationId xmlns:a16="http://schemas.microsoft.com/office/drawing/2014/main" id="{9DCF8ACD-F31D-4309-9E1D-27CEEA4A1A1E}"/>
                  </a:ext>
                </a:extLst>
              </p:cNvPr>
              <p:cNvSpPr/>
              <p:nvPr/>
            </p:nvSpPr>
            <p:spPr>
              <a:xfrm>
                <a:off x="4017243"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2" name="椭圆 14931">
                <a:extLst>
                  <a:ext uri="{FF2B5EF4-FFF2-40B4-BE49-F238E27FC236}">
                    <a16:creationId xmlns:a16="http://schemas.microsoft.com/office/drawing/2014/main" id="{9F8BF383-7228-49CD-92D6-43B75A65CCFF}"/>
                  </a:ext>
                </a:extLst>
              </p:cNvPr>
              <p:cNvSpPr/>
              <p:nvPr/>
            </p:nvSpPr>
            <p:spPr>
              <a:xfrm>
                <a:off x="4010819"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3" name="椭圆 14932">
                <a:extLst>
                  <a:ext uri="{FF2B5EF4-FFF2-40B4-BE49-F238E27FC236}">
                    <a16:creationId xmlns:a16="http://schemas.microsoft.com/office/drawing/2014/main" id="{8B76F115-7513-4312-8071-44D6DA8FED3E}"/>
                  </a:ext>
                </a:extLst>
              </p:cNvPr>
              <p:cNvSpPr/>
              <p:nvPr/>
            </p:nvSpPr>
            <p:spPr>
              <a:xfrm>
                <a:off x="395510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4" name="椭圆 14933">
                <a:extLst>
                  <a:ext uri="{FF2B5EF4-FFF2-40B4-BE49-F238E27FC236}">
                    <a16:creationId xmlns:a16="http://schemas.microsoft.com/office/drawing/2014/main" id="{93DFFDBA-7189-43DD-98C7-D5701A2D7AAB}"/>
                  </a:ext>
                </a:extLst>
              </p:cNvPr>
              <p:cNvSpPr/>
              <p:nvPr/>
            </p:nvSpPr>
            <p:spPr>
              <a:xfrm>
                <a:off x="4050716" y="30313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5" name="椭圆 14934">
                <a:extLst>
                  <a:ext uri="{FF2B5EF4-FFF2-40B4-BE49-F238E27FC236}">
                    <a16:creationId xmlns:a16="http://schemas.microsoft.com/office/drawing/2014/main" id="{64FA404F-12F8-4762-8E5F-0C6B6CFE9552}"/>
                  </a:ext>
                </a:extLst>
              </p:cNvPr>
              <p:cNvSpPr/>
              <p:nvPr/>
            </p:nvSpPr>
            <p:spPr>
              <a:xfrm>
                <a:off x="3963251"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6" name="椭圆 14935">
                <a:extLst>
                  <a:ext uri="{FF2B5EF4-FFF2-40B4-BE49-F238E27FC236}">
                    <a16:creationId xmlns:a16="http://schemas.microsoft.com/office/drawing/2014/main" id="{FA588350-DB18-4180-899B-7CB472253980}"/>
                  </a:ext>
                </a:extLst>
              </p:cNvPr>
              <p:cNvSpPr/>
              <p:nvPr/>
            </p:nvSpPr>
            <p:spPr>
              <a:xfrm>
                <a:off x="408756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7" name="椭圆 14936">
                <a:extLst>
                  <a:ext uri="{FF2B5EF4-FFF2-40B4-BE49-F238E27FC236}">
                    <a16:creationId xmlns:a16="http://schemas.microsoft.com/office/drawing/2014/main" id="{895C6722-8089-40AF-9F8D-77B7734E2E30}"/>
                  </a:ext>
                </a:extLst>
              </p:cNvPr>
              <p:cNvSpPr/>
              <p:nvPr/>
            </p:nvSpPr>
            <p:spPr>
              <a:xfrm>
                <a:off x="40389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8" name="椭圆 14937">
                <a:extLst>
                  <a:ext uri="{FF2B5EF4-FFF2-40B4-BE49-F238E27FC236}">
                    <a16:creationId xmlns:a16="http://schemas.microsoft.com/office/drawing/2014/main" id="{22CA4668-3227-449A-A806-6A1607EE94D9}"/>
                  </a:ext>
                </a:extLst>
              </p:cNvPr>
              <p:cNvSpPr/>
              <p:nvPr/>
            </p:nvSpPr>
            <p:spPr>
              <a:xfrm>
                <a:off x="3895826"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9" name="椭圆 14938">
                <a:extLst>
                  <a:ext uri="{FF2B5EF4-FFF2-40B4-BE49-F238E27FC236}">
                    <a16:creationId xmlns:a16="http://schemas.microsoft.com/office/drawing/2014/main" id="{85222FB7-0F57-40DF-87BD-A4E04E16BCF5}"/>
                  </a:ext>
                </a:extLst>
              </p:cNvPr>
              <p:cNvSpPr/>
              <p:nvPr/>
            </p:nvSpPr>
            <p:spPr>
              <a:xfrm>
                <a:off x="3917005"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0" name="椭圆 14939">
                <a:extLst>
                  <a:ext uri="{FF2B5EF4-FFF2-40B4-BE49-F238E27FC236}">
                    <a16:creationId xmlns:a16="http://schemas.microsoft.com/office/drawing/2014/main" id="{E84BC17E-C146-4FBC-B8B4-FBF6BEBAE90B}"/>
                  </a:ext>
                </a:extLst>
              </p:cNvPr>
              <p:cNvSpPr/>
              <p:nvPr/>
            </p:nvSpPr>
            <p:spPr>
              <a:xfrm>
                <a:off x="391076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1" name="椭圆 14940">
                <a:extLst>
                  <a:ext uri="{FF2B5EF4-FFF2-40B4-BE49-F238E27FC236}">
                    <a16:creationId xmlns:a16="http://schemas.microsoft.com/office/drawing/2014/main" id="{F57524CE-08CD-43CB-A1E4-F3119B6C7762}"/>
                  </a:ext>
                </a:extLst>
              </p:cNvPr>
              <p:cNvSpPr/>
              <p:nvPr/>
            </p:nvSpPr>
            <p:spPr>
              <a:xfrm>
                <a:off x="39946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2" name="椭圆 14941">
                <a:extLst>
                  <a:ext uri="{FF2B5EF4-FFF2-40B4-BE49-F238E27FC236}">
                    <a16:creationId xmlns:a16="http://schemas.microsoft.com/office/drawing/2014/main" id="{D38DED98-DD5C-4B1E-B52B-F4C832ECFB59}"/>
                  </a:ext>
                </a:extLst>
              </p:cNvPr>
              <p:cNvSpPr/>
              <p:nvPr/>
            </p:nvSpPr>
            <p:spPr>
              <a:xfrm>
                <a:off x="41278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3" name="椭圆 14942">
                <a:extLst>
                  <a:ext uri="{FF2B5EF4-FFF2-40B4-BE49-F238E27FC236}">
                    <a16:creationId xmlns:a16="http://schemas.microsoft.com/office/drawing/2014/main" id="{DBACEB16-C17C-4257-AD00-EBE833178520}"/>
                  </a:ext>
                </a:extLst>
              </p:cNvPr>
              <p:cNvSpPr/>
              <p:nvPr/>
            </p:nvSpPr>
            <p:spPr>
              <a:xfrm>
                <a:off x="3974079" y="3032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4" name="椭圆 14943">
                <a:extLst>
                  <a:ext uri="{FF2B5EF4-FFF2-40B4-BE49-F238E27FC236}">
                    <a16:creationId xmlns:a16="http://schemas.microsoft.com/office/drawing/2014/main" id="{33B3E008-46B5-40E5-AB2E-31BCEAD29741}"/>
                  </a:ext>
                </a:extLst>
              </p:cNvPr>
              <p:cNvSpPr/>
              <p:nvPr/>
            </p:nvSpPr>
            <p:spPr>
              <a:xfrm>
                <a:off x="402792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5" name="椭圆 14944">
                <a:extLst>
                  <a:ext uri="{FF2B5EF4-FFF2-40B4-BE49-F238E27FC236}">
                    <a16:creationId xmlns:a16="http://schemas.microsoft.com/office/drawing/2014/main" id="{70958F3F-2F4A-4305-986F-15833599DF16}"/>
                  </a:ext>
                </a:extLst>
              </p:cNvPr>
              <p:cNvSpPr/>
              <p:nvPr/>
            </p:nvSpPr>
            <p:spPr>
              <a:xfrm>
                <a:off x="40083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6" name="椭圆 14945">
                <a:extLst>
                  <a:ext uri="{FF2B5EF4-FFF2-40B4-BE49-F238E27FC236}">
                    <a16:creationId xmlns:a16="http://schemas.microsoft.com/office/drawing/2014/main" id="{DDD093F3-5268-4186-BE46-B2A2736C1D2A}"/>
                  </a:ext>
                </a:extLst>
              </p:cNvPr>
              <p:cNvSpPr/>
              <p:nvPr/>
            </p:nvSpPr>
            <p:spPr>
              <a:xfrm>
                <a:off x="40225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7" name="椭圆 14946">
                <a:extLst>
                  <a:ext uri="{FF2B5EF4-FFF2-40B4-BE49-F238E27FC236}">
                    <a16:creationId xmlns:a16="http://schemas.microsoft.com/office/drawing/2014/main" id="{FB780F1D-2FFD-454D-B06B-45CD86FBD196}"/>
                  </a:ext>
                </a:extLst>
              </p:cNvPr>
              <p:cNvSpPr/>
              <p:nvPr/>
            </p:nvSpPr>
            <p:spPr>
              <a:xfrm>
                <a:off x="405350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8" name="椭圆 14947">
                <a:extLst>
                  <a:ext uri="{FF2B5EF4-FFF2-40B4-BE49-F238E27FC236}">
                    <a16:creationId xmlns:a16="http://schemas.microsoft.com/office/drawing/2014/main" id="{7FF934A1-5D6C-4527-8DEB-AC91E1AFBAC8}"/>
                  </a:ext>
                </a:extLst>
              </p:cNvPr>
              <p:cNvSpPr/>
              <p:nvPr/>
            </p:nvSpPr>
            <p:spPr>
              <a:xfrm>
                <a:off x="4015664"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9" name="椭圆 14948">
                <a:extLst>
                  <a:ext uri="{FF2B5EF4-FFF2-40B4-BE49-F238E27FC236}">
                    <a16:creationId xmlns:a16="http://schemas.microsoft.com/office/drawing/2014/main" id="{4BB6BA84-C703-4AB2-BBE0-B9599101A79E}"/>
                  </a:ext>
                </a:extLst>
              </p:cNvPr>
              <p:cNvSpPr/>
              <p:nvPr/>
            </p:nvSpPr>
            <p:spPr>
              <a:xfrm>
                <a:off x="3998817"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0" name="椭圆 14949">
                <a:extLst>
                  <a:ext uri="{FF2B5EF4-FFF2-40B4-BE49-F238E27FC236}">
                    <a16:creationId xmlns:a16="http://schemas.microsoft.com/office/drawing/2014/main" id="{E9203B67-BD11-4BC5-9407-36AE49A38ECB}"/>
                  </a:ext>
                </a:extLst>
              </p:cNvPr>
              <p:cNvSpPr/>
              <p:nvPr/>
            </p:nvSpPr>
            <p:spPr>
              <a:xfrm>
                <a:off x="399944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1" name="椭圆 14950">
                <a:extLst>
                  <a:ext uri="{FF2B5EF4-FFF2-40B4-BE49-F238E27FC236}">
                    <a16:creationId xmlns:a16="http://schemas.microsoft.com/office/drawing/2014/main" id="{4935A5E4-9453-4C42-83E9-482E957F98C4}"/>
                  </a:ext>
                </a:extLst>
              </p:cNvPr>
              <p:cNvSpPr/>
              <p:nvPr/>
            </p:nvSpPr>
            <p:spPr>
              <a:xfrm>
                <a:off x="407328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2" name="椭圆 14951">
                <a:extLst>
                  <a:ext uri="{FF2B5EF4-FFF2-40B4-BE49-F238E27FC236}">
                    <a16:creationId xmlns:a16="http://schemas.microsoft.com/office/drawing/2014/main" id="{5C0EE3C3-1925-4B84-B91B-2CCA1F0A48C8}"/>
                  </a:ext>
                </a:extLst>
              </p:cNvPr>
              <p:cNvSpPr/>
              <p:nvPr/>
            </p:nvSpPr>
            <p:spPr>
              <a:xfrm>
                <a:off x="401614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3" name="椭圆 14952">
                <a:extLst>
                  <a:ext uri="{FF2B5EF4-FFF2-40B4-BE49-F238E27FC236}">
                    <a16:creationId xmlns:a16="http://schemas.microsoft.com/office/drawing/2014/main" id="{6DEDAE3A-7898-4580-9EA5-0527F70B7DFF}"/>
                  </a:ext>
                </a:extLst>
              </p:cNvPr>
              <p:cNvSpPr/>
              <p:nvPr/>
            </p:nvSpPr>
            <p:spPr>
              <a:xfrm>
                <a:off x="411204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4" name="椭圆 14953">
                <a:extLst>
                  <a:ext uri="{FF2B5EF4-FFF2-40B4-BE49-F238E27FC236}">
                    <a16:creationId xmlns:a16="http://schemas.microsoft.com/office/drawing/2014/main" id="{D5737A4F-C013-4FBD-9BA0-B6E50268EA00}"/>
                  </a:ext>
                </a:extLst>
              </p:cNvPr>
              <p:cNvSpPr/>
              <p:nvPr/>
            </p:nvSpPr>
            <p:spPr>
              <a:xfrm>
                <a:off x="4015040"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5" name="椭圆 14954">
                <a:extLst>
                  <a:ext uri="{FF2B5EF4-FFF2-40B4-BE49-F238E27FC236}">
                    <a16:creationId xmlns:a16="http://schemas.microsoft.com/office/drawing/2014/main" id="{6BD91983-9299-4CB8-B2FC-D8944AC7828D}"/>
                  </a:ext>
                </a:extLst>
              </p:cNvPr>
              <p:cNvSpPr/>
              <p:nvPr/>
            </p:nvSpPr>
            <p:spPr>
              <a:xfrm>
                <a:off x="398255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6" name="椭圆 14955">
                <a:extLst>
                  <a:ext uri="{FF2B5EF4-FFF2-40B4-BE49-F238E27FC236}">
                    <a16:creationId xmlns:a16="http://schemas.microsoft.com/office/drawing/2014/main" id="{2F13E40A-A2C2-4176-84E4-A79E91659A1A}"/>
                  </a:ext>
                </a:extLst>
              </p:cNvPr>
              <p:cNvSpPr/>
              <p:nvPr/>
            </p:nvSpPr>
            <p:spPr>
              <a:xfrm>
                <a:off x="414177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7" name="椭圆 14956">
                <a:extLst>
                  <a:ext uri="{FF2B5EF4-FFF2-40B4-BE49-F238E27FC236}">
                    <a16:creationId xmlns:a16="http://schemas.microsoft.com/office/drawing/2014/main" id="{FB97FB28-C2B3-4A6B-9567-217DC0E52520}"/>
                  </a:ext>
                </a:extLst>
              </p:cNvPr>
              <p:cNvSpPr/>
              <p:nvPr/>
            </p:nvSpPr>
            <p:spPr>
              <a:xfrm>
                <a:off x="4137631" y="29165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8" name="椭圆 14957">
                <a:extLst>
                  <a:ext uri="{FF2B5EF4-FFF2-40B4-BE49-F238E27FC236}">
                    <a16:creationId xmlns:a16="http://schemas.microsoft.com/office/drawing/2014/main" id="{DD7A535A-037A-4341-B466-F40A34BFEDF9}"/>
                  </a:ext>
                </a:extLst>
              </p:cNvPr>
              <p:cNvSpPr/>
              <p:nvPr/>
            </p:nvSpPr>
            <p:spPr>
              <a:xfrm>
                <a:off x="40548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9" name="椭圆 14958">
                <a:extLst>
                  <a:ext uri="{FF2B5EF4-FFF2-40B4-BE49-F238E27FC236}">
                    <a16:creationId xmlns:a16="http://schemas.microsoft.com/office/drawing/2014/main" id="{FDE76B30-C04E-477D-8551-55953C2A3D9B}"/>
                  </a:ext>
                </a:extLst>
              </p:cNvPr>
              <p:cNvSpPr/>
              <p:nvPr/>
            </p:nvSpPr>
            <p:spPr>
              <a:xfrm>
                <a:off x="4017243"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0" name="椭圆 14959">
                <a:extLst>
                  <a:ext uri="{FF2B5EF4-FFF2-40B4-BE49-F238E27FC236}">
                    <a16:creationId xmlns:a16="http://schemas.microsoft.com/office/drawing/2014/main" id="{8C2D7F4C-8B00-41DA-8AA9-DB9A20DB9A14}"/>
                  </a:ext>
                </a:extLst>
              </p:cNvPr>
              <p:cNvSpPr/>
              <p:nvPr/>
            </p:nvSpPr>
            <p:spPr>
              <a:xfrm>
                <a:off x="3938917"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1" name="椭圆 14960">
                <a:extLst>
                  <a:ext uri="{FF2B5EF4-FFF2-40B4-BE49-F238E27FC236}">
                    <a16:creationId xmlns:a16="http://schemas.microsoft.com/office/drawing/2014/main" id="{3158A1A4-447B-426E-B09C-BA0834EA4AF8}"/>
                  </a:ext>
                </a:extLst>
              </p:cNvPr>
              <p:cNvSpPr/>
              <p:nvPr/>
            </p:nvSpPr>
            <p:spPr>
              <a:xfrm>
                <a:off x="4332601" y="27414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2" name="椭圆 14961">
                <a:extLst>
                  <a:ext uri="{FF2B5EF4-FFF2-40B4-BE49-F238E27FC236}">
                    <a16:creationId xmlns:a16="http://schemas.microsoft.com/office/drawing/2014/main" id="{A9C84D81-601B-40F5-AF77-B3CE10EC090F}"/>
                  </a:ext>
                </a:extLst>
              </p:cNvPr>
              <p:cNvSpPr/>
              <p:nvPr/>
            </p:nvSpPr>
            <p:spPr>
              <a:xfrm>
                <a:off x="402528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3" name="椭圆 14962">
                <a:extLst>
                  <a:ext uri="{FF2B5EF4-FFF2-40B4-BE49-F238E27FC236}">
                    <a16:creationId xmlns:a16="http://schemas.microsoft.com/office/drawing/2014/main" id="{559875D9-E3D9-4904-9D24-2FBBEC879353}"/>
                  </a:ext>
                </a:extLst>
              </p:cNvPr>
              <p:cNvSpPr/>
              <p:nvPr/>
            </p:nvSpPr>
            <p:spPr>
              <a:xfrm>
                <a:off x="3845322" y="266585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4" name="椭圆 14963">
                <a:extLst>
                  <a:ext uri="{FF2B5EF4-FFF2-40B4-BE49-F238E27FC236}">
                    <a16:creationId xmlns:a16="http://schemas.microsoft.com/office/drawing/2014/main" id="{34FF869F-8F78-4470-8BD5-3BBA1261D099}"/>
                  </a:ext>
                </a:extLst>
              </p:cNvPr>
              <p:cNvSpPr/>
              <p:nvPr/>
            </p:nvSpPr>
            <p:spPr>
              <a:xfrm>
                <a:off x="398560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5" name="椭圆 14964">
                <a:extLst>
                  <a:ext uri="{FF2B5EF4-FFF2-40B4-BE49-F238E27FC236}">
                    <a16:creationId xmlns:a16="http://schemas.microsoft.com/office/drawing/2014/main" id="{E063F9AD-513B-4C5F-A5F4-E425AFC12327}"/>
                  </a:ext>
                </a:extLst>
              </p:cNvPr>
              <p:cNvSpPr/>
              <p:nvPr/>
            </p:nvSpPr>
            <p:spPr>
              <a:xfrm>
                <a:off x="4396796" y="2707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6" name="椭圆 14965">
                <a:extLst>
                  <a:ext uri="{FF2B5EF4-FFF2-40B4-BE49-F238E27FC236}">
                    <a16:creationId xmlns:a16="http://schemas.microsoft.com/office/drawing/2014/main" id="{9C460539-F694-49D7-8C13-B7080D7DE1E3}"/>
                  </a:ext>
                </a:extLst>
              </p:cNvPr>
              <p:cNvSpPr/>
              <p:nvPr/>
            </p:nvSpPr>
            <p:spPr>
              <a:xfrm>
                <a:off x="3913958"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7" name="椭圆 14966">
                <a:extLst>
                  <a:ext uri="{FF2B5EF4-FFF2-40B4-BE49-F238E27FC236}">
                    <a16:creationId xmlns:a16="http://schemas.microsoft.com/office/drawing/2014/main" id="{26FB7DFE-FFA1-4C2F-801A-8498D01089CD}"/>
                  </a:ext>
                </a:extLst>
              </p:cNvPr>
              <p:cNvSpPr/>
              <p:nvPr/>
            </p:nvSpPr>
            <p:spPr>
              <a:xfrm>
                <a:off x="4118215"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8" name="椭圆 14967">
                <a:extLst>
                  <a:ext uri="{FF2B5EF4-FFF2-40B4-BE49-F238E27FC236}">
                    <a16:creationId xmlns:a16="http://schemas.microsoft.com/office/drawing/2014/main" id="{5EE9165F-5722-48BE-87A0-B261A649DE08}"/>
                  </a:ext>
                </a:extLst>
              </p:cNvPr>
              <p:cNvSpPr/>
              <p:nvPr/>
            </p:nvSpPr>
            <p:spPr>
              <a:xfrm>
                <a:off x="4049946"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9" name="椭圆 14968">
                <a:extLst>
                  <a:ext uri="{FF2B5EF4-FFF2-40B4-BE49-F238E27FC236}">
                    <a16:creationId xmlns:a16="http://schemas.microsoft.com/office/drawing/2014/main" id="{2F6D2FEB-4749-4F8D-AEFE-325E0D17A82F}"/>
                  </a:ext>
                </a:extLst>
              </p:cNvPr>
              <p:cNvSpPr/>
              <p:nvPr/>
            </p:nvSpPr>
            <p:spPr>
              <a:xfrm>
                <a:off x="40814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0" name="椭圆 14969">
                <a:extLst>
                  <a:ext uri="{FF2B5EF4-FFF2-40B4-BE49-F238E27FC236}">
                    <a16:creationId xmlns:a16="http://schemas.microsoft.com/office/drawing/2014/main" id="{C029D269-9A9F-4169-91F7-FD35D376F803}"/>
                  </a:ext>
                </a:extLst>
              </p:cNvPr>
              <p:cNvSpPr/>
              <p:nvPr/>
            </p:nvSpPr>
            <p:spPr>
              <a:xfrm>
                <a:off x="390324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1" name="椭圆 14970">
                <a:extLst>
                  <a:ext uri="{FF2B5EF4-FFF2-40B4-BE49-F238E27FC236}">
                    <a16:creationId xmlns:a16="http://schemas.microsoft.com/office/drawing/2014/main" id="{89CFBBD9-3F83-4C4F-81CE-A5A4E6EDAD3C}"/>
                  </a:ext>
                </a:extLst>
              </p:cNvPr>
              <p:cNvSpPr/>
              <p:nvPr/>
            </p:nvSpPr>
            <p:spPr>
              <a:xfrm>
                <a:off x="400325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2" name="椭圆 14971">
                <a:extLst>
                  <a:ext uri="{FF2B5EF4-FFF2-40B4-BE49-F238E27FC236}">
                    <a16:creationId xmlns:a16="http://schemas.microsoft.com/office/drawing/2014/main" id="{788DB307-25F8-4F32-A47C-28EF52B7F8A1}"/>
                  </a:ext>
                </a:extLst>
              </p:cNvPr>
              <p:cNvSpPr/>
              <p:nvPr/>
            </p:nvSpPr>
            <p:spPr>
              <a:xfrm>
                <a:off x="39241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3" name="椭圆 14972">
                <a:extLst>
                  <a:ext uri="{FF2B5EF4-FFF2-40B4-BE49-F238E27FC236}">
                    <a16:creationId xmlns:a16="http://schemas.microsoft.com/office/drawing/2014/main" id="{3BF82D01-5C84-4E36-80A0-B4D082BC7280}"/>
                  </a:ext>
                </a:extLst>
              </p:cNvPr>
              <p:cNvSpPr/>
              <p:nvPr/>
            </p:nvSpPr>
            <p:spPr>
              <a:xfrm>
                <a:off x="40224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4" name="椭圆 14973">
                <a:extLst>
                  <a:ext uri="{FF2B5EF4-FFF2-40B4-BE49-F238E27FC236}">
                    <a16:creationId xmlns:a16="http://schemas.microsoft.com/office/drawing/2014/main" id="{11672E88-8F99-4E62-A3B9-62A83E93D53A}"/>
                  </a:ext>
                </a:extLst>
              </p:cNvPr>
              <p:cNvSpPr/>
              <p:nvPr/>
            </p:nvSpPr>
            <p:spPr>
              <a:xfrm>
                <a:off x="40456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5" name="椭圆 14974">
                <a:extLst>
                  <a:ext uri="{FF2B5EF4-FFF2-40B4-BE49-F238E27FC236}">
                    <a16:creationId xmlns:a16="http://schemas.microsoft.com/office/drawing/2014/main" id="{87ABC83B-46BB-44BB-9CD5-AE26BF513B95}"/>
                  </a:ext>
                </a:extLst>
              </p:cNvPr>
              <p:cNvSpPr/>
              <p:nvPr/>
            </p:nvSpPr>
            <p:spPr>
              <a:xfrm>
                <a:off x="387608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6" name="椭圆 14975">
                <a:extLst>
                  <a:ext uri="{FF2B5EF4-FFF2-40B4-BE49-F238E27FC236}">
                    <a16:creationId xmlns:a16="http://schemas.microsoft.com/office/drawing/2014/main" id="{A2D54A1D-604B-4399-ABCE-93891FE52F2B}"/>
                  </a:ext>
                </a:extLst>
              </p:cNvPr>
              <p:cNvSpPr/>
              <p:nvPr/>
            </p:nvSpPr>
            <p:spPr>
              <a:xfrm>
                <a:off x="391472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7" name="椭圆 14976">
                <a:extLst>
                  <a:ext uri="{FF2B5EF4-FFF2-40B4-BE49-F238E27FC236}">
                    <a16:creationId xmlns:a16="http://schemas.microsoft.com/office/drawing/2014/main" id="{F8F9EFD3-0278-4EC0-BCB4-EFA52248FA08}"/>
                  </a:ext>
                </a:extLst>
              </p:cNvPr>
              <p:cNvSpPr/>
              <p:nvPr/>
            </p:nvSpPr>
            <p:spPr>
              <a:xfrm>
                <a:off x="3999515"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8" name="椭圆 14977">
                <a:extLst>
                  <a:ext uri="{FF2B5EF4-FFF2-40B4-BE49-F238E27FC236}">
                    <a16:creationId xmlns:a16="http://schemas.microsoft.com/office/drawing/2014/main" id="{0C4079D2-0D6B-4EB4-9603-89DE848C9201}"/>
                  </a:ext>
                </a:extLst>
              </p:cNvPr>
              <p:cNvSpPr/>
              <p:nvPr/>
            </p:nvSpPr>
            <p:spPr>
              <a:xfrm>
                <a:off x="4218746"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9" name="椭圆 14978">
                <a:extLst>
                  <a:ext uri="{FF2B5EF4-FFF2-40B4-BE49-F238E27FC236}">
                    <a16:creationId xmlns:a16="http://schemas.microsoft.com/office/drawing/2014/main" id="{46A7465C-8418-4CE7-9023-4D023B65F0B1}"/>
                  </a:ext>
                </a:extLst>
              </p:cNvPr>
              <p:cNvSpPr/>
              <p:nvPr/>
            </p:nvSpPr>
            <p:spPr>
              <a:xfrm>
                <a:off x="40089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0" name="椭圆 14979">
                <a:extLst>
                  <a:ext uri="{FF2B5EF4-FFF2-40B4-BE49-F238E27FC236}">
                    <a16:creationId xmlns:a16="http://schemas.microsoft.com/office/drawing/2014/main" id="{051560D8-30D9-445A-A44B-B8AF66E769EF}"/>
                  </a:ext>
                </a:extLst>
              </p:cNvPr>
              <p:cNvSpPr/>
              <p:nvPr/>
            </p:nvSpPr>
            <p:spPr>
              <a:xfrm>
                <a:off x="38794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1" name="椭圆 14980">
                <a:extLst>
                  <a:ext uri="{FF2B5EF4-FFF2-40B4-BE49-F238E27FC236}">
                    <a16:creationId xmlns:a16="http://schemas.microsoft.com/office/drawing/2014/main" id="{21BB4C82-B634-4F91-8673-08DC51EFCB15}"/>
                  </a:ext>
                </a:extLst>
              </p:cNvPr>
              <p:cNvSpPr/>
              <p:nvPr/>
            </p:nvSpPr>
            <p:spPr>
              <a:xfrm>
                <a:off x="390276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2" name="椭圆 14981">
                <a:extLst>
                  <a:ext uri="{FF2B5EF4-FFF2-40B4-BE49-F238E27FC236}">
                    <a16:creationId xmlns:a16="http://schemas.microsoft.com/office/drawing/2014/main" id="{D46C6A2E-2EFB-4E0F-A517-E76717D03879}"/>
                  </a:ext>
                </a:extLst>
              </p:cNvPr>
              <p:cNvSpPr/>
              <p:nvPr/>
            </p:nvSpPr>
            <p:spPr>
              <a:xfrm>
                <a:off x="408129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3" name="椭圆 14982">
                <a:extLst>
                  <a:ext uri="{FF2B5EF4-FFF2-40B4-BE49-F238E27FC236}">
                    <a16:creationId xmlns:a16="http://schemas.microsoft.com/office/drawing/2014/main" id="{94585A6B-1836-481A-A82E-BF23F8DF896A}"/>
                  </a:ext>
                </a:extLst>
              </p:cNvPr>
              <p:cNvSpPr/>
              <p:nvPr/>
            </p:nvSpPr>
            <p:spPr>
              <a:xfrm>
                <a:off x="4014526" y="30054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4" name="椭圆 14983">
                <a:extLst>
                  <a:ext uri="{FF2B5EF4-FFF2-40B4-BE49-F238E27FC236}">
                    <a16:creationId xmlns:a16="http://schemas.microsoft.com/office/drawing/2014/main" id="{79899438-44D6-4E5D-AEFA-39148F77957A}"/>
                  </a:ext>
                </a:extLst>
              </p:cNvPr>
              <p:cNvSpPr/>
              <p:nvPr/>
            </p:nvSpPr>
            <p:spPr>
              <a:xfrm>
                <a:off x="38979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5" name="椭圆 14984">
                <a:extLst>
                  <a:ext uri="{FF2B5EF4-FFF2-40B4-BE49-F238E27FC236}">
                    <a16:creationId xmlns:a16="http://schemas.microsoft.com/office/drawing/2014/main" id="{18ECDCC7-6566-420C-8FF7-83FB53D84FD6}"/>
                  </a:ext>
                </a:extLst>
              </p:cNvPr>
              <p:cNvSpPr/>
              <p:nvPr/>
            </p:nvSpPr>
            <p:spPr>
              <a:xfrm>
                <a:off x="402597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6" name="椭圆 14985">
                <a:extLst>
                  <a:ext uri="{FF2B5EF4-FFF2-40B4-BE49-F238E27FC236}">
                    <a16:creationId xmlns:a16="http://schemas.microsoft.com/office/drawing/2014/main" id="{61263DFE-A88E-4D4D-B35C-25B562141367}"/>
                  </a:ext>
                </a:extLst>
              </p:cNvPr>
              <p:cNvSpPr/>
              <p:nvPr/>
            </p:nvSpPr>
            <p:spPr>
              <a:xfrm>
                <a:off x="40038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7" name="椭圆 14986">
                <a:extLst>
                  <a:ext uri="{FF2B5EF4-FFF2-40B4-BE49-F238E27FC236}">
                    <a16:creationId xmlns:a16="http://schemas.microsoft.com/office/drawing/2014/main" id="{28581E93-BA79-4C34-B09F-CF1D0E9BB3BF}"/>
                  </a:ext>
                </a:extLst>
              </p:cNvPr>
              <p:cNvSpPr/>
              <p:nvPr/>
            </p:nvSpPr>
            <p:spPr>
              <a:xfrm>
                <a:off x="3986668" y="27743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8" name="椭圆 14987">
                <a:extLst>
                  <a:ext uri="{FF2B5EF4-FFF2-40B4-BE49-F238E27FC236}">
                    <a16:creationId xmlns:a16="http://schemas.microsoft.com/office/drawing/2014/main" id="{E613C72E-8F7F-44F8-8EED-4CCF41CCC04B}"/>
                  </a:ext>
                </a:extLst>
              </p:cNvPr>
              <p:cNvSpPr/>
              <p:nvPr/>
            </p:nvSpPr>
            <p:spPr>
              <a:xfrm>
                <a:off x="4149743"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9" name="椭圆 14988">
                <a:extLst>
                  <a:ext uri="{FF2B5EF4-FFF2-40B4-BE49-F238E27FC236}">
                    <a16:creationId xmlns:a16="http://schemas.microsoft.com/office/drawing/2014/main" id="{3E8C8E01-DB49-4E78-A441-911B1BA61060}"/>
                  </a:ext>
                </a:extLst>
              </p:cNvPr>
              <p:cNvSpPr/>
              <p:nvPr/>
            </p:nvSpPr>
            <p:spPr>
              <a:xfrm>
                <a:off x="4020105"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0" name="椭圆 14989">
                <a:extLst>
                  <a:ext uri="{FF2B5EF4-FFF2-40B4-BE49-F238E27FC236}">
                    <a16:creationId xmlns:a16="http://schemas.microsoft.com/office/drawing/2014/main" id="{98FF4B7B-11EA-4781-91AE-3F53DFC2E372}"/>
                  </a:ext>
                </a:extLst>
              </p:cNvPr>
              <p:cNvSpPr/>
              <p:nvPr/>
            </p:nvSpPr>
            <p:spPr>
              <a:xfrm>
                <a:off x="4102799"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1" name="椭圆 14990">
                <a:extLst>
                  <a:ext uri="{FF2B5EF4-FFF2-40B4-BE49-F238E27FC236}">
                    <a16:creationId xmlns:a16="http://schemas.microsoft.com/office/drawing/2014/main" id="{237878D0-47E9-4888-BBC7-C6B32753F13E}"/>
                  </a:ext>
                </a:extLst>
              </p:cNvPr>
              <p:cNvSpPr/>
              <p:nvPr/>
            </p:nvSpPr>
            <p:spPr>
              <a:xfrm>
                <a:off x="4268443" y="2788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2" name="椭圆 14991">
                <a:extLst>
                  <a:ext uri="{FF2B5EF4-FFF2-40B4-BE49-F238E27FC236}">
                    <a16:creationId xmlns:a16="http://schemas.microsoft.com/office/drawing/2014/main" id="{8AAD73C6-747C-41A8-B530-632FD616CD9A}"/>
                  </a:ext>
                </a:extLst>
              </p:cNvPr>
              <p:cNvSpPr/>
              <p:nvPr/>
            </p:nvSpPr>
            <p:spPr>
              <a:xfrm>
                <a:off x="401794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3" name="椭圆 14992">
                <a:extLst>
                  <a:ext uri="{FF2B5EF4-FFF2-40B4-BE49-F238E27FC236}">
                    <a16:creationId xmlns:a16="http://schemas.microsoft.com/office/drawing/2014/main" id="{336F908E-BE33-4BFF-8E3B-35084C9A6FE5}"/>
                  </a:ext>
                </a:extLst>
              </p:cNvPr>
              <p:cNvSpPr/>
              <p:nvPr/>
            </p:nvSpPr>
            <p:spPr>
              <a:xfrm>
                <a:off x="404297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4" name="椭圆 14993">
                <a:extLst>
                  <a:ext uri="{FF2B5EF4-FFF2-40B4-BE49-F238E27FC236}">
                    <a16:creationId xmlns:a16="http://schemas.microsoft.com/office/drawing/2014/main" id="{01673D45-F432-4A8D-B1FD-2F28A893D164}"/>
                  </a:ext>
                </a:extLst>
              </p:cNvPr>
              <p:cNvSpPr/>
              <p:nvPr/>
            </p:nvSpPr>
            <p:spPr>
              <a:xfrm>
                <a:off x="3941266"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5" name="椭圆 14994">
                <a:extLst>
                  <a:ext uri="{FF2B5EF4-FFF2-40B4-BE49-F238E27FC236}">
                    <a16:creationId xmlns:a16="http://schemas.microsoft.com/office/drawing/2014/main" id="{75FE2AC4-BBC0-45D8-BBAB-74FB6F8A02D0}"/>
                  </a:ext>
                </a:extLst>
              </p:cNvPr>
              <p:cNvSpPr/>
              <p:nvPr/>
            </p:nvSpPr>
            <p:spPr>
              <a:xfrm>
                <a:off x="4109039"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6" name="椭圆 14995">
                <a:extLst>
                  <a:ext uri="{FF2B5EF4-FFF2-40B4-BE49-F238E27FC236}">
                    <a16:creationId xmlns:a16="http://schemas.microsoft.com/office/drawing/2014/main" id="{7BC9CBCF-0056-4728-8BDC-7F57636A156C}"/>
                  </a:ext>
                </a:extLst>
              </p:cNvPr>
              <p:cNvSpPr/>
              <p:nvPr/>
            </p:nvSpPr>
            <p:spPr>
              <a:xfrm>
                <a:off x="41266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7" name="椭圆 14996">
                <a:extLst>
                  <a:ext uri="{FF2B5EF4-FFF2-40B4-BE49-F238E27FC236}">
                    <a16:creationId xmlns:a16="http://schemas.microsoft.com/office/drawing/2014/main" id="{8E5A8C4D-4F2C-4375-8DCB-6B1E361C2D1A}"/>
                  </a:ext>
                </a:extLst>
              </p:cNvPr>
              <p:cNvSpPr/>
              <p:nvPr/>
            </p:nvSpPr>
            <p:spPr>
              <a:xfrm>
                <a:off x="4134218" y="3023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8" name="椭圆 14997">
                <a:extLst>
                  <a:ext uri="{FF2B5EF4-FFF2-40B4-BE49-F238E27FC236}">
                    <a16:creationId xmlns:a16="http://schemas.microsoft.com/office/drawing/2014/main" id="{34A53177-7E45-4DEB-8592-23BCC3653330}"/>
                  </a:ext>
                </a:extLst>
              </p:cNvPr>
              <p:cNvSpPr/>
              <p:nvPr/>
            </p:nvSpPr>
            <p:spPr>
              <a:xfrm>
                <a:off x="404315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9" name="椭圆 14998">
                <a:extLst>
                  <a:ext uri="{FF2B5EF4-FFF2-40B4-BE49-F238E27FC236}">
                    <a16:creationId xmlns:a16="http://schemas.microsoft.com/office/drawing/2014/main" id="{E6AC1671-0A15-43A2-BECA-3C26912C8BD0}"/>
                  </a:ext>
                </a:extLst>
              </p:cNvPr>
              <p:cNvSpPr/>
              <p:nvPr/>
            </p:nvSpPr>
            <p:spPr>
              <a:xfrm>
                <a:off x="3984026" y="30405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0" name="椭圆 14999">
                <a:extLst>
                  <a:ext uri="{FF2B5EF4-FFF2-40B4-BE49-F238E27FC236}">
                    <a16:creationId xmlns:a16="http://schemas.microsoft.com/office/drawing/2014/main" id="{FEA11EB8-363E-4D64-818C-F1ED30B74354}"/>
                  </a:ext>
                </a:extLst>
              </p:cNvPr>
              <p:cNvSpPr/>
              <p:nvPr/>
            </p:nvSpPr>
            <p:spPr>
              <a:xfrm>
                <a:off x="3831448" y="29091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1" name="椭圆 15000">
                <a:extLst>
                  <a:ext uri="{FF2B5EF4-FFF2-40B4-BE49-F238E27FC236}">
                    <a16:creationId xmlns:a16="http://schemas.microsoft.com/office/drawing/2014/main" id="{4A8F46C1-C9FE-4D8C-BEC7-57E3D3F0BD00}"/>
                  </a:ext>
                </a:extLst>
              </p:cNvPr>
              <p:cNvSpPr/>
              <p:nvPr/>
            </p:nvSpPr>
            <p:spPr>
              <a:xfrm>
                <a:off x="4271049" y="27896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2" name="椭圆 15001">
                <a:extLst>
                  <a:ext uri="{FF2B5EF4-FFF2-40B4-BE49-F238E27FC236}">
                    <a16:creationId xmlns:a16="http://schemas.microsoft.com/office/drawing/2014/main" id="{FB6A2DCC-D01C-4442-9E3C-40F310B1EBBC}"/>
                  </a:ext>
                </a:extLst>
              </p:cNvPr>
              <p:cNvSpPr/>
              <p:nvPr/>
            </p:nvSpPr>
            <p:spPr>
              <a:xfrm>
                <a:off x="4069949" y="2879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3" name="椭圆 15002">
                <a:extLst>
                  <a:ext uri="{FF2B5EF4-FFF2-40B4-BE49-F238E27FC236}">
                    <a16:creationId xmlns:a16="http://schemas.microsoft.com/office/drawing/2014/main" id="{5F5A2BBE-91E4-4001-AD97-0F570B3854FE}"/>
                  </a:ext>
                </a:extLst>
              </p:cNvPr>
              <p:cNvSpPr/>
              <p:nvPr/>
            </p:nvSpPr>
            <p:spPr>
              <a:xfrm>
                <a:off x="40720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4" name="椭圆 15003">
                <a:extLst>
                  <a:ext uri="{FF2B5EF4-FFF2-40B4-BE49-F238E27FC236}">
                    <a16:creationId xmlns:a16="http://schemas.microsoft.com/office/drawing/2014/main" id="{E3F88276-50BC-4191-88AA-3537AC35F226}"/>
                  </a:ext>
                </a:extLst>
              </p:cNvPr>
              <p:cNvSpPr/>
              <p:nvPr/>
            </p:nvSpPr>
            <p:spPr>
              <a:xfrm>
                <a:off x="401676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5" name="椭圆 15004">
                <a:extLst>
                  <a:ext uri="{FF2B5EF4-FFF2-40B4-BE49-F238E27FC236}">
                    <a16:creationId xmlns:a16="http://schemas.microsoft.com/office/drawing/2014/main" id="{798E9763-23D9-4420-97F3-C06B63C8DE72}"/>
                  </a:ext>
                </a:extLst>
              </p:cNvPr>
              <p:cNvSpPr/>
              <p:nvPr/>
            </p:nvSpPr>
            <p:spPr>
              <a:xfrm>
                <a:off x="3986448"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6" name="椭圆 15005">
                <a:extLst>
                  <a:ext uri="{FF2B5EF4-FFF2-40B4-BE49-F238E27FC236}">
                    <a16:creationId xmlns:a16="http://schemas.microsoft.com/office/drawing/2014/main" id="{D13BE8FA-E43C-4A3B-809F-90FA72F6BAE3}"/>
                  </a:ext>
                </a:extLst>
              </p:cNvPr>
              <p:cNvSpPr/>
              <p:nvPr/>
            </p:nvSpPr>
            <p:spPr>
              <a:xfrm>
                <a:off x="387050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7" name="椭圆 15006">
                <a:extLst>
                  <a:ext uri="{FF2B5EF4-FFF2-40B4-BE49-F238E27FC236}">
                    <a16:creationId xmlns:a16="http://schemas.microsoft.com/office/drawing/2014/main" id="{64196E14-76A6-4545-AED6-7357F6224C47}"/>
                  </a:ext>
                </a:extLst>
              </p:cNvPr>
              <p:cNvSpPr/>
              <p:nvPr/>
            </p:nvSpPr>
            <p:spPr>
              <a:xfrm>
                <a:off x="398982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8" name="椭圆 15007">
                <a:extLst>
                  <a:ext uri="{FF2B5EF4-FFF2-40B4-BE49-F238E27FC236}">
                    <a16:creationId xmlns:a16="http://schemas.microsoft.com/office/drawing/2014/main" id="{2B93E218-664A-40DB-A7E5-C3DE326C6006}"/>
                  </a:ext>
                </a:extLst>
              </p:cNvPr>
              <p:cNvSpPr/>
              <p:nvPr/>
            </p:nvSpPr>
            <p:spPr>
              <a:xfrm>
                <a:off x="401621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9" name="椭圆 15008">
                <a:extLst>
                  <a:ext uri="{FF2B5EF4-FFF2-40B4-BE49-F238E27FC236}">
                    <a16:creationId xmlns:a16="http://schemas.microsoft.com/office/drawing/2014/main" id="{3AE24556-7132-4DE4-AA0D-7AECA558ECCD}"/>
                  </a:ext>
                </a:extLst>
              </p:cNvPr>
              <p:cNvSpPr/>
              <p:nvPr/>
            </p:nvSpPr>
            <p:spPr>
              <a:xfrm>
                <a:off x="403504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0" name="椭圆 15009">
                <a:extLst>
                  <a:ext uri="{FF2B5EF4-FFF2-40B4-BE49-F238E27FC236}">
                    <a16:creationId xmlns:a16="http://schemas.microsoft.com/office/drawing/2014/main" id="{9CE84A35-9E08-496E-9215-993C3BE42DE2}"/>
                  </a:ext>
                </a:extLst>
              </p:cNvPr>
              <p:cNvSpPr/>
              <p:nvPr/>
            </p:nvSpPr>
            <p:spPr>
              <a:xfrm>
                <a:off x="40192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1" name="椭圆 15010">
                <a:extLst>
                  <a:ext uri="{FF2B5EF4-FFF2-40B4-BE49-F238E27FC236}">
                    <a16:creationId xmlns:a16="http://schemas.microsoft.com/office/drawing/2014/main" id="{DFDEEF03-B03C-416B-AB06-A50F08986CC9}"/>
                  </a:ext>
                </a:extLst>
              </p:cNvPr>
              <p:cNvSpPr/>
              <p:nvPr/>
            </p:nvSpPr>
            <p:spPr>
              <a:xfrm>
                <a:off x="3992211"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2" name="椭圆 15011">
                <a:extLst>
                  <a:ext uri="{FF2B5EF4-FFF2-40B4-BE49-F238E27FC236}">
                    <a16:creationId xmlns:a16="http://schemas.microsoft.com/office/drawing/2014/main" id="{7D8D9B09-A743-4425-B9D3-CFC33E454AC8}"/>
                  </a:ext>
                </a:extLst>
              </p:cNvPr>
              <p:cNvSpPr/>
              <p:nvPr/>
            </p:nvSpPr>
            <p:spPr>
              <a:xfrm>
                <a:off x="40250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3" name="椭圆 15012">
                <a:extLst>
                  <a:ext uri="{FF2B5EF4-FFF2-40B4-BE49-F238E27FC236}">
                    <a16:creationId xmlns:a16="http://schemas.microsoft.com/office/drawing/2014/main" id="{A4239442-B8CB-48BF-BF04-B89DEED7A6B8}"/>
                  </a:ext>
                </a:extLst>
              </p:cNvPr>
              <p:cNvSpPr/>
              <p:nvPr/>
            </p:nvSpPr>
            <p:spPr>
              <a:xfrm>
                <a:off x="40031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4" name="椭圆 15013">
                <a:extLst>
                  <a:ext uri="{FF2B5EF4-FFF2-40B4-BE49-F238E27FC236}">
                    <a16:creationId xmlns:a16="http://schemas.microsoft.com/office/drawing/2014/main" id="{95D264D7-A7E6-4978-AD0C-E42BB11107B4}"/>
                  </a:ext>
                </a:extLst>
              </p:cNvPr>
              <p:cNvSpPr/>
              <p:nvPr/>
            </p:nvSpPr>
            <p:spPr>
              <a:xfrm>
                <a:off x="4026345"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5" name="椭圆 15014">
                <a:extLst>
                  <a:ext uri="{FF2B5EF4-FFF2-40B4-BE49-F238E27FC236}">
                    <a16:creationId xmlns:a16="http://schemas.microsoft.com/office/drawing/2014/main" id="{77A03FAE-E580-466E-B132-D04426CE77AB}"/>
                  </a:ext>
                </a:extLst>
              </p:cNvPr>
              <p:cNvSpPr/>
              <p:nvPr/>
            </p:nvSpPr>
            <p:spPr>
              <a:xfrm>
                <a:off x="403229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6" name="椭圆 15015">
                <a:extLst>
                  <a:ext uri="{FF2B5EF4-FFF2-40B4-BE49-F238E27FC236}">
                    <a16:creationId xmlns:a16="http://schemas.microsoft.com/office/drawing/2014/main" id="{4F619EA1-4AA4-4F47-B168-D8FBAE7B380D}"/>
                  </a:ext>
                </a:extLst>
              </p:cNvPr>
              <p:cNvSpPr/>
              <p:nvPr/>
            </p:nvSpPr>
            <p:spPr>
              <a:xfrm>
                <a:off x="400010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7" name="椭圆 15016">
                <a:extLst>
                  <a:ext uri="{FF2B5EF4-FFF2-40B4-BE49-F238E27FC236}">
                    <a16:creationId xmlns:a16="http://schemas.microsoft.com/office/drawing/2014/main" id="{1BF82DCA-B81F-4A4C-839D-C066FD65ECF1}"/>
                  </a:ext>
                </a:extLst>
              </p:cNvPr>
              <p:cNvSpPr/>
              <p:nvPr/>
            </p:nvSpPr>
            <p:spPr>
              <a:xfrm>
                <a:off x="401471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8" name="椭圆 15017">
                <a:extLst>
                  <a:ext uri="{FF2B5EF4-FFF2-40B4-BE49-F238E27FC236}">
                    <a16:creationId xmlns:a16="http://schemas.microsoft.com/office/drawing/2014/main" id="{DD1CD371-15F9-4038-AEDD-A4963759D0B6}"/>
                  </a:ext>
                </a:extLst>
              </p:cNvPr>
              <p:cNvSpPr/>
              <p:nvPr/>
            </p:nvSpPr>
            <p:spPr>
              <a:xfrm>
                <a:off x="4094394"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9" name="椭圆 15018">
                <a:extLst>
                  <a:ext uri="{FF2B5EF4-FFF2-40B4-BE49-F238E27FC236}">
                    <a16:creationId xmlns:a16="http://schemas.microsoft.com/office/drawing/2014/main" id="{28AB95E4-9BF2-494C-92BD-BCAEC77C8E5B}"/>
                  </a:ext>
                </a:extLst>
              </p:cNvPr>
              <p:cNvSpPr/>
              <p:nvPr/>
            </p:nvSpPr>
            <p:spPr>
              <a:xfrm>
                <a:off x="396082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0" name="椭圆 15019">
                <a:extLst>
                  <a:ext uri="{FF2B5EF4-FFF2-40B4-BE49-F238E27FC236}">
                    <a16:creationId xmlns:a16="http://schemas.microsoft.com/office/drawing/2014/main" id="{E21B078B-D0D2-4DB6-8DCC-E2C934CB175A}"/>
                  </a:ext>
                </a:extLst>
              </p:cNvPr>
              <p:cNvSpPr/>
              <p:nvPr/>
            </p:nvSpPr>
            <p:spPr>
              <a:xfrm>
                <a:off x="391322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1" name="椭圆 15020">
                <a:extLst>
                  <a:ext uri="{FF2B5EF4-FFF2-40B4-BE49-F238E27FC236}">
                    <a16:creationId xmlns:a16="http://schemas.microsoft.com/office/drawing/2014/main" id="{EBB3FFBE-7793-4426-A950-93D02D1A899F}"/>
                  </a:ext>
                </a:extLst>
              </p:cNvPr>
              <p:cNvSpPr/>
              <p:nvPr/>
            </p:nvSpPr>
            <p:spPr>
              <a:xfrm>
                <a:off x="40686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2" name="椭圆 15021">
                <a:extLst>
                  <a:ext uri="{FF2B5EF4-FFF2-40B4-BE49-F238E27FC236}">
                    <a16:creationId xmlns:a16="http://schemas.microsoft.com/office/drawing/2014/main" id="{51EF2067-2B0C-4C61-B3FD-3EA52A4E7386}"/>
                  </a:ext>
                </a:extLst>
              </p:cNvPr>
              <p:cNvSpPr/>
              <p:nvPr/>
            </p:nvSpPr>
            <p:spPr>
              <a:xfrm>
                <a:off x="40201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3" name="椭圆 15022">
                <a:extLst>
                  <a:ext uri="{FF2B5EF4-FFF2-40B4-BE49-F238E27FC236}">
                    <a16:creationId xmlns:a16="http://schemas.microsoft.com/office/drawing/2014/main" id="{3B0ADB95-82F4-4788-9A50-55B1E0A5F290}"/>
                  </a:ext>
                </a:extLst>
              </p:cNvPr>
              <p:cNvSpPr/>
              <p:nvPr/>
            </p:nvSpPr>
            <p:spPr>
              <a:xfrm>
                <a:off x="4126730"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4" name="椭圆 15023">
                <a:extLst>
                  <a:ext uri="{FF2B5EF4-FFF2-40B4-BE49-F238E27FC236}">
                    <a16:creationId xmlns:a16="http://schemas.microsoft.com/office/drawing/2014/main" id="{69EDCAB6-FB82-4301-B962-3FF35BCDCCED}"/>
                  </a:ext>
                </a:extLst>
              </p:cNvPr>
              <p:cNvSpPr/>
              <p:nvPr/>
            </p:nvSpPr>
            <p:spPr>
              <a:xfrm>
                <a:off x="38077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5" name="椭圆 15024">
                <a:extLst>
                  <a:ext uri="{FF2B5EF4-FFF2-40B4-BE49-F238E27FC236}">
                    <a16:creationId xmlns:a16="http://schemas.microsoft.com/office/drawing/2014/main" id="{67ECDB67-3851-4DFC-A0FC-78E67A56BFB0}"/>
                  </a:ext>
                </a:extLst>
              </p:cNvPr>
              <p:cNvSpPr/>
              <p:nvPr/>
            </p:nvSpPr>
            <p:spPr>
              <a:xfrm>
                <a:off x="3799699"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6" name="椭圆 15025">
                <a:extLst>
                  <a:ext uri="{FF2B5EF4-FFF2-40B4-BE49-F238E27FC236}">
                    <a16:creationId xmlns:a16="http://schemas.microsoft.com/office/drawing/2014/main" id="{6402D56E-1348-4F98-A1F3-B51EFAED4138}"/>
                  </a:ext>
                </a:extLst>
              </p:cNvPr>
              <p:cNvSpPr/>
              <p:nvPr/>
            </p:nvSpPr>
            <p:spPr>
              <a:xfrm>
                <a:off x="385526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7" name="椭圆 15026">
                <a:extLst>
                  <a:ext uri="{FF2B5EF4-FFF2-40B4-BE49-F238E27FC236}">
                    <a16:creationId xmlns:a16="http://schemas.microsoft.com/office/drawing/2014/main" id="{AFD3590E-C359-47BA-852D-695F1C37B0F6}"/>
                  </a:ext>
                </a:extLst>
              </p:cNvPr>
              <p:cNvSpPr/>
              <p:nvPr/>
            </p:nvSpPr>
            <p:spPr>
              <a:xfrm>
                <a:off x="3811371"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8" name="椭圆 15027">
                <a:extLst>
                  <a:ext uri="{FF2B5EF4-FFF2-40B4-BE49-F238E27FC236}">
                    <a16:creationId xmlns:a16="http://schemas.microsoft.com/office/drawing/2014/main" id="{E39DFDD9-2816-4BA3-A904-59D8ABF8BE43}"/>
                  </a:ext>
                </a:extLst>
              </p:cNvPr>
              <p:cNvSpPr/>
              <p:nvPr/>
            </p:nvSpPr>
            <p:spPr>
              <a:xfrm>
                <a:off x="4444731" y="2833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9" name="椭圆 15028">
                <a:extLst>
                  <a:ext uri="{FF2B5EF4-FFF2-40B4-BE49-F238E27FC236}">
                    <a16:creationId xmlns:a16="http://schemas.microsoft.com/office/drawing/2014/main" id="{97186827-A1AD-4840-9B7C-A4C05D938CF4}"/>
                  </a:ext>
                </a:extLst>
              </p:cNvPr>
              <p:cNvSpPr/>
              <p:nvPr/>
            </p:nvSpPr>
            <p:spPr>
              <a:xfrm>
                <a:off x="4329959"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0" name="椭圆 15029">
                <a:extLst>
                  <a:ext uri="{FF2B5EF4-FFF2-40B4-BE49-F238E27FC236}">
                    <a16:creationId xmlns:a16="http://schemas.microsoft.com/office/drawing/2014/main" id="{54C55854-61B9-47BF-BC14-FF8303152EC2}"/>
                  </a:ext>
                </a:extLst>
              </p:cNvPr>
              <p:cNvSpPr/>
              <p:nvPr/>
            </p:nvSpPr>
            <p:spPr>
              <a:xfrm>
                <a:off x="40471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1" name="椭圆 15030">
                <a:extLst>
                  <a:ext uri="{FF2B5EF4-FFF2-40B4-BE49-F238E27FC236}">
                    <a16:creationId xmlns:a16="http://schemas.microsoft.com/office/drawing/2014/main" id="{8D20C455-79A5-48F7-8EF3-F97BC7A5EA8C}"/>
                  </a:ext>
                </a:extLst>
              </p:cNvPr>
              <p:cNvSpPr/>
              <p:nvPr/>
            </p:nvSpPr>
            <p:spPr>
              <a:xfrm>
                <a:off x="39954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2" name="椭圆 15031">
                <a:extLst>
                  <a:ext uri="{FF2B5EF4-FFF2-40B4-BE49-F238E27FC236}">
                    <a16:creationId xmlns:a16="http://schemas.microsoft.com/office/drawing/2014/main" id="{99691B57-2A20-47DC-A1DE-C01C7C4194ED}"/>
                  </a:ext>
                </a:extLst>
              </p:cNvPr>
              <p:cNvSpPr/>
              <p:nvPr/>
            </p:nvSpPr>
            <p:spPr>
              <a:xfrm>
                <a:off x="40509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3" name="椭圆 15032">
                <a:extLst>
                  <a:ext uri="{FF2B5EF4-FFF2-40B4-BE49-F238E27FC236}">
                    <a16:creationId xmlns:a16="http://schemas.microsoft.com/office/drawing/2014/main" id="{0F4C1D84-9E37-4C2D-BBBA-30DEDF7118CE}"/>
                  </a:ext>
                </a:extLst>
              </p:cNvPr>
              <p:cNvSpPr/>
              <p:nvPr/>
            </p:nvSpPr>
            <p:spPr>
              <a:xfrm>
                <a:off x="4126143"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4" name="椭圆 15033">
                <a:extLst>
                  <a:ext uri="{FF2B5EF4-FFF2-40B4-BE49-F238E27FC236}">
                    <a16:creationId xmlns:a16="http://schemas.microsoft.com/office/drawing/2014/main" id="{97AE35FC-1A2B-4D53-BAB3-F4C03AD63E65}"/>
                  </a:ext>
                </a:extLst>
              </p:cNvPr>
              <p:cNvSpPr/>
              <p:nvPr/>
            </p:nvSpPr>
            <p:spPr>
              <a:xfrm>
                <a:off x="3945303"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5" name="椭圆 15034">
                <a:extLst>
                  <a:ext uri="{FF2B5EF4-FFF2-40B4-BE49-F238E27FC236}">
                    <a16:creationId xmlns:a16="http://schemas.microsoft.com/office/drawing/2014/main" id="{7E92D1CB-19E1-482B-913C-AC176CA45D8D}"/>
                  </a:ext>
                </a:extLst>
              </p:cNvPr>
              <p:cNvSpPr/>
              <p:nvPr/>
            </p:nvSpPr>
            <p:spPr>
              <a:xfrm>
                <a:off x="4035668"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6" name="椭圆 15035">
                <a:extLst>
                  <a:ext uri="{FF2B5EF4-FFF2-40B4-BE49-F238E27FC236}">
                    <a16:creationId xmlns:a16="http://schemas.microsoft.com/office/drawing/2014/main" id="{82ADCE74-AEF0-4644-8531-932B92A9CF84}"/>
                  </a:ext>
                </a:extLst>
              </p:cNvPr>
              <p:cNvSpPr/>
              <p:nvPr/>
            </p:nvSpPr>
            <p:spPr>
              <a:xfrm>
                <a:off x="39734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7" name="椭圆 15036">
                <a:extLst>
                  <a:ext uri="{FF2B5EF4-FFF2-40B4-BE49-F238E27FC236}">
                    <a16:creationId xmlns:a16="http://schemas.microsoft.com/office/drawing/2014/main" id="{E839FD1F-798B-4621-8A00-686BFA1801FB}"/>
                  </a:ext>
                </a:extLst>
              </p:cNvPr>
              <p:cNvSpPr/>
              <p:nvPr/>
            </p:nvSpPr>
            <p:spPr>
              <a:xfrm>
                <a:off x="40055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8" name="椭圆 15037">
                <a:extLst>
                  <a:ext uri="{FF2B5EF4-FFF2-40B4-BE49-F238E27FC236}">
                    <a16:creationId xmlns:a16="http://schemas.microsoft.com/office/drawing/2014/main" id="{4322F562-6D9A-45FF-987F-8BE6CD16211B}"/>
                  </a:ext>
                </a:extLst>
              </p:cNvPr>
              <p:cNvSpPr/>
              <p:nvPr/>
            </p:nvSpPr>
            <p:spPr>
              <a:xfrm>
                <a:off x="40173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9" name="椭圆 15038">
                <a:extLst>
                  <a:ext uri="{FF2B5EF4-FFF2-40B4-BE49-F238E27FC236}">
                    <a16:creationId xmlns:a16="http://schemas.microsoft.com/office/drawing/2014/main" id="{5A474FD3-4E58-4D3E-9344-C728D215F87F}"/>
                  </a:ext>
                </a:extLst>
              </p:cNvPr>
              <p:cNvSpPr/>
              <p:nvPr/>
            </p:nvSpPr>
            <p:spPr>
              <a:xfrm>
                <a:off x="399812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0" name="椭圆 15039">
                <a:extLst>
                  <a:ext uri="{FF2B5EF4-FFF2-40B4-BE49-F238E27FC236}">
                    <a16:creationId xmlns:a16="http://schemas.microsoft.com/office/drawing/2014/main" id="{B73DB077-07D5-4573-9D0D-2B4142680234}"/>
                  </a:ext>
                </a:extLst>
              </p:cNvPr>
              <p:cNvSpPr/>
              <p:nvPr/>
            </p:nvSpPr>
            <p:spPr>
              <a:xfrm>
                <a:off x="38365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1" name="椭圆 15040">
                <a:extLst>
                  <a:ext uri="{FF2B5EF4-FFF2-40B4-BE49-F238E27FC236}">
                    <a16:creationId xmlns:a16="http://schemas.microsoft.com/office/drawing/2014/main" id="{B5D2BF97-43E8-4FE4-9655-EAF598731304}"/>
                  </a:ext>
                </a:extLst>
              </p:cNvPr>
              <p:cNvSpPr/>
              <p:nvPr/>
            </p:nvSpPr>
            <p:spPr>
              <a:xfrm>
                <a:off x="395965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2" name="椭圆 15041">
                <a:extLst>
                  <a:ext uri="{FF2B5EF4-FFF2-40B4-BE49-F238E27FC236}">
                    <a16:creationId xmlns:a16="http://schemas.microsoft.com/office/drawing/2014/main" id="{CD0DFF67-D8EB-46AE-B972-D48BBE6265BC}"/>
                  </a:ext>
                </a:extLst>
              </p:cNvPr>
              <p:cNvSpPr/>
              <p:nvPr/>
            </p:nvSpPr>
            <p:spPr>
              <a:xfrm>
                <a:off x="40454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3" name="椭圆 15042">
                <a:extLst>
                  <a:ext uri="{FF2B5EF4-FFF2-40B4-BE49-F238E27FC236}">
                    <a16:creationId xmlns:a16="http://schemas.microsoft.com/office/drawing/2014/main" id="{E21602B1-B494-4BFC-BB95-B01AAD61964B}"/>
                  </a:ext>
                </a:extLst>
              </p:cNvPr>
              <p:cNvSpPr/>
              <p:nvPr/>
            </p:nvSpPr>
            <p:spPr>
              <a:xfrm>
                <a:off x="397518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4" name="椭圆 15043">
                <a:extLst>
                  <a:ext uri="{FF2B5EF4-FFF2-40B4-BE49-F238E27FC236}">
                    <a16:creationId xmlns:a16="http://schemas.microsoft.com/office/drawing/2014/main" id="{4A5E477B-9CBD-44EC-BD33-179E97D57C90}"/>
                  </a:ext>
                </a:extLst>
              </p:cNvPr>
              <p:cNvSpPr/>
              <p:nvPr/>
            </p:nvSpPr>
            <p:spPr>
              <a:xfrm>
                <a:off x="404311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5" name="椭圆 15044">
                <a:extLst>
                  <a:ext uri="{FF2B5EF4-FFF2-40B4-BE49-F238E27FC236}">
                    <a16:creationId xmlns:a16="http://schemas.microsoft.com/office/drawing/2014/main" id="{A336DABA-A68E-49EF-AE73-6B70F3ADF7A5}"/>
                  </a:ext>
                </a:extLst>
              </p:cNvPr>
              <p:cNvSpPr/>
              <p:nvPr/>
            </p:nvSpPr>
            <p:spPr>
              <a:xfrm>
                <a:off x="39683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6" name="椭圆 15045">
                <a:extLst>
                  <a:ext uri="{FF2B5EF4-FFF2-40B4-BE49-F238E27FC236}">
                    <a16:creationId xmlns:a16="http://schemas.microsoft.com/office/drawing/2014/main" id="{B89385A7-EB77-43AF-BED4-6BDFC43BC0D2}"/>
                  </a:ext>
                </a:extLst>
              </p:cNvPr>
              <p:cNvSpPr/>
              <p:nvPr/>
            </p:nvSpPr>
            <p:spPr>
              <a:xfrm>
                <a:off x="4021096"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7" name="椭圆 15046">
                <a:extLst>
                  <a:ext uri="{FF2B5EF4-FFF2-40B4-BE49-F238E27FC236}">
                    <a16:creationId xmlns:a16="http://schemas.microsoft.com/office/drawing/2014/main" id="{16AE000E-980C-4952-83D5-5B069A27A375}"/>
                  </a:ext>
                </a:extLst>
              </p:cNvPr>
              <p:cNvSpPr/>
              <p:nvPr/>
            </p:nvSpPr>
            <p:spPr>
              <a:xfrm>
                <a:off x="405860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8" name="椭圆 15047">
                <a:extLst>
                  <a:ext uri="{FF2B5EF4-FFF2-40B4-BE49-F238E27FC236}">
                    <a16:creationId xmlns:a16="http://schemas.microsoft.com/office/drawing/2014/main" id="{01072837-98A9-41D3-AC3B-D074470D6F86}"/>
                  </a:ext>
                </a:extLst>
              </p:cNvPr>
              <p:cNvSpPr/>
              <p:nvPr/>
            </p:nvSpPr>
            <p:spPr>
              <a:xfrm>
                <a:off x="399562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9" name="椭圆 15048">
                <a:extLst>
                  <a:ext uri="{FF2B5EF4-FFF2-40B4-BE49-F238E27FC236}">
                    <a16:creationId xmlns:a16="http://schemas.microsoft.com/office/drawing/2014/main" id="{9AC6351B-8562-4361-BB44-4FD0D2693873}"/>
                  </a:ext>
                </a:extLst>
              </p:cNvPr>
              <p:cNvSpPr/>
              <p:nvPr/>
            </p:nvSpPr>
            <p:spPr>
              <a:xfrm>
                <a:off x="402495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0" name="椭圆 15049">
                <a:extLst>
                  <a:ext uri="{FF2B5EF4-FFF2-40B4-BE49-F238E27FC236}">
                    <a16:creationId xmlns:a16="http://schemas.microsoft.com/office/drawing/2014/main" id="{D640D508-BE92-432B-8E94-7E62C20FC798}"/>
                  </a:ext>
                </a:extLst>
              </p:cNvPr>
              <p:cNvSpPr/>
              <p:nvPr/>
            </p:nvSpPr>
            <p:spPr>
              <a:xfrm>
                <a:off x="3996615"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1" name="椭圆 15050">
                <a:extLst>
                  <a:ext uri="{FF2B5EF4-FFF2-40B4-BE49-F238E27FC236}">
                    <a16:creationId xmlns:a16="http://schemas.microsoft.com/office/drawing/2014/main" id="{295469E6-80ED-4FEC-A4E9-06B0D1FB3916}"/>
                  </a:ext>
                </a:extLst>
              </p:cNvPr>
              <p:cNvSpPr/>
              <p:nvPr/>
            </p:nvSpPr>
            <p:spPr>
              <a:xfrm>
                <a:off x="3965343"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2" name="椭圆 15051">
                <a:extLst>
                  <a:ext uri="{FF2B5EF4-FFF2-40B4-BE49-F238E27FC236}">
                    <a16:creationId xmlns:a16="http://schemas.microsoft.com/office/drawing/2014/main" id="{46855E6C-2DE5-40BA-8467-72D8839726A7}"/>
                  </a:ext>
                </a:extLst>
              </p:cNvPr>
              <p:cNvSpPr/>
              <p:nvPr/>
            </p:nvSpPr>
            <p:spPr>
              <a:xfrm>
                <a:off x="3891862" y="28171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3" name="椭圆 15052">
                <a:extLst>
                  <a:ext uri="{FF2B5EF4-FFF2-40B4-BE49-F238E27FC236}">
                    <a16:creationId xmlns:a16="http://schemas.microsoft.com/office/drawing/2014/main" id="{50E4F8BE-5AB7-4333-A03D-3AB088F4B1AB}"/>
                  </a:ext>
                </a:extLst>
              </p:cNvPr>
              <p:cNvSpPr/>
              <p:nvPr/>
            </p:nvSpPr>
            <p:spPr>
              <a:xfrm>
                <a:off x="40065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4" name="椭圆 15053">
                <a:extLst>
                  <a:ext uri="{FF2B5EF4-FFF2-40B4-BE49-F238E27FC236}">
                    <a16:creationId xmlns:a16="http://schemas.microsoft.com/office/drawing/2014/main" id="{2E269A5E-3496-42C6-A8DB-E9FE3BD9D6A5}"/>
                  </a:ext>
                </a:extLst>
              </p:cNvPr>
              <p:cNvSpPr/>
              <p:nvPr/>
            </p:nvSpPr>
            <p:spPr>
              <a:xfrm>
                <a:off x="4076005"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5" name="椭圆 15054">
                <a:extLst>
                  <a:ext uri="{FF2B5EF4-FFF2-40B4-BE49-F238E27FC236}">
                    <a16:creationId xmlns:a16="http://schemas.microsoft.com/office/drawing/2014/main" id="{6FF0A579-179E-40A2-9DEB-9DB871D3CD72}"/>
                  </a:ext>
                </a:extLst>
              </p:cNvPr>
              <p:cNvSpPr/>
              <p:nvPr/>
            </p:nvSpPr>
            <p:spPr>
              <a:xfrm>
                <a:off x="401761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6" name="椭圆 15055">
                <a:extLst>
                  <a:ext uri="{FF2B5EF4-FFF2-40B4-BE49-F238E27FC236}">
                    <a16:creationId xmlns:a16="http://schemas.microsoft.com/office/drawing/2014/main" id="{04DA6393-56D7-41D0-937A-C6E545BEF770}"/>
                  </a:ext>
                </a:extLst>
              </p:cNvPr>
              <p:cNvSpPr/>
              <p:nvPr/>
            </p:nvSpPr>
            <p:spPr>
              <a:xfrm>
                <a:off x="404396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7" name="椭圆 15056">
                <a:extLst>
                  <a:ext uri="{FF2B5EF4-FFF2-40B4-BE49-F238E27FC236}">
                    <a16:creationId xmlns:a16="http://schemas.microsoft.com/office/drawing/2014/main" id="{C704C986-1EF3-4C09-A549-E3D2117E8C36}"/>
                  </a:ext>
                </a:extLst>
              </p:cNvPr>
              <p:cNvSpPr/>
              <p:nvPr/>
            </p:nvSpPr>
            <p:spPr>
              <a:xfrm>
                <a:off x="397470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8" name="椭圆 15057">
                <a:extLst>
                  <a:ext uri="{FF2B5EF4-FFF2-40B4-BE49-F238E27FC236}">
                    <a16:creationId xmlns:a16="http://schemas.microsoft.com/office/drawing/2014/main" id="{5EBDE614-4270-41E6-A7E8-C4ECDA82AB27}"/>
                  </a:ext>
                </a:extLst>
              </p:cNvPr>
              <p:cNvSpPr/>
              <p:nvPr/>
            </p:nvSpPr>
            <p:spPr>
              <a:xfrm>
                <a:off x="405732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9" name="椭圆 15058">
                <a:extLst>
                  <a:ext uri="{FF2B5EF4-FFF2-40B4-BE49-F238E27FC236}">
                    <a16:creationId xmlns:a16="http://schemas.microsoft.com/office/drawing/2014/main" id="{CCEC1130-6894-49FF-9FE7-B013C80F7AE9}"/>
                  </a:ext>
                </a:extLst>
              </p:cNvPr>
              <p:cNvSpPr/>
              <p:nvPr/>
            </p:nvSpPr>
            <p:spPr>
              <a:xfrm>
                <a:off x="40488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0" name="椭圆 15059">
                <a:extLst>
                  <a:ext uri="{FF2B5EF4-FFF2-40B4-BE49-F238E27FC236}">
                    <a16:creationId xmlns:a16="http://schemas.microsoft.com/office/drawing/2014/main" id="{0286658E-9BBD-4A94-8FFC-55F2BF196ABA}"/>
                  </a:ext>
                </a:extLst>
              </p:cNvPr>
              <p:cNvSpPr/>
              <p:nvPr/>
            </p:nvSpPr>
            <p:spPr>
              <a:xfrm>
                <a:off x="40478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1" name="椭圆 15060">
                <a:extLst>
                  <a:ext uri="{FF2B5EF4-FFF2-40B4-BE49-F238E27FC236}">
                    <a16:creationId xmlns:a16="http://schemas.microsoft.com/office/drawing/2014/main" id="{E8F8112D-62ED-46C3-BD72-33AFD1476711}"/>
                  </a:ext>
                </a:extLst>
              </p:cNvPr>
              <p:cNvSpPr/>
              <p:nvPr/>
            </p:nvSpPr>
            <p:spPr>
              <a:xfrm>
                <a:off x="4071784"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2" name="椭圆 15061">
                <a:extLst>
                  <a:ext uri="{FF2B5EF4-FFF2-40B4-BE49-F238E27FC236}">
                    <a16:creationId xmlns:a16="http://schemas.microsoft.com/office/drawing/2014/main" id="{EA286FE2-50DD-43C5-B7DD-54C94E27F998}"/>
                  </a:ext>
                </a:extLst>
              </p:cNvPr>
              <p:cNvSpPr/>
              <p:nvPr/>
            </p:nvSpPr>
            <p:spPr>
              <a:xfrm>
                <a:off x="399958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3" name="椭圆 15062">
                <a:extLst>
                  <a:ext uri="{FF2B5EF4-FFF2-40B4-BE49-F238E27FC236}">
                    <a16:creationId xmlns:a16="http://schemas.microsoft.com/office/drawing/2014/main" id="{99CD4105-734F-4505-B60D-98E6FD90912A}"/>
                  </a:ext>
                </a:extLst>
              </p:cNvPr>
              <p:cNvSpPr/>
              <p:nvPr/>
            </p:nvSpPr>
            <p:spPr>
              <a:xfrm>
                <a:off x="40313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4" name="椭圆 15063">
                <a:extLst>
                  <a:ext uri="{FF2B5EF4-FFF2-40B4-BE49-F238E27FC236}">
                    <a16:creationId xmlns:a16="http://schemas.microsoft.com/office/drawing/2014/main" id="{F608D78D-4ACA-40E4-82F5-6AFD75B41874}"/>
                  </a:ext>
                </a:extLst>
              </p:cNvPr>
              <p:cNvSpPr/>
              <p:nvPr/>
            </p:nvSpPr>
            <p:spPr>
              <a:xfrm>
                <a:off x="4014270" y="28944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5" name="椭圆 15064">
                <a:extLst>
                  <a:ext uri="{FF2B5EF4-FFF2-40B4-BE49-F238E27FC236}">
                    <a16:creationId xmlns:a16="http://schemas.microsoft.com/office/drawing/2014/main" id="{FEAD83C6-05C0-4D72-B76E-5CFFC8BA565C}"/>
                  </a:ext>
                </a:extLst>
              </p:cNvPr>
              <p:cNvSpPr/>
              <p:nvPr/>
            </p:nvSpPr>
            <p:spPr>
              <a:xfrm>
                <a:off x="4019408"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6" name="椭圆 15065">
                <a:extLst>
                  <a:ext uri="{FF2B5EF4-FFF2-40B4-BE49-F238E27FC236}">
                    <a16:creationId xmlns:a16="http://schemas.microsoft.com/office/drawing/2014/main" id="{9F52A209-7823-4C5D-8510-FE729B76F353}"/>
                  </a:ext>
                </a:extLst>
              </p:cNvPr>
              <p:cNvSpPr/>
              <p:nvPr/>
            </p:nvSpPr>
            <p:spPr>
              <a:xfrm>
                <a:off x="39874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7" name="椭圆 15066">
                <a:extLst>
                  <a:ext uri="{FF2B5EF4-FFF2-40B4-BE49-F238E27FC236}">
                    <a16:creationId xmlns:a16="http://schemas.microsoft.com/office/drawing/2014/main" id="{AE9774C1-F589-4026-9164-7D8439A7A577}"/>
                  </a:ext>
                </a:extLst>
              </p:cNvPr>
              <p:cNvSpPr/>
              <p:nvPr/>
            </p:nvSpPr>
            <p:spPr>
              <a:xfrm>
                <a:off x="3934586"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8" name="椭圆 15067">
                <a:extLst>
                  <a:ext uri="{FF2B5EF4-FFF2-40B4-BE49-F238E27FC236}">
                    <a16:creationId xmlns:a16="http://schemas.microsoft.com/office/drawing/2014/main" id="{4347463D-2D8A-445D-B1BE-52A2E1EC149B}"/>
                  </a:ext>
                </a:extLst>
              </p:cNvPr>
              <p:cNvSpPr/>
              <p:nvPr/>
            </p:nvSpPr>
            <p:spPr>
              <a:xfrm>
                <a:off x="3750773" y="2858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9" name="椭圆 15068">
                <a:extLst>
                  <a:ext uri="{FF2B5EF4-FFF2-40B4-BE49-F238E27FC236}">
                    <a16:creationId xmlns:a16="http://schemas.microsoft.com/office/drawing/2014/main" id="{459E59DB-A72F-4595-9E92-9215CA7E64A5}"/>
                  </a:ext>
                </a:extLst>
              </p:cNvPr>
              <p:cNvSpPr/>
              <p:nvPr/>
            </p:nvSpPr>
            <p:spPr>
              <a:xfrm>
                <a:off x="3896817"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0" name="椭圆 15069">
                <a:extLst>
                  <a:ext uri="{FF2B5EF4-FFF2-40B4-BE49-F238E27FC236}">
                    <a16:creationId xmlns:a16="http://schemas.microsoft.com/office/drawing/2014/main" id="{AE053F26-26FB-4321-8D93-3B4546406A2D}"/>
                  </a:ext>
                </a:extLst>
              </p:cNvPr>
              <p:cNvSpPr/>
              <p:nvPr/>
            </p:nvSpPr>
            <p:spPr>
              <a:xfrm>
                <a:off x="4014343"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1" name="椭圆 15070">
                <a:extLst>
                  <a:ext uri="{FF2B5EF4-FFF2-40B4-BE49-F238E27FC236}">
                    <a16:creationId xmlns:a16="http://schemas.microsoft.com/office/drawing/2014/main" id="{0AE8D243-8F96-4482-98E7-DFEAD88AE86B}"/>
                  </a:ext>
                </a:extLst>
              </p:cNvPr>
              <p:cNvSpPr/>
              <p:nvPr/>
            </p:nvSpPr>
            <p:spPr>
              <a:xfrm>
                <a:off x="413873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2" name="椭圆 15071">
                <a:extLst>
                  <a:ext uri="{FF2B5EF4-FFF2-40B4-BE49-F238E27FC236}">
                    <a16:creationId xmlns:a16="http://schemas.microsoft.com/office/drawing/2014/main" id="{32D161FE-B08A-4CFD-B206-665B4B377E7A}"/>
                  </a:ext>
                </a:extLst>
              </p:cNvPr>
              <p:cNvSpPr/>
              <p:nvPr/>
            </p:nvSpPr>
            <p:spPr>
              <a:xfrm>
                <a:off x="3956241" y="27305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3" name="椭圆 15072">
                <a:extLst>
                  <a:ext uri="{FF2B5EF4-FFF2-40B4-BE49-F238E27FC236}">
                    <a16:creationId xmlns:a16="http://schemas.microsoft.com/office/drawing/2014/main" id="{97F988D3-39AF-452D-B691-592A87F50142}"/>
                  </a:ext>
                </a:extLst>
              </p:cNvPr>
              <p:cNvSpPr/>
              <p:nvPr/>
            </p:nvSpPr>
            <p:spPr>
              <a:xfrm>
                <a:off x="403295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4" name="椭圆 15073">
                <a:extLst>
                  <a:ext uri="{FF2B5EF4-FFF2-40B4-BE49-F238E27FC236}">
                    <a16:creationId xmlns:a16="http://schemas.microsoft.com/office/drawing/2014/main" id="{5560828F-403B-4DD2-80B8-1DB5069437CA}"/>
                  </a:ext>
                </a:extLst>
              </p:cNvPr>
              <p:cNvSpPr/>
              <p:nvPr/>
            </p:nvSpPr>
            <p:spPr>
              <a:xfrm>
                <a:off x="406928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5" name="椭圆 15074">
                <a:extLst>
                  <a:ext uri="{FF2B5EF4-FFF2-40B4-BE49-F238E27FC236}">
                    <a16:creationId xmlns:a16="http://schemas.microsoft.com/office/drawing/2014/main" id="{C1988125-7AAA-4C92-BD0E-F55ACB33CF4C}"/>
                  </a:ext>
                </a:extLst>
              </p:cNvPr>
              <p:cNvSpPr/>
              <p:nvPr/>
            </p:nvSpPr>
            <p:spPr>
              <a:xfrm>
                <a:off x="407905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6" name="椭圆 15075">
                <a:extLst>
                  <a:ext uri="{FF2B5EF4-FFF2-40B4-BE49-F238E27FC236}">
                    <a16:creationId xmlns:a16="http://schemas.microsoft.com/office/drawing/2014/main" id="{03E1E2B0-134C-42D4-8D03-8983269BE49E}"/>
                  </a:ext>
                </a:extLst>
              </p:cNvPr>
              <p:cNvSpPr/>
              <p:nvPr/>
            </p:nvSpPr>
            <p:spPr>
              <a:xfrm>
                <a:off x="393763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7" name="椭圆 15076">
                <a:extLst>
                  <a:ext uri="{FF2B5EF4-FFF2-40B4-BE49-F238E27FC236}">
                    <a16:creationId xmlns:a16="http://schemas.microsoft.com/office/drawing/2014/main" id="{1F4D0C1F-C6B4-45C1-8019-CCEF0EE7D0C5}"/>
                  </a:ext>
                </a:extLst>
              </p:cNvPr>
              <p:cNvSpPr/>
              <p:nvPr/>
            </p:nvSpPr>
            <p:spPr>
              <a:xfrm>
                <a:off x="401617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8" name="椭圆 15077">
                <a:extLst>
                  <a:ext uri="{FF2B5EF4-FFF2-40B4-BE49-F238E27FC236}">
                    <a16:creationId xmlns:a16="http://schemas.microsoft.com/office/drawing/2014/main" id="{2494761F-8BAF-4458-8E95-FF971E4046CE}"/>
                  </a:ext>
                </a:extLst>
              </p:cNvPr>
              <p:cNvSpPr/>
              <p:nvPr/>
            </p:nvSpPr>
            <p:spPr>
              <a:xfrm>
                <a:off x="3992027"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9" name="椭圆 15078">
                <a:extLst>
                  <a:ext uri="{FF2B5EF4-FFF2-40B4-BE49-F238E27FC236}">
                    <a16:creationId xmlns:a16="http://schemas.microsoft.com/office/drawing/2014/main" id="{7D5F04DE-5BEE-4240-9515-524D58AA0C7F}"/>
                  </a:ext>
                </a:extLst>
              </p:cNvPr>
              <p:cNvSpPr/>
              <p:nvPr/>
            </p:nvSpPr>
            <p:spPr>
              <a:xfrm>
                <a:off x="393381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0" name="椭圆 15079">
                <a:extLst>
                  <a:ext uri="{FF2B5EF4-FFF2-40B4-BE49-F238E27FC236}">
                    <a16:creationId xmlns:a16="http://schemas.microsoft.com/office/drawing/2014/main" id="{34F7522F-37CC-4485-8755-BDE4CF2FEB83}"/>
                  </a:ext>
                </a:extLst>
              </p:cNvPr>
              <p:cNvSpPr/>
              <p:nvPr/>
            </p:nvSpPr>
            <p:spPr>
              <a:xfrm>
                <a:off x="402006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1" name="椭圆 15080">
                <a:extLst>
                  <a:ext uri="{FF2B5EF4-FFF2-40B4-BE49-F238E27FC236}">
                    <a16:creationId xmlns:a16="http://schemas.microsoft.com/office/drawing/2014/main" id="{B40DDACE-2AD5-41C7-B0F7-19716D6DB7DF}"/>
                  </a:ext>
                </a:extLst>
              </p:cNvPr>
              <p:cNvSpPr/>
              <p:nvPr/>
            </p:nvSpPr>
            <p:spPr>
              <a:xfrm>
                <a:off x="394405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2" name="椭圆 15081">
                <a:extLst>
                  <a:ext uri="{FF2B5EF4-FFF2-40B4-BE49-F238E27FC236}">
                    <a16:creationId xmlns:a16="http://schemas.microsoft.com/office/drawing/2014/main" id="{40652811-88A9-47AB-A81F-D052B647DB06}"/>
                  </a:ext>
                </a:extLst>
              </p:cNvPr>
              <p:cNvSpPr/>
              <p:nvPr/>
            </p:nvSpPr>
            <p:spPr>
              <a:xfrm>
                <a:off x="398556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3" name="椭圆 15082">
                <a:extLst>
                  <a:ext uri="{FF2B5EF4-FFF2-40B4-BE49-F238E27FC236}">
                    <a16:creationId xmlns:a16="http://schemas.microsoft.com/office/drawing/2014/main" id="{AD9AC4A2-1E63-4B18-A890-DB67276197C9}"/>
                  </a:ext>
                </a:extLst>
              </p:cNvPr>
              <p:cNvSpPr/>
              <p:nvPr/>
            </p:nvSpPr>
            <p:spPr>
              <a:xfrm>
                <a:off x="3755508"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4" name="椭圆 15083">
                <a:extLst>
                  <a:ext uri="{FF2B5EF4-FFF2-40B4-BE49-F238E27FC236}">
                    <a16:creationId xmlns:a16="http://schemas.microsoft.com/office/drawing/2014/main" id="{19465036-1BD5-43C8-9286-862388108CA8}"/>
                  </a:ext>
                </a:extLst>
              </p:cNvPr>
              <p:cNvSpPr/>
              <p:nvPr/>
            </p:nvSpPr>
            <p:spPr>
              <a:xfrm>
                <a:off x="4102762"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5" name="椭圆 15084">
                <a:extLst>
                  <a:ext uri="{FF2B5EF4-FFF2-40B4-BE49-F238E27FC236}">
                    <a16:creationId xmlns:a16="http://schemas.microsoft.com/office/drawing/2014/main" id="{926D6EFC-1130-4F57-B33A-D6325B66D8FF}"/>
                  </a:ext>
                </a:extLst>
              </p:cNvPr>
              <p:cNvSpPr/>
              <p:nvPr/>
            </p:nvSpPr>
            <p:spPr>
              <a:xfrm>
                <a:off x="396251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6" name="椭圆 15085">
                <a:extLst>
                  <a:ext uri="{FF2B5EF4-FFF2-40B4-BE49-F238E27FC236}">
                    <a16:creationId xmlns:a16="http://schemas.microsoft.com/office/drawing/2014/main" id="{6D129A89-C6F2-434B-AC0F-EF65DA96AD62}"/>
                  </a:ext>
                </a:extLst>
              </p:cNvPr>
              <p:cNvSpPr/>
              <p:nvPr/>
            </p:nvSpPr>
            <p:spPr>
              <a:xfrm>
                <a:off x="3902580"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7" name="椭圆 15086">
                <a:extLst>
                  <a:ext uri="{FF2B5EF4-FFF2-40B4-BE49-F238E27FC236}">
                    <a16:creationId xmlns:a16="http://schemas.microsoft.com/office/drawing/2014/main" id="{53FA2869-5F34-41A1-B852-9449FC3C851D}"/>
                  </a:ext>
                </a:extLst>
              </p:cNvPr>
              <p:cNvSpPr/>
              <p:nvPr/>
            </p:nvSpPr>
            <p:spPr>
              <a:xfrm>
                <a:off x="3793239" y="271015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8" name="椭圆 15087">
                <a:extLst>
                  <a:ext uri="{FF2B5EF4-FFF2-40B4-BE49-F238E27FC236}">
                    <a16:creationId xmlns:a16="http://schemas.microsoft.com/office/drawing/2014/main" id="{1780EA59-5047-4CE1-A49C-037D95CF0AC9}"/>
                  </a:ext>
                </a:extLst>
              </p:cNvPr>
              <p:cNvSpPr/>
              <p:nvPr/>
            </p:nvSpPr>
            <p:spPr>
              <a:xfrm>
                <a:off x="412955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9" name="椭圆 15088">
                <a:extLst>
                  <a:ext uri="{FF2B5EF4-FFF2-40B4-BE49-F238E27FC236}">
                    <a16:creationId xmlns:a16="http://schemas.microsoft.com/office/drawing/2014/main" id="{16360A1E-DB22-43D1-8573-09021AA52D88}"/>
                  </a:ext>
                </a:extLst>
              </p:cNvPr>
              <p:cNvSpPr/>
              <p:nvPr/>
            </p:nvSpPr>
            <p:spPr>
              <a:xfrm>
                <a:off x="383423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0" name="椭圆 15089">
                <a:extLst>
                  <a:ext uri="{FF2B5EF4-FFF2-40B4-BE49-F238E27FC236}">
                    <a16:creationId xmlns:a16="http://schemas.microsoft.com/office/drawing/2014/main" id="{C3F84F81-6A56-4E7E-A85F-B9E26DB2CC6F}"/>
                  </a:ext>
                </a:extLst>
              </p:cNvPr>
              <p:cNvSpPr/>
              <p:nvPr/>
            </p:nvSpPr>
            <p:spPr>
              <a:xfrm>
                <a:off x="40163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1" name="椭圆 15090">
                <a:extLst>
                  <a:ext uri="{FF2B5EF4-FFF2-40B4-BE49-F238E27FC236}">
                    <a16:creationId xmlns:a16="http://schemas.microsoft.com/office/drawing/2014/main" id="{22248EC7-9632-4FDF-A757-2C680753E54B}"/>
                  </a:ext>
                </a:extLst>
              </p:cNvPr>
              <p:cNvSpPr/>
              <p:nvPr/>
            </p:nvSpPr>
            <p:spPr>
              <a:xfrm>
                <a:off x="3942293"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2" name="椭圆 15091">
                <a:extLst>
                  <a:ext uri="{FF2B5EF4-FFF2-40B4-BE49-F238E27FC236}">
                    <a16:creationId xmlns:a16="http://schemas.microsoft.com/office/drawing/2014/main" id="{6D94CECB-547D-4A35-A311-E954D8778EC1}"/>
                  </a:ext>
                </a:extLst>
              </p:cNvPr>
              <p:cNvSpPr/>
              <p:nvPr/>
            </p:nvSpPr>
            <p:spPr>
              <a:xfrm>
                <a:off x="401507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3" name="椭圆 15092">
                <a:extLst>
                  <a:ext uri="{FF2B5EF4-FFF2-40B4-BE49-F238E27FC236}">
                    <a16:creationId xmlns:a16="http://schemas.microsoft.com/office/drawing/2014/main" id="{EC29320A-F8D2-4225-950B-4461AF982B77}"/>
                  </a:ext>
                </a:extLst>
              </p:cNvPr>
              <p:cNvSpPr/>
              <p:nvPr/>
            </p:nvSpPr>
            <p:spPr>
              <a:xfrm>
                <a:off x="4043412"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4" name="椭圆 15093">
                <a:extLst>
                  <a:ext uri="{FF2B5EF4-FFF2-40B4-BE49-F238E27FC236}">
                    <a16:creationId xmlns:a16="http://schemas.microsoft.com/office/drawing/2014/main" id="{AD1C97F6-9946-41E2-BCF2-3ABE0488F8C5}"/>
                  </a:ext>
                </a:extLst>
              </p:cNvPr>
              <p:cNvSpPr/>
              <p:nvPr/>
            </p:nvSpPr>
            <p:spPr>
              <a:xfrm>
                <a:off x="404910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5" name="椭圆 15094">
                <a:extLst>
                  <a:ext uri="{FF2B5EF4-FFF2-40B4-BE49-F238E27FC236}">
                    <a16:creationId xmlns:a16="http://schemas.microsoft.com/office/drawing/2014/main" id="{CD1229FB-AF4E-47D1-940B-243D80392BD8}"/>
                  </a:ext>
                </a:extLst>
              </p:cNvPr>
              <p:cNvSpPr/>
              <p:nvPr/>
            </p:nvSpPr>
            <p:spPr>
              <a:xfrm>
                <a:off x="4029098"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6" name="椭圆 15095">
                <a:extLst>
                  <a:ext uri="{FF2B5EF4-FFF2-40B4-BE49-F238E27FC236}">
                    <a16:creationId xmlns:a16="http://schemas.microsoft.com/office/drawing/2014/main" id="{28D259E0-9313-4733-8E8E-02BD136E9ADD}"/>
                  </a:ext>
                </a:extLst>
              </p:cNvPr>
              <p:cNvSpPr/>
              <p:nvPr/>
            </p:nvSpPr>
            <p:spPr>
              <a:xfrm>
                <a:off x="3953451"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7" name="椭圆 15096">
                <a:extLst>
                  <a:ext uri="{FF2B5EF4-FFF2-40B4-BE49-F238E27FC236}">
                    <a16:creationId xmlns:a16="http://schemas.microsoft.com/office/drawing/2014/main" id="{20565EEA-4C2F-4AD9-89E9-FC0F1285D961}"/>
                  </a:ext>
                </a:extLst>
              </p:cNvPr>
              <p:cNvSpPr/>
              <p:nvPr/>
            </p:nvSpPr>
            <p:spPr>
              <a:xfrm>
                <a:off x="391649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8" name="椭圆 15097">
                <a:extLst>
                  <a:ext uri="{FF2B5EF4-FFF2-40B4-BE49-F238E27FC236}">
                    <a16:creationId xmlns:a16="http://schemas.microsoft.com/office/drawing/2014/main" id="{9000E5D5-7EAE-442B-8184-67E022061517}"/>
                  </a:ext>
                </a:extLst>
              </p:cNvPr>
              <p:cNvSpPr/>
              <p:nvPr/>
            </p:nvSpPr>
            <p:spPr>
              <a:xfrm>
                <a:off x="3950992" y="2837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9" name="椭圆 15098">
                <a:extLst>
                  <a:ext uri="{FF2B5EF4-FFF2-40B4-BE49-F238E27FC236}">
                    <a16:creationId xmlns:a16="http://schemas.microsoft.com/office/drawing/2014/main" id="{403600C0-BC6F-4B41-A754-A5508554EAD4}"/>
                  </a:ext>
                </a:extLst>
              </p:cNvPr>
              <p:cNvSpPr/>
              <p:nvPr/>
            </p:nvSpPr>
            <p:spPr>
              <a:xfrm>
                <a:off x="4249394"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0" name="椭圆 15099">
                <a:extLst>
                  <a:ext uri="{FF2B5EF4-FFF2-40B4-BE49-F238E27FC236}">
                    <a16:creationId xmlns:a16="http://schemas.microsoft.com/office/drawing/2014/main" id="{621BD61D-3B55-480B-B827-0CD82F1A354A}"/>
                  </a:ext>
                </a:extLst>
              </p:cNvPr>
              <p:cNvSpPr/>
              <p:nvPr/>
            </p:nvSpPr>
            <p:spPr>
              <a:xfrm>
                <a:off x="401948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1" name="椭圆 15100">
                <a:extLst>
                  <a:ext uri="{FF2B5EF4-FFF2-40B4-BE49-F238E27FC236}">
                    <a16:creationId xmlns:a16="http://schemas.microsoft.com/office/drawing/2014/main" id="{78687393-AC67-41A4-9813-817C99137425}"/>
                  </a:ext>
                </a:extLst>
              </p:cNvPr>
              <p:cNvSpPr/>
              <p:nvPr/>
            </p:nvSpPr>
            <p:spPr>
              <a:xfrm>
                <a:off x="3923464" y="2967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2" name="椭圆 15101">
                <a:extLst>
                  <a:ext uri="{FF2B5EF4-FFF2-40B4-BE49-F238E27FC236}">
                    <a16:creationId xmlns:a16="http://schemas.microsoft.com/office/drawing/2014/main" id="{32A4F089-90F3-45F5-96B8-DEEB7D05472C}"/>
                  </a:ext>
                </a:extLst>
              </p:cNvPr>
              <p:cNvSpPr/>
              <p:nvPr/>
            </p:nvSpPr>
            <p:spPr>
              <a:xfrm>
                <a:off x="3959728"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3" name="椭圆 15102">
                <a:extLst>
                  <a:ext uri="{FF2B5EF4-FFF2-40B4-BE49-F238E27FC236}">
                    <a16:creationId xmlns:a16="http://schemas.microsoft.com/office/drawing/2014/main" id="{3C04589D-7353-49CF-96BA-1C55B3E05B25}"/>
                  </a:ext>
                </a:extLst>
              </p:cNvPr>
              <p:cNvSpPr/>
              <p:nvPr/>
            </p:nvSpPr>
            <p:spPr>
              <a:xfrm>
                <a:off x="39237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4" name="椭圆 15103">
                <a:extLst>
                  <a:ext uri="{FF2B5EF4-FFF2-40B4-BE49-F238E27FC236}">
                    <a16:creationId xmlns:a16="http://schemas.microsoft.com/office/drawing/2014/main" id="{F5BDD39C-A488-4053-93C4-DEC4C1F3664E}"/>
                  </a:ext>
                </a:extLst>
              </p:cNvPr>
              <p:cNvSpPr/>
              <p:nvPr/>
            </p:nvSpPr>
            <p:spPr>
              <a:xfrm>
                <a:off x="39383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5" name="椭圆 15104">
                <a:extLst>
                  <a:ext uri="{FF2B5EF4-FFF2-40B4-BE49-F238E27FC236}">
                    <a16:creationId xmlns:a16="http://schemas.microsoft.com/office/drawing/2014/main" id="{0A8E5E36-D007-4C02-8171-ECF00D6BEE19}"/>
                  </a:ext>
                </a:extLst>
              </p:cNvPr>
              <p:cNvSpPr/>
              <p:nvPr/>
            </p:nvSpPr>
            <p:spPr>
              <a:xfrm>
                <a:off x="40529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6" name="椭圆 15105">
                <a:extLst>
                  <a:ext uri="{FF2B5EF4-FFF2-40B4-BE49-F238E27FC236}">
                    <a16:creationId xmlns:a16="http://schemas.microsoft.com/office/drawing/2014/main" id="{D1B20D18-D257-4901-858F-F7AA999801F0}"/>
                  </a:ext>
                </a:extLst>
              </p:cNvPr>
              <p:cNvSpPr/>
              <p:nvPr/>
            </p:nvSpPr>
            <p:spPr>
              <a:xfrm>
                <a:off x="4012471"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7" name="椭圆 15106">
                <a:extLst>
                  <a:ext uri="{FF2B5EF4-FFF2-40B4-BE49-F238E27FC236}">
                    <a16:creationId xmlns:a16="http://schemas.microsoft.com/office/drawing/2014/main" id="{D3163D72-D9CD-4ECE-A075-273C5E945201}"/>
                  </a:ext>
                </a:extLst>
              </p:cNvPr>
              <p:cNvSpPr/>
              <p:nvPr/>
            </p:nvSpPr>
            <p:spPr>
              <a:xfrm>
                <a:off x="3950332" y="2903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8" name="椭圆 15107">
                <a:extLst>
                  <a:ext uri="{FF2B5EF4-FFF2-40B4-BE49-F238E27FC236}">
                    <a16:creationId xmlns:a16="http://schemas.microsoft.com/office/drawing/2014/main" id="{A26B39B8-046C-4B10-848F-4AF2D178E5B9}"/>
                  </a:ext>
                </a:extLst>
              </p:cNvPr>
              <p:cNvSpPr/>
              <p:nvPr/>
            </p:nvSpPr>
            <p:spPr>
              <a:xfrm>
                <a:off x="3979878" y="28731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9" name="椭圆 15108">
                <a:extLst>
                  <a:ext uri="{FF2B5EF4-FFF2-40B4-BE49-F238E27FC236}">
                    <a16:creationId xmlns:a16="http://schemas.microsoft.com/office/drawing/2014/main" id="{CAA1D392-2B0E-45F8-9986-12D24D6F1152}"/>
                  </a:ext>
                </a:extLst>
              </p:cNvPr>
              <p:cNvSpPr/>
              <p:nvPr/>
            </p:nvSpPr>
            <p:spPr>
              <a:xfrm>
                <a:off x="395367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0" name="椭圆 15109">
                <a:extLst>
                  <a:ext uri="{FF2B5EF4-FFF2-40B4-BE49-F238E27FC236}">
                    <a16:creationId xmlns:a16="http://schemas.microsoft.com/office/drawing/2014/main" id="{AC909319-BB10-4781-8079-27EBD916B492}"/>
                  </a:ext>
                </a:extLst>
              </p:cNvPr>
              <p:cNvSpPr/>
              <p:nvPr/>
            </p:nvSpPr>
            <p:spPr>
              <a:xfrm>
                <a:off x="4171398" y="28762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1" name="椭圆 15110">
                <a:extLst>
                  <a:ext uri="{FF2B5EF4-FFF2-40B4-BE49-F238E27FC236}">
                    <a16:creationId xmlns:a16="http://schemas.microsoft.com/office/drawing/2014/main" id="{7D855AAD-BDD0-4972-8A3C-88BB357F023E}"/>
                  </a:ext>
                </a:extLst>
              </p:cNvPr>
              <p:cNvSpPr/>
              <p:nvPr/>
            </p:nvSpPr>
            <p:spPr>
              <a:xfrm>
                <a:off x="417907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2" name="椭圆 15111">
                <a:extLst>
                  <a:ext uri="{FF2B5EF4-FFF2-40B4-BE49-F238E27FC236}">
                    <a16:creationId xmlns:a16="http://schemas.microsoft.com/office/drawing/2014/main" id="{8ED4F4E4-CF9E-428F-9120-C94F2356C6DD}"/>
                  </a:ext>
                </a:extLst>
              </p:cNvPr>
              <p:cNvSpPr/>
              <p:nvPr/>
            </p:nvSpPr>
            <p:spPr>
              <a:xfrm>
                <a:off x="398751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3" name="椭圆 15112">
                <a:extLst>
                  <a:ext uri="{FF2B5EF4-FFF2-40B4-BE49-F238E27FC236}">
                    <a16:creationId xmlns:a16="http://schemas.microsoft.com/office/drawing/2014/main" id="{F44994AD-6F27-43D0-A16D-0D08ACD37606}"/>
                  </a:ext>
                </a:extLst>
              </p:cNvPr>
              <p:cNvSpPr/>
              <p:nvPr/>
            </p:nvSpPr>
            <p:spPr>
              <a:xfrm>
                <a:off x="401841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4" name="椭圆 15113">
                <a:extLst>
                  <a:ext uri="{FF2B5EF4-FFF2-40B4-BE49-F238E27FC236}">
                    <a16:creationId xmlns:a16="http://schemas.microsoft.com/office/drawing/2014/main" id="{04C15E0D-8983-46FC-95FD-E489182BCFB6}"/>
                  </a:ext>
                </a:extLst>
              </p:cNvPr>
              <p:cNvSpPr/>
              <p:nvPr/>
            </p:nvSpPr>
            <p:spPr>
              <a:xfrm>
                <a:off x="4035558"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5" name="椭圆 15114">
                <a:extLst>
                  <a:ext uri="{FF2B5EF4-FFF2-40B4-BE49-F238E27FC236}">
                    <a16:creationId xmlns:a16="http://schemas.microsoft.com/office/drawing/2014/main" id="{298FEBD2-1A35-4CBA-AEA7-9AFDBBC05E38}"/>
                  </a:ext>
                </a:extLst>
              </p:cNvPr>
              <p:cNvSpPr/>
              <p:nvPr/>
            </p:nvSpPr>
            <p:spPr>
              <a:xfrm>
                <a:off x="402274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6" name="椭圆 15115">
                <a:extLst>
                  <a:ext uri="{FF2B5EF4-FFF2-40B4-BE49-F238E27FC236}">
                    <a16:creationId xmlns:a16="http://schemas.microsoft.com/office/drawing/2014/main" id="{B2B03E72-4F7C-4E54-B68E-CFAB68EBF4A0}"/>
                  </a:ext>
                </a:extLst>
              </p:cNvPr>
              <p:cNvSpPr/>
              <p:nvPr/>
            </p:nvSpPr>
            <p:spPr>
              <a:xfrm>
                <a:off x="405424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7" name="椭圆 15116">
                <a:extLst>
                  <a:ext uri="{FF2B5EF4-FFF2-40B4-BE49-F238E27FC236}">
                    <a16:creationId xmlns:a16="http://schemas.microsoft.com/office/drawing/2014/main" id="{10603B5E-74EF-4AEB-A3CC-B9116A5349D6}"/>
                  </a:ext>
                </a:extLst>
              </p:cNvPr>
              <p:cNvSpPr/>
              <p:nvPr/>
            </p:nvSpPr>
            <p:spPr>
              <a:xfrm>
                <a:off x="3934659"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8" name="椭圆 15117">
                <a:extLst>
                  <a:ext uri="{FF2B5EF4-FFF2-40B4-BE49-F238E27FC236}">
                    <a16:creationId xmlns:a16="http://schemas.microsoft.com/office/drawing/2014/main" id="{83B345CD-1992-42CE-BFCA-6E1BD72ECC9B}"/>
                  </a:ext>
                </a:extLst>
              </p:cNvPr>
              <p:cNvSpPr/>
              <p:nvPr/>
            </p:nvSpPr>
            <p:spPr>
              <a:xfrm>
                <a:off x="4079566"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9" name="椭圆 15118">
                <a:extLst>
                  <a:ext uri="{FF2B5EF4-FFF2-40B4-BE49-F238E27FC236}">
                    <a16:creationId xmlns:a16="http://schemas.microsoft.com/office/drawing/2014/main" id="{1089E9DA-B689-43DF-A6D7-A5A410726FAA}"/>
                  </a:ext>
                </a:extLst>
              </p:cNvPr>
              <p:cNvSpPr/>
              <p:nvPr/>
            </p:nvSpPr>
            <p:spPr>
              <a:xfrm>
                <a:off x="39747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0" name="椭圆 15119">
                <a:extLst>
                  <a:ext uri="{FF2B5EF4-FFF2-40B4-BE49-F238E27FC236}">
                    <a16:creationId xmlns:a16="http://schemas.microsoft.com/office/drawing/2014/main" id="{0EA1A5EC-4154-4A1C-88B1-CF95C14D61C1}"/>
                  </a:ext>
                </a:extLst>
              </p:cNvPr>
              <p:cNvSpPr/>
              <p:nvPr/>
            </p:nvSpPr>
            <p:spPr>
              <a:xfrm>
                <a:off x="4009792"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1" name="椭圆 15120">
                <a:extLst>
                  <a:ext uri="{FF2B5EF4-FFF2-40B4-BE49-F238E27FC236}">
                    <a16:creationId xmlns:a16="http://schemas.microsoft.com/office/drawing/2014/main" id="{C9398F3D-7CE9-439C-B336-8C30DD6978E3}"/>
                  </a:ext>
                </a:extLst>
              </p:cNvPr>
              <p:cNvSpPr/>
              <p:nvPr/>
            </p:nvSpPr>
            <p:spPr>
              <a:xfrm>
                <a:off x="400057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2" name="椭圆 15121">
                <a:extLst>
                  <a:ext uri="{FF2B5EF4-FFF2-40B4-BE49-F238E27FC236}">
                    <a16:creationId xmlns:a16="http://schemas.microsoft.com/office/drawing/2014/main" id="{5DDD7941-78DB-473E-A980-F282F26C9718}"/>
                  </a:ext>
                </a:extLst>
              </p:cNvPr>
              <p:cNvSpPr/>
              <p:nvPr/>
            </p:nvSpPr>
            <p:spPr>
              <a:xfrm>
                <a:off x="40140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3" name="椭圆 15122">
                <a:extLst>
                  <a:ext uri="{FF2B5EF4-FFF2-40B4-BE49-F238E27FC236}">
                    <a16:creationId xmlns:a16="http://schemas.microsoft.com/office/drawing/2014/main" id="{265B80AE-04D3-414F-9E17-346D9A45F59F}"/>
                  </a:ext>
                </a:extLst>
              </p:cNvPr>
              <p:cNvSpPr/>
              <p:nvPr/>
            </p:nvSpPr>
            <p:spPr>
              <a:xfrm>
                <a:off x="402223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4" name="椭圆 15123">
                <a:extLst>
                  <a:ext uri="{FF2B5EF4-FFF2-40B4-BE49-F238E27FC236}">
                    <a16:creationId xmlns:a16="http://schemas.microsoft.com/office/drawing/2014/main" id="{2B80E9BD-6F6A-4362-A02E-1B15EF269EDD}"/>
                  </a:ext>
                </a:extLst>
              </p:cNvPr>
              <p:cNvSpPr/>
              <p:nvPr/>
            </p:nvSpPr>
            <p:spPr>
              <a:xfrm>
                <a:off x="3962701"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5" name="椭圆 15124">
                <a:extLst>
                  <a:ext uri="{FF2B5EF4-FFF2-40B4-BE49-F238E27FC236}">
                    <a16:creationId xmlns:a16="http://schemas.microsoft.com/office/drawing/2014/main" id="{B50CF305-A61A-440B-AD4A-A2ED63B05A91}"/>
                  </a:ext>
                </a:extLst>
              </p:cNvPr>
              <p:cNvSpPr/>
              <p:nvPr/>
            </p:nvSpPr>
            <p:spPr>
              <a:xfrm>
                <a:off x="3978520"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6" name="椭圆 15125">
                <a:extLst>
                  <a:ext uri="{FF2B5EF4-FFF2-40B4-BE49-F238E27FC236}">
                    <a16:creationId xmlns:a16="http://schemas.microsoft.com/office/drawing/2014/main" id="{EEE0F2F5-E6C8-42C3-9CA6-FF3A1FC9ABB2}"/>
                  </a:ext>
                </a:extLst>
              </p:cNvPr>
              <p:cNvSpPr/>
              <p:nvPr/>
            </p:nvSpPr>
            <p:spPr>
              <a:xfrm>
                <a:off x="394589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7" name="椭圆 15126">
                <a:extLst>
                  <a:ext uri="{FF2B5EF4-FFF2-40B4-BE49-F238E27FC236}">
                    <a16:creationId xmlns:a16="http://schemas.microsoft.com/office/drawing/2014/main" id="{EC4CB6B1-2236-46AF-8F0D-143929FE835B}"/>
                  </a:ext>
                </a:extLst>
              </p:cNvPr>
              <p:cNvSpPr/>
              <p:nvPr/>
            </p:nvSpPr>
            <p:spPr>
              <a:xfrm>
                <a:off x="403240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8" name="椭圆 15127">
                <a:extLst>
                  <a:ext uri="{FF2B5EF4-FFF2-40B4-BE49-F238E27FC236}">
                    <a16:creationId xmlns:a16="http://schemas.microsoft.com/office/drawing/2014/main" id="{A88CCE47-1C0B-41FF-BF9D-F9743768EA51}"/>
                  </a:ext>
                </a:extLst>
              </p:cNvPr>
              <p:cNvSpPr/>
              <p:nvPr/>
            </p:nvSpPr>
            <p:spPr>
              <a:xfrm>
                <a:off x="40697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9" name="椭圆 15128">
                <a:extLst>
                  <a:ext uri="{FF2B5EF4-FFF2-40B4-BE49-F238E27FC236}">
                    <a16:creationId xmlns:a16="http://schemas.microsoft.com/office/drawing/2014/main" id="{2359ABD3-6B3B-4EEA-8F97-BD1F93A46DEE}"/>
                  </a:ext>
                </a:extLst>
              </p:cNvPr>
              <p:cNvSpPr/>
              <p:nvPr/>
            </p:nvSpPr>
            <p:spPr>
              <a:xfrm>
                <a:off x="40685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0" name="椭圆 15129">
                <a:extLst>
                  <a:ext uri="{FF2B5EF4-FFF2-40B4-BE49-F238E27FC236}">
                    <a16:creationId xmlns:a16="http://schemas.microsoft.com/office/drawing/2014/main" id="{FD856E8D-8E8F-4792-9635-FDD700013580}"/>
                  </a:ext>
                </a:extLst>
              </p:cNvPr>
              <p:cNvSpPr/>
              <p:nvPr/>
            </p:nvSpPr>
            <p:spPr>
              <a:xfrm>
                <a:off x="407927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1" name="椭圆 15130">
                <a:extLst>
                  <a:ext uri="{FF2B5EF4-FFF2-40B4-BE49-F238E27FC236}">
                    <a16:creationId xmlns:a16="http://schemas.microsoft.com/office/drawing/2014/main" id="{D8E55204-4A64-4FE9-8A0A-AAEF7EFEE951}"/>
                  </a:ext>
                </a:extLst>
              </p:cNvPr>
              <p:cNvSpPr/>
              <p:nvPr/>
            </p:nvSpPr>
            <p:spPr>
              <a:xfrm>
                <a:off x="401115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2" name="椭圆 15131">
                <a:extLst>
                  <a:ext uri="{FF2B5EF4-FFF2-40B4-BE49-F238E27FC236}">
                    <a16:creationId xmlns:a16="http://schemas.microsoft.com/office/drawing/2014/main" id="{CB3841D9-7CDF-4E73-BD7D-8042A626540F}"/>
                  </a:ext>
                </a:extLst>
              </p:cNvPr>
              <p:cNvSpPr/>
              <p:nvPr/>
            </p:nvSpPr>
            <p:spPr>
              <a:xfrm>
                <a:off x="40648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3" name="椭圆 15132">
                <a:extLst>
                  <a:ext uri="{FF2B5EF4-FFF2-40B4-BE49-F238E27FC236}">
                    <a16:creationId xmlns:a16="http://schemas.microsoft.com/office/drawing/2014/main" id="{47C903AC-115F-4BC4-99A5-58B3F232DA62}"/>
                  </a:ext>
                </a:extLst>
              </p:cNvPr>
              <p:cNvSpPr/>
              <p:nvPr/>
            </p:nvSpPr>
            <p:spPr>
              <a:xfrm>
                <a:off x="399103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4" name="椭圆 15133">
                <a:extLst>
                  <a:ext uri="{FF2B5EF4-FFF2-40B4-BE49-F238E27FC236}">
                    <a16:creationId xmlns:a16="http://schemas.microsoft.com/office/drawing/2014/main" id="{DE0F76EE-63D8-4CBF-91C3-3C7E402E0EFF}"/>
                  </a:ext>
                </a:extLst>
              </p:cNvPr>
              <p:cNvSpPr/>
              <p:nvPr/>
            </p:nvSpPr>
            <p:spPr>
              <a:xfrm>
                <a:off x="403581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5" name="椭圆 15134">
                <a:extLst>
                  <a:ext uri="{FF2B5EF4-FFF2-40B4-BE49-F238E27FC236}">
                    <a16:creationId xmlns:a16="http://schemas.microsoft.com/office/drawing/2014/main" id="{3B74483A-EE82-46EA-AC82-A5FBCC3E9716}"/>
                  </a:ext>
                </a:extLst>
              </p:cNvPr>
              <p:cNvSpPr/>
              <p:nvPr/>
            </p:nvSpPr>
            <p:spPr>
              <a:xfrm>
                <a:off x="403027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6" name="椭圆 15135">
                <a:extLst>
                  <a:ext uri="{FF2B5EF4-FFF2-40B4-BE49-F238E27FC236}">
                    <a16:creationId xmlns:a16="http://schemas.microsoft.com/office/drawing/2014/main" id="{4378D0B2-F7AB-4E09-A424-FC150BA5B5C7}"/>
                  </a:ext>
                </a:extLst>
              </p:cNvPr>
              <p:cNvSpPr/>
              <p:nvPr/>
            </p:nvSpPr>
            <p:spPr>
              <a:xfrm>
                <a:off x="395341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7" name="椭圆 15136">
                <a:extLst>
                  <a:ext uri="{FF2B5EF4-FFF2-40B4-BE49-F238E27FC236}">
                    <a16:creationId xmlns:a16="http://schemas.microsoft.com/office/drawing/2014/main" id="{F04D9E74-9FC3-4A03-98A7-538D25B62AC3}"/>
                  </a:ext>
                </a:extLst>
              </p:cNvPr>
              <p:cNvSpPr/>
              <p:nvPr/>
            </p:nvSpPr>
            <p:spPr>
              <a:xfrm>
                <a:off x="40199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8" name="椭圆 15137">
                <a:extLst>
                  <a:ext uri="{FF2B5EF4-FFF2-40B4-BE49-F238E27FC236}">
                    <a16:creationId xmlns:a16="http://schemas.microsoft.com/office/drawing/2014/main" id="{95293906-FE0D-4F98-8503-EEA24CDD4154}"/>
                  </a:ext>
                </a:extLst>
              </p:cNvPr>
              <p:cNvSpPr/>
              <p:nvPr/>
            </p:nvSpPr>
            <p:spPr>
              <a:xfrm>
                <a:off x="4081805"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9" name="椭圆 15138">
                <a:extLst>
                  <a:ext uri="{FF2B5EF4-FFF2-40B4-BE49-F238E27FC236}">
                    <a16:creationId xmlns:a16="http://schemas.microsoft.com/office/drawing/2014/main" id="{CC1167C3-212F-4F41-B531-9E8A82C6FE4E}"/>
                  </a:ext>
                </a:extLst>
              </p:cNvPr>
              <p:cNvSpPr/>
              <p:nvPr/>
            </p:nvSpPr>
            <p:spPr>
              <a:xfrm>
                <a:off x="4212397"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0" name="椭圆 15139">
                <a:extLst>
                  <a:ext uri="{FF2B5EF4-FFF2-40B4-BE49-F238E27FC236}">
                    <a16:creationId xmlns:a16="http://schemas.microsoft.com/office/drawing/2014/main" id="{D7E472EB-A237-4C03-A2B6-A41B027DB1C5}"/>
                  </a:ext>
                </a:extLst>
              </p:cNvPr>
              <p:cNvSpPr/>
              <p:nvPr/>
            </p:nvSpPr>
            <p:spPr>
              <a:xfrm>
                <a:off x="3955103" y="28496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1" name="椭圆 15140">
                <a:extLst>
                  <a:ext uri="{FF2B5EF4-FFF2-40B4-BE49-F238E27FC236}">
                    <a16:creationId xmlns:a16="http://schemas.microsoft.com/office/drawing/2014/main" id="{B0F8C88E-271D-4032-AC9C-008028F35FA1}"/>
                  </a:ext>
                </a:extLst>
              </p:cNvPr>
              <p:cNvSpPr/>
              <p:nvPr/>
            </p:nvSpPr>
            <p:spPr>
              <a:xfrm>
                <a:off x="403019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2" name="椭圆 15141">
                <a:extLst>
                  <a:ext uri="{FF2B5EF4-FFF2-40B4-BE49-F238E27FC236}">
                    <a16:creationId xmlns:a16="http://schemas.microsoft.com/office/drawing/2014/main" id="{39F4F454-F09C-4F09-8DE3-551DA4C97D82}"/>
                  </a:ext>
                </a:extLst>
              </p:cNvPr>
              <p:cNvSpPr/>
              <p:nvPr/>
            </p:nvSpPr>
            <p:spPr>
              <a:xfrm>
                <a:off x="409277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3" name="椭圆 15142">
                <a:extLst>
                  <a:ext uri="{FF2B5EF4-FFF2-40B4-BE49-F238E27FC236}">
                    <a16:creationId xmlns:a16="http://schemas.microsoft.com/office/drawing/2014/main" id="{7588B5BC-9875-49F4-B343-49B93CC8DF93}"/>
                  </a:ext>
                </a:extLst>
              </p:cNvPr>
              <p:cNvSpPr/>
              <p:nvPr/>
            </p:nvSpPr>
            <p:spPr>
              <a:xfrm>
                <a:off x="4064260"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4" name="椭圆 15143">
                <a:extLst>
                  <a:ext uri="{FF2B5EF4-FFF2-40B4-BE49-F238E27FC236}">
                    <a16:creationId xmlns:a16="http://schemas.microsoft.com/office/drawing/2014/main" id="{4873E160-0B3F-41C3-8E3F-7BC4A2CB88BA}"/>
                  </a:ext>
                </a:extLst>
              </p:cNvPr>
              <p:cNvSpPr/>
              <p:nvPr/>
            </p:nvSpPr>
            <p:spPr>
              <a:xfrm>
                <a:off x="3783880" y="2832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5" name="椭圆 15144">
                <a:extLst>
                  <a:ext uri="{FF2B5EF4-FFF2-40B4-BE49-F238E27FC236}">
                    <a16:creationId xmlns:a16="http://schemas.microsoft.com/office/drawing/2014/main" id="{60A8C310-4628-47A3-BF9A-88004775E116}"/>
                  </a:ext>
                </a:extLst>
              </p:cNvPr>
              <p:cNvSpPr/>
              <p:nvPr/>
            </p:nvSpPr>
            <p:spPr>
              <a:xfrm>
                <a:off x="3901295" y="30216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6" name="椭圆 15145">
                <a:extLst>
                  <a:ext uri="{FF2B5EF4-FFF2-40B4-BE49-F238E27FC236}">
                    <a16:creationId xmlns:a16="http://schemas.microsoft.com/office/drawing/2014/main" id="{36D13F23-C28B-41F9-BF94-F2D5B68AAC02}"/>
                  </a:ext>
                </a:extLst>
              </p:cNvPr>
              <p:cNvSpPr/>
              <p:nvPr/>
            </p:nvSpPr>
            <p:spPr>
              <a:xfrm>
                <a:off x="3851745" y="2813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7" name="椭圆 15146">
                <a:extLst>
                  <a:ext uri="{FF2B5EF4-FFF2-40B4-BE49-F238E27FC236}">
                    <a16:creationId xmlns:a16="http://schemas.microsoft.com/office/drawing/2014/main" id="{733F31D4-DF35-4BFE-89A7-1F5D591B4CD2}"/>
                  </a:ext>
                </a:extLst>
              </p:cNvPr>
              <p:cNvSpPr/>
              <p:nvPr/>
            </p:nvSpPr>
            <p:spPr>
              <a:xfrm>
                <a:off x="3924896" y="29942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8" name="椭圆 15147">
                <a:extLst>
                  <a:ext uri="{FF2B5EF4-FFF2-40B4-BE49-F238E27FC236}">
                    <a16:creationId xmlns:a16="http://schemas.microsoft.com/office/drawing/2014/main" id="{4DA2FE5E-59D8-4C12-BE0E-33F008DB3337}"/>
                  </a:ext>
                </a:extLst>
              </p:cNvPr>
              <p:cNvSpPr/>
              <p:nvPr/>
            </p:nvSpPr>
            <p:spPr>
              <a:xfrm>
                <a:off x="3846019" y="263260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9" name="椭圆 15148">
                <a:extLst>
                  <a:ext uri="{FF2B5EF4-FFF2-40B4-BE49-F238E27FC236}">
                    <a16:creationId xmlns:a16="http://schemas.microsoft.com/office/drawing/2014/main" id="{8A921D56-056E-4D84-9BEC-88754FE0C4FC}"/>
                  </a:ext>
                </a:extLst>
              </p:cNvPr>
              <p:cNvSpPr/>
              <p:nvPr/>
            </p:nvSpPr>
            <p:spPr>
              <a:xfrm>
                <a:off x="39596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0" name="椭圆 15149">
                <a:extLst>
                  <a:ext uri="{FF2B5EF4-FFF2-40B4-BE49-F238E27FC236}">
                    <a16:creationId xmlns:a16="http://schemas.microsoft.com/office/drawing/2014/main" id="{9E4DBFDA-263D-480C-86AB-F6929ECAF607}"/>
                  </a:ext>
                </a:extLst>
              </p:cNvPr>
              <p:cNvSpPr/>
              <p:nvPr/>
            </p:nvSpPr>
            <p:spPr>
              <a:xfrm>
                <a:off x="3980686"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1" name="椭圆 15150">
                <a:extLst>
                  <a:ext uri="{FF2B5EF4-FFF2-40B4-BE49-F238E27FC236}">
                    <a16:creationId xmlns:a16="http://schemas.microsoft.com/office/drawing/2014/main" id="{751710F4-0F09-4741-86CD-217B2E4B58E2}"/>
                  </a:ext>
                </a:extLst>
              </p:cNvPr>
              <p:cNvSpPr/>
              <p:nvPr/>
            </p:nvSpPr>
            <p:spPr>
              <a:xfrm>
                <a:off x="40727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2" name="椭圆 15151">
                <a:extLst>
                  <a:ext uri="{FF2B5EF4-FFF2-40B4-BE49-F238E27FC236}">
                    <a16:creationId xmlns:a16="http://schemas.microsoft.com/office/drawing/2014/main" id="{8E753017-A03E-4E9A-ADA0-0F483BFD4205}"/>
                  </a:ext>
                </a:extLst>
              </p:cNvPr>
              <p:cNvSpPr/>
              <p:nvPr/>
            </p:nvSpPr>
            <p:spPr>
              <a:xfrm>
                <a:off x="4014710" y="2953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3" name="椭圆 15152">
                <a:extLst>
                  <a:ext uri="{FF2B5EF4-FFF2-40B4-BE49-F238E27FC236}">
                    <a16:creationId xmlns:a16="http://schemas.microsoft.com/office/drawing/2014/main" id="{B7EE0FCF-9050-4734-9360-4ABB480C5EDA}"/>
                  </a:ext>
                </a:extLst>
              </p:cNvPr>
              <p:cNvSpPr/>
              <p:nvPr/>
            </p:nvSpPr>
            <p:spPr>
              <a:xfrm>
                <a:off x="397488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4" name="椭圆 15153">
                <a:extLst>
                  <a:ext uri="{FF2B5EF4-FFF2-40B4-BE49-F238E27FC236}">
                    <a16:creationId xmlns:a16="http://schemas.microsoft.com/office/drawing/2014/main" id="{00F21749-79A5-4E2A-8CF6-56DD80EE8C58}"/>
                  </a:ext>
                </a:extLst>
              </p:cNvPr>
              <p:cNvSpPr/>
              <p:nvPr/>
            </p:nvSpPr>
            <p:spPr>
              <a:xfrm>
                <a:off x="4017132" y="29845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5" name="椭圆 15154">
                <a:extLst>
                  <a:ext uri="{FF2B5EF4-FFF2-40B4-BE49-F238E27FC236}">
                    <a16:creationId xmlns:a16="http://schemas.microsoft.com/office/drawing/2014/main" id="{6608E6ED-0FCC-4584-872A-929377CD13F3}"/>
                  </a:ext>
                </a:extLst>
              </p:cNvPr>
              <p:cNvSpPr/>
              <p:nvPr/>
            </p:nvSpPr>
            <p:spPr>
              <a:xfrm>
                <a:off x="4016545"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6" name="椭圆 15155">
                <a:extLst>
                  <a:ext uri="{FF2B5EF4-FFF2-40B4-BE49-F238E27FC236}">
                    <a16:creationId xmlns:a16="http://schemas.microsoft.com/office/drawing/2014/main" id="{AB844D18-1161-4B60-9216-43A7B5262C3D}"/>
                  </a:ext>
                </a:extLst>
              </p:cNvPr>
              <p:cNvSpPr/>
              <p:nvPr/>
            </p:nvSpPr>
            <p:spPr>
              <a:xfrm>
                <a:off x="397639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7" name="椭圆 15156">
                <a:extLst>
                  <a:ext uri="{FF2B5EF4-FFF2-40B4-BE49-F238E27FC236}">
                    <a16:creationId xmlns:a16="http://schemas.microsoft.com/office/drawing/2014/main" id="{C318EA13-7611-49EC-8E12-E533E8FD8E11}"/>
                  </a:ext>
                </a:extLst>
              </p:cNvPr>
              <p:cNvSpPr/>
              <p:nvPr/>
            </p:nvSpPr>
            <p:spPr>
              <a:xfrm>
                <a:off x="4003993" y="2792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8" name="椭圆 15157">
                <a:extLst>
                  <a:ext uri="{FF2B5EF4-FFF2-40B4-BE49-F238E27FC236}">
                    <a16:creationId xmlns:a16="http://schemas.microsoft.com/office/drawing/2014/main" id="{6496343F-9061-436F-AD0B-770C92B80EDC}"/>
                  </a:ext>
                </a:extLst>
              </p:cNvPr>
              <p:cNvSpPr/>
              <p:nvPr/>
            </p:nvSpPr>
            <p:spPr>
              <a:xfrm>
                <a:off x="40589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9" name="椭圆 15158">
                <a:extLst>
                  <a:ext uri="{FF2B5EF4-FFF2-40B4-BE49-F238E27FC236}">
                    <a16:creationId xmlns:a16="http://schemas.microsoft.com/office/drawing/2014/main" id="{25B4CE98-F6E6-4966-869C-6930C9B2A40C}"/>
                  </a:ext>
                </a:extLst>
              </p:cNvPr>
              <p:cNvSpPr/>
              <p:nvPr/>
            </p:nvSpPr>
            <p:spPr>
              <a:xfrm>
                <a:off x="4014123"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0" name="椭圆 15159">
                <a:extLst>
                  <a:ext uri="{FF2B5EF4-FFF2-40B4-BE49-F238E27FC236}">
                    <a16:creationId xmlns:a16="http://schemas.microsoft.com/office/drawing/2014/main" id="{813FEEAF-5476-4C31-8C4C-0FD6BA09B77B}"/>
                  </a:ext>
                </a:extLst>
              </p:cNvPr>
              <p:cNvSpPr/>
              <p:nvPr/>
            </p:nvSpPr>
            <p:spPr>
              <a:xfrm>
                <a:off x="394155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1" name="椭圆 15160">
                <a:extLst>
                  <a:ext uri="{FF2B5EF4-FFF2-40B4-BE49-F238E27FC236}">
                    <a16:creationId xmlns:a16="http://schemas.microsoft.com/office/drawing/2014/main" id="{70CBD35C-CF83-441D-8FAF-911581965BC3}"/>
                  </a:ext>
                </a:extLst>
              </p:cNvPr>
              <p:cNvSpPr/>
              <p:nvPr/>
            </p:nvSpPr>
            <p:spPr>
              <a:xfrm>
                <a:off x="403019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2" name="椭圆 15161">
                <a:extLst>
                  <a:ext uri="{FF2B5EF4-FFF2-40B4-BE49-F238E27FC236}">
                    <a16:creationId xmlns:a16="http://schemas.microsoft.com/office/drawing/2014/main" id="{BAE600C7-79AF-4285-B5F5-1BC824D2BDD7}"/>
                  </a:ext>
                </a:extLst>
              </p:cNvPr>
              <p:cNvSpPr/>
              <p:nvPr/>
            </p:nvSpPr>
            <p:spPr>
              <a:xfrm>
                <a:off x="40607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3" name="椭圆 15162">
                <a:extLst>
                  <a:ext uri="{FF2B5EF4-FFF2-40B4-BE49-F238E27FC236}">
                    <a16:creationId xmlns:a16="http://schemas.microsoft.com/office/drawing/2014/main" id="{CE4B6A7D-F68A-420B-9BE2-4B761298F158}"/>
                  </a:ext>
                </a:extLst>
              </p:cNvPr>
              <p:cNvSpPr/>
              <p:nvPr/>
            </p:nvSpPr>
            <p:spPr>
              <a:xfrm>
                <a:off x="3997349"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4" name="椭圆 15163">
                <a:extLst>
                  <a:ext uri="{FF2B5EF4-FFF2-40B4-BE49-F238E27FC236}">
                    <a16:creationId xmlns:a16="http://schemas.microsoft.com/office/drawing/2014/main" id="{CC1BFEFC-7B57-4579-85EE-411366E4D3CA}"/>
                  </a:ext>
                </a:extLst>
              </p:cNvPr>
              <p:cNvSpPr/>
              <p:nvPr/>
            </p:nvSpPr>
            <p:spPr>
              <a:xfrm>
                <a:off x="39425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5" name="椭圆 15164">
                <a:extLst>
                  <a:ext uri="{FF2B5EF4-FFF2-40B4-BE49-F238E27FC236}">
                    <a16:creationId xmlns:a16="http://schemas.microsoft.com/office/drawing/2014/main" id="{06936D0C-82C1-407F-8F73-95FA3AADDF60}"/>
                  </a:ext>
                </a:extLst>
              </p:cNvPr>
              <p:cNvSpPr/>
              <p:nvPr/>
            </p:nvSpPr>
            <p:spPr>
              <a:xfrm>
                <a:off x="40669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6" name="椭圆 15165">
                <a:extLst>
                  <a:ext uri="{FF2B5EF4-FFF2-40B4-BE49-F238E27FC236}">
                    <a16:creationId xmlns:a16="http://schemas.microsoft.com/office/drawing/2014/main" id="{C22724E4-35F2-4019-8A92-8B3AD71C6EFF}"/>
                  </a:ext>
                </a:extLst>
              </p:cNvPr>
              <p:cNvSpPr/>
              <p:nvPr/>
            </p:nvSpPr>
            <p:spPr>
              <a:xfrm>
                <a:off x="402608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7" name="椭圆 15166">
                <a:extLst>
                  <a:ext uri="{FF2B5EF4-FFF2-40B4-BE49-F238E27FC236}">
                    <a16:creationId xmlns:a16="http://schemas.microsoft.com/office/drawing/2014/main" id="{1E8B0ECB-A7DD-42A2-AB7A-E09D8F2C7EFE}"/>
                  </a:ext>
                </a:extLst>
              </p:cNvPr>
              <p:cNvSpPr/>
              <p:nvPr/>
            </p:nvSpPr>
            <p:spPr>
              <a:xfrm>
                <a:off x="401827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8" name="椭圆 15167">
                <a:extLst>
                  <a:ext uri="{FF2B5EF4-FFF2-40B4-BE49-F238E27FC236}">
                    <a16:creationId xmlns:a16="http://schemas.microsoft.com/office/drawing/2014/main" id="{8BF9DAC7-40B5-460F-895E-77431C23A002}"/>
                  </a:ext>
                </a:extLst>
              </p:cNvPr>
              <p:cNvSpPr/>
              <p:nvPr/>
            </p:nvSpPr>
            <p:spPr>
              <a:xfrm>
                <a:off x="403886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9" name="椭圆 15168">
                <a:extLst>
                  <a:ext uri="{FF2B5EF4-FFF2-40B4-BE49-F238E27FC236}">
                    <a16:creationId xmlns:a16="http://schemas.microsoft.com/office/drawing/2014/main" id="{2E685D41-D203-429D-A1C8-E01F8B25E802}"/>
                  </a:ext>
                </a:extLst>
              </p:cNvPr>
              <p:cNvSpPr/>
              <p:nvPr/>
            </p:nvSpPr>
            <p:spPr>
              <a:xfrm>
                <a:off x="39240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0" name="椭圆 15169">
                <a:extLst>
                  <a:ext uri="{FF2B5EF4-FFF2-40B4-BE49-F238E27FC236}">
                    <a16:creationId xmlns:a16="http://schemas.microsoft.com/office/drawing/2014/main" id="{CC537EA6-8E93-4041-8FF2-F3791CB0D3FB}"/>
                  </a:ext>
                </a:extLst>
              </p:cNvPr>
              <p:cNvSpPr/>
              <p:nvPr/>
            </p:nvSpPr>
            <p:spPr>
              <a:xfrm>
                <a:off x="39528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1" name="椭圆 15170">
                <a:extLst>
                  <a:ext uri="{FF2B5EF4-FFF2-40B4-BE49-F238E27FC236}">
                    <a16:creationId xmlns:a16="http://schemas.microsoft.com/office/drawing/2014/main" id="{D4FB2ECA-DD87-494E-A52A-CA057520702B}"/>
                  </a:ext>
                </a:extLst>
              </p:cNvPr>
              <p:cNvSpPr/>
              <p:nvPr/>
            </p:nvSpPr>
            <p:spPr>
              <a:xfrm>
                <a:off x="40247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2" name="椭圆 15171">
                <a:extLst>
                  <a:ext uri="{FF2B5EF4-FFF2-40B4-BE49-F238E27FC236}">
                    <a16:creationId xmlns:a16="http://schemas.microsoft.com/office/drawing/2014/main" id="{4538D2C9-E3A4-483A-A822-3B67F0248DB2}"/>
                  </a:ext>
                </a:extLst>
              </p:cNvPr>
              <p:cNvSpPr/>
              <p:nvPr/>
            </p:nvSpPr>
            <p:spPr>
              <a:xfrm>
                <a:off x="390999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3" name="椭圆 15172">
                <a:extLst>
                  <a:ext uri="{FF2B5EF4-FFF2-40B4-BE49-F238E27FC236}">
                    <a16:creationId xmlns:a16="http://schemas.microsoft.com/office/drawing/2014/main" id="{277A08E0-924E-4514-88E7-1D960C888C85}"/>
                  </a:ext>
                </a:extLst>
              </p:cNvPr>
              <p:cNvSpPr/>
              <p:nvPr/>
            </p:nvSpPr>
            <p:spPr>
              <a:xfrm>
                <a:off x="400413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4" name="椭圆 15173">
                <a:extLst>
                  <a:ext uri="{FF2B5EF4-FFF2-40B4-BE49-F238E27FC236}">
                    <a16:creationId xmlns:a16="http://schemas.microsoft.com/office/drawing/2014/main" id="{300E1F79-C57A-4ACB-8AE5-86EAB761D697}"/>
                  </a:ext>
                </a:extLst>
              </p:cNvPr>
              <p:cNvSpPr/>
              <p:nvPr/>
            </p:nvSpPr>
            <p:spPr>
              <a:xfrm>
                <a:off x="4087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5" name="椭圆 15174">
                <a:extLst>
                  <a:ext uri="{FF2B5EF4-FFF2-40B4-BE49-F238E27FC236}">
                    <a16:creationId xmlns:a16="http://schemas.microsoft.com/office/drawing/2014/main" id="{66C3038D-5975-4437-B392-7E2E1E7D1C94}"/>
                  </a:ext>
                </a:extLst>
              </p:cNvPr>
              <p:cNvSpPr/>
              <p:nvPr/>
            </p:nvSpPr>
            <p:spPr>
              <a:xfrm>
                <a:off x="400575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6" name="椭圆 15175">
                <a:extLst>
                  <a:ext uri="{FF2B5EF4-FFF2-40B4-BE49-F238E27FC236}">
                    <a16:creationId xmlns:a16="http://schemas.microsoft.com/office/drawing/2014/main" id="{54CEFF6C-A52E-4D85-8011-0B916A76FFB7}"/>
                  </a:ext>
                </a:extLst>
              </p:cNvPr>
              <p:cNvSpPr/>
              <p:nvPr/>
            </p:nvSpPr>
            <p:spPr>
              <a:xfrm>
                <a:off x="405101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7" name="椭圆 15176">
                <a:extLst>
                  <a:ext uri="{FF2B5EF4-FFF2-40B4-BE49-F238E27FC236}">
                    <a16:creationId xmlns:a16="http://schemas.microsoft.com/office/drawing/2014/main" id="{2259BCC6-78A3-4069-8C3F-A6EEBA5E9BFC}"/>
                  </a:ext>
                </a:extLst>
              </p:cNvPr>
              <p:cNvSpPr/>
              <p:nvPr/>
            </p:nvSpPr>
            <p:spPr>
              <a:xfrm>
                <a:off x="4070610" y="3027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8" name="椭圆 15177">
                <a:extLst>
                  <a:ext uri="{FF2B5EF4-FFF2-40B4-BE49-F238E27FC236}">
                    <a16:creationId xmlns:a16="http://schemas.microsoft.com/office/drawing/2014/main" id="{C9EBFF94-01C4-4EE7-BD60-854870A019E8}"/>
                  </a:ext>
                </a:extLst>
              </p:cNvPr>
              <p:cNvSpPr/>
              <p:nvPr/>
            </p:nvSpPr>
            <p:spPr>
              <a:xfrm>
                <a:off x="3913921" y="28812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9" name="椭圆 15178">
                <a:extLst>
                  <a:ext uri="{FF2B5EF4-FFF2-40B4-BE49-F238E27FC236}">
                    <a16:creationId xmlns:a16="http://schemas.microsoft.com/office/drawing/2014/main" id="{169011AD-638B-4C00-A156-5D628F5C5B94}"/>
                  </a:ext>
                </a:extLst>
              </p:cNvPr>
              <p:cNvSpPr/>
              <p:nvPr/>
            </p:nvSpPr>
            <p:spPr>
              <a:xfrm>
                <a:off x="402443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0" name="椭圆 15179">
                <a:extLst>
                  <a:ext uri="{FF2B5EF4-FFF2-40B4-BE49-F238E27FC236}">
                    <a16:creationId xmlns:a16="http://schemas.microsoft.com/office/drawing/2014/main" id="{2D105C50-A460-4E96-9AB4-A6571384B544}"/>
                  </a:ext>
                </a:extLst>
              </p:cNvPr>
              <p:cNvSpPr/>
              <p:nvPr/>
            </p:nvSpPr>
            <p:spPr>
              <a:xfrm>
                <a:off x="400707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1" name="椭圆 15180">
                <a:extLst>
                  <a:ext uri="{FF2B5EF4-FFF2-40B4-BE49-F238E27FC236}">
                    <a16:creationId xmlns:a16="http://schemas.microsoft.com/office/drawing/2014/main" id="{5D1181BB-E24F-4FC8-9BFC-857912214927}"/>
                  </a:ext>
                </a:extLst>
              </p:cNvPr>
              <p:cNvSpPr/>
              <p:nvPr/>
            </p:nvSpPr>
            <p:spPr>
              <a:xfrm>
                <a:off x="3763363" y="276304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2" name="椭圆 15181">
                <a:extLst>
                  <a:ext uri="{FF2B5EF4-FFF2-40B4-BE49-F238E27FC236}">
                    <a16:creationId xmlns:a16="http://schemas.microsoft.com/office/drawing/2014/main" id="{DE081B94-1218-4C01-944B-E0049B4C8E62}"/>
                  </a:ext>
                </a:extLst>
              </p:cNvPr>
              <p:cNvSpPr/>
              <p:nvPr/>
            </p:nvSpPr>
            <p:spPr>
              <a:xfrm>
                <a:off x="402869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3" name="椭圆 15182">
                <a:extLst>
                  <a:ext uri="{FF2B5EF4-FFF2-40B4-BE49-F238E27FC236}">
                    <a16:creationId xmlns:a16="http://schemas.microsoft.com/office/drawing/2014/main" id="{542B3C8F-7141-47A1-8E68-50D66B194FF6}"/>
                  </a:ext>
                </a:extLst>
              </p:cNvPr>
              <p:cNvSpPr/>
              <p:nvPr/>
            </p:nvSpPr>
            <p:spPr>
              <a:xfrm>
                <a:off x="409123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4" name="椭圆 15183">
                <a:extLst>
                  <a:ext uri="{FF2B5EF4-FFF2-40B4-BE49-F238E27FC236}">
                    <a16:creationId xmlns:a16="http://schemas.microsoft.com/office/drawing/2014/main" id="{61BDC1D8-64E5-45C7-9A0C-62E03816E418}"/>
                  </a:ext>
                </a:extLst>
              </p:cNvPr>
              <p:cNvSpPr/>
              <p:nvPr/>
            </p:nvSpPr>
            <p:spPr>
              <a:xfrm>
                <a:off x="3974776"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5" name="椭圆 15184">
                <a:extLst>
                  <a:ext uri="{FF2B5EF4-FFF2-40B4-BE49-F238E27FC236}">
                    <a16:creationId xmlns:a16="http://schemas.microsoft.com/office/drawing/2014/main" id="{B6352AAA-F728-463A-8A73-F32E5D127E91}"/>
                  </a:ext>
                </a:extLst>
              </p:cNvPr>
              <p:cNvSpPr/>
              <p:nvPr/>
            </p:nvSpPr>
            <p:spPr>
              <a:xfrm>
                <a:off x="400854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6" name="椭圆 15185">
                <a:extLst>
                  <a:ext uri="{FF2B5EF4-FFF2-40B4-BE49-F238E27FC236}">
                    <a16:creationId xmlns:a16="http://schemas.microsoft.com/office/drawing/2014/main" id="{0A15A948-7C70-47E7-8737-E56D7B43FB97}"/>
                  </a:ext>
                </a:extLst>
              </p:cNvPr>
              <p:cNvSpPr/>
              <p:nvPr/>
            </p:nvSpPr>
            <p:spPr>
              <a:xfrm>
                <a:off x="3862977"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7" name="椭圆 15186">
                <a:extLst>
                  <a:ext uri="{FF2B5EF4-FFF2-40B4-BE49-F238E27FC236}">
                    <a16:creationId xmlns:a16="http://schemas.microsoft.com/office/drawing/2014/main" id="{DC1F4BD0-F82C-4B56-AE10-F3CCDB694562}"/>
                  </a:ext>
                </a:extLst>
              </p:cNvPr>
              <p:cNvSpPr/>
              <p:nvPr/>
            </p:nvSpPr>
            <p:spPr>
              <a:xfrm>
                <a:off x="400619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8" name="椭圆 15187">
                <a:extLst>
                  <a:ext uri="{FF2B5EF4-FFF2-40B4-BE49-F238E27FC236}">
                    <a16:creationId xmlns:a16="http://schemas.microsoft.com/office/drawing/2014/main" id="{E8FFEF05-C85B-4D8B-B601-61461CAAC6CD}"/>
                  </a:ext>
                </a:extLst>
              </p:cNvPr>
              <p:cNvSpPr/>
              <p:nvPr/>
            </p:nvSpPr>
            <p:spPr>
              <a:xfrm>
                <a:off x="3990963" y="2746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9" name="椭圆 15188">
                <a:extLst>
                  <a:ext uri="{FF2B5EF4-FFF2-40B4-BE49-F238E27FC236}">
                    <a16:creationId xmlns:a16="http://schemas.microsoft.com/office/drawing/2014/main" id="{B13EB6AC-39C2-4DC1-86A0-875F9715FA9F}"/>
                  </a:ext>
                </a:extLst>
              </p:cNvPr>
              <p:cNvSpPr/>
              <p:nvPr/>
            </p:nvSpPr>
            <p:spPr>
              <a:xfrm>
                <a:off x="395455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0" name="椭圆 15189">
                <a:extLst>
                  <a:ext uri="{FF2B5EF4-FFF2-40B4-BE49-F238E27FC236}">
                    <a16:creationId xmlns:a16="http://schemas.microsoft.com/office/drawing/2014/main" id="{0BC5511C-C8DB-4765-B485-24EEAA665DA7}"/>
                  </a:ext>
                </a:extLst>
              </p:cNvPr>
              <p:cNvSpPr/>
              <p:nvPr/>
            </p:nvSpPr>
            <p:spPr>
              <a:xfrm>
                <a:off x="4025538"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1" name="椭圆 15190">
                <a:extLst>
                  <a:ext uri="{FF2B5EF4-FFF2-40B4-BE49-F238E27FC236}">
                    <a16:creationId xmlns:a16="http://schemas.microsoft.com/office/drawing/2014/main" id="{D4B01292-F56D-460E-AE71-B842BEA74FDF}"/>
                  </a:ext>
                </a:extLst>
              </p:cNvPr>
              <p:cNvSpPr/>
              <p:nvPr/>
            </p:nvSpPr>
            <p:spPr>
              <a:xfrm>
                <a:off x="4020326" y="29238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2" name="椭圆 15191">
                <a:extLst>
                  <a:ext uri="{FF2B5EF4-FFF2-40B4-BE49-F238E27FC236}">
                    <a16:creationId xmlns:a16="http://schemas.microsoft.com/office/drawing/2014/main" id="{CE83C6C4-5D78-476B-8D67-15689704C660}"/>
                  </a:ext>
                </a:extLst>
              </p:cNvPr>
              <p:cNvSpPr/>
              <p:nvPr/>
            </p:nvSpPr>
            <p:spPr>
              <a:xfrm>
                <a:off x="3935026"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3" name="椭圆 15192">
                <a:extLst>
                  <a:ext uri="{FF2B5EF4-FFF2-40B4-BE49-F238E27FC236}">
                    <a16:creationId xmlns:a16="http://schemas.microsoft.com/office/drawing/2014/main" id="{96751391-965E-407E-AE8D-6EC72D822DFD}"/>
                  </a:ext>
                </a:extLst>
              </p:cNvPr>
              <p:cNvSpPr/>
              <p:nvPr/>
            </p:nvSpPr>
            <p:spPr>
              <a:xfrm>
                <a:off x="402025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4" name="椭圆 15193">
                <a:extLst>
                  <a:ext uri="{FF2B5EF4-FFF2-40B4-BE49-F238E27FC236}">
                    <a16:creationId xmlns:a16="http://schemas.microsoft.com/office/drawing/2014/main" id="{544C223B-14FE-411B-8593-6AA5ADE3B17D}"/>
                  </a:ext>
                </a:extLst>
              </p:cNvPr>
              <p:cNvSpPr/>
              <p:nvPr/>
            </p:nvSpPr>
            <p:spPr>
              <a:xfrm>
                <a:off x="406099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5" name="椭圆 15194">
                <a:extLst>
                  <a:ext uri="{FF2B5EF4-FFF2-40B4-BE49-F238E27FC236}">
                    <a16:creationId xmlns:a16="http://schemas.microsoft.com/office/drawing/2014/main" id="{376098F9-240E-409E-BA4C-B375FBF72988}"/>
                  </a:ext>
                </a:extLst>
              </p:cNvPr>
              <p:cNvSpPr/>
              <p:nvPr/>
            </p:nvSpPr>
            <p:spPr>
              <a:xfrm>
                <a:off x="3910765"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6" name="椭圆 15195">
                <a:extLst>
                  <a:ext uri="{FF2B5EF4-FFF2-40B4-BE49-F238E27FC236}">
                    <a16:creationId xmlns:a16="http://schemas.microsoft.com/office/drawing/2014/main" id="{818D95DE-3CA0-40B7-BBE4-98ACD337011B}"/>
                  </a:ext>
                </a:extLst>
              </p:cNvPr>
              <p:cNvSpPr/>
              <p:nvPr/>
            </p:nvSpPr>
            <p:spPr>
              <a:xfrm>
                <a:off x="389806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7" name="椭圆 15196">
                <a:extLst>
                  <a:ext uri="{FF2B5EF4-FFF2-40B4-BE49-F238E27FC236}">
                    <a16:creationId xmlns:a16="http://schemas.microsoft.com/office/drawing/2014/main" id="{6FE51D92-9C14-4AA0-AD41-2BABA33151B0}"/>
                  </a:ext>
                </a:extLst>
              </p:cNvPr>
              <p:cNvSpPr/>
              <p:nvPr/>
            </p:nvSpPr>
            <p:spPr>
              <a:xfrm>
                <a:off x="4016178"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8" name="椭圆 15197">
                <a:extLst>
                  <a:ext uri="{FF2B5EF4-FFF2-40B4-BE49-F238E27FC236}">
                    <a16:creationId xmlns:a16="http://schemas.microsoft.com/office/drawing/2014/main" id="{CF75B2D8-80BD-490D-AF71-D4352A62682E}"/>
                  </a:ext>
                </a:extLst>
              </p:cNvPr>
              <p:cNvSpPr/>
              <p:nvPr/>
            </p:nvSpPr>
            <p:spPr>
              <a:xfrm>
                <a:off x="405442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9" name="椭圆 15198">
                <a:extLst>
                  <a:ext uri="{FF2B5EF4-FFF2-40B4-BE49-F238E27FC236}">
                    <a16:creationId xmlns:a16="http://schemas.microsoft.com/office/drawing/2014/main" id="{E891A243-DC7A-4716-8407-8E491A837752}"/>
                  </a:ext>
                </a:extLst>
              </p:cNvPr>
              <p:cNvSpPr/>
              <p:nvPr/>
            </p:nvSpPr>
            <p:spPr>
              <a:xfrm>
                <a:off x="3940789" y="2956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0" name="椭圆 15199">
                <a:extLst>
                  <a:ext uri="{FF2B5EF4-FFF2-40B4-BE49-F238E27FC236}">
                    <a16:creationId xmlns:a16="http://schemas.microsoft.com/office/drawing/2014/main" id="{12E84E5F-9E6B-4427-B99F-2529799EAF98}"/>
                  </a:ext>
                </a:extLst>
              </p:cNvPr>
              <p:cNvSpPr/>
              <p:nvPr/>
            </p:nvSpPr>
            <p:spPr>
              <a:xfrm>
                <a:off x="4114141"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1" name="椭圆 15200">
                <a:extLst>
                  <a:ext uri="{FF2B5EF4-FFF2-40B4-BE49-F238E27FC236}">
                    <a16:creationId xmlns:a16="http://schemas.microsoft.com/office/drawing/2014/main" id="{68400656-D06B-40DE-931C-0FDF86D9A2A1}"/>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2" name="椭圆 15201">
                <a:extLst>
                  <a:ext uri="{FF2B5EF4-FFF2-40B4-BE49-F238E27FC236}">
                    <a16:creationId xmlns:a16="http://schemas.microsoft.com/office/drawing/2014/main" id="{9EFF8454-9A48-491F-931C-7E0DD289EB3C}"/>
                  </a:ext>
                </a:extLst>
              </p:cNvPr>
              <p:cNvSpPr/>
              <p:nvPr/>
            </p:nvSpPr>
            <p:spPr>
              <a:xfrm>
                <a:off x="3998230"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3" name="椭圆 15202">
                <a:extLst>
                  <a:ext uri="{FF2B5EF4-FFF2-40B4-BE49-F238E27FC236}">
                    <a16:creationId xmlns:a16="http://schemas.microsoft.com/office/drawing/2014/main" id="{46AA3A4B-0C51-4623-9424-77983830E2E5}"/>
                  </a:ext>
                </a:extLst>
              </p:cNvPr>
              <p:cNvSpPr/>
              <p:nvPr/>
            </p:nvSpPr>
            <p:spPr>
              <a:xfrm>
                <a:off x="401900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4" name="椭圆 15203">
                <a:extLst>
                  <a:ext uri="{FF2B5EF4-FFF2-40B4-BE49-F238E27FC236}">
                    <a16:creationId xmlns:a16="http://schemas.microsoft.com/office/drawing/2014/main" id="{D7377950-82D3-4F61-869F-163A89F1822B}"/>
                  </a:ext>
                </a:extLst>
              </p:cNvPr>
              <p:cNvSpPr/>
              <p:nvPr/>
            </p:nvSpPr>
            <p:spPr>
              <a:xfrm>
                <a:off x="4354000" y="27169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5" name="椭圆 15204">
                <a:extLst>
                  <a:ext uri="{FF2B5EF4-FFF2-40B4-BE49-F238E27FC236}">
                    <a16:creationId xmlns:a16="http://schemas.microsoft.com/office/drawing/2014/main" id="{0E82D7E8-EBF9-4E87-94CE-51480E345E2C}"/>
                  </a:ext>
                </a:extLst>
              </p:cNvPr>
              <p:cNvSpPr/>
              <p:nvPr/>
            </p:nvSpPr>
            <p:spPr>
              <a:xfrm>
                <a:off x="392247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6" name="椭圆 15205">
                <a:extLst>
                  <a:ext uri="{FF2B5EF4-FFF2-40B4-BE49-F238E27FC236}">
                    <a16:creationId xmlns:a16="http://schemas.microsoft.com/office/drawing/2014/main" id="{7F05A170-F6F1-46ED-BB0B-F1104ACA89A3}"/>
                  </a:ext>
                </a:extLst>
              </p:cNvPr>
              <p:cNvSpPr/>
              <p:nvPr/>
            </p:nvSpPr>
            <p:spPr>
              <a:xfrm>
                <a:off x="400256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7" name="椭圆 15206">
                <a:extLst>
                  <a:ext uri="{FF2B5EF4-FFF2-40B4-BE49-F238E27FC236}">
                    <a16:creationId xmlns:a16="http://schemas.microsoft.com/office/drawing/2014/main" id="{E8922099-DEEF-494D-84AD-60F3EF3A9BCB}"/>
                  </a:ext>
                </a:extLst>
              </p:cNvPr>
              <p:cNvSpPr/>
              <p:nvPr/>
            </p:nvSpPr>
            <p:spPr>
              <a:xfrm>
                <a:off x="4009241" y="27380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8" name="椭圆 15207">
                <a:extLst>
                  <a:ext uri="{FF2B5EF4-FFF2-40B4-BE49-F238E27FC236}">
                    <a16:creationId xmlns:a16="http://schemas.microsoft.com/office/drawing/2014/main" id="{0683C2C1-A0F1-4584-B0EC-1759C56F29E2}"/>
                  </a:ext>
                </a:extLst>
              </p:cNvPr>
              <p:cNvSpPr/>
              <p:nvPr/>
            </p:nvSpPr>
            <p:spPr>
              <a:xfrm>
                <a:off x="4027410" y="3021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9" name="椭圆 15208">
                <a:extLst>
                  <a:ext uri="{FF2B5EF4-FFF2-40B4-BE49-F238E27FC236}">
                    <a16:creationId xmlns:a16="http://schemas.microsoft.com/office/drawing/2014/main" id="{7FA890C0-4ABD-4E61-9B0B-7CEBD50FFCBD}"/>
                  </a:ext>
                </a:extLst>
              </p:cNvPr>
              <p:cNvSpPr/>
              <p:nvPr/>
            </p:nvSpPr>
            <p:spPr>
              <a:xfrm>
                <a:off x="385890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0" name="椭圆 15209">
                <a:extLst>
                  <a:ext uri="{FF2B5EF4-FFF2-40B4-BE49-F238E27FC236}">
                    <a16:creationId xmlns:a16="http://schemas.microsoft.com/office/drawing/2014/main" id="{8DDD5C3A-3013-476A-8598-F8264CCFFFE7}"/>
                  </a:ext>
                </a:extLst>
              </p:cNvPr>
              <p:cNvSpPr/>
              <p:nvPr/>
            </p:nvSpPr>
            <p:spPr>
              <a:xfrm>
                <a:off x="4124528" y="29977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1" name="椭圆 15210">
                <a:extLst>
                  <a:ext uri="{FF2B5EF4-FFF2-40B4-BE49-F238E27FC236}">
                    <a16:creationId xmlns:a16="http://schemas.microsoft.com/office/drawing/2014/main" id="{7F97F713-6BC3-45BA-AD08-3E56842FB8EE}"/>
                  </a:ext>
                </a:extLst>
              </p:cNvPr>
              <p:cNvSpPr/>
              <p:nvPr/>
            </p:nvSpPr>
            <p:spPr>
              <a:xfrm>
                <a:off x="392471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2" name="椭圆 15211">
                <a:extLst>
                  <a:ext uri="{FF2B5EF4-FFF2-40B4-BE49-F238E27FC236}">
                    <a16:creationId xmlns:a16="http://schemas.microsoft.com/office/drawing/2014/main" id="{FD1C1673-C5DD-4E7B-8A9F-DA39D03B2329}"/>
                  </a:ext>
                </a:extLst>
              </p:cNvPr>
              <p:cNvSpPr/>
              <p:nvPr/>
            </p:nvSpPr>
            <p:spPr>
              <a:xfrm>
                <a:off x="4010452"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3" name="椭圆 15212">
                <a:extLst>
                  <a:ext uri="{FF2B5EF4-FFF2-40B4-BE49-F238E27FC236}">
                    <a16:creationId xmlns:a16="http://schemas.microsoft.com/office/drawing/2014/main" id="{50CF970E-D208-49E0-B701-8A6E73AAF357}"/>
                  </a:ext>
                </a:extLst>
              </p:cNvPr>
              <p:cNvSpPr/>
              <p:nvPr/>
            </p:nvSpPr>
            <p:spPr>
              <a:xfrm>
                <a:off x="40078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4" name="椭圆 15213">
                <a:extLst>
                  <a:ext uri="{FF2B5EF4-FFF2-40B4-BE49-F238E27FC236}">
                    <a16:creationId xmlns:a16="http://schemas.microsoft.com/office/drawing/2014/main" id="{AF01F65D-C06E-44B7-9B0B-6B087F7B753C}"/>
                  </a:ext>
                </a:extLst>
              </p:cNvPr>
              <p:cNvSpPr/>
              <p:nvPr/>
            </p:nvSpPr>
            <p:spPr>
              <a:xfrm>
                <a:off x="406448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5" name="椭圆 15214">
                <a:extLst>
                  <a:ext uri="{FF2B5EF4-FFF2-40B4-BE49-F238E27FC236}">
                    <a16:creationId xmlns:a16="http://schemas.microsoft.com/office/drawing/2014/main" id="{8E252BE8-47A4-4A7D-841F-D60188B13B96}"/>
                  </a:ext>
                </a:extLst>
              </p:cNvPr>
              <p:cNvSpPr/>
              <p:nvPr/>
            </p:nvSpPr>
            <p:spPr>
              <a:xfrm>
                <a:off x="39756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6" name="椭圆 15215">
                <a:extLst>
                  <a:ext uri="{FF2B5EF4-FFF2-40B4-BE49-F238E27FC236}">
                    <a16:creationId xmlns:a16="http://schemas.microsoft.com/office/drawing/2014/main" id="{9EC5404F-20FE-4F14-8946-A738B52B1B80}"/>
                  </a:ext>
                </a:extLst>
              </p:cNvPr>
              <p:cNvSpPr/>
              <p:nvPr/>
            </p:nvSpPr>
            <p:spPr>
              <a:xfrm>
                <a:off x="4293879" y="2852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7" name="椭圆 15216">
                <a:extLst>
                  <a:ext uri="{FF2B5EF4-FFF2-40B4-BE49-F238E27FC236}">
                    <a16:creationId xmlns:a16="http://schemas.microsoft.com/office/drawing/2014/main" id="{1E3A652B-94A4-4D36-9149-2492646AC2A6}"/>
                  </a:ext>
                </a:extLst>
              </p:cNvPr>
              <p:cNvSpPr/>
              <p:nvPr/>
            </p:nvSpPr>
            <p:spPr>
              <a:xfrm>
                <a:off x="4236915" y="2859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8" name="椭圆 15217">
                <a:extLst>
                  <a:ext uri="{FF2B5EF4-FFF2-40B4-BE49-F238E27FC236}">
                    <a16:creationId xmlns:a16="http://schemas.microsoft.com/office/drawing/2014/main" id="{AC725F05-0A49-4A9F-A313-9F70F2CD5F8B}"/>
                  </a:ext>
                </a:extLst>
              </p:cNvPr>
              <p:cNvSpPr/>
              <p:nvPr/>
            </p:nvSpPr>
            <p:spPr>
              <a:xfrm>
                <a:off x="4190007"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9" name="椭圆 15218">
                <a:extLst>
                  <a:ext uri="{FF2B5EF4-FFF2-40B4-BE49-F238E27FC236}">
                    <a16:creationId xmlns:a16="http://schemas.microsoft.com/office/drawing/2014/main" id="{043EC816-F20B-403E-93E6-D2FA3D71F6AD}"/>
                  </a:ext>
                </a:extLst>
              </p:cNvPr>
              <p:cNvSpPr/>
              <p:nvPr/>
            </p:nvSpPr>
            <p:spPr>
              <a:xfrm>
                <a:off x="4183547"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0" name="椭圆 15219">
                <a:extLst>
                  <a:ext uri="{FF2B5EF4-FFF2-40B4-BE49-F238E27FC236}">
                    <a16:creationId xmlns:a16="http://schemas.microsoft.com/office/drawing/2014/main" id="{F01F5072-E3D0-4ACD-9969-D304BDF247A8}"/>
                  </a:ext>
                </a:extLst>
              </p:cNvPr>
              <p:cNvSpPr/>
              <p:nvPr/>
            </p:nvSpPr>
            <p:spPr>
              <a:xfrm>
                <a:off x="4093219" y="3047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1" name="椭圆 15220">
                <a:extLst>
                  <a:ext uri="{FF2B5EF4-FFF2-40B4-BE49-F238E27FC236}">
                    <a16:creationId xmlns:a16="http://schemas.microsoft.com/office/drawing/2014/main" id="{2857A553-C4DC-4EC4-91FA-10D5FF15DFAF}"/>
                  </a:ext>
                </a:extLst>
              </p:cNvPr>
              <p:cNvSpPr/>
              <p:nvPr/>
            </p:nvSpPr>
            <p:spPr>
              <a:xfrm>
                <a:off x="3820694"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2" name="椭圆 15221">
                <a:extLst>
                  <a:ext uri="{FF2B5EF4-FFF2-40B4-BE49-F238E27FC236}">
                    <a16:creationId xmlns:a16="http://schemas.microsoft.com/office/drawing/2014/main" id="{BE930BDA-CC65-415F-BA7E-39E1C03D2F15}"/>
                  </a:ext>
                </a:extLst>
              </p:cNvPr>
              <p:cNvSpPr/>
              <p:nvPr/>
            </p:nvSpPr>
            <p:spPr>
              <a:xfrm>
                <a:off x="3880154" y="2915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3" name="椭圆 15222">
                <a:extLst>
                  <a:ext uri="{FF2B5EF4-FFF2-40B4-BE49-F238E27FC236}">
                    <a16:creationId xmlns:a16="http://schemas.microsoft.com/office/drawing/2014/main" id="{9A12BC42-D23B-4D20-839D-321B28C07588}"/>
                  </a:ext>
                </a:extLst>
              </p:cNvPr>
              <p:cNvSpPr/>
              <p:nvPr/>
            </p:nvSpPr>
            <p:spPr>
              <a:xfrm>
                <a:off x="3781971" y="269198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4" name="椭圆 15223">
                <a:extLst>
                  <a:ext uri="{FF2B5EF4-FFF2-40B4-BE49-F238E27FC236}">
                    <a16:creationId xmlns:a16="http://schemas.microsoft.com/office/drawing/2014/main" id="{D9A0B52E-B7DC-414D-833F-5DAB85C6079E}"/>
                  </a:ext>
                </a:extLst>
              </p:cNvPr>
              <p:cNvSpPr/>
              <p:nvPr/>
            </p:nvSpPr>
            <p:spPr>
              <a:xfrm>
                <a:off x="398351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5" name="椭圆 15224">
                <a:extLst>
                  <a:ext uri="{FF2B5EF4-FFF2-40B4-BE49-F238E27FC236}">
                    <a16:creationId xmlns:a16="http://schemas.microsoft.com/office/drawing/2014/main" id="{B45E99B6-FA1E-4D24-87A2-1C444E9CFA1C}"/>
                  </a:ext>
                </a:extLst>
              </p:cNvPr>
              <p:cNvSpPr/>
              <p:nvPr/>
            </p:nvSpPr>
            <p:spPr>
              <a:xfrm>
                <a:off x="399353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6" name="椭圆 15225">
                <a:extLst>
                  <a:ext uri="{FF2B5EF4-FFF2-40B4-BE49-F238E27FC236}">
                    <a16:creationId xmlns:a16="http://schemas.microsoft.com/office/drawing/2014/main" id="{27251F48-66FF-46DC-9A53-3A5FBFB34299}"/>
                  </a:ext>
                </a:extLst>
              </p:cNvPr>
              <p:cNvSpPr/>
              <p:nvPr/>
            </p:nvSpPr>
            <p:spPr>
              <a:xfrm>
                <a:off x="3820694"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7" name="椭圆 15226">
                <a:extLst>
                  <a:ext uri="{FF2B5EF4-FFF2-40B4-BE49-F238E27FC236}">
                    <a16:creationId xmlns:a16="http://schemas.microsoft.com/office/drawing/2014/main" id="{9C4E4259-59C0-49A9-9AE3-3F5B1A1B0A3E}"/>
                  </a:ext>
                </a:extLst>
              </p:cNvPr>
              <p:cNvSpPr/>
              <p:nvPr/>
            </p:nvSpPr>
            <p:spPr>
              <a:xfrm>
                <a:off x="40488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8" name="椭圆 15227">
                <a:extLst>
                  <a:ext uri="{FF2B5EF4-FFF2-40B4-BE49-F238E27FC236}">
                    <a16:creationId xmlns:a16="http://schemas.microsoft.com/office/drawing/2014/main" id="{47163943-B688-4859-987E-A22002B06350}"/>
                  </a:ext>
                </a:extLst>
              </p:cNvPr>
              <p:cNvSpPr/>
              <p:nvPr/>
            </p:nvSpPr>
            <p:spPr>
              <a:xfrm>
                <a:off x="4076336"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9" name="椭圆 15228">
                <a:extLst>
                  <a:ext uri="{FF2B5EF4-FFF2-40B4-BE49-F238E27FC236}">
                    <a16:creationId xmlns:a16="http://schemas.microsoft.com/office/drawing/2014/main" id="{2026333A-6E15-401D-8BD9-2BFCB76DF50B}"/>
                  </a:ext>
                </a:extLst>
              </p:cNvPr>
              <p:cNvSpPr/>
              <p:nvPr/>
            </p:nvSpPr>
            <p:spPr>
              <a:xfrm>
                <a:off x="40068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0" name="椭圆 15229">
                <a:extLst>
                  <a:ext uri="{FF2B5EF4-FFF2-40B4-BE49-F238E27FC236}">
                    <a16:creationId xmlns:a16="http://schemas.microsoft.com/office/drawing/2014/main" id="{86D444FB-C9DF-4738-A04D-8C067FF87A79}"/>
                  </a:ext>
                </a:extLst>
              </p:cNvPr>
              <p:cNvSpPr/>
              <p:nvPr/>
            </p:nvSpPr>
            <p:spPr>
              <a:xfrm>
                <a:off x="3856333"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1" name="椭圆 15230">
                <a:extLst>
                  <a:ext uri="{FF2B5EF4-FFF2-40B4-BE49-F238E27FC236}">
                    <a16:creationId xmlns:a16="http://schemas.microsoft.com/office/drawing/2014/main" id="{EF53732A-FA99-4C3E-967F-E42D7E310E23}"/>
                  </a:ext>
                </a:extLst>
              </p:cNvPr>
              <p:cNvSpPr/>
              <p:nvPr/>
            </p:nvSpPr>
            <p:spPr>
              <a:xfrm>
                <a:off x="3751691"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2" name="椭圆 15231">
                <a:extLst>
                  <a:ext uri="{FF2B5EF4-FFF2-40B4-BE49-F238E27FC236}">
                    <a16:creationId xmlns:a16="http://schemas.microsoft.com/office/drawing/2014/main" id="{2F70D7CC-1A0F-4397-BB0E-746E301D4089}"/>
                  </a:ext>
                </a:extLst>
              </p:cNvPr>
              <p:cNvSpPr/>
              <p:nvPr/>
            </p:nvSpPr>
            <p:spPr>
              <a:xfrm>
                <a:off x="399463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3" name="椭圆 15232">
                <a:extLst>
                  <a:ext uri="{FF2B5EF4-FFF2-40B4-BE49-F238E27FC236}">
                    <a16:creationId xmlns:a16="http://schemas.microsoft.com/office/drawing/2014/main" id="{9559C325-D475-4BF7-981E-F8E1F6D94B71}"/>
                  </a:ext>
                </a:extLst>
              </p:cNvPr>
              <p:cNvSpPr/>
              <p:nvPr/>
            </p:nvSpPr>
            <p:spPr>
              <a:xfrm>
                <a:off x="400208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4" name="椭圆 15233">
                <a:extLst>
                  <a:ext uri="{FF2B5EF4-FFF2-40B4-BE49-F238E27FC236}">
                    <a16:creationId xmlns:a16="http://schemas.microsoft.com/office/drawing/2014/main" id="{677D7928-6CC1-493C-9617-DA94899D3AFD}"/>
                  </a:ext>
                </a:extLst>
              </p:cNvPr>
              <p:cNvSpPr/>
              <p:nvPr/>
            </p:nvSpPr>
            <p:spPr>
              <a:xfrm>
                <a:off x="39540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5" name="椭圆 15234">
                <a:extLst>
                  <a:ext uri="{FF2B5EF4-FFF2-40B4-BE49-F238E27FC236}">
                    <a16:creationId xmlns:a16="http://schemas.microsoft.com/office/drawing/2014/main" id="{E806FC14-3BF9-4698-AABB-4957A47ACA1D}"/>
                  </a:ext>
                </a:extLst>
              </p:cNvPr>
              <p:cNvSpPr/>
              <p:nvPr/>
            </p:nvSpPr>
            <p:spPr>
              <a:xfrm>
                <a:off x="403467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6" name="椭圆 15235">
                <a:extLst>
                  <a:ext uri="{FF2B5EF4-FFF2-40B4-BE49-F238E27FC236}">
                    <a16:creationId xmlns:a16="http://schemas.microsoft.com/office/drawing/2014/main" id="{AC8030FF-228E-46FA-A707-3EB9C0D67F03}"/>
                  </a:ext>
                </a:extLst>
              </p:cNvPr>
              <p:cNvSpPr/>
              <p:nvPr/>
            </p:nvSpPr>
            <p:spPr>
              <a:xfrm>
                <a:off x="401122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7" name="椭圆 15236">
                <a:extLst>
                  <a:ext uri="{FF2B5EF4-FFF2-40B4-BE49-F238E27FC236}">
                    <a16:creationId xmlns:a16="http://schemas.microsoft.com/office/drawing/2014/main" id="{1A0BBBC6-5AB3-4757-B16C-6BCC7AEF1F3C}"/>
                  </a:ext>
                </a:extLst>
              </p:cNvPr>
              <p:cNvSpPr/>
              <p:nvPr/>
            </p:nvSpPr>
            <p:spPr>
              <a:xfrm>
                <a:off x="401849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8" name="椭圆 15237">
                <a:extLst>
                  <a:ext uri="{FF2B5EF4-FFF2-40B4-BE49-F238E27FC236}">
                    <a16:creationId xmlns:a16="http://schemas.microsoft.com/office/drawing/2014/main" id="{85BBC719-1976-4D7D-ACC0-0E95FDE286FD}"/>
                  </a:ext>
                </a:extLst>
              </p:cNvPr>
              <p:cNvSpPr/>
              <p:nvPr/>
            </p:nvSpPr>
            <p:spPr>
              <a:xfrm>
                <a:off x="396872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9" name="椭圆 15238">
                <a:extLst>
                  <a:ext uri="{FF2B5EF4-FFF2-40B4-BE49-F238E27FC236}">
                    <a16:creationId xmlns:a16="http://schemas.microsoft.com/office/drawing/2014/main" id="{0AA2413C-E559-40CC-8946-8E4E53A4E1A4}"/>
                  </a:ext>
                </a:extLst>
              </p:cNvPr>
              <p:cNvSpPr/>
              <p:nvPr/>
            </p:nvSpPr>
            <p:spPr>
              <a:xfrm>
                <a:off x="4040806"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0" name="椭圆 15239">
                <a:extLst>
                  <a:ext uri="{FF2B5EF4-FFF2-40B4-BE49-F238E27FC236}">
                    <a16:creationId xmlns:a16="http://schemas.microsoft.com/office/drawing/2014/main" id="{5CBDA38A-FCEA-4BA0-909A-B550A729944B}"/>
                  </a:ext>
                </a:extLst>
              </p:cNvPr>
              <p:cNvSpPr/>
              <p:nvPr/>
            </p:nvSpPr>
            <p:spPr>
              <a:xfrm>
                <a:off x="403148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1" name="椭圆 15240">
                <a:extLst>
                  <a:ext uri="{FF2B5EF4-FFF2-40B4-BE49-F238E27FC236}">
                    <a16:creationId xmlns:a16="http://schemas.microsoft.com/office/drawing/2014/main" id="{CDA35F20-F158-4AAA-AD87-7359EA0C4B86}"/>
                  </a:ext>
                </a:extLst>
              </p:cNvPr>
              <p:cNvSpPr/>
              <p:nvPr/>
            </p:nvSpPr>
            <p:spPr>
              <a:xfrm>
                <a:off x="40009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2" name="椭圆 15241">
                <a:extLst>
                  <a:ext uri="{FF2B5EF4-FFF2-40B4-BE49-F238E27FC236}">
                    <a16:creationId xmlns:a16="http://schemas.microsoft.com/office/drawing/2014/main" id="{CB16FB80-EB52-4486-A9CC-FCAF26177367}"/>
                  </a:ext>
                </a:extLst>
              </p:cNvPr>
              <p:cNvSpPr/>
              <p:nvPr/>
            </p:nvSpPr>
            <p:spPr>
              <a:xfrm>
                <a:off x="39155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3" name="椭圆 15242">
                <a:extLst>
                  <a:ext uri="{FF2B5EF4-FFF2-40B4-BE49-F238E27FC236}">
                    <a16:creationId xmlns:a16="http://schemas.microsoft.com/office/drawing/2014/main" id="{C01F61F5-A4B9-425B-A201-2E4F82448E2B}"/>
                  </a:ext>
                </a:extLst>
              </p:cNvPr>
              <p:cNvSpPr/>
              <p:nvPr/>
            </p:nvSpPr>
            <p:spPr>
              <a:xfrm>
                <a:off x="3937779"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4" name="椭圆 15243">
                <a:extLst>
                  <a:ext uri="{FF2B5EF4-FFF2-40B4-BE49-F238E27FC236}">
                    <a16:creationId xmlns:a16="http://schemas.microsoft.com/office/drawing/2014/main" id="{77A1FCF6-CD21-4ED9-B867-7ABD1232749B}"/>
                  </a:ext>
                </a:extLst>
              </p:cNvPr>
              <p:cNvSpPr/>
              <p:nvPr/>
            </p:nvSpPr>
            <p:spPr>
              <a:xfrm>
                <a:off x="4142256"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5" name="椭圆 15244">
                <a:extLst>
                  <a:ext uri="{FF2B5EF4-FFF2-40B4-BE49-F238E27FC236}">
                    <a16:creationId xmlns:a16="http://schemas.microsoft.com/office/drawing/2014/main" id="{5875F193-7BA1-4804-AB35-0C995E5BF0DB}"/>
                  </a:ext>
                </a:extLst>
              </p:cNvPr>
              <p:cNvSpPr/>
              <p:nvPr/>
            </p:nvSpPr>
            <p:spPr>
              <a:xfrm>
                <a:off x="401918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6" name="椭圆 15245">
                <a:extLst>
                  <a:ext uri="{FF2B5EF4-FFF2-40B4-BE49-F238E27FC236}">
                    <a16:creationId xmlns:a16="http://schemas.microsoft.com/office/drawing/2014/main" id="{BEF81E7C-A05C-437E-AABE-1CC398657A2E}"/>
                  </a:ext>
                </a:extLst>
              </p:cNvPr>
              <p:cNvSpPr/>
              <p:nvPr/>
            </p:nvSpPr>
            <p:spPr>
              <a:xfrm>
                <a:off x="39616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7" name="椭圆 15246">
                <a:extLst>
                  <a:ext uri="{FF2B5EF4-FFF2-40B4-BE49-F238E27FC236}">
                    <a16:creationId xmlns:a16="http://schemas.microsoft.com/office/drawing/2014/main" id="{A9FFE32C-D83C-4158-9CD8-6121F6348493}"/>
                  </a:ext>
                </a:extLst>
              </p:cNvPr>
              <p:cNvSpPr/>
              <p:nvPr/>
            </p:nvSpPr>
            <p:spPr>
              <a:xfrm>
                <a:off x="3967582"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8" name="椭圆 15247">
                <a:extLst>
                  <a:ext uri="{FF2B5EF4-FFF2-40B4-BE49-F238E27FC236}">
                    <a16:creationId xmlns:a16="http://schemas.microsoft.com/office/drawing/2014/main" id="{E631C82F-EBA0-4F1A-9E85-94987D1D80A3}"/>
                  </a:ext>
                </a:extLst>
              </p:cNvPr>
              <p:cNvSpPr/>
              <p:nvPr/>
            </p:nvSpPr>
            <p:spPr>
              <a:xfrm>
                <a:off x="4056002"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9" name="椭圆 15248">
                <a:extLst>
                  <a:ext uri="{FF2B5EF4-FFF2-40B4-BE49-F238E27FC236}">
                    <a16:creationId xmlns:a16="http://schemas.microsoft.com/office/drawing/2014/main" id="{86F14FE5-1842-4AEF-863B-072C621C1360}"/>
                  </a:ext>
                </a:extLst>
              </p:cNvPr>
              <p:cNvSpPr/>
              <p:nvPr/>
            </p:nvSpPr>
            <p:spPr>
              <a:xfrm>
                <a:off x="4085622"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0" name="椭圆 15249">
                <a:extLst>
                  <a:ext uri="{FF2B5EF4-FFF2-40B4-BE49-F238E27FC236}">
                    <a16:creationId xmlns:a16="http://schemas.microsoft.com/office/drawing/2014/main" id="{B478B407-C6A0-4C91-ACA3-581EE9A0DCF1}"/>
                  </a:ext>
                </a:extLst>
              </p:cNvPr>
              <p:cNvSpPr/>
              <p:nvPr/>
            </p:nvSpPr>
            <p:spPr>
              <a:xfrm>
                <a:off x="3903094"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1" name="椭圆 15250">
                <a:extLst>
                  <a:ext uri="{FF2B5EF4-FFF2-40B4-BE49-F238E27FC236}">
                    <a16:creationId xmlns:a16="http://schemas.microsoft.com/office/drawing/2014/main" id="{6051F6F4-00AC-415C-8BFE-84DD6A0F782C}"/>
                  </a:ext>
                </a:extLst>
              </p:cNvPr>
              <p:cNvSpPr/>
              <p:nvPr/>
            </p:nvSpPr>
            <p:spPr>
              <a:xfrm>
                <a:off x="397070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2" name="椭圆 15251">
                <a:extLst>
                  <a:ext uri="{FF2B5EF4-FFF2-40B4-BE49-F238E27FC236}">
                    <a16:creationId xmlns:a16="http://schemas.microsoft.com/office/drawing/2014/main" id="{73FFFC7A-B493-417D-80CD-9DA02580C21F}"/>
                  </a:ext>
                </a:extLst>
              </p:cNvPr>
              <p:cNvSpPr/>
              <p:nvPr/>
            </p:nvSpPr>
            <p:spPr>
              <a:xfrm>
                <a:off x="40369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3" name="椭圆 15252">
                <a:extLst>
                  <a:ext uri="{FF2B5EF4-FFF2-40B4-BE49-F238E27FC236}">
                    <a16:creationId xmlns:a16="http://schemas.microsoft.com/office/drawing/2014/main" id="{6656BA1C-0412-48AE-82B2-2987278D9F69}"/>
                  </a:ext>
                </a:extLst>
              </p:cNvPr>
              <p:cNvSpPr/>
              <p:nvPr/>
            </p:nvSpPr>
            <p:spPr>
              <a:xfrm>
                <a:off x="405816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4" name="椭圆 15253">
                <a:extLst>
                  <a:ext uri="{FF2B5EF4-FFF2-40B4-BE49-F238E27FC236}">
                    <a16:creationId xmlns:a16="http://schemas.microsoft.com/office/drawing/2014/main" id="{28DDCDC5-71C0-4774-9B68-30D75C25B5E2}"/>
                  </a:ext>
                </a:extLst>
              </p:cNvPr>
              <p:cNvSpPr/>
              <p:nvPr/>
            </p:nvSpPr>
            <p:spPr>
              <a:xfrm>
                <a:off x="404851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5" name="椭圆 15254">
                <a:extLst>
                  <a:ext uri="{FF2B5EF4-FFF2-40B4-BE49-F238E27FC236}">
                    <a16:creationId xmlns:a16="http://schemas.microsoft.com/office/drawing/2014/main" id="{13C1FFF1-E389-462E-A1C2-35F2C7CA6E48}"/>
                  </a:ext>
                </a:extLst>
              </p:cNvPr>
              <p:cNvSpPr/>
              <p:nvPr/>
            </p:nvSpPr>
            <p:spPr>
              <a:xfrm>
                <a:off x="4077253"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6" name="椭圆 15255">
                <a:extLst>
                  <a:ext uri="{FF2B5EF4-FFF2-40B4-BE49-F238E27FC236}">
                    <a16:creationId xmlns:a16="http://schemas.microsoft.com/office/drawing/2014/main" id="{D879887C-2A73-44B0-8139-11EBCEC66C3F}"/>
                  </a:ext>
                </a:extLst>
              </p:cNvPr>
              <p:cNvSpPr/>
              <p:nvPr/>
            </p:nvSpPr>
            <p:spPr>
              <a:xfrm>
                <a:off x="4067013"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7" name="椭圆 15256">
                <a:extLst>
                  <a:ext uri="{FF2B5EF4-FFF2-40B4-BE49-F238E27FC236}">
                    <a16:creationId xmlns:a16="http://schemas.microsoft.com/office/drawing/2014/main" id="{100F0FA1-F344-4A3D-B93C-611CC43CA5A8}"/>
                  </a:ext>
                </a:extLst>
              </p:cNvPr>
              <p:cNvSpPr/>
              <p:nvPr/>
            </p:nvSpPr>
            <p:spPr>
              <a:xfrm>
                <a:off x="396725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8" name="椭圆 15257">
                <a:extLst>
                  <a:ext uri="{FF2B5EF4-FFF2-40B4-BE49-F238E27FC236}">
                    <a16:creationId xmlns:a16="http://schemas.microsoft.com/office/drawing/2014/main" id="{E25A738A-64FB-4F76-90FC-B060F9229A8E}"/>
                  </a:ext>
                </a:extLst>
              </p:cNvPr>
              <p:cNvSpPr/>
              <p:nvPr/>
            </p:nvSpPr>
            <p:spPr>
              <a:xfrm>
                <a:off x="3973969"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9" name="椭圆 15258">
                <a:extLst>
                  <a:ext uri="{FF2B5EF4-FFF2-40B4-BE49-F238E27FC236}">
                    <a16:creationId xmlns:a16="http://schemas.microsoft.com/office/drawing/2014/main" id="{8FA4B266-5EC8-482C-931C-44C0DB528601}"/>
                  </a:ext>
                </a:extLst>
              </p:cNvPr>
              <p:cNvSpPr/>
              <p:nvPr/>
            </p:nvSpPr>
            <p:spPr>
              <a:xfrm>
                <a:off x="398182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0" name="椭圆 15259">
                <a:extLst>
                  <a:ext uri="{FF2B5EF4-FFF2-40B4-BE49-F238E27FC236}">
                    <a16:creationId xmlns:a16="http://schemas.microsoft.com/office/drawing/2014/main" id="{C58B9E0D-95FB-47BA-A8C3-E65D57EBC00B}"/>
                  </a:ext>
                </a:extLst>
              </p:cNvPr>
              <p:cNvSpPr/>
              <p:nvPr/>
            </p:nvSpPr>
            <p:spPr>
              <a:xfrm>
                <a:off x="401775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1" name="椭圆 15260">
                <a:extLst>
                  <a:ext uri="{FF2B5EF4-FFF2-40B4-BE49-F238E27FC236}">
                    <a16:creationId xmlns:a16="http://schemas.microsoft.com/office/drawing/2014/main" id="{BD0D3CA7-0F19-4BFF-A863-AF81066BDE08}"/>
                  </a:ext>
                </a:extLst>
              </p:cNvPr>
              <p:cNvSpPr/>
              <p:nvPr/>
            </p:nvSpPr>
            <p:spPr>
              <a:xfrm>
                <a:off x="401603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2" name="椭圆 15261">
                <a:extLst>
                  <a:ext uri="{FF2B5EF4-FFF2-40B4-BE49-F238E27FC236}">
                    <a16:creationId xmlns:a16="http://schemas.microsoft.com/office/drawing/2014/main" id="{E01F065A-B8C1-4B87-823F-14557985C32B}"/>
                  </a:ext>
                </a:extLst>
              </p:cNvPr>
              <p:cNvSpPr/>
              <p:nvPr/>
            </p:nvSpPr>
            <p:spPr>
              <a:xfrm>
                <a:off x="4038237"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3" name="椭圆 15262">
                <a:extLst>
                  <a:ext uri="{FF2B5EF4-FFF2-40B4-BE49-F238E27FC236}">
                    <a16:creationId xmlns:a16="http://schemas.microsoft.com/office/drawing/2014/main" id="{EDC63B9F-93F6-4424-834B-C3892A4E1BAC}"/>
                  </a:ext>
                </a:extLst>
              </p:cNvPr>
              <p:cNvSpPr/>
              <p:nvPr/>
            </p:nvSpPr>
            <p:spPr>
              <a:xfrm>
                <a:off x="400799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4" name="椭圆 15263">
                <a:extLst>
                  <a:ext uri="{FF2B5EF4-FFF2-40B4-BE49-F238E27FC236}">
                    <a16:creationId xmlns:a16="http://schemas.microsoft.com/office/drawing/2014/main" id="{1849DB8B-254C-4F47-956C-718CEA234829}"/>
                  </a:ext>
                </a:extLst>
              </p:cNvPr>
              <p:cNvSpPr/>
              <p:nvPr/>
            </p:nvSpPr>
            <p:spPr>
              <a:xfrm>
                <a:off x="402006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5" name="椭圆 15264">
                <a:extLst>
                  <a:ext uri="{FF2B5EF4-FFF2-40B4-BE49-F238E27FC236}">
                    <a16:creationId xmlns:a16="http://schemas.microsoft.com/office/drawing/2014/main" id="{16B2AA50-A496-4E61-847B-430F1A42B708}"/>
                  </a:ext>
                </a:extLst>
              </p:cNvPr>
              <p:cNvSpPr/>
              <p:nvPr/>
            </p:nvSpPr>
            <p:spPr>
              <a:xfrm>
                <a:off x="3951249"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6" name="椭圆 15265">
                <a:extLst>
                  <a:ext uri="{FF2B5EF4-FFF2-40B4-BE49-F238E27FC236}">
                    <a16:creationId xmlns:a16="http://schemas.microsoft.com/office/drawing/2014/main" id="{2ECB755B-17CA-462C-B5AA-C7D319A32776}"/>
                  </a:ext>
                </a:extLst>
              </p:cNvPr>
              <p:cNvSpPr/>
              <p:nvPr/>
            </p:nvSpPr>
            <p:spPr>
              <a:xfrm>
                <a:off x="3992651"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7" name="椭圆 15266">
                <a:extLst>
                  <a:ext uri="{FF2B5EF4-FFF2-40B4-BE49-F238E27FC236}">
                    <a16:creationId xmlns:a16="http://schemas.microsoft.com/office/drawing/2014/main" id="{A72F43BA-A863-404E-A665-B52306E28878}"/>
                  </a:ext>
                </a:extLst>
              </p:cNvPr>
              <p:cNvSpPr/>
              <p:nvPr/>
            </p:nvSpPr>
            <p:spPr>
              <a:xfrm>
                <a:off x="400678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8" name="椭圆 15267">
                <a:extLst>
                  <a:ext uri="{FF2B5EF4-FFF2-40B4-BE49-F238E27FC236}">
                    <a16:creationId xmlns:a16="http://schemas.microsoft.com/office/drawing/2014/main" id="{8C811B91-D87A-4F9B-BEA2-E9A2FC06B824}"/>
                  </a:ext>
                </a:extLst>
              </p:cNvPr>
              <p:cNvSpPr/>
              <p:nvPr/>
            </p:nvSpPr>
            <p:spPr>
              <a:xfrm>
                <a:off x="39871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9" name="椭圆 15268">
                <a:extLst>
                  <a:ext uri="{FF2B5EF4-FFF2-40B4-BE49-F238E27FC236}">
                    <a16:creationId xmlns:a16="http://schemas.microsoft.com/office/drawing/2014/main" id="{CFE0FD2D-0DD5-41D8-92E6-4412B2196AE8}"/>
                  </a:ext>
                </a:extLst>
              </p:cNvPr>
              <p:cNvSpPr/>
              <p:nvPr/>
            </p:nvSpPr>
            <p:spPr>
              <a:xfrm>
                <a:off x="3960682"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0" name="椭圆 15269">
                <a:extLst>
                  <a:ext uri="{FF2B5EF4-FFF2-40B4-BE49-F238E27FC236}">
                    <a16:creationId xmlns:a16="http://schemas.microsoft.com/office/drawing/2014/main" id="{230902FC-C369-47DD-BA08-222AB56FCF1B}"/>
                  </a:ext>
                </a:extLst>
              </p:cNvPr>
              <p:cNvSpPr/>
              <p:nvPr/>
            </p:nvSpPr>
            <p:spPr>
              <a:xfrm>
                <a:off x="4153854"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1" name="椭圆 15270">
                <a:extLst>
                  <a:ext uri="{FF2B5EF4-FFF2-40B4-BE49-F238E27FC236}">
                    <a16:creationId xmlns:a16="http://schemas.microsoft.com/office/drawing/2014/main" id="{AFD5EB16-A2D6-449B-A584-6978FAE6B13A}"/>
                  </a:ext>
                </a:extLst>
              </p:cNvPr>
              <p:cNvSpPr/>
              <p:nvPr/>
            </p:nvSpPr>
            <p:spPr>
              <a:xfrm>
                <a:off x="39458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2" name="椭圆 15271">
                <a:extLst>
                  <a:ext uri="{FF2B5EF4-FFF2-40B4-BE49-F238E27FC236}">
                    <a16:creationId xmlns:a16="http://schemas.microsoft.com/office/drawing/2014/main" id="{C46AE295-7C11-4F48-840F-4D0BB5AB8E12}"/>
                  </a:ext>
                </a:extLst>
              </p:cNvPr>
              <p:cNvSpPr/>
              <p:nvPr/>
            </p:nvSpPr>
            <p:spPr>
              <a:xfrm>
                <a:off x="3988760" y="30019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3" name="椭圆 15272">
                <a:extLst>
                  <a:ext uri="{FF2B5EF4-FFF2-40B4-BE49-F238E27FC236}">
                    <a16:creationId xmlns:a16="http://schemas.microsoft.com/office/drawing/2014/main" id="{404C3BA0-4C69-449D-AA25-0139CAF0CB01}"/>
                  </a:ext>
                </a:extLst>
              </p:cNvPr>
              <p:cNvSpPr/>
              <p:nvPr/>
            </p:nvSpPr>
            <p:spPr>
              <a:xfrm>
                <a:off x="4027410"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4" name="椭圆 15273">
                <a:extLst>
                  <a:ext uri="{FF2B5EF4-FFF2-40B4-BE49-F238E27FC236}">
                    <a16:creationId xmlns:a16="http://schemas.microsoft.com/office/drawing/2014/main" id="{0A91C837-8955-49DA-B046-F932E2F42D75}"/>
                  </a:ext>
                </a:extLst>
              </p:cNvPr>
              <p:cNvSpPr/>
              <p:nvPr/>
            </p:nvSpPr>
            <p:spPr>
              <a:xfrm>
                <a:off x="4027006"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5" name="椭圆 15274">
                <a:extLst>
                  <a:ext uri="{FF2B5EF4-FFF2-40B4-BE49-F238E27FC236}">
                    <a16:creationId xmlns:a16="http://schemas.microsoft.com/office/drawing/2014/main" id="{31562A84-D2EC-4A83-9C19-9107145A3E30}"/>
                  </a:ext>
                </a:extLst>
              </p:cNvPr>
              <p:cNvSpPr/>
              <p:nvPr/>
            </p:nvSpPr>
            <p:spPr>
              <a:xfrm>
                <a:off x="3848699" y="29917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6" name="椭圆 15275">
                <a:extLst>
                  <a:ext uri="{FF2B5EF4-FFF2-40B4-BE49-F238E27FC236}">
                    <a16:creationId xmlns:a16="http://schemas.microsoft.com/office/drawing/2014/main" id="{9AB597C8-1589-49CF-AF46-B50D056A90D3}"/>
                  </a:ext>
                </a:extLst>
              </p:cNvPr>
              <p:cNvSpPr/>
              <p:nvPr/>
            </p:nvSpPr>
            <p:spPr>
              <a:xfrm>
                <a:off x="4126143" y="275893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7" name="椭圆 15276">
                <a:extLst>
                  <a:ext uri="{FF2B5EF4-FFF2-40B4-BE49-F238E27FC236}">
                    <a16:creationId xmlns:a16="http://schemas.microsoft.com/office/drawing/2014/main" id="{F8EF9DBF-0DC9-4349-87AE-669AFBE65D01}"/>
                  </a:ext>
                </a:extLst>
              </p:cNvPr>
              <p:cNvSpPr/>
              <p:nvPr/>
            </p:nvSpPr>
            <p:spPr>
              <a:xfrm>
                <a:off x="3999148"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8" name="椭圆 15277">
                <a:extLst>
                  <a:ext uri="{FF2B5EF4-FFF2-40B4-BE49-F238E27FC236}">
                    <a16:creationId xmlns:a16="http://schemas.microsoft.com/office/drawing/2014/main" id="{AD6BF687-5D6F-49BB-B1CA-5953C5A17542}"/>
                  </a:ext>
                </a:extLst>
              </p:cNvPr>
              <p:cNvSpPr/>
              <p:nvPr/>
            </p:nvSpPr>
            <p:spPr>
              <a:xfrm>
                <a:off x="3915059" y="3002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9" name="椭圆 15278">
                <a:extLst>
                  <a:ext uri="{FF2B5EF4-FFF2-40B4-BE49-F238E27FC236}">
                    <a16:creationId xmlns:a16="http://schemas.microsoft.com/office/drawing/2014/main" id="{BDEDB776-668D-4922-9A99-49FD27474C8E}"/>
                  </a:ext>
                </a:extLst>
              </p:cNvPr>
              <p:cNvSpPr/>
              <p:nvPr/>
            </p:nvSpPr>
            <p:spPr>
              <a:xfrm>
                <a:off x="3999111" y="3032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0" name="椭圆 15279">
                <a:extLst>
                  <a:ext uri="{FF2B5EF4-FFF2-40B4-BE49-F238E27FC236}">
                    <a16:creationId xmlns:a16="http://schemas.microsoft.com/office/drawing/2014/main" id="{54E54F08-75C6-4780-803B-AC1538FD5A7D}"/>
                  </a:ext>
                </a:extLst>
              </p:cNvPr>
              <p:cNvSpPr/>
              <p:nvPr/>
            </p:nvSpPr>
            <p:spPr>
              <a:xfrm>
                <a:off x="3951359"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1" name="椭圆 15280">
                <a:extLst>
                  <a:ext uri="{FF2B5EF4-FFF2-40B4-BE49-F238E27FC236}">
                    <a16:creationId xmlns:a16="http://schemas.microsoft.com/office/drawing/2014/main" id="{4F6CEBF9-9D43-4196-A2AE-D58CAA7DC525}"/>
                  </a:ext>
                </a:extLst>
              </p:cNvPr>
              <p:cNvSpPr/>
              <p:nvPr/>
            </p:nvSpPr>
            <p:spPr>
              <a:xfrm>
                <a:off x="4019114"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2" name="椭圆 15281">
                <a:extLst>
                  <a:ext uri="{FF2B5EF4-FFF2-40B4-BE49-F238E27FC236}">
                    <a16:creationId xmlns:a16="http://schemas.microsoft.com/office/drawing/2014/main" id="{32802D18-FBB2-41F9-941A-2278EE4E4E3A}"/>
                  </a:ext>
                </a:extLst>
              </p:cNvPr>
              <p:cNvSpPr/>
              <p:nvPr/>
            </p:nvSpPr>
            <p:spPr>
              <a:xfrm>
                <a:off x="4041284"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3" name="椭圆 15282">
                <a:extLst>
                  <a:ext uri="{FF2B5EF4-FFF2-40B4-BE49-F238E27FC236}">
                    <a16:creationId xmlns:a16="http://schemas.microsoft.com/office/drawing/2014/main" id="{2F9C01A4-F81C-48C6-8FEF-489E99A5CF3F}"/>
                  </a:ext>
                </a:extLst>
              </p:cNvPr>
              <p:cNvSpPr/>
              <p:nvPr/>
            </p:nvSpPr>
            <p:spPr>
              <a:xfrm>
                <a:off x="3986742"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4" name="椭圆 15283">
                <a:extLst>
                  <a:ext uri="{FF2B5EF4-FFF2-40B4-BE49-F238E27FC236}">
                    <a16:creationId xmlns:a16="http://schemas.microsoft.com/office/drawing/2014/main" id="{25CC290B-ADA8-4CDE-AC9E-E6FF8C29FF6F}"/>
                  </a:ext>
                </a:extLst>
              </p:cNvPr>
              <p:cNvSpPr/>
              <p:nvPr/>
            </p:nvSpPr>
            <p:spPr>
              <a:xfrm>
                <a:off x="397672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5" name="椭圆 15284">
                <a:extLst>
                  <a:ext uri="{FF2B5EF4-FFF2-40B4-BE49-F238E27FC236}">
                    <a16:creationId xmlns:a16="http://schemas.microsoft.com/office/drawing/2014/main" id="{3409F6E3-33FF-49FB-933A-0B26A14C5C2B}"/>
                  </a:ext>
                </a:extLst>
              </p:cNvPr>
              <p:cNvSpPr/>
              <p:nvPr/>
            </p:nvSpPr>
            <p:spPr>
              <a:xfrm>
                <a:off x="403350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6" name="椭圆 15285">
                <a:extLst>
                  <a:ext uri="{FF2B5EF4-FFF2-40B4-BE49-F238E27FC236}">
                    <a16:creationId xmlns:a16="http://schemas.microsoft.com/office/drawing/2014/main" id="{4DF4AD3F-5CD1-4E6A-8F41-98DFEB8FF7E2}"/>
                  </a:ext>
                </a:extLst>
              </p:cNvPr>
              <p:cNvSpPr/>
              <p:nvPr/>
            </p:nvSpPr>
            <p:spPr>
              <a:xfrm>
                <a:off x="404811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7" name="椭圆 15286">
                <a:extLst>
                  <a:ext uri="{FF2B5EF4-FFF2-40B4-BE49-F238E27FC236}">
                    <a16:creationId xmlns:a16="http://schemas.microsoft.com/office/drawing/2014/main" id="{2E8A0FA8-4426-4162-9BBC-22EF615AD512}"/>
                  </a:ext>
                </a:extLst>
              </p:cNvPr>
              <p:cNvSpPr/>
              <p:nvPr/>
            </p:nvSpPr>
            <p:spPr>
              <a:xfrm>
                <a:off x="418688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8" name="椭圆 15287">
                <a:extLst>
                  <a:ext uri="{FF2B5EF4-FFF2-40B4-BE49-F238E27FC236}">
                    <a16:creationId xmlns:a16="http://schemas.microsoft.com/office/drawing/2014/main" id="{B9623352-C3C5-4152-9542-BB8F82DC5893}"/>
                  </a:ext>
                </a:extLst>
              </p:cNvPr>
              <p:cNvSpPr/>
              <p:nvPr/>
            </p:nvSpPr>
            <p:spPr>
              <a:xfrm>
                <a:off x="401559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9" name="椭圆 15288">
                <a:extLst>
                  <a:ext uri="{FF2B5EF4-FFF2-40B4-BE49-F238E27FC236}">
                    <a16:creationId xmlns:a16="http://schemas.microsoft.com/office/drawing/2014/main" id="{E08A1300-8247-4DC5-B41D-92AC7C5DCB18}"/>
                  </a:ext>
                </a:extLst>
              </p:cNvPr>
              <p:cNvSpPr/>
              <p:nvPr/>
            </p:nvSpPr>
            <p:spPr>
              <a:xfrm>
                <a:off x="388191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0" name="椭圆 15289">
                <a:extLst>
                  <a:ext uri="{FF2B5EF4-FFF2-40B4-BE49-F238E27FC236}">
                    <a16:creationId xmlns:a16="http://schemas.microsoft.com/office/drawing/2014/main" id="{4D3A5B31-7C99-460F-827A-A0EBA14A81D7}"/>
                  </a:ext>
                </a:extLst>
              </p:cNvPr>
              <p:cNvSpPr/>
              <p:nvPr/>
            </p:nvSpPr>
            <p:spPr>
              <a:xfrm>
                <a:off x="3948753"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1" name="椭圆 15290">
                <a:extLst>
                  <a:ext uri="{FF2B5EF4-FFF2-40B4-BE49-F238E27FC236}">
                    <a16:creationId xmlns:a16="http://schemas.microsoft.com/office/drawing/2014/main" id="{EA2F6E8A-CDB8-49CC-B83E-848675C9E063}"/>
                  </a:ext>
                </a:extLst>
              </p:cNvPr>
              <p:cNvSpPr/>
              <p:nvPr/>
            </p:nvSpPr>
            <p:spPr>
              <a:xfrm>
                <a:off x="3887495" y="28359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2" name="椭圆 15291">
                <a:extLst>
                  <a:ext uri="{FF2B5EF4-FFF2-40B4-BE49-F238E27FC236}">
                    <a16:creationId xmlns:a16="http://schemas.microsoft.com/office/drawing/2014/main" id="{107B5865-E526-48E7-BDE2-00C246E9F6E5}"/>
                  </a:ext>
                </a:extLst>
              </p:cNvPr>
              <p:cNvSpPr/>
              <p:nvPr/>
            </p:nvSpPr>
            <p:spPr>
              <a:xfrm>
                <a:off x="397217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3" name="椭圆 15292">
                <a:extLst>
                  <a:ext uri="{FF2B5EF4-FFF2-40B4-BE49-F238E27FC236}">
                    <a16:creationId xmlns:a16="http://schemas.microsoft.com/office/drawing/2014/main" id="{82F6191E-BA1B-4467-9F33-3E5D565A3811}"/>
                  </a:ext>
                </a:extLst>
              </p:cNvPr>
              <p:cNvSpPr/>
              <p:nvPr/>
            </p:nvSpPr>
            <p:spPr>
              <a:xfrm>
                <a:off x="40186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4" name="椭圆 15293">
                <a:extLst>
                  <a:ext uri="{FF2B5EF4-FFF2-40B4-BE49-F238E27FC236}">
                    <a16:creationId xmlns:a16="http://schemas.microsoft.com/office/drawing/2014/main" id="{F5AFE8C9-E530-42E8-8E23-8FA3C1364068}"/>
                  </a:ext>
                </a:extLst>
              </p:cNvPr>
              <p:cNvSpPr/>
              <p:nvPr/>
            </p:nvSpPr>
            <p:spPr>
              <a:xfrm>
                <a:off x="405064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5" name="椭圆 15294">
                <a:extLst>
                  <a:ext uri="{FF2B5EF4-FFF2-40B4-BE49-F238E27FC236}">
                    <a16:creationId xmlns:a16="http://schemas.microsoft.com/office/drawing/2014/main" id="{44547A7D-C1E7-4DAB-BDC0-F0E411E74DAC}"/>
                  </a:ext>
                </a:extLst>
              </p:cNvPr>
              <p:cNvSpPr/>
              <p:nvPr/>
            </p:nvSpPr>
            <p:spPr>
              <a:xfrm>
                <a:off x="40117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6" name="椭圆 15295">
                <a:extLst>
                  <a:ext uri="{FF2B5EF4-FFF2-40B4-BE49-F238E27FC236}">
                    <a16:creationId xmlns:a16="http://schemas.microsoft.com/office/drawing/2014/main" id="{27EF8223-D485-40F9-B942-5693B2FD5391}"/>
                  </a:ext>
                </a:extLst>
              </p:cNvPr>
              <p:cNvSpPr/>
              <p:nvPr/>
            </p:nvSpPr>
            <p:spPr>
              <a:xfrm>
                <a:off x="40113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7" name="椭圆 15296">
                <a:extLst>
                  <a:ext uri="{FF2B5EF4-FFF2-40B4-BE49-F238E27FC236}">
                    <a16:creationId xmlns:a16="http://schemas.microsoft.com/office/drawing/2014/main" id="{BFB1B7B4-FE87-4FA8-B463-E00966AB4545}"/>
                  </a:ext>
                </a:extLst>
              </p:cNvPr>
              <p:cNvSpPr/>
              <p:nvPr/>
            </p:nvSpPr>
            <p:spPr>
              <a:xfrm>
                <a:off x="4015921" y="30229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8" name="椭圆 15297">
                <a:extLst>
                  <a:ext uri="{FF2B5EF4-FFF2-40B4-BE49-F238E27FC236}">
                    <a16:creationId xmlns:a16="http://schemas.microsoft.com/office/drawing/2014/main" id="{C767AFA3-F97C-437E-9B52-7D870ED51915}"/>
                  </a:ext>
                </a:extLst>
              </p:cNvPr>
              <p:cNvSpPr/>
              <p:nvPr/>
            </p:nvSpPr>
            <p:spPr>
              <a:xfrm>
                <a:off x="401309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9" name="椭圆 15298">
                <a:extLst>
                  <a:ext uri="{FF2B5EF4-FFF2-40B4-BE49-F238E27FC236}">
                    <a16:creationId xmlns:a16="http://schemas.microsoft.com/office/drawing/2014/main" id="{38C4AD31-EA15-410C-A62C-43E961CC48A4}"/>
                  </a:ext>
                </a:extLst>
              </p:cNvPr>
              <p:cNvSpPr/>
              <p:nvPr/>
            </p:nvSpPr>
            <p:spPr>
              <a:xfrm>
                <a:off x="40203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0" name="椭圆 15299">
                <a:extLst>
                  <a:ext uri="{FF2B5EF4-FFF2-40B4-BE49-F238E27FC236}">
                    <a16:creationId xmlns:a16="http://schemas.microsoft.com/office/drawing/2014/main" id="{6D2E17D4-6857-4E59-B90B-1F0498BA0DCC}"/>
                  </a:ext>
                </a:extLst>
              </p:cNvPr>
              <p:cNvSpPr/>
              <p:nvPr/>
            </p:nvSpPr>
            <p:spPr>
              <a:xfrm>
                <a:off x="40497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1" name="椭圆 15300">
                <a:extLst>
                  <a:ext uri="{FF2B5EF4-FFF2-40B4-BE49-F238E27FC236}">
                    <a16:creationId xmlns:a16="http://schemas.microsoft.com/office/drawing/2014/main" id="{29E96274-CBC3-4F5E-B75C-758F7F5280AA}"/>
                  </a:ext>
                </a:extLst>
              </p:cNvPr>
              <p:cNvSpPr/>
              <p:nvPr/>
            </p:nvSpPr>
            <p:spPr>
              <a:xfrm>
                <a:off x="396743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2" name="椭圆 15301">
                <a:extLst>
                  <a:ext uri="{FF2B5EF4-FFF2-40B4-BE49-F238E27FC236}">
                    <a16:creationId xmlns:a16="http://schemas.microsoft.com/office/drawing/2014/main" id="{0B3B2E1A-CC60-4B7B-AE8B-3019235A2A07}"/>
                  </a:ext>
                </a:extLst>
              </p:cNvPr>
              <p:cNvSpPr/>
              <p:nvPr/>
            </p:nvSpPr>
            <p:spPr>
              <a:xfrm>
                <a:off x="4011774"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3" name="椭圆 15302">
                <a:extLst>
                  <a:ext uri="{FF2B5EF4-FFF2-40B4-BE49-F238E27FC236}">
                    <a16:creationId xmlns:a16="http://schemas.microsoft.com/office/drawing/2014/main" id="{D4266765-F852-4C14-8030-108160CF77E1}"/>
                  </a:ext>
                </a:extLst>
              </p:cNvPr>
              <p:cNvSpPr/>
              <p:nvPr/>
            </p:nvSpPr>
            <p:spPr>
              <a:xfrm>
                <a:off x="401518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4" name="椭圆 15303">
                <a:extLst>
                  <a:ext uri="{FF2B5EF4-FFF2-40B4-BE49-F238E27FC236}">
                    <a16:creationId xmlns:a16="http://schemas.microsoft.com/office/drawing/2014/main" id="{65C37DE1-8873-47B2-8BD3-D8AAB4C39915}"/>
                  </a:ext>
                </a:extLst>
              </p:cNvPr>
              <p:cNvSpPr/>
              <p:nvPr/>
            </p:nvSpPr>
            <p:spPr>
              <a:xfrm>
                <a:off x="401129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5" name="椭圆 15304">
                <a:extLst>
                  <a:ext uri="{FF2B5EF4-FFF2-40B4-BE49-F238E27FC236}">
                    <a16:creationId xmlns:a16="http://schemas.microsoft.com/office/drawing/2014/main" id="{DB27E89F-8018-40AD-8E1E-E1BFA17943D5}"/>
                  </a:ext>
                </a:extLst>
              </p:cNvPr>
              <p:cNvSpPr/>
              <p:nvPr/>
            </p:nvSpPr>
            <p:spPr>
              <a:xfrm>
                <a:off x="395980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6" name="椭圆 15305">
                <a:extLst>
                  <a:ext uri="{FF2B5EF4-FFF2-40B4-BE49-F238E27FC236}">
                    <a16:creationId xmlns:a16="http://schemas.microsoft.com/office/drawing/2014/main" id="{B80910B7-7FE8-48D9-A8B7-CE5B043CCA61}"/>
                  </a:ext>
                </a:extLst>
              </p:cNvPr>
              <p:cNvSpPr/>
              <p:nvPr/>
            </p:nvSpPr>
            <p:spPr>
              <a:xfrm>
                <a:off x="4015371"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7" name="椭圆 15306">
                <a:extLst>
                  <a:ext uri="{FF2B5EF4-FFF2-40B4-BE49-F238E27FC236}">
                    <a16:creationId xmlns:a16="http://schemas.microsoft.com/office/drawing/2014/main" id="{EBBDB2F4-39C6-436F-94BB-9FED5EDD8468}"/>
                  </a:ext>
                </a:extLst>
              </p:cNvPr>
              <p:cNvSpPr/>
              <p:nvPr/>
            </p:nvSpPr>
            <p:spPr>
              <a:xfrm>
                <a:off x="4009498"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8" name="椭圆 15307">
                <a:extLst>
                  <a:ext uri="{FF2B5EF4-FFF2-40B4-BE49-F238E27FC236}">
                    <a16:creationId xmlns:a16="http://schemas.microsoft.com/office/drawing/2014/main" id="{723FB73F-FFF0-4AA7-8BD7-7053B955C37D}"/>
                  </a:ext>
                </a:extLst>
              </p:cNvPr>
              <p:cNvSpPr/>
              <p:nvPr/>
            </p:nvSpPr>
            <p:spPr>
              <a:xfrm>
                <a:off x="40061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9" name="椭圆 15308">
                <a:extLst>
                  <a:ext uri="{FF2B5EF4-FFF2-40B4-BE49-F238E27FC236}">
                    <a16:creationId xmlns:a16="http://schemas.microsoft.com/office/drawing/2014/main" id="{D03EE648-C4C1-419B-865A-A311B59FE8B4}"/>
                  </a:ext>
                </a:extLst>
              </p:cNvPr>
              <p:cNvSpPr/>
              <p:nvPr/>
            </p:nvSpPr>
            <p:spPr>
              <a:xfrm>
                <a:off x="3985787" y="29678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0" name="椭圆 15309">
                <a:extLst>
                  <a:ext uri="{FF2B5EF4-FFF2-40B4-BE49-F238E27FC236}">
                    <a16:creationId xmlns:a16="http://schemas.microsoft.com/office/drawing/2014/main" id="{9BCF52E9-22EA-4EF3-8497-B5D8DD27C0A8}"/>
                  </a:ext>
                </a:extLst>
              </p:cNvPr>
              <p:cNvSpPr/>
              <p:nvPr/>
            </p:nvSpPr>
            <p:spPr>
              <a:xfrm>
                <a:off x="4015040"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1" name="椭圆 15310">
                <a:extLst>
                  <a:ext uri="{FF2B5EF4-FFF2-40B4-BE49-F238E27FC236}">
                    <a16:creationId xmlns:a16="http://schemas.microsoft.com/office/drawing/2014/main" id="{3CC3F71C-02AB-4DCB-B9C8-4EF2D72970BA}"/>
                  </a:ext>
                </a:extLst>
              </p:cNvPr>
              <p:cNvSpPr/>
              <p:nvPr/>
            </p:nvSpPr>
            <p:spPr>
              <a:xfrm>
                <a:off x="4019225"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2" name="椭圆 15311">
                <a:extLst>
                  <a:ext uri="{FF2B5EF4-FFF2-40B4-BE49-F238E27FC236}">
                    <a16:creationId xmlns:a16="http://schemas.microsoft.com/office/drawing/2014/main" id="{23944EC5-3AFB-4F20-8CDD-8CC3621D2109}"/>
                  </a:ext>
                </a:extLst>
              </p:cNvPr>
              <p:cNvSpPr/>
              <p:nvPr/>
            </p:nvSpPr>
            <p:spPr>
              <a:xfrm>
                <a:off x="396651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3" name="椭圆 15312">
                <a:extLst>
                  <a:ext uri="{FF2B5EF4-FFF2-40B4-BE49-F238E27FC236}">
                    <a16:creationId xmlns:a16="http://schemas.microsoft.com/office/drawing/2014/main" id="{7731D3BB-062F-4355-97E2-74BD0745B85C}"/>
                  </a:ext>
                </a:extLst>
              </p:cNvPr>
              <p:cNvSpPr/>
              <p:nvPr/>
            </p:nvSpPr>
            <p:spPr>
              <a:xfrm>
                <a:off x="405156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4" name="椭圆 15313">
                <a:extLst>
                  <a:ext uri="{FF2B5EF4-FFF2-40B4-BE49-F238E27FC236}">
                    <a16:creationId xmlns:a16="http://schemas.microsoft.com/office/drawing/2014/main" id="{BC54276A-3A98-4EC7-B800-A1E7DB7B5958}"/>
                  </a:ext>
                </a:extLst>
              </p:cNvPr>
              <p:cNvSpPr/>
              <p:nvPr/>
            </p:nvSpPr>
            <p:spPr>
              <a:xfrm>
                <a:off x="40662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5" name="椭圆 15314">
                <a:extLst>
                  <a:ext uri="{FF2B5EF4-FFF2-40B4-BE49-F238E27FC236}">
                    <a16:creationId xmlns:a16="http://schemas.microsoft.com/office/drawing/2014/main" id="{21BC486A-CB84-4936-9B63-D9B98DF14E3A}"/>
                  </a:ext>
                </a:extLst>
              </p:cNvPr>
              <p:cNvSpPr/>
              <p:nvPr/>
            </p:nvSpPr>
            <p:spPr>
              <a:xfrm>
                <a:off x="398681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6" name="椭圆 15315">
                <a:extLst>
                  <a:ext uri="{FF2B5EF4-FFF2-40B4-BE49-F238E27FC236}">
                    <a16:creationId xmlns:a16="http://schemas.microsoft.com/office/drawing/2014/main" id="{B6B3B0DB-2F41-41DF-9770-0A2256712B99}"/>
                  </a:ext>
                </a:extLst>
              </p:cNvPr>
              <p:cNvSpPr/>
              <p:nvPr/>
            </p:nvSpPr>
            <p:spPr>
              <a:xfrm>
                <a:off x="4019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7" name="椭圆 15316">
                <a:extLst>
                  <a:ext uri="{FF2B5EF4-FFF2-40B4-BE49-F238E27FC236}">
                    <a16:creationId xmlns:a16="http://schemas.microsoft.com/office/drawing/2014/main" id="{3B926D3A-59FA-4E3A-AB1C-89B2F053AFD3}"/>
                  </a:ext>
                </a:extLst>
              </p:cNvPr>
              <p:cNvSpPr/>
              <p:nvPr/>
            </p:nvSpPr>
            <p:spPr>
              <a:xfrm>
                <a:off x="382814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8" name="椭圆 15317">
                <a:extLst>
                  <a:ext uri="{FF2B5EF4-FFF2-40B4-BE49-F238E27FC236}">
                    <a16:creationId xmlns:a16="http://schemas.microsoft.com/office/drawing/2014/main" id="{91210B15-B076-477E-B74B-A4CCE7C58B67}"/>
                  </a:ext>
                </a:extLst>
              </p:cNvPr>
              <p:cNvSpPr/>
              <p:nvPr/>
            </p:nvSpPr>
            <p:spPr>
              <a:xfrm>
                <a:off x="402715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9" name="椭圆 15318">
                <a:extLst>
                  <a:ext uri="{FF2B5EF4-FFF2-40B4-BE49-F238E27FC236}">
                    <a16:creationId xmlns:a16="http://schemas.microsoft.com/office/drawing/2014/main" id="{87CCA41E-63BA-4A12-BCF2-6C8D76551344}"/>
                  </a:ext>
                </a:extLst>
              </p:cNvPr>
              <p:cNvSpPr/>
              <p:nvPr/>
            </p:nvSpPr>
            <p:spPr>
              <a:xfrm>
                <a:off x="398325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0" name="椭圆 15319">
                <a:extLst>
                  <a:ext uri="{FF2B5EF4-FFF2-40B4-BE49-F238E27FC236}">
                    <a16:creationId xmlns:a16="http://schemas.microsoft.com/office/drawing/2014/main" id="{33B244BC-0DE3-45EC-97A6-C2B4479657B6}"/>
                  </a:ext>
                </a:extLst>
              </p:cNvPr>
              <p:cNvSpPr/>
              <p:nvPr/>
            </p:nvSpPr>
            <p:spPr>
              <a:xfrm>
                <a:off x="3929924"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1" name="椭圆 15320">
                <a:extLst>
                  <a:ext uri="{FF2B5EF4-FFF2-40B4-BE49-F238E27FC236}">
                    <a16:creationId xmlns:a16="http://schemas.microsoft.com/office/drawing/2014/main" id="{C01F6056-63FF-4432-8710-B088C6658665}"/>
                  </a:ext>
                </a:extLst>
              </p:cNvPr>
              <p:cNvSpPr/>
              <p:nvPr/>
            </p:nvSpPr>
            <p:spPr>
              <a:xfrm>
                <a:off x="392430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2" name="椭圆 15321">
                <a:extLst>
                  <a:ext uri="{FF2B5EF4-FFF2-40B4-BE49-F238E27FC236}">
                    <a16:creationId xmlns:a16="http://schemas.microsoft.com/office/drawing/2014/main" id="{FBC137A8-F077-40CA-9D18-6C6FA3A47010}"/>
                  </a:ext>
                </a:extLst>
              </p:cNvPr>
              <p:cNvSpPr/>
              <p:nvPr/>
            </p:nvSpPr>
            <p:spPr>
              <a:xfrm>
                <a:off x="399467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3" name="椭圆 15322">
                <a:extLst>
                  <a:ext uri="{FF2B5EF4-FFF2-40B4-BE49-F238E27FC236}">
                    <a16:creationId xmlns:a16="http://schemas.microsoft.com/office/drawing/2014/main" id="{810CC33B-EACC-4A12-AF94-CDA8A980D295}"/>
                  </a:ext>
                </a:extLst>
              </p:cNvPr>
              <p:cNvSpPr/>
              <p:nvPr/>
            </p:nvSpPr>
            <p:spPr>
              <a:xfrm>
                <a:off x="405064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4" name="椭圆 15323">
                <a:extLst>
                  <a:ext uri="{FF2B5EF4-FFF2-40B4-BE49-F238E27FC236}">
                    <a16:creationId xmlns:a16="http://schemas.microsoft.com/office/drawing/2014/main" id="{F986F8C4-0D47-4F06-9BC6-2F7855721406}"/>
                  </a:ext>
                </a:extLst>
              </p:cNvPr>
              <p:cNvSpPr/>
              <p:nvPr/>
            </p:nvSpPr>
            <p:spPr>
              <a:xfrm>
                <a:off x="403919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5" name="椭圆 15324">
                <a:extLst>
                  <a:ext uri="{FF2B5EF4-FFF2-40B4-BE49-F238E27FC236}">
                    <a16:creationId xmlns:a16="http://schemas.microsoft.com/office/drawing/2014/main" id="{3DF85EB7-77A8-4C79-9411-276E5A38573F}"/>
                  </a:ext>
                </a:extLst>
              </p:cNvPr>
              <p:cNvSpPr/>
              <p:nvPr/>
            </p:nvSpPr>
            <p:spPr>
              <a:xfrm>
                <a:off x="403478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6" name="椭圆 15325">
                <a:extLst>
                  <a:ext uri="{FF2B5EF4-FFF2-40B4-BE49-F238E27FC236}">
                    <a16:creationId xmlns:a16="http://schemas.microsoft.com/office/drawing/2014/main" id="{8FAFCF51-B026-4393-99CB-476F708021C6}"/>
                  </a:ext>
                </a:extLst>
              </p:cNvPr>
              <p:cNvSpPr/>
              <p:nvPr/>
            </p:nvSpPr>
            <p:spPr>
              <a:xfrm>
                <a:off x="401808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7" name="椭圆 15326">
                <a:extLst>
                  <a:ext uri="{FF2B5EF4-FFF2-40B4-BE49-F238E27FC236}">
                    <a16:creationId xmlns:a16="http://schemas.microsoft.com/office/drawing/2014/main" id="{913AA4A7-00B9-4EBD-8F98-C3C48EE1FA8C}"/>
                  </a:ext>
                </a:extLst>
              </p:cNvPr>
              <p:cNvSpPr/>
              <p:nvPr/>
            </p:nvSpPr>
            <p:spPr>
              <a:xfrm>
                <a:off x="401192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8" name="椭圆 15327">
                <a:extLst>
                  <a:ext uri="{FF2B5EF4-FFF2-40B4-BE49-F238E27FC236}">
                    <a16:creationId xmlns:a16="http://schemas.microsoft.com/office/drawing/2014/main" id="{3AFA6E6D-9F03-42AA-871B-DC37532C880E}"/>
                  </a:ext>
                </a:extLst>
              </p:cNvPr>
              <p:cNvSpPr/>
              <p:nvPr/>
            </p:nvSpPr>
            <p:spPr>
              <a:xfrm>
                <a:off x="400373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9" name="椭圆 15328">
                <a:extLst>
                  <a:ext uri="{FF2B5EF4-FFF2-40B4-BE49-F238E27FC236}">
                    <a16:creationId xmlns:a16="http://schemas.microsoft.com/office/drawing/2014/main" id="{77855FA4-DB67-4323-A560-C3AC3CC9C7CE}"/>
                  </a:ext>
                </a:extLst>
              </p:cNvPr>
              <p:cNvSpPr/>
              <p:nvPr/>
            </p:nvSpPr>
            <p:spPr>
              <a:xfrm>
                <a:off x="401628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0" name="椭圆 15329">
                <a:extLst>
                  <a:ext uri="{FF2B5EF4-FFF2-40B4-BE49-F238E27FC236}">
                    <a16:creationId xmlns:a16="http://schemas.microsoft.com/office/drawing/2014/main" id="{A00359C7-D19D-4177-8A7B-78C14074C0A8}"/>
                  </a:ext>
                </a:extLst>
              </p:cNvPr>
              <p:cNvSpPr/>
              <p:nvPr/>
            </p:nvSpPr>
            <p:spPr>
              <a:xfrm>
                <a:off x="39781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1" name="椭圆 15330">
                <a:extLst>
                  <a:ext uri="{FF2B5EF4-FFF2-40B4-BE49-F238E27FC236}">
                    <a16:creationId xmlns:a16="http://schemas.microsoft.com/office/drawing/2014/main" id="{7A507049-B9B6-4CF6-BD44-CF0A066C46B0}"/>
                  </a:ext>
                </a:extLst>
              </p:cNvPr>
              <p:cNvSpPr/>
              <p:nvPr/>
            </p:nvSpPr>
            <p:spPr>
              <a:xfrm>
                <a:off x="4125996"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2" name="椭圆 15331">
                <a:extLst>
                  <a:ext uri="{FF2B5EF4-FFF2-40B4-BE49-F238E27FC236}">
                    <a16:creationId xmlns:a16="http://schemas.microsoft.com/office/drawing/2014/main" id="{3959505B-D8C6-4FD7-B30C-4754CF7CC787}"/>
                  </a:ext>
                </a:extLst>
              </p:cNvPr>
              <p:cNvSpPr/>
              <p:nvPr/>
            </p:nvSpPr>
            <p:spPr>
              <a:xfrm>
                <a:off x="383115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3" name="椭圆 15332">
                <a:extLst>
                  <a:ext uri="{FF2B5EF4-FFF2-40B4-BE49-F238E27FC236}">
                    <a16:creationId xmlns:a16="http://schemas.microsoft.com/office/drawing/2014/main" id="{E166E23A-7FA0-4571-8E07-3B17DE746633}"/>
                  </a:ext>
                </a:extLst>
              </p:cNvPr>
              <p:cNvSpPr/>
              <p:nvPr/>
            </p:nvSpPr>
            <p:spPr>
              <a:xfrm>
                <a:off x="40348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4" name="椭圆 15333">
                <a:extLst>
                  <a:ext uri="{FF2B5EF4-FFF2-40B4-BE49-F238E27FC236}">
                    <a16:creationId xmlns:a16="http://schemas.microsoft.com/office/drawing/2014/main" id="{DC91F151-C3CD-489D-A854-8120C8AE7B7C}"/>
                  </a:ext>
                </a:extLst>
              </p:cNvPr>
              <p:cNvSpPr/>
              <p:nvPr/>
            </p:nvSpPr>
            <p:spPr>
              <a:xfrm>
                <a:off x="389538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5" name="椭圆 15334">
                <a:extLst>
                  <a:ext uri="{FF2B5EF4-FFF2-40B4-BE49-F238E27FC236}">
                    <a16:creationId xmlns:a16="http://schemas.microsoft.com/office/drawing/2014/main" id="{4647B7E6-8078-4203-8DCC-698610B612D5}"/>
                  </a:ext>
                </a:extLst>
              </p:cNvPr>
              <p:cNvSpPr/>
              <p:nvPr/>
            </p:nvSpPr>
            <p:spPr>
              <a:xfrm>
                <a:off x="387828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6" name="椭圆 15335">
                <a:extLst>
                  <a:ext uri="{FF2B5EF4-FFF2-40B4-BE49-F238E27FC236}">
                    <a16:creationId xmlns:a16="http://schemas.microsoft.com/office/drawing/2014/main" id="{691CF4A6-3853-45A5-AB10-CAF529ECF03B}"/>
                  </a:ext>
                </a:extLst>
              </p:cNvPr>
              <p:cNvSpPr/>
              <p:nvPr/>
            </p:nvSpPr>
            <p:spPr>
              <a:xfrm>
                <a:off x="410694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7" name="椭圆 15336">
                <a:extLst>
                  <a:ext uri="{FF2B5EF4-FFF2-40B4-BE49-F238E27FC236}">
                    <a16:creationId xmlns:a16="http://schemas.microsoft.com/office/drawing/2014/main" id="{505C9508-A5CB-4FCE-9DCD-DC5FEB1DC86B}"/>
                  </a:ext>
                </a:extLst>
              </p:cNvPr>
              <p:cNvSpPr/>
              <p:nvPr/>
            </p:nvSpPr>
            <p:spPr>
              <a:xfrm>
                <a:off x="392544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8" name="椭圆 15337">
                <a:extLst>
                  <a:ext uri="{FF2B5EF4-FFF2-40B4-BE49-F238E27FC236}">
                    <a16:creationId xmlns:a16="http://schemas.microsoft.com/office/drawing/2014/main" id="{3FB02D88-AB56-4FC5-B5DD-A959F4D96898}"/>
                  </a:ext>
                </a:extLst>
              </p:cNvPr>
              <p:cNvSpPr/>
              <p:nvPr/>
            </p:nvSpPr>
            <p:spPr>
              <a:xfrm>
                <a:off x="40157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9" name="椭圆 15338">
                <a:extLst>
                  <a:ext uri="{FF2B5EF4-FFF2-40B4-BE49-F238E27FC236}">
                    <a16:creationId xmlns:a16="http://schemas.microsoft.com/office/drawing/2014/main" id="{7047CB4B-E1DE-45AE-9F4E-EFAE33A912C0}"/>
                  </a:ext>
                </a:extLst>
              </p:cNvPr>
              <p:cNvSpPr/>
              <p:nvPr/>
            </p:nvSpPr>
            <p:spPr>
              <a:xfrm>
                <a:off x="40021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0" name="椭圆 15339">
                <a:extLst>
                  <a:ext uri="{FF2B5EF4-FFF2-40B4-BE49-F238E27FC236}">
                    <a16:creationId xmlns:a16="http://schemas.microsoft.com/office/drawing/2014/main" id="{551ABBA0-C149-4B11-8904-30B19A9EB7DC}"/>
                  </a:ext>
                </a:extLst>
              </p:cNvPr>
              <p:cNvSpPr/>
              <p:nvPr/>
            </p:nvSpPr>
            <p:spPr>
              <a:xfrm>
                <a:off x="414790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1" name="椭圆 15340">
                <a:extLst>
                  <a:ext uri="{FF2B5EF4-FFF2-40B4-BE49-F238E27FC236}">
                    <a16:creationId xmlns:a16="http://schemas.microsoft.com/office/drawing/2014/main" id="{1A3E827D-655F-4D63-91E4-52D9D914144F}"/>
                  </a:ext>
                </a:extLst>
              </p:cNvPr>
              <p:cNvSpPr/>
              <p:nvPr/>
            </p:nvSpPr>
            <p:spPr>
              <a:xfrm>
                <a:off x="390793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2" name="椭圆 15341">
                <a:extLst>
                  <a:ext uri="{FF2B5EF4-FFF2-40B4-BE49-F238E27FC236}">
                    <a16:creationId xmlns:a16="http://schemas.microsoft.com/office/drawing/2014/main" id="{04CD7FE8-FE76-439D-AB6A-EAF3C7BDDBA4}"/>
                  </a:ext>
                </a:extLst>
              </p:cNvPr>
              <p:cNvSpPr/>
              <p:nvPr/>
            </p:nvSpPr>
            <p:spPr>
              <a:xfrm>
                <a:off x="3794414"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3" name="椭圆 15342">
                <a:extLst>
                  <a:ext uri="{FF2B5EF4-FFF2-40B4-BE49-F238E27FC236}">
                    <a16:creationId xmlns:a16="http://schemas.microsoft.com/office/drawing/2014/main" id="{315D33BC-C61F-4FA5-A1BE-902B818BF38D}"/>
                  </a:ext>
                </a:extLst>
              </p:cNvPr>
              <p:cNvSpPr/>
              <p:nvPr/>
            </p:nvSpPr>
            <p:spPr>
              <a:xfrm>
                <a:off x="40362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4" name="椭圆 15343">
                <a:extLst>
                  <a:ext uri="{FF2B5EF4-FFF2-40B4-BE49-F238E27FC236}">
                    <a16:creationId xmlns:a16="http://schemas.microsoft.com/office/drawing/2014/main" id="{FB925065-609E-4401-8EEB-A39BB096A463}"/>
                  </a:ext>
                </a:extLst>
              </p:cNvPr>
              <p:cNvSpPr/>
              <p:nvPr/>
            </p:nvSpPr>
            <p:spPr>
              <a:xfrm>
                <a:off x="3935026" y="30021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5" name="椭圆 15344">
                <a:extLst>
                  <a:ext uri="{FF2B5EF4-FFF2-40B4-BE49-F238E27FC236}">
                    <a16:creationId xmlns:a16="http://schemas.microsoft.com/office/drawing/2014/main" id="{41F2116B-CB89-461A-AFD4-0FFFC848F1E4}"/>
                  </a:ext>
                </a:extLst>
              </p:cNvPr>
              <p:cNvSpPr/>
              <p:nvPr/>
            </p:nvSpPr>
            <p:spPr>
              <a:xfrm>
                <a:off x="3864004" y="2937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6" name="椭圆 15345">
                <a:extLst>
                  <a:ext uri="{FF2B5EF4-FFF2-40B4-BE49-F238E27FC236}">
                    <a16:creationId xmlns:a16="http://schemas.microsoft.com/office/drawing/2014/main" id="{0B8A198A-BB78-42D2-84DF-A80EDF350190}"/>
                  </a:ext>
                </a:extLst>
              </p:cNvPr>
              <p:cNvSpPr/>
              <p:nvPr/>
            </p:nvSpPr>
            <p:spPr>
              <a:xfrm>
                <a:off x="390742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7" name="椭圆 15346">
                <a:extLst>
                  <a:ext uri="{FF2B5EF4-FFF2-40B4-BE49-F238E27FC236}">
                    <a16:creationId xmlns:a16="http://schemas.microsoft.com/office/drawing/2014/main" id="{B9E0E7A0-9D60-4803-BB76-310E827DB0A0}"/>
                  </a:ext>
                </a:extLst>
              </p:cNvPr>
              <p:cNvSpPr/>
              <p:nvPr/>
            </p:nvSpPr>
            <p:spPr>
              <a:xfrm>
                <a:off x="3864004" y="2937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8" name="椭圆 15347">
                <a:extLst>
                  <a:ext uri="{FF2B5EF4-FFF2-40B4-BE49-F238E27FC236}">
                    <a16:creationId xmlns:a16="http://schemas.microsoft.com/office/drawing/2014/main" id="{F8729F4D-FED7-420A-91DC-DCA60314076B}"/>
                  </a:ext>
                </a:extLst>
              </p:cNvPr>
              <p:cNvSpPr/>
              <p:nvPr/>
            </p:nvSpPr>
            <p:spPr>
              <a:xfrm>
                <a:off x="3976575"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9" name="椭圆 15348">
                <a:extLst>
                  <a:ext uri="{FF2B5EF4-FFF2-40B4-BE49-F238E27FC236}">
                    <a16:creationId xmlns:a16="http://schemas.microsoft.com/office/drawing/2014/main" id="{CB87A483-0EB2-48A0-B73C-D432E5C654F7}"/>
                  </a:ext>
                </a:extLst>
              </p:cNvPr>
              <p:cNvSpPr/>
              <p:nvPr/>
            </p:nvSpPr>
            <p:spPr>
              <a:xfrm>
                <a:off x="3964132"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0" name="椭圆 15349">
                <a:extLst>
                  <a:ext uri="{FF2B5EF4-FFF2-40B4-BE49-F238E27FC236}">
                    <a16:creationId xmlns:a16="http://schemas.microsoft.com/office/drawing/2014/main" id="{25BD1F05-E731-4CEC-93C9-AFD05C10C96F}"/>
                  </a:ext>
                </a:extLst>
              </p:cNvPr>
              <p:cNvSpPr/>
              <p:nvPr/>
            </p:nvSpPr>
            <p:spPr>
              <a:xfrm>
                <a:off x="39856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1" name="椭圆 15350">
                <a:extLst>
                  <a:ext uri="{FF2B5EF4-FFF2-40B4-BE49-F238E27FC236}">
                    <a16:creationId xmlns:a16="http://schemas.microsoft.com/office/drawing/2014/main" id="{3AF24D3C-47AB-4C24-8FDB-07D8FAD7E898}"/>
                  </a:ext>
                </a:extLst>
              </p:cNvPr>
              <p:cNvSpPr/>
              <p:nvPr/>
            </p:nvSpPr>
            <p:spPr>
              <a:xfrm>
                <a:off x="40025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2" name="椭圆 15351">
                <a:extLst>
                  <a:ext uri="{FF2B5EF4-FFF2-40B4-BE49-F238E27FC236}">
                    <a16:creationId xmlns:a16="http://schemas.microsoft.com/office/drawing/2014/main" id="{FC62B342-391F-457B-BBBF-E8A2BC48BAFD}"/>
                  </a:ext>
                </a:extLst>
              </p:cNvPr>
              <p:cNvSpPr/>
              <p:nvPr/>
            </p:nvSpPr>
            <p:spPr>
              <a:xfrm>
                <a:off x="3870611"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3" name="椭圆 15352">
                <a:extLst>
                  <a:ext uri="{FF2B5EF4-FFF2-40B4-BE49-F238E27FC236}">
                    <a16:creationId xmlns:a16="http://schemas.microsoft.com/office/drawing/2014/main" id="{98C4185E-0950-4E35-95D1-E503A8A1D295}"/>
                  </a:ext>
                </a:extLst>
              </p:cNvPr>
              <p:cNvSpPr/>
              <p:nvPr/>
            </p:nvSpPr>
            <p:spPr>
              <a:xfrm>
                <a:off x="4297696" y="27957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4" name="椭圆 15353">
                <a:extLst>
                  <a:ext uri="{FF2B5EF4-FFF2-40B4-BE49-F238E27FC236}">
                    <a16:creationId xmlns:a16="http://schemas.microsoft.com/office/drawing/2014/main" id="{C60DCD9B-FAF3-447D-8F30-2125EC0D7C60}"/>
                  </a:ext>
                </a:extLst>
              </p:cNvPr>
              <p:cNvSpPr/>
              <p:nvPr/>
            </p:nvSpPr>
            <p:spPr>
              <a:xfrm>
                <a:off x="3941192" y="3013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5" name="椭圆 15354">
                <a:extLst>
                  <a:ext uri="{FF2B5EF4-FFF2-40B4-BE49-F238E27FC236}">
                    <a16:creationId xmlns:a16="http://schemas.microsoft.com/office/drawing/2014/main" id="{22F0DDD2-9135-46A5-A876-382369149F7E}"/>
                  </a:ext>
                </a:extLst>
              </p:cNvPr>
              <p:cNvSpPr/>
              <p:nvPr/>
            </p:nvSpPr>
            <p:spPr>
              <a:xfrm>
                <a:off x="4103790"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6" name="椭圆 15355">
                <a:extLst>
                  <a:ext uri="{FF2B5EF4-FFF2-40B4-BE49-F238E27FC236}">
                    <a16:creationId xmlns:a16="http://schemas.microsoft.com/office/drawing/2014/main" id="{FEAADF9F-06F6-413B-ABEF-391CE65B3162}"/>
                  </a:ext>
                </a:extLst>
              </p:cNvPr>
              <p:cNvSpPr/>
              <p:nvPr/>
            </p:nvSpPr>
            <p:spPr>
              <a:xfrm>
                <a:off x="4257395"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7" name="椭圆 15356">
                <a:extLst>
                  <a:ext uri="{FF2B5EF4-FFF2-40B4-BE49-F238E27FC236}">
                    <a16:creationId xmlns:a16="http://schemas.microsoft.com/office/drawing/2014/main" id="{FDA6530C-EB46-49D7-8A89-2EB8C80041E3}"/>
                  </a:ext>
                </a:extLst>
              </p:cNvPr>
              <p:cNvSpPr/>
              <p:nvPr/>
            </p:nvSpPr>
            <p:spPr>
              <a:xfrm>
                <a:off x="4017756" y="2962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8" name="椭圆 15357">
                <a:extLst>
                  <a:ext uri="{FF2B5EF4-FFF2-40B4-BE49-F238E27FC236}">
                    <a16:creationId xmlns:a16="http://schemas.microsoft.com/office/drawing/2014/main" id="{6EB98A32-CC32-4C02-8779-45F8977C6F2A}"/>
                  </a:ext>
                </a:extLst>
              </p:cNvPr>
              <p:cNvSpPr/>
              <p:nvPr/>
            </p:nvSpPr>
            <p:spPr>
              <a:xfrm>
                <a:off x="3820033" y="28825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9" name="椭圆 15358">
                <a:extLst>
                  <a:ext uri="{FF2B5EF4-FFF2-40B4-BE49-F238E27FC236}">
                    <a16:creationId xmlns:a16="http://schemas.microsoft.com/office/drawing/2014/main" id="{30D34C5F-4AF5-429F-8937-68C4D84969F3}"/>
                  </a:ext>
                </a:extLst>
              </p:cNvPr>
              <p:cNvSpPr/>
              <p:nvPr/>
            </p:nvSpPr>
            <p:spPr>
              <a:xfrm>
                <a:off x="3876447"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0" name="椭圆 15359">
                <a:extLst>
                  <a:ext uri="{FF2B5EF4-FFF2-40B4-BE49-F238E27FC236}">
                    <a16:creationId xmlns:a16="http://schemas.microsoft.com/office/drawing/2014/main" id="{6EB9B996-6F68-45DA-9AB1-A333D3D651F7}"/>
                  </a:ext>
                </a:extLst>
              </p:cNvPr>
              <p:cNvSpPr/>
              <p:nvPr/>
            </p:nvSpPr>
            <p:spPr>
              <a:xfrm>
                <a:off x="413447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1" name="椭圆 15360">
                <a:extLst>
                  <a:ext uri="{FF2B5EF4-FFF2-40B4-BE49-F238E27FC236}">
                    <a16:creationId xmlns:a16="http://schemas.microsoft.com/office/drawing/2014/main" id="{89F75CF7-2133-4112-9C8C-DC1CA5B154D4}"/>
                  </a:ext>
                </a:extLst>
              </p:cNvPr>
              <p:cNvSpPr/>
              <p:nvPr/>
            </p:nvSpPr>
            <p:spPr>
              <a:xfrm>
                <a:off x="400201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2" name="椭圆 15361">
                <a:extLst>
                  <a:ext uri="{FF2B5EF4-FFF2-40B4-BE49-F238E27FC236}">
                    <a16:creationId xmlns:a16="http://schemas.microsoft.com/office/drawing/2014/main" id="{5928D6D3-8F6E-4205-ACBD-D1971C743808}"/>
                  </a:ext>
                </a:extLst>
              </p:cNvPr>
              <p:cNvSpPr/>
              <p:nvPr/>
            </p:nvSpPr>
            <p:spPr>
              <a:xfrm>
                <a:off x="400201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3" name="椭圆 15362">
                <a:extLst>
                  <a:ext uri="{FF2B5EF4-FFF2-40B4-BE49-F238E27FC236}">
                    <a16:creationId xmlns:a16="http://schemas.microsoft.com/office/drawing/2014/main" id="{EC507C0E-0255-443C-A479-AF9E15450EDF}"/>
                  </a:ext>
                </a:extLst>
              </p:cNvPr>
              <p:cNvSpPr/>
              <p:nvPr/>
            </p:nvSpPr>
            <p:spPr>
              <a:xfrm>
                <a:off x="3910435" y="29450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4" name="椭圆 15363">
                <a:extLst>
                  <a:ext uri="{FF2B5EF4-FFF2-40B4-BE49-F238E27FC236}">
                    <a16:creationId xmlns:a16="http://schemas.microsoft.com/office/drawing/2014/main" id="{476A80A6-DCFA-4883-BAB6-6D9C346A66D5}"/>
                  </a:ext>
                </a:extLst>
              </p:cNvPr>
              <p:cNvSpPr/>
              <p:nvPr/>
            </p:nvSpPr>
            <p:spPr>
              <a:xfrm>
                <a:off x="4009755" y="262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5" name="椭圆 15364">
                <a:extLst>
                  <a:ext uri="{FF2B5EF4-FFF2-40B4-BE49-F238E27FC236}">
                    <a16:creationId xmlns:a16="http://schemas.microsoft.com/office/drawing/2014/main" id="{C71F0FE7-8114-4ECE-8A09-02BBC4C7C25B}"/>
                  </a:ext>
                </a:extLst>
              </p:cNvPr>
              <p:cNvSpPr/>
              <p:nvPr/>
            </p:nvSpPr>
            <p:spPr>
              <a:xfrm>
                <a:off x="4012544" y="2674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6" name="椭圆 15365">
                <a:extLst>
                  <a:ext uri="{FF2B5EF4-FFF2-40B4-BE49-F238E27FC236}">
                    <a16:creationId xmlns:a16="http://schemas.microsoft.com/office/drawing/2014/main" id="{B96FE581-64F2-491B-91F1-74F47B87C502}"/>
                  </a:ext>
                </a:extLst>
              </p:cNvPr>
              <p:cNvSpPr/>
              <p:nvPr/>
            </p:nvSpPr>
            <p:spPr>
              <a:xfrm>
                <a:off x="395477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7" name="椭圆 15366">
                <a:extLst>
                  <a:ext uri="{FF2B5EF4-FFF2-40B4-BE49-F238E27FC236}">
                    <a16:creationId xmlns:a16="http://schemas.microsoft.com/office/drawing/2014/main" id="{B98636E7-4391-48CF-B938-6A98BA7DF861}"/>
                  </a:ext>
                </a:extLst>
              </p:cNvPr>
              <p:cNvSpPr/>
              <p:nvPr/>
            </p:nvSpPr>
            <p:spPr>
              <a:xfrm>
                <a:off x="3916307"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8" name="椭圆 15367">
                <a:extLst>
                  <a:ext uri="{FF2B5EF4-FFF2-40B4-BE49-F238E27FC236}">
                    <a16:creationId xmlns:a16="http://schemas.microsoft.com/office/drawing/2014/main" id="{20AEE5C9-17C0-46E5-B8F4-638D36DE1EC7}"/>
                  </a:ext>
                </a:extLst>
              </p:cNvPr>
              <p:cNvSpPr/>
              <p:nvPr/>
            </p:nvSpPr>
            <p:spPr>
              <a:xfrm>
                <a:off x="3789312" y="28907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9" name="椭圆 15368">
                <a:extLst>
                  <a:ext uri="{FF2B5EF4-FFF2-40B4-BE49-F238E27FC236}">
                    <a16:creationId xmlns:a16="http://schemas.microsoft.com/office/drawing/2014/main" id="{FE5B42C8-E377-4145-9522-318E5E8A9FC6}"/>
                  </a:ext>
                </a:extLst>
              </p:cNvPr>
              <p:cNvSpPr/>
              <p:nvPr/>
            </p:nvSpPr>
            <p:spPr>
              <a:xfrm>
                <a:off x="3887495" y="3006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0" name="椭圆 15369">
                <a:extLst>
                  <a:ext uri="{FF2B5EF4-FFF2-40B4-BE49-F238E27FC236}">
                    <a16:creationId xmlns:a16="http://schemas.microsoft.com/office/drawing/2014/main" id="{A0D31C2F-58D6-4DD0-92E2-5775B0FB6220}"/>
                  </a:ext>
                </a:extLst>
              </p:cNvPr>
              <p:cNvSpPr/>
              <p:nvPr/>
            </p:nvSpPr>
            <p:spPr>
              <a:xfrm>
                <a:off x="401456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1" name="椭圆 15370">
                <a:extLst>
                  <a:ext uri="{FF2B5EF4-FFF2-40B4-BE49-F238E27FC236}">
                    <a16:creationId xmlns:a16="http://schemas.microsoft.com/office/drawing/2014/main" id="{06A7038D-8214-4B82-8077-E67867C6D21B}"/>
                  </a:ext>
                </a:extLst>
              </p:cNvPr>
              <p:cNvSpPr/>
              <p:nvPr/>
            </p:nvSpPr>
            <p:spPr>
              <a:xfrm>
                <a:off x="4033502" y="3033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2" name="椭圆 15371">
                <a:extLst>
                  <a:ext uri="{FF2B5EF4-FFF2-40B4-BE49-F238E27FC236}">
                    <a16:creationId xmlns:a16="http://schemas.microsoft.com/office/drawing/2014/main" id="{3AA24E39-F27E-4530-88E4-96EBC321E4B8}"/>
                  </a:ext>
                </a:extLst>
              </p:cNvPr>
              <p:cNvSpPr/>
              <p:nvPr/>
            </p:nvSpPr>
            <p:spPr>
              <a:xfrm>
                <a:off x="40003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3" name="椭圆 15372">
                <a:extLst>
                  <a:ext uri="{FF2B5EF4-FFF2-40B4-BE49-F238E27FC236}">
                    <a16:creationId xmlns:a16="http://schemas.microsoft.com/office/drawing/2014/main" id="{5251D552-E2AE-403E-B3F2-D03F6828D046}"/>
                  </a:ext>
                </a:extLst>
              </p:cNvPr>
              <p:cNvSpPr/>
              <p:nvPr/>
            </p:nvSpPr>
            <p:spPr>
              <a:xfrm>
                <a:off x="4007663"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4" name="椭圆 15373">
                <a:extLst>
                  <a:ext uri="{FF2B5EF4-FFF2-40B4-BE49-F238E27FC236}">
                    <a16:creationId xmlns:a16="http://schemas.microsoft.com/office/drawing/2014/main" id="{A2E3BF83-5B9A-49C3-B0D7-084C5E798CFC}"/>
                  </a:ext>
                </a:extLst>
              </p:cNvPr>
              <p:cNvSpPr/>
              <p:nvPr/>
            </p:nvSpPr>
            <p:spPr>
              <a:xfrm>
                <a:off x="395341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5" name="椭圆 15374">
                <a:extLst>
                  <a:ext uri="{FF2B5EF4-FFF2-40B4-BE49-F238E27FC236}">
                    <a16:creationId xmlns:a16="http://schemas.microsoft.com/office/drawing/2014/main" id="{84283887-409B-4BDF-A257-C17F3C0B5A75}"/>
                  </a:ext>
                </a:extLst>
              </p:cNvPr>
              <p:cNvSpPr/>
              <p:nvPr/>
            </p:nvSpPr>
            <p:spPr>
              <a:xfrm>
                <a:off x="406727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6" name="椭圆 15375">
                <a:extLst>
                  <a:ext uri="{FF2B5EF4-FFF2-40B4-BE49-F238E27FC236}">
                    <a16:creationId xmlns:a16="http://schemas.microsoft.com/office/drawing/2014/main" id="{516CB09E-79EB-4E6A-A578-D9018C955F9E}"/>
                  </a:ext>
                </a:extLst>
              </p:cNvPr>
              <p:cNvSpPr/>
              <p:nvPr/>
            </p:nvSpPr>
            <p:spPr>
              <a:xfrm>
                <a:off x="4035374"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7" name="椭圆 15376">
                <a:extLst>
                  <a:ext uri="{FF2B5EF4-FFF2-40B4-BE49-F238E27FC236}">
                    <a16:creationId xmlns:a16="http://schemas.microsoft.com/office/drawing/2014/main" id="{473EC43B-8DA6-47CC-A7BD-95C489E2FF29}"/>
                  </a:ext>
                </a:extLst>
              </p:cNvPr>
              <p:cNvSpPr/>
              <p:nvPr/>
            </p:nvSpPr>
            <p:spPr>
              <a:xfrm>
                <a:off x="395602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8" name="椭圆 15377">
                <a:extLst>
                  <a:ext uri="{FF2B5EF4-FFF2-40B4-BE49-F238E27FC236}">
                    <a16:creationId xmlns:a16="http://schemas.microsoft.com/office/drawing/2014/main" id="{D9FC3DE0-8BE2-488A-BF71-48A1B3FD3991}"/>
                  </a:ext>
                </a:extLst>
              </p:cNvPr>
              <p:cNvSpPr/>
              <p:nvPr/>
            </p:nvSpPr>
            <p:spPr>
              <a:xfrm>
                <a:off x="407549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9" name="椭圆 15378">
                <a:extLst>
                  <a:ext uri="{FF2B5EF4-FFF2-40B4-BE49-F238E27FC236}">
                    <a16:creationId xmlns:a16="http://schemas.microsoft.com/office/drawing/2014/main" id="{A243D781-1CC3-4698-AB8F-1964EAF16E2E}"/>
                  </a:ext>
                </a:extLst>
              </p:cNvPr>
              <p:cNvSpPr/>
              <p:nvPr/>
            </p:nvSpPr>
            <p:spPr>
              <a:xfrm>
                <a:off x="3943248"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0" name="椭圆 15379">
                <a:extLst>
                  <a:ext uri="{FF2B5EF4-FFF2-40B4-BE49-F238E27FC236}">
                    <a16:creationId xmlns:a16="http://schemas.microsoft.com/office/drawing/2014/main" id="{435F5A43-4F36-42DA-A9E5-ECEF2D543A3C}"/>
                  </a:ext>
                </a:extLst>
              </p:cNvPr>
              <p:cNvSpPr/>
              <p:nvPr/>
            </p:nvSpPr>
            <p:spPr>
              <a:xfrm>
                <a:off x="3866537"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1" name="椭圆 15380">
                <a:extLst>
                  <a:ext uri="{FF2B5EF4-FFF2-40B4-BE49-F238E27FC236}">
                    <a16:creationId xmlns:a16="http://schemas.microsoft.com/office/drawing/2014/main" id="{E1286BB3-3B03-4BA2-90AE-FD73B3668117}"/>
                  </a:ext>
                </a:extLst>
              </p:cNvPr>
              <p:cNvSpPr/>
              <p:nvPr/>
            </p:nvSpPr>
            <p:spPr>
              <a:xfrm>
                <a:off x="405794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2" name="椭圆 15381">
                <a:extLst>
                  <a:ext uri="{FF2B5EF4-FFF2-40B4-BE49-F238E27FC236}">
                    <a16:creationId xmlns:a16="http://schemas.microsoft.com/office/drawing/2014/main" id="{F18EB660-B338-45C6-937B-15AED6AA22F1}"/>
                  </a:ext>
                </a:extLst>
              </p:cNvPr>
              <p:cNvSpPr/>
              <p:nvPr/>
            </p:nvSpPr>
            <p:spPr>
              <a:xfrm>
                <a:off x="4168315"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3" name="椭圆 15382">
                <a:extLst>
                  <a:ext uri="{FF2B5EF4-FFF2-40B4-BE49-F238E27FC236}">
                    <a16:creationId xmlns:a16="http://schemas.microsoft.com/office/drawing/2014/main" id="{F3E1927C-F842-47F6-B34E-5408B1B051C6}"/>
                  </a:ext>
                </a:extLst>
              </p:cNvPr>
              <p:cNvSpPr/>
              <p:nvPr/>
            </p:nvSpPr>
            <p:spPr>
              <a:xfrm>
                <a:off x="40506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4" name="椭圆 15383">
                <a:extLst>
                  <a:ext uri="{FF2B5EF4-FFF2-40B4-BE49-F238E27FC236}">
                    <a16:creationId xmlns:a16="http://schemas.microsoft.com/office/drawing/2014/main" id="{8B270B16-B8FA-40BE-852B-2A9F9CE0E190}"/>
                  </a:ext>
                </a:extLst>
              </p:cNvPr>
              <p:cNvSpPr/>
              <p:nvPr/>
            </p:nvSpPr>
            <p:spPr>
              <a:xfrm>
                <a:off x="4112379" y="2970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5" name="椭圆 15384">
                <a:extLst>
                  <a:ext uri="{FF2B5EF4-FFF2-40B4-BE49-F238E27FC236}">
                    <a16:creationId xmlns:a16="http://schemas.microsoft.com/office/drawing/2014/main" id="{269222FD-4130-48D8-A361-5D2686FABAB0}"/>
                  </a:ext>
                </a:extLst>
              </p:cNvPr>
              <p:cNvSpPr/>
              <p:nvPr/>
            </p:nvSpPr>
            <p:spPr>
              <a:xfrm>
                <a:off x="397932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6" name="椭圆 15385">
                <a:extLst>
                  <a:ext uri="{FF2B5EF4-FFF2-40B4-BE49-F238E27FC236}">
                    <a16:creationId xmlns:a16="http://schemas.microsoft.com/office/drawing/2014/main" id="{A9C35BA2-B463-421F-85D1-479FBB9308A9}"/>
                  </a:ext>
                </a:extLst>
              </p:cNvPr>
              <p:cNvSpPr/>
              <p:nvPr/>
            </p:nvSpPr>
            <p:spPr>
              <a:xfrm>
                <a:off x="399367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7" name="椭圆 15386">
                <a:extLst>
                  <a:ext uri="{FF2B5EF4-FFF2-40B4-BE49-F238E27FC236}">
                    <a16:creationId xmlns:a16="http://schemas.microsoft.com/office/drawing/2014/main" id="{BD6A66AA-886A-431B-B0D2-42EDDC0E6014}"/>
                  </a:ext>
                </a:extLst>
              </p:cNvPr>
              <p:cNvSpPr/>
              <p:nvPr/>
            </p:nvSpPr>
            <p:spPr>
              <a:xfrm>
                <a:off x="407901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8" name="椭圆 15387">
                <a:extLst>
                  <a:ext uri="{FF2B5EF4-FFF2-40B4-BE49-F238E27FC236}">
                    <a16:creationId xmlns:a16="http://schemas.microsoft.com/office/drawing/2014/main" id="{D25C33F5-359F-4158-A431-498221EBC948}"/>
                  </a:ext>
                </a:extLst>
              </p:cNvPr>
              <p:cNvSpPr/>
              <p:nvPr/>
            </p:nvSpPr>
            <p:spPr>
              <a:xfrm>
                <a:off x="403629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9" name="椭圆 15388">
                <a:extLst>
                  <a:ext uri="{FF2B5EF4-FFF2-40B4-BE49-F238E27FC236}">
                    <a16:creationId xmlns:a16="http://schemas.microsoft.com/office/drawing/2014/main" id="{611A81A5-2350-4AF0-9E48-5DB4DBB08C95}"/>
                  </a:ext>
                </a:extLst>
              </p:cNvPr>
              <p:cNvSpPr/>
              <p:nvPr/>
            </p:nvSpPr>
            <p:spPr>
              <a:xfrm>
                <a:off x="4201459" y="264383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0" name="椭圆 15389">
                <a:extLst>
                  <a:ext uri="{FF2B5EF4-FFF2-40B4-BE49-F238E27FC236}">
                    <a16:creationId xmlns:a16="http://schemas.microsoft.com/office/drawing/2014/main" id="{518C49BE-76B2-44D1-A539-7CA283E68BB9}"/>
                  </a:ext>
                </a:extLst>
              </p:cNvPr>
              <p:cNvSpPr/>
              <p:nvPr/>
            </p:nvSpPr>
            <p:spPr>
              <a:xfrm>
                <a:off x="4002891"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1" name="椭圆 15390">
                <a:extLst>
                  <a:ext uri="{FF2B5EF4-FFF2-40B4-BE49-F238E27FC236}">
                    <a16:creationId xmlns:a16="http://schemas.microsoft.com/office/drawing/2014/main" id="{03990184-AEB6-4614-87D1-99290CDA5104}"/>
                  </a:ext>
                </a:extLst>
              </p:cNvPr>
              <p:cNvSpPr/>
              <p:nvPr/>
            </p:nvSpPr>
            <p:spPr>
              <a:xfrm>
                <a:off x="4017646" y="2953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2" name="椭圆 15391">
                <a:extLst>
                  <a:ext uri="{FF2B5EF4-FFF2-40B4-BE49-F238E27FC236}">
                    <a16:creationId xmlns:a16="http://schemas.microsoft.com/office/drawing/2014/main" id="{37A11BDB-293D-40DE-B747-46F0D3C36C2E}"/>
                  </a:ext>
                </a:extLst>
              </p:cNvPr>
              <p:cNvSpPr/>
              <p:nvPr/>
            </p:nvSpPr>
            <p:spPr>
              <a:xfrm>
                <a:off x="395708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3" name="椭圆 15392">
                <a:extLst>
                  <a:ext uri="{FF2B5EF4-FFF2-40B4-BE49-F238E27FC236}">
                    <a16:creationId xmlns:a16="http://schemas.microsoft.com/office/drawing/2014/main" id="{DF61EEF3-5AF8-4213-8387-A90081792749}"/>
                  </a:ext>
                </a:extLst>
              </p:cNvPr>
              <p:cNvSpPr/>
              <p:nvPr/>
            </p:nvSpPr>
            <p:spPr>
              <a:xfrm>
                <a:off x="40656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4" name="椭圆 15393">
                <a:extLst>
                  <a:ext uri="{FF2B5EF4-FFF2-40B4-BE49-F238E27FC236}">
                    <a16:creationId xmlns:a16="http://schemas.microsoft.com/office/drawing/2014/main" id="{A105CC1F-AC2D-47A5-91B4-32C62C3A88BB}"/>
                  </a:ext>
                </a:extLst>
              </p:cNvPr>
              <p:cNvSpPr/>
              <p:nvPr/>
            </p:nvSpPr>
            <p:spPr>
              <a:xfrm>
                <a:off x="398982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5" name="椭圆 15394">
                <a:extLst>
                  <a:ext uri="{FF2B5EF4-FFF2-40B4-BE49-F238E27FC236}">
                    <a16:creationId xmlns:a16="http://schemas.microsoft.com/office/drawing/2014/main" id="{9BF64C3E-BE5E-48AB-8513-1FE9874793EE}"/>
                  </a:ext>
                </a:extLst>
              </p:cNvPr>
              <p:cNvSpPr/>
              <p:nvPr/>
            </p:nvSpPr>
            <p:spPr>
              <a:xfrm>
                <a:off x="4081511" y="2909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6" name="椭圆 15395">
                <a:extLst>
                  <a:ext uri="{FF2B5EF4-FFF2-40B4-BE49-F238E27FC236}">
                    <a16:creationId xmlns:a16="http://schemas.microsoft.com/office/drawing/2014/main" id="{9E9B1367-F626-4A05-B1F4-01BB2DBF7867}"/>
                  </a:ext>
                </a:extLst>
              </p:cNvPr>
              <p:cNvSpPr/>
              <p:nvPr/>
            </p:nvSpPr>
            <p:spPr>
              <a:xfrm>
                <a:off x="400597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7" name="椭圆 15396">
                <a:extLst>
                  <a:ext uri="{FF2B5EF4-FFF2-40B4-BE49-F238E27FC236}">
                    <a16:creationId xmlns:a16="http://schemas.microsoft.com/office/drawing/2014/main" id="{87569888-A291-423B-A9C6-DE309AE55D94}"/>
                  </a:ext>
                </a:extLst>
              </p:cNvPr>
              <p:cNvSpPr/>
              <p:nvPr/>
            </p:nvSpPr>
            <p:spPr>
              <a:xfrm>
                <a:off x="4003993"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8" name="椭圆 15397">
                <a:extLst>
                  <a:ext uri="{FF2B5EF4-FFF2-40B4-BE49-F238E27FC236}">
                    <a16:creationId xmlns:a16="http://schemas.microsoft.com/office/drawing/2014/main" id="{A4BD4619-A98A-4288-B49D-E7B2C4F4B19D}"/>
                  </a:ext>
                </a:extLst>
              </p:cNvPr>
              <p:cNvSpPr/>
              <p:nvPr/>
            </p:nvSpPr>
            <p:spPr>
              <a:xfrm>
                <a:off x="4118839"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9" name="椭圆 15398">
                <a:extLst>
                  <a:ext uri="{FF2B5EF4-FFF2-40B4-BE49-F238E27FC236}">
                    <a16:creationId xmlns:a16="http://schemas.microsoft.com/office/drawing/2014/main" id="{3291973A-6E42-438C-967D-9E3716003E6C}"/>
                  </a:ext>
                </a:extLst>
              </p:cNvPr>
              <p:cNvSpPr/>
              <p:nvPr/>
            </p:nvSpPr>
            <p:spPr>
              <a:xfrm>
                <a:off x="3801204" y="2837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0" name="椭圆 15399">
                <a:extLst>
                  <a:ext uri="{FF2B5EF4-FFF2-40B4-BE49-F238E27FC236}">
                    <a16:creationId xmlns:a16="http://schemas.microsoft.com/office/drawing/2014/main" id="{C475E629-5D20-48FD-A1D1-03523B656CF6}"/>
                  </a:ext>
                </a:extLst>
              </p:cNvPr>
              <p:cNvSpPr/>
              <p:nvPr/>
            </p:nvSpPr>
            <p:spPr>
              <a:xfrm>
                <a:off x="386374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1" name="椭圆 15400">
                <a:extLst>
                  <a:ext uri="{FF2B5EF4-FFF2-40B4-BE49-F238E27FC236}">
                    <a16:creationId xmlns:a16="http://schemas.microsoft.com/office/drawing/2014/main" id="{B169D606-AE44-4E0E-88F3-334B5218409A}"/>
                  </a:ext>
                </a:extLst>
              </p:cNvPr>
              <p:cNvSpPr/>
              <p:nvPr/>
            </p:nvSpPr>
            <p:spPr>
              <a:xfrm>
                <a:off x="391080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2" name="椭圆 15401">
                <a:extLst>
                  <a:ext uri="{FF2B5EF4-FFF2-40B4-BE49-F238E27FC236}">
                    <a16:creationId xmlns:a16="http://schemas.microsoft.com/office/drawing/2014/main" id="{D5C41F56-13BF-4594-BCC3-0742BAF2943C}"/>
                  </a:ext>
                </a:extLst>
              </p:cNvPr>
              <p:cNvSpPr/>
              <p:nvPr/>
            </p:nvSpPr>
            <p:spPr>
              <a:xfrm>
                <a:off x="401004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3" name="椭圆 15402">
                <a:extLst>
                  <a:ext uri="{FF2B5EF4-FFF2-40B4-BE49-F238E27FC236}">
                    <a16:creationId xmlns:a16="http://schemas.microsoft.com/office/drawing/2014/main" id="{45F6316F-EEF4-4FB3-9E71-51B027B29F13}"/>
                  </a:ext>
                </a:extLst>
              </p:cNvPr>
              <p:cNvSpPr/>
              <p:nvPr/>
            </p:nvSpPr>
            <p:spPr>
              <a:xfrm>
                <a:off x="396145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4" name="椭圆 15403">
                <a:extLst>
                  <a:ext uri="{FF2B5EF4-FFF2-40B4-BE49-F238E27FC236}">
                    <a16:creationId xmlns:a16="http://schemas.microsoft.com/office/drawing/2014/main" id="{8A2CCB83-4B52-492D-A805-CF998AEFBFB2}"/>
                  </a:ext>
                </a:extLst>
              </p:cNvPr>
              <p:cNvSpPr/>
              <p:nvPr/>
            </p:nvSpPr>
            <p:spPr>
              <a:xfrm>
                <a:off x="4037136"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5" name="椭圆 15404">
                <a:extLst>
                  <a:ext uri="{FF2B5EF4-FFF2-40B4-BE49-F238E27FC236}">
                    <a16:creationId xmlns:a16="http://schemas.microsoft.com/office/drawing/2014/main" id="{905DD8A5-2F3D-4266-8DDD-E8AC84F324E6}"/>
                  </a:ext>
                </a:extLst>
              </p:cNvPr>
              <p:cNvSpPr/>
              <p:nvPr/>
            </p:nvSpPr>
            <p:spPr>
              <a:xfrm>
                <a:off x="38702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6" name="椭圆 15405">
                <a:extLst>
                  <a:ext uri="{FF2B5EF4-FFF2-40B4-BE49-F238E27FC236}">
                    <a16:creationId xmlns:a16="http://schemas.microsoft.com/office/drawing/2014/main" id="{0A057EFF-365B-449D-9003-4F0402443036}"/>
                  </a:ext>
                </a:extLst>
              </p:cNvPr>
              <p:cNvSpPr/>
              <p:nvPr/>
            </p:nvSpPr>
            <p:spPr>
              <a:xfrm>
                <a:off x="4014123" y="2888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7" name="椭圆 15406">
                <a:extLst>
                  <a:ext uri="{FF2B5EF4-FFF2-40B4-BE49-F238E27FC236}">
                    <a16:creationId xmlns:a16="http://schemas.microsoft.com/office/drawing/2014/main" id="{6C53645F-0A1C-4E1D-9843-BE3987C4ED80}"/>
                  </a:ext>
                </a:extLst>
              </p:cNvPr>
              <p:cNvSpPr/>
              <p:nvPr/>
            </p:nvSpPr>
            <p:spPr>
              <a:xfrm>
                <a:off x="401889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8" name="椭圆 15407">
                <a:extLst>
                  <a:ext uri="{FF2B5EF4-FFF2-40B4-BE49-F238E27FC236}">
                    <a16:creationId xmlns:a16="http://schemas.microsoft.com/office/drawing/2014/main" id="{F458F2CF-26D7-428B-884C-1ED0A176EB9B}"/>
                  </a:ext>
                </a:extLst>
              </p:cNvPr>
              <p:cNvSpPr/>
              <p:nvPr/>
            </p:nvSpPr>
            <p:spPr>
              <a:xfrm>
                <a:off x="4012838"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9" name="椭圆 15408">
                <a:extLst>
                  <a:ext uri="{FF2B5EF4-FFF2-40B4-BE49-F238E27FC236}">
                    <a16:creationId xmlns:a16="http://schemas.microsoft.com/office/drawing/2014/main" id="{81139867-F361-4BCC-A643-CE4D70699739}"/>
                  </a:ext>
                </a:extLst>
              </p:cNvPr>
              <p:cNvSpPr/>
              <p:nvPr/>
            </p:nvSpPr>
            <p:spPr>
              <a:xfrm>
                <a:off x="406125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0" name="椭圆 15409">
                <a:extLst>
                  <a:ext uri="{FF2B5EF4-FFF2-40B4-BE49-F238E27FC236}">
                    <a16:creationId xmlns:a16="http://schemas.microsoft.com/office/drawing/2014/main" id="{562B9F00-4625-4567-A8E6-80835219BF8B}"/>
                  </a:ext>
                </a:extLst>
              </p:cNvPr>
              <p:cNvSpPr/>
              <p:nvPr/>
            </p:nvSpPr>
            <p:spPr>
              <a:xfrm>
                <a:off x="41104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1" name="椭圆 15410">
                <a:extLst>
                  <a:ext uri="{FF2B5EF4-FFF2-40B4-BE49-F238E27FC236}">
                    <a16:creationId xmlns:a16="http://schemas.microsoft.com/office/drawing/2014/main" id="{8A4BD492-9A9A-432C-A6BC-FD9F6EA21755}"/>
                  </a:ext>
                </a:extLst>
              </p:cNvPr>
              <p:cNvSpPr/>
              <p:nvPr/>
            </p:nvSpPr>
            <p:spPr>
              <a:xfrm>
                <a:off x="403776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2" name="椭圆 15411">
                <a:extLst>
                  <a:ext uri="{FF2B5EF4-FFF2-40B4-BE49-F238E27FC236}">
                    <a16:creationId xmlns:a16="http://schemas.microsoft.com/office/drawing/2014/main" id="{1D9365C4-CB27-4908-AC53-0F8C869623DA}"/>
                  </a:ext>
                </a:extLst>
              </p:cNvPr>
              <p:cNvSpPr/>
              <p:nvPr/>
            </p:nvSpPr>
            <p:spPr>
              <a:xfrm>
                <a:off x="39614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3" name="椭圆 15412">
                <a:extLst>
                  <a:ext uri="{FF2B5EF4-FFF2-40B4-BE49-F238E27FC236}">
                    <a16:creationId xmlns:a16="http://schemas.microsoft.com/office/drawing/2014/main" id="{E26BC8BD-3E01-4137-825A-73B69C9A4229}"/>
                  </a:ext>
                </a:extLst>
              </p:cNvPr>
              <p:cNvSpPr/>
              <p:nvPr/>
            </p:nvSpPr>
            <p:spPr>
              <a:xfrm>
                <a:off x="3962407"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4" name="椭圆 15413">
                <a:extLst>
                  <a:ext uri="{FF2B5EF4-FFF2-40B4-BE49-F238E27FC236}">
                    <a16:creationId xmlns:a16="http://schemas.microsoft.com/office/drawing/2014/main" id="{CEF3C2A9-8910-4411-8717-7828DD4E55D3}"/>
                  </a:ext>
                </a:extLst>
              </p:cNvPr>
              <p:cNvSpPr/>
              <p:nvPr/>
            </p:nvSpPr>
            <p:spPr>
              <a:xfrm>
                <a:off x="3916674" y="2976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5" name="椭圆 15414">
                <a:extLst>
                  <a:ext uri="{FF2B5EF4-FFF2-40B4-BE49-F238E27FC236}">
                    <a16:creationId xmlns:a16="http://schemas.microsoft.com/office/drawing/2014/main" id="{C2B27C13-DEA9-47E4-9AE3-051696D710FD}"/>
                  </a:ext>
                </a:extLst>
              </p:cNvPr>
              <p:cNvSpPr/>
              <p:nvPr/>
            </p:nvSpPr>
            <p:spPr>
              <a:xfrm>
                <a:off x="4178042" y="2846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6" name="椭圆 15415">
                <a:extLst>
                  <a:ext uri="{FF2B5EF4-FFF2-40B4-BE49-F238E27FC236}">
                    <a16:creationId xmlns:a16="http://schemas.microsoft.com/office/drawing/2014/main" id="{E85D373A-7DAF-4EFA-8B61-844A4CFDE655}"/>
                  </a:ext>
                </a:extLst>
              </p:cNvPr>
              <p:cNvSpPr/>
              <p:nvPr/>
            </p:nvSpPr>
            <p:spPr>
              <a:xfrm>
                <a:off x="401111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7" name="椭圆 15416">
                <a:extLst>
                  <a:ext uri="{FF2B5EF4-FFF2-40B4-BE49-F238E27FC236}">
                    <a16:creationId xmlns:a16="http://schemas.microsoft.com/office/drawing/2014/main" id="{0D028609-96B6-4080-A540-2388DE232098}"/>
                  </a:ext>
                </a:extLst>
              </p:cNvPr>
              <p:cNvSpPr/>
              <p:nvPr/>
            </p:nvSpPr>
            <p:spPr>
              <a:xfrm>
                <a:off x="4015407"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8" name="椭圆 15417">
                <a:extLst>
                  <a:ext uri="{FF2B5EF4-FFF2-40B4-BE49-F238E27FC236}">
                    <a16:creationId xmlns:a16="http://schemas.microsoft.com/office/drawing/2014/main" id="{8A4EC45D-6A31-4404-A2D7-FDBE8A732628}"/>
                  </a:ext>
                </a:extLst>
              </p:cNvPr>
              <p:cNvSpPr/>
              <p:nvPr/>
            </p:nvSpPr>
            <p:spPr>
              <a:xfrm>
                <a:off x="407380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9" name="椭圆 15418">
                <a:extLst>
                  <a:ext uri="{FF2B5EF4-FFF2-40B4-BE49-F238E27FC236}">
                    <a16:creationId xmlns:a16="http://schemas.microsoft.com/office/drawing/2014/main" id="{5304DB8A-4BBB-47AA-B1CE-31460D97445C}"/>
                  </a:ext>
                </a:extLst>
              </p:cNvPr>
              <p:cNvSpPr/>
              <p:nvPr/>
            </p:nvSpPr>
            <p:spPr>
              <a:xfrm>
                <a:off x="4023666" y="3030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0" name="椭圆 15419">
                <a:extLst>
                  <a:ext uri="{FF2B5EF4-FFF2-40B4-BE49-F238E27FC236}">
                    <a16:creationId xmlns:a16="http://schemas.microsoft.com/office/drawing/2014/main" id="{5271E04B-D6D3-41F1-BC1F-F7BEB95DD0A1}"/>
                  </a:ext>
                </a:extLst>
              </p:cNvPr>
              <p:cNvSpPr/>
              <p:nvPr/>
            </p:nvSpPr>
            <p:spPr>
              <a:xfrm>
                <a:off x="40094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1" name="椭圆 15420">
                <a:extLst>
                  <a:ext uri="{FF2B5EF4-FFF2-40B4-BE49-F238E27FC236}">
                    <a16:creationId xmlns:a16="http://schemas.microsoft.com/office/drawing/2014/main" id="{CE82786C-52CB-4D67-B532-BF629E0BB301}"/>
                  </a:ext>
                </a:extLst>
              </p:cNvPr>
              <p:cNvSpPr/>
              <p:nvPr/>
            </p:nvSpPr>
            <p:spPr>
              <a:xfrm>
                <a:off x="40125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2" name="椭圆 15421">
                <a:extLst>
                  <a:ext uri="{FF2B5EF4-FFF2-40B4-BE49-F238E27FC236}">
                    <a16:creationId xmlns:a16="http://schemas.microsoft.com/office/drawing/2014/main" id="{FC223FDA-80CA-476C-8930-680A1AFA8647}"/>
                  </a:ext>
                </a:extLst>
              </p:cNvPr>
              <p:cNvSpPr/>
              <p:nvPr/>
            </p:nvSpPr>
            <p:spPr>
              <a:xfrm>
                <a:off x="4025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3" name="椭圆 15422">
                <a:extLst>
                  <a:ext uri="{FF2B5EF4-FFF2-40B4-BE49-F238E27FC236}">
                    <a16:creationId xmlns:a16="http://schemas.microsoft.com/office/drawing/2014/main" id="{06215233-938E-4880-9E52-34649B412C3F}"/>
                  </a:ext>
                </a:extLst>
              </p:cNvPr>
              <p:cNvSpPr/>
              <p:nvPr/>
            </p:nvSpPr>
            <p:spPr>
              <a:xfrm>
                <a:off x="39903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4" name="椭圆 15423">
                <a:extLst>
                  <a:ext uri="{FF2B5EF4-FFF2-40B4-BE49-F238E27FC236}">
                    <a16:creationId xmlns:a16="http://schemas.microsoft.com/office/drawing/2014/main" id="{37BC1EAC-E395-4565-98FE-397739D2D75A}"/>
                  </a:ext>
                </a:extLst>
              </p:cNvPr>
              <p:cNvSpPr/>
              <p:nvPr/>
            </p:nvSpPr>
            <p:spPr>
              <a:xfrm>
                <a:off x="393238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5" name="椭圆 15424">
                <a:extLst>
                  <a:ext uri="{FF2B5EF4-FFF2-40B4-BE49-F238E27FC236}">
                    <a16:creationId xmlns:a16="http://schemas.microsoft.com/office/drawing/2014/main" id="{7BDF1260-5F20-4893-AEA8-5F591427AB74}"/>
                  </a:ext>
                </a:extLst>
              </p:cNvPr>
              <p:cNvSpPr/>
              <p:nvPr/>
            </p:nvSpPr>
            <p:spPr>
              <a:xfrm>
                <a:off x="39752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6" name="椭圆 15425">
                <a:extLst>
                  <a:ext uri="{FF2B5EF4-FFF2-40B4-BE49-F238E27FC236}">
                    <a16:creationId xmlns:a16="http://schemas.microsoft.com/office/drawing/2014/main" id="{175D8C25-53ED-4FDE-B3D4-FE9C3743321E}"/>
                  </a:ext>
                </a:extLst>
              </p:cNvPr>
              <p:cNvSpPr/>
              <p:nvPr/>
            </p:nvSpPr>
            <p:spPr>
              <a:xfrm>
                <a:off x="39775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7" name="椭圆 15426">
                <a:extLst>
                  <a:ext uri="{FF2B5EF4-FFF2-40B4-BE49-F238E27FC236}">
                    <a16:creationId xmlns:a16="http://schemas.microsoft.com/office/drawing/2014/main" id="{E07CBA72-5D84-42EF-927C-4D939956E476}"/>
                  </a:ext>
                </a:extLst>
              </p:cNvPr>
              <p:cNvSpPr/>
              <p:nvPr/>
            </p:nvSpPr>
            <p:spPr>
              <a:xfrm>
                <a:off x="412856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8" name="椭圆 15427">
                <a:extLst>
                  <a:ext uri="{FF2B5EF4-FFF2-40B4-BE49-F238E27FC236}">
                    <a16:creationId xmlns:a16="http://schemas.microsoft.com/office/drawing/2014/main" id="{3A1AE111-F915-4AC0-BB2C-AED0EFF533F8}"/>
                  </a:ext>
                </a:extLst>
              </p:cNvPr>
              <p:cNvSpPr/>
              <p:nvPr/>
            </p:nvSpPr>
            <p:spPr>
              <a:xfrm>
                <a:off x="40882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9" name="椭圆 15428">
                <a:extLst>
                  <a:ext uri="{FF2B5EF4-FFF2-40B4-BE49-F238E27FC236}">
                    <a16:creationId xmlns:a16="http://schemas.microsoft.com/office/drawing/2014/main" id="{49C86D31-DBCA-4807-93C5-593B77799AAD}"/>
                  </a:ext>
                </a:extLst>
              </p:cNvPr>
              <p:cNvSpPr/>
              <p:nvPr/>
            </p:nvSpPr>
            <p:spPr>
              <a:xfrm>
                <a:off x="405464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0" name="椭圆 15429">
                <a:extLst>
                  <a:ext uri="{FF2B5EF4-FFF2-40B4-BE49-F238E27FC236}">
                    <a16:creationId xmlns:a16="http://schemas.microsoft.com/office/drawing/2014/main" id="{A3270A9D-B70F-4DE6-8F57-3E9011A9AC0B}"/>
                  </a:ext>
                </a:extLst>
              </p:cNvPr>
              <p:cNvSpPr/>
              <p:nvPr/>
            </p:nvSpPr>
            <p:spPr>
              <a:xfrm>
                <a:off x="3997606"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1" name="椭圆 15430">
                <a:extLst>
                  <a:ext uri="{FF2B5EF4-FFF2-40B4-BE49-F238E27FC236}">
                    <a16:creationId xmlns:a16="http://schemas.microsoft.com/office/drawing/2014/main" id="{7F97E1BD-5BA0-4120-8B97-34B68782D594}"/>
                  </a:ext>
                </a:extLst>
              </p:cNvPr>
              <p:cNvSpPr/>
              <p:nvPr/>
            </p:nvSpPr>
            <p:spPr>
              <a:xfrm>
                <a:off x="394045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2" name="椭圆 15431">
                <a:extLst>
                  <a:ext uri="{FF2B5EF4-FFF2-40B4-BE49-F238E27FC236}">
                    <a16:creationId xmlns:a16="http://schemas.microsoft.com/office/drawing/2014/main" id="{4ACA0F96-9AFD-4615-A7E3-1456D47E4FF1}"/>
                  </a:ext>
                </a:extLst>
              </p:cNvPr>
              <p:cNvSpPr/>
              <p:nvPr/>
            </p:nvSpPr>
            <p:spPr>
              <a:xfrm>
                <a:off x="4013425"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3" name="椭圆 15432">
                <a:extLst>
                  <a:ext uri="{FF2B5EF4-FFF2-40B4-BE49-F238E27FC236}">
                    <a16:creationId xmlns:a16="http://schemas.microsoft.com/office/drawing/2014/main" id="{9D5E8631-5B25-4C31-9761-8987FC16E1A9}"/>
                  </a:ext>
                </a:extLst>
              </p:cNvPr>
              <p:cNvSpPr/>
              <p:nvPr/>
            </p:nvSpPr>
            <p:spPr>
              <a:xfrm>
                <a:off x="3982961"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4" name="椭圆 15433">
                <a:extLst>
                  <a:ext uri="{FF2B5EF4-FFF2-40B4-BE49-F238E27FC236}">
                    <a16:creationId xmlns:a16="http://schemas.microsoft.com/office/drawing/2014/main" id="{CDA62377-EA93-4546-BB02-50CF7DED700C}"/>
                  </a:ext>
                </a:extLst>
              </p:cNvPr>
              <p:cNvSpPr/>
              <p:nvPr/>
            </p:nvSpPr>
            <p:spPr>
              <a:xfrm>
                <a:off x="404066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5" name="椭圆 15434">
                <a:extLst>
                  <a:ext uri="{FF2B5EF4-FFF2-40B4-BE49-F238E27FC236}">
                    <a16:creationId xmlns:a16="http://schemas.microsoft.com/office/drawing/2014/main" id="{8CF3D96F-E8B6-422D-9343-192A902209A1}"/>
                  </a:ext>
                </a:extLst>
              </p:cNvPr>
              <p:cNvSpPr/>
              <p:nvPr/>
            </p:nvSpPr>
            <p:spPr>
              <a:xfrm>
                <a:off x="4245430" y="2878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6" name="椭圆 15435">
                <a:extLst>
                  <a:ext uri="{FF2B5EF4-FFF2-40B4-BE49-F238E27FC236}">
                    <a16:creationId xmlns:a16="http://schemas.microsoft.com/office/drawing/2014/main" id="{2B2984EF-830B-44A4-985E-B73027A18D2A}"/>
                  </a:ext>
                </a:extLst>
              </p:cNvPr>
              <p:cNvSpPr/>
              <p:nvPr/>
            </p:nvSpPr>
            <p:spPr>
              <a:xfrm>
                <a:off x="4257579" y="2863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7" name="椭圆 15436">
                <a:extLst>
                  <a:ext uri="{FF2B5EF4-FFF2-40B4-BE49-F238E27FC236}">
                    <a16:creationId xmlns:a16="http://schemas.microsoft.com/office/drawing/2014/main" id="{B0D2A778-00BA-44E1-BF61-511AA32DAB4E}"/>
                  </a:ext>
                </a:extLst>
              </p:cNvPr>
              <p:cNvSpPr/>
              <p:nvPr/>
            </p:nvSpPr>
            <p:spPr>
              <a:xfrm>
                <a:off x="4147688"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8" name="椭圆 15437">
                <a:extLst>
                  <a:ext uri="{FF2B5EF4-FFF2-40B4-BE49-F238E27FC236}">
                    <a16:creationId xmlns:a16="http://schemas.microsoft.com/office/drawing/2014/main" id="{6D857E09-82FB-450B-BC75-2510EF0E5611}"/>
                  </a:ext>
                </a:extLst>
              </p:cNvPr>
              <p:cNvSpPr/>
              <p:nvPr/>
            </p:nvSpPr>
            <p:spPr>
              <a:xfrm>
                <a:off x="4093440"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9" name="椭圆 15438">
                <a:extLst>
                  <a:ext uri="{FF2B5EF4-FFF2-40B4-BE49-F238E27FC236}">
                    <a16:creationId xmlns:a16="http://schemas.microsoft.com/office/drawing/2014/main" id="{D9ED86FD-6834-4E3F-8442-29445B8A8C9F}"/>
                  </a:ext>
                </a:extLst>
              </p:cNvPr>
              <p:cNvSpPr/>
              <p:nvPr/>
            </p:nvSpPr>
            <p:spPr>
              <a:xfrm>
                <a:off x="4356606" y="2809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0" name="椭圆 15439">
                <a:extLst>
                  <a:ext uri="{FF2B5EF4-FFF2-40B4-BE49-F238E27FC236}">
                    <a16:creationId xmlns:a16="http://schemas.microsoft.com/office/drawing/2014/main" id="{528C5CB3-2C36-44DD-BF57-04859800C47A}"/>
                  </a:ext>
                </a:extLst>
              </p:cNvPr>
              <p:cNvSpPr/>
              <p:nvPr/>
            </p:nvSpPr>
            <p:spPr>
              <a:xfrm>
                <a:off x="403530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1" name="椭圆 15440">
                <a:extLst>
                  <a:ext uri="{FF2B5EF4-FFF2-40B4-BE49-F238E27FC236}">
                    <a16:creationId xmlns:a16="http://schemas.microsoft.com/office/drawing/2014/main" id="{3E60D2F0-BBCF-45F3-AE6F-F2EBA2E3B6F6}"/>
                  </a:ext>
                </a:extLst>
              </p:cNvPr>
              <p:cNvSpPr/>
              <p:nvPr/>
            </p:nvSpPr>
            <p:spPr>
              <a:xfrm>
                <a:off x="3953305" y="2781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2" name="椭圆 15441">
                <a:extLst>
                  <a:ext uri="{FF2B5EF4-FFF2-40B4-BE49-F238E27FC236}">
                    <a16:creationId xmlns:a16="http://schemas.microsoft.com/office/drawing/2014/main" id="{2B9F7B14-326D-46B7-A56E-1B0361C849B3}"/>
                  </a:ext>
                </a:extLst>
              </p:cNvPr>
              <p:cNvSpPr/>
              <p:nvPr/>
            </p:nvSpPr>
            <p:spPr>
              <a:xfrm>
                <a:off x="399316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3" name="椭圆 15442">
                <a:extLst>
                  <a:ext uri="{FF2B5EF4-FFF2-40B4-BE49-F238E27FC236}">
                    <a16:creationId xmlns:a16="http://schemas.microsoft.com/office/drawing/2014/main" id="{7712E457-A96F-480D-9A3D-101FD39067E6}"/>
                  </a:ext>
                </a:extLst>
              </p:cNvPr>
              <p:cNvSpPr/>
              <p:nvPr/>
            </p:nvSpPr>
            <p:spPr>
              <a:xfrm>
                <a:off x="4031887"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4" name="椭圆 15443">
                <a:extLst>
                  <a:ext uri="{FF2B5EF4-FFF2-40B4-BE49-F238E27FC236}">
                    <a16:creationId xmlns:a16="http://schemas.microsoft.com/office/drawing/2014/main" id="{45120C01-1C56-4578-A051-9A8F2C909D16}"/>
                  </a:ext>
                </a:extLst>
              </p:cNvPr>
              <p:cNvSpPr/>
              <p:nvPr/>
            </p:nvSpPr>
            <p:spPr>
              <a:xfrm>
                <a:off x="39312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5" name="椭圆 15444">
                <a:extLst>
                  <a:ext uri="{FF2B5EF4-FFF2-40B4-BE49-F238E27FC236}">
                    <a16:creationId xmlns:a16="http://schemas.microsoft.com/office/drawing/2014/main" id="{2FE96F27-1DD3-4571-83A2-36FCE3636A44}"/>
                  </a:ext>
                </a:extLst>
              </p:cNvPr>
              <p:cNvSpPr/>
              <p:nvPr/>
            </p:nvSpPr>
            <p:spPr>
              <a:xfrm>
                <a:off x="3991440" y="2854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6" name="椭圆 15445">
                <a:extLst>
                  <a:ext uri="{FF2B5EF4-FFF2-40B4-BE49-F238E27FC236}">
                    <a16:creationId xmlns:a16="http://schemas.microsoft.com/office/drawing/2014/main" id="{BAF69EF2-54FD-476F-9177-1360FD83AF5B}"/>
                  </a:ext>
                </a:extLst>
              </p:cNvPr>
              <p:cNvSpPr/>
              <p:nvPr/>
            </p:nvSpPr>
            <p:spPr>
              <a:xfrm>
                <a:off x="4001680"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7" name="椭圆 15446">
                <a:extLst>
                  <a:ext uri="{FF2B5EF4-FFF2-40B4-BE49-F238E27FC236}">
                    <a16:creationId xmlns:a16="http://schemas.microsoft.com/office/drawing/2014/main" id="{B76AD484-FAB1-4AD1-B6CA-8E6CE6786D6C}"/>
                  </a:ext>
                </a:extLst>
              </p:cNvPr>
              <p:cNvSpPr/>
              <p:nvPr/>
            </p:nvSpPr>
            <p:spPr>
              <a:xfrm>
                <a:off x="399845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8" name="椭圆 15447">
                <a:extLst>
                  <a:ext uri="{FF2B5EF4-FFF2-40B4-BE49-F238E27FC236}">
                    <a16:creationId xmlns:a16="http://schemas.microsoft.com/office/drawing/2014/main" id="{5676B456-5E4B-4035-A687-E8AE8C4BA018}"/>
                  </a:ext>
                </a:extLst>
              </p:cNvPr>
              <p:cNvSpPr/>
              <p:nvPr/>
            </p:nvSpPr>
            <p:spPr>
              <a:xfrm>
                <a:off x="40346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9" name="椭圆 15448">
                <a:extLst>
                  <a:ext uri="{FF2B5EF4-FFF2-40B4-BE49-F238E27FC236}">
                    <a16:creationId xmlns:a16="http://schemas.microsoft.com/office/drawing/2014/main" id="{AD691807-8C5E-4BB1-924B-9F58DA683143}"/>
                  </a:ext>
                </a:extLst>
              </p:cNvPr>
              <p:cNvSpPr/>
              <p:nvPr/>
            </p:nvSpPr>
            <p:spPr>
              <a:xfrm>
                <a:off x="39847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0" name="椭圆 15449">
                <a:extLst>
                  <a:ext uri="{FF2B5EF4-FFF2-40B4-BE49-F238E27FC236}">
                    <a16:creationId xmlns:a16="http://schemas.microsoft.com/office/drawing/2014/main" id="{9C725157-7908-4BF9-B57D-98C3BCC53D38}"/>
                  </a:ext>
                </a:extLst>
              </p:cNvPr>
              <p:cNvSpPr/>
              <p:nvPr/>
            </p:nvSpPr>
            <p:spPr>
              <a:xfrm>
                <a:off x="411883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1" name="椭圆 15450">
                <a:extLst>
                  <a:ext uri="{FF2B5EF4-FFF2-40B4-BE49-F238E27FC236}">
                    <a16:creationId xmlns:a16="http://schemas.microsoft.com/office/drawing/2014/main" id="{E2E82C59-9498-4AEA-8769-A1EA28609C13}"/>
                  </a:ext>
                </a:extLst>
              </p:cNvPr>
              <p:cNvSpPr/>
              <p:nvPr/>
            </p:nvSpPr>
            <p:spPr>
              <a:xfrm>
                <a:off x="40534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2" name="椭圆 15451">
                <a:extLst>
                  <a:ext uri="{FF2B5EF4-FFF2-40B4-BE49-F238E27FC236}">
                    <a16:creationId xmlns:a16="http://schemas.microsoft.com/office/drawing/2014/main" id="{C66DE048-A9E6-4555-8161-08CFA384FA43}"/>
                  </a:ext>
                </a:extLst>
              </p:cNvPr>
              <p:cNvSpPr/>
              <p:nvPr/>
            </p:nvSpPr>
            <p:spPr>
              <a:xfrm>
                <a:off x="3938550" y="27940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3" name="椭圆 15452">
                <a:extLst>
                  <a:ext uri="{FF2B5EF4-FFF2-40B4-BE49-F238E27FC236}">
                    <a16:creationId xmlns:a16="http://schemas.microsoft.com/office/drawing/2014/main" id="{B1317DD5-84B6-41F3-83F7-9AE24CEA49CC}"/>
                  </a:ext>
                </a:extLst>
              </p:cNvPr>
              <p:cNvSpPr/>
              <p:nvPr/>
            </p:nvSpPr>
            <p:spPr>
              <a:xfrm>
                <a:off x="399408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4" name="椭圆 15453">
                <a:extLst>
                  <a:ext uri="{FF2B5EF4-FFF2-40B4-BE49-F238E27FC236}">
                    <a16:creationId xmlns:a16="http://schemas.microsoft.com/office/drawing/2014/main" id="{A3161CC1-D7EF-4C96-A5B3-145B5890D1FF}"/>
                  </a:ext>
                </a:extLst>
              </p:cNvPr>
              <p:cNvSpPr/>
              <p:nvPr/>
            </p:nvSpPr>
            <p:spPr>
              <a:xfrm>
                <a:off x="400296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5" name="椭圆 15454">
                <a:extLst>
                  <a:ext uri="{FF2B5EF4-FFF2-40B4-BE49-F238E27FC236}">
                    <a16:creationId xmlns:a16="http://schemas.microsoft.com/office/drawing/2014/main" id="{F2209A41-D036-4D27-A8E3-9D2793BBB667}"/>
                  </a:ext>
                </a:extLst>
              </p:cNvPr>
              <p:cNvSpPr/>
              <p:nvPr/>
            </p:nvSpPr>
            <p:spPr>
              <a:xfrm>
                <a:off x="39992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6" name="椭圆 15455">
                <a:extLst>
                  <a:ext uri="{FF2B5EF4-FFF2-40B4-BE49-F238E27FC236}">
                    <a16:creationId xmlns:a16="http://schemas.microsoft.com/office/drawing/2014/main" id="{5AE0A9AD-9BA0-4DC9-9FBA-9D8CDB6CB1D1}"/>
                  </a:ext>
                </a:extLst>
              </p:cNvPr>
              <p:cNvSpPr/>
              <p:nvPr/>
            </p:nvSpPr>
            <p:spPr>
              <a:xfrm>
                <a:off x="4067563"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7" name="椭圆 15456">
                <a:extLst>
                  <a:ext uri="{FF2B5EF4-FFF2-40B4-BE49-F238E27FC236}">
                    <a16:creationId xmlns:a16="http://schemas.microsoft.com/office/drawing/2014/main" id="{51D7F567-D961-440F-A719-3D3FE2D7EAA6}"/>
                  </a:ext>
                </a:extLst>
              </p:cNvPr>
              <p:cNvSpPr/>
              <p:nvPr/>
            </p:nvSpPr>
            <p:spPr>
              <a:xfrm>
                <a:off x="407450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8" name="椭圆 15457">
                <a:extLst>
                  <a:ext uri="{FF2B5EF4-FFF2-40B4-BE49-F238E27FC236}">
                    <a16:creationId xmlns:a16="http://schemas.microsoft.com/office/drawing/2014/main" id="{3B08E7AD-AFCC-452D-A120-ABFF600244A3}"/>
                  </a:ext>
                </a:extLst>
              </p:cNvPr>
              <p:cNvSpPr/>
              <p:nvPr/>
            </p:nvSpPr>
            <p:spPr>
              <a:xfrm>
                <a:off x="4047633"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9" name="椭圆 15458">
                <a:extLst>
                  <a:ext uri="{FF2B5EF4-FFF2-40B4-BE49-F238E27FC236}">
                    <a16:creationId xmlns:a16="http://schemas.microsoft.com/office/drawing/2014/main" id="{367B71BD-E2D1-4BE3-91D9-12EE457218F5}"/>
                  </a:ext>
                </a:extLst>
              </p:cNvPr>
              <p:cNvSpPr/>
              <p:nvPr/>
            </p:nvSpPr>
            <p:spPr>
              <a:xfrm>
                <a:off x="3999661"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0" name="椭圆 15459">
                <a:extLst>
                  <a:ext uri="{FF2B5EF4-FFF2-40B4-BE49-F238E27FC236}">
                    <a16:creationId xmlns:a16="http://schemas.microsoft.com/office/drawing/2014/main" id="{333D0E6B-D895-4107-85D1-2128049ECBA3}"/>
                  </a:ext>
                </a:extLst>
              </p:cNvPr>
              <p:cNvSpPr/>
              <p:nvPr/>
            </p:nvSpPr>
            <p:spPr>
              <a:xfrm>
                <a:off x="4179180"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1" name="椭圆 15460">
                <a:extLst>
                  <a:ext uri="{FF2B5EF4-FFF2-40B4-BE49-F238E27FC236}">
                    <a16:creationId xmlns:a16="http://schemas.microsoft.com/office/drawing/2014/main" id="{CAA96620-99DA-427C-A404-50D939AF1939}"/>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2" name="椭圆 15461">
                <a:extLst>
                  <a:ext uri="{FF2B5EF4-FFF2-40B4-BE49-F238E27FC236}">
                    <a16:creationId xmlns:a16="http://schemas.microsoft.com/office/drawing/2014/main" id="{8937E9A6-97F3-4290-8B77-4BA4053EEB15}"/>
                  </a:ext>
                </a:extLst>
              </p:cNvPr>
              <p:cNvSpPr/>
              <p:nvPr/>
            </p:nvSpPr>
            <p:spPr>
              <a:xfrm>
                <a:off x="399896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3" name="椭圆 15462">
                <a:extLst>
                  <a:ext uri="{FF2B5EF4-FFF2-40B4-BE49-F238E27FC236}">
                    <a16:creationId xmlns:a16="http://schemas.microsoft.com/office/drawing/2014/main" id="{9CA20037-8C71-4463-BE74-A0F4D5BAFFC5}"/>
                  </a:ext>
                </a:extLst>
              </p:cNvPr>
              <p:cNvSpPr/>
              <p:nvPr/>
            </p:nvSpPr>
            <p:spPr>
              <a:xfrm>
                <a:off x="4082282"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4" name="椭圆 15463">
                <a:extLst>
                  <a:ext uri="{FF2B5EF4-FFF2-40B4-BE49-F238E27FC236}">
                    <a16:creationId xmlns:a16="http://schemas.microsoft.com/office/drawing/2014/main" id="{592F178F-3303-4D12-A11A-F529DA56A150}"/>
                  </a:ext>
                </a:extLst>
              </p:cNvPr>
              <p:cNvSpPr/>
              <p:nvPr/>
            </p:nvSpPr>
            <p:spPr>
              <a:xfrm>
                <a:off x="3864041"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5" name="椭圆 15464">
                <a:extLst>
                  <a:ext uri="{FF2B5EF4-FFF2-40B4-BE49-F238E27FC236}">
                    <a16:creationId xmlns:a16="http://schemas.microsoft.com/office/drawing/2014/main" id="{A03F2C96-BCDF-41A2-B085-8FFC0A1567A9}"/>
                  </a:ext>
                </a:extLst>
              </p:cNvPr>
              <p:cNvSpPr/>
              <p:nvPr/>
            </p:nvSpPr>
            <p:spPr>
              <a:xfrm>
                <a:off x="396376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6" name="椭圆 15465">
                <a:extLst>
                  <a:ext uri="{FF2B5EF4-FFF2-40B4-BE49-F238E27FC236}">
                    <a16:creationId xmlns:a16="http://schemas.microsoft.com/office/drawing/2014/main" id="{788319B2-7977-406D-BCDC-759D833290B5}"/>
                  </a:ext>
                </a:extLst>
              </p:cNvPr>
              <p:cNvSpPr/>
              <p:nvPr/>
            </p:nvSpPr>
            <p:spPr>
              <a:xfrm>
                <a:off x="4127831" y="29064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7" name="椭圆 15466">
                <a:extLst>
                  <a:ext uri="{FF2B5EF4-FFF2-40B4-BE49-F238E27FC236}">
                    <a16:creationId xmlns:a16="http://schemas.microsoft.com/office/drawing/2014/main" id="{11C23C32-0EF8-4D44-AEE0-B121DFAF163C}"/>
                  </a:ext>
                </a:extLst>
              </p:cNvPr>
              <p:cNvSpPr/>
              <p:nvPr/>
            </p:nvSpPr>
            <p:spPr>
              <a:xfrm>
                <a:off x="404462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8" name="椭圆 15467">
                <a:extLst>
                  <a:ext uri="{FF2B5EF4-FFF2-40B4-BE49-F238E27FC236}">
                    <a16:creationId xmlns:a16="http://schemas.microsoft.com/office/drawing/2014/main" id="{45229FA5-C6E3-44AB-8DE1-6F9ADE9A0DC0}"/>
                  </a:ext>
                </a:extLst>
              </p:cNvPr>
              <p:cNvSpPr/>
              <p:nvPr/>
            </p:nvSpPr>
            <p:spPr>
              <a:xfrm>
                <a:off x="39973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9" name="椭圆 15468">
                <a:extLst>
                  <a:ext uri="{FF2B5EF4-FFF2-40B4-BE49-F238E27FC236}">
                    <a16:creationId xmlns:a16="http://schemas.microsoft.com/office/drawing/2014/main" id="{3C93286B-BB9F-453B-BF93-617EE1309214}"/>
                  </a:ext>
                </a:extLst>
              </p:cNvPr>
              <p:cNvSpPr/>
              <p:nvPr/>
            </p:nvSpPr>
            <p:spPr>
              <a:xfrm>
                <a:off x="401346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0" name="椭圆 15469">
                <a:extLst>
                  <a:ext uri="{FF2B5EF4-FFF2-40B4-BE49-F238E27FC236}">
                    <a16:creationId xmlns:a16="http://schemas.microsoft.com/office/drawing/2014/main" id="{C7504209-B74D-4F2D-B406-BC6B302BDE99}"/>
                  </a:ext>
                </a:extLst>
              </p:cNvPr>
              <p:cNvSpPr/>
              <p:nvPr/>
            </p:nvSpPr>
            <p:spPr>
              <a:xfrm>
                <a:off x="406099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1" name="椭圆 15470">
                <a:extLst>
                  <a:ext uri="{FF2B5EF4-FFF2-40B4-BE49-F238E27FC236}">
                    <a16:creationId xmlns:a16="http://schemas.microsoft.com/office/drawing/2014/main" id="{E9C181D5-374E-406B-9625-25186C89A1DE}"/>
                  </a:ext>
                </a:extLst>
              </p:cNvPr>
              <p:cNvSpPr/>
              <p:nvPr/>
            </p:nvSpPr>
            <p:spPr>
              <a:xfrm>
                <a:off x="4085622" y="30198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2" name="椭圆 15471">
                <a:extLst>
                  <a:ext uri="{FF2B5EF4-FFF2-40B4-BE49-F238E27FC236}">
                    <a16:creationId xmlns:a16="http://schemas.microsoft.com/office/drawing/2014/main" id="{27699096-BEC1-4A2F-87B2-749935D98679}"/>
                  </a:ext>
                </a:extLst>
              </p:cNvPr>
              <p:cNvSpPr/>
              <p:nvPr/>
            </p:nvSpPr>
            <p:spPr>
              <a:xfrm>
                <a:off x="4015738" y="29017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3" name="椭圆 15472">
                <a:extLst>
                  <a:ext uri="{FF2B5EF4-FFF2-40B4-BE49-F238E27FC236}">
                    <a16:creationId xmlns:a16="http://schemas.microsoft.com/office/drawing/2014/main" id="{5AAB11B7-3A8E-44F0-9BC3-C186C22AF73A}"/>
                  </a:ext>
                </a:extLst>
              </p:cNvPr>
              <p:cNvSpPr/>
              <p:nvPr/>
            </p:nvSpPr>
            <p:spPr>
              <a:xfrm>
                <a:off x="3956314"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4" name="椭圆 15473">
                <a:extLst>
                  <a:ext uri="{FF2B5EF4-FFF2-40B4-BE49-F238E27FC236}">
                    <a16:creationId xmlns:a16="http://schemas.microsoft.com/office/drawing/2014/main" id="{2C5047AA-B661-4C13-B545-EDC318AA626E}"/>
                  </a:ext>
                </a:extLst>
              </p:cNvPr>
              <p:cNvSpPr/>
              <p:nvPr/>
            </p:nvSpPr>
            <p:spPr>
              <a:xfrm>
                <a:off x="4017353"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5" name="椭圆 15474">
                <a:extLst>
                  <a:ext uri="{FF2B5EF4-FFF2-40B4-BE49-F238E27FC236}">
                    <a16:creationId xmlns:a16="http://schemas.microsoft.com/office/drawing/2014/main" id="{4A4CC4B1-FB1F-4897-B31D-779DB0FA518E}"/>
                  </a:ext>
                </a:extLst>
              </p:cNvPr>
              <p:cNvSpPr/>
              <p:nvPr/>
            </p:nvSpPr>
            <p:spPr>
              <a:xfrm>
                <a:off x="3984283"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6" name="椭圆 15475">
                <a:extLst>
                  <a:ext uri="{FF2B5EF4-FFF2-40B4-BE49-F238E27FC236}">
                    <a16:creationId xmlns:a16="http://schemas.microsoft.com/office/drawing/2014/main" id="{5D6C9143-9841-4297-88D1-6AD043C356F8}"/>
                  </a:ext>
                </a:extLst>
              </p:cNvPr>
              <p:cNvSpPr/>
              <p:nvPr/>
            </p:nvSpPr>
            <p:spPr>
              <a:xfrm>
                <a:off x="40183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7" name="椭圆 15476">
                <a:extLst>
                  <a:ext uri="{FF2B5EF4-FFF2-40B4-BE49-F238E27FC236}">
                    <a16:creationId xmlns:a16="http://schemas.microsoft.com/office/drawing/2014/main" id="{F68392FE-45CE-4CF6-8E8B-120BE289AD21}"/>
                  </a:ext>
                </a:extLst>
              </p:cNvPr>
              <p:cNvSpPr/>
              <p:nvPr/>
            </p:nvSpPr>
            <p:spPr>
              <a:xfrm>
                <a:off x="400164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8" name="椭圆 15477">
                <a:extLst>
                  <a:ext uri="{FF2B5EF4-FFF2-40B4-BE49-F238E27FC236}">
                    <a16:creationId xmlns:a16="http://schemas.microsoft.com/office/drawing/2014/main" id="{310855BD-A452-4BB8-8C86-9334D8D92160}"/>
                  </a:ext>
                </a:extLst>
              </p:cNvPr>
              <p:cNvSpPr/>
              <p:nvPr/>
            </p:nvSpPr>
            <p:spPr>
              <a:xfrm>
                <a:off x="4020950"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9" name="椭圆 15478">
                <a:extLst>
                  <a:ext uri="{FF2B5EF4-FFF2-40B4-BE49-F238E27FC236}">
                    <a16:creationId xmlns:a16="http://schemas.microsoft.com/office/drawing/2014/main" id="{6B5AA076-51AE-4772-A61B-226F25E2C029}"/>
                  </a:ext>
                </a:extLst>
              </p:cNvPr>
              <p:cNvSpPr/>
              <p:nvPr/>
            </p:nvSpPr>
            <p:spPr>
              <a:xfrm>
                <a:off x="393554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0" name="椭圆 15479">
                <a:extLst>
                  <a:ext uri="{FF2B5EF4-FFF2-40B4-BE49-F238E27FC236}">
                    <a16:creationId xmlns:a16="http://schemas.microsoft.com/office/drawing/2014/main" id="{76E2010D-9E9B-42E0-A2F3-7892A518CA86}"/>
                  </a:ext>
                </a:extLst>
              </p:cNvPr>
              <p:cNvSpPr/>
              <p:nvPr/>
            </p:nvSpPr>
            <p:spPr>
              <a:xfrm>
                <a:off x="4021060"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1" name="椭圆 15480">
                <a:extLst>
                  <a:ext uri="{FF2B5EF4-FFF2-40B4-BE49-F238E27FC236}">
                    <a16:creationId xmlns:a16="http://schemas.microsoft.com/office/drawing/2014/main" id="{722C6436-78C3-4240-9CC6-370F6879A536}"/>
                  </a:ext>
                </a:extLst>
              </p:cNvPr>
              <p:cNvSpPr/>
              <p:nvPr/>
            </p:nvSpPr>
            <p:spPr>
              <a:xfrm>
                <a:off x="4014783"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2" name="椭圆 15481">
                <a:extLst>
                  <a:ext uri="{FF2B5EF4-FFF2-40B4-BE49-F238E27FC236}">
                    <a16:creationId xmlns:a16="http://schemas.microsoft.com/office/drawing/2014/main" id="{EDCDD645-D444-483A-AC61-C95AB914EE2D}"/>
                  </a:ext>
                </a:extLst>
              </p:cNvPr>
              <p:cNvSpPr/>
              <p:nvPr/>
            </p:nvSpPr>
            <p:spPr>
              <a:xfrm>
                <a:off x="3996615" y="2786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3" name="椭圆 15482">
                <a:extLst>
                  <a:ext uri="{FF2B5EF4-FFF2-40B4-BE49-F238E27FC236}">
                    <a16:creationId xmlns:a16="http://schemas.microsoft.com/office/drawing/2014/main" id="{AA67A622-D355-43F5-89DC-7BB2DF489BE0}"/>
                  </a:ext>
                </a:extLst>
              </p:cNvPr>
              <p:cNvSpPr/>
              <p:nvPr/>
            </p:nvSpPr>
            <p:spPr>
              <a:xfrm>
                <a:off x="3953672"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4" name="椭圆 15483">
                <a:extLst>
                  <a:ext uri="{FF2B5EF4-FFF2-40B4-BE49-F238E27FC236}">
                    <a16:creationId xmlns:a16="http://schemas.microsoft.com/office/drawing/2014/main" id="{7C6B6CBF-5E7C-4F34-BBAE-FC41354E3D9A}"/>
                  </a:ext>
                </a:extLst>
              </p:cNvPr>
              <p:cNvSpPr/>
              <p:nvPr/>
            </p:nvSpPr>
            <p:spPr>
              <a:xfrm>
                <a:off x="4078685" y="2799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5" name="椭圆 15484">
                <a:extLst>
                  <a:ext uri="{FF2B5EF4-FFF2-40B4-BE49-F238E27FC236}">
                    <a16:creationId xmlns:a16="http://schemas.microsoft.com/office/drawing/2014/main" id="{FEAF8079-1240-4FAD-B2D0-3A758CABB1B8}"/>
                  </a:ext>
                </a:extLst>
              </p:cNvPr>
              <p:cNvSpPr/>
              <p:nvPr/>
            </p:nvSpPr>
            <p:spPr>
              <a:xfrm>
                <a:off x="4071858"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6" name="椭圆 15485">
                <a:extLst>
                  <a:ext uri="{FF2B5EF4-FFF2-40B4-BE49-F238E27FC236}">
                    <a16:creationId xmlns:a16="http://schemas.microsoft.com/office/drawing/2014/main" id="{4A8B6861-AF04-413A-84C9-1E5571BF8944}"/>
                  </a:ext>
                </a:extLst>
              </p:cNvPr>
              <p:cNvSpPr/>
              <p:nvPr/>
            </p:nvSpPr>
            <p:spPr>
              <a:xfrm>
                <a:off x="39938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7" name="椭圆 15486">
                <a:extLst>
                  <a:ext uri="{FF2B5EF4-FFF2-40B4-BE49-F238E27FC236}">
                    <a16:creationId xmlns:a16="http://schemas.microsoft.com/office/drawing/2014/main" id="{00CBFDAE-1468-4F2F-8E81-89C19BABCED2}"/>
                  </a:ext>
                </a:extLst>
              </p:cNvPr>
              <p:cNvSpPr/>
              <p:nvPr/>
            </p:nvSpPr>
            <p:spPr>
              <a:xfrm>
                <a:off x="389626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8" name="椭圆 15487">
                <a:extLst>
                  <a:ext uri="{FF2B5EF4-FFF2-40B4-BE49-F238E27FC236}">
                    <a16:creationId xmlns:a16="http://schemas.microsoft.com/office/drawing/2014/main" id="{B54B8516-10E5-4EFB-BED5-3B0EF219B5AC}"/>
                  </a:ext>
                </a:extLst>
              </p:cNvPr>
              <p:cNvSpPr/>
              <p:nvPr/>
            </p:nvSpPr>
            <p:spPr>
              <a:xfrm>
                <a:off x="3911205"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9" name="椭圆 15488">
                <a:extLst>
                  <a:ext uri="{FF2B5EF4-FFF2-40B4-BE49-F238E27FC236}">
                    <a16:creationId xmlns:a16="http://schemas.microsoft.com/office/drawing/2014/main" id="{73A69704-DCCF-434C-B98F-24BA85946CCA}"/>
                  </a:ext>
                </a:extLst>
              </p:cNvPr>
              <p:cNvSpPr/>
              <p:nvPr/>
            </p:nvSpPr>
            <p:spPr>
              <a:xfrm>
                <a:off x="40174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0" name="椭圆 15489">
                <a:extLst>
                  <a:ext uri="{FF2B5EF4-FFF2-40B4-BE49-F238E27FC236}">
                    <a16:creationId xmlns:a16="http://schemas.microsoft.com/office/drawing/2014/main" id="{31D1F320-7244-4ADF-8BDE-AA9F50E92A92}"/>
                  </a:ext>
                </a:extLst>
              </p:cNvPr>
              <p:cNvSpPr/>
              <p:nvPr/>
            </p:nvSpPr>
            <p:spPr>
              <a:xfrm>
                <a:off x="3936641"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1" name="椭圆 15490">
                <a:extLst>
                  <a:ext uri="{FF2B5EF4-FFF2-40B4-BE49-F238E27FC236}">
                    <a16:creationId xmlns:a16="http://schemas.microsoft.com/office/drawing/2014/main" id="{23A8BE23-A295-437A-BD1F-3CC15997EFF4}"/>
                  </a:ext>
                </a:extLst>
              </p:cNvPr>
              <p:cNvSpPr/>
              <p:nvPr/>
            </p:nvSpPr>
            <p:spPr>
              <a:xfrm>
                <a:off x="421999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2" name="椭圆 15491">
                <a:extLst>
                  <a:ext uri="{FF2B5EF4-FFF2-40B4-BE49-F238E27FC236}">
                    <a16:creationId xmlns:a16="http://schemas.microsoft.com/office/drawing/2014/main" id="{A74C3A7D-6669-4107-AAF9-392C7B5815CF}"/>
                  </a:ext>
                </a:extLst>
              </p:cNvPr>
              <p:cNvSpPr/>
              <p:nvPr/>
            </p:nvSpPr>
            <p:spPr>
              <a:xfrm>
                <a:off x="4131538"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3" name="椭圆 15492">
                <a:extLst>
                  <a:ext uri="{FF2B5EF4-FFF2-40B4-BE49-F238E27FC236}">
                    <a16:creationId xmlns:a16="http://schemas.microsoft.com/office/drawing/2014/main" id="{9D6B4B85-2F24-4D55-A81F-030661EEB70A}"/>
                  </a:ext>
                </a:extLst>
              </p:cNvPr>
              <p:cNvSpPr/>
              <p:nvPr/>
            </p:nvSpPr>
            <p:spPr>
              <a:xfrm>
                <a:off x="39619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4" name="椭圆 15493">
                <a:extLst>
                  <a:ext uri="{FF2B5EF4-FFF2-40B4-BE49-F238E27FC236}">
                    <a16:creationId xmlns:a16="http://schemas.microsoft.com/office/drawing/2014/main" id="{79042B05-9B69-45EF-8208-C9099593004A}"/>
                  </a:ext>
                </a:extLst>
              </p:cNvPr>
              <p:cNvSpPr/>
              <p:nvPr/>
            </p:nvSpPr>
            <p:spPr>
              <a:xfrm>
                <a:off x="4020950"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5" name="椭圆 15494">
                <a:extLst>
                  <a:ext uri="{FF2B5EF4-FFF2-40B4-BE49-F238E27FC236}">
                    <a16:creationId xmlns:a16="http://schemas.microsoft.com/office/drawing/2014/main" id="{A698FD44-B036-4964-A077-21A74B8F81BD}"/>
                  </a:ext>
                </a:extLst>
              </p:cNvPr>
              <p:cNvSpPr/>
              <p:nvPr/>
            </p:nvSpPr>
            <p:spPr>
              <a:xfrm>
                <a:off x="3893551"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6" name="椭圆 15495">
                <a:extLst>
                  <a:ext uri="{FF2B5EF4-FFF2-40B4-BE49-F238E27FC236}">
                    <a16:creationId xmlns:a16="http://schemas.microsoft.com/office/drawing/2014/main" id="{FEF147D9-497B-4D93-9B68-B2D4FE9CA646}"/>
                  </a:ext>
                </a:extLst>
              </p:cNvPr>
              <p:cNvSpPr/>
              <p:nvPr/>
            </p:nvSpPr>
            <p:spPr>
              <a:xfrm>
                <a:off x="399801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7" name="椭圆 15496">
                <a:extLst>
                  <a:ext uri="{FF2B5EF4-FFF2-40B4-BE49-F238E27FC236}">
                    <a16:creationId xmlns:a16="http://schemas.microsoft.com/office/drawing/2014/main" id="{58D58DA9-4180-4BBB-B06E-7C728AC792FB}"/>
                  </a:ext>
                </a:extLst>
              </p:cNvPr>
              <p:cNvSpPr/>
              <p:nvPr/>
            </p:nvSpPr>
            <p:spPr>
              <a:xfrm>
                <a:off x="3912637" y="2797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8" name="椭圆 15497">
                <a:extLst>
                  <a:ext uri="{FF2B5EF4-FFF2-40B4-BE49-F238E27FC236}">
                    <a16:creationId xmlns:a16="http://schemas.microsoft.com/office/drawing/2014/main" id="{10A04C63-0842-484E-9422-C81B53B382AC}"/>
                  </a:ext>
                </a:extLst>
              </p:cNvPr>
              <p:cNvSpPr/>
              <p:nvPr/>
            </p:nvSpPr>
            <p:spPr>
              <a:xfrm>
                <a:off x="4094064"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9" name="椭圆 15498">
                <a:extLst>
                  <a:ext uri="{FF2B5EF4-FFF2-40B4-BE49-F238E27FC236}">
                    <a16:creationId xmlns:a16="http://schemas.microsoft.com/office/drawing/2014/main" id="{9EC3D0E2-A7FA-4820-A1E4-9C478EFEA73A}"/>
                  </a:ext>
                </a:extLst>
              </p:cNvPr>
              <p:cNvSpPr/>
              <p:nvPr/>
            </p:nvSpPr>
            <p:spPr>
              <a:xfrm>
                <a:off x="39240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0" name="椭圆 15499">
                <a:extLst>
                  <a:ext uri="{FF2B5EF4-FFF2-40B4-BE49-F238E27FC236}">
                    <a16:creationId xmlns:a16="http://schemas.microsoft.com/office/drawing/2014/main" id="{696E99F3-EE6E-4011-9971-380709830CCE}"/>
                  </a:ext>
                </a:extLst>
              </p:cNvPr>
              <p:cNvSpPr/>
              <p:nvPr/>
            </p:nvSpPr>
            <p:spPr>
              <a:xfrm>
                <a:off x="40252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1" name="椭圆 15500">
                <a:extLst>
                  <a:ext uri="{FF2B5EF4-FFF2-40B4-BE49-F238E27FC236}">
                    <a16:creationId xmlns:a16="http://schemas.microsoft.com/office/drawing/2014/main" id="{79822D92-B4B3-42D7-894B-C6C9F2CC0F28}"/>
                  </a:ext>
                </a:extLst>
              </p:cNvPr>
              <p:cNvSpPr/>
              <p:nvPr/>
            </p:nvSpPr>
            <p:spPr>
              <a:xfrm>
                <a:off x="4002157"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2" name="椭圆 15501">
                <a:extLst>
                  <a:ext uri="{FF2B5EF4-FFF2-40B4-BE49-F238E27FC236}">
                    <a16:creationId xmlns:a16="http://schemas.microsoft.com/office/drawing/2014/main" id="{67619434-1A5A-432A-B732-7540B945F20C}"/>
                  </a:ext>
                </a:extLst>
              </p:cNvPr>
              <p:cNvSpPr/>
              <p:nvPr/>
            </p:nvSpPr>
            <p:spPr>
              <a:xfrm>
                <a:off x="398795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3" name="椭圆 15502">
                <a:extLst>
                  <a:ext uri="{FF2B5EF4-FFF2-40B4-BE49-F238E27FC236}">
                    <a16:creationId xmlns:a16="http://schemas.microsoft.com/office/drawing/2014/main" id="{4C9305D4-6AFF-40F8-B212-888CF91BA667}"/>
                  </a:ext>
                </a:extLst>
              </p:cNvPr>
              <p:cNvSpPr/>
              <p:nvPr/>
            </p:nvSpPr>
            <p:spPr>
              <a:xfrm>
                <a:off x="4033209"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4" name="椭圆 15503">
                <a:extLst>
                  <a:ext uri="{FF2B5EF4-FFF2-40B4-BE49-F238E27FC236}">
                    <a16:creationId xmlns:a16="http://schemas.microsoft.com/office/drawing/2014/main" id="{E10C4A26-CC9F-4868-9378-ED179695500D}"/>
                  </a:ext>
                </a:extLst>
              </p:cNvPr>
              <p:cNvSpPr/>
              <p:nvPr/>
            </p:nvSpPr>
            <p:spPr>
              <a:xfrm>
                <a:off x="399371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5" name="椭圆 15504">
                <a:extLst>
                  <a:ext uri="{FF2B5EF4-FFF2-40B4-BE49-F238E27FC236}">
                    <a16:creationId xmlns:a16="http://schemas.microsoft.com/office/drawing/2014/main" id="{7BFAA4C9-9127-4112-8185-650030927CB9}"/>
                  </a:ext>
                </a:extLst>
              </p:cNvPr>
              <p:cNvSpPr/>
              <p:nvPr/>
            </p:nvSpPr>
            <p:spPr>
              <a:xfrm>
                <a:off x="40586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6" name="椭圆 15505">
                <a:extLst>
                  <a:ext uri="{FF2B5EF4-FFF2-40B4-BE49-F238E27FC236}">
                    <a16:creationId xmlns:a16="http://schemas.microsoft.com/office/drawing/2014/main" id="{8EA79E1F-6068-4857-87CD-72444F44BF18}"/>
                  </a:ext>
                </a:extLst>
              </p:cNvPr>
              <p:cNvSpPr/>
              <p:nvPr/>
            </p:nvSpPr>
            <p:spPr>
              <a:xfrm>
                <a:off x="404275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7" name="椭圆 15506">
                <a:extLst>
                  <a:ext uri="{FF2B5EF4-FFF2-40B4-BE49-F238E27FC236}">
                    <a16:creationId xmlns:a16="http://schemas.microsoft.com/office/drawing/2014/main" id="{B27AF9E8-637F-4EC5-92FC-1AE45C69DD72}"/>
                  </a:ext>
                </a:extLst>
              </p:cNvPr>
              <p:cNvSpPr/>
              <p:nvPr/>
            </p:nvSpPr>
            <p:spPr>
              <a:xfrm>
                <a:off x="40689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8" name="椭圆 15507">
                <a:extLst>
                  <a:ext uri="{FF2B5EF4-FFF2-40B4-BE49-F238E27FC236}">
                    <a16:creationId xmlns:a16="http://schemas.microsoft.com/office/drawing/2014/main" id="{27E92D57-F9B4-4D53-83CC-918181869CA3}"/>
                  </a:ext>
                </a:extLst>
              </p:cNvPr>
              <p:cNvSpPr/>
              <p:nvPr/>
            </p:nvSpPr>
            <p:spPr>
              <a:xfrm>
                <a:off x="401860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9" name="椭圆 15508">
                <a:extLst>
                  <a:ext uri="{FF2B5EF4-FFF2-40B4-BE49-F238E27FC236}">
                    <a16:creationId xmlns:a16="http://schemas.microsoft.com/office/drawing/2014/main" id="{1BED45CA-71DD-4420-94A7-CA2AAA7F1EC4}"/>
                  </a:ext>
                </a:extLst>
              </p:cNvPr>
              <p:cNvSpPr/>
              <p:nvPr/>
            </p:nvSpPr>
            <p:spPr>
              <a:xfrm>
                <a:off x="4008837"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0" name="椭圆 15509">
                <a:extLst>
                  <a:ext uri="{FF2B5EF4-FFF2-40B4-BE49-F238E27FC236}">
                    <a16:creationId xmlns:a16="http://schemas.microsoft.com/office/drawing/2014/main" id="{A40C3F01-36AE-44AD-9F25-0F476D41E537}"/>
                  </a:ext>
                </a:extLst>
              </p:cNvPr>
              <p:cNvSpPr/>
              <p:nvPr/>
            </p:nvSpPr>
            <p:spPr>
              <a:xfrm>
                <a:off x="4023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1" name="椭圆 15510">
                <a:extLst>
                  <a:ext uri="{FF2B5EF4-FFF2-40B4-BE49-F238E27FC236}">
                    <a16:creationId xmlns:a16="http://schemas.microsoft.com/office/drawing/2014/main" id="{77F3E9C4-C7EE-49BE-99F7-F38965B2285C}"/>
                  </a:ext>
                </a:extLst>
              </p:cNvPr>
              <p:cNvSpPr/>
              <p:nvPr/>
            </p:nvSpPr>
            <p:spPr>
              <a:xfrm>
                <a:off x="399107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2" name="椭圆 15511">
                <a:extLst>
                  <a:ext uri="{FF2B5EF4-FFF2-40B4-BE49-F238E27FC236}">
                    <a16:creationId xmlns:a16="http://schemas.microsoft.com/office/drawing/2014/main" id="{EA0A1AB4-8986-434A-AE07-616AF7AAE580}"/>
                  </a:ext>
                </a:extLst>
              </p:cNvPr>
              <p:cNvSpPr/>
              <p:nvPr/>
            </p:nvSpPr>
            <p:spPr>
              <a:xfrm>
                <a:off x="40316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3" name="椭圆 15512">
                <a:extLst>
                  <a:ext uri="{FF2B5EF4-FFF2-40B4-BE49-F238E27FC236}">
                    <a16:creationId xmlns:a16="http://schemas.microsoft.com/office/drawing/2014/main" id="{D5BD9AA7-DCA6-4879-B233-F95F86A1468F}"/>
                  </a:ext>
                </a:extLst>
              </p:cNvPr>
              <p:cNvSpPr/>
              <p:nvPr/>
            </p:nvSpPr>
            <p:spPr>
              <a:xfrm>
                <a:off x="40473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4" name="椭圆 15513">
                <a:extLst>
                  <a:ext uri="{FF2B5EF4-FFF2-40B4-BE49-F238E27FC236}">
                    <a16:creationId xmlns:a16="http://schemas.microsoft.com/office/drawing/2014/main" id="{E3DF97D9-ED45-40F5-BAE2-3661C5B4F063}"/>
                  </a:ext>
                </a:extLst>
              </p:cNvPr>
              <p:cNvSpPr/>
              <p:nvPr/>
            </p:nvSpPr>
            <p:spPr>
              <a:xfrm>
                <a:off x="404132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5" name="椭圆 15514">
                <a:extLst>
                  <a:ext uri="{FF2B5EF4-FFF2-40B4-BE49-F238E27FC236}">
                    <a16:creationId xmlns:a16="http://schemas.microsoft.com/office/drawing/2014/main" id="{142CEFBE-0532-49B8-980C-4838C455AEC5}"/>
                  </a:ext>
                </a:extLst>
              </p:cNvPr>
              <p:cNvSpPr/>
              <p:nvPr/>
            </p:nvSpPr>
            <p:spPr>
              <a:xfrm>
                <a:off x="405442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6" name="椭圆 15515">
                <a:extLst>
                  <a:ext uri="{FF2B5EF4-FFF2-40B4-BE49-F238E27FC236}">
                    <a16:creationId xmlns:a16="http://schemas.microsoft.com/office/drawing/2014/main" id="{483EDDC5-CC3C-4300-9CB9-DB79C6D6DECA}"/>
                  </a:ext>
                </a:extLst>
              </p:cNvPr>
              <p:cNvSpPr/>
              <p:nvPr/>
            </p:nvSpPr>
            <p:spPr>
              <a:xfrm>
                <a:off x="417973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7" name="椭圆 15516">
                <a:extLst>
                  <a:ext uri="{FF2B5EF4-FFF2-40B4-BE49-F238E27FC236}">
                    <a16:creationId xmlns:a16="http://schemas.microsoft.com/office/drawing/2014/main" id="{276BA135-EC94-4B45-87C4-E5AAFC9B7FA5}"/>
                  </a:ext>
                </a:extLst>
              </p:cNvPr>
              <p:cNvSpPr/>
              <p:nvPr/>
            </p:nvSpPr>
            <p:spPr>
              <a:xfrm>
                <a:off x="4120784" y="3009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8" name="椭圆 15517">
                <a:extLst>
                  <a:ext uri="{FF2B5EF4-FFF2-40B4-BE49-F238E27FC236}">
                    <a16:creationId xmlns:a16="http://schemas.microsoft.com/office/drawing/2014/main" id="{30A8920B-8CC7-4E8A-BF67-32FF1CAB179A}"/>
                  </a:ext>
                </a:extLst>
              </p:cNvPr>
              <p:cNvSpPr/>
              <p:nvPr/>
            </p:nvSpPr>
            <p:spPr>
              <a:xfrm>
                <a:off x="3915096"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9" name="椭圆 15518">
                <a:extLst>
                  <a:ext uri="{FF2B5EF4-FFF2-40B4-BE49-F238E27FC236}">
                    <a16:creationId xmlns:a16="http://schemas.microsoft.com/office/drawing/2014/main" id="{94273DA0-4C08-4497-8E24-3FB21616A351}"/>
                  </a:ext>
                </a:extLst>
              </p:cNvPr>
              <p:cNvSpPr/>
              <p:nvPr/>
            </p:nvSpPr>
            <p:spPr>
              <a:xfrm>
                <a:off x="4138952"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0" name="椭圆 15519">
                <a:extLst>
                  <a:ext uri="{FF2B5EF4-FFF2-40B4-BE49-F238E27FC236}">
                    <a16:creationId xmlns:a16="http://schemas.microsoft.com/office/drawing/2014/main" id="{244DB58F-F215-48CA-9F2B-D4DB892DAC06}"/>
                  </a:ext>
                </a:extLst>
              </p:cNvPr>
              <p:cNvSpPr/>
              <p:nvPr/>
            </p:nvSpPr>
            <p:spPr>
              <a:xfrm>
                <a:off x="3955323"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1" name="椭圆 15520">
                <a:extLst>
                  <a:ext uri="{FF2B5EF4-FFF2-40B4-BE49-F238E27FC236}">
                    <a16:creationId xmlns:a16="http://schemas.microsoft.com/office/drawing/2014/main" id="{157225D9-9082-40A6-A98B-FDFAC54A5C4B}"/>
                  </a:ext>
                </a:extLst>
              </p:cNvPr>
              <p:cNvSpPr/>
              <p:nvPr/>
            </p:nvSpPr>
            <p:spPr>
              <a:xfrm>
                <a:off x="4157084"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2" name="椭圆 15521">
                <a:extLst>
                  <a:ext uri="{FF2B5EF4-FFF2-40B4-BE49-F238E27FC236}">
                    <a16:creationId xmlns:a16="http://schemas.microsoft.com/office/drawing/2014/main" id="{2403E2FC-7787-4AA2-AF98-84455675A5B8}"/>
                  </a:ext>
                </a:extLst>
              </p:cNvPr>
              <p:cNvSpPr/>
              <p:nvPr/>
            </p:nvSpPr>
            <p:spPr>
              <a:xfrm>
                <a:off x="4121261"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3" name="椭圆 15522">
                <a:extLst>
                  <a:ext uri="{FF2B5EF4-FFF2-40B4-BE49-F238E27FC236}">
                    <a16:creationId xmlns:a16="http://schemas.microsoft.com/office/drawing/2014/main" id="{6D5A5A0B-F782-4A86-9364-DE00746D99CB}"/>
                  </a:ext>
                </a:extLst>
              </p:cNvPr>
              <p:cNvSpPr/>
              <p:nvPr/>
            </p:nvSpPr>
            <p:spPr>
              <a:xfrm>
                <a:off x="402572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4" name="椭圆 15523">
                <a:extLst>
                  <a:ext uri="{FF2B5EF4-FFF2-40B4-BE49-F238E27FC236}">
                    <a16:creationId xmlns:a16="http://schemas.microsoft.com/office/drawing/2014/main" id="{007FF04F-1965-43A9-BEAA-366A9B911EFC}"/>
                  </a:ext>
                </a:extLst>
              </p:cNvPr>
              <p:cNvSpPr/>
              <p:nvPr/>
            </p:nvSpPr>
            <p:spPr>
              <a:xfrm>
                <a:off x="3983916"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5" name="椭圆 15524">
                <a:extLst>
                  <a:ext uri="{FF2B5EF4-FFF2-40B4-BE49-F238E27FC236}">
                    <a16:creationId xmlns:a16="http://schemas.microsoft.com/office/drawing/2014/main" id="{04E5AA44-7888-4153-AA1F-F1B979EC9E86}"/>
                  </a:ext>
                </a:extLst>
              </p:cNvPr>
              <p:cNvSpPr/>
              <p:nvPr/>
            </p:nvSpPr>
            <p:spPr>
              <a:xfrm>
                <a:off x="3867968" y="27405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6" name="椭圆 15525">
                <a:extLst>
                  <a:ext uri="{FF2B5EF4-FFF2-40B4-BE49-F238E27FC236}">
                    <a16:creationId xmlns:a16="http://schemas.microsoft.com/office/drawing/2014/main" id="{12E8CC8B-A6ED-4CC1-A640-BD905DFA5046}"/>
                  </a:ext>
                </a:extLst>
              </p:cNvPr>
              <p:cNvSpPr/>
              <p:nvPr/>
            </p:nvSpPr>
            <p:spPr>
              <a:xfrm>
                <a:off x="40092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7" name="椭圆 15526">
                <a:extLst>
                  <a:ext uri="{FF2B5EF4-FFF2-40B4-BE49-F238E27FC236}">
                    <a16:creationId xmlns:a16="http://schemas.microsoft.com/office/drawing/2014/main" id="{C8EB34EE-E392-4301-AEE8-1EFB68A4D5B9}"/>
                  </a:ext>
                </a:extLst>
              </p:cNvPr>
              <p:cNvSpPr/>
              <p:nvPr/>
            </p:nvSpPr>
            <p:spPr>
              <a:xfrm>
                <a:off x="3961159"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8" name="椭圆 15527">
                <a:extLst>
                  <a:ext uri="{FF2B5EF4-FFF2-40B4-BE49-F238E27FC236}">
                    <a16:creationId xmlns:a16="http://schemas.microsoft.com/office/drawing/2014/main" id="{0A710117-3226-4E58-9976-6897CDA26E21}"/>
                  </a:ext>
                </a:extLst>
              </p:cNvPr>
              <p:cNvSpPr/>
              <p:nvPr/>
            </p:nvSpPr>
            <p:spPr>
              <a:xfrm>
                <a:off x="402473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9" name="椭圆 15528">
                <a:extLst>
                  <a:ext uri="{FF2B5EF4-FFF2-40B4-BE49-F238E27FC236}">
                    <a16:creationId xmlns:a16="http://schemas.microsoft.com/office/drawing/2014/main" id="{63A83150-C3B4-402B-9E39-D324F341CA2F}"/>
                  </a:ext>
                </a:extLst>
              </p:cNvPr>
              <p:cNvSpPr/>
              <p:nvPr/>
            </p:nvSpPr>
            <p:spPr>
              <a:xfrm>
                <a:off x="4246825"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0" name="椭圆 15529">
                <a:extLst>
                  <a:ext uri="{FF2B5EF4-FFF2-40B4-BE49-F238E27FC236}">
                    <a16:creationId xmlns:a16="http://schemas.microsoft.com/office/drawing/2014/main" id="{432F5A6A-BE12-4835-A4E6-3C2D3F87E065}"/>
                  </a:ext>
                </a:extLst>
              </p:cNvPr>
              <p:cNvSpPr/>
              <p:nvPr/>
            </p:nvSpPr>
            <p:spPr>
              <a:xfrm>
                <a:off x="404455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1" name="椭圆 15530">
                <a:extLst>
                  <a:ext uri="{FF2B5EF4-FFF2-40B4-BE49-F238E27FC236}">
                    <a16:creationId xmlns:a16="http://schemas.microsoft.com/office/drawing/2014/main" id="{CFD3CFBF-0C28-4275-9FF5-B60518A99B52}"/>
                  </a:ext>
                </a:extLst>
              </p:cNvPr>
              <p:cNvSpPr/>
              <p:nvPr/>
            </p:nvSpPr>
            <p:spPr>
              <a:xfrm>
                <a:off x="3976024" y="29830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2" name="椭圆 15531">
                <a:extLst>
                  <a:ext uri="{FF2B5EF4-FFF2-40B4-BE49-F238E27FC236}">
                    <a16:creationId xmlns:a16="http://schemas.microsoft.com/office/drawing/2014/main" id="{56B85F17-9C7C-44D6-98FC-1B37BF980E34}"/>
                  </a:ext>
                </a:extLst>
              </p:cNvPr>
              <p:cNvSpPr/>
              <p:nvPr/>
            </p:nvSpPr>
            <p:spPr>
              <a:xfrm>
                <a:off x="4009645"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3" name="椭圆 15532">
                <a:extLst>
                  <a:ext uri="{FF2B5EF4-FFF2-40B4-BE49-F238E27FC236}">
                    <a16:creationId xmlns:a16="http://schemas.microsoft.com/office/drawing/2014/main" id="{F5BFB3F3-3831-4308-A69C-A9573D72A013}"/>
                  </a:ext>
                </a:extLst>
              </p:cNvPr>
              <p:cNvSpPr/>
              <p:nvPr/>
            </p:nvSpPr>
            <p:spPr>
              <a:xfrm>
                <a:off x="4014086"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4" name="椭圆 15533">
                <a:extLst>
                  <a:ext uri="{FF2B5EF4-FFF2-40B4-BE49-F238E27FC236}">
                    <a16:creationId xmlns:a16="http://schemas.microsoft.com/office/drawing/2014/main" id="{B80A4E60-C41A-4A27-A824-556F5009F424}"/>
                  </a:ext>
                </a:extLst>
              </p:cNvPr>
              <p:cNvSpPr/>
              <p:nvPr/>
            </p:nvSpPr>
            <p:spPr>
              <a:xfrm>
                <a:off x="40146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5" name="椭圆 15534">
                <a:extLst>
                  <a:ext uri="{FF2B5EF4-FFF2-40B4-BE49-F238E27FC236}">
                    <a16:creationId xmlns:a16="http://schemas.microsoft.com/office/drawing/2014/main" id="{CD2D2637-0CC2-466F-9489-B8CFA0BBB9F0}"/>
                  </a:ext>
                </a:extLst>
              </p:cNvPr>
              <p:cNvSpPr/>
              <p:nvPr/>
            </p:nvSpPr>
            <p:spPr>
              <a:xfrm>
                <a:off x="4032365"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6" name="椭圆 15535">
                <a:extLst>
                  <a:ext uri="{FF2B5EF4-FFF2-40B4-BE49-F238E27FC236}">
                    <a16:creationId xmlns:a16="http://schemas.microsoft.com/office/drawing/2014/main" id="{231B7AB2-B603-4DF1-AE81-C205118C2729}"/>
                  </a:ext>
                </a:extLst>
              </p:cNvPr>
              <p:cNvSpPr/>
              <p:nvPr/>
            </p:nvSpPr>
            <p:spPr>
              <a:xfrm>
                <a:off x="412129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7" name="椭圆 15536">
                <a:extLst>
                  <a:ext uri="{FF2B5EF4-FFF2-40B4-BE49-F238E27FC236}">
                    <a16:creationId xmlns:a16="http://schemas.microsoft.com/office/drawing/2014/main" id="{61C027CB-D803-4CAB-BEDA-086B3E2F9074}"/>
                  </a:ext>
                </a:extLst>
              </p:cNvPr>
              <p:cNvSpPr/>
              <p:nvPr/>
            </p:nvSpPr>
            <p:spPr>
              <a:xfrm>
                <a:off x="403434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8" name="椭圆 15537">
                <a:extLst>
                  <a:ext uri="{FF2B5EF4-FFF2-40B4-BE49-F238E27FC236}">
                    <a16:creationId xmlns:a16="http://schemas.microsoft.com/office/drawing/2014/main" id="{C541BEAD-4F48-46DA-AB12-009CA01EE5D3}"/>
                  </a:ext>
                </a:extLst>
              </p:cNvPr>
              <p:cNvSpPr/>
              <p:nvPr/>
            </p:nvSpPr>
            <p:spPr>
              <a:xfrm>
                <a:off x="401471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9" name="椭圆 15538">
                <a:extLst>
                  <a:ext uri="{FF2B5EF4-FFF2-40B4-BE49-F238E27FC236}">
                    <a16:creationId xmlns:a16="http://schemas.microsoft.com/office/drawing/2014/main" id="{C0092E63-ABFD-41B6-A7F1-64B07D5B415A}"/>
                  </a:ext>
                </a:extLst>
              </p:cNvPr>
              <p:cNvSpPr/>
              <p:nvPr/>
            </p:nvSpPr>
            <p:spPr>
              <a:xfrm>
                <a:off x="404077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0" name="椭圆 15539">
                <a:extLst>
                  <a:ext uri="{FF2B5EF4-FFF2-40B4-BE49-F238E27FC236}">
                    <a16:creationId xmlns:a16="http://schemas.microsoft.com/office/drawing/2014/main" id="{4E2D0337-01D1-48FC-944A-8AAF1EC8F9B8}"/>
                  </a:ext>
                </a:extLst>
              </p:cNvPr>
              <p:cNvSpPr/>
              <p:nvPr/>
            </p:nvSpPr>
            <p:spPr>
              <a:xfrm>
                <a:off x="406150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1" name="椭圆 15540">
                <a:extLst>
                  <a:ext uri="{FF2B5EF4-FFF2-40B4-BE49-F238E27FC236}">
                    <a16:creationId xmlns:a16="http://schemas.microsoft.com/office/drawing/2014/main" id="{65787760-00DD-480F-B0F0-C8BFF748FB69}"/>
                  </a:ext>
                </a:extLst>
              </p:cNvPr>
              <p:cNvSpPr/>
              <p:nvPr/>
            </p:nvSpPr>
            <p:spPr>
              <a:xfrm>
                <a:off x="40288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2" name="椭圆 15541">
                <a:extLst>
                  <a:ext uri="{FF2B5EF4-FFF2-40B4-BE49-F238E27FC236}">
                    <a16:creationId xmlns:a16="http://schemas.microsoft.com/office/drawing/2014/main" id="{B358F519-2A69-46BE-9F16-08D7FB29B1D8}"/>
                  </a:ext>
                </a:extLst>
              </p:cNvPr>
              <p:cNvSpPr/>
              <p:nvPr/>
            </p:nvSpPr>
            <p:spPr>
              <a:xfrm>
                <a:off x="3982301"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3" name="椭圆 15542">
                <a:extLst>
                  <a:ext uri="{FF2B5EF4-FFF2-40B4-BE49-F238E27FC236}">
                    <a16:creationId xmlns:a16="http://schemas.microsoft.com/office/drawing/2014/main" id="{0247D8FA-8D81-4403-9843-1B271915E9D2}"/>
                  </a:ext>
                </a:extLst>
              </p:cNvPr>
              <p:cNvSpPr/>
              <p:nvPr/>
            </p:nvSpPr>
            <p:spPr>
              <a:xfrm>
                <a:off x="4027299" y="2849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4" name="椭圆 15543">
                <a:extLst>
                  <a:ext uri="{FF2B5EF4-FFF2-40B4-BE49-F238E27FC236}">
                    <a16:creationId xmlns:a16="http://schemas.microsoft.com/office/drawing/2014/main" id="{03161E6A-F934-443B-A702-61481287F334}"/>
                  </a:ext>
                </a:extLst>
              </p:cNvPr>
              <p:cNvSpPr/>
              <p:nvPr/>
            </p:nvSpPr>
            <p:spPr>
              <a:xfrm>
                <a:off x="3931796"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5" name="椭圆 15544">
                <a:extLst>
                  <a:ext uri="{FF2B5EF4-FFF2-40B4-BE49-F238E27FC236}">
                    <a16:creationId xmlns:a16="http://schemas.microsoft.com/office/drawing/2014/main" id="{8F6ECA06-52F9-4401-9211-C4AAEB132F5D}"/>
                  </a:ext>
                </a:extLst>
              </p:cNvPr>
              <p:cNvSpPr/>
              <p:nvPr/>
            </p:nvSpPr>
            <p:spPr>
              <a:xfrm>
                <a:off x="4289695" y="27816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6" name="椭圆 15545">
                <a:extLst>
                  <a:ext uri="{FF2B5EF4-FFF2-40B4-BE49-F238E27FC236}">
                    <a16:creationId xmlns:a16="http://schemas.microsoft.com/office/drawing/2014/main" id="{7700319E-B744-4678-B0EF-9FDC4AF1DAB2}"/>
                  </a:ext>
                </a:extLst>
              </p:cNvPr>
              <p:cNvSpPr/>
              <p:nvPr/>
            </p:nvSpPr>
            <p:spPr>
              <a:xfrm>
                <a:off x="4229978" y="2926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7" name="椭圆 15546">
                <a:extLst>
                  <a:ext uri="{FF2B5EF4-FFF2-40B4-BE49-F238E27FC236}">
                    <a16:creationId xmlns:a16="http://schemas.microsoft.com/office/drawing/2014/main" id="{7369B2BC-19D6-4D76-A62B-0F26EF441D5C}"/>
                  </a:ext>
                </a:extLst>
              </p:cNvPr>
              <p:cNvSpPr/>
              <p:nvPr/>
            </p:nvSpPr>
            <p:spPr>
              <a:xfrm>
                <a:off x="397499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8" name="椭圆 15547">
                <a:extLst>
                  <a:ext uri="{FF2B5EF4-FFF2-40B4-BE49-F238E27FC236}">
                    <a16:creationId xmlns:a16="http://schemas.microsoft.com/office/drawing/2014/main" id="{846FFAB4-2C60-4E73-B1FF-40D2B09752A0}"/>
                  </a:ext>
                </a:extLst>
              </p:cNvPr>
              <p:cNvSpPr/>
              <p:nvPr/>
            </p:nvSpPr>
            <p:spPr>
              <a:xfrm>
                <a:off x="407303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9" name="椭圆 15548">
                <a:extLst>
                  <a:ext uri="{FF2B5EF4-FFF2-40B4-BE49-F238E27FC236}">
                    <a16:creationId xmlns:a16="http://schemas.microsoft.com/office/drawing/2014/main" id="{70774D67-46DF-4D72-AB10-0913C611D5FC}"/>
                  </a:ext>
                </a:extLst>
              </p:cNvPr>
              <p:cNvSpPr/>
              <p:nvPr/>
            </p:nvSpPr>
            <p:spPr>
              <a:xfrm>
                <a:off x="3992211" y="3033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0" name="椭圆 15549">
                <a:extLst>
                  <a:ext uri="{FF2B5EF4-FFF2-40B4-BE49-F238E27FC236}">
                    <a16:creationId xmlns:a16="http://schemas.microsoft.com/office/drawing/2014/main" id="{2562529C-2B23-4C18-A7E2-447473BA5CC8}"/>
                  </a:ext>
                </a:extLst>
              </p:cNvPr>
              <p:cNvSpPr/>
              <p:nvPr/>
            </p:nvSpPr>
            <p:spPr>
              <a:xfrm>
                <a:off x="398263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1" name="椭圆 15550">
                <a:extLst>
                  <a:ext uri="{FF2B5EF4-FFF2-40B4-BE49-F238E27FC236}">
                    <a16:creationId xmlns:a16="http://schemas.microsoft.com/office/drawing/2014/main" id="{3B73AC16-831A-4F35-A4C2-8BD49D311F51}"/>
                  </a:ext>
                </a:extLst>
              </p:cNvPr>
              <p:cNvSpPr/>
              <p:nvPr/>
            </p:nvSpPr>
            <p:spPr>
              <a:xfrm>
                <a:off x="395422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2" name="椭圆 15551">
                <a:extLst>
                  <a:ext uri="{FF2B5EF4-FFF2-40B4-BE49-F238E27FC236}">
                    <a16:creationId xmlns:a16="http://schemas.microsoft.com/office/drawing/2014/main" id="{7D694C99-9C69-4B11-B3D2-7B07BDBD38FD}"/>
                  </a:ext>
                </a:extLst>
              </p:cNvPr>
              <p:cNvSpPr/>
              <p:nvPr/>
            </p:nvSpPr>
            <p:spPr>
              <a:xfrm>
                <a:off x="3947322"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3" name="椭圆 15552">
                <a:extLst>
                  <a:ext uri="{FF2B5EF4-FFF2-40B4-BE49-F238E27FC236}">
                    <a16:creationId xmlns:a16="http://schemas.microsoft.com/office/drawing/2014/main" id="{002D4A96-B6A6-4FE2-B9FC-A12247AC66DA}"/>
                  </a:ext>
                </a:extLst>
              </p:cNvPr>
              <p:cNvSpPr/>
              <p:nvPr/>
            </p:nvSpPr>
            <p:spPr>
              <a:xfrm>
                <a:off x="399936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4" name="椭圆 15553">
                <a:extLst>
                  <a:ext uri="{FF2B5EF4-FFF2-40B4-BE49-F238E27FC236}">
                    <a16:creationId xmlns:a16="http://schemas.microsoft.com/office/drawing/2014/main" id="{025723B0-97DB-456A-BA88-0C8E909E9266}"/>
                  </a:ext>
                </a:extLst>
              </p:cNvPr>
              <p:cNvSpPr/>
              <p:nvPr/>
            </p:nvSpPr>
            <p:spPr>
              <a:xfrm>
                <a:off x="39752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5" name="椭圆 15554">
                <a:extLst>
                  <a:ext uri="{FF2B5EF4-FFF2-40B4-BE49-F238E27FC236}">
                    <a16:creationId xmlns:a16="http://schemas.microsoft.com/office/drawing/2014/main" id="{5B4A43E7-DCA0-49E0-B93C-A13E544ECDAD}"/>
                  </a:ext>
                </a:extLst>
              </p:cNvPr>
              <p:cNvSpPr/>
              <p:nvPr/>
            </p:nvSpPr>
            <p:spPr>
              <a:xfrm>
                <a:off x="4135576"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6" name="椭圆 15555">
                <a:extLst>
                  <a:ext uri="{FF2B5EF4-FFF2-40B4-BE49-F238E27FC236}">
                    <a16:creationId xmlns:a16="http://schemas.microsoft.com/office/drawing/2014/main" id="{B4803006-1015-45BA-A332-EF81879CF348}"/>
                  </a:ext>
                </a:extLst>
              </p:cNvPr>
              <p:cNvSpPr/>
              <p:nvPr/>
            </p:nvSpPr>
            <p:spPr>
              <a:xfrm>
                <a:off x="3667749" y="268806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7" name="椭圆 15556">
                <a:extLst>
                  <a:ext uri="{FF2B5EF4-FFF2-40B4-BE49-F238E27FC236}">
                    <a16:creationId xmlns:a16="http://schemas.microsoft.com/office/drawing/2014/main" id="{89D9D67C-6987-4181-9F01-4FF4C216C905}"/>
                  </a:ext>
                </a:extLst>
              </p:cNvPr>
              <p:cNvSpPr/>
              <p:nvPr/>
            </p:nvSpPr>
            <p:spPr>
              <a:xfrm>
                <a:off x="4071784"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8" name="椭圆 15557">
                <a:extLst>
                  <a:ext uri="{FF2B5EF4-FFF2-40B4-BE49-F238E27FC236}">
                    <a16:creationId xmlns:a16="http://schemas.microsoft.com/office/drawing/2014/main" id="{2966254B-1186-4090-B865-3D80103B7A4E}"/>
                  </a:ext>
                </a:extLst>
              </p:cNvPr>
              <p:cNvSpPr/>
              <p:nvPr/>
            </p:nvSpPr>
            <p:spPr>
              <a:xfrm>
                <a:off x="4035007" y="2827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9" name="椭圆 15558">
                <a:extLst>
                  <a:ext uri="{FF2B5EF4-FFF2-40B4-BE49-F238E27FC236}">
                    <a16:creationId xmlns:a16="http://schemas.microsoft.com/office/drawing/2014/main" id="{52FE3820-FBD2-4688-AD2E-BBE247B627D5}"/>
                  </a:ext>
                </a:extLst>
              </p:cNvPr>
              <p:cNvSpPr/>
              <p:nvPr/>
            </p:nvSpPr>
            <p:spPr>
              <a:xfrm>
                <a:off x="400689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0" name="椭圆 15559">
                <a:extLst>
                  <a:ext uri="{FF2B5EF4-FFF2-40B4-BE49-F238E27FC236}">
                    <a16:creationId xmlns:a16="http://schemas.microsoft.com/office/drawing/2014/main" id="{9661A9E0-A056-4FD2-ABC6-52D92453EE06}"/>
                  </a:ext>
                </a:extLst>
              </p:cNvPr>
              <p:cNvSpPr/>
              <p:nvPr/>
            </p:nvSpPr>
            <p:spPr>
              <a:xfrm>
                <a:off x="4070830"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1" name="椭圆 15560">
                <a:extLst>
                  <a:ext uri="{FF2B5EF4-FFF2-40B4-BE49-F238E27FC236}">
                    <a16:creationId xmlns:a16="http://schemas.microsoft.com/office/drawing/2014/main" id="{88462462-FC0E-4D0D-9773-32FEF360CCB5}"/>
                  </a:ext>
                </a:extLst>
              </p:cNvPr>
              <p:cNvSpPr/>
              <p:nvPr/>
            </p:nvSpPr>
            <p:spPr>
              <a:xfrm>
                <a:off x="383478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2" name="椭圆 15561">
                <a:extLst>
                  <a:ext uri="{FF2B5EF4-FFF2-40B4-BE49-F238E27FC236}">
                    <a16:creationId xmlns:a16="http://schemas.microsoft.com/office/drawing/2014/main" id="{F1656C3F-9F09-4C65-AC37-C482A89CD833}"/>
                  </a:ext>
                </a:extLst>
              </p:cNvPr>
              <p:cNvSpPr/>
              <p:nvPr/>
            </p:nvSpPr>
            <p:spPr>
              <a:xfrm>
                <a:off x="405603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3" name="椭圆 15562">
                <a:extLst>
                  <a:ext uri="{FF2B5EF4-FFF2-40B4-BE49-F238E27FC236}">
                    <a16:creationId xmlns:a16="http://schemas.microsoft.com/office/drawing/2014/main" id="{C7E542CF-0662-46A7-A7EF-A5CB3DF0C428}"/>
                  </a:ext>
                </a:extLst>
              </p:cNvPr>
              <p:cNvSpPr/>
              <p:nvPr/>
            </p:nvSpPr>
            <p:spPr>
              <a:xfrm>
                <a:off x="39978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4" name="椭圆 15563">
                <a:extLst>
                  <a:ext uri="{FF2B5EF4-FFF2-40B4-BE49-F238E27FC236}">
                    <a16:creationId xmlns:a16="http://schemas.microsoft.com/office/drawing/2014/main" id="{FD58E2BA-D971-418B-A283-2D19F11798E7}"/>
                  </a:ext>
                </a:extLst>
              </p:cNvPr>
              <p:cNvSpPr/>
              <p:nvPr/>
            </p:nvSpPr>
            <p:spPr>
              <a:xfrm>
                <a:off x="396336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5" name="椭圆 15564">
                <a:extLst>
                  <a:ext uri="{FF2B5EF4-FFF2-40B4-BE49-F238E27FC236}">
                    <a16:creationId xmlns:a16="http://schemas.microsoft.com/office/drawing/2014/main" id="{7E33A5A4-38A5-4578-A687-DC0094C1AF34}"/>
                  </a:ext>
                </a:extLst>
              </p:cNvPr>
              <p:cNvSpPr/>
              <p:nvPr/>
            </p:nvSpPr>
            <p:spPr>
              <a:xfrm>
                <a:off x="3969454"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6" name="椭圆 15565">
                <a:extLst>
                  <a:ext uri="{FF2B5EF4-FFF2-40B4-BE49-F238E27FC236}">
                    <a16:creationId xmlns:a16="http://schemas.microsoft.com/office/drawing/2014/main" id="{87BA70EB-7AF3-4397-B926-1061CC489147}"/>
                  </a:ext>
                </a:extLst>
              </p:cNvPr>
              <p:cNvSpPr/>
              <p:nvPr/>
            </p:nvSpPr>
            <p:spPr>
              <a:xfrm>
                <a:off x="406022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7" name="椭圆 15566">
                <a:extLst>
                  <a:ext uri="{FF2B5EF4-FFF2-40B4-BE49-F238E27FC236}">
                    <a16:creationId xmlns:a16="http://schemas.microsoft.com/office/drawing/2014/main" id="{E066386A-09BA-402F-AF62-8C18F47D6F21}"/>
                  </a:ext>
                </a:extLst>
              </p:cNvPr>
              <p:cNvSpPr/>
              <p:nvPr/>
            </p:nvSpPr>
            <p:spPr>
              <a:xfrm>
                <a:off x="4026712"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8" name="椭圆 15567">
                <a:extLst>
                  <a:ext uri="{FF2B5EF4-FFF2-40B4-BE49-F238E27FC236}">
                    <a16:creationId xmlns:a16="http://schemas.microsoft.com/office/drawing/2014/main" id="{31CA9AD0-2603-409E-8095-E4FA414ABF57}"/>
                  </a:ext>
                </a:extLst>
              </p:cNvPr>
              <p:cNvSpPr/>
              <p:nvPr/>
            </p:nvSpPr>
            <p:spPr>
              <a:xfrm>
                <a:off x="406282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9" name="椭圆 15568">
                <a:extLst>
                  <a:ext uri="{FF2B5EF4-FFF2-40B4-BE49-F238E27FC236}">
                    <a16:creationId xmlns:a16="http://schemas.microsoft.com/office/drawing/2014/main" id="{F3C3F895-EB9A-42D4-BDC5-5F78B62DC670}"/>
                  </a:ext>
                </a:extLst>
              </p:cNvPr>
              <p:cNvSpPr/>
              <p:nvPr/>
            </p:nvSpPr>
            <p:spPr>
              <a:xfrm>
                <a:off x="4017793"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0" name="椭圆 15569">
                <a:extLst>
                  <a:ext uri="{FF2B5EF4-FFF2-40B4-BE49-F238E27FC236}">
                    <a16:creationId xmlns:a16="http://schemas.microsoft.com/office/drawing/2014/main" id="{D80E188E-B864-4FFA-8C74-EFC4FEBDD5FD}"/>
                  </a:ext>
                </a:extLst>
              </p:cNvPr>
              <p:cNvSpPr/>
              <p:nvPr/>
            </p:nvSpPr>
            <p:spPr>
              <a:xfrm>
                <a:off x="3984466" y="2871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1" name="椭圆 15570">
                <a:extLst>
                  <a:ext uri="{FF2B5EF4-FFF2-40B4-BE49-F238E27FC236}">
                    <a16:creationId xmlns:a16="http://schemas.microsoft.com/office/drawing/2014/main" id="{62002E6D-B0F5-4E5E-AA3F-AF37CA49CC2A}"/>
                  </a:ext>
                </a:extLst>
              </p:cNvPr>
              <p:cNvSpPr/>
              <p:nvPr/>
            </p:nvSpPr>
            <p:spPr>
              <a:xfrm>
                <a:off x="40153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2" name="椭圆 15571">
                <a:extLst>
                  <a:ext uri="{FF2B5EF4-FFF2-40B4-BE49-F238E27FC236}">
                    <a16:creationId xmlns:a16="http://schemas.microsoft.com/office/drawing/2014/main" id="{DD9F17E7-40B5-4186-8D75-3CB2904EA627}"/>
                  </a:ext>
                </a:extLst>
              </p:cNvPr>
              <p:cNvSpPr/>
              <p:nvPr/>
            </p:nvSpPr>
            <p:spPr>
              <a:xfrm>
                <a:off x="4007883" y="2827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3" name="椭圆 15572">
                <a:extLst>
                  <a:ext uri="{FF2B5EF4-FFF2-40B4-BE49-F238E27FC236}">
                    <a16:creationId xmlns:a16="http://schemas.microsoft.com/office/drawing/2014/main" id="{7D1D3487-4B21-4F54-8765-D1ABD5FF74A3}"/>
                  </a:ext>
                </a:extLst>
              </p:cNvPr>
              <p:cNvSpPr/>
              <p:nvPr/>
            </p:nvSpPr>
            <p:spPr>
              <a:xfrm>
                <a:off x="39868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4" name="椭圆 15573">
                <a:extLst>
                  <a:ext uri="{FF2B5EF4-FFF2-40B4-BE49-F238E27FC236}">
                    <a16:creationId xmlns:a16="http://schemas.microsoft.com/office/drawing/2014/main" id="{E8FBFE58-E30B-4D7A-B906-8C6CD475FFC7}"/>
                  </a:ext>
                </a:extLst>
              </p:cNvPr>
              <p:cNvSpPr/>
              <p:nvPr/>
            </p:nvSpPr>
            <p:spPr>
              <a:xfrm>
                <a:off x="4059635" y="30470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5" name="椭圆 15574">
                <a:extLst>
                  <a:ext uri="{FF2B5EF4-FFF2-40B4-BE49-F238E27FC236}">
                    <a16:creationId xmlns:a16="http://schemas.microsoft.com/office/drawing/2014/main" id="{2D5769B6-6562-4533-AD9C-341F8A962C15}"/>
                  </a:ext>
                </a:extLst>
              </p:cNvPr>
              <p:cNvSpPr/>
              <p:nvPr/>
            </p:nvSpPr>
            <p:spPr>
              <a:xfrm>
                <a:off x="4083493"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6" name="椭圆 15575">
                <a:extLst>
                  <a:ext uri="{FF2B5EF4-FFF2-40B4-BE49-F238E27FC236}">
                    <a16:creationId xmlns:a16="http://schemas.microsoft.com/office/drawing/2014/main" id="{DDDD3AB0-D950-488C-965C-CE49FA5D7F53}"/>
                  </a:ext>
                </a:extLst>
              </p:cNvPr>
              <p:cNvSpPr/>
              <p:nvPr/>
            </p:nvSpPr>
            <p:spPr>
              <a:xfrm>
                <a:off x="3978263"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7" name="椭圆 15576">
                <a:extLst>
                  <a:ext uri="{FF2B5EF4-FFF2-40B4-BE49-F238E27FC236}">
                    <a16:creationId xmlns:a16="http://schemas.microsoft.com/office/drawing/2014/main" id="{DBAEC443-4C23-45F0-9EB0-71E1FE39B3FC}"/>
                  </a:ext>
                </a:extLst>
              </p:cNvPr>
              <p:cNvSpPr/>
              <p:nvPr/>
            </p:nvSpPr>
            <p:spPr>
              <a:xfrm>
                <a:off x="38830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8" name="椭圆 15577">
                <a:extLst>
                  <a:ext uri="{FF2B5EF4-FFF2-40B4-BE49-F238E27FC236}">
                    <a16:creationId xmlns:a16="http://schemas.microsoft.com/office/drawing/2014/main" id="{6C7DEFB0-5AE9-4821-9715-D535A1CD5488}"/>
                  </a:ext>
                </a:extLst>
              </p:cNvPr>
              <p:cNvSpPr/>
              <p:nvPr/>
            </p:nvSpPr>
            <p:spPr>
              <a:xfrm>
                <a:off x="3996725"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9" name="椭圆 15578">
                <a:extLst>
                  <a:ext uri="{FF2B5EF4-FFF2-40B4-BE49-F238E27FC236}">
                    <a16:creationId xmlns:a16="http://schemas.microsoft.com/office/drawing/2014/main" id="{BABF8D20-1595-4F7E-91F9-9F2AC0B5209C}"/>
                  </a:ext>
                </a:extLst>
              </p:cNvPr>
              <p:cNvSpPr/>
              <p:nvPr/>
            </p:nvSpPr>
            <p:spPr>
              <a:xfrm>
                <a:off x="40357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0" name="椭圆 15579">
                <a:extLst>
                  <a:ext uri="{FF2B5EF4-FFF2-40B4-BE49-F238E27FC236}">
                    <a16:creationId xmlns:a16="http://schemas.microsoft.com/office/drawing/2014/main" id="{62393F3D-BEDB-4C60-A78D-210A66C13005}"/>
                  </a:ext>
                </a:extLst>
              </p:cNvPr>
              <p:cNvSpPr/>
              <p:nvPr/>
            </p:nvSpPr>
            <p:spPr>
              <a:xfrm>
                <a:off x="4009975"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1" name="椭圆 15580">
                <a:extLst>
                  <a:ext uri="{FF2B5EF4-FFF2-40B4-BE49-F238E27FC236}">
                    <a16:creationId xmlns:a16="http://schemas.microsoft.com/office/drawing/2014/main" id="{E0C14041-E0FF-4928-BF30-7379784576E1}"/>
                  </a:ext>
                </a:extLst>
              </p:cNvPr>
              <p:cNvSpPr/>
              <p:nvPr/>
            </p:nvSpPr>
            <p:spPr>
              <a:xfrm>
                <a:off x="384631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2" name="椭圆 15581">
                <a:extLst>
                  <a:ext uri="{FF2B5EF4-FFF2-40B4-BE49-F238E27FC236}">
                    <a16:creationId xmlns:a16="http://schemas.microsoft.com/office/drawing/2014/main" id="{60E6F4BC-9ED4-4A01-ABA0-B7B7DB9A447D}"/>
                  </a:ext>
                </a:extLst>
              </p:cNvPr>
              <p:cNvSpPr/>
              <p:nvPr/>
            </p:nvSpPr>
            <p:spPr>
              <a:xfrm>
                <a:off x="399991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3" name="椭圆 15582">
                <a:extLst>
                  <a:ext uri="{FF2B5EF4-FFF2-40B4-BE49-F238E27FC236}">
                    <a16:creationId xmlns:a16="http://schemas.microsoft.com/office/drawing/2014/main" id="{23F4D48A-EC80-4FAA-8410-86842B0CD331}"/>
                  </a:ext>
                </a:extLst>
              </p:cNvPr>
              <p:cNvSpPr/>
              <p:nvPr/>
            </p:nvSpPr>
            <p:spPr>
              <a:xfrm>
                <a:off x="40139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4" name="椭圆 15583">
                <a:extLst>
                  <a:ext uri="{FF2B5EF4-FFF2-40B4-BE49-F238E27FC236}">
                    <a16:creationId xmlns:a16="http://schemas.microsoft.com/office/drawing/2014/main" id="{7B61E350-53D7-47CE-B96B-790C242D0A65}"/>
                  </a:ext>
                </a:extLst>
              </p:cNvPr>
              <p:cNvSpPr/>
              <p:nvPr/>
            </p:nvSpPr>
            <p:spPr>
              <a:xfrm>
                <a:off x="40261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5" name="椭圆 15584">
                <a:extLst>
                  <a:ext uri="{FF2B5EF4-FFF2-40B4-BE49-F238E27FC236}">
                    <a16:creationId xmlns:a16="http://schemas.microsoft.com/office/drawing/2014/main" id="{C09E09BD-814C-484D-8AEC-3C69D126B818}"/>
                  </a:ext>
                </a:extLst>
              </p:cNvPr>
              <p:cNvSpPr/>
              <p:nvPr/>
            </p:nvSpPr>
            <p:spPr>
              <a:xfrm>
                <a:off x="398549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6" name="椭圆 15585">
                <a:extLst>
                  <a:ext uri="{FF2B5EF4-FFF2-40B4-BE49-F238E27FC236}">
                    <a16:creationId xmlns:a16="http://schemas.microsoft.com/office/drawing/2014/main" id="{9F04B58C-3D63-4576-A73A-609FF946DC85}"/>
                  </a:ext>
                </a:extLst>
              </p:cNvPr>
              <p:cNvSpPr/>
              <p:nvPr/>
            </p:nvSpPr>
            <p:spPr>
              <a:xfrm>
                <a:off x="39800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7" name="椭圆 15586">
                <a:extLst>
                  <a:ext uri="{FF2B5EF4-FFF2-40B4-BE49-F238E27FC236}">
                    <a16:creationId xmlns:a16="http://schemas.microsoft.com/office/drawing/2014/main" id="{052DD54A-6D71-4FA8-82ED-153DDACC0D88}"/>
                  </a:ext>
                </a:extLst>
              </p:cNvPr>
              <p:cNvSpPr/>
              <p:nvPr/>
            </p:nvSpPr>
            <p:spPr>
              <a:xfrm>
                <a:off x="400043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8" name="椭圆 15587">
                <a:extLst>
                  <a:ext uri="{FF2B5EF4-FFF2-40B4-BE49-F238E27FC236}">
                    <a16:creationId xmlns:a16="http://schemas.microsoft.com/office/drawing/2014/main" id="{BA5883DF-2DD1-44C7-AE86-2BEC4745B02C}"/>
                  </a:ext>
                </a:extLst>
              </p:cNvPr>
              <p:cNvSpPr/>
              <p:nvPr/>
            </p:nvSpPr>
            <p:spPr>
              <a:xfrm>
                <a:off x="407894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9" name="椭圆 15588">
                <a:extLst>
                  <a:ext uri="{FF2B5EF4-FFF2-40B4-BE49-F238E27FC236}">
                    <a16:creationId xmlns:a16="http://schemas.microsoft.com/office/drawing/2014/main" id="{980747B7-ACDC-442E-936E-0674292ED5D0}"/>
                  </a:ext>
                </a:extLst>
              </p:cNvPr>
              <p:cNvSpPr/>
              <p:nvPr/>
            </p:nvSpPr>
            <p:spPr>
              <a:xfrm>
                <a:off x="39985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0" name="椭圆 15589">
                <a:extLst>
                  <a:ext uri="{FF2B5EF4-FFF2-40B4-BE49-F238E27FC236}">
                    <a16:creationId xmlns:a16="http://schemas.microsoft.com/office/drawing/2014/main" id="{845345EC-5DAA-40DD-885A-B283E61C2B92}"/>
                  </a:ext>
                </a:extLst>
              </p:cNvPr>
              <p:cNvSpPr/>
              <p:nvPr/>
            </p:nvSpPr>
            <p:spPr>
              <a:xfrm>
                <a:off x="4152826"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1" name="椭圆 15590">
                <a:extLst>
                  <a:ext uri="{FF2B5EF4-FFF2-40B4-BE49-F238E27FC236}">
                    <a16:creationId xmlns:a16="http://schemas.microsoft.com/office/drawing/2014/main" id="{4D0DC797-BBC1-4FE2-B940-81CF454329F0}"/>
                  </a:ext>
                </a:extLst>
              </p:cNvPr>
              <p:cNvSpPr/>
              <p:nvPr/>
            </p:nvSpPr>
            <p:spPr>
              <a:xfrm>
                <a:off x="393454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2" name="椭圆 15591">
                <a:extLst>
                  <a:ext uri="{FF2B5EF4-FFF2-40B4-BE49-F238E27FC236}">
                    <a16:creationId xmlns:a16="http://schemas.microsoft.com/office/drawing/2014/main" id="{D470B44A-E9E3-40B6-8558-FA900D350BFA}"/>
                  </a:ext>
                </a:extLst>
              </p:cNvPr>
              <p:cNvSpPr/>
              <p:nvPr/>
            </p:nvSpPr>
            <p:spPr>
              <a:xfrm>
                <a:off x="40165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3" name="椭圆 15592">
                <a:extLst>
                  <a:ext uri="{FF2B5EF4-FFF2-40B4-BE49-F238E27FC236}">
                    <a16:creationId xmlns:a16="http://schemas.microsoft.com/office/drawing/2014/main" id="{2D67C5E1-0969-44D5-B519-B914B8FD3A65}"/>
                  </a:ext>
                </a:extLst>
              </p:cNvPr>
              <p:cNvSpPr/>
              <p:nvPr/>
            </p:nvSpPr>
            <p:spPr>
              <a:xfrm>
                <a:off x="4045945"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4" name="椭圆 15593">
                <a:extLst>
                  <a:ext uri="{FF2B5EF4-FFF2-40B4-BE49-F238E27FC236}">
                    <a16:creationId xmlns:a16="http://schemas.microsoft.com/office/drawing/2014/main" id="{A8D800D9-DF52-4A5B-A2CF-4617910B4837}"/>
                  </a:ext>
                </a:extLst>
              </p:cNvPr>
              <p:cNvSpPr/>
              <p:nvPr/>
            </p:nvSpPr>
            <p:spPr>
              <a:xfrm>
                <a:off x="4020362"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5" name="椭圆 15594">
                <a:extLst>
                  <a:ext uri="{FF2B5EF4-FFF2-40B4-BE49-F238E27FC236}">
                    <a16:creationId xmlns:a16="http://schemas.microsoft.com/office/drawing/2014/main" id="{D585910D-AA28-4184-8003-584C1897F55D}"/>
                  </a:ext>
                </a:extLst>
              </p:cNvPr>
              <p:cNvSpPr/>
              <p:nvPr/>
            </p:nvSpPr>
            <p:spPr>
              <a:xfrm>
                <a:off x="395510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6" name="椭圆 15595">
                <a:extLst>
                  <a:ext uri="{FF2B5EF4-FFF2-40B4-BE49-F238E27FC236}">
                    <a16:creationId xmlns:a16="http://schemas.microsoft.com/office/drawing/2014/main" id="{348524F3-E0A0-41D8-BBD9-9831DC5DCC29}"/>
                  </a:ext>
                </a:extLst>
              </p:cNvPr>
              <p:cNvSpPr/>
              <p:nvPr/>
            </p:nvSpPr>
            <p:spPr>
              <a:xfrm>
                <a:off x="400597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7" name="椭圆 15596">
                <a:extLst>
                  <a:ext uri="{FF2B5EF4-FFF2-40B4-BE49-F238E27FC236}">
                    <a16:creationId xmlns:a16="http://schemas.microsoft.com/office/drawing/2014/main" id="{AB2C67AA-5AC5-4037-9A8E-A8C31F70CA96}"/>
                  </a:ext>
                </a:extLst>
              </p:cNvPr>
              <p:cNvSpPr/>
              <p:nvPr/>
            </p:nvSpPr>
            <p:spPr>
              <a:xfrm>
                <a:off x="39636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8" name="椭圆 15597">
                <a:extLst>
                  <a:ext uri="{FF2B5EF4-FFF2-40B4-BE49-F238E27FC236}">
                    <a16:creationId xmlns:a16="http://schemas.microsoft.com/office/drawing/2014/main" id="{41B6FE5C-8486-4501-B99E-6A98BBE454A7}"/>
                  </a:ext>
                </a:extLst>
              </p:cNvPr>
              <p:cNvSpPr/>
              <p:nvPr/>
            </p:nvSpPr>
            <p:spPr>
              <a:xfrm>
                <a:off x="40088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9" name="椭圆 15598">
                <a:extLst>
                  <a:ext uri="{FF2B5EF4-FFF2-40B4-BE49-F238E27FC236}">
                    <a16:creationId xmlns:a16="http://schemas.microsoft.com/office/drawing/2014/main" id="{CD44279A-8C46-4BD4-B34E-604747CEFA4D}"/>
                  </a:ext>
                </a:extLst>
              </p:cNvPr>
              <p:cNvSpPr/>
              <p:nvPr/>
            </p:nvSpPr>
            <p:spPr>
              <a:xfrm>
                <a:off x="398387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0" name="椭圆 15599">
                <a:extLst>
                  <a:ext uri="{FF2B5EF4-FFF2-40B4-BE49-F238E27FC236}">
                    <a16:creationId xmlns:a16="http://schemas.microsoft.com/office/drawing/2014/main" id="{31C0F9E5-693D-4160-8D84-78644F1182B0}"/>
                  </a:ext>
                </a:extLst>
              </p:cNvPr>
              <p:cNvSpPr/>
              <p:nvPr/>
            </p:nvSpPr>
            <p:spPr>
              <a:xfrm>
                <a:off x="40296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1" name="椭圆 15600">
                <a:extLst>
                  <a:ext uri="{FF2B5EF4-FFF2-40B4-BE49-F238E27FC236}">
                    <a16:creationId xmlns:a16="http://schemas.microsoft.com/office/drawing/2014/main" id="{91C1BF5F-E7E2-4D99-BE1F-0B311A621FEA}"/>
                  </a:ext>
                </a:extLst>
              </p:cNvPr>
              <p:cNvSpPr/>
              <p:nvPr/>
            </p:nvSpPr>
            <p:spPr>
              <a:xfrm>
                <a:off x="40077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2" name="椭圆 15601">
                <a:extLst>
                  <a:ext uri="{FF2B5EF4-FFF2-40B4-BE49-F238E27FC236}">
                    <a16:creationId xmlns:a16="http://schemas.microsoft.com/office/drawing/2014/main" id="{EAD6D802-F238-4B52-A6D2-07876843FCED}"/>
                  </a:ext>
                </a:extLst>
              </p:cNvPr>
              <p:cNvSpPr/>
              <p:nvPr/>
            </p:nvSpPr>
            <p:spPr>
              <a:xfrm>
                <a:off x="4057176"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3" name="椭圆 15602">
                <a:extLst>
                  <a:ext uri="{FF2B5EF4-FFF2-40B4-BE49-F238E27FC236}">
                    <a16:creationId xmlns:a16="http://schemas.microsoft.com/office/drawing/2014/main" id="{14A53DB8-0D00-4C15-AF49-C0C2F3514219}"/>
                  </a:ext>
                </a:extLst>
              </p:cNvPr>
              <p:cNvSpPr/>
              <p:nvPr/>
            </p:nvSpPr>
            <p:spPr>
              <a:xfrm>
                <a:off x="4072482"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4" name="椭圆 15603">
                <a:extLst>
                  <a:ext uri="{FF2B5EF4-FFF2-40B4-BE49-F238E27FC236}">
                    <a16:creationId xmlns:a16="http://schemas.microsoft.com/office/drawing/2014/main" id="{1E685EAD-641D-4D96-B9BE-4D8F224E4266}"/>
                  </a:ext>
                </a:extLst>
              </p:cNvPr>
              <p:cNvSpPr/>
              <p:nvPr/>
            </p:nvSpPr>
            <p:spPr>
              <a:xfrm>
                <a:off x="4067233" y="29997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5" name="椭圆 15604">
                <a:extLst>
                  <a:ext uri="{FF2B5EF4-FFF2-40B4-BE49-F238E27FC236}">
                    <a16:creationId xmlns:a16="http://schemas.microsoft.com/office/drawing/2014/main" id="{EA46C80D-0CB8-4D93-9A22-17D87F068C4A}"/>
                  </a:ext>
                </a:extLst>
              </p:cNvPr>
              <p:cNvSpPr/>
              <p:nvPr/>
            </p:nvSpPr>
            <p:spPr>
              <a:xfrm>
                <a:off x="3939871" y="28926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6" name="椭圆 15605">
                <a:extLst>
                  <a:ext uri="{FF2B5EF4-FFF2-40B4-BE49-F238E27FC236}">
                    <a16:creationId xmlns:a16="http://schemas.microsoft.com/office/drawing/2014/main" id="{A9AD27D3-D65D-42CA-BCFC-F455A73B1293}"/>
                  </a:ext>
                </a:extLst>
              </p:cNvPr>
              <p:cNvSpPr/>
              <p:nvPr/>
            </p:nvSpPr>
            <p:spPr>
              <a:xfrm>
                <a:off x="40590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7" name="椭圆 15606">
                <a:extLst>
                  <a:ext uri="{FF2B5EF4-FFF2-40B4-BE49-F238E27FC236}">
                    <a16:creationId xmlns:a16="http://schemas.microsoft.com/office/drawing/2014/main" id="{9D0C1DB4-B60A-4EDD-9FD2-3B919CD175F2}"/>
                  </a:ext>
                </a:extLst>
              </p:cNvPr>
              <p:cNvSpPr/>
              <p:nvPr/>
            </p:nvSpPr>
            <p:spPr>
              <a:xfrm>
                <a:off x="4187622"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8" name="椭圆 15607">
                <a:extLst>
                  <a:ext uri="{FF2B5EF4-FFF2-40B4-BE49-F238E27FC236}">
                    <a16:creationId xmlns:a16="http://schemas.microsoft.com/office/drawing/2014/main" id="{28588488-DDE3-4072-AA33-9CBBD6213248}"/>
                  </a:ext>
                </a:extLst>
              </p:cNvPr>
              <p:cNvSpPr/>
              <p:nvPr/>
            </p:nvSpPr>
            <p:spPr>
              <a:xfrm>
                <a:off x="4144128"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9" name="椭圆 15608">
                <a:extLst>
                  <a:ext uri="{FF2B5EF4-FFF2-40B4-BE49-F238E27FC236}">
                    <a16:creationId xmlns:a16="http://schemas.microsoft.com/office/drawing/2014/main" id="{DDD26CB3-6A6D-469D-A75F-01750774B851}"/>
                  </a:ext>
                </a:extLst>
              </p:cNvPr>
              <p:cNvSpPr/>
              <p:nvPr/>
            </p:nvSpPr>
            <p:spPr>
              <a:xfrm>
                <a:off x="401599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0" name="椭圆 15609">
                <a:extLst>
                  <a:ext uri="{FF2B5EF4-FFF2-40B4-BE49-F238E27FC236}">
                    <a16:creationId xmlns:a16="http://schemas.microsoft.com/office/drawing/2014/main" id="{9FBA9248-A37B-4432-A1A5-8CF6C4B2DED6}"/>
                  </a:ext>
                </a:extLst>
              </p:cNvPr>
              <p:cNvSpPr/>
              <p:nvPr/>
            </p:nvSpPr>
            <p:spPr>
              <a:xfrm>
                <a:off x="4020509"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1" name="椭圆 15610">
                <a:extLst>
                  <a:ext uri="{FF2B5EF4-FFF2-40B4-BE49-F238E27FC236}">
                    <a16:creationId xmlns:a16="http://schemas.microsoft.com/office/drawing/2014/main" id="{368E44EB-5296-4EC1-A1EA-9B04DFC3DF7B}"/>
                  </a:ext>
                </a:extLst>
              </p:cNvPr>
              <p:cNvSpPr/>
              <p:nvPr/>
            </p:nvSpPr>
            <p:spPr>
              <a:xfrm>
                <a:off x="390988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2" name="椭圆 15611">
                <a:extLst>
                  <a:ext uri="{FF2B5EF4-FFF2-40B4-BE49-F238E27FC236}">
                    <a16:creationId xmlns:a16="http://schemas.microsoft.com/office/drawing/2014/main" id="{408CB358-05B9-40A5-88E1-0C890068A8D1}"/>
                  </a:ext>
                </a:extLst>
              </p:cNvPr>
              <p:cNvSpPr/>
              <p:nvPr/>
            </p:nvSpPr>
            <p:spPr>
              <a:xfrm>
                <a:off x="424414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3" name="椭圆 15612">
                <a:extLst>
                  <a:ext uri="{FF2B5EF4-FFF2-40B4-BE49-F238E27FC236}">
                    <a16:creationId xmlns:a16="http://schemas.microsoft.com/office/drawing/2014/main" id="{B0318006-B2BD-41E5-945B-90ADB24144BD}"/>
                  </a:ext>
                </a:extLst>
              </p:cNvPr>
              <p:cNvSpPr/>
              <p:nvPr/>
            </p:nvSpPr>
            <p:spPr>
              <a:xfrm>
                <a:off x="402131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4" name="椭圆 15613">
                <a:extLst>
                  <a:ext uri="{FF2B5EF4-FFF2-40B4-BE49-F238E27FC236}">
                    <a16:creationId xmlns:a16="http://schemas.microsoft.com/office/drawing/2014/main" id="{2D480430-A5B2-40E6-9AD0-C9DBDB4C8C36}"/>
                  </a:ext>
                </a:extLst>
              </p:cNvPr>
              <p:cNvSpPr/>
              <p:nvPr/>
            </p:nvSpPr>
            <p:spPr>
              <a:xfrm>
                <a:off x="399973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5" name="椭圆 15614">
                <a:extLst>
                  <a:ext uri="{FF2B5EF4-FFF2-40B4-BE49-F238E27FC236}">
                    <a16:creationId xmlns:a16="http://schemas.microsoft.com/office/drawing/2014/main" id="{F6967A4E-19DB-461F-8536-CDC57D46DB08}"/>
                  </a:ext>
                </a:extLst>
              </p:cNvPr>
              <p:cNvSpPr/>
              <p:nvPr/>
            </p:nvSpPr>
            <p:spPr>
              <a:xfrm>
                <a:off x="39992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6" name="椭圆 15615">
                <a:extLst>
                  <a:ext uri="{FF2B5EF4-FFF2-40B4-BE49-F238E27FC236}">
                    <a16:creationId xmlns:a16="http://schemas.microsoft.com/office/drawing/2014/main" id="{EBD1F264-8FC8-4861-ACAA-87397AF1F35B}"/>
                  </a:ext>
                </a:extLst>
              </p:cNvPr>
              <p:cNvSpPr/>
              <p:nvPr/>
            </p:nvSpPr>
            <p:spPr>
              <a:xfrm>
                <a:off x="40192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7" name="椭圆 15616">
                <a:extLst>
                  <a:ext uri="{FF2B5EF4-FFF2-40B4-BE49-F238E27FC236}">
                    <a16:creationId xmlns:a16="http://schemas.microsoft.com/office/drawing/2014/main" id="{69F52CB5-3D04-474D-9474-8156872263C4}"/>
                  </a:ext>
                </a:extLst>
              </p:cNvPr>
              <p:cNvSpPr/>
              <p:nvPr/>
            </p:nvSpPr>
            <p:spPr>
              <a:xfrm>
                <a:off x="398226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8" name="椭圆 15617">
                <a:extLst>
                  <a:ext uri="{FF2B5EF4-FFF2-40B4-BE49-F238E27FC236}">
                    <a16:creationId xmlns:a16="http://schemas.microsoft.com/office/drawing/2014/main" id="{DDA18397-C890-420B-825B-7EE4D32D2FEC}"/>
                  </a:ext>
                </a:extLst>
              </p:cNvPr>
              <p:cNvSpPr/>
              <p:nvPr/>
            </p:nvSpPr>
            <p:spPr>
              <a:xfrm>
                <a:off x="4019298"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9" name="椭圆 15618">
                <a:extLst>
                  <a:ext uri="{FF2B5EF4-FFF2-40B4-BE49-F238E27FC236}">
                    <a16:creationId xmlns:a16="http://schemas.microsoft.com/office/drawing/2014/main" id="{054E4E85-9283-4784-B42D-B8E45EF879A1}"/>
                  </a:ext>
                </a:extLst>
              </p:cNvPr>
              <p:cNvSpPr/>
              <p:nvPr/>
            </p:nvSpPr>
            <p:spPr>
              <a:xfrm>
                <a:off x="3988540"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0" name="椭圆 15619">
                <a:extLst>
                  <a:ext uri="{FF2B5EF4-FFF2-40B4-BE49-F238E27FC236}">
                    <a16:creationId xmlns:a16="http://schemas.microsoft.com/office/drawing/2014/main" id="{E991ED68-1979-4E46-8BFD-23C2288A8AF8}"/>
                  </a:ext>
                </a:extLst>
              </p:cNvPr>
              <p:cNvSpPr/>
              <p:nvPr/>
            </p:nvSpPr>
            <p:spPr>
              <a:xfrm>
                <a:off x="3997129"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1" name="椭圆 15620">
                <a:extLst>
                  <a:ext uri="{FF2B5EF4-FFF2-40B4-BE49-F238E27FC236}">
                    <a16:creationId xmlns:a16="http://schemas.microsoft.com/office/drawing/2014/main" id="{300B07C4-FD7C-4A06-9A84-48EB4A190F64}"/>
                  </a:ext>
                </a:extLst>
              </p:cNvPr>
              <p:cNvSpPr/>
              <p:nvPr/>
            </p:nvSpPr>
            <p:spPr>
              <a:xfrm>
                <a:off x="4102872" y="2974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2" name="椭圆 15621">
                <a:extLst>
                  <a:ext uri="{FF2B5EF4-FFF2-40B4-BE49-F238E27FC236}">
                    <a16:creationId xmlns:a16="http://schemas.microsoft.com/office/drawing/2014/main" id="{672C26BA-36AF-479F-B542-EFF38A8C5210}"/>
                  </a:ext>
                </a:extLst>
              </p:cNvPr>
              <p:cNvSpPr/>
              <p:nvPr/>
            </p:nvSpPr>
            <p:spPr>
              <a:xfrm>
                <a:off x="404194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3" name="椭圆 15622">
                <a:extLst>
                  <a:ext uri="{FF2B5EF4-FFF2-40B4-BE49-F238E27FC236}">
                    <a16:creationId xmlns:a16="http://schemas.microsoft.com/office/drawing/2014/main" id="{E3CACEC0-BFC5-4565-947F-952F8C28E8F4}"/>
                  </a:ext>
                </a:extLst>
              </p:cNvPr>
              <p:cNvSpPr/>
              <p:nvPr/>
            </p:nvSpPr>
            <p:spPr>
              <a:xfrm>
                <a:off x="40188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4" name="椭圆 15623">
                <a:extLst>
                  <a:ext uri="{FF2B5EF4-FFF2-40B4-BE49-F238E27FC236}">
                    <a16:creationId xmlns:a16="http://schemas.microsoft.com/office/drawing/2014/main" id="{133D83FE-3821-4D94-886E-D054C1B1193A}"/>
                  </a:ext>
                </a:extLst>
              </p:cNvPr>
              <p:cNvSpPr/>
              <p:nvPr/>
            </p:nvSpPr>
            <p:spPr>
              <a:xfrm>
                <a:off x="395003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5" name="椭圆 15624">
                <a:extLst>
                  <a:ext uri="{FF2B5EF4-FFF2-40B4-BE49-F238E27FC236}">
                    <a16:creationId xmlns:a16="http://schemas.microsoft.com/office/drawing/2014/main" id="{FBA3887D-A6E2-463F-BA8F-7CEC32353DC5}"/>
                  </a:ext>
                </a:extLst>
              </p:cNvPr>
              <p:cNvSpPr/>
              <p:nvPr/>
            </p:nvSpPr>
            <p:spPr>
              <a:xfrm>
                <a:off x="40200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6" name="椭圆 15625">
                <a:extLst>
                  <a:ext uri="{FF2B5EF4-FFF2-40B4-BE49-F238E27FC236}">
                    <a16:creationId xmlns:a16="http://schemas.microsoft.com/office/drawing/2014/main" id="{57184D63-88C5-41A1-B79A-CAF9F6FB0937}"/>
                  </a:ext>
                </a:extLst>
              </p:cNvPr>
              <p:cNvSpPr/>
              <p:nvPr/>
            </p:nvSpPr>
            <p:spPr>
              <a:xfrm>
                <a:off x="40200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7" name="椭圆 15626">
                <a:extLst>
                  <a:ext uri="{FF2B5EF4-FFF2-40B4-BE49-F238E27FC236}">
                    <a16:creationId xmlns:a16="http://schemas.microsoft.com/office/drawing/2014/main" id="{C256ED55-80A3-44EA-B58F-8F5741B94C46}"/>
                  </a:ext>
                </a:extLst>
              </p:cNvPr>
              <p:cNvSpPr/>
              <p:nvPr/>
            </p:nvSpPr>
            <p:spPr>
              <a:xfrm>
                <a:off x="40965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8" name="椭圆 15627">
                <a:extLst>
                  <a:ext uri="{FF2B5EF4-FFF2-40B4-BE49-F238E27FC236}">
                    <a16:creationId xmlns:a16="http://schemas.microsoft.com/office/drawing/2014/main" id="{90C896F6-7D53-46B6-BD54-B3CBAA170773}"/>
                  </a:ext>
                </a:extLst>
              </p:cNvPr>
              <p:cNvSpPr/>
              <p:nvPr/>
            </p:nvSpPr>
            <p:spPr>
              <a:xfrm>
                <a:off x="4061911"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9" name="椭圆 15628">
                <a:extLst>
                  <a:ext uri="{FF2B5EF4-FFF2-40B4-BE49-F238E27FC236}">
                    <a16:creationId xmlns:a16="http://schemas.microsoft.com/office/drawing/2014/main" id="{3AD00A64-AFBE-4807-BFB7-D3C02B5803BC}"/>
                  </a:ext>
                </a:extLst>
              </p:cNvPr>
              <p:cNvSpPr/>
              <p:nvPr/>
            </p:nvSpPr>
            <p:spPr>
              <a:xfrm>
                <a:off x="4152386"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0" name="椭圆 15629">
                <a:extLst>
                  <a:ext uri="{FF2B5EF4-FFF2-40B4-BE49-F238E27FC236}">
                    <a16:creationId xmlns:a16="http://schemas.microsoft.com/office/drawing/2014/main" id="{DCEC46DB-7AFC-40F6-AD18-020C35706BFC}"/>
                  </a:ext>
                </a:extLst>
              </p:cNvPr>
              <p:cNvSpPr/>
              <p:nvPr/>
            </p:nvSpPr>
            <p:spPr>
              <a:xfrm>
                <a:off x="3980392"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1" name="椭圆 15630">
                <a:extLst>
                  <a:ext uri="{FF2B5EF4-FFF2-40B4-BE49-F238E27FC236}">
                    <a16:creationId xmlns:a16="http://schemas.microsoft.com/office/drawing/2014/main" id="{3A5C2FC1-A56A-4657-864E-5DCE1AB5FFBC}"/>
                  </a:ext>
                </a:extLst>
              </p:cNvPr>
              <p:cNvSpPr/>
              <p:nvPr/>
            </p:nvSpPr>
            <p:spPr>
              <a:xfrm>
                <a:off x="3992724"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2" name="椭圆 15631">
                <a:extLst>
                  <a:ext uri="{FF2B5EF4-FFF2-40B4-BE49-F238E27FC236}">
                    <a16:creationId xmlns:a16="http://schemas.microsoft.com/office/drawing/2014/main" id="{8276BBA3-D6F6-4C4E-B366-34495BE5F78F}"/>
                  </a:ext>
                </a:extLst>
              </p:cNvPr>
              <p:cNvSpPr/>
              <p:nvPr/>
            </p:nvSpPr>
            <p:spPr>
              <a:xfrm>
                <a:off x="3965967"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3" name="椭圆 15632">
                <a:extLst>
                  <a:ext uri="{FF2B5EF4-FFF2-40B4-BE49-F238E27FC236}">
                    <a16:creationId xmlns:a16="http://schemas.microsoft.com/office/drawing/2014/main" id="{BCF6CBD2-6CE5-4BBA-9AD3-4EE6FB63B633}"/>
                  </a:ext>
                </a:extLst>
              </p:cNvPr>
              <p:cNvSpPr/>
              <p:nvPr/>
            </p:nvSpPr>
            <p:spPr>
              <a:xfrm>
                <a:off x="4009315"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4" name="椭圆 15633">
                <a:extLst>
                  <a:ext uri="{FF2B5EF4-FFF2-40B4-BE49-F238E27FC236}">
                    <a16:creationId xmlns:a16="http://schemas.microsoft.com/office/drawing/2014/main" id="{9AB27594-909C-4045-965F-DA222B53B32C}"/>
                  </a:ext>
                </a:extLst>
              </p:cNvPr>
              <p:cNvSpPr/>
              <p:nvPr/>
            </p:nvSpPr>
            <p:spPr>
              <a:xfrm>
                <a:off x="3974923"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5" name="椭圆 15634">
                <a:extLst>
                  <a:ext uri="{FF2B5EF4-FFF2-40B4-BE49-F238E27FC236}">
                    <a16:creationId xmlns:a16="http://schemas.microsoft.com/office/drawing/2014/main" id="{886FCA90-A39D-4205-9EBA-F455A1A39918}"/>
                  </a:ext>
                </a:extLst>
              </p:cNvPr>
              <p:cNvSpPr/>
              <p:nvPr/>
            </p:nvSpPr>
            <p:spPr>
              <a:xfrm>
                <a:off x="4120711" y="29331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6" name="任意多边形: 形状 15635">
                <a:extLst>
                  <a:ext uri="{FF2B5EF4-FFF2-40B4-BE49-F238E27FC236}">
                    <a16:creationId xmlns:a16="http://schemas.microsoft.com/office/drawing/2014/main" id="{5DD70B57-28E8-4F9F-B410-783B806E0D45}"/>
                  </a:ext>
                </a:extLst>
              </p:cNvPr>
              <p:cNvSpPr/>
              <p:nvPr/>
            </p:nvSpPr>
            <p:spPr>
              <a:xfrm>
                <a:off x="3944973"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7" name="任意多边形: 形状 15636">
                <a:extLst>
                  <a:ext uri="{FF2B5EF4-FFF2-40B4-BE49-F238E27FC236}">
                    <a16:creationId xmlns:a16="http://schemas.microsoft.com/office/drawing/2014/main" id="{C91A8F8F-DC19-46D3-856D-FC8FAD6C271E}"/>
                  </a:ext>
                </a:extLst>
              </p:cNvPr>
              <p:cNvSpPr/>
              <p:nvPr/>
            </p:nvSpPr>
            <p:spPr>
              <a:xfrm>
                <a:off x="4100193"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8" name="任意多边形: 形状 15637">
                <a:extLst>
                  <a:ext uri="{FF2B5EF4-FFF2-40B4-BE49-F238E27FC236}">
                    <a16:creationId xmlns:a16="http://schemas.microsoft.com/office/drawing/2014/main" id="{1A3F9D17-7C97-4CB1-81A9-7382C6D9B34F}"/>
                  </a:ext>
                </a:extLst>
              </p:cNvPr>
              <p:cNvSpPr/>
              <p:nvPr/>
            </p:nvSpPr>
            <p:spPr>
              <a:xfrm>
                <a:off x="3425027" y="2794464"/>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9" name="文本框 17959">
                <a:extLst>
                  <a:ext uri="{FF2B5EF4-FFF2-40B4-BE49-F238E27FC236}">
                    <a16:creationId xmlns:a16="http://schemas.microsoft.com/office/drawing/2014/main" id="{D97B9F5E-CE12-45ED-9D3F-A64302737C82}"/>
                  </a:ext>
                </a:extLst>
              </p:cNvPr>
              <p:cNvSpPr txBox="1"/>
              <p:nvPr/>
            </p:nvSpPr>
            <p:spPr>
              <a:xfrm>
                <a:off x="4194210" y="2193388"/>
                <a:ext cx="394660" cy="307777"/>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zh-CN" altLang="en-US" sz="700" spc="0" baseline="0" dirty="0">
                    <a:solidFill>
                      <a:srgbClr val="E64B35"/>
                    </a:solidFill>
                    <a:latin typeface="Arial" panose="020B0604020202020204"/>
                    <a:cs typeface="Arial" panose="020B0604020202020204"/>
                    <a:sym typeface="Arial" panose="020B0604020202020204"/>
                    <a:rtl val="0"/>
                  </a:rPr>
                  <a:t>Up</a:t>
                </a:r>
                <a:endParaRPr lang="en-US" altLang="zh-CN" sz="700" spc="0" baseline="0" dirty="0">
                  <a:solidFill>
                    <a:srgbClr val="E64B35"/>
                  </a:solidFill>
                  <a:latin typeface="Arial" panose="020B0604020202020204"/>
                  <a:cs typeface="Arial" panose="020B0604020202020204"/>
                  <a:sym typeface="Arial" panose="020B0604020202020204"/>
                  <a:rtl val="0"/>
                </a:endParaRPr>
              </a:p>
              <a:p>
                <a:pPr algn="ctr"/>
                <a:r>
                  <a:rPr lang="zh-CN" altLang="en-US" sz="700" spc="0" baseline="0" dirty="0">
                    <a:solidFill>
                      <a:srgbClr val="E64B35"/>
                    </a:solidFill>
                    <a:latin typeface="Arial" panose="020B0604020202020204"/>
                    <a:cs typeface="Arial" panose="020B0604020202020204"/>
                    <a:sym typeface="Arial" panose="020B0604020202020204"/>
                    <a:rtl val="0"/>
                  </a:rPr>
                  <a:t>(195)</a:t>
                </a:r>
              </a:p>
            </p:txBody>
          </p:sp>
          <p:sp>
            <p:nvSpPr>
              <p:cNvPr id="15640" name="文本框 17960">
                <a:extLst>
                  <a:ext uri="{FF2B5EF4-FFF2-40B4-BE49-F238E27FC236}">
                    <a16:creationId xmlns:a16="http://schemas.microsoft.com/office/drawing/2014/main" id="{9C77E53C-0EA6-485E-80FC-593A1F99970F}"/>
                  </a:ext>
                </a:extLst>
              </p:cNvPr>
              <p:cNvSpPr txBox="1"/>
              <p:nvPr/>
            </p:nvSpPr>
            <p:spPr>
              <a:xfrm>
                <a:off x="3463154" y="2193388"/>
                <a:ext cx="428322" cy="307777"/>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zh-CN" altLang="en-US" sz="700" spc="0" baseline="0" dirty="0">
                    <a:solidFill>
                      <a:srgbClr val="4DBBD5"/>
                    </a:solidFill>
                    <a:latin typeface="Arial" panose="020B0604020202020204"/>
                    <a:cs typeface="Arial" panose="020B0604020202020204"/>
                    <a:sym typeface="Arial" panose="020B0604020202020204"/>
                    <a:rtl val="0"/>
                  </a:rPr>
                  <a:t>Down</a:t>
                </a:r>
                <a:endParaRPr lang="en-US" altLang="zh-CN" sz="700" spc="0" baseline="0" dirty="0">
                  <a:solidFill>
                    <a:srgbClr val="4DBBD5"/>
                  </a:solidFill>
                  <a:latin typeface="Arial" panose="020B0604020202020204"/>
                  <a:cs typeface="Arial" panose="020B0604020202020204"/>
                  <a:sym typeface="Arial" panose="020B0604020202020204"/>
                  <a:rtl val="0"/>
                </a:endParaRPr>
              </a:p>
              <a:p>
                <a:pPr algn="ctr"/>
                <a:r>
                  <a:rPr lang="zh-CN" altLang="en-US" sz="700" spc="0" baseline="0" dirty="0">
                    <a:solidFill>
                      <a:srgbClr val="4DBBD5"/>
                    </a:solidFill>
                    <a:latin typeface="Arial" panose="020B0604020202020204"/>
                    <a:cs typeface="Arial" panose="020B0604020202020204"/>
                    <a:sym typeface="Arial" panose="020B0604020202020204"/>
                    <a:rtl val="0"/>
                  </a:rPr>
                  <a:t>(184)</a:t>
                </a:r>
              </a:p>
            </p:txBody>
          </p:sp>
          <p:sp>
            <p:nvSpPr>
              <p:cNvPr id="15641" name="矩形 15640">
                <a:extLst>
                  <a:ext uri="{FF2B5EF4-FFF2-40B4-BE49-F238E27FC236}">
                    <a16:creationId xmlns:a16="http://schemas.microsoft.com/office/drawing/2014/main" id="{98C17938-3D8A-4F3A-AC63-EEB5AEFBDED0}"/>
                  </a:ext>
                </a:extLst>
              </p:cNvPr>
              <p:cNvSpPr/>
              <p:nvPr/>
            </p:nvSpPr>
            <p:spPr>
              <a:xfrm>
                <a:off x="3425027" y="2181437"/>
                <a:ext cx="1195111" cy="917264"/>
              </a:xfrm>
              <a:prstGeom prst="rect">
                <a:avLst/>
              </a:prstGeom>
              <a:noFill/>
              <a:ln w="3907" cap="rnd">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grpSp>
        <p:grpSp>
          <p:nvGrpSpPr>
            <p:cNvPr id="280" name="图形 17763">
              <a:extLst>
                <a:ext uri="{FF2B5EF4-FFF2-40B4-BE49-F238E27FC236}">
                  <a16:creationId xmlns:a16="http://schemas.microsoft.com/office/drawing/2014/main" id="{A229B179-8903-4A9D-A425-667275927DE3}"/>
                </a:ext>
              </a:extLst>
            </p:cNvPr>
            <p:cNvGrpSpPr/>
            <p:nvPr/>
          </p:nvGrpSpPr>
          <p:grpSpPr>
            <a:xfrm>
              <a:off x="3218889" y="2182150"/>
              <a:ext cx="1306865" cy="1177968"/>
              <a:chOff x="3218889" y="2182150"/>
              <a:chExt cx="1306865" cy="1177968"/>
            </a:xfrm>
          </p:grpSpPr>
          <p:sp>
            <p:nvSpPr>
              <p:cNvPr id="281" name="文本框 10573">
                <a:extLst>
                  <a:ext uri="{FF2B5EF4-FFF2-40B4-BE49-F238E27FC236}">
                    <a16:creationId xmlns:a16="http://schemas.microsoft.com/office/drawing/2014/main" id="{FF87BF75-EED7-437C-9DAF-25E104B28AC1}"/>
                  </a:ext>
                </a:extLst>
              </p:cNvPr>
              <p:cNvSpPr txBox="1"/>
              <p:nvPr/>
            </p:nvSpPr>
            <p:spPr>
              <a:xfrm>
                <a:off x="3312567" y="2989303"/>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a:t>
                </a:r>
              </a:p>
            </p:txBody>
          </p:sp>
          <p:sp>
            <p:nvSpPr>
              <p:cNvPr id="282" name="文本框 10574">
                <a:extLst>
                  <a:ext uri="{FF2B5EF4-FFF2-40B4-BE49-F238E27FC236}">
                    <a16:creationId xmlns:a16="http://schemas.microsoft.com/office/drawing/2014/main" id="{AE1DA738-D1AC-432A-823A-AE4EB2E1FCE6}"/>
                  </a:ext>
                </a:extLst>
              </p:cNvPr>
              <p:cNvSpPr txBox="1"/>
              <p:nvPr/>
            </p:nvSpPr>
            <p:spPr>
              <a:xfrm>
                <a:off x="3315742" y="2787506"/>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1</a:t>
                </a:r>
              </a:p>
            </p:txBody>
          </p:sp>
          <p:sp>
            <p:nvSpPr>
              <p:cNvPr id="283" name="文本框 10575">
                <a:extLst>
                  <a:ext uri="{FF2B5EF4-FFF2-40B4-BE49-F238E27FC236}">
                    <a16:creationId xmlns:a16="http://schemas.microsoft.com/office/drawing/2014/main" id="{406B7C62-1206-488C-8AE1-5D726B539C19}"/>
                  </a:ext>
                </a:extLst>
              </p:cNvPr>
              <p:cNvSpPr txBox="1"/>
              <p:nvPr/>
            </p:nvSpPr>
            <p:spPr>
              <a:xfrm>
                <a:off x="3315742" y="2585745"/>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2</a:t>
                </a:r>
              </a:p>
            </p:txBody>
          </p:sp>
          <p:sp>
            <p:nvSpPr>
              <p:cNvPr id="284" name="文本框 10576">
                <a:extLst>
                  <a:ext uri="{FF2B5EF4-FFF2-40B4-BE49-F238E27FC236}">
                    <a16:creationId xmlns:a16="http://schemas.microsoft.com/office/drawing/2014/main" id="{26F62955-8E73-476B-A666-18CCB1C06D29}"/>
                  </a:ext>
                </a:extLst>
              </p:cNvPr>
              <p:cNvSpPr txBox="1"/>
              <p:nvPr/>
            </p:nvSpPr>
            <p:spPr>
              <a:xfrm>
                <a:off x="3322092" y="2383947"/>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3</a:t>
                </a:r>
              </a:p>
            </p:txBody>
          </p:sp>
          <p:sp>
            <p:nvSpPr>
              <p:cNvPr id="285" name="文本框 10577">
                <a:extLst>
                  <a:ext uri="{FF2B5EF4-FFF2-40B4-BE49-F238E27FC236}">
                    <a16:creationId xmlns:a16="http://schemas.microsoft.com/office/drawing/2014/main" id="{B7672093-574F-4390-B17C-C89230FF968F}"/>
                  </a:ext>
                </a:extLst>
              </p:cNvPr>
              <p:cNvSpPr txBox="1"/>
              <p:nvPr/>
            </p:nvSpPr>
            <p:spPr>
              <a:xfrm>
                <a:off x="3318917" y="2182150"/>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4</a:t>
                </a:r>
              </a:p>
            </p:txBody>
          </p:sp>
          <p:sp>
            <p:nvSpPr>
              <p:cNvPr id="346" name="任意多边形: 形状 345">
                <a:extLst>
                  <a:ext uri="{FF2B5EF4-FFF2-40B4-BE49-F238E27FC236}">
                    <a16:creationId xmlns:a16="http://schemas.microsoft.com/office/drawing/2014/main" id="{06C22079-A90F-44F2-BE4B-2131B9712DCD}"/>
                  </a:ext>
                </a:extLst>
              </p:cNvPr>
              <p:cNvSpPr/>
              <p:nvPr/>
            </p:nvSpPr>
            <p:spPr>
              <a:xfrm>
                <a:off x="3414970" y="3057006"/>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59" name="任意多边形: 形状 8258">
                <a:extLst>
                  <a:ext uri="{FF2B5EF4-FFF2-40B4-BE49-F238E27FC236}">
                    <a16:creationId xmlns:a16="http://schemas.microsoft.com/office/drawing/2014/main" id="{AFA748F9-738B-4300-91E8-8FEBF930507E}"/>
                  </a:ext>
                </a:extLst>
              </p:cNvPr>
              <p:cNvSpPr/>
              <p:nvPr/>
            </p:nvSpPr>
            <p:spPr>
              <a:xfrm>
                <a:off x="3414970" y="2855209"/>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0" name="任意多边形: 形状 8259">
                <a:extLst>
                  <a:ext uri="{FF2B5EF4-FFF2-40B4-BE49-F238E27FC236}">
                    <a16:creationId xmlns:a16="http://schemas.microsoft.com/office/drawing/2014/main" id="{10B6D724-B432-49D5-A68D-A5FA6E459F35}"/>
                  </a:ext>
                </a:extLst>
              </p:cNvPr>
              <p:cNvSpPr/>
              <p:nvPr/>
            </p:nvSpPr>
            <p:spPr>
              <a:xfrm>
                <a:off x="3414970" y="2653411"/>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1" name="任意多边形: 形状 8260">
                <a:extLst>
                  <a:ext uri="{FF2B5EF4-FFF2-40B4-BE49-F238E27FC236}">
                    <a16:creationId xmlns:a16="http://schemas.microsoft.com/office/drawing/2014/main" id="{1AC0322E-EC1E-4932-9A3C-D884A95F2D4B}"/>
                  </a:ext>
                </a:extLst>
              </p:cNvPr>
              <p:cNvSpPr/>
              <p:nvPr/>
            </p:nvSpPr>
            <p:spPr>
              <a:xfrm>
                <a:off x="3414970" y="2451650"/>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2" name="任意多边形: 形状 8261">
                <a:extLst>
                  <a:ext uri="{FF2B5EF4-FFF2-40B4-BE49-F238E27FC236}">
                    <a16:creationId xmlns:a16="http://schemas.microsoft.com/office/drawing/2014/main" id="{065CA60F-CA7A-4BAB-B66A-79739132C464}"/>
                  </a:ext>
                </a:extLst>
              </p:cNvPr>
              <p:cNvSpPr/>
              <p:nvPr/>
            </p:nvSpPr>
            <p:spPr>
              <a:xfrm>
                <a:off x="3414970" y="2249853"/>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5" name="任意多边形: 形状 8264">
                <a:extLst>
                  <a:ext uri="{FF2B5EF4-FFF2-40B4-BE49-F238E27FC236}">
                    <a16:creationId xmlns:a16="http://schemas.microsoft.com/office/drawing/2014/main" id="{D3E93D59-1894-4A52-AE4C-ADE04645F40B}"/>
                  </a:ext>
                </a:extLst>
              </p:cNvPr>
              <p:cNvSpPr/>
              <p:nvPr/>
            </p:nvSpPr>
            <p:spPr>
              <a:xfrm>
                <a:off x="3712161"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6" name="任意多边形: 形状 8265">
                <a:extLst>
                  <a:ext uri="{FF2B5EF4-FFF2-40B4-BE49-F238E27FC236}">
                    <a16:creationId xmlns:a16="http://schemas.microsoft.com/office/drawing/2014/main" id="{B82EA167-822F-49EE-A472-B14D654BA67B}"/>
                  </a:ext>
                </a:extLst>
              </p:cNvPr>
              <p:cNvSpPr/>
              <p:nvPr/>
            </p:nvSpPr>
            <p:spPr>
              <a:xfrm>
                <a:off x="4022565"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7" name="任意多边形: 形状 8266">
                <a:extLst>
                  <a:ext uri="{FF2B5EF4-FFF2-40B4-BE49-F238E27FC236}">
                    <a16:creationId xmlns:a16="http://schemas.microsoft.com/office/drawing/2014/main" id="{AC0A31A6-32BD-4CF7-9CCE-F0ECC8DDD7C1}"/>
                  </a:ext>
                </a:extLst>
              </p:cNvPr>
              <p:cNvSpPr/>
              <p:nvPr/>
            </p:nvSpPr>
            <p:spPr>
              <a:xfrm>
                <a:off x="4333005"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8" name="文本框 10586">
                <a:extLst>
                  <a:ext uri="{FF2B5EF4-FFF2-40B4-BE49-F238E27FC236}">
                    <a16:creationId xmlns:a16="http://schemas.microsoft.com/office/drawing/2014/main" id="{8186AD9F-C1DD-417C-9892-DBD83AAF1BCA}"/>
                  </a:ext>
                </a:extLst>
              </p:cNvPr>
              <p:cNvSpPr txBox="1"/>
              <p:nvPr/>
            </p:nvSpPr>
            <p:spPr>
              <a:xfrm>
                <a:off x="3589098" y="3064129"/>
                <a:ext cx="340158"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-0.4</a:t>
                </a:r>
              </a:p>
            </p:txBody>
          </p:sp>
          <p:sp>
            <p:nvSpPr>
              <p:cNvPr id="8269" name="文本框 10587">
                <a:extLst>
                  <a:ext uri="{FF2B5EF4-FFF2-40B4-BE49-F238E27FC236}">
                    <a16:creationId xmlns:a16="http://schemas.microsoft.com/office/drawing/2014/main" id="{71085501-8E2D-44B2-B306-598B44925E00}"/>
                  </a:ext>
                </a:extLst>
              </p:cNvPr>
              <p:cNvSpPr txBox="1"/>
              <p:nvPr/>
            </p:nvSpPr>
            <p:spPr>
              <a:xfrm>
                <a:off x="3867509" y="3059354"/>
                <a:ext cx="30970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0.0</a:t>
                </a:r>
              </a:p>
            </p:txBody>
          </p:sp>
          <p:sp>
            <p:nvSpPr>
              <p:cNvPr id="8270" name="文本框 10588">
                <a:extLst>
                  <a:ext uri="{FF2B5EF4-FFF2-40B4-BE49-F238E27FC236}">
                    <a16:creationId xmlns:a16="http://schemas.microsoft.com/office/drawing/2014/main" id="{FCA5ED59-38A4-44F3-BC11-1B9EFA4D3A70}"/>
                  </a:ext>
                </a:extLst>
              </p:cNvPr>
              <p:cNvSpPr txBox="1"/>
              <p:nvPr/>
            </p:nvSpPr>
            <p:spPr>
              <a:xfrm>
                <a:off x="4216054" y="3064129"/>
                <a:ext cx="30970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0.4</a:t>
                </a:r>
              </a:p>
            </p:txBody>
          </p:sp>
          <p:sp>
            <p:nvSpPr>
              <p:cNvPr id="8271" name="文本框 10589">
                <a:extLst>
                  <a:ext uri="{FF2B5EF4-FFF2-40B4-BE49-F238E27FC236}">
                    <a16:creationId xmlns:a16="http://schemas.microsoft.com/office/drawing/2014/main" id="{FA1B31C6-2792-4A2A-A663-60FF01CA27A1}"/>
                  </a:ext>
                </a:extLst>
              </p:cNvPr>
              <p:cNvSpPr txBox="1"/>
              <p:nvPr/>
            </p:nvSpPr>
            <p:spPr>
              <a:xfrm>
                <a:off x="3866224" y="3160063"/>
                <a:ext cx="574196"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b="1" spc="0" baseline="0" dirty="0">
                    <a:solidFill>
                      <a:srgbClr val="000000"/>
                    </a:solidFill>
                    <a:latin typeface="Arial" panose="020B0604020202020204"/>
                    <a:cs typeface="Arial" panose="020B0604020202020204"/>
                    <a:sym typeface="Arial" panose="020B0604020202020204"/>
                    <a:rtl val="0"/>
                  </a:rPr>
                  <a:t>Delta PSI</a:t>
                </a:r>
              </a:p>
            </p:txBody>
          </p:sp>
          <p:sp>
            <p:nvSpPr>
              <p:cNvPr id="8272" name="文本框 10590">
                <a:extLst>
                  <a:ext uri="{FF2B5EF4-FFF2-40B4-BE49-F238E27FC236}">
                    <a16:creationId xmlns:a16="http://schemas.microsoft.com/office/drawing/2014/main" id="{7E007D9C-B628-45EF-A1D0-115670C0F709}"/>
                  </a:ext>
                </a:extLst>
              </p:cNvPr>
              <p:cNvSpPr txBox="1"/>
              <p:nvPr/>
            </p:nvSpPr>
            <p:spPr>
              <a:xfrm rot="16200000">
                <a:off x="3018995" y="2437452"/>
                <a:ext cx="599844"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b="1" spc="0" baseline="0" dirty="0">
                    <a:solidFill>
                      <a:srgbClr val="000000"/>
                    </a:solidFill>
                    <a:latin typeface="Arial" panose="020B0604020202020204"/>
                    <a:cs typeface="Arial" panose="020B0604020202020204"/>
                    <a:sym typeface="Arial" panose="020B0604020202020204"/>
                    <a:rtl val="0"/>
                  </a:rPr>
                  <a:t>-log</a:t>
                </a:r>
                <a:r>
                  <a:rPr lang="zh-CN" altLang="en-US" sz="700" b="1" spc="0" baseline="-25000" dirty="0">
                    <a:solidFill>
                      <a:srgbClr val="000000"/>
                    </a:solidFill>
                    <a:latin typeface="Arial" panose="020B0604020202020204"/>
                    <a:cs typeface="Arial" panose="020B0604020202020204"/>
                    <a:sym typeface="Arial" panose="020B0604020202020204"/>
                    <a:rtl val="0"/>
                  </a:rPr>
                  <a:t>10</a:t>
                </a:r>
                <a:r>
                  <a:rPr lang="zh-CN" altLang="en-US" sz="700" b="1" spc="0" baseline="0" dirty="0">
                    <a:solidFill>
                      <a:srgbClr val="000000"/>
                    </a:solidFill>
                    <a:latin typeface="Arial" panose="020B0604020202020204"/>
                    <a:cs typeface="Arial" panose="020B0604020202020204"/>
                    <a:sym typeface="Arial" panose="020B0604020202020204"/>
                    <a:rtl val="0"/>
                  </a:rPr>
                  <a:t>FDR</a:t>
                </a:r>
              </a:p>
            </p:txBody>
          </p:sp>
        </p:grpSp>
      </p:grpSp>
      <p:grpSp>
        <p:nvGrpSpPr>
          <p:cNvPr id="15642" name="图形 90">
            <a:extLst>
              <a:ext uri="{FF2B5EF4-FFF2-40B4-BE49-F238E27FC236}">
                <a16:creationId xmlns:a16="http://schemas.microsoft.com/office/drawing/2014/main" id="{E753A9A0-985E-AFDF-EF9C-7E1292FA877A}"/>
              </a:ext>
            </a:extLst>
          </p:cNvPr>
          <p:cNvGrpSpPr/>
          <p:nvPr/>
        </p:nvGrpSpPr>
        <p:grpSpPr>
          <a:xfrm>
            <a:off x="194394" y="6300757"/>
            <a:ext cx="2819651" cy="2235933"/>
            <a:chOff x="4701396" y="2219573"/>
            <a:chExt cx="1641198" cy="1154811"/>
          </a:xfrm>
        </p:grpSpPr>
        <p:sp>
          <p:nvSpPr>
            <p:cNvPr id="15643" name="任意多边形: 形状 15642">
              <a:extLst>
                <a:ext uri="{FF2B5EF4-FFF2-40B4-BE49-F238E27FC236}">
                  <a16:creationId xmlns:a16="http://schemas.microsoft.com/office/drawing/2014/main" id="{7052F55E-B51F-DD03-250A-386F4FEC124A}"/>
                </a:ext>
              </a:extLst>
            </p:cNvPr>
            <p:cNvSpPr/>
            <p:nvPr/>
          </p:nvSpPr>
          <p:spPr>
            <a:xfrm>
              <a:off x="5547737" y="2219573"/>
              <a:ext cx="639300" cy="1023544"/>
            </a:xfrm>
            <a:custGeom>
              <a:avLst/>
              <a:gdLst>
                <a:gd name="csX0" fmla="*/ 0 w 639300"/>
                <a:gd name="csY0" fmla="*/ 1023544 h 1023544"/>
                <a:gd name="csX1" fmla="*/ 639301 w 639300"/>
                <a:gd name="csY1" fmla="*/ 1023544 h 1023544"/>
                <a:gd name="csX2" fmla="*/ 639301 w 639300"/>
                <a:gd name="csY2" fmla="*/ 0 h 1023544"/>
                <a:gd name="csX3" fmla="*/ 0 w 639300"/>
                <a:gd name="csY3" fmla="*/ 0 h 1023544"/>
              </a:gdLst>
              <a:ahLst/>
              <a:cxnLst>
                <a:cxn ang="0">
                  <a:pos x="csX0" y="csY0"/>
                </a:cxn>
                <a:cxn ang="0">
                  <a:pos x="csX1" y="csY1"/>
                </a:cxn>
                <a:cxn ang="0">
                  <a:pos x="csX2" y="csY2"/>
                </a:cxn>
                <a:cxn ang="0">
                  <a:pos x="csX3" y="csY3"/>
                </a:cxn>
              </a:cxnLst>
              <a:rect l="l" t="t" r="r" b="b"/>
              <a:pathLst>
                <a:path w="639300" h="1023544">
                  <a:moveTo>
                    <a:pt x="0" y="1023544"/>
                  </a:moveTo>
                  <a:lnTo>
                    <a:pt x="639301" y="1023544"/>
                  </a:lnTo>
                  <a:lnTo>
                    <a:pt x="639301" y="0"/>
                  </a:lnTo>
                  <a:lnTo>
                    <a:pt x="0" y="0"/>
                  </a:lnTo>
                  <a:close/>
                </a:path>
              </a:pathLst>
            </a:custGeom>
            <a:solidFill>
              <a:srgbClr val="FFFFFF"/>
            </a:solidFill>
            <a:ln w="2719" cap="flat">
              <a:noFill/>
              <a:prstDash val="solid"/>
              <a:round/>
            </a:ln>
          </p:spPr>
          <p:txBody>
            <a:bodyPr/>
            <a:lstStyle/>
            <a:p>
              <a:endParaRPr lang="zh-CN" altLang="en-US" dirty="0"/>
            </a:p>
          </p:txBody>
        </p:sp>
        <p:grpSp>
          <p:nvGrpSpPr>
            <p:cNvPr id="15644" name="图形 90">
              <a:extLst>
                <a:ext uri="{FF2B5EF4-FFF2-40B4-BE49-F238E27FC236}">
                  <a16:creationId xmlns:a16="http://schemas.microsoft.com/office/drawing/2014/main" id="{A135577A-B376-93A5-D450-4D8A34E3F16B}"/>
                </a:ext>
              </a:extLst>
            </p:cNvPr>
            <p:cNvGrpSpPr/>
            <p:nvPr/>
          </p:nvGrpSpPr>
          <p:grpSpPr>
            <a:xfrm>
              <a:off x="5450980" y="2219573"/>
              <a:ext cx="891614" cy="1154811"/>
              <a:chOff x="5450980" y="2219573"/>
              <a:chExt cx="891614" cy="1154811"/>
            </a:xfrm>
          </p:grpSpPr>
          <p:grpSp>
            <p:nvGrpSpPr>
              <p:cNvPr id="15710" name="图形 90">
                <a:extLst>
                  <a:ext uri="{FF2B5EF4-FFF2-40B4-BE49-F238E27FC236}">
                    <a16:creationId xmlns:a16="http://schemas.microsoft.com/office/drawing/2014/main" id="{FBDFA13D-DAB8-943C-8EE1-5308B0A66705}"/>
                  </a:ext>
                </a:extLst>
              </p:cNvPr>
              <p:cNvGrpSpPr/>
              <p:nvPr/>
            </p:nvGrpSpPr>
            <p:grpSpPr>
              <a:xfrm>
                <a:off x="5450980" y="2219573"/>
                <a:ext cx="210120" cy="1108127"/>
                <a:chOff x="5450980" y="2219573"/>
                <a:chExt cx="210120" cy="1108127"/>
              </a:xfrm>
            </p:grpSpPr>
            <p:sp>
              <p:nvSpPr>
                <p:cNvPr id="15736" name="任意多边形: 形状 15735">
                  <a:extLst>
                    <a:ext uri="{FF2B5EF4-FFF2-40B4-BE49-F238E27FC236}">
                      <a16:creationId xmlns:a16="http://schemas.microsoft.com/office/drawing/2014/main" id="{E06D7A66-9F18-01CE-6651-906041D5EF34}"/>
                    </a:ext>
                  </a:extLst>
                </p:cNvPr>
                <p:cNvSpPr/>
                <p:nvPr/>
              </p:nvSpPr>
              <p:spPr>
                <a:xfrm>
                  <a:off x="559592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7" name="任意多边形: 形状 15736">
                  <a:extLst>
                    <a:ext uri="{FF2B5EF4-FFF2-40B4-BE49-F238E27FC236}">
                      <a16:creationId xmlns:a16="http://schemas.microsoft.com/office/drawing/2014/main" id="{BA27C827-06A3-B5B5-3718-5E7831A69FAE}"/>
                    </a:ext>
                  </a:extLst>
                </p:cNvPr>
                <p:cNvSpPr/>
                <p:nvPr/>
              </p:nvSpPr>
              <p:spPr>
                <a:xfrm>
                  <a:off x="5595921" y="3243117"/>
                  <a:ext cx="2727" cy="9553"/>
                </a:xfrm>
                <a:custGeom>
                  <a:avLst/>
                  <a:gdLst>
                    <a:gd name="csX0" fmla="*/ 322 w 2727"/>
                    <a:gd name="csY0" fmla="*/ 393 h 9553"/>
                    <a:gd name="csX1" fmla="*/ 322 w 2727"/>
                    <a:gd name="csY1" fmla="*/ 9947 h 9553"/>
                  </a:gdLst>
                  <a:ahLst/>
                  <a:cxnLst>
                    <a:cxn ang="0">
                      <a:pos x="csX0" y="csY0"/>
                    </a:cxn>
                    <a:cxn ang="0">
                      <a:pos x="csX1" y="csY1"/>
                    </a:cxn>
                  </a:cxnLst>
                  <a:rect l="l" t="t" r="r" b="b"/>
                  <a:pathLst>
                    <a:path w="2727" h="9553">
                      <a:moveTo>
                        <a:pt x="322" y="393"/>
                      </a:moveTo>
                      <a:lnTo>
                        <a:pt x="322" y="9947"/>
                      </a:lnTo>
                    </a:path>
                  </a:pathLst>
                </a:custGeom>
                <a:solidFill>
                  <a:srgbClr val="000000"/>
                </a:solidFill>
                <a:ln w="2175" cap="flat">
                  <a:solidFill>
                    <a:srgbClr val="000000"/>
                  </a:solidFill>
                  <a:prstDash val="solid"/>
                  <a:round/>
                </a:ln>
              </p:spPr>
              <p:txBody>
                <a:bodyPr/>
                <a:lstStyle/>
                <a:p>
                  <a:endParaRPr lang="zh-CN" altLang="en-US"/>
                </a:p>
              </p:txBody>
            </p:sp>
            <p:sp>
              <p:nvSpPr>
                <p:cNvPr id="15738" name="文本框 9836">
                  <a:extLst>
                    <a:ext uri="{FF2B5EF4-FFF2-40B4-BE49-F238E27FC236}">
                      <a16:creationId xmlns:a16="http://schemas.microsoft.com/office/drawing/2014/main" id="{F7E5E204-C949-1EC4-8154-16B6F63D116A}"/>
                    </a:ext>
                  </a:extLst>
                </p:cNvPr>
                <p:cNvSpPr txBox="1"/>
                <p:nvPr/>
              </p:nvSpPr>
              <p:spPr>
                <a:xfrm>
                  <a:off x="5450980"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4.0%</a:t>
                  </a:r>
                </a:p>
              </p:txBody>
            </p:sp>
          </p:grpSp>
          <p:grpSp>
            <p:nvGrpSpPr>
              <p:cNvPr id="15711" name="图形 90">
                <a:extLst>
                  <a:ext uri="{FF2B5EF4-FFF2-40B4-BE49-F238E27FC236}">
                    <a16:creationId xmlns:a16="http://schemas.microsoft.com/office/drawing/2014/main" id="{BA52355F-1850-F4A0-B07B-15755F529F92}"/>
                  </a:ext>
                </a:extLst>
              </p:cNvPr>
              <p:cNvGrpSpPr/>
              <p:nvPr/>
            </p:nvGrpSpPr>
            <p:grpSpPr>
              <a:xfrm>
                <a:off x="5552575" y="2219573"/>
                <a:ext cx="210120" cy="1108127"/>
                <a:chOff x="5552575" y="2219573"/>
                <a:chExt cx="210120" cy="1108127"/>
              </a:xfrm>
            </p:grpSpPr>
            <p:sp>
              <p:nvSpPr>
                <p:cNvPr id="15733" name="任意多边形: 形状 15732">
                  <a:extLst>
                    <a:ext uri="{FF2B5EF4-FFF2-40B4-BE49-F238E27FC236}">
                      <a16:creationId xmlns:a16="http://schemas.microsoft.com/office/drawing/2014/main" id="{5A20FDB5-5724-3335-C138-6504F6E985BA}"/>
                    </a:ext>
                  </a:extLst>
                </p:cNvPr>
                <p:cNvSpPr/>
                <p:nvPr/>
              </p:nvSpPr>
              <p:spPr>
                <a:xfrm>
                  <a:off x="569198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4" name="任意多边形: 形状 15733">
                  <a:extLst>
                    <a:ext uri="{FF2B5EF4-FFF2-40B4-BE49-F238E27FC236}">
                      <a16:creationId xmlns:a16="http://schemas.microsoft.com/office/drawing/2014/main" id="{C07A15AF-FC33-1F89-781C-7EA2D5F62661}"/>
                    </a:ext>
                  </a:extLst>
                </p:cNvPr>
                <p:cNvSpPr/>
                <p:nvPr/>
              </p:nvSpPr>
              <p:spPr>
                <a:xfrm>
                  <a:off x="5691981" y="3243117"/>
                  <a:ext cx="2727" cy="9553"/>
                </a:xfrm>
                <a:custGeom>
                  <a:avLst/>
                  <a:gdLst>
                    <a:gd name="csX0" fmla="*/ 357 w 2727"/>
                    <a:gd name="csY0" fmla="*/ 393 h 9553"/>
                    <a:gd name="csX1" fmla="*/ 357 w 2727"/>
                    <a:gd name="csY1" fmla="*/ 9947 h 9553"/>
                  </a:gdLst>
                  <a:ahLst/>
                  <a:cxnLst>
                    <a:cxn ang="0">
                      <a:pos x="csX0" y="csY0"/>
                    </a:cxn>
                    <a:cxn ang="0">
                      <a:pos x="csX1" y="csY1"/>
                    </a:cxn>
                  </a:cxnLst>
                  <a:rect l="l" t="t" r="r" b="b"/>
                  <a:pathLst>
                    <a:path w="2727" h="9553">
                      <a:moveTo>
                        <a:pt x="357" y="393"/>
                      </a:moveTo>
                      <a:lnTo>
                        <a:pt x="357" y="9947"/>
                      </a:lnTo>
                    </a:path>
                  </a:pathLst>
                </a:custGeom>
                <a:solidFill>
                  <a:srgbClr val="000000"/>
                </a:solidFill>
                <a:ln w="2175" cap="flat">
                  <a:solidFill>
                    <a:srgbClr val="000000"/>
                  </a:solidFill>
                  <a:prstDash val="solid"/>
                  <a:round/>
                </a:ln>
              </p:spPr>
              <p:txBody>
                <a:bodyPr/>
                <a:lstStyle/>
                <a:p>
                  <a:endParaRPr lang="zh-CN" altLang="en-US"/>
                </a:p>
              </p:txBody>
            </p:sp>
            <p:sp>
              <p:nvSpPr>
                <p:cNvPr id="15735" name="文本框 9854">
                  <a:extLst>
                    <a:ext uri="{FF2B5EF4-FFF2-40B4-BE49-F238E27FC236}">
                      <a16:creationId xmlns:a16="http://schemas.microsoft.com/office/drawing/2014/main" id="{AB4948CF-3049-15A7-4319-67F3CEDA08ED}"/>
                    </a:ext>
                  </a:extLst>
                </p:cNvPr>
                <p:cNvSpPr txBox="1"/>
                <p:nvPr/>
              </p:nvSpPr>
              <p:spPr>
                <a:xfrm>
                  <a:off x="5552575"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5.0%</a:t>
                  </a:r>
                </a:p>
              </p:txBody>
            </p:sp>
          </p:grpSp>
          <p:grpSp>
            <p:nvGrpSpPr>
              <p:cNvPr id="15712" name="图形 90">
                <a:extLst>
                  <a:ext uri="{FF2B5EF4-FFF2-40B4-BE49-F238E27FC236}">
                    <a16:creationId xmlns:a16="http://schemas.microsoft.com/office/drawing/2014/main" id="{160B505D-AFDD-5AD2-372F-850F84D8E93B}"/>
                  </a:ext>
                </a:extLst>
              </p:cNvPr>
              <p:cNvGrpSpPr/>
              <p:nvPr/>
            </p:nvGrpSpPr>
            <p:grpSpPr>
              <a:xfrm>
                <a:off x="5663947" y="2219573"/>
                <a:ext cx="210120" cy="1108824"/>
                <a:chOff x="5663947" y="2219573"/>
                <a:chExt cx="210120" cy="1108824"/>
              </a:xfrm>
            </p:grpSpPr>
            <p:sp>
              <p:nvSpPr>
                <p:cNvPr id="15730" name="任意多边形: 形状 15729">
                  <a:extLst>
                    <a:ext uri="{FF2B5EF4-FFF2-40B4-BE49-F238E27FC236}">
                      <a16:creationId xmlns:a16="http://schemas.microsoft.com/office/drawing/2014/main" id="{54C996A9-F891-C03D-217E-B745F86AB6D8}"/>
                    </a:ext>
                  </a:extLst>
                </p:cNvPr>
                <p:cNvSpPr/>
                <p:nvPr/>
              </p:nvSpPr>
              <p:spPr>
                <a:xfrm>
                  <a:off x="578804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1" name="任意多边形: 形状 15730">
                  <a:extLst>
                    <a:ext uri="{FF2B5EF4-FFF2-40B4-BE49-F238E27FC236}">
                      <a16:creationId xmlns:a16="http://schemas.microsoft.com/office/drawing/2014/main" id="{DF1259BF-0389-96A1-9F25-97F9A5BB4132}"/>
                    </a:ext>
                  </a:extLst>
                </p:cNvPr>
                <p:cNvSpPr/>
                <p:nvPr/>
              </p:nvSpPr>
              <p:spPr>
                <a:xfrm>
                  <a:off x="5788041" y="3243117"/>
                  <a:ext cx="2727" cy="9553"/>
                </a:xfrm>
                <a:custGeom>
                  <a:avLst/>
                  <a:gdLst>
                    <a:gd name="csX0" fmla="*/ 392 w 2727"/>
                    <a:gd name="csY0" fmla="*/ 393 h 9553"/>
                    <a:gd name="csX1" fmla="*/ 392 w 2727"/>
                    <a:gd name="csY1" fmla="*/ 9947 h 9553"/>
                  </a:gdLst>
                  <a:ahLst/>
                  <a:cxnLst>
                    <a:cxn ang="0">
                      <a:pos x="csX0" y="csY0"/>
                    </a:cxn>
                    <a:cxn ang="0">
                      <a:pos x="csX1" y="csY1"/>
                    </a:cxn>
                  </a:cxnLst>
                  <a:rect l="l" t="t" r="r" b="b"/>
                  <a:pathLst>
                    <a:path w="2727" h="9553">
                      <a:moveTo>
                        <a:pt x="392" y="393"/>
                      </a:moveTo>
                      <a:lnTo>
                        <a:pt x="392" y="9947"/>
                      </a:lnTo>
                    </a:path>
                  </a:pathLst>
                </a:custGeom>
                <a:solidFill>
                  <a:srgbClr val="000000"/>
                </a:solidFill>
                <a:ln w="2175" cap="flat">
                  <a:solidFill>
                    <a:srgbClr val="000000"/>
                  </a:solidFill>
                  <a:prstDash val="solid"/>
                  <a:round/>
                </a:ln>
              </p:spPr>
              <p:txBody>
                <a:bodyPr/>
                <a:lstStyle/>
                <a:p>
                  <a:endParaRPr lang="zh-CN" altLang="en-US"/>
                </a:p>
              </p:txBody>
            </p:sp>
            <p:sp>
              <p:nvSpPr>
                <p:cNvPr id="15732" name="文本框 9986">
                  <a:extLst>
                    <a:ext uri="{FF2B5EF4-FFF2-40B4-BE49-F238E27FC236}">
                      <a16:creationId xmlns:a16="http://schemas.microsoft.com/office/drawing/2014/main" id="{5F950D8A-BD13-7837-4508-7129E9644E7C}"/>
                    </a:ext>
                  </a:extLst>
                </p:cNvPr>
                <p:cNvSpPr txBox="1"/>
                <p:nvPr/>
              </p:nvSpPr>
              <p:spPr>
                <a:xfrm>
                  <a:off x="5663947" y="3233021"/>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6.0%</a:t>
                  </a:r>
                </a:p>
              </p:txBody>
            </p:sp>
          </p:grpSp>
          <p:grpSp>
            <p:nvGrpSpPr>
              <p:cNvPr id="15713" name="图形 90">
                <a:extLst>
                  <a:ext uri="{FF2B5EF4-FFF2-40B4-BE49-F238E27FC236}">
                    <a16:creationId xmlns:a16="http://schemas.microsoft.com/office/drawing/2014/main" id="{5B87D1E3-1C53-1B88-0BE3-445DE221300B}"/>
                  </a:ext>
                </a:extLst>
              </p:cNvPr>
              <p:cNvGrpSpPr/>
              <p:nvPr/>
            </p:nvGrpSpPr>
            <p:grpSpPr>
              <a:xfrm>
                <a:off x="5762404" y="2219573"/>
                <a:ext cx="210120" cy="1109712"/>
                <a:chOff x="5762404" y="2219573"/>
                <a:chExt cx="210120" cy="1109712"/>
              </a:xfrm>
            </p:grpSpPr>
            <p:sp>
              <p:nvSpPr>
                <p:cNvPr id="15727" name="任意多边形: 形状 15726">
                  <a:extLst>
                    <a:ext uri="{FF2B5EF4-FFF2-40B4-BE49-F238E27FC236}">
                      <a16:creationId xmlns:a16="http://schemas.microsoft.com/office/drawing/2014/main" id="{80D969D4-2B76-12D8-3A86-3BAE4611C43E}"/>
                    </a:ext>
                  </a:extLst>
                </p:cNvPr>
                <p:cNvSpPr/>
                <p:nvPr/>
              </p:nvSpPr>
              <p:spPr>
                <a:xfrm>
                  <a:off x="588410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8" name="任意多边形: 形状 15727">
                  <a:extLst>
                    <a:ext uri="{FF2B5EF4-FFF2-40B4-BE49-F238E27FC236}">
                      <a16:creationId xmlns:a16="http://schemas.microsoft.com/office/drawing/2014/main" id="{AD9A5052-0750-F3AC-6A05-6467CD4ED9F2}"/>
                    </a:ext>
                  </a:extLst>
                </p:cNvPr>
                <p:cNvSpPr/>
                <p:nvPr/>
              </p:nvSpPr>
              <p:spPr>
                <a:xfrm>
                  <a:off x="5884101" y="3243117"/>
                  <a:ext cx="2727" cy="9553"/>
                </a:xfrm>
                <a:custGeom>
                  <a:avLst/>
                  <a:gdLst>
                    <a:gd name="csX0" fmla="*/ 427 w 2727"/>
                    <a:gd name="csY0" fmla="*/ 393 h 9553"/>
                    <a:gd name="csX1" fmla="*/ 427 w 2727"/>
                    <a:gd name="csY1" fmla="*/ 9947 h 9553"/>
                  </a:gdLst>
                  <a:ahLst/>
                  <a:cxnLst>
                    <a:cxn ang="0">
                      <a:pos x="csX0" y="csY0"/>
                    </a:cxn>
                    <a:cxn ang="0">
                      <a:pos x="csX1" y="csY1"/>
                    </a:cxn>
                  </a:cxnLst>
                  <a:rect l="l" t="t" r="r" b="b"/>
                  <a:pathLst>
                    <a:path w="2727" h="9553">
                      <a:moveTo>
                        <a:pt x="427" y="393"/>
                      </a:moveTo>
                      <a:lnTo>
                        <a:pt x="427" y="9947"/>
                      </a:lnTo>
                    </a:path>
                  </a:pathLst>
                </a:custGeom>
                <a:solidFill>
                  <a:srgbClr val="000000"/>
                </a:solidFill>
                <a:ln w="2175" cap="flat">
                  <a:solidFill>
                    <a:srgbClr val="000000"/>
                  </a:solidFill>
                  <a:prstDash val="solid"/>
                  <a:round/>
                </a:ln>
              </p:spPr>
              <p:txBody>
                <a:bodyPr/>
                <a:lstStyle/>
                <a:p>
                  <a:endParaRPr lang="zh-CN" altLang="en-US"/>
                </a:p>
              </p:txBody>
            </p:sp>
            <p:sp>
              <p:nvSpPr>
                <p:cNvPr id="15729" name="文本框 9990">
                  <a:extLst>
                    <a:ext uri="{FF2B5EF4-FFF2-40B4-BE49-F238E27FC236}">
                      <a16:creationId xmlns:a16="http://schemas.microsoft.com/office/drawing/2014/main" id="{FFF8E2DE-5638-91F3-5D6C-790AEFEBD411}"/>
                    </a:ext>
                  </a:extLst>
                </p:cNvPr>
                <p:cNvSpPr txBox="1"/>
                <p:nvPr/>
              </p:nvSpPr>
              <p:spPr>
                <a:xfrm>
                  <a:off x="5762404" y="3233909"/>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7.0%</a:t>
                  </a:r>
                </a:p>
              </p:txBody>
            </p:sp>
          </p:grpSp>
          <p:grpSp>
            <p:nvGrpSpPr>
              <p:cNvPr id="15714" name="图形 90">
                <a:extLst>
                  <a:ext uri="{FF2B5EF4-FFF2-40B4-BE49-F238E27FC236}">
                    <a16:creationId xmlns:a16="http://schemas.microsoft.com/office/drawing/2014/main" id="{41FFC664-4CC8-905D-D84D-F4D344EB9D3A}"/>
                  </a:ext>
                </a:extLst>
              </p:cNvPr>
              <p:cNvGrpSpPr/>
              <p:nvPr/>
            </p:nvGrpSpPr>
            <p:grpSpPr>
              <a:xfrm>
                <a:off x="5872012" y="2219573"/>
                <a:ext cx="210120" cy="1108127"/>
                <a:chOff x="5872012" y="2219573"/>
                <a:chExt cx="210120" cy="1108127"/>
              </a:xfrm>
            </p:grpSpPr>
            <p:sp>
              <p:nvSpPr>
                <p:cNvPr id="15724" name="任意多边形: 形状 15723">
                  <a:extLst>
                    <a:ext uri="{FF2B5EF4-FFF2-40B4-BE49-F238E27FC236}">
                      <a16:creationId xmlns:a16="http://schemas.microsoft.com/office/drawing/2014/main" id="{3BAD4CD8-D8E8-EC9C-FA0E-D28FA1072C83}"/>
                    </a:ext>
                  </a:extLst>
                </p:cNvPr>
                <p:cNvSpPr/>
                <p:nvPr/>
              </p:nvSpPr>
              <p:spPr>
                <a:xfrm>
                  <a:off x="598016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5" name="任意多边形: 形状 15724">
                  <a:extLst>
                    <a:ext uri="{FF2B5EF4-FFF2-40B4-BE49-F238E27FC236}">
                      <a16:creationId xmlns:a16="http://schemas.microsoft.com/office/drawing/2014/main" id="{7179AEF7-A4B2-C323-F75C-3FC556D6335A}"/>
                    </a:ext>
                  </a:extLst>
                </p:cNvPr>
                <p:cNvSpPr/>
                <p:nvPr/>
              </p:nvSpPr>
              <p:spPr>
                <a:xfrm>
                  <a:off x="5980161" y="3243117"/>
                  <a:ext cx="2727" cy="9553"/>
                </a:xfrm>
                <a:custGeom>
                  <a:avLst/>
                  <a:gdLst>
                    <a:gd name="csX0" fmla="*/ 463 w 2727"/>
                    <a:gd name="csY0" fmla="*/ 393 h 9553"/>
                    <a:gd name="csX1" fmla="*/ 463 w 2727"/>
                    <a:gd name="csY1" fmla="*/ 9947 h 9553"/>
                  </a:gdLst>
                  <a:ahLst/>
                  <a:cxnLst>
                    <a:cxn ang="0">
                      <a:pos x="csX0" y="csY0"/>
                    </a:cxn>
                    <a:cxn ang="0">
                      <a:pos x="csX1" y="csY1"/>
                    </a:cxn>
                  </a:cxnLst>
                  <a:rect l="l" t="t" r="r" b="b"/>
                  <a:pathLst>
                    <a:path w="2727" h="9553">
                      <a:moveTo>
                        <a:pt x="463" y="393"/>
                      </a:moveTo>
                      <a:lnTo>
                        <a:pt x="463" y="9947"/>
                      </a:lnTo>
                    </a:path>
                  </a:pathLst>
                </a:custGeom>
                <a:solidFill>
                  <a:srgbClr val="000000"/>
                </a:solidFill>
                <a:ln w="2175" cap="flat">
                  <a:solidFill>
                    <a:srgbClr val="000000"/>
                  </a:solidFill>
                  <a:prstDash val="solid"/>
                  <a:round/>
                </a:ln>
              </p:spPr>
              <p:txBody>
                <a:bodyPr/>
                <a:lstStyle/>
                <a:p>
                  <a:endParaRPr lang="zh-CN" altLang="en-US"/>
                </a:p>
              </p:txBody>
            </p:sp>
            <p:sp>
              <p:nvSpPr>
                <p:cNvPr id="15726" name="文本框 9994">
                  <a:extLst>
                    <a:ext uri="{FF2B5EF4-FFF2-40B4-BE49-F238E27FC236}">
                      <a16:creationId xmlns:a16="http://schemas.microsoft.com/office/drawing/2014/main" id="{82D48242-7047-AD91-C990-08AD16769A91}"/>
                    </a:ext>
                  </a:extLst>
                </p:cNvPr>
                <p:cNvSpPr txBox="1"/>
                <p:nvPr/>
              </p:nvSpPr>
              <p:spPr>
                <a:xfrm>
                  <a:off x="5872012"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8.0%</a:t>
                  </a:r>
                </a:p>
              </p:txBody>
            </p:sp>
          </p:grpSp>
          <p:grpSp>
            <p:nvGrpSpPr>
              <p:cNvPr id="15715" name="图形 90">
                <a:extLst>
                  <a:ext uri="{FF2B5EF4-FFF2-40B4-BE49-F238E27FC236}">
                    <a16:creationId xmlns:a16="http://schemas.microsoft.com/office/drawing/2014/main" id="{FF502247-FFBD-837F-3C73-FC01C94C0A8B}"/>
                  </a:ext>
                </a:extLst>
              </p:cNvPr>
              <p:cNvGrpSpPr/>
              <p:nvPr/>
            </p:nvGrpSpPr>
            <p:grpSpPr>
              <a:xfrm>
                <a:off x="5982201" y="2219573"/>
                <a:ext cx="210120" cy="1109291"/>
                <a:chOff x="5982201" y="2219573"/>
                <a:chExt cx="210120" cy="1109291"/>
              </a:xfrm>
            </p:grpSpPr>
            <p:sp>
              <p:nvSpPr>
                <p:cNvPr id="15721" name="任意多边形: 形状 15720">
                  <a:extLst>
                    <a:ext uri="{FF2B5EF4-FFF2-40B4-BE49-F238E27FC236}">
                      <a16:creationId xmlns:a16="http://schemas.microsoft.com/office/drawing/2014/main" id="{472A86A0-67C8-F5F5-8671-15D0567005C2}"/>
                    </a:ext>
                  </a:extLst>
                </p:cNvPr>
                <p:cNvSpPr/>
                <p:nvPr/>
              </p:nvSpPr>
              <p:spPr>
                <a:xfrm>
                  <a:off x="607622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2" name="任意多边形: 形状 15721">
                  <a:extLst>
                    <a:ext uri="{FF2B5EF4-FFF2-40B4-BE49-F238E27FC236}">
                      <a16:creationId xmlns:a16="http://schemas.microsoft.com/office/drawing/2014/main" id="{EC8A0C02-57BB-14DD-DD80-0CB3A9152177}"/>
                    </a:ext>
                  </a:extLst>
                </p:cNvPr>
                <p:cNvSpPr/>
                <p:nvPr/>
              </p:nvSpPr>
              <p:spPr>
                <a:xfrm>
                  <a:off x="6076221" y="3243117"/>
                  <a:ext cx="2727" cy="9553"/>
                </a:xfrm>
                <a:custGeom>
                  <a:avLst/>
                  <a:gdLst>
                    <a:gd name="csX0" fmla="*/ 498 w 2727"/>
                    <a:gd name="csY0" fmla="*/ 393 h 9553"/>
                    <a:gd name="csX1" fmla="*/ 498 w 2727"/>
                    <a:gd name="csY1" fmla="*/ 9947 h 9553"/>
                  </a:gdLst>
                  <a:ahLst/>
                  <a:cxnLst>
                    <a:cxn ang="0">
                      <a:pos x="csX0" y="csY0"/>
                    </a:cxn>
                    <a:cxn ang="0">
                      <a:pos x="csX1" y="csY1"/>
                    </a:cxn>
                  </a:cxnLst>
                  <a:rect l="l" t="t" r="r" b="b"/>
                  <a:pathLst>
                    <a:path w="2727" h="9553">
                      <a:moveTo>
                        <a:pt x="498" y="393"/>
                      </a:moveTo>
                      <a:lnTo>
                        <a:pt x="498" y="9947"/>
                      </a:lnTo>
                    </a:path>
                  </a:pathLst>
                </a:custGeom>
                <a:solidFill>
                  <a:srgbClr val="000000"/>
                </a:solidFill>
                <a:ln w="2175" cap="flat">
                  <a:solidFill>
                    <a:srgbClr val="000000"/>
                  </a:solidFill>
                  <a:prstDash val="solid"/>
                  <a:round/>
                </a:ln>
              </p:spPr>
              <p:txBody>
                <a:bodyPr/>
                <a:lstStyle/>
                <a:p>
                  <a:endParaRPr lang="zh-CN" altLang="en-US"/>
                </a:p>
              </p:txBody>
            </p:sp>
            <p:sp>
              <p:nvSpPr>
                <p:cNvPr id="15723" name="文本框 9998">
                  <a:extLst>
                    <a:ext uri="{FF2B5EF4-FFF2-40B4-BE49-F238E27FC236}">
                      <a16:creationId xmlns:a16="http://schemas.microsoft.com/office/drawing/2014/main" id="{9384B391-822A-D4E9-8A0E-75E89B48AFA7}"/>
                    </a:ext>
                  </a:extLst>
                </p:cNvPr>
                <p:cNvSpPr txBox="1"/>
                <p:nvPr/>
              </p:nvSpPr>
              <p:spPr>
                <a:xfrm>
                  <a:off x="5982201" y="3233488"/>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9.0%</a:t>
                  </a:r>
                </a:p>
              </p:txBody>
            </p:sp>
          </p:grpSp>
          <p:grpSp>
            <p:nvGrpSpPr>
              <p:cNvPr id="15716" name="图形 90">
                <a:extLst>
                  <a:ext uri="{FF2B5EF4-FFF2-40B4-BE49-F238E27FC236}">
                    <a16:creationId xmlns:a16="http://schemas.microsoft.com/office/drawing/2014/main" id="{28B86F8F-1781-D584-86AD-18E7BD2F1A7B}"/>
                  </a:ext>
                </a:extLst>
              </p:cNvPr>
              <p:cNvGrpSpPr/>
              <p:nvPr/>
            </p:nvGrpSpPr>
            <p:grpSpPr>
              <a:xfrm>
                <a:off x="6107281" y="2219573"/>
                <a:ext cx="235313" cy="1108127"/>
                <a:chOff x="6107281" y="2219573"/>
                <a:chExt cx="235313" cy="1108127"/>
              </a:xfrm>
            </p:grpSpPr>
            <p:sp>
              <p:nvSpPr>
                <p:cNvPr id="15718" name="任意多边形: 形状 15717">
                  <a:extLst>
                    <a:ext uri="{FF2B5EF4-FFF2-40B4-BE49-F238E27FC236}">
                      <a16:creationId xmlns:a16="http://schemas.microsoft.com/office/drawing/2014/main" id="{4ED18E90-04E1-9AAB-4FD5-188C32FFE9EC}"/>
                    </a:ext>
                  </a:extLst>
                </p:cNvPr>
                <p:cNvSpPr/>
                <p:nvPr/>
              </p:nvSpPr>
              <p:spPr>
                <a:xfrm>
                  <a:off x="617228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19" name="任意多边形: 形状 15718">
                  <a:extLst>
                    <a:ext uri="{FF2B5EF4-FFF2-40B4-BE49-F238E27FC236}">
                      <a16:creationId xmlns:a16="http://schemas.microsoft.com/office/drawing/2014/main" id="{CCEA0CAE-6601-97CB-90DE-C87BD421F410}"/>
                    </a:ext>
                  </a:extLst>
                </p:cNvPr>
                <p:cNvSpPr/>
                <p:nvPr/>
              </p:nvSpPr>
              <p:spPr>
                <a:xfrm>
                  <a:off x="6172281" y="3243117"/>
                  <a:ext cx="2727" cy="9553"/>
                </a:xfrm>
                <a:custGeom>
                  <a:avLst/>
                  <a:gdLst>
                    <a:gd name="csX0" fmla="*/ 533 w 2727"/>
                    <a:gd name="csY0" fmla="*/ 393 h 9553"/>
                    <a:gd name="csX1" fmla="*/ 533 w 2727"/>
                    <a:gd name="csY1" fmla="*/ 9947 h 9553"/>
                  </a:gdLst>
                  <a:ahLst/>
                  <a:cxnLst>
                    <a:cxn ang="0">
                      <a:pos x="csX0" y="csY0"/>
                    </a:cxn>
                    <a:cxn ang="0">
                      <a:pos x="csX1" y="csY1"/>
                    </a:cxn>
                  </a:cxnLst>
                  <a:rect l="l" t="t" r="r" b="b"/>
                  <a:pathLst>
                    <a:path w="2727" h="9553">
                      <a:moveTo>
                        <a:pt x="533" y="393"/>
                      </a:moveTo>
                      <a:lnTo>
                        <a:pt x="533" y="9947"/>
                      </a:lnTo>
                    </a:path>
                  </a:pathLst>
                </a:custGeom>
                <a:solidFill>
                  <a:srgbClr val="000000"/>
                </a:solidFill>
                <a:ln w="2175" cap="flat">
                  <a:solidFill>
                    <a:srgbClr val="000000"/>
                  </a:solidFill>
                  <a:prstDash val="solid"/>
                  <a:round/>
                </a:ln>
              </p:spPr>
              <p:txBody>
                <a:bodyPr/>
                <a:lstStyle/>
                <a:p>
                  <a:endParaRPr lang="zh-CN" altLang="en-US"/>
                </a:p>
              </p:txBody>
            </p:sp>
            <p:sp>
              <p:nvSpPr>
                <p:cNvPr id="15720" name="文本框 10002">
                  <a:extLst>
                    <a:ext uri="{FF2B5EF4-FFF2-40B4-BE49-F238E27FC236}">
                      <a16:creationId xmlns:a16="http://schemas.microsoft.com/office/drawing/2014/main" id="{C1CB7239-383D-AB04-4C06-E28D80AFB333}"/>
                    </a:ext>
                  </a:extLst>
                </p:cNvPr>
                <p:cNvSpPr txBox="1"/>
                <p:nvPr/>
              </p:nvSpPr>
              <p:spPr>
                <a:xfrm>
                  <a:off x="6107281" y="3232324"/>
                  <a:ext cx="235313"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10.0%</a:t>
                  </a:r>
                </a:p>
              </p:txBody>
            </p:sp>
          </p:grpSp>
          <p:sp>
            <p:nvSpPr>
              <p:cNvPr id="15717" name="文本框 10003">
                <a:extLst>
                  <a:ext uri="{FF2B5EF4-FFF2-40B4-BE49-F238E27FC236}">
                    <a16:creationId xmlns:a16="http://schemas.microsoft.com/office/drawing/2014/main" id="{3B2BF7C5-AEC5-8348-68C4-92FC80256744}"/>
                  </a:ext>
                </a:extLst>
              </p:cNvPr>
              <p:cNvSpPr txBox="1"/>
              <p:nvPr/>
            </p:nvSpPr>
            <p:spPr>
              <a:xfrm>
                <a:off x="5626969" y="3279008"/>
                <a:ext cx="42565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Gene Ratio (%)</a:t>
                </a:r>
              </a:p>
            </p:txBody>
          </p:sp>
        </p:grpSp>
        <p:grpSp>
          <p:nvGrpSpPr>
            <p:cNvPr id="15645" name="图形 90">
              <a:extLst>
                <a:ext uri="{FF2B5EF4-FFF2-40B4-BE49-F238E27FC236}">
                  <a16:creationId xmlns:a16="http://schemas.microsoft.com/office/drawing/2014/main" id="{DA12BD85-6F7A-5ADC-B007-A550AD70D2AF}"/>
                </a:ext>
              </a:extLst>
            </p:cNvPr>
            <p:cNvGrpSpPr/>
            <p:nvPr/>
          </p:nvGrpSpPr>
          <p:grpSpPr>
            <a:xfrm>
              <a:off x="4701396" y="2232039"/>
              <a:ext cx="1485795" cy="1016170"/>
              <a:chOff x="4701396" y="2232039"/>
              <a:chExt cx="1485795" cy="1016170"/>
            </a:xfrm>
          </p:grpSpPr>
          <p:grpSp>
            <p:nvGrpSpPr>
              <p:cNvPr id="15670" name="图形 90">
                <a:extLst>
                  <a:ext uri="{FF2B5EF4-FFF2-40B4-BE49-F238E27FC236}">
                    <a16:creationId xmlns:a16="http://schemas.microsoft.com/office/drawing/2014/main" id="{A755B1D3-7BDD-74C4-0A92-4433654DF312}"/>
                  </a:ext>
                </a:extLst>
              </p:cNvPr>
              <p:cNvGrpSpPr/>
              <p:nvPr/>
            </p:nvGrpSpPr>
            <p:grpSpPr>
              <a:xfrm>
                <a:off x="4802527" y="3152833"/>
                <a:ext cx="1384664" cy="95376"/>
                <a:chOff x="4802527" y="3152833"/>
                <a:chExt cx="1384664" cy="95376"/>
              </a:xfrm>
            </p:grpSpPr>
            <p:sp>
              <p:nvSpPr>
                <p:cNvPr id="15707" name="任意多边形: 形状 15706">
                  <a:extLst>
                    <a:ext uri="{FF2B5EF4-FFF2-40B4-BE49-F238E27FC236}">
                      <a16:creationId xmlns:a16="http://schemas.microsoft.com/office/drawing/2014/main" id="{8C24186A-A74E-9D24-D0C2-30A5AA845C72}"/>
                    </a:ext>
                  </a:extLst>
                </p:cNvPr>
                <p:cNvSpPr/>
                <p:nvPr/>
              </p:nvSpPr>
              <p:spPr>
                <a:xfrm>
                  <a:off x="5547891" y="3182908"/>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8" name="任意多边形: 形状 15707">
                  <a:extLst>
                    <a:ext uri="{FF2B5EF4-FFF2-40B4-BE49-F238E27FC236}">
                      <a16:creationId xmlns:a16="http://schemas.microsoft.com/office/drawing/2014/main" id="{8C3258AD-969F-F40C-CD38-6CDD9AE51D53}"/>
                    </a:ext>
                  </a:extLst>
                </p:cNvPr>
                <p:cNvSpPr/>
                <p:nvPr/>
              </p:nvSpPr>
              <p:spPr>
                <a:xfrm>
                  <a:off x="5538346" y="3182908"/>
                  <a:ext cx="9544" cy="2729"/>
                </a:xfrm>
                <a:custGeom>
                  <a:avLst/>
                  <a:gdLst>
                    <a:gd name="csX0" fmla="*/ 9849 w 9544"/>
                    <a:gd name="csY0" fmla="*/ 371 h 2729"/>
                    <a:gd name="csX1" fmla="*/ 304 w 9544"/>
                    <a:gd name="csY1" fmla="*/ 371 h 2729"/>
                  </a:gdLst>
                  <a:ahLst/>
                  <a:cxnLst>
                    <a:cxn ang="0">
                      <a:pos x="csX0" y="csY0"/>
                    </a:cxn>
                    <a:cxn ang="0">
                      <a:pos x="csX1" y="csY1"/>
                    </a:cxn>
                  </a:cxnLst>
                  <a:rect l="l" t="t" r="r" b="b"/>
                  <a:pathLst>
                    <a:path w="9544" h="2729">
                      <a:moveTo>
                        <a:pt x="9849" y="371"/>
                      </a:moveTo>
                      <a:lnTo>
                        <a:pt x="304" y="371"/>
                      </a:lnTo>
                    </a:path>
                  </a:pathLst>
                </a:custGeom>
                <a:solidFill>
                  <a:srgbClr val="000000"/>
                </a:solidFill>
                <a:ln w="2175" cap="flat">
                  <a:solidFill>
                    <a:srgbClr val="000000"/>
                  </a:solidFill>
                  <a:prstDash val="solid"/>
                  <a:round/>
                </a:ln>
              </p:spPr>
              <p:txBody>
                <a:bodyPr/>
                <a:lstStyle/>
                <a:p>
                  <a:endParaRPr lang="zh-CN" altLang="en-US"/>
                </a:p>
              </p:txBody>
            </p:sp>
            <p:sp>
              <p:nvSpPr>
                <p:cNvPr id="15709" name="文本框 10008">
                  <a:extLst>
                    <a:ext uri="{FF2B5EF4-FFF2-40B4-BE49-F238E27FC236}">
                      <a16:creationId xmlns:a16="http://schemas.microsoft.com/office/drawing/2014/main" id="{B4AAD167-F2E0-1708-44A3-7267E56FE154}"/>
                    </a:ext>
                  </a:extLst>
                </p:cNvPr>
                <p:cNvSpPr txBox="1"/>
                <p:nvPr/>
              </p:nvSpPr>
              <p:spPr>
                <a:xfrm>
                  <a:off x="4802527" y="3152833"/>
                  <a:ext cx="782074"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DNA Repair &amp; Genomic Instability</a:t>
                  </a:r>
                </a:p>
              </p:txBody>
            </p:sp>
          </p:grpSp>
          <p:grpSp>
            <p:nvGrpSpPr>
              <p:cNvPr id="15671" name="图形 90">
                <a:extLst>
                  <a:ext uri="{FF2B5EF4-FFF2-40B4-BE49-F238E27FC236}">
                    <a16:creationId xmlns:a16="http://schemas.microsoft.com/office/drawing/2014/main" id="{BB01BBA0-7CB9-7A19-190A-106EECCAF5DD}"/>
                  </a:ext>
                </a:extLst>
              </p:cNvPr>
              <p:cNvGrpSpPr/>
              <p:nvPr/>
            </p:nvGrpSpPr>
            <p:grpSpPr>
              <a:xfrm>
                <a:off x="4701396" y="3049457"/>
                <a:ext cx="1485795" cy="95376"/>
                <a:chOff x="4701396" y="3049457"/>
                <a:chExt cx="1485795" cy="95376"/>
              </a:xfrm>
            </p:grpSpPr>
            <p:sp>
              <p:nvSpPr>
                <p:cNvPr id="15704" name="任意多边形: 形状 15703">
                  <a:extLst>
                    <a:ext uri="{FF2B5EF4-FFF2-40B4-BE49-F238E27FC236}">
                      <a16:creationId xmlns:a16="http://schemas.microsoft.com/office/drawing/2014/main" id="{2BECF4AD-9A10-98AB-712D-B1C531EBAE36}"/>
                    </a:ext>
                  </a:extLst>
                </p:cNvPr>
                <p:cNvSpPr/>
                <p:nvPr/>
              </p:nvSpPr>
              <p:spPr>
                <a:xfrm>
                  <a:off x="5547891" y="308256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5" name="任意多边形: 形状 15704">
                  <a:extLst>
                    <a:ext uri="{FF2B5EF4-FFF2-40B4-BE49-F238E27FC236}">
                      <a16:creationId xmlns:a16="http://schemas.microsoft.com/office/drawing/2014/main" id="{79E2AF29-E92F-469B-72D7-781CA2B51A78}"/>
                    </a:ext>
                  </a:extLst>
                </p:cNvPr>
                <p:cNvSpPr/>
                <p:nvPr/>
              </p:nvSpPr>
              <p:spPr>
                <a:xfrm>
                  <a:off x="5538346" y="3082561"/>
                  <a:ext cx="9544" cy="2729"/>
                </a:xfrm>
                <a:custGeom>
                  <a:avLst/>
                  <a:gdLst>
                    <a:gd name="csX0" fmla="*/ 9849 w 9544"/>
                    <a:gd name="csY0" fmla="*/ 334 h 2729"/>
                    <a:gd name="csX1" fmla="*/ 304 w 9544"/>
                    <a:gd name="csY1" fmla="*/ 334 h 2729"/>
                  </a:gdLst>
                  <a:ahLst/>
                  <a:cxnLst>
                    <a:cxn ang="0">
                      <a:pos x="csX0" y="csY0"/>
                    </a:cxn>
                    <a:cxn ang="0">
                      <a:pos x="csX1" y="csY1"/>
                    </a:cxn>
                  </a:cxnLst>
                  <a:rect l="l" t="t" r="r" b="b"/>
                  <a:pathLst>
                    <a:path w="9544" h="2729">
                      <a:moveTo>
                        <a:pt x="9849" y="334"/>
                      </a:moveTo>
                      <a:lnTo>
                        <a:pt x="304" y="334"/>
                      </a:lnTo>
                    </a:path>
                  </a:pathLst>
                </a:custGeom>
                <a:solidFill>
                  <a:srgbClr val="000000"/>
                </a:solidFill>
                <a:ln w="2175" cap="flat">
                  <a:solidFill>
                    <a:srgbClr val="000000"/>
                  </a:solidFill>
                  <a:prstDash val="solid"/>
                  <a:round/>
                </a:ln>
              </p:spPr>
              <p:txBody>
                <a:bodyPr/>
                <a:lstStyle/>
                <a:p>
                  <a:endParaRPr lang="zh-CN" altLang="en-US"/>
                </a:p>
              </p:txBody>
            </p:sp>
            <p:sp>
              <p:nvSpPr>
                <p:cNvPr id="15706" name="文本框 10012">
                  <a:extLst>
                    <a:ext uri="{FF2B5EF4-FFF2-40B4-BE49-F238E27FC236}">
                      <a16:creationId xmlns:a16="http://schemas.microsoft.com/office/drawing/2014/main" id="{55AAB907-2522-83AA-E6A6-B00B59BE344F}"/>
                    </a:ext>
                  </a:extLst>
                </p:cNvPr>
                <p:cNvSpPr txBox="1"/>
                <p:nvPr/>
              </p:nvSpPr>
              <p:spPr>
                <a:xfrm>
                  <a:off x="4701396" y="3049457"/>
                  <a:ext cx="890306"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Wnt / Beta-Catenin Signaling in Cancer</a:t>
                  </a:r>
                </a:p>
              </p:txBody>
            </p:sp>
          </p:grpSp>
          <p:grpSp>
            <p:nvGrpSpPr>
              <p:cNvPr id="15672" name="图形 90">
                <a:extLst>
                  <a:ext uri="{FF2B5EF4-FFF2-40B4-BE49-F238E27FC236}">
                    <a16:creationId xmlns:a16="http://schemas.microsoft.com/office/drawing/2014/main" id="{798AED04-6AC9-5267-F649-204DB8AF1413}"/>
                  </a:ext>
                </a:extLst>
              </p:cNvPr>
              <p:cNvGrpSpPr/>
              <p:nvPr/>
            </p:nvGrpSpPr>
            <p:grpSpPr>
              <a:xfrm>
                <a:off x="4797812" y="2955925"/>
                <a:ext cx="1389379" cy="95376"/>
                <a:chOff x="4797812" y="2955925"/>
                <a:chExt cx="1389379" cy="95376"/>
              </a:xfrm>
            </p:grpSpPr>
            <p:sp>
              <p:nvSpPr>
                <p:cNvPr id="15701" name="任意多边形: 形状 15700">
                  <a:extLst>
                    <a:ext uri="{FF2B5EF4-FFF2-40B4-BE49-F238E27FC236}">
                      <a16:creationId xmlns:a16="http://schemas.microsoft.com/office/drawing/2014/main" id="{6B4C49B3-327C-C55B-20B2-FE44082F86DB}"/>
                    </a:ext>
                  </a:extLst>
                </p:cNvPr>
                <p:cNvSpPr/>
                <p:nvPr/>
              </p:nvSpPr>
              <p:spPr>
                <a:xfrm>
                  <a:off x="5547891" y="2982213"/>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2" name="任意多边形: 形状 15701">
                  <a:extLst>
                    <a:ext uri="{FF2B5EF4-FFF2-40B4-BE49-F238E27FC236}">
                      <a16:creationId xmlns:a16="http://schemas.microsoft.com/office/drawing/2014/main" id="{6F04F035-8427-3F48-67E7-3A88F938FD80}"/>
                    </a:ext>
                  </a:extLst>
                </p:cNvPr>
                <p:cNvSpPr/>
                <p:nvPr/>
              </p:nvSpPr>
              <p:spPr>
                <a:xfrm>
                  <a:off x="5538346" y="2982213"/>
                  <a:ext cx="9544" cy="2729"/>
                </a:xfrm>
                <a:custGeom>
                  <a:avLst/>
                  <a:gdLst>
                    <a:gd name="csX0" fmla="*/ 9849 w 9544"/>
                    <a:gd name="csY0" fmla="*/ 297 h 2729"/>
                    <a:gd name="csX1" fmla="*/ 304 w 9544"/>
                    <a:gd name="csY1" fmla="*/ 297 h 2729"/>
                  </a:gdLst>
                  <a:ahLst/>
                  <a:cxnLst>
                    <a:cxn ang="0">
                      <a:pos x="csX0" y="csY0"/>
                    </a:cxn>
                    <a:cxn ang="0">
                      <a:pos x="csX1" y="csY1"/>
                    </a:cxn>
                  </a:cxnLst>
                  <a:rect l="l" t="t" r="r" b="b"/>
                  <a:pathLst>
                    <a:path w="9544" h="2729">
                      <a:moveTo>
                        <a:pt x="9849" y="297"/>
                      </a:moveTo>
                      <a:lnTo>
                        <a:pt x="304" y="297"/>
                      </a:lnTo>
                    </a:path>
                  </a:pathLst>
                </a:custGeom>
                <a:solidFill>
                  <a:srgbClr val="000000"/>
                </a:solidFill>
                <a:ln w="2175" cap="flat">
                  <a:solidFill>
                    <a:srgbClr val="000000"/>
                  </a:solidFill>
                  <a:prstDash val="solid"/>
                  <a:round/>
                </a:ln>
              </p:spPr>
              <p:txBody>
                <a:bodyPr/>
                <a:lstStyle/>
                <a:p>
                  <a:endParaRPr lang="zh-CN" altLang="en-US"/>
                </a:p>
              </p:txBody>
            </p:sp>
            <p:sp>
              <p:nvSpPr>
                <p:cNvPr id="15703" name="文本框 10016">
                  <a:extLst>
                    <a:ext uri="{FF2B5EF4-FFF2-40B4-BE49-F238E27FC236}">
                      <a16:creationId xmlns:a16="http://schemas.microsoft.com/office/drawing/2014/main" id="{8D4F6AFA-F349-E08C-63B3-5DB1AE00A97D}"/>
                    </a:ext>
                  </a:extLst>
                </p:cNvPr>
                <p:cNvSpPr txBox="1"/>
                <p:nvPr/>
              </p:nvSpPr>
              <p:spPr>
                <a:xfrm>
                  <a:off x="4797812" y="2955925"/>
                  <a:ext cx="806333"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Epithelial-Mesenchymal Transition </a:t>
                  </a:r>
                </a:p>
              </p:txBody>
            </p:sp>
          </p:grpSp>
          <p:grpSp>
            <p:nvGrpSpPr>
              <p:cNvPr id="15673" name="图形 90">
                <a:extLst>
                  <a:ext uri="{FF2B5EF4-FFF2-40B4-BE49-F238E27FC236}">
                    <a16:creationId xmlns:a16="http://schemas.microsoft.com/office/drawing/2014/main" id="{3BE69051-2A5F-BCF0-872B-28B78FD342D5}"/>
                  </a:ext>
                </a:extLst>
              </p:cNvPr>
              <p:cNvGrpSpPr/>
              <p:nvPr/>
            </p:nvGrpSpPr>
            <p:grpSpPr>
              <a:xfrm>
                <a:off x="4727581" y="2849857"/>
                <a:ext cx="1459610" cy="95376"/>
                <a:chOff x="4727581" y="2849857"/>
                <a:chExt cx="1459610" cy="95376"/>
              </a:xfrm>
            </p:grpSpPr>
            <p:sp>
              <p:nvSpPr>
                <p:cNvPr id="15698" name="任意多边形: 形状 15697">
                  <a:extLst>
                    <a:ext uri="{FF2B5EF4-FFF2-40B4-BE49-F238E27FC236}">
                      <a16:creationId xmlns:a16="http://schemas.microsoft.com/office/drawing/2014/main" id="{D47F1FA5-6D30-175E-FF8E-AE65A715715D}"/>
                    </a:ext>
                  </a:extLst>
                </p:cNvPr>
                <p:cNvSpPr/>
                <p:nvPr/>
              </p:nvSpPr>
              <p:spPr>
                <a:xfrm>
                  <a:off x="5547891" y="2881866"/>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9" name="任意多边形: 形状 15698">
                  <a:extLst>
                    <a:ext uri="{FF2B5EF4-FFF2-40B4-BE49-F238E27FC236}">
                      <a16:creationId xmlns:a16="http://schemas.microsoft.com/office/drawing/2014/main" id="{0D42E9D5-BA76-C6CF-4E5E-3256C462A649}"/>
                    </a:ext>
                  </a:extLst>
                </p:cNvPr>
                <p:cNvSpPr/>
                <p:nvPr/>
              </p:nvSpPr>
              <p:spPr>
                <a:xfrm>
                  <a:off x="5538346" y="2881866"/>
                  <a:ext cx="9544" cy="2729"/>
                </a:xfrm>
                <a:custGeom>
                  <a:avLst/>
                  <a:gdLst>
                    <a:gd name="csX0" fmla="*/ 9849 w 9544"/>
                    <a:gd name="csY0" fmla="*/ 260 h 2729"/>
                    <a:gd name="csX1" fmla="*/ 304 w 9544"/>
                    <a:gd name="csY1" fmla="*/ 260 h 2729"/>
                  </a:gdLst>
                  <a:ahLst/>
                  <a:cxnLst>
                    <a:cxn ang="0">
                      <a:pos x="csX0" y="csY0"/>
                    </a:cxn>
                    <a:cxn ang="0">
                      <a:pos x="csX1" y="csY1"/>
                    </a:cxn>
                  </a:cxnLst>
                  <a:rect l="l" t="t" r="r" b="b"/>
                  <a:pathLst>
                    <a:path w="9544" h="2729">
                      <a:moveTo>
                        <a:pt x="9849" y="260"/>
                      </a:moveTo>
                      <a:lnTo>
                        <a:pt x="304" y="260"/>
                      </a:lnTo>
                    </a:path>
                  </a:pathLst>
                </a:custGeom>
                <a:solidFill>
                  <a:srgbClr val="000000"/>
                </a:solidFill>
                <a:ln w="2175" cap="flat">
                  <a:solidFill>
                    <a:srgbClr val="000000"/>
                  </a:solidFill>
                  <a:prstDash val="solid"/>
                  <a:round/>
                </a:ln>
              </p:spPr>
              <p:txBody>
                <a:bodyPr/>
                <a:lstStyle/>
                <a:p>
                  <a:endParaRPr lang="zh-CN" altLang="en-US"/>
                </a:p>
              </p:txBody>
            </p:sp>
            <p:sp>
              <p:nvSpPr>
                <p:cNvPr id="15700" name="文本框 10020">
                  <a:extLst>
                    <a:ext uri="{FF2B5EF4-FFF2-40B4-BE49-F238E27FC236}">
                      <a16:creationId xmlns:a16="http://schemas.microsoft.com/office/drawing/2014/main" id="{D9DF44AE-04D9-A47E-973F-65342C5F33FC}"/>
                    </a:ext>
                  </a:extLst>
                </p:cNvPr>
                <p:cNvSpPr txBox="1"/>
                <p:nvPr/>
              </p:nvSpPr>
              <p:spPr>
                <a:xfrm>
                  <a:off x="4727581" y="2849857"/>
                  <a:ext cx="856717"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PI3K-AKT-mTOR Signaling in Cancer</a:t>
                  </a:r>
                </a:p>
              </p:txBody>
            </p:sp>
          </p:grpSp>
          <p:grpSp>
            <p:nvGrpSpPr>
              <p:cNvPr id="15674" name="图形 90">
                <a:extLst>
                  <a:ext uri="{FF2B5EF4-FFF2-40B4-BE49-F238E27FC236}">
                    <a16:creationId xmlns:a16="http://schemas.microsoft.com/office/drawing/2014/main" id="{4B3E62C0-A7C0-9B6D-26EF-077A3D1013FF}"/>
                  </a:ext>
                </a:extLst>
              </p:cNvPr>
              <p:cNvGrpSpPr/>
              <p:nvPr/>
            </p:nvGrpSpPr>
            <p:grpSpPr>
              <a:xfrm>
                <a:off x="4900245" y="2749981"/>
                <a:ext cx="1286946" cy="95376"/>
                <a:chOff x="4900245" y="2749981"/>
                <a:chExt cx="1286946" cy="95376"/>
              </a:xfrm>
            </p:grpSpPr>
            <p:sp>
              <p:nvSpPr>
                <p:cNvPr id="15695" name="任意多边形: 形状 15694">
                  <a:extLst>
                    <a:ext uri="{FF2B5EF4-FFF2-40B4-BE49-F238E27FC236}">
                      <a16:creationId xmlns:a16="http://schemas.microsoft.com/office/drawing/2014/main" id="{6F94C5F1-A6FC-460A-1519-4990CAF75E8F}"/>
                    </a:ext>
                  </a:extLst>
                </p:cNvPr>
                <p:cNvSpPr/>
                <p:nvPr/>
              </p:nvSpPr>
              <p:spPr>
                <a:xfrm>
                  <a:off x="5547891" y="2781518"/>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6" name="任意多边形: 形状 15695">
                  <a:extLst>
                    <a:ext uri="{FF2B5EF4-FFF2-40B4-BE49-F238E27FC236}">
                      <a16:creationId xmlns:a16="http://schemas.microsoft.com/office/drawing/2014/main" id="{2541CA71-8C7A-3B51-FC5B-D3E87ED13B17}"/>
                    </a:ext>
                  </a:extLst>
                </p:cNvPr>
                <p:cNvSpPr/>
                <p:nvPr/>
              </p:nvSpPr>
              <p:spPr>
                <a:xfrm>
                  <a:off x="5538346" y="2781518"/>
                  <a:ext cx="9544" cy="2729"/>
                </a:xfrm>
                <a:custGeom>
                  <a:avLst/>
                  <a:gdLst>
                    <a:gd name="csX0" fmla="*/ 9849 w 9544"/>
                    <a:gd name="csY0" fmla="*/ 224 h 2729"/>
                    <a:gd name="csX1" fmla="*/ 304 w 9544"/>
                    <a:gd name="csY1" fmla="*/ 224 h 2729"/>
                  </a:gdLst>
                  <a:ahLst/>
                  <a:cxnLst>
                    <a:cxn ang="0">
                      <a:pos x="csX0" y="csY0"/>
                    </a:cxn>
                    <a:cxn ang="0">
                      <a:pos x="csX1" y="csY1"/>
                    </a:cxn>
                  </a:cxnLst>
                  <a:rect l="l" t="t" r="r" b="b"/>
                  <a:pathLst>
                    <a:path w="9544" h="2729">
                      <a:moveTo>
                        <a:pt x="9849" y="224"/>
                      </a:moveTo>
                      <a:lnTo>
                        <a:pt x="304" y="224"/>
                      </a:lnTo>
                    </a:path>
                  </a:pathLst>
                </a:custGeom>
                <a:solidFill>
                  <a:srgbClr val="000000"/>
                </a:solidFill>
                <a:ln w="2175" cap="flat">
                  <a:solidFill>
                    <a:srgbClr val="000000"/>
                  </a:solidFill>
                  <a:prstDash val="solid"/>
                  <a:round/>
                </a:ln>
              </p:spPr>
              <p:txBody>
                <a:bodyPr/>
                <a:lstStyle/>
                <a:p>
                  <a:endParaRPr lang="zh-CN" altLang="en-US"/>
                </a:p>
              </p:txBody>
            </p:sp>
            <p:sp>
              <p:nvSpPr>
                <p:cNvPr id="15697" name="文本框 10024">
                  <a:extLst>
                    <a:ext uri="{FF2B5EF4-FFF2-40B4-BE49-F238E27FC236}">
                      <a16:creationId xmlns:a16="http://schemas.microsoft.com/office/drawing/2014/main" id="{9DD337BA-B021-16DC-A817-21C2A3BFDFDB}"/>
                    </a:ext>
                  </a:extLst>
                </p:cNvPr>
                <p:cNvSpPr txBox="1"/>
                <p:nvPr/>
              </p:nvSpPr>
              <p:spPr>
                <a:xfrm>
                  <a:off x="4900245" y="2749981"/>
                  <a:ext cx="68037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Apoptotic Cell Death Escape</a:t>
                  </a:r>
                </a:p>
              </p:txBody>
            </p:sp>
          </p:grpSp>
          <p:grpSp>
            <p:nvGrpSpPr>
              <p:cNvPr id="15675" name="图形 90">
                <a:extLst>
                  <a:ext uri="{FF2B5EF4-FFF2-40B4-BE49-F238E27FC236}">
                    <a16:creationId xmlns:a16="http://schemas.microsoft.com/office/drawing/2014/main" id="{68F4E79D-E299-D628-3F79-6391A746C522}"/>
                  </a:ext>
                </a:extLst>
              </p:cNvPr>
              <p:cNvGrpSpPr/>
              <p:nvPr/>
            </p:nvGrpSpPr>
            <p:grpSpPr>
              <a:xfrm>
                <a:off x="4826914" y="2647297"/>
                <a:ext cx="1360277" cy="95376"/>
                <a:chOff x="4826914" y="2647297"/>
                <a:chExt cx="1360277" cy="95376"/>
              </a:xfrm>
            </p:grpSpPr>
            <p:sp>
              <p:nvSpPr>
                <p:cNvPr id="15692" name="任意多边形: 形状 15691">
                  <a:extLst>
                    <a:ext uri="{FF2B5EF4-FFF2-40B4-BE49-F238E27FC236}">
                      <a16:creationId xmlns:a16="http://schemas.microsoft.com/office/drawing/2014/main" id="{7B15DC7C-5CF5-92E9-1EE7-5535F9A78ED5}"/>
                    </a:ext>
                  </a:extLst>
                </p:cNvPr>
                <p:cNvSpPr/>
                <p:nvPr/>
              </p:nvSpPr>
              <p:spPr>
                <a:xfrm>
                  <a:off x="5547891" y="268117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3" name="任意多边形: 形状 15692">
                  <a:extLst>
                    <a:ext uri="{FF2B5EF4-FFF2-40B4-BE49-F238E27FC236}">
                      <a16:creationId xmlns:a16="http://schemas.microsoft.com/office/drawing/2014/main" id="{77658359-8274-8E1D-624F-14E98EF2AE2D}"/>
                    </a:ext>
                  </a:extLst>
                </p:cNvPr>
                <p:cNvSpPr/>
                <p:nvPr/>
              </p:nvSpPr>
              <p:spPr>
                <a:xfrm>
                  <a:off x="5538346" y="2681171"/>
                  <a:ext cx="9544" cy="2729"/>
                </a:xfrm>
                <a:custGeom>
                  <a:avLst/>
                  <a:gdLst>
                    <a:gd name="csX0" fmla="*/ 9849 w 9544"/>
                    <a:gd name="csY0" fmla="*/ 187 h 2729"/>
                    <a:gd name="csX1" fmla="*/ 304 w 9544"/>
                    <a:gd name="csY1" fmla="*/ 187 h 2729"/>
                  </a:gdLst>
                  <a:ahLst/>
                  <a:cxnLst>
                    <a:cxn ang="0">
                      <a:pos x="csX0" y="csY0"/>
                    </a:cxn>
                    <a:cxn ang="0">
                      <a:pos x="csX1" y="csY1"/>
                    </a:cxn>
                  </a:cxnLst>
                  <a:rect l="l" t="t" r="r" b="b"/>
                  <a:pathLst>
                    <a:path w="9544" h="2729">
                      <a:moveTo>
                        <a:pt x="9849" y="187"/>
                      </a:moveTo>
                      <a:lnTo>
                        <a:pt x="304" y="187"/>
                      </a:lnTo>
                    </a:path>
                  </a:pathLst>
                </a:custGeom>
                <a:solidFill>
                  <a:srgbClr val="000000"/>
                </a:solidFill>
                <a:ln w="2175" cap="flat">
                  <a:solidFill>
                    <a:srgbClr val="000000"/>
                  </a:solidFill>
                  <a:prstDash val="solid"/>
                  <a:round/>
                </a:ln>
              </p:spPr>
              <p:txBody>
                <a:bodyPr/>
                <a:lstStyle/>
                <a:p>
                  <a:endParaRPr lang="zh-CN" altLang="en-US"/>
                </a:p>
              </p:txBody>
            </p:sp>
            <p:sp>
              <p:nvSpPr>
                <p:cNvPr id="15694" name="文本框 10073">
                  <a:extLst>
                    <a:ext uri="{FF2B5EF4-FFF2-40B4-BE49-F238E27FC236}">
                      <a16:creationId xmlns:a16="http://schemas.microsoft.com/office/drawing/2014/main" id="{066A812C-BDB7-28D8-5052-92FE6C6A2413}"/>
                    </a:ext>
                  </a:extLst>
                </p:cNvPr>
                <p:cNvSpPr txBox="1"/>
                <p:nvPr/>
              </p:nvSpPr>
              <p:spPr>
                <a:xfrm>
                  <a:off x="4826914" y="2647297"/>
                  <a:ext cx="752216"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p53 Tumor Suppressor Pathway</a:t>
                  </a:r>
                </a:p>
              </p:txBody>
            </p:sp>
          </p:grpSp>
          <p:grpSp>
            <p:nvGrpSpPr>
              <p:cNvPr id="15676" name="图形 90">
                <a:extLst>
                  <a:ext uri="{FF2B5EF4-FFF2-40B4-BE49-F238E27FC236}">
                    <a16:creationId xmlns:a16="http://schemas.microsoft.com/office/drawing/2014/main" id="{F1FF4409-4CB3-F439-6169-78B2D39D11F9}"/>
                  </a:ext>
                </a:extLst>
              </p:cNvPr>
              <p:cNvGrpSpPr/>
              <p:nvPr/>
            </p:nvGrpSpPr>
            <p:grpSpPr>
              <a:xfrm>
                <a:off x="4826929" y="2552002"/>
                <a:ext cx="1360262" cy="95376"/>
                <a:chOff x="4826929" y="2552002"/>
                <a:chExt cx="1360262" cy="95376"/>
              </a:xfrm>
            </p:grpSpPr>
            <p:sp>
              <p:nvSpPr>
                <p:cNvPr id="15689" name="任意多边形: 形状 15688">
                  <a:extLst>
                    <a:ext uri="{FF2B5EF4-FFF2-40B4-BE49-F238E27FC236}">
                      <a16:creationId xmlns:a16="http://schemas.microsoft.com/office/drawing/2014/main" id="{31B44854-4ACD-48EF-AD9D-3402DEF582C4}"/>
                    </a:ext>
                  </a:extLst>
                </p:cNvPr>
                <p:cNvSpPr/>
                <p:nvPr/>
              </p:nvSpPr>
              <p:spPr>
                <a:xfrm>
                  <a:off x="5547891" y="2580824"/>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0" name="任意多边形: 形状 15689">
                  <a:extLst>
                    <a:ext uri="{FF2B5EF4-FFF2-40B4-BE49-F238E27FC236}">
                      <a16:creationId xmlns:a16="http://schemas.microsoft.com/office/drawing/2014/main" id="{36D08AC4-E0C8-5459-51DC-B67881066D5C}"/>
                    </a:ext>
                  </a:extLst>
                </p:cNvPr>
                <p:cNvSpPr/>
                <p:nvPr/>
              </p:nvSpPr>
              <p:spPr>
                <a:xfrm>
                  <a:off x="5538346" y="2580824"/>
                  <a:ext cx="9544" cy="2729"/>
                </a:xfrm>
                <a:custGeom>
                  <a:avLst/>
                  <a:gdLst>
                    <a:gd name="csX0" fmla="*/ 9849 w 9544"/>
                    <a:gd name="csY0" fmla="*/ 150 h 2729"/>
                    <a:gd name="csX1" fmla="*/ 304 w 9544"/>
                    <a:gd name="csY1" fmla="*/ 150 h 2729"/>
                  </a:gdLst>
                  <a:ahLst/>
                  <a:cxnLst>
                    <a:cxn ang="0">
                      <a:pos x="csX0" y="csY0"/>
                    </a:cxn>
                    <a:cxn ang="0">
                      <a:pos x="csX1" y="csY1"/>
                    </a:cxn>
                  </a:cxnLst>
                  <a:rect l="l" t="t" r="r" b="b"/>
                  <a:pathLst>
                    <a:path w="9544" h="2729">
                      <a:moveTo>
                        <a:pt x="9849" y="150"/>
                      </a:moveTo>
                      <a:lnTo>
                        <a:pt x="304" y="150"/>
                      </a:lnTo>
                    </a:path>
                  </a:pathLst>
                </a:custGeom>
                <a:solidFill>
                  <a:srgbClr val="000000"/>
                </a:solidFill>
                <a:ln w="2175" cap="flat">
                  <a:solidFill>
                    <a:srgbClr val="000000"/>
                  </a:solidFill>
                  <a:prstDash val="solid"/>
                  <a:round/>
                </a:ln>
              </p:spPr>
              <p:txBody>
                <a:bodyPr/>
                <a:lstStyle/>
                <a:p>
                  <a:endParaRPr lang="zh-CN" altLang="en-US"/>
                </a:p>
              </p:txBody>
            </p:sp>
            <p:sp>
              <p:nvSpPr>
                <p:cNvPr id="15691" name="文本框 10105">
                  <a:extLst>
                    <a:ext uri="{FF2B5EF4-FFF2-40B4-BE49-F238E27FC236}">
                      <a16:creationId xmlns:a16="http://schemas.microsoft.com/office/drawing/2014/main" id="{4356BA24-98A8-FFB8-392C-F29087DD39EA}"/>
                    </a:ext>
                  </a:extLst>
                </p:cNvPr>
                <p:cNvSpPr txBox="1"/>
                <p:nvPr/>
              </p:nvSpPr>
              <p:spPr>
                <a:xfrm>
                  <a:off x="4826929" y="2552002"/>
                  <a:ext cx="75408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E2F Cell Cycle Target Pathways</a:t>
                  </a:r>
                </a:p>
              </p:txBody>
            </p:sp>
          </p:grpSp>
          <p:grpSp>
            <p:nvGrpSpPr>
              <p:cNvPr id="15677" name="图形 90">
                <a:extLst>
                  <a:ext uri="{FF2B5EF4-FFF2-40B4-BE49-F238E27FC236}">
                    <a16:creationId xmlns:a16="http://schemas.microsoft.com/office/drawing/2014/main" id="{AE20C71E-00BC-7261-A6EC-F401E99F11F7}"/>
                  </a:ext>
                </a:extLst>
              </p:cNvPr>
              <p:cNvGrpSpPr/>
              <p:nvPr/>
            </p:nvGrpSpPr>
            <p:grpSpPr>
              <a:xfrm>
                <a:off x="4826914" y="2454296"/>
                <a:ext cx="1360277" cy="95376"/>
                <a:chOff x="4826914" y="2454296"/>
                <a:chExt cx="1360277" cy="95376"/>
              </a:xfrm>
            </p:grpSpPr>
            <p:sp>
              <p:nvSpPr>
                <p:cNvPr id="15686" name="任意多边形: 形状 15685">
                  <a:extLst>
                    <a:ext uri="{FF2B5EF4-FFF2-40B4-BE49-F238E27FC236}">
                      <a16:creationId xmlns:a16="http://schemas.microsoft.com/office/drawing/2014/main" id="{AD45485B-58F5-6AAC-8A60-0BBADA1DF971}"/>
                    </a:ext>
                  </a:extLst>
                </p:cNvPr>
                <p:cNvSpPr/>
                <p:nvPr/>
              </p:nvSpPr>
              <p:spPr>
                <a:xfrm>
                  <a:off x="5547891" y="2480476"/>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7" name="任意多边形: 形状 15686">
                  <a:extLst>
                    <a:ext uri="{FF2B5EF4-FFF2-40B4-BE49-F238E27FC236}">
                      <a16:creationId xmlns:a16="http://schemas.microsoft.com/office/drawing/2014/main" id="{3C4CFEEF-638F-0E1A-7EA4-FC3E021D3887}"/>
                    </a:ext>
                  </a:extLst>
                </p:cNvPr>
                <p:cNvSpPr/>
                <p:nvPr/>
              </p:nvSpPr>
              <p:spPr>
                <a:xfrm>
                  <a:off x="5538346" y="2480476"/>
                  <a:ext cx="9544" cy="2729"/>
                </a:xfrm>
                <a:custGeom>
                  <a:avLst/>
                  <a:gdLst>
                    <a:gd name="csX0" fmla="*/ 9849 w 9544"/>
                    <a:gd name="csY0" fmla="*/ 113 h 2729"/>
                    <a:gd name="csX1" fmla="*/ 304 w 9544"/>
                    <a:gd name="csY1" fmla="*/ 113 h 2729"/>
                  </a:gdLst>
                  <a:ahLst/>
                  <a:cxnLst>
                    <a:cxn ang="0">
                      <a:pos x="csX0" y="csY0"/>
                    </a:cxn>
                    <a:cxn ang="0">
                      <a:pos x="csX1" y="csY1"/>
                    </a:cxn>
                  </a:cxnLst>
                  <a:rect l="l" t="t" r="r" b="b"/>
                  <a:pathLst>
                    <a:path w="9544" h="2729">
                      <a:moveTo>
                        <a:pt x="9849" y="113"/>
                      </a:moveTo>
                      <a:lnTo>
                        <a:pt x="304" y="113"/>
                      </a:lnTo>
                    </a:path>
                  </a:pathLst>
                </a:custGeom>
                <a:solidFill>
                  <a:srgbClr val="000000"/>
                </a:solidFill>
                <a:ln w="2175" cap="flat">
                  <a:solidFill>
                    <a:srgbClr val="000000"/>
                  </a:solidFill>
                  <a:prstDash val="solid"/>
                  <a:round/>
                </a:ln>
              </p:spPr>
              <p:txBody>
                <a:bodyPr/>
                <a:lstStyle/>
                <a:p>
                  <a:endParaRPr lang="zh-CN" altLang="en-US"/>
                </a:p>
              </p:txBody>
            </p:sp>
            <p:sp>
              <p:nvSpPr>
                <p:cNvPr id="15688" name="文本框 702">
                  <a:extLst>
                    <a:ext uri="{FF2B5EF4-FFF2-40B4-BE49-F238E27FC236}">
                      <a16:creationId xmlns:a16="http://schemas.microsoft.com/office/drawing/2014/main" id="{96A54308-E7FF-8126-A11C-EF209520DB1D}"/>
                    </a:ext>
                  </a:extLst>
                </p:cNvPr>
                <p:cNvSpPr txBox="1"/>
                <p:nvPr/>
              </p:nvSpPr>
              <p:spPr>
                <a:xfrm>
                  <a:off x="4826914" y="2454296"/>
                  <a:ext cx="75408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MYC Oncogenic Target Network</a:t>
                  </a:r>
                </a:p>
              </p:txBody>
            </p:sp>
          </p:grpSp>
          <p:grpSp>
            <p:nvGrpSpPr>
              <p:cNvPr id="15678" name="图形 90">
                <a:extLst>
                  <a:ext uri="{FF2B5EF4-FFF2-40B4-BE49-F238E27FC236}">
                    <a16:creationId xmlns:a16="http://schemas.microsoft.com/office/drawing/2014/main" id="{86472CB0-032F-3303-97CF-8CCA107E0618}"/>
                  </a:ext>
                </a:extLst>
              </p:cNvPr>
              <p:cNvGrpSpPr/>
              <p:nvPr/>
            </p:nvGrpSpPr>
            <p:grpSpPr>
              <a:xfrm>
                <a:off x="4709386" y="2344575"/>
                <a:ext cx="1477805" cy="95376"/>
                <a:chOff x="4709386" y="2344575"/>
                <a:chExt cx="1477805" cy="95376"/>
              </a:xfrm>
            </p:grpSpPr>
            <p:sp>
              <p:nvSpPr>
                <p:cNvPr id="15683" name="任意多边形: 形状 15682">
                  <a:extLst>
                    <a:ext uri="{FF2B5EF4-FFF2-40B4-BE49-F238E27FC236}">
                      <a16:creationId xmlns:a16="http://schemas.microsoft.com/office/drawing/2014/main" id="{09BDAA28-00D0-CA93-1383-E9734216E0FD}"/>
                    </a:ext>
                  </a:extLst>
                </p:cNvPr>
                <p:cNvSpPr/>
                <p:nvPr/>
              </p:nvSpPr>
              <p:spPr>
                <a:xfrm>
                  <a:off x="5547891" y="2380129"/>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4" name="任意多边形: 形状 15683">
                  <a:extLst>
                    <a:ext uri="{FF2B5EF4-FFF2-40B4-BE49-F238E27FC236}">
                      <a16:creationId xmlns:a16="http://schemas.microsoft.com/office/drawing/2014/main" id="{1730EAC5-A271-9296-5BAF-ABFEB1EB6063}"/>
                    </a:ext>
                  </a:extLst>
                </p:cNvPr>
                <p:cNvSpPr/>
                <p:nvPr/>
              </p:nvSpPr>
              <p:spPr>
                <a:xfrm>
                  <a:off x="5538346" y="2380129"/>
                  <a:ext cx="9544" cy="2729"/>
                </a:xfrm>
                <a:custGeom>
                  <a:avLst/>
                  <a:gdLst>
                    <a:gd name="csX0" fmla="*/ 9849 w 9544"/>
                    <a:gd name="csY0" fmla="*/ 77 h 2729"/>
                    <a:gd name="csX1" fmla="*/ 304 w 9544"/>
                    <a:gd name="csY1" fmla="*/ 77 h 2729"/>
                  </a:gdLst>
                  <a:ahLst/>
                  <a:cxnLst>
                    <a:cxn ang="0">
                      <a:pos x="csX0" y="csY0"/>
                    </a:cxn>
                    <a:cxn ang="0">
                      <a:pos x="csX1" y="csY1"/>
                    </a:cxn>
                  </a:cxnLst>
                  <a:rect l="l" t="t" r="r" b="b"/>
                  <a:pathLst>
                    <a:path w="9544" h="2729">
                      <a:moveTo>
                        <a:pt x="9849" y="77"/>
                      </a:moveTo>
                      <a:lnTo>
                        <a:pt x="304" y="77"/>
                      </a:lnTo>
                    </a:path>
                  </a:pathLst>
                </a:custGeom>
                <a:solidFill>
                  <a:srgbClr val="000000"/>
                </a:solidFill>
                <a:ln w="2175" cap="flat">
                  <a:solidFill>
                    <a:srgbClr val="000000"/>
                  </a:solidFill>
                  <a:prstDash val="solid"/>
                  <a:round/>
                </a:ln>
              </p:spPr>
              <p:txBody>
                <a:bodyPr/>
                <a:lstStyle/>
                <a:p>
                  <a:endParaRPr lang="zh-CN" altLang="en-US"/>
                </a:p>
              </p:txBody>
            </p:sp>
            <p:sp>
              <p:nvSpPr>
                <p:cNvPr id="15685" name="文本框 787">
                  <a:extLst>
                    <a:ext uri="{FF2B5EF4-FFF2-40B4-BE49-F238E27FC236}">
                      <a16:creationId xmlns:a16="http://schemas.microsoft.com/office/drawing/2014/main" id="{0222574F-18E9-FBE5-891D-32BD0A821DB3}"/>
                    </a:ext>
                  </a:extLst>
                </p:cNvPr>
                <p:cNvSpPr txBox="1"/>
                <p:nvPr/>
              </p:nvSpPr>
              <p:spPr>
                <a:xfrm>
                  <a:off x="4709386" y="2344575"/>
                  <a:ext cx="893105"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RNA Splicing &amp; Spliceosome Assembly</a:t>
                  </a:r>
                </a:p>
              </p:txBody>
            </p:sp>
          </p:grpSp>
          <p:grpSp>
            <p:nvGrpSpPr>
              <p:cNvPr id="15679" name="图形 90">
                <a:extLst>
                  <a:ext uri="{FF2B5EF4-FFF2-40B4-BE49-F238E27FC236}">
                    <a16:creationId xmlns:a16="http://schemas.microsoft.com/office/drawing/2014/main" id="{DFAA0F90-FFB9-420B-8590-A13E353D5869}"/>
                  </a:ext>
                </a:extLst>
              </p:cNvPr>
              <p:cNvGrpSpPr/>
              <p:nvPr/>
            </p:nvGrpSpPr>
            <p:grpSpPr>
              <a:xfrm>
                <a:off x="4910793" y="2232039"/>
                <a:ext cx="1276398" cy="95376"/>
                <a:chOff x="4910793" y="2232039"/>
                <a:chExt cx="1276398" cy="95376"/>
              </a:xfrm>
            </p:grpSpPr>
            <p:sp>
              <p:nvSpPr>
                <p:cNvPr id="15680" name="任意多边形: 形状 15679">
                  <a:extLst>
                    <a:ext uri="{FF2B5EF4-FFF2-40B4-BE49-F238E27FC236}">
                      <a16:creationId xmlns:a16="http://schemas.microsoft.com/office/drawing/2014/main" id="{6DE7BFC8-5758-5B52-86C0-2B6223C09132}"/>
                    </a:ext>
                  </a:extLst>
                </p:cNvPr>
                <p:cNvSpPr/>
                <p:nvPr/>
              </p:nvSpPr>
              <p:spPr>
                <a:xfrm>
                  <a:off x="5547891" y="227978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1" name="任意多边形: 形状 15680">
                  <a:extLst>
                    <a:ext uri="{FF2B5EF4-FFF2-40B4-BE49-F238E27FC236}">
                      <a16:creationId xmlns:a16="http://schemas.microsoft.com/office/drawing/2014/main" id="{ED45EAC4-B8D4-77B6-B7A2-8B97B2CDEE25}"/>
                    </a:ext>
                  </a:extLst>
                </p:cNvPr>
                <p:cNvSpPr/>
                <p:nvPr/>
              </p:nvSpPr>
              <p:spPr>
                <a:xfrm>
                  <a:off x="5538346" y="2279781"/>
                  <a:ext cx="9544" cy="2729"/>
                </a:xfrm>
                <a:custGeom>
                  <a:avLst/>
                  <a:gdLst>
                    <a:gd name="csX0" fmla="*/ 9849 w 9544"/>
                    <a:gd name="csY0" fmla="*/ 40 h 2729"/>
                    <a:gd name="csX1" fmla="*/ 304 w 9544"/>
                    <a:gd name="csY1" fmla="*/ 40 h 2729"/>
                  </a:gdLst>
                  <a:ahLst/>
                  <a:cxnLst>
                    <a:cxn ang="0">
                      <a:pos x="csX0" y="csY0"/>
                    </a:cxn>
                    <a:cxn ang="0">
                      <a:pos x="csX1" y="csY1"/>
                    </a:cxn>
                  </a:cxnLst>
                  <a:rect l="l" t="t" r="r" b="b"/>
                  <a:pathLst>
                    <a:path w="9544" h="2729">
                      <a:moveTo>
                        <a:pt x="9849" y="40"/>
                      </a:moveTo>
                      <a:lnTo>
                        <a:pt x="304" y="40"/>
                      </a:lnTo>
                    </a:path>
                  </a:pathLst>
                </a:custGeom>
                <a:solidFill>
                  <a:srgbClr val="000000"/>
                </a:solidFill>
                <a:ln w="2175" cap="flat">
                  <a:solidFill>
                    <a:srgbClr val="000000"/>
                  </a:solidFill>
                  <a:prstDash val="solid"/>
                  <a:round/>
                </a:ln>
              </p:spPr>
              <p:txBody>
                <a:bodyPr/>
                <a:lstStyle/>
                <a:p>
                  <a:endParaRPr lang="zh-CN" altLang="en-US"/>
                </a:p>
              </p:txBody>
            </p:sp>
            <p:sp>
              <p:nvSpPr>
                <p:cNvPr id="15682" name="文本框 10509">
                  <a:extLst>
                    <a:ext uri="{FF2B5EF4-FFF2-40B4-BE49-F238E27FC236}">
                      <a16:creationId xmlns:a16="http://schemas.microsoft.com/office/drawing/2014/main" id="{F03A5DB9-8B79-489E-4796-073C5CC452C9}"/>
                    </a:ext>
                  </a:extLst>
                </p:cNvPr>
                <p:cNvSpPr txBox="1"/>
                <p:nvPr/>
              </p:nvSpPr>
              <p:spPr>
                <a:xfrm>
                  <a:off x="4910793" y="2232039"/>
                  <a:ext cx="662644"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Pancreatic Cancer Pathway</a:t>
                  </a:r>
                </a:p>
              </p:txBody>
            </p:sp>
          </p:grpSp>
        </p:grpSp>
        <p:sp>
          <p:nvSpPr>
            <p:cNvPr id="15646" name="任意多边形: 形状 15645">
              <a:extLst>
                <a:ext uri="{FF2B5EF4-FFF2-40B4-BE49-F238E27FC236}">
                  <a16:creationId xmlns:a16="http://schemas.microsoft.com/office/drawing/2014/main" id="{2BB26937-2118-0CCE-3497-726769A9B6F5}"/>
                </a:ext>
              </a:extLst>
            </p:cNvPr>
            <p:cNvSpPr/>
            <p:nvPr/>
          </p:nvSpPr>
          <p:spPr>
            <a:xfrm>
              <a:off x="554789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991" cap="sq">
              <a:solidFill>
                <a:srgbClr val="000000"/>
              </a:solidFill>
              <a:prstDash val="solid"/>
              <a:miter/>
            </a:ln>
          </p:spPr>
          <p:txBody>
            <a:bodyPr/>
            <a:lstStyle/>
            <a:p>
              <a:endParaRPr lang="zh-CN" altLang="en-US"/>
            </a:p>
          </p:txBody>
        </p:sp>
        <p:sp>
          <p:nvSpPr>
            <p:cNvPr id="15647" name="任意多边形: 形状 15646">
              <a:extLst>
                <a:ext uri="{FF2B5EF4-FFF2-40B4-BE49-F238E27FC236}">
                  <a16:creationId xmlns:a16="http://schemas.microsoft.com/office/drawing/2014/main" id="{16249929-04A3-961C-6C5C-89508B4E9618}"/>
                </a:ext>
              </a:extLst>
            </p:cNvPr>
            <p:cNvSpPr/>
            <p:nvPr/>
          </p:nvSpPr>
          <p:spPr>
            <a:xfrm>
              <a:off x="6187192"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991" cap="sq">
              <a:solidFill>
                <a:srgbClr val="000000"/>
              </a:solidFill>
              <a:prstDash val="solid"/>
              <a:miter/>
            </a:ln>
          </p:spPr>
          <p:txBody>
            <a:bodyPr/>
            <a:lstStyle/>
            <a:p>
              <a:endParaRPr lang="zh-CN" altLang="en-US"/>
            </a:p>
          </p:txBody>
        </p:sp>
        <p:sp>
          <p:nvSpPr>
            <p:cNvPr id="15648" name="任意多边形: 形状 15647">
              <a:extLst>
                <a:ext uri="{FF2B5EF4-FFF2-40B4-BE49-F238E27FC236}">
                  <a16:creationId xmlns:a16="http://schemas.microsoft.com/office/drawing/2014/main" id="{F3365237-44F5-E56E-3024-6606D00BD1B5}"/>
                </a:ext>
              </a:extLst>
            </p:cNvPr>
            <p:cNvSpPr/>
            <p:nvPr/>
          </p:nvSpPr>
          <p:spPr>
            <a:xfrm>
              <a:off x="5547891" y="3243117"/>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991" cap="sq">
              <a:solidFill>
                <a:srgbClr val="000000"/>
              </a:solidFill>
              <a:prstDash val="solid"/>
              <a:miter/>
            </a:ln>
          </p:spPr>
          <p:txBody>
            <a:bodyPr/>
            <a:lstStyle/>
            <a:p>
              <a:endParaRPr lang="zh-CN" altLang="en-US"/>
            </a:p>
          </p:txBody>
        </p:sp>
        <p:sp>
          <p:nvSpPr>
            <p:cNvPr id="15649" name="任意多边形: 形状 15648">
              <a:extLst>
                <a:ext uri="{FF2B5EF4-FFF2-40B4-BE49-F238E27FC236}">
                  <a16:creationId xmlns:a16="http://schemas.microsoft.com/office/drawing/2014/main" id="{279D9ED0-C786-77A4-FC95-063919A89CB6}"/>
                </a:ext>
              </a:extLst>
            </p:cNvPr>
            <p:cNvSpPr/>
            <p:nvPr/>
          </p:nvSpPr>
          <p:spPr>
            <a:xfrm>
              <a:off x="5547891" y="2219573"/>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991" cap="sq">
              <a:solidFill>
                <a:srgbClr val="000000"/>
              </a:solidFill>
              <a:prstDash val="solid"/>
              <a:miter/>
            </a:ln>
          </p:spPr>
          <p:txBody>
            <a:bodyPr/>
            <a:lstStyle/>
            <a:p>
              <a:endParaRPr lang="zh-CN" altLang="en-US"/>
            </a:p>
          </p:txBody>
        </p:sp>
        <p:grpSp>
          <p:nvGrpSpPr>
            <p:cNvPr id="15650" name="图形 90">
              <a:extLst>
                <a:ext uri="{FF2B5EF4-FFF2-40B4-BE49-F238E27FC236}">
                  <a16:creationId xmlns:a16="http://schemas.microsoft.com/office/drawing/2014/main" id="{96B8E07C-9842-0C7C-8FBB-60A82C14F726}"/>
                </a:ext>
              </a:extLst>
            </p:cNvPr>
            <p:cNvGrpSpPr/>
            <p:nvPr/>
          </p:nvGrpSpPr>
          <p:grpSpPr>
            <a:xfrm>
              <a:off x="5658142" y="2255674"/>
              <a:ext cx="437861" cy="948112"/>
              <a:chOff x="5658142" y="2255674"/>
              <a:chExt cx="437861" cy="948112"/>
            </a:xfrm>
          </p:grpSpPr>
          <p:sp>
            <p:nvSpPr>
              <p:cNvPr id="15660" name="任意多边形: 形状 15659">
                <a:extLst>
                  <a:ext uri="{FF2B5EF4-FFF2-40B4-BE49-F238E27FC236}">
                    <a16:creationId xmlns:a16="http://schemas.microsoft.com/office/drawing/2014/main" id="{06088D1B-D451-997A-4DB0-0ADB5702867F}"/>
                  </a:ext>
                </a:extLst>
              </p:cNvPr>
              <p:cNvSpPr/>
              <p:nvPr/>
            </p:nvSpPr>
            <p:spPr>
              <a:xfrm>
                <a:off x="5658142" y="3162031"/>
                <a:ext cx="41715" cy="41755"/>
              </a:xfrm>
              <a:custGeom>
                <a:avLst/>
                <a:gdLst>
                  <a:gd name="csX0" fmla="*/ 20858 w 41715"/>
                  <a:gd name="csY0" fmla="*/ 41755 h 41755"/>
                  <a:gd name="csX1" fmla="*/ 35606 w 41715"/>
                  <a:gd name="csY1" fmla="*/ 35640 h 41755"/>
                  <a:gd name="csX2" fmla="*/ 41715 w 41715"/>
                  <a:gd name="csY2" fmla="*/ 20878 h 41755"/>
                  <a:gd name="csX3" fmla="*/ 35606 w 41715"/>
                  <a:gd name="csY3" fmla="*/ 6115 h 41755"/>
                  <a:gd name="csX4" fmla="*/ 20858 w 41715"/>
                  <a:gd name="csY4" fmla="*/ 0 h 41755"/>
                  <a:gd name="csX5" fmla="*/ 6109 w 41715"/>
                  <a:gd name="csY5" fmla="*/ 6115 h 41755"/>
                  <a:gd name="csX6" fmla="*/ 0 w 41715"/>
                  <a:gd name="csY6" fmla="*/ 20878 h 41755"/>
                  <a:gd name="csX7" fmla="*/ 6109 w 41715"/>
                  <a:gd name="csY7" fmla="*/ 35640 h 41755"/>
                  <a:gd name="csX8" fmla="*/ 20858 w 41715"/>
                  <a:gd name="csY8" fmla="*/ 41755 h 417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1715" h="41755">
                    <a:moveTo>
                      <a:pt x="20858" y="41755"/>
                    </a:moveTo>
                    <a:cubicBezTo>
                      <a:pt x="26389" y="41755"/>
                      <a:pt x="31695" y="39555"/>
                      <a:pt x="35606" y="35640"/>
                    </a:cubicBezTo>
                    <a:cubicBezTo>
                      <a:pt x="39518" y="31725"/>
                      <a:pt x="41715" y="26414"/>
                      <a:pt x="41715" y="20878"/>
                    </a:cubicBezTo>
                    <a:cubicBezTo>
                      <a:pt x="41715" y="15341"/>
                      <a:pt x="39518" y="10030"/>
                      <a:pt x="35606" y="6115"/>
                    </a:cubicBezTo>
                    <a:cubicBezTo>
                      <a:pt x="31695" y="2200"/>
                      <a:pt x="26389" y="0"/>
                      <a:pt x="20858" y="0"/>
                    </a:cubicBezTo>
                    <a:cubicBezTo>
                      <a:pt x="15326" y="0"/>
                      <a:pt x="10020" y="2200"/>
                      <a:pt x="6109" y="6115"/>
                    </a:cubicBezTo>
                    <a:cubicBezTo>
                      <a:pt x="2198" y="10030"/>
                      <a:pt x="0" y="15341"/>
                      <a:pt x="0" y="20878"/>
                    </a:cubicBezTo>
                    <a:cubicBezTo>
                      <a:pt x="0" y="26414"/>
                      <a:pt x="2198" y="31725"/>
                      <a:pt x="6109" y="35640"/>
                    </a:cubicBezTo>
                    <a:cubicBezTo>
                      <a:pt x="10020" y="39555"/>
                      <a:pt x="15326" y="41755"/>
                      <a:pt x="20858" y="41755"/>
                    </a:cubicBezTo>
                    <a:close/>
                  </a:path>
                </a:pathLst>
              </a:custGeom>
              <a:solidFill>
                <a:srgbClr val="FFEEA3"/>
              </a:solidFill>
              <a:ln w="3263" cap="flat">
                <a:solidFill>
                  <a:srgbClr val="000000"/>
                </a:solidFill>
                <a:prstDash val="solid"/>
                <a:round/>
              </a:ln>
            </p:spPr>
            <p:txBody>
              <a:bodyPr/>
              <a:lstStyle/>
              <a:p>
                <a:endParaRPr lang="zh-CN" altLang="en-US"/>
              </a:p>
            </p:txBody>
          </p:sp>
          <p:sp>
            <p:nvSpPr>
              <p:cNvPr id="15661" name="任意多边形: 形状 15660">
                <a:extLst>
                  <a:ext uri="{FF2B5EF4-FFF2-40B4-BE49-F238E27FC236}">
                    <a16:creationId xmlns:a16="http://schemas.microsoft.com/office/drawing/2014/main" id="{92E6D0CB-7EEC-D558-56EB-72545E7A7CF1}"/>
                  </a:ext>
                </a:extLst>
              </p:cNvPr>
              <p:cNvSpPr/>
              <p:nvPr/>
            </p:nvSpPr>
            <p:spPr>
              <a:xfrm>
                <a:off x="5687810" y="3062877"/>
                <a:ext cx="39329" cy="39367"/>
              </a:xfrm>
              <a:custGeom>
                <a:avLst/>
                <a:gdLst>
                  <a:gd name="csX0" fmla="*/ 19665 w 39329"/>
                  <a:gd name="csY0" fmla="*/ 39367 h 39367"/>
                  <a:gd name="csX1" fmla="*/ 33570 w 39329"/>
                  <a:gd name="csY1" fmla="*/ 33602 h 39367"/>
                  <a:gd name="csX2" fmla="*/ 39330 w 39329"/>
                  <a:gd name="csY2" fmla="*/ 19684 h 39367"/>
                  <a:gd name="csX3" fmla="*/ 33570 w 39329"/>
                  <a:gd name="csY3" fmla="*/ 5765 h 39367"/>
                  <a:gd name="csX4" fmla="*/ 19665 w 39329"/>
                  <a:gd name="csY4" fmla="*/ 0 h 39367"/>
                  <a:gd name="csX5" fmla="*/ 5760 w 39329"/>
                  <a:gd name="csY5" fmla="*/ 5765 h 39367"/>
                  <a:gd name="csX6" fmla="*/ 0 w 39329"/>
                  <a:gd name="csY6" fmla="*/ 19684 h 39367"/>
                  <a:gd name="csX7" fmla="*/ 5760 w 39329"/>
                  <a:gd name="csY7" fmla="*/ 33602 h 39367"/>
                  <a:gd name="csX8" fmla="*/ 19665 w 39329"/>
                  <a:gd name="csY8" fmla="*/ 39367 h 39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9329" h="39367">
                    <a:moveTo>
                      <a:pt x="19665" y="39367"/>
                    </a:moveTo>
                    <a:cubicBezTo>
                      <a:pt x="24880" y="39367"/>
                      <a:pt x="29882" y="37293"/>
                      <a:pt x="33570" y="33602"/>
                    </a:cubicBezTo>
                    <a:cubicBezTo>
                      <a:pt x="37258" y="29911"/>
                      <a:pt x="39330" y="24904"/>
                      <a:pt x="39330" y="19684"/>
                    </a:cubicBezTo>
                    <a:cubicBezTo>
                      <a:pt x="39330" y="14463"/>
                      <a:pt x="37258" y="9456"/>
                      <a:pt x="33570" y="5765"/>
                    </a:cubicBezTo>
                    <a:cubicBezTo>
                      <a:pt x="29882" y="2074"/>
                      <a:pt x="24880" y="0"/>
                      <a:pt x="19665" y="0"/>
                    </a:cubicBezTo>
                    <a:cubicBezTo>
                      <a:pt x="14450" y="0"/>
                      <a:pt x="9447" y="2074"/>
                      <a:pt x="5760" y="5765"/>
                    </a:cubicBezTo>
                    <a:cubicBezTo>
                      <a:pt x="2072" y="9456"/>
                      <a:pt x="0" y="14463"/>
                      <a:pt x="0" y="19684"/>
                    </a:cubicBezTo>
                    <a:cubicBezTo>
                      <a:pt x="0" y="24904"/>
                      <a:pt x="2072" y="29911"/>
                      <a:pt x="5760" y="33602"/>
                    </a:cubicBezTo>
                    <a:cubicBezTo>
                      <a:pt x="9447" y="37293"/>
                      <a:pt x="14450" y="39367"/>
                      <a:pt x="19665" y="39367"/>
                    </a:cubicBezTo>
                    <a:close/>
                  </a:path>
                </a:pathLst>
              </a:custGeom>
              <a:solidFill>
                <a:srgbClr val="FEDE80"/>
              </a:solidFill>
              <a:ln w="3263" cap="flat">
                <a:solidFill>
                  <a:srgbClr val="000000"/>
                </a:solidFill>
                <a:prstDash val="solid"/>
                <a:round/>
              </a:ln>
            </p:spPr>
            <p:txBody>
              <a:bodyPr/>
              <a:lstStyle/>
              <a:p>
                <a:endParaRPr lang="zh-CN" altLang="en-US"/>
              </a:p>
            </p:txBody>
          </p:sp>
          <p:sp>
            <p:nvSpPr>
              <p:cNvPr id="15662" name="任意多边形: 形状 15661">
                <a:extLst>
                  <a:ext uri="{FF2B5EF4-FFF2-40B4-BE49-F238E27FC236}">
                    <a16:creationId xmlns:a16="http://schemas.microsoft.com/office/drawing/2014/main" id="{8AB60F39-DEAB-5984-9B5C-61208F348B27}"/>
                  </a:ext>
                </a:extLst>
              </p:cNvPr>
              <p:cNvSpPr/>
              <p:nvPr/>
            </p:nvSpPr>
            <p:spPr>
              <a:xfrm>
                <a:off x="5729561" y="2957122"/>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FEBD57"/>
              </a:solidFill>
              <a:ln w="3263" cap="flat">
                <a:solidFill>
                  <a:srgbClr val="000000"/>
                </a:solidFill>
                <a:prstDash val="solid"/>
                <a:round/>
              </a:ln>
            </p:spPr>
            <p:txBody>
              <a:bodyPr/>
              <a:lstStyle/>
              <a:p>
                <a:endParaRPr lang="zh-CN" altLang="en-US"/>
              </a:p>
            </p:txBody>
          </p:sp>
          <p:sp>
            <p:nvSpPr>
              <p:cNvPr id="15663" name="任意多边形: 形状 15662">
                <a:extLst>
                  <a:ext uri="{FF2B5EF4-FFF2-40B4-BE49-F238E27FC236}">
                    <a16:creationId xmlns:a16="http://schemas.microsoft.com/office/drawing/2014/main" id="{3AB4478E-A16C-A225-8993-9AD2452A057C}"/>
                  </a:ext>
                </a:extLst>
              </p:cNvPr>
              <p:cNvSpPr/>
              <p:nvPr/>
            </p:nvSpPr>
            <p:spPr>
              <a:xfrm>
                <a:off x="5767441" y="2856774"/>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FEA546"/>
              </a:solidFill>
              <a:ln w="3263" cap="flat">
                <a:solidFill>
                  <a:srgbClr val="000000"/>
                </a:solidFill>
                <a:prstDash val="solid"/>
                <a:round/>
              </a:ln>
            </p:spPr>
            <p:txBody>
              <a:bodyPr/>
              <a:lstStyle/>
              <a:p>
                <a:endParaRPr lang="zh-CN" altLang="en-US"/>
              </a:p>
            </p:txBody>
          </p:sp>
          <p:sp>
            <p:nvSpPr>
              <p:cNvPr id="15664" name="任意多边形: 形状 15663">
                <a:extLst>
                  <a:ext uri="{FF2B5EF4-FFF2-40B4-BE49-F238E27FC236}">
                    <a16:creationId xmlns:a16="http://schemas.microsoft.com/office/drawing/2014/main" id="{AAAD29FD-B1E9-B235-C7B0-939432AACB23}"/>
                  </a:ext>
                </a:extLst>
              </p:cNvPr>
              <p:cNvSpPr/>
              <p:nvPr/>
            </p:nvSpPr>
            <p:spPr>
              <a:xfrm>
                <a:off x="5786341" y="2759512"/>
                <a:ext cx="43971" cy="44013"/>
              </a:xfrm>
              <a:custGeom>
                <a:avLst/>
                <a:gdLst>
                  <a:gd name="csX0" fmla="*/ 21986 w 43971"/>
                  <a:gd name="csY0" fmla="*/ 44014 h 44013"/>
                  <a:gd name="csX1" fmla="*/ 37532 w 43971"/>
                  <a:gd name="csY1" fmla="*/ 37568 h 44013"/>
                  <a:gd name="csX2" fmla="*/ 43972 w 43971"/>
                  <a:gd name="csY2" fmla="*/ 22007 h 44013"/>
                  <a:gd name="csX3" fmla="*/ 37532 w 43971"/>
                  <a:gd name="csY3" fmla="*/ 6446 h 44013"/>
                  <a:gd name="csX4" fmla="*/ 21986 w 43971"/>
                  <a:gd name="csY4" fmla="*/ 0 h 44013"/>
                  <a:gd name="csX5" fmla="*/ 6439 w 43971"/>
                  <a:gd name="csY5" fmla="*/ 6446 h 44013"/>
                  <a:gd name="csX6" fmla="*/ 0 w 43971"/>
                  <a:gd name="csY6" fmla="*/ 22007 h 44013"/>
                  <a:gd name="csX7" fmla="*/ 6439 w 43971"/>
                  <a:gd name="csY7" fmla="*/ 37568 h 44013"/>
                  <a:gd name="csX8" fmla="*/ 21986 w 43971"/>
                  <a:gd name="csY8" fmla="*/ 44014 h 44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971" h="44013">
                    <a:moveTo>
                      <a:pt x="21986" y="44014"/>
                    </a:moveTo>
                    <a:cubicBezTo>
                      <a:pt x="27817" y="44014"/>
                      <a:pt x="33409" y="41695"/>
                      <a:pt x="37532" y="37568"/>
                    </a:cubicBezTo>
                    <a:cubicBezTo>
                      <a:pt x="41655" y="33441"/>
                      <a:pt x="43972" y="27843"/>
                      <a:pt x="43972" y="22007"/>
                    </a:cubicBezTo>
                    <a:cubicBezTo>
                      <a:pt x="43972" y="16171"/>
                      <a:pt x="41655" y="10573"/>
                      <a:pt x="37532" y="6446"/>
                    </a:cubicBezTo>
                    <a:cubicBezTo>
                      <a:pt x="33409" y="2319"/>
                      <a:pt x="27817" y="0"/>
                      <a:pt x="21986" y="0"/>
                    </a:cubicBezTo>
                    <a:cubicBezTo>
                      <a:pt x="16155" y="0"/>
                      <a:pt x="10562" y="2319"/>
                      <a:pt x="6439" y="6446"/>
                    </a:cubicBezTo>
                    <a:cubicBezTo>
                      <a:pt x="2317" y="10573"/>
                      <a:pt x="0" y="16171"/>
                      <a:pt x="0" y="22007"/>
                    </a:cubicBezTo>
                    <a:cubicBezTo>
                      <a:pt x="0" y="27843"/>
                      <a:pt x="2317" y="33441"/>
                      <a:pt x="6439" y="37568"/>
                    </a:cubicBezTo>
                    <a:cubicBezTo>
                      <a:pt x="10562" y="41695"/>
                      <a:pt x="16155" y="44014"/>
                      <a:pt x="21986" y="44014"/>
                    </a:cubicBezTo>
                    <a:close/>
                  </a:path>
                </a:pathLst>
              </a:custGeom>
              <a:solidFill>
                <a:srgbClr val="FD8E3C"/>
              </a:solidFill>
              <a:ln w="3263" cap="flat">
                <a:solidFill>
                  <a:srgbClr val="000000"/>
                </a:solidFill>
                <a:prstDash val="solid"/>
                <a:round/>
              </a:ln>
            </p:spPr>
            <p:txBody>
              <a:bodyPr/>
              <a:lstStyle/>
              <a:p>
                <a:endParaRPr lang="zh-CN" altLang="en-US"/>
              </a:p>
            </p:txBody>
          </p:sp>
          <p:sp>
            <p:nvSpPr>
              <p:cNvPr id="15665" name="任意多边形: 形状 15664">
                <a:extLst>
                  <a:ext uri="{FF2B5EF4-FFF2-40B4-BE49-F238E27FC236}">
                    <a16:creationId xmlns:a16="http://schemas.microsoft.com/office/drawing/2014/main" id="{B59596E7-08AA-7F82-A66F-49D7C21E244C}"/>
                  </a:ext>
                </a:extLst>
              </p:cNvPr>
              <p:cNvSpPr/>
              <p:nvPr/>
            </p:nvSpPr>
            <p:spPr>
              <a:xfrm>
                <a:off x="5808352" y="2660293"/>
                <a:ext cx="41715" cy="41755"/>
              </a:xfrm>
              <a:custGeom>
                <a:avLst/>
                <a:gdLst>
                  <a:gd name="csX0" fmla="*/ 20858 w 41715"/>
                  <a:gd name="csY0" fmla="*/ 41755 h 41755"/>
                  <a:gd name="csX1" fmla="*/ 35606 w 41715"/>
                  <a:gd name="csY1" fmla="*/ 35640 h 41755"/>
                  <a:gd name="csX2" fmla="*/ 41715 w 41715"/>
                  <a:gd name="csY2" fmla="*/ 20878 h 41755"/>
                  <a:gd name="csX3" fmla="*/ 35606 w 41715"/>
                  <a:gd name="csY3" fmla="*/ 6115 h 41755"/>
                  <a:gd name="csX4" fmla="*/ 20858 w 41715"/>
                  <a:gd name="csY4" fmla="*/ 0 h 41755"/>
                  <a:gd name="csX5" fmla="*/ 6109 w 41715"/>
                  <a:gd name="csY5" fmla="*/ 6115 h 41755"/>
                  <a:gd name="csX6" fmla="*/ 0 w 41715"/>
                  <a:gd name="csY6" fmla="*/ 20878 h 41755"/>
                  <a:gd name="csX7" fmla="*/ 6109 w 41715"/>
                  <a:gd name="csY7" fmla="*/ 35640 h 41755"/>
                  <a:gd name="csX8" fmla="*/ 20858 w 41715"/>
                  <a:gd name="csY8" fmla="*/ 41755 h 417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1715" h="41755">
                    <a:moveTo>
                      <a:pt x="20858" y="41755"/>
                    </a:moveTo>
                    <a:cubicBezTo>
                      <a:pt x="26389" y="41755"/>
                      <a:pt x="31695" y="39555"/>
                      <a:pt x="35606" y="35640"/>
                    </a:cubicBezTo>
                    <a:cubicBezTo>
                      <a:pt x="39518" y="31725"/>
                      <a:pt x="41715" y="26414"/>
                      <a:pt x="41715" y="20878"/>
                    </a:cubicBezTo>
                    <a:cubicBezTo>
                      <a:pt x="41715" y="15341"/>
                      <a:pt x="39518" y="10030"/>
                      <a:pt x="35606" y="6115"/>
                    </a:cubicBezTo>
                    <a:cubicBezTo>
                      <a:pt x="31695" y="2200"/>
                      <a:pt x="26389" y="0"/>
                      <a:pt x="20858" y="0"/>
                    </a:cubicBezTo>
                    <a:cubicBezTo>
                      <a:pt x="15326" y="0"/>
                      <a:pt x="10020" y="2200"/>
                      <a:pt x="6109" y="6115"/>
                    </a:cubicBezTo>
                    <a:cubicBezTo>
                      <a:pt x="2198" y="10030"/>
                      <a:pt x="0" y="15341"/>
                      <a:pt x="0" y="20878"/>
                    </a:cubicBezTo>
                    <a:cubicBezTo>
                      <a:pt x="0" y="26414"/>
                      <a:pt x="2198" y="31725"/>
                      <a:pt x="6109" y="35640"/>
                    </a:cubicBezTo>
                    <a:cubicBezTo>
                      <a:pt x="10020" y="39555"/>
                      <a:pt x="15326" y="41755"/>
                      <a:pt x="20858" y="41755"/>
                    </a:cubicBezTo>
                    <a:close/>
                  </a:path>
                </a:pathLst>
              </a:custGeom>
              <a:solidFill>
                <a:srgbClr val="FC6430"/>
              </a:solidFill>
              <a:ln w="3263" cap="flat">
                <a:solidFill>
                  <a:srgbClr val="000000"/>
                </a:solidFill>
                <a:prstDash val="solid"/>
                <a:round/>
              </a:ln>
            </p:spPr>
            <p:txBody>
              <a:bodyPr/>
              <a:lstStyle/>
              <a:p>
                <a:endParaRPr lang="zh-CN" altLang="en-US"/>
              </a:p>
            </p:txBody>
          </p:sp>
          <p:sp>
            <p:nvSpPr>
              <p:cNvPr id="15666" name="任意多边形: 形状 15665">
                <a:extLst>
                  <a:ext uri="{FF2B5EF4-FFF2-40B4-BE49-F238E27FC236}">
                    <a16:creationId xmlns:a16="http://schemas.microsoft.com/office/drawing/2014/main" id="{A079DF06-8EA2-F221-0B96-9CFF4AA983C1}"/>
                  </a:ext>
                </a:extLst>
              </p:cNvPr>
              <p:cNvSpPr/>
              <p:nvPr/>
            </p:nvSpPr>
            <p:spPr>
              <a:xfrm>
                <a:off x="5858087" y="2554785"/>
                <a:ext cx="52028" cy="52077"/>
              </a:xfrm>
              <a:custGeom>
                <a:avLst/>
                <a:gdLst>
                  <a:gd name="csX0" fmla="*/ 26014 w 52028"/>
                  <a:gd name="csY0" fmla="*/ 52078 h 52077"/>
                  <a:gd name="csX1" fmla="*/ 44409 w 52028"/>
                  <a:gd name="csY1" fmla="*/ 44451 h 52077"/>
                  <a:gd name="csX2" fmla="*/ 52028 w 52028"/>
                  <a:gd name="csY2" fmla="*/ 26039 h 52077"/>
                  <a:gd name="csX3" fmla="*/ 44409 w 52028"/>
                  <a:gd name="csY3" fmla="*/ 7627 h 52077"/>
                  <a:gd name="csX4" fmla="*/ 26014 w 52028"/>
                  <a:gd name="csY4" fmla="*/ 0 h 52077"/>
                  <a:gd name="csX5" fmla="*/ 7619 w 52028"/>
                  <a:gd name="csY5" fmla="*/ 7627 h 52077"/>
                  <a:gd name="csX6" fmla="*/ 0 w 52028"/>
                  <a:gd name="csY6" fmla="*/ 26039 h 52077"/>
                  <a:gd name="csX7" fmla="*/ 7619 w 52028"/>
                  <a:gd name="csY7" fmla="*/ 44451 h 52077"/>
                  <a:gd name="csX8" fmla="*/ 26014 w 52028"/>
                  <a:gd name="csY8" fmla="*/ 52078 h 52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028" h="52077">
                    <a:moveTo>
                      <a:pt x="26014" y="52078"/>
                    </a:moveTo>
                    <a:cubicBezTo>
                      <a:pt x="32913" y="52078"/>
                      <a:pt x="39531" y="49334"/>
                      <a:pt x="44409" y="44451"/>
                    </a:cubicBezTo>
                    <a:cubicBezTo>
                      <a:pt x="49287" y="39568"/>
                      <a:pt x="52028" y="32945"/>
                      <a:pt x="52028" y="26039"/>
                    </a:cubicBezTo>
                    <a:cubicBezTo>
                      <a:pt x="52028" y="19133"/>
                      <a:pt x="49287" y="12510"/>
                      <a:pt x="44409" y="7627"/>
                    </a:cubicBezTo>
                    <a:cubicBezTo>
                      <a:pt x="39531" y="2744"/>
                      <a:pt x="32913" y="0"/>
                      <a:pt x="26014" y="0"/>
                    </a:cubicBezTo>
                    <a:cubicBezTo>
                      <a:pt x="19115" y="0"/>
                      <a:pt x="12498" y="2744"/>
                      <a:pt x="7619" y="7627"/>
                    </a:cubicBezTo>
                    <a:cubicBezTo>
                      <a:pt x="2741" y="12510"/>
                      <a:pt x="0" y="19133"/>
                      <a:pt x="0" y="26039"/>
                    </a:cubicBezTo>
                    <a:cubicBezTo>
                      <a:pt x="0" y="32945"/>
                      <a:pt x="2741" y="39568"/>
                      <a:pt x="7619" y="44451"/>
                    </a:cubicBezTo>
                    <a:cubicBezTo>
                      <a:pt x="12498" y="49334"/>
                      <a:pt x="19115" y="52078"/>
                      <a:pt x="26014" y="52078"/>
                    </a:cubicBezTo>
                    <a:close/>
                  </a:path>
                </a:pathLst>
              </a:custGeom>
              <a:solidFill>
                <a:srgbClr val="F94828"/>
              </a:solidFill>
              <a:ln w="3263" cap="flat">
                <a:solidFill>
                  <a:srgbClr val="000000"/>
                </a:solidFill>
                <a:prstDash val="solid"/>
                <a:round/>
              </a:ln>
            </p:spPr>
            <p:txBody>
              <a:bodyPr/>
              <a:lstStyle/>
              <a:p>
                <a:endParaRPr lang="zh-CN" altLang="en-US"/>
              </a:p>
            </p:txBody>
          </p:sp>
          <p:sp>
            <p:nvSpPr>
              <p:cNvPr id="15667" name="任意多边形: 形状 15666">
                <a:extLst>
                  <a:ext uri="{FF2B5EF4-FFF2-40B4-BE49-F238E27FC236}">
                    <a16:creationId xmlns:a16="http://schemas.microsoft.com/office/drawing/2014/main" id="{0A9113E9-FFAF-3282-8FEC-DCC3AD4F66A0}"/>
                  </a:ext>
                </a:extLst>
              </p:cNvPr>
              <p:cNvSpPr/>
              <p:nvPr/>
            </p:nvSpPr>
            <p:spPr>
              <a:xfrm>
                <a:off x="5905204" y="2453523"/>
                <a:ext cx="53854" cy="53905"/>
              </a:xfrm>
              <a:custGeom>
                <a:avLst/>
                <a:gdLst>
                  <a:gd name="csX0" fmla="*/ 26927 w 53854"/>
                  <a:gd name="csY0" fmla="*/ 53906 h 53905"/>
                  <a:gd name="csX1" fmla="*/ 45968 w 53854"/>
                  <a:gd name="csY1" fmla="*/ 46011 h 53905"/>
                  <a:gd name="csX2" fmla="*/ 53854 w 53854"/>
                  <a:gd name="csY2" fmla="*/ 26953 h 53905"/>
                  <a:gd name="csX3" fmla="*/ 45968 w 53854"/>
                  <a:gd name="csY3" fmla="*/ 7894 h 53905"/>
                  <a:gd name="csX4" fmla="*/ 26927 w 53854"/>
                  <a:gd name="csY4" fmla="*/ 0 h 53905"/>
                  <a:gd name="csX5" fmla="*/ 7887 w 53854"/>
                  <a:gd name="csY5" fmla="*/ 7894 h 53905"/>
                  <a:gd name="csX6" fmla="*/ 0 w 53854"/>
                  <a:gd name="csY6" fmla="*/ 26953 h 53905"/>
                  <a:gd name="csX7" fmla="*/ 7887 w 53854"/>
                  <a:gd name="csY7" fmla="*/ 46011 h 53905"/>
                  <a:gd name="csX8" fmla="*/ 26927 w 53854"/>
                  <a:gd name="csY8" fmla="*/ 53906 h 539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3854" h="53905">
                    <a:moveTo>
                      <a:pt x="26927" y="53906"/>
                    </a:moveTo>
                    <a:cubicBezTo>
                      <a:pt x="34068" y="53906"/>
                      <a:pt x="40918" y="51066"/>
                      <a:pt x="45968" y="46011"/>
                    </a:cubicBezTo>
                    <a:cubicBezTo>
                      <a:pt x="51017" y="40957"/>
                      <a:pt x="53854" y="34101"/>
                      <a:pt x="53854" y="26953"/>
                    </a:cubicBezTo>
                    <a:cubicBezTo>
                      <a:pt x="53854" y="19805"/>
                      <a:pt x="51017" y="12949"/>
                      <a:pt x="45968" y="7894"/>
                    </a:cubicBezTo>
                    <a:cubicBezTo>
                      <a:pt x="40918" y="2840"/>
                      <a:pt x="34068" y="0"/>
                      <a:pt x="26927" y="0"/>
                    </a:cubicBezTo>
                    <a:cubicBezTo>
                      <a:pt x="19786" y="0"/>
                      <a:pt x="12936" y="2840"/>
                      <a:pt x="7887" y="7894"/>
                    </a:cubicBezTo>
                    <a:cubicBezTo>
                      <a:pt x="2837" y="12949"/>
                      <a:pt x="0" y="19805"/>
                      <a:pt x="0" y="26953"/>
                    </a:cubicBezTo>
                    <a:cubicBezTo>
                      <a:pt x="0" y="34101"/>
                      <a:pt x="2837" y="40957"/>
                      <a:pt x="7887" y="46011"/>
                    </a:cubicBezTo>
                    <a:cubicBezTo>
                      <a:pt x="12936" y="51066"/>
                      <a:pt x="19786" y="53906"/>
                      <a:pt x="26927" y="53906"/>
                    </a:cubicBezTo>
                    <a:close/>
                  </a:path>
                </a:pathLst>
              </a:custGeom>
              <a:solidFill>
                <a:srgbClr val="E0181D"/>
              </a:solidFill>
              <a:ln w="3263" cap="flat">
                <a:solidFill>
                  <a:srgbClr val="000000"/>
                </a:solidFill>
                <a:prstDash val="solid"/>
                <a:round/>
              </a:ln>
            </p:spPr>
            <p:txBody>
              <a:bodyPr/>
              <a:lstStyle/>
              <a:p>
                <a:endParaRPr lang="zh-CN" altLang="en-US"/>
              </a:p>
            </p:txBody>
          </p:sp>
          <p:sp>
            <p:nvSpPr>
              <p:cNvPr id="15668" name="任意多边形: 形状 15667">
                <a:extLst>
                  <a:ext uri="{FF2B5EF4-FFF2-40B4-BE49-F238E27FC236}">
                    <a16:creationId xmlns:a16="http://schemas.microsoft.com/office/drawing/2014/main" id="{93C61ED0-2D94-846D-F974-A3790A985B8B}"/>
                  </a:ext>
                </a:extLst>
              </p:cNvPr>
              <p:cNvSpPr/>
              <p:nvPr/>
            </p:nvSpPr>
            <p:spPr>
              <a:xfrm>
                <a:off x="6019133" y="2355037"/>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B00026"/>
              </a:solidFill>
              <a:ln w="3263" cap="flat">
                <a:solidFill>
                  <a:srgbClr val="000000"/>
                </a:solidFill>
                <a:prstDash val="solid"/>
                <a:round/>
              </a:ln>
            </p:spPr>
            <p:txBody>
              <a:bodyPr/>
              <a:lstStyle/>
              <a:p>
                <a:endParaRPr lang="zh-CN" altLang="en-US"/>
              </a:p>
            </p:txBody>
          </p:sp>
          <p:sp>
            <p:nvSpPr>
              <p:cNvPr id="15669" name="任意多边形: 形状 15668">
                <a:extLst>
                  <a:ext uri="{FF2B5EF4-FFF2-40B4-BE49-F238E27FC236}">
                    <a16:creationId xmlns:a16="http://schemas.microsoft.com/office/drawing/2014/main" id="{79296D8E-7AE9-8B46-83C5-73BB4A667D3A}"/>
                  </a:ext>
                </a:extLst>
              </p:cNvPr>
              <p:cNvSpPr/>
              <p:nvPr/>
            </p:nvSpPr>
            <p:spPr>
              <a:xfrm>
                <a:off x="6047835" y="2255674"/>
                <a:ext cx="48168" cy="48214"/>
              </a:xfrm>
              <a:custGeom>
                <a:avLst/>
                <a:gdLst>
                  <a:gd name="csX0" fmla="*/ 24084 w 48168"/>
                  <a:gd name="csY0" fmla="*/ 48215 h 48214"/>
                  <a:gd name="csX1" fmla="*/ 41115 w 48168"/>
                  <a:gd name="csY1" fmla="*/ 41154 h 48214"/>
                  <a:gd name="csX2" fmla="*/ 48169 w 48168"/>
                  <a:gd name="csY2" fmla="*/ 24107 h 48214"/>
                  <a:gd name="csX3" fmla="*/ 41115 w 48168"/>
                  <a:gd name="csY3" fmla="*/ 7061 h 48214"/>
                  <a:gd name="csX4" fmla="*/ 24084 w 48168"/>
                  <a:gd name="csY4" fmla="*/ 0 h 48214"/>
                  <a:gd name="csX5" fmla="*/ 7054 w 48168"/>
                  <a:gd name="csY5" fmla="*/ 7061 h 48214"/>
                  <a:gd name="csX6" fmla="*/ 0 w 48168"/>
                  <a:gd name="csY6" fmla="*/ 24107 h 48214"/>
                  <a:gd name="csX7" fmla="*/ 7054 w 48168"/>
                  <a:gd name="csY7" fmla="*/ 41154 h 48214"/>
                  <a:gd name="csX8" fmla="*/ 24084 w 48168"/>
                  <a:gd name="csY8" fmla="*/ 48215 h 48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8168" h="48214">
                    <a:moveTo>
                      <a:pt x="24084" y="48215"/>
                    </a:moveTo>
                    <a:cubicBezTo>
                      <a:pt x="30472" y="48215"/>
                      <a:pt x="36598" y="45675"/>
                      <a:pt x="41115" y="41154"/>
                    </a:cubicBezTo>
                    <a:cubicBezTo>
                      <a:pt x="45631" y="36633"/>
                      <a:pt x="48169" y="30501"/>
                      <a:pt x="48169" y="24107"/>
                    </a:cubicBezTo>
                    <a:cubicBezTo>
                      <a:pt x="48169" y="17714"/>
                      <a:pt x="45631" y="11582"/>
                      <a:pt x="41115" y="7061"/>
                    </a:cubicBezTo>
                    <a:cubicBezTo>
                      <a:pt x="36598" y="2540"/>
                      <a:pt x="30472" y="0"/>
                      <a:pt x="24084" y="0"/>
                    </a:cubicBezTo>
                    <a:cubicBezTo>
                      <a:pt x="17697" y="0"/>
                      <a:pt x="11571" y="2540"/>
                      <a:pt x="7054" y="7061"/>
                    </a:cubicBezTo>
                    <a:cubicBezTo>
                      <a:pt x="2538" y="11582"/>
                      <a:pt x="0" y="17714"/>
                      <a:pt x="0" y="24107"/>
                    </a:cubicBezTo>
                    <a:cubicBezTo>
                      <a:pt x="0" y="30501"/>
                      <a:pt x="2538" y="36633"/>
                      <a:pt x="7054" y="41154"/>
                    </a:cubicBezTo>
                    <a:cubicBezTo>
                      <a:pt x="11571" y="45675"/>
                      <a:pt x="17697" y="48215"/>
                      <a:pt x="24084" y="48215"/>
                    </a:cubicBezTo>
                    <a:close/>
                  </a:path>
                </a:pathLst>
              </a:custGeom>
              <a:solidFill>
                <a:srgbClr val="CA0923"/>
              </a:solidFill>
              <a:ln w="3263" cap="flat">
                <a:solidFill>
                  <a:srgbClr val="000000"/>
                </a:solidFill>
                <a:prstDash val="solid"/>
                <a:round/>
              </a:ln>
            </p:spPr>
            <p:txBody>
              <a:bodyPr/>
              <a:lstStyle/>
              <a:p>
                <a:endParaRPr lang="zh-CN" altLang="en-US"/>
              </a:p>
            </p:txBody>
          </p:sp>
        </p:grpSp>
        <p:grpSp>
          <p:nvGrpSpPr>
            <p:cNvPr id="15651" name="图形 90">
              <a:extLst>
                <a:ext uri="{FF2B5EF4-FFF2-40B4-BE49-F238E27FC236}">
                  <a16:creationId xmlns:a16="http://schemas.microsoft.com/office/drawing/2014/main" id="{38021F31-0507-50FD-0C7A-337FFAFD8CA0}"/>
                </a:ext>
              </a:extLst>
            </p:cNvPr>
            <p:cNvGrpSpPr/>
            <p:nvPr/>
          </p:nvGrpSpPr>
          <p:grpSpPr>
            <a:xfrm>
              <a:off x="5947383" y="2940150"/>
              <a:ext cx="261000" cy="302967"/>
              <a:chOff x="5947383" y="2940150"/>
              <a:chExt cx="261000" cy="302967"/>
            </a:xfrm>
          </p:grpSpPr>
          <p:sp>
            <p:nvSpPr>
              <p:cNvPr id="15652" name="任意多边形: 形状 15651">
                <a:extLst>
                  <a:ext uri="{FF2B5EF4-FFF2-40B4-BE49-F238E27FC236}">
                    <a16:creationId xmlns:a16="http://schemas.microsoft.com/office/drawing/2014/main" id="{564D3591-26E8-E58D-93BF-1A2050BF6485}"/>
                  </a:ext>
                </a:extLst>
              </p:cNvPr>
              <p:cNvSpPr/>
              <p:nvPr/>
            </p:nvSpPr>
            <p:spPr>
              <a:xfrm>
                <a:off x="5947383" y="2965686"/>
                <a:ext cx="233414" cy="277431"/>
              </a:xfrm>
              <a:custGeom>
                <a:avLst/>
                <a:gdLst>
                  <a:gd name="csX0" fmla="*/ 5999 w 233414"/>
                  <a:gd name="csY0" fmla="*/ 277431 h 277431"/>
                  <a:gd name="csX1" fmla="*/ 227415 w 233414"/>
                  <a:gd name="csY1" fmla="*/ 277431 h 277431"/>
                  <a:gd name="csX2" fmla="*/ 233414 w 233414"/>
                  <a:gd name="csY2" fmla="*/ 271426 h 277431"/>
                  <a:gd name="csX3" fmla="*/ 233414 w 233414"/>
                  <a:gd name="csY3" fmla="*/ 6005 h 277431"/>
                  <a:gd name="csX4" fmla="*/ 227415 w 233414"/>
                  <a:gd name="csY4" fmla="*/ 0 h 277431"/>
                  <a:gd name="csX5" fmla="*/ 5999 w 233414"/>
                  <a:gd name="csY5" fmla="*/ 0 h 277431"/>
                  <a:gd name="csX6" fmla="*/ 0 w 233414"/>
                  <a:gd name="csY6" fmla="*/ 6005 h 277431"/>
                  <a:gd name="csX7" fmla="*/ 0 w 233414"/>
                  <a:gd name="csY7" fmla="*/ 271426 h 277431"/>
                  <a:gd name="csX8" fmla="*/ 5999 w 233414"/>
                  <a:gd name="csY8" fmla="*/ 277431 h 277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33414" h="277431">
                    <a:moveTo>
                      <a:pt x="5999" y="277431"/>
                    </a:moveTo>
                    <a:lnTo>
                      <a:pt x="227415" y="277431"/>
                    </a:lnTo>
                    <a:cubicBezTo>
                      <a:pt x="231414" y="277431"/>
                      <a:pt x="233414" y="275429"/>
                      <a:pt x="233414" y="271426"/>
                    </a:cubicBezTo>
                    <a:lnTo>
                      <a:pt x="233414" y="6005"/>
                    </a:lnTo>
                    <a:cubicBezTo>
                      <a:pt x="233414" y="2002"/>
                      <a:pt x="231414" y="0"/>
                      <a:pt x="227415" y="0"/>
                    </a:cubicBezTo>
                    <a:lnTo>
                      <a:pt x="5999" y="0"/>
                    </a:lnTo>
                    <a:cubicBezTo>
                      <a:pt x="2000" y="0"/>
                      <a:pt x="0" y="2002"/>
                      <a:pt x="0" y="6005"/>
                    </a:cubicBezTo>
                    <a:lnTo>
                      <a:pt x="0" y="271426"/>
                    </a:lnTo>
                    <a:cubicBezTo>
                      <a:pt x="0" y="275429"/>
                      <a:pt x="2000" y="277431"/>
                      <a:pt x="5999" y="277431"/>
                    </a:cubicBezTo>
                    <a:close/>
                  </a:path>
                </a:pathLst>
              </a:custGeom>
              <a:solidFill>
                <a:srgbClr val="FFFFFF">
                  <a:alpha val="80000"/>
                </a:srgbClr>
              </a:solidFill>
              <a:ln w="2719" cap="flat">
                <a:solidFill>
                  <a:srgbClr val="D0D0D0">
                    <a:alpha val="80000"/>
                  </a:srgbClr>
                </a:solidFill>
                <a:prstDash val="solid"/>
                <a:miter/>
              </a:ln>
            </p:spPr>
            <p:txBody>
              <a:bodyPr/>
              <a:lstStyle/>
              <a:p>
                <a:endParaRPr lang="zh-CN" altLang="en-US"/>
              </a:p>
            </p:txBody>
          </p:sp>
          <p:sp>
            <p:nvSpPr>
              <p:cNvPr id="15653" name="文本框 1141">
                <a:extLst>
                  <a:ext uri="{FF2B5EF4-FFF2-40B4-BE49-F238E27FC236}">
                    <a16:creationId xmlns:a16="http://schemas.microsoft.com/office/drawing/2014/main" id="{C9B0A6EA-E32F-6A7E-5DE9-7656F2D8B92C}"/>
                  </a:ext>
                </a:extLst>
              </p:cNvPr>
              <p:cNvSpPr txBox="1"/>
              <p:nvPr/>
            </p:nvSpPr>
            <p:spPr>
              <a:xfrm>
                <a:off x="5965632" y="2940150"/>
                <a:ext cx="236245"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Count</a:t>
                </a:r>
              </a:p>
            </p:txBody>
          </p:sp>
          <p:sp>
            <p:nvSpPr>
              <p:cNvPr id="15654" name="任意多边形: 形状 15653">
                <a:extLst>
                  <a:ext uri="{FF2B5EF4-FFF2-40B4-BE49-F238E27FC236}">
                    <a16:creationId xmlns:a16="http://schemas.microsoft.com/office/drawing/2014/main" id="{201EE7F6-7782-C6E2-1284-2B7DCA22DCB3}"/>
                  </a:ext>
                </a:extLst>
              </p:cNvPr>
              <p:cNvSpPr/>
              <p:nvPr/>
            </p:nvSpPr>
            <p:spPr>
              <a:xfrm>
                <a:off x="6048916" y="3025657"/>
                <a:ext cx="34060" cy="34093"/>
              </a:xfrm>
              <a:custGeom>
                <a:avLst/>
                <a:gdLst>
                  <a:gd name="csX0" fmla="*/ 17500 w 34060"/>
                  <a:gd name="csY0" fmla="*/ 34410 h 34093"/>
                  <a:gd name="csX1" fmla="*/ 29542 w 34060"/>
                  <a:gd name="csY1" fmla="*/ 29417 h 34093"/>
                  <a:gd name="csX2" fmla="*/ 34530 w 34060"/>
                  <a:gd name="csY2" fmla="*/ 17364 h 34093"/>
                  <a:gd name="csX3" fmla="*/ 29542 w 34060"/>
                  <a:gd name="csY3" fmla="*/ 5310 h 34093"/>
                  <a:gd name="csX4" fmla="*/ 17500 w 34060"/>
                  <a:gd name="csY4" fmla="*/ 317 h 34093"/>
                  <a:gd name="csX5" fmla="*/ 5457 w 34060"/>
                  <a:gd name="csY5" fmla="*/ 5310 h 34093"/>
                  <a:gd name="csX6" fmla="*/ 469 w 34060"/>
                  <a:gd name="csY6" fmla="*/ 17364 h 34093"/>
                  <a:gd name="csX7" fmla="*/ 5457 w 34060"/>
                  <a:gd name="csY7" fmla="*/ 29417 h 34093"/>
                  <a:gd name="csX8" fmla="*/ 17500 w 34060"/>
                  <a:gd name="csY8" fmla="*/ 34410 h 34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060" h="34093">
                    <a:moveTo>
                      <a:pt x="17500" y="34410"/>
                    </a:moveTo>
                    <a:cubicBezTo>
                      <a:pt x="22016" y="34410"/>
                      <a:pt x="26348" y="32614"/>
                      <a:pt x="29542" y="29417"/>
                    </a:cubicBezTo>
                    <a:cubicBezTo>
                      <a:pt x="32735" y="26221"/>
                      <a:pt x="34530" y="21885"/>
                      <a:pt x="34530" y="17364"/>
                    </a:cubicBezTo>
                    <a:cubicBezTo>
                      <a:pt x="34530" y="12843"/>
                      <a:pt x="32735" y="8507"/>
                      <a:pt x="29542" y="5310"/>
                    </a:cubicBezTo>
                    <a:cubicBezTo>
                      <a:pt x="26348" y="2113"/>
                      <a:pt x="22016" y="317"/>
                      <a:pt x="17500" y="317"/>
                    </a:cubicBezTo>
                    <a:cubicBezTo>
                      <a:pt x="12983" y="317"/>
                      <a:pt x="8651" y="2113"/>
                      <a:pt x="5457" y="5310"/>
                    </a:cubicBezTo>
                    <a:cubicBezTo>
                      <a:pt x="2264" y="8507"/>
                      <a:pt x="469" y="12843"/>
                      <a:pt x="469" y="17364"/>
                    </a:cubicBezTo>
                    <a:cubicBezTo>
                      <a:pt x="469" y="21885"/>
                      <a:pt x="2264" y="26221"/>
                      <a:pt x="5457" y="29417"/>
                    </a:cubicBezTo>
                    <a:cubicBezTo>
                      <a:pt x="8651" y="32614"/>
                      <a:pt x="12983" y="34410"/>
                      <a:pt x="17500" y="34410"/>
                    </a:cubicBezTo>
                    <a:close/>
                  </a:path>
                </a:pathLst>
              </a:custGeom>
              <a:solidFill>
                <a:srgbClr val="D5D5D5"/>
              </a:solidFill>
              <a:ln w="3263" cap="flat">
                <a:solidFill>
                  <a:srgbClr val="000000"/>
                </a:solidFill>
                <a:prstDash val="solid"/>
                <a:round/>
              </a:ln>
            </p:spPr>
            <p:txBody>
              <a:bodyPr/>
              <a:lstStyle/>
              <a:p>
                <a:endParaRPr lang="zh-CN" altLang="en-US"/>
              </a:p>
            </p:txBody>
          </p:sp>
          <p:sp>
            <p:nvSpPr>
              <p:cNvPr id="15655" name="文本框 1143">
                <a:extLst>
                  <a:ext uri="{FF2B5EF4-FFF2-40B4-BE49-F238E27FC236}">
                    <a16:creationId xmlns:a16="http://schemas.microsoft.com/office/drawing/2014/main" id="{81E743BA-A23C-C045-25EB-F742DE6BDF7C}"/>
                  </a:ext>
                </a:extLst>
              </p:cNvPr>
              <p:cNvSpPr txBox="1"/>
              <p:nvPr/>
            </p:nvSpPr>
            <p:spPr>
              <a:xfrm>
                <a:off x="6061040" y="3004224"/>
                <a:ext cx="132679"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6</a:t>
                </a:r>
              </a:p>
            </p:txBody>
          </p:sp>
          <p:sp>
            <p:nvSpPr>
              <p:cNvPr id="15656" name="任意多边形: 形状 15655">
                <a:extLst>
                  <a:ext uri="{FF2B5EF4-FFF2-40B4-BE49-F238E27FC236}">
                    <a16:creationId xmlns:a16="http://schemas.microsoft.com/office/drawing/2014/main" id="{15502728-6882-B897-F9E9-2DC6846541EF}"/>
                  </a:ext>
                </a:extLst>
              </p:cNvPr>
              <p:cNvSpPr/>
              <p:nvPr/>
            </p:nvSpPr>
            <p:spPr>
              <a:xfrm>
                <a:off x="6038579" y="3082718"/>
                <a:ext cx="48168" cy="48214"/>
              </a:xfrm>
              <a:custGeom>
                <a:avLst/>
                <a:gdLst>
                  <a:gd name="csX0" fmla="*/ 24554 w 48168"/>
                  <a:gd name="csY0" fmla="*/ 48556 h 48214"/>
                  <a:gd name="csX1" fmla="*/ 41584 w 48168"/>
                  <a:gd name="csY1" fmla="*/ 41496 h 48214"/>
                  <a:gd name="csX2" fmla="*/ 48638 w 48168"/>
                  <a:gd name="csY2" fmla="*/ 24449 h 48214"/>
                  <a:gd name="csX3" fmla="*/ 41584 w 48168"/>
                  <a:gd name="csY3" fmla="*/ 7402 h 48214"/>
                  <a:gd name="csX4" fmla="*/ 24554 w 48168"/>
                  <a:gd name="csY4" fmla="*/ 342 h 48214"/>
                  <a:gd name="csX5" fmla="*/ 7523 w 48168"/>
                  <a:gd name="csY5" fmla="*/ 7402 h 48214"/>
                  <a:gd name="csX6" fmla="*/ 469 w 48168"/>
                  <a:gd name="csY6" fmla="*/ 24449 h 48214"/>
                  <a:gd name="csX7" fmla="*/ 7523 w 48168"/>
                  <a:gd name="csY7" fmla="*/ 41496 h 48214"/>
                  <a:gd name="csX8" fmla="*/ 24554 w 48168"/>
                  <a:gd name="csY8" fmla="*/ 48556 h 48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8168" h="48214">
                    <a:moveTo>
                      <a:pt x="24554" y="48556"/>
                    </a:moveTo>
                    <a:cubicBezTo>
                      <a:pt x="30941" y="48556"/>
                      <a:pt x="37067" y="46016"/>
                      <a:pt x="41584" y="41496"/>
                    </a:cubicBezTo>
                    <a:cubicBezTo>
                      <a:pt x="46100" y="36975"/>
                      <a:pt x="48638" y="30842"/>
                      <a:pt x="48638" y="24449"/>
                    </a:cubicBezTo>
                    <a:cubicBezTo>
                      <a:pt x="48638" y="18056"/>
                      <a:pt x="46100" y="11923"/>
                      <a:pt x="41584" y="7402"/>
                    </a:cubicBezTo>
                    <a:cubicBezTo>
                      <a:pt x="37067" y="2882"/>
                      <a:pt x="30941" y="342"/>
                      <a:pt x="24554" y="342"/>
                    </a:cubicBezTo>
                    <a:cubicBezTo>
                      <a:pt x="18166" y="342"/>
                      <a:pt x="12040" y="2882"/>
                      <a:pt x="7523" y="7402"/>
                    </a:cubicBezTo>
                    <a:cubicBezTo>
                      <a:pt x="3007" y="11923"/>
                      <a:pt x="469" y="18056"/>
                      <a:pt x="469" y="24449"/>
                    </a:cubicBezTo>
                    <a:cubicBezTo>
                      <a:pt x="469" y="30842"/>
                      <a:pt x="3007" y="36975"/>
                      <a:pt x="7523" y="41496"/>
                    </a:cubicBezTo>
                    <a:cubicBezTo>
                      <a:pt x="12040" y="46016"/>
                      <a:pt x="18166" y="48556"/>
                      <a:pt x="24554" y="48556"/>
                    </a:cubicBezTo>
                    <a:close/>
                  </a:path>
                </a:pathLst>
              </a:custGeom>
              <a:solidFill>
                <a:srgbClr val="D5D5D5"/>
              </a:solidFill>
              <a:ln w="3263" cap="flat">
                <a:solidFill>
                  <a:srgbClr val="000000"/>
                </a:solidFill>
                <a:prstDash val="solid"/>
                <a:round/>
              </a:ln>
            </p:spPr>
            <p:txBody>
              <a:bodyPr/>
              <a:lstStyle/>
              <a:p>
                <a:endParaRPr lang="zh-CN" altLang="en-US" dirty="0"/>
              </a:p>
            </p:txBody>
          </p:sp>
          <p:sp>
            <p:nvSpPr>
              <p:cNvPr id="15657" name="文本框 1145">
                <a:extLst>
                  <a:ext uri="{FF2B5EF4-FFF2-40B4-BE49-F238E27FC236}">
                    <a16:creationId xmlns:a16="http://schemas.microsoft.com/office/drawing/2014/main" id="{B800931F-BD5C-6F4B-9506-11ABFED3A7E9}"/>
                  </a:ext>
                </a:extLst>
              </p:cNvPr>
              <p:cNvSpPr txBox="1"/>
              <p:nvPr/>
            </p:nvSpPr>
            <p:spPr>
              <a:xfrm>
                <a:off x="6050513" y="3064842"/>
                <a:ext cx="15787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12</a:t>
                </a:r>
              </a:p>
            </p:txBody>
          </p:sp>
          <p:sp>
            <p:nvSpPr>
              <p:cNvPr id="15658" name="任意多边形: 形状 15657">
                <a:extLst>
                  <a:ext uri="{FF2B5EF4-FFF2-40B4-BE49-F238E27FC236}">
                    <a16:creationId xmlns:a16="http://schemas.microsoft.com/office/drawing/2014/main" id="{07EE4D91-D26E-10A9-5FDB-EE95499F46E0}"/>
                  </a:ext>
                </a:extLst>
              </p:cNvPr>
              <p:cNvSpPr/>
              <p:nvPr/>
            </p:nvSpPr>
            <p:spPr>
              <a:xfrm>
                <a:off x="6034289" y="3155907"/>
                <a:ext cx="58994" cy="59050"/>
              </a:xfrm>
              <a:custGeom>
                <a:avLst/>
                <a:gdLst>
                  <a:gd name="csX0" fmla="*/ 29967 w 58994"/>
                  <a:gd name="csY0" fmla="*/ 59417 h 59050"/>
                  <a:gd name="csX1" fmla="*/ 50824 w 58994"/>
                  <a:gd name="csY1" fmla="*/ 50769 h 59050"/>
                  <a:gd name="csX2" fmla="*/ 59464 w 58994"/>
                  <a:gd name="csY2" fmla="*/ 29891 h 59050"/>
                  <a:gd name="csX3" fmla="*/ 50824 w 58994"/>
                  <a:gd name="csY3" fmla="*/ 9014 h 59050"/>
                  <a:gd name="csX4" fmla="*/ 29967 w 58994"/>
                  <a:gd name="csY4" fmla="*/ 366 h 59050"/>
                  <a:gd name="csX5" fmla="*/ 9109 w 58994"/>
                  <a:gd name="csY5" fmla="*/ 9014 h 59050"/>
                  <a:gd name="csX6" fmla="*/ 469 w 58994"/>
                  <a:gd name="csY6" fmla="*/ 29891 h 59050"/>
                  <a:gd name="csX7" fmla="*/ 9109 w 58994"/>
                  <a:gd name="csY7" fmla="*/ 50769 h 59050"/>
                  <a:gd name="csX8" fmla="*/ 29967 w 58994"/>
                  <a:gd name="csY8" fmla="*/ 59417 h 5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8994" h="59050">
                    <a:moveTo>
                      <a:pt x="29967" y="59417"/>
                    </a:moveTo>
                    <a:cubicBezTo>
                      <a:pt x="37789" y="59417"/>
                      <a:pt x="45293" y="56306"/>
                      <a:pt x="50824" y="50769"/>
                    </a:cubicBezTo>
                    <a:cubicBezTo>
                      <a:pt x="56356" y="45232"/>
                      <a:pt x="59464" y="37722"/>
                      <a:pt x="59464" y="29891"/>
                    </a:cubicBezTo>
                    <a:cubicBezTo>
                      <a:pt x="59464" y="22061"/>
                      <a:pt x="56356" y="14551"/>
                      <a:pt x="50824" y="9014"/>
                    </a:cubicBezTo>
                    <a:cubicBezTo>
                      <a:pt x="45293" y="3477"/>
                      <a:pt x="37789" y="366"/>
                      <a:pt x="29967" y="366"/>
                    </a:cubicBezTo>
                    <a:cubicBezTo>
                      <a:pt x="22144" y="366"/>
                      <a:pt x="14640" y="3477"/>
                      <a:pt x="9109" y="9014"/>
                    </a:cubicBezTo>
                    <a:cubicBezTo>
                      <a:pt x="3577" y="14551"/>
                      <a:pt x="469" y="22061"/>
                      <a:pt x="469" y="29891"/>
                    </a:cubicBezTo>
                    <a:cubicBezTo>
                      <a:pt x="469" y="37722"/>
                      <a:pt x="3577" y="45232"/>
                      <a:pt x="9109" y="50769"/>
                    </a:cubicBezTo>
                    <a:cubicBezTo>
                      <a:pt x="14640" y="56306"/>
                      <a:pt x="22144" y="59417"/>
                      <a:pt x="29967" y="59417"/>
                    </a:cubicBezTo>
                    <a:close/>
                  </a:path>
                </a:pathLst>
              </a:custGeom>
              <a:solidFill>
                <a:srgbClr val="D5D5D5"/>
              </a:solidFill>
              <a:ln w="3263" cap="flat">
                <a:solidFill>
                  <a:srgbClr val="000000"/>
                </a:solidFill>
                <a:prstDash val="solid"/>
                <a:round/>
              </a:ln>
            </p:spPr>
            <p:txBody>
              <a:bodyPr/>
              <a:lstStyle/>
              <a:p>
                <a:endParaRPr lang="zh-CN" altLang="en-US"/>
              </a:p>
            </p:txBody>
          </p:sp>
          <p:sp>
            <p:nvSpPr>
              <p:cNvPr id="15659" name="文本框 1147">
                <a:extLst>
                  <a:ext uri="{FF2B5EF4-FFF2-40B4-BE49-F238E27FC236}">
                    <a16:creationId xmlns:a16="http://schemas.microsoft.com/office/drawing/2014/main" id="{8940715D-3E5C-BAF2-D013-3A5CE11B04C0}"/>
                  </a:ext>
                </a:extLst>
              </p:cNvPr>
              <p:cNvSpPr txBox="1"/>
              <p:nvPr/>
            </p:nvSpPr>
            <p:spPr>
              <a:xfrm>
                <a:off x="6049345" y="3143842"/>
                <a:ext cx="15787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18</a:t>
                </a:r>
              </a:p>
            </p:txBody>
          </p:sp>
        </p:grpSp>
      </p:grpSp>
      <p:grpSp>
        <p:nvGrpSpPr>
          <p:cNvPr id="15739" name="图形 90">
            <a:extLst>
              <a:ext uri="{FF2B5EF4-FFF2-40B4-BE49-F238E27FC236}">
                <a16:creationId xmlns:a16="http://schemas.microsoft.com/office/drawing/2014/main" id="{67F7FD8D-9034-F4CE-4E6A-A05A50A2D358}"/>
              </a:ext>
            </a:extLst>
          </p:cNvPr>
          <p:cNvGrpSpPr/>
          <p:nvPr/>
        </p:nvGrpSpPr>
        <p:grpSpPr>
          <a:xfrm>
            <a:off x="2855598" y="6748749"/>
            <a:ext cx="617009" cy="1085790"/>
            <a:chOff x="6214680" y="2428555"/>
            <a:chExt cx="305181" cy="638145"/>
          </a:xfrm>
        </p:grpSpPr>
        <p:sp>
          <p:nvSpPr>
            <p:cNvPr id="15740" name="任意多边形: 形状 15739">
              <a:extLst>
                <a:ext uri="{FF2B5EF4-FFF2-40B4-BE49-F238E27FC236}">
                  <a16:creationId xmlns:a16="http://schemas.microsoft.com/office/drawing/2014/main" id="{6451764C-18AA-4CBA-5731-A840667F84D9}"/>
                </a:ext>
              </a:extLst>
            </p:cNvPr>
            <p:cNvSpPr/>
            <p:nvPr/>
          </p:nvSpPr>
          <p:spPr>
            <a:xfrm>
              <a:off x="6214837" y="2489216"/>
              <a:ext cx="24189" cy="484257"/>
            </a:xfrm>
            <a:custGeom>
              <a:avLst/>
              <a:gdLst>
                <a:gd name="csX0" fmla="*/ 0 w 24189"/>
                <a:gd name="csY0" fmla="*/ 484257 h 484257"/>
                <a:gd name="csX1" fmla="*/ 24190 w 24189"/>
                <a:gd name="csY1" fmla="*/ 484257 h 484257"/>
                <a:gd name="csX2" fmla="*/ 24190 w 24189"/>
                <a:gd name="csY2" fmla="*/ 0 h 484257"/>
                <a:gd name="csX3" fmla="*/ 0 w 24189"/>
                <a:gd name="csY3" fmla="*/ 0 h 484257"/>
              </a:gdLst>
              <a:ahLst/>
              <a:cxnLst>
                <a:cxn ang="0">
                  <a:pos x="csX0" y="csY0"/>
                </a:cxn>
                <a:cxn ang="0">
                  <a:pos x="csX1" y="csY1"/>
                </a:cxn>
                <a:cxn ang="0">
                  <a:pos x="csX2" y="csY2"/>
                </a:cxn>
                <a:cxn ang="0">
                  <a:pos x="csX3" y="csY3"/>
                </a:cxn>
              </a:cxnLst>
              <a:rect l="l" t="t" r="r" b="b"/>
              <a:pathLst>
                <a:path w="24189" h="484257">
                  <a:moveTo>
                    <a:pt x="0" y="484257"/>
                  </a:moveTo>
                  <a:lnTo>
                    <a:pt x="24190" y="484257"/>
                  </a:lnTo>
                  <a:lnTo>
                    <a:pt x="24190" y="0"/>
                  </a:lnTo>
                  <a:lnTo>
                    <a:pt x="0" y="0"/>
                  </a:lnTo>
                  <a:close/>
                </a:path>
              </a:pathLst>
            </a:custGeom>
            <a:solidFill>
              <a:srgbClr val="FFFFFF"/>
            </a:solidFill>
            <a:ln w="2719" cap="flat">
              <a:noFill/>
              <a:prstDash val="solid"/>
              <a:round/>
            </a:ln>
          </p:spPr>
          <p:txBody>
            <a:bodyPr/>
            <a:lstStyle/>
            <a:p>
              <a:endParaRPr lang="zh-CN" altLang="en-US"/>
            </a:p>
          </p:txBody>
        </p:sp>
        <p:pic>
          <p:nvPicPr>
            <p:cNvPr id="15741" name="图片 15740">
              <a:extLst>
                <a:ext uri="{FF2B5EF4-FFF2-40B4-BE49-F238E27FC236}">
                  <a16:creationId xmlns:a16="http://schemas.microsoft.com/office/drawing/2014/main" id="{CDC96D5D-1D82-19ED-2E4E-37C0CE2B0334}"/>
                </a:ext>
              </a:extLst>
            </p:cNvPr>
            <p:cNvPicPr>
              <a:picLocks noChangeAspect="1"/>
            </p:cNvPicPr>
            <p:nvPr/>
          </p:nvPicPr>
          <p:blipFill>
            <a:blip r:embed="rId3"/>
            <a:stretch>
              <a:fillRect/>
            </a:stretch>
          </p:blipFill>
          <p:spPr>
            <a:xfrm flipV="1">
              <a:off x="6214680" y="2489216"/>
              <a:ext cx="24215" cy="484126"/>
            </a:xfrm>
            <a:custGeom>
              <a:avLst/>
              <a:gdLst>
                <a:gd name="csX0" fmla="*/ 0 w 24215"/>
                <a:gd name="csY0" fmla="*/ 233 h 484126"/>
                <a:gd name="csX1" fmla="*/ 24216 w 24215"/>
                <a:gd name="csY1" fmla="*/ 233 h 484126"/>
                <a:gd name="csX2" fmla="*/ 24216 w 24215"/>
                <a:gd name="csY2" fmla="*/ 484360 h 484126"/>
                <a:gd name="csX3" fmla="*/ 0 w 24215"/>
                <a:gd name="csY3" fmla="*/ 484360 h 484126"/>
              </a:gdLst>
              <a:ahLst/>
              <a:cxnLst>
                <a:cxn ang="0">
                  <a:pos x="csX0" y="csY0"/>
                </a:cxn>
                <a:cxn ang="0">
                  <a:pos x="csX1" y="csY1"/>
                </a:cxn>
                <a:cxn ang="0">
                  <a:pos x="csX2" y="csY2"/>
                </a:cxn>
                <a:cxn ang="0">
                  <a:pos x="csX3" y="csY3"/>
                </a:cxn>
              </a:cxnLst>
              <a:rect l="l" t="t" r="r" b="b"/>
              <a:pathLst>
                <a:path w="24215" h="484126">
                  <a:moveTo>
                    <a:pt x="0" y="233"/>
                  </a:moveTo>
                  <a:lnTo>
                    <a:pt x="24216" y="233"/>
                  </a:lnTo>
                  <a:lnTo>
                    <a:pt x="24216" y="484360"/>
                  </a:lnTo>
                  <a:lnTo>
                    <a:pt x="0" y="484360"/>
                  </a:lnTo>
                  <a:close/>
                </a:path>
              </a:pathLst>
            </a:custGeom>
          </p:spPr>
        </p:pic>
        <p:grpSp>
          <p:nvGrpSpPr>
            <p:cNvPr id="15742" name="图形 90">
              <a:extLst>
                <a:ext uri="{FF2B5EF4-FFF2-40B4-BE49-F238E27FC236}">
                  <a16:creationId xmlns:a16="http://schemas.microsoft.com/office/drawing/2014/main" id="{F2A3C109-34F1-52B6-CDDD-E546F5CCD20D}"/>
                </a:ext>
              </a:extLst>
            </p:cNvPr>
            <p:cNvGrpSpPr/>
            <p:nvPr/>
          </p:nvGrpSpPr>
          <p:grpSpPr>
            <a:xfrm>
              <a:off x="6234186" y="2428555"/>
              <a:ext cx="285675" cy="638145"/>
              <a:chOff x="6234186" y="2428555"/>
              <a:chExt cx="285675" cy="638145"/>
            </a:xfrm>
            <a:solidFill>
              <a:srgbClr val="000000"/>
            </a:solidFill>
          </p:grpSpPr>
          <p:grpSp>
            <p:nvGrpSpPr>
              <p:cNvPr id="15744" name="图形 90">
                <a:extLst>
                  <a:ext uri="{FF2B5EF4-FFF2-40B4-BE49-F238E27FC236}">
                    <a16:creationId xmlns:a16="http://schemas.microsoft.com/office/drawing/2014/main" id="{D19B9825-AA20-E52B-EE1F-0E478FEAA464}"/>
                  </a:ext>
                </a:extLst>
              </p:cNvPr>
              <p:cNvGrpSpPr/>
              <p:nvPr/>
            </p:nvGrpSpPr>
            <p:grpSpPr>
              <a:xfrm>
                <a:off x="6234187" y="2912812"/>
                <a:ext cx="285656" cy="153888"/>
                <a:chOff x="6234187" y="2912812"/>
                <a:chExt cx="285656" cy="153888"/>
              </a:xfrm>
              <a:solidFill>
                <a:srgbClr val="000000"/>
              </a:solidFill>
            </p:grpSpPr>
            <p:sp>
              <p:nvSpPr>
                <p:cNvPr id="15761" name="任意多边形: 形状 15760">
                  <a:extLst>
                    <a:ext uri="{FF2B5EF4-FFF2-40B4-BE49-F238E27FC236}">
                      <a16:creationId xmlns:a16="http://schemas.microsoft.com/office/drawing/2014/main" id="{8911E29D-40A1-14A9-887E-8B5A1D93DF7F}"/>
                    </a:ext>
                  </a:extLst>
                </p:cNvPr>
                <p:cNvSpPr/>
                <p:nvPr/>
              </p:nvSpPr>
              <p:spPr>
                <a:xfrm>
                  <a:off x="6239027" y="2973473"/>
                  <a:ext cx="9544" cy="2729"/>
                </a:xfrm>
                <a:custGeom>
                  <a:avLst/>
                  <a:gdLst>
                    <a:gd name="csX0" fmla="*/ 558 w 9544"/>
                    <a:gd name="csY0" fmla="*/ 294 h 2729"/>
                    <a:gd name="csX1" fmla="*/ 10102 w 9544"/>
                    <a:gd name="csY1" fmla="*/ 294 h 2729"/>
                  </a:gdLst>
                  <a:ahLst/>
                  <a:cxnLst>
                    <a:cxn ang="0">
                      <a:pos x="csX0" y="csY0"/>
                    </a:cxn>
                    <a:cxn ang="0">
                      <a:pos x="csX1" y="csY1"/>
                    </a:cxn>
                  </a:cxnLst>
                  <a:rect l="l" t="t" r="r" b="b"/>
                  <a:pathLst>
                    <a:path w="9544" h="2729">
                      <a:moveTo>
                        <a:pt x="558" y="294"/>
                      </a:moveTo>
                      <a:lnTo>
                        <a:pt x="10102" y="294"/>
                      </a:lnTo>
                    </a:path>
                  </a:pathLst>
                </a:custGeom>
                <a:solidFill>
                  <a:srgbClr val="000000"/>
                </a:solidFill>
                <a:ln w="2175" cap="flat">
                  <a:solidFill>
                    <a:srgbClr val="000000"/>
                  </a:solidFill>
                  <a:prstDash val="solid"/>
                  <a:round/>
                </a:ln>
              </p:spPr>
              <p:txBody>
                <a:bodyPr/>
                <a:lstStyle/>
                <a:p>
                  <a:endParaRPr lang="zh-CN" altLang="en-US"/>
                </a:p>
              </p:txBody>
            </p:sp>
            <p:sp>
              <p:nvSpPr>
                <p:cNvPr id="15762" name="文本框 1282">
                  <a:extLst>
                    <a:ext uri="{FF2B5EF4-FFF2-40B4-BE49-F238E27FC236}">
                      <a16:creationId xmlns:a16="http://schemas.microsoft.com/office/drawing/2014/main" id="{9C302A1B-7B5C-C7BB-2AD1-7BBEBC64ACDE}"/>
                    </a:ext>
                  </a:extLst>
                </p:cNvPr>
                <p:cNvSpPr txBox="1"/>
                <p:nvPr/>
              </p:nvSpPr>
              <p:spPr>
                <a:xfrm>
                  <a:off x="6234187" y="2912812"/>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0.00</a:t>
                  </a:r>
                </a:p>
              </p:txBody>
            </p:sp>
          </p:grpSp>
          <p:grpSp>
            <p:nvGrpSpPr>
              <p:cNvPr id="15745" name="图形 90">
                <a:extLst>
                  <a:ext uri="{FF2B5EF4-FFF2-40B4-BE49-F238E27FC236}">
                    <a16:creationId xmlns:a16="http://schemas.microsoft.com/office/drawing/2014/main" id="{B5407DBD-A54B-DE01-9281-9F9F5426646A}"/>
                  </a:ext>
                </a:extLst>
              </p:cNvPr>
              <p:cNvGrpSpPr/>
              <p:nvPr/>
            </p:nvGrpSpPr>
            <p:grpSpPr>
              <a:xfrm>
                <a:off x="6234187" y="2815960"/>
                <a:ext cx="285656" cy="153888"/>
                <a:chOff x="6234187" y="2815960"/>
                <a:chExt cx="285656" cy="153888"/>
              </a:xfrm>
              <a:solidFill>
                <a:srgbClr val="000000"/>
              </a:solidFill>
            </p:grpSpPr>
            <p:sp>
              <p:nvSpPr>
                <p:cNvPr id="15759" name="任意多边形: 形状 15758">
                  <a:extLst>
                    <a:ext uri="{FF2B5EF4-FFF2-40B4-BE49-F238E27FC236}">
                      <a16:creationId xmlns:a16="http://schemas.microsoft.com/office/drawing/2014/main" id="{EC609EB2-6E24-A540-F3B4-A7F4E96F96A6}"/>
                    </a:ext>
                  </a:extLst>
                </p:cNvPr>
                <p:cNvSpPr/>
                <p:nvPr/>
              </p:nvSpPr>
              <p:spPr>
                <a:xfrm>
                  <a:off x="6239027" y="2876622"/>
                  <a:ext cx="9544" cy="2729"/>
                </a:xfrm>
                <a:custGeom>
                  <a:avLst/>
                  <a:gdLst>
                    <a:gd name="csX0" fmla="*/ 558 w 9544"/>
                    <a:gd name="csY0" fmla="*/ 259 h 2729"/>
                    <a:gd name="csX1" fmla="*/ 10102 w 9544"/>
                    <a:gd name="csY1" fmla="*/ 259 h 2729"/>
                  </a:gdLst>
                  <a:ahLst/>
                  <a:cxnLst>
                    <a:cxn ang="0">
                      <a:pos x="csX0" y="csY0"/>
                    </a:cxn>
                    <a:cxn ang="0">
                      <a:pos x="csX1" y="csY1"/>
                    </a:cxn>
                  </a:cxnLst>
                  <a:rect l="l" t="t" r="r" b="b"/>
                  <a:pathLst>
                    <a:path w="9544" h="2729">
                      <a:moveTo>
                        <a:pt x="558" y="259"/>
                      </a:moveTo>
                      <a:lnTo>
                        <a:pt x="10102" y="259"/>
                      </a:lnTo>
                    </a:path>
                  </a:pathLst>
                </a:custGeom>
                <a:solidFill>
                  <a:srgbClr val="000000"/>
                </a:solidFill>
                <a:ln w="2175" cap="flat">
                  <a:solidFill>
                    <a:srgbClr val="000000"/>
                  </a:solidFill>
                  <a:prstDash val="solid"/>
                  <a:round/>
                </a:ln>
              </p:spPr>
              <p:txBody>
                <a:bodyPr/>
                <a:lstStyle/>
                <a:p>
                  <a:endParaRPr lang="zh-CN" altLang="en-US"/>
                </a:p>
              </p:txBody>
            </p:sp>
            <p:sp>
              <p:nvSpPr>
                <p:cNvPr id="15760" name="文本框 1291">
                  <a:extLst>
                    <a:ext uri="{FF2B5EF4-FFF2-40B4-BE49-F238E27FC236}">
                      <a16:creationId xmlns:a16="http://schemas.microsoft.com/office/drawing/2014/main" id="{7B7B9970-2967-C5BB-2493-B66DDA64377C}"/>
                    </a:ext>
                  </a:extLst>
                </p:cNvPr>
                <p:cNvSpPr txBox="1"/>
                <p:nvPr/>
              </p:nvSpPr>
              <p:spPr>
                <a:xfrm>
                  <a:off x="6234187" y="2815960"/>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0.01</a:t>
                  </a:r>
                </a:p>
              </p:txBody>
            </p:sp>
          </p:grpSp>
          <p:grpSp>
            <p:nvGrpSpPr>
              <p:cNvPr id="15746" name="图形 90">
                <a:extLst>
                  <a:ext uri="{FF2B5EF4-FFF2-40B4-BE49-F238E27FC236}">
                    <a16:creationId xmlns:a16="http://schemas.microsoft.com/office/drawing/2014/main" id="{80064F0F-93B5-A597-CA77-838F56E812A4}"/>
                  </a:ext>
                </a:extLst>
              </p:cNvPr>
              <p:cNvGrpSpPr/>
              <p:nvPr/>
            </p:nvGrpSpPr>
            <p:grpSpPr>
              <a:xfrm>
                <a:off x="6234187" y="2719109"/>
                <a:ext cx="285656" cy="153888"/>
                <a:chOff x="6234187" y="2719109"/>
                <a:chExt cx="285656" cy="153888"/>
              </a:xfrm>
              <a:solidFill>
                <a:srgbClr val="000000"/>
              </a:solidFill>
            </p:grpSpPr>
            <p:sp>
              <p:nvSpPr>
                <p:cNvPr id="15757" name="任意多边形: 形状 15756">
                  <a:extLst>
                    <a:ext uri="{FF2B5EF4-FFF2-40B4-BE49-F238E27FC236}">
                      <a16:creationId xmlns:a16="http://schemas.microsoft.com/office/drawing/2014/main" id="{6892E135-2CD1-219C-CF4E-675E9B266A22}"/>
                    </a:ext>
                  </a:extLst>
                </p:cNvPr>
                <p:cNvSpPr/>
                <p:nvPr/>
              </p:nvSpPr>
              <p:spPr>
                <a:xfrm>
                  <a:off x="6239027" y="2779770"/>
                  <a:ext cx="9544" cy="2729"/>
                </a:xfrm>
                <a:custGeom>
                  <a:avLst/>
                  <a:gdLst>
                    <a:gd name="csX0" fmla="*/ 558 w 9544"/>
                    <a:gd name="csY0" fmla="*/ 223 h 2729"/>
                    <a:gd name="csX1" fmla="*/ 10102 w 9544"/>
                    <a:gd name="csY1" fmla="*/ 223 h 2729"/>
                  </a:gdLst>
                  <a:ahLst/>
                  <a:cxnLst>
                    <a:cxn ang="0">
                      <a:pos x="csX0" y="csY0"/>
                    </a:cxn>
                    <a:cxn ang="0">
                      <a:pos x="csX1" y="csY1"/>
                    </a:cxn>
                  </a:cxnLst>
                  <a:rect l="l" t="t" r="r" b="b"/>
                  <a:pathLst>
                    <a:path w="9544" h="2729">
                      <a:moveTo>
                        <a:pt x="558" y="223"/>
                      </a:moveTo>
                      <a:lnTo>
                        <a:pt x="10102" y="223"/>
                      </a:lnTo>
                    </a:path>
                  </a:pathLst>
                </a:custGeom>
                <a:solidFill>
                  <a:srgbClr val="000000"/>
                </a:solidFill>
                <a:ln w="2175" cap="flat">
                  <a:solidFill>
                    <a:srgbClr val="000000"/>
                  </a:solidFill>
                  <a:prstDash val="solid"/>
                  <a:round/>
                </a:ln>
              </p:spPr>
              <p:txBody>
                <a:bodyPr/>
                <a:lstStyle/>
                <a:p>
                  <a:endParaRPr lang="zh-CN" altLang="en-US"/>
                </a:p>
              </p:txBody>
            </p:sp>
            <p:sp>
              <p:nvSpPr>
                <p:cNvPr id="15758" name="文本框 1298">
                  <a:extLst>
                    <a:ext uri="{FF2B5EF4-FFF2-40B4-BE49-F238E27FC236}">
                      <a16:creationId xmlns:a16="http://schemas.microsoft.com/office/drawing/2014/main" id="{ABFA4DEC-F898-6512-40A5-96777B317B06}"/>
                    </a:ext>
                  </a:extLst>
                </p:cNvPr>
                <p:cNvSpPr txBox="1"/>
                <p:nvPr/>
              </p:nvSpPr>
              <p:spPr>
                <a:xfrm>
                  <a:off x="6234187" y="2719109"/>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0.02</a:t>
                  </a:r>
                </a:p>
              </p:txBody>
            </p:sp>
          </p:grpSp>
          <p:grpSp>
            <p:nvGrpSpPr>
              <p:cNvPr id="15747" name="图形 90">
                <a:extLst>
                  <a:ext uri="{FF2B5EF4-FFF2-40B4-BE49-F238E27FC236}">
                    <a16:creationId xmlns:a16="http://schemas.microsoft.com/office/drawing/2014/main" id="{FED78310-C052-B36F-5186-0F8AF81C50F9}"/>
                  </a:ext>
                </a:extLst>
              </p:cNvPr>
              <p:cNvGrpSpPr/>
              <p:nvPr/>
            </p:nvGrpSpPr>
            <p:grpSpPr>
              <a:xfrm>
                <a:off x="6234187" y="2622257"/>
                <a:ext cx="285656" cy="153888"/>
                <a:chOff x="6234187" y="2622257"/>
                <a:chExt cx="285656" cy="153888"/>
              </a:xfrm>
              <a:solidFill>
                <a:srgbClr val="000000"/>
              </a:solidFill>
            </p:grpSpPr>
            <p:sp>
              <p:nvSpPr>
                <p:cNvPr id="15755" name="任意多边形: 形状 15754">
                  <a:extLst>
                    <a:ext uri="{FF2B5EF4-FFF2-40B4-BE49-F238E27FC236}">
                      <a16:creationId xmlns:a16="http://schemas.microsoft.com/office/drawing/2014/main" id="{6D954A6D-B4E0-C6C7-A5BB-30EA913F93AE}"/>
                    </a:ext>
                  </a:extLst>
                </p:cNvPr>
                <p:cNvSpPr/>
                <p:nvPr/>
              </p:nvSpPr>
              <p:spPr>
                <a:xfrm>
                  <a:off x="6239027" y="2682919"/>
                  <a:ext cx="9544" cy="2729"/>
                </a:xfrm>
                <a:custGeom>
                  <a:avLst/>
                  <a:gdLst>
                    <a:gd name="csX0" fmla="*/ 558 w 9544"/>
                    <a:gd name="csY0" fmla="*/ 188 h 2729"/>
                    <a:gd name="csX1" fmla="*/ 10102 w 9544"/>
                    <a:gd name="csY1" fmla="*/ 188 h 2729"/>
                  </a:gdLst>
                  <a:ahLst/>
                  <a:cxnLst>
                    <a:cxn ang="0">
                      <a:pos x="csX0" y="csY0"/>
                    </a:cxn>
                    <a:cxn ang="0">
                      <a:pos x="csX1" y="csY1"/>
                    </a:cxn>
                  </a:cxnLst>
                  <a:rect l="l" t="t" r="r" b="b"/>
                  <a:pathLst>
                    <a:path w="9544" h="2729">
                      <a:moveTo>
                        <a:pt x="558" y="188"/>
                      </a:moveTo>
                      <a:lnTo>
                        <a:pt x="10102" y="188"/>
                      </a:lnTo>
                    </a:path>
                  </a:pathLst>
                </a:custGeom>
                <a:solidFill>
                  <a:srgbClr val="000000"/>
                </a:solidFill>
                <a:ln w="2175" cap="flat">
                  <a:solidFill>
                    <a:srgbClr val="000000"/>
                  </a:solidFill>
                  <a:prstDash val="solid"/>
                  <a:round/>
                </a:ln>
              </p:spPr>
              <p:txBody>
                <a:bodyPr/>
                <a:lstStyle/>
                <a:p>
                  <a:endParaRPr lang="zh-CN" altLang="en-US"/>
                </a:p>
              </p:txBody>
            </p:sp>
            <p:sp>
              <p:nvSpPr>
                <p:cNvPr id="15756" name="文本框 1314">
                  <a:extLst>
                    <a:ext uri="{FF2B5EF4-FFF2-40B4-BE49-F238E27FC236}">
                      <a16:creationId xmlns:a16="http://schemas.microsoft.com/office/drawing/2014/main" id="{EB70DA40-CBAE-9576-A1B4-2131C0546C8D}"/>
                    </a:ext>
                  </a:extLst>
                </p:cNvPr>
                <p:cNvSpPr txBox="1"/>
                <p:nvPr/>
              </p:nvSpPr>
              <p:spPr>
                <a:xfrm>
                  <a:off x="6234187" y="2622257"/>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0.03</a:t>
                  </a:r>
                </a:p>
              </p:txBody>
            </p:sp>
          </p:grpSp>
          <p:grpSp>
            <p:nvGrpSpPr>
              <p:cNvPr id="15748" name="图形 90">
                <a:extLst>
                  <a:ext uri="{FF2B5EF4-FFF2-40B4-BE49-F238E27FC236}">
                    <a16:creationId xmlns:a16="http://schemas.microsoft.com/office/drawing/2014/main" id="{F1DB2F47-0DEE-64AA-27D9-1FFCDA2EE6BF}"/>
                  </a:ext>
                </a:extLst>
              </p:cNvPr>
              <p:cNvGrpSpPr/>
              <p:nvPr/>
            </p:nvGrpSpPr>
            <p:grpSpPr>
              <a:xfrm>
                <a:off x="6234186" y="2525406"/>
                <a:ext cx="285656" cy="153888"/>
                <a:chOff x="6234186" y="2525406"/>
                <a:chExt cx="285656" cy="153888"/>
              </a:xfrm>
              <a:solidFill>
                <a:srgbClr val="000000"/>
              </a:solidFill>
            </p:grpSpPr>
            <p:sp>
              <p:nvSpPr>
                <p:cNvPr id="15753" name="任意多边形: 形状 15752">
                  <a:extLst>
                    <a:ext uri="{FF2B5EF4-FFF2-40B4-BE49-F238E27FC236}">
                      <a16:creationId xmlns:a16="http://schemas.microsoft.com/office/drawing/2014/main" id="{2FC0B225-835B-2A76-8A8C-A493096D2228}"/>
                    </a:ext>
                  </a:extLst>
                </p:cNvPr>
                <p:cNvSpPr/>
                <p:nvPr/>
              </p:nvSpPr>
              <p:spPr>
                <a:xfrm>
                  <a:off x="6239027" y="2586068"/>
                  <a:ext cx="9544" cy="2729"/>
                </a:xfrm>
                <a:custGeom>
                  <a:avLst/>
                  <a:gdLst>
                    <a:gd name="csX0" fmla="*/ 558 w 9544"/>
                    <a:gd name="csY0" fmla="*/ 152 h 2729"/>
                    <a:gd name="csX1" fmla="*/ 10102 w 9544"/>
                    <a:gd name="csY1" fmla="*/ 152 h 2729"/>
                  </a:gdLst>
                  <a:ahLst/>
                  <a:cxnLst>
                    <a:cxn ang="0">
                      <a:pos x="csX0" y="csY0"/>
                    </a:cxn>
                    <a:cxn ang="0">
                      <a:pos x="csX1" y="csY1"/>
                    </a:cxn>
                  </a:cxnLst>
                  <a:rect l="l" t="t" r="r" b="b"/>
                  <a:pathLst>
                    <a:path w="9544" h="2729">
                      <a:moveTo>
                        <a:pt x="558" y="152"/>
                      </a:moveTo>
                      <a:lnTo>
                        <a:pt x="10102" y="152"/>
                      </a:lnTo>
                    </a:path>
                  </a:pathLst>
                </a:custGeom>
                <a:solidFill>
                  <a:srgbClr val="000000"/>
                </a:solidFill>
                <a:ln w="2175" cap="flat">
                  <a:solidFill>
                    <a:srgbClr val="000000"/>
                  </a:solidFill>
                  <a:prstDash val="solid"/>
                  <a:round/>
                </a:ln>
              </p:spPr>
              <p:txBody>
                <a:bodyPr/>
                <a:lstStyle/>
                <a:p>
                  <a:endParaRPr lang="zh-CN" altLang="en-US"/>
                </a:p>
              </p:txBody>
            </p:sp>
            <p:sp>
              <p:nvSpPr>
                <p:cNvPr id="15754" name="文本框 1338">
                  <a:extLst>
                    <a:ext uri="{FF2B5EF4-FFF2-40B4-BE49-F238E27FC236}">
                      <a16:creationId xmlns:a16="http://schemas.microsoft.com/office/drawing/2014/main" id="{C09329C5-033B-FFD8-73EE-ED521B47766E}"/>
                    </a:ext>
                  </a:extLst>
                </p:cNvPr>
                <p:cNvSpPr txBox="1"/>
                <p:nvPr/>
              </p:nvSpPr>
              <p:spPr>
                <a:xfrm>
                  <a:off x="6234186" y="2525406"/>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0.04</a:t>
                  </a:r>
                </a:p>
              </p:txBody>
            </p:sp>
          </p:grpSp>
          <p:grpSp>
            <p:nvGrpSpPr>
              <p:cNvPr id="15749" name="图形 90">
                <a:extLst>
                  <a:ext uri="{FF2B5EF4-FFF2-40B4-BE49-F238E27FC236}">
                    <a16:creationId xmlns:a16="http://schemas.microsoft.com/office/drawing/2014/main" id="{DBB26FA3-9B45-DCF3-AB9E-FB338250AAC0}"/>
                  </a:ext>
                </a:extLst>
              </p:cNvPr>
              <p:cNvGrpSpPr/>
              <p:nvPr/>
            </p:nvGrpSpPr>
            <p:grpSpPr>
              <a:xfrm>
                <a:off x="6234205" y="2428555"/>
                <a:ext cx="285656" cy="153888"/>
                <a:chOff x="6234205" y="2428555"/>
                <a:chExt cx="285656" cy="153888"/>
              </a:xfrm>
              <a:solidFill>
                <a:srgbClr val="000000"/>
              </a:solidFill>
            </p:grpSpPr>
            <p:sp>
              <p:nvSpPr>
                <p:cNvPr id="15751" name="任意多边形: 形状 15750">
                  <a:extLst>
                    <a:ext uri="{FF2B5EF4-FFF2-40B4-BE49-F238E27FC236}">
                      <a16:creationId xmlns:a16="http://schemas.microsoft.com/office/drawing/2014/main" id="{DD65EF10-90C6-3ABB-0F7F-A4436F9E1649}"/>
                    </a:ext>
                  </a:extLst>
                </p:cNvPr>
                <p:cNvSpPr/>
                <p:nvPr/>
              </p:nvSpPr>
              <p:spPr>
                <a:xfrm>
                  <a:off x="6239027" y="2489216"/>
                  <a:ext cx="9544" cy="2729"/>
                </a:xfrm>
                <a:custGeom>
                  <a:avLst/>
                  <a:gdLst>
                    <a:gd name="csX0" fmla="*/ 558 w 9544"/>
                    <a:gd name="csY0" fmla="*/ 117 h 2729"/>
                    <a:gd name="csX1" fmla="*/ 10102 w 9544"/>
                    <a:gd name="csY1" fmla="*/ 117 h 2729"/>
                  </a:gdLst>
                  <a:ahLst/>
                  <a:cxnLst>
                    <a:cxn ang="0">
                      <a:pos x="csX0" y="csY0"/>
                    </a:cxn>
                    <a:cxn ang="0">
                      <a:pos x="csX1" y="csY1"/>
                    </a:cxn>
                  </a:cxnLst>
                  <a:rect l="l" t="t" r="r" b="b"/>
                  <a:pathLst>
                    <a:path w="9544" h="2729">
                      <a:moveTo>
                        <a:pt x="558" y="117"/>
                      </a:moveTo>
                      <a:lnTo>
                        <a:pt x="10102" y="117"/>
                      </a:lnTo>
                    </a:path>
                  </a:pathLst>
                </a:custGeom>
                <a:solidFill>
                  <a:srgbClr val="000000"/>
                </a:solidFill>
                <a:ln w="2175" cap="flat">
                  <a:solidFill>
                    <a:srgbClr val="000000"/>
                  </a:solidFill>
                  <a:prstDash val="solid"/>
                  <a:round/>
                </a:ln>
              </p:spPr>
              <p:txBody>
                <a:bodyPr/>
                <a:lstStyle/>
                <a:p>
                  <a:endParaRPr lang="zh-CN" altLang="en-US"/>
                </a:p>
              </p:txBody>
            </p:sp>
            <p:sp>
              <p:nvSpPr>
                <p:cNvPr id="15752" name="文本框 1625">
                  <a:extLst>
                    <a:ext uri="{FF2B5EF4-FFF2-40B4-BE49-F238E27FC236}">
                      <a16:creationId xmlns:a16="http://schemas.microsoft.com/office/drawing/2014/main" id="{11170E7C-1DE9-4213-BE45-ABEA86362FFC}"/>
                    </a:ext>
                  </a:extLst>
                </p:cNvPr>
                <p:cNvSpPr txBox="1"/>
                <p:nvPr/>
              </p:nvSpPr>
              <p:spPr>
                <a:xfrm>
                  <a:off x="6234205" y="2428555"/>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0.05</a:t>
                  </a:r>
                </a:p>
              </p:txBody>
            </p:sp>
          </p:grpSp>
          <p:sp>
            <p:nvSpPr>
              <p:cNvPr id="15750" name="文本框 1630">
                <a:extLst>
                  <a:ext uri="{FF2B5EF4-FFF2-40B4-BE49-F238E27FC236}">
                    <a16:creationId xmlns:a16="http://schemas.microsoft.com/office/drawing/2014/main" id="{1E29EF16-5F5E-985C-063D-47C3A835B90F}"/>
                  </a:ext>
                </a:extLst>
              </p:cNvPr>
              <p:cNvSpPr txBox="1"/>
              <p:nvPr/>
            </p:nvSpPr>
            <p:spPr>
              <a:xfrm rot="16200000">
                <a:off x="6300054" y="2683299"/>
                <a:ext cx="201803" cy="9133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FDR</a:t>
                </a:r>
              </a:p>
            </p:txBody>
          </p:sp>
        </p:grpSp>
        <p:sp>
          <p:nvSpPr>
            <p:cNvPr id="15743" name="任意多边形: 形状 15742">
              <a:extLst>
                <a:ext uri="{FF2B5EF4-FFF2-40B4-BE49-F238E27FC236}">
                  <a16:creationId xmlns:a16="http://schemas.microsoft.com/office/drawing/2014/main" id="{475F11D7-0DBD-6AD4-044E-CC0F9BE47B68}"/>
                </a:ext>
              </a:extLst>
            </p:cNvPr>
            <p:cNvSpPr/>
            <p:nvPr/>
          </p:nvSpPr>
          <p:spPr>
            <a:xfrm>
              <a:off x="6214837" y="2489216"/>
              <a:ext cx="24189" cy="484257"/>
            </a:xfrm>
            <a:custGeom>
              <a:avLst/>
              <a:gdLst>
                <a:gd name="csX0" fmla="*/ 0 w 24189"/>
                <a:gd name="csY0" fmla="*/ 484257 h 484257"/>
                <a:gd name="csX1" fmla="*/ 12095 w 24189"/>
                <a:gd name="csY1" fmla="*/ 484257 h 484257"/>
                <a:gd name="csX2" fmla="*/ 24190 w 24189"/>
                <a:gd name="csY2" fmla="*/ 484257 h 484257"/>
                <a:gd name="csX3" fmla="*/ 24190 w 24189"/>
                <a:gd name="csY3" fmla="*/ 0 h 484257"/>
                <a:gd name="csX4" fmla="*/ 12095 w 24189"/>
                <a:gd name="csY4" fmla="*/ 0 h 484257"/>
                <a:gd name="csX5" fmla="*/ 0 w 24189"/>
                <a:gd name="csY5" fmla="*/ 0 h 484257"/>
                <a:gd name="csX6" fmla="*/ 0 w 24189"/>
                <a:gd name="csY6" fmla="*/ 484257 h 48425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4189" h="484257">
                  <a:moveTo>
                    <a:pt x="0" y="484257"/>
                  </a:moveTo>
                  <a:lnTo>
                    <a:pt x="12095" y="484257"/>
                  </a:lnTo>
                  <a:lnTo>
                    <a:pt x="24190" y="484257"/>
                  </a:lnTo>
                  <a:lnTo>
                    <a:pt x="24190" y="0"/>
                  </a:lnTo>
                  <a:lnTo>
                    <a:pt x="12095" y="0"/>
                  </a:lnTo>
                  <a:lnTo>
                    <a:pt x="0" y="0"/>
                  </a:lnTo>
                  <a:lnTo>
                    <a:pt x="0" y="484257"/>
                  </a:lnTo>
                  <a:close/>
                </a:path>
              </a:pathLst>
            </a:custGeom>
            <a:noFill/>
            <a:ln w="2719" cap="sq">
              <a:solidFill>
                <a:srgbClr val="000000"/>
              </a:solidFill>
              <a:prstDash val="solid"/>
              <a:miter/>
            </a:ln>
          </p:spPr>
          <p:txBody>
            <a:bodyPr/>
            <a:lstStyle/>
            <a:p>
              <a:endParaRPr lang="zh-CN" altLang="en-US"/>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15527" y="143136"/>
            <a:ext cx="6139311" cy="9802912"/>
            <a:chOff x="475312" y="-136528"/>
            <a:chExt cx="6638680" cy="10805895"/>
          </a:xfrm>
        </p:grpSpPr>
        <p:grpSp>
          <p:nvGrpSpPr>
            <p:cNvPr id="3" name="图形 2"/>
            <p:cNvGrpSpPr/>
            <p:nvPr/>
          </p:nvGrpSpPr>
          <p:grpSpPr>
            <a:xfrm>
              <a:off x="625600" y="81169"/>
              <a:ext cx="2000099" cy="1466476"/>
              <a:chOff x="181115" y="87160"/>
              <a:chExt cx="2000099" cy="1466476"/>
            </a:xfrm>
          </p:grpSpPr>
          <p:sp>
            <p:nvSpPr>
              <p:cNvPr id="3210" name="任意多边形: 形状 3209"/>
              <p:cNvSpPr/>
              <p:nvPr/>
            </p:nvSpPr>
            <p:spPr>
              <a:xfrm flipV="1">
                <a:off x="181115" y="87160"/>
                <a:ext cx="1911055" cy="1402751"/>
              </a:xfrm>
              <a:custGeom>
                <a:avLst/>
                <a:gdLst>
                  <a:gd name="csX0" fmla="*/ -68 w 1911055"/>
                  <a:gd name="csY0" fmla="*/ -66 h 1402751"/>
                  <a:gd name="csX1" fmla="*/ 1910987 w 1911055"/>
                  <a:gd name="csY1" fmla="*/ -66 h 1402751"/>
                  <a:gd name="csX2" fmla="*/ 1910987 w 1911055"/>
                  <a:gd name="csY2" fmla="*/ 1402686 h 1402751"/>
                  <a:gd name="csX3" fmla="*/ -68 w 1911055"/>
                  <a:gd name="csY3" fmla="*/ 1402686 h 1402751"/>
                </a:gdLst>
                <a:ahLst/>
                <a:cxnLst>
                  <a:cxn ang="0">
                    <a:pos x="csX0" y="csY0"/>
                  </a:cxn>
                  <a:cxn ang="0">
                    <a:pos x="csX1" y="csY1"/>
                  </a:cxn>
                  <a:cxn ang="0">
                    <a:pos x="csX2" y="csY2"/>
                  </a:cxn>
                  <a:cxn ang="0">
                    <a:pos x="csX3" y="csY3"/>
                  </a:cxn>
                </a:cxnLst>
                <a:rect l="l" t="t" r="r" b="b"/>
                <a:pathLst>
                  <a:path w="1911055" h="1402751">
                    <a:moveTo>
                      <a:pt x="-68" y="-66"/>
                    </a:moveTo>
                    <a:lnTo>
                      <a:pt x="1910987" y="-66"/>
                    </a:lnTo>
                    <a:lnTo>
                      <a:pt x="1910987" y="1402686"/>
                    </a:lnTo>
                    <a:lnTo>
                      <a:pt x="-68" y="1402686"/>
                    </a:lnTo>
                    <a:close/>
                  </a:path>
                </a:pathLst>
              </a:custGeom>
              <a:solidFill>
                <a:srgbClr val="FFFFFF"/>
              </a:solidFill>
              <a:ln w="5409" cap="flat">
                <a:noFill/>
                <a:prstDash val="solid"/>
                <a:miter/>
              </a:ln>
            </p:spPr>
            <p:txBody>
              <a:bodyPr/>
              <a:lstStyle/>
              <a:p>
                <a:endParaRPr lang="zh-CN" altLang="en-US" sz="2190"/>
              </a:p>
            </p:txBody>
          </p:sp>
          <p:sp>
            <p:nvSpPr>
              <p:cNvPr id="3211" name="任意多边形: 形状 3210"/>
              <p:cNvSpPr/>
              <p:nvPr/>
            </p:nvSpPr>
            <p:spPr>
              <a:xfrm flipV="1">
                <a:off x="529814" y="163137"/>
                <a:ext cx="1640438" cy="1101775"/>
              </a:xfrm>
              <a:custGeom>
                <a:avLst/>
                <a:gdLst>
                  <a:gd name="csX0" fmla="*/ -77 w 1640438"/>
                  <a:gd name="csY0" fmla="*/ -77 h 1101775"/>
                  <a:gd name="csX1" fmla="*/ 1640361 w 1640438"/>
                  <a:gd name="csY1" fmla="*/ -77 h 1101775"/>
                  <a:gd name="csX2" fmla="*/ 1640361 w 1640438"/>
                  <a:gd name="csY2" fmla="*/ 1101699 h 1101775"/>
                  <a:gd name="csX3" fmla="*/ -77 w 1640438"/>
                  <a:gd name="csY3" fmla="*/ 1101699 h 1101775"/>
                </a:gdLst>
                <a:ahLst/>
                <a:cxnLst>
                  <a:cxn ang="0">
                    <a:pos x="csX0" y="csY0"/>
                  </a:cxn>
                  <a:cxn ang="0">
                    <a:pos x="csX1" y="csY1"/>
                  </a:cxn>
                  <a:cxn ang="0">
                    <a:pos x="csX2" y="csY2"/>
                  </a:cxn>
                  <a:cxn ang="0">
                    <a:pos x="csX3" y="csY3"/>
                  </a:cxn>
                </a:cxnLst>
                <a:rect l="l" t="t" r="r" b="b"/>
                <a:pathLst>
                  <a:path w="1640438" h="1101775">
                    <a:moveTo>
                      <a:pt x="-77" y="-77"/>
                    </a:moveTo>
                    <a:lnTo>
                      <a:pt x="1640361" y="-77"/>
                    </a:lnTo>
                    <a:lnTo>
                      <a:pt x="1640361" y="1101699"/>
                    </a:lnTo>
                    <a:lnTo>
                      <a:pt x="-77" y="1101699"/>
                    </a:lnTo>
                    <a:close/>
                  </a:path>
                </a:pathLst>
              </a:custGeom>
              <a:solidFill>
                <a:srgbClr val="FFFFFF"/>
              </a:solidFill>
              <a:ln w="5409" cap="flat">
                <a:noFill/>
                <a:prstDash val="solid"/>
                <a:miter/>
              </a:ln>
            </p:spPr>
            <p:txBody>
              <a:bodyPr/>
              <a:lstStyle/>
              <a:p>
                <a:endParaRPr lang="zh-CN" altLang="en-US" sz="2190"/>
              </a:p>
            </p:txBody>
          </p:sp>
          <p:sp>
            <p:nvSpPr>
              <p:cNvPr id="3212" name="任意多边形: 形状 3211"/>
              <p:cNvSpPr/>
              <p:nvPr/>
            </p:nvSpPr>
            <p:spPr>
              <a:xfrm flipV="1">
                <a:off x="837396" y="163137"/>
                <a:ext cx="10962" cy="1101775"/>
              </a:xfrm>
              <a:custGeom>
                <a:avLst/>
                <a:gdLst>
                  <a:gd name="csX0" fmla="*/ -29 w 10962"/>
                  <a:gd name="csY0" fmla="*/ -77 h 1101775"/>
                  <a:gd name="csX1" fmla="*/ -29 w 10962"/>
                  <a:gd name="csY1" fmla="*/ 1101699 h 1101775"/>
                </a:gdLst>
                <a:ahLst/>
                <a:cxnLst>
                  <a:cxn ang="0">
                    <a:pos x="csX0" y="csY0"/>
                  </a:cxn>
                  <a:cxn ang="0">
                    <a:pos x="csX1" y="csY1"/>
                  </a:cxn>
                </a:cxnLst>
                <a:rect l="l" t="t" r="r" b="b"/>
                <a:pathLst>
                  <a:path w="10962" h="1101775">
                    <a:moveTo>
                      <a:pt x="-29" y="-77"/>
                    </a:moveTo>
                    <a:lnTo>
                      <a:pt x="-29" y="1101699"/>
                    </a:lnTo>
                  </a:path>
                </a:pathLst>
              </a:custGeom>
              <a:noFill/>
              <a:ln w="2704" cap="sq">
                <a:solidFill>
                  <a:srgbClr val="E0E0E0"/>
                </a:solidFill>
                <a:prstDash val="solid"/>
                <a:round/>
              </a:ln>
            </p:spPr>
            <p:txBody>
              <a:bodyPr/>
              <a:lstStyle/>
              <a:p>
                <a:endParaRPr lang="zh-CN" altLang="en-US" sz="2190"/>
              </a:p>
            </p:txBody>
          </p:sp>
          <p:sp>
            <p:nvSpPr>
              <p:cNvPr id="3213" name="任意多边形: 形状 3212"/>
              <p:cNvSpPr/>
              <p:nvPr/>
            </p:nvSpPr>
            <p:spPr>
              <a:xfrm flipV="1">
                <a:off x="837396" y="1264912"/>
                <a:ext cx="10962" cy="17595"/>
              </a:xfrm>
              <a:custGeom>
                <a:avLst/>
                <a:gdLst>
                  <a:gd name="csX0" fmla="*/ -29 w 10962"/>
                  <a:gd name="csY0" fmla="*/ 17685 h 17595"/>
                  <a:gd name="csX1" fmla="*/ -29 w 10962"/>
                  <a:gd name="csY1" fmla="*/ 89 h 17595"/>
                </a:gdLst>
                <a:ahLst/>
                <a:cxnLst>
                  <a:cxn ang="0">
                    <a:pos x="csX0" y="csY0"/>
                  </a:cxn>
                  <a:cxn ang="0">
                    <a:pos x="csX1" y="csY1"/>
                  </a:cxn>
                </a:cxnLst>
                <a:rect l="l" t="t" r="r" b="b"/>
                <a:pathLst>
                  <a:path w="10962" h="17595">
                    <a:moveTo>
                      <a:pt x="-29" y="17685"/>
                    </a:moveTo>
                    <a:lnTo>
                      <a:pt x="-29" y="89"/>
                    </a:lnTo>
                  </a:path>
                </a:pathLst>
              </a:custGeom>
              <a:solidFill>
                <a:srgbClr val="000000"/>
              </a:solidFill>
              <a:ln w="5409" cap="flat">
                <a:noFill/>
                <a:prstDash val="solid"/>
                <a:miter/>
              </a:ln>
            </p:spPr>
            <p:txBody>
              <a:bodyPr/>
              <a:lstStyle/>
              <a:p>
                <a:endParaRPr lang="zh-CN" altLang="en-US" sz="2190"/>
              </a:p>
            </p:txBody>
          </p:sp>
          <p:sp>
            <p:nvSpPr>
              <p:cNvPr id="3214" name="任意多边形: 形状 3213"/>
              <p:cNvSpPr/>
              <p:nvPr/>
            </p:nvSpPr>
            <p:spPr>
              <a:xfrm flipV="1">
                <a:off x="837396" y="1264912"/>
                <a:ext cx="10962" cy="17595"/>
              </a:xfrm>
              <a:custGeom>
                <a:avLst/>
                <a:gdLst>
                  <a:gd name="csX0" fmla="*/ -29 w 10962"/>
                  <a:gd name="csY0" fmla="*/ 17685 h 17595"/>
                  <a:gd name="csX1" fmla="*/ -29 w 10962"/>
                  <a:gd name="csY1" fmla="*/ 89 h 17595"/>
                </a:gdLst>
                <a:ahLst/>
                <a:cxnLst>
                  <a:cxn ang="0">
                    <a:pos x="csX0" y="csY0"/>
                  </a:cxn>
                  <a:cxn ang="0">
                    <a:pos x="csX1" y="csY1"/>
                  </a:cxn>
                </a:cxnLst>
                <a:rect l="l" t="t" r="r" b="b"/>
                <a:pathLst>
                  <a:path w="10962" h="17595">
                    <a:moveTo>
                      <a:pt x="-29" y="17685"/>
                    </a:moveTo>
                    <a:lnTo>
                      <a:pt x="-29" y="89"/>
                    </a:lnTo>
                  </a:path>
                </a:pathLst>
              </a:custGeom>
              <a:noFill/>
              <a:ln w="4327" cap="flat">
                <a:solidFill>
                  <a:srgbClr val="000000"/>
                </a:solidFill>
                <a:prstDash val="solid"/>
                <a:round/>
              </a:ln>
            </p:spPr>
            <p:txBody>
              <a:bodyPr/>
              <a:lstStyle/>
              <a:p>
                <a:endParaRPr lang="zh-CN" altLang="en-US" sz="2190"/>
              </a:p>
            </p:txBody>
          </p:sp>
          <p:sp>
            <p:nvSpPr>
              <p:cNvPr id="3215" name="文本框 3214"/>
              <p:cNvSpPr txBox="1"/>
              <p:nvPr/>
            </p:nvSpPr>
            <p:spPr>
              <a:xfrm>
                <a:off x="697435" y="1247048"/>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3216" name="任意多边形: 形状 3215"/>
              <p:cNvSpPr/>
              <p:nvPr/>
            </p:nvSpPr>
            <p:spPr>
              <a:xfrm flipV="1">
                <a:off x="1350033" y="163137"/>
                <a:ext cx="10962" cy="1101775"/>
              </a:xfrm>
              <a:custGeom>
                <a:avLst/>
                <a:gdLst>
                  <a:gd name="csX0" fmla="*/ -77 w 10962"/>
                  <a:gd name="csY0" fmla="*/ -77 h 1101775"/>
                  <a:gd name="csX1" fmla="*/ -77 w 10962"/>
                  <a:gd name="csY1" fmla="*/ 1101699 h 1101775"/>
                </a:gdLst>
                <a:ahLst/>
                <a:cxnLst>
                  <a:cxn ang="0">
                    <a:pos x="csX0" y="csY0"/>
                  </a:cxn>
                  <a:cxn ang="0">
                    <a:pos x="csX1" y="csY1"/>
                  </a:cxn>
                </a:cxnLst>
                <a:rect l="l" t="t" r="r" b="b"/>
                <a:pathLst>
                  <a:path w="10962" h="1101775">
                    <a:moveTo>
                      <a:pt x="-77" y="-77"/>
                    </a:moveTo>
                    <a:lnTo>
                      <a:pt x="-77" y="1101699"/>
                    </a:lnTo>
                  </a:path>
                </a:pathLst>
              </a:custGeom>
              <a:noFill/>
              <a:ln w="2704" cap="sq">
                <a:solidFill>
                  <a:srgbClr val="E0E0E0"/>
                </a:solidFill>
                <a:prstDash val="solid"/>
                <a:round/>
              </a:ln>
            </p:spPr>
            <p:txBody>
              <a:bodyPr/>
              <a:lstStyle/>
              <a:p>
                <a:endParaRPr lang="zh-CN" altLang="en-US" sz="2190"/>
              </a:p>
            </p:txBody>
          </p:sp>
          <p:sp>
            <p:nvSpPr>
              <p:cNvPr id="3217" name="任意多边形: 形状 3216"/>
              <p:cNvSpPr/>
              <p:nvPr/>
            </p:nvSpPr>
            <p:spPr>
              <a:xfrm flipV="1">
                <a:off x="1350033" y="1264912"/>
                <a:ext cx="10962" cy="17595"/>
              </a:xfrm>
              <a:custGeom>
                <a:avLst/>
                <a:gdLst>
                  <a:gd name="csX0" fmla="*/ -77 w 10962"/>
                  <a:gd name="csY0" fmla="*/ 17685 h 17595"/>
                  <a:gd name="csX1" fmla="*/ -77 w 10962"/>
                  <a:gd name="csY1" fmla="*/ 89 h 17595"/>
                </a:gdLst>
                <a:ahLst/>
                <a:cxnLst>
                  <a:cxn ang="0">
                    <a:pos x="csX0" y="csY0"/>
                  </a:cxn>
                  <a:cxn ang="0">
                    <a:pos x="csX1" y="csY1"/>
                  </a:cxn>
                </a:cxnLst>
                <a:rect l="l" t="t" r="r" b="b"/>
                <a:pathLst>
                  <a:path w="10962" h="17595">
                    <a:moveTo>
                      <a:pt x="-77" y="17685"/>
                    </a:moveTo>
                    <a:lnTo>
                      <a:pt x="-77" y="89"/>
                    </a:lnTo>
                  </a:path>
                </a:pathLst>
              </a:custGeom>
              <a:solidFill>
                <a:srgbClr val="000000"/>
              </a:solidFill>
              <a:ln w="5409" cap="flat">
                <a:noFill/>
                <a:prstDash val="solid"/>
                <a:miter/>
              </a:ln>
            </p:spPr>
            <p:txBody>
              <a:bodyPr/>
              <a:lstStyle/>
              <a:p>
                <a:endParaRPr lang="zh-CN" altLang="en-US" sz="2190"/>
              </a:p>
            </p:txBody>
          </p:sp>
          <p:sp>
            <p:nvSpPr>
              <p:cNvPr id="3218" name="任意多边形: 形状 3217"/>
              <p:cNvSpPr/>
              <p:nvPr/>
            </p:nvSpPr>
            <p:spPr>
              <a:xfrm flipV="1">
                <a:off x="1350033" y="1264912"/>
                <a:ext cx="10962" cy="17595"/>
              </a:xfrm>
              <a:custGeom>
                <a:avLst/>
                <a:gdLst>
                  <a:gd name="csX0" fmla="*/ -77 w 10962"/>
                  <a:gd name="csY0" fmla="*/ 17685 h 17595"/>
                  <a:gd name="csX1" fmla="*/ -77 w 10962"/>
                  <a:gd name="csY1" fmla="*/ 89 h 17595"/>
                </a:gdLst>
                <a:ahLst/>
                <a:cxnLst>
                  <a:cxn ang="0">
                    <a:pos x="csX0" y="csY0"/>
                  </a:cxn>
                  <a:cxn ang="0">
                    <a:pos x="csX1" y="csY1"/>
                  </a:cxn>
                </a:cxnLst>
                <a:rect l="l" t="t" r="r" b="b"/>
                <a:pathLst>
                  <a:path w="10962" h="17595">
                    <a:moveTo>
                      <a:pt x="-77" y="17685"/>
                    </a:moveTo>
                    <a:lnTo>
                      <a:pt x="-77" y="89"/>
                    </a:lnTo>
                  </a:path>
                </a:pathLst>
              </a:custGeom>
              <a:noFill/>
              <a:ln w="4327" cap="flat">
                <a:solidFill>
                  <a:srgbClr val="000000"/>
                </a:solidFill>
                <a:prstDash val="solid"/>
                <a:round/>
              </a:ln>
            </p:spPr>
            <p:txBody>
              <a:bodyPr/>
              <a:lstStyle/>
              <a:p>
                <a:endParaRPr lang="zh-CN" altLang="en-US" sz="2190"/>
              </a:p>
            </p:txBody>
          </p:sp>
          <p:sp>
            <p:nvSpPr>
              <p:cNvPr id="3219" name="文本框 3218"/>
              <p:cNvSpPr txBox="1"/>
              <p:nvPr/>
            </p:nvSpPr>
            <p:spPr>
              <a:xfrm>
                <a:off x="1211431" y="1247048"/>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3220" name="任意多边形: 形状 3219"/>
              <p:cNvSpPr/>
              <p:nvPr/>
            </p:nvSpPr>
            <p:spPr>
              <a:xfrm flipV="1">
                <a:off x="1862670" y="163137"/>
                <a:ext cx="10962" cy="1101775"/>
              </a:xfrm>
              <a:custGeom>
                <a:avLst/>
                <a:gdLst>
                  <a:gd name="csX0" fmla="*/ -125 w 10962"/>
                  <a:gd name="csY0" fmla="*/ -77 h 1101775"/>
                  <a:gd name="csX1" fmla="*/ -125 w 10962"/>
                  <a:gd name="csY1" fmla="*/ 1101699 h 1101775"/>
                </a:gdLst>
                <a:ahLst/>
                <a:cxnLst>
                  <a:cxn ang="0">
                    <a:pos x="csX0" y="csY0"/>
                  </a:cxn>
                  <a:cxn ang="0">
                    <a:pos x="csX1" y="csY1"/>
                  </a:cxn>
                </a:cxnLst>
                <a:rect l="l" t="t" r="r" b="b"/>
                <a:pathLst>
                  <a:path w="10962" h="1101775">
                    <a:moveTo>
                      <a:pt x="-125" y="-77"/>
                    </a:moveTo>
                    <a:lnTo>
                      <a:pt x="-125" y="1101699"/>
                    </a:lnTo>
                  </a:path>
                </a:pathLst>
              </a:custGeom>
              <a:noFill/>
              <a:ln w="2704" cap="sq">
                <a:solidFill>
                  <a:srgbClr val="E0E0E0"/>
                </a:solidFill>
                <a:prstDash val="solid"/>
                <a:round/>
              </a:ln>
            </p:spPr>
            <p:txBody>
              <a:bodyPr/>
              <a:lstStyle/>
              <a:p>
                <a:endParaRPr lang="zh-CN" altLang="en-US" sz="2190"/>
              </a:p>
            </p:txBody>
          </p:sp>
          <p:sp>
            <p:nvSpPr>
              <p:cNvPr id="3221" name="任意多边形: 形状 3220"/>
              <p:cNvSpPr/>
              <p:nvPr/>
            </p:nvSpPr>
            <p:spPr>
              <a:xfrm flipV="1">
                <a:off x="1862670" y="1264912"/>
                <a:ext cx="10962" cy="17595"/>
              </a:xfrm>
              <a:custGeom>
                <a:avLst/>
                <a:gdLst>
                  <a:gd name="csX0" fmla="*/ -125 w 10962"/>
                  <a:gd name="csY0" fmla="*/ 17685 h 17595"/>
                  <a:gd name="csX1" fmla="*/ -125 w 10962"/>
                  <a:gd name="csY1" fmla="*/ 89 h 17595"/>
                </a:gdLst>
                <a:ahLst/>
                <a:cxnLst>
                  <a:cxn ang="0">
                    <a:pos x="csX0" y="csY0"/>
                  </a:cxn>
                  <a:cxn ang="0">
                    <a:pos x="csX1" y="csY1"/>
                  </a:cxn>
                </a:cxnLst>
                <a:rect l="l" t="t" r="r" b="b"/>
                <a:pathLst>
                  <a:path w="10962" h="17595">
                    <a:moveTo>
                      <a:pt x="-125" y="17685"/>
                    </a:moveTo>
                    <a:lnTo>
                      <a:pt x="-125" y="89"/>
                    </a:lnTo>
                  </a:path>
                </a:pathLst>
              </a:custGeom>
              <a:solidFill>
                <a:srgbClr val="000000"/>
              </a:solidFill>
              <a:ln w="5409" cap="flat">
                <a:noFill/>
                <a:prstDash val="solid"/>
                <a:miter/>
              </a:ln>
            </p:spPr>
            <p:txBody>
              <a:bodyPr/>
              <a:lstStyle/>
              <a:p>
                <a:endParaRPr lang="zh-CN" altLang="en-US" sz="2190"/>
              </a:p>
            </p:txBody>
          </p:sp>
          <p:sp>
            <p:nvSpPr>
              <p:cNvPr id="3222" name="任意多边形: 形状 3221"/>
              <p:cNvSpPr/>
              <p:nvPr/>
            </p:nvSpPr>
            <p:spPr>
              <a:xfrm flipV="1">
                <a:off x="1862670" y="1264912"/>
                <a:ext cx="10962" cy="17595"/>
              </a:xfrm>
              <a:custGeom>
                <a:avLst/>
                <a:gdLst>
                  <a:gd name="csX0" fmla="*/ -125 w 10962"/>
                  <a:gd name="csY0" fmla="*/ 17685 h 17595"/>
                  <a:gd name="csX1" fmla="*/ -125 w 10962"/>
                  <a:gd name="csY1" fmla="*/ 89 h 17595"/>
                </a:gdLst>
                <a:ahLst/>
                <a:cxnLst>
                  <a:cxn ang="0">
                    <a:pos x="csX0" y="csY0"/>
                  </a:cxn>
                  <a:cxn ang="0">
                    <a:pos x="csX1" y="csY1"/>
                  </a:cxn>
                </a:cxnLst>
                <a:rect l="l" t="t" r="r" b="b"/>
                <a:pathLst>
                  <a:path w="10962" h="17595">
                    <a:moveTo>
                      <a:pt x="-125" y="17685"/>
                    </a:moveTo>
                    <a:lnTo>
                      <a:pt x="-125" y="89"/>
                    </a:lnTo>
                  </a:path>
                </a:pathLst>
              </a:custGeom>
              <a:noFill/>
              <a:ln w="4327" cap="flat">
                <a:solidFill>
                  <a:srgbClr val="000000"/>
                </a:solidFill>
                <a:prstDash val="solid"/>
                <a:round/>
              </a:ln>
            </p:spPr>
            <p:txBody>
              <a:bodyPr/>
              <a:lstStyle/>
              <a:p>
                <a:endParaRPr lang="zh-CN" altLang="en-US" sz="2190"/>
              </a:p>
            </p:txBody>
          </p:sp>
          <p:sp>
            <p:nvSpPr>
              <p:cNvPr id="3223" name="文本框 3222"/>
              <p:cNvSpPr txBox="1"/>
              <p:nvPr/>
            </p:nvSpPr>
            <p:spPr>
              <a:xfrm>
                <a:off x="1711793" y="1247048"/>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3224" name="文本框 3223"/>
              <p:cNvSpPr txBox="1"/>
              <p:nvPr/>
            </p:nvSpPr>
            <p:spPr>
              <a:xfrm>
                <a:off x="678183" y="1336505"/>
                <a:ext cx="133332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ORF identity to UniProt (%)</a:t>
                </a:r>
              </a:p>
            </p:txBody>
          </p:sp>
          <p:sp>
            <p:nvSpPr>
              <p:cNvPr id="3225" name="任意多边形: 形状 3224"/>
              <p:cNvSpPr/>
              <p:nvPr/>
            </p:nvSpPr>
            <p:spPr>
              <a:xfrm flipV="1">
                <a:off x="529814" y="1264912"/>
                <a:ext cx="1640438" cy="10177"/>
              </a:xfrm>
              <a:custGeom>
                <a:avLst/>
                <a:gdLst>
                  <a:gd name="csX0" fmla="*/ -77 w 1640438"/>
                  <a:gd name="csY0" fmla="*/ 87 h 10177"/>
                  <a:gd name="csX1" fmla="*/ 1640361 w 1640438"/>
                  <a:gd name="csY1" fmla="*/ 87 h 10177"/>
                </a:gdLst>
                <a:ahLst/>
                <a:cxnLst>
                  <a:cxn ang="0">
                    <a:pos x="csX0" y="csY0"/>
                  </a:cxn>
                  <a:cxn ang="0">
                    <a:pos x="csX1" y="csY1"/>
                  </a:cxn>
                </a:cxnLst>
                <a:rect l="l" t="t" r="r" b="b"/>
                <a:pathLst>
                  <a:path w="1640438" h="10177">
                    <a:moveTo>
                      <a:pt x="-77" y="87"/>
                    </a:moveTo>
                    <a:lnTo>
                      <a:pt x="1640361" y="87"/>
                    </a:lnTo>
                  </a:path>
                </a:pathLst>
              </a:custGeom>
              <a:noFill/>
              <a:ln w="2704" cap="sq">
                <a:solidFill>
                  <a:srgbClr val="E0E0E0"/>
                </a:solidFill>
                <a:prstDash val="solid"/>
                <a:round/>
              </a:ln>
            </p:spPr>
            <p:txBody>
              <a:bodyPr/>
              <a:lstStyle/>
              <a:p>
                <a:endParaRPr lang="zh-CN" altLang="en-US" sz="2190"/>
              </a:p>
            </p:txBody>
          </p:sp>
          <p:sp>
            <p:nvSpPr>
              <p:cNvPr id="3226" name="任意多边形: 形状 3225"/>
              <p:cNvSpPr/>
              <p:nvPr/>
            </p:nvSpPr>
            <p:spPr>
              <a:xfrm flipV="1">
                <a:off x="510862" y="1264912"/>
                <a:ext cx="18951" cy="10177"/>
              </a:xfrm>
              <a:custGeom>
                <a:avLst/>
                <a:gdLst>
                  <a:gd name="csX0" fmla="*/ 18952 w 18951"/>
                  <a:gd name="csY0" fmla="*/ 87 h 10177"/>
                  <a:gd name="csX1" fmla="*/ 0 w 18951"/>
                  <a:gd name="csY1" fmla="*/ 87 h 10177"/>
                </a:gdLst>
                <a:ahLst/>
                <a:cxnLst>
                  <a:cxn ang="0">
                    <a:pos x="csX0" y="csY0"/>
                  </a:cxn>
                  <a:cxn ang="0">
                    <a:pos x="csX1" y="csY1"/>
                  </a:cxn>
                </a:cxnLst>
                <a:rect l="l" t="t" r="r" b="b"/>
                <a:pathLst>
                  <a:path w="18951" h="10177">
                    <a:moveTo>
                      <a:pt x="18952" y="87"/>
                    </a:moveTo>
                    <a:lnTo>
                      <a:pt x="0" y="87"/>
                    </a:lnTo>
                  </a:path>
                </a:pathLst>
              </a:custGeom>
              <a:solidFill>
                <a:srgbClr val="000000"/>
              </a:solidFill>
              <a:ln w="5409" cap="flat">
                <a:noFill/>
                <a:prstDash val="solid"/>
                <a:miter/>
              </a:ln>
            </p:spPr>
            <p:txBody>
              <a:bodyPr/>
              <a:lstStyle/>
              <a:p>
                <a:endParaRPr lang="zh-CN" altLang="en-US" sz="2190"/>
              </a:p>
            </p:txBody>
          </p:sp>
          <p:sp>
            <p:nvSpPr>
              <p:cNvPr id="3227" name="任意多边形: 形状 3226"/>
              <p:cNvSpPr/>
              <p:nvPr/>
            </p:nvSpPr>
            <p:spPr>
              <a:xfrm flipV="1">
                <a:off x="510862" y="1264912"/>
                <a:ext cx="18951" cy="10177"/>
              </a:xfrm>
              <a:custGeom>
                <a:avLst/>
                <a:gdLst>
                  <a:gd name="csX0" fmla="*/ 18952 w 18951"/>
                  <a:gd name="csY0" fmla="*/ 87 h 10177"/>
                  <a:gd name="csX1" fmla="*/ 0 w 18951"/>
                  <a:gd name="csY1" fmla="*/ 87 h 10177"/>
                </a:gdLst>
                <a:ahLst/>
                <a:cxnLst>
                  <a:cxn ang="0">
                    <a:pos x="csX0" y="csY0"/>
                  </a:cxn>
                  <a:cxn ang="0">
                    <a:pos x="csX1" y="csY1"/>
                  </a:cxn>
                </a:cxnLst>
                <a:rect l="l" t="t" r="r" b="b"/>
                <a:pathLst>
                  <a:path w="18951" h="10177">
                    <a:moveTo>
                      <a:pt x="18952" y="87"/>
                    </a:moveTo>
                    <a:lnTo>
                      <a:pt x="0" y="87"/>
                    </a:lnTo>
                  </a:path>
                </a:pathLst>
              </a:custGeom>
              <a:noFill/>
              <a:ln w="4327" cap="flat">
                <a:solidFill>
                  <a:srgbClr val="000000"/>
                </a:solidFill>
                <a:prstDash val="solid"/>
                <a:round/>
              </a:ln>
            </p:spPr>
            <p:txBody>
              <a:bodyPr/>
              <a:lstStyle/>
              <a:p>
                <a:endParaRPr lang="zh-CN" altLang="en-US" sz="2190"/>
              </a:p>
            </p:txBody>
          </p:sp>
          <p:sp>
            <p:nvSpPr>
              <p:cNvPr id="3228" name="文本框 3227"/>
              <p:cNvSpPr txBox="1"/>
              <p:nvPr/>
            </p:nvSpPr>
            <p:spPr>
              <a:xfrm>
                <a:off x="265829" y="1192769"/>
                <a:ext cx="3348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3229" name="任意多边形: 形状 3228"/>
              <p:cNvSpPr/>
              <p:nvPr/>
            </p:nvSpPr>
            <p:spPr>
              <a:xfrm flipV="1">
                <a:off x="529814" y="1002585"/>
                <a:ext cx="1640438" cy="10177"/>
              </a:xfrm>
              <a:custGeom>
                <a:avLst/>
                <a:gdLst>
                  <a:gd name="csX0" fmla="*/ -77 w 1640438"/>
                  <a:gd name="csY0" fmla="*/ 9 h 10177"/>
                  <a:gd name="csX1" fmla="*/ 1640361 w 1640438"/>
                  <a:gd name="csY1" fmla="*/ 9 h 10177"/>
                </a:gdLst>
                <a:ahLst/>
                <a:cxnLst>
                  <a:cxn ang="0">
                    <a:pos x="csX0" y="csY0"/>
                  </a:cxn>
                  <a:cxn ang="0">
                    <a:pos x="csX1" y="csY1"/>
                  </a:cxn>
                </a:cxnLst>
                <a:rect l="l" t="t" r="r" b="b"/>
                <a:pathLst>
                  <a:path w="1640438" h="10177">
                    <a:moveTo>
                      <a:pt x="-77" y="9"/>
                    </a:moveTo>
                    <a:lnTo>
                      <a:pt x="1640361" y="9"/>
                    </a:lnTo>
                  </a:path>
                </a:pathLst>
              </a:custGeom>
              <a:noFill/>
              <a:ln w="2704" cap="sq">
                <a:solidFill>
                  <a:srgbClr val="E0E0E0"/>
                </a:solidFill>
                <a:prstDash val="solid"/>
                <a:round/>
              </a:ln>
            </p:spPr>
            <p:txBody>
              <a:bodyPr/>
              <a:lstStyle/>
              <a:p>
                <a:endParaRPr lang="zh-CN" altLang="en-US" sz="2190"/>
              </a:p>
            </p:txBody>
          </p:sp>
          <p:sp>
            <p:nvSpPr>
              <p:cNvPr id="3230" name="任意多边形: 形状 3229"/>
              <p:cNvSpPr/>
              <p:nvPr/>
            </p:nvSpPr>
            <p:spPr>
              <a:xfrm flipV="1">
                <a:off x="510862" y="1002585"/>
                <a:ext cx="18951" cy="10177"/>
              </a:xfrm>
              <a:custGeom>
                <a:avLst/>
                <a:gdLst>
                  <a:gd name="csX0" fmla="*/ 18952 w 18951"/>
                  <a:gd name="csY0" fmla="*/ 9 h 10177"/>
                  <a:gd name="csX1" fmla="*/ 0 w 18951"/>
                  <a:gd name="csY1" fmla="*/ 9 h 10177"/>
                </a:gdLst>
                <a:ahLst/>
                <a:cxnLst>
                  <a:cxn ang="0">
                    <a:pos x="csX0" y="csY0"/>
                  </a:cxn>
                  <a:cxn ang="0">
                    <a:pos x="csX1" y="csY1"/>
                  </a:cxn>
                </a:cxnLst>
                <a:rect l="l" t="t" r="r" b="b"/>
                <a:pathLst>
                  <a:path w="18951" h="10177">
                    <a:moveTo>
                      <a:pt x="18952" y="9"/>
                    </a:moveTo>
                    <a:lnTo>
                      <a:pt x="0" y="9"/>
                    </a:lnTo>
                  </a:path>
                </a:pathLst>
              </a:custGeom>
              <a:solidFill>
                <a:srgbClr val="000000"/>
              </a:solidFill>
              <a:ln w="5409" cap="flat">
                <a:noFill/>
                <a:prstDash val="solid"/>
                <a:miter/>
              </a:ln>
            </p:spPr>
            <p:txBody>
              <a:bodyPr/>
              <a:lstStyle/>
              <a:p>
                <a:endParaRPr lang="zh-CN" altLang="en-US" sz="2190"/>
              </a:p>
            </p:txBody>
          </p:sp>
          <p:sp>
            <p:nvSpPr>
              <p:cNvPr id="3231" name="任意多边形: 形状 3230"/>
              <p:cNvSpPr/>
              <p:nvPr/>
            </p:nvSpPr>
            <p:spPr>
              <a:xfrm flipV="1">
                <a:off x="510862" y="1002585"/>
                <a:ext cx="18951" cy="10177"/>
              </a:xfrm>
              <a:custGeom>
                <a:avLst/>
                <a:gdLst>
                  <a:gd name="csX0" fmla="*/ 18952 w 18951"/>
                  <a:gd name="csY0" fmla="*/ 9 h 10177"/>
                  <a:gd name="csX1" fmla="*/ 0 w 18951"/>
                  <a:gd name="csY1" fmla="*/ 9 h 10177"/>
                </a:gdLst>
                <a:ahLst/>
                <a:cxnLst>
                  <a:cxn ang="0">
                    <a:pos x="csX0" y="csY0"/>
                  </a:cxn>
                  <a:cxn ang="0">
                    <a:pos x="csX1" y="csY1"/>
                  </a:cxn>
                </a:cxnLst>
                <a:rect l="l" t="t" r="r" b="b"/>
                <a:pathLst>
                  <a:path w="18951" h="10177">
                    <a:moveTo>
                      <a:pt x="18952" y="9"/>
                    </a:moveTo>
                    <a:lnTo>
                      <a:pt x="0" y="9"/>
                    </a:lnTo>
                  </a:path>
                </a:pathLst>
              </a:custGeom>
              <a:noFill/>
              <a:ln w="4327" cap="flat">
                <a:solidFill>
                  <a:srgbClr val="000000"/>
                </a:solidFill>
                <a:prstDash val="solid"/>
                <a:round/>
              </a:ln>
            </p:spPr>
            <p:txBody>
              <a:bodyPr/>
              <a:lstStyle/>
              <a:p>
                <a:endParaRPr lang="zh-CN" altLang="en-US" sz="2190"/>
              </a:p>
            </p:txBody>
          </p:sp>
          <p:sp>
            <p:nvSpPr>
              <p:cNvPr id="3232" name="文本框 3231"/>
              <p:cNvSpPr txBox="1"/>
              <p:nvPr/>
            </p:nvSpPr>
            <p:spPr>
              <a:xfrm>
                <a:off x="220046" y="930445"/>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a:t>
                </a:r>
              </a:p>
            </p:txBody>
          </p:sp>
          <p:sp>
            <p:nvSpPr>
              <p:cNvPr id="3233" name="任意多边形: 形状 3232"/>
              <p:cNvSpPr/>
              <p:nvPr/>
            </p:nvSpPr>
            <p:spPr>
              <a:xfrm flipV="1">
                <a:off x="529814" y="740256"/>
                <a:ext cx="1640438" cy="10177"/>
              </a:xfrm>
              <a:custGeom>
                <a:avLst/>
                <a:gdLst>
                  <a:gd name="csX0" fmla="*/ -77 w 1640438"/>
                  <a:gd name="csY0" fmla="*/ -69 h 10177"/>
                  <a:gd name="csX1" fmla="*/ 1640361 w 1640438"/>
                  <a:gd name="csY1" fmla="*/ -69 h 10177"/>
                </a:gdLst>
                <a:ahLst/>
                <a:cxnLst>
                  <a:cxn ang="0">
                    <a:pos x="csX0" y="csY0"/>
                  </a:cxn>
                  <a:cxn ang="0">
                    <a:pos x="csX1" y="csY1"/>
                  </a:cxn>
                </a:cxnLst>
                <a:rect l="l" t="t" r="r" b="b"/>
                <a:pathLst>
                  <a:path w="1640438" h="10177">
                    <a:moveTo>
                      <a:pt x="-77" y="-69"/>
                    </a:moveTo>
                    <a:lnTo>
                      <a:pt x="1640361" y="-69"/>
                    </a:lnTo>
                  </a:path>
                </a:pathLst>
              </a:custGeom>
              <a:noFill/>
              <a:ln w="2704" cap="sq">
                <a:solidFill>
                  <a:srgbClr val="E0E0E0"/>
                </a:solidFill>
                <a:prstDash val="solid"/>
                <a:round/>
              </a:ln>
            </p:spPr>
            <p:txBody>
              <a:bodyPr/>
              <a:lstStyle/>
              <a:p>
                <a:endParaRPr lang="zh-CN" altLang="en-US" sz="2190"/>
              </a:p>
            </p:txBody>
          </p:sp>
          <p:sp>
            <p:nvSpPr>
              <p:cNvPr id="3234" name="任意多边形: 形状 3233"/>
              <p:cNvSpPr/>
              <p:nvPr/>
            </p:nvSpPr>
            <p:spPr>
              <a:xfrm flipV="1">
                <a:off x="510862" y="740256"/>
                <a:ext cx="18951" cy="10177"/>
              </a:xfrm>
              <a:custGeom>
                <a:avLst/>
                <a:gdLst>
                  <a:gd name="csX0" fmla="*/ 18952 w 18951"/>
                  <a:gd name="csY0" fmla="*/ -69 h 10177"/>
                  <a:gd name="csX1" fmla="*/ 0 w 18951"/>
                  <a:gd name="csY1" fmla="*/ -69 h 10177"/>
                </a:gdLst>
                <a:ahLst/>
                <a:cxnLst>
                  <a:cxn ang="0">
                    <a:pos x="csX0" y="csY0"/>
                  </a:cxn>
                  <a:cxn ang="0">
                    <a:pos x="csX1" y="csY1"/>
                  </a:cxn>
                </a:cxnLst>
                <a:rect l="l" t="t" r="r" b="b"/>
                <a:pathLst>
                  <a:path w="18951" h="10177">
                    <a:moveTo>
                      <a:pt x="18952" y="-69"/>
                    </a:moveTo>
                    <a:lnTo>
                      <a:pt x="0" y="-69"/>
                    </a:lnTo>
                  </a:path>
                </a:pathLst>
              </a:custGeom>
              <a:solidFill>
                <a:srgbClr val="000000"/>
              </a:solidFill>
              <a:ln w="5409" cap="flat">
                <a:noFill/>
                <a:prstDash val="solid"/>
                <a:miter/>
              </a:ln>
            </p:spPr>
            <p:txBody>
              <a:bodyPr/>
              <a:lstStyle/>
              <a:p>
                <a:endParaRPr lang="zh-CN" altLang="en-US" sz="2190"/>
              </a:p>
            </p:txBody>
          </p:sp>
          <p:sp>
            <p:nvSpPr>
              <p:cNvPr id="3235" name="任意多边形: 形状 3234"/>
              <p:cNvSpPr/>
              <p:nvPr/>
            </p:nvSpPr>
            <p:spPr>
              <a:xfrm flipV="1">
                <a:off x="510862" y="740256"/>
                <a:ext cx="18951" cy="10177"/>
              </a:xfrm>
              <a:custGeom>
                <a:avLst/>
                <a:gdLst>
                  <a:gd name="csX0" fmla="*/ 18952 w 18951"/>
                  <a:gd name="csY0" fmla="*/ -69 h 10177"/>
                  <a:gd name="csX1" fmla="*/ 0 w 18951"/>
                  <a:gd name="csY1" fmla="*/ -69 h 10177"/>
                </a:gdLst>
                <a:ahLst/>
                <a:cxnLst>
                  <a:cxn ang="0">
                    <a:pos x="csX0" y="csY0"/>
                  </a:cxn>
                  <a:cxn ang="0">
                    <a:pos x="csX1" y="csY1"/>
                  </a:cxn>
                </a:cxnLst>
                <a:rect l="l" t="t" r="r" b="b"/>
                <a:pathLst>
                  <a:path w="18951" h="10177">
                    <a:moveTo>
                      <a:pt x="18952" y="-69"/>
                    </a:moveTo>
                    <a:lnTo>
                      <a:pt x="0" y="-69"/>
                    </a:lnTo>
                  </a:path>
                </a:pathLst>
              </a:custGeom>
              <a:noFill/>
              <a:ln w="4327" cap="flat">
                <a:solidFill>
                  <a:srgbClr val="000000"/>
                </a:solidFill>
                <a:prstDash val="solid"/>
                <a:round/>
              </a:ln>
            </p:spPr>
            <p:txBody>
              <a:bodyPr/>
              <a:lstStyle/>
              <a:p>
                <a:endParaRPr lang="zh-CN" altLang="en-US" sz="2190"/>
              </a:p>
            </p:txBody>
          </p:sp>
          <p:sp>
            <p:nvSpPr>
              <p:cNvPr id="3236" name="文本框 3235"/>
              <p:cNvSpPr txBox="1"/>
              <p:nvPr/>
            </p:nvSpPr>
            <p:spPr>
              <a:xfrm>
                <a:off x="220046" y="668113"/>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3237" name="任意多边形: 形状 3236"/>
              <p:cNvSpPr/>
              <p:nvPr/>
            </p:nvSpPr>
            <p:spPr>
              <a:xfrm flipV="1">
                <a:off x="529814" y="477929"/>
                <a:ext cx="1640438" cy="10177"/>
              </a:xfrm>
              <a:custGeom>
                <a:avLst/>
                <a:gdLst>
                  <a:gd name="csX0" fmla="*/ -77 w 1640438"/>
                  <a:gd name="csY0" fmla="*/ -147 h 10177"/>
                  <a:gd name="csX1" fmla="*/ 1640361 w 1640438"/>
                  <a:gd name="csY1" fmla="*/ -147 h 10177"/>
                </a:gdLst>
                <a:ahLst/>
                <a:cxnLst>
                  <a:cxn ang="0">
                    <a:pos x="csX0" y="csY0"/>
                  </a:cxn>
                  <a:cxn ang="0">
                    <a:pos x="csX1" y="csY1"/>
                  </a:cxn>
                </a:cxnLst>
                <a:rect l="l" t="t" r="r" b="b"/>
                <a:pathLst>
                  <a:path w="1640438" h="10177">
                    <a:moveTo>
                      <a:pt x="-77" y="-147"/>
                    </a:moveTo>
                    <a:lnTo>
                      <a:pt x="1640361" y="-147"/>
                    </a:lnTo>
                  </a:path>
                </a:pathLst>
              </a:custGeom>
              <a:noFill/>
              <a:ln w="2704" cap="sq">
                <a:solidFill>
                  <a:srgbClr val="E0E0E0"/>
                </a:solidFill>
                <a:prstDash val="solid"/>
                <a:round/>
              </a:ln>
            </p:spPr>
            <p:txBody>
              <a:bodyPr/>
              <a:lstStyle/>
              <a:p>
                <a:endParaRPr lang="zh-CN" altLang="en-US" sz="2190"/>
              </a:p>
            </p:txBody>
          </p:sp>
          <p:sp>
            <p:nvSpPr>
              <p:cNvPr id="3238" name="任意多边形: 形状 3237"/>
              <p:cNvSpPr/>
              <p:nvPr/>
            </p:nvSpPr>
            <p:spPr>
              <a:xfrm flipV="1">
                <a:off x="510862" y="477929"/>
                <a:ext cx="18951" cy="10177"/>
              </a:xfrm>
              <a:custGeom>
                <a:avLst/>
                <a:gdLst>
                  <a:gd name="csX0" fmla="*/ 18952 w 18951"/>
                  <a:gd name="csY0" fmla="*/ -147 h 10177"/>
                  <a:gd name="csX1" fmla="*/ 0 w 18951"/>
                  <a:gd name="csY1" fmla="*/ -147 h 10177"/>
                </a:gdLst>
                <a:ahLst/>
                <a:cxnLst>
                  <a:cxn ang="0">
                    <a:pos x="csX0" y="csY0"/>
                  </a:cxn>
                  <a:cxn ang="0">
                    <a:pos x="csX1" y="csY1"/>
                  </a:cxn>
                </a:cxnLst>
                <a:rect l="l" t="t" r="r" b="b"/>
                <a:pathLst>
                  <a:path w="18951" h="10177">
                    <a:moveTo>
                      <a:pt x="18952" y="-147"/>
                    </a:moveTo>
                    <a:lnTo>
                      <a:pt x="0" y="-147"/>
                    </a:lnTo>
                  </a:path>
                </a:pathLst>
              </a:custGeom>
              <a:solidFill>
                <a:srgbClr val="000000"/>
              </a:solidFill>
              <a:ln w="5409" cap="flat">
                <a:noFill/>
                <a:prstDash val="solid"/>
                <a:miter/>
              </a:ln>
            </p:spPr>
            <p:txBody>
              <a:bodyPr/>
              <a:lstStyle/>
              <a:p>
                <a:endParaRPr lang="zh-CN" altLang="en-US" sz="2190"/>
              </a:p>
            </p:txBody>
          </p:sp>
          <p:sp>
            <p:nvSpPr>
              <p:cNvPr id="3239" name="任意多边形: 形状 3238"/>
              <p:cNvSpPr/>
              <p:nvPr/>
            </p:nvSpPr>
            <p:spPr>
              <a:xfrm flipV="1">
                <a:off x="510862" y="477929"/>
                <a:ext cx="18951" cy="10177"/>
              </a:xfrm>
              <a:custGeom>
                <a:avLst/>
                <a:gdLst>
                  <a:gd name="csX0" fmla="*/ 18952 w 18951"/>
                  <a:gd name="csY0" fmla="*/ -147 h 10177"/>
                  <a:gd name="csX1" fmla="*/ 0 w 18951"/>
                  <a:gd name="csY1" fmla="*/ -147 h 10177"/>
                </a:gdLst>
                <a:ahLst/>
                <a:cxnLst>
                  <a:cxn ang="0">
                    <a:pos x="csX0" y="csY0"/>
                  </a:cxn>
                  <a:cxn ang="0">
                    <a:pos x="csX1" y="csY1"/>
                  </a:cxn>
                </a:cxnLst>
                <a:rect l="l" t="t" r="r" b="b"/>
                <a:pathLst>
                  <a:path w="18951" h="10177">
                    <a:moveTo>
                      <a:pt x="18952" y="-147"/>
                    </a:moveTo>
                    <a:lnTo>
                      <a:pt x="0" y="-147"/>
                    </a:lnTo>
                  </a:path>
                </a:pathLst>
              </a:custGeom>
              <a:noFill/>
              <a:ln w="4327" cap="flat">
                <a:solidFill>
                  <a:srgbClr val="000000"/>
                </a:solidFill>
                <a:prstDash val="solid"/>
                <a:round/>
              </a:ln>
            </p:spPr>
            <p:txBody>
              <a:bodyPr/>
              <a:lstStyle/>
              <a:p>
                <a:endParaRPr lang="zh-CN" altLang="en-US" sz="2190"/>
              </a:p>
            </p:txBody>
          </p:sp>
          <p:sp>
            <p:nvSpPr>
              <p:cNvPr id="3240" name="文本框 3239"/>
              <p:cNvSpPr txBox="1"/>
              <p:nvPr/>
            </p:nvSpPr>
            <p:spPr>
              <a:xfrm>
                <a:off x="220046" y="405785"/>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75%</a:t>
                </a:r>
              </a:p>
            </p:txBody>
          </p:sp>
          <p:sp>
            <p:nvSpPr>
              <p:cNvPr id="3241" name="任意多边形: 形状 3240"/>
              <p:cNvSpPr/>
              <p:nvPr/>
            </p:nvSpPr>
            <p:spPr>
              <a:xfrm flipV="1">
                <a:off x="529814" y="215601"/>
                <a:ext cx="1640438" cy="10177"/>
              </a:xfrm>
              <a:custGeom>
                <a:avLst/>
                <a:gdLst>
                  <a:gd name="csX0" fmla="*/ -77 w 1640438"/>
                  <a:gd name="csY0" fmla="*/ -225 h 10177"/>
                  <a:gd name="csX1" fmla="*/ 1640361 w 1640438"/>
                  <a:gd name="csY1" fmla="*/ -225 h 10177"/>
                </a:gdLst>
                <a:ahLst/>
                <a:cxnLst>
                  <a:cxn ang="0">
                    <a:pos x="csX0" y="csY0"/>
                  </a:cxn>
                  <a:cxn ang="0">
                    <a:pos x="csX1" y="csY1"/>
                  </a:cxn>
                </a:cxnLst>
                <a:rect l="l" t="t" r="r" b="b"/>
                <a:pathLst>
                  <a:path w="1640438" h="10177">
                    <a:moveTo>
                      <a:pt x="-77" y="-225"/>
                    </a:moveTo>
                    <a:lnTo>
                      <a:pt x="1640361" y="-225"/>
                    </a:lnTo>
                  </a:path>
                </a:pathLst>
              </a:custGeom>
              <a:noFill/>
              <a:ln w="2704" cap="sq">
                <a:solidFill>
                  <a:srgbClr val="E0E0E0"/>
                </a:solidFill>
                <a:prstDash val="solid"/>
                <a:round/>
              </a:ln>
            </p:spPr>
            <p:txBody>
              <a:bodyPr/>
              <a:lstStyle/>
              <a:p>
                <a:endParaRPr lang="zh-CN" altLang="en-US" sz="2190"/>
              </a:p>
            </p:txBody>
          </p:sp>
          <p:sp>
            <p:nvSpPr>
              <p:cNvPr id="3242" name="任意多边形: 形状 3241"/>
              <p:cNvSpPr/>
              <p:nvPr/>
            </p:nvSpPr>
            <p:spPr>
              <a:xfrm flipV="1">
                <a:off x="510862" y="215601"/>
                <a:ext cx="18951" cy="10177"/>
              </a:xfrm>
              <a:custGeom>
                <a:avLst/>
                <a:gdLst>
                  <a:gd name="csX0" fmla="*/ 18952 w 18951"/>
                  <a:gd name="csY0" fmla="*/ -225 h 10177"/>
                  <a:gd name="csX1" fmla="*/ 0 w 18951"/>
                  <a:gd name="csY1" fmla="*/ -225 h 10177"/>
                </a:gdLst>
                <a:ahLst/>
                <a:cxnLst>
                  <a:cxn ang="0">
                    <a:pos x="csX0" y="csY0"/>
                  </a:cxn>
                  <a:cxn ang="0">
                    <a:pos x="csX1" y="csY1"/>
                  </a:cxn>
                </a:cxnLst>
                <a:rect l="l" t="t" r="r" b="b"/>
                <a:pathLst>
                  <a:path w="18951" h="10177">
                    <a:moveTo>
                      <a:pt x="18952" y="-225"/>
                    </a:moveTo>
                    <a:lnTo>
                      <a:pt x="0" y="-225"/>
                    </a:lnTo>
                  </a:path>
                </a:pathLst>
              </a:custGeom>
              <a:solidFill>
                <a:srgbClr val="000000"/>
              </a:solidFill>
              <a:ln w="5409" cap="flat">
                <a:noFill/>
                <a:prstDash val="solid"/>
                <a:miter/>
              </a:ln>
            </p:spPr>
            <p:txBody>
              <a:bodyPr/>
              <a:lstStyle/>
              <a:p>
                <a:endParaRPr lang="zh-CN" altLang="en-US" sz="2190"/>
              </a:p>
            </p:txBody>
          </p:sp>
          <p:sp>
            <p:nvSpPr>
              <p:cNvPr id="3243" name="任意多边形: 形状 3242"/>
              <p:cNvSpPr/>
              <p:nvPr/>
            </p:nvSpPr>
            <p:spPr>
              <a:xfrm flipV="1">
                <a:off x="510862" y="215601"/>
                <a:ext cx="18951" cy="10177"/>
              </a:xfrm>
              <a:custGeom>
                <a:avLst/>
                <a:gdLst>
                  <a:gd name="csX0" fmla="*/ 18952 w 18951"/>
                  <a:gd name="csY0" fmla="*/ -225 h 10177"/>
                  <a:gd name="csX1" fmla="*/ 0 w 18951"/>
                  <a:gd name="csY1" fmla="*/ -225 h 10177"/>
                </a:gdLst>
                <a:ahLst/>
                <a:cxnLst>
                  <a:cxn ang="0">
                    <a:pos x="csX0" y="csY0"/>
                  </a:cxn>
                  <a:cxn ang="0">
                    <a:pos x="csX1" y="csY1"/>
                  </a:cxn>
                </a:cxnLst>
                <a:rect l="l" t="t" r="r" b="b"/>
                <a:pathLst>
                  <a:path w="18951" h="10177">
                    <a:moveTo>
                      <a:pt x="18952" y="-225"/>
                    </a:moveTo>
                    <a:lnTo>
                      <a:pt x="0" y="-225"/>
                    </a:lnTo>
                  </a:path>
                </a:pathLst>
              </a:custGeom>
              <a:noFill/>
              <a:ln w="4327" cap="flat">
                <a:solidFill>
                  <a:srgbClr val="000000"/>
                </a:solidFill>
                <a:prstDash val="solid"/>
                <a:round/>
              </a:ln>
            </p:spPr>
            <p:txBody>
              <a:bodyPr/>
              <a:lstStyle/>
              <a:p>
                <a:endParaRPr lang="zh-CN" altLang="en-US" sz="2190"/>
              </a:p>
            </p:txBody>
          </p:sp>
          <p:sp>
            <p:nvSpPr>
              <p:cNvPr id="3244" name="文本框 3243"/>
              <p:cNvSpPr txBox="1"/>
              <p:nvPr/>
            </p:nvSpPr>
            <p:spPr>
              <a:xfrm>
                <a:off x="185613" y="143459"/>
                <a:ext cx="43889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3245" name="任意多边形: 形状 3244"/>
              <p:cNvSpPr/>
              <p:nvPr/>
            </p:nvSpPr>
            <p:spPr>
              <a:xfrm flipV="1">
                <a:off x="529814" y="163137"/>
                <a:ext cx="10962" cy="1101775"/>
              </a:xfrm>
              <a:custGeom>
                <a:avLst/>
                <a:gdLst>
                  <a:gd name="csX0" fmla="*/ -1 w 10962"/>
                  <a:gd name="csY0" fmla="*/ -77 h 1101775"/>
                  <a:gd name="csX1" fmla="*/ -1 w 10962"/>
                  <a:gd name="csY1" fmla="*/ 1101699 h 1101775"/>
                </a:gdLst>
                <a:ahLst/>
                <a:cxnLst>
                  <a:cxn ang="0">
                    <a:pos x="csX0" y="csY0"/>
                  </a:cxn>
                  <a:cxn ang="0">
                    <a:pos x="csX1" y="csY1"/>
                  </a:cxn>
                </a:cxnLst>
                <a:rect l="l" t="t" r="r" b="b"/>
                <a:pathLst>
                  <a:path w="10962" h="1101775">
                    <a:moveTo>
                      <a:pt x="-1" y="-77"/>
                    </a:moveTo>
                    <a:lnTo>
                      <a:pt x="-1" y="1101699"/>
                    </a:lnTo>
                  </a:path>
                </a:pathLst>
              </a:custGeom>
              <a:noFill/>
              <a:ln w="4327" cap="sq">
                <a:solidFill>
                  <a:srgbClr val="000000"/>
                </a:solidFill>
                <a:prstDash val="solid"/>
                <a:miter/>
              </a:ln>
            </p:spPr>
            <p:txBody>
              <a:bodyPr/>
              <a:lstStyle/>
              <a:p>
                <a:endParaRPr lang="zh-CN" altLang="en-US" sz="2190"/>
              </a:p>
            </p:txBody>
          </p:sp>
          <p:sp>
            <p:nvSpPr>
              <p:cNvPr id="3246" name="任意多边形: 形状 3245"/>
              <p:cNvSpPr/>
              <p:nvPr/>
            </p:nvSpPr>
            <p:spPr>
              <a:xfrm flipV="1">
                <a:off x="2170252" y="163137"/>
                <a:ext cx="10962" cy="1101775"/>
              </a:xfrm>
              <a:custGeom>
                <a:avLst/>
                <a:gdLst>
                  <a:gd name="csX0" fmla="*/ -154 w 10962"/>
                  <a:gd name="csY0" fmla="*/ -77 h 1101775"/>
                  <a:gd name="csX1" fmla="*/ -154 w 10962"/>
                  <a:gd name="csY1" fmla="*/ 1101699 h 1101775"/>
                </a:gdLst>
                <a:ahLst/>
                <a:cxnLst>
                  <a:cxn ang="0">
                    <a:pos x="csX0" y="csY0"/>
                  </a:cxn>
                  <a:cxn ang="0">
                    <a:pos x="csX1" y="csY1"/>
                  </a:cxn>
                </a:cxnLst>
                <a:rect l="l" t="t" r="r" b="b"/>
                <a:pathLst>
                  <a:path w="10962" h="1101775">
                    <a:moveTo>
                      <a:pt x="-154" y="-77"/>
                    </a:moveTo>
                    <a:lnTo>
                      <a:pt x="-154" y="1101699"/>
                    </a:lnTo>
                  </a:path>
                </a:pathLst>
              </a:custGeom>
              <a:noFill/>
              <a:ln w="4327" cap="sq">
                <a:solidFill>
                  <a:srgbClr val="000000"/>
                </a:solidFill>
                <a:prstDash val="solid"/>
                <a:miter/>
              </a:ln>
            </p:spPr>
            <p:txBody>
              <a:bodyPr/>
              <a:lstStyle/>
              <a:p>
                <a:endParaRPr lang="zh-CN" altLang="en-US" sz="2190"/>
              </a:p>
            </p:txBody>
          </p:sp>
          <p:sp>
            <p:nvSpPr>
              <p:cNvPr id="3247" name="任意多边形: 形状 3246"/>
              <p:cNvSpPr/>
              <p:nvPr/>
            </p:nvSpPr>
            <p:spPr>
              <a:xfrm flipV="1">
                <a:off x="529814" y="1264912"/>
                <a:ext cx="1640438" cy="10177"/>
              </a:xfrm>
              <a:custGeom>
                <a:avLst/>
                <a:gdLst>
                  <a:gd name="csX0" fmla="*/ -77 w 1640438"/>
                  <a:gd name="csY0" fmla="*/ 87 h 10177"/>
                  <a:gd name="csX1" fmla="*/ 1640361 w 1640438"/>
                  <a:gd name="csY1" fmla="*/ 87 h 10177"/>
                </a:gdLst>
                <a:ahLst/>
                <a:cxnLst>
                  <a:cxn ang="0">
                    <a:pos x="csX0" y="csY0"/>
                  </a:cxn>
                  <a:cxn ang="0">
                    <a:pos x="csX1" y="csY1"/>
                  </a:cxn>
                </a:cxnLst>
                <a:rect l="l" t="t" r="r" b="b"/>
                <a:pathLst>
                  <a:path w="1640438" h="10177">
                    <a:moveTo>
                      <a:pt x="-77" y="87"/>
                    </a:moveTo>
                    <a:lnTo>
                      <a:pt x="1640361" y="87"/>
                    </a:lnTo>
                  </a:path>
                </a:pathLst>
              </a:custGeom>
              <a:noFill/>
              <a:ln w="4327" cap="sq">
                <a:solidFill>
                  <a:srgbClr val="000000"/>
                </a:solidFill>
                <a:prstDash val="solid"/>
                <a:miter/>
              </a:ln>
            </p:spPr>
            <p:txBody>
              <a:bodyPr/>
              <a:lstStyle/>
              <a:p>
                <a:endParaRPr lang="zh-CN" altLang="en-US" sz="2190"/>
              </a:p>
            </p:txBody>
          </p:sp>
          <p:sp>
            <p:nvSpPr>
              <p:cNvPr id="3248" name="任意多边形: 形状 3247"/>
              <p:cNvSpPr/>
              <p:nvPr/>
            </p:nvSpPr>
            <p:spPr>
              <a:xfrm flipV="1">
                <a:off x="529814" y="163137"/>
                <a:ext cx="1640438" cy="10177"/>
              </a:xfrm>
              <a:custGeom>
                <a:avLst/>
                <a:gdLst>
                  <a:gd name="csX0" fmla="*/ -77 w 1640438"/>
                  <a:gd name="csY0" fmla="*/ -241 h 10177"/>
                  <a:gd name="csX1" fmla="*/ 1640361 w 1640438"/>
                  <a:gd name="csY1" fmla="*/ -241 h 10177"/>
                </a:gdLst>
                <a:ahLst/>
                <a:cxnLst>
                  <a:cxn ang="0">
                    <a:pos x="csX0" y="csY0"/>
                  </a:cxn>
                  <a:cxn ang="0">
                    <a:pos x="csX1" y="csY1"/>
                  </a:cxn>
                </a:cxnLst>
                <a:rect l="l" t="t" r="r" b="b"/>
                <a:pathLst>
                  <a:path w="1640438" h="10177">
                    <a:moveTo>
                      <a:pt x="-77" y="-241"/>
                    </a:moveTo>
                    <a:lnTo>
                      <a:pt x="1640361" y="-241"/>
                    </a:lnTo>
                  </a:path>
                </a:pathLst>
              </a:custGeom>
              <a:noFill/>
              <a:ln w="4327" cap="sq">
                <a:solidFill>
                  <a:srgbClr val="000000"/>
                </a:solidFill>
                <a:prstDash val="solid"/>
                <a:miter/>
              </a:ln>
            </p:spPr>
            <p:txBody>
              <a:bodyPr/>
              <a:lstStyle/>
              <a:p>
                <a:endParaRPr lang="zh-CN" altLang="en-US" sz="2190"/>
              </a:p>
            </p:txBody>
          </p:sp>
          <p:sp>
            <p:nvSpPr>
              <p:cNvPr id="3249" name="任意多边形: 形状 3248"/>
              <p:cNvSpPr/>
              <p:nvPr/>
            </p:nvSpPr>
            <p:spPr>
              <a:xfrm flipV="1">
                <a:off x="632341" y="1174111"/>
                <a:ext cx="410109" cy="90801"/>
              </a:xfrm>
              <a:custGeom>
                <a:avLst/>
                <a:gdLst>
                  <a:gd name="csX0" fmla="*/ -29 w 410109"/>
                  <a:gd name="csY0" fmla="*/ 73 h 90801"/>
                  <a:gd name="csX1" fmla="*/ 410080 w 410109"/>
                  <a:gd name="csY1" fmla="*/ 73 h 90801"/>
                  <a:gd name="csX2" fmla="*/ 410080 w 410109"/>
                  <a:gd name="csY2" fmla="*/ 90875 h 90801"/>
                  <a:gd name="csX3" fmla="*/ -29 w 410109"/>
                  <a:gd name="csY3" fmla="*/ 90875 h 90801"/>
                </a:gdLst>
                <a:ahLst/>
                <a:cxnLst>
                  <a:cxn ang="0">
                    <a:pos x="csX0" y="csY0"/>
                  </a:cxn>
                  <a:cxn ang="0">
                    <a:pos x="csX1" y="csY1"/>
                  </a:cxn>
                  <a:cxn ang="0">
                    <a:pos x="csX2" y="csY2"/>
                  </a:cxn>
                  <a:cxn ang="0">
                    <a:pos x="csX3" y="csY3"/>
                  </a:cxn>
                </a:cxnLst>
                <a:rect l="l" t="t" r="r" b="b"/>
                <a:pathLst>
                  <a:path w="410109" h="90801">
                    <a:moveTo>
                      <a:pt x="-29" y="73"/>
                    </a:moveTo>
                    <a:lnTo>
                      <a:pt x="410080" y="73"/>
                    </a:lnTo>
                    <a:lnTo>
                      <a:pt x="410080" y="90875"/>
                    </a:lnTo>
                    <a:lnTo>
                      <a:pt x="-29" y="90875"/>
                    </a:lnTo>
                    <a:close/>
                  </a:path>
                </a:pathLst>
              </a:custGeom>
              <a:solidFill>
                <a:srgbClr val="E4F3F4"/>
              </a:solidFill>
              <a:ln w="5409" cap="flat">
                <a:noFill/>
                <a:prstDash val="solid"/>
                <a:miter/>
              </a:ln>
            </p:spPr>
            <p:txBody>
              <a:bodyPr/>
              <a:lstStyle/>
              <a:p>
                <a:endParaRPr lang="zh-CN" altLang="en-US" sz="2190"/>
              </a:p>
            </p:txBody>
          </p:sp>
          <p:sp>
            <p:nvSpPr>
              <p:cNvPr id="3250" name="任意多边形: 形状 3249"/>
              <p:cNvSpPr/>
              <p:nvPr/>
            </p:nvSpPr>
            <p:spPr>
              <a:xfrm flipV="1">
                <a:off x="1144978" y="844155"/>
                <a:ext cx="410109" cy="420757"/>
              </a:xfrm>
              <a:custGeom>
                <a:avLst/>
                <a:gdLst>
                  <a:gd name="csX0" fmla="*/ -77 w 410109"/>
                  <a:gd name="csY0" fmla="*/ 24 h 420757"/>
                  <a:gd name="csX1" fmla="*/ 410033 w 410109"/>
                  <a:gd name="csY1" fmla="*/ 24 h 420757"/>
                  <a:gd name="csX2" fmla="*/ 410033 w 410109"/>
                  <a:gd name="csY2" fmla="*/ 420782 h 420757"/>
                  <a:gd name="csX3" fmla="*/ -77 w 410109"/>
                  <a:gd name="csY3" fmla="*/ 420782 h 420757"/>
                </a:gdLst>
                <a:ahLst/>
                <a:cxnLst>
                  <a:cxn ang="0">
                    <a:pos x="csX0" y="csY0"/>
                  </a:cxn>
                  <a:cxn ang="0">
                    <a:pos x="csX1" y="csY1"/>
                  </a:cxn>
                  <a:cxn ang="0">
                    <a:pos x="csX2" y="csY2"/>
                  </a:cxn>
                  <a:cxn ang="0">
                    <a:pos x="csX3" y="csY3"/>
                  </a:cxn>
                </a:cxnLst>
                <a:rect l="l" t="t" r="r" b="b"/>
                <a:pathLst>
                  <a:path w="410109" h="420757">
                    <a:moveTo>
                      <a:pt x="-77" y="24"/>
                    </a:moveTo>
                    <a:lnTo>
                      <a:pt x="410033" y="24"/>
                    </a:lnTo>
                    <a:lnTo>
                      <a:pt x="410033" y="420782"/>
                    </a:lnTo>
                    <a:lnTo>
                      <a:pt x="-77" y="420782"/>
                    </a:lnTo>
                    <a:close/>
                  </a:path>
                </a:pathLst>
              </a:custGeom>
              <a:solidFill>
                <a:srgbClr val="C7D7E1"/>
              </a:solidFill>
              <a:ln w="5409" cap="flat">
                <a:noFill/>
                <a:prstDash val="solid"/>
                <a:miter/>
              </a:ln>
            </p:spPr>
            <p:txBody>
              <a:bodyPr/>
              <a:lstStyle/>
              <a:p>
                <a:endParaRPr lang="zh-CN" altLang="en-US" sz="2190"/>
              </a:p>
            </p:txBody>
          </p:sp>
          <p:sp>
            <p:nvSpPr>
              <p:cNvPr id="3251" name="任意多边形: 形状 3250"/>
              <p:cNvSpPr/>
              <p:nvPr/>
            </p:nvSpPr>
            <p:spPr>
              <a:xfrm flipV="1">
                <a:off x="1657615" y="881236"/>
                <a:ext cx="410109" cy="383676"/>
              </a:xfrm>
              <a:custGeom>
                <a:avLst/>
                <a:gdLst>
                  <a:gd name="csX0" fmla="*/ -125 w 410109"/>
                  <a:gd name="csY0" fmla="*/ 30 h 383676"/>
                  <a:gd name="csX1" fmla="*/ 409985 w 410109"/>
                  <a:gd name="csY1" fmla="*/ 30 h 383676"/>
                  <a:gd name="csX2" fmla="*/ 409985 w 410109"/>
                  <a:gd name="csY2" fmla="*/ 383706 h 383676"/>
                  <a:gd name="csX3" fmla="*/ -125 w 410109"/>
                  <a:gd name="csY3" fmla="*/ 383706 h 383676"/>
                </a:gdLst>
                <a:ahLst/>
                <a:cxnLst>
                  <a:cxn ang="0">
                    <a:pos x="csX0" y="csY0"/>
                  </a:cxn>
                  <a:cxn ang="0">
                    <a:pos x="csX1" y="csY1"/>
                  </a:cxn>
                  <a:cxn ang="0">
                    <a:pos x="csX2" y="csY2"/>
                  </a:cxn>
                  <a:cxn ang="0">
                    <a:pos x="csX3" y="csY3"/>
                  </a:cxn>
                </a:cxnLst>
                <a:rect l="l" t="t" r="r" b="b"/>
                <a:pathLst>
                  <a:path w="410109" h="383676">
                    <a:moveTo>
                      <a:pt x="-125" y="30"/>
                    </a:moveTo>
                    <a:lnTo>
                      <a:pt x="409985" y="30"/>
                    </a:lnTo>
                    <a:lnTo>
                      <a:pt x="409985" y="383706"/>
                    </a:lnTo>
                    <a:lnTo>
                      <a:pt x="-125" y="383706"/>
                    </a:lnTo>
                    <a:close/>
                  </a:path>
                </a:pathLst>
              </a:custGeom>
              <a:solidFill>
                <a:srgbClr val="F7C3C7"/>
              </a:solidFill>
              <a:ln w="5409" cap="flat">
                <a:noFill/>
                <a:prstDash val="solid"/>
                <a:miter/>
              </a:ln>
            </p:spPr>
            <p:txBody>
              <a:bodyPr/>
              <a:lstStyle/>
              <a:p>
                <a:endParaRPr lang="zh-CN" altLang="en-US" sz="2190"/>
              </a:p>
            </p:txBody>
          </p:sp>
          <p:sp>
            <p:nvSpPr>
              <p:cNvPr id="3252" name="任意多边形: 形状 3251"/>
              <p:cNvSpPr/>
              <p:nvPr/>
            </p:nvSpPr>
            <p:spPr>
              <a:xfrm flipV="1">
                <a:off x="632341" y="1104653"/>
                <a:ext cx="410109" cy="69457"/>
              </a:xfrm>
              <a:custGeom>
                <a:avLst/>
                <a:gdLst>
                  <a:gd name="csX0" fmla="*/ -29 w 410109"/>
                  <a:gd name="csY0" fmla="*/ 49 h 69457"/>
                  <a:gd name="csX1" fmla="*/ 410080 w 410109"/>
                  <a:gd name="csY1" fmla="*/ 49 h 69457"/>
                  <a:gd name="csX2" fmla="*/ 410080 w 410109"/>
                  <a:gd name="csY2" fmla="*/ 69507 h 69457"/>
                  <a:gd name="csX3" fmla="*/ -29 w 410109"/>
                  <a:gd name="csY3" fmla="*/ 69507 h 69457"/>
                </a:gdLst>
                <a:ahLst/>
                <a:cxnLst>
                  <a:cxn ang="0">
                    <a:pos x="csX0" y="csY0"/>
                  </a:cxn>
                  <a:cxn ang="0">
                    <a:pos x="csX1" y="csY1"/>
                  </a:cxn>
                  <a:cxn ang="0">
                    <a:pos x="csX2" y="csY2"/>
                  </a:cxn>
                  <a:cxn ang="0">
                    <a:pos x="csX3" y="csY3"/>
                  </a:cxn>
                </a:cxnLst>
                <a:rect l="l" t="t" r="r" b="b"/>
                <a:pathLst>
                  <a:path w="410109" h="69457">
                    <a:moveTo>
                      <a:pt x="-29" y="49"/>
                    </a:moveTo>
                    <a:lnTo>
                      <a:pt x="410080" y="49"/>
                    </a:lnTo>
                    <a:lnTo>
                      <a:pt x="410080" y="69507"/>
                    </a:lnTo>
                    <a:lnTo>
                      <a:pt x="-29" y="69507"/>
                    </a:lnTo>
                    <a:close/>
                  </a:path>
                </a:pathLst>
              </a:custGeom>
              <a:solidFill>
                <a:srgbClr val="CAE8EA"/>
              </a:solidFill>
              <a:ln w="5409" cap="flat">
                <a:noFill/>
                <a:prstDash val="solid"/>
                <a:miter/>
              </a:ln>
            </p:spPr>
            <p:txBody>
              <a:bodyPr/>
              <a:lstStyle/>
              <a:p>
                <a:endParaRPr lang="zh-CN" altLang="en-US" sz="2190"/>
              </a:p>
            </p:txBody>
          </p:sp>
          <p:sp>
            <p:nvSpPr>
              <p:cNvPr id="3253" name="任意多边形: 形状 3252"/>
              <p:cNvSpPr/>
              <p:nvPr/>
            </p:nvSpPr>
            <p:spPr>
              <a:xfrm flipV="1">
                <a:off x="1144978" y="686852"/>
                <a:ext cx="410109" cy="157303"/>
              </a:xfrm>
              <a:custGeom>
                <a:avLst/>
                <a:gdLst>
                  <a:gd name="csX0" fmla="*/ -77 w 410109"/>
                  <a:gd name="csY0" fmla="*/ -62 h 157303"/>
                  <a:gd name="csX1" fmla="*/ 410033 w 410109"/>
                  <a:gd name="csY1" fmla="*/ -62 h 157303"/>
                  <a:gd name="csX2" fmla="*/ 410033 w 410109"/>
                  <a:gd name="csY2" fmla="*/ 157241 h 157303"/>
                  <a:gd name="csX3" fmla="*/ -77 w 410109"/>
                  <a:gd name="csY3" fmla="*/ 157241 h 157303"/>
                </a:gdLst>
                <a:ahLst/>
                <a:cxnLst>
                  <a:cxn ang="0">
                    <a:pos x="csX0" y="csY0"/>
                  </a:cxn>
                  <a:cxn ang="0">
                    <a:pos x="csX1" y="csY1"/>
                  </a:cxn>
                  <a:cxn ang="0">
                    <a:pos x="csX2" y="csY2"/>
                  </a:cxn>
                  <a:cxn ang="0">
                    <a:pos x="csX3" y="csY3"/>
                  </a:cxn>
                </a:cxnLst>
                <a:rect l="l" t="t" r="r" b="b"/>
                <a:pathLst>
                  <a:path w="410109" h="157303">
                    <a:moveTo>
                      <a:pt x="-77" y="-62"/>
                    </a:moveTo>
                    <a:lnTo>
                      <a:pt x="410033" y="-62"/>
                    </a:lnTo>
                    <a:lnTo>
                      <a:pt x="410033" y="157241"/>
                    </a:lnTo>
                    <a:lnTo>
                      <a:pt x="-77" y="157241"/>
                    </a:lnTo>
                    <a:close/>
                  </a:path>
                </a:pathLst>
              </a:custGeom>
              <a:solidFill>
                <a:srgbClr val="8FAFC4"/>
              </a:solidFill>
              <a:ln w="5409" cap="flat">
                <a:noFill/>
                <a:prstDash val="solid"/>
                <a:miter/>
              </a:ln>
            </p:spPr>
            <p:txBody>
              <a:bodyPr/>
              <a:lstStyle/>
              <a:p>
                <a:endParaRPr lang="zh-CN" altLang="en-US" sz="2190"/>
              </a:p>
            </p:txBody>
          </p:sp>
          <p:sp>
            <p:nvSpPr>
              <p:cNvPr id="3254" name="任意多边形: 形状 3253"/>
              <p:cNvSpPr/>
              <p:nvPr/>
            </p:nvSpPr>
            <p:spPr>
              <a:xfrm flipV="1">
                <a:off x="1657615" y="668874"/>
                <a:ext cx="410109" cy="212361"/>
              </a:xfrm>
              <a:custGeom>
                <a:avLst/>
                <a:gdLst>
                  <a:gd name="csX0" fmla="*/ -125 w 410109"/>
                  <a:gd name="csY0" fmla="*/ -59 h 212361"/>
                  <a:gd name="csX1" fmla="*/ 409985 w 410109"/>
                  <a:gd name="csY1" fmla="*/ -59 h 212361"/>
                  <a:gd name="csX2" fmla="*/ 409985 w 410109"/>
                  <a:gd name="csY2" fmla="*/ 212303 h 212361"/>
                  <a:gd name="csX3" fmla="*/ -125 w 410109"/>
                  <a:gd name="csY3" fmla="*/ 212303 h 212361"/>
                </a:gdLst>
                <a:ahLst/>
                <a:cxnLst>
                  <a:cxn ang="0">
                    <a:pos x="csX0" y="csY0"/>
                  </a:cxn>
                  <a:cxn ang="0">
                    <a:pos x="csX1" y="csY1"/>
                  </a:cxn>
                  <a:cxn ang="0">
                    <a:pos x="csX2" y="csY2"/>
                  </a:cxn>
                  <a:cxn ang="0">
                    <a:pos x="csX3" y="csY3"/>
                  </a:cxn>
                </a:cxnLst>
                <a:rect l="l" t="t" r="r" b="b"/>
                <a:pathLst>
                  <a:path w="410109" h="212361">
                    <a:moveTo>
                      <a:pt x="-125" y="-59"/>
                    </a:moveTo>
                    <a:lnTo>
                      <a:pt x="409985" y="-59"/>
                    </a:lnTo>
                    <a:lnTo>
                      <a:pt x="409985" y="212303"/>
                    </a:lnTo>
                    <a:lnTo>
                      <a:pt x="-125" y="212303"/>
                    </a:lnTo>
                    <a:close/>
                  </a:path>
                </a:pathLst>
              </a:custGeom>
              <a:solidFill>
                <a:srgbClr val="F08890"/>
              </a:solidFill>
              <a:ln w="5409" cap="flat">
                <a:noFill/>
                <a:prstDash val="solid"/>
                <a:miter/>
              </a:ln>
            </p:spPr>
            <p:txBody>
              <a:bodyPr/>
              <a:lstStyle/>
              <a:p>
                <a:endParaRPr lang="zh-CN" altLang="en-US" sz="2190"/>
              </a:p>
            </p:txBody>
          </p:sp>
          <p:sp>
            <p:nvSpPr>
              <p:cNvPr id="3255" name="任意多边形: 形状 3254"/>
              <p:cNvSpPr/>
              <p:nvPr/>
            </p:nvSpPr>
            <p:spPr>
              <a:xfrm flipV="1">
                <a:off x="632341" y="215601"/>
                <a:ext cx="410109" cy="889052"/>
              </a:xfrm>
              <a:custGeom>
                <a:avLst/>
                <a:gdLst>
                  <a:gd name="csX0" fmla="*/ -29 w 410109"/>
                  <a:gd name="csY0" fmla="*/ -93 h 889052"/>
                  <a:gd name="csX1" fmla="*/ 410080 w 410109"/>
                  <a:gd name="csY1" fmla="*/ -93 h 889052"/>
                  <a:gd name="csX2" fmla="*/ 410080 w 410109"/>
                  <a:gd name="csY2" fmla="*/ 888959 h 889052"/>
                  <a:gd name="csX3" fmla="*/ -29 w 410109"/>
                  <a:gd name="csY3" fmla="*/ 888959 h 889052"/>
                </a:gdLst>
                <a:ahLst/>
                <a:cxnLst>
                  <a:cxn ang="0">
                    <a:pos x="csX0" y="csY0"/>
                  </a:cxn>
                  <a:cxn ang="0">
                    <a:pos x="csX1" y="csY1"/>
                  </a:cxn>
                  <a:cxn ang="0">
                    <a:pos x="csX2" y="csY2"/>
                  </a:cxn>
                  <a:cxn ang="0">
                    <a:pos x="csX3" y="csY3"/>
                  </a:cxn>
                </a:cxnLst>
                <a:rect l="l" t="t" r="r" b="b"/>
                <a:pathLst>
                  <a:path w="410109" h="889052">
                    <a:moveTo>
                      <a:pt x="-29" y="-93"/>
                    </a:moveTo>
                    <a:lnTo>
                      <a:pt x="410080" y="-93"/>
                    </a:lnTo>
                    <a:lnTo>
                      <a:pt x="410080" y="888959"/>
                    </a:lnTo>
                    <a:lnTo>
                      <a:pt x="-29" y="888959"/>
                    </a:lnTo>
                    <a:close/>
                  </a:path>
                </a:pathLst>
              </a:custGeom>
              <a:solidFill>
                <a:srgbClr val="A8DADC"/>
              </a:solidFill>
              <a:ln w="5409" cap="flat">
                <a:noFill/>
                <a:prstDash val="solid"/>
                <a:miter/>
              </a:ln>
            </p:spPr>
            <p:txBody>
              <a:bodyPr/>
              <a:lstStyle/>
              <a:p>
                <a:endParaRPr lang="zh-CN" altLang="en-US" sz="2190"/>
              </a:p>
            </p:txBody>
          </p:sp>
          <p:sp>
            <p:nvSpPr>
              <p:cNvPr id="3256" name="任意多边形: 形状 3255"/>
              <p:cNvSpPr/>
              <p:nvPr/>
            </p:nvSpPr>
            <p:spPr>
              <a:xfrm flipV="1">
                <a:off x="1144978" y="215601"/>
                <a:ext cx="410109" cy="471250"/>
              </a:xfrm>
              <a:custGeom>
                <a:avLst/>
                <a:gdLst>
                  <a:gd name="csX0" fmla="*/ -77 w 410109"/>
                  <a:gd name="csY0" fmla="*/ -155 h 471250"/>
                  <a:gd name="csX1" fmla="*/ 410033 w 410109"/>
                  <a:gd name="csY1" fmla="*/ -155 h 471250"/>
                  <a:gd name="csX2" fmla="*/ 410033 w 410109"/>
                  <a:gd name="csY2" fmla="*/ 471095 h 471250"/>
                  <a:gd name="csX3" fmla="*/ -77 w 410109"/>
                  <a:gd name="csY3" fmla="*/ 471095 h 471250"/>
                </a:gdLst>
                <a:ahLst/>
                <a:cxnLst>
                  <a:cxn ang="0">
                    <a:pos x="csX0" y="csY0"/>
                  </a:cxn>
                  <a:cxn ang="0">
                    <a:pos x="csX1" y="csY1"/>
                  </a:cxn>
                  <a:cxn ang="0">
                    <a:pos x="csX2" y="csY2"/>
                  </a:cxn>
                  <a:cxn ang="0">
                    <a:pos x="csX3" y="csY3"/>
                  </a:cxn>
                </a:cxnLst>
                <a:rect l="l" t="t" r="r" b="b"/>
                <a:pathLst>
                  <a:path w="410109" h="471250">
                    <a:moveTo>
                      <a:pt x="-77" y="-155"/>
                    </a:moveTo>
                    <a:lnTo>
                      <a:pt x="410033" y="-155"/>
                    </a:lnTo>
                    <a:lnTo>
                      <a:pt x="410033" y="471095"/>
                    </a:lnTo>
                    <a:lnTo>
                      <a:pt x="-77" y="471095"/>
                    </a:lnTo>
                    <a:close/>
                  </a:path>
                </a:pathLst>
              </a:custGeom>
              <a:solidFill>
                <a:srgbClr val="457B9D"/>
              </a:solidFill>
              <a:ln w="5409" cap="flat">
                <a:noFill/>
                <a:prstDash val="solid"/>
                <a:miter/>
              </a:ln>
            </p:spPr>
            <p:txBody>
              <a:bodyPr/>
              <a:lstStyle/>
              <a:p>
                <a:endParaRPr lang="zh-CN" altLang="en-US" sz="2190"/>
              </a:p>
            </p:txBody>
          </p:sp>
          <p:sp>
            <p:nvSpPr>
              <p:cNvPr id="3257" name="任意多边形: 形状 3256"/>
              <p:cNvSpPr/>
              <p:nvPr/>
            </p:nvSpPr>
            <p:spPr>
              <a:xfrm flipV="1">
                <a:off x="1657615" y="215601"/>
                <a:ext cx="410109" cy="453272"/>
              </a:xfrm>
              <a:custGeom>
                <a:avLst/>
                <a:gdLst>
                  <a:gd name="csX0" fmla="*/ -125 w 410109"/>
                  <a:gd name="csY0" fmla="*/ -158 h 453272"/>
                  <a:gd name="csX1" fmla="*/ 409985 w 410109"/>
                  <a:gd name="csY1" fmla="*/ -158 h 453272"/>
                  <a:gd name="csX2" fmla="*/ 409985 w 410109"/>
                  <a:gd name="csY2" fmla="*/ 453115 h 453272"/>
                  <a:gd name="csX3" fmla="*/ -125 w 410109"/>
                  <a:gd name="csY3" fmla="*/ 453115 h 453272"/>
                </a:gdLst>
                <a:ahLst/>
                <a:cxnLst>
                  <a:cxn ang="0">
                    <a:pos x="csX0" y="csY0"/>
                  </a:cxn>
                  <a:cxn ang="0">
                    <a:pos x="csX1" y="csY1"/>
                  </a:cxn>
                  <a:cxn ang="0">
                    <a:pos x="csX2" y="csY2"/>
                  </a:cxn>
                  <a:cxn ang="0">
                    <a:pos x="csX3" y="csY3"/>
                  </a:cxn>
                </a:cxnLst>
                <a:rect l="l" t="t" r="r" b="b"/>
                <a:pathLst>
                  <a:path w="410109" h="453272">
                    <a:moveTo>
                      <a:pt x="-125" y="-158"/>
                    </a:moveTo>
                    <a:lnTo>
                      <a:pt x="409985" y="-158"/>
                    </a:lnTo>
                    <a:lnTo>
                      <a:pt x="409985" y="453115"/>
                    </a:lnTo>
                    <a:lnTo>
                      <a:pt x="-125" y="453115"/>
                    </a:lnTo>
                    <a:close/>
                  </a:path>
                </a:pathLst>
              </a:custGeom>
              <a:solidFill>
                <a:srgbClr val="E63946"/>
              </a:solidFill>
              <a:ln w="5409" cap="flat">
                <a:noFill/>
                <a:prstDash val="solid"/>
                <a:miter/>
              </a:ln>
            </p:spPr>
            <p:txBody>
              <a:bodyPr/>
              <a:lstStyle/>
              <a:p>
                <a:endParaRPr lang="zh-CN" altLang="en-US" sz="2190"/>
              </a:p>
            </p:txBody>
          </p:sp>
        </p:grpSp>
        <p:sp>
          <p:nvSpPr>
            <p:cNvPr id="5" name="文本框 4"/>
            <p:cNvSpPr txBox="1"/>
            <p:nvPr/>
          </p:nvSpPr>
          <p:spPr>
            <a:xfrm>
              <a:off x="475312" y="-13652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a</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6" name="图形 2"/>
            <p:cNvGrpSpPr/>
            <p:nvPr/>
          </p:nvGrpSpPr>
          <p:grpSpPr>
            <a:xfrm>
              <a:off x="2802128" y="44912"/>
              <a:ext cx="2015839" cy="1495150"/>
              <a:chOff x="2357643" y="50903"/>
              <a:chExt cx="2015839" cy="1495150"/>
            </a:xfrm>
          </p:grpSpPr>
          <p:sp>
            <p:nvSpPr>
              <p:cNvPr id="3155" name="任意多边形: 形状 3154"/>
              <p:cNvSpPr/>
              <p:nvPr/>
            </p:nvSpPr>
            <p:spPr>
              <a:xfrm flipV="1">
                <a:off x="2462427" y="50903"/>
                <a:ext cx="1911055" cy="1402751"/>
              </a:xfrm>
              <a:custGeom>
                <a:avLst/>
                <a:gdLst>
                  <a:gd name="csX0" fmla="*/ 129 w 1911055"/>
                  <a:gd name="csY0" fmla="*/ -66 h 1402751"/>
                  <a:gd name="csX1" fmla="*/ 1911184 w 1911055"/>
                  <a:gd name="csY1" fmla="*/ -66 h 1402751"/>
                  <a:gd name="csX2" fmla="*/ 1911184 w 1911055"/>
                  <a:gd name="csY2" fmla="*/ 1402686 h 1402751"/>
                  <a:gd name="csX3" fmla="*/ 129 w 1911055"/>
                  <a:gd name="csY3" fmla="*/ 1402686 h 1402751"/>
                </a:gdLst>
                <a:ahLst/>
                <a:cxnLst>
                  <a:cxn ang="0">
                    <a:pos x="csX0" y="csY0"/>
                  </a:cxn>
                  <a:cxn ang="0">
                    <a:pos x="csX1" y="csY1"/>
                  </a:cxn>
                  <a:cxn ang="0">
                    <a:pos x="csX2" y="csY2"/>
                  </a:cxn>
                  <a:cxn ang="0">
                    <a:pos x="csX3" y="csY3"/>
                  </a:cxn>
                </a:cxnLst>
                <a:rect l="l" t="t" r="r" b="b"/>
                <a:pathLst>
                  <a:path w="1911055" h="1402751">
                    <a:moveTo>
                      <a:pt x="129" y="-66"/>
                    </a:moveTo>
                    <a:lnTo>
                      <a:pt x="1911184" y="-66"/>
                    </a:lnTo>
                    <a:lnTo>
                      <a:pt x="1911184" y="1402686"/>
                    </a:lnTo>
                    <a:lnTo>
                      <a:pt x="129" y="1402686"/>
                    </a:lnTo>
                    <a:close/>
                  </a:path>
                </a:pathLst>
              </a:custGeom>
              <a:solidFill>
                <a:srgbClr val="FFFFFF"/>
              </a:solidFill>
              <a:ln w="5409" cap="flat">
                <a:noFill/>
                <a:prstDash val="solid"/>
                <a:miter/>
              </a:ln>
            </p:spPr>
            <p:txBody>
              <a:bodyPr/>
              <a:lstStyle/>
              <a:p>
                <a:endParaRPr lang="zh-CN" altLang="en-US" sz="2190"/>
              </a:p>
            </p:txBody>
          </p:sp>
          <p:sp>
            <p:nvSpPr>
              <p:cNvPr id="3156" name="任意多边形: 形状 3155"/>
              <p:cNvSpPr/>
              <p:nvPr/>
            </p:nvSpPr>
            <p:spPr>
              <a:xfrm flipV="1">
                <a:off x="2694058" y="163137"/>
                <a:ext cx="1640438" cy="1101775"/>
              </a:xfrm>
              <a:custGeom>
                <a:avLst/>
                <a:gdLst>
                  <a:gd name="csX0" fmla="*/ 120 w 1640438"/>
                  <a:gd name="csY0" fmla="*/ -77 h 1101775"/>
                  <a:gd name="csX1" fmla="*/ 1640559 w 1640438"/>
                  <a:gd name="csY1" fmla="*/ -77 h 1101775"/>
                  <a:gd name="csX2" fmla="*/ 1640559 w 1640438"/>
                  <a:gd name="csY2" fmla="*/ 1101699 h 1101775"/>
                  <a:gd name="csX3" fmla="*/ 120 w 1640438"/>
                  <a:gd name="csY3" fmla="*/ 1101699 h 1101775"/>
                </a:gdLst>
                <a:ahLst/>
                <a:cxnLst>
                  <a:cxn ang="0">
                    <a:pos x="csX0" y="csY0"/>
                  </a:cxn>
                  <a:cxn ang="0">
                    <a:pos x="csX1" y="csY1"/>
                  </a:cxn>
                  <a:cxn ang="0">
                    <a:pos x="csX2" y="csY2"/>
                  </a:cxn>
                  <a:cxn ang="0">
                    <a:pos x="csX3" y="csY3"/>
                  </a:cxn>
                </a:cxnLst>
                <a:rect l="l" t="t" r="r" b="b"/>
                <a:pathLst>
                  <a:path w="1640438" h="1101775">
                    <a:moveTo>
                      <a:pt x="120" y="-77"/>
                    </a:moveTo>
                    <a:lnTo>
                      <a:pt x="1640559" y="-77"/>
                    </a:lnTo>
                    <a:lnTo>
                      <a:pt x="1640559" y="1101699"/>
                    </a:lnTo>
                    <a:lnTo>
                      <a:pt x="120" y="1101699"/>
                    </a:lnTo>
                    <a:close/>
                  </a:path>
                </a:pathLst>
              </a:custGeom>
              <a:solidFill>
                <a:srgbClr val="FFFFFF"/>
              </a:solidFill>
              <a:ln w="5409" cap="flat">
                <a:noFill/>
                <a:prstDash val="solid"/>
                <a:miter/>
              </a:ln>
            </p:spPr>
            <p:txBody>
              <a:bodyPr/>
              <a:lstStyle/>
              <a:p>
                <a:endParaRPr lang="zh-CN" altLang="en-US" sz="2190"/>
              </a:p>
            </p:txBody>
          </p:sp>
          <p:sp>
            <p:nvSpPr>
              <p:cNvPr id="3157" name="任意多边形: 形状 3156"/>
              <p:cNvSpPr/>
              <p:nvPr/>
            </p:nvSpPr>
            <p:spPr>
              <a:xfrm flipV="1">
                <a:off x="2928406" y="163137"/>
                <a:ext cx="10962" cy="1101775"/>
              </a:xfrm>
              <a:custGeom>
                <a:avLst/>
                <a:gdLst>
                  <a:gd name="csX0" fmla="*/ 175 w 10962"/>
                  <a:gd name="csY0" fmla="*/ -77 h 1101775"/>
                  <a:gd name="csX1" fmla="*/ 175 w 10962"/>
                  <a:gd name="csY1" fmla="*/ 1101699 h 1101775"/>
                </a:gdLst>
                <a:ahLst/>
                <a:cxnLst>
                  <a:cxn ang="0">
                    <a:pos x="csX0" y="csY0"/>
                  </a:cxn>
                  <a:cxn ang="0">
                    <a:pos x="csX1" y="csY1"/>
                  </a:cxn>
                </a:cxnLst>
                <a:rect l="l" t="t" r="r" b="b"/>
                <a:pathLst>
                  <a:path w="10962" h="1101775">
                    <a:moveTo>
                      <a:pt x="175" y="-77"/>
                    </a:moveTo>
                    <a:lnTo>
                      <a:pt x="175" y="1101699"/>
                    </a:lnTo>
                  </a:path>
                </a:pathLst>
              </a:custGeom>
              <a:noFill/>
              <a:ln w="2704" cap="sq">
                <a:solidFill>
                  <a:srgbClr val="E0E0E0"/>
                </a:solidFill>
                <a:prstDash val="solid"/>
                <a:round/>
              </a:ln>
            </p:spPr>
            <p:txBody>
              <a:bodyPr/>
              <a:lstStyle/>
              <a:p>
                <a:endParaRPr lang="zh-CN" altLang="en-US" sz="2190"/>
              </a:p>
            </p:txBody>
          </p:sp>
          <p:sp>
            <p:nvSpPr>
              <p:cNvPr id="3158" name="任意多边形: 形状 3157"/>
              <p:cNvSpPr/>
              <p:nvPr/>
            </p:nvSpPr>
            <p:spPr>
              <a:xfrm flipV="1">
                <a:off x="2928406" y="1264912"/>
                <a:ext cx="10962" cy="17595"/>
              </a:xfrm>
              <a:custGeom>
                <a:avLst/>
                <a:gdLst>
                  <a:gd name="csX0" fmla="*/ 175 w 10962"/>
                  <a:gd name="csY0" fmla="*/ 17685 h 17595"/>
                  <a:gd name="csX1" fmla="*/ 175 w 10962"/>
                  <a:gd name="csY1" fmla="*/ 89 h 17595"/>
                </a:gdLst>
                <a:ahLst/>
                <a:cxnLst>
                  <a:cxn ang="0">
                    <a:pos x="csX0" y="csY0"/>
                  </a:cxn>
                  <a:cxn ang="0">
                    <a:pos x="csX1" y="csY1"/>
                  </a:cxn>
                </a:cxnLst>
                <a:rect l="l" t="t" r="r" b="b"/>
                <a:pathLst>
                  <a:path w="10962" h="17595">
                    <a:moveTo>
                      <a:pt x="175" y="17685"/>
                    </a:moveTo>
                    <a:lnTo>
                      <a:pt x="175" y="89"/>
                    </a:lnTo>
                  </a:path>
                </a:pathLst>
              </a:custGeom>
              <a:solidFill>
                <a:srgbClr val="000000"/>
              </a:solidFill>
              <a:ln w="5409" cap="flat">
                <a:noFill/>
                <a:prstDash val="solid"/>
                <a:miter/>
              </a:ln>
            </p:spPr>
            <p:txBody>
              <a:bodyPr/>
              <a:lstStyle/>
              <a:p>
                <a:endParaRPr lang="zh-CN" altLang="en-US" sz="2190"/>
              </a:p>
            </p:txBody>
          </p:sp>
          <p:sp>
            <p:nvSpPr>
              <p:cNvPr id="3159" name="任意多边形: 形状 3158"/>
              <p:cNvSpPr/>
              <p:nvPr/>
            </p:nvSpPr>
            <p:spPr>
              <a:xfrm flipV="1">
                <a:off x="2928406" y="1264912"/>
                <a:ext cx="10962" cy="17595"/>
              </a:xfrm>
              <a:custGeom>
                <a:avLst/>
                <a:gdLst>
                  <a:gd name="csX0" fmla="*/ 175 w 10962"/>
                  <a:gd name="csY0" fmla="*/ 17685 h 17595"/>
                  <a:gd name="csX1" fmla="*/ 175 w 10962"/>
                  <a:gd name="csY1" fmla="*/ 89 h 17595"/>
                </a:gdLst>
                <a:ahLst/>
                <a:cxnLst>
                  <a:cxn ang="0">
                    <a:pos x="csX0" y="csY0"/>
                  </a:cxn>
                  <a:cxn ang="0">
                    <a:pos x="csX1" y="csY1"/>
                  </a:cxn>
                </a:cxnLst>
                <a:rect l="l" t="t" r="r" b="b"/>
                <a:pathLst>
                  <a:path w="10962" h="17595">
                    <a:moveTo>
                      <a:pt x="175" y="17685"/>
                    </a:moveTo>
                    <a:lnTo>
                      <a:pt x="175" y="89"/>
                    </a:lnTo>
                  </a:path>
                </a:pathLst>
              </a:custGeom>
              <a:noFill/>
              <a:ln w="4327" cap="flat">
                <a:solidFill>
                  <a:srgbClr val="000000"/>
                </a:solidFill>
                <a:prstDash val="solid"/>
                <a:round/>
              </a:ln>
            </p:spPr>
            <p:txBody>
              <a:bodyPr/>
              <a:lstStyle/>
              <a:p>
                <a:endParaRPr lang="zh-CN" altLang="en-US" sz="2190"/>
              </a:p>
            </p:txBody>
          </p:sp>
          <p:sp>
            <p:nvSpPr>
              <p:cNvPr id="3160" name="文本框 3159"/>
              <p:cNvSpPr txBox="1"/>
              <p:nvPr/>
            </p:nvSpPr>
            <p:spPr>
              <a:xfrm>
                <a:off x="2788442" y="1247048"/>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3161" name="任意多边形: 形状 3160"/>
              <p:cNvSpPr/>
              <p:nvPr/>
            </p:nvSpPr>
            <p:spPr>
              <a:xfrm flipV="1">
                <a:off x="3318985" y="163137"/>
                <a:ext cx="10962" cy="1101775"/>
              </a:xfrm>
              <a:custGeom>
                <a:avLst/>
                <a:gdLst>
                  <a:gd name="csX0" fmla="*/ 138 w 10962"/>
                  <a:gd name="csY0" fmla="*/ -77 h 1101775"/>
                  <a:gd name="csX1" fmla="*/ 138 w 10962"/>
                  <a:gd name="csY1" fmla="*/ 1101699 h 1101775"/>
                </a:gdLst>
                <a:ahLst/>
                <a:cxnLst>
                  <a:cxn ang="0">
                    <a:pos x="csX0" y="csY0"/>
                  </a:cxn>
                  <a:cxn ang="0">
                    <a:pos x="csX1" y="csY1"/>
                  </a:cxn>
                </a:cxnLst>
                <a:rect l="l" t="t" r="r" b="b"/>
                <a:pathLst>
                  <a:path w="10962" h="1101775">
                    <a:moveTo>
                      <a:pt x="138" y="-77"/>
                    </a:moveTo>
                    <a:lnTo>
                      <a:pt x="138" y="1101699"/>
                    </a:lnTo>
                  </a:path>
                </a:pathLst>
              </a:custGeom>
              <a:noFill/>
              <a:ln w="2704" cap="sq">
                <a:solidFill>
                  <a:srgbClr val="E0E0E0"/>
                </a:solidFill>
                <a:prstDash val="solid"/>
                <a:round/>
              </a:ln>
            </p:spPr>
            <p:txBody>
              <a:bodyPr/>
              <a:lstStyle/>
              <a:p>
                <a:endParaRPr lang="zh-CN" altLang="en-US" sz="2190"/>
              </a:p>
            </p:txBody>
          </p:sp>
          <p:sp>
            <p:nvSpPr>
              <p:cNvPr id="3162" name="任意多边形: 形状 3161"/>
              <p:cNvSpPr/>
              <p:nvPr/>
            </p:nvSpPr>
            <p:spPr>
              <a:xfrm flipV="1">
                <a:off x="3318985" y="1264912"/>
                <a:ext cx="10962" cy="17595"/>
              </a:xfrm>
              <a:custGeom>
                <a:avLst/>
                <a:gdLst>
                  <a:gd name="csX0" fmla="*/ 138 w 10962"/>
                  <a:gd name="csY0" fmla="*/ 17685 h 17595"/>
                  <a:gd name="csX1" fmla="*/ 138 w 10962"/>
                  <a:gd name="csY1" fmla="*/ 89 h 17595"/>
                </a:gdLst>
                <a:ahLst/>
                <a:cxnLst>
                  <a:cxn ang="0">
                    <a:pos x="csX0" y="csY0"/>
                  </a:cxn>
                  <a:cxn ang="0">
                    <a:pos x="csX1" y="csY1"/>
                  </a:cxn>
                </a:cxnLst>
                <a:rect l="l" t="t" r="r" b="b"/>
                <a:pathLst>
                  <a:path w="10962" h="17595">
                    <a:moveTo>
                      <a:pt x="138" y="17685"/>
                    </a:moveTo>
                    <a:lnTo>
                      <a:pt x="138" y="89"/>
                    </a:lnTo>
                  </a:path>
                </a:pathLst>
              </a:custGeom>
              <a:solidFill>
                <a:srgbClr val="000000"/>
              </a:solidFill>
              <a:ln w="5409" cap="flat">
                <a:noFill/>
                <a:prstDash val="solid"/>
                <a:miter/>
              </a:ln>
            </p:spPr>
            <p:txBody>
              <a:bodyPr/>
              <a:lstStyle/>
              <a:p>
                <a:endParaRPr lang="zh-CN" altLang="en-US" sz="2190"/>
              </a:p>
            </p:txBody>
          </p:sp>
          <p:sp>
            <p:nvSpPr>
              <p:cNvPr id="3163" name="任意多边形: 形状 3162"/>
              <p:cNvSpPr/>
              <p:nvPr/>
            </p:nvSpPr>
            <p:spPr>
              <a:xfrm flipV="1">
                <a:off x="3318985" y="1264912"/>
                <a:ext cx="10962" cy="17595"/>
              </a:xfrm>
              <a:custGeom>
                <a:avLst/>
                <a:gdLst>
                  <a:gd name="csX0" fmla="*/ 138 w 10962"/>
                  <a:gd name="csY0" fmla="*/ 17685 h 17595"/>
                  <a:gd name="csX1" fmla="*/ 138 w 10962"/>
                  <a:gd name="csY1" fmla="*/ 89 h 17595"/>
                </a:gdLst>
                <a:ahLst/>
                <a:cxnLst>
                  <a:cxn ang="0">
                    <a:pos x="csX0" y="csY0"/>
                  </a:cxn>
                  <a:cxn ang="0">
                    <a:pos x="csX1" y="csY1"/>
                  </a:cxn>
                </a:cxnLst>
                <a:rect l="l" t="t" r="r" b="b"/>
                <a:pathLst>
                  <a:path w="10962" h="17595">
                    <a:moveTo>
                      <a:pt x="138" y="17685"/>
                    </a:moveTo>
                    <a:lnTo>
                      <a:pt x="138" y="89"/>
                    </a:lnTo>
                  </a:path>
                </a:pathLst>
              </a:custGeom>
              <a:noFill/>
              <a:ln w="4327" cap="flat">
                <a:solidFill>
                  <a:srgbClr val="000000"/>
                </a:solidFill>
                <a:prstDash val="solid"/>
                <a:round/>
              </a:ln>
            </p:spPr>
            <p:txBody>
              <a:bodyPr/>
              <a:lstStyle/>
              <a:p>
                <a:endParaRPr lang="zh-CN" altLang="en-US" sz="2190"/>
              </a:p>
            </p:txBody>
          </p:sp>
          <p:sp>
            <p:nvSpPr>
              <p:cNvPr id="3164" name="文本框 3163"/>
              <p:cNvSpPr txBox="1"/>
              <p:nvPr/>
            </p:nvSpPr>
            <p:spPr>
              <a:xfrm>
                <a:off x="3180376" y="1247048"/>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3165" name="任意多边形: 形状 3164"/>
              <p:cNvSpPr/>
              <p:nvPr/>
            </p:nvSpPr>
            <p:spPr>
              <a:xfrm flipV="1">
                <a:off x="3709569" y="163137"/>
                <a:ext cx="10962" cy="1101775"/>
              </a:xfrm>
              <a:custGeom>
                <a:avLst/>
                <a:gdLst>
                  <a:gd name="csX0" fmla="*/ 102 w 10962"/>
                  <a:gd name="csY0" fmla="*/ -77 h 1101775"/>
                  <a:gd name="csX1" fmla="*/ 102 w 10962"/>
                  <a:gd name="csY1" fmla="*/ 1101699 h 1101775"/>
                </a:gdLst>
                <a:ahLst/>
                <a:cxnLst>
                  <a:cxn ang="0">
                    <a:pos x="csX0" y="csY0"/>
                  </a:cxn>
                  <a:cxn ang="0">
                    <a:pos x="csX1" y="csY1"/>
                  </a:cxn>
                </a:cxnLst>
                <a:rect l="l" t="t" r="r" b="b"/>
                <a:pathLst>
                  <a:path w="10962" h="1101775">
                    <a:moveTo>
                      <a:pt x="102" y="-77"/>
                    </a:moveTo>
                    <a:lnTo>
                      <a:pt x="102" y="1101699"/>
                    </a:lnTo>
                  </a:path>
                </a:pathLst>
              </a:custGeom>
              <a:noFill/>
              <a:ln w="2704" cap="sq">
                <a:solidFill>
                  <a:srgbClr val="E0E0E0"/>
                </a:solidFill>
                <a:prstDash val="solid"/>
                <a:round/>
              </a:ln>
            </p:spPr>
            <p:txBody>
              <a:bodyPr/>
              <a:lstStyle/>
              <a:p>
                <a:endParaRPr lang="zh-CN" altLang="en-US" sz="2190"/>
              </a:p>
            </p:txBody>
          </p:sp>
          <p:sp>
            <p:nvSpPr>
              <p:cNvPr id="3166" name="任意多边形: 形状 3165"/>
              <p:cNvSpPr/>
              <p:nvPr/>
            </p:nvSpPr>
            <p:spPr>
              <a:xfrm flipV="1">
                <a:off x="3709569" y="1264912"/>
                <a:ext cx="10962" cy="17595"/>
              </a:xfrm>
              <a:custGeom>
                <a:avLst/>
                <a:gdLst>
                  <a:gd name="csX0" fmla="*/ 102 w 10962"/>
                  <a:gd name="csY0" fmla="*/ 17685 h 17595"/>
                  <a:gd name="csX1" fmla="*/ 102 w 10962"/>
                  <a:gd name="csY1" fmla="*/ 89 h 17595"/>
                </a:gdLst>
                <a:ahLst/>
                <a:cxnLst>
                  <a:cxn ang="0">
                    <a:pos x="csX0" y="csY0"/>
                  </a:cxn>
                  <a:cxn ang="0">
                    <a:pos x="csX1" y="csY1"/>
                  </a:cxn>
                </a:cxnLst>
                <a:rect l="l" t="t" r="r" b="b"/>
                <a:pathLst>
                  <a:path w="10962" h="17595">
                    <a:moveTo>
                      <a:pt x="102" y="17685"/>
                    </a:moveTo>
                    <a:lnTo>
                      <a:pt x="102" y="89"/>
                    </a:lnTo>
                  </a:path>
                </a:pathLst>
              </a:custGeom>
              <a:solidFill>
                <a:srgbClr val="000000"/>
              </a:solidFill>
              <a:ln w="5409" cap="flat">
                <a:noFill/>
                <a:prstDash val="solid"/>
                <a:miter/>
              </a:ln>
            </p:spPr>
            <p:txBody>
              <a:bodyPr/>
              <a:lstStyle/>
              <a:p>
                <a:endParaRPr lang="zh-CN" altLang="en-US" sz="2190"/>
              </a:p>
            </p:txBody>
          </p:sp>
          <p:sp>
            <p:nvSpPr>
              <p:cNvPr id="3167" name="任意多边形: 形状 3166"/>
              <p:cNvSpPr/>
              <p:nvPr/>
            </p:nvSpPr>
            <p:spPr>
              <a:xfrm flipV="1">
                <a:off x="3709569" y="1264912"/>
                <a:ext cx="10962" cy="17595"/>
              </a:xfrm>
              <a:custGeom>
                <a:avLst/>
                <a:gdLst>
                  <a:gd name="csX0" fmla="*/ 102 w 10962"/>
                  <a:gd name="csY0" fmla="*/ 17685 h 17595"/>
                  <a:gd name="csX1" fmla="*/ 102 w 10962"/>
                  <a:gd name="csY1" fmla="*/ 89 h 17595"/>
                </a:gdLst>
                <a:ahLst/>
                <a:cxnLst>
                  <a:cxn ang="0">
                    <a:pos x="csX0" y="csY0"/>
                  </a:cxn>
                  <a:cxn ang="0">
                    <a:pos x="csX1" y="csY1"/>
                  </a:cxn>
                </a:cxnLst>
                <a:rect l="l" t="t" r="r" b="b"/>
                <a:pathLst>
                  <a:path w="10962" h="17595">
                    <a:moveTo>
                      <a:pt x="102" y="17685"/>
                    </a:moveTo>
                    <a:lnTo>
                      <a:pt x="102" y="89"/>
                    </a:lnTo>
                  </a:path>
                </a:pathLst>
              </a:custGeom>
              <a:noFill/>
              <a:ln w="4327" cap="flat">
                <a:solidFill>
                  <a:srgbClr val="000000"/>
                </a:solidFill>
                <a:prstDash val="solid"/>
                <a:round/>
              </a:ln>
            </p:spPr>
            <p:txBody>
              <a:bodyPr/>
              <a:lstStyle/>
              <a:p>
                <a:endParaRPr lang="zh-CN" altLang="en-US" sz="2190"/>
              </a:p>
            </p:txBody>
          </p:sp>
          <p:sp>
            <p:nvSpPr>
              <p:cNvPr id="3168" name="文本框 3167"/>
              <p:cNvSpPr txBox="1"/>
              <p:nvPr/>
            </p:nvSpPr>
            <p:spPr>
              <a:xfrm>
                <a:off x="3558695" y="1247048"/>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3169" name="任意多边形: 形状 3168"/>
              <p:cNvSpPr/>
              <p:nvPr/>
            </p:nvSpPr>
            <p:spPr>
              <a:xfrm flipV="1">
                <a:off x="4100148" y="163137"/>
                <a:ext cx="10962" cy="1101775"/>
              </a:xfrm>
              <a:custGeom>
                <a:avLst/>
                <a:gdLst>
                  <a:gd name="csX0" fmla="*/ 65 w 10962"/>
                  <a:gd name="csY0" fmla="*/ -77 h 1101775"/>
                  <a:gd name="csX1" fmla="*/ 65 w 10962"/>
                  <a:gd name="csY1" fmla="*/ 1101699 h 1101775"/>
                </a:gdLst>
                <a:ahLst/>
                <a:cxnLst>
                  <a:cxn ang="0">
                    <a:pos x="csX0" y="csY0"/>
                  </a:cxn>
                  <a:cxn ang="0">
                    <a:pos x="csX1" y="csY1"/>
                  </a:cxn>
                </a:cxnLst>
                <a:rect l="l" t="t" r="r" b="b"/>
                <a:pathLst>
                  <a:path w="10962" h="1101775">
                    <a:moveTo>
                      <a:pt x="65" y="-77"/>
                    </a:moveTo>
                    <a:lnTo>
                      <a:pt x="65" y="1101699"/>
                    </a:lnTo>
                  </a:path>
                </a:pathLst>
              </a:custGeom>
              <a:noFill/>
              <a:ln w="2704" cap="sq">
                <a:solidFill>
                  <a:srgbClr val="E0E0E0"/>
                </a:solidFill>
                <a:prstDash val="solid"/>
                <a:round/>
              </a:ln>
            </p:spPr>
            <p:txBody>
              <a:bodyPr/>
              <a:lstStyle/>
              <a:p>
                <a:endParaRPr lang="zh-CN" altLang="en-US" sz="2190"/>
              </a:p>
            </p:txBody>
          </p:sp>
          <p:sp>
            <p:nvSpPr>
              <p:cNvPr id="3170" name="任意多边形: 形状 3169"/>
              <p:cNvSpPr/>
              <p:nvPr/>
            </p:nvSpPr>
            <p:spPr>
              <a:xfrm flipV="1">
                <a:off x="4100148" y="1264912"/>
                <a:ext cx="10962" cy="17595"/>
              </a:xfrm>
              <a:custGeom>
                <a:avLst/>
                <a:gdLst>
                  <a:gd name="csX0" fmla="*/ 65 w 10962"/>
                  <a:gd name="csY0" fmla="*/ 17685 h 17595"/>
                  <a:gd name="csX1" fmla="*/ 65 w 10962"/>
                  <a:gd name="csY1" fmla="*/ 89 h 17595"/>
                </a:gdLst>
                <a:ahLst/>
                <a:cxnLst>
                  <a:cxn ang="0">
                    <a:pos x="csX0" y="csY0"/>
                  </a:cxn>
                  <a:cxn ang="0">
                    <a:pos x="csX1" y="csY1"/>
                  </a:cxn>
                </a:cxnLst>
                <a:rect l="l" t="t" r="r" b="b"/>
                <a:pathLst>
                  <a:path w="10962" h="17595">
                    <a:moveTo>
                      <a:pt x="65" y="17685"/>
                    </a:moveTo>
                    <a:lnTo>
                      <a:pt x="65" y="89"/>
                    </a:lnTo>
                  </a:path>
                </a:pathLst>
              </a:custGeom>
              <a:solidFill>
                <a:srgbClr val="000000"/>
              </a:solidFill>
              <a:ln w="5409" cap="flat">
                <a:noFill/>
                <a:prstDash val="solid"/>
                <a:miter/>
              </a:ln>
            </p:spPr>
            <p:txBody>
              <a:bodyPr/>
              <a:lstStyle/>
              <a:p>
                <a:endParaRPr lang="zh-CN" altLang="en-US" sz="2190"/>
              </a:p>
            </p:txBody>
          </p:sp>
          <p:sp>
            <p:nvSpPr>
              <p:cNvPr id="3171" name="任意多边形: 形状 3170"/>
              <p:cNvSpPr/>
              <p:nvPr/>
            </p:nvSpPr>
            <p:spPr>
              <a:xfrm flipV="1">
                <a:off x="4100148" y="1264912"/>
                <a:ext cx="10962" cy="17595"/>
              </a:xfrm>
              <a:custGeom>
                <a:avLst/>
                <a:gdLst>
                  <a:gd name="csX0" fmla="*/ 65 w 10962"/>
                  <a:gd name="csY0" fmla="*/ 17685 h 17595"/>
                  <a:gd name="csX1" fmla="*/ 65 w 10962"/>
                  <a:gd name="csY1" fmla="*/ 89 h 17595"/>
                </a:gdLst>
                <a:ahLst/>
                <a:cxnLst>
                  <a:cxn ang="0">
                    <a:pos x="csX0" y="csY0"/>
                  </a:cxn>
                  <a:cxn ang="0">
                    <a:pos x="csX1" y="csY1"/>
                  </a:cxn>
                </a:cxnLst>
                <a:rect l="l" t="t" r="r" b="b"/>
                <a:pathLst>
                  <a:path w="10962" h="17595">
                    <a:moveTo>
                      <a:pt x="65" y="17685"/>
                    </a:moveTo>
                    <a:lnTo>
                      <a:pt x="65" y="89"/>
                    </a:lnTo>
                  </a:path>
                </a:pathLst>
              </a:custGeom>
              <a:noFill/>
              <a:ln w="4327" cap="flat">
                <a:solidFill>
                  <a:srgbClr val="000000"/>
                </a:solidFill>
                <a:prstDash val="solid"/>
                <a:round/>
              </a:ln>
            </p:spPr>
            <p:txBody>
              <a:bodyPr/>
              <a:lstStyle/>
              <a:p>
                <a:endParaRPr lang="zh-CN" altLang="en-US" sz="2190"/>
              </a:p>
            </p:txBody>
          </p:sp>
          <p:sp>
            <p:nvSpPr>
              <p:cNvPr id="3172" name="文本框 3171"/>
              <p:cNvSpPr txBox="1"/>
              <p:nvPr/>
            </p:nvSpPr>
            <p:spPr>
              <a:xfrm>
                <a:off x="3931807" y="1247048"/>
                <a:ext cx="43369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Other</a:t>
                </a:r>
              </a:p>
            </p:txBody>
          </p:sp>
          <p:sp>
            <p:nvSpPr>
              <p:cNvPr id="3173" name="文本框 3172"/>
              <p:cNvSpPr txBox="1"/>
              <p:nvPr/>
            </p:nvSpPr>
            <p:spPr>
              <a:xfrm>
                <a:off x="3036571" y="1328922"/>
                <a:ext cx="102131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ORF probability (%)</a:t>
                </a:r>
              </a:p>
            </p:txBody>
          </p:sp>
          <p:sp>
            <p:nvSpPr>
              <p:cNvPr id="3174" name="任意多边形: 形状 3173"/>
              <p:cNvSpPr/>
              <p:nvPr/>
            </p:nvSpPr>
            <p:spPr>
              <a:xfrm flipV="1">
                <a:off x="2694058" y="1264912"/>
                <a:ext cx="1640438" cy="10177"/>
              </a:xfrm>
              <a:custGeom>
                <a:avLst/>
                <a:gdLst>
                  <a:gd name="csX0" fmla="*/ 120 w 1640438"/>
                  <a:gd name="csY0" fmla="*/ 87 h 10177"/>
                  <a:gd name="csX1" fmla="*/ 1640559 w 1640438"/>
                  <a:gd name="csY1" fmla="*/ 87 h 10177"/>
                </a:gdLst>
                <a:ahLst/>
                <a:cxnLst>
                  <a:cxn ang="0">
                    <a:pos x="csX0" y="csY0"/>
                  </a:cxn>
                  <a:cxn ang="0">
                    <a:pos x="csX1" y="csY1"/>
                  </a:cxn>
                </a:cxnLst>
                <a:rect l="l" t="t" r="r" b="b"/>
                <a:pathLst>
                  <a:path w="1640438" h="10177">
                    <a:moveTo>
                      <a:pt x="120" y="87"/>
                    </a:moveTo>
                    <a:lnTo>
                      <a:pt x="1640559" y="87"/>
                    </a:lnTo>
                  </a:path>
                </a:pathLst>
              </a:custGeom>
              <a:noFill/>
              <a:ln w="2704" cap="sq">
                <a:solidFill>
                  <a:srgbClr val="E0E0E0"/>
                </a:solidFill>
                <a:prstDash val="solid"/>
                <a:round/>
              </a:ln>
            </p:spPr>
            <p:txBody>
              <a:bodyPr/>
              <a:lstStyle/>
              <a:p>
                <a:endParaRPr lang="zh-CN" altLang="en-US" sz="2190"/>
              </a:p>
            </p:txBody>
          </p:sp>
          <p:sp>
            <p:nvSpPr>
              <p:cNvPr id="3175" name="任意多边形: 形状 3174"/>
              <p:cNvSpPr/>
              <p:nvPr/>
            </p:nvSpPr>
            <p:spPr>
              <a:xfrm flipV="1">
                <a:off x="2675107" y="1264912"/>
                <a:ext cx="18951" cy="10177"/>
              </a:xfrm>
              <a:custGeom>
                <a:avLst/>
                <a:gdLst>
                  <a:gd name="csX0" fmla="*/ 19149 w 18951"/>
                  <a:gd name="csY0" fmla="*/ 87 h 10177"/>
                  <a:gd name="csX1" fmla="*/ 198 w 18951"/>
                  <a:gd name="csY1" fmla="*/ 87 h 10177"/>
                </a:gdLst>
                <a:ahLst/>
                <a:cxnLst>
                  <a:cxn ang="0">
                    <a:pos x="csX0" y="csY0"/>
                  </a:cxn>
                  <a:cxn ang="0">
                    <a:pos x="csX1" y="csY1"/>
                  </a:cxn>
                </a:cxnLst>
                <a:rect l="l" t="t" r="r" b="b"/>
                <a:pathLst>
                  <a:path w="18951" h="10177">
                    <a:moveTo>
                      <a:pt x="19149" y="87"/>
                    </a:moveTo>
                    <a:lnTo>
                      <a:pt x="198" y="87"/>
                    </a:lnTo>
                  </a:path>
                </a:pathLst>
              </a:custGeom>
              <a:solidFill>
                <a:srgbClr val="000000"/>
              </a:solidFill>
              <a:ln w="5409" cap="flat">
                <a:noFill/>
                <a:prstDash val="solid"/>
                <a:miter/>
              </a:ln>
            </p:spPr>
            <p:txBody>
              <a:bodyPr/>
              <a:lstStyle/>
              <a:p>
                <a:endParaRPr lang="zh-CN" altLang="en-US" sz="2190"/>
              </a:p>
            </p:txBody>
          </p:sp>
          <p:sp>
            <p:nvSpPr>
              <p:cNvPr id="3176" name="任意多边形: 形状 3175"/>
              <p:cNvSpPr/>
              <p:nvPr/>
            </p:nvSpPr>
            <p:spPr>
              <a:xfrm flipV="1">
                <a:off x="2675107" y="1264912"/>
                <a:ext cx="18951" cy="10177"/>
              </a:xfrm>
              <a:custGeom>
                <a:avLst/>
                <a:gdLst>
                  <a:gd name="csX0" fmla="*/ 19149 w 18951"/>
                  <a:gd name="csY0" fmla="*/ 87 h 10177"/>
                  <a:gd name="csX1" fmla="*/ 198 w 18951"/>
                  <a:gd name="csY1" fmla="*/ 87 h 10177"/>
                </a:gdLst>
                <a:ahLst/>
                <a:cxnLst>
                  <a:cxn ang="0">
                    <a:pos x="csX0" y="csY0"/>
                  </a:cxn>
                  <a:cxn ang="0">
                    <a:pos x="csX1" y="csY1"/>
                  </a:cxn>
                </a:cxnLst>
                <a:rect l="l" t="t" r="r" b="b"/>
                <a:pathLst>
                  <a:path w="18951" h="10177">
                    <a:moveTo>
                      <a:pt x="19149" y="87"/>
                    </a:moveTo>
                    <a:lnTo>
                      <a:pt x="198" y="87"/>
                    </a:lnTo>
                  </a:path>
                </a:pathLst>
              </a:custGeom>
              <a:noFill/>
              <a:ln w="4327" cap="flat">
                <a:solidFill>
                  <a:srgbClr val="000000"/>
                </a:solidFill>
                <a:prstDash val="solid"/>
                <a:round/>
              </a:ln>
            </p:spPr>
            <p:txBody>
              <a:bodyPr/>
              <a:lstStyle/>
              <a:p>
                <a:endParaRPr lang="zh-CN" altLang="en-US" sz="2190"/>
              </a:p>
            </p:txBody>
          </p:sp>
          <p:sp>
            <p:nvSpPr>
              <p:cNvPr id="3177" name="文本框 3176"/>
              <p:cNvSpPr txBox="1"/>
              <p:nvPr/>
            </p:nvSpPr>
            <p:spPr>
              <a:xfrm>
                <a:off x="2426519" y="1176245"/>
                <a:ext cx="3348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3178" name="任意多边形: 形状 3177"/>
              <p:cNvSpPr/>
              <p:nvPr/>
            </p:nvSpPr>
            <p:spPr>
              <a:xfrm flipV="1">
                <a:off x="2694058" y="1002585"/>
                <a:ext cx="1640438" cy="10177"/>
              </a:xfrm>
              <a:custGeom>
                <a:avLst/>
                <a:gdLst>
                  <a:gd name="csX0" fmla="*/ 120 w 1640438"/>
                  <a:gd name="csY0" fmla="*/ 9 h 10177"/>
                  <a:gd name="csX1" fmla="*/ 1640559 w 1640438"/>
                  <a:gd name="csY1" fmla="*/ 9 h 10177"/>
                </a:gdLst>
                <a:ahLst/>
                <a:cxnLst>
                  <a:cxn ang="0">
                    <a:pos x="csX0" y="csY0"/>
                  </a:cxn>
                  <a:cxn ang="0">
                    <a:pos x="csX1" y="csY1"/>
                  </a:cxn>
                </a:cxnLst>
                <a:rect l="l" t="t" r="r" b="b"/>
                <a:pathLst>
                  <a:path w="1640438" h="10177">
                    <a:moveTo>
                      <a:pt x="120" y="9"/>
                    </a:moveTo>
                    <a:lnTo>
                      <a:pt x="1640559" y="9"/>
                    </a:lnTo>
                  </a:path>
                </a:pathLst>
              </a:custGeom>
              <a:noFill/>
              <a:ln w="2704" cap="sq">
                <a:solidFill>
                  <a:srgbClr val="E0E0E0"/>
                </a:solidFill>
                <a:prstDash val="solid"/>
                <a:round/>
              </a:ln>
            </p:spPr>
            <p:txBody>
              <a:bodyPr/>
              <a:lstStyle/>
              <a:p>
                <a:endParaRPr lang="zh-CN" altLang="en-US" sz="2190"/>
              </a:p>
            </p:txBody>
          </p:sp>
          <p:sp>
            <p:nvSpPr>
              <p:cNvPr id="3179" name="任意多边形: 形状 3178"/>
              <p:cNvSpPr/>
              <p:nvPr/>
            </p:nvSpPr>
            <p:spPr>
              <a:xfrm flipV="1">
                <a:off x="2675107" y="1002585"/>
                <a:ext cx="18951" cy="10177"/>
              </a:xfrm>
              <a:custGeom>
                <a:avLst/>
                <a:gdLst>
                  <a:gd name="csX0" fmla="*/ 19149 w 18951"/>
                  <a:gd name="csY0" fmla="*/ 9 h 10177"/>
                  <a:gd name="csX1" fmla="*/ 198 w 18951"/>
                  <a:gd name="csY1" fmla="*/ 9 h 10177"/>
                </a:gdLst>
                <a:ahLst/>
                <a:cxnLst>
                  <a:cxn ang="0">
                    <a:pos x="csX0" y="csY0"/>
                  </a:cxn>
                  <a:cxn ang="0">
                    <a:pos x="csX1" y="csY1"/>
                  </a:cxn>
                </a:cxnLst>
                <a:rect l="l" t="t" r="r" b="b"/>
                <a:pathLst>
                  <a:path w="18951" h="10177">
                    <a:moveTo>
                      <a:pt x="19149" y="9"/>
                    </a:moveTo>
                    <a:lnTo>
                      <a:pt x="198" y="9"/>
                    </a:lnTo>
                  </a:path>
                </a:pathLst>
              </a:custGeom>
              <a:solidFill>
                <a:srgbClr val="000000"/>
              </a:solidFill>
              <a:ln w="5409" cap="flat">
                <a:noFill/>
                <a:prstDash val="solid"/>
                <a:miter/>
              </a:ln>
            </p:spPr>
            <p:txBody>
              <a:bodyPr/>
              <a:lstStyle/>
              <a:p>
                <a:endParaRPr lang="zh-CN" altLang="en-US" sz="2190"/>
              </a:p>
            </p:txBody>
          </p:sp>
          <p:sp>
            <p:nvSpPr>
              <p:cNvPr id="3180" name="任意多边形: 形状 3179"/>
              <p:cNvSpPr/>
              <p:nvPr/>
            </p:nvSpPr>
            <p:spPr>
              <a:xfrm flipV="1">
                <a:off x="2675107" y="1002585"/>
                <a:ext cx="18951" cy="10177"/>
              </a:xfrm>
              <a:custGeom>
                <a:avLst/>
                <a:gdLst>
                  <a:gd name="csX0" fmla="*/ 19149 w 18951"/>
                  <a:gd name="csY0" fmla="*/ 9 h 10177"/>
                  <a:gd name="csX1" fmla="*/ 198 w 18951"/>
                  <a:gd name="csY1" fmla="*/ 9 h 10177"/>
                </a:gdLst>
                <a:ahLst/>
                <a:cxnLst>
                  <a:cxn ang="0">
                    <a:pos x="csX0" y="csY0"/>
                  </a:cxn>
                  <a:cxn ang="0">
                    <a:pos x="csX1" y="csY1"/>
                  </a:cxn>
                </a:cxnLst>
                <a:rect l="l" t="t" r="r" b="b"/>
                <a:pathLst>
                  <a:path w="18951" h="10177">
                    <a:moveTo>
                      <a:pt x="19149" y="9"/>
                    </a:moveTo>
                    <a:lnTo>
                      <a:pt x="198" y="9"/>
                    </a:lnTo>
                  </a:path>
                </a:pathLst>
              </a:custGeom>
              <a:noFill/>
              <a:ln w="4327" cap="flat">
                <a:solidFill>
                  <a:srgbClr val="000000"/>
                </a:solidFill>
                <a:prstDash val="solid"/>
                <a:round/>
              </a:ln>
            </p:spPr>
            <p:txBody>
              <a:bodyPr/>
              <a:lstStyle/>
              <a:p>
                <a:endParaRPr lang="zh-CN" altLang="en-US" sz="2190"/>
              </a:p>
            </p:txBody>
          </p:sp>
          <p:sp>
            <p:nvSpPr>
              <p:cNvPr id="3181" name="文本框 3180"/>
              <p:cNvSpPr txBox="1"/>
              <p:nvPr/>
            </p:nvSpPr>
            <p:spPr>
              <a:xfrm>
                <a:off x="2392086" y="913921"/>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a:t>
                </a:r>
              </a:p>
            </p:txBody>
          </p:sp>
          <p:sp>
            <p:nvSpPr>
              <p:cNvPr id="3182" name="任意多边形: 形状 3181"/>
              <p:cNvSpPr/>
              <p:nvPr/>
            </p:nvSpPr>
            <p:spPr>
              <a:xfrm flipV="1">
                <a:off x="2694058" y="740256"/>
                <a:ext cx="1640438" cy="10177"/>
              </a:xfrm>
              <a:custGeom>
                <a:avLst/>
                <a:gdLst>
                  <a:gd name="csX0" fmla="*/ 120 w 1640438"/>
                  <a:gd name="csY0" fmla="*/ -69 h 10177"/>
                  <a:gd name="csX1" fmla="*/ 1640559 w 1640438"/>
                  <a:gd name="csY1" fmla="*/ -69 h 10177"/>
                </a:gdLst>
                <a:ahLst/>
                <a:cxnLst>
                  <a:cxn ang="0">
                    <a:pos x="csX0" y="csY0"/>
                  </a:cxn>
                  <a:cxn ang="0">
                    <a:pos x="csX1" y="csY1"/>
                  </a:cxn>
                </a:cxnLst>
                <a:rect l="l" t="t" r="r" b="b"/>
                <a:pathLst>
                  <a:path w="1640438" h="10177">
                    <a:moveTo>
                      <a:pt x="120" y="-69"/>
                    </a:moveTo>
                    <a:lnTo>
                      <a:pt x="1640559" y="-69"/>
                    </a:lnTo>
                  </a:path>
                </a:pathLst>
              </a:custGeom>
              <a:noFill/>
              <a:ln w="2704" cap="sq">
                <a:solidFill>
                  <a:srgbClr val="E0E0E0"/>
                </a:solidFill>
                <a:prstDash val="solid"/>
                <a:round/>
              </a:ln>
            </p:spPr>
            <p:txBody>
              <a:bodyPr/>
              <a:lstStyle/>
              <a:p>
                <a:endParaRPr lang="zh-CN" altLang="en-US" sz="2190"/>
              </a:p>
            </p:txBody>
          </p:sp>
          <p:sp>
            <p:nvSpPr>
              <p:cNvPr id="3183" name="任意多边形: 形状 3182"/>
              <p:cNvSpPr/>
              <p:nvPr/>
            </p:nvSpPr>
            <p:spPr>
              <a:xfrm flipV="1">
                <a:off x="2675107" y="740256"/>
                <a:ext cx="18951" cy="10177"/>
              </a:xfrm>
              <a:custGeom>
                <a:avLst/>
                <a:gdLst>
                  <a:gd name="csX0" fmla="*/ 19149 w 18951"/>
                  <a:gd name="csY0" fmla="*/ -69 h 10177"/>
                  <a:gd name="csX1" fmla="*/ 198 w 18951"/>
                  <a:gd name="csY1" fmla="*/ -69 h 10177"/>
                </a:gdLst>
                <a:ahLst/>
                <a:cxnLst>
                  <a:cxn ang="0">
                    <a:pos x="csX0" y="csY0"/>
                  </a:cxn>
                  <a:cxn ang="0">
                    <a:pos x="csX1" y="csY1"/>
                  </a:cxn>
                </a:cxnLst>
                <a:rect l="l" t="t" r="r" b="b"/>
                <a:pathLst>
                  <a:path w="18951" h="10177">
                    <a:moveTo>
                      <a:pt x="19149" y="-69"/>
                    </a:moveTo>
                    <a:lnTo>
                      <a:pt x="198" y="-69"/>
                    </a:lnTo>
                  </a:path>
                </a:pathLst>
              </a:custGeom>
              <a:solidFill>
                <a:srgbClr val="000000"/>
              </a:solidFill>
              <a:ln w="5409" cap="flat">
                <a:noFill/>
                <a:prstDash val="solid"/>
                <a:miter/>
              </a:ln>
            </p:spPr>
            <p:txBody>
              <a:bodyPr/>
              <a:lstStyle/>
              <a:p>
                <a:endParaRPr lang="zh-CN" altLang="en-US" sz="2190"/>
              </a:p>
            </p:txBody>
          </p:sp>
          <p:sp>
            <p:nvSpPr>
              <p:cNvPr id="3184" name="任意多边形: 形状 3183"/>
              <p:cNvSpPr/>
              <p:nvPr/>
            </p:nvSpPr>
            <p:spPr>
              <a:xfrm flipV="1">
                <a:off x="2675107" y="740256"/>
                <a:ext cx="18951" cy="10177"/>
              </a:xfrm>
              <a:custGeom>
                <a:avLst/>
                <a:gdLst>
                  <a:gd name="csX0" fmla="*/ 19149 w 18951"/>
                  <a:gd name="csY0" fmla="*/ -69 h 10177"/>
                  <a:gd name="csX1" fmla="*/ 198 w 18951"/>
                  <a:gd name="csY1" fmla="*/ -69 h 10177"/>
                </a:gdLst>
                <a:ahLst/>
                <a:cxnLst>
                  <a:cxn ang="0">
                    <a:pos x="csX0" y="csY0"/>
                  </a:cxn>
                  <a:cxn ang="0">
                    <a:pos x="csX1" y="csY1"/>
                  </a:cxn>
                </a:cxnLst>
                <a:rect l="l" t="t" r="r" b="b"/>
                <a:pathLst>
                  <a:path w="18951" h="10177">
                    <a:moveTo>
                      <a:pt x="19149" y="-69"/>
                    </a:moveTo>
                    <a:lnTo>
                      <a:pt x="198" y="-69"/>
                    </a:lnTo>
                  </a:path>
                </a:pathLst>
              </a:custGeom>
              <a:noFill/>
              <a:ln w="4327" cap="flat">
                <a:solidFill>
                  <a:srgbClr val="000000"/>
                </a:solidFill>
                <a:prstDash val="solid"/>
                <a:round/>
              </a:ln>
            </p:spPr>
            <p:txBody>
              <a:bodyPr/>
              <a:lstStyle/>
              <a:p>
                <a:endParaRPr lang="zh-CN" altLang="en-US" sz="2190"/>
              </a:p>
            </p:txBody>
          </p:sp>
          <p:sp>
            <p:nvSpPr>
              <p:cNvPr id="3185" name="文本框 3184"/>
              <p:cNvSpPr txBox="1"/>
              <p:nvPr/>
            </p:nvSpPr>
            <p:spPr>
              <a:xfrm>
                <a:off x="2392086" y="651588"/>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3186" name="任意多边形: 形状 3185"/>
              <p:cNvSpPr/>
              <p:nvPr/>
            </p:nvSpPr>
            <p:spPr>
              <a:xfrm flipV="1">
                <a:off x="2694058" y="477929"/>
                <a:ext cx="1640438" cy="10177"/>
              </a:xfrm>
              <a:custGeom>
                <a:avLst/>
                <a:gdLst>
                  <a:gd name="csX0" fmla="*/ 120 w 1640438"/>
                  <a:gd name="csY0" fmla="*/ -147 h 10177"/>
                  <a:gd name="csX1" fmla="*/ 1640559 w 1640438"/>
                  <a:gd name="csY1" fmla="*/ -147 h 10177"/>
                </a:gdLst>
                <a:ahLst/>
                <a:cxnLst>
                  <a:cxn ang="0">
                    <a:pos x="csX0" y="csY0"/>
                  </a:cxn>
                  <a:cxn ang="0">
                    <a:pos x="csX1" y="csY1"/>
                  </a:cxn>
                </a:cxnLst>
                <a:rect l="l" t="t" r="r" b="b"/>
                <a:pathLst>
                  <a:path w="1640438" h="10177">
                    <a:moveTo>
                      <a:pt x="120" y="-147"/>
                    </a:moveTo>
                    <a:lnTo>
                      <a:pt x="1640559" y="-147"/>
                    </a:lnTo>
                  </a:path>
                </a:pathLst>
              </a:custGeom>
              <a:noFill/>
              <a:ln w="2704" cap="sq">
                <a:solidFill>
                  <a:srgbClr val="E0E0E0"/>
                </a:solidFill>
                <a:prstDash val="solid"/>
                <a:round/>
              </a:ln>
            </p:spPr>
            <p:txBody>
              <a:bodyPr/>
              <a:lstStyle/>
              <a:p>
                <a:endParaRPr lang="zh-CN" altLang="en-US" sz="2190"/>
              </a:p>
            </p:txBody>
          </p:sp>
          <p:sp>
            <p:nvSpPr>
              <p:cNvPr id="3187" name="任意多边形: 形状 3186"/>
              <p:cNvSpPr/>
              <p:nvPr/>
            </p:nvSpPr>
            <p:spPr>
              <a:xfrm flipV="1">
                <a:off x="2675107" y="477929"/>
                <a:ext cx="18951" cy="10177"/>
              </a:xfrm>
              <a:custGeom>
                <a:avLst/>
                <a:gdLst>
                  <a:gd name="csX0" fmla="*/ 19149 w 18951"/>
                  <a:gd name="csY0" fmla="*/ -147 h 10177"/>
                  <a:gd name="csX1" fmla="*/ 198 w 18951"/>
                  <a:gd name="csY1" fmla="*/ -147 h 10177"/>
                </a:gdLst>
                <a:ahLst/>
                <a:cxnLst>
                  <a:cxn ang="0">
                    <a:pos x="csX0" y="csY0"/>
                  </a:cxn>
                  <a:cxn ang="0">
                    <a:pos x="csX1" y="csY1"/>
                  </a:cxn>
                </a:cxnLst>
                <a:rect l="l" t="t" r="r" b="b"/>
                <a:pathLst>
                  <a:path w="18951" h="10177">
                    <a:moveTo>
                      <a:pt x="19149" y="-147"/>
                    </a:moveTo>
                    <a:lnTo>
                      <a:pt x="198" y="-147"/>
                    </a:lnTo>
                  </a:path>
                </a:pathLst>
              </a:custGeom>
              <a:solidFill>
                <a:srgbClr val="000000"/>
              </a:solidFill>
              <a:ln w="5409" cap="flat">
                <a:noFill/>
                <a:prstDash val="solid"/>
                <a:miter/>
              </a:ln>
            </p:spPr>
            <p:txBody>
              <a:bodyPr/>
              <a:lstStyle/>
              <a:p>
                <a:endParaRPr lang="zh-CN" altLang="en-US" sz="2190"/>
              </a:p>
            </p:txBody>
          </p:sp>
          <p:sp>
            <p:nvSpPr>
              <p:cNvPr id="3188" name="任意多边形: 形状 3187"/>
              <p:cNvSpPr/>
              <p:nvPr/>
            </p:nvSpPr>
            <p:spPr>
              <a:xfrm flipV="1">
                <a:off x="2675107" y="477929"/>
                <a:ext cx="18951" cy="10177"/>
              </a:xfrm>
              <a:custGeom>
                <a:avLst/>
                <a:gdLst>
                  <a:gd name="csX0" fmla="*/ 19149 w 18951"/>
                  <a:gd name="csY0" fmla="*/ -147 h 10177"/>
                  <a:gd name="csX1" fmla="*/ 198 w 18951"/>
                  <a:gd name="csY1" fmla="*/ -147 h 10177"/>
                </a:gdLst>
                <a:ahLst/>
                <a:cxnLst>
                  <a:cxn ang="0">
                    <a:pos x="csX0" y="csY0"/>
                  </a:cxn>
                  <a:cxn ang="0">
                    <a:pos x="csX1" y="csY1"/>
                  </a:cxn>
                </a:cxnLst>
                <a:rect l="l" t="t" r="r" b="b"/>
                <a:pathLst>
                  <a:path w="18951" h="10177">
                    <a:moveTo>
                      <a:pt x="19149" y="-147"/>
                    </a:moveTo>
                    <a:lnTo>
                      <a:pt x="198" y="-147"/>
                    </a:lnTo>
                  </a:path>
                </a:pathLst>
              </a:custGeom>
              <a:noFill/>
              <a:ln w="4327" cap="flat">
                <a:solidFill>
                  <a:srgbClr val="000000"/>
                </a:solidFill>
                <a:prstDash val="solid"/>
                <a:round/>
              </a:ln>
            </p:spPr>
            <p:txBody>
              <a:bodyPr/>
              <a:lstStyle/>
              <a:p>
                <a:endParaRPr lang="zh-CN" altLang="en-US" sz="2190"/>
              </a:p>
            </p:txBody>
          </p:sp>
          <p:sp>
            <p:nvSpPr>
              <p:cNvPr id="3189" name="文本框 3188"/>
              <p:cNvSpPr txBox="1"/>
              <p:nvPr/>
            </p:nvSpPr>
            <p:spPr>
              <a:xfrm>
                <a:off x="2392086" y="389261"/>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75%</a:t>
                </a:r>
              </a:p>
            </p:txBody>
          </p:sp>
          <p:sp>
            <p:nvSpPr>
              <p:cNvPr id="3190" name="任意多边形: 形状 3189"/>
              <p:cNvSpPr/>
              <p:nvPr/>
            </p:nvSpPr>
            <p:spPr>
              <a:xfrm flipV="1">
                <a:off x="2694058" y="215601"/>
                <a:ext cx="1640438" cy="10177"/>
              </a:xfrm>
              <a:custGeom>
                <a:avLst/>
                <a:gdLst>
                  <a:gd name="csX0" fmla="*/ 120 w 1640438"/>
                  <a:gd name="csY0" fmla="*/ -225 h 10177"/>
                  <a:gd name="csX1" fmla="*/ 1640559 w 1640438"/>
                  <a:gd name="csY1" fmla="*/ -225 h 10177"/>
                </a:gdLst>
                <a:ahLst/>
                <a:cxnLst>
                  <a:cxn ang="0">
                    <a:pos x="csX0" y="csY0"/>
                  </a:cxn>
                  <a:cxn ang="0">
                    <a:pos x="csX1" y="csY1"/>
                  </a:cxn>
                </a:cxnLst>
                <a:rect l="l" t="t" r="r" b="b"/>
                <a:pathLst>
                  <a:path w="1640438" h="10177">
                    <a:moveTo>
                      <a:pt x="120" y="-225"/>
                    </a:moveTo>
                    <a:lnTo>
                      <a:pt x="1640559" y="-225"/>
                    </a:lnTo>
                  </a:path>
                </a:pathLst>
              </a:custGeom>
              <a:noFill/>
              <a:ln w="2704" cap="sq">
                <a:solidFill>
                  <a:srgbClr val="E0E0E0"/>
                </a:solidFill>
                <a:prstDash val="solid"/>
                <a:round/>
              </a:ln>
            </p:spPr>
            <p:txBody>
              <a:bodyPr/>
              <a:lstStyle/>
              <a:p>
                <a:endParaRPr lang="zh-CN" altLang="en-US" sz="2190"/>
              </a:p>
            </p:txBody>
          </p:sp>
          <p:sp>
            <p:nvSpPr>
              <p:cNvPr id="3191" name="任意多边形: 形状 3190"/>
              <p:cNvSpPr/>
              <p:nvPr/>
            </p:nvSpPr>
            <p:spPr>
              <a:xfrm flipV="1">
                <a:off x="2675107" y="215601"/>
                <a:ext cx="18951" cy="10177"/>
              </a:xfrm>
              <a:custGeom>
                <a:avLst/>
                <a:gdLst>
                  <a:gd name="csX0" fmla="*/ 19149 w 18951"/>
                  <a:gd name="csY0" fmla="*/ -225 h 10177"/>
                  <a:gd name="csX1" fmla="*/ 198 w 18951"/>
                  <a:gd name="csY1" fmla="*/ -225 h 10177"/>
                </a:gdLst>
                <a:ahLst/>
                <a:cxnLst>
                  <a:cxn ang="0">
                    <a:pos x="csX0" y="csY0"/>
                  </a:cxn>
                  <a:cxn ang="0">
                    <a:pos x="csX1" y="csY1"/>
                  </a:cxn>
                </a:cxnLst>
                <a:rect l="l" t="t" r="r" b="b"/>
                <a:pathLst>
                  <a:path w="18951" h="10177">
                    <a:moveTo>
                      <a:pt x="19149" y="-225"/>
                    </a:moveTo>
                    <a:lnTo>
                      <a:pt x="198" y="-225"/>
                    </a:lnTo>
                  </a:path>
                </a:pathLst>
              </a:custGeom>
              <a:solidFill>
                <a:srgbClr val="000000"/>
              </a:solidFill>
              <a:ln w="5409" cap="flat">
                <a:noFill/>
                <a:prstDash val="solid"/>
                <a:miter/>
              </a:ln>
            </p:spPr>
            <p:txBody>
              <a:bodyPr/>
              <a:lstStyle/>
              <a:p>
                <a:endParaRPr lang="zh-CN" altLang="en-US" sz="2190"/>
              </a:p>
            </p:txBody>
          </p:sp>
          <p:sp>
            <p:nvSpPr>
              <p:cNvPr id="3192" name="任意多边形: 形状 3191"/>
              <p:cNvSpPr/>
              <p:nvPr/>
            </p:nvSpPr>
            <p:spPr>
              <a:xfrm flipV="1">
                <a:off x="2675107" y="215601"/>
                <a:ext cx="18951" cy="10177"/>
              </a:xfrm>
              <a:custGeom>
                <a:avLst/>
                <a:gdLst>
                  <a:gd name="csX0" fmla="*/ 19149 w 18951"/>
                  <a:gd name="csY0" fmla="*/ -225 h 10177"/>
                  <a:gd name="csX1" fmla="*/ 198 w 18951"/>
                  <a:gd name="csY1" fmla="*/ -225 h 10177"/>
                </a:gdLst>
                <a:ahLst/>
                <a:cxnLst>
                  <a:cxn ang="0">
                    <a:pos x="csX0" y="csY0"/>
                  </a:cxn>
                  <a:cxn ang="0">
                    <a:pos x="csX1" y="csY1"/>
                  </a:cxn>
                </a:cxnLst>
                <a:rect l="l" t="t" r="r" b="b"/>
                <a:pathLst>
                  <a:path w="18951" h="10177">
                    <a:moveTo>
                      <a:pt x="19149" y="-225"/>
                    </a:moveTo>
                    <a:lnTo>
                      <a:pt x="198" y="-225"/>
                    </a:lnTo>
                  </a:path>
                </a:pathLst>
              </a:custGeom>
              <a:noFill/>
              <a:ln w="4327" cap="flat">
                <a:solidFill>
                  <a:srgbClr val="000000"/>
                </a:solidFill>
                <a:prstDash val="solid"/>
                <a:round/>
              </a:ln>
            </p:spPr>
            <p:txBody>
              <a:bodyPr/>
              <a:lstStyle/>
              <a:p>
                <a:endParaRPr lang="zh-CN" altLang="en-US" sz="2190"/>
              </a:p>
            </p:txBody>
          </p:sp>
          <p:sp>
            <p:nvSpPr>
              <p:cNvPr id="3193" name="文本框 3192"/>
              <p:cNvSpPr txBox="1"/>
              <p:nvPr/>
            </p:nvSpPr>
            <p:spPr>
              <a:xfrm>
                <a:off x="2357643" y="126934"/>
                <a:ext cx="43889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3194" name="任意多边形: 形状 3193"/>
              <p:cNvSpPr/>
              <p:nvPr/>
            </p:nvSpPr>
            <p:spPr>
              <a:xfrm flipV="1">
                <a:off x="2694058" y="163137"/>
                <a:ext cx="10962" cy="1101775"/>
              </a:xfrm>
              <a:custGeom>
                <a:avLst/>
                <a:gdLst>
                  <a:gd name="csX0" fmla="*/ 197 w 10962"/>
                  <a:gd name="csY0" fmla="*/ -77 h 1101775"/>
                  <a:gd name="csX1" fmla="*/ 197 w 10962"/>
                  <a:gd name="csY1" fmla="*/ 1101699 h 1101775"/>
                </a:gdLst>
                <a:ahLst/>
                <a:cxnLst>
                  <a:cxn ang="0">
                    <a:pos x="csX0" y="csY0"/>
                  </a:cxn>
                  <a:cxn ang="0">
                    <a:pos x="csX1" y="csY1"/>
                  </a:cxn>
                </a:cxnLst>
                <a:rect l="l" t="t" r="r" b="b"/>
                <a:pathLst>
                  <a:path w="10962" h="1101775">
                    <a:moveTo>
                      <a:pt x="197" y="-77"/>
                    </a:moveTo>
                    <a:lnTo>
                      <a:pt x="197" y="1101699"/>
                    </a:lnTo>
                  </a:path>
                </a:pathLst>
              </a:custGeom>
              <a:noFill/>
              <a:ln w="4327" cap="sq">
                <a:solidFill>
                  <a:srgbClr val="000000"/>
                </a:solidFill>
                <a:prstDash val="solid"/>
                <a:miter/>
              </a:ln>
            </p:spPr>
            <p:txBody>
              <a:bodyPr/>
              <a:lstStyle/>
              <a:p>
                <a:endParaRPr lang="zh-CN" altLang="en-US" sz="2190"/>
              </a:p>
            </p:txBody>
          </p:sp>
          <p:sp>
            <p:nvSpPr>
              <p:cNvPr id="3195" name="任意多边形: 形状 3194"/>
              <p:cNvSpPr/>
              <p:nvPr/>
            </p:nvSpPr>
            <p:spPr>
              <a:xfrm flipV="1">
                <a:off x="4334497" y="163137"/>
                <a:ext cx="10962" cy="1101775"/>
              </a:xfrm>
              <a:custGeom>
                <a:avLst/>
                <a:gdLst>
                  <a:gd name="csX0" fmla="*/ 44 w 10962"/>
                  <a:gd name="csY0" fmla="*/ -77 h 1101775"/>
                  <a:gd name="csX1" fmla="*/ 44 w 10962"/>
                  <a:gd name="csY1" fmla="*/ 1101699 h 1101775"/>
                </a:gdLst>
                <a:ahLst/>
                <a:cxnLst>
                  <a:cxn ang="0">
                    <a:pos x="csX0" y="csY0"/>
                  </a:cxn>
                  <a:cxn ang="0">
                    <a:pos x="csX1" y="csY1"/>
                  </a:cxn>
                </a:cxnLst>
                <a:rect l="l" t="t" r="r" b="b"/>
                <a:pathLst>
                  <a:path w="10962" h="1101775">
                    <a:moveTo>
                      <a:pt x="44" y="-77"/>
                    </a:moveTo>
                    <a:lnTo>
                      <a:pt x="44" y="1101699"/>
                    </a:lnTo>
                  </a:path>
                </a:pathLst>
              </a:custGeom>
              <a:noFill/>
              <a:ln w="4327" cap="sq">
                <a:solidFill>
                  <a:srgbClr val="000000"/>
                </a:solidFill>
                <a:prstDash val="solid"/>
                <a:miter/>
              </a:ln>
            </p:spPr>
            <p:txBody>
              <a:bodyPr/>
              <a:lstStyle/>
              <a:p>
                <a:endParaRPr lang="zh-CN" altLang="en-US" sz="2190"/>
              </a:p>
            </p:txBody>
          </p:sp>
          <p:sp>
            <p:nvSpPr>
              <p:cNvPr id="3196" name="任意多边形: 形状 3195"/>
              <p:cNvSpPr/>
              <p:nvPr/>
            </p:nvSpPr>
            <p:spPr>
              <a:xfrm flipV="1">
                <a:off x="2694058" y="1264912"/>
                <a:ext cx="1640438" cy="10177"/>
              </a:xfrm>
              <a:custGeom>
                <a:avLst/>
                <a:gdLst>
                  <a:gd name="csX0" fmla="*/ 120 w 1640438"/>
                  <a:gd name="csY0" fmla="*/ 87 h 10177"/>
                  <a:gd name="csX1" fmla="*/ 1640559 w 1640438"/>
                  <a:gd name="csY1" fmla="*/ 87 h 10177"/>
                </a:gdLst>
                <a:ahLst/>
                <a:cxnLst>
                  <a:cxn ang="0">
                    <a:pos x="csX0" y="csY0"/>
                  </a:cxn>
                  <a:cxn ang="0">
                    <a:pos x="csX1" y="csY1"/>
                  </a:cxn>
                </a:cxnLst>
                <a:rect l="l" t="t" r="r" b="b"/>
                <a:pathLst>
                  <a:path w="1640438" h="10177">
                    <a:moveTo>
                      <a:pt x="120" y="87"/>
                    </a:moveTo>
                    <a:lnTo>
                      <a:pt x="1640559" y="87"/>
                    </a:lnTo>
                  </a:path>
                </a:pathLst>
              </a:custGeom>
              <a:noFill/>
              <a:ln w="4327" cap="sq">
                <a:solidFill>
                  <a:srgbClr val="000000"/>
                </a:solidFill>
                <a:prstDash val="solid"/>
                <a:miter/>
              </a:ln>
            </p:spPr>
            <p:txBody>
              <a:bodyPr/>
              <a:lstStyle/>
              <a:p>
                <a:endParaRPr lang="zh-CN" altLang="en-US" sz="2190"/>
              </a:p>
            </p:txBody>
          </p:sp>
          <p:sp>
            <p:nvSpPr>
              <p:cNvPr id="3197" name="任意多边形: 形状 3196"/>
              <p:cNvSpPr/>
              <p:nvPr/>
            </p:nvSpPr>
            <p:spPr>
              <a:xfrm flipV="1">
                <a:off x="2694058" y="163137"/>
                <a:ext cx="1640438" cy="10177"/>
              </a:xfrm>
              <a:custGeom>
                <a:avLst/>
                <a:gdLst>
                  <a:gd name="csX0" fmla="*/ 120 w 1640438"/>
                  <a:gd name="csY0" fmla="*/ -241 h 10177"/>
                  <a:gd name="csX1" fmla="*/ 1640559 w 1640438"/>
                  <a:gd name="csY1" fmla="*/ -241 h 10177"/>
                </a:gdLst>
                <a:ahLst/>
                <a:cxnLst>
                  <a:cxn ang="0">
                    <a:pos x="csX0" y="csY0"/>
                  </a:cxn>
                  <a:cxn ang="0">
                    <a:pos x="csX1" y="csY1"/>
                  </a:cxn>
                </a:cxnLst>
                <a:rect l="l" t="t" r="r" b="b"/>
                <a:pathLst>
                  <a:path w="1640438" h="10177">
                    <a:moveTo>
                      <a:pt x="120" y="-241"/>
                    </a:moveTo>
                    <a:lnTo>
                      <a:pt x="1640559" y="-241"/>
                    </a:lnTo>
                  </a:path>
                </a:pathLst>
              </a:custGeom>
              <a:noFill/>
              <a:ln w="4327" cap="sq">
                <a:solidFill>
                  <a:srgbClr val="000000"/>
                </a:solidFill>
                <a:prstDash val="solid"/>
                <a:miter/>
              </a:ln>
            </p:spPr>
            <p:txBody>
              <a:bodyPr/>
              <a:lstStyle/>
              <a:p>
                <a:endParaRPr lang="zh-CN" altLang="en-US" sz="2190"/>
              </a:p>
            </p:txBody>
          </p:sp>
          <p:sp>
            <p:nvSpPr>
              <p:cNvPr id="3198" name="任意多边形: 形状 3197"/>
              <p:cNvSpPr/>
              <p:nvPr/>
            </p:nvSpPr>
            <p:spPr>
              <a:xfrm flipV="1">
                <a:off x="2772174" y="1131528"/>
                <a:ext cx="312462" cy="133384"/>
              </a:xfrm>
              <a:custGeom>
                <a:avLst/>
                <a:gdLst>
                  <a:gd name="csX0" fmla="*/ 175 w 312462"/>
                  <a:gd name="csY0" fmla="*/ 67 h 133384"/>
                  <a:gd name="csX1" fmla="*/ 312637 w 312462"/>
                  <a:gd name="csY1" fmla="*/ 67 h 133384"/>
                  <a:gd name="csX2" fmla="*/ 312637 w 312462"/>
                  <a:gd name="csY2" fmla="*/ 133451 h 133384"/>
                  <a:gd name="csX3" fmla="*/ 175 w 312462"/>
                  <a:gd name="csY3" fmla="*/ 133451 h 133384"/>
                </a:gdLst>
                <a:ahLst/>
                <a:cxnLst>
                  <a:cxn ang="0">
                    <a:pos x="csX0" y="csY0"/>
                  </a:cxn>
                  <a:cxn ang="0">
                    <a:pos x="csX1" y="csY1"/>
                  </a:cxn>
                  <a:cxn ang="0">
                    <a:pos x="csX2" y="csY2"/>
                  </a:cxn>
                  <a:cxn ang="0">
                    <a:pos x="csX3" y="csY3"/>
                  </a:cxn>
                </a:cxnLst>
                <a:rect l="l" t="t" r="r" b="b"/>
                <a:pathLst>
                  <a:path w="312462" h="133384">
                    <a:moveTo>
                      <a:pt x="175" y="67"/>
                    </a:moveTo>
                    <a:lnTo>
                      <a:pt x="312637" y="67"/>
                    </a:lnTo>
                    <a:lnTo>
                      <a:pt x="312637" y="133451"/>
                    </a:lnTo>
                    <a:lnTo>
                      <a:pt x="175" y="133451"/>
                    </a:lnTo>
                    <a:close/>
                  </a:path>
                </a:pathLst>
              </a:custGeom>
              <a:solidFill>
                <a:srgbClr val="E4F3F4"/>
              </a:solidFill>
              <a:ln w="5409" cap="flat">
                <a:noFill/>
                <a:prstDash val="solid"/>
                <a:miter/>
              </a:ln>
            </p:spPr>
            <p:txBody>
              <a:bodyPr/>
              <a:lstStyle/>
              <a:p>
                <a:endParaRPr lang="zh-CN" altLang="en-US" sz="2190"/>
              </a:p>
            </p:txBody>
          </p:sp>
          <p:sp>
            <p:nvSpPr>
              <p:cNvPr id="3199" name="任意多边形: 形状 3198"/>
              <p:cNvSpPr/>
              <p:nvPr/>
            </p:nvSpPr>
            <p:spPr>
              <a:xfrm flipV="1">
                <a:off x="3162754" y="1215326"/>
                <a:ext cx="312466" cy="49586"/>
              </a:xfrm>
              <a:custGeom>
                <a:avLst/>
                <a:gdLst>
                  <a:gd name="csX0" fmla="*/ 138 w 312466"/>
                  <a:gd name="csY0" fmla="*/ 79 h 49586"/>
                  <a:gd name="csX1" fmla="*/ 312605 w 312466"/>
                  <a:gd name="csY1" fmla="*/ 79 h 49586"/>
                  <a:gd name="csX2" fmla="*/ 312605 w 312466"/>
                  <a:gd name="csY2" fmla="*/ 49666 h 49586"/>
                  <a:gd name="csX3" fmla="*/ 138 w 312466"/>
                  <a:gd name="csY3" fmla="*/ 49666 h 49586"/>
                </a:gdLst>
                <a:ahLst/>
                <a:cxnLst>
                  <a:cxn ang="0">
                    <a:pos x="csX0" y="csY0"/>
                  </a:cxn>
                  <a:cxn ang="0">
                    <a:pos x="csX1" y="csY1"/>
                  </a:cxn>
                  <a:cxn ang="0">
                    <a:pos x="csX2" y="csY2"/>
                  </a:cxn>
                  <a:cxn ang="0">
                    <a:pos x="csX3" y="csY3"/>
                  </a:cxn>
                </a:cxnLst>
                <a:rect l="l" t="t" r="r" b="b"/>
                <a:pathLst>
                  <a:path w="312466" h="49586">
                    <a:moveTo>
                      <a:pt x="138" y="79"/>
                    </a:moveTo>
                    <a:lnTo>
                      <a:pt x="312605" y="79"/>
                    </a:lnTo>
                    <a:lnTo>
                      <a:pt x="312605" y="49666"/>
                    </a:lnTo>
                    <a:lnTo>
                      <a:pt x="138" y="49666"/>
                    </a:lnTo>
                    <a:close/>
                  </a:path>
                </a:pathLst>
              </a:custGeom>
              <a:solidFill>
                <a:srgbClr val="C7D7E1"/>
              </a:solidFill>
              <a:ln w="5409" cap="flat">
                <a:noFill/>
                <a:prstDash val="solid"/>
                <a:miter/>
              </a:ln>
            </p:spPr>
            <p:txBody>
              <a:bodyPr/>
              <a:lstStyle/>
              <a:p>
                <a:endParaRPr lang="zh-CN" altLang="en-US" sz="2190"/>
              </a:p>
            </p:txBody>
          </p:sp>
          <p:sp>
            <p:nvSpPr>
              <p:cNvPr id="3200" name="任意多边形: 形状 3199"/>
              <p:cNvSpPr/>
              <p:nvPr/>
            </p:nvSpPr>
            <p:spPr>
              <a:xfrm flipV="1">
                <a:off x="3553333" y="1192865"/>
                <a:ext cx="312466" cy="72047"/>
              </a:xfrm>
              <a:custGeom>
                <a:avLst/>
                <a:gdLst>
                  <a:gd name="csX0" fmla="*/ 102 w 312466"/>
                  <a:gd name="csY0" fmla="*/ 76 h 72047"/>
                  <a:gd name="csX1" fmla="*/ 312568 w 312466"/>
                  <a:gd name="csY1" fmla="*/ 76 h 72047"/>
                  <a:gd name="csX2" fmla="*/ 312568 w 312466"/>
                  <a:gd name="csY2" fmla="*/ 72123 h 72047"/>
                  <a:gd name="csX3" fmla="*/ 102 w 312466"/>
                  <a:gd name="csY3" fmla="*/ 72123 h 72047"/>
                </a:gdLst>
                <a:ahLst/>
                <a:cxnLst>
                  <a:cxn ang="0">
                    <a:pos x="csX0" y="csY0"/>
                  </a:cxn>
                  <a:cxn ang="0">
                    <a:pos x="csX1" y="csY1"/>
                  </a:cxn>
                  <a:cxn ang="0">
                    <a:pos x="csX2" y="csY2"/>
                  </a:cxn>
                  <a:cxn ang="0">
                    <a:pos x="csX3" y="csY3"/>
                  </a:cxn>
                </a:cxnLst>
                <a:rect l="l" t="t" r="r" b="b"/>
                <a:pathLst>
                  <a:path w="312466" h="72047">
                    <a:moveTo>
                      <a:pt x="102" y="76"/>
                    </a:moveTo>
                    <a:lnTo>
                      <a:pt x="312568" y="76"/>
                    </a:lnTo>
                    <a:lnTo>
                      <a:pt x="312568" y="72123"/>
                    </a:lnTo>
                    <a:lnTo>
                      <a:pt x="102" y="72123"/>
                    </a:lnTo>
                    <a:close/>
                  </a:path>
                </a:pathLst>
              </a:custGeom>
              <a:solidFill>
                <a:srgbClr val="F7C3C7"/>
              </a:solidFill>
              <a:ln w="5409" cap="flat">
                <a:noFill/>
                <a:prstDash val="solid"/>
                <a:miter/>
              </a:ln>
            </p:spPr>
            <p:txBody>
              <a:bodyPr/>
              <a:lstStyle/>
              <a:p>
                <a:endParaRPr lang="zh-CN" altLang="en-US" sz="2190"/>
              </a:p>
            </p:txBody>
          </p:sp>
          <p:sp>
            <p:nvSpPr>
              <p:cNvPr id="3201" name="任意多边形: 形状 3200"/>
              <p:cNvSpPr/>
              <p:nvPr/>
            </p:nvSpPr>
            <p:spPr>
              <a:xfrm flipV="1">
                <a:off x="3943918" y="366877"/>
                <a:ext cx="312460" cy="898035"/>
              </a:xfrm>
              <a:custGeom>
                <a:avLst/>
                <a:gdLst>
                  <a:gd name="csX0" fmla="*/ 65 w 312460"/>
                  <a:gd name="csY0" fmla="*/ -47 h 898035"/>
                  <a:gd name="csX1" fmla="*/ 312526 w 312460"/>
                  <a:gd name="csY1" fmla="*/ -47 h 898035"/>
                  <a:gd name="csX2" fmla="*/ 312526 w 312460"/>
                  <a:gd name="csY2" fmla="*/ 897989 h 898035"/>
                  <a:gd name="csX3" fmla="*/ 65 w 312460"/>
                  <a:gd name="csY3" fmla="*/ 897989 h 898035"/>
                </a:gdLst>
                <a:ahLst/>
                <a:cxnLst>
                  <a:cxn ang="0">
                    <a:pos x="csX0" y="csY0"/>
                  </a:cxn>
                  <a:cxn ang="0">
                    <a:pos x="csX1" y="csY1"/>
                  </a:cxn>
                  <a:cxn ang="0">
                    <a:pos x="csX2" y="csY2"/>
                  </a:cxn>
                  <a:cxn ang="0">
                    <a:pos x="csX3" y="csY3"/>
                  </a:cxn>
                </a:cxnLst>
                <a:rect l="l" t="t" r="r" b="b"/>
                <a:pathLst>
                  <a:path w="312460" h="898035">
                    <a:moveTo>
                      <a:pt x="65" y="-47"/>
                    </a:moveTo>
                    <a:lnTo>
                      <a:pt x="312526" y="-47"/>
                    </a:lnTo>
                    <a:lnTo>
                      <a:pt x="312526" y="897989"/>
                    </a:lnTo>
                    <a:lnTo>
                      <a:pt x="65" y="897989"/>
                    </a:lnTo>
                    <a:close/>
                  </a:path>
                </a:pathLst>
              </a:custGeom>
              <a:solidFill>
                <a:srgbClr val="F3F3F3"/>
              </a:solidFill>
              <a:ln w="5409" cap="flat">
                <a:noFill/>
                <a:prstDash val="solid"/>
                <a:miter/>
              </a:ln>
            </p:spPr>
            <p:txBody>
              <a:bodyPr/>
              <a:lstStyle/>
              <a:p>
                <a:endParaRPr lang="zh-CN" altLang="en-US" sz="2190"/>
              </a:p>
            </p:txBody>
          </p:sp>
          <p:sp>
            <p:nvSpPr>
              <p:cNvPr id="3202" name="任意多边形: 形状 3201"/>
              <p:cNvSpPr/>
              <p:nvPr/>
            </p:nvSpPr>
            <p:spPr>
              <a:xfrm flipV="1">
                <a:off x="2772174" y="1070467"/>
                <a:ext cx="312462" cy="61061"/>
              </a:xfrm>
              <a:custGeom>
                <a:avLst/>
                <a:gdLst>
                  <a:gd name="csX0" fmla="*/ 175 w 312462"/>
                  <a:gd name="csY0" fmla="*/ 38 h 61061"/>
                  <a:gd name="csX1" fmla="*/ 312637 w 312462"/>
                  <a:gd name="csY1" fmla="*/ 38 h 61061"/>
                  <a:gd name="csX2" fmla="*/ 312637 w 312462"/>
                  <a:gd name="csY2" fmla="*/ 61100 h 61061"/>
                  <a:gd name="csX3" fmla="*/ 175 w 312462"/>
                  <a:gd name="csY3" fmla="*/ 61100 h 61061"/>
                </a:gdLst>
                <a:ahLst/>
                <a:cxnLst>
                  <a:cxn ang="0">
                    <a:pos x="csX0" y="csY0"/>
                  </a:cxn>
                  <a:cxn ang="0">
                    <a:pos x="csX1" y="csY1"/>
                  </a:cxn>
                  <a:cxn ang="0">
                    <a:pos x="csX2" y="csY2"/>
                  </a:cxn>
                  <a:cxn ang="0">
                    <a:pos x="csX3" y="csY3"/>
                  </a:cxn>
                </a:cxnLst>
                <a:rect l="l" t="t" r="r" b="b"/>
                <a:pathLst>
                  <a:path w="312462" h="61061">
                    <a:moveTo>
                      <a:pt x="175" y="38"/>
                    </a:moveTo>
                    <a:lnTo>
                      <a:pt x="312637" y="38"/>
                    </a:lnTo>
                    <a:lnTo>
                      <a:pt x="312637" y="61100"/>
                    </a:lnTo>
                    <a:lnTo>
                      <a:pt x="175" y="61100"/>
                    </a:lnTo>
                    <a:close/>
                  </a:path>
                </a:pathLst>
              </a:custGeom>
              <a:solidFill>
                <a:srgbClr val="CAE8EA"/>
              </a:solidFill>
              <a:ln w="5409" cap="flat">
                <a:noFill/>
                <a:prstDash val="solid"/>
                <a:miter/>
              </a:ln>
            </p:spPr>
            <p:txBody>
              <a:bodyPr/>
              <a:lstStyle/>
              <a:p>
                <a:endParaRPr lang="zh-CN" altLang="en-US" sz="2190"/>
              </a:p>
            </p:txBody>
          </p:sp>
          <p:sp>
            <p:nvSpPr>
              <p:cNvPr id="3203" name="任意多边形: 形状 3202"/>
              <p:cNvSpPr/>
              <p:nvPr/>
            </p:nvSpPr>
            <p:spPr>
              <a:xfrm flipV="1">
                <a:off x="3162754" y="1170204"/>
                <a:ext cx="312466" cy="45121"/>
              </a:xfrm>
              <a:custGeom>
                <a:avLst/>
                <a:gdLst>
                  <a:gd name="csX0" fmla="*/ 138 w 312466"/>
                  <a:gd name="csY0" fmla="*/ 65 h 45121"/>
                  <a:gd name="csX1" fmla="*/ 312605 w 312466"/>
                  <a:gd name="csY1" fmla="*/ 65 h 45121"/>
                  <a:gd name="csX2" fmla="*/ 312605 w 312466"/>
                  <a:gd name="csY2" fmla="*/ 45187 h 45121"/>
                  <a:gd name="csX3" fmla="*/ 138 w 312466"/>
                  <a:gd name="csY3" fmla="*/ 45187 h 45121"/>
                </a:gdLst>
                <a:ahLst/>
                <a:cxnLst>
                  <a:cxn ang="0">
                    <a:pos x="csX0" y="csY0"/>
                  </a:cxn>
                  <a:cxn ang="0">
                    <a:pos x="csX1" y="csY1"/>
                  </a:cxn>
                  <a:cxn ang="0">
                    <a:pos x="csX2" y="csY2"/>
                  </a:cxn>
                  <a:cxn ang="0">
                    <a:pos x="csX3" y="csY3"/>
                  </a:cxn>
                </a:cxnLst>
                <a:rect l="l" t="t" r="r" b="b"/>
                <a:pathLst>
                  <a:path w="312466" h="45121">
                    <a:moveTo>
                      <a:pt x="138" y="65"/>
                    </a:moveTo>
                    <a:lnTo>
                      <a:pt x="312605" y="65"/>
                    </a:lnTo>
                    <a:lnTo>
                      <a:pt x="312605" y="45187"/>
                    </a:lnTo>
                    <a:lnTo>
                      <a:pt x="138" y="45187"/>
                    </a:lnTo>
                    <a:close/>
                  </a:path>
                </a:pathLst>
              </a:custGeom>
              <a:solidFill>
                <a:srgbClr val="8FAFC4"/>
              </a:solidFill>
              <a:ln w="5409" cap="flat">
                <a:noFill/>
                <a:prstDash val="solid"/>
                <a:miter/>
              </a:ln>
            </p:spPr>
            <p:txBody>
              <a:bodyPr/>
              <a:lstStyle/>
              <a:p>
                <a:endParaRPr lang="zh-CN" altLang="en-US" sz="2190"/>
              </a:p>
            </p:txBody>
          </p:sp>
          <p:sp>
            <p:nvSpPr>
              <p:cNvPr id="3204" name="任意多边形: 形状 3203"/>
              <p:cNvSpPr/>
              <p:nvPr/>
            </p:nvSpPr>
            <p:spPr>
              <a:xfrm flipV="1">
                <a:off x="3553333" y="1146681"/>
                <a:ext cx="312466" cy="46184"/>
              </a:xfrm>
              <a:custGeom>
                <a:avLst/>
                <a:gdLst>
                  <a:gd name="csX0" fmla="*/ 102 w 312466"/>
                  <a:gd name="csY0" fmla="*/ 58 h 46184"/>
                  <a:gd name="csX1" fmla="*/ 312568 w 312466"/>
                  <a:gd name="csY1" fmla="*/ 58 h 46184"/>
                  <a:gd name="csX2" fmla="*/ 312568 w 312466"/>
                  <a:gd name="csY2" fmla="*/ 46243 h 46184"/>
                  <a:gd name="csX3" fmla="*/ 102 w 312466"/>
                  <a:gd name="csY3" fmla="*/ 46243 h 46184"/>
                </a:gdLst>
                <a:ahLst/>
                <a:cxnLst>
                  <a:cxn ang="0">
                    <a:pos x="csX0" y="csY0"/>
                  </a:cxn>
                  <a:cxn ang="0">
                    <a:pos x="csX1" y="csY1"/>
                  </a:cxn>
                  <a:cxn ang="0">
                    <a:pos x="csX2" y="csY2"/>
                  </a:cxn>
                  <a:cxn ang="0">
                    <a:pos x="csX3" y="csY3"/>
                  </a:cxn>
                </a:cxnLst>
                <a:rect l="l" t="t" r="r" b="b"/>
                <a:pathLst>
                  <a:path w="312466" h="46184">
                    <a:moveTo>
                      <a:pt x="102" y="58"/>
                    </a:moveTo>
                    <a:lnTo>
                      <a:pt x="312568" y="58"/>
                    </a:lnTo>
                    <a:lnTo>
                      <a:pt x="312568" y="46243"/>
                    </a:lnTo>
                    <a:lnTo>
                      <a:pt x="102" y="46243"/>
                    </a:lnTo>
                    <a:close/>
                  </a:path>
                </a:pathLst>
              </a:custGeom>
              <a:solidFill>
                <a:srgbClr val="F08890"/>
              </a:solidFill>
              <a:ln w="5409" cap="flat">
                <a:noFill/>
                <a:prstDash val="solid"/>
                <a:miter/>
              </a:ln>
            </p:spPr>
            <p:txBody>
              <a:bodyPr/>
              <a:lstStyle/>
              <a:p>
                <a:endParaRPr lang="zh-CN" altLang="en-US" sz="2190"/>
              </a:p>
            </p:txBody>
          </p:sp>
          <p:sp>
            <p:nvSpPr>
              <p:cNvPr id="3205" name="任意多边形: 形状 3204"/>
              <p:cNvSpPr/>
              <p:nvPr/>
            </p:nvSpPr>
            <p:spPr>
              <a:xfrm flipV="1">
                <a:off x="3943918" y="347668"/>
                <a:ext cx="312460" cy="19209"/>
              </a:xfrm>
              <a:custGeom>
                <a:avLst/>
                <a:gdLst>
                  <a:gd name="csX0" fmla="*/ 65 w 312460"/>
                  <a:gd name="csY0" fmla="*/ -183 h 19209"/>
                  <a:gd name="csX1" fmla="*/ 312526 w 312460"/>
                  <a:gd name="csY1" fmla="*/ -183 h 19209"/>
                  <a:gd name="csX2" fmla="*/ 312526 w 312460"/>
                  <a:gd name="csY2" fmla="*/ 19026 h 19209"/>
                  <a:gd name="csX3" fmla="*/ 65 w 312460"/>
                  <a:gd name="csY3" fmla="*/ 19026 h 19209"/>
                </a:gdLst>
                <a:ahLst/>
                <a:cxnLst>
                  <a:cxn ang="0">
                    <a:pos x="csX0" y="csY0"/>
                  </a:cxn>
                  <a:cxn ang="0">
                    <a:pos x="csX1" y="csY1"/>
                  </a:cxn>
                  <a:cxn ang="0">
                    <a:pos x="csX2" y="csY2"/>
                  </a:cxn>
                  <a:cxn ang="0">
                    <a:pos x="csX3" y="csY3"/>
                  </a:cxn>
                </a:cxnLst>
                <a:rect l="l" t="t" r="r" b="b"/>
                <a:pathLst>
                  <a:path w="312460" h="19209">
                    <a:moveTo>
                      <a:pt x="65" y="-183"/>
                    </a:moveTo>
                    <a:lnTo>
                      <a:pt x="312526" y="-183"/>
                    </a:lnTo>
                    <a:lnTo>
                      <a:pt x="312526" y="19026"/>
                    </a:lnTo>
                    <a:lnTo>
                      <a:pt x="65" y="19026"/>
                    </a:lnTo>
                    <a:close/>
                  </a:path>
                </a:pathLst>
              </a:custGeom>
              <a:solidFill>
                <a:srgbClr val="E8E8E8"/>
              </a:solidFill>
              <a:ln w="5409" cap="flat">
                <a:noFill/>
                <a:prstDash val="solid"/>
                <a:miter/>
              </a:ln>
            </p:spPr>
            <p:txBody>
              <a:bodyPr/>
              <a:lstStyle/>
              <a:p>
                <a:endParaRPr lang="zh-CN" altLang="en-US" sz="2190"/>
              </a:p>
            </p:txBody>
          </p:sp>
          <p:sp>
            <p:nvSpPr>
              <p:cNvPr id="3206" name="任意多边形: 形状 3205"/>
              <p:cNvSpPr/>
              <p:nvPr/>
            </p:nvSpPr>
            <p:spPr>
              <a:xfrm flipV="1">
                <a:off x="2772174" y="215601"/>
                <a:ext cx="312462" cy="854865"/>
              </a:xfrm>
              <a:custGeom>
                <a:avLst/>
                <a:gdLst>
                  <a:gd name="csX0" fmla="*/ 175 w 312462"/>
                  <a:gd name="csY0" fmla="*/ -98 h 854865"/>
                  <a:gd name="csX1" fmla="*/ 312637 w 312462"/>
                  <a:gd name="csY1" fmla="*/ -98 h 854865"/>
                  <a:gd name="csX2" fmla="*/ 312637 w 312462"/>
                  <a:gd name="csY2" fmla="*/ 854767 h 854865"/>
                  <a:gd name="csX3" fmla="*/ 175 w 312462"/>
                  <a:gd name="csY3" fmla="*/ 854767 h 854865"/>
                </a:gdLst>
                <a:ahLst/>
                <a:cxnLst>
                  <a:cxn ang="0">
                    <a:pos x="csX0" y="csY0"/>
                  </a:cxn>
                  <a:cxn ang="0">
                    <a:pos x="csX1" y="csY1"/>
                  </a:cxn>
                  <a:cxn ang="0">
                    <a:pos x="csX2" y="csY2"/>
                  </a:cxn>
                  <a:cxn ang="0">
                    <a:pos x="csX3" y="csY3"/>
                  </a:cxn>
                </a:cxnLst>
                <a:rect l="l" t="t" r="r" b="b"/>
                <a:pathLst>
                  <a:path w="312462" h="854865">
                    <a:moveTo>
                      <a:pt x="175" y="-98"/>
                    </a:moveTo>
                    <a:lnTo>
                      <a:pt x="312637" y="-98"/>
                    </a:lnTo>
                    <a:lnTo>
                      <a:pt x="312637" y="854767"/>
                    </a:lnTo>
                    <a:lnTo>
                      <a:pt x="175" y="854767"/>
                    </a:lnTo>
                    <a:close/>
                  </a:path>
                </a:pathLst>
              </a:custGeom>
              <a:solidFill>
                <a:srgbClr val="A8DADC"/>
              </a:solidFill>
              <a:ln w="5409" cap="flat">
                <a:noFill/>
                <a:prstDash val="solid"/>
                <a:miter/>
              </a:ln>
            </p:spPr>
            <p:txBody>
              <a:bodyPr/>
              <a:lstStyle/>
              <a:p>
                <a:endParaRPr lang="zh-CN" altLang="en-US" sz="2190"/>
              </a:p>
            </p:txBody>
          </p:sp>
          <p:sp>
            <p:nvSpPr>
              <p:cNvPr id="3207" name="任意多边形: 形状 3206"/>
              <p:cNvSpPr/>
              <p:nvPr/>
            </p:nvSpPr>
            <p:spPr>
              <a:xfrm flipV="1">
                <a:off x="3162754" y="215601"/>
                <a:ext cx="312466" cy="954602"/>
              </a:xfrm>
              <a:custGeom>
                <a:avLst/>
                <a:gdLst>
                  <a:gd name="csX0" fmla="*/ 138 w 312466"/>
                  <a:gd name="csY0" fmla="*/ -83 h 954602"/>
                  <a:gd name="csX1" fmla="*/ 312605 w 312466"/>
                  <a:gd name="csY1" fmla="*/ -83 h 954602"/>
                  <a:gd name="csX2" fmla="*/ 312605 w 312466"/>
                  <a:gd name="csY2" fmla="*/ 954520 h 954602"/>
                  <a:gd name="csX3" fmla="*/ 138 w 312466"/>
                  <a:gd name="csY3" fmla="*/ 954520 h 954602"/>
                </a:gdLst>
                <a:ahLst/>
                <a:cxnLst>
                  <a:cxn ang="0">
                    <a:pos x="csX0" y="csY0"/>
                  </a:cxn>
                  <a:cxn ang="0">
                    <a:pos x="csX1" y="csY1"/>
                  </a:cxn>
                  <a:cxn ang="0">
                    <a:pos x="csX2" y="csY2"/>
                  </a:cxn>
                  <a:cxn ang="0">
                    <a:pos x="csX3" y="csY3"/>
                  </a:cxn>
                </a:cxnLst>
                <a:rect l="l" t="t" r="r" b="b"/>
                <a:pathLst>
                  <a:path w="312466" h="954602">
                    <a:moveTo>
                      <a:pt x="138" y="-83"/>
                    </a:moveTo>
                    <a:lnTo>
                      <a:pt x="312605" y="-83"/>
                    </a:lnTo>
                    <a:lnTo>
                      <a:pt x="312605" y="954520"/>
                    </a:lnTo>
                    <a:lnTo>
                      <a:pt x="138" y="954520"/>
                    </a:lnTo>
                    <a:close/>
                  </a:path>
                </a:pathLst>
              </a:custGeom>
              <a:solidFill>
                <a:srgbClr val="457B9D"/>
              </a:solidFill>
              <a:ln w="5409" cap="flat">
                <a:noFill/>
                <a:prstDash val="solid"/>
                <a:miter/>
              </a:ln>
            </p:spPr>
            <p:txBody>
              <a:bodyPr/>
              <a:lstStyle/>
              <a:p>
                <a:endParaRPr lang="zh-CN" altLang="en-US" sz="2190"/>
              </a:p>
            </p:txBody>
          </p:sp>
          <p:sp>
            <p:nvSpPr>
              <p:cNvPr id="3208" name="任意多边形: 形状 3207"/>
              <p:cNvSpPr/>
              <p:nvPr/>
            </p:nvSpPr>
            <p:spPr>
              <a:xfrm flipV="1">
                <a:off x="3553333" y="215601"/>
                <a:ext cx="312466" cy="931079"/>
              </a:xfrm>
              <a:custGeom>
                <a:avLst/>
                <a:gdLst>
                  <a:gd name="csX0" fmla="*/ 102 w 312466"/>
                  <a:gd name="csY0" fmla="*/ -87 h 931079"/>
                  <a:gd name="csX1" fmla="*/ 312568 w 312466"/>
                  <a:gd name="csY1" fmla="*/ -87 h 931079"/>
                  <a:gd name="csX2" fmla="*/ 312568 w 312466"/>
                  <a:gd name="csY2" fmla="*/ 930993 h 931079"/>
                  <a:gd name="csX3" fmla="*/ 102 w 312466"/>
                  <a:gd name="csY3" fmla="*/ 930993 h 931079"/>
                </a:gdLst>
                <a:ahLst/>
                <a:cxnLst>
                  <a:cxn ang="0">
                    <a:pos x="csX0" y="csY0"/>
                  </a:cxn>
                  <a:cxn ang="0">
                    <a:pos x="csX1" y="csY1"/>
                  </a:cxn>
                  <a:cxn ang="0">
                    <a:pos x="csX2" y="csY2"/>
                  </a:cxn>
                  <a:cxn ang="0">
                    <a:pos x="csX3" y="csY3"/>
                  </a:cxn>
                </a:cxnLst>
                <a:rect l="l" t="t" r="r" b="b"/>
                <a:pathLst>
                  <a:path w="312466" h="931079">
                    <a:moveTo>
                      <a:pt x="102" y="-87"/>
                    </a:moveTo>
                    <a:lnTo>
                      <a:pt x="312568" y="-87"/>
                    </a:lnTo>
                    <a:lnTo>
                      <a:pt x="312568" y="930993"/>
                    </a:lnTo>
                    <a:lnTo>
                      <a:pt x="102" y="930993"/>
                    </a:lnTo>
                    <a:close/>
                  </a:path>
                </a:pathLst>
              </a:custGeom>
              <a:solidFill>
                <a:srgbClr val="E63946"/>
              </a:solidFill>
              <a:ln w="5409" cap="flat">
                <a:noFill/>
                <a:prstDash val="solid"/>
                <a:miter/>
              </a:ln>
            </p:spPr>
            <p:txBody>
              <a:bodyPr/>
              <a:lstStyle/>
              <a:p>
                <a:endParaRPr lang="zh-CN" altLang="en-US" sz="2190"/>
              </a:p>
            </p:txBody>
          </p:sp>
          <p:sp>
            <p:nvSpPr>
              <p:cNvPr id="3209" name="任意多边形: 形状 3208"/>
              <p:cNvSpPr/>
              <p:nvPr/>
            </p:nvSpPr>
            <p:spPr>
              <a:xfrm flipV="1">
                <a:off x="3943918" y="215601"/>
                <a:ext cx="312460" cy="132066"/>
              </a:xfrm>
              <a:custGeom>
                <a:avLst/>
                <a:gdLst>
                  <a:gd name="csX0" fmla="*/ 65 w 312460"/>
                  <a:gd name="csY0" fmla="*/ -205 h 132066"/>
                  <a:gd name="csX1" fmla="*/ 312526 w 312460"/>
                  <a:gd name="csY1" fmla="*/ -205 h 132066"/>
                  <a:gd name="csX2" fmla="*/ 312526 w 312460"/>
                  <a:gd name="csY2" fmla="*/ 131861 h 132066"/>
                  <a:gd name="csX3" fmla="*/ 65 w 312460"/>
                  <a:gd name="csY3" fmla="*/ 131861 h 132066"/>
                </a:gdLst>
                <a:ahLst/>
                <a:cxnLst>
                  <a:cxn ang="0">
                    <a:pos x="csX0" y="csY0"/>
                  </a:cxn>
                  <a:cxn ang="0">
                    <a:pos x="csX1" y="csY1"/>
                  </a:cxn>
                  <a:cxn ang="0">
                    <a:pos x="csX2" y="csY2"/>
                  </a:cxn>
                  <a:cxn ang="0">
                    <a:pos x="csX3" y="csY3"/>
                  </a:cxn>
                </a:cxnLst>
                <a:rect l="l" t="t" r="r" b="b"/>
                <a:pathLst>
                  <a:path w="312460" h="132066">
                    <a:moveTo>
                      <a:pt x="65" y="-205"/>
                    </a:moveTo>
                    <a:lnTo>
                      <a:pt x="312526" y="-205"/>
                    </a:lnTo>
                    <a:lnTo>
                      <a:pt x="312526" y="131861"/>
                    </a:lnTo>
                    <a:lnTo>
                      <a:pt x="65" y="131861"/>
                    </a:lnTo>
                    <a:close/>
                  </a:path>
                </a:pathLst>
              </a:custGeom>
              <a:solidFill>
                <a:srgbClr val="D9D9D9"/>
              </a:solidFill>
              <a:ln w="5409" cap="flat">
                <a:noFill/>
                <a:prstDash val="solid"/>
                <a:miter/>
              </a:ln>
            </p:spPr>
            <p:txBody>
              <a:bodyPr/>
              <a:lstStyle/>
              <a:p>
                <a:endParaRPr lang="zh-CN" altLang="en-US" sz="2190"/>
              </a:p>
            </p:txBody>
          </p:sp>
        </p:grpSp>
        <p:sp>
          <p:nvSpPr>
            <p:cNvPr id="7" name="文本框 6"/>
            <p:cNvSpPr txBox="1"/>
            <p:nvPr/>
          </p:nvSpPr>
          <p:spPr>
            <a:xfrm>
              <a:off x="2639561" y="-136528"/>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b</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8" name="任意多边形: 形状 7"/>
            <p:cNvSpPr/>
            <p:nvPr/>
          </p:nvSpPr>
          <p:spPr>
            <a:xfrm flipV="1">
              <a:off x="5051330" y="33042"/>
              <a:ext cx="1905793" cy="1402755"/>
            </a:xfrm>
            <a:custGeom>
              <a:avLst/>
              <a:gdLst>
                <a:gd name="csX0" fmla="*/ 327 w 1905793"/>
                <a:gd name="csY0" fmla="*/ -66 h 1402755"/>
                <a:gd name="csX1" fmla="*/ 1906120 w 1905793"/>
                <a:gd name="csY1" fmla="*/ -66 h 1402755"/>
                <a:gd name="csX2" fmla="*/ 1906120 w 1905793"/>
                <a:gd name="csY2" fmla="*/ 1402689 h 1402755"/>
                <a:gd name="csX3" fmla="*/ 327 w 1905793"/>
                <a:gd name="csY3" fmla="*/ 1402689 h 1402755"/>
              </a:gdLst>
              <a:ahLst/>
              <a:cxnLst>
                <a:cxn ang="0">
                  <a:pos x="csX0" y="csY0"/>
                </a:cxn>
                <a:cxn ang="0">
                  <a:pos x="csX1" y="csY1"/>
                </a:cxn>
                <a:cxn ang="0">
                  <a:pos x="csX2" y="csY2"/>
                </a:cxn>
                <a:cxn ang="0">
                  <a:pos x="csX3" y="csY3"/>
                </a:cxn>
              </a:cxnLst>
              <a:rect l="l" t="t" r="r" b="b"/>
              <a:pathLst>
                <a:path w="1905793" h="1402755">
                  <a:moveTo>
                    <a:pt x="327" y="-66"/>
                  </a:moveTo>
                  <a:lnTo>
                    <a:pt x="1906120" y="-66"/>
                  </a:lnTo>
                  <a:lnTo>
                    <a:pt x="1906120" y="1402689"/>
                  </a:lnTo>
                  <a:lnTo>
                    <a:pt x="327" y="1402689"/>
                  </a:lnTo>
                  <a:close/>
                </a:path>
              </a:pathLst>
            </a:custGeom>
            <a:solidFill>
              <a:srgbClr val="FFFFFF"/>
            </a:solidFill>
            <a:ln w="5401" cap="flat">
              <a:noFill/>
              <a:prstDash val="solid"/>
              <a:miter/>
            </a:ln>
          </p:spPr>
          <p:txBody>
            <a:bodyPr/>
            <a:lstStyle/>
            <a:p>
              <a:endParaRPr lang="zh-CN" altLang="en-US" sz="2190"/>
            </a:p>
          </p:txBody>
        </p:sp>
        <p:sp>
          <p:nvSpPr>
            <p:cNvPr id="9" name="任意多边形: 形状 8"/>
            <p:cNvSpPr/>
            <p:nvPr/>
          </p:nvSpPr>
          <p:spPr>
            <a:xfrm flipV="1">
              <a:off x="5535611" y="145112"/>
              <a:ext cx="10962" cy="1170849"/>
            </a:xfrm>
            <a:custGeom>
              <a:avLst/>
              <a:gdLst>
                <a:gd name="csX0" fmla="*/ 371 w 10962"/>
                <a:gd name="csY0" fmla="*/ -67 h 1170849"/>
                <a:gd name="csX1" fmla="*/ 371 w 10962"/>
                <a:gd name="csY1" fmla="*/ 1170783 h 1170849"/>
              </a:gdLst>
              <a:ahLst/>
              <a:cxnLst>
                <a:cxn ang="0">
                  <a:pos x="csX0" y="csY0"/>
                </a:cxn>
                <a:cxn ang="0">
                  <a:pos x="csX1" y="csY1"/>
                </a:cxn>
              </a:cxnLst>
              <a:rect l="l" t="t" r="r" b="b"/>
              <a:pathLst>
                <a:path w="10962" h="1170849">
                  <a:moveTo>
                    <a:pt x="371" y="-67"/>
                  </a:moveTo>
                  <a:lnTo>
                    <a:pt x="371" y="1170783"/>
                  </a:lnTo>
                </a:path>
              </a:pathLst>
            </a:custGeom>
            <a:noFill/>
            <a:ln w="2700" cap="sq">
              <a:solidFill>
                <a:srgbClr val="E0E0E0"/>
              </a:solidFill>
              <a:prstDash val="solid"/>
              <a:round/>
            </a:ln>
          </p:spPr>
          <p:txBody>
            <a:bodyPr/>
            <a:lstStyle/>
            <a:p>
              <a:endParaRPr lang="zh-CN" altLang="en-US" sz="2190"/>
            </a:p>
          </p:txBody>
        </p:sp>
        <p:sp>
          <p:nvSpPr>
            <p:cNvPr id="10" name="任意多边形: 形状 9"/>
            <p:cNvSpPr/>
            <p:nvPr/>
          </p:nvSpPr>
          <p:spPr>
            <a:xfrm flipV="1">
              <a:off x="5535611" y="1315962"/>
              <a:ext cx="10962" cy="17569"/>
            </a:xfrm>
            <a:custGeom>
              <a:avLst/>
              <a:gdLst>
                <a:gd name="csX0" fmla="*/ 371 w 10962"/>
                <a:gd name="csY0" fmla="*/ 17680 h 17569"/>
                <a:gd name="csX1" fmla="*/ 371 w 10962"/>
                <a:gd name="csY1" fmla="*/ 110 h 17569"/>
              </a:gdLst>
              <a:ahLst/>
              <a:cxnLst>
                <a:cxn ang="0">
                  <a:pos x="csX0" y="csY0"/>
                </a:cxn>
                <a:cxn ang="0">
                  <a:pos x="csX1" y="csY1"/>
                </a:cxn>
              </a:cxnLst>
              <a:rect l="l" t="t" r="r" b="b"/>
              <a:pathLst>
                <a:path w="10962" h="17569">
                  <a:moveTo>
                    <a:pt x="371" y="17680"/>
                  </a:moveTo>
                  <a:lnTo>
                    <a:pt x="371" y="110"/>
                  </a:lnTo>
                </a:path>
              </a:pathLst>
            </a:custGeom>
            <a:solidFill>
              <a:srgbClr val="000000"/>
            </a:solidFill>
            <a:ln w="5401" cap="flat">
              <a:noFill/>
              <a:prstDash val="solid"/>
              <a:miter/>
            </a:ln>
          </p:spPr>
          <p:txBody>
            <a:bodyPr/>
            <a:lstStyle/>
            <a:p>
              <a:endParaRPr lang="zh-CN" altLang="en-US" sz="2190"/>
            </a:p>
          </p:txBody>
        </p:sp>
        <p:sp>
          <p:nvSpPr>
            <p:cNvPr id="11" name="任意多边形: 形状 10"/>
            <p:cNvSpPr/>
            <p:nvPr/>
          </p:nvSpPr>
          <p:spPr>
            <a:xfrm flipV="1">
              <a:off x="5535611" y="1315962"/>
              <a:ext cx="10962" cy="17569"/>
            </a:xfrm>
            <a:custGeom>
              <a:avLst/>
              <a:gdLst>
                <a:gd name="csX0" fmla="*/ 371 w 10962"/>
                <a:gd name="csY0" fmla="*/ 17680 h 17569"/>
                <a:gd name="csX1" fmla="*/ 371 w 10962"/>
                <a:gd name="csY1" fmla="*/ 110 h 17569"/>
              </a:gdLst>
              <a:ahLst/>
              <a:cxnLst>
                <a:cxn ang="0">
                  <a:pos x="csX0" y="csY0"/>
                </a:cxn>
                <a:cxn ang="0">
                  <a:pos x="csX1" y="csY1"/>
                </a:cxn>
              </a:cxnLst>
              <a:rect l="l" t="t" r="r" b="b"/>
              <a:pathLst>
                <a:path w="10962" h="17569">
                  <a:moveTo>
                    <a:pt x="371" y="17680"/>
                  </a:moveTo>
                  <a:lnTo>
                    <a:pt x="371" y="110"/>
                  </a:lnTo>
                </a:path>
              </a:pathLst>
            </a:custGeom>
            <a:noFill/>
            <a:ln w="4321" cap="flat">
              <a:solidFill>
                <a:srgbClr val="000000"/>
              </a:solidFill>
              <a:prstDash val="solid"/>
              <a:round/>
            </a:ln>
          </p:spPr>
          <p:txBody>
            <a:bodyPr/>
            <a:lstStyle/>
            <a:p>
              <a:endParaRPr lang="zh-CN" altLang="en-US" sz="2190"/>
            </a:p>
          </p:txBody>
        </p:sp>
        <p:sp>
          <p:nvSpPr>
            <p:cNvPr id="12" name="文本框 11"/>
            <p:cNvSpPr txBox="1"/>
            <p:nvPr/>
          </p:nvSpPr>
          <p:spPr>
            <a:xfrm>
              <a:off x="5395717" y="1298059"/>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13" name="任意多边形: 形状 12"/>
            <p:cNvSpPr/>
            <p:nvPr/>
          </p:nvSpPr>
          <p:spPr>
            <a:xfrm flipV="1">
              <a:off x="5919664" y="145112"/>
              <a:ext cx="10962" cy="1170849"/>
            </a:xfrm>
            <a:custGeom>
              <a:avLst/>
              <a:gdLst>
                <a:gd name="csX0" fmla="*/ 335 w 10962"/>
                <a:gd name="csY0" fmla="*/ -67 h 1170849"/>
                <a:gd name="csX1" fmla="*/ 335 w 10962"/>
                <a:gd name="csY1" fmla="*/ 1170783 h 1170849"/>
              </a:gdLst>
              <a:ahLst/>
              <a:cxnLst>
                <a:cxn ang="0">
                  <a:pos x="csX0" y="csY0"/>
                </a:cxn>
                <a:cxn ang="0">
                  <a:pos x="csX1" y="csY1"/>
                </a:cxn>
              </a:cxnLst>
              <a:rect l="l" t="t" r="r" b="b"/>
              <a:pathLst>
                <a:path w="10962" h="1170849">
                  <a:moveTo>
                    <a:pt x="335" y="-67"/>
                  </a:moveTo>
                  <a:lnTo>
                    <a:pt x="335" y="1170783"/>
                  </a:lnTo>
                </a:path>
              </a:pathLst>
            </a:custGeom>
            <a:noFill/>
            <a:ln w="2700" cap="sq">
              <a:solidFill>
                <a:srgbClr val="E0E0E0"/>
              </a:solidFill>
              <a:prstDash val="solid"/>
              <a:round/>
            </a:ln>
          </p:spPr>
          <p:txBody>
            <a:bodyPr/>
            <a:lstStyle/>
            <a:p>
              <a:endParaRPr lang="zh-CN" altLang="en-US" sz="2190"/>
            </a:p>
          </p:txBody>
        </p:sp>
        <p:sp>
          <p:nvSpPr>
            <p:cNvPr id="14" name="任意多边形: 形状 13"/>
            <p:cNvSpPr/>
            <p:nvPr/>
          </p:nvSpPr>
          <p:spPr>
            <a:xfrm flipV="1">
              <a:off x="5919664" y="1315962"/>
              <a:ext cx="10962" cy="17569"/>
            </a:xfrm>
            <a:custGeom>
              <a:avLst/>
              <a:gdLst>
                <a:gd name="csX0" fmla="*/ 335 w 10962"/>
                <a:gd name="csY0" fmla="*/ 17680 h 17569"/>
                <a:gd name="csX1" fmla="*/ 335 w 10962"/>
                <a:gd name="csY1" fmla="*/ 110 h 17569"/>
              </a:gdLst>
              <a:ahLst/>
              <a:cxnLst>
                <a:cxn ang="0">
                  <a:pos x="csX0" y="csY0"/>
                </a:cxn>
                <a:cxn ang="0">
                  <a:pos x="csX1" y="csY1"/>
                </a:cxn>
              </a:cxnLst>
              <a:rect l="l" t="t" r="r" b="b"/>
              <a:pathLst>
                <a:path w="10962" h="17569">
                  <a:moveTo>
                    <a:pt x="335" y="17680"/>
                  </a:moveTo>
                  <a:lnTo>
                    <a:pt x="335" y="110"/>
                  </a:lnTo>
                </a:path>
              </a:pathLst>
            </a:custGeom>
            <a:solidFill>
              <a:srgbClr val="000000"/>
            </a:solidFill>
            <a:ln w="5401" cap="flat">
              <a:noFill/>
              <a:prstDash val="solid"/>
              <a:miter/>
            </a:ln>
          </p:spPr>
          <p:txBody>
            <a:bodyPr/>
            <a:lstStyle/>
            <a:p>
              <a:endParaRPr lang="zh-CN" altLang="en-US" sz="2190"/>
            </a:p>
          </p:txBody>
        </p:sp>
        <p:sp>
          <p:nvSpPr>
            <p:cNvPr id="15" name="任意多边形: 形状 14"/>
            <p:cNvSpPr/>
            <p:nvPr/>
          </p:nvSpPr>
          <p:spPr>
            <a:xfrm flipV="1">
              <a:off x="5919664" y="1315962"/>
              <a:ext cx="10962" cy="17569"/>
            </a:xfrm>
            <a:custGeom>
              <a:avLst/>
              <a:gdLst>
                <a:gd name="csX0" fmla="*/ 335 w 10962"/>
                <a:gd name="csY0" fmla="*/ 17680 h 17569"/>
                <a:gd name="csX1" fmla="*/ 335 w 10962"/>
                <a:gd name="csY1" fmla="*/ 110 h 17569"/>
              </a:gdLst>
              <a:ahLst/>
              <a:cxnLst>
                <a:cxn ang="0">
                  <a:pos x="csX0" y="csY0"/>
                </a:cxn>
                <a:cxn ang="0">
                  <a:pos x="csX1" y="csY1"/>
                </a:cxn>
              </a:cxnLst>
              <a:rect l="l" t="t" r="r" b="b"/>
              <a:pathLst>
                <a:path w="10962" h="17569">
                  <a:moveTo>
                    <a:pt x="335" y="17680"/>
                  </a:moveTo>
                  <a:lnTo>
                    <a:pt x="335" y="110"/>
                  </a:lnTo>
                </a:path>
              </a:pathLst>
            </a:custGeom>
            <a:noFill/>
            <a:ln w="4321" cap="flat">
              <a:solidFill>
                <a:srgbClr val="000000"/>
              </a:solidFill>
              <a:prstDash val="solid"/>
              <a:round/>
            </a:ln>
          </p:spPr>
          <p:txBody>
            <a:bodyPr/>
            <a:lstStyle/>
            <a:p>
              <a:endParaRPr lang="zh-CN" altLang="en-US" sz="2190"/>
            </a:p>
          </p:txBody>
        </p:sp>
        <p:sp>
          <p:nvSpPr>
            <p:cNvPr id="16" name="文本框 15"/>
            <p:cNvSpPr txBox="1"/>
            <p:nvPr/>
          </p:nvSpPr>
          <p:spPr>
            <a:xfrm>
              <a:off x="5781118" y="1298059"/>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17" name="任意多边形: 形状 16"/>
            <p:cNvSpPr/>
            <p:nvPr/>
          </p:nvSpPr>
          <p:spPr>
            <a:xfrm flipV="1">
              <a:off x="6303710" y="145112"/>
              <a:ext cx="10962" cy="1170849"/>
            </a:xfrm>
            <a:custGeom>
              <a:avLst/>
              <a:gdLst>
                <a:gd name="csX0" fmla="*/ 299 w 10962"/>
                <a:gd name="csY0" fmla="*/ -67 h 1170849"/>
                <a:gd name="csX1" fmla="*/ 299 w 10962"/>
                <a:gd name="csY1" fmla="*/ 1170783 h 1170849"/>
              </a:gdLst>
              <a:ahLst/>
              <a:cxnLst>
                <a:cxn ang="0">
                  <a:pos x="csX0" y="csY0"/>
                </a:cxn>
                <a:cxn ang="0">
                  <a:pos x="csX1" y="csY1"/>
                </a:cxn>
              </a:cxnLst>
              <a:rect l="l" t="t" r="r" b="b"/>
              <a:pathLst>
                <a:path w="10962" h="1170849">
                  <a:moveTo>
                    <a:pt x="299" y="-67"/>
                  </a:moveTo>
                  <a:lnTo>
                    <a:pt x="299" y="1170783"/>
                  </a:lnTo>
                </a:path>
              </a:pathLst>
            </a:custGeom>
            <a:noFill/>
            <a:ln w="2700" cap="sq">
              <a:solidFill>
                <a:srgbClr val="E0E0E0"/>
              </a:solidFill>
              <a:prstDash val="solid"/>
              <a:round/>
            </a:ln>
          </p:spPr>
          <p:txBody>
            <a:bodyPr/>
            <a:lstStyle/>
            <a:p>
              <a:endParaRPr lang="zh-CN" altLang="en-US" sz="2190"/>
            </a:p>
          </p:txBody>
        </p:sp>
        <p:sp>
          <p:nvSpPr>
            <p:cNvPr id="18" name="任意多边形: 形状 17"/>
            <p:cNvSpPr/>
            <p:nvPr/>
          </p:nvSpPr>
          <p:spPr>
            <a:xfrm flipV="1">
              <a:off x="6303710" y="1315962"/>
              <a:ext cx="10962" cy="17569"/>
            </a:xfrm>
            <a:custGeom>
              <a:avLst/>
              <a:gdLst>
                <a:gd name="csX0" fmla="*/ 299 w 10962"/>
                <a:gd name="csY0" fmla="*/ 17680 h 17569"/>
                <a:gd name="csX1" fmla="*/ 299 w 10962"/>
                <a:gd name="csY1" fmla="*/ 110 h 17569"/>
              </a:gdLst>
              <a:ahLst/>
              <a:cxnLst>
                <a:cxn ang="0">
                  <a:pos x="csX0" y="csY0"/>
                </a:cxn>
                <a:cxn ang="0">
                  <a:pos x="csX1" y="csY1"/>
                </a:cxn>
              </a:cxnLst>
              <a:rect l="l" t="t" r="r" b="b"/>
              <a:pathLst>
                <a:path w="10962" h="17569">
                  <a:moveTo>
                    <a:pt x="299" y="17680"/>
                  </a:moveTo>
                  <a:lnTo>
                    <a:pt x="299" y="110"/>
                  </a:lnTo>
                </a:path>
              </a:pathLst>
            </a:custGeom>
            <a:solidFill>
              <a:srgbClr val="000000"/>
            </a:solidFill>
            <a:ln w="5401" cap="flat">
              <a:noFill/>
              <a:prstDash val="solid"/>
              <a:miter/>
            </a:ln>
          </p:spPr>
          <p:txBody>
            <a:bodyPr/>
            <a:lstStyle/>
            <a:p>
              <a:endParaRPr lang="zh-CN" altLang="en-US" sz="2190"/>
            </a:p>
          </p:txBody>
        </p:sp>
        <p:sp>
          <p:nvSpPr>
            <p:cNvPr id="19" name="任意多边形: 形状 18"/>
            <p:cNvSpPr/>
            <p:nvPr/>
          </p:nvSpPr>
          <p:spPr>
            <a:xfrm flipV="1">
              <a:off x="6303710" y="1315962"/>
              <a:ext cx="10962" cy="17569"/>
            </a:xfrm>
            <a:custGeom>
              <a:avLst/>
              <a:gdLst>
                <a:gd name="csX0" fmla="*/ 299 w 10962"/>
                <a:gd name="csY0" fmla="*/ 17680 h 17569"/>
                <a:gd name="csX1" fmla="*/ 299 w 10962"/>
                <a:gd name="csY1" fmla="*/ 110 h 17569"/>
              </a:gdLst>
              <a:ahLst/>
              <a:cxnLst>
                <a:cxn ang="0">
                  <a:pos x="csX0" y="csY0"/>
                </a:cxn>
                <a:cxn ang="0">
                  <a:pos x="csX1" y="csY1"/>
                </a:cxn>
              </a:cxnLst>
              <a:rect l="l" t="t" r="r" b="b"/>
              <a:pathLst>
                <a:path w="10962" h="17569">
                  <a:moveTo>
                    <a:pt x="299" y="17680"/>
                  </a:moveTo>
                  <a:lnTo>
                    <a:pt x="299" y="110"/>
                  </a:lnTo>
                </a:path>
              </a:pathLst>
            </a:custGeom>
            <a:noFill/>
            <a:ln w="4321" cap="flat">
              <a:solidFill>
                <a:srgbClr val="000000"/>
              </a:solidFill>
              <a:prstDash val="solid"/>
              <a:round/>
            </a:ln>
          </p:spPr>
          <p:txBody>
            <a:bodyPr/>
            <a:lstStyle/>
            <a:p>
              <a:endParaRPr lang="zh-CN" altLang="en-US" sz="2190"/>
            </a:p>
          </p:txBody>
        </p:sp>
        <p:sp>
          <p:nvSpPr>
            <p:cNvPr id="20" name="文本框 19"/>
            <p:cNvSpPr txBox="1"/>
            <p:nvPr/>
          </p:nvSpPr>
          <p:spPr>
            <a:xfrm>
              <a:off x="6152925" y="1298059"/>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21" name="任意多边形: 形状 20"/>
            <p:cNvSpPr/>
            <p:nvPr/>
          </p:nvSpPr>
          <p:spPr>
            <a:xfrm flipV="1">
              <a:off x="6687761" y="145112"/>
              <a:ext cx="10962" cy="1170849"/>
            </a:xfrm>
            <a:custGeom>
              <a:avLst/>
              <a:gdLst>
                <a:gd name="csX0" fmla="*/ 263 w 10962"/>
                <a:gd name="csY0" fmla="*/ -67 h 1170849"/>
                <a:gd name="csX1" fmla="*/ 263 w 10962"/>
                <a:gd name="csY1" fmla="*/ 1170783 h 1170849"/>
              </a:gdLst>
              <a:ahLst/>
              <a:cxnLst>
                <a:cxn ang="0">
                  <a:pos x="csX0" y="csY0"/>
                </a:cxn>
                <a:cxn ang="0">
                  <a:pos x="csX1" y="csY1"/>
                </a:cxn>
              </a:cxnLst>
              <a:rect l="l" t="t" r="r" b="b"/>
              <a:pathLst>
                <a:path w="10962" h="1170849">
                  <a:moveTo>
                    <a:pt x="263" y="-67"/>
                  </a:moveTo>
                  <a:lnTo>
                    <a:pt x="263" y="1170783"/>
                  </a:lnTo>
                </a:path>
              </a:pathLst>
            </a:custGeom>
            <a:noFill/>
            <a:ln w="2700" cap="sq">
              <a:solidFill>
                <a:srgbClr val="E0E0E0"/>
              </a:solidFill>
              <a:prstDash val="solid"/>
              <a:round/>
            </a:ln>
          </p:spPr>
          <p:txBody>
            <a:bodyPr/>
            <a:lstStyle/>
            <a:p>
              <a:endParaRPr lang="zh-CN" altLang="en-US" sz="2190"/>
            </a:p>
          </p:txBody>
        </p:sp>
        <p:sp>
          <p:nvSpPr>
            <p:cNvPr id="22" name="任意多边形: 形状 21"/>
            <p:cNvSpPr/>
            <p:nvPr/>
          </p:nvSpPr>
          <p:spPr>
            <a:xfrm flipV="1">
              <a:off x="6687761" y="1315962"/>
              <a:ext cx="10962" cy="17569"/>
            </a:xfrm>
            <a:custGeom>
              <a:avLst/>
              <a:gdLst>
                <a:gd name="csX0" fmla="*/ 263 w 10962"/>
                <a:gd name="csY0" fmla="*/ 17680 h 17569"/>
                <a:gd name="csX1" fmla="*/ 263 w 10962"/>
                <a:gd name="csY1" fmla="*/ 110 h 17569"/>
              </a:gdLst>
              <a:ahLst/>
              <a:cxnLst>
                <a:cxn ang="0">
                  <a:pos x="csX0" y="csY0"/>
                </a:cxn>
                <a:cxn ang="0">
                  <a:pos x="csX1" y="csY1"/>
                </a:cxn>
              </a:cxnLst>
              <a:rect l="l" t="t" r="r" b="b"/>
              <a:pathLst>
                <a:path w="10962" h="17569">
                  <a:moveTo>
                    <a:pt x="263" y="17680"/>
                  </a:moveTo>
                  <a:lnTo>
                    <a:pt x="263" y="110"/>
                  </a:lnTo>
                </a:path>
              </a:pathLst>
            </a:custGeom>
            <a:solidFill>
              <a:srgbClr val="000000"/>
            </a:solidFill>
            <a:ln w="5401" cap="flat">
              <a:noFill/>
              <a:prstDash val="solid"/>
              <a:miter/>
            </a:ln>
          </p:spPr>
          <p:txBody>
            <a:bodyPr/>
            <a:lstStyle/>
            <a:p>
              <a:endParaRPr lang="zh-CN" altLang="en-US" sz="2190"/>
            </a:p>
          </p:txBody>
        </p:sp>
        <p:sp>
          <p:nvSpPr>
            <p:cNvPr id="23" name="任意多边形: 形状 22"/>
            <p:cNvSpPr/>
            <p:nvPr/>
          </p:nvSpPr>
          <p:spPr>
            <a:xfrm flipV="1">
              <a:off x="6687761" y="1315962"/>
              <a:ext cx="10962" cy="17569"/>
            </a:xfrm>
            <a:custGeom>
              <a:avLst/>
              <a:gdLst>
                <a:gd name="csX0" fmla="*/ 263 w 10962"/>
                <a:gd name="csY0" fmla="*/ 17680 h 17569"/>
                <a:gd name="csX1" fmla="*/ 263 w 10962"/>
                <a:gd name="csY1" fmla="*/ 110 h 17569"/>
              </a:gdLst>
              <a:ahLst/>
              <a:cxnLst>
                <a:cxn ang="0">
                  <a:pos x="csX0" y="csY0"/>
                </a:cxn>
                <a:cxn ang="0">
                  <a:pos x="csX1" y="csY1"/>
                </a:cxn>
              </a:cxnLst>
              <a:rect l="l" t="t" r="r" b="b"/>
              <a:pathLst>
                <a:path w="10962" h="17569">
                  <a:moveTo>
                    <a:pt x="263" y="17680"/>
                  </a:moveTo>
                  <a:lnTo>
                    <a:pt x="263" y="110"/>
                  </a:lnTo>
                </a:path>
              </a:pathLst>
            </a:custGeom>
            <a:noFill/>
            <a:ln w="4321" cap="flat">
              <a:solidFill>
                <a:srgbClr val="000000"/>
              </a:solidFill>
              <a:prstDash val="solid"/>
              <a:round/>
            </a:ln>
          </p:spPr>
          <p:txBody>
            <a:bodyPr/>
            <a:lstStyle/>
            <a:p>
              <a:endParaRPr lang="zh-CN" altLang="en-US" sz="2190"/>
            </a:p>
          </p:txBody>
        </p:sp>
        <p:sp>
          <p:nvSpPr>
            <p:cNvPr id="24" name="文本框 23"/>
            <p:cNvSpPr txBox="1"/>
            <p:nvPr/>
          </p:nvSpPr>
          <p:spPr>
            <a:xfrm>
              <a:off x="6519525" y="1298059"/>
              <a:ext cx="43369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Other</a:t>
              </a:r>
            </a:p>
          </p:txBody>
        </p:sp>
        <p:sp>
          <p:nvSpPr>
            <p:cNvPr id="25" name="任意多边形: 形状 24"/>
            <p:cNvSpPr/>
            <p:nvPr/>
          </p:nvSpPr>
          <p:spPr>
            <a:xfrm flipV="1">
              <a:off x="5305180" y="1315962"/>
              <a:ext cx="1613014" cy="10177"/>
            </a:xfrm>
            <a:custGeom>
              <a:avLst/>
              <a:gdLst>
                <a:gd name="csX0" fmla="*/ 317 w 1613014"/>
                <a:gd name="csY0" fmla="*/ 107 h 10177"/>
                <a:gd name="csX1" fmla="*/ 1613331 w 1613014"/>
                <a:gd name="csY1" fmla="*/ 107 h 10177"/>
              </a:gdLst>
              <a:ahLst/>
              <a:cxnLst>
                <a:cxn ang="0">
                  <a:pos x="csX0" y="csY0"/>
                </a:cxn>
                <a:cxn ang="0">
                  <a:pos x="csX1" y="csY1"/>
                </a:cxn>
              </a:cxnLst>
              <a:rect l="l" t="t" r="r" b="b"/>
              <a:pathLst>
                <a:path w="1613014" h="10177">
                  <a:moveTo>
                    <a:pt x="317" y="107"/>
                  </a:moveTo>
                  <a:lnTo>
                    <a:pt x="1613331" y="107"/>
                  </a:lnTo>
                </a:path>
              </a:pathLst>
            </a:custGeom>
            <a:noFill/>
            <a:ln w="2700" cap="sq">
              <a:solidFill>
                <a:srgbClr val="E0E0E0"/>
              </a:solidFill>
              <a:prstDash val="solid"/>
              <a:round/>
            </a:ln>
          </p:spPr>
          <p:txBody>
            <a:bodyPr/>
            <a:lstStyle/>
            <a:p>
              <a:endParaRPr lang="zh-CN" altLang="en-US" sz="2190"/>
            </a:p>
          </p:txBody>
        </p:sp>
        <p:sp>
          <p:nvSpPr>
            <p:cNvPr id="26" name="任意多边形: 形状 25"/>
            <p:cNvSpPr/>
            <p:nvPr/>
          </p:nvSpPr>
          <p:spPr>
            <a:xfrm flipV="1">
              <a:off x="5286256" y="1315962"/>
              <a:ext cx="18923" cy="10177"/>
            </a:xfrm>
            <a:custGeom>
              <a:avLst/>
              <a:gdLst>
                <a:gd name="csX0" fmla="*/ 19317 w 18923"/>
                <a:gd name="csY0" fmla="*/ 107 h 10177"/>
                <a:gd name="csX1" fmla="*/ 393 w 18923"/>
                <a:gd name="csY1" fmla="*/ 107 h 10177"/>
              </a:gdLst>
              <a:ahLst/>
              <a:cxnLst>
                <a:cxn ang="0">
                  <a:pos x="csX0" y="csY0"/>
                </a:cxn>
                <a:cxn ang="0">
                  <a:pos x="csX1" y="csY1"/>
                </a:cxn>
              </a:cxnLst>
              <a:rect l="l" t="t" r="r" b="b"/>
              <a:pathLst>
                <a:path w="18923" h="10177">
                  <a:moveTo>
                    <a:pt x="19317" y="107"/>
                  </a:moveTo>
                  <a:lnTo>
                    <a:pt x="393" y="107"/>
                  </a:lnTo>
                </a:path>
              </a:pathLst>
            </a:custGeom>
            <a:solidFill>
              <a:srgbClr val="000000"/>
            </a:solidFill>
            <a:ln w="5401" cap="flat">
              <a:noFill/>
              <a:prstDash val="solid"/>
              <a:miter/>
            </a:ln>
          </p:spPr>
          <p:txBody>
            <a:bodyPr/>
            <a:lstStyle/>
            <a:p>
              <a:endParaRPr lang="zh-CN" altLang="en-US" sz="2190"/>
            </a:p>
          </p:txBody>
        </p:sp>
        <p:sp>
          <p:nvSpPr>
            <p:cNvPr id="27" name="任意多边形: 形状 26"/>
            <p:cNvSpPr/>
            <p:nvPr/>
          </p:nvSpPr>
          <p:spPr>
            <a:xfrm flipV="1">
              <a:off x="5286256" y="1315962"/>
              <a:ext cx="18923" cy="10177"/>
            </a:xfrm>
            <a:custGeom>
              <a:avLst/>
              <a:gdLst>
                <a:gd name="csX0" fmla="*/ 19317 w 18923"/>
                <a:gd name="csY0" fmla="*/ 107 h 10177"/>
                <a:gd name="csX1" fmla="*/ 393 w 18923"/>
                <a:gd name="csY1" fmla="*/ 107 h 10177"/>
              </a:gdLst>
              <a:ahLst/>
              <a:cxnLst>
                <a:cxn ang="0">
                  <a:pos x="csX0" y="csY0"/>
                </a:cxn>
                <a:cxn ang="0">
                  <a:pos x="csX1" y="csY1"/>
                </a:cxn>
              </a:cxnLst>
              <a:rect l="l" t="t" r="r" b="b"/>
              <a:pathLst>
                <a:path w="18923" h="10177">
                  <a:moveTo>
                    <a:pt x="19317" y="107"/>
                  </a:moveTo>
                  <a:lnTo>
                    <a:pt x="393" y="107"/>
                  </a:lnTo>
                </a:path>
              </a:pathLst>
            </a:custGeom>
            <a:noFill/>
            <a:ln w="4321" cap="flat">
              <a:solidFill>
                <a:srgbClr val="000000"/>
              </a:solidFill>
              <a:prstDash val="solid"/>
              <a:round/>
            </a:ln>
          </p:spPr>
          <p:txBody>
            <a:bodyPr/>
            <a:lstStyle/>
            <a:p>
              <a:endParaRPr lang="zh-CN" altLang="en-US" sz="2190"/>
            </a:p>
          </p:txBody>
        </p:sp>
        <p:sp>
          <p:nvSpPr>
            <p:cNvPr id="28" name="文本框 27"/>
            <p:cNvSpPr txBox="1"/>
            <p:nvPr/>
          </p:nvSpPr>
          <p:spPr>
            <a:xfrm>
              <a:off x="5108905" y="1232507"/>
              <a:ext cx="251688"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29" name="任意多边形: 形状 28"/>
            <p:cNvSpPr/>
            <p:nvPr/>
          </p:nvSpPr>
          <p:spPr>
            <a:xfrm flipV="1">
              <a:off x="5305180" y="1166885"/>
              <a:ext cx="1613014" cy="10177"/>
            </a:xfrm>
            <a:custGeom>
              <a:avLst/>
              <a:gdLst>
                <a:gd name="csX0" fmla="*/ 317 w 1613014"/>
                <a:gd name="csY0" fmla="*/ 63 h 10177"/>
                <a:gd name="csX1" fmla="*/ 1613331 w 1613014"/>
                <a:gd name="csY1" fmla="*/ 63 h 10177"/>
              </a:gdLst>
              <a:ahLst/>
              <a:cxnLst>
                <a:cxn ang="0">
                  <a:pos x="csX0" y="csY0"/>
                </a:cxn>
                <a:cxn ang="0">
                  <a:pos x="csX1" y="csY1"/>
                </a:cxn>
              </a:cxnLst>
              <a:rect l="l" t="t" r="r" b="b"/>
              <a:pathLst>
                <a:path w="1613014" h="10177">
                  <a:moveTo>
                    <a:pt x="317" y="63"/>
                  </a:moveTo>
                  <a:lnTo>
                    <a:pt x="1613331" y="63"/>
                  </a:lnTo>
                </a:path>
              </a:pathLst>
            </a:custGeom>
            <a:noFill/>
            <a:ln w="2700" cap="sq">
              <a:solidFill>
                <a:srgbClr val="E0E0E0"/>
              </a:solidFill>
              <a:prstDash val="solid"/>
              <a:round/>
            </a:ln>
          </p:spPr>
          <p:txBody>
            <a:bodyPr/>
            <a:lstStyle/>
            <a:p>
              <a:endParaRPr lang="zh-CN" altLang="en-US" sz="2190"/>
            </a:p>
          </p:txBody>
        </p:sp>
        <p:sp>
          <p:nvSpPr>
            <p:cNvPr id="30" name="任意多边形: 形状 29"/>
            <p:cNvSpPr/>
            <p:nvPr/>
          </p:nvSpPr>
          <p:spPr>
            <a:xfrm flipV="1">
              <a:off x="5286256" y="1166885"/>
              <a:ext cx="18923" cy="10177"/>
            </a:xfrm>
            <a:custGeom>
              <a:avLst/>
              <a:gdLst>
                <a:gd name="csX0" fmla="*/ 19317 w 18923"/>
                <a:gd name="csY0" fmla="*/ 63 h 10177"/>
                <a:gd name="csX1" fmla="*/ 393 w 18923"/>
                <a:gd name="csY1" fmla="*/ 63 h 10177"/>
              </a:gdLst>
              <a:ahLst/>
              <a:cxnLst>
                <a:cxn ang="0">
                  <a:pos x="csX0" y="csY0"/>
                </a:cxn>
                <a:cxn ang="0">
                  <a:pos x="csX1" y="csY1"/>
                </a:cxn>
              </a:cxnLst>
              <a:rect l="l" t="t" r="r" b="b"/>
              <a:pathLst>
                <a:path w="18923" h="10177">
                  <a:moveTo>
                    <a:pt x="19317" y="63"/>
                  </a:moveTo>
                  <a:lnTo>
                    <a:pt x="393" y="63"/>
                  </a:lnTo>
                </a:path>
              </a:pathLst>
            </a:custGeom>
            <a:solidFill>
              <a:srgbClr val="000000"/>
            </a:solidFill>
            <a:ln w="5401" cap="flat">
              <a:noFill/>
              <a:prstDash val="solid"/>
              <a:miter/>
            </a:ln>
          </p:spPr>
          <p:txBody>
            <a:bodyPr/>
            <a:lstStyle/>
            <a:p>
              <a:endParaRPr lang="zh-CN" altLang="en-US" sz="2190"/>
            </a:p>
          </p:txBody>
        </p:sp>
        <p:sp>
          <p:nvSpPr>
            <p:cNvPr id="31" name="任意多边形: 形状 30"/>
            <p:cNvSpPr/>
            <p:nvPr/>
          </p:nvSpPr>
          <p:spPr>
            <a:xfrm flipV="1">
              <a:off x="5286256" y="1166885"/>
              <a:ext cx="18923" cy="10177"/>
            </a:xfrm>
            <a:custGeom>
              <a:avLst/>
              <a:gdLst>
                <a:gd name="csX0" fmla="*/ 19317 w 18923"/>
                <a:gd name="csY0" fmla="*/ 63 h 10177"/>
                <a:gd name="csX1" fmla="*/ 393 w 18923"/>
                <a:gd name="csY1" fmla="*/ 63 h 10177"/>
              </a:gdLst>
              <a:ahLst/>
              <a:cxnLst>
                <a:cxn ang="0">
                  <a:pos x="csX0" y="csY0"/>
                </a:cxn>
                <a:cxn ang="0">
                  <a:pos x="csX1" y="csY1"/>
                </a:cxn>
              </a:cxnLst>
              <a:rect l="l" t="t" r="r" b="b"/>
              <a:pathLst>
                <a:path w="18923" h="10177">
                  <a:moveTo>
                    <a:pt x="19317" y="63"/>
                  </a:moveTo>
                  <a:lnTo>
                    <a:pt x="393" y="63"/>
                  </a:lnTo>
                </a:path>
              </a:pathLst>
            </a:custGeom>
            <a:noFill/>
            <a:ln w="4321" cap="flat">
              <a:solidFill>
                <a:srgbClr val="000000"/>
              </a:solidFill>
              <a:prstDash val="solid"/>
              <a:round/>
            </a:ln>
          </p:spPr>
          <p:txBody>
            <a:bodyPr/>
            <a:lstStyle/>
            <a:p>
              <a:endParaRPr lang="zh-CN" altLang="en-US" sz="2190"/>
            </a:p>
          </p:txBody>
        </p:sp>
        <p:sp>
          <p:nvSpPr>
            <p:cNvPr id="32" name="文本框 31"/>
            <p:cNvSpPr txBox="1"/>
            <p:nvPr/>
          </p:nvSpPr>
          <p:spPr>
            <a:xfrm>
              <a:off x="5074516" y="1083432"/>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50</a:t>
              </a:r>
            </a:p>
          </p:txBody>
        </p:sp>
        <p:sp>
          <p:nvSpPr>
            <p:cNvPr id="33" name="任意多边形: 形状 32"/>
            <p:cNvSpPr/>
            <p:nvPr/>
          </p:nvSpPr>
          <p:spPr>
            <a:xfrm flipV="1">
              <a:off x="5305180" y="1017808"/>
              <a:ext cx="1613014" cy="10177"/>
            </a:xfrm>
            <a:custGeom>
              <a:avLst/>
              <a:gdLst>
                <a:gd name="csX0" fmla="*/ 317 w 1613014"/>
                <a:gd name="csY0" fmla="*/ 18 h 10177"/>
                <a:gd name="csX1" fmla="*/ 1613331 w 1613014"/>
                <a:gd name="csY1" fmla="*/ 18 h 10177"/>
              </a:gdLst>
              <a:ahLst/>
              <a:cxnLst>
                <a:cxn ang="0">
                  <a:pos x="csX0" y="csY0"/>
                </a:cxn>
                <a:cxn ang="0">
                  <a:pos x="csX1" y="csY1"/>
                </a:cxn>
              </a:cxnLst>
              <a:rect l="l" t="t" r="r" b="b"/>
              <a:pathLst>
                <a:path w="1613014" h="10177">
                  <a:moveTo>
                    <a:pt x="317" y="18"/>
                  </a:moveTo>
                  <a:lnTo>
                    <a:pt x="1613331" y="18"/>
                  </a:lnTo>
                </a:path>
              </a:pathLst>
            </a:custGeom>
            <a:noFill/>
            <a:ln w="2700" cap="sq">
              <a:solidFill>
                <a:srgbClr val="E0E0E0"/>
              </a:solidFill>
              <a:prstDash val="solid"/>
              <a:round/>
            </a:ln>
          </p:spPr>
          <p:txBody>
            <a:bodyPr/>
            <a:lstStyle/>
            <a:p>
              <a:endParaRPr lang="zh-CN" altLang="en-US" sz="2190"/>
            </a:p>
          </p:txBody>
        </p:sp>
        <p:sp>
          <p:nvSpPr>
            <p:cNvPr id="34" name="任意多边形: 形状 33"/>
            <p:cNvSpPr/>
            <p:nvPr/>
          </p:nvSpPr>
          <p:spPr>
            <a:xfrm flipV="1">
              <a:off x="5286256" y="1017808"/>
              <a:ext cx="18923" cy="10177"/>
            </a:xfrm>
            <a:custGeom>
              <a:avLst/>
              <a:gdLst>
                <a:gd name="csX0" fmla="*/ 19317 w 18923"/>
                <a:gd name="csY0" fmla="*/ 18 h 10177"/>
                <a:gd name="csX1" fmla="*/ 393 w 18923"/>
                <a:gd name="csY1" fmla="*/ 18 h 10177"/>
              </a:gdLst>
              <a:ahLst/>
              <a:cxnLst>
                <a:cxn ang="0">
                  <a:pos x="csX0" y="csY0"/>
                </a:cxn>
                <a:cxn ang="0">
                  <a:pos x="csX1" y="csY1"/>
                </a:cxn>
              </a:cxnLst>
              <a:rect l="l" t="t" r="r" b="b"/>
              <a:pathLst>
                <a:path w="18923" h="10177">
                  <a:moveTo>
                    <a:pt x="19317" y="18"/>
                  </a:moveTo>
                  <a:lnTo>
                    <a:pt x="393" y="18"/>
                  </a:lnTo>
                </a:path>
              </a:pathLst>
            </a:custGeom>
            <a:solidFill>
              <a:srgbClr val="000000"/>
            </a:solidFill>
            <a:ln w="5401" cap="flat">
              <a:noFill/>
              <a:prstDash val="solid"/>
              <a:miter/>
            </a:ln>
          </p:spPr>
          <p:txBody>
            <a:bodyPr/>
            <a:lstStyle/>
            <a:p>
              <a:endParaRPr lang="zh-CN" altLang="en-US" sz="2190"/>
            </a:p>
          </p:txBody>
        </p:sp>
        <p:sp>
          <p:nvSpPr>
            <p:cNvPr id="35" name="任意多边形: 形状 34"/>
            <p:cNvSpPr/>
            <p:nvPr/>
          </p:nvSpPr>
          <p:spPr>
            <a:xfrm flipV="1">
              <a:off x="5286256" y="1017808"/>
              <a:ext cx="18923" cy="10177"/>
            </a:xfrm>
            <a:custGeom>
              <a:avLst/>
              <a:gdLst>
                <a:gd name="csX0" fmla="*/ 19317 w 18923"/>
                <a:gd name="csY0" fmla="*/ 18 h 10177"/>
                <a:gd name="csX1" fmla="*/ 393 w 18923"/>
                <a:gd name="csY1" fmla="*/ 18 h 10177"/>
              </a:gdLst>
              <a:ahLst/>
              <a:cxnLst>
                <a:cxn ang="0">
                  <a:pos x="csX0" y="csY0"/>
                </a:cxn>
                <a:cxn ang="0">
                  <a:pos x="csX1" y="csY1"/>
                </a:cxn>
              </a:cxnLst>
              <a:rect l="l" t="t" r="r" b="b"/>
              <a:pathLst>
                <a:path w="18923" h="10177">
                  <a:moveTo>
                    <a:pt x="19317" y="18"/>
                  </a:moveTo>
                  <a:lnTo>
                    <a:pt x="393" y="18"/>
                  </a:lnTo>
                </a:path>
              </a:pathLst>
            </a:custGeom>
            <a:noFill/>
            <a:ln w="4321" cap="flat">
              <a:solidFill>
                <a:srgbClr val="000000"/>
              </a:solidFill>
              <a:prstDash val="solid"/>
              <a:round/>
            </a:ln>
          </p:spPr>
          <p:txBody>
            <a:bodyPr/>
            <a:lstStyle/>
            <a:p>
              <a:endParaRPr lang="zh-CN" altLang="en-US" sz="2190"/>
            </a:p>
          </p:txBody>
        </p:sp>
        <p:sp>
          <p:nvSpPr>
            <p:cNvPr id="36" name="文本框 35"/>
            <p:cNvSpPr txBox="1"/>
            <p:nvPr/>
          </p:nvSpPr>
          <p:spPr>
            <a:xfrm>
              <a:off x="5021702" y="925851"/>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37" name="任意多边形: 形状 36"/>
            <p:cNvSpPr/>
            <p:nvPr/>
          </p:nvSpPr>
          <p:spPr>
            <a:xfrm flipV="1">
              <a:off x="5305180" y="868730"/>
              <a:ext cx="1613014" cy="10177"/>
            </a:xfrm>
            <a:custGeom>
              <a:avLst/>
              <a:gdLst>
                <a:gd name="csX0" fmla="*/ 317 w 1613014"/>
                <a:gd name="csY0" fmla="*/ -26 h 10177"/>
                <a:gd name="csX1" fmla="*/ 1613331 w 1613014"/>
                <a:gd name="csY1" fmla="*/ -26 h 10177"/>
              </a:gdLst>
              <a:ahLst/>
              <a:cxnLst>
                <a:cxn ang="0">
                  <a:pos x="csX0" y="csY0"/>
                </a:cxn>
                <a:cxn ang="0">
                  <a:pos x="csX1" y="csY1"/>
                </a:cxn>
              </a:cxnLst>
              <a:rect l="l" t="t" r="r" b="b"/>
              <a:pathLst>
                <a:path w="1613014" h="10177">
                  <a:moveTo>
                    <a:pt x="317" y="-26"/>
                  </a:moveTo>
                  <a:lnTo>
                    <a:pt x="1613331" y="-26"/>
                  </a:lnTo>
                </a:path>
              </a:pathLst>
            </a:custGeom>
            <a:noFill/>
            <a:ln w="2700" cap="sq">
              <a:solidFill>
                <a:srgbClr val="E0E0E0"/>
              </a:solidFill>
              <a:prstDash val="solid"/>
              <a:round/>
            </a:ln>
          </p:spPr>
          <p:txBody>
            <a:bodyPr/>
            <a:lstStyle/>
            <a:p>
              <a:endParaRPr lang="zh-CN" altLang="en-US" sz="2190"/>
            </a:p>
          </p:txBody>
        </p:sp>
        <p:sp>
          <p:nvSpPr>
            <p:cNvPr id="38" name="任意多边形: 形状 37"/>
            <p:cNvSpPr/>
            <p:nvPr/>
          </p:nvSpPr>
          <p:spPr>
            <a:xfrm flipV="1">
              <a:off x="5286256" y="868730"/>
              <a:ext cx="18923" cy="10177"/>
            </a:xfrm>
            <a:custGeom>
              <a:avLst/>
              <a:gdLst>
                <a:gd name="csX0" fmla="*/ 19317 w 18923"/>
                <a:gd name="csY0" fmla="*/ -26 h 10177"/>
                <a:gd name="csX1" fmla="*/ 393 w 18923"/>
                <a:gd name="csY1" fmla="*/ -26 h 10177"/>
              </a:gdLst>
              <a:ahLst/>
              <a:cxnLst>
                <a:cxn ang="0">
                  <a:pos x="csX0" y="csY0"/>
                </a:cxn>
                <a:cxn ang="0">
                  <a:pos x="csX1" y="csY1"/>
                </a:cxn>
              </a:cxnLst>
              <a:rect l="l" t="t" r="r" b="b"/>
              <a:pathLst>
                <a:path w="18923" h="10177">
                  <a:moveTo>
                    <a:pt x="19317" y="-26"/>
                  </a:moveTo>
                  <a:lnTo>
                    <a:pt x="393" y="-26"/>
                  </a:lnTo>
                </a:path>
              </a:pathLst>
            </a:custGeom>
            <a:solidFill>
              <a:srgbClr val="000000"/>
            </a:solidFill>
            <a:ln w="5401" cap="flat">
              <a:noFill/>
              <a:prstDash val="solid"/>
              <a:miter/>
            </a:ln>
          </p:spPr>
          <p:txBody>
            <a:bodyPr/>
            <a:lstStyle/>
            <a:p>
              <a:endParaRPr lang="zh-CN" altLang="en-US" sz="2190"/>
            </a:p>
          </p:txBody>
        </p:sp>
        <p:sp>
          <p:nvSpPr>
            <p:cNvPr id="39" name="任意多边形: 形状 38"/>
            <p:cNvSpPr/>
            <p:nvPr/>
          </p:nvSpPr>
          <p:spPr>
            <a:xfrm flipV="1">
              <a:off x="5286256" y="868730"/>
              <a:ext cx="18923" cy="10177"/>
            </a:xfrm>
            <a:custGeom>
              <a:avLst/>
              <a:gdLst>
                <a:gd name="csX0" fmla="*/ 19317 w 18923"/>
                <a:gd name="csY0" fmla="*/ -26 h 10177"/>
                <a:gd name="csX1" fmla="*/ 393 w 18923"/>
                <a:gd name="csY1" fmla="*/ -26 h 10177"/>
              </a:gdLst>
              <a:ahLst/>
              <a:cxnLst>
                <a:cxn ang="0">
                  <a:pos x="csX0" y="csY0"/>
                </a:cxn>
                <a:cxn ang="0">
                  <a:pos x="csX1" y="csY1"/>
                </a:cxn>
              </a:cxnLst>
              <a:rect l="l" t="t" r="r" b="b"/>
              <a:pathLst>
                <a:path w="18923" h="10177">
                  <a:moveTo>
                    <a:pt x="19317" y="-26"/>
                  </a:moveTo>
                  <a:lnTo>
                    <a:pt x="393" y="-26"/>
                  </a:lnTo>
                </a:path>
              </a:pathLst>
            </a:custGeom>
            <a:noFill/>
            <a:ln w="4321" cap="flat">
              <a:solidFill>
                <a:srgbClr val="000000"/>
              </a:solidFill>
              <a:prstDash val="solid"/>
              <a:round/>
            </a:ln>
          </p:spPr>
          <p:txBody>
            <a:bodyPr/>
            <a:lstStyle/>
            <a:p>
              <a:endParaRPr lang="zh-CN" altLang="en-US" sz="2190"/>
            </a:p>
          </p:txBody>
        </p:sp>
        <p:sp>
          <p:nvSpPr>
            <p:cNvPr id="40" name="文本框 39"/>
            <p:cNvSpPr txBox="1"/>
            <p:nvPr/>
          </p:nvSpPr>
          <p:spPr>
            <a:xfrm>
              <a:off x="5021702" y="776774"/>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150</a:t>
              </a:r>
            </a:p>
          </p:txBody>
        </p:sp>
        <p:sp>
          <p:nvSpPr>
            <p:cNvPr id="41" name="任意多边形: 形状 40"/>
            <p:cNvSpPr/>
            <p:nvPr/>
          </p:nvSpPr>
          <p:spPr>
            <a:xfrm flipV="1">
              <a:off x="5305180" y="719653"/>
              <a:ext cx="1613014" cy="10177"/>
            </a:xfrm>
            <a:custGeom>
              <a:avLst/>
              <a:gdLst>
                <a:gd name="csX0" fmla="*/ 317 w 1613014"/>
                <a:gd name="csY0" fmla="*/ -70 h 10177"/>
                <a:gd name="csX1" fmla="*/ 1613331 w 1613014"/>
                <a:gd name="csY1" fmla="*/ -70 h 10177"/>
              </a:gdLst>
              <a:ahLst/>
              <a:cxnLst>
                <a:cxn ang="0">
                  <a:pos x="csX0" y="csY0"/>
                </a:cxn>
                <a:cxn ang="0">
                  <a:pos x="csX1" y="csY1"/>
                </a:cxn>
              </a:cxnLst>
              <a:rect l="l" t="t" r="r" b="b"/>
              <a:pathLst>
                <a:path w="1613014" h="10177">
                  <a:moveTo>
                    <a:pt x="317" y="-70"/>
                  </a:moveTo>
                  <a:lnTo>
                    <a:pt x="1613331" y="-70"/>
                  </a:lnTo>
                </a:path>
              </a:pathLst>
            </a:custGeom>
            <a:noFill/>
            <a:ln w="2700" cap="sq">
              <a:solidFill>
                <a:srgbClr val="E0E0E0"/>
              </a:solidFill>
              <a:prstDash val="solid"/>
              <a:round/>
            </a:ln>
          </p:spPr>
          <p:txBody>
            <a:bodyPr/>
            <a:lstStyle/>
            <a:p>
              <a:endParaRPr lang="zh-CN" altLang="en-US" sz="2190"/>
            </a:p>
          </p:txBody>
        </p:sp>
        <p:sp>
          <p:nvSpPr>
            <p:cNvPr id="42" name="任意多边形: 形状 41"/>
            <p:cNvSpPr/>
            <p:nvPr/>
          </p:nvSpPr>
          <p:spPr>
            <a:xfrm flipV="1">
              <a:off x="5286256" y="719653"/>
              <a:ext cx="18923" cy="10177"/>
            </a:xfrm>
            <a:custGeom>
              <a:avLst/>
              <a:gdLst>
                <a:gd name="csX0" fmla="*/ 19317 w 18923"/>
                <a:gd name="csY0" fmla="*/ -70 h 10177"/>
                <a:gd name="csX1" fmla="*/ 393 w 18923"/>
                <a:gd name="csY1" fmla="*/ -70 h 10177"/>
              </a:gdLst>
              <a:ahLst/>
              <a:cxnLst>
                <a:cxn ang="0">
                  <a:pos x="csX0" y="csY0"/>
                </a:cxn>
                <a:cxn ang="0">
                  <a:pos x="csX1" y="csY1"/>
                </a:cxn>
              </a:cxnLst>
              <a:rect l="l" t="t" r="r" b="b"/>
              <a:pathLst>
                <a:path w="18923" h="10177">
                  <a:moveTo>
                    <a:pt x="19317" y="-70"/>
                  </a:moveTo>
                  <a:lnTo>
                    <a:pt x="393" y="-70"/>
                  </a:lnTo>
                </a:path>
              </a:pathLst>
            </a:custGeom>
            <a:solidFill>
              <a:srgbClr val="000000"/>
            </a:solidFill>
            <a:ln w="5401" cap="flat">
              <a:noFill/>
              <a:prstDash val="solid"/>
              <a:miter/>
            </a:ln>
          </p:spPr>
          <p:txBody>
            <a:bodyPr/>
            <a:lstStyle/>
            <a:p>
              <a:endParaRPr lang="zh-CN" altLang="en-US" sz="2190"/>
            </a:p>
          </p:txBody>
        </p:sp>
        <p:sp>
          <p:nvSpPr>
            <p:cNvPr id="43" name="任意多边形: 形状 42"/>
            <p:cNvSpPr/>
            <p:nvPr/>
          </p:nvSpPr>
          <p:spPr>
            <a:xfrm flipV="1">
              <a:off x="5286256" y="719653"/>
              <a:ext cx="18923" cy="10177"/>
            </a:xfrm>
            <a:custGeom>
              <a:avLst/>
              <a:gdLst>
                <a:gd name="csX0" fmla="*/ 19317 w 18923"/>
                <a:gd name="csY0" fmla="*/ -70 h 10177"/>
                <a:gd name="csX1" fmla="*/ 393 w 18923"/>
                <a:gd name="csY1" fmla="*/ -70 h 10177"/>
              </a:gdLst>
              <a:ahLst/>
              <a:cxnLst>
                <a:cxn ang="0">
                  <a:pos x="csX0" y="csY0"/>
                </a:cxn>
                <a:cxn ang="0">
                  <a:pos x="csX1" y="csY1"/>
                </a:cxn>
              </a:cxnLst>
              <a:rect l="l" t="t" r="r" b="b"/>
              <a:pathLst>
                <a:path w="18923" h="10177">
                  <a:moveTo>
                    <a:pt x="19317" y="-70"/>
                  </a:moveTo>
                  <a:lnTo>
                    <a:pt x="393" y="-70"/>
                  </a:lnTo>
                </a:path>
              </a:pathLst>
            </a:custGeom>
            <a:noFill/>
            <a:ln w="4321" cap="flat">
              <a:solidFill>
                <a:srgbClr val="000000"/>
              </a:solidFill>
              <a:prstDash val="solid"/>
              <a:round/>
            </a:ln>
          </p:spPr>
          <p:txBody>
            <a:bodyPr/>
            <a:lstStyle/>
            <a:p>
              <a:endParaRPr lang="zh-CN" altLang="en-US" sz="2190"/>
            </a:p>
          </p:txBody>
        </p:sp>
        <p:sp>
          <p:nvSpPr>
            <p:cNvPr id="44" name="文本框 43"/>
            <p:cNvSpPr txBox="1"/>
            <p:nvPr/>
          </p:nvSpPr>
          <p:spPr>
            <a:xfrm>
              <a:off x="5025953" y="624865"/>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200</a:t>
              </a:r>
            </a:p>
          </p:txBody>
        </p:sp>
        <p:sp>
          <p:nvSpPr>
            <p:cNvPr id="45" name="任意多边形: 形状 44"/>
            <p:cNvSpPr/>
            <p:nvPr/>
          </p:nvSpPr>
          <p:spPr>
            <a:xfrm flipV="1">
              <a:off x="5305180" y="570576"/>
              <a:ext cx="1613014" cy="10177"/>
            </a:xfrm>
            <a:custGeom>
              <a:avLst/>
              <a:gdLst>
                <a:gd name="csX0" fmla="*/ 317 w 1613014"/>
                <a:gd name="csY0" fmla="*/ -115 h 10177"/>
                <a:gd name="csX1" fmla="*/ 1613331 w 1613014"/>
                <a:gd name="csY1" fmla="*/ -115 h 10177"/>
              </a:gdLst>
              <a:ahLst/>
              <a:cxnLst>
                <a:cxn ang="0">
                  <a:pos x="csX0" y="csY0"/>
                </a:cxn>
                <a:cxn ang="0">
                  <a:pos x="csX1" y="csY1"/>
                </a:cxn>
              </a:cxnLst>
              <a:rect l="l" t="t" r="r" b="b"/>
              <a:pathLst>
                <a:path w="1613014" h="10177">
                  <a:moveTo>
                    <a:pt x="317" y="-115"/>
                  </a:moveTo>
                  <a:lnTo>
                    <a:pt x="1613331" y="-115"/>
                  </a:lnTo>
                </a:path>
              </a:pathLst>
            </a:custGeom>
            <a:noFill/>
            <a:ln w="2700" cap="sq">
              <a:solidFill>
                <a:srgbClr val="E0E0E0"/>
              </a:solidFill>
              <a:prstDash val="solid"/>
              <a:round/>
            </a:ln>
          </p:spPr>
          <p:txBody>
            <a:bodyPr/>
            <a:lstStyle/>
            <a:p>
              <a:endParaRPr lang="zh-CN" altLang="en-US" sz="2190"/>
            </a:p>
          </p:txBody>
        </p:sp>
        <p:sp>
          <p:nvSpPr>
            <p:cNvPr id="46" name="任意多边形: 形状 45"/>
            <p:cNvSpPr/>
            <p:nvPr/>
          </p:nvSpPr>
          <p:spPr>
            <a:xfrm flipV="1">
              <a:off x="5286256" y="570576"/>
              <a:ext cx="18923" cy="10177"/>
            </a:xfrm>
            <a:custGeom>
              <a:avLst/>
              <a:gdLst>
                <a:gd name="csX0" fmla="*/ 19317 w 18923"/>
                <a:gd name="csY0" fmla="*/ -115 h 10177"/>
                <a:gd name="csX1" fmla="*/ 393 w 18923"/>
                <a:gd name="csY1" fmla="*/ -115 h 10177"/>
              </a:gdLst>
              <a:ahLst/>
              <a:cxnLst>
                <a:cxn ang="0">
                  <a:pos x="csX0" y="csY0"/>
                </a:cxn>
                <a:cxn ang="0">
                  <a:pos x="csX1" y="csY1"/>
                </a:cxn>
              </a:cxnLst>
              <a:rect l="l" t="t" r="r" b="b"/>
              <a:pathLst>
                <a:path w="18923" h="10177">
                  <a:moveTo>
                    <a:pt x="19317" y="-115"/>
                  </a:moveTo>
                  <a:lnTo>
                    <a:pt x="393" y="-115"/>
                  </a:lnTo>
                </a:path>
              </a:pathLst>
            </a:custGeom>
            <a:solidFill>
              <a:srgbClr val="000000"/>
            </a:solidFill>
            <a:ln w="5401" cap="flat">
              <a:noFill/>
              <a:prstDash val="solid"/>
              <a:miter/>
            </a:ln>
          </p:spPr>
          <p:txBody>
            <a:bodyPr/>
            <a:lstStyle/>
            <a:p>
              <a:endParaRPr lang="zh-CN" altLang="en-US" sz="2190"/>
            </a:p>
          </p:txBody>
        </p:sp>
        <p:sp>
          <p:nvSpPr>
            <p:cNvPr id="47" name="任意多边形: 形状 46"/>
            <p:cNvSpPr/>
            <p:nvPr/>
          </p:nvSpPr>
          <p:spPr>
            <a:xfrm flipV="1">
              <a:off x="5286256" y="570576"/>
              <a:ext cx="18923" cy="10177"/>
            </a:xfrm>
            <a:custGeom>
              <a:avLst/>
              <a:gdLst>
                <a:gd name="csX0" fmla="*/ 19317 w 18923"/>
                <a:gd name="csY0" fmla="*/ -115 h 10177"/>
                <a:gd name="csX1" fmla="*/ 393 w 18923"/>
                <a:gd name="csY1" fmla="*/ -115 h 10177"/>
              </a:gdLst>
              <a:ahLst/>
              <a:cxnLst>
                <a:cxn ang="0">
                  <a:pos x="csX0" y="csY0"/>
                </a:cxn>
                <a:cxn ang="0">
                  <a:pos x="csX1" y="csY1"/>
                </a:cxn>
              </a:cxnLst>
              <a:rect l="l" t="t" r="r" b="b"/>
              <a:pathLst>
                <a:path w="18923" h="10177">
                  <a:moveTo>
                    <a:pt x="19317" y="-115"/>
                  </a:moveTo>
                  <a:lnTo>
                    <a:pt x="393" y="-115"/>
                  </a:lnTo>
                </a:path>
              </a:pathLst>
            </a:custGeom>
            <a:noFill/>
            <a:ln w="4321" cap="flat">
              <a:solidFill>
                <a:srgbClr val="000000"/>
              </a:solidFill>
              <a:prstDash val="solid"/>
              <a:round/>
            </a:ln>
          </p:spPr>
          <p:txBody>
            <a:bodyPr/>
            <a:lstStyle/>
            <a:p>
              <a:endParaRPr lang="zh-CN" altLang="en-US" sz="2190"/>
            </a:p>
          </p:txBody>
        </p:sp>
        <p:sp>
          <p:nvSpPr>
            <p:cNvPr id="48" name="文本框 47"/>
            <p:cNvSpPr txBox="1"/>
            <p:nvPr/>
          </p:nvSpPr>
          <p:spPr>
            <a:xfrm>
              <a:off x="5025953" y="4757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250</a:t>
              </a:r>
            </a:p>
          </p:txBody>
        </p:sp>
        <p:sp>
          <p:nvSpPr>
            <p:cNvPr id="49" name="任意多边形: 形状 48"/>
            <p:cNvSpPr/>
            <p:nvPr/>
          </p:nvSpPr>
          <p:spPr>
            <a:xfrm flipV="1">
              <a:off x="5305180" y="421499"/>
              <a:ext cx="1613014" cy="10177"/>
            </a:xfrm>
            <a:custGeom>
              <a:avLst/>
              <a:gdLst>
                <a:gd name="csX0" fmla="*/ 317 w 1613014"/>
                <a:gd name="csY0" fmla="*/ -159 h 10177"/>
                <a:gd name="csX1" fmla="*/ 1613331 w 1613014"/>
                <a:gd name="csY1" fmla="*/ -159 h 10177"/>
              </a:gdLst>
              <a:ahLst/>
              <a:cxnLst>
                <a:cxn ang="0">
                  <a:pos x="csX0" y="csY0"/>
                </a:cxn>
                <a:cxn ang="0">
                  <a:pos x="csX1" y="csY1"/>
                </a:cxn>
              </a:cxnLst>
              <a:rect l="l" t="t" r="r" b="b"/>
              <a:pathLst>
                <a:path w="1613014" h="10177">
                  <a:moveTo>
                    <a:pt x="317" y="-159"/>
                  </a:moveTo>
                  <a:lnTo>
                    <a:pt x="1613331" y="-159"/>
                  </a:lnTo>
                </a:path>
              </a:pathLst>
            </a:custGeom>
            <a:noFill/>
            <a:ln w="2700" cap="sq">
              <a:solidFill>
                <a:srgbClr val="E0E0E0"/>
              </a:solidFill>
              <a:prstDash val="solid"/>
              <a:round/>
            </a:ln>
          </p:spPr>
          <p:txBody>
            <a:bodyPr/>
            <a:lstStyle/>
            <a:p>
              <a:endParaRPr lang="zh-CN" altLang="en-US" sz="2190"/>
            </a:p>
          </p:txBody>
        </p:sp>
        <p:sp>
          <p:nvSpPr>
            <p:cNvPr id="50" name="任意多边形: 形状 49"/>
            <p:cNvSpPr/>
            <p:nvPr/>
          </p:nvSpPr>
          <p:spPr>
            <a:xfrm flipV="1">
              <a:off x="5286256" y="421499"/>
              <a:ext cx="18923" cy="10177"/>
            </a:xfrm>
            <a:custGeom>
              <a:avLst/>
              <a:gdLst>
                <a:gd name="csX0" fmla="*/ 19317 w 18923"/>
                <a:gd name="csY0" fmla="*/ -159 h 10177"/>
                <a:gd name="csX1" fmla="*/ 393 w 18923"/>
                <a:gd name="csY1" fmla="*/ -159 h 10177"/>
              </a:gdLst>
              <a:ahLst/>
              <a:cxnLst>
                <a:cxn ang="0">
                  <a:pos x="csX0" y="csY0"/>
                </a:cxn>
                <a:cxn ang="0">
                  <a:pos x="csX1" y="csY1"/>
                </a:cxn>
              </a:cxnLst>
              <a:rect l="l" t="t" r="r" b="b"/>
              <a:pathLst>
                <a:path w="18923" h="10177">
                  <a:moveTo>
                    <a:pt x="19317" y="-159"/>
                  </a:moveTo>
                  <a:lnTo>
                    <a:pt x="393" y="-159"/>
                  </a:lnTo>
                </a:path>
              </a:pathLst>
            </a:custGeom>
            <a:solidFill>
              <a:srgbClr val="000000"/>
            </a:solidFill>
            <a:ln w="5401" cap="flat">
              <a:noFill/>
              <a:prstDash val="solid"/>
              <a:miter/>
            </a:ln>
          </p:spPr>
          <p:txBody>
            <a:bodyPr/>
            <a:lstStyle/>
            <a:p>
              <a:endParaRPr lang="zh-CN" altLang="en-US" sz="2190"/>
            </a:p>
          </p:txBody>
        </p:sp>
        <p:sp>
          <p:nvSpPr>
            <p:cNvPr id="51" name="任意多边形: 形状 50"/>
            <p:cNvSpPr/>
            <p:nvPr/>
          </p:nvSpPr>
          <p:spPr>
            <a:xfrm flipV="1">
              <a:off x="5286256" y="421499"/>
              <a:ext cx="18923" cy="10177"/>
            </a:xfrm>
            <a:custGeom>
              <a:avLst/>
              <a:gdLst>
                <a:gd name="csX0" fmla="*/ 19317 w 18923"/>
                <a:gd name="csY0" fmla="*/ -159 h 10177"/>
                <a:gd name="csX1" fmla="*/ 393 w 18923"/>
                <a:gd name="csY1" fmla="*/ -159 h 10177"/>
              </a:gdLst>
              <a:ahLst/>
              <a:cxnLst>
                <a:cxn ang="0">
                  <a:pos x="csX0" y="csY0"/>
                </a:cxn>
                <a:cxn ang="0">
                  <a:pos x="csX1" y="csY1"/>
                </a:cxn>
              </a:cxnLst>
              <a:rect l="l" t="t" r="r" b="b"/>
              <a:pathLst>
                <a:path w="18923" h="10177">
                  <a:moveTo>
                    <a:pt x="19317" y="-159"/>
                  </a:moveTo>
                  <a:lnTo>
                    <a:pt x="393" y="-159"/>
                  </a:lnTo>
                </a:path>
              </a:pathLst>
            </a:custGeom>
            <a:noFill/>
            <a:ln w="4321" cap="flat">
              <a:solidFill>
                <a:srgbClr val="000000"/>
              </a:solidFill>
              <a:prstDash val="solid"/>
              <a:round/>
            </a:ln>
          </p:spPr>
          <p:txBody>
            <a:bodyPr/>
            <a:lstStyle/>
            <a:p>
              <a:endParaRPr lang="zh-CN" altLang="en-US" sz="2190"/>
            </a:p>
          </p:txBody>
        </p:sp>
        <p:sp>
          <p:nvSpPr>
            <p:cNvPr id="52" name="文本框 51"/>
            <p:cNvSpPr txBox="1"/>
            <p:nvPr/>
          </p:nvSpPr>
          <p:spPr>
            <a:xfrm>
              <a:off x="5031624" y="321041"/>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300</a:t>
              </a:r>
            </a:p>
          </p:txBody>
        </p:sp>
        <p:sp>
          <p:nvSpPr>
            <p:cNvPr id="53" name="任意多边形: 形状 52"/>
            <p:cNvSpPr/>
            <p:nvPr/>
          </p:nvSpPr>
          <p:spPr>
            <a:xfrm flipV="1">
              <a:off x="5305180" y="272422"/>
              <a:ext cx="1613014" cy="10177"/>
            </a:xfrm>
            <a:custGeom>
              <a:avLst/>
              <a:gdLst>
                <a:gd name="csX0" fmla="*/ 317 w 1613014"/>
                <a:gd name="csY0" fmla="*/ -203 h 10177"/>
                <a:gd name="csX1" fmla="*/ 1613331 w 1613014"/>
                <a:gd name="csY1" fmla="*/ -203 h 10177"/>
              </a:gdLst>
              <a:ahLst/>
              <a:cxnLst>
                <a:cxn ang="0">
                  <a:pos x="csX0" y="csY0"/>
                </a:cxn>
                <a:cxn ang="0">
                  <a:pos x="csX1" y="csY1"/>
                </a:cxn>
              </a:cxnLst>
              <a:rect l="l" t="t" r="r" b="b"/>
              <a:pathLst>
                <a:path w="1613014" h="10177">
                  <a:moveTo>
                    <a:pt x="317" y="-203"/>
                  </a:moveTo>
                  <a:lnTo>
                    <a:pt x="1613331" y="-203"/>
                  </a:lnTo>
                </a:path>
              </a:pathLst>
            </a:custGeom>
            <a:noFill/>
            <a:ln w="2700" cap="sq">
              <a:solidFill>
                <a:srgbClr val="E0E0E0"/>
              </a:solidFill>
              <a:prstDash val="solid"/>
              <a:round/>
            </a:ln>
          </p:spPr>
          <p:txBody>
            <a:bodyPr/>
            <a:lstStyle/>
            <a:p>
              <a:endParaRPr lang="zh-CN" altLang="en-US" sz="2190"/>
            </a:p>
          </p:txBody>
        </p:sp>
        <p:sp>
          <p:nvSpPr>
            <p:cNvPr id="54" name="任意多边形: 形状 53"/>
            <p:cNvSpPr/>
            <p:nvPr/>
          </p:nvSpPr>
          <p:spPr>
            <a:xfrm flipV="1">
              <a:off x="5286256" y="272422"/>
              <a:ext cx="18923" cy="10177"/>
            </a:xfrm>
            <a:custGeom>
              <a:avLst/>
              <a:gdLst>
                <a:gd name="csX0" fmla="*/ 19317 w 18923"/>
                <a:gd name="csY0" fmla="*/ -203 h 10177"/>
                <a:gd name="csX1" fmla="*/ 393 w 18923"/>
                <a:gd name="csY1" fmla="*/ -203 h 10177"/>
              </a:gdLst>
              <a:ahLst/>
              <a:cxnLst>
                <a:cxn ang="0">
                  <a:pos x="csX0" y="csY0"/>
                </a:cxn>
                <a:cxn ang="0">
                  <a:pos x="csX1" y="csY1"/>
                </a:cxn>
              </a:cxnLst>
              <a:rect l="l" t="t" r="r" b="b"/>
              <a:pathLst>
                <a:path w="18923" h="10177">
                  <a:moveTo>
                    <a:pt x="19317" y="-203"/>
                  </a:moveTo>
                  <a:lnTo>
                    <a:pt x="393" y="-203"/>
                  </a:lnTo>
                </a:path>
              </a:pathLst>
            </a:custGeom>
            <a:solidFill>
              <a:srgbClr val="000000"/>
            </a:solidFill>
            <a:ln w="5401" cap="flat">
              <a:noFill/>
              <a:prstDash val="solid"/>
              <a:miter/>
            </a:ln>
          </p:spPr>
          <p:txBody>
            <a:bodyPr/>
            <a:lstStyle/>
            <a:p>
              <a:endParaRPr lang="zh-CN" altLang="en-US" sz="2190"/>
            </a:p>
          </p:txBody>
        </p:sp>
        <p:sp>
          <p:nvSpPr>
            <p:cNvPr id="55" name="任意多边形: 形状 54"/>
            <p:cNvSpPr/>
            <p:nvPr/>
          </p:nvSpPr>
          <p:spPr>
            <a:xfrm flipV="1">
              <a:off x="5286256" y="272422"/>
              <a:ext cx="18923" cy="10177"/>
            </a:xfrm>
            <a:custGeom>
              <a:avLst/>
              <a:gdLst>
                <a:gd name="csX0" fmla="*/ 19317 w 18923"/>
                <a:gd name="csY0" fmla="*/ -203 h 10177"/>
                <a:gd name="csX1" fmla="*/ 393 w 18923"/>
                <a:gd name="csY1" fmla="*/ -203 h 10177"/>
              </a:gdLst>
              <a:ahLst/>
              <a:cxnLst>
                <a:cxn ang="0">
                  <a:pos x="csX0" y="csY0"/>
                </a:cxn>
                <a:cxn ang="0">
                  <a:pos x="csX1" y="csY1"/>
                </a:cxn>
              </a:cxnLst>
              <a:rect l="l" t="t" r="r" b="b"/>
              <a:pathLst>
                <a:path w="18923" h="10177">
                  <a:moveTo>
                    <a:pt x="19317" y="-203"/>
                  </a:moveTo>
                  <a:lnTo>
                    <a:pt x="393" y="-203"/>
                  </a:lnTo>
                </a:path>
              </a:pathLst>
            </a:custGeom>
            <a:noFill/>
            <a:ln w="4321" cap="flat">
              <a:solidFill>
                <a:srgbClr val="000000"/>
              </a:solidFill>
              <a:prstDash val="solid"/>
              <a:round/>
            </a:ln>
          </p:spPr>
          <p:txBody>
            <a:bodyPr/>
            <a:lstStyle/>
            <a:p>
              <a:endParaRPr lang="zh-CN" altLang="en-US" sz="2190"/>
            </a:p>
          </p:txBody>
        </p:sp>
        <p:sp>
          <p:nvSpPr>
            <p:cNvPr id="56" name="文本框 55"/>
            <p:cNvSpPr txBox="1"/>
            <p:nvPr/>
          </p:nvSpPr>
          <p:spPr>
            <a:xfrm>
              <a:off x="5025953" y="179051"/>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350</a:t>
              </a:r>
            </a:p>
          </p:txBody>
        </p:sp>
        <p:sp>
          <p:nvSpPr>
            <p:cNvPr id="57" name="文本框 56"/>
            <p:cNvSpPr txBox="1"/>
            <p:nvPr/>
          </p:nvSpPr>
          <p:spPr>
            <a:xfrm rot="16200000">
              <a:off x="4332299" y="899788"/>
              <a:ext cx="1396294" cy="212999"/>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Number of validated isoform</a:t>
              </a:r>
            </a:p>
          </p:txBody>
        </p:sp>
        <p:sp>
          <p:nvSpPr>
            <p:cNvPr id="58" name="任意多边形: 形状 57"/>
            <p:cNvSpPr/>
            <p:nvPr/>
          </p:nvSpPr>
          <p:spPr>
            <a:xfrm flipV="1">
              <a:off x="5305180" y="145112"/>
              <a:ext cx="10962" cy="1170849"/>
            </a:xfrm>
            <a:custGeom>
              <a:avLst/>
              <a:gdLst>
                <a:gd name="csX0" fmla="*/ 392 w 10962"/>
                <a:gd name="csY0" fmla="*/ -67 h 1170849"/>
                <a:gd name="csX1" fmla="*/ 392 w 10962"/>
                <a:gd name="csY1" fmla="*/ 1170783 h 1170849"/>
              </a:gdLst>
              <a:ahLst/>
              <a:cxnLst>
                <a:cxn ang="0">
                  <a:pos x="csX0" y="csY0"/>
                </a:cxn>
                <a:cxn ang="0">
                  <a:pos x="csX1" y="csY1"/>
                </a:cxn>
              </a:cxnLst>
              <a:rect l="l" t="t" r="r" b="b"/>
              <a:pathLst>
                <a:path w="10962" h="1170849">
                  <a:moveTo>
                    <a:pt x="392" y="-67"/>
                  </a:moveTo>
                  <a:lnTo>
                    <a:pt x="392" y="1170783"/>
                  </a:lnTo>
                </a:path>
              </a:pathLst>
            </a:custGeom>
            <a:noFill/>
            <a:ln w="4321" cap="sq">
              <a:solidFill>
                <a:srgbClr val="000000"/>
              </a:solidFill>
              <a:prstDash val="solid"/>
              <a:miter/>
            </a:ln>
          </p:spPr>
          <p:txBody>
            <a:bodyPr/>
            <a:lstStyle/>
            <a:p>
              <a:endParaRPr lang="zh-CN" altLang="en-US" sz="2190"/>
            </a:p>
          </p:txBody>
        </p:sp>
        <p:sp>
          <p:nvSpPr>
            <p:cNvPr id="59" name="任意多边形: 形状 58"/>
            <p:cNvSpPr/>
            <p:nvPr/>
          </p:nvSpPr>
          <p:spPr>
            <a:xfrm flipV="1">
              <a:off x="6918194" y="145112"/>
              <a:ext cx="10962" cy="1170849"/>
            </a:xfrm>
            <a:custGeom>
              <a:avLst/>
              <a:gdLst>
                <a:gd name="csX0" fmla="*/ 241 w 10962"/>
                <a:gd name="csY0" fmla="*/ -67 h 1170849"/>
                <a:gd name="csX1" fmla="*/ 241 w 10962"/>
                <a:gd name="csY1" fmla="*/ 1170783 h 1170849"/>
              </a:gdLst>
              <a:ahLst/>
              <a:cxnLst>
                <a:cxn ang="0">
                  <a:pos x="csX0" y="csY0"/>
                </a:cxn>
                <a:cxn ang="0">
                  <a:pos x="csX1" y="csY1"/>
                </a:cxn>
              </a:cxnLst>
              <a:rect l="l" t="t" r="r" b="b"/>
              <a:pathLst>
                <a:path w="10962" h="1170849">
                  <a:moveTo>
                    <a:pt x="241" y="-67"/>
                  </a:moveTo>
                  <a:lnTo>
                    <a:pt x="241" y="1170783"/>
                  </a:lnTo>
                </a:path>
              </a:pathLst>
            </a:custGeom>
            <a:noFill/>
            <a:ln w="4321" cap="sq">
              <a:solidFill>
                <a:srgbClr val="000000"/>
              </a:solidFill>
              <a:prstDash val="solid"/>
              <a:miter/>
            </a:ln>
          </p:spPr>
          <p:txBody>
            <a:bodyPr/>
            <a:lstStyle/>
            <a:p>
              <a:endParaRPr lang="zh-CN" altLang="en-US" sz="2190"/>
            </a:p>
          </p:txBody>
        </p:sp>
        <p:sp>
          <p:nvSpPr>
            <p:cNvPr id="60" name="任意多边形: 形状 59"/>
            <p:cNvSpPr/>
            <p:nvPr/>
          </p:nvSpPr>
          <p:spPr>
            <a:xfrm flipV="1">
              <a:off x="5305180" y="1315962"/>
              <a:ext cx="1613014" cy="10177"/>
            </a:xfrm>
            <a:custGeom>
              <a:avLst/>
              <a:gdLst>
                <a:gd name="csX0" fmla="*/ 317 w 1613014"/>
                <a:gd name="csY0" fmla="*/ 107 h 10177"/>
                <a:gd name="csX1" fmla="*/ 1613331 w 1613014"/>
                <a:gd name="csY1" fmla="*/ 107 h 10177"/>
              </a:gdLst>
              <a:ahLst/>
              <a:cxnLst>
                <a:cxn ang="0">
                  <a:pos x="csX0" y="csY0"/>
                </a:cxn>
                <a:cxn ang="0">
                  <a:pos x="csX1" y="csY1"/>
                </a:cxn>
              </a:cxnLst>
              <a:rect l="l" t="t" r="r" b="b"/>
              <a:pathLst>
                <a:path w="1613014" h="10177">
                  <a:moveTo>
                    <a:pt x="317" y="107"/>
                  </a:moveTo>
                  <a:lnTo>
                    <a:pt x="1613331" y="107"/>
                  </a:lnTo>
                </a:path>
              </a:pathLst>
            </a:custGeom>
            <a:noFill/>
            <a:ln w="4321" cap="sq">
              <a:solidFill>
                <a:srgbClr val="000000"/>
              </a:solidFill>
              <a:prstDash val="solid"/>
              <a:miter/>
            </a:ln>
          </p:spPr>
          <p:txBody>
            <a:bodyPr/>
            <a:lstStyle/>
            <a:p>
              <a:endParaRPr lang="zh-CN" altLang="en-US" sz="2190"/>
            </a:p>
          </p:txBody>
        </p:sp>
        <p:sp>
          <p:nvSpPr>
            <p:cNvPr id="61" name="任意多边形: 形状 60"/>
            <p:cNvSpPr/>
            <p:nvPr/>
          </p:nvSpPr>
          <p:spPr>
            <a:xfrm flipV="1">
              <a:off x="5304714" y="132038"/>
              <a:ext cx="1613014" cy="10177"/>
            </a:xfrm>
            <a:custGeom>
              <a:avLst/>
              <a:gdLst>
                <a:gd name="csX0" fmla="*/ 317 w 1613014"/>
                <a:gd name="csY0" fmla="*/ -241 h 10177"/>
                <a:gd name="csX1" fmla="*/ 1613331 w 1613014"/>
                <a:gd name="csY1" fmla="*/ -241 h 10177"/>
              </a:gdLst>
              <a:ahLst/>
              <a:cxnLst>
                <a:cxn ang="0">
                  <a:pos x="csX0" y="csY0"/>
                </a:cxn>
                <a:cxn ang="0">
                  <a:pos x="csX1" y="csY1"/>
                </a:cxn>
              </a:cxnLst>
              <a:rect l="l" t="t" r="r" b="b"/>
              <a:pathLst>
                <a:path w="1613014" h="10177">
                  <a:moveTo>
                    <a:pt x="317" y="-241"/>
                  </a:moveTo>
                  <a:lnTo>
                    <a:pt x="1613331" y="-241"/>
                  </a:lnTo>
                </a:path>
              </a:pathLst>
            </a:custGeom>
            <a:noFill/>
            <a:ln w="4321" cap="sq">
              <a:solidFill>
                <a:srgbClr val="000000"/>
              </a:solidFill>
              <a:prstDash val="solid"/>
              <a:miter/>
            </a:ln>
          </p:spPr>
          <p:txBody>
            <a:bodyPr/>
            <a:lstStyle/>
            <a:p>
              <a:endParaRPr lang="zh-CN" altLang="en-US" sz="2190"/>
            </a:p>
          </p:txBody>
        </p:sp>
        <p:sp>
          <p:nvSpPr>
            <p:cNvPr id="62" name="任意多边形: 形状 61"/>
            <p:cNvSpPr/>
            <p:nvPr/>
          </p:nvSpPr>
          <p:spPr>
            <a:xfrm flipV="1">
              <a:off x="5381990" y="200868"/>
              <a:ext cx="307241" cy="1115093"/>
            </a:xfrm>
            <a:custGeom>
              <a:avLst/>
              <a:gdLst>
                <a:gd name="csX0" fmla="*/ 371 w 307241"/>
                <a:gd name="csY0" fmla="*/ -59 h 1115093"/>
                <a:gd name="csX1" fmla="*/ 307612 w 307241"/>
                <a:gd name="csY1" fmla="*/ -59 h 1115093"/>
                <a:gd name="csX2" fmla="*/ 307612 w 307241"/>
                <a:gd name="csY2" fmla="*/ 1115035 h 1115093"/>
                <a:gd name="csX3" fmla="*/ 371 w 307241"/>
                <a:gd name="csY3" fmla="*/ 1115035 h 1115093"/>
              </a:gdLst>
              <a:ahLst/>
              <a:cxnLst>
                <a:cxn ang="0">
                  <a:pos x="csX0" y="csY0"/>
                </a:cxn>
                <a:cxn ang="0">
                  <a:pos x="csX1" y="csY1"/>
                </a:cxn>
                <a:cxn ang="0">
                  <a:pos x="csX2" y="csY2"/>
                </a:cxn>
                <a:cxn ang="0">
                  <a:pos x="csX3" y="csY3"/>
                </a:cxn>
              </a:cxnLst>
              <a:rect l="l" t="t" r="r" b="b"/>
              <a:pathLst>
                <a:path w="307241" h="1115093">
                  <a:moveTo>
                    <a:pt x="371" y="-59"/>
                  </a:moveTo>
                  <a:lnTo>
                    <a:pt x="307612" y="-59"/>
                  </a:lnTo>
                  <a:lnTo>
                    <a:pt x="307612" y="1115035"/>
                  </a:lnTo>
                  <a:lnTo>
                    <a:pt x="371" y="1115035"/>
                  </a:lnTo>
                  <a:close/>
                </a:path>
              </a:pathLst>
            </a:custGeom>
            <a:solidFill>
              <a:srgbClr val="A8DADC"/>
            </a:solidFill>
            <a:ln w="5401" cap="flat">
              <a:noFill/>
              <a:prstDash val="solid"/>
              <a:miter/>
            </a:ln>
          </p:spPr>
          <p:txBody>
            <a:bodyPr/>
            <a:lstStyle/>
            <a:p>
              <a:endParaRPr lang="zh-CN" altLang="en-US" sz="2190"/>
            </a:p>
          </p:txBody>
        </p:sp>
        <p:sp>
          <p:nvSpPr>
            <p:cNvPr id="63" name="文本框 62"/>
            <p:cNvSpPr txBox="1"/>
            <p:nvPr/>
          </p:nvSpPr>
          <p:spPr>
            <a:xfrm>
              <a:off x="5387798" y="84474"/>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374</a:t>
              </a:r>
            </a:p>
          </p:txBody>
        </p:sp>
        <p:sp>
          <p:nvSpPr>
            <p:cNvPr id="1863" name="任意多边形: 形状 1862"/>
            <p:cNvSpPr/>
            <p:nvPr/>
          </p:nvSpPr>
          <p:spPr>
            <a:xfrm flipV="1">
              <a:off x="5766040" y="525854"/>
              <a:ext cx="307242" cy="790107"/>
            </a:xfrm>
            <a:custGeom>
              <a:avLst/>
              <a:gdLst>
                <a:gd name="csX0" fmla="*/ 335 w 307242"/>
                <a:gd name="csY0" fmla="*/ -10 h 790107"/>
                <a:gd name="csX1" fmla="*/ 307577 w 307242"/>
                <a:gd name="csY1" fmla="*/ -10 h 790107"/>
                <a:gd name="csX2" fmla="*/ 307577 w 307242"/>
                <a:gd name="csY2" fmla="*/ 790098 h 790107"/>
                <a:gd name="csX3" fmla="*/ 335 w 307242"/>
                <a:gd name="csY3" fmla="*/ 790098 h 790107"/>
              </a:gdLst>
              <a:ahLst/>
              <a:cxnLst>
                <a:cxn ang="0">
                  <a:pos x="csX0" y="csY0"/>
                </a:cxn>
                <a:cxn ang="0">
                  <a:pos x="csX1" y="csY1"/>
                </a:cxn>
                <a:cxn ang="0">
                  <a:pos x="csX2" y="csY2"/>
                </a:cxn>
                <a:cxn ang="0">
                  <a:pos x="csX3" y="csY3"/>
                </a:cxn>
              </a:cxnLst>
              <a:rect l="l" t="t" r="r" b="b"/>
              <a:pathLst>
                <a:path w="307242" h="790107">
                  <a:moveTo>
                    <a:pt x="335" y="-10"/>
                  </a:moveTo>
                  <a:lnTo>
                    <a:pt x="307577" y="-10"/>
                  </a:lnTo>
                  <a:lnTo>
                    <a:pt x="307577" y="790098"/>
                  </a:lnTo>
                  <a:lnTo>
                    <a:pt x="335" y="790098"/>
                  </a:lnTo>
                  <a:close/>
                </a:path>
              </a:pathLst>
            </a:custGeom>
            <a:solidFill>
              <a:srgbClr val="457B9D"/>
            </a:solidFill>
            <a:ln w="5401" cap="flat">
              <a:noFill/>
              <a:prstDash val="solid"/>
              <a:miter/>
            </a:ln>
          </p:spPr>
          <p:txBody>
            <a:bodyPr/>
            <a:lstStyle/>
            <a:p>
              <a:endParaRPr lang="zh-CN" altLang="en-US" sz="2190"/>
            </a:p>
          </p:txBody>
        </p:sp>
        <p:sp>
          <p:nvSpPr>
            <p:cNvPr id="1864" name="文本框 1863"/>
            <p:cNvSpPr txBox="1"/>
            <p:nvPr/>
          </p:nvSpPr>
          <p:spPr>
            <a:xfrm>
              <a:off x="5773447" y="377973"/>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265</a:t>
              </a:r>
            </a:p>
          </p:txBody>
        </p:sp>
        <p:sp>
          <p:nvSpPr>
            <p:cNvPr id="1867" name="任意多边形: 形状 1866"/>
            <p:cNvSpPr/>
            <p:nvPr/>
          </p:nvSpPr>
          <p:spPr>
            <a:xfrm flipV="1">
              <a:off x="6150091" y="1026753"/>
              <a:ext cx="307242" cy="289208"/>
            </a:xfrm>
            <a:custGeom>
              <a:avLst/>
              <a:gdLst>
                <a:gd name="csX0" fmla="*/ 299 w 307242"/>
                <a:gd name="csY0" fmla="*/ 64 h 289208"/>
                <a:gd name="csX1" fmla="*/ 307541 w 307242"/>
                <a:gd name="csY1" fmla="*/ 64 h 289208"/>
                <a:gd name="csX2" fmla="*/ 307541 w 307242"/>
                <a:gd name="csY2" fmla="*/ 289273 h 289208"/>
                <a:gd name="csX3" fmla="*/ 299 w 307242"/>
                <a:gd name="csY3" fmla="*/ 289273 h 289208"/>
              </a:gdLst>
              <a:ahLst/>
              <a:cxnLst>
                <a:cxn ang="0">
                  <a:pos x="csX0" y="csY0"/>
                </a:cxn>
                <a:cxn ang="0">
                  <a:pos x="csX1" y="csY1"/>
                </a:cxn>
                <a:cxn ang="0">
                  <a:pos x="csX2" y="csY2"/>
                </a:cxn>
                <a:cxn ang="0">
                  <a:pos x="csX3" y="csY3"/>
                </a:cxn>
              </a:cxnLst>
              <a:rect l="l" t="t" r="r" b="b"/>
              <a:pathLst>
                <a:path w="307242" h="289208">
                  <a:moveTo>
                    <a:pt x="299" y="64"/>
                  </a:moveTo>
                  <a:lnTo>
                    <a:pt x="307541" y="64"/>
                  </a:lnTo>
                  <a:lnTo>
                    <a:pt x="307541" y="289273"/>
                  </a:lnTo>
                  <a:lnTo>
                    <a:pt x="299" y="289273"/>
                  </a:lnTo>
                  <a:close/>
                </a:path>
              </a:pathLst>
            </a:custGeom>
            <a:solidFill>
              <a:srgbClr val="E63946"/>
            </a:solidFill>
            <a:ln w="5401" cap="flat">
              <a:noFill/>
              <a:prstDash val="solid"/>
              <a:miter/>
            </a:ln>
          </p:spPr>
          <p:txBody>
            <a:bodyPr/>
            <a:lstStyle/>
            <a:p>
              <a:endParaRPr lang="zh-CN" altLang="en-US" sz="2190"/>
            </a:p>
          </p:txBody>
        </p:sp>
        <p:sp>
          <p:nvSpPr>
            <p:cNvPr id="1868" name="文本框 1867"/>
            <p:cNvSpPr txBox="1"/>
            <p:nvPr/>
          </p:nvSpPr>
          <p:spPr>
            <a:xfrm>
              <a:off x="6169891" y="875669"/>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97</a:t>
              </a:r>
            </a:p>
          </p:txBody>
        </p:sp>
        <p:sp>
          <p:nvSpPr>
            <p:cNvPr id="1869" name="任意多边形: 形状 1868"/>
            <p:cNvSpPr/>
            <p:nvPr/>
          </p:nvSpPr>
          <p:spPr>
            <a:xfrm flipV="1">
              <a:off x="6534143" y="1283165"/>
              <a:ext cx="307242" cy="32796"/>
            </a:xfrm>
            <a:custGeom>
              <a:avLst/>
              <a:gdLst>
                <a:gd name="csX0" fmla="*/ 263 w 307242"/>
                <a:gd name="csY0" fmla="*/ 102 h 32796"/>
                <a:gd name="csX1" fmla="*/ 307505 w 307242"/>
                <a:gd name="csY1" fmla="*/ 102 h 32796"/>
                <a:gd name="csX2" fmla="*/ 307505 w 307242"/>
                <a:gd name="csY2" fmla="*/ 32899 h 32796"/>
                <a:gd name="csX3" fmla="*/ 263 w 307242"/>
                <a:gd name="csY3" fmla="*/ 32899 h 32796"/>
              </a:gdLst>
              <a:ahLst/>
              <a:cxnLst>
                <a:cxn ang="0">
                  <a:pos x="csX0" y="csY0"/>
                </a:cxn>
                <a:cxn ang="0">
                  <a:pos x="csX1" y="csY1"/>
                </a:cxn>
                <a:cxn ang="0">
                  <a:pos x="csX2" y="csY2"/>
                </a:cxn>
                <a:cxn ang="0">
                  <a:pos x="csX3" y="csY3"/>
                </a:cxn>
              </a:cxnLst>
              <a:rect l="l" t="t" r="r" b="b"/>
              <a:pathLst>
                <a:path w="307242" h="32796">
                  <a:moveTo>
                    <a:pt x="263" y="102"/>
                  </a:moveTo>
                  <a:lnTo>
                    <a:pt x="307505" y="102"/>
                  </a:lnTo>
                  <a:lnTo>
                    <a:pt x="307505" y="32899"/>
                  </a:lnTo>
                  <a:lnTo>
                    <a:pt x="263" y="32899"/>
                  </a:lnTo>
                  <a:close/>
                </a:path>
              </a:pathLst>
            </a:custGeom>
            <a:solidFill>
              <a:srgbClr val="D9D9D9"/>
            </a:solidFill>
            <a:ln w="5401" cap="flat">
              <a:noFill/>
              <a:prstDash val="solid"/>
              <a:miter/>
            </a:ln>
          </p:spPr>
          <p:txBody>
            <a:bodyPr/>
            <a:lstStyle/>
            <a:p>
              <a:endParaRPr lang="zh-CN" altLang="en-US" sz="2190"/>
            </a:p>
          </p:txBody>
        </p:sp>
        <p:sp>
          <p:nvSpPr>
            <p:cNvPr id="1870" name="文本框 1869"/>
            <p:cNvSpPr txBox="1"/>
            <p:nvPr/>
          </p:nvSpPr>
          <p:spPr>
            <a:xfrm>
              <a:off x="6545948" y="1125685"/>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11</a:t>
              </a:r>
            </a:p>
          </p:txBody>
        </p:sp>
        <p:sp>
          <p:nvSpPr>
            <p:cNvPr id="1871" name="文本框 1870"/>
            <p:cNvSpPr txBox="1"/>
            <p:nvPr/>
          </p:nvSpPr>
          <p:spPr>
            <a:xfrm>
              <a:off x="4803798" y="-13652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c</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2" name="图形 2"/>
            <p:cNvGrpSpPr/>
            <p:nvPr/>
          </p:nvGrpSpPr>
          <p:grpSpPr>
            <a:xfrm>
              <a:off x="579146" y="1705600"/>
              <a:ext cx="2207051" cy="1567441"/>
              <a:chOff x="146223" y="1423369"/>
              <a:chExt cx="2207051" cy="1567441"/>
            </a:xfrm>
          </p:grpSpPr>
          <p:sp>
            <p:nvSpPr>
              <p:cNvPr id="3074" name="任意多边形: 形状 3073"/>
              <p:cNvSpPr/>
              <p:nvPr/>
            </p:nvSpPr>
            <p:spPr>
              <a:xfrm flipV="1">
                <a:off x="300817" y="1490936"/>
                <a:ext cx="1905821" cy="1403065"/>
              </a:xfrm>
              <a:custGeom>
                <a:avLst/>
                <a:gdLst>
                  <a:gd name="csX0" fmla="*/ -66 w 1905821"/>
                  <a:gd name="csY0" fmla="*/ 76 h 1403065"/>
                  <a:gd name="csX1" fmla="*/ 1905755 w 1905821"/>
                  <a:gd name="csY1" fmla="*/ 76 h 1403065"/>
                  <a:gd name="csX2" fmla="*/ 1905755 w 1905821"/>
                  <a:gd name="csY2" fmla="*/ 1403141 h 1403065"/>
                  <a:gd name="csX3" fmla="*/ -66 w 1905821"/>
                  <a:gd name="csY3" fmla="*/ 1403141 h 1403065"/>
                </a:gdLst>
                <a:ahLst/>
                <a:cxnLst>
                  <a:cxn ang="0">
                    <a:pos x="csX0" y="csY0"/>
                  </a:cxn>
                  <a:cxn ang="0">
                    <a:pos x="csX1" y="csY1"/>
                  </a:cxn>
                  <a:cxn ang="0">
                    <a:pos x="csX2" y="csY2"/>
                  </a:cxn>
                  <a:cxn ang="0">
                    <a:pos x="csX3" y="csY3"/>
                  </a:cxn>
                </a:cxnLst>
                <a:rect l="l" t="t" r="r" b="b"/>
                <a:pathLst>
                  <a:path w="1905821" h="1403065">
                    <a:moveTo>
                      <a:pt x="-66" y="76"/>
                    </a:moveTo>
                    <a:lnTo>
                      <a:pt x="1905755" y="76"/>
                    </a:lnTo>
                    <a:lnTo>
                      <a:pt x="1905755" y="1403141"/>
                    </a:lnTo>
                    <a:lnTo>
                      <a:pt x="-66" y="1403141"/>
                    </a:lnTo>
                    <a:close/>
                  </a:path>
                </a:pathLst>
              </a:custGeom>
              <a:solidFill>
                <a:srgbClr val="FFFFFF"/>
              </a:solidFill>
              <a:ln w="5462" cap="flat">
                <a:noFill/>
                <a:prstDash val="solid"/>
                <a:miter/>
              </a:ln>
            </p:spPr>
            <p:txBody>
              <a:bodyPr/>
              <a:lstStyle/>
              <a:p>
                <a:endParaRPr lang="zh-CN" altLang="en-US" sz="2190"/>
              </a:p>
            </p:txBody>
          </p:sp>
          <p:sp>
            <p:nvSpPr>
              <p:cNvPr id="3075" name="任意多边形: 形状 3074"/>
              <p:cNvSpPr/>
              <p:nvPr/>
            </p:nvSpPr>
            <p:spPr>
              <a:xfrm flipV="1">
                <a:off x="542512" y="1637550"/>
                <a:ext cx="1570029" cy="1034070"/>
              </a:xfrm>
              <a:custGeom>
                <a:avLst/>
                <a:gdLst>
                  <a:gd name="csX0" fmla="*/ -73 w 1570029"/>
                  <a:gd name="csY0" fmla="*/ 69 h 1034070"/>
                  <a:gd name="csX1" fmla="*/ 1569957 w 1570029"/>
                  <a:gd name="csY1" fmla="*/ 69 h 1034070"/>
                  <a:gd name="csX2" fmla="*/ 1569957 w 1570029"/>
                  <a:gd name="csY2" fmla="*/ 1034140 h 1034070"/>
                  <a:gd name="csX3" fmla="*/ -73 w 1570029"/>
                  <a:gd name="csY3" fmla="*/ 1034140 h 1034070"/>
                </a:gdLst>
                <a:ahLst/>
                <a:cxnLst>
                  <a:cxn ang="0">
                    <a:pos x="csX0" y="csY0"/>
                  </a:cxn>
                  <a:cxn ang="0">
                    <a:pos x="csX1" y="csY1"/>
                  </a:cxn>
                  <a:cxn ang="0">
                    <a:pos x="csX2" y="csY2"/>
                  </a:cxn>
                  <a:cxn ang="0">
                    <a:pos x="csX3" y="csY3"/>
                  </a:cxn>
                </a:cxnLst>
                <a:rect l="l" t="t" r="r" b="b"/>
                <a:pathLst>
                  <a:path w="1570029" h="1034070">
                    <a:moveTo>
                      <a:pt x="-73" y="69"/>
                    </a:moveTo>
                    <a:lnTo>
                      <a:pt x="1569957" y="69"/>
                    </a:lnTo>
                    <a:lnTo>
                      <a:pt x="1569957" y="1034140"/>
                    </a:lnTo>
                    <a:lnTo>
                      <a:pt x="-73" y="1034140"/>
                    </a:lnTo>
                    <a:close/>
                  </a:path>
                </a:pathLst>
              </a:custGeom>
              <a:solidFill>
                <a:srgbClr val="FFFFFF"/>
              </a:solidFill>
              <a:ln w="5462" cap="flat">
                <a:noFill/>
                <a:prstDash val="solid"/>
                <a:miter/>
              </a:ln>
            </p:spPr>
            <p:txBody>
              <a:bodyPr/>
              <a:lstStyle/>
              <a:p>
                <a:endParaRPr lang="zh-CN" altLang="en-US" sz="2190"/>
              </a:p>
            </p:txBody>
          </p:sp>
          <p:grpSp>
            <p:nvGrpSpPr>
              <p:cNvPr id="3076" name="图形 2"/>
              <p:cNvGrpSpPr/>
              <p:nvPr/>
            </p:nvGrpSpPr>
            <p:grpSpPr>
              <a:xfrm>
                <a:off x="542512" y="2426710"/>
                <a:ext cx="973416" cy="197907"/>
                <a:chOff x="542512" y="2426710"/>
                <a:chExt cx="973416" cy="197907"/>
              </a:xfrm>
            </p:grpSpPr>
            <p:sp>
              <p:nvSpPr>
                <p:cNvPr id="3153" name="任意多边形: 形状 3152"/>
                <p:cNvSpPr/>
                <p:nvPr/>
              </p:nvSpPr>
              <p:spPr>
                <a:xfrm flipV="1">
                  <a:off x="542512" y="2426710"/>
                  <a:ext cx="973416" cy="197907"/>
                </a:xfrm>
                <a:custGeom>
                  <a:avLst/>
                  <a:gdLst>
                    <a:gd name="csX0" fmla="*/ -45 w 973416"/>
                    <a:gd name="csY0" fmla="*/ 179 h 197907"/>
                    <a:gd name="csX1" fmla="*/ 973371 w 973416"/>
                    <a:gd name="csY1" fmla="*/ 179 h 197907"/>
                    <a:gd name="csX2" fmla="*/ 973371 w 973416"/>
                    <a:gd name="csY2" fmla="*/ 198087 h 197907"/>
                    <a:gd name="csX3" fmla="*/ -45 w 973416"/>
                    <a:gd name="csY3" fmla="*/ 198087 h 197907"/>
                  </a:gdLst>
                  <a:ahLst/>
                  <a:cxnLst>
                    <a:cxn ang="0">
                      <a:pos x="csX0" y="csY0"/>
                    </a:cxn>
                    <a:cxn ang="0">
                      <a:pos x="csX1" y="csY1"/>
                    </a:cxn>
                    <a:cxn ang="0">
                      <a:pos x="csX2" y="csY2"/>
                    </a:cxn>
                    <a:cxn ang="0">
                      <a:pos x="csX3" y="csY3"/>
                    </a:cxn>
                  </a:cxnLst>
                  <a:rect l="l" t="t" r="r" b="b"/>
                  <a:pathLst>
                    <a:path w="973416" h="197907">
                      <a:moveTo>
                        <a:pt x="-45" y="179"/>
                      </a:moveTo>
                      <a:lnTo>
                        <a:pt x="973371" y="179"/>
                      </a:lnTo>
                      <a:lnTo>
                        <a:pt x="973371" y="198087"/>
                      </a:lnTo>
                      <a:lnTo>
                        <a:pt x="-45" y="198087"/>
                      </a:lnTo>
                      <a:close/>
                    </a:path>
                  </a:pathLst>
                </a:custGeom>
                <a:solidFill>
                  <a:srgbClr val="EB8775"/>
                </a:solidFill>
                <a:ln w="5462" cap="flat">
                  <a:noFill/>
                  <a:prstDash val="solid"/>
                  <a:miter/>
                </a:ln>
              </p:spPr>
              <p:txBody>
                <a:bodyPr/>
                <a:lstStyle/>
                <a:p>
                  <a:endParaRPr lang="zh-CN" altLang="en-US" sz="2190"/>
                </a:p>
              </p:txBody>
            </p:sp>
            <p:sp>
              <p:nvSpPr>
                <p:cNvPr id="3154" name="任意多边形: 形状 3153"/>
                <p:cNvSpPr/>
                <p:nvPr/>
              </p:nvSpPr>
              <p:spPr>
                <a:xfrm flipV="1">
                  <a:off x="542512" y="2426710"/>
                  <a:ext cx="973416" cy="197907"/>
                </a:xfrm>
                <a:custGeom>
                  <a:avLst/>
                  <a:gdLst>
                    <a:gd name="csX0" fmla="*/ -45 w 973416"/>
                    <a:gd name="csY0" fmla="*/ 179 h 197907"/>
                    <a:gd name="csX1" fmla="*/ 973371 w 973416"/>
                    <a:gd name="csY1" fmla="*/ 179 h 197907"/>
                    <a:gd name="csX2" fmla="*/ 973371 w 973416"/>
                    <a:gd name="csY2" fmla="*/ 198087 h 197907"/>
                    <a:gd name="csX3" fmla="*/ -45 w 973416"/>
                    <a:gd name="csY3" fmla="*/ 198087 h 197907"/>
                  </a:gdLst>
                  <a:ahLst/>
                  <a:cxnLst>
                    <a:cxn ang="0">
                      <a:pos x="csX0" y="csY0"/>
                    </a:cxn>
                    <a:cxn ang="0">
                      <a:pos x="csX1" y="csY1"/>
                    </a:cxn>
                    <a:cxn ang="0">
                      <a:pos x="csX2" y="csY2"/>
                    </a:cxn>
                    <a:cxn ang="0">
                      <a:pos x="csX3" y="csY3"/>
                    </a:cxn>
                  </a:cxnLst>
                  <a:rect l="l" t="t" r="r" b="b"/>
                  <a:pathLst>
                    <a:path w="973416" h="197907">
                      <a:moveTo>
                        <a:pt x="-45" y="179"/>
                      </a:moveTo>
                      <a:lnTo>
                        <a:pt x="973371" y="179"/>
                      </a:lnTo>
                      <a:lnTo>
                        <a:pt x="973371" y="198087"/>
                      </a:lnTo>
                      <a:lnTo>
                        <a:pt x="-45" y="198087"/>
                      </a:lnTo>
                      <a:close/>
                    </a:path>
                  </a:pathLst>
                </a:custGeom>
                <a:noFill/>
                <a:ln w="2731" cap="flat">
                  <a:solidFill>
                    <a:srgbClr val="FFFFFF"/>
                  </a:solidFill>
                  <a:prstDash val="solid"/>
                  <a:miter/>
                </a:ln>
              </p:spPr>
              <p:txBody>
                <a:bodyPr/>
                <a:lstStyle/>
                <a:p>
                  <a:endParaRPr lang="zh-CN" altLang="en-US" sz="2190"/>
                </a:p>
              </p:txBody>
            </p:sp>
          </p:grpSp>
          <p:grpSp>
            <p:nvGrpSpPr>
              <p:cNvPr id="3077" name="图形 2"/>
              <p:cNvGrpSpPr/>
              <p:nvPr/>
            </p:nvGrpSpPr>
            <p:grpSpPr>
              <a:xfrm>
                <a:off x="542512" y="2179324"/>
                <a:ext cx="1334525" cy="197908"/>
                <a:chOff x="542512" y="2179324"/>
                <a:chExt cx="1334525" cy="197908"/>
              </a:xfrm>
            </p:grpSpPr>
            <p:sp>
              <p:nvSpPr>
                <p:cNvPr id="3151" name="任意多边形: 形状 3150"/>
                <p:cNvSpPr/>
                <p:nvPr/>
              </p:nvSpPr>
              <p:spPr>
                <a:xfrm flipV="1">
                  <a:off x="542512" y="2179324"/>
                  <a:ext cx="1334525" cy="197908"/>
                </a:xfrm>
                <a:custGeom>
                  <a:avLst/>
                  <a:gdLst>
                    <a:gd name="csX0" fmla="*/ -62 w 1334525"/>
                    <a:gd name="csY0" fmla="*/ 106 h 197908"/>
                    <a:gd name="csX1" fmla="*/ 1334464 w 1334525"/>
                    <a:gd name="csY1" fmla="*/ 106 h 197908"/>
                    <a:gd name="csX2" fmla="*/ 1334464 w 1334525"/>
                    <a:gd name="csY2" fmla="*/ 198014 h 197908"/>
                    <a:gd name="csX3" fmla="*/ -62 w 1334525"/>
                    <a:gd name="csY3" fmla="*/ 198014 h 197908"/>
                  </a:gdLst>
                  <a:ahLst/>
                  <a:cxnLst>
                    <a:cxn ang="0">
                      <a:pos x="csX0" y="csY0"/>
                    </a:cxn>
                    <a:cxn ang="0">
                      <a:pos x="csX1" y="csY1"/>
                    </a:cxn>
                    <a:cxn ang="0">
                      <a:pos x="csX2" y="csY2"/>
                    </a:cxn>
                    <a:cxn ang="0">
                      <a:pos x="csX3" y="csY3"/>
                    </a:cxn>
                  </a:cxnLst>
                  <a:rect l="l" t="t" r="r" b="b"/>
                  <a:pathLst>
                    <a:path w="1334525" h="197908">
                      <a:moveTo>
                        <a:pt x="-62" y="106"/>
                      </a:moveTo>
                      <a:lnTo>
                        <a:pt x="1334464" y="106"/>
                      </a:lnTo>
                      <a:lnTo>
                        <a:pt x="1334464" y="198014"/>
                      </a:lnTo>
                      <a:lnTo>
                        <a:pt x="-62" y="198014"/>
                      </a:lnTo>
                      <a:close/>
                    </a:path>
                  </a:pathLst>
                </a:custGeom>
                <a:solidFill>
                  <a:srgbClr val="EB8775"/>
                </a:solidFill>
                <a:ln w="5462" cap="flat">
                  <a:noFill/>
                  <a:prstDash val="solid"/>
                  <a:miter/>
                </a:ln>
              </p:spPr>
              <p:txBody>
                <a:bodyPr/>
                <a:lstStyle/>
                <a:p>
                  <a:endParaRPr lang="zh-CN" altLang="en-US" sz="2190"/>
                </a:p>
              </p:txBody>
            </p:sp>
            <p:sp>
              <p:nvSpPr>
                <p:cNvPr id="3152" name="任意多边形: 形状 3151"/>
                <p:cNvSpPr/>
                <p:nvPr/>
              </p:nvSpPr>
              <p:spPr>
                <a:xfrm flipV="1">
                  <a:off x="542512" y="2179324"/>
                  <a:ext cx="1334525" cy="197908"/>
                </a:xfrm>
                <a:custGeom>
                  <a:avLst/>
                  <a:gdLst>
                    <a:gd name="csX0" fmla="*/ -62 w 1334525"/>
                    <a:gd name="csY0" fmla="*/ 106 h 197908"/>
                    <a:gd name="csX1" fmla="*/ 1334464 w 1334525"/>
                    <a:gd name="csY1" fmla="*/ 106 h 197908"/>
                    <a:gd name="csX2" fmla="*/ 1334464 w 1334525"/>
                    <a:gd name="csY2" fmla="*/ 198014 h 197908"/>
                    <a:gd name="csX3" fmla="*/ -62 w 1334525"/>
                    <a:gd name="csY3" fmla="*/ 198014 h 197908"/>
                  </a:gdLst>
                  <a:ahLst/>
                  <a:cxnLst>
                    <a:cxn ang="0">
                      <a:pos x="csX0" y="csY0"/>
                    </a:cxn>
                    <a:cxn ang="0">
                      <a:pos x="csX1" y="csY1"/>
                    </a:cxn>
                    <a:cxn ang="0">
                      <a:pos x="csX2" y="csY2"/>
                    </a:cxn>
                    <a:cxn ang="0">
                      <a:pos x="csX3" y="csY3"/>
                    </a:cxn>
                  </a:cxnLst>
                  <a:rect l="l" t="t" r="r" b="b"/>
                  <a:pathLst>
                    <a:path w="1334525" h="197908">
                      <a:moveTo>
                        <a:pt x="-62" y="106"/>
                      </a:moveTo>
                      <a:lnTo>
                        <a:pt x="1334464" y="106"/>
                      </a:lnTo>
                      <a:lnTo>
                        <a:pt x="1334464" y="198014"/>
                      </a:lnTo>
                      <a:lnTo>
                        <a:pt x="-62" y="198014"/>
                      </a:lnTo>
                      <a:close/>
                    </a:path>
                  </a:pathLst>
                </a:custGeom>
                <a:noFill/>
                <a:ln w="2731" cap="flat">
                  <a:solidFill>
                    <a:srgbClr val="FFFFFF"/>
                  </a:solidFill>
                  <a:prstDash val="solid"/>
                  <a:miter/>
                </a:ln>
              </p:spPr>
              <p:txBody>
                <a:bodyPr/>
                <a:lstStyle/>
                <a:p>
                  <a:endParaRPr lang="zh-CN" altLang="en-US" sz="2190"/>
                </a:p>
              </p:txBody>
            </p:sp>
          </p:grpSp>
          <p:grpSp>
            <p:nvGrpSpPr>
              <p:cNvPr id="3078" name="图形 2"/>
              <p:cNvGrpSpPr/>
              <p:nvPr/>
            </p:nvGrpSpPr>
            <p:grpSpPr>
              <a:xfrm>
                <a:off x="542512" y="1931941"/>
                <a:ext cx="1240324" cy="197908"/>
                <a:chOff x="542512" y="1931941"/>
                <a:chExt cx="1240324" cy="197908"/>
              </a:xfrm>
            </p:grpSpPr>
            <p:sp>
              <p:nvSpPr>
                <p:cNvPr id="3149" name="任意多边形: 形状 3148"/>
                <p:cNvSpPr/>
                <p:nvPr/>
              </p:nvSpPr>
              <p:spPr>
                <a:xfrm flipV="1">
                  <a:off x="542512" y="1931941"/>
                  <a:ext cx="1240324" cy="197908"/>
                </a:xfrm>
                <a:custGeom>
                  <a:avLst/>
                  <a:gdLst>
                    <a:gd name="csX0" fmla="*/ -58 w 1240324"/>
                    <a:gd name="csY0" fmla="*/ 33 h 197908"/>
                    <a:gd name="csX1" fmla="*/ 1240267 w 1240324"/>
                    <a:gd name="csY1" fmla="*/ 33 h 197908"/>
                    <a:gd name="csX2" fmla="*/ 1240267 w 1240324"/>
                    <a:gd name="csY2" fmla="*/ 197942 h 197908"/>
                    <a:gd name="csX3" fmla="*/ -58 w 1240324"/>
                    <a:gd name="csY3" fmla="*/ 197942 h 197908"/>
                  </a:gdLst>
                  <a:ahLst/>
                  <a:cxnLst>
                    <a:cxn ang="0">
                      <a:pos x="csX0" y="csY0"/>
                    </a:cxn>
                    <a:cxn ang="0">
                      <a:pos x="csX1" y="csY1"/>
                    </a:cxn>
                    <a:cxn ang="0">
                      <a:pos x="csX2" y="csY2"/>
                    </a:cxn>
                    <a:cxn ang="0">
                      <a:pos x="csX3" y="csY3"/>
                    </a:cxn>
                  </a:cxnLst>
                  <a:rect l="l" t="t" r="r" b="b"/>
                  <a:pathLst>
                    <a:path w="1240324" h="197908">
                      <a:moveTo>
                        <a:pt x="-58" y="33"/>
                      </a:moveTo>
                      <a:lnTo>
                        <a:pt x="1240267" y="33"/>
                      </a:lnTo>
                      <a:lnTo>
                        <a:pt x="1240267" y="197942"/>
                      </a:lnTo>
                      <a:lnTo>
                        <a:pt x="-58" y="197942"/>
                      </a:lnTo>
                      <a:close/>
                    </a:path>
                  </a:pathLst>
                </a:custGeom>
                <a:solidFill>
                  <a:srgbClr val="EB8775"/>
                </a:solidFill>
                <a:ln w="5462" cap="flat">
                  <a:noFill/>
                  <a:prstDash val="solid"/>
                  <a:miter/>
                </a:ln>
              </p:spPr>
              <p:txBody>
                <a:bodyPr/>
                <a:lstStyle/>
                <a:p>
                  <a:endParaRPr lang="zh-CN" altLang="en-US" sz="2190"/>
                </a:p>
              </p:txBody>
            </p:sp>
            <p:sp>
              <p:nvSpPr>
                <p:cNvPr id="3150" name="任意多边形: 形状 3149"/>
                <p:cNvSpPr/>
                <p:nvPr/>
              </p:nvSpPr>
              <p:spPr>
                <a:xfrm flipV="1">
                  <a:off x="542512" y="1931941"/>
                  <a:ext cx="1240324" cy="197908"/>
                </a:xfrm>
                <a:custGeom>
                  <a:avLst/>
                  <a:gdLst>
                    <a:gd name="csX0" fmla="*/ -58 w 1240324"/>
                    <a:gd name="csY0" fmla="*/ 33 h 197908"/>
                    <a:gd name="csX1" fmla="*/ 1240267 w 1240324"/>
                    <a:gd name="csY1" fmla="*/ 33 h 197908"/>
                    <a:gd name="csX2" fmla="*/ 1240267 w 1240324"/>
                    <a:gd name="csY2" fmla="*/ 197942 h 197908"/>
                    <a:gd name="csX3" fmla="*/ -58 w 1240324"/>
                    <a:gd name="csY3" fmla="*/ 197942 h 197908"/>
                  </a:gdLst>
                  <a:ahLst/>
                  <a:cxnLst>
                    <a:cxn ang="0">
                      <a:pos x="csX0" y="csY0"/>
                    </a:cxn>
                    <a:cxn ang="0">
                      <a:pos x="csX1" y="csY1"/>
                    </a:cxn>
                    <a:cxn ang="0">
                      <a:pos x="csX2" y="csY2"/>
                    </a:cxn>
                    <a:cxn ang="0">
                      <a:pos x="csX3" y="csY3"/>
                    </a:cxn>
                  </a:cxnLst>
                  <a:rect l="l" t="t" r="r" b="b"/>
                  <a:pathLst>
                    <a:path w="1240324" h="197908">
                      <a:moveTo>
                        <a:pt x="-58" y="33"/>
                      </a:moveTo>
                      <a:lnTo>
                        <a:pt x="1240267" y="33"/>
                      </a:lnTo>
                      <a:lnTo>
                        <a:pt x="1240267" y="197942"/>
                      </a:lnTo>
                      <a:lnTo>
                        <a:pt x="-58" y="197942"/>
                      </a:lnTo>
                      <a:close/>
                    </a:path>
                  </a:pathLst>
                </a:custGeom>
                <a:noFill/>
                <a:ln w="2731" cap="flat">
                  <a:solidFill>
                    <a:srgbClr val="FFFFFF"/>
                  </a:solidFill>
                  <a:prstDash val="solid"/>
                  <a:miter/>
                </a:ln>
              </p:spPr>
              <p:txBody>
                <a:bodyPr/>
                <a:lstStyle/>
                <a:p>
                  <a:endParaRPr lang="zh-CN" altLang="en-US" sz="2190"/>
                </a:p>
              </p:txBody>
            </p:sp>
          </p:grpSp>
          <p:grpSp>
            <p:nvGrpSpPr>
              <p:cNvPr id="3079" name="图形 2"/>
              <p:cNvGrpSpPr/>
              <p:nvPr/>
            </p:nvGrpSpPr>
            <p:grpSpPr>
              <a:xfrm>
                <a:off x="542512" y="1684557"/>
                <a:ext cx="847817" cy="197903"/>
                <a:chOff x="542512" y="1684557"/>
                <a:chExt cx="847817" cy="197903"/>
              </a:xfrm>
            </p:grpSpPr>
            <p:sp>
              <p:nvSpPr>
                <p:cNvPr id="3147" name="任意多边形: 形状 3146"/>
                <p:cNvSpPr/>
                <p:nvPr/>
              </p:nvSpPr>
              <p:spPr>
                <a:xfrm flipV="1">
                  <a:off x="542512" y="1684557"/>
                  <a:ext cx="847817" cy="197903"/>
                </a:xfrm>
                <a:custGeom>
                  <a:avLst/>
                  <a:gdLst>
                    <a:gd name="csX0" fmla="*/ -40 w 847817"/>
                    <a:gd name="csY0" fmla="*/ -40 h 197903"/>
                    <a:gd name="csX1" fmla="*/ 847778 w 847817"/>
                    <a:gd name="csY1" fmla="*/ -40 h 197903"/>
                    <a:gd name="csX2" fmla="*/ 847778 w 847817"/>
                    <a:gd name="csY2" fmla="*/ 197864 h 197903"/>
                    <a:gd name="csX3" fmla="*/ -40 w 847817"/>
                    <a:gd name="csY3" fmla="*/ 197864 h 197903"/>
                  </a:gdLst>
                  <a:ahLst/>
                  <a:cxnLst>
                    <a:cxn ang="0">
                      <a:pos x="csX0" y="csY0"/>
                    </a:cxn>
                    <a:cxn ang="0">
                      <a:pos x="csX1" y="csY1"/>
                    </a:cxn>
                    <a:cxn ang="0">
                      <a:pos x="csX2" y="csY2"/>
                    </a:cxn>
                    <a:cxn ang="0">
                      <a:pos x="csX3" y="csY3"/>
                    </a:cxn>
                  </a:cxnLst>
                  <a:rect l="l" t="t" r="r" b="b"/>
                  <a:pathLst>
                    <a:path w="847817" h="197903">
                      <a:moveTo>
                        <a:pt x="-40" y="-40"/>
                      </a:moveTo>
                      <a:lnTo>
                        <a:pt x="847778" y="-40"/>
                      </a:lnTo>
                      <a:lnTo>
                        <a:pt x="847778" y="197864"/>
                      </a:lnTo>
                      <a:lnTo>
                        <a:pt x="-40" y="197864"/>
                      </a:lnTo>
                      <a:close/>
                    </a:path>
                  </a:pathLst>
                </a:custGeom>
                <a:solidFill>
                  <a:srgbClr val="EB8775"/>
                </a:solidFill>
                <a:ln w="5462" cap="flat">
                  <a:noFill/>
                  <a:prstDash val="solid"/>
                  <a:miter/>
                </a:ln>
              </p:spPr>
              <p:txBody>
                <a:bodyPr/>
                <a:lstStyle/>
                <a:p>
                  <a:endParaRPr lang="zh-CN" altLang="en-US" sz="2190"/>
                </a:p>
              </p:txBody>
            </p:sp>
            <p:sp>
              <p:nvSpPr>
                <p:cNvPr id="3148" name="任意多边形: 形状 3147"/>
                <p:cNvSpPr/>
                <p:nvPr/>
              </p:nvSpPr>
              <p:spPr>
                <a:xfrm flipV="1">
                  <a:off x="542512" y="1684557"/>
                  <a:ext cx="847817" cy="197903"/>
                </a:xfrm>
                <a:custGeom>
                  <a:avLst/>
                  <a:gdLst>
                    <a:gd name="csX0" fmla="*/ -40 w 847817"/>
                    <a:gd name="csY0" fmla="*/ -40 h 197903"/>
                    <a:gd name="csX1" fmla="*/ 847778 w 847817"/>
                    <a:gd name="csY1" fmla="*/ -40 h 197903"/>
                    <a:gd name="csX2" fmla="*/ 847778 w 847817"/>
                    <a:gd name="csY2" fmla="*/ 197864 h 197903"/>
                    <a:gd name="csX3" fmla="*/ -40 w 847817"/>
                    <a:gd name="csY3" fmla="*/ 197864 h 197903"/>
                  </a:gdLst>
                  <a:ahLst/>
                  <a:cxnLst>
                    <a:cxn ang="0">
                      <a:pos x="csX0" y="csY0"/>
                    </a:cxn>
                    <a:cxn ang="0">
                      <a:pos x="csX1" y="csY1"/>
                    </a:cxn>
                    <a:cxn ang="0">
                      <a:pos x="csX2" y="csY2"/>
                    </a:cxn>
                    <a:cxn ang="0">
                      <a:pos x="csX3" y="csY3"/>
                    </a:cxn>
                  </a:cxnLst>
                  <a:rect l="l" t="t" r="r" b="b"/>
                  <a:pathLst>
                    <a:path w="847817" h="197903">
                      <a:moveTo>
                        <a:pt x="-40" y="-40"/>
                      </a:moveTo>
                      <a:lnTo>
                        <a:pt x="847778" y="-40"/>
                      </a:lnTo>
                      <a:lnTo>
                        <a:pt x="847778" y="197864"/>
                      </a:lnTo>
                      <a:lnTo>
                        <a:pt x="-40" y="197864"/>
                      </a:lnTo>
                      <a:close/>
                    </a:path>
                  </a:pathLst>
                </a:custGeom>
                <a:noFill/>
                <a:ln w="2731" cap="flat">
                  <a:solidFill>
                    <a:srgbClr val="FFFFFF"/>
                  </a:solidFill>
                  <a:prstDash val="solid"/>
                  <a:miter/>
                </a:ln>
              </p:spPr>
              <p:txBody>
                <a:bodyPr/>
                <a:lstStyle/>
                <a:p>
                  <a:endParaRPr lang="zh-CN" altLang="en-US" sz="2190"/>
                </a:p>
              </p:txBody>
            </p:sp>
          </p:grpSp>
          <p:grpSp>
            <p:nvGrpSpPr>
              <p:cNvPr id="3080" name="图形 2"/>
              <p:cNvGrpSpPr/>
              <p:nvPr/>
            </p:nvGrpSpPr>
            <p:grpSpPr>
              <a:xfrm>
                <a:off x="1515928" y="2426710"/>
                <a:ext cx="361109" cy="197907"/>
                <a:chOff x="1515928" y="2426710"/>
                <a:chExt cx="361109" cy="197907"/>
              </a:xfrm>
            </p:grpSpPr>
            <p:sp>
              <p:nvSpPr>
                <p:cNvPr id="3145" name="任意多边形: 形状 3144"/>
                <p:cNvSpPr/>
                <p:nvPr/>
              </p:nvSpPr>
              <p:spPr>
                <a:xfrm flipV="1">
                  <a:off x="1515928" y="2426710"/>
                  <a:ext cx="361109" cy="197907"/>
                </a:xfrm>
                <a:custGeom>
                  <a:avLst/>
                  <a:gdLst>
                    <a:gd name="csX0" fmla="*/ -107 w 361109"/>
                    <a:gd name="csY0" fmla="*/ 179 h 197907"/>
                    <a:gd name="csX1" fmla="*/ 361003 w 361109"/>
                    <a:gd name="csY1" fmla="*/ 179 h 197907"/>
                    <a:gd name="csX2" fmla="*/ 361003 w 361109"/>
                    <a:gd name="csY2" fmla="*/ 198087 h 197907"/>
                    <a:gd name="csX3" fmla="*/ -107 w 361109"/>
                    <a:gd name="csY3" fmla="*/ 198087 h 197907"/>
                  </a:gdLst>
                  <a:ahLst/>
                  <a:cxnLst>
                    <a:cxn ang="0">
                      <a:pos x="csX0" y="csY0"/>
                    </a:cxn>
                    <a:cxn ang="0">
                      <a:pos x="csX1" y="csY1"/>
                    </a:cxn>
                    <a:cxn ang="0">
                      <a:pos x="csX2" y="csY2"/>
                    </a:cxn>
                    <a:cxn ang="0">
                      <a:pos x="csX3" y="csY3"/>
                    </a:cxn>
                  </a:cxnLst>
                  <a:rect l="l" t="t" r="r" b="b"/>
                  <a:pathLst>
                    <a:path w="361109" h="197907">
                      <a:moveTo>
                        <a:pt x="-107" y="179"/>
                      </a:moveTo>
                      <a:lnTo>
                        <a:pt x="361003" y="179"/>
                      </a:lnTo>
                      <a:lnTo>
                        <a:pt x="361003" y="198087"/>
                      </a:lnTo>
                      <a:lnTo>
                        <a:pt x="-107" y="198087"/>
                      </a:lnTo>
                      <a:close/>
                    </a:path>
                  </a:pathLst>
                </a:custGeom>
                <a:solidFill>
                  <a:srgbClr val="415E71"/>
                </a:solidFill>
                <a:ln w="5462" cap="flat">
                  <a:noFill/>
                  <a:prstDash val="solid"/>
                  <a:miter/>
                </a:ln>
              </p:spPr>
              <p:txBody>
                <a:bodyPr/>
                <a:lstStyle/>
                <a:p>
                  <a:endParaRPr lang="zh-CN" altLang="en-US" sz="2190"/>
                </a:p>
              </p:txBody>
            </p:sp>
            <p:sp>
              <p:nvSpPr>
                <p:cNvPr id="3146" name="任意多边形: 形状 3145"/>
                <p:cNvSpPr/>
                <p:nvPr/>
              </p:nvSpPr>
              <p:spPr>
                <a:xfrm flipV="1">
                  <a:off x="1515928" y="2426710"/>
                  <a:ext cx="361109" cy="197907"/>
                </a:xfrm>
                <a:custGeom>
                  <a:avLst/>
                  <a:gdLst>
                    <a:gd name="csX0" fmla="*/ -107 w 361109"/>
                    <a:gd name="csY0" fmla="*/ 179 h 197907"/>
                    <a:gd name="csX1" fmla="*/ 361003 w 361109"/>
                    <a:gd name="csY1" fmla="*/ 179 h 197907"/>
                    <a:gd name="csX2" fmla="*/ 361003 w 361109"/>
                    <a:gd name="csY2" fmla="*/ 198087 h 197907"/>
                    <a:gd name="csX3" fmla="*/ -107 w 361109"/>
                    <a:gd name="csY3" fmla="*/ 198087 h 197907"/>
                  </a:gdLst>
                  <a:ahLst/>
                  <a:cxnLst>
                    <a:cxn ang="0">
                      <a:pos x="csX0" y="csY0"/>
                    </a:cxn>
                    <a:cxn ang="0">
                      <a:pos x="csX1" y="csY1"/>
                    </a:cxn>
                    <a:cxn ang="0">
                      <a:pos x="csX2" y="csY2"/>
                    </a:cxn>
                    <a:cxn ang="0">
                      <a:pos x="csX3" y="csY3"/>
                    </a:cxn>
                  </a:cxnLst>
                  <a:rect l="l" t="t" r="r" b="b"/>
                  <a:pathLst>
                    <a:path w="361109" h="197907">
                      <a:moveTo>
                        <a:pt x="-107" y="179"/>
                      </a:moveTo>
                      <a:lnTo>
                        <a:pt x="361003" y="179"/>
                      </a:lnTo>
                      <a:lnTo>
                        <a:pt x="361003" y="198087"/>
                      </a:lnTo>
                      <a:lnTo>
                        <a:pt x="-107" y="198087"/>
                      </a:lnTo>
                      <a:close/>
                    </a:path>
                  </a:pathLst>
                </a:custGeom>
                <a:noFill/>
                <a:ln w="2731" cap="flat">
                  <a:solidFill>
                    <a:srgbClr val="FFFFFF"/>
                  </a:solidFill>
                  <a:prstDash val="solid"/>
                  <a:miter/>
                </a:ln>
              </p:spPr>
              <p:txBody>
                <a:bodyPr/>
                <a:lstStyle/>
                <a:p>
                  <a:endParaRPr lang="zh-CN" altLang="en-US" sz="2190"/>
                </a:p>
              </p:txBody>
            </p:sp>
          </p:grpSp>
          <p:grpSp>
            <p:nvGrpSpPr>
              <p:cNvPr id="3081" name="图形 2"/>
              <p:cNvGrpSpPr/>
              <p:nvPr/>
            </p:nvGrpSpPr>
            <p:grpSpPr>
              <a:xfrm>
                <a:off x="1877037" y="2179324"/>
                <a:ext cx="172702" cy="197908"/>
                <a:chOff x="1877037" y="2179324"/>
                <a:chExt cx="172702" cy="197908"/>
              </a:xfrm>
            </p:grpSpPr>
            <p:sp>
              <p:nvSpPr>
                <p:cNvPr id="3143" name="任意多边形: 形状 3142"/>
                <p:cNvSpPr/>
                <p:nvPr/>
              </p:nvSpPr>
              <p:spPr>
                <a:xfrm flipV="1">
                  <a:off x="1877037" y="2179324"/>
                  <a:ext cx="172702" cy="197908"/>
                </a:xfrm>
                <a:custGeom>
                  <a:avLst/>
                  <a:gdLst>
                    <a:gd name="csX0" fmla="*/ -131 w 172702"/>
                    <a:gd name="csY0" fmla="*/ 106 h 197908"/>
                    <a:gd name="csX1" fmla="*/ 172571 w 172702"/>
                    <a:gd name="csY1" fmla="*/ 106 h 197908"/>
                    <a:gd name="csX2" fmla="*/ 172571 w 172702"/>
                    <a:gd name="csY2" fmla="*/ 198014 h 197908"/>
                    <a:gd name="csX3" fmla="*/ -131 w 172702"/>
                    <a:gd name="csY3" fmla="*/ 198014 h 197908"/>
                  </a:gdLst>
                  <a:ahLst/>
                  <a:cxnLst>
                    <a:cxn ang="0">
                      <a:pos x="csX0" y="csY0"/>
                    </a:cxn>
                    <a:cxn ang="0">
                      <a:pos x="csX1" y="csY1"/>
                    </a:cxn>
                    <a:cxn ang="0">
                      <a:pos x="csX2" y="csY2"/>
                    </a:cxn>
                    <a:cxn ang="0">
                      <a:pos x="csX3" y="csY3"/>
                    </a:cxn>
                  </a:cxnLst>
                  <a:rect l="l" t="t" r="r" b="b"/>
                  <a:pathLst>
                    <a:path w="172702" h="197908">
                      <a:moveTo>
                        <a:pt x="-131" y="106"/>
                      </a:moveTo>
                      <a:lnTo>
                        <a:pt x="172571" y="106"/>
                      </a:lnTo>
                      <a:lnTo>
                        <a:pt x="172571" y="198014"/>
                      </a:lnTo>
                      <a:lnTo>
                        <a:pt x="-131" y="198014"/>
                      </a:lnTo>
                      <a:close/>
                    </a:path>
                  </a:pathLst>
                </a:custGeom>
                <a:solidFill>
                  <a:srgbClr val="415E71"/>
                </a:solidFill>
                <a:ln w="5462" cap="flat">
                  <a:noFill/>
                  <a:prstDash val="solid"/>
                  <a:miter/>
                </a:ln>
              </p:spPr>
              <p:txBody>
                <a:bodyPr/>
                <a:lstStyle/>
                <a:p>
                  <a:endParaRPr lang="zh-CN" altLang="en-US" sz="2190"/>
                </a:p>
              </p:txBody>
            </p:sp>
            <p:sp>
              <p:nvSpPr>
                <p:cNvPr id="3144" name="任意多边形: 形状 3143"/>
                <p:cNvSpPr/>
                <p:nvPr/>
              </p:nvSpPr>
              <p:spPr>
                <a:xfrm flipV="1">
                  <a:off x="1877037" y="2179324"/>
                  <a:ext cx="172702" cy="197908"/>
                </a:xfrm>
                <a:custGeom>
                  <a:avLst/>
                  <a:gdLst>
                    <a:gd name="csX0" fmla="*/ -131 w 172702"/>
                    <a:gd name="csY0" fmla="*/ 106 h 197908"/>
                    <a:gd name="csX1" fmla="*/ 172571 w 172702"/>
                    <a:gd name="csY1" fmla="*/ 106 h 197908"/>
                    <a:gd name="csX2" fmla="*/ 172571 w 172702"/>
                    <a:gd name="csY2" fmla="*/ 198014 h 197908"/>
                    <a:gd name="csX3" fmla="*/ -131 w 172702"/>
                    <a:gd name="csY3" fmla="*/ 198014 h 197908"/>
                  </a:gdLst>
                  <a:ahLst/>
                  <a:cxnLst>
                    <a:cxn ang="0">
                      <a:pos x="csX0" y="csY0"/>
                    </a:cxn>
                    <a:cxn ang="0">
                      <a:pos x="csX1" y="csY1"/>
                    </a:cxn>
                    <a:cxn ang="0">
                      <a:pos x="csX2" y="csY2"/>
                    </a:cxn>
                    <a:cxn ang="0">
                      <a:pos x="csX3" y="csY3"/>
                    </a:cxn>
                  </a:cxnLst>
                  <a:rect l="l" t="t" r="r" b="b"/>
                  <a:pathLst>
                    <a:path w="172702" h="197908">
                      <a:moveTo>
                        <a:pt x="-131" y="106"/>
                      </a:moveTo>
                      <a:lnTo>
                        <a:pt x="172571" y="106"/>
                      </a:lnTo>
                      <a:lnTo>
                        <a:pt x="172571" y="198014"/>
                      </a:lnTo>
                      <a:lnTo>
                        <a:pt x="-131" y="198014"/>
                      </a:lnTo>
                      <a:close/>
                    </a:path>
                  </a:pathLst>
                </a:custGeom>
                <a:noFill/>
                <a:ln w="2731" cap="flat">
                  <a:solidFill>
                    <a:srgbClr val="FFFFFF"/>
                  </a:solidFill>
                  <a:prstDash val="solid"/>
                  <a:miter/>
                </a:ln>
              </p:spPr>
              <p:txBody>
                <a:bodyPr/>
                <a:lstStyle/>
                <a:p>
                  <a:endParaRPr lang="zh-CN" altLang="en-US" sz="2190"/>
                </a:p>
              </p:txBody>
            </p:sp>
          </p:grpSp>
          <p:grpSp>
            <p:nvGrpSpPr>
              <p:cNvPr id="3082" name="图形 2"/>
              <p:cNvGrpSpPr/>
              <p:nvPr/>
            </p:nvGrpSpPr>
            <p:grpSpPr>
              <a:xfrm>
                <a:off x="1782836" y="1931941"/>
                <a:ext cx="282602" cy="197908"/>
                <a:chOff x="1782836" y="1931941"/>
                <a:chExt cx="282602" cy="197908"/>
              </a:xfrm>
            </p:grpSpPr>
            <p:sp>
              <p:nvSpPr>
                <p:cNvPr id="3141" name="任意多边形: 形状 3140"/>
                <p:cNvSpPr/>
                <p:nvPr/>
              </p:nvSpPr>
              <p:spPr>
                <a:xfrm flipV="1">
                  <a:off x="1782836" y="1931941"/>
                  <a:ext cx="282602" cy="197908"/>
                </a:xfrm>
                <a:custGeom>
                  <a:avLst/>
                  <a:gdLst>
                    <a:gd name="csX0" fmla="*/ -127 w 282602"/>
                    <a:gd name="csY0" fmla="*/ 33 h 197908"/>
                    <a:gd name="csX1" fmla="*/ 282475 w 282602"/>
                    <a:gd name="csY1" fmla="*/ 33 h 197908"/>
                    <a:gd name="csX2" fmla="*/ 282475 w 282602"/>
                    <a:gd name="csY2" fmla="*/ 197942 h 197908"/>
                    <a:gd name="csX3" fmla="*/ -127 w 282602"/>
                    <a:gd name="csY3" fmla="*/ 197942 h 197908"/>
                  </a:gdLst>
                  <a:ahLst/>
                  <a:cxnLst>
                    <a:cxn ang="0">
                      <a:pos x="csX0" y="csY0"/>
                    </a:cxn>
                    <a:cxn ang="0">
                      <a:pos x="csX1" y="csY1"/>
                    </a:cxn>
                    <a:cxn ang="0">
                      <a:pos x="csX2" y="csY2"/>
                    </a:cxn>
                    <a:cxn ang="0">
                      <a:pos x="csX3" y="csY3"/>
                    </a:cxn>
                  </a:cxnLst>
                  <a:rect l="l" t="t" r="r" b="b"/>
                  <a:pathLst>
                    <a:path w="282602" h="197908">
                      <a:moveTo>
                        <a:pt x="-127" y="33"/>
                      </a:moveTo>
                      <a:lnTo>
                        <a:pt x="282475" y="33"/>
                      </a:lnTo>
                      <a:lnTo>
                        <a:pt x="282475" y="197942"/>
                      </a:lnTo>
                      <a:lnTo>
                        <a:pt x="-127" y="197942"/>
                      </a:lnTo>
                      <a:close/>
                    </a:path>
                  </a:pathLst>
                </a:custGeom>
                <a:solidFill>
                  <a:srgbClr val="415E71"/>
                </a:solidFill>
                <a:ln w="5462" cap="flat">
                  <a:noFill/>
                  <a:prstDash val="solid"/>
                  <a:miter/>
                </a:ln>
              </p:spPr>
              <p:txBody>
                <a:bodyPr/>
                <a:lstStyle/>
                <a:p>
                  <a:endParaRPr lang="zh-CN" altLang="en-US" sz="2190"/>
                </a:p>
              </p:txBody>
            </p:sp>
            <p:sp>
              <p:nvSpPr>
                <p:cNvPr id="3142" name="任意多边形: 形状 3141"/>
                <p:cNvSpPr/>
                <p:nvPr/>
              </p:nvSpPr>
              <p:spPr>
                <a:xfrm flipV="1">
                  <a:off x="1782836" y="1931941"/>
                  <a:ext cx="282602" cy="197908"/>
                </a:xfrm>
                <a:custGeom>
                  <a:avLst/>
                  <a:gdLst>
                    <a:gd name="csX0" fmla="*/ -127 w 282602"/>
                    <a:gd name="csY0" fmla="*/ 33 h 197908"/>
                    <a:gd name="csX1" fmla="*/ 282475 w 282602"/>
                    <a:gd name="csY1" fmla="*/ 33 h 197908"/>
                    <a:gd name="csX2" fmla="*/ 282475 w 282602"/>
                    <a:gd name="csY2" fmla="*/ 197942 h 197908"/>
                    <a:gd name="csX3" fmla="*/ -127 w 282602"/>
                    <a:gd name="csY3" fmla="*/ 197942 h 197908"/>
                  </a:gdLst>
                  <a:ahLst/>
                  <a:cxnLst>
                    <a:cxn ang="0">
                      <a:pos x="csX0" y="csY0"/>
                    </a:cxn>
                    <a:cxn ang="0">
                      <a:pos x="csX1" y="csY1"/>
                    </a:cxn>
                    <a:cxn ang="0">
                      <a:pos x="csX2" y="csY2"/>
                    </a:cxn>
                    <a:cxn ang="0">
                      <a:pos x="csX3" y="csY3"/>
                    </a:cxn>
                  </a:cxnLst>
                  <a:rect l="l" t="t" r="r" b="b"/>
                  <a:pathLst>
                    <a:path w="282602" h="197908">
                      <a:moveTo>
                        <a:pt x="-127" y="33"/>
                      </a:moveTo>
                      <a:lnTo>
                        <a:pt x="282475" y="33"/>
                      </a:lnTo>
                      <a:lnTo>
                        <a:pt x="282475" y="197942"/>
                      </a:lnTo>
                      <a:lnTo>
                        <a:pt x="-127" y="197942"/>
                      </a:lnTo>
                      <a:close/>
                    </a:path>
                  </a:pathLst>
                </a:custGeom>
                <a:noFill/>
                <a:ln w="2731" cap="flat">
                  <a:solidFill>
                    <a:srgbClr val="FFFFFF"/>
                  </a:solidFill>
                  <a:prstDash val="solid"/>
                  <a:miter/>
                </a:ln>
              </p:spPr>
              <p:txBody>
                <a:bodyPr/>
                <a:lstStyle/>
                <a:p>
                  <a:endParaRPr lang="zh-CN" altLang="en-US" sz="2190"/>
                </a:p>
              </p:txBody>
            </p:sp>
          </p:grpSp>
          <p:grpSp>
            <p:nvGrpSpPr>
              <p:cNvPr id="3083" name="图形 2"/>
              <p:cNvGrpSpPr/>
              <p:nvPr/>
            </p:nvGrpSpPr>
            <p:grpSpPr>
              <a:xfrm>
                <a:off x="1390329" y="1684557"/>
                <a:ext cx="690814" cy="197903"/>
                <a:chOff x="1390329" y="1684557"/>
                <a:chExt cx="690814" cy="197903"/>
              </a:xfrm>
            </p:grpSpPr>
            <p:sp>
              <p:nvSpPr>
                <p:cNvPr id="3139" name="任意多边形: 形状 3138"/>
                <p:cNvSpPr/>
                <p:nvPr/>
              </p:nvSpPr>
              <p:spPr>
                <a:xfrm flipV="1">
                  <a:off x="1390329" y="1684557"/>
                  <a:ext cx="690814" cy="197903"/>
                </a:xfrm>
                <a:custGeom>
                  <a:avLst/>
                  <a:gdLst>
                    <a:gd name="csX0" fmla="*/ -110 w 690814"/>
                    <a:gd name="csY0" fmla="*/ -40 h 197903"/>
                    <a:gd name="csX1" fmla="*/ 690704 w 690814"/>
                    <a:gd name="csY1" fmla="*/ -40 h 197903"/>
                    <a:gd name="csX2" fmla="*/ 690704 w 690814"/>
                    <a:gd name="csY2" fmla="*/ 197864 h 197903"/>
                    <a:gd name="csX3" fmla="*/ -110 w 690814"/>
                    <a:gd name="csY3" fmla="*/ 197864 h 197903"/>
                  </a:gdLst>
                  <a:ahLst/>
                  <a:cxnLst>
                    <a:cxn ang="0">
                      <a:pos x="csX0" y="csY0"/>
                    </a:cxn>
                    <a:cxn ang="0">
                      <a:pos x="csX1" y="csY1"/>
                    </a:cxn>
                    <a:cxn ang="0">
                      <a:pos x="csX2" y="csY2"/>
                    </a:cxn>
                    <a:cxn ang="0">
                      <a:pos x="csX3" y="csY3"/>
                    </a:cxn>
                  </a:cxnLst>
                  <a:rect l="l" t="t" r="r" b="b"/>
                  <a:pathLst>
                    <a:path w="690814" h="197903">
                      <a:moveTo>
                        <a:pt x="-110" y="-40"/>
                      </a:moveTo>
                      <a:lnTo>
                        <a:pt x="690704" y="-40"/>
                      </a:lnTo>
                      <a:lnTo>
                        <a:pt x="690704" y="197864"/>
                      </a:lnTo>
                      <a:lnTo>
                        <a:pt x="-110" y="197864"/>
                      </a:lnTo>
                      <a:close/>
                    </a:path>
                  </a:pathLst>
                </a:custGeom>
                <a:solidFill>
                  <a:srgbClr val="415E71"/>
                </a:solidFill>
                <a:ln w="5462" cap="flat">
                  <a:noFill/>
                  <a:prstDash val="solid"/>
                  <a:miter/>
                </a:ln>
              </p:spPr>
              <p:txBody>
                <a:bodyPr/>
                <a:lstStyle/>
                <a:p>
                  <a:endParaRPr lang="zh-CN" altLang="en-US" sz="2190"/>
                </a:p>
              </p:txBody>
            </p:sp>
            <p:sp>
              <p:nvSpPr>
                <p:cNvPr id="3140" name="任意多边形: 形状 3139"/>
                <p:cNvSpPr/>
                <p:nvPr/>
              </p:nvSpPr>
              <p:spPr>
                <a:xfrm flipV="1">
                  <a:off x="1390329" y="1684557"/>
                  <a:ext cx="690814" cy="197903"/>
                </a:xfrm>
                <a:custGeom>
                  <a:avLst/>
                  <a:gdLst>
                    <a:gd name="csX0" fmla="*/ -110 w 690814"/>
                    <a:gd name="csY0" fmla="*/ -40 h 197903"/>
                    <a:gd name="csX1" fmla="*/ 690704 w 690814"/>
                    <a:gd name="csY1" fmla="*/ -40 h 197903"/>
                    <a:gd name="csX2" fmla="*/ 690704 w 690814"/>
                    <a:gd name="csY2" fmla="*/ 197864 h 197903"/>
                    <a:gd name="csX3" fmla="*/ -110 w 690814"/>
                    <a:gd name="csY3" fmla="*/ 197864 h 197903"/>
                  </a:gdLst>
                  <a:ahLst/>
                  <a:cxnLst>
                    <a:cxn ang="0">
                      <a:pos x="csX0" y="csY0"/>
                    </a:cxn>
                    <a:cxn ang="0">
                      <a:pos x="csX1" y="csY1"/>
                    </a:cxn>
                    <a:cxn ang="0">
                      <a:pos x="csX2" y="csY2"/>
                    </a:cxn>
                    <a:cxn ang="0">
                      <a:pos x="csX3" y="csY3"/>
                    </a:cxn>
                  </a:cxnLst>
                  <a:rect l="l" t="t" r="r" b="b"/>
                  <a:pathLst>
                    <a:path w="690814" h="197903">
                      <a:moveTo>
                        <a:pt x="-110" y="-40"/>
                      </a:moveTo>
                      <a:lnTo>
                        <a:pt x="690704" y="-40"/>
                      </a:lnTo>
                      <a:lnTo>
                        <a:pt x="690704" y="197864"/>
                      </a:lnTo>
                      <a:lnTo>
                        <a:pt x="-110" y="197864"/>
                      </a:lnTo>
                      <a:close/>
                    </a:path>
                  </a:pathLst>
                </a:custGeom>
                <a:noFill/>
                <a:ln w="2731" cap="flat">
                  <a:solidFill>
                    <a:srgbClr val="FFFFFF"/>
                  </a:solidFill>
                  <a:prstDash val="solid"/>
                  <a:miter/>
                </a:ln>
              </p:spPr>
              <p:txBody>
                <a:bodyPr/>
                <a:lstStyle/>
                <a:p>
                  <a:endParaRPr lang="zh-CN" altLang="en-US" sz="2190"/>
                </a:p>
              </p:txBody>
            </p:sp>
          </p:grpSp>
          <p:grpSp>
            <p:nvGrpSpPr>
              <p:cNvPr id="3084" name="图形 2"/>
              <p:cNvGrpSpPr/>
              <p:nvPr/>
            </p:nvGrpSpPr>
            <p:grpSpPr>
              <a:xfrm>
                <a:off x="1877037" y="2426710"/>
                <a:ext cx="235504" cy="197907"/>
                <a:chOff x="1877037" y="2426710"/>
                <a:chExt cx="235504" cy="197907"/>
              </a:xfrm>
            </p:grpSpPr>
            <p:sp>
              <p:nvSpPr>
                <p:cNvPr id="3137" name="任意多边形: 形状 3136"/>
                <p:cNvSpPr/>
                <p:nvPr/>
              </p:nvSpPr>
              <p:spPr>
                <a:xfrm flipV="1">
                  <a:off x="1877037" y="2426710"/>
                  <a:ext cx="235504" cy="197907"/>
                </a:xfrm>
                <a:custGeom>
                  <a:avLst/>
                  <a:gdLst>
                    <a:gd name="csX0" fmla="*/ -134 w 235504"/>
                    <a:gd name="csY0" fmla="*/ 179 h 197907"/>
                    <a:gd name="csX1" fmla="*/ 235370 w 235504"/>
                    <a:gd name="csY1" fmla="*/ 179 h 197907"/>
                    <a:gd name="csX2" fmla="*/ 235370 w 235504"/>
                    <a:gd name="csY2" fmla="*/ 198087 h 197907"/>
                    <a:gd name="csX3" fmla="*/ -134 w 235504"/>
                    <a:gd name="csY3" fmla="*/ 198087 h 197907"/>
                  </a:gdLst>
                  <a:ahLst/>
                  <a:cxnLst>
                    <a:cxn ang="0">
                      <a:pos x="csX0" y="csY0"/>
                    </a:cxn>
                    <a:cxn ang="0">
                      <a:pos x="csX1" y="csY1"/>
                    </a:cxn>
                    <a:cxn ang="0">
                      <a:pos x="csX2" y="csY2"/>
                    </a:cxn>
                    <a:cxn ang="0">
                      <a:pos x="csX3" y="csY3"/>
                    </a:cxn>
                  </a:cxnLst>
                  <a:rect l="l" t="t" r="r" b="b"/>
                  <a:pathLst>
                    <a:path w="235504" h="197907">
                      <a:moveTo>
                        <a:pt x="-134" y="179"/>
                      </a:moveTo>
                      <a:lnTo>
                        <a:pt x="235370" y="179"/>
                      </a:lnTo>
                      <a:lnTo>
                        <a:pt x="235370" y="198087"/>
                      </a:lnTo>
                      <a:lnTo>
                        <a:pt x="-134" y="198087"/>
                      </a:lnTo>
                      <a:close/>
                    </a:path>
                  </a:pathLst>
                </a:custGeom>
                <a:solidFill>
                  <a:srgbClr val="F7C6A2"/>
                </a:solidFill>
                <a:ln w="5462" cap="flat">
                  <a:noFill/>
                  <a:prstDash val="solid"/>
                  <a:miter/>
                </a:ln>
              </p:spPr>
              <p:txBody>
                <a:bodyPr/>
                <a:lstStyle/>
                <a:p>
                  <a:endParaRPr lang="zh-CN" altLang="en-US" sz="2190"/>
                </a:p>
              </p:txBody>
            </p:sp>
            <p:sp>
              <p:nvSpPr>
                <p:cNvPr id="3138" name="任意多边形: 形状 3137"/>
                <p:cNvSpPr/>
                <p:nvPr/>
              </p:nvSpPr>
              <p:spPr>
                <a:xfrm flipV="1">
                  <a:off x="1877037" y="2426710"/>
                  <a:ext cx="235504" cy="197907"/>
                </a:xfrm>
                <a:custGeom>
                  <a:avLst/>
                  <a:gdLst>
                    <a:gd name="csX0" fmla="*/ -134 w 235504"/>
                    <a:gd name="csY0" fmla="*/ 179 h 197907"/>
                    <a:gd name="csX1" fmla="*/ 235370 w 235504"/>
                    <a:gd name="csY1" fmla="*/ 179 h 197907"/>
                    <a:gd name="csX2" fmla="*/ 235370 w 235504"/>
                    <a:gd name="csY2" fmla="*/ 198087 h 197907"/>
                    <a:gd name="csX3" fmla="*/ -134 w 235504"/>
                    <a:gd name="csY3" fmla="*/ 198087 h 197907"/>
                  </a:gdLst>
                  <a:ahLst/>
                  <a:cxnLst>
                    <a:cxn ang="0">
                      <a:pos x="csX0" y="csY0"/>
                    </a:cxn>
                    <a:cxn ang="0">
                      <a:pos x="csX1" y="csY1"/>
                    </a:cxn>
                    <a:cxn ang="0">
                      <a:pos x="csX2" y="csY2"/>
                    </a:cxn>
                    <a:cxn ang="0">
                      <a:pos x="csX3" y="csY3"/>
                    </a:cxn>
                  </a:cxnLst>
                  <a:rect l="l" t="t" r="r" b="b"/>
                  <a:pathLst>
                    <a:path w="235504" h="197907">
                      <a:moveTo>
                        <a:pt x="-134" y="179"/>
                      </a:moveTo>
                      <a:lnTo>
                        <a:pt x="235370" y="179"/>
                      </a:lnTo>
                      <a:lnTo>
                        <a:pt x="235370" y="198087"/>
                      </a:lnTo>
                      <a:lnTo>
                        <a:pt x="-134" y="198087"/>
                      </a:lnTo>
                      <a:close/>
                    </a:path>
                  </a:pathLst>
                </a:custGeom>
                <a:noFill/>
                <a:ln w="2731" cap="flat">
                  <a:solidFill>
                    <a:srgbClr val="FFFFFF"/>
                  </a:solidFill>
                  <a:prstDash val="solid"/>
                  <a:miter/>
                </a:ln>
              </p:spPr>
              <p:txBody>
                <a:bodyPr/>
                <a:lstStyle/>
                <a:p>
                  <a:endParaRPr lang="zh-CN" altLang="en-US" sz="2190"/>
                </a:p>
              </p:txBody>
            </p:sp>
          </p:grpSp>
          <p:grpSp>
            <p:nvGrpSpPr>
              <p:cNvPr id="3085" name="图形 2"/>
              <p:cNvGrpSpPr/>
              <p:nvPr/>
            </p:nvGrpSpPr>
            <p:grpSpPr>
              <a:xfrm>
                <a:off x="2049739" y="2179324"/>
                <a:ext cx="31403" cy="197908"/>
                <a:chOff x="2049739" y="2179324"/>
                <a:chExt cx="31403" cy="197908"/>
              </a:xfrm>
            </p:grpSpPr>
            <p:sp>
              <p:nvSpPr>
                <p:cNvPr id="3135" name="任意多边形: 形状 3134"/>
                <p:cNvSpPr/>
                <p:nvPr/>
              </p:nvSpPr>
              <p:spPr>
                <a:xfrm flipV="1">
                  <a:off x="2049739" y="2179324"/>
                  <a:ext cx="31403" cy="197908"/>
                </a:xfrm>
                <a:custGeom>
                  <a:avLst/>
                  <a:gdLst>
                    <a:gd name="csX0" fmla="*/ -140 w 31403"/>
                    <a:gd name="csY0" fmla="*/ 106 h 197908"/>
                    <a:gd name="csX1" fmla="*/ 31263 w 31403"/>
                    <a:gd name="csY1" fmla="*/ 106 h 197908"/>
                    <a:gd name="csX2" fmla="*/ 31263 w 31403"/>
                    <a:gd name="csY2" fmla="*/ 198014 h 197908"/>
                    <a:gd name="csX3" fmla="*/ -140 w 31403"/>
                    <a:gd name="csY3" fmla="*/ 198014 h 197908"/>
                  </a:gdLst>
                  <a:ahLst/>
                  <a:cxnLst>
                    <a:cxn ang="0">
                      <a:pos x="csX0" y="csY0"/>
                    </a:cxn>
                    <a:cxn ang="0">
                      <a:pos x="csX1" y="csY1"/>
                    </a:cxn>
                    <a:cxn ang="0">
                      <a:pos x="csX2" y="csY2"/>
                    </a:cxn>
                    <a:cxn ang="0">
                      <a:pos x="csX3" y="csY3"/>
                    </a:cxn>
                  </a:cxnLst>
                  <a:rect l="l" t="t" r="r" b="b"/>
                  <a:pathLst>
                    <a:path w="31403" h="197908">
                      <a:moveTo>
                        <a:pt x="-140" y="106"/>
                      </a:moveTo>
                      <a:lnTo>
                        <a:pt x="31263" y="106"/>
                      </a:lnTo>
                      <a:lnTo>
                        <a:pt x="31263" y="198014"/>
                      </a:lnTo>
                      <a:lnTo>
                        <a:pt x="-140" y="198014"/>
                      </a:lnTo>
                      <a:close/>
                    </a:path>
                  </a:pathLst>
                </a:custGeom>
                <a:solidFill>
                  <a:srgbClr val="F7C6A2"/>
                </a:solidFill>
                <a:ln w="5462" cap="flat">
                  <a:noFill/>
                  <a:prstDash val="solid"/>
                  <a:miter/>
                </a:ln>
              </p:spPr>
              <p:txBody>
                <a:bodyPr/>
                <a:lstStyle/>
                <a:p>
                  <a:endParaRPr lang="zh-CN" altLang="en-US" sz="2190"/>
                </a:p>
              </p:txBody>
            </p:sp>
            <p:sp>
              <p:nvSpPr>
                <p:cNvPr id="3136" name="任意多边形: 形状 3135"/>
                <p:cNvSpPr/>
                <p:nvPr/>
              </p:nvSpPr>
              <p:spPr>
                <a:xfrm flipV="1">
                  <a:off x="2049739" y="2179324"/>
                  <a:ext cx="31403" cy="197908"/>
                </a:xfrm>
                <a:custGeom>
                  <a:avLst/>
                  <a:gdLst>
                    <a:gd name="csX0" fmla="*/ -140 w 31403"/>
                    <a:gd name="csY0" fmla="*/ 106 h 197908"/>
                    <a:gd name="csX1" fmla="*/ 31263 w 31403"/>
                    <a:gd name="csY1" fmla="*/ 106 h 197908"/>
                    <a:gd name="csX2" fmla="*/ 31263 w 31403"/>
                    <a:gd name="csY2" fmla="*/ 198014 h 197908"/>
                    <a:gd name="csX3" fmla="*/ -140 w 31403"/>
                    <a:gd name="csY3" fmla="*/ 198014 h 197908"/>
                  </a:gdLst>
                  <a:ahLst/>
                  <a:cxnLst>
                    <a:cxn ang="0">
                      <a:pos x="csX0" y="csY0"/>
                    </a:cxn>
                    <a:cxn ang="0">
                      <a:pos x="csX1" y="csY1"/>
                    </a:cxn>
                    <a:cxn ang="0">
                      <a:pos x="csX2" y="csY2"/>
                    </a:cxn>
                    <a:cxn ang="0">
                      <a:pos x="csX3" y="csY3"/>
                    </a:cxn>
                  </a:cxnLst>
                  <a:rect l="l" t="t" r="r" b="b"/>
                  <a:pathLst>
                    <a:path w="31403" h="197908">
                      <a:moveTo>
                        <a:pt x="-140" y="106"/>
                      </a:moveTo>
                      <a:lnTo>
                        <a:pt x="31263" y="106"/>
                      </a:lnTo>
                      <a:lnTo>
                        <a:pt x="31263" y="198014"/>
                      </a:lnTo>
                      <a:lnTo>
                        <a:pt x="-140" y="198014"/>
                      </a:lnTo>
                      <a:close/>
                    </a:path>
                  </a:pathLst>
                </a:custGeom>
                <a:noFill/>
                <a:ln w="2731" cap="flat">
                  <a:solidFill>
                    <a:srgbClr val="FFFFFF"/>
                  </a:solidFill>
                  <a:prstDash val="solid"/>
                  <a:miter/>
                </a:ln>
              </p:spPr>
              <p:txBody>
                <a:bodyPr/>
                <a:lstStyle/>
                <a:p>
                  <a:endParaRPr lang="zh-CN" altLang="en-US" sz="2190"/>
                </a:p>
              </p:txBody>
            </p:sp>
          </p:grpSp>
          <p:grpSp>
            <p:nvGrpSpPr>
              <p:cNvPr id="3086" name="图形 2"/>
              <p:cNvGrpSpPr/>
              <p:nvPr/>
            </p:nvGrpSpPr>
            <p:grpSpPr>
              <a:xfrm>
                <a:off x="2065438" y="1931941"/>
                <a:ext cx="31403" cy="197908"/>
                <a:chOff x="2065438" y="1931941"/>
                <a:chExt cx="31403" cy="197908"/>
              </a:xfrm>
            </p:grpSpPr>
            <p:sp>
              <p:nvSpPr>
                <p:cNvPr id="3133" name="任意多边形: 形状 3132"/>
                <p:cNvSpPr/>
                <p:nvPr/>
              </p:nvSpPr>
              <p:spPr>
                <a:xfrm flipV="1">
                  <a:off x="2065438" y="1931941"/>
                  <a:ext cx="31403" cy="197908"/>
                </a:xfrm>
                <a:custGeom>
                  <a:avLst/>
                  <a:gdLst>
                    <a:gd name="csX0" fmla="*/ -142 w 31403"/>
                    <a:gd name="csY0" fmla="*/ 33 h 197908"/>
                    <a:gd name="csX1" fmla="*/ 31262 w 31403"/>
                    <a:gd name="csY1" fmla="*/ 33 h 197908"/>
                    <a:gd name="csX2" fmla="*/ 31262 w 31403"/>
                    <a:gd name="csY2" fmla="*/ 197942 h 197908"/>
                    <a:gd name="csX3" fmla="*/ -142 w 31403"/>
                    <a:gd name="csY3" fmla="*/ 197942 h 197908"/>
                  </a:gdLst>
                  <a:ahLst/>
                  <a:cxnLst>
                    <a:cxn ang="0">
                      <a:pos x="csX0" y="csY0"/>
                    </a:cxn>
                    <a:cxn ang="0">
                      <a:pos x="csX1" y="csY1"/>
                    </a:cxn>
                    <a:cxn ang="0">
                      <a:pos x="csX2" y="csY2"/>
                    </a:cxn>
                    <a:cxn ang="0">
                      <a:pos x="csX3" y="csY3"/>
                    </a:cxn>
                  </a:cxnLst>
                  <a:rect l="l" t="t" r="r" b="b"/>
                  <a:pathLst>
                    <a:path w="31403" h="197908">
                      <a:moveTo>
                        <a:pt x="-142" y="33"/>
                      </a:moveTo>
                      <a:lnTo>
                        <a:pt x="31262" y="33"/>
                      </a:lnTo>
                      <a:lnTo>
                        <a:pt x="31262" y="197942"/>
                      </a:lnTo>
                      <a:lnTo>
                        <a:pt x="-142" y="197942"/>
                      </a:lnTo>
                      <a:close/>
                    </a:path>
                  </a:pathLst>
                </a:custGeom>
                <a:solidFill>
                  <a:srgbClr val="F7C6A2"/>
                </a:solidFill>
                <a:ln w="5462" cap="flat">
                  <a:noFill/>
                  <a:prstDash val="solid"/>
                  <a:miter/>
                </a:ln>
              </p:spPr>
              <p:txBody>
                <a:bodyPr/>
                <a:lstStyle/>
                <a:p>
                  <a:endParaRPr lang="zh-CN" altLang="en-US" sz="2190"/>
                </a:p>
              </p:txBody>
            </p:sp>
            <p:sp>
              <p:nvSpPr>
                <p:cNvPr id="3134" name="任意多边形: 形状 3133"/>
                <p:cNvSpPr/>
                <p:nvPr/>
              </p:nvSpPr>
              <p:spPr>
                <a:xfrm flipV="1">
                  <a:off x="2065438" y="1931941"/>
                  <a:ext cx="31403" cy="197908"/>
                </a:xfrm>
                <a:custGeom>
                  <a:avLst/>
                  <a:gdLst>
                    <a:gd name="csX0" fmla="*/ -142 w 31403"/>
                    <a:gd name="csY0" fmla="*/ 33 h 197908"/>
                    <a:gd name="csX1" fmla="*/ 31262 w 31403"/>
                    <a:gd name="csY1" fmla="*/ 33 h 197908"/>
                    <a:gd name="csX2" fmla="*/ 31262 w 31403"/>
                    <a:gd name="csY2" fmla="*/ 197942 h 197908"/>
                    <a:gd name="csX3" fmla="*/ -142 w 31403"/>
                    <a:gd name="csY3" fmla="*/ 197942 h 197908"/>
                  </a:gdLst>
                  <a:ahLst/>
                  <a:cxnLst>
                    <a:cxn ang="0">
                      <a:pos x="csX0" y="csY0"/>
                    </a:cxn>
                    <a:cxn ang="0">
                      <a:pos x="csX1" y="csY1"/>
                    </a:cxn>
                    <a:cxn ang="0">
                      <a:pos x="csX2" y="csY2"/>
                    </a:cxn>
                    <a:cxn ang="0">
                      <a:pos x="csX3" y="csY3"/>
                    </a:cxn>
                  </a:cxnLst>
                  <a:rect l="l" t="t" r="r" b="b"/>
                  <a:pathLst>
                    <a:path w="31403" h="197908">
                      <a:moveTo>
                        <a:pt x="-142" y="33"/>
                      </a:moveTo>
                      <a:lnTo>
                        <a:pt x="31262" y="33"/>
                      </a:lnTo>
                      <a:lnTo>
                        <a:pt x="31262" y="197942"/>
                      </a:lnTo>
                      <a:lnTo>
                        <a:pt x="-142" y="197942"/>
                      </a:lnTo>
                      <a:close/>
                    </a:path>
                  </a:pathLst>
                </a:custGeom>
                <a:noFill/>
                <a:ln w="2731" cap="flat">
                  <a:solidFill>
                    <a:srgbClr val="FFFFFF"/>
                  </a:solidFill>
                  <a:prstDash val="solid"/>
                  <a:miter/>
                </a:ln>
              </p:spPr>
              <p:txBody>
                <a:bodyPr/>
                <a:lstStyle/>
                <a:p>
                  <a:endParaRPr lang="zh-CN" altLang="en-US" sz="2190"/>
                </a:p>
              </p:txBody>
            </p:sp>
          </p:grpSp>
          <p:grpSp>
            <p:nvGrpSpPr>
              <p:cNvPr id="3087" name="图形 2"/>
              <p:cNvGrpSpPr/>
              <p:nvPr/>
            </p:nvGrpSpPr>
            <p:grpSpPr>
              <a:xfrm>
                <a:off x="2081143" y="1684557"/>
                <a:ext cx="15699" cy="197903"/>
                <a:chOff x="2081143" y="1684557"/>
                <a:chExt cx="15699" cy="197903"/>
              </a:xfrm>
            </p:grpSpPr>
            <p:sp>
              <p:nvSpPr>
                <p:cNvPr id="3131" name="任意多边形: 形状 3130"/>
                <p:cNvSpPr/>
                <p:nvPr/>
              </p:nvSpPr>
              <p:spPr>
                <a:xfrm flipV="1">
                  <a:off x="2081143" y="1684557"/>
                  <a:ext cx="15699" cy="197903"/>
                </a:xfrm>
                <a:custGeom>
                  <a:avLst/>
                  <a:gdLst>
                    <a:gd name="csX0" fmla="*/ -143 w 15699"/>
                    <a:gd name="csY0" fmla="*/ -40 h 197903"/>
                    <a:gd name="csX1" fmla="*/ 15557 w 15699"/>
                    <a:gd name="csY1" fmla="*/ -40 h 197903"/>
                    <a:gd name="csX2" fmla="*/ 15557 w 15699"/>
                    <a:gd name="csY2" fmla="*/ 197864 h 197903"/>
                    <a:gd name="csX3" fmla="*/ -143 w 15699"/>
                    <a:gd name="csY3" fmla="*/ 197864 h 197903"/>
                  </a:gdLst>
                  <a:ahLst/>
                  <a:cxnLst>
                    <a:cxn ang="0">
                      <a:pos x="csX0" y="csY0"/>
                    </a:cxn>
                    <a:cxn ang="0">
                      <a:pos x="csX1" y="csY1"/>
                    </a:cxn>
                    <a:cxn ang="0">
                      <a:pos x="csX2" y="csY2"/>
                    </a:cxn>
                    <a:cxn ang="0">
                      <a:pos x="csX3" y="csY3"/>
                    </a:cxn>
                  </a:cxnLst>
                  <a:rect l="l" t="t" r="r" b="b"/>
                  <a:pathLst>
                    <a:path w="15699" h="197903">
                      <a:moveTo>
                        <a:pt x="-143" y="-40"/>
                      </a:moveTo>
                      <a:lnTo>
                        <a:pt x="15557" y="-40"/>
                      </a:lnTo>
                      <a:lnTo>
                        <a:pt x="15557" y="197864"/>
                      </a:lnTo>
                      <a:lnTo>
                        <a:pt x="-143" y="197864"/>
                      </a:lnTo>
                      <a:close/>
                    </a:path>
                  </a:pathLst>
                </a:custGeom>
                <a:solidFill>
                  <a:srgbClr val="F7C6A2"/>
                </a:solidFill>
                <a:ln w="5462" cap="flat">
                  <a:noFill/>
                  <a:prstDash val="solid"/>
                  <a:miter/>
                </a:ln>
              </p:spPr>
              <p:txBody>
                <a:bodyPr/>
                <a:lstStyle/>
                <a:p>
                  <a:endParaRPr lang="zh-CN" altLang="en-US" sz="2190"/>
                </a:p>
              </p:txBody>
            </p:sp>
            <p:sp>
              <p:nvSpPr>
                <p:cNvPr id="3132" name="任意多边形: 形状 3131"/>
                <p:cNvSpPr/>
                <p:nvPr/>
              </p:nvSpPr>
              <p:spPr>
                <a:xfrm flipV="1">
                  <a:off x="2081143" y="1684557"/>
                  <a:ext cx="15699" cy="197903"/>
                </a:xfrm>
                <a:custGeom>
                  <a:avLst/>
                  <a:gdLst>
                    <a:gd name="csX0" fmla="*/ -143 w 15699"/>
                    <a:gd name="csY0" fmla="*/ -40 h 197903"/>
                    <a:gd name="csX1" fmla="*/ 15557 w 15699"/>
                    <a:gd name="csY1" fmla="*/ -40 h 197903"/>
                    <a:gd name="csX2" fmla="*/ 15557 w 15699"/>
                    <a:gd name="csY2" fmla="*/ 197864 h 197903"/>
                    <a:gd name="csX3" fmla="*/ -143 w 15699"/>
                    <a:gd name="csY3" fmla="*/ 197864 h 197903"/>
                  </a:gdLst>
                  <a:ahLst/>
                  <a:cxnLst>
                    <a:cxn ang="0">
                      <a:pos x="csX0" y="csY0"/>
                    </a:cxn>
                    <a:cxn ang="0">
                      <a:pos x="csX1" y="csY1"/>
                    </a:cxn>
                    <a:cxn ang="0">
                      <a:pos x="csX2" y="csY2"/>
                    </a:cxn>
                    <a:cxn ang="0">
                      <a:pos x="csX3" y="csY3"/>
                    </a:cxn>
                  </a:cxnLst>
                  <a:rect l="l" t="t" r="r" b="b"/>
                  <a:pathLst>
                    <a:path w="15699" h="197903">
                      <a:moveTo>
                        <a:pt x="-143" y="-40"/>
                      </a:moveTo>
                      <a:lnTo>
                        <a:pt x="15557" y="-40"/>
                      </a:lnTo>
                      <a:lnTo>
                        <a:pt x="15557" y="197864"/>
                      </a:lnTo>
                      <a:lnTo>
                        <a:pt x="-143" y="197864"/>
                      </a:lnTo>
                      <a:close/>
                    </a:path>
                  </a:pathLst>
                </a:custGeom>
                <a:noFill/>
                <a:ln w="2731" cap="flat">
                  <a:solidFill>
                    <a:srgbClr val="FFFFFF"/>
                  </a:solidFill>
                  <a:prstDash val="solid"/>
                  <a:miter/>
                </a:ln>
              </p:spPr>
              <p:txBody>
                <a:bodyPr/>
                <a:lstStyle/>
                <a:p>
                  <a:endParaRPr lang="zh-CN" altLang="en-US" sz="2190"/>
                </a:p>
              </p:txBody>
            </p:sp>
          </p:grpSp>
          <p:grpSp>
            <p:nvGrpSpPr>
              <p:cNvPr id="3088" name="图形 2"/>
              <p:cNvGrpSpPr/>
              <p:nvPr/>
            </p:nvGrpSpPr>
            <p:grpSpPr>
              <a:xfrm>
                <a:off x="2112542" y="2426710"/>
                <a:ext cx="10962" cy="197907"/>
                <a:chOff x="2112542" y="2426710"/>
                <a:chExt cx="10962" cy="197907"/>
              </a:xfrm>
            </p:grpSpPr>
            <p:sp>
              <p:nvSpPr>
                <p:cNvPr id="3129" name="任意多边形: 形状 3128"/>
                <p:cNvSpPr/>
                <p:nvPr/>
              </p:nvSpPr>
              <p:spPr>
                <a:xfrm flipV="1">
                  <a:off x="2112542" y="2426710"/>
                  <a:ext cx="10962" cy="197907"/>
                </a:xfrm>
                <a:custGeom>
                  <a:avLst/>
                  <a:gdLst>
                    <a:gd name="csX0" fmla="*/ -145 w 10962"/>
                    <a:gd name="csY0" fmla="*/ 179 h 197907"/>
                    <a:gd name="csX1" fmla="*/ -145 w 10962"/>
                    <a:gd name="csY1" fmla="*/ 179 h 197907"/>
                    <a:gd name="csX2" fmla="*/ -145 w 10962"/>
                    <a:gd name="csY2" fmla="*/ 198087 h 197907"/>
                  </a:gdLst>
                  <a:ahLst/>
                  <a:cxnLst>
                    <a:cxn ang="0">
                      <a:pos x="csX0" y="csY0"/>
                    </a:cxn>
                    <a:cxn ang="0">
                      <a:pos x="csX1" y="csY1"/>
                    </a:cxn>
                    <a:cxn ang="0">
                      <a:pos x="csX2" y="csY2"/>
                    </a:cxn>
                  </a:cxnLst>
                  <a:rect l="l" t="t" r="r" b="b"/>
                  <a:pathLst>
                    <a:path w="10962" h="197907">
                      <a:moveTo>
                        <a:pt x="-145" y="179"/>
                      </a:moveTo>
                      <a:lnTo>
                        <a:pt x="-145" y="179"/>
                      </a:lnTo>
                      <a:lnTo>
                        <a:pt x="-145" y="198087"/>
                      </a:lnTo>
                      <a:close/>
                    </a:path>
                  </a:pathLst>
                </a:custGeom>
                <a:solidFill>
                  <a:srgbClr val="F7EBC4"/>
                </a:solidFill>
                <a:ln w="5462" cap="flat">
                  <a:noFill/>
                  <a:prstDash val="solid"/>
                  <a:miter/>
                </a:ln>
              </p:spPr>
              <p:txBody>
                <a:bodyPr/>
                <a:lstStyle/>
                <a:p>
                  <a:endParaRPr lang="zh-CN" altLang="en-US" sz="2190"/>
                </a:p>
              </p:txBody>
            </p:sp>
            <p:sp>
              <p:nvSpPr>
                <p:cNvPr id="3130" name="任意多边形: 形状 3129"/>
                <p:cNvSpPr/>
                <p:nvPr/>
              </p:nvSpPr>
              <p:spPr>
                <a:xfrm flipV="1">
                  <a:off x="2112542" y="2426710"/>
                  <a:ext cx="10962" cy="197907"/>
                </a:xfrm>
                <a:custGeom>
                  <a:avLst/>
                  <a:gdLst>
                    <a:gd name="csX0" fmla="*/ -145 w 10962"/>
                    <a:gd name="csY0" fmla="*/ 179 h 197907"/>
                    <a:gd name="csX1" fmla="*/ -145 w 10962"/>
                    <a:gd name="csY1" fmla="*/ 179 h 197907"/>
                    <a:gd name="csX2" fmla="*/ -145 w 10962"/>
                    <a:gd name="csY2" fmla="*/ 198087 h 197907"/>
                  </a:gdLst>
                  <a:ahLst/>
                  <a:cxnLst>
                    <a:cxn ang="0">
                      <a:pos x="csX0" y="csY0"/>
                    </a:cxn>
                    <a:cxn ang="0">
                      <a:pos x="csX1" y="csY1"/>
                    </a:cxn>
                    <a:cxn ang="0">
                      <a:pos x="csX2" y="csY2"/>
                    </a:cxn>
                  </a:cxnLst>
                  <a:rect l="l" t="t" r="r" b="b"/>
                  <a:pathLst>
                    <a:path w="10962" h="197907">
                      <a:moveTo>
                        <a:pt x="-145" y="179"/>
                      </a:moveTo>
                      <a:lnTo>
                        <a:pt x="-145" y="179"/>
                      </a:lnTo>
                      <a:lnTo>
                        <a:pt x="-145" y="198087"/>
                      </a:lnTo>
                      <a:close/>
                    </a:path>
                  </a:pathLst>
                </a:custGeom>
                <a:noFill/>
                <a:ln w="2731" cap="flat">
                  <a:solidFill>
                    <a:srgbClr val="FFFFFF"/>
                  </a:solidFill>
                  <a:prstDash val="solid"/>
                  <a:miter/>
                </a:ln>
              </p:spPr>
              <p:txBody>
                <a:bodyPr/>
                <a:lstStyle/>
                <a:p>
                  <a:endParaRPr lang="zh-CN" altLang="en-US" sz="2190"/>
                </a:p>
              </p:txBody>
            </p:sp>
          </p:grpSp>
          <p:grpSp>
            <p:nvGrpSpPr>
              <p:cNvPr id="3089" name="图形 2"/>
              <p:cNvGrpSpPr/>
              <p:nvPr/>
            </p:nvGrpSpPr>
            <p:grpSpPr>
              <a:xfrm>
                <a:off x="2081143" y="2179324"/>
                <a:ext cx="31398" cy="197908"/>
                <a:chOff x="2081143" y="2179324"/>
                <a:chExt cx="31398" cy="197908"/>
              </a:xfrm>
            </p:grpSpPr>
            <p:sp>
              <p:nvSpPr>
                <p:cNvPr id="3127" name="任意多边形: 形状 3126"/>
                <p:cNvSpPr/>
                <p:nvPr/>
              </p:nvSpPr>
              <p:spPr>
                <a:xfrm flipV="1">
                  <a:off x="2081143" y="2179324"/>
                  <a:ext cx="31398" cy="197908"/>
                </a:xfrm>
                <a:custGeom>
                  <a:avLst/>
                  <a:gdLst>
                    <a:gd name="csX0" fmla="*/ -143 w 31398"/>
                    <a:gd name="csY0" fmla="*/ 106 h 197908"/>
                    <a:gd name="csX1" fmla="*/ 31255 w 31398"/>
                    <a:gd name="csY1" fmla="*/ 106 h 197908"/>
                    <a:gd name="csX2" fmla="*/ 31255 w 31398"/>
                    <a:gd name="csY2" fmla="*/ 198014 h 197908"/>
                    <a:gd name="csX3" fmla="*/ -143 w 31398"/>
                    <a:gd name="csY3" fmla="*/ 198014 h 197908"/>
                  </a:gdLst>
                  <a:ahLst/>
                  <a:cxnLst>
                    <a:cxn ang="0">
                      <a:pos x="csX0" y="csY0"/>
                    </a:cxn>
                    <a:cxn ang="0">
                      <a:pos x="csX1" y="csY1"/>
                    </a:cxn>
                    <a:cxn ang="0">
                      <a:pos x="csX2" y="csY2"/>
                    </a:cxn>
                    <a:cxn ang="0">
                      <a:pos x="csX3" y="csY3"/>
                    </a:cxn>
                  </a:cxnLst>
                  <a:rect l="l" t="t" r="r" b="b"/>
                  <a:pathLst>
                    <a:path w="31398" h="197908">
                      <a:moveTo>
                        <a:pt x="-143" y="106"/>
                      </a:moveTo>
                      <a:lnTo>
                        <a:pt x="31255" y="106"/>
                      </a:lnTo>
                      <a:lnTo>
                        <a:pt x="31255" y="198014"/>
                      </a:lnTo>
                      <a:lnTo>
                        <a:pt x="-143" y="198014"/>
                      </a:lnTo>
                      <a:close/>
                    </a:path>
                  </a:pathLst>
                </a:custGeom>
                <a:solidFill>
                  <a:srgbClr val="F7EBC4"/>
                </a:solidFill>
                <a:ln w="5462" cap="flat">
                  <a:noFill/>
                  <a:prstDash val="solid"/>
                  <a:miter/>
                </a:ln>
              </p:spPr>
              <p:txBody>
                <a:bodyPr/>
                <a:lstStyle/>
                <a:p>
                  <a:endParaRPr lang="zh-CN" altLang="en-US" sz="2190"/>
                </a:p>
              </p:txBody>
            </p:sp>
            <p:sp>
              <p:nvSpPr>
                <p:cNvPr id="3128" name="任意多边形: 形状 3127"/>
                <p:cNvSpPr/>
                <p:nvPr/>
              </p:nvSpPr>
              <p:spPr>
                <a:xfrm flipV="1">
                  <a:off x="2081143" y="2179324"/>
                  <a:ext cx="31398" cy="197908"/>
                </a:xfrm>
                <a:custGeom>
                  <a:avLst/>
                  <a:gdLst>
                    <a:gd name="csX0" fmla="*/ -143 w 31398"/>
                    <a:gd name="csY0" fmla="*/ 106 h 197908"/>
                    <a:gd name="csX1" fmla="*/ 31255 w 31398"/>
                    <a:gd name="csY1" fmla="*/ 106 h 197908"/>
                    <a:gd name="csX2" fmla="*/ 31255 w 31398"/>
                    <a:gd name="csY2" fmla="*/ 198014 h 197908"/>
                    <a:gd name="csX3" fmla="*/ -143 w 31398"/>
                    <a:gd name="csY3" fmla="*/ 198014 h 197908"/>
                  </a:gdLst>
                  <a:ahLst/>
                  <a:cxnLst>
                    <a:cxn ang="0">
                      <a:pos x="csX0" y="csY0"/>
                    </a:cxn>
                    <a:cxn ang="0">
                      <a:pos x="csX1" y="csY1"/>
                    </a:cxn>
                    <a:cxn ang="0">
                      <a:pos x="csX2" y="csY2"/>
                    </a:cxn>
                    <a:cxn ang="0">
                      <a:pos x="csX3" y="csY3"/>
                    </a:cxn>
                  </a:cxnLst>
                  <a:rect l="l" t="t" r="r" b="b"/>
                  <a:pathLst>
                    <a:path w="31398" h="197908">
                      <a:moveTo>
                        <a:pt x="-143" y="106"/>
                      </a:moveTo>
                      <a:lnTo>
                        <a:pt x="31255" y="106"/>
                      </a:lnTo>
                      <a:lnTo>
                        <a:pt x="31255" y="198014"/>
                      </a:lnTo>
                      <a:lnTo>
                        <a:pt x="-143" y="198014"/>
                      </a:lnTo>
                      <a:close/>
                    </a:path>
                  </a:pathLst>
                </a:custGeom>
                <a:noFill/>
                <a:ln w="2731" cap="flat">
                  <a:solidFill>
                    <a:srgbClr val="FFFFFF"/>
                  </a:solidFill>
                  <a:prstDash val="solid"/>
                  <a:miter/>
                </a:ln>
              </p:spPr>
              <p:txBody>
                <a:bodyPr/>
                <a:lstStyle/>
                <a:p>
                  <a:endParaRPr lang="zh-CN" altLang="en-US" sz="2190"/>
                </a:p>
              </p:txBody>
            </p:sp>
          </p:grpSp>
          <p:grpSp>
            <p:nvGrpSpPr>
              <p:cNvPr id="3090" name="图形 2"/>
              <p:cNvGrpSpPr/>
              <p:nvPr/>
            </p:nvGrpSpPr>
            <p:grpSpPr>
              <a:xfrm>
                <a:off x="2096842" y="1931941"/>
                <a:ext cx="15699" cy="197908"/>
                <a:chOff x="2096842" y="1931941"/>
                <a:chExt cx="15699" cy="197908"/>
              </a:xfrm>
            </p:grpSpPr>
            <p:sp>
              <p:nvSpPr>
                <p:cNvPr id="3125" name="任意多边形: 形状 3124"/>
                <p:cNvSpPr/>
                <p:nvPr/>
              </p:nvSpPr>
              <p:spPr>
                <a:xfrm flipV="1">
                  <a:off x="2096842" y="1931941"/>
                  <a:ext cx="15699" cy="197908"/>
                </a:xfrm>
                <a:custGeom>
                  <a:avLst/>
                  <a:gdLst>
                    <a:gd name="csX0" fmla="*/ -144 w 15699"/>
                    <a:gd name="csY0" fmla="*/ 33 h 197908"/>
                    <a:gd name="csX1" fmla="*/ 15555 w 15699"/>
                    <a:gd name="csY1" fmla="*/ 33 h 197908"/>
                    <a:gd name="csX2" fmla="*/ 15555 w 15699"/>
                    <a:gd name="csY2" fmla="*/ 197942 h 197908"/>
                    <a:gd name="csX3" fmla="*/ -144 w 15699"/>
                    <a:gd name="csY3" fmla="*/ 197942 h 197908"/>
                  </a:gdLst>
                  <a:ahLst/>
                  <a:cxnLst>
                    <a:cxn ang="0">
                      <a:pos x="csX0" y="csY0"/>
                    </a:cxn>
                    <a:cxn ang="0">
                      <a:pos x="csX1" y="csY1"/>
                    </a:cxn>
                    <a:cxn ang="0">
                      <a:pos x="csX2" y="csY2"/>
                    </a:cxn>
                    <a:cxn ang="0">
                      <a:pos x="csX3" y="csY3"/>
                    </a:cxn>
                  </a:cxnLst>
                  <a:rect l="l" t="t" r="r" b="b"/>
                  <a:pathLst>
                    <a:path w="15699" h="197908">
                      <a:moveTo>
                        <a:pt x="-144" y="33"/>
                      </a:moveTo>
                      <a:lnTo>
                        <a:pt x="15555" y="33"/>
                      </a:lnTo>
                      <a:lnTo>
                        <a:pt x="15555" y="197942"/>
                      </a:lnTo>
                      <a:lnTo>
                        <a:pt x="-144" y="197942"/>
                      </a:lnTo>
                      <a:close/>
                    </a:path>
                  </a:pathLst>
                </a:custGeom>
                <a:solidFill>
                  <a:srgbClr val="F7EBC4"/>
                </a:solidFill>
                <a:ln w="5462" cap="flat">
                  <a:noFill/>
                  <a:prstDash val="solid"/>
                  <a:miter/>
                </a:ln>
              </p:spPr>
              <p:txBody>
                <a:bodyPr/>
                <a:lstStyle/>
                <a:p>
                  <a:endParaRPr lang="zh-CN" altLang="en-US" sz="2190"/>
                </a:p>
              </p:txBody>
            </p:sp>
            <p:sp>
              <p:nvSpPr>
                <p:cNvPr id="3126" name="任意多边形: 形状 3125"/>
                <p:cNvSpPr/>
                <p:nvPr/>
              </p:nvSpPr>
              <p:spPr>
                <a:xfrm flipV="1">
                  <a:off x="2096842" y="1931941"/>
                  <a:ext cx="15699" cy="197908"/>
                </a:xfrm>
                <a:custGeom>
                  <a:avLst/>
                  <a:gdLst>
                    <a:gd name="csX0" fmla="*/ -144 w 15699"/>
                    <a:gd name="csY0" fmla="*/ 33 h 197908"/>
                    <a:gd name="csX1" fmla="*/ 15555 w 15699"/>
                    <a:gd name="csY1" fmla="*/ 33 h 197908"/>
                    <a:gd name="csX2" fmla="*/ 15555 w 15699"/>
                    <a:gd name="csY2" fmla="*/ 197942 h 197908"/>
                    <a:gd name="csX3" fmla="*/ -144 w 15699"/>
                    <a:gd name="csY3" fmla="*/ 197942 h 197908"/>
                  </a:gdLst>
                  <a:ahLst/>
                  <a:cxnLst>
                    <a:cxn ang="0">
                      <a:pos x="csX0" y="csY0"/>
                    </a:cxn>
                    <a:cxn ang="0">
                      <a:pos x="csX1" y="csY1"/>
                    </a:cxn>
                    <a:cxn ang="0">
                      <a:pos x="csX2" y="csY2"/>
                    </a:cxn>
                    <a:cxn ang="0">
                      <a:pos x="csX3" y="csY3"/>
                    </a:cxn>
                  </a:cxnLst>
                  <a:rect l="l" t="t" r="r" b="b"/>
                  <a:pathLst>
                    <a:path w="15699" h="197908">
                      <a:moveTo>
                        <a:pt x="-144" y="33"/>
                      </a:moveTo>
                      <a:lnTo>
                        <a:pt x="15555" y="33"/>
                      </a:lnTo>
                      <a:lnTo>
                        <a:pt x="15555" y="197942"/>
                      </a:lnTo>
                      <a:lnTo>
                        <a:pt x="-144" y="197942"/>
                      </a:lnTo>
                      <a:close/>
                    </a:path>
                  </a:pathLst>
                </a:custGeom>
                <a:noFill/>
                <a:ln w="2731" cap="flat">
                  <a:solidFill>
                    <a:srgbClr val="FFFFFF"/>
                  </a:solidFill>
                  <a:prstDash val="solid"/>
                  <a:miter/>
                </a:ln>
              </p:spPr>
              <p:txBody>
                <a:bodyPr/>
                <a:lstStyle/>
                <a:p>
                  <a:endParaRPr lang="zh-CN" altLang="en-US" sz="2190"/>
                </a:p>
              </p:txBody>
            </p:sp>
          </p:grpSp>
          <p:grpSp>
            <p:nvGrpSpPr>
              <p:cNvPr id="3091" name="图形 2"/>
              <p:cNvGrpSpPr/>
              <p:nvPr/>
            </p:nvGrpSpPr>
            <p:grpSpPr>
              <a:xfrm>
                <a:off x="2096842" y="1684557"/>
                <a:ext cx="15699" cy="197903"/>
                <a:chOff x="2096842" y="1684557"/>
                <a:chExt cx="15699" cy="197903"/>
              </a:xfrm>
            </p:grpSpPr>
            <p:sp>
              <p:nvSpPr>
                <p:cNvPr id="3123" name="任意多边形: 形状 3122"/>
                <p:cNvSpPr/>
                <p:nvPr/>
              </p:nvSpPr>
              <p:spPr>
                <a:xfrm flipV="1">
                  <a:off x="2096842" y="1684557"/>
                  <a:ext cx="15699" cy="197903"/>
                </a:xfrm>
                <a:custGeom>
                  <a:avLst/>
                  <a:gdLst>
                    <a:gd name="csX0" fmla="*/ -144 w 15699"/>
                    <a:gd name="csY0" fmla="*/ -40 h 197903"/>
                    <a:gd name="csX1" fmla="*/ 15555 w 15699"/>
                    <a:gd name="csY1" fmla="*/ -40 h 197903"/>
                    <a:gd name="csX2" fmla="*/ 15555 w 15699"/>
                    <a:gd name="csY2" fmla="*/ 197864 h 197903"/>
                    <a:gd name="csX3" fmla="*/ -144 w 15699"/>
                    <a:gd name="csY3" fmla="*/ 197864 h 197903"/>
                  </a:gdLst>
                  <a:ahLst/>
                  <a:cxnLst>
                    <a:cxn ang="0">
                      <a:pos x="csX0" y="csY0"/>
                    </a:cxn>
                    <a:cxn ang="0">
                      <a:pos x="csX1" y="csY1"/>
                    </a:cxn>
                    <a:cxn ang="0">
                      <a:pos x="csX2" y="csY2"/>
                    </a:cxn>
                    <a:cxn ang="0">
                      <a:pos x="csX3" y="csY3"/>
                    </a:cxn>
                  </a:cxnLst>
                  <a:rect l="l" t="t" r="r" b="b"/>
                  <a:pathLst>
                    <a:path w="15699" h="197903">
                      <a:moveTo>
                        <a:pt x="-144" y="-40"/>
                      </a:moveTo>
                      <a:lnTo>
                        <a:pt x="15555" y="-40"/>
                      </a:lnTo>
                      <a:lnTo>
                        <a:pt x="15555" y="197864"/>
                      </a:lnTo>
                      <a:lnTo>
                        <a:pt x="-144" y="197864"/>
                      </a:lnTo>
                      <a:close/>
                    </a:path>
                  </a:pathLst>
                </a:custGeom>
                <a:solidFill>
                  <a:srgbClr val="F7EBC4"/>
                </a:solidFill>
                <a:ln w="5462" cap="flat">
                  <a:noFill/>
                  <a:prstDash val="solid"/>
                  <a:miter/>
                </a:ln>
              </p:spPr>
              <p:txBody>
                <a:bodyPr/>
                <a:lstStyle/>
                <a:p>
                  <a:endParaRPr lang="zh-CN" altLang="en-US" sz="2190"/>
                </a:p>
              </p:txBody>
            </p:sp>
            <p:sp>
              <p:nvSpPr>
                <p:cNvPr id="3124" name="任意多边形: 形状 3123"/>
                <p:cNvSpPr/>
                <p:nvPr/>
              </p:nvSpPr>
              <p:spPr>
                <a:xfrm flipV="1">
                  <a:off x="2096842" y="1684557"/>
                  <a:ext cx="15699" cy="197903"/>
                </a:xfrm>
                <a:custGeom>
                  <a:avLst/>
                  <a:gdLst>
                    <a:gd name="csX0" fmla="*/ -144 w 15699"/>
                    <a:gd name="csY0" fmla="*/ -40 h 197903"/>
                    <a:gd name="csX1" fmla="*/ 15555 w 15699"/>
                    <a:gd name="csY1" fmla="*/ -40 h 197903"/>
                    <a:gd name="csX2" fmla="*/ 15555 w 15699"/>
                    <a:gd name="csY2" fmla="*/ 197864 h 197903"/>
                    <a:gd name="csX3" fmla="*/ -144 w 15699"/>
                    <a:gd name="csY3" fmla="*/ 197864 h 197903"/>
                  </a:gdLst>
                  <a:ahLst/>
                  <a:cxnLst>
                    <a:cxn ang="0">
                      <a:pos x="csX0" y="csY0"/>
                    </a:cxn>
                    <a:cxn ang="0">
                      <a:pos x="csX1" y="csY1"/>
                    </a:cxn>
                    <a:cxn ang="0">
                      <a:pos x="csX2" y="csY2"/>
                    </a:cxn>
                    <a:cxn ang="0">
                      <a:pos x="csX3" y="csY3"/>
                    </a:cxn>
                  </a:cxnLst>
                  <a:rect l="l" t="t" r="r" b="b"/>
                  <a:pathLst>
                    <a:path w="15699" h="197903">
                      <a:moveTo>
                        <a:pt x="-144" y="-40"/>
                      </a:moveTo>
                      <a:lnTo>
                        <a:pt x="15555" y="-40"/>
                      </a:lnTo>
                      <a:lnTo>
                        <a:pt x="15555" y="197864"/>
                      </a:lnTo>
                      <a:lnTo>
                        <a:pt x="-144" y="197864"/>
                      </a:lnTo>
                      <a:close/>
                    </a:path>
                  </a:pathLst>
                </a:custGeom>
                <a:noFill/>
                <a:ln w="2731" cap="flat">
                  <a:solidFill>
                    <a:srgbClr val="FFFFFF"/>
                  </a:solidFill>
                  <a:prstDash val="solid"/>
                  <a:miter/>
                </a:ln>
              </p:spPr>
              <p:txBody>
                <a:bodyPr/>
                <a:lstStyle/>
                <a:p>
                  <a:endParaRPr lang="zh-CN" altLang="en-US" sz="2190"/>
                </a:p>
              </p:txBody>
            </p:sp>
          </p:grpSp>
          <p:sp>
            <p:nvSpPr>
              <p:cNvPr id="3092" name="任意多边形: 形状 3091"/>
              <p:cNvSpPr/>
              <p:nvPr/>
            </p:nvSpPr>
            <p:spPr>
              <a:xfrm flipV="1">
                <a:off x="542512" y="2671621"/>
                <a:ext cx="10962" cy="17769"/>
              </a:xfrm>
              <a:custGeom>
                <a:avLst/>
                <a:gdLst>
                  <a:gd name="csX0" fmla="*/ -1 w 10962"/>
                  <a:gd name="csY0" fmla="*/ 17994 h 17769"/>
                  <a:gd name="csX1" fmla="*/ -1 w 10962"/>
                  <a:gd name="csY1" fmla="*/ 225 h 17769"/>
                </a:gdLst>
                <a:ahLst/>
                <a:cxnLst>
                  <a:cxn ang="0">
                    <a:pos x="csX0" y="csY0"/>
                  </a:cxn>
                  <a:cxn ang="0">
                    <a:pos x="csX1" y="csY1"/>
                  </a:cxn>
                </a:cxnLst>
                <a:rect l="l" t="t" r="r" b="b"/>
                <a:pathLst>
                  <a:path w="10962" h="17769">
                    <a:moveTo>
                      <a:pt x="-1" y="17994"/>
                    </a:moveTo>
                    <a:lnTo>
                      <a:pt x="-1" y="225"/>
                    </a:lnTo>
                  </a:path>
                </a:pathLst>
              </a:custGeom>
              <a:solidFill>
                <a:srgbClr val="000000"/>
              </a:solidFill>
              <a:ln w="5462" cap="flat">
                <a:noFill/>
                <a:prstDash val="solid"/>
                <a:miter/>
              </a:ln>
            </p:spPr>
            <p:txBody>
              <a:bodyPr/>
              <a:lstStyle/>
              <a:p>
                <a:endParaRPr lang="zh-CN" altLang="en-US" sz="2190"/>
              </a:p>
            </p:txBody>
          </p:sp>
          <p:sp>
            <p:nvSpPr>
              <p:cNvPr id="3093" name="任意多边形: 形状 3092"/>
              <p:cNvSpPr/>
              <p:nvPr/>
            </p:nvSpPr>
            <p:spPr>
              <a:xfrm flipV="1">
                <a:off x="542512" y="2671621"/>
                <a:ext cx="10962" cy="17769"/>
              </a:xfrm>
              <a:custGeom>
                <a:avLst/>
                <a:gdLst>
                  <a:gd name="csX0" fmla="*/ -1 w 10962"/>
                  <a:gd name="csY0" fmla="*/ 17994 h 17769"/>
                  <a:gd name="csX1" fmla="*/ -1 w 10962"/>
                  <a:gd name="csY1" fmla="*/ 225 h 17769"/>
                </a:gdLst>
                <a:ahLst/>
                <a:cxnLst>
                  <a:cxn ang="0">
                    <a:pos x="csX0" y="csY0"/>
                  </a:cxn>
                  <a:cxn ang="0">
                    <a:pos x="csX1" y="csY1"/>
                  </a:cxn>
                </a:cxnLst>
                <a:rect l="l" t="t" r="r" b="b"/>
                <a:pathLst>
                  <a:path w="10962" h="17769">
                    <a:moveTo>
                      <a:pt x="-1" y="17994"/>
                    </a:moveTo>
                    <a:lnTo>
                      <a:pt x="-1" y="225"/>
                    </a:lnTo>
                  </a:path>
                </a:pathLst>
              </a:custGeom>
              <a:noFill/>
              <a:ln w="4370" cap="flat">
                <a:solidFill>
                  <a:srgbClr val="000000"/>
                </a:solidFill>
                <a:prstDash val="solid"/>
                <a:round/>
              </a:ln>
            </p:spPr>
            <p:txBody>
              <a:bodyPr/>
              <a:lstStyle/>
              <a:p>
                <a:endParaRPr lang="zh-CN" altLang="en-US" sz="2190"/>
              </a:p>
            </p:txBody>
          </p:sp>
          <p:sp>
            <p:nvSpPr>
              <p:cNvPr id="3094" name="文本框 3093"/>
              <p:cNvSpPr txBox="1"/>
              <p:nvPr/>
            </p:nvSpPr>
            <p:spPr>
              <a:xfrm>
                <a:off x="432830"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3095" name="任意多边形: 形状 3094"/>
              <p:cNvSpPr/>
              <p:nvPr/>
            </p:nvSpPr>
            <p:spPr>
              <a:xfrm flipV="1">
                <a:off x="935019" y="2671621"/>
                <a:ext cx="10962" cy="17769"/>
              </a:xfrm>
              <a:custGeom>
                <a:avLst/>
                <a:gdLst>
                  <a:gd name="csX0" fmla="*/ -37 w 10962"/>
                  <a:gd name="csY0" fmla="*/ 17994 h 17769"/>
                  <a:gd name="csX1" fmla="*/ -37 w 10962"/>
                  <a:gd name="csY1" fmla="*/ 225 h 17769"/>
                </a:gdLst>
                <a:ahLst/>
                <a:cxnLst>
                  <a:cxn ang="0">
                    <a:pos x="csX0" y="csY0"/>
                  </a:cxn>
                  <a:cxn ang="0">
                    <a:pos x="csX1" y="csY1"/>
                  </a:cxn>
                </a:cxnLst>
                <a:rect l="l" t="t" r="r" b="b"/>
                <a:pathLst>
                  <a:path w="10962" h="17769">
                    <a:moveTo>
                      <a:pt x="-37" y="17994"/>
                    </a:moveTo>
                    <a:lnTo>
                      <a:pt x="-37" y="225"/>
                    </a:lnTo>
                  </a:path>
                </a:pathLst>
              </a:custGeom>
              <a:solidFill>
                <a:srgbClr val="000000"/>
              </a:solidFill>
              <a:ln w="5462" cap="flat">
                <a:noFill/>
                <a:prstDash val="solid"/>
                <a:miter/>
              </a:ln>
            </p:spPr>
            <p:txBody>
              <a:bodyPr/>
              <a:lstStyle/>
              <a:p>
                <a:endParaRPr lang="zh-CN" altLang="en-US" sz="2190"/>
              </a:p>
            </p:txBody>
          </p:sp>
          <p:sp>
            <p:nvSpPr>
              <p:cNvPr id="3096" name="任意多边形: 形状 3095"/>
              <p:cNvSpPr/>
              <p:nvPr/>
            </p:nvSpPr>
            <p:spPr>
              <a:xfrm flipV="1">
                <a:off x="935019" y="2671621"/>
                <a:ext cx="10962" cy="17769"/>
              </a:xfrm>
              <a:custGeom>
                <a:avLst/>
                <a:gdLst>
                  <a:gd name="csX0" fmla="*/ -37 w 10962"/>
                  <a:gd name="csY0" fmla="*/ 17994 h 17769"/>
                  <a:gd name="csX1" fmla="*/ -37 w 10962"/>
                  <a:gd name="csY1" fmla="*/ 225 h 17769"/>
                </a:gdLst>
                <a:ahLst/>
                <a:cxnLst>
                  <a:cxn ang="0">
                    <a:pos x="csX0" y="csY0"/>
                  </a:cxn>
                  <a:cxn ang="0">
                    <a:pos x="csX1" y="csY1"/>
                  </a:cxn>
                </a:cxnLst>
                <a:rect l="l" t="t" r="r" b="b"/>
                <a:pathLst>
                  <a:path w="10962" h="17769">
                    <a:moveTo>
                      <a:pt x="-37" y="17994"/>
                    </a:moveTo>
                    <a:lnTo>
                      <a:pt x="-37" y="225"/>
                    </a:lnTo>
                  </a:path>
                </a:pathLst>
              </a:custGeom>
              <a:noFill/>
              <a:ln w="4370" cap="flat">
                <a:solidFill>
                  <a:srgbClr val="000000"/>
                </a:solidFill>
                <a:prstDash val="solid"/>
                <a:round/>
              </a:ln>
            </p:spPr>
            <p:txBody>
              <a:bodyPr/>
              <a:lstStyle/>
              <a:p>
                <a:endParaRPr lang="zh-CN" altLang="en-US" sz="2190"/>
              </a:p>
            </p:txBody>
          </p:sp>
          <p:sp>
            <p:nvSpPr>
              <p:cNvPr id="3097" name="文本框 3096"/>
              <p:cNvSpPr txBox="1"/>
              <p:nvPr/>
            </p:nvSpPr>
            <p:spPr>
              <a:xfrm>
                <a:off x="807096"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3098" name="任意多边形: 形状 3097"/>
              <p:cNvSpPr/>
              <p:nvPr/>
            </p:nvSpPr>
            <p:spPr>
              <a:xfrm flipV="1">
                <a:off x="1327527" y="2671621"/>
                <a:ext cx="10962" cy="17769"/>
              </a:xfrm>
              <a:custGeom>
                <a:avLst/>
                <a:gdLst>
                  <a:gd name="csX0" fmla="*/ -73 w 10962"/>
                  <a:gd name="csY0" fmla="*/ 17994 h 17769"/>
                  <a:gd name="csX1" fmla="*/ -73 w 10962"/>
                  <a:gd name="csY1" fmla="*/ 225 h 17769"/>
                </a:gdLst>
                <a:ahLst/>
                <a:cxnLst>
                  <a:cxn ang="0">
                    <a:pos x="csX0" y="csY0"/>
                  </a:cxn>
                  <a:cxn ang="0">
                    <a:pos x="csX1" y="csY1"/>
                  </a:cxn>
                </a:cxnLst>
                <a:rect l="l" t="t" r="r" b="b"/>
                <a:pathLst>
                  <a:path w="10962" h="17769">
                    <a:moveTo>
                      <a:pt x="-73" y="17994"/>
                    </a:moveTo>
                    <a:lnTo>
                      <a:pt x="-73" y="225"/>
                    </a:lnTo>
                  </a:path>
                </a:pathLst>
              </a:custGeom>
              <a:solidFill>
                <a:srgbClr val="000000"/>
              </a:solidFill>
              <a:ln w="5462" cap="flat">
                <a:noFill/>
                <a:prstDash val="solid"/>
                <a:miter/>
              </a:ln>
            </p:spPr>
            <p:txBody>
              <a:bodyPr/>
              <a:lstStyle/>
              <a:p>
                <a:endParaRPr lang="zh-CN" altLang="en-US" sz="2190"/>
              </a:p>
            </p:txBody>
          </p:sp>
          <p:sp>
            <p:nvSpPr>
              <p:cNvPr id="3099" name="任意多边形: 形状 3098"/>
              <p:cNvSpPr/>
              <p:nvPr/>
            </p:nvSpPr>
            <p:spPr>
              <a:xfrm flipV="1">
                <a:off x="1327527" y="2671621"/>
                <a:ext cx="10962" cy="17769"/>
              </a:xfrm>
              <a:custGeom>
                <a:avLst/>
                <a:gdLst>
                  <a:gd name="csX0" fmla="*/ -73 w 10962"/>
                  <a:gd name="csY0" fmla="*/ 17994 h 17769"/>
                  <a:gd name="csX1" fmla="*/ -73 w 10962"/>
                  <a:gd name="csY1" fmla="*/ 225 h 17769"/>
                </a:gdLst>
                <a:ahLst/>
                <a:cxnLst>
                  <a:cxn ang="0">
                    <a:pos x="csX0" y="csY0"/>
                  </a:cxn>
                  <a:cxn ang="0">
                    <a:pos x="csX1" y="csY1"/>
                  </a:cxn>
                </a:cxnLst>
                <a:rect l="l" t="t" r="r" b="b"/>
                <a:pathLst>
                  <a:path w="10962" h="17769">
                    <a:moveTo>
                      <a:pt x="-73" y="17994"/>
                    </a:moveTo>
                    <a:lnTo>
                      <a:pt x="-73" y="225"/>
                    </a:lnTo>
                  </a:path>
                </a:pathLst>
              </a:custGeom>
              <a:noFill/>
              <a:ln w="4370" cap="flat">
                <a:solidFill>
                  <a:srgbClr val="000000"/>
                </a:solidFill>
                <a:prstDash val="solid"/>
                <a:round/>
              </a:ln>
            </p:spPr>
            <p:txBody>
              <a:bodyPr/>
              <a:lstStyle/>
              <a:p>
                <a:endParaRPr lang="zh-CN" altLang="en-US" sz="2190"/>
              </a:p>
            </p:txBody>
          </p:sp>
          <p:sp>
            <p:nvSpPr>
              <p:cNvPr id="3100" name="文本框 3099"/>
              <p:cNvSpPr txBox="1"/>
              <p:nvPr/>
            </p:nvSpPr>
            <p:spPr>
              <a:xfrm>
                <a:off x="1199603"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3101" name="任意多边形: 形状 3100"/>
              <p:cNvSpPr/>
              <p:nvPr/>
            </p:nvSpPr>
            <p:spPr>
              <a:xfrm flipV="1">
                <a:off x="1720034" y="2671621"/>
                <a:ext cx="10962" cy="17769"/>
              </a:xfrm>
              <a:custGeom>
                <a:avLst/>
                <a:gdLst>
                  <a:gd name="csX0" fmla="*/ -109 w 10962"/>
                  <a:gd name="csY0" fmla="*/ 17994 h 17769"/>
                  <a:gd name="csX1" fmla="*/ -109 w 10962"/>
                  <a:gd name="csY1" fmla="*/ 225 h 17769"/>
                </a:gdLst>
                <a:ahLst/>
                <a:cxnLst>
                  <a:cxn ang="0">
                    <a:pos x="csX0" y="csY0"/>
                  </a:cxn>
                  <a:cxn ang="0">
                    <a:pos x="csX1" y="csY1"/>
                  </a:cxn>
                </a:cxnLst>
                <a:rect l="l" t="t" r="r" b="b"/>
                <a:pathLst>
                  <a:path w="10962" h="17769">
                    <a:moveTo>
                      <a:pt x="-109" y="17994"/>
                    </a:moveTo>
                    <a:lnTo>
                      <a:pt x="-109" y="225"/>
                    </a:lnTo>
                  </a:path>
                </a:pathLst>
              </a:custGeom>
              <a:solidFill>
                <a:srgbClr val="000000"/>
              </a:solidFill>
              <a:ln w="5462" cap="flat">
                <a:noFill/>
                <a:prstDash val="solid"/>
                <a:miter/>
              </a:ln>
            </p:spPr>
            <p:txBody>
              <a:bodyPr/>
              <a:lstStyle/>
              <a:p>
                <a:endParaRPr lang="zh-CN" altLang="en-US" sz="2190"/>
              </a:p>
            </p:txBody>
          </p:sp>
          <p:sp>
            <p:nvSpPr>
              <p:cNvPr id="3102" name="任意多边形: 形状 3101"/>
              <p:cNvSpPr/>
              <p:nvPr/>
            </p:nvSpPr>
            <p:spPr>
              <a:xfrm flipV="1">
                <a:off x="1720034" y="2671621"/>
                <a:ext cx="10962" cy="17769"/>
              </a:xfrm>
              <a:custGeom>
                <a:avLst/>
                <a:gdLst>
                  <a:gd name="csX0" fmla="*/ -109 w 10962"/>
                  <a:gd name="csY0" fmla="*/ 17994 h 17769"/>
                  <a:gd name="csX1" fmla="*/ -109 w 10962"/>
                  <a:gd name="csY1" fmla="*/ 225 h 17769"/>
                </a:gdLst>
                <a:ahLst/>
                <a:cxnLst>
                  <a:cxn ang="0">
                    <a:pos x="csX0" y="csY0"/>
                  </a:cxn>
                  <a:cxn ang="0">
                    <a:pos x="csX1" y="csY1"/>
                  </a:cxn>
                </a:cxnLst>
                <a:rect l="l" t="t" r="r" b="b"/>
                <a:pathLst>
                  <a:path w="10962" h="17769">
                    <a:moveTo>
                      <a:pt x="-109" y="17994"/>
                    </a:moveTo>
                    <a:lnTo>
                      <a:pt x="-109" y="225"/>
                    </a:lnTo>
                  </a:path>
                </a:pathLst>
              </a:custGeom>
              <a:noFill/>
              <a:ln w="4370" cap="flat">
                <a:solidFill>
                  <a:srgbClr val="000000"/>
                </a:solidFill>
                <a:prstDash val="solid"/>
                <a:round/>
              </a:ln>
            </p:spPr>
            <p:txBody>
              <a:bodyPr/>
              <a:lstStyle/>
              <a:p>
                <a:endParaRPr lang="zh-CN" altLang="en-US" sz="2190"/>
              </a:p>
            </p:txBody>
          </p:sp>
          <p:sp>
            <p:nvSpPr>
              <p:cNvPr id="3103" name="文本框 3102"/>
              <p:cNvSpPr txBox="1"/>
              <p:nvPr/>
            </p:nvSpPr>
            <p:spPr>
              <a:xfrm>
                <a:off x="1592107"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3104" name="任意多边形: 形状 3103"/>
              <p:cNvSpPr/>
              <p:nvPr/>
            </p:nvSpPr>
            <p:spPr>
              <a:xfrm flipV="1">
                <a:off x="2112542" y="2671621"/>
                <a:ext cx="10962" cy="17769"/>
              </a:xfrm>
              <a:custGeom>
                <a:avLst/>
                <a:gdLst>
                  <a:gd name="csX0" fmla="*/ -145 w 10962"/>
                  <a:gd name="csY0" fmla="*/ 17994 h 17769"/>
                  <a:gd name="csX1" fmla="*/ -145 w 10962"/>
                  <a:gd name="csY1" fmla="*/ 225 h 17769"/>
                </a:gdLst>
                <a:ahLst/>
                <a:cxnLst>
                  <a:cxn ang="0">
                    <a:pos x="csX0" y="csY0"/>
                  </a:cxn>
                  <a:cxn ang="0">
                    <a:pos x="csX1" y="csY1"/>
                  </a:cxn>
                </a:cxnLst>
                <a:rect l="l" t="t" r="r" b="b"/>
                <a:pathLst>
                  <a:path w="10962" h="17769">
                    <a:moveTo>
                      <a:pt x="-145" y="17994"/>
                    </a:moveTo>
                    <a:lnTo>
                      <a:pt x="-145" y="225"/>
                    </a:lnTo>
                  </a:path>
                </a:pathLst>
              </a:custGeom>
              <a:solidFill>
                <a:srgbClr val="000000"/>
              </a:solidFill>
              <a:ln w="5462" cap="flat">
                <a:noFill/>
                <a:prstDash val="solid"/>
                <a:miter/>
              </a:ln>
            </p:spPr>
            <p:txBody>
              <a:bodyPr/>
              <a:lstStyle/>
              <a:p>
                <a:endParaRPr lang="zh-CN" altLang="en-US" sz="2190"/>
              </a:p>
            </p:txBody>
          </p:sp>
          <p:sp>
            <p:nvSpPr>
              <p:cNvPr id="3105" name="任意多边形: 形状 3104"/>
              <p:cNvSpPr/>
              <p:nvPr/>
            </p:nvSpPr>
            <p:spPr>
              <a:xfrm flipV="1">
                <a:off x="2112542" y="2671621"/>
                <a:ext cx="10962" cy="17769"/>
              </a:xfrm>
              <a:custGeom>
                <a:avLst/>
                <a:gdLst>
                  <a:gd name="csX0" fmla="*/ -145 w 10962"/>
                  <a:gd name="csY0" fmla="*/ 17994 h 17769"/>
                  <a:gd name="csX1" fmla="*/ -145 w 10962"/>
                  <a:gd name="csY1" fmla="*/ 225 h 17769"/>
                </a:gdLst>
                <a:ahLst/>
                <a:cxnLst>
                  <a:cxn ang="0">
                    <a:pos x="csX0" y="csY0"/>
                  </a:cxn>
                  <a:cxn ang="0">
                    <a:pos x="csX1" y="csY1"/>
                  </a:cxn>
                </a:cxnLst>
                <a:rect l="l" t="t" r="r" b="b"/>
                <a:pathLst>
                  <a:path w="10962" h="17769">
                    <a:moveTo>
                      <a:pt x="-145" y="17994"/>
                    </a:moveTo>
                    <a:lnTo>
                      <a:pt x="-145" y="225"/>
                    </a:lnTo>
                  </a:path>
                </a:pathLst>
              </a:custGeom>
              <a:noFill/>
              <a:ln w="4370" cap="flat">
                <a:solidFill>
                  <a:srgbClr val="000000"/>
                </a:solidFill>
                <a:prstDash val="solid"/>
                <a:round/>
              </a:ln>
            </p:spPr>
            <p:txBody>
              <a:bodyPr/>
              <a:lstStyle/>
              <a:p>
                <a:endParaRPr lang="zh-CN" altLang="en-US" sz="2190"/>
              </a:p>
            </p:txBody>
          </p:sp>
          <p:sp>
            <p:nvSpPr>
              <p:cNvPr id="3106" name="文本框 3105"/>
              <p:cNvSpPr txBox="1"/>
              <p:nvPr/>
            </p:nvSpPr>
            <p:spPr>
              <a:xfrm>
                <a:off x="1966381" y="2649923"/>
                <a:ext cx="38689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3107" name="文本框 3106"/>
              <p:cNvSpPr txBox="1"/>
              <p:nvPr/>
            </p:nvSpPr>
            <p:spPr>
              <a:xfrm>
                <a:off x="997279" y="2750638"/>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3108" name="任意多边形: 形状 3107"/>
              <p:cNvSpPr/>
              <p:nvPr/>
            </p:nvSpPr>
            <p:spPr>
              <a:xfrm flipV="1">
                <a:off x="523373" y="2525664"/>
                <a:ext cx="19138" cy="10177"/>
              </a:xfrm>
              <a:custGeom>
                <a:avLst/>
                <a:gdLst>
                  <a:gd name="csX0" fmla="*/ 19139 w 19138"/>
                  <a:gd name="csY0" fmla="*/ 179 h 10177"/>
                  <a:gd name="csX1" fmla="*/ 0 w 19138"/>
                  <a:gd name="csY1" fmla="*/ 179 h 10177"/>
                </a:gdLst>
                <a:ahLst/>
                <a:cxnLst>
                  <a:cxn ang="0">
                    <a:pos x="csX0" y="csY0"/>
                  </a:cxn>
                  <a:cxn ang="0">
                    <a:pos x="csX1" y="csY1"/>
                  </a:cxn>
                </a:cxnLst>
                <a:rect l="l" t="t" r="r" b="b"/>
                <a:pathLst>
                  <a:path w="19138" h="10177">
                    <a:moveTo>
                      <a:pt x="19139" y="179"/>
                    </a:moveTo>
                    <a:lnTo>
                      <a:pt x="0" y="179"/>
                    </a:lnTo>
                  </a:path>
                </a:pathLst>
              </a:custGeom>
              <a:solidFill>
                <a:srgbClr val="000000"/>
              </a:solidFill>
              <a:ln w="5462" cap="flat">
                <a:noFill/>
                <a:prstDash val="solid"/>
                <a:miter/>
              </a:ln>
            </p:spPr>
            <p:txBody>
              <a:bodyPr/>
              <a:lstStyle/>
              <a:p>
                <a:endParaRPr lang="zh-CN" altLang="en-US" sz="2190"/>
              </a:p>
            </p:txBody>
          </p:sp>
          <p:sp>
            <p:nvSpPr>
              <p:cNvPr id="3109" name="任意多边形: 形状 3108"/>
              <p:cNvSpPr/>
              <p:nvPr/>
            </p:nvSpPr>
            <p:spPr>
              <a:xfrm flipV="1">
                <a:off x="523373" y="2525664"/>
                <a:ext cx="19138" cy="10177"/>
              </a:xfrm>
              <a:custGeom>
                <a:avLst/>
                <a:gdLst>
                  <a:gd name="csX0" fmla="*/ 19139 w 19138"/>
                  <a:gd name="csY0" fmla="*/ 179 h 10177"/>
                  <a:gd name="csX1" fmla="*/ 0 w 19138"/>
                  <a:gd name="csY1" fmla="*/ 179 h 10177"/>
                </a:gdLst>
                <a:ahLst/>
                <a:cxnLst>
                  <a:cxn ang="0">
                    <a:pos x="csX0" y="csY0"/>
                  </a:cxn>
                  <a:cxn ang="0">
                    <a:pos x="csX1" y="csY1"/>
                  </a:cxn>
                </a:cxnLst>
                <a:rect l="l" t="t" r="r" b="b"/>
                <a:pathLst>
                  <a:path w="19138" h="10177">
                    <a:moveTo>
                      <a:pt x="19139" y="179"/>
                    </a:moveTo>
                    <a:lnTo>
                      <a:pt x="0" y="179"/>
                    </a:lnTo>
                  </a:path>
                </a:pathLst>
              </a:custGeom>
              <a:noFill/>
              <a:ln w="4370" cap="flat">
                <a:solidFill>
                  <a:srgbClr val="000000"/>
                </a:solidFill>
                <a:prstDash val="solid"/>
                <a:round/>
              </a:ln>
            </p:spPr>
            <p:txBody>
              <a:bodyPr/>
              <a:lstStyle/>
              <a:p>
                <a:endParaRPr lang="zh-CN" altLang="en-US" sz="2190"/>
              </a:p>
            </p:txBody>
          </p:sp>
          <p:sp>
            <p:nvSpPr>
              <p:cNvPr id="3110" name="文本框 3109"/>
              <p:cNvSpPr txBox="1"/>
              <p:nvPr/>
            </p:nvSpPr>
            <p:spPr>
              <a:xfrm>
                <a:off x="146223" y="2436151"/>
                <a:ext cx="48223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Other</a:t>
                </a:r>
              </a:p>
            </p:txBody>
          </p:sp>
          <p:sp>
            <p:nvSpPr>
              <p:cNvPr id="3111" name="任意多边形: 形状 3110"/>
              <p:cNvSpPr/>
              <p:nvPr/>
            </p:nvSpPr>
            <p:spPr>
              <a:xfrm flipV="1">
                <a:off x="523373" y="2278279"/>
                <a:ext cx="19138" cy="10177"/>
              </a:xfrm>
              <a:custGeom>
                <a:avLst/>
                <a:gdLst>
                  <a:gd name="csX0" fmla="*/ 19139 w 19138"/>
                  <a:gd name="csY0" fmla="*/ 106 h 10177"/>
                  <a:gd name="csX1" fmla="*/ 0 w 19138"/>
                  <a:gd name="csY1" fmla="*/ 106 h 10177"/>
                </a:gdLst>
                <a:ahLst/>
                <a:cxnLst>
                  <a:cxn ang="0">
                    <a:pos x="csX0" y="csY0"/>
                  </a:cxn>
                  <a:cxn ang="0">
                    <a:pos x="csX1" y="csY1"/>
                  </a:cxn>
                </a:cxnLst>
                <a:rect l="l" t="t" r="r" b="b"/>
                <a:pathLst>
                  <a:path w="19138" h="10177">
                    <a:moveTo>
                      <a:pt x="19139" y="106"/>
                    </a:moveTo>
                    <a:lnTo>
                      <a:pt x="0" y="106"/>
                    </a:lnTo>
                  </a:path>
                </a:pathLst>
              </a:custGeom>
              <a:solidFill>
                <a:srgbClr val="000000"/>
              </a:solidFill>
              <a:ln w="5462" cap="flat">
                <a:noFill/>
                <a:prstDash val="solid"/>
                <a:miter/>
              </a:ln>
            </p:spPr>
            <p:txBody>
              <a:bodyPr/>
              <a:lstStyle/>
              <a:p>
                <a:endParaRPr lang="zh-CN" altLang="en-US" sz="2190"/>
              </a:p>
            </p:txBody>
          </p:sp>
          <p:sp>
            <p:nvSpPr>
              <p:cNvPr id="3112" name="任意多边形: 形状 3111"/>
              <p:cNvSpPr/>
              <p:nvPr/>
            </p:nvSpPr>
            <p:spPr>
              <a:xfrm flipV="1">
                <a:off x="523373" y="2278279"/>
                <a:ext cx="19138" cy="10177"/>
              </a:xfrm>
              <a:custGeom>
                <a:avLst/>
                <a:gdLst>
                  <a:gd name="csX0" fmla="*/ 19139 w 19138"/>
                  <a:gd name="csY0" fmla="*/ 106 h 10177"/>
                  <a:gd name="csX1" fmla="*/ 0 w 19138"/>
                  <a:gd name="csY1" fmla="*/ 106 h 10177"/>
                </a:gdLst>
                <a:ahLst/>
                <a:cxnLst>
                  <a:cxn ang="0">
                    <a:pos x="csX0" y="csY0"/>
                  </a:cxn>
                  <a:cxn ang="0">
                    <a:pos x="csX1" y="csY1"/>
                  </a:cxn>
                </a:cxnLst>
                <a:rect l="l" t="t" r="r" b="b"/>
                <a:pathLst>
                  <a:path w="19138" h="10177">
                    <a:moveTo>
                      <a:pt x="19139" y="106"/>
                    </a:moveTo>
                    <a:lnTo>
                      <a:pt x="0" y="106"/>
                    </a:lnTo>
                  </a:path>
                </a:pathLst>
              </a:custGeom>
              <a:noFill/>
              <a:ln w="4370" cap="flat">
                <a:solidFill>
                  <a:srgbClr val="000000"/>
                </a:solidFill>
                <a:prstDash val="solid"/>
                <a:round/>
              </a:ln>
            </p:spPr>
            <p:txBody>
              <a:bodyPr/>
              <a:lstStyle/>
              <a:p>
                <a:endParaRPr lang="zh-CN" altLang="en-US" sz="2190"/>
              </a:p>
            </p:txBody>
          </p:sp>
          <p:sp>
            <p:nvSpPr>
              <p:cNvPr id="3113" name="文本框 3112"/>
              <p:cNvSpPr txBox="1"/>
              <p:nvPr/>
            </p:nvSpPr>
            <p:spPr>
              <a:xfrm>
                <a:off x="168011" y="2188766"/>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3114" name="任意多边形: 形状 3113"/>
              <p:cNvSpPr/>
              <p:nvPr/>
            </p:nvSpPr>
            <p:spPr>
              <a:xfrm flipV="1">
                <a:off x="523373" y="2030895"/>
                <a:ext cx="19138" cy="10177"/>
              </a:xfrm>
              <a:custGeom>
                <a:avLst/>
                <a:gdLst>
                  <a:gd name="csX0" fmla="*/ 19139 w 19138"/>
                  <a:gd name="csY0" fmla="*/ 33 h 10177"/>
                  <a:gd name="csX1" fmla="*/ 0 w 19138"/>
                  <a:gd name="csY1" fmla="*/ 33 h 10177"/>
                </a:gdLst>
                <a:ahLst/>
                <a:cxnLst>
                  <a:cxn ang="0">
                    <a:pos x="csX0" y="csY0"/>
                  </a:cxn>
                  <a:cxn ang="0">
                    <a:pos x="csX1" y="csY1"/>
                  </a:cxn>
                </a:cxnLst>
                <a:rect l="l" t="t" r="r" b="b"/>
                <a:pathLst>
                  <a:path w="19138" h="10177">
                    <a:moveTo>
                      <a:pt x="19139" y="33"/>
                    </a:moveTo>
                    <a:lnTo>
                      <a:pt x="0" y="33"/>
                    </a:lnTo>
                  </a:path>
                </a:pathLst>
              </a:custGeom>
              <a:solidFill>
                <a:srgbClr val="000000"/>
              </a:solidFill>
              <a:ln w="5462" cap="flat">
                <a:noFill/>
                <a:prstDash val="solid"/>
                <a:miter/>
              </a:ln>
            </p:spPr>
            <p:txBody>
              <a:bodyPr/>
              <a:lstStyle/>
              <a:p>
                <a:endParaRPr lang="zh-CN" altLang="en-US" sz="2190"/>
              </a:p>
            </p:txBody>
          </p:sp>
          <p:sp>
            <p:nvSpPr>
              <p:cNvPr id="3115" name="任意多边形: 形状 3114"/>
              <p:cNvSpPr/>
              <p:nvPr/>
            </p:nvSpPr>
            <p:spPr>
              <a:xfrm flipV="1">
                <a:off x="523373" y="2030895"/>
                <a:ext cx="19138" cy="10177"/>
              </a:xfrm>
              <a:custGeom>
                <a:avLst/>
                <a:gdLst>
                  <a:gd name="csX0" fmla="*/ 19139 w 19138"/>
                  <a:gd name="csY0" fmla="*/ 33 h 10177"/>
                  <a:gd name="csX1" fmla="*/ 0 w 19138"/>
                  <a:gd name="csY1" fmla="*/ 33 h 10177"/>
                </a:gdLst>
                <a:ahLst/>
                <a:cxnLst>
                  <a:cxn ang="0">
                    <a:pos x="csX0" y="csY0"/>
                  </a:cxn>
                  <a:cxn ang="0">
                    <a:pos x="csX1" y="csY1"/>
                  </a:cxn>
                </a:cxnLst>
                <a:rect l="l" t="t" r="r" b="b"/>
                <a:pathLst>
                  <a:path w="19138" h="10177">
                    <a:moveTo>
                      <a:pt x="19139" y="33"/>
                    </a:moveTo>
                    <a:lnTo>
                      <a:pt x="0" y="33"/>
                    </a:lnTo>
                  </a:path>
                </a:pathLst>
              </a:custGeom>
              <a:noFill/>
              <a:ln w="4370" cap="flat">
                <a:solidFill>
                  <a:srgbClr val="000000"/>
                </a:solidFill>
                <a:prstDash val="solid"/>
                <a:round/>
              </a:ln>
            </p:spPr>
            <p:txBody>
              <a:bodyPr/>
              <a:lstStyle/>
              <a:p>
                <a:endParaRPr lang="zh-CN" altLang="en-US" sz="2190"/>
              </a:p>
            </p:txBody>
          </p:sp>
          <p:sp>
            <p:nvSpPr>
              <p:cNvPr id="3116" name="文本框 3115"/>
              <p:cNvSpPr txBox="1"/>
              <p:nvPr/>
            </p:nvSpPr>
            <p:spPr>
              <a:xfrm>
                <a:off x="197231" y="1941383"/>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3117" name="任意多边形: 形状 3116"/>
              <p:cNvSpPr/>
              <p:nvPr/>
            </p:nvSpPr>
            <p:spPr>
              <a:xfrm flipV="1">
                <a:off x="523373" y="1783506"/>
                <a:ext cx="19138" cy="10177"/>
              </a:xfrm>
              <a:custGeom>
                <a:avLst/>
                <a:gdLst>
                  <a:gd name="csX0" fmla="*/ 19139 w 19138"/>
                  <a:gd name="csY0" fmla="*/ -40 h 10177"/>
                  <a:gd name="csX1" fmla="*/ 0 w 19138"/>
                  <a:gd name="csY1" fmla="*/ -40 h 10177"/>
                </a:gdLst>
                <a:ahLst/>
                <a:cxnLst>
                  <a:cxn ang="0">
                    <a:pos x="csX0" y="csY0"/>
                  </a:cxn>
                  <a:cxn ang="0">
                    <a:pos x="csX1" y="csY1"/>
                  </a:cxn>
                </a:cxnLst>
                <a:rect l="l" t="t" r="r" b="b"/>
                <a:pathLst>
                  <a:path w="19138" h="10177">
                    <a:moveTo>
                      <a:pt x="19139" y="-40"/>
                    </a:moveTo>
                    <a:lnTo>
                      <a:pt x="0" y="-40"/>
                    </a:lnTo>
                  </a:path>
                </a:pathLst>
              </a:custGeom>
              <a:solidFill>
                <a:srgbClr val="000000"/>
              </a:solidFill>
              <a:ln w="5462" cap="flat">
                <a:noFill/>
                <a:prstDash val="solid"/>
                <a:miter/>
              </a:ln>
            </p:spPr>
            <p:txBody>
              <a:bodyPr/>
              <a:lstStyle/>
              <a:p>
                <a:endParaRPr lang="zh-CN" altLang="en-US" sz="2190"/>
              </a:p>
            </p:txBody>
          </p:sp>
          <p:sp>
            <p:nvSpPr>
              <p:cNvPr id="3118" name="任意多边形: 形状 3117"/>
              <p:cNvSpPr/>
              <p:nvPr/>
            </p:nvSpPr>
            <p:spPr>
              <a:xfrm flipV="1">
                <a:off x="523373" y="1783506"/>
                <a:ext cx="19138" cy="10177"/>
              </a:xfrm>
              <a:custGeom>
                <a:avLst/>
                <a:gdLst>
                  <a:gd name="csX0" fmla="*/ 19139 w 19138"/>
                  <a:gd name="csY0" fmla="*/ -40 h 10177"/>
                  <a:gd name="csX1" fmla="*/ 0 w 19138"/>
                  <a:gd name="csY1" fmla="*/ -40 h 10177"/>
                </a:gdLst>
                <a:ahLst/>
                <a:cxnLst>
                  <a:cxn ang="0">
                    <a:pos x="csX0" y="csY0"/>
                  </a:cxn>
                  <a:cxn ang="0">
                    <a:pos x="csX1" y="csY1"/>
                  </a:cxn>
                </a:cxnLst>
                <a:rect l="l" t="t" r="r" b="b"/>
                <a:pathLst>
                  <a:path w="19138" h="10177">
                    <a:moveTo>
                      <a:pt x="19139" y="-40"/>
                    </a:moveTo>
                    <a:lnTo>
                      <a:pt x="0" y="-40"/>
                    </a:lnTo>
                  </a:path>
                </a:pathLst>
              </a:custGeom>
              <a:noFill/>
              <a:ln w="4370" cap="flat">
                <a:solidFill>
                  <a:srgbClr val="000000"/>
                </a:solidFill>
                <a:prstDash val="solid"/>
                <a:round/>
              </a:ln>
            </p:spPr>
            <p:txBody>
              <a:bodyPr/>
              <a:lstStyle/>
              <a:p>
                <a:endParaRPr lang="zh-CN" altLang="en-US" sz="2190"/>
              </a:p>
            </p:txBody>
          </p:sp>
          <p:sp>
            <p:nvSpPr>
              <p:cNvPr id="3119" name="文本框 3118"/>
              <p:cNvSpPr txBox="1"/>
              <p:nvPr/>
            </p:nvSpPr>
            <p:spPr>
              <a:xfrm>
                <a:off x="193643" y="1693989"/>
                <a:ext cx="400760"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3120" name="任意多边形: 形状 3119"/>
              <p:cNvSpPr/>
              <p:nvPr/>
            </p:nvSpPr>
            <p:spPr>
              <a:xfrm flipV="1">
                <a:off x="542512" y="1637550"/>
                <a:ext cx="10962" cy="1034070"/>
              </a:xfrm>
              <a:custGeom>
                <a:avLst/>
                <a:gdLst>
                  <a:gd name="csX0" fmla="*/ -1 w 10962"/>
                  <a:gd name="csY0" fmla="*/ 69 h 1034070"/>
                  <a:gd name="csX1" fmla="*/ -1 w 10962"/>
                  <a:gd name="csY1" fmla="*/ 1034140 h 1034070"/>
                </a:gdLst>
                <a:ahLst/>
                <a:cxnLst>
                  <a:cxn ang="0">
                    <a:pos x="csX0" y="csY0"/>
                  </a:cxn>
                  <a:cxn ang="0">
                    <a:pos x="csX1" y="csY1"/>
                  </a:cxn>
                </a:cxnLst>
                <a:rect l="l" t="t" r="r" b="b"/>
                <a:pathLst>
                  <a:path w="10962" h="1034070">
                    <a:moveTo>
                      <a:pt x="-1" y="69"/>
                    </a:moveTo>
                    <a:lnTo>
                      <a:pt x="-1" y="1034140"/>
                    </a:lnTo>
                  </a:path>
                </a:pathLst>
              </a:custGeom>
              <a:noFill/>
              <a:ln w="4370" cap="sq">
                <a:solidFill>
                  <a:srgbClr val="000000"/>
                </a:solidFill>
                <a:prstDash val="solid"/>
                <a:miter/>
              </a:ln>
            </p:spPr>
            <p:txBody>
              <a:bodyPr/>
              <a:lstStyle/>
              <a:p>
                <a:endParaRPr lang="zh-CN" altLang="en-US" sz="2190"/>
              </a:p>
            </p:txBody>
          </p:sp>
          <p:sp>
            <p:nvSpPr>
              <p:cNvPr id="3121" name="任意多边形: 形状 3120"/>
              <p:cNvSpPr/>
              <p:nvPr/>
            </p:nvSpPr>
            <p:spPr>
              <a:xfrm flipV="1">
                <a:off x="542512" y="2671621"/>
                <a:ext cx="1570029" cy="10177"/>
              </a:xfrm>
              <a:custGeom>
                <a:avLst/>
                <a:gdLst>
                  <a:gd name="csX0" fmla="*/ -73 w 1570029"/>
                  <a:gd name="csY0" fmla="*/ 222 h 10177"/>
                  <a:gd name="csX1" fmla="*/ 1569957 w 1570029"/>
                  <a:gd name="csY1" fmla="*/ 222 h 10177"/>
                </a:gdLst>
                <a:ahLst/>
                <a:cxnLst>
                  <a:cxn ang="0">
                    <a:pos x="csX0" y="csY0"/>
                  </a:cxn>
                  <a:cxn ang="0">
                    <a:pos x="csX1" y="csY1"/>
                  </a:cxn>
                </a:cxnLst>
                <a:rect l="l" t="t" r="r" b="b"/>
                <a:pathLst>
                  <a:path w="1570029" h="10177">
                    <a:moveTo>
                      <a:pt x="-73" y="222"/>
                    </a:moveTo>
                    <a:lnTo>
                      <a:pt x="1569957" y="222"/>
                    </a:lnTo>
                  </a:path>
                </a:pathLst>
              </a:custGeom>
              <a:noFill/>
              <a:ln w="4370" cap="sq">
                <a:solidFill>
                  <a:srgbClr val="000000"/>
                </a:solidFill>
                <a:prstDash val="solid"/>
                <a:miter/>
              </a:ln>
            </p:spPr>
            <p:txBody>
              <a:bodyPr/>
              <a:lstStyle/>
              <a:p>
                <a:endParaRPr lang="zh-CN" altLang="en-US" sz="2190"/>
              </a:p>
            </p:txBody>
          </p:sp>
          <p:sp>
            <p:nvSpPr>
              <p:cNvPr id="3122" name="文本框 3121"/>
              <p:cNvSpPr txBox="1"/>
              <p:nvPr/>
            </p:nvSpPr>
            <p:spPr>
              <a:xfrm>
                <a:off x="752940" y="1423369"/>
                <a:ext cx="107158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Domain status</a:t>
                </a:r>
              </a:p>
            </p:txBody>
          </p:sp>
        </p:grpSp>
        <p:sp>
          <p:nvSpPr>
            <p:cNvPr id="1873" name="文本框 1872"/>
            <p:cNvSpPr txBox="1"/>
            <p:nvPr/>
          </p:nvSpPr>
          <p:spPr>
            <a:xfrm>
              <a:off x="475312" y="1773167"/>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d</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4" name="图形 2"/>
            <p:cNvGrpSpPr/>
            <p:nvPr/>
          </p:nvGrpSpPr>
          <p:grpSpPr>
            <a:xfrm>
              <a:off x="2742402" y="1720406"/>
              <a:ext cx="2219593" cy="1544127"/>
              <a:chOff x="2297917" y="1449495"/>
              <a:chExt cx="2219593" cy="1544127"/>
            </a:xfrm>
          </p:grpSpPr>
          <p:sp>
            <p:nvSpPr>
              <p:cNvPr id="2993" name="任意多边形: 形状 2992"/>
              <p:cNvSpPr/>
              <p:nvPr/>
            </p:nvSpPr>
            <p:spPr>
              <a:xfrm flipV="1">
                <a:off x="2465058" y="1473997"/>
                <a:ext cx="1905821" cy="1403065"/>
              </a:xfrm>
              <a:custGeom>
                <a:avLst/>
                <a:gdLst>
                  <a:gd name="csX0" fmla="*/ 131 w 1905821"/>
                  <a:gd name="csY0" fmla="*/ 76 h 1403065"/>
                  <a:gd name="csX1" fmla="*/ 1905953 w 1905821"/>
                  <a:gd name="csY1" fmla="*/ 76 h 1403065"/>
                  <a:gd name="csX2" fmla="*/ 1905953 w 1905821"/>
                  <a:gd name="csY2" fmla="*/ 1403141 h 1403065"/>
                  <a:gd name="csX3" fmla="*/ 131 w 1905821"/>
                  <a:gd name="csY3" fmla="*/ 1403141 h 1403065"/>
                </a:gdLst>
                <a:ahLst/>
                <a:cxnLst>
                  <a:cxn ang="0">
                    <a:pos x="csX0" y="csY0"/>
                  </a:cxn>
                  <a:cxn ang="0">
                    <a:pos x="csX1" y="csY1"/>
                  </a:cxn>
                  <a:cxn ang="0">
                    <a:pos x="csX2" y="csY2"/>
                  </a:cxn>
                  <a:cxn ang="0">
                    <a:pos x="csX3" y="csY3"/>
                  </a:cxn>
                </a:cxnLst>
                <a:rect l="l" t="t" r="r" b="b"/>
                <a:pathLst>
                  <a:path w="1905821" h="1403065">
                    <a:moveTo>
                      <a:pt x="131" y="76"/>
                    </a:moveTo>
                    <a:lnTo>
                      <a:pt x="1905953" y="76"/>
                    </a:lnTo>
                    <a:lnTo>
                      <a:pt x="1905953" y="1403141"/>
                    </a:lnTo>
                    <a:lnTo>
                      <a:pt x="131" y="1403141"/>
                    </a:lnTo>
                    <a:close/>
                  </a:path>
                </a:pathLst>
              </a:custGeom>
              <a:solidFill>
                <a:srgbClr val="FFFFFF"/>
              </a:solidFill>
              <a:ln w="5462" cap="flat">
                <a:noFill/>
                <a:prstDash val="solid"/>
                <a:miter/>
              </a:ln>
            </p:spPr>
            <p:txBody>
              <a:bodyPr/>
              <a:lstStyle/>
              <a:p>
                <a:endParaRPr lang="zh-CN" altLang="en-US" sz="2190"/>
              </a:p>
            </p:txBody>
          </p:sp>
          <p:sp>
            <p:nvSpPr>
              <p:cNvPr id="2994" name="任意多边形: 形状 2993"/>
              <p:cNvSpPr/>
              <p:nvPr/>
            </p:nvSpPr>
            <p:spPr>
              <a:xfrm flipV="1">
                <a:off x="2706753" y="1637550"/>
                <a:ext cx="1570029" cy="1034070"/>
              </a:xfrm>
              <a:custGeom>
                <a:avLst/>
                <a:gdLst>
                  <a:gd name="csX0" fmla="*/ 125 w 1570029"/>
                  <a:gd name="csY0" fmla="*/ 69 h 1034070"/>
                  <a:gd name="csX1" fmla="*/ 1570155 w 1570029"/>
                  <a:gd name="csY1" fmla="*/ 69 h 1034070"/>
                  <a:gd name="csX2" fmla="*/ 1570155 w 1570029"/>
                  <a:gd name="csY2" fmla="*/ 1034140 h 1034070"/>
                  <a:gd name="csX3" fmla="*/ 125 w 1570029"/>
                  <a:gd name="csY3" fmla="*/ 1034140 h 1034070"/>
                </a:gdLst>
                <a:ahLst/>
                <a:cxnLst>
                  <a:cxn ang="0">
                    <a:pos x="csX0" y="csY0"/>
                  </a:cxn>
                  <a:cxn ang="0">
                    <a:pos x="csX1" y="csY1"/>
                  </a:cxn>
                  <a:cxn ang="0">
                    <a:pos x="csX2" y="csY2"/>
                  </a:cxn>
                  <a:cxn ang="0">
                    <a:pos x="csX3" y="csY3"/>
                  </a:cxn>
                </a:cxnLst>
                <a:rect l="l" t="t" r="r" b="b"/>
                <a:pathLst>
                  <a:path w="1570029" h="1034070">
                    <a:moveTo>
                      <a:pt x="125" y="69"/>
                    </a:moveTo>
                    <a:lnTo>
                      <a:pt x="1570155" y="69"/>
                    </a:lnTo>
                    <a:lnTo>
                      <a:pt x="1570155" y="1034140"/>
                    </a:lnTo>
                    <a:lnTo>
                      <a:pt x="125" y="1034140"/>
                    </a:lnTo>
                    <a:close/>
                  </a:path>
                </a:pathLst>
              </a:custGeom>
              <a:solidFill>
                <a:srgbClr val="FFFFFF"/>
              </a:solidFill>
              <a:ln w="5462" cap="flat">
                <a:noFill/>
                <a:prstDash val="solid"/>
                <a:miter/>
              </a:ln>
            </p:spPr>
            <p:txBody>
              <a:bodyPr/>
              <a:lstStyle/>
              <a:p>
                <a:endParaRPr lang="zh-CN" altLang="en-US" sz="2190"/>
              </a:p>
            </p:txBody>
          </p:sp>
          <p:grpSp>
            <p:nvGrpSpPr>
              <p:cNvPr id="2995" name="图形 2"/>
              <p:cNvGrpSpPr/>
              <p:nvPr/>
            </p:nvGrpSpPr>
            <p:grpSpPr>
              <a:xfrm>
                <a:off x="2706753" y="2426710"/>
                <a:ext cx="10962" cy="197907"/>
                <a:chOff x="2706753" y="2426710"/>
                <a:chExt cx="10962" cy="197907"/>
              </a:xfrm>
            </p:grpSpPr>
            <p:sp>
              <p:nvSpPr>
                <p:cNvPr id="3072" name="任意多边形: 形状 3071"/>
                <p:cNvSpPr/>
                <p:nvPr/>
              </p:nvSpPr>
              <p:spPr>
                <a:xfrm flipV="1">
                  <a:off x="2706753" y="2426710"/>
                  <a:ext cx="10962" cy="197907"/>
                </a:xfrm>
                <a:custGeom>
                  <a:avLst/>
                  <a:gdLst>
                    <a:gd name="csX0" fmla="*/ 197 w 10962"/>
                    <a:gd name="csY0" fmla="*/ 179 h 197907"/>
                    <a:gd name="csX1" fmla="*/ 197 w 10962"/>
                    <a:gd name="csY1" fmla="*/ 179 h 197907"/>
                    <a:gd name="csX2" fmla="*/ 197 w 10962"/>
                    <a:gd name="csY2" fmla="*/ 198087 h 197907"/>
                  </a:gdLst>
                  <a:ahLst/>
                  <a:cxnLst>
                    <a:cxn ang="0">
                      <a:pos x="csX0" y="csY0"/>
                    </a:cxn>
                    <a:cxn ang="0">
                      <a:pos x="csX1" y="csY1"/>
                    </a:cxn>
                    <a:cxn ang="0">
                      <a:pos x="csX2" y="csY2"/>
                    </a:cxn>
                  </a:cxnLst>
                  <a:rect l="l" t="t" r="r" b="b"/>
                  <a:pathLst>
                    <a:path w="10962" h="197907">
                      <a:moveTo>
                        <a:pt x="197" y="179"/>
                      </a:moveTo>
                      <a:lnTo>
                        <a:pt x="197" y="179"/>
                      </a:lnTo>
                      <a:lnTo>
                        <a:pt x="197" y="198087"/>
                      </a:lnTo>
                      <a:close/>
                    </a:path>
                  </a:pathLst>
                </a:custGeom>
                <a:solidFill>
                  <a:srgbClr val="EB8775"/>
                </a:solidFill>
                <a:ln w="5462" cap="flat">
                  <a:noFill/>
                  <a:prstDash val="solid"/>
                  <a:miter/>
                </a:ln>
              </p:spPr>
              <p:txBody>
                <a:bodyPr/>
                <a:lstStyle/>
                <a:p>
                  <a:endParaRPr lang="zh-CN" altLang="en-US" sz="2190"/>
                </a:p>
              </p:txBody>
            </p:sp>
            <p:sp>
              <p:nvSpPr>
                <p:cNvPr id="3073" name="任意多边形: 形状 3072"/>
                <p:cNvSpPr/>
                <p:nvPr/>
              </p:nvSpPr>
              <p:spPr>
                <a:xfrm flipV="1">
                  <a:off x="2706753" y="2426710"/>
                  <a:ext cx="10962" cy="197907"/>
                </a:xfrm>
                <a:custGeom>
                  <a:avLst/>
                  <a:gdLst>
                    <a:gd name="csX0" fmla="*/ 197 w 10962"/>
                    <a:gd name="csY0" fmla="*/ 179 h 197907"/>
                    <a:gd name="csX1" fmla="*/ 197 w 10962"/>
                    <a:gd name="csY1" fmla="*/ 179 h 197907"/>
                    <a:gd name="csX2" fmla="*/ 197 w 10962"/>
                    <a:gd name="csY2" fmla="*/ 198087 h 197907"/>
                  </a:gdLst>
                  <a:ahLst/>
                  <a:cxnLst>
                    <a:cxn ang="0">
                      <a:pos x="csX0" y="csY0"/>
                    </a:cxn>
                    <a:cxn ang="0">
                      <a:pos x="csX1" y="csY1"/>
                    </a:cxn>
                    <a:cxn ang="0">
                      <a:pos x="csX2" y="csY2"/>
                    </a:cxn>
                  </a:cxnLst>
                  <a:rect l="l" t="t" r="r" b="b"/>
                  <a:pathLst>
                    <a:path w="10962" h="197907">
                      <a:moveTo>
                        <a:pt x="197" y="179"/>
                      </a:moveTo>
                      <a:lnTo>
                        <a:pt x="197" y="179"/>
                      </a:lnTo>
                      <a:lnTo>
                        <a:pt x="197" y="198087"/>
                      </a:lnTo>
                      <a:close/>
                    </a:path>
                  </a:pathLst>
                </a:custGeom>
                <a:noFill/>
                <a:ln w="2731" cap="flat">
                  <a:solidFill>
                    <a:srgbClr val="FFFFFF"/>
                  </a:solidFill>
                  <a:prstDash val="solid"/>
                  <a:miter/>
                </a:ln>
              </p:spPr>
              <p:txBody>
                <a:bodyPr/>
                <a:lstStyle/>
                <a:p>
                  <a:endParaRPr lang="zh-CN" altLang="en-US" sz="2190"/>
                </a:p>
              </p:txBody>
            </p:sp>
          </p:grpSp>
          <p:grpSp>
            <p:nvGrpSpPr>
              <p:cNvPr id="2996" name="图形 2"/>
              <p:cNvGrpSpPr/>
              <p:nvPr/>
            </p:nvGrpSpPr>
            <p:grpSpPr>
              <a:xfrm>
                <a:off x="2706753" y="2179324"/>
                <a:ext cx="10962" cy="197908"/>
                <a:chOff x="2706753" y="2179324"/>
                <a:chExt cx="10962" cy="197908"/>
              </a:xfrm>
            </p:grpSpPr>
            <p:sp>
              <p:nvSpPr>
                <p:cNvPr id="3070" name="任意多边形: 形状 3069"/>
                <p:cNvSpPr/>
                <p:nvPr/>
              </p:nvSpPr>
              <p:spPr>
                <a:xfrm flipV="1">
                  <a:off x="2706753" y="2179324"/>
                  <a:ext cx="10962" cy="197908"/>
                </a:xfrm>
                <a:custGeom>
                  <a:avLst/>
                  <a:gdLst>
                    <a:gd name="csX0" fmla="*/ 197 w 10962"/>
                    <a:gd name="csY0" fmla="*/ 106 h 197908"/>
                    <a:gd name="csX1" fmla="*/ 197 w 10962"/>
                    <a:gd name="csY1" fmla="*/ 106 h 197908"/>
                    <a:gd name="csX2" fmla="*/ 197 w 10962"/>
                    <a:gd name="csY2" fmla="*/ 198014 h 197908"/>
                  </a:gdLst>
                  <a:ahLst/>
                  <a:cxnLst>
                    <a:cxn ang="0">
                      <a:pos x="csX0" y="csY0"/>
                    </a:cxn>
                    <a:cxn ang="0">
                      <a:pos x="csX1" y="csY1"/>
                    </a:cxn>
                    <a:cxn ang="0">
                      <a:pos x="csX2" y="csY2"/>
                    </a:cxn>
                  </a:cxnLst>
                  <a:rect l="l" t="t" r="r" b="b"/>
                  <a:pathLst>
                    <a:path w="10962" h="197908">
                      <a:moveTo>
                        <a:pt x="197" y="106"/>
                      </a:moveTo>
                      <a:lnTo>
                        <a:pt x="197" y="106"/>
                      </a:lnTo>
                      <a:lnTo>
                        <a:pt x="197" y="198014"/>
                      </a:lnTo>
                      <a:close/>
                    </a:path>
                  </a:pathLst>
                </a:custGeom>
                <a:solidFill>
                  <a:srgbClr val="EB8775"/>
                </a:solidFill>
                <a:ln w="5462" cap="flat">
                  <a:noFill/>
                  <a:prstDash val="solid"/>
                  <a:miter/>
                </a:ln>
              </p:spPr>
              <p:txBody>
                <a:bodyPr/>
                <a:lstStyle/>
                <a:p>
                  <a:endParaRPr lang="zh-CN" altLang="en-US" sz="2190"/>
                </a:p>
              </p:txBody>
            </p:sp>
            <p:sp>
              <p:nvSpPr>
                <p:cNvPr id="3071" name="任意多边形: 形状 3070"/>
                <p:cNvSpPr/>
                <p:nvPr/>
              </p:nvSpPr>
              <p:spPr>
                <a:xfrm flipV="1">
                  <a:off x="2706753" y="2179324"/>
                  <a:ext cx="10962" cy="197908"/>
                </a:xfrm>
                <a:custGeom>
                  <a:avLst/>
                  <a:gdLst>
                    <a:gd name="csX0" fmla="*/ 197 w 10962"/>
                    <a:gd name="csY0" fmla="*/ 106 h 197908"/>
                    <a:gd name="csX1" fmla="*/ 197 w 10962"/>
                    <a:gd name="csY1" fmla="*/ 106 h 197908"/>
                    <a:gd name="csX2" fmla="*/ 197 w 10962"/>
                    <a:gd name="csY2" fmla="*/ 198014 h 197908"/>
                  </a:gdLst>
                  <a:ahLst/>
                  <a:cxnLst>
                    <a:cxn ang="0">
                      <a:pos x="csX0" y="csY0"/>
                    </a:cxn>
                    <a:cxn ang="0">
                      <a:pos x="csX1" y="csY1"/>
                    </a:cxn>
                    <a:cxn ang="0">
                      <a:pos x="csX2" y="csY2"/>
                    </a:cxn>
                  </a:cxnLst>
                  <a:rect l="l" t="t" r="r" b="b"/>
                  <a:pathLst>
                    <a:path w="10962" h="197908">
                      <a:moveTo>
                        <a:pt x="197" y="106"/>
                      </a:moveTo>
                      <a:lnTo>
                        <a:pt x="197" y="106"/>
                      </a:lnTo>
                      <a:lnTo>
                        <a:pt x="197" y="198014"/>
                      </a:lnTo>
                      <a:close/>
                    </a:path>
                  </a:pathLst>
                </a:custGeom>
                <a:noFill/>
                <a:ln w="2731" cap="flat">
                  <a:solidFill>
                    <a:srgbClr val="FFFFFF"/>
                  </a:solidFill>
                  <a:prstDash val="solid"/>
                  <a:miter/>
                </a:ln>
              </p:spPr>
              <p:txBody>
                <a:bodyPr/>
                <a:lstStyle/>
                <a:p>
                  <a:endParaRPr lang="zh-CN" altLang="en-US" sz="2190"/>
                </a:p>
              </p:txBody>
            </p:sp>
          </p:grpSp>
          <p:grpSp>
            <p:nvGrpSpPr>
              <p:cNvPr id="2997" name="图形 2"/>
              <p:cNvGrpSpPr/>
              <p:nvPr/>
            </p:nvGrpSpPr>
            <p:grpSpPr>
              <a:xfrm>
                <a:off x="2706753" y="1931941"/>
                <a:ext cx="10962" cy="197908"/>
                <a:chOff x="2706753" y="1931941"/>
                <a:chExt cx="10962" cy="197908"/>
              </a:xfrm>
            </p:grpSpPr>
            <p:sp>
              <p:nvSpPr>
                <p:cNvPr id="3068" name="任意多边形: 形状 3067"/>
                <p:cNvSpPr/>
                <p:nvPr/>
              </p:nvSpPr>
              <p:spPr>
                <a:xfrm flipV="1">
                  <a:off x="2706753" y="1931941"/>
                  <a:ext cx="10962" cy="197908"/>
                </a:xfrm>
                <a:custGeom>
                  <a:avLst/>
                  <a:gdLst>
                    <a:gd name="csX0" fmla="*/ 197 w 10962"/>
                    <a:gd name="csY0" fmla="*/ 33 h 197908"/>
                    <a:gd name="csX1" fmla="*/ 197 w 10962"/>
                    <a:gd name="csY1" fmla="*/ 33 h 197908"/>
                    <a:gd name="csX2" fmla="*/ 197 w 10962"/>
                    <a:gd name="csY2" fmla="*/ 197942 h 197908"/>
                  </a:gdLst>
                  <a:ahLst/>
                  <a:cxnLst>
                    <a:cxn ang="0">
                      <a:pos x="csX0" y="csY0"/>
                    </a:cxn>
                    <a:cxn ang="0">
                      <a:pos x="csX1" y="csY1"/>
                    </a:cxn>
                    <a:cxn ang="0">
                      <a:pos x="csX2" y="csY2"/>
                    </a:cxn>
                  </a:cxnLst>
                  <a:rect l="l" t="t" r="r" b="b"/>
                  <a:pathLst>
                    <a:path w="10962" h="197908">
                      <a:moveTo>
                        <a:pt x="197" y="33"/>
                      </a:moveTo>
                      <a:lnTo>
                        <a:pt x="197" y="33"/>
                      </a:lnTo>
                      <a:lnTo>
                        <a:pt x="197" y="197942"/>
                      </a:lnTo>
                      <a:close/>
                    </a:path>
                  </a:pathLst>
                </a:custGeom>
                <a:solidFill>
                  <a:srgbClr val="EB8775"/>
                </a:solidFill>
                <a:ln w="5462" cap="flat">
                  <a:noFill/>
                  <a:prstDash val="solid"/>
                  <a:miter/>
                </a:ln>
              </p:spPr>
              <p:txBody>
                <a:bodyPr/>
                <a:lstStyle/>
                <a:p>
                  <a:endParaRPr lang="zh-CN" altLang="en-US" sz="2190"/>
                </a:p>
              </p:txBody>
            </p:sp>
            <p:sp>
              <p:nvSpPr>
                <p:cNvPr id="3069" name="任意多边形: 形状 3068"/>
                <p:cNvSpPr/>
                <p:nvPr/>
              </p:nvSpPr>
              <p:spPr>
                <a:xfrm flipV="1">
                  <a:off x="2706753" y="1931941"/>
                  <a:ext cx="10962" cy="197908"/>
                </a:xfrm>
                <a:custGeom>
                  <a:avLst/>
                  <a:gdLst>
                    <a:gd name="csX0" fmla="*/ 197 w 10962"/>
                    <a:gd name="csY0" fmla="*/ 33 h 197908"/>
                    <a:gd name="csX1" fmla="*/ 197 w 10962"/>
                    <a:gd name="csY1" fmla="*/ 33 h 197908"/>
                    <a:gd name="csX2" fmla="*/ 197 w 10962"/>
                    <a:gd name="csY2" fmla="*/ 197942 h 197908"/>
                  </a:gdLst>
                  <a:ahLst/>
                  <a:cxnLst>
                    <a:cxn ang="0">
                      <a:pos x="csX0" y="csY0"/>
                    </a:cxn>
                    <a:cxn ang="0">
                      <a:pos x="csX1" y="csY1"/>
                    </a:cxn>
                    <a:cxn ang="0">
                      <a:pos x="csX2" y="csY2"/>
                    </a:cxn>
                  </a:cxnLst>
                  <a:rect l="l" t="t" r="r" b="b"/>
                  <a:pathLst>
                    <a:path w="10962" h="197908">
                      <a:moveTo>
                        <a:pt x="197" y="33"/>
                      </a:moveTo>
                      <a:lnTo>
                        <a:pt x="197" y="33"/>
                      </a:lnTo>
                      <a:lnTo>
                        <a:pt x="197" y="197942"/>
                      </a:lnTo>
                      <a:close/>
                    </a:path>
                  </a:pathLst>
                </a:custGeom>
                <a:noFill/>
                <a:ln w="2731" cap="flat">
                  <a:solidFill>
                    <a:srgbClr val="FFFFFF"/>
                  </a:solidFill>
                  <a:prstDash val="solid"/>
                  <a:miter/>
                </a:ln>
              </p:spPr>
              <p:txBody>
                <a:bodyPr/>
                <a:lstStyle/>
                <a:p>
                  <a:endParaRPr lang="zh-CN" altLang="en-US" sz="2190"/>
                </a:p>
              </p:txBody>
            </p:sp>
          </p:grpSp>
          <p:grpSp>
            <p:nvGrpSpPr>
              <p:cNvPr id="2998" name="图形 2"/>
              <p:cNvGrpSpPr/>
              <p:nvPr/>
            </p:nvGrpSpPr>
            <p:grpSpPr>
              <a:xfrm>
                <a:off x="2706753" y="1684557"/>
                <a:ext cx="10962" cy="197903"/>
                <a:chOff x="2706753" y="1684557"/>
                <a:chExt cx="10962" cy="197903"/>
              </a:xfrm>
            </p:grpSpPr>
            <p:sp>
              <p:nvSpPr>
                <p:cNvPr id="3066" name="任意多边形: 形状 3065"/>
                <p:cNvSpPr/>
                <p:nvPr/>
              </p:nvSpPr>
              <p:spPr>
                <a:xfrm flipV="1">
                  <a:off x="2706753" y="1684557"/>
                  <a:ext cx="10962" cy="197903"/>
                </a:xfrm>
                <a:custGeom>
                  <a:avLst/>
                  <a:gdLst>
                    <a:gd name="csX0" fmla="*/ 197 w 10962"/>
                    <a:gd name="csY0" fmla="*/ -40 h 197903"/>
                    <a:gd name="csX1" fmla="*/ 197 w 10962"/>
                    <a:gd name="csY1" fmla="*/ -40 h 197903"/>
                    <a:gd name="csX2" fmla="*/ 197 w 10962"/>
                    <a:gd name="csY2" fmla="*/ 197864 h 197903"/>
                  </a:gdLst>
                  <a:ahLst/>
                  <a:cxnLst>
                    <a:cxn ang="0">
                      <a:pos x="csX0" y="csY0"/>
                    </a:cxn>
                    <a:cxn ang="0">
                      <a:pos x="csX1" y="csY1"/>
                    </a:cxn>
                    <a:cxn ang="0">
                      <a:pos x="csX2" y="csY2"/>
                    </a:cxn>
                  </a:cxnLst>
                  <a:rect l="l" t="t" r="r" b="b"/>
                  <a:pathLst>
                    <a:path w="10962" h="197903">
                      <a:moveTo>
                        <a:pt x="197" y="-40"/>
                      </a:moveTo>
                      <a:lnTo>
                        <a:pt x="197" y="-40"/>
                      </a:lnTo>
                      <a:lnTo>
                        <a:pt x="197" y="197864"/>
                      </a:lnTo>
                      <a:close/>
                    </a:path>
                  </a:pathLst>
                </a:custGeom>
                <a:solidFill>
                  <a:srgbClr val="EB8775"/>
                </a:solidFill>
                <a:ln w="5462" cap="flat">
                  <a:noFill/>
                  <a:prstDash val="solid"/>
                  <a:miter/>
                </a:ln>
              </p:spPr>
              <p:txBody>
                <a:bodyPr/>
                <a:lstStyle/>
                <a:p>
                  <a:endParaRPr lang="zh-CN" altLang="en-US" sz="2190"/>
                </a:p>
              </p:txBody>
            </p:sp>
            <p:sp>
              <p:nvSpPr>
                <p:cNvPr id="3067" name="任意多边形: 形状 3066"/>
                <p:cNvSpPr/>
                <p:nvPr/>
              </p:nvSpPr>
              <p:spPr>
                <a:xfrm flipV="1">
                  <a:off x="2706753" y="1684557"/>
                  <a:ext cx="10962" cy="197903"/>
                </a:xfrm>
                <a:custGeom>
                  <a:avLst/>
                  <a:gdLst>
                    <a:gd name="csX0" fmla="*/ 197 w 10962"/>
                    <a:gd name="csY0" fmla="*/ -40 h 197903"/>
                    <a:gd name="csX1" fmla="*/ 197 w 10962"/>
                    <a:gd name="csY1" fmla="*/ -40 h 197903"/>
                    <a:gd name="csX2" fmla="*/ 197 w 10962"/>
                    <a:gd name="csY2" fmla="*/ 197864 h 197903"/>
                  </a:gdLst>
                  <a:ahLst/>
                  <a:cxnLst>
                    <a:cxn ang="0">
                      <a:pos x="csX0" y="csY0"/>
                    </a:cxn>
                    <a:cxn ang="0">
                      <a:pos x="csX1" y="csY1"/>
                    </a:cxn>
                    <a:cxn ang="0">
                      <a:pos x="csX2" y="csY2"/>
                    </a:cxn>
                  </a:cxnLst>
                  <a:rect l="l" t="t" r="r" b="b"/>
                  <a:pathLst>
                    <a:path w="10962" h="197903">
                      <a:moveTo>
                        <a:pt x="197" y="-40"/>
                      </a:moveTo>
                      <a:lnTo>
                        <a:pt x="197" y="-40"/>
                      </a:lnTo>
                      <a:lnTo>
                        <a:pt x="197" y="197864"/>
                      </a:lnTo>
                      <a:close/>
                    </a:path>
                  </a:pathLst>
                </a:custGeom>
                <a:noFill/>
                <a:ln w="2731" cap="flat">
                  <a:solidFill>
                    <a:srgbClr val="FFFFFF"/>
                  </a:solidFill>
                  <a:prstDash val="solid"/>
                  <a:miter/>
                </a:ln>
              </p:spPr>
              <p:txBody>
                <a:bodyPr/>
                <a:lstStyle/>
                <a:p>
                  <a:endParaRPr lang="zh-CN" altLang="en-US" sz="2190"/>
                </a:p>
              </p:txBody>
            </p:sp>
          </p:grpSp>
          <p:grpSp>
            <p:nvGrpSpPr>
              <p:cNvPr id="2999" name="图形 2"/>
              <p:cNvGrpSpPr/>
              <p:nvPr/>
            </p:nvGrpSpPr>
            <p:grpSpPr>
              <a:xfrm>
                <a:off x="2706753" y="2426710"/>
                <a:ext cx="1475829" cy="197907"/>
                <a:chOff x="2706753" y="2426710"/>
                <a:chExt cx="1475829" cy="197907"/>
              </a:xfrm>
            </p:grpSpPr>
            <p:sp>
              <p:nvSpPr>
                <p:cNvPr id="3064" name="任意多边形: 形状 3063"/>
                <p:cNvSpPr/>
                <p:nvPr/>
              </p:nvSpPr>
              <p:spPr>
                <a:xfrm flipV="1">
                  <a:off x="2706753" y="2426710"/>
                  <a:ext cx="1475829" cy="197907"/>
                </a:xfrm>
                <a:custGeom>
                  <a:avLst/>
                  <a:gdLst>
                    <a:gd name="csX0" fmla="*/ 129 w 1475829"/>
                    <a:gd name="csY0" fmla="*/ 179 h 197907"/>
                    <a:gd name="csX1" fmla="*/ 1475958 w 1475829"/>
                    <a:gd name="csY1" fmla="*/ 179 h 197907"/>
                    <a:gd name="csX2" fmla="*/ 1475958 w 1475829"/>
                    <a:gd name="csY2" fmla="*/ 198087 h 197907"/>
                    <a:gd name="csX3" fmla="*/ 129 w 1475829"/>
                    <a:gd name="csY3" fmla="*/ 198087 h 197907"/>
                  </a:gdLst>
                  <a:ahLst/>
                  <a:cxnLst>
                    <a:cxn ang="0">
                      <a:pos x="csX0" y="csY0"/>
                    </a:cxn>
                    <a:cxn ang="0">
                      <a:pos x="csX1" y="csY1"/>
                    </a:cxn>
                    <a:cxn ang="0">
                      <a:pos x="csX2" y="csY2"/>
                    </a:cxn>
                    <a:cxn ang="0">
                      <a:pos x="csX3" y="csY3"/>
                    </a:cxn>
                  </a:cxnLst>
                  <a:rect l="l" t="t" r="r" b="b"/>
                  <a:pathLst>
                    <a:path w="1475829" h="197907">
                      <a:moveTo>
                        <a:pt x="129" y="179"/>
                      </a:moveTo>
                      <a:lnTo>
                        <a:pt x="1475958" y="179"/>
                      </a:lnTo>
                      <a:lnTo>
                        <a:pt x="1475958" y="198087"/>
                      </a:lnTo>
                      <a:lnTo>
                        <a:pt x="129" y="198087"/>
                      </a:lnTo>
                      <a:close/>
                    </a:path>
                  </a:pathLst>
                </a:custGeom>
                <a:solidFill>
                  <a:srgbClr val="415E71"/>
                </a:solidFill>
                <a:ln w="5462" cap="flat">
                  <a:noFill/>
                  <a:prstDash val="solid"/>
                  <a:miter/>
                </a:ln>
              </p:spPr>
              <p:txBody>
                <a:bodyPr/>
                <a:lstStyle/>
                <a:p>
                  <a:endParaRPr lang="zh-CN" altLang="en-US" sz="2190"/>
                </a:p>
              </p:txBody>
            </p:sp>
            <p:sp>
              <p:nvSpPr>
                <p:cNvPr id="3065" name="任意多边形: 形状 3064"/>
                <p:cNvSpPr/>
                <p:nvPr/>
              </p:nvSpPr>
              <p:spPr>
                <a:xfrm flipV="1">
                  <a:off x="2706753" y="2426710"/>
                  <a:ext cx="1475829" cy="197907"/>
                </a:xfrm>
                <a:custGeom>
                  <a:avLst/>
                  <a:gdLst>
                    <a:gd name="csX0" fmla="*/ 129 w 1475829"/>
                    <a:gd name="csY0" fmla="*/ 179 h 197907"/>
                    <a:gd name="csX1" fmla="*/ 1475958 w 1475829"/>
                    <a:gd name="csY1" fmla="*/ 179 h 197907"/>
                    <a:gd name="csX2" fmla="*/ 1475958 w 1475829"/>
                    <a:gd name="csY2" fmla="*/ 198087 h 197907"/>
                    <a:gd name="csX3" fmla="*/ 129 w 1475829"/>
                    <a:gd name="csY3" fmla="*/ 198087 h 197907"/>
                  </a:gdLst>
                  <a:ahLst/>
                  <a:cxnLst>
                    <a:cxn ang="0">
                      <a:pos x="csX0" y="csY0"/>
                    </a:cxn>
                    <a:cxn ang="0">
                      <a:pos x="csX1" y="csY1"/>
                    </a:cxn>
                    <a:cxn ang="0">
                      <a:pos x="csX2" y="csY2"/>
                    </a:cxn>
                    <a:cxn ang="0">
                      <a:pos x="csX3" y="csY3"/>
                    </a:cxn>
                  </a:cxnLst>
                  <a:rect l="l" t="t" r="r" b="b"/>
                  <a:pathLst>
                    <a:path w="1475829" h="197907">
                      <a:moveTo>
                        <a:pt x="129" y="179"/>
                      </a:moveTo>
                      <a:lnTo>
                        <a:pt x="1475958" y="179"/>
                      </a:lnTo>
                      <a:lnTo>
                        <a:pt x="1475958" y="198087"/>
                      </a:lnTo>
                      <a:lnTo>
                        <a:pt x="129" y="198087"/>
                      </a:lnTo>
                      <a:close/>
                    </a:path>
                  </a:pathLst>
                </a:custGeom>
                <a:noFill/>
                <a:ln w="2731" cap="flat">
                  <a:solidFill>
                    <a:srgbClr val="FFFFFF"/>
                  </a:solidFill>
                  <a:prstDash val="solid"/>
                  <a:miter/>
                </a:ln>
              </p:spPr>
              <p:txBody>
                <a:bodyPr/>
                <a:lstStyle/>
                <a:p>
                  <a:endParaRPr lang="zh-CN" altLang="en-US" sz="2190"/>
                </a:p>
              </p:txBody>
            </p:sp>
          </p:grpSp>
          <p:grpSp>
            <p:nvGrpSpPr>
              <p:cNvPr id="3000" name="图形 2"/>
              <p:cNvGrpSpPr/>
              <p:nvPr/>
            </p:nvGrpSpPr>
            <p:grpSpPr>
              <a:xfrm>
                <a:off x="2706753" y="2179324"/>
                <a:ext cx="1507227" cy="197908"/>
                <a:chOff x="2706753" y="2179324"/>
                <a:chExt cx="1507227" cy="197908"/>
              </a:xfrm>
            </p:grpSpPr>
            <p:sp>
              <p:nvSpPr>
                <p:cNvPr id="3062" name="任意多边形: 形状 3061"/>
                <p:cNvSpPr/>
                <p:nvPr/>
              </p:nvSpPr>
              <p:spPr>
                <a:xfrm flipV="1">
                  <a:off x="2706753" y="2179324"/>
                  <a:ext cx="1507227" cy="197908"/>
                </a:xfrm>
                <a:custGeom>
                  <a:avLst/>
                  <a:gdLst>
                    <a:gd name="csX0" fmla="*/ 127 w 1507227"/>
                    <a:gd name="csY0" fmla="*/ 106 h 197908"/>
                    <a:gd name="csX1" fmla="*/ 1507355 w 1507227"/>
                    <a:gd name="csY1" fmla="*/ 106 h 197908"/>
                    <a:gd name="csX2" fmla="*/ 1507355 w 1507227"/>
                    <a:gd name="csY2" fmla="*/ 198014 h 197908"/>
                    <a:gd name="csX3" fmla="*/ 127 w 1507227"/>
                    <a:gd name="csY3" fmla="*/ 198014 h 197908"/>
                  </a:gdLst>
                  <a:ahLst/>
                  <a:cxnLst>
                    <a:cxn ang="0">
                      <a:pos x="csX0" y="csY0"/>
                    </a:cxn>
                    <a:cxn ang="0">
                      <a:pos x="csX1" y="csY1"/>
                    </a:cxn>
                    <a:cxn ang="0">
                      <a:pos x="csX2" y="csY2"/>
                    </a:cxn>
                    <a:cxn ang="0">
                      <a:pos x="csX3" y="csY3"/>
                    </a:cxn>
                  </a:cxnLst>
                  <a:rect l="l" t="t" r="r" b="b"/>
                  <a:pathLst>
                    <a:path w="1507227" h="197908">
                      <a:moveTo>
                        <a:pt x="127" y="106"/>
                      </a:moveTo>
                      <a:lnTo>
                        <a:pt x="1507355" y="106"/>
                      </a:lnTo>
                      <a:lnTo>
                        <a:pt x="1507355" y="198014"/>
                      </a:lnTo>
                      <a:lnTo>
                        <a:pt x="127" y="198014"/>
                      </a:lnTo>
                      <a:close/>
                    </a:path>
                  </a:pathLst>
                </a:custGeom>
                <a:solidFill>
                  <a:srgbClr val="415E71"/>
                </a:solidFill>
                <a:ln w="5462" cap="flat">
                  <a:noFill/>
                  <a:prstDash val="solid"/>
                  <a:miter/>
                </a:ln>
              </p:spPr>
              <p:txBody>
                <a:bodyPr/>
                <a:lstStyle/>
                <a:p>
                  <a:endParaRPr lang="zh-CN" altLang="en-US" sz="2190"/>
                </a:p>
              </p:txBody>
            </p:sp>
            <p:sp>
              <p:nvSpPr>
                <p:cNvPr id="3063" name="任意多边形: 形状 3062"/>
                <p:cNvSpPr/>
                <p:nvPr/>
              </p:nvSpPr>
              <p:spPr>
                <a:xfrm flipV="1">
                  <a:off x="2706753" y="2179324"/>
                  <a:ext cx="1507227" cy="197908"/>
                </a:xfrm>
                <a:custGeom>
                  <a:avLst/>
                  <a:gdLst>
                    <a:gd name="csX0" fmla="*/ 127 w 1507227"/>
                    <a:gd name="csY0" fmla="*/ 106 h 197908"/>
                    <a:gd name="csX1" fmla="*/ 1507355 w 1507227"/>
                    <a:gd name="csY1" fmla="*/ 106 h 197908"/>
                    <a:gd name="csX2" fmla="*/ 1507355 w 1507227"/>
                    <a:gd name="csY2" fmla="*/ 198014 h 197908"/>
                    <a:gd name="csX3" fmla="*/ 127 w 1507227"/>
                    <a:gd name="csY3" fmla="*/ 198014 h 197908"/>
                  </a:gdLst>
                  <a:ahLst/>
                  <a:cxnLst>
                    <a:cxn ang="0">
                      <a:pos x="csX0" y="csY0"/>
                    </a:cxn>
                    <a:cxn ang="0">
                      <a:pos x="csX1" y="csY1"/>
                    </a:cxn>
                    <a:cxn ang="0">
                      <a:pos x="csX2" y="csY2"/>
                    </a:cxn>
                    <a:cxn ang="0">
                      <a:pos x="csX3" y="csY3"/>
                    </a:cxn>
                  </a:cxnLst>
                  <a:rect l="l" t="t" r="r" b="b"/>
                  <a:pathLst>
                    <a:path w="1507227" h="197908">
                      <a:moveTo>
                        <a:pt x="127" y="106"/>
                      </a:moveTo>
                      <a:lnTo>
                        <a:pt x="1507355" y="106"/>
                      </a:lnTo>
                      <a:lnTo>
                        <a:pt x="1507355" y="198014"/>
                      </a:lnTo>
                      <a:lnTo>
                        <a:pt x="127" y="198014"/>
                      </a:lnTo>
                      <a:close/>
                    </a:path>
                  </a:pathLst>
                </a:custGeom>
                <a:noFill/>
                <a:ln w="2731" cap="flat">
                  <a:solidFill>
                    <a:srgbClr val="FFFFFF"/>
                  </a:solidFill>
                  <a:prstDash val="solid"/>
                  <a:miter/>
                </a:ln>
              </p:spPr>
              <p:txBody>
                <a:bodyPr/>
                <a:lstStyle/>
                <a:p>
                  <a:endParaRPr lang="zh-CN" altLang="en-US" sz="2190"/>
                </a:p>
              </p:txBody>
            </p:sp>
          </p:grpSp>
          <p:grpSp>
            <p:nvGrpSpPr>
              <p:cNvPr id="3001" name="图形 2"/>
              <p:cNvGrpSpPr/>
              <p:nvPr/>
            </p:nvGrpSpPr>
            <p:grpSpPr>
              <a:xfrm>
                <a:off x="2706753" y="1931941"/>
                <a:ext cx="1491528" cy="197908"/>
                <a:chOff x="2706753" y="1931941"/>
                <a:chExt cx="1491528" cy="197908"/>
              </a:xfrm>
            </p:grpSpPr>
            <p:sp>
              <p:nvSpPr>
                <p:cNvPr id="3060" name="任意多边形: 形状 3059"/>
                <p:cNvSpPr/>
                <p:nvPr/>
              </p:nvSpPr>
              <p:spPr>
                <a:xfrm flipV="1">
                  <a:off x="2706753" y="1931941"/>
                  <a:ext cx="1491528" cy="197908"/>
                </a:xfrm>
                <a:custGeom>
                  <a:avLst/>
                  <a:gdLst>
                    <a:gd name="csX0" fmla="*/ 128 w 1491528"/>
                    <a:gd name="csY0" fmla="*/ 33 h 197908"/>
                    <a:gd name="csX1" fmla="*/ 1491657 w 1491528"/>
                    <a:gd name="csY1" fmla="*/ 33 h 197908"/>
                    <a:gd name="csX2" fmla="*/ 1491657 w 1491528"/>
                    <a:gd name="csY2" fmla="*/ 197942 h 197908"/>
                    <a:gd name="csX3" fmla="*/ 128 w 1491528"/>
                    <a:gd name="csY3" fmla="*/ 197942 h 197908"/>
                  </a:gdLst>
                  <a:ahLst/>
                  <a:cxnLst>
                    <a:cxn ang="0">
                      <a:pos x="csX0" y="csY0"/>
                    </a:cxn>
                    <a:cxn ang="0">
                      <a:pos x="csX1" y="csY1"/>
                    </a:cxn>
                    <a:cxn ang="0">
                      <a:pos x="csX2" y="csY2"/>
                    </a:cxn>
                    <a:cxn ang="0">
                      <a:pos x="csX3" y="csY3"/>
                    </a:cxn>
                  </a:cxnLst>
                  <a:rect l="l" t="t" r="r" b="b"/>
                  <a:pathLst>
                    <a:path w="1491528" h="197908">
                      <a:moveTo>
                        <a:pt x="128" y="33"/>
                      </a:moveTo>
                      <a:lnTo>
                        <a:pt x="1491657" y="33"/>
                      </a:lnTo>
                      <a:lnTo>
                        <a:pt x="1491657" y="197942"/>
                      </a:lnTo>
                      <a:lnTo>
                        <a:pt x="128" y="197942"/>
                      </a:lnTo>
                      <a:close/>
                    </a:path>
                  </a:pathLst>
                </a:custGeom>
                <a:solidFill>
                  <a:srgbClr val="415E71"/>
                </a:solidFill>
                <a:ln w="5462" cap="flat">
                  <a:noFill/>
                  <a:prstDash val="solid"/>
                  <a:miter/>
                </a:ln>
              </p:spPr>
              <p:txBody>
                <a:bodyPr/>
                <a:lstStyle/>
                <a:p>
                  <a:endParaRPr lang="zh-CN" altLang="en-US" sz="2190"/>
                </a:p>
              </p:txBody>
            </p:sp>
            <p:sp>
              <p:nvSpPr>
                <p:cNvPr id="3061" name="任意多边形: 形状 3060"/>
                <p:cNvSpPr/>
                <p:nvPr/>
              </p:nvSpPr>
              <p:spPr>
                <a:xfrm flipV="1">
                  <a:off x="2706753" y="1931941"/>
                  <a:ext cx="1491528" cy="197908"/>
                </a:xfrm>
                <a:custGeom>
                  <a:avLst/>
                  <a:gdLst>
                    <a:gd name="csX0" fmla="*/ 128 w 1491528"/>
                    <a:gd name="csY0" fmla="*/ 33 h 197908"/>
                    <a:gd name="csX1" fmla="*/ 1491657 w 1491528"/>
                    <a:gd name="csY1" fmla="*/ 33 h 197908"/>
                    <a:gd name="csX2" fmla="*/ 1491657 w 1491528"/>
                    <a:gd name="csY2" fmla="*/ 197942 h 197908"/>
                    <a:gd name="csX3" fmla="*/ 128 w 1491528"/>
                    <a:gd name="csY3" fmla="*/ 197942 h 197908"/>
                  </a:gdLst>
                  <a:ahLst/>
                  <a:cxnLst>
                    <a:cxn ang="0">
                      <a:pos x="csX0" y="csY0"/>
                    </a:cxn>
                    <a:cxn ang="0">
                      <a:pos x="csX1" y="csY1"/>
                    </a:cxn>
                    <a:cxn ang="0">
                      <a:pos x="csX2" y="csY2"/>
                    </a:cxn>
                    <a:cxn ang="0">
                      <a:pos x="csX3" y="csY3"/>
                    </a:cxn>
                  </a:cxnLst>
                  <a:rect l="l" t="t" r="r" b="b"/>
                  <a:pathLst>
                    <a:path w="1491528" h="197908">
                      <a:moveTo>
                        <a:pt x="128" y="33"/>
                      </a:moveTo>
                      <a:lnTo>
                        <a:pt x="1491657" y="33"/>
                      </a:lnTo>
                      <a:lnTo>
                        <a:pt x="1491657" y="197942"/>
                      </a:lnTo>
                      <a:lnTo>
                        <a:pt x="128" y="197942"/>
                      </a:lnTo>
                      <a:close/>
                    </a:path>
                  </a:pathLst>
                </a:custGeom>
                <a:noFill/>
                <a:ln w="2731" cap="flat">
                  <a:solidFill>
                    <a:srgbClr val="FFFFFF"/>
                  </a:solidFill>
                  <a:prstDash val="solid"/>
                  <a:miter/>
                </a:ln>
              </p:spPr>
              <p:txBody>
                <a:bodyPr/>
                <a:lstStyle/>
                <a:p>
                  <a:endParaRPr lang="zh-CN" altLang="en-US" sz="2190"/>
                </a:p>
              </p:txBody>
            </p:sp>
          </p:grpSp>
          <p:grpSp>
            <p:nvGrpSpPr>
              <p:cNvPr id="3002" name="图形 2"/>
              <p:cNvGrpSpPr/>
              <p:nvPr/>
            </p:nvGrpSpPr>
            <p:grpSpPr>
              <a:xfrm>
                <a:off x="2706753" y="1684557"/>
                <a:ext cx="1475829" cy="197903"/>
                <a:chOff x="2706753" y="1684557"/>
                <a:chExt cx="1475829" cy="197903"/>
              </a:xfrm>
            </p:grpSpPr>
            <p:sp>
              <p:nvSpPr>
                <p:cNvPr id="3058" name="任意多边形: 形状 3057"/>
                <p:cNvSpPr/>
                <p:nvPr/>
              </p:nvSpPr>
              <p:spPr>
                <a:xfrm flipV="1">
                  <a:off x="2706753" y="1684557"/>
                  <a:ext cx="1475829" cy="197903"/>
                </a:xfrm>
                <a:custGeom>
                  <a:avLst/>
                  <a:gdLst>
                    <a:gd name="csX0" fmla="*/ 129 w 1475829"/>
                    <a:gd name="csY0" fmla="*/ -40 h 197903"/>
                    <a:gd name="csX1" fmla="*/ 1475958 w 1475829"/>
                    <a:gd name="csY1" fmla="*/ -40 h 197903"/>
                    <a:gd name="csX2" fmla="*/ 1475958 w 1475829"/>
                    <a:gd name="csY2" fmla="*/ 197864 h 197903"/>
                    <a:gd name="csX3" fmla="*/ 129 w 1475829"/>
                    <a:gd name="csY3" fmla="*/ 197864 h 197903"/>
                  </a:gdLst>
                  <a:ahLst/>
                  <a:cxnLst>
                    <a:cxn ang="0">
                      <a:pos x="csX0" y="csY0"/>
                    </a:cxn>
                    <a:cxn ang="0">
                      <a:pos x="csX1" y="csY1"/>
                    </a:cxn>
                    <a:cxn ang="0">
                      <a:pos x="csX2" y="csY2"/>
                    </a:cxn>
                    <a:cxn ang="0">
                      <a:pos x="csX3" y="csY3"/>
                    </a:cxn>
                  </a:cxnLst>
                  <a:rect l="l" t="t" r="r" b="b"/>
                  <a:pathLst>
                    <a:path w="1475829" h="197903">
                      <a:moveTo>
                        <a:pt x="129" y="-40"/>
                      </a:moveTo>
                      <a:lnTo>
                        <a:pt x="1475958" y="-40"/>
                      </a:lnTo>
                      <a:lnTo>
                        <a:pt x="1475958" y="197864"/>
                      </a:lnTo>
                      <a:lnTo>
                        <a:pt x="129" y="197864"/>
                      </a:lnTo>
                      <a:close/>
                    </a:path>
                  </a:pathLst>
                </a:custGeom>
                <a:solidFill>
                  <a:srgbClr val="415E71"/>
                </a:solidFill>
                <a:ln w="5462" cap="flat">
                  <a:noFill/>
                  <a:prstDash val="solid"/>
                  <a:miter/>
                </a:ln>
              </p:spPr>
              <p:txBody>
                <a:bodyPr/>
                <a:lstStyle/>
                <a:p>
                  <a:endParaRPr lang="zh-CN" altLang="en-US" sz="2190"/>
                </a:p>
              </p:txBody>
            </p:sp>
            <p:sp>
              <p:nvSpPr>
                <p:cNvPr id="3059" name="任意多边形: 形状 3058"/>
                <p:cNvSpPr/>
                <p:nvPr/>
              </p:nvSpPr>
              <p:spPr>
                <a:xfrm flipV="1">
                  <a:off x="2706753" y="1684557"/>
                  <a:ext cx="1475829" cy="197903"/>
                </a:xfrm>
                <a:custGeom>
                  <a:avLst/>
                  <a:gdLst>
                    <a:gd name="csX0" fmla="*/ 129 w 1475829"/>
                    <a:gd name="csY0" fmla="*/ -40 h 197903"/>
                    <a:gd name="csX1" fmla="*/ 1475958 w 1475829"/>
                    <a:gd name="csY1" fmla="*/ -40 h 197903"/>
                    <a:gd name="csX2" fmla="*/ 1475958 w 1475829"/>
                    <a:gd name="csY2" fmla="*/ 197864 h 197903"/>
                    <a:gd name="csX3" fmla="*/ 129 w 1475829"/>
                    <a:gd name="csY3" fmla="*/ 197864 h 197903"/>
                  </a:gdLst>
                  <a:ahLst/>
                  <a:cxnLst>
                    <a:cxn ang="0">
                      <a:pos x="csX0" y="csY0"/>
                    </a:cxn>
                    <a:cxn ang="0">
                      <a:pos x="csX1" y="csY1"/>
                    </a:cxn>
                    <a:cxn ang="0">
                      <a:pos x="csX2" y="csY2"/>
                    </a:cxn>
                    <a:cxn ang="0">
                      <a:pos x="csX3" y="csY3"/>
                    </a:cxn>
                  </a:cxnLst>
                  <a:rect l="l" t="t" r="r" b="b"/>
                  <a:pathLst>
                    <a:path w="1475829" h="197903">
                      <a:moveTo>
                        <a:pt x="129" y="-40"/>
                      </a:moveTo>
                      <a:lnTo>
                        <a:pt x="1475958" y="-40"/>
                      </a:lnTo>
                      <a:lnTo>
                        <a:pt x="1475958" y="197864"/>
                      </a:lnTo>
                      <a:lnTo>
                        <a:pt x="129" y="197864"/>
                      </a:lnTo>
                      <a:close/>
                    </a:path>
                  </a:pathLst>
                </a:custGeom>
                <a:noFill/>
                <a:ln w="2731" cap="flat">
                  <a:solidFill>
                    <a:srgbClr val="FFFFFF"/>
                  </a:solidFill>
                  <a:prstDash val="solid"/>
                  <a:miter/>
                </a:ln>
              </p:spPr>
              <p:txBody>
                <a:bodyPr/>
                <a:lstStyle/>
                <a:p>
                  <a:endParaRPr lang="zh-CN" altLang="en-US" sz="2190"/>
                </a:p>
              </p:txBody>
            </p:sp>
          </p:grpSp>
          <p:grpSp>
            <p:nvGrpSpPr>
              <p:cNvPr id="3003" name="图形 2"/>
              <p:cNvGrpSpPr/>
              <p:nvPr/>
            </p:nvGrpSpPr>
            <p:grpSpPr>
              <a:xfrm>
                <a:off x="4182582" y="2426710"/>
                <a:ext cx="78501" cy="197907"/>
                <a:chOff x="4182582" y="2426710"/>
                <a:chExt cx="78501" cy="197907"/>
              </a:xfrm>
            </p:grpSpPr>
            <p:sp>
              <p:nvSpPr>
                <p:cNvPr id="3056" name="任意多边形: 形状 3055"/>
                <p:cNvSpPr/>
                <p:nvPr/>
              </p:nvSpPr>
              <p:spPr>
                <a:xfrm flipV="1">
                  <a:off x="4182582" y="2426710"/>
                  <a:ext cx="78501" cy="197907"/>
                </a:xfrm>
                <a:custGeom>
                  <a:avLst/>
                  <a:gdLst>
                    <a:gd name="csX0" fmla="*/ 58 w 78501"/>
                    <a:gd name="csY0" fmla="*/ 179 h 197907"/>
                    <a:gd name="csX1" fmla="*/ 78559 w 78501"/>
                    <a:gd name="csY1" fmla="*/ 179 h 197907"/>
                    <a:gd name="csX2" fmla="*/ 78559 w 78501"/>
                    <a:gd name="csY2" fmla="*/ 198087 h 197907"/>
                    <a:gd name="csX3" fmla="*/ 58 w 78501"/>
                    <a:gd name="csY3" fmla="*/ 198087 h 197907"/>
                  </a:gdLst>
                  <a:ahLst/>
                  <a:cxnLst>
                    <a:cxn ang="0">
                      <a:pos x="csX0" y="csY0"/>
                    </a:cxn>
                    <a:cxn ang="0">
                      <a:pos x="csX1" y="csY1"/>
                    </a:cxn>
                    <a:cxn ang="0">
                      <a:pos x="csX2" y="csY2"/>
                    </a:cxn>
                    <a:cxn ang="0">
                      <a:pos x="csX3" y="csY3"/>
                    </a:cxn>
                  </a:cxnLst>
                  <a:rect l="l" t="t" r="r" b="b"/>
                  <a:pathLst>
                    <a:path w="78501" h="197907">
                      <a:moveTo>
                        <a:pt x="58" y="179"/>
                      </a:moveTo>
                      <a:lnTo>
                        <a:pt x="78559" y="179"/>
                      </a:lnTo>
                      <a:lnTo>
                        <a:pt x="78559" y="198087"/>
                      </a:lnTo>
                      <a:lnTo>
                        <a:pt x="58" y="198087"/>
                      </a:lnTo>
                      <a:close/>
                    </a:path>
                  </a:pathLst>
                </a:custGeom>
                <a:solidFill>
                  <a:srgbClr val="F7C6A2"/>
                </a:solidFill>
                <a:ln w="5462" cap="flat">
                  <a:noFill/>
                  <a:prstDash val="solid"/>
                  <a:miter/>
                </a:ln>
              </p:spPr>
              <p:txBody>
                <a:bodyPr/>
                <a:lstStyle/>
                <a:p>
                  <a:endParaRPr lang="zh-CN" altLang="en-US" sz="2190"/>
                </a:p>
              </p:txBody>
            </p:sp>
            <p:sp>
              <p:nvSpPr>
                <p:cNvPr id="3057" name="任意多边形: 形状 3056"/>
                <p:cNvSpPr/>
                <p:nvPr/>
              </p:nvSpPr>
              <p:spPr>
                <a:xfrm flipV="1">
                  <a:off x="4182582" y="2426710"/>
                  <a:ext cx="78501" cy="197907"/>
                </a:xfrm>
                <a:custGeom>
                  <a:avLst/>
                  <a:gdLst>
                    <a:gd name="csX0" fmla="*/ 58 w 78501"/>
                    <a:gd name="csY0" fmla="*/ 179 h 197907"/>
                    <a:gd name="csX1" fmla="*/ 78559 w 78501"/>
                    <a:gd name="csY1" fmla="*/ 179 h 197907"/>
                    <a:gd name="csX2" fmla="*/ 78559 w 78501"/>
                    <a:gd name="csY2" fmla="*/ 198087 h 197907"/>
                    <a:gd name="csX3" fmla="*/ 58 w 78501"/>
                    <a:gd name="csY3" fmla="*/ 198087 h 197907"/>
                  </a:gdLst>
                  <a:ahLst/>
                  <a:cxnLst>
                    <a:cxn ang="0">
                      <a:pos x="csX0" y="csY0"/>
                    </a:cxn>
                    <a:cxn ang="0">
                      <a:pos x="csX1" y="csY1"/>
                    </a:cxn>
                    <a:cxn ang="0">
                      <a:pos x="csX2" y="csY2"/>
                    </a:cxn>
                    <a:cxn ang="0">
                      <a:pos x="csX3" y="csY3"/>
                    </a:cxn>
                  </a:cxnLst>
                  <a:rect l="l" t="t" r="r" b="b"/>
                  <a:pathLst>
                    <a:path w="78501" h="197907">
                      <a:moveTo>
                        <a:pt x="58" y="179"/>
                      </a:moveTo>
                      <a:lnTo>
                        <a:pt x="78559" y="179"/>
                      </a:lnTo>
                      <a:lnTo>
                        <a:pt x="78559" y="198087"/>
                      </a:lnTo>
                      <a:lnTo>
                        <a:pt x="58" y="198087"/>
                      </a:lnTo>
                      <a:close/>
                    </a:path>
                  </a:pathLst>
                </a:custGeom>
                <a:noFill/>
                <a:ln w="2731" cap="flat">
                  <a:solidFill>
                    <a:srgbClr val="FFFFFF"/>
                  </a:solidFill>
                  <a:prstDash val="solid"/>
                  <a:miter/>
                </a:ln>
              </p:spPr>
              <p:txBody>
                <a:bodyPr/>
                <a:lstStyle/>
                <a:p>
                  <a:endParaRPr lang="zh-CN" altLang="en-US" sz="2190"/>
                </a:p>
              </p:txBody>
            </p:sp>
          </p:grpSp>
          <p:grpSp>
            <p:nvGrpSpPr>
              <p:cNvPr id="3004" name="图形 2"/>
              <p:cNvGrpSpPr/>
              <p:nvPr/>
            </p:nvGrpSpPr>
            <p:grpSpPr>
              <a:xfrm>
                <a:off x="4213980" y="2179324"/>
                <a:ext cx="62802" cy="197908"/>
                <a:chOff x="4213980" y="2179324"/>
                <a:chExt cx="62802" cy="197908"/>
              </a:xfrm>
            </p:grpSpPr>
            <p:sp>
              <p:nvSpPr>
                <p:cNvPr id="3054" name="任意多边形: 形状 3053"/>
                <p:cNvSpPr/>
                <p:nvPr/>
              </p:nvSpPr>
              <p:spPr>
                <a:xfrm flipV="1">
                  <a:off x="4213980" y="2179324"/>
                  <a:ext cx="62802" cy="197908"/>
                </a:xfrm>
                <a:custGeom>
                  <a:avLst/>
                  <a:gdLst>
                    <a:gd name="csX0" fmla="*/ 56 w 62802"/>
                    <a:gd name="csY0" fmla="*/ 106 h 197908"/>
                    <a:gd name="csX1" fmla="*/ 62858 w 62802"/>
                    <a:gd name="csY1" fmla="*/ 106 h 197908"/>
                    <a:gd name="csX2" fmla="*/ 62858 w 62802"/>
                    <a:gd name="csY2" fmla="*/ 198014 h 197908"/>
                    <a:gd name="csX3" fmla="*/ 56 w 62802"/>
                    <a:gd name="csY3" fmla="*/ 198014 h 197908"/>
                  </a:gdLst>
                  <a:ahLst/>
                  <a:cxnLst>
                    <a:cxn ang="0">
                      <a:pos x="csX0" y="csY0"/>
                    </a:cxn>
                    <a:cxn ang="0">
                      <a:pos x="csX1" y="csY1"/>
                    </a:cxn>
                    <a:cxn ang="0">
                      <a:pos x="csX2" y="csY2"/>
                    </a:cxn>
                    <a:cxn ang="0">
                      <a:pos x="csX3" y="csY3"/>
                    </a:cxn>
                  </a:cxnLst>
                  <a:rect l="l" t="t" r="r" b="b"/>
                  <a:pathLst>
                    <a:path w="62802" h="197908">
                      <a:moveTo>
                        <a:pt x="56" y="106"/>
                      </a:moveTo>
                      <a:lnTo>
                        <a:pt x="62858" y="106"/>
                      </a:lnTo>
                      <a:lnTo>
                        <a:pt x="62858" y="198014"/>
                      </a:lnTo>
                      <a:lnTo>
                        <a:pt x="56" y="198014"/>
                      </a:lnTo>
                      <a:close/>
                    </a:path>
                  </a:pathLst>
                </a:custGeom>
                <a:solidFill>
                  <a:srgbClr val="F7C6A2"/>
                </a:solidFill>
                <a:ln w="5462" cap="flat">
                  <a:noFill/>
                  <a:prstDash val="solid"/>
                  <a:miter/>
                </a:ln>
              </p:spPr>
              <p:txBody>
                <a:bodyPr/>
                <a:lstStyle/>
                <a:p>
                  <a:endParaRPr lang="zh-CN" altLang="en-US" sz="2190"/>
                </a:p>
              </p:txBody>
            </p:sp>
            <p:sp>
              <p:nvSpPr>
                <p:cNvPr id="3055" name="任意多边形: 形状 3054"/>
                <p:cNvSpPr/>
                <p:nvPr/>
              </p:nvSpPr>
              <p:spPr>
                <a:xfrm flipV="1">
                  <a:off x="4213980" y="2179324"/>
                  <a:ext cx="62802" cy="197908"/>
                </a:xfrm>
                <a:custGeom>
                  <a:avLst/>
                  <a:gdLst>
                    <a:gd name="csX0" fmla="*/ 56 w 62802"/>
                    <a:gd name="csY0" fmla="*/ 106 h 197908"/>
                    <a:gd name="csX1" fmla="*/ 62858 w 62802"/>
                    <a:gd name="csY1" fmla="*/ 106 h 197908"/>
                    <a:gd name="csX2" fmla="*/ 62858 w 62802"/>
                    <a:gd name="csY2" fmla="*/ 198014 h 197908"/>
                    <a:gd name="csX3" fmla="*/ 56 w 62802"/>
                    <a:gd name="csY3" fmla="*/ 198014 h 197908"/>
                  </a:gdLst>
                  <a:ahLst/>
                  <a:cxnLst>
                    <a:cxn ang="0">
                      <a:pos x="csX0" y="csY0"/>
                    </a:cxn>
                    <a:cxn ang="0">
                      <a:pos x="csX1" y="csY1"/>
                    </a:cxn>
                    <a:cxn ang="0">
                      <a:pos x="csX2" y="csY2"/>
                    </a:cxn>
                    <a:cxn ang="0">
                      <a:pos x="csX3" y="csY3"/>
                    </a:cxn>
                  </a:cxnLst>
                  <a:rect l="l" t="t" r="r" b="b"/>
                  <a:pathLst>
                    <a:path w="62802" h="197908">
                      <a:moveTo>
                        <a:pt x="56" y="106"/>
                      </a:moveTo>
                      <a:lnTo>
                        <a:pt x="62858" y="106"/>
                      </a:lnTo>
                      <a:lnTo>
                        <a:pt x="62858" y="198014"/>
                      </a:lnTo>
                      <a:lnTo>
                        <a:pt x="56" y="198014"/>
                      </a:lnTo>
                      <a:close/>
                    </a:path>
                  </a:pathLst>
                </a:custGeom>
                <a:noFill/>
                <a:ln w="2731" cap="flat">
                  <a:solidFill>
                    <a:srgbClr val="FFFFFF"/>
                  </a:solidFill>
                  <a:prstDash val="solid"/>
                  <a:miter/>
                </a:ln>
              </p:spPr>
              <p:txBody>
                <a:bodyPr/>
                <a:lstStyle/>
                <a:p>
                  <a:endParaRPr lang="zh-CN" altLang="en-US" sz="2190"/>
                </a:p>
              </p:txBody>
            </p:sp>
          </p:grpSp>
          <p:grpSp>
            <p:nvGrpSpPr>
              <p:cNvPr id="3005" name="图形 2"/>
              <p:cNvGrpSpPr/>
              <p:nvPr/>
            </p:nvGrpSpPr>
            <p:grpSpPr>
              <a:xfrm>
                <a:off x="4198281" y="1931941"/>
                <a:ext cx="78501" cy="197908"/>
                <a:chOff x="4198281" y="1931941"/>
                <a:chExt cx="78501" cy="197908"/>
              </a:xfrm>
            </p:grpSpPr>
            <p:sp>
              <p:nvSpPr>
                <p:cNvPr id="3052" name="任意多边形: 形状 3051"/>
                <p:cNvSpPr/>
                <p:nvPr/>
              </p:nvSpPr>
              <p:spPr>
                <a:xfrm flipV="1">
                  <a:off x="4198281" y="1931941"/>
                  <a:ext cx="78501" cy="197908"/>
                </a:xfrm>
                <a:custGeom>
                  <a:avLst/>
                  <a:gdLst>
                    <a:gd name="csX0" fmla="*/ 56 w 78501"/>
                    <a:gd name="csY0" fmla="*/ 33 h 197908"/>
                    <a:gd name="csX1" fmla="*/ 78558 w 78501"/>
                    <a:gd name="csY1" fmla="*/ 33 h 197908"/>
                    <a:gd name="csX2" fmla="*/ 78558 w 78501"/>
                    <a:gd name="csY2" fmla="*/ 197942 h 197908"/>
                    <a:gd name="csX3" fmla="*/ 56 w 78501"/>
                    <a:gd name="csY3" fmla="*/ 197942 h 197908"/>
                  </a:gdLst>
                  <a:ahLst/>
                  <a:cxnLst>
                    <a:cxn ang="0">
                      <a:pos x="csX0" y="csY0"/>
                    </a:cxn>
                    <a:cxn ang="0">
                      <a:pos x="csX1" y="csY1"/>
                    </a:cxn>
                    <a:cxn ang="0">
                      <a:pos x="csX2" y="csY2"/>
                    </a:cxn>
                    <a:cxn ang="0">
                      <a:pos x="csX3" y="csY3"/>
                    </a:cxn>
                  </a:cxnLst>
                  <a:rect l="l" t="t" r="r" b="b"/>
                  <a:pathLst>
                    <a:path w="78501" h="197908">
                      <a:moveTo>
                        <a:pt x="56" y="33"/>
                      </a:moveTo>
                      <a:lnTo>
                        <a:pt x="78558" y="33"/>
                      </a:lnTo>
                      <a:lnTo>
                        <a:pt x="78558" y="197942"/>
                      </a:lnTo>
                      <a:lnTo>
                        <a:pt x="56" y="197942"/>
                      </a:lnTo>
                      <a:close/>
                    </a:path>
                  </a:pathLst>
                </a:custGeom>
                <a:solidFill>
                  <a:srgbClr val="F7C6A2"/>
                </a:solidFill>
                <a:ln w="5462" cap="flat">
                  <a:noFill/>
                  <a:prstDash val="solid"/>
                  <a:miter/>
                </a:ln>
              </p:spPr>
              <p:txBody>
                <a:bodyPr/>
                <a:lstStyle/>
                <a:p>
                  <a:endParaRPr lang="zh-CN" altLang="en-US" sz="2190"/>
                </a:p>
              </p:txBody>
            </p:sp>
            <p:sp>
              <p:nvSpPr>
                <p:cNvPr id="3053" name="任意多边形: 形状 3052"/>
                <p:cNvSpPr/>
                <p:nvPr/>
              </p:nvSpPr>
              <p:spPr>
                <a:xfrm flipV="1">
                  <a:off x="4198281" y="1931941"/>
                  <a:ext cx="78501" cy="197908"/>
                </a:xfrm>
                <a:custGeom>
                  <a:avLst/>
                  <a:gdLst>
                    <a:gd name="csX0" fmla="*/ 56 w 78501"/>
                    <a:gd name="csY0" fmla="*/ 33 h 197908"/>
                    <a:gd name="csX1" fmla="*/ 78558 w 78501"/>
                    <a:gd name="csY1" fmla="*/ 33 h 197908"/>
                    <a:gd name="csX2" fmla="*/ 78558 w 78501"/>
                    <a:gd name="csY2" fmla="*/ 197942 h 197908"/>
                    <a:gd name="csX3" fmla="*/ 56 w 78501"/>
                    <a:gd name="csY3" fmla="*/ 197942 h 197908"/>
                  </a:gdLst>
                  <a:ahLst/>
                  <a:cxnLst>
                    <a:cxn ang="0">
                      <a:pos x="csX0" y="csY0"/>
                    </a:cxn>
                    <a:cxn ang="0">
                      <a:pos x="csX1" y="csY1"/>
                    </a:cxn>
                    <a:cxn ang="0">
                      <a:pos x="csX2" y="csY2"/>
                    </a:cxn>
                    <a:cxn ang="0">
                      <a:pos x="csX3" y="csY3"/>
                    </a:cxn>
                  </a:cxnLst>
                  <a:rect l="l" t="t" r="r" b="b"/>
                  <a:pathLst>
                    <a:path w="78501" h="197908">
                      <a:moveTo>
                        <a:pt x="56" y="33"/>
                      </a:moveTo>
                      <a:lnTo>
                        <a:pt x="78558" y="33"/>
                      </a:lnTo>
                      <a:lnTo>
                        <a:pt x="78558" y="197942"/>
                      </a:lnTo>
                      <a:lnTo>
                        <a:pt x="56" y="197942"/>
                      </a:lnTo>
                      <a:close/>
                    </a:path>
                  </a:pathLst>
                </a:custGeom>
                <a:noFill/>
                <a:ln w="2731" cap="flat">
                  <a:solidFill>
                    <a:srgbClr val="FFFFFF"/>
                  </a:solidFill>
                  <a:prstDash val="solid"/>
                  <a:miter/>
                </a:ln>
              </p:spPr>
              <p:txBody>
                <a:bodyPr/>
                <a:lstStyle/>
                <a:p>
                  <a:endParaRPr lang="zh-CN" altLang="en-US" sz="2190"/>
                </a:p>
              </p:txBody>
            </p:sp>
          </p:grpSp>
          <p:grpSp>
            <p:nvGrpSpPr>
              <p:cNvPr id="3006" name="图形 2"/>
              <p:cNvGrpSpPr/>
              <p:nvPr/>
            </p:nvGrpSpPr>
            <p:grpSpPr>
              <a:xfrm>
                <a:off x="4182582" y="1684557"/>
                <a:ext cx="94200" cy="197903"/>
                <a:chOff x="4182582" y="1684557"/>
                <a:chExt cx="94200" cy="197903"/>
              </a:xfrm>
            </p:grpSpPr>
            <p:sp>
              <p:nvSpPr>
                <p:cNvPr id="3050" name="任意多边形: 形状 3049"/>
                <p:cNvSpPr/>
                <p:nvPr/>
              </p:nvSpPr>
              <p:spPr>
                <a:xfrm flipV="1">
                  <a:off x="4182582" y="1684557"/>
                  <a:ext cx="94200" cy="197903"/>
                </a:xfrm>
                <a:custGeom>
                  <a:avLst/>
                  <a:gdLst>
                    <a:gd name="csX0" fmla="*/ 57 w 94200"/>
                    <a:gd name="csY0" fmla="*/ -40 h 197903"/>
                    <a:gd name="csX1" fmla="*/ 94258 w 94200"/>
                    <a:gd name="csY1" fmla="*/ -40 h 197903"/>
                    <a:gd name="csX2" fmla="*/ 94258 w 94200"/>
                    <a:gd name="csY2" fmla="*/ 197864 h 197903"/>
                    <a:gd name="csX3" fmla="*/ 57 w 94200"/>
                    <a:gd name="csY3" fmla="*/ 197864 h 197903"/>
                  </a:gdLst>
                  <a:ahLst/>
                  <a:cxnLst>
                    <a:cxn ang="0">
                      <a:pos x="csX0" y="csY0"/>
                    </a:cxn>
                    <a:cxn ang="0">
                      <a:pos x="csX1" y="csY1"/>
                    </a:cxn>
                    <a:cxn ang="0">
                      <a:pos x="csX2" y="csY2"/>
                    </a:cxn>
                    <a:cxn ang="0">
                      <a:pos x="csX3" y="csY3"/>
                    </a:cxn>
                  </a:cxnLst>
                  <a:rect l="l" t="t" r="r" b="b"/>
                  <a:pathLst>
                    <a:path w="94200" h="197903">
                      <a:moveTo>
                        <a:pt x="57" y="-40"/>
                      </a:moveTo>
                      <a:lnTo>
                        <a:pt x="94258" y="-40"/>
                      </a:lnTo>
                      <a:lnTo>
                        <a:pt x="94258" y="197864"/>
                      </a:lnTo>
                      <a:lnTo>
                        <a:pt x="57" y="197864"/>
                      </a:lnTo>
                      <a:close/>
                    </a:path>
                  </a:pathLst>
                </a:custGeom>
                <a:solidFill>
                  <a:srgbClr val="F7C6A2"/>
                </a:solidFill>
                <a:ln w="5462" cap="flat">
                  <a:noFill/>
                  <a:prstDash val="solid"/>
                  <a:miter/>
                </a:ln>
              </p:spPr>
              <p:txBody>
                <a:bodyPr/>
                <a:lstStyle/>
                <a:p>
                  <a:endParaRPr lang="zh-CN" altLang="en-US" sz="2190"/>
                </a:p>
              </p:txBody>
            </p:sp>
            <p:sp>
              <p:nvSpPr>
                <p:cNvPr id="3051" name="任意多边形: 形状 3050"/>
                <p:cNvSpPr/>
                <p:nvPr/>
              </p:nvSpPr>
              <p:spPr>
                <a:xfrm flipV="1">
                  <a:off x="4182582" y="1684557"/>
                  <a:ext cx="94200" cy="197903"/>
                </a:xfrm>
                <a:custGeom>
                  <a:avLst/>
                  <a:gdLst>
                    <a:gd name="csX0" fmla="*/ 57 w 94200"/>
                    <a:gd name="csY0" fmla="*/ -40 h 197903"/>
                    <a:gd name="csX1" fmla="*/ 94258 w 94200"/>
                    <a:gd name="csY1" fmla="*/ -40 h 197903"/>
                    <a:gd name="csX2" fmla="*/ 94258 w 94200"/>
                    <a:gd name="csY2" fmla="*/ 197864 h 197903"/>
                    <a:gd name="csX3" fmla="*/ 57 w 94200"/>
                    <a:gd name="csY3" fmla="*/ 197864 h 197903"/>
                  </a:gdLst>
                  <a:ahLst/>
                  <a:cxnLst>
                    <a:cxn ang="0">
                      <a:pos x="csX0" y="csY0"/>
                    </a:cxn>
                    <a:cxn ang="0">
                      <a:pos x="csX1" y="csY1"/>
                    </a:cxn>
                    <a:cxn ang="0">
                      <a:pos x="csX2" y="csY2"/>
                    </a:cxn>
                    <a:cxn ang="0">
                      <a:pos x="csX3" y="csY3"/>
                    </a:cxn>
                  </a:cxnLst>
                  <a:rect l="l" t="t" r="r" b="b"/>
                  <a:pathLst>
                    <a:path w="94200" h="197903">
                      <a:moveTo>
                        <a:pt x="57" y="-40"/>
                      </a:moveTo>
                      <a:lnTo>
                        <a:pt x="94258" y="-40"/>
                      </a:lnTo>
                      <a:lnTo>
                        <a:pt x="94258" y="197864"/>
                      </a:lnTo>
                      <a:lnTo>
                        <a:pt x="57" y="197864"/>
                      </a:lnTo>
                      <a:close/>
                    </a:path>
                  </a:pathLst>
                </a:custGeom>
                <a:noFill/>
                <a:ln w="2731" cap="flat">
                  <a:solidFill>
                    <a:srgbClr val="FFFFFF"/>
                  </a:solidFill>
                  <a:prstDash val="solid"/>
                  <a:miter/>
                </a:ln>
              </p:spPr>
              <p:txBody>
                <a:bodyPr/>
                <a:lstStyle/>
                <a:p>
                  <a:endParaRPr lang="zh-CN" altLang="en-US" sz="2190"/>
                </a:p>
              </p:txBody>
            </p:sp>
          </p:grpSp>
          <p:grpSp>
            <p:nvGrpSpPr>
              <p:cNvPr id="3007" name="图形 2"/>
              <p:cNvGrpSpPr/>
              <p:nvPr/>
            </p:nvGrpSpPr>
            <p:grpSpPr>
              <a:xfrm>
                <a:off x="4261083" y="2426710"/>
                <a:ext cx="15699" cy="197907"/>
                <a:chOff x="4261083" y="2426710"/>
                <a:chExt cx="15699" cy="197907"/>
              </a:xfrm>
            </p:grpSpPr>
            <p:sp>
              <p:nvSpPr>
                <p:cNvPr id="3048" name="任意多边形: 形状 3047"/>
                <p:cNvSpPr/>
                <p:nvPr/>
              </p:nvSpPr>
              <p:spPr>
                <a:xfrm flipV="1">
                  <a:off x="4261083" y="2426710"/>
                  <a:ext cx="15699" cy="197907"/>
                </a:xfrm>
                <a:custGeom>
                  <a:avLst/>
                  <a:gdLst>
                    <a:gd name="csX0" fmla="*/ 53 w 15699"/>
                    <a:gd name="csY0" fmla="*/ 179 h 197907"/>
                    <a:gd name="csX1" fmla="*/ 15753 w 15699"/>
                    <a:gd name="csY1" fmla="*/ 179 h 197907"/>
                    <a:gd name="csX2" fmla="*/ 15753 w 15699"/>
                    <a:gd name="csY2" fmla="*/ 198087 h 197907"/>
                    <a:gd name="csX3" fmla="*/ 53 w 15699"/>
                    <a:gd name="csY3" fmla="*/ 198087 h 197907"/>
                  </a:gdLst>
                  <a:ahLst/>
                  <a:cxnLst>
                    <a:cxn ang="0">
                      <a:pos x="csX0" y="csY0"/>
                    </a:cxn>
                    <a:cxn ang="0">
                      <a:pos x="csX1" y="csY1"/>
                    </a:cxn>
                    <a:cxn ang="0">
                      <a:pos x="csX2" y="csY2"/>
                    </a:cxn>
                    <a:cxn ang="0">
                      <a:pos x="csX3" y="csY3"/>
                    </a:cxn>
                  </a:cxnLst>
                  <a:rect l="l" t="t" r="r" b="b"/>
                  <a:pathLst>
                    <a:path w="15699" h="197907">
                      <a:moveTo>
                        <a:pt x="53" y="179"/>
                      </a:moveTo>
                      <a:lnTo>
                        <a:pt x="15753" y="179"/>
                      </a:lnTo>
                      <a:lnTo>
                        <a:pt x="15753" y="198087"/>
                      </a:lnTo>
                      <a:lnTo>
                        <a:pt x="53" y="198087"/>
                      </a:lnTo>
                      <a:close/>
                    </a:path>
                  </a:pathLst>
                </a:custGeom>
                <a:solidFill>
                  <a:srgbClr val="F7EBC4"/>
                </a:solidFill>
                <a:ln w="5462" cap="flat">
                  <a:noFill/>
                  <a:prstDash val="solid"/>
                  <a:miter/>
                </a:ln>
              </p:spPr>
              <p:txBody>
                <a:bodyPr/>
                <a:lstStyle/>
                <a:p>
                  <a:endParaRPr lang="zh-CN" altLang="en-US" sz="2190"/>
                </a:p>
              </p:txBody>
            </p:sp>
            <p:sp>
              <p:nvSpPr>
                <p:cNvPr id="3049" name="任意多边形: 形状 3048"/>
                <p:cNvSpPr/>
                <p:nvPr/>
              </p:nvSpPr>
              <p:spPr>
                <a:xfrm flipV="1">
                  <a:off x="4261083" y="2426710"/>
                  <a:ext cx="15699" cy="197907"/>
                </a:xfrm>
                <a:custGeom>
                  <a:avLst/>
                  <a:gdLst>
                    <a:gd name="csX0" fmla="*/ 53 w 15699"/>
                    <a:gd name="csY0" fmla="*/ 179 h 197907"/>
                    <a:gd name="csX1" fmla="*/ 15753 w 15699"/>
                    <a:gd name="csY1" fmla="*/ 179 h 197907"/>
                    <a:gd name="csX2" fmla="*/ 15753 w 15699"/>
                    <a:gd name="csY2" fmla="*/ 198087 h 197907"/>
                    <a:gd name="csX3" fmla="*/ 53 w 15699"/>
                    <a:gd name="csY3" fmla="*/ 198087 h 197907"/>
                  </a:gdLst>
                  <a:ahLst/>
                  <a:cxnLst>
                    <a:cxn ang="0">
                      <a:pos x="csX0" y="csY0"/>
                    </a:cxn>
                    <a:cxn ang="0">
                      <a:pos x="csX1" y="csY1"/>
                    </a:cxn>
                    <a:cxn ang="0">
                      <a:pos x="csX2" y="csY2"/>
                    </a:cxn>
                    <a:cxn ang="0">
                      <a:pos x="csX3" y="csY3"/>
                    </a:cxn>
                  </a:cxnLst>
                  <a:rect l="l" t="t" r="r" b="b"/>
                  <a:pathLst>
                    <a:path w="15699" h="197907">
                      <a:moveTo>
                        <a:pt x="53" y="179"/>
                      </a:moveTo>
                      <a:lnTo>
                        <a:pt x="15753" y="179"/>
                      </a:lnTo>
                      <a:lnTo>
                        <a:pt x="15753" y="198087"/>
                      </a:lnTo>
                      <a:lnTo>
                        <a:pt x="53" y="198087"/>
                      </a:lnTo>
                      <a:close/>
                    </a:path>
                  </a:pathLst>
                </a:custGeom>
                <a:noFill/>
                <a:ln w="2731" cap="flat">
                  <a:solidFill>
                    <a:srgbClr val="FFFFFF"/>
                  </a:solidFill>
                  <a:prstDash val="solid"/>
                  <a:miter/>
                </a:ln>
              </p:spPr>
              <p:txBody>
                <a:bodyPr/>
                <a:lstStyle/>
                <a:p>
                  <a:endParaRPr lang="zh-CN" altLang="en-US" sz="2190"/>
                </a:p>
              </p:txBody>
            </p:sp>
          </p:grpSp>
          <p:grpSp>
            <p:nvGrpSpPr>
              <p:cNvPr id="3008" name="图形 2"/>
              <p:cNvGrpSpPr/>
              <p:nvPr/>
            </p:nvGrpSpPr>
            <p:grpSpPr>
              <a:xfrm>
                <a:off x="4276783" y="2179324"/>
                <a:ext cx="10962" cy="197908"/>
                <a:chOff x="4276783" y="2179324"/>
                <a:chExt cx="10962" cy="197908"/>
              </a:xfrm>
            </p:grpSpPr>
            <p:sp>
              <p:nvSpPr>
                <p:cNvPr id="3046" name="任意多边形: 形状 3045"/>
                <p:cNvSpPr/>
                <p:nvPr/>
              </p:nvSpPr>
              <p:spPr>
                <a:xfrm flipV="1">
                  <a:off x="4276783" y="2179324"/>
                  <a:ext cx="10962" cy="197908"/>
                </a:xfrm>
                <a:custGeom>
                  <a:avLst/>
                  <a:gdLst>
                    <a:gd name="csX0" fmla="*/ 53 w 10962"/>
                    <a:gd name="csY0" fmla="*/ 106 h 197908"/>
                    <a:gd name="csX1" fmla="*/ 53 w 10962"/>
                    <a:gd name="csY1" fmla="*/ 106 h 197908"/>
                    <a:gd name="csX2" fmla="*/ 53 w 10962"/>
                    <a:gd name="csY2" fmla="*/ 198014 h 197908"/>
                  </a:gdLst>
                  <a:ahLst/>
                  <a:cxnLst>
                    <a:cxn ang="0">
                      <a:pos x="csX0" y="csY0"/>
                    </a:cxn>
                    <a:cxn ang="0">
                      <a:pos x="csX1" y="csY1"/>
                    </a:cxn>
                    <a:cxn ang="0">
                      <a:pos x="csX2" y="csY2"/>
                    </a:cxn>
                  </a:cxnLst>
                  <a:rect l="l" t="t" r="r" b="b"/>
                  <a:pathLst>
                    <a:path w="10962" h="197908">
                      <a:moveTo>
                        <a:pt x="53" y="106"/>
                      </a:moveTo>
                      <a:lnTo>
                        <a:pt x="53" y="106"/>
                      </a:lnTo>
                      <a:lnTo>
                        <a:pt x="53" y="198014"/>
                      </a:lnTo>
                      <a:close/>
                    </a:path>
                  </a:pathLst>
                </a:custGeom>
                <a:solidFill>
                  <a:srgbClr val="F7EBC4"/>
                </a:solidFill>
                <a:ln w="5462" cap="flat">
                  <a:noFill/>
                  <a:prstDash val="solid"/>
                  <a:miter/>
                </a:ln>
              </p:spPr>
              <p:txBody>
                <a:bodyPr/>
                <a:lstStyle/>
                <a:p>
                  <a:endParaRPr lang="zh-CN" altLang="en-US" sz="2190"/>
                </a:p>
              </p:txBody>
            </p:sp>
            <p:sp>
              <p:nvSpPr>
                <p:cNvPr id="3047" name="任意多边形: 形状 3046"/>
                <p:cNvSpPr/>
                <p:nvPr/>
              </p:nvSpPr>
              <p:spPr>
                <a:xfrm flipV="1">
                  <a:off x="4276783" y="2179324"/>
                  <a:ext cx="10962" cy="197908"/>
                </a:xfrm>
                <a:custGeom>
                  <a:avLst/>
                  <a:gdLst>
                    <a:gd name="csX0" fmla="*/ 53 w 10962"/>
                    <a:gd name="csY0" fmla="*/ 106 h 197908"/>
                    <a:gd name="csX1" fmla="*/ 53 w 10962"/>
                    <a:gd name="csY1" fmla="*/ 106 h 197908"/>
                    <a:gd name="csX2" fmla="*/ 53 w 10962"/>
                    <a:gd name="csY2" fmla="*/ 198014 h 197908"/>
                  </a:gdLst>
                  <a:ahLst/>
                  <a:cxnLst>
                    <a:cxn ang="0">
                      <a:pos x="csX0" y="csY0"/>
                    </a:cxn>
                    <a:cxn ang="0">
                      <a:pos x="csX1" y="csY1"/>
                    </a:cxn>
                    <a:cxn ang="0">
                      <a:pos x="csX2" y="csY2"/>
                    </a:cxn>
                  </a:cxnLst>
                  <a:rect l="l" t="t" r="r" b="b"/>
                  <a:pathLst>
                    <a:path w="10962" h="197908">
                      <a:moveTo>
                        <a:pt x="53" y="106"/>
                      </a:moveTo>
                      <a:lnTo>
                        <a:pt x="53" y="106"/>
                      </a:lnTo>
                      <a:lnTo>
                        <a:pt x="53" y="198014"/>
                      </a:lnTo>
                      <a:close/>
                    </a:path>
                  </a:pathLst>
                </a:custGeom>
                <a:noFill/>
                <a:ln w="2731" cap="flat">
                  <a:solidFill>
                    <a:srgbClr val="FFFFFF"/>
                  </a:solidFill>
                  <a:prstDash val="solid"/>
                  <a:miter/>
                </a:ln>
              </p:spPr>
              <p:txBody>
                <a:bodyPr/>
                <a:lstStyle/>
                <a:p>
                  <a:endParaRPr lang="zh-CN" altLang="en-US" sz="2190"/>
                </a:p>
              </p:txBody>
            </p:sp>
          </p:grpSp>
          <p:grpSp>
            <p:nvGrpSpPr>
              <p:cNvPr id="3009" name="图形 2"/>
              <p:cNvGrpSpPr/>
              <p:nvPr/>
            </p:nvGrpSpPr>
            <p:grpSpPr>
              <a:xfrm>
                <a:off x="4276783" y="1931941"/>
                <a:ext cx="10962" cy="197908"/>
                <a:chOff x="4276783" y="1931941"/>
                <a:chExt cx="10962" cy="197908"/>
              </a:xfrm>
            </p:grpSpPr>
            <p:sp>
              <p:nvSpPr>
                <p:cNvPr id="3044" name="任意多边形: 形状 3043"/>
                <p:cNvSpPr/>
                <p:nvPr/>
              </p:nvSpPr>
              <p:spPr>
                <a:xfrm flipV="1">
                  <a:off x="4276783" y="1931941"/>
                  <a:ext cx="10962" cy="197908"/>
                </a:xfrm>
                <a:custGeom>
                  <a:avLst/>
                  <a:gdLst>
                    <a:gd name="csX0" fmla="*/ 53 w 10962"/>
                    <a:gd name="csY0" fmla="*/ 33 h 197908"/>
                    <a:gd name="csX1" fmla="*/ 53 w 10962"/>
                    <a:gd name="csY1" fmla="*/ 33 h 197908"/>
                    <a:gd name="csX2" fmla="*/ 53 w 10962"/>
                    <a:gd name="csY2" fmla="*/ 197942 h 197908"/>
                  </a:gdLst>
                  <a:ahLst/>
                  <a:cxnLst>
                    <a:cxn ang="0">
                      <a:pos x="csX0" y="csY0"/>
                    </a:cxn>
                    <a:cxn ang="0">
                      <a:pos x="csX1" y="csY1"/>
                    </a:cxn>
                    <a:cxn ang="0">
                      <a:pos x="csX2" y="csY2"/>
                    </a:cxn>
                  </a:cxnLst>
                  <a:rect l="l" t="t" r="r" b="b"/>
                  <a:pathLst>
                    <a:path w="10962" h="197908">
                      <a:moveTo>
                        <a:pt x="53" y="33"/>
                      </a:moveTo>
                      <a:lnTo>
                        <a:pt x="53" y="33"/>
                      </a:lnTo>
                      <a:lnTo>
                        <a:pt x="53" y="197942"/>
                      </a:lnTo>
                      <a:close/>
                    </a:path>
                  </a:pathLst>
                </a:custGeom>
                <a:solidFill>
                  <a:srgbClr val="F7EBC4"/>
                </a:solidFill>
                <a:ln w="5462" cap="flat">
                  <a:noFill/>
                  <a:prstDash val="solid"/>
                  <a:miter/>
                </a:ln>
              </p:spPr>
              <p:txBody>
                <a:bodyPr/>
                <a:lstStyle/>
                <a:p>
                  <a:endParaRPr lang="zh-CN" altLang="en-US" sz="2190"/>
                </a:p>
              </p:txBody>
            </p:sp>
            <p:sp>
              <p:nvSpPr>
                <p:cNvPr id="3045" name="任意多边形: 形状 3044"/>
                <p:cNvSpPr/>
                <p:nvPr/>
              </p:nvSpPr>
              <p:spPr>
                <a:xfrm flipV="1">
                  <a:off x="4276783" y="1931941"/>
                  <a:ext cx="10962" cy="197908"/>
                </a:xfrm>
                <a:custGeom>
                  <a:avLst/>
                  <a:gdLst>
                    <a:gd name="csX0" fmla="*/ 53 w 10962"/>
                    <a:gd name="csY0" fmla="*/ 33 h 197908"/>
                    <a:gd name="csX1" fmla="*/ 53 w 10962"/>
                    <a:gd name="csY1" fmla="*/ 33 h 197908"/>
                    <a:gd name="csX2" fmla="*/ 53 w 10962"/>
                    <a:gd name="csY2" fmla="*/ 197942 h 197908"/>
                  </a:gdLst>
                  <a:ahLst/>
                  <a:cxnLst>
                    <a:cxn ang="0">
                      <a:pos x="csX0" y="csY0"/>
                    </a:cxn>
                    <a:cxn ang="0">
                      <a:pos x="csX1" y="csY1"/>
                    </a:cxn>
                    <a:cxn ang="0">
                      <a:pos x="csX2" y="csY2"/>
                    </a:cxn>
                  </a:cxnLst>
                  <a:rect l="l" t="t" r="r" b="b"/>
                  <a:pathLst>
                    <a:path w="10962" h="197908">
                      <a:moveTo>
                        <a:pt x="53" y="33"/>
                      </a:moveTo>
                      <a:lnTo>
                        <a:pt x="53" y="33"/>
                      </a:lnTo>
                      <a:lnTo>
                        <a:pt x="53" y="197942"/>
                      </a:lnTo>
                      <a:close/>
                    </a:path>
                  </a:pathLst>
                </a:custGeom>
                <a:noFill/>
                <a:ln w="2731" cap="flat">
                  <a:solidFill>
                    <a:srgbClr val="FFFFFF"/>
                  </a:solidFill>
                  <a:prstDash val="solid"/>
                  <a:miter/>
                </a:ln>
              </p:spPr>
              <p:txBody>
                <a:bodyPr/>
                <a:lstStyle/>
                <a:p>
                  <a:endParaRPr lang="zh-CN" altLang="en-US" sz="2190"/>
                </a:p>
              </p:txBody>
            </p:sp>
          </p:grpSp>
          <p:grpSp>
            <p:nvGrpSpPr>
              <p:cNvPr id="3010" name="图形 2"/>
              <p:cNvGrpSpPr/>
              <p:nvPr/>
            </p:nvGrpSpPr>
            <p:grpSpPr>
              <a:xfrm>
                <a:off x="4276783" y="1684557"/>
                <a:ext cx="10962" cy="197903"/>
                <a:chOff x="4276783" y="1684557"/>
                <a:chExt cx="10962" cy="197903"/>
              </a:xfrm>
            </p:grpSpPr>
            <p:sp>
              <p:nvSpPr>
                <p:cNvPr id="3042" name="任意多边形: 形状 3041"/>
                <p:cNvSpPr/>
                <p:nvPr/>
              </p:nvSpPr>
              <p:spPr>
                <a:xfrm flipV="1">
                  <a:off x="4276783" y="1684557"/>
                  <a:ext cx="10962" cy="197903"/>
                </a:xfrm>
                <a:custGeom>
                  <a:avLst/>
                  <a:gdLst>
                    <a:gd name="csX0" fmla="*/ 53 w 10962"/>
                    <a:gd name="csY0" fmla="*/ -40 h 197903"/>
                    <a:gd name="csX1" fmla="*/ 53 w 10962"/>
                    <a:gd name="csY1" fmla="*/ -40 h 197903"/>
                    <a:gd name="csX2" fmla="*/ 53 w 10962"/>
                    <a:gd name="csY2" fmla="*/ 197864 h 197903"/>
                  </a:gdLst>
                  <a:ahLst/>
                  <a:cxnLst>
                    <a:cxn ang="0">
                      <a:pos x="csX0" y="csY0"/>
                    </a:cxn>
                    <a:cxn ang="0">
                      <a:pos x="csX1" y="csY1"/>
                    </a:cxn>
                    <a:cxn ang="0">
                      <a:pos x="csX2" y="csY2"/>
                    </a:cxn>
                  </a:cxnLst>
                  <a:rect l="l" t="t" r="r" b="b"/>
                  <a:pathLst>
                    <a:path w="10962" h="197903">
                      <a:moveTo>
                        <a:pt x="53" y="-40"/>
                      </a:moveTo>
                      <a:lnTo>
                        <a:pt x="53" y="-40"/>
                      </a:lnTo>
                      <a:lnTo>
                        <a:pt x="53" y="197864"/>
                      </a:lnTo>
                      <a:close/>
                    </a:path>
                  </a:pathLst>
                </a:custGeom>
                <a:solidFill>
                  <a:srgbClr val="F7EBC4"/>
                </a:solidFill>
                <a:ln w="5462" cap="flat">
                  <a:noFill/>
                  <a:prstDash val="solid"/>
                  <a:miter/>
                </a:ln>
              </p:spPr>
              <p:txBody>
                <a:bodyPr/>
                <a:lstStyle/>
                <a:p>
                  <a:endParaRPr lang="zh-CN" altLang="en-US" sz="2190"/>
                </a:p>
              </p:txBody>
            </p:sp>
            <p:sp>
              <p:nvSpPr>
                <p:cNvPr id="3043" name="任意多边形: 形状 3042"/>
                <p:cNvSpPr/>
                <p:nvPr/>
              </p:nvSpPr>
              <p:spPr>
                <a:xfrm flipV="1">
                  <a:off x="4276783" y="1684557"/>
                  <a:ext cx="10962" cy="197903"/>
                </a:xfrm>
                <a:custGeom>
                  <a:avLst/>
                  <a:gdLst>
                    <a:gd name="csX0" fmla="*/ 53 w 10962"/>
                    <a:gd name="csY0" fmla="*/ -40 h 197903"/>
                    <a:gd name="csX1" fmla="*/ 53 w 10962"/>
                    <a:gd name="csY1" fmla="*/ -40 h 197903"/>
                    <a:gd name="csX2" fmla="*/ 53 w 10962"/>
                    <a:gd name="csY2" fmla="*/ 197864 h 197903"/>
                  </a:gdLst>
                  <a:ahLst/>
                  <a:cxnLst>
                    <a:cxn ang="0">
                      <a:pos x="csX0" y="csY0"/>
                    </a:cxn>
                    <a:cxn ang="0">
                      <a:pos x="csX1" y="csY1"/>
                    </a:cxn>
                    <a:cxn ang="0">
                      <a:pos x="csX2" y="csY2"/>
                    </a:cxn>
                  </a:cxnLst>
                  <a:rect l="l" t="t" r="r" b="b"/>
                  <a:pathLst>
                    <a:path w="10962" h="197903">
                      <a:moveTo>
                        <a:pt x="53" y="-40"/>
                      </a:moveTo>
                      <a:lnTo>
                        <a:pt x="53" y="-40"/>
                      </a:lnTo>
                      <a:lnTo>
                        <a:pt x="53" y="197864"/>
                      </a:lnTo>
                      <a:close/>
                    </a:path>
                  </a:pathLst>
                </a:custGeom>
                <a:noFill/>
                <a:ln w="2731" cap="flat">
                  <a:solidFill>
                    <a:srgbClr val="FFFFFF"/>
                  </a:solidFill>
                  <a:prstDash val="solid"/>
                  <a:miter/>
                </a:ln>
              </p:spPr>
              <p:txBody>
                <a:bodyPr/>
                <a:lstStyle/>
                <a:p>
                  <a:endParaRPr lang="zh-CN" altLang="en-US" sz="2190"/>
                </a:p>
              </p:txBody>
            </p:sp>
          </p:grpSp>
          <p:sp>
            <p:nvSpPr>
              <p:cNvPr id="3011" name="任意多边形: 形状 3010"/>
              <p:cNvSpPr/>
              <p:nvPr/>
            </p:nvSpPr>
            <p:spPr>
              <a:xfrm flipV="1">
                <a:off x="2706753" y="2671621"/>
                <a:ext cx="10962" cy="17769"/>
              </a:xfrm>
              <a:custGeom>
                <a:avLst/>
                <a:gdLst>
                  <a:gd name="csX0" fmla="*/ 197 w 10962"/>
                  <a:gd name="csY0" fmla="*/ 17994 h 17769"/>
                  <a:gd name="csX1" fmla="*/ 197 w 10962"/>
                  <a:gd name="csY1" fmla="*/ 225 h 17769"/>
                </a:gdLst>
                <a:ahLst/>
                <a:cxnLst>
                  <a:cxn ang="0">
                    <a:pos x="csX0" y="csY0"/>
                  </a:cxn>
                  <a:cxn ang="0">
                    <a:pos x="csX1" y="csY1"/>
                  </a:cxn>
                </a:cxnLst>
                <a:rect l="l" t="t" r="r" b="b"/>
                <a:pathLst>
                  <a:path w="10962" h="17769">
                    <a:moveTo>
                      <a:pt x="197" y="17994"/>
                    </a:moveTo>
                    <a:lnTo>
                      <a:pt x="197" y="225"/>
                    </a:lnTo>
                  </a:path>
                </a:pathLst>
              </a:custGeom>
              <a:solidFill>
                <a:srgbClr val="000000"/>
              </a:solidFill>
              <a:ln w="5462" cap="flat">
                <a:noFill/>
                <a:prstDash val="solid"/>
                <a:miter/>
              </a:ln>
            </p:spPr>
            <p:txBody>
              <a:bodyPr/>
              <a:lstStyle/>
              <a:p>
                <a:endParaRPr lang="zh-CN" altLang="en-US" sz="2190"/>
              </a:p>
            </p:txBody>
          </p:sp>
          <p:sp>
            <p:nvSpPr>
              <p:cNvPr id="3012" name="任意多边形: 形状 3011"/>
              <p:cNvSpPr/>
              <p:nvPr/>
            </p:nvSpPr>
            <p:spPr>
              <a:xfrm flipV="1">
                <a:off x="2706753" y="2671621"/>
                <a:ext cx="10962" cy="17769"/>
              </a:xfrm>
              <a:custGeom>
                <a:avLst/>
                <a:gdLst>
                  <a:gd name="csX0" fmla="*/ 197 w 10962"/>
                  <a:gd name="csY0" fmla="*/ 17994 h 17769"/>
                  <a:gd name="csX1" fmla="*/ 197 w 10962"/>
                  <a:gd name="csY1" fmla="*/ 225 h 17769"/>
                </a:gdLst>
                <a:ahLst/>
                <a:cxnLst>
                  <a:cxn ang="0">
                    <a:pos x="csX0" y="csY0"/>
                  </a:cxn>
                  <a:cxn ang="0">
                    <a:pos x="csX1" y="csY1"/>
                  </a:cxn>
                </a:cxnLst>
                <a:rect l="l" t="t" r="r" b="b"/>
                <a:pathLst>
                  <a:path w="10962" h="17769">
                    <a:moveTo>
                      <a:pt x="197" y="17994"/>
                    </a:moveTo>
                    <a:lnTo>
                      <a:pt x="197" y="225"/>
                    </a:lnTo>
                  </a:path>
                </a:pathLst>
              </a:custGeom>
              <a:noFill/>
              <a:ln w="4370" cap="flat">
                <a:solidFill>
                  <a:srgbClr val="000000"/>
                </a:solidFill>
                <a:prstDash val="solid"/>
                <a:round/>
              </a:ln>
            </p:spPr>
            <p:txBody>
              <a:bodyPr/>
              <a:lstStyle/>
              <a:p>
                <a:endParaRPr lang="zh-CN" altLang="en-US" sz="2190"/>
              </a:p>
            </p:txBody>
          </p:sp>
          <p:sp>
            <p:nvSpPr>
              <p:cNvPr id="3013" name="文本框 3012"/>
              <p:cNvSpPr txBox="1"/>
              <p:nvPr/>
            </p:nvSpPr>
            <p:spPr>
              <a:xfrm>
                <a:off x="2597073"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3014" name="任意多边形: 形状 3013"/>
              <p:cNvSpPr/>
              <p:nvPr/>
            </p:nvSpPr>
            <p:spPr>
              <a:xfrm flipV="1">
                <a:off x="3099260" y="2671621"/>
                <a:ext cx="10962" cy="17769"/>
              </a:xfrm>
              <a:custGeom>
                <a:avLst/>
                <a:gdLst>
                  <a:gd name="csX0" fmla="*/ 161 w 10962"/>
                  <a:gd name="csY0" fmla="*/ 17994 h 17769"/>
                  <a:gd name="csX1" fmla="*/ 161 w 10962"/>
                  <a:gd name="csY1" fmla="*/ 225 h 17769"/>
                </a:gdLst>
                <a:ahLst/>
                <a:cxnLst>
                  <a:cxn ang="0">
                    <a:pos x="csX0" y="csY0"/>
                  </a:cxn>
                  <a:cxn ang="0">
                    <a:pos x="csX1" y="csY1"/>
                  </a:cxn>
                </a:cxnLst>
                <a:rect l="l" t="t" r="r" b="b"/>
                <a:pathLst>
                  <a:path w="10962" h="17769">
                    <a:moveTo>
                      <a:pt x="161" y="17994"/>
                    </a:moveTo>
                    <a:lnTo>
                      <a:pt x="161" y="225"/>
                    </a:lnTo>
                  </a:path>
                </a:pathLst>
              </a:custGeom>
              <a:solidFill>
                <a:srgbClr val="000000"/>
              </a:solidFill>
              <a:ln w="5462" cap="flat">
                <a:noFill/>
                <a:prstDash val="solid"/>
                <a:miter/>
              </a:ln>
            </p:spPr>
            <p:txBody>
              <a:bodyPr/>
              <a:lstStyle/>
              <a:p>
                <a:endParaRPr lang="zh-CN" altLang="en-US" sz="2190"/>
              </a:p>
            </p:txBody>
          </p:sp>
          <p:sp>
            <p:nvSpPr>
              <p:cNvPr id="3015" name="任意多边形: 形状 3014"/>
              <p:cNvSpPr/>
              <p:nvPr/>
            </p:nvSpPr>
            <p:spPr>
              <a:xfrm flipV="1">
                <a:off x="3099260" y="2671621"/>
                <a:ext cx="10962" cy="17769"/>
              </a:xfrm>
              <a:custGeom>
                <a:avLst/>
                <a:gdLst>
                  <a:gd name="csX0" fmla="*/ 161 w 10962"/>
                  <a:gd name="csY0" fmla="*/ 17994 h 17769"/>
                  <a:gd name="csX1" fmla="*/ 161 w 10962"/>
                  <a:gd name="csY1" fmla="*/ 225 h 17769"/>
                </a:gdLst>
                <a:ahLst/>
                <a:cxnLst>
                  <a:cxn ang="0">
                    <a:pos x="csX0" y="csY0"/>
                  </a:cxn>
                  <a:cxn ang="0">
                    <a:pos x="csX1" y="csY1"/>
                  </a:cxn>
                </a:cxnLst>
                <a:rect l="l" t="t" r="r" b="b"/>
                <a:pathLst>
                  <a:path w="10962" h="17769">
                    <a:moveTo>
                      <a:pt x="161" y="17994"/>
                    </a:moveTo>
                    <a:lnTo>
                      <a:pt x="161" y="225"/>
                    </a:lnTo>
                  </a:path>
                </a:pathLst>
              </a:custGeom>
              <a:noFill/>
              <a:ln w="4370" cap="flat">
                <a:solidFill>
                  <a:srgbClr val="000000"/>
                </a:solidFill>
                <a:prstDash val="solid"/>
                <a:round/>
              </a:ln>
            </p:spPr>
            <p:txBody>
              <a:bodyPr/>
              <a:lstStyle/>
              <a:p>
                <a:endParaRPr lang="zh-CN" altLang="en-US" sz="2190"/>
              </a:p>
            </p:txBody>
          </p:sp>
          <p:sp>
            <p:nvSpPr>
              <p:cNvPr id="3016" name="文本框 3015"/>
              <p:cNvSpPr txBox="1"/>
              <p:nvPr/>
            </p:nvSpPr>
            <p:spPr>
              <a:xfrm>
                <a:off x="2971336"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3017" name="任意多边形: 形状 3016"/>
              <p:cNvSpPr/>
              <p:nvPr/>
            </p:nvSpPr>
            <p:spPr>
              <a:xfrm flipV="1">
                <a:off x="3491768" y="2671621"/>
                <a:ext cx="10962" cy="17769"/>
              </a:xfrm>
              <a:custGeom>
                <a:avLst/>
                <a:gdLst>
                  <a:gd name="csX0" fmla="*/ 125 w 10962"/>
                  <a:gd name="csY0" fmla="*/ 17994 h 17769"/>
                  <a:gd name="csX1" fmla="*/ 125 w 10962"/>
                  <a:gd name="csY1" fmla="*/ 225 h 17769"/>
                </a:gdLst>
                <a:ahLst/>
                <a:cxnLst>
                  <a:cxn ang="0">
                    <a:pos x="csX0" y="csY0"/>
                  </a:cxn>
                  <a:cxn ang="0">
                    <a:pos x="csX1" y="csY1"/>
                  </a:cxn>
                </a:cxnLst>
                <a:rect l="l" t="t" r="r" b="b"/>
                <a:pathLst>
                  <a:path w="10962" h="17769">
                    <a:moveTo>
                      <a:pt x="125" y="17994"/>
                    </a:moveTo>
                    <a:lnTo>
                      <a:pt x="125" y="225"/>
                    </a:lnTo>
                  </a:path>
                </a:pathLst>
              </a:custGeom>
              <a:solidFill>
                <a:srgbClr val="000000"/>
              </a:solidFill>
              <a:ln w="5462" cap="flat">
                <a:noFill/>
                <a:prstDash val="solid"/>
                <a:miter/>
              </a:ln>
            </p:spPr>
            <p:txBody>
              <a:bodyPr/>
              <a:lstStyle/>
              <a:p>
                <a:endParaRPr lang="zh-CN" altLang="en-US" sz="2190"/>
              </a:p>
            </p:txBody>
          </p:sp>
          <p:sp>
            <p:nvSpPr>
              <p:cNvPr id="3018" name="任意多边形: 形状 3017"/>
              <p:cNvSpPr/>
              <p:nvPr/>
            </p:nvSpPr>
            <p:spPr>
              <a:xfrm flipV="1">
                <a:off x="3491768" y="2671621"/>
                <a:ext cx="10962" cy="17769"/>
              </a:xfrm>
              <a:custGeom>
                <a:avLst/>
                <a:gdLst>
                  <a:gd name="csX0" fmla="*/ 125 w 10962"/>
                  <a:gd name="csY0" fmla="*/ 17994 h 17769"/>
                  <a:gd name="csX1" fmla="*/ 125 w 10962"/>
                  <a:gd name="csY1" fmla="*/ 225 h 17769"/>
                </a:gdLst>
                <a:ahLst/>
                <a:cxnLst>
                  <a:cxn ang="0">
                    <a:pos x="csX0" y="csY0"/>
                  </a:cxn>
                  <a:cxn ang="0">
                    <a:pos x="csX1" y="csY1"/>
                  </a:cxn>
                </a:cxnLst>
                <a:rect l="l" t="t" r="r" b="b"/>
                <a:pathLst>
                  <a:path w="10962" h="17769">
                    <a:moveTo>
                      <a:pt x="125" y="17994"/>
                    </a:moveTo>
                    <a:lnTo>
                      <a:pt x="125" y="225"/>
                    </a:lnTo>
                  </a:path>
                </a:pathLst>
              </a:custGeom>
              <a:noFill/>
              <a:ln w="4370" cap="flat">
                <a:solidFill>
                  <a:srgbClr val="000000"/>
                </a:solidFill>
                <a:prstDash val="solid"/>
                <a:round/>
              </a:ln>
            </p:spPr>
            <p:txBody>
              <a:bodyPr/>
              <a:lstStyle/>
              <a:p>
                <a:endParaRPr lang="zh-CN" altLang="en-US" sz="2190"/>
              </a:p>
            </p:txBody>
          </p:sp>
          <p:sp>
            <p:nvSpPr>
              <p:cNvPr id="3019" name="文本框 3018"/>
              <p:cNvSpPr txBox="1"/>
              <p:nvPr/>
            </p:nvSpPr>
            <p:spPr>
              <a:xfrm>
                <a:off x="3363851"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3020" name="任意多边形: 形状 3019"/>
              <p:cNvSpPr/>
              <p:nvPr/>
            </p:nvSpPr>
            <p:spPr>
              <a:xfrm flipV="1">
                <a:off x="3884275" y="2671621"/>
                <a:ext cx="10962" cy="17769"/>
              </a:xfrm>
              <a:custGeom>
                <a:avLst/>
                <a:gdLst>
                  <a:gd name="csX0" fmla="*/ 89 w 10962"/>
                  <a:gd name="csY0" fmla="*/ 17994 h 17769"/>
                  <a:gd name="csX1" fmla="*/ 89 w 10962"/>
                  <a:gd name="csY1" fmla="*/ 225 h 17769"/>
                </a:gdLst>
                <a:ahLst/>
                <a:cxnLst>
                  <a:cxn ang="0">
                    <a:pos x="csX0" y="csY0"/>
                  </a:cxn>
                  <a:cxn ang="0">
                    <a:pos x="csX1" y="csY1"/>
                  </a:cxn>
                </a:cxnLst>
                <a:rect l="l" t="t" r="r" b="b"/>
                <a:pathLst>
                  <a:path w="10962" h="17769">
                    <a:moveTo>
                      <a:pt x="89" y="17994"/>
                    </a:moveTo>
                    <a:lnTo>
                      <a:pt x="89" y="225"/>
                    </a:lnTo>
                  </a:path>
                </a:pathLst>
              </a:custGeom>
              <a:solidFill>
                <a:srgbClr val="000000"/>
              </a:solidFill>
              <a:ln w="5462" cap="flat">
                <a:noFill/>
                <a:prstDash val="solid"/>
                <a:miter/>
              </a:ln>
            </p:spPr>
            <p:txBody>
              <a:bodyPr/>
              <a:lstStyle/>
              <a:p>
                <a:endParaRPr lang="zh-CN" altLang="en-US" sz="2190"/>
              </a:p>
            </p:txBody>
          </p:sp>
          <p:sp>
            <p:nvSpPr>
              <p:cNvPr id="3021" name="任意多边形: 形状 3020"/>
              <p:cNvSpPr/>
              <p:nvPr/>
            </p:nvSpPr>
            <p:spPr>
              <a:xfrm flipV="1">
                <a:off x="3884275" y="2671621"/>
                <a:ext cx="10962" cy="17769"/>
              </a:xfrm>
              <a:custGeom>
                <a:avLst/>
                <a:gdLst>
                  <a:gd name="csX0" fmla="*/ 89 w 10962"/>
                  <a:gd name="csY0" fmla="*/ 17994 h 17769"/>
                  <a:gd name="csX1" fmla="*/ 89 w 10962"/>
                  <a:gd name="csY1" fmla="*/ 225 h 17769"/>
                </a:gdLst>
                <a:ahLst/>
                <a:cxnLst>
                  <a:cxn ang="0">
                    <a:pos x="csX0" y="csY0"/>
                  </a:cxn>
                  <a:cxn ang="0">
                    <a:pos x="csX1" y="csY1"/>
                  </a:cxn>
                </a:cxnLst>
                <a:rect l="l" t="t" r="r" b="b"/>
                <a:pathLst>
                  <a:path w="10962" h="17769">
                    <a:moveTo>
                      <a:pt x="89" y="17994"/>
                    </a:moveTo>
                    <a:lnTo>
                      <a:pt x="89" y="225"/>
                    </a:lnTo>
                  </a:path>
                </a:pathLst>
              </a:custGeom>
              <a:noFill/>
              <a:ln w="4370" cap="flat">
                <a:solidFill>
                  <a:srgbClr val="000000"/>
                </a:solidFill>
                <a:prstDash val="solid"/>
                <a:round/>
              </a:ln>
            </p:spPr>
            <p:txBody>
              <a:bodyPr/>
              <a:lstStyle/>
              <a:p>
                <a:endParaRPr lang="zh-CN" altLang="en-US" sz="2190"/>
              </a:p>
            </p:txBody>
          </p:sp>
          <p:sp>
            <p:nvSpPr>
              <p:cNvPr id="3022" name="文本框 3021"/>
              <p:cNvSpPr txBox="1"/>
              <p:nvPr/>
            </p:nvSpPr>
            <p:spPr>
              <a:xfrm>
                <a:off x="3756355"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3023" name="任意多边形: 形状 3022"/>
              <p:cNvSpPr/>
              <p:nvPr/>
            </p:nvSpPr>
            <p:spPr>
              <a:xfrm flipV="1">
                <a:off x="4276783" y="2671621"/>
                <a:ext cx="10962" cy="17769"/>
              </a:xfrm>
              <a:custGeom>
                <a:avLst/>
                <a:gdLst>
                  <a:gd name="csX0" fmla="*/ 53 w 10962"/>
                  <a:gd name="csY0" fmla="*/ 17994 h 17769"/>
                  <a:gd name="csX1" fmla="*/ 53 w 10962"/>
                  <a:gd name="csY1" fmla="*/ 225 h 17769"/>
                </a:gdLst>
                <a:ahLst/>
                <a:cxnLst>
                  <a:cxn ang="0">
                    <a:pos x="csX0" y="csY0"/>
                  </a:cxn>
                  <a:cxn ang="0">
                    <a:pos x="csX1" y="csY1"/>
                  </a:cxn>
                </a:cxnLst>
                <a:rect l="l" t="t" r="r" b="b"/>
                <a:pathLst>
                  <a:path w="10962" h="17769">
                    <a:moveTo>
                      <a:pt x="53" y="17994"/>
                    </a:moveTo>
                    <a:lnTo>
                      <a:pt x="53" y="225"/>
                    </a:lnTo>
                  </a:path>
                </a:pathLst>
              </a:custGeom>
              <a:solidFill>
                <a:srgbClr val="000000"/>
              </a:solidFill>
              <a:ln w="5462" cap="flat">
                <a:noFill/>
                <a:prstDash val="solid"/>
                <a:miter/>
              </a:ln>
            </p:spPr>
            <p:txBody>
              <a:bodyPr/>
              <a:lstStyle/>
              <a:p>
                <a:endParaRPr lang="zh-CN" altLang="en-US" sz="2190"/>
              </a:p>
            </p:txBody>
          </p:sp>
          <p:sp>
            <p:nvSpPr>
              <p:cNvPr id="3024" name="任意多边形: 形状 3023"/>
              <p:cNvSpPr/>
              <p:nvPr/>
            </p:nvSpPr>
            <p:spPr>
              <a:xfrm flipV="1">
                <a:off x="4276783" y="2671621"/>
                <a:ext cx="10962" cy="17769"/>
              </a:xfrm>
              <a:custGeom>
                <a:avLst/>
                <a:gdLst>
                  <a:gd name="csX0" fmla="*/ 53 w 10962"/>
                  <a:gd name="csY0" fmla="*/ 17994 h 17769"/>
                  <a:gd name="csX1" fmla="*/ 53 w 10962"/>
                  <a:gd name="csY1" fmla="*/ 225 h 17769"/>
                </a:gdLst>
                <a:ahLst/>
                <a:cxnLst>
                  <a:cxn ang="0">
                    <a:pos x="csX0" y="csY0"/>
                  </a:cxn>
                  <a:cxn ang="0">
                    <a:pos x="csX1" y="csY1"/>
                  </a:cxn>
                </a:cxnLst>
                <a:rect l="l" t="t" r="r" b="b"/>
                <a:pathLst>
                  <a:path w="10962" h="17769">
                    <a:moveTo>
                      <a:pt x="53" y="17994"/>
                    </a:moveTo>
                    <a:lnTo>
                      <a:pt x="53" y="225"/>
                    </a:lnTo>
                  </a:path>
                </a:pathLst>
              </a:custGeom>
              <a:noFill/>
              <a:ln w="4370" cap="flat">
                <a:solidFill>
                  <a:srgbClr val="000000"/>
                </a:solidFill>
                <a:prstDash val="solid"/>
                <a:round/>
              </a:ln>
            </p:spPr>
            <p:txBody>
              <a:bodyPr/>
              <a:lstStyle/>
              <a:p>
                <a:endParaRPr lang="zh-CN" altLang="en-US" sz="2190"/>
              </a:p>
            </p:txBody>
          </p:sp>
          <p:sp>
            <p:nvSpPr>
              <p:cNvPr id="3025" name="文本框 3024"/>
              <p:cNvSpPr txBox="1"/>
              <p:nvPr/>
            </p:nvSpPr>
            <p:spPr>
              <a:xfrm>
                <a:off x="4130618" y="2649923"/>
                <a:ext cx="38689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3026" name="文本框 3025"/>
              <p:cNvSpPr txBox="1"/>
              <p:nvPr/>
            </p:nvSpPr>
            <p:spPr>
              <a:xfrm>
                <a:off x="3082011" y="2753450"/>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3027" name="任意多边形: 形状 3026"/>
              <p:cNvSpPr/>
              <p:nvPr/>
            </p:nvSpPr>
            <p:spPr>
              <a:xfrm flipV="1">
                <a:off x="2687614" y="2525664"/>
                <a:ext cx="19138" cy="10177"/>
              </a:xfrm>
              <a:custGeom>
                <a:avLst/>
                <a:gdLst>
                  <a:gd name="csX0" fmla="*/ 19336 w 19138"/>
                  <a:gd name="csY0" fmla="*/ 179 h 10177"/>
                  <a:gd name="csX1" fmla="*/ 197 w 19138"/>
                  <a:gd name="csY1" fmla="*/ 179 h 10177"/>
                </a:gdLst>
                <a:ahLst/>
                <a:cxnLst>
                  <a:cxn ang="0">
                    <a:pos x="csX0" y="csY0"/>
                  </a:cxn>
                  <a:cxn ang="0">
                    <a:pos x="csX1" y="csY1"/>
                  </a:cxn>
                </a:cxnLst>
                <a:rect l="l" t="t" r="r" b="b"/>
                <a:pathLst>
                  <a:path w="19138" h="10177">
                    <a:moveTo>
                      <a:pt x="19336" y="179"/>
                    </a:moveTo>
                    <a:lnTo>
                      <a:pt x="197" y="179"/>
                    </a:lnTo>
                  </a:path>
                </a:pathLst>
              </a:custGeom>
              <a:solidFill>
                <a:srgbClr val="000000"/>
              </a:solidFill>
              <a:ln w="5462" cap="flat">
                <a:noFill/>
                <a:prstDash val="solid"/>
                <a:miter/>
              </a:ln>
            </p:spPr>
            <p:txBody>
              <a:bodyPr/>
              <a:lstStyle/>
              <a:p>
                <a:endParaRPr lang="zh-CN" altLang="en-US" sz="2190"/>
              </a:p>
            </p:txBody>
          </p:sp>
          <p:sp>
            <p:nvSpPr>
              <p:cNvPr id="3028" name="任意多边形: 形状 3027"/>
              <p:cNvSpPr/>
              <p:nvPr/>
            </p:nvSpPr>
            <p:spPr>
              <a:xfrm flipV="1">
                <a:off x="2687614" y="2525664"/>
                <a:ext cx="19138" cy="10177"/>
              </a:xfrm>
              <a:custGeom>
                <a:avLst/>
                <a:gdLst>
                  <a:gd name="csX0" fmla="*/ 19336 w 19138"/>
                  <a:gd name="csY0" fmla="*/ 179 h 10177"/>
                  <a:gd name="csX1" fmla="*/ 197 w 19138"/>
                  <a:gd name="csY1" fmla="*/ 179 h 10177"/>
                </a:gdLst>
                <a:ahLst/>
                <a:cxnLst>
                  <a:cxn ang="0">
                    <a:pos x="csX0" y="csY0"/>
                  </a:cxn>
                  <a:cxn ang="0">
                    <a:pos x="csX1" y="csY1"/>
                  </a:cxn>
                </a:cxnLst>
                <a:rect l="l" t="t" r="r" b="b"/>
                <a:pathLst>
                  <a:path w="19138" h="10177">
                    <a:moveTo>
                      <a:pt x="19336" y="179"/>
                    </a:moveTo>
                    <a:lnTo>
                      <a:pt x="197" y="179"/>
                    </a:lnTo>
                  </a:path>
                </a:pathLst>
              </a:custGeom>
              <a:noFill/>
              <a:ln w="4370" cap="flat">
                <a:solidFill>
                  <a:srgbClr val="000000"/>
                </a:solidFill>
                <a:prstDash val="solid"/>
                <a:round/>
              </a:ln>
            </p:spPr>
            <p:txBody>
              <a:bodyPr/>
              <a:lstStyle/>
              <a:p>
                <a:endParaRPr lang="zh-CN" altLang="en-US" sz="2190"/>
              </a:p>
            </p:txBody>
          </p:sp>
          <p:sp>
            <p:nvSpPr>
              <p:cNvPr id="3029" name="文本框 3028"/>
              <p:cNvSpPr txBox="1"/>
              <p:nvPr/>
            </p:nvSpPr>
            <p:spPr>
              <a:xfrm>
                <a:off x="2297917" y="2444518"/>
                <a:ext cx="482230"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3030" name="任意多边形: 形状 3029"/>
              <p:cNvSpPr/>
              <p:nvPr/>
            </p:nvSpPr>
            <p:spPr>
              <a:xfrm flipV="1">
                <a:off x="2687614" y="2278279"/>
                <a:ext cx="19138" cy="10177"/>
              </a:xfrm>
              <a:custGeom>
                <a:avLst/>
                <a:gdLst>
                  <a:gd name="csX0" fmla="*/ 19336 w 19138"/>
                  <a:gd name="csY0" fmla="*/ 106 h 10177"/>
                  <a:gd name="csX1" fmla="*/ 197 w 19138"/>
                  <a:gd name="csY1" fmla="*/ 106 h 10177"/>
                </a:gdLst>
                <a:ahLst/>
                <a:cxnLst>
                  <a:cxn ang="0">
                    <a:pos x="csX0" y="csY0"/>
                  </a:cxn>
                  <a:cxn ang="0">
                    <a:pos x="csX1" y="csY1"/>
                  </a:cxn>
                </a:cxnLst>
                <a:rect l="l" t="t" r="r" b="b"/>
                <a:pathLst>
                  <a:path w="19138" h="10177">
                    <a:moveTo>
                      <a:pt x="19336" y="106"/>
                    </a:moveTo>
                    <a:lnTo>
                      <a:pt x="197" y="106"/>
                    </a:lnTo>
                  </a:path>
                </a:pathLst>
              </a:custGeom>
              <a:solidFill>
                <a:srgbClr val="000000"/>
              </a:solidFill>
              <a:ln w="5462" cap="flat">
                <a:noFill/>
                <a:prstDash val="solid"/>
                <a:miter/>
              </a:ln>
            </p:spPr>
            <p:txBody>
              <a:bodyPr/>
              <a:lstStyle/>
              <a:p>
                <a:endParaRPr lang="zh-CN" altLang="en-US" sz="2190"/>
              </a:p>
            </p:txBody>
          </p:sp>
          <p:sp>
            <p:nvSpPr>
              <p:cNvPr id="3031" name="任意多边形: 形状 3030"/>
              <p:cNvSpPr/>
              <p:nvPr/>
            </p:nvSpPr>
            <p:spPr>
              <a:xfrm flipV="1">
                <a:off x="2687614" y="2278279"/>
                <a:ext cx="19138" cy="10177"/>
              </a:xfrm>
              <a:custGeom>
                <a:avLst/>
                <a:gdLst>
                  <a:gd name="csX0" fmla="*/ 19336 w 19138"/>
                  <a:gd name="csY0" fmla="*/ 106 h 10177"/>
                  <a:gd name="csX1" fmla="*/ 197 w 19138"/>
                  <a:gd name="csY1" fmla="*/ 106 h 10177"/>
                </a:gdLst>
                <a:ahLst/>
                <a:cxnLst>
                  <a:cxn ang="0">
                    <a:pos x="csX0" y="csY0"/>
                  </a:cxn>
                  <a:cxn ang="0">
                    <a:pos x="csX1" y="csY1"/>
                  </a:cxn>
                </a:cxnLst>
                <a:rect l="l" t="t" r="r" b="b"/>
                <a:pathLst>
                  <a:path w="19138" h="10177">
                    <a:moveTo>
                      <a:pt x="19336" y="106"/>
                    </a:moveTo>
                    <a:lnTo>
                      <a:pt x="197" y="106"/>
                    </a:lnTo>
                  </a:path>
                </a:pathLst>
              </a:custGeom>
              <a:noFill/>
              <a:ln w="4370" cap="flat">
                <a:solidFill>
                  <a:srgbClr val="000000"/>
                </a:solidFill>
                <a:prstDash val="solid"/>
                <a:round/>
              </a:ln>
            </p:spPr>
            <p:txBody>
              <a:bodyPr/>
              <a:lstStyle/>
              <a:p>
                <a:endParaRPr lang="zh-CN" altLang="en-US" sz="2190"/>
              </a:p>
            </p:txBody>
          </p:sp>
          <p:sp>
            <p:nvSpPr>
              <p:cNvPr id="3032" name="文本框 3031"/>
              <p:cNvSpPr txBox="1"/>
              <p:nvPr/>
            </p:nvSpPr>
            <p:spPr>
              <a:xfrm>
                <a:off x="2319700" y="2197135"/>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3033" name="任意多边形: 形状 3032"/>
              <p:cNvSpPr/>
              <p:nvPr/>
            </p:nvSpPr>
            <p:spPr>
              <a:xfrm flipV="1">
                <a:off x="2687614" y="2030895"/>
                <a:ext cx="19138" cy="10177"/>
              </a:xfrm>
              <a:custGeom>
                <a:avLst/>
                <a:gdLst>
                  <a:gd name="csX0" fmla="*/ 19336 w 19138"/>
                  <a:gd name="csY0" fmla="*/ 33 h 10177"/>
                  <a:gd name="csX1" fmla="*/ 197 w 19138"/>
                  <a:gd name="csY1" fmla="*/ 33 h 10177"/>
                </a:gdLst>
                <a:ahLst/>
                <a:cxnLst>
                  <a:cxn ang="0">
                    <a:pos x="csX0" y="csY0"/>
                  </a:cxn>
                  <a:cxn ang="0">
                    <a:pos x="csX1" y="csY1"/>
                  </a:cxn>
                </a:cxnLst>
                <a:rect l="l" t="t" r="r" b="b"/>
                <a:pathLst>
                  <a:path w="19138" h="10177">
                    <a:moveTo>
                      <a:pt x="19336" y="33"/>
                    </a:moveTo>
                    <a:lnTo>
                      <a:pt x="197" y="33"/>
                    </a:lnTo>
                  </a:path>
                </a:pathLst>
              </a:custGeom>
              <a:solidFill>
                <a:srgbClr val="000000"/>
              </a:solidFill>
              <a:ln w="5462" cap="flat">
                <a:noFill/>
                <a:prstDash val="solid"/>
                <a:miter/>
              </a:ln>
            </p:spPr>
            <p:txBody>
              <a:bodyPr/>
              <a:lstStyle/>
              <a:p>
                <a:endParaRPr lang="zh-CN" altLang="en-US" sz="2190"/>
              </a:p>
            </p:txBody>
          </p:sp>
          <p:sp>
            <p:nvSpPr>
              <p:cNvPr id="3034" name="任意多边形: 形状 3033"/>
              <p:cNvSpPr/>
              <p:nvPr/>
            </p:nvSpPr>
            <p:spPr>
              <a:xfrm flipV="1">
                <a:off x="2687614" y="2030895"/>
                <a:ext cx="19138" cy="10177"/>
              </a:xfrm>
              <a:custGeom>
                <a:avLst/>
                <a:gdLst>
                  <a:gd name="csX0" fmla="*/ 19336 w 19138"/>
                  <a:gd name="csY0" fmla="*/ 33 h 10177"/>
                  <a:gd name="csX1" fmla="*/ 197 w 19138"/>
                  <a:gd name="csY1" fmla="*/ 33 h 10177"/>
                </a:gdLst>
                <a:ahLst/>
                <a:cxnLst>
                  <a:cxn ang="0">
                    <a:pos x="csX0" y="csY0"/>
                  </a:cxn>
                  <a:cxn ang="0">
                    <a:pos x="csX1" y="csY1"/>
                  </a:cxn>
                </a:cxnLst>
                <a:rect l="l" t="t" r="r" b="b"/>
                <a:pathLst>
                  <a:path w="19138" h="10177">
                    <a:moveTo>
                      <a:pt x="19336" y="33"/>
                    </a:moveTo>
                    <a:lnTo>
                      <a:pt x="197" y="33"/>
                    </a:lnTo>
                  </a:path>
                </a:pathLst>
              </a:custGeom>
              <a:noFill/>
              <a:ln w="4370" cap="flat">
                <a:solidFill>
                  <a:srgbClr val="000000"/>
                </a:solidFill>
                <a:prstDash val="solid"/>
                <a:round/>
              </a:ln>
            </p:spPr>
            <p:txBody>
              <a:bodyPr/>
              <a:lstStyle/>
              <a:p>
                <a:endParaRPr lang="zh-CN" altLang="en-US" sz="2190"/>
              </a:p>
            </p:txBody>
          </p:sp>
          <p:sp>
            <p:nvSpPr>
              <p:cNvPr id="3035" name="文本框 3034"/>
              <p:cNvSpPr txBox="1"/>
              <p:nvPr/>
            </p:nvSpPr>
            <p:spPr>
              <a:xfrm>
                <a:off x="2348924" y="1949751"/>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3036" name="任意多边形: 形状 3035"/>
              <p:cNvSpPr/>
              <p:nvPr/>
            </p:nvSpPr>
            <p:spPr>
              <a:xfrm flipV="1">
                <a:off x="2687614" y="1783506"/>
                <a:ext cx="19138" cy="10177"/>
              </a:xfrm>
              <a:custGeom>
                <a:avLst/>
                <a:gdLst>
                  <a:gd name="csX0" fmla="*/ 19336 w 19138"/>
                  <a:gd name="csY0" fmla="*/ -40 h 10177"/>
                  <a:gd name="csX1" fmla="*/ 197 w 19138"/>
                  <a:gd name="csY1" fmla="*/ -40 h 10177"/>
                </a:gdLst>
                <a:ahLst/>
                <a:cxnLst>
                  <a:cxn ang="0">
                    <a:pos x="csX0" y="csY0"/>
                  </a:cxn>
                  <a:cxn ang="0">
                    <a:pos x="csX1" y="csY1"/>
                  </a:cxn>
                </a:cxnLst>
                <a:rect l="l" t="t" r="r" b="b"/>
                <a:pathLst>
                  <a:path w="19138" h="10177">
                    <a:moveTo>
                      <a:pt x="19336" y="-40"/>
                    </a:moveTo>
                    <a:lnTo>
                      <a:pt x="197" y="-40"/>
                    </a:lnTo>
                  </a:path>
                </a:pathLst>
              </a:custGeom>
              <a:solidFill>
                <a:srgbClr val="000000"/>
              </a:solidFill>
              <a:ln w="5462" cap="flat">
                <a:noFill/>
                <a:prstDash val="solid"/>
                <a:miter/>
              </a:ln>
            </p:spPr>
            <p:txBody>
              <a:bodyPr/>
              <a:lstStyle/>
              <a:p>
                <a:endParaRPr lang="zh-CN" altLang="en-US" sz="2190"/>
              </a:p>
            </p:txBody>
          </p:sp>
          <p:sp>
            <p:nvSpPr>
              <p:cNvPr id="3037" name="任意多边形: 形状 3036"/>
              <p:cNvSpPr/>
              <p:nvPr/>
            </p:nvSpPr>
            <p:spPr>
              <a:xfrm flipV="1">
                <a:off x="2687614" y="1783506"/>
                <a:ext cx="19138" cy="10177"/>
              </a:xfrm>
              <a:custGeom>
                <a:avLst/>
                <a:gdLst>
                  <a:gd name="csX0" fmla="*/ 19336 w 19138"/>
                  <a:gd name="csY0" fmla="*/ -40 h 10177"/>
                  <a:gd name="csX1" fmla="*/ 197 w 19138"/>
                  <a:gd name="csY1" fmla="*/ -40 h 10177"/>
                </a:gdLst>
                <a:ahLst/>
                <a:cxnLst>
                  <a:cxn ang="0">
                    <a:pos x="csX0" y="csY0"/>
                  </a:cxn>
                  <a:cxn ang="0">
                    <a:pos x="csX1" y="csY1"/>
                  </a:cxn>
                </a:cxnLst>
                <a:rect l="l" t="t" r="r" b="b"/>
                <a:pathLst>
                  <a:path w="19138" h="10177">
                    <a:moveTo>
                      <a:pt x="19336" y="-40"/>
                    </a:moveTo>
                    <a:lnTo>
                      <a:pt x="197" y="-40"/>
                    </a:lnTo>
                  </a:path>
                </a:pathLst>
              </a:custGeom>
              <a:noFill/>
              <a:ln w="4370" cap="flat">
                <a:solidFill>
                  <a:srgbClr val="000000"/>
                </a:solidFill>
                <a:prstDash val="solid"/>
                <a:round/>
              </a:ln>
            </p:spPr>
            <p:txBody>
              <a:bodyPr/>
              <a:lstStyle/>
              <a:p>
                <a:endParaRPr lang="zh-CN" altLang="en-US" sz="2190"/>
              </a:p>
            </p:txBody>
          </p:sp>
          <p:sp>
            <p:nvSpPr>
              <p:cNvPr id="3038" name="文本框 3037"/>
              <p:cNvSpPr txBox="1"/>
              <p:nvPr/>
            </p:nvSpPr>
            <p:spPr>
              <a:xfrm>
                <a:off x="2345339" y="1702357"/>
                <a:ext cx="40076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ISM</a:t>
                </a:r>
              </a:p>
            </p:txBody>
          </p:sp>
          <p:sp>
            <p:nvSpPr>
              <p:cNvPr id="3039" name="任意多边形: 形状 3038"/>
              <p:cNvSpPr/>
              <p:nvPr/>
            </p:nvSpPr>
            <p:spPr>
              <a:xfrm flipV="1">
                <a:off x="2706753" y="1637550"/>
                <a:ext cx="10962" cy="1034070"/>
              </a:xfrm>
              <a:custGeom>
                <a:avLst/>
                <a:gdLst>
                  <a:gd name="csX0" fmla="*/ 197 w 10962"/>
                  <a:gd name="csY0" fmla="*/ 69 h 1034070"/>
                  <a:gd name="csX1" fmla="*/ 197 w 10962"/>
                  <a:gd name="csY1" fmla="*/ 1034140 h 1034070"/>
                </a:gdLst>
                <a:ahLst/>
                <a:cxnLst>
                  <a:cxn ang="0">
                    <a:pos x="csX0" y="csY0"/>
                  </a:cxn>
                  <a:cxn ang="0">
                    <a:pos x="csX1" y="csY1"/>
                  </a:cxn>
                </a:cxnLst>
                <a:rect l="l" t="t" r="r" b="b"/>
                <a:pathLst>
                  <a:path w="10962" h="1034070">
                    <a:moveTo>
                      <a:pt x="197" y="69"/>
                    </a:moveTo>
                    <a:lnTo>
                      <a:pt x="197" y="1034140"/>
                    </a:lnTo>
                  </a:path>
                </a:pathLst>
              </a:custGeom>
              <a:noFill/>
              <a:ln w="4370" cap="sq">
                <a:solidFill>
                  <a:srgbClr val="000000"/>
                </a:solidFill>
                <a:prstDash val="solid"/>
                <a:miter/>
              </a:ln>
            </p:spPr>
            <p:txBody>
              <a:bodyPr/>
              <a:lstStyle/>
              <a:p>
                <a:endParaRPr lang="zh-CN" altLang="en-US" sz="2190"/>
              </a:p>
            </p:txBody>
          </p:sp>
          <p:sp>
            <p:nvSpPr>
              <p:cNvPr id="3040" name="任意多边形: 形状 3039"/>
              <p:cNvSpPr/>
              <p:nvPr/>
            </p:nvSpPr>
            <p:spPr>
              <a:xfrm flipV="1">
                <a:off x="2706753" y="2671621"/>
                <a:ext cx="1570029" cy="10177"/>
              </a:xfrm>
              <a:custGeom>
                <a:avLst/>
                <a:gdLst>
                  <a:gd name="csX0" fmla="*/ 125 w 1570029"/>
                  <a:gd name="csY0" fmla="*/ 222 h 10177"/>
                  <a:gd name="csX1" fmla="*/ 1570155 w 1570029"/>
                  <a:gd name="csY1" fmla="*/ 222 h 10177"/>
                </a:gdLst>
                <a:ahLst/>
                <a:cxnLst>
                  <a:cxn ang="0">
                    <a:pos x="csX0" y="csY0"/>
                  </a:cxn>
                  <a:cxn ang="0">
                    <a:pos x="csX1" y="csY1"/>
                  </a:cxn>
                </a:cxnLst>
                <a:rect l="l" t="t" r="r" b="b"/>
                <a:pathLst>
                  <a:path w="1570029" h="10177">
                    <a:moveTo>
                      <a:pt x="125" y="222"/>
                    </a:moveTo>
                    <a:lnTo>
                      <a:pt x="1570155" y="222"/>
                    </a:lnTo>
                  </a:path>
                </a:pathLst>
              </a:custGeom>
              <a:noFill/>
              <a:ln w="4370" cap="sq">
                <a:solidFill>
                  <a:srgbClr val="000000"/>
                </a:solidFill>
                <a:prstDash val="solid"/>
                <a:miter/>
              </a:ln>
            </p:spPr>
            <p:txBody>
              <a:bodyPr/>
              <a:lstStyle/>
              <a:p>
                <a:endParaRPr lang="zh-CN" altLang="en-US" sz="2190"/>
              </a:p>
            </p:txBody>
          </p:sp>
          <p:sp>
            <p:nvSpPr>
              <p:cNvPr id="3041" name="文本框 3040"/>
              <p:cNvSpPr txBox="1"/>
              <p:nvPr/>
            </p:nvSpPr>
            <p:spPr>
              <a:xfrm>
                <a:off x="3177628" y="1449495"/>
                <a:ext cx="79077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EC status</a:t>
                </a:r>
              </a:p>
            </p:txBody>
          </p:sp>
        </p:grpSp>
        <p:sp>
          <p:nvSpPr>
            <p:cNvPr id="1875" name="文本框 1874"/>
            <p:cNvSpPr txBox="1"/>
            <p:nvPr/>
          </p:nvSpPr>
          <p:spPr>
            <a:xfrm>
              <a:off x="2615953" y="1773167"/>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e</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6" name="图形 2"/>
            <p:cNvGrpSpPr/>
            <p:nvPr/>
          </p:nvGrpSpPr>
          <p:grpSpPr>
            <a:xfrm>
              <a:off x="4868234" y="1683896"/>
              <a:ext cx="2219315" cy="1590360"/>
              <a:chOff x="4462444" y="1441788"/>
              <a:chExt cx="2219315" cy="1590360"/>
            </a:xfrm>
          </p:grpSpPr>
          <p:sp>
            <p:nvSpPr>
              <p:cNvPr id="2912" name="任意多边形: 形状 2911"/>
              <p:cNvSpPr/>
              <p:nvPr/>
            </p:nvSpPr>
            <p:spPr>
              <a:xfrm flipV="1">
                <a:off x="4629307" y="1473997"/>
                <a:ext cx="1905821" cy="1403065"/>
              </a:xfrm>
              <a:custGeom>
                <a:avLst/>
                <a:gdLst>
                  <a:gd name="csX0" fmla="*/ 329 w 1905821"/>
                  <a:gd name="csY0" fmla="*/ 76 h 1403065"/>
                  <a:gd name="csX1" fmla="*/ 1906150 w 1905821"/>
                  <a:gd name="csY1" fmla="*/ 76 h 1403065"/>
                  <a:gd name="csX2" fmla="*/ 1906150 w 1905821"/>
                  <a:gd name="csY2" fmla="*/ 1403141 h 1403065"/>
                  <a:gd name="csX3" fmla="*/ 329 w 1905821"/>
                  <a:gd name="csY3" fmla="*/ 1403141 h 1403065"/>
                </a:gdLst>
                <a:ahLst/>
                <a:cxnLst>
                  <a:cxn ang="0">
                    <a:pos x="csX0" y="csY0"/>
                  </a:cxn>
                  <a:cxn ang="0">
                    <a:pos x="csX1" y="csY1"/>
                  </a:cxn>
                  <a:cxn ang="0">
                    <a:pos x="csX2" y="csY2"/>
                  </a:cxn>
                  <a:cxn ang="0">
                    <a:pos x="csX3" y="csY3"/>
                  </a:cxn>
                </a:cxnLst>
                <a:rect l="l" t="t" r="r" b="b"/>
                <a:pathLst>
                  <a:path w="1905821" h="1403065">
                    <a:moveTo>
                      <a:pt x="329" y="76"/>
                    </a:moveTo>
                    <a:lnTo>
                      <a:pt x="1906150" y="76"/>
                    </a:lnTo>
                    <a:lnTo>
                      <a:pt x="1906150" y="1403141"/>
                    </a:lnTo>
                    <a:lnTo>
                      <a:pt x="329" y="1403141"/>
                    </a:lnTo>
                    <a:close/>
                  </a:path>
                </a:pathLst>
              </a:custGeom>
              <a:solidFill>
                <a:srgbClr val="FFFFFF"/>
              </a:solidFill>
              <a:ln w="5462" cap="flat">
                <a:noFill/>
                <a:prstDash val="solid"/>
                <a:miter/>
              </a:ln>
            </p:spPr>
            <p:txBody>
              <a:bodyPr/>
              <a:lstStyle/>
              <a:p>
                <a:endParaRPr lang="zh-CN" altLang="en-US" sz="2190"/>
              </a:p>
            </p:txBody>
          </p:sp>
          <p:sp>
            <p:nvSpPr>
              <p:cNvPr id="2913" name="任意多边形: 形状 2912"/>
              <p:cNvSpPr/>
              <p:nvPr/>
            </p:nvSpPr>
            <p:spPr>
              <a:xfrm flipV="1">
                <a:off x="4871001" y="1637550"/>
                <a:ext cx="1570029" cy="1034070"/>
              </a:xfrm>
              <a:custGeom>
                <a:avLst/>
                <a:gdLst>
                  <a:gd name="csX0" fmla="*/ 322 w 1570029"/>
                  <a:gd name="csY0" fmla="*/ 69 h 1034070"/>
                  <a:gd name="csX1" fmla="*/ 1570352 w 1570029"/>
                  <a:gd name="csY1" fmla="*/ 69 h 1034070"/>
                  <a:gd name="csX2" fmla="*/ 1570352 w 1570029"/>
                  <a:gd name="csY2" fmla="*/ 1034140 h 1034070"/>
                  <a:gd name="csX3" fmla="*/ 322 w 1570029"/>
                  <a:gd name="csY3" fmla="*/ 1034140 h 1034070"/>
                </a:gdLst>
                <a:ahLst/>
                <a:cxnLst>
                  <a:cxn ang="0">
                    <a:pos x="csX0" y="csY0"/>
                  </a:cxn>
                  <a:cxn ang="0">
                    <a:pos x="csX1" y="csY1"/>
                  </a:cxn>
                  <a:cxn ang="0">
                    <a:pos x="csX2" y="csY2"/>
                  </a:cxn>
                  <a:cxn ang="0">
                    <a:pos x="csX3" y="csY3"/>
                  </a:cxn>
                </a:cxnLst>
                <a:rect l="l" t="t" r="r" b="b"/>
                <a:pathLst>
                  <a:path w="1570029" h="1034070">
                    <a:moveTo>
                      <a:pt x="322" y="69"/>
                    </a:moveTo>
                    <a:lnTo>
                      <a:pt x="1570352" y="69"/>
                    </a:lnTo>
                    <a:lnTo>
                      <a:pt x="1570352" y="1034140"/>
                    </a:lnTo>
                    <a:lnTo>
                      <a:pt x="322" y="1034140"/>
                    </a:lnTo>
                    <a:close/>
                  </a:path>
                </a:pathLst>
              </a:custGeom>
              <a:solidFill>
                <a:srgbClr val="FFFFFF"/>
              </a:solidFill>
              <a:ln w="5462" cap="flat">
                <a:noFill/>
                <a:prstDash val="solid"/>
                <a:miter/>
              </a:ln>
            </p:spPr>
            <p:txBody>
              <a:bodyPr/>
              <a:lstStyle/>
              <a:p>
                <a:endParaRPr lang="zh-CN" altLang="en-US" sz="2190"/>
              </a:p>
            </p:txBody>
          </p:sp>
          <p:grpSp>
            <p:nvGrpSpPr>
              <p:cNvPr id="2914" name="图形 2"/>
              <p:cNvGrpSpPr/>
              <p:nvPr/>
            </p:nvGrpSpPr>
            <p:grpSpPr>
              <a:xfrm>
                <a:off x="4871001" y="2426710"/>
                <a:ext cx="345404" cy="197907"/>
                <a:chOff x="4871001" y="2426710"/>
                <a:chExt cx="345404" cy="197907"/>
              </a:xfrm>
            </p:grpSpPr>
            <p:sp>
              <p:nvSpPr>
                <p:cNvPr id="2991" name="任意多边形: 形状 2990"/>
                <p:cNvSpPr/>
                <p:nvPr/>
              </p:nvSpPr>
              <p:spPr>
                <a:xfrm flipV="1">
                  <a:off x="4871001" y="2426710"/>
                  <a:ext cx="345404" cy="197907"/>
                </a:xfrm>
                <a:custGeom>
                  <a:avLst/>
                  <a:gdLst>
                    <a:gd name="csX0" fmla="*/ 378 w 345404"/>
                    <a:gd name="csY0" fmla="*/ 179 h 197907"/>
                    <a:gd name="csX1" fmla="*/ 345783 w 345404"/>
                    <a:gd name="csY1" fmla="*/ 179 h 197907"/>
                    <a:gd name="csX2" fmla="*/ 345783 w 345404"/>
                    <a:gd name="csY2" fmla="*/ 198087 h 197907"/>
                    <a:gd name="csX3" fmla="*/ 378 w 345404"/>
                    <a:gd name="csY3" fmla="*/ 198087 h 197907"/>
                  </a:gdLst>
                  <a:ahLst/>
                  <a:cxnLst>
                    <a:cxn ang="0">
                      <a:pos x="csX0" y="csY0"/>
                    </a:cxn>
                    <a:cxn ang="0">
                      <a:pos x="csX1" y="csY1"/>
                    </a:cxn>
                    <a:cxn ang="0">
                      <a:pos x="csX2" y="csY2"/>
                    </a:cxn>
                    <a:cxn ang="0">
                      <a:pos x="csX3" y="csY3"/>
                    </a:cxn>
                  </a:cxnLst>
                  <a:rect l="l" t="t" r="r" b="b"/>
                  <a:pathLst>
                    <a:path w="345404" h="197907">
                      <a:moveTo>
                        <a:pt x="378" y="179"/>
                      </a:moveTo>
                      <a:lnTo>
                        <a:pt x="345783" y="179"/>
                      </a:lnTo>
                      <a:lnTo>
                        <a:pt x="345783" y="198087"/>
                      </a:lnTo>
                      <a:lnTo>
                        <a:pt x="378" y="198087"/>
                      </a:lnTo>
                      <a:close/>
                    </a:path>
                  </a:pathLst>
                </a:custGeom>
                <a:solidFill>
                  <a:srgbClr val="EB8775"/>
                </a:solidFill>
                <a:ln w="5462" cap="flat">
                  <a:noFill/>
                  <a:prstDash val="solid"/>
                  <a:miter/>
                </a:ln>
              </p:spPr>
              <p:txBody>
                <a:bodyPr/>
                <a:lstStyle/>
                <a:p>
                  <a:endParaRPr lang="zh-CN" altLang="en-US" sz="2190"/>
                </a:p>
              </p:txBody>
            </p:sp>
            <p:sp>
              <p:nvSpPr>
                <p:cNvPr id="2992" name="任意多边形: 形状 2991"/>
                <p:cNvSpPr/>
                <p:nvPr/>
              </p:nvSpPr>
              <p:spPr>
                <a:xfrm flipV="1">
                  <a:off x="4871001" y="2426710"/>
                  <a:ext cx="345404" cy="197907"/>
                </a:xfrm>
                <a:custGeom>
                  <a:avLst/>
                  <a:gdLst>
                    <a:gd name="csX0" fmla="*/ 378 w 345404"/>
                    <a:gd name="csY0" fmla="*/ 179 h 197907"/>
                    <a:gd name="csX1" fmla="*/ 345783 w 345404"/>
                    <a:gd name="csY1" fmla="*/ 179 h 197907"/>
                    <a:gd name="csX2" fmla="*/ 345783 w 345404"/>
                    <a:gd name="csY2" fmla="*/ 198087 h 197907"/>
                    <a:gd name="csX3" fmla="*/ 378 w 345404"/>
                    <a:gd name="csY3" fmla="*/ 198087 h 197907"/>
                  </a:gdLst>
                  <a:ahLst/>
                  <a:cxnLst>
                    <a:cxn ang="0">
                      <a:pos x="csX0" y="csY0"/>
                    </a:cxn>
                    <a:cxn ang="0">
                      <a:pos x="csX1" y="csY1"/>
                    </a:cxn>
                    <a:cxn ang="0">
                      <a:pos x="csX2" y="csY2"/>
                    </a:cxn>
                    <a:cxn ang="0">
                      <a:pos x="csX3" y="csY3"/>
                    </a:cxn>
                  </a:cxnLst>
                  <a:rect l="l" t="t" r="r" b="b"/>
                  <a:pathLst>
                    <a:path w="345404" h="197907">
                      <a:moveTo>
                        <a:pt x="378" y="179"/>
                      </a:moveTo>
                      <a:lnTo>
                        <a:pt x="345783" y="179"/>
                      </a:lnTo>
                      <a:lnTo>
                        <a:pt x="345783" y="198087"/>
                      </a:lnTo>
                      <a:lnTo>
                        <a:pt x="378" y="198087"/>
                      </a:lnTo>
                      <a:close/>
                    </a:path>
                  </a:pathLst>
                </a:custGeom>
                <a:noFill/>
                <a:ln w="2731" cap="flat">
                  <a:solidFill>
                    <a:srgbClr val="FFFFFF"/>
                  </a:solidFill>
                  <a:prstDash val="solid"/>
                  <a:miter/>
                </a:ln>
              </p:spPr>
              <p:txBody>
                <a:bodyPr/>
                <a:lstStyle/>
                <a:p>
                  <a:endParaRPr lang="zh-CN" altLang="en-US" sz="2190"/>
                </a:p>
              </p:txBody>
            </p:sp>
          </p:grpSp>
          <p:grpSp>
            <p:nvGrpSpPr>
              <p:cNvPr id="2915" name="图形 2"/>
              <p:cNvGrpSpPr/>
              <p:nvPr/>
            </p:nvGrpSpPr>
            <p:grpSpPr>
              <a:xfrm>
                <a:off x="4871001" y="2179324"/>
                <a:ext cx="690814" cy="197908"/>
                <a:chOff x="4871001" y="2179324"/>
                <a:chExt cx="690814" cy="197908"/>
              </a:xfrm>
            </p:grpSpPr>
            <p:sp>
              <p:nvSpPr>
                <p:cNvPr id="2989" name="任意多边形: 形状 2988"/>
                <p:cNvSpPr/>
                <p:nvPr/>
              </p:nvSpPr>
              <p:spPr>
                <a:xfrm flipV="1">
                  <a:off x="4871001" y="2179324"/>
                  <a:ext cx="690814" cy="197908"/>
                </a:xfrm>
                <a:custGeom>
                  <a:avLst/>
                  <a:gdLst>
                    <a:gd name="csX0" fmla="*/ 362 w 690814"/>
                    <a:gd name="csY0" fmla="*/ 106 h 197908"/>
                    <a:gd name="csX1" fmla="*/ 691177 w 690814"/>
                    <a:gd name="csY1" fmla="*/ 106 h 197908"/>
                    <a:gd name="csX2" fmla="*/ 691177 w 690814"/>
                    <a:gd name="csY2" fmla="*/ 198014 h 197908"/>
                    <a:gd name="csX3" fmla="*/ 362 w 690814"/>
                    <a:gd name="csY3" fmla="*/ 198014 h 197908"/>
                  </a:gdLst>
                  <a:ahLst/>
                  <a:cxnLst>
                    <a:cxn ang="0">
                      <a:pos x="csX0" y="csY0"/>
                    </a:cxn>
                    <a:cxn ang="0">
                      <a:pos x="csX1" y="csY1"/>
                    </a:cxn>
                    <a:cxn ang="0">
                      <a:pos x="csX2" y="csY2"/>
                    </a:cxn>
                    <a:cxn ang="0">
                      <a:pos x="csX3" y="csY3"/>
                    </a:cxn>
                  </a:cxnLst>
                  <a:rect l="l" t="t" r="r" b="b"/>
                  <a:pathLst>
                    <a:path w="690814" h="197908">
                      <a:moveTo>
                        <a:pt x="362" y="106"/>
                      </a:moveTo>
                      <a:lnTo>
                        <a:pt x="691177" y="106"/>
                      </a:lnTo>
                      <a:lnTo>
                        <a:pt x="691177" y="198014"/>
                      </a:lnTo>
                      <a:lnTo>
                        <a:pt x="362" y="198014"/>
                      </a:lnTo>
                      <a:close/>
                    </a:path>
                  </a:pathLst>
                </a:custGeom>
                <a:solidFill>
                  <a:srgbClr val="EB8775"/>
                </a:solidFill>
                <a:ln w="5462" cap="flat">
                  <a:noFill/>
                  <a:prstDash val="solid"/>
                  <a:miter/>
                </a:ln>
              </p:spPr>
              <p:txBody>
                <a:bodyPr/>
                <a:lstStyle/>
                <a:p>
                  <a:endParaRPr lang="zh-CN" altLang="en-US" sz="2190"/>
                </a:p>
              </p:txBody>
            </p:sp>
            <p:sp>
              <p:nvSpPr>
                <p:cNvPr id="2990" name="任意多边形: 形状 2989"/>
                <p:cNvSpPr/>
                <p:nvPr/>
              </p:nvSpPr>
              <p:spPr>
                <a:xfrm flipV="1">
                  <a:off x="4871001" y="2179324"/>
                  <a:ext cx="690814" cy="197908"/>
                </a:xfrm>
                <a:custGeom>
                  <a:avLst/>
                  <a:gdLst>
                    <a:gd name="csX0" fmla="*/ 362 w 690814"/>
                    <a:gd name="csY0" fmla="*/ 106 h 197908"/>
                    <a:gd name="csX1" fmla="*/ 691177 w 690814"/>
                    <a:gd name="csY1" fmla="*/ 106 h 197908"/>
                    <a:gd name="csX2" fmla="*/ 691177 w 690814"/>
                    <a:gd name="csY2" fmla="*/ 198014 h 197908"/>
                    <a:gd name="csX3" fmla="*/ 362 w 690814"/>
                    <a:gd name="csY3" fmla="*/ 198014 h 197908"/>
                  </a:gdLst>
                  <a:ahLst/>
                  <a:cxnLst>
                    <a:cxn ang="0">
                      <a:pos x="csX0" y="csY0"/>
                    </a:cxn>
                    <a:cxn ang="0">
                      <a:pos x="csX1" y="csY1"/>
                    </a:cxn>
                    <a:cxn ang="0">
                      <a:pos x="csX2" y="csY2"/>
                    </a:cxn>
                    <a:cxn ang="0">
                      <a:pos x="csX3" y="csY3"/>
                    </a:cxn>
                  </a:cxnLst>
                  <a:rect l="l" t="t" r="r" b="b"/>
                  <a:pathLst>
                    <a:path w="690814" h="197908">
                      <a:moveTo>
                        <a:pt x="362" y="106"/>
                      </a:moveTo>
                      <a:lnTo>
                        <a:pt x="691177" y="106"/>
                      </a:lnTo>
                      <a:lnTo>
                        <a:pt x="691177" y="198014"/>
                      </a:lnTo>
                      <a:lnTo>
                        <a:pt x="362" y="198014"/>
                      </a:lnTo>
                      <a:close/>
                    </a:path>
                  </a:pathLst>
                </a:custGeom>
                <a:noFill/>
                <a:ln w="2731" cap="flat">
                  <a:solidFill>
                    <a:srgbClr val="FFFFFF"/>
                  </a:solidFill>
                  <a:prstDash val="solid"/>
                  <a:miter/>
                </a:ln>
              </p:spPr>
              <p:txBody>
                <a:bodyPr/>
                <a:lstStyle/>
                <a:p>
                  <a:endParaRPr lang="zh-CN" altLang="en-US" sz="2190"/>
                </a:p>
              </p:txBody>
            </p:sp>
          </p:grpSp>
          <p:grpSp>
            <p:nvGrpSpPr>
              <p:cNvPr id="2916" name="图形 2"/>
              <p:cNvGrpSpPr/>
              <p:nvPr/>
            </p:nvGrpSpPr>
            <p:grpSpPr>
              <a:xfrm>
                <a:off x="4871001" y="1931941"/>
                <a:ext cx="675115" cy="197908"/>
                <a:chOff x="4871001" y="1931941"/>
                <a:chExt cx="675115" cy="197908"/>
              </a:xfrm>
            </p:grpSpPr>
            <p:sp>
              <p:nvSpPr>
                <p:cNvPr id="2987" name="任意多边形: 形状 2986"/>
                <p:cNvSpPr/>
                <p:nvPr/>
              </p:nvSpPr>
              <p:spPr>
                <a:xfrm flipV="1">
                  <a:off x="4871001" y="1931941"/>
                  <a:ext cx="675115" cy="197908"/>
                </a:xfrm>
                <a:custGeom>
                  <a:avLst/>
                  <a:gdLst>
                    <a:gd name="csX0" fmla="*/ 363 w 675115"/>
                    <a:gd name="csY0" fmla="*/ 33 h 197908"/>
                    <a:gd name="csX1" fmla="*/ 675478 w 675115"/>
                    <a:gd name="csY1" fmla="*/ 33 h 197908"/>
                    <a:gd name="csX2" fmla="*/ 675478 w 675115"/>
                    <a:gd name="csY2" fmla="*/ 197942 h 197908"/>
                    <a:gd name="csX3" fmla="*/ 363 w 675115"/>
                    <a:gd name="csY3" fmla="*/ 197942 h 197908"/>
                  </a:gdLst>
                  <a:ahLst/>
                  <a:cxnLst>
                    <a:cxn ang="0">
                      <a:pos x="csX0" y="csY0"/>
                    </a:cxn>
                    <a:cxn ang="0">
                      <a:pos x="csX1" y="csY1"/>
                    </a:cxn>
                    <a:cxn ang="0">
                      <a:pos x="csX2" y="csY2"/>
                    </a:cxn>
                    <a:cxn ang="0">
                      <a:pos x="csX3" y="csY3"/>
                    </a:cxn>
                  </a:cxnLst>
                  <a:rect l="l" t="t" r="r" b="b"/>
                  <a:pathLst>
                    <a:path w="675115" h="197908">
                      <a:moveTo>
                        <a:pt x="363" y="33"/>
                      </a:moveTo>
                      <a:lnTo>
                        <a:pt x="675478" y="33"/>
                      </a:lnTo>
                      <a:lnTo>
                        <a:pt x="675478" y="197942"/>
                      </a:lnTo>
                      <a:lnTo>
                        <a:pt x="363" y="197942"/>
                      </a:lnTo>
                      <a:close/>
                    </a:path>
                  </a:pathLst>
                </a:custGeom>
                <a:solidFill>
                  <a:srgbClr val="EB8775"/>
                </a:solidFill>
                <a:ln w="5462" cap="flat">
                  <a:noFill/>
                  <a:prstDash val="solid"/>
                  <a:miter/>
                </a:ln>
              </p:spPr>
              <p:txBody>
                <a:bodyPr/>
                <a:lstStyle/>
                <a:p>
                  <a:endParaRPr lang="zh-CN" altLang="en-US" sz="2190"/>
                </a:p>
              </p:txBody>
            </p:sp>
            <p:sp>
              <p:nvSpPr>
                <p:cNvPr id="2988" name="任意多边形: 形状 2987"/>
                <p:cNvSpPr/>
                <p:nvPr/>
              </p:nvSpPr>
              <p:spPr>
                <a:xfrm flipV="1">
                  <a:off x="4871001" y="1931941"/>
                  <a:ext cx="675115" cy="197908"/>
                </a:xfrm>
                <a:custGeom>
                  <a:avLst/>
                  <a:gdLst>
                    <a:gd name="csX0" fmla="*/ 363 w 675115"/>
                    <a:gd name="csY0" fmla="*/ 33 h 197908"/>
                    <a:gd name="csX1" fmla="*/ 675478 w 675115"/>
                    <a:gd name="csY1" fmla="*/ 33 h 197908"/>
                    <a:gd name="csX2" fmla="*/ 675478 w 675115"/>
                    <a:gd name="csY2" fmla="*/ 197942 h 197908"/>
                    <a:gd name="csX3" fmla="*/ 363 w 675115"/>
                    <a:gd name="csY3" fmla="*/ 197942 h 197908"/>
                  </a:gdLst>
                  <a:ahLst/>
                  <a:cxnLst>
                    <a:cxn ang="0">
                      <a:pos x="csX0" y="csY0"/>
                    </a:cxn>
                    <a:cxn ang="0">
                      <a:pos x="csX1" y="csY1"/>
                    </a:cxn>
                    <a:cxn ang="0">
                      <a:pos x="csX2" y="csY2"/>
                    </a:cxn>
                    <a:cxn ang="0">
                      <a:pos x="csX3" y="csY3"/>
                    </a:cxn>
                  </a:cxnLst>
                  <a:rect l="l" t="t" r="r" b="b"/>
                  <a:pathLst>
                    <a:path w="675115" h="197908">
                      <a:moveTo>
                        <a:pt x="363" y="33"/>
                      </a:moveTo>
                      <a:lnTo>
                        <a:pt x="675478" y="33"/>
                      </a:lnTo>
                      <a:lnTo>
                        <a:pt x="675478" y="197942"/>
                      </a:lnTo>
                      <a:lnTo>
                        <a:pt x="363" y="197942"/>
                      </a:lnTo>
                      <a:close/>
                    </a:path>
                  </a:pathLst>
                </a:custGeom>
                <a:noFill/>
                <a:ln w="2731" cap="flat">
                  <a:solidFill>
                    <a:srgbClr val="FFFFFF"/>
                  </a:solidFill>
                  <a:prstDash val="solid"/>
                  <a:miter/>
                </a:ln>
              </p:spPr>
              <p:txBody>
                <a:bodyPr/>
                <a:lstStyle/>
                <a:p>
                  <a:endParaRPr lang="zh-CN" altLang="en-US" sz="2190"/>
                </a:p>
              </p:txBody>
            </p:sp>
          </p:grpSp>
          <p:grpSp>
            <p:nvGrpSpPr>
              <p:cNvPr id="2917" name="图形 2"/>
              <p:cNvGrpSpPr/>
              <p:nvPr/>
            </p:nvGrpSpPr>
            <p:grpSpPr>
              <a:xfrm>
                <a:off x="4871001" y="1684557"/>
                <a:ext cx="345404" cy="197903"/>
                <a:chOff x="4871001" y="1684557"/>
                <a:chExt cx="345404" cy="197903"/>
              </a:xfrm>
            </p:grpSpPr>
            <p:sp>
              <p:nvSpPr>
                <p:cNvPr id="2985" name="任意多边形: 形状 2984"/>
                <p:cNvSpPr/>
                <p:nvPr/>
              </p:nvSpPr>
              <p:spPr>
                <a:xfrm flipV="1">
                  <a:off x="4871001" y="1684557"/>
                  <a:ext cx="345404" cy="197903"/>
                </a:xfrm>
                <a:custGeom>
                  <a:avLst/>
                  <a:gdLst>
                    <a:gd name="csX0" fmla="*/ 378 w 345404"/>
                    <a:gd name="csY0" fmla="*/ -40 h 197903"/>
                    <a:gd name="csX1" fmla="*/ 345783 w 345404"/>
                    <a:gd name="csY1" fmla="*/ -40 h 197903"/>
                    <a:gd name="csX2" fmla="*/ 345783 w 345404"/>
                    <a:gd name="csY2" fmla="*/ 197864 h 197903"/>
                    <a:gd name="csX3" fmla="*/ 378 w 345404"/>
                    <a:gd name="csY3" fmla="*/ 197864 h 197903"/>
                  </a:gdLst>
                  <a:ahLst/>
                  <a:cxnLst>
                    <a:cxn ang="0">
                      <a:pos x="csX0" y="csY0"/>
                    </a:cxn>
                    <a:cxn ang="0">
                      <a:pos x="csX1" y="csY1"/>
                    </a:cxn>
                    <a:cxn ang="0">
                      <a:pos x="csX2" y="csY2"/>
                    </a:cxn>
                    <a:cxn ang="0">
                      <a:pos x="csX3" y="csY3"/>
                    </a:cxn>
                  </a:cxnLst>
                  <a:rect l="l" t="t" r="r" b="b"/>
                  <a:pathLst>
                    <a:path w="345404" h="197903">
                      <a:moveTo>
                        <a:pt x="378" y="-40"/>
                      </a:moveTo>
                      <a:lnTo>
                        <a:pt x="345783" y="-40"/>
                      </a:lnTo>
                      <a:lnTo>
                        <a:pt x="345783" y="197864"/>
                      </a:lnTo>
                      <a:lnTo>
                        <a:pt x="378" y="197864"/>
                      </a:lnTo>
                      <a:close/>
                    </a:path>
                  </a:pathLst>
                </a:custGeom>
                <a:solidFill>
                  <a:srgbClr val="EB8775"/>
                </a:solidFill>
                <a:ln w="5462" cap="flat">
                  <a:noFill/>
                  <a:prstDash val="solid"/>
                  <a:miter/>
                </a:ln>
              </p:spPr>
              <p:txBody>
                <a:bodyPr/>
                <a:lstStyle/>
                <a:p>
                  <a:endParaRPr lang="zh-CN" altLang="en-US" sz="2190"/>
                </a:p>
              </p:txBody>
            </p:sp>
            <p:sp>
              <p:nvSpPr>
                <p:cNvPr id="2986" name="任意多边形: 形状 2985"/>
                <p:cNvSpPr/>
                <p:nvPr/>
              </p:nvSpPr>
              <p:spPr>
                <a:xfrm flipV="1">
                  <a:off x="4871001" y="1684557"/>
                  <a:ext cx="345404" cy="197903"/>
                </a:xfrm>
                <a:custGeom>
                  <a:avLst/>
                  <a:gdLst>
                    <a:gd name="csX0" fmla="*/ 378 w 345404"/>
                    <a:gd name="csY0" fmla="*/ -40 h 197903"/>
                    <a:gd name="csX1" fmla="*/ 345783 w 345404"/>
                    <a:gd name="csY1" fmla="*/ -40 h 197903"/>
                    <a:gd name="csX2" fmla="*/ 345783 w 345404"/>
                    <a:gd name="csY2" fmla="*/ 197864 h 197903"/>
                    <a:gd name="csX3" fmla="*/ 378 w 345404"/>
                    <a:gd name="csY3" fmla="*/ 197864 h 197903"/>
                  </a:gdLst>
                  <a:ahLst/>
                  <a:cxnLst>
                    <a:cxn ang="0">
                      <a:pos x="csX0" y="csY0"/>
                    </a:cxn>
                    <a:cxn ang="0">
                      <a:pos x="csX1" y="csY1"/>
                    </a:cxn>
                    <a:cxn ang="0">
                      <a:pos x="csX2" y="csY2"/>
                    </a:cxn>
                    <a:cxn ang="0">
                      <a:pos x="csX3" y="csY3"/>
                    </a:cxn>
                  </a:cxnLst>
                  <a:rect l="l" t="t" r="r" b="b"/>
                  <a:pathLst>
                    <a:path w="345404" h="197903">
                      <a:moveTo>
                        <a:pt x="378" y="-40"/>
                      </a:moveTo>
                      <a:lnTo>
                        <a:pt x="345783" y="-40"/>
                      </a:lnTo>
                      <a:lnTo>
                        <a:pt x="345783" y="197864"/>
                      </a:lnTo>
                      <a:lnTo>
                        <a:pt x="378" y="197864"/>
                      </a:lnTo>
                      <a:close/>
                    </a:path>
                  </a:pathLst>
                </a:custGeom>
                <a:noFill/>
                <a:ln w="2731" cap="flat">
                  <a:solidFill>
                    <a:srgbClr val="FFFFFF"/>
                  </a:solidFill>
                  <a:prstDash val="solid"/>
                  <a:miter/>
                </a:ln>
              </p:spPr>
              <p:txBody>
                <a:bodyPr/>
                <a:lstStyle/>
                <a:p>
                  <a:endParaRPr lang="zh-CN" altLang="en-US" sz="2190"/>
                </a:p>
              </p:txBody>
            </p:sp>
          </p:grpSp>
          <p:grpSp>
            <p:nvGrpSpPr>
              <p:cNvPr id="2918" name="图形 2"/>
              <p:cNvGrpSpPr/>
              <p:nvPr/>
            </p:nvGrpSpPr>
            <p:grpSpPr>
              <a:xfrm>
                <a:off x="5216406" y="2426710"/>
                <a:ext cx="423911" cy="197907"/>
                <a:chOff x="5216406" y="2426710"/>
                <a:chExt cx="423911" cy="197907"/>
              </a:xfrm>
            </p:grpSpPr>
            <p:sp>
              <p:nvSpPr>
                <p:cNvPr id="2983" name="任意多边形: 形状 2982"/>
                <p:cNvSpPr/>
                <p:nvPr/>
              </p:nvSpPr>
              <p:spPr>
                <a:xfrm flipV="1">
                  <a:off x="5216406" y="2426710"/>
                  <a:ext cx="423911" cy="197907"/>
                </a:xfrm>
                <a:custGeom>
                  <a:avLst/>
                  <a:gdLst>
                    <a:gd name="csX0" fmla="*/ 343 w 423911"/>
                    <a:gd name="csY0" fmla="*/ 179 h 197907"/>
                    <a:gd name="csX1" fmla="*/ 424254 w 423911"/>
                    <a:gd name="csY1" fmla="*/ 179 h 197907"/>
                    <a:gd name="csX2" fmla="*/ 424254 w 423911"/>
                    <a:gd name="csY2" fmla="*/ 198087 h 197907"/>
                    <a:gd name="csX3" fmla="*/ 343 w 423911"/>
                    <a:gd name="csY3" fmla="*/ 198087 h 197907"/>
                  </a:gdLst>
                  <a:ahLst/>
                  <a:cxnLst>
                    <a:cxn ang="0">
                      <a:pos x="csX0" y="csY0"/>
                    </a:cxn>
                    <a:cxn ang="0">
                      <a:pos x="csX1" y="csY1"/>
                    </a:cxn>
                    <a:cxn ang="0">
                      <a:pos x="csX2" y="csY2"/>
                    </a:cxn>
                    <a:cxn ang="0">
                      <a:pos x="csX3" y="csY3"/>
                    </a:cxn>
                  </a:cxnLst>
                  <a:rect l="l" t="t" r="r" b="b"/>
                  <a:pathLst>
                    <a:path w="423911" h="197907">
                      <a:moveTo>
                        <a:pt x="343" y="179"/>
                      </a:moveTo>
                      <a:lnTo>
                        <a:pt x="424254" y="179"/>
                      </a:lnTo>
                      <a:lnTo>
                        <a:pt x="424254" y="198087"/>
                      </a:lnTo>
                      <a:lnTo>
                        <a:pt x="343" y="198087"/>
                      </a:lnTo>
                      <a:close/>
                    </a:path>
                  </a:pathLst>
                </a:custGeom>
                <a:solidFill>
                  <a:srgbClr val="415E71"/>
                </a:solidFill>
                <a:ln w="5462" cap="flat">
                  <a:noFill/>
                  <a:prstDash val="solid"/>
                  <a:miter/>
                </a:ln>
              </p:spPr>
              <p:txBody>
                <a:bodyPr/>
                <a:lstStyle/>
                <a:p>
                  <a:endParaRPr lang="zh-CN" altLang="en-US" sz="2190"/>
                </a:p>
              </p:txBody>
            </p:sp>
            <p:sp>
              <p:nvSpPr>
                <p:cNvPr id="2984" name="任意多边形: 形状 2983"/>
                <p:cNvSpPr/>
                <p:nvPr/>
              </p:nvSpPr>
              <p:spPr>
                <a:xfrm flipV="1">
                  <a:off x="5216406" y="2426710"/>
                  <a:ext cx="423911" cy="197907"/>
                </a:xfrm>
                <a:custGeom>
                  <a:avLst/>
                  <a:gdLst>
                    <a:gd name="csX0" fmla="*/ 343 w 423911"/>
                    <a:gd name="csY0" fmla="*/ 179 h 197907"/>
                    <a:gd name="csX1" fmla="*/ 424254 w 423911"/>
                    <a:gd name="csY1" fmla="*/ 179 h 197907"/>
                    <a:gd name="csX2" fmla="*/ 424254 w 423911"/>
                    <a:gd name="csY2" fmla="*/ 198087 h 197907"/>
                    <a:gd name="csX3" fmla="*/ 343 w 423911"/>
                    <a:gd name="csY3" fmla="*/ 198087 h 197907"/>
                  </a:gdLst>
                  <a:ahLst/>
                  <a:cxnLst>
                    <a:cxn ang="0">
                      <a:pos x="csX0" y="csY0"/>
                    </a:cxn>
                    <a:cxn ang="0">
                      <a:pos x="csX1" y="csY1"/>
                    </a:cxn>
                    <a:cxn ang="0">
                      <a:pos x="csX2" y="csY2"/>
                    </a:cxn>
                    <a:cxn ang="0">
                      <a:pos x="csX3" y="csY3"/>
                    </a:cxn>
                  </a:cxnLst>
                  <a:rect l="l" t="t" r="r" b="b"/>
                  <a:pathLst>
                    <a:path w="423911" h="197907">
                      <a:moveTo>
                        <a:pt x="343" y="179"/>
                      </a:moveTo>
                      <a:lnTo>
                        <a:pt x="424254" y="179"/>
                      </a:lnTo>
                      <a:lnTo>
                        <a:pt x="424254" y="198087"/>
                      </a:lnTo>
                      <a:lnTo>
                        <a:pt x="343" y="198087"/>
                      </a:lnTo>
                      <a:close/>
                    </a:path>
                  </a:pathLst>
                </a:custGeom>
                <a:noFill/>
                <a:ln w="2731" cap="flat">
                  <a:solidFill>
                    <a:srgbClr val="FFFFFF"/>
                  </a:solidFill>
                  <a:prstDash val="solid"/>
                  <a:miter/>
                </a:ln>
              </p:spPr>
              <p:txBody>
                <a:bodyPr/>
                <a:lstStyle/>
                <a:p>
                  <a:endParaRPr lang="zh-CN" altLang="en-US" sz="2190"/>
                </a:p>
              </p:txBody>
            </p:sp>
          </p:grpSp>
          <p:grpSp>
            <p:nvGrpSpPr>
              <p:cNvPr id="2919" name="图形 2"/>
              <p:cNvGrpSpPr/>
              <p:nvPr/>
            </p:nvGrpSpPr>
            <p:grpSpPr>
              <a:xfrm>
                <a:off x="5561816" y="2179324"/>
                <a:ext cx="596608" cy="197908"/>
                <a:chOff x="5561816" y="2179324"/>
                <a:chExt cx="596608" cy="197908"/>
              </a:xfrm>
            </p:grpSpPr>
            <p:sp>
              <p:nvSpPr>
                <p:cNvPr id="2981" name="任意多边形: 形状 2980"/>
                <p:cNvSpPr/>
                <p:nvPr/>
              </p:nvSpPr>
              <p:spPr>
                <a:xfrm flipV="1">
                  <a:off x="5561816" y="2179324"/>
                  <a:ext cx="596608" cy="197908"/>
                </a:xfrm>
                <a:custGeom>
                  <a:avLst/>
                  <a:gdLst>
                    <a:gd name="csX0" fmla="*/ 303 w 596608"/>
                    <a:gd name="csY0" fmla="*/ 106 h 197908"/>
                    <a:gd name="csX1" fmla="*/ 596911 w 596608"/>
                    <a:gd name="csY1" fmla="*/ 106 h 197908"/>
                    <a:gd name="csX2" fmla="*/ 596911 w 596608"/>
                    <a:gd name="csY2" fmla="*/ 198014 h 197908"/>
                    <a:gd name="csX3" fmla="*/ 303 w 596608"/>
                    <a:gd name="csY3" fmla="*/ 198014 h 197908"/>
                  </a:gdLst>
                  <a:ahLst/>
                  <a:cxnLst>
                    <a:cxn ang="0">
                      <a:pos x="csX0" y="csY0"/>
                    </a:cxn>
                    <a:cxn ang="0">
                      <a:pos x="csX1" y="csY1"/>
                    </a:cxn>
                    <a:cxn ang="0">
                      <a:pos x="csX2" y="csY2"/>
                    </a:cxn>
                    <a:cxn ang="0">
                      <a:pos x="csX3" y="csY3"/>
                    </a:cxn>
                  </a:cxnLst>
                  <a:rect l="l" t="t" r="r" b="b"/>
                  <a:pathLst>
                    <a:path w="596608" h="197908">
                      <a:moveTo>
                        <a:pt x="303" y="106"/>
                      </a:moveTo>
                      <a:lnTo>
                        <a:pt x="596911" y="106"/>
                      </a:lnTo>
                      <a:lnTo>
                        <a:pt x="596911" y="198014"/>
                      </a:lnTo>
                      <a:lnTo>
                        <a:pt x="303" y="198014"/>
                      </a:lnTo>
                      <a:close/>
                    </a:path>
                  </a:pathLst>
                </a:custGeom>
                <a:solidFill>
                  <a:srgbClr val="415E71"/>
                </a:solidFill>
                <a:ln w="5462" cap="flat">
                  <a:noFill/>
                  <a:prstDash val="solid"/>
                  <a:miter/>
                </a:ln>
              </p:spPr>
              <p:txBody>
                <a:bodyPr/>
                <a:lstStyle/>
                <a:p>
                  <a:endParaRPr lang="zh-CN" altLang="en-US" sz="2190"/>
                </a:p>
              </p:txBody>
            </p:sp>
            <p:sp>
              <p:nvSpPr>
                <p:cNvPr id="2982" name="任意多边形: 形状 2981"/>
                <p:cNvSpPr/>
                <p:nvPr/>
              </p:nvSpPr>
              <p:spPr>
                <a:xfrm flipV="1">
                  <a:off x="5561816" y="2179324"/>
                  <a:ext cx="596608" cy="197908"/>
                </a:xfrm>
                <a:custGeom>
                  <a:avLst/>
                  <a:gdLst>
                    <a:gd name="csX0" fmla="*/ 303 w 596608"/>
                    <a:gd name="csY0" fmla="*/ 106 h 197908"/>
                    <a:gd name="csX1" fmla="*/ 596911 w 596608"/>
                    <a:gd name="csY1" fmla="*/ 106 h 197908"/>
                    <a:gd name="csX2" fmla="*/ 596911 w 596608"/>
                    <a:gd name="csY2" fmla="*/ 198014 h 197908"/>
                    <a:gd name="csX3" fmla="*/ 303 w 596608"/>
                    <a:gd name="csY3" fmla="*/ 198014 h 197908"/>
                  </a:gdLst>
                  <a:ahLst/>
                  <a:cxnLst>
                    <a:cxn ang="0">
                      <a:pos x="csX0" y="csY0"/>
                    </a:cxn>
                    <a:cxn ang="0">
                      <a:pos x="csX1" y="csY1"/>
                    </a:cxn>
                    <a:cxn ang="0">
                      <a:pos x="csX2" y="csY2"/>
                    </a:cxn>
                    <a:cxn ang="0">
                      <a:pos x="csX3" y="csY3"/>
                    </a:cxn>
                  </a:cxnLst>
                  <a:rect l="l" t="t" r="r" b="b"/>
                  <a:pathLst>
                    <a:path w="596608" h="197908">
                      <a:moveTo>
                        <a:pt x="303" y="106"/>
                      </a:moveTo>
                      <a:lnTo>
                        <a:pt x="596911" y="106"/>
                      </a:lnTo>
                      <a:lnTo>
                        <a:pt x="596911" y="198014"/>
                      </a:lnTo>
                      <a:lnTo>
                        <a:pt x="303" y="198014"/>
                      </a:lnTo>
                      <a:close/>
                    </a:path>
                  </a:pathLst>
                </a:custGeom>
                <a:noFill/>
                <a:ln w="2731" cap="flat">
                  <a:solidFill>
                    <a:srgbClr val="FFFFFF"/>
                  </a:solidFill>
                  <a:prstDash val="solid"/>
                  <a:miter/>
                </a:ln>
              </p:spPr>
              <p:txBody>
                <a:bodyPr/>
                <a:lstStyle/>
                <a:p>
                  <a:endParaRPr lang="zh-CN" altLang="en-US" sz="2190"/>
                </a:p>
              </p:txBody>
            </p:sp>
          </p:grpSp>
          <p:grpSp>
            <p:nvGrpSpPr>
              <p:cNvPr id="2920" name="图形 2"/>
              <p:cNvGrpSpPr/>
              <p:nvPr/>
            </p:nvGrpSpPr>
            <p:grpSpPr>
              <a:xfrm>
                <a:off x="5546116" y="1931941"/>
                <a:ext cx="628012" cy="197908"/>
                <a:chOff x="5546116" y="1931941"/>
                <a:chExt cx="628012" cy="197908"/>
              </a:xfrm>
            </p:grpSpPr>
            <p:sp>
              <p:nvSpPr>
                <p:cNvPr id="2979" name="任意多边形: 形状 2978"/>
                <p:cNvSpPr/>
                <p:nvPr/>
              </p:nvSpPr>
              <p:spPr>
                <a:xfrm flipV="1">
                  <a:off x="5546116" y="1931941"/>
                  <a:ext cx="628012" cy="197908"/>
                </a:xfrm>
                <a:custGeom>
                  <a:avLst/>
                  <a:gdLst>
                    <a:gd name="csX0" fmla="*/ 303 w 628012"/>
                    <a:gd name="csY0" fmla="*/ 33 h 197908"/>
                    <a:gd name="csX1" fmla="*/ 628315 w 628012"/>
                    <a:gd name="csY1" fmla="*/ 33 h 197908"/>
                    <a:gd name="csX2" fmla="*/ 628315 w 628012"/>
                    <a:gd name="csY2" fmla="*/ 197942 h 197908"/>
                    <a:gd name="csX3" fmla="*/ 303 w 628012"/>
                    <a:gd name="csY3" fmla="*/ 197942 h 197908"/>
                  </a:gdLst>
                  <a:ahLst/>
                  <a:cxnLst>
                    <a:cxn ang="0">
                      <a:pos x="csX0" y="csY0"/>
                    </a:cxn>
                    <a:cxn ang="0">
                      <a:pos x="csX1" y="csY1"/>
                    </a:cxn>
                    <a:cxn ang="0">
                      <a:pos x="csX2" y="csY2"/>
                    </a:cxn>
                    <a:cxn ang="0">
                      <a:pos x="csX3" y="csY3"/>
                    </a:cxn>
                  </a:cxnLst>
                  <a:rect l="l" t="t" r="r" b="b"/>
                  <a:pathLst>
                    <a:path w="628012" h="197908">
                      <a:moveTo>
                        <a:pt x="303" y="33"/>
                      </a:moveTo>
                      <a:lnTo>
                        <a:pt x="628315" y="33"/>
                      </a:lnTo>
                      <a:lnTo>
                        <a:pt x="628315" y="197942"/>
                      </a:lnTo>
                      <a:lnTo>
                        <a:pt x="303" y="197942"/>
                      </a:lnTo>
                      <a:close/>
                    </a:path>
                  </a:pathLst>
                </a:custGeom>
                <a:solidFill>
                  <a:srgbClr val="415E71"/>
                </a:solidFill>
                <a:ln w="5462" cap="flat">
                  <a:noFill/>
                  <a:prstDash val="solid"/>
                  <a:miter/>
                </a:ln>
              </p:spPr>
              <p:txBody>
                <a:bodyPr/>
                <a:lstStyle/>
                <a:p>
                  <a:endParaRPr lang="zh-CN" altLang="en-US" sz="2190"/>
                </a:p>
              </p:txBody>
            </p:sp>
            <p:sp>
              <p:nvSpPr>
                <p:cNvPr id="2980" name="任意多边形: 形状 2979"/>
                <p:cNvSpPr/>
                <p:nvPr/>
              </p:nvSpPr>
              <p:spPr>
                <a:xfrm flipV="1">
                  <a:off x="5546116" y="1931941"/>
                  <a:ext cx="628012" cy="197908"/>
                </a:xfrm>
                <a:custGeom>
                  <a:avLst/>
                  <a:gdLst>
                    <a:gd name="csX0" fmla="*/ 303 w 628012"/>
                    <a:gd name="csY0" fmla="*/ 33 h 197908"/>
                    <a:gd name="csX1" fmla="*/ 628315 w 628012"/>
                    <a:gd name="csY1" fmla="*/ 33 h 197908"/>
                    <a:gd name="csX2" fmla="*/ 628315 w 628012"/>
                    <a:gd name="csY2" fmla="*/ 197942 h 197908"/>
                    <a:gd name="csX3" fmla="*/ 303 w 628012"/>
                    <a:gd name="csY3" fmla="*/ 197942 h 197908"/>
                  </a:gdLst>
                  <a:ahLst/>
                  <a:cxnLst>
                    <a:cxn ang="0">
                      <a:pos x="csX0" y="csY0"/>
                    </a:cxn>
                    <a:cxn ang="0">
                      <a:pos x="csX1" y="csY1"/>
                    </a:cxn>
                    <a:cxn ang="0">
                      <a:pos x="csX2" y="csY2"/>
                    </a:cxn>
                    <a:cxn ang="0">
                      <a:pos x="csX3" y="csY3"/>
                    </a:cxn>
                  </a:cxnLst>
                  <a:rect l="l" t="t" r="r" b="b"/>
                  <a:pathLst>
                    <a:path w="628012" h="197908">
                      <a:moveTo>
                        <a:pt x="303" y="33"/>
                      </a:moveTo>
                      <a:lnTo>
                        <a:pt x="628315" y="33"/>
                      </a:lnTo>
                      <a:lnTo>
                        <a:pt x="628315" y="197942"/>
                      </a:lnTo>
                      <a:lnTo>
                        <a:pt x="303" y="197942"/>
                      </a:lnTo>
                      <a:close/>
                    </a:path>
                  </a:pathLst>
                </a:custGeom>
                <a:noFill/>
                <a:ln w="2731" cap="flat">
                  <a:solidFill>
                    <a:srgbClr val="FFFFFF"/>
                  </a:solidFill>
                  <a:prstDash val="solid"/>
                  <a:miter/>
                </a:ln>
              </p:spPr>
              <p:txBody>
                <a:bodyPr/>
                <a:lstStyle/>
                <a:p>
                  <a:endParaRPr lang="zh-CN" altLang="en-US" sz="2190"/>
                </a:p>
              </p:txBody>
            </p:sp>
          </p:grpSp>
          <p:grpSp>
            <p:nvGrpSpPr>
              <p:cNvPr id="2921" name="图形 2"/>
              <p:cNvGrpSpPr/>
              <p:nvPr/>
            </p:nvGrpSpPr>
            <p:grpSpPr>
              <a:xfrm>
                <a:off x="5216406" y="1684557"/>
                <a:ext cx="769315" cy="197903"/>
                <a:chOff x="5216406" y="1684557"/>
                <a:chExt cx="769315" cy="197903"/>
              </a:xfrm>
            </p:grpSpPr>
            <p:sp>
              <p:nvSpPr>
                <p:cNvPr id="2977" name="任意多边形: 形状 2976"/>
                <p:cNvSpPr/>
                <p:nvPr/>
              </p:nvSpPr>
              <p:spPr>
                <a:xfrm flipV="1">
                  <a:off x="5216406" y="1684557"/>
                  <a:ext cx="769315" cy="197903"/>
                </a:xfrm>
                <a:custGeom>
                  <a:avLst/>
                  <a:gdLst>
                    <a:gd name="csX0" fmla="*/ 327 w 769315"/>
                    <a:gd name="csY0" fmla="*/ -40 h 197903"/>
                    <a:gd name="csX1" fmla="*/ 769643 w 769315"/>
                    <a:gd name="csY1" fmla="*/ -40 h 197903"/>
                    <a:gd name="csX2" fmla="*/ 769643 w 769315"/>
                    <a:gd name="csY2" fmla="*/ 197864 h 197903"/>
                    <a:gd name="csX3" fmla="*/ 327 w 769315"/>
                    <a:gd name="csY3" fmla="*/ 197864 h 197903"/>
                  </a:gdLst>
                  <a:ahLst/>
                  <a:cxnLst>
                    <a:cxn ang="0">
                      <a:pos x="csX0" y="csY0"/>
                    </a:cxn>
                    <a:cxn ang="0">
                      <a:pos x="csX1" y="csY1"/>
                    </a:cxn>
                    <a:cxn ang="0">
                      <a:pos x="csX2" y="csY2"/>
                    </a:cxn>
                    <a:cxn ang="0">
                      <a:pos x="csX3" y="csY3"/>
                    </a:cxn>
                  </a:cxnLst>
                  <a:rect l="l" t="t" r="r" b="b"/>
                  <a:pathLst>
                    <a:path w="769315" h="197903">
                      <a:moveTo>
                        <a:pt x="327" y="-40"/>
                      </a:moveTo>
                      <a:lnTo>
                        <a:pt x="769643" y="-40"/>
                      </a:lnTo>
                      <a:lnTo>
                        <a:pt x="769643" y="197864"/>
                      </a:lnTo>
                      <a:lnTo>
                        <a:pt x="327" y="197864"/>
                      </a:lnTo>
                      <a:close/>
                    </a:path>
                  </a:pathLst>
                </a:custGeom>
                <a:solidFill>
                  <a:srgbClr val="415E71"/>
                </a:solidFill>
                <a:ln w="5462" cap="flat">
                  <a:noFill/>
                  <a:prstDash val="solid"/>
                  <a:miter/>
                </a:ln>
              </p:spPr>
              <p:txBody>
                <a:bodyPr/>
                <a:lstStyle/>
                <a:p>
                  <a:endParaRPr lang="zh-CN" altLang="en-US" sz="2190"/>
                </a:p>
              </p:txBody>
            </p:sp>
            <p:sp>
              <p:nvSpPr>
                <p:cNvPr id="2978" name="任意多边形: 形状 2977"/>
                <p:cNvSpPr/>
                <p:nvPr/>
              </p:nvSpPr>
              <p:spPr>
                <a:xfrm flipV="1">
                  <a:off x="5216406" y="1684557"/>
                  <a:ext cx="769315" cy="197903"/>
                </a:xfrm>
                <a:custGeom>
                  <a:avLst/>
                  <a:gdLst>
                    <a:gd name="csX0" fmla="*/ 327 w 769315"/>
                    <a:gd name="csY0" fmla="*/ -40 h 197903"/>
                    <a:gd name="csX1" fmla="*/ 769643 w 769315"/>
                    <a:gd name="csY1" fmla="*/ -40 h 197903"/>
                    <a:gd name="csX2" fmla="*/ 769643 w 769315"/>
                    <a:gd name="csY2" fmla="*/ 197864 h 197903"/>
                    <a:gd name="csX3" fmla="*/ 327 w 769315"/>
                    <a:gd name="csY3" fmla="*/ 197864 h 197903"/>
                  </a:gdLst>
                  <a:ahLst/>
                  <a:cxnLst>
                    <a:cxn ang="0">
                      <a:pos x="csX0" y="csY0"/>
                    </a:cxn>
                    <a:cxn ang="0">
                      <a:pos x="csX1" y="csY1"/>
                    </a:cxn>
                    <a:cxn ang="0">
                      <a:pos x="csX2" y="csY2"/>
                    </a:cxn>
                    <a:cxn ang="0">
                      <a:pos x="csX3" y="csY3"/>
                    </a:cxn>
                  </a:cxnLst>
                  <a:rect l="l" t="t" r="r" b="b"/>
                  <a:pathLst>
                    <a:path w="769315" h="197903">
                      <a:moveTo>
                        <a:pt x="327" y="-40"/>
                      </a:moveTo>
                      <a:lnTo>
                        <a:pt x="769643" y="-40"/>
                      </a:lnTo>
                      <a:lnTo>
                        <a:pt x="769643" y="197864"/>
                      </a:lnTo>
                      <a:lnTo>
                        <a:pt x="327" y="197864"/>
                      </a:lnTo>
                      <a:close/>
                    </a:path>
                  </a:pathLst>
                </a:custGeom>
                <a:noFill/>
                <a:ln w="2731" cap="flat">
                  <a:solidFill>
                    <a:srgbClr val="FFFFFF"/>
                  </a:solidFill>
                  <a:prstDash val="solid"/>
                  <a:miter/>
                </a:ln>
              </p:spPr>
              <p:txBody>
                <a:bodyPr/>
                <a:lstStyle/>
                <a:p>
                  <a:endParaRPr lang="zh-CN" altLang="en-US" sz="2190"/>
                </a:p>
              </p:txBody>
            </p:sp>
          </p:grpSp>
          <p:grpSp>
            <p:nvGrpSpPr>
              <p:cNvPr id="2922" name="图形 2"/>
              <p:cNvGrpSpPr/>
              <p:nvPr/>
            </p:nvGrpSpPr>
            <p:grpSpPr>
              <a:xfrm>
                <a:off x="5640317" y="2426710"/>
                <a:ext cx="62802" cy="197907"/>
                <a:chOff x="5640317" y="2426710"/>
                <a:chExt cx="62802" cy="197907"/>
              </a:xfrm>
            </p:grpSpPr>
            <p:sp>
              <p:nvSpPr>
                <p:cNvPr id="2975" name="任意多边形: 形状 2974"/>
                <p:cNvSpPr/>
                <p:nvPr/>
              </p:nvSpPr>
              <p:spPr>
                <a:xfrm flipV="1">
                  <a:off x="5640317" y="2426710"/>
                  <a:ext cx="62802" cy="197907"/>
                </a:xfrm>
                <a:custGeom>
                  <a:avLst/>
                  <a:gdLst>
                    <a:gd name="csX0" fmla="*/ 321 w 62802"/>
                    <a:gd name="csY0" fmla="*/ 179 h 197907"/>
                    <a:gd name="csX1" fmla="*/ 63123 w 62802"/>
                    <a:gd name="csY1" fmla="*/ 179 h 197907"/>
                    <a:gd name="csX2" fmla="*/ 63123 w 62802"/>
                    <a:gd name="csY2" fmla="*/ 198087 h 197907"/>
                    <a:gd name="csX3" fmla="*/ 321 w 62802"/>
                    <a:gd name="csY3" fmla="*/ 198087 h 197907"/>
                  </a:gdLst>
                  <a:ahLst/>
                  <a:cxnLst>
                    <a:cxn ang="0">
                      <a:pos x="csX0" y="csY0"/>
                    </a:cxn>
                    <a:cxn ang="0">
                      <a:pos x="csX1" y="csY1"/>
                    </a:cxn>
                    <a:cxn ang="0">
                      <a:pos x="csX2" y="csY2"/>
                    </a:cxn>
                    <a:cxn ang="0">
                      <a:pos x="csX3" y="csY3"/>
                    </a:cxn>
                  </a:cxnLst>
                  <a:rect l="l" t="t" r="r" b="b"/>
                  <a:pathLst>
                    <a:path w="62802" h="197907">
                      <a:moveTo>
                        <a:pt x="321" y="179"/>
                      </a:moveTo>
                      <a:lnTo>
                        <a:pt x="63123" y="179"/>
                      </a:lnTo>
                      <a:lnTo>
                        <a:pt x="63123" y="198087"/>
                      </a:lnTo>
                      <a:lnTo>
                        <a:pt x="321" y="198087"/>
                      </a:lnTo>
                      <a:close/>
                    </a:path>
                  </a:pathLst>
                </a:custGeom>
                <a:solidFill>
                  <a:srgbClr val="F7C6A2"/>
                </a:solidFill>
                <a:ln w="5462" cap="flat">
                  <a:noFill/>
                  <a:prstDash val="solid"/>
                  <a:miter/>
                </a:ln>
              </p:spPr>
              <p:txBody>
                <a:bodyPr/>
                <a:lstStyle/>
                <a:p>
                  <a:endParaRPr lang="zh-CN" altLang="en-US" sz="2190"/>
                </a:p>
              </p:txBody>
            </p:sp>
            <p:sp>
              <p:nvSpPr>
                <p:cNvPr id="2976" name="任意多边形: 形状 2975"/>
                <p:cNvSpPr/>
                <p:nvPr/>
              </p:nvSpPr>
              <p:spPr>
                <a:xfrm flipV="1">
                  <a:off x="5640317" y="2426710"/>
                  <a:ext cx="62802" cy="197907"/>
                </a:xfrm>
                <a:custGeom>
                  <a:avLst/>
                  <a:gdLst>
                    <a:gd name="csX0" fmla="*/ 321 w 62802"/>
                    <a:gd name="csY0" fmla="*/ 179 h 197907"/>
                    <a:gd name="csX1" fmla="*/ 63123 w 62802"/>
                    <a:gd name="csY1" fmla="*/ 179 h 197907"/>
                    <a:gd name="csX2" fmla="*/ 63123 w 62802"/>
                    <a:gd name="csY2" fmla="*/ 198087 h 197907"/>
                    <a:gd name="csX3" fmla="*/ 321 w 62802"/>
                    <a:gd name="csY3" fmla="*/ 198087 h 197907"/>
                  </a:gdLst>
                  <a:ahLst/>
                  <a:cxnLst>
                    <a:cxn ang="0">
                      <a:pos x="csX0" y="csY0"/>
                    </a:cxn>
                    <a:cxn ang="0">
                      <a:pos x="csX1" y="csY1"/>
                    </a:cxn>
                    <a:cxn ang="0">
                      <a:pos x="csX2" y="csY2"/>
                    </a:cxn>
                    <a:cxn ang="0">
                      <a:pos x="csX3" y="csY3"/>
                    </a:cxn>
                  </a:cxnLst>
                  <a:rect l="l" t="t" r="r" b="b"/>
                  <a:pathLst>
                    <a:path w="62802" h="197907">
                      <a:moveTo>
                        <a:pt x="321" y="179"/>
                      </a:moveTo>
                      <a:lnTo>
                        <a:pt x="63123" y="179"/>
                      </a:lnTo>
                      <a:lnTo>
                        <a:pt x="63123" y="198087"/>
                      </a:lnTo>
                      <a:lnTo>
                        <a:pt x="321" y="198087"/>
                      </a:lnTo>
                      <a:close/>
                    </a:path>
                  </a:pathLst>
                </a:custGeom>
                <a:noFill/>
                <a:ln w="2731" cap="flat">
                  <a:solidFill>
                    <a:srgbClr val="FFFFFF"/>
                  </a:solidFill>
                  <a:prstDash val="solid"/>
                  <a:miter/>
                </a:ln>
              </p:spPr>
              <p:txBody>
                <a:bodyPr/>
                <a:lstStyle/>
                <a:p>
                  <a:endParaRPr lang="zh-CN" altLang="en-US" sz="2190"/>
                </a:p>
              </p:txBody>
            </p:sp>
          </p:grpSp>
          <p:grpSp>
            <p:nvGrpSpPr>
              <p:cNvPr id="2923" name="图形 2"/>
              <p:cNvGrpSpPr/>
              <p:nvPr/>
            </p:nvGrpSpPr>
            <p:grpSpPr>
              <a:xfrm>
                <a:off x="6158424" y="2179324"/>
                <a:ext cx="125604" cy="197908"/>
                <a:chOff x="6158424" y="2179324"/>
                <a:chExt cx="125604" cy="197908"/>
              </a:xfrm>
            </p:grpSpPr>
            <p:sp>
              <p:nvSpPr>
                <p:cNvPr id="2973" name="任意多边形: 形状 2972"/>
                <p:cNvSpPr/>
                <p:nvPr/>
              </p:nvSpPr>
              <p:spPr>
                <a:xfrm flipV="1">
                  <a:off x="6158424" y="2179324"/>
                  <a:ext cx="125604" cy="197908"/>
                </a:xfrm>
                <a:custGeom>
                  <a:avLst/>
                  <a:gdLst>
                    <a:gd name="csX0" fmla="*/ 270 w 125604"/>
                    <a:gd name="csY0" fmla="*/ 106 h 197908"/>
                    <a:gd name="csX1" fmla="*/ 125875 w 125604"/>
                    <a:gd name="csY1" fmla="*/ 106 h 197908"/>
                    <a:gd name="csX2" fmla="*/ 125875 w 125604"/>
                    <a:gd name="csY2" fmla="*/ 198014 h 197908"/>
                    <a:gd name="csX3" fmla="*/ 270 w 125604"/>
                    <a:gd name="csY3" fmla="*/ 198014 h 197908"/>
                  </a:gdLst>
                  <a:ahLst/>
                  <a:cxnLst>
                    <a:cxn ang="0">
                      <a:pos x="csX0" y="csY0"/>
                    </a:cxn>
                    <a:cxn ang="0">
                      <a:pos x="csX1" y="csY1"/>
                    </a:cxn>
                    <a:cxn ang="0">
                      <a:pos x="csX2" y="csY2"/>
                    </a:cxn>
                    <a:cxn ang="0">
                      <a:pos x="csX3" y="csY3"/>
                    </a:cxn>
                  </a:cxnLst>
                  <a:rect l="l" t="t" r="r" b="b"/>
                  <a:pathLst>
                    <a:path w="125604" h="197908">
                      <a:moveTo>
                        <a:pt x="270" y="106"/>
                      </a:moveTo>
                      <a:lnTo>
                        <a:pt x="125875" y="106"/>
                      </a:lnTo>
                      <a:lnTo>
                        <a:pt x="125875" y="198014"/>
                      </a:lnTo>
                      <a:lnTo>
                        <a:pt x="270" y="198014"/>
                      </a:lnTo>
                      <a:close/>
                    </a:path>
                  </a:pathLst>
                </a:custGeom>
                <a:solidFill>
                  <a:srgbClr val="F7C6A2"/>
                </a:solidFill>
                <a:ln w="5462" cap="flat">
                  <a:noFill/>
                  <a:prstDash val="solid"/>
                  <a:miter/>
                </a:ln>
              </p:spPr>
              <p:txBody>
                <a:bodyPr/>
                <a:lstStyle/>
                <a:p>
                  <a:endParaRPr lang="zh-CN" altLang="en-US" sz="2190"/>
                </a:p>
              </p:txBody>
            </p:sp>
            <p:sp>
              <p:nvSpPr>
                <p:cNvPr id="2974" name="任意多边形: 形状 2973"/>
                <p:cNvSpPr/>
                <p:nvPr/>
              </p:nvSpPr>
              <p:spPr>
                <a:xfrm flipV="1">
                  <a:off x="6158424" y="2179324"/>
                  <a:ext cx="125604" cy="197908"/>
                </a:xfrm>
                <a:custGeom>
                  <a:avLst/>
                  <a:gdLst>
                    <a:gd name="csX0" fmla="*/ 270 w 125604"/>
                    <a:gd name="csY0" fmla="*/ 106 h 197908"/>
                    <a:gd name="csX1" fmla="*/ 125875 w 125604"/>
                    <a:gd name="csY1" fmla="*/ 106 h 197908"/>
                    <a:gd name="csX2" fmla="*/ 125875 w 125604"/>
                    <a:gd name="csY2" fmla="*/ 198014 h 197908"/>
                    <a:gd name="csX3" fmla="*/ 270 w 125604"/>
                    <a:gd name="csY3" fmla="*/ 198014 h 197908"/>
                  </a:gdLst>
                  <a:ahLst/>
                  <a:cxnLst>
                    <a:cxn ang="0">
                      <a:pos x="csX0" y="csY0"/>
                    </a:cxn>
                    <a:cxn ang="0">
                      <a:pos x="csX1" y="csY1"/>
                    </a:cxn>
                    <a:cxn ang="0">
                      <a:pos x="csX2" y="csY2"/>
                    </a:cxn>
                    <a:cxn ang="0">
                      <a:pos x="csX3" y="csY3"/>
                    </a:cxn>
                  </a:cxnLst>
                  <a:rect l="l" t="t" r="r" b="b"/>
                  <a:pathLst>
                    <a:path w="125604" h="197908">
                      <a:moveTo>
                        <a:pt x="270" y="106"/>
                      </a:moveTo>
                      <a:lnTo>
                        <a:pt x="125875" y="106"/>
                      </a:lnTo>
                      <a:lnTo>
                        <a:pt x="125875" y="198014"/>
                      </a:lnTo>
                      <a:lnTo>
                        <a:pt x="270" y="198014"/>
                      </a:lnTo>
                      <a:close/>
                    </a:path>
                  </a:pathLst>
                </a:custGeom>
                <a:noFill/>
                <a:ln w="2731" cap="flat">
                  <a:solidFill>
                    <a:srgbClr val="FFFFFF"/>
                  </a:solidFill>
                  <a:prstDash val="solid"/>
                  <a:miter/>
                </a:ln>
              </p:spPr>
              <p:txBody>
                <a:bodyPr/>
                <a:lstStyle/>
                <a:p>
                  <a:endParaRPr lang="zh-CN" altLang="en-US" sz="2190"/>
                </a:p>
              </p:txBody>
            </p:sp>
          </p:grpSp>
          <p:grpSp>
            <p:nvGrpSpPr>
              <p:cNvPr id="2924" name="图形 2"/>
              <p:cNvGrpSpPr/>
              <p:nvPr/>
            </p:nvGrpSpPr>
            <p:grpSpPr>
              <a:xfrm>
                <a:off x="6174128" y="1931941"/>
                <a:ext cx="94200" cy="197908"/>
                <a:chOff x="6174128" y="1931941"/>
                <a:chExt cx="94200" cy="197908"/>
              </a:xfrm>
            </p:grpSpPr>
            <p:sp>
              <p:nvSpPr>
                <p:cNvPr id="2971" name="任意多边形: 形状 2970"/>
                <p:cNvSpPr/>
                <p:nvPr/>
              </p:nvSpPr>
              <p:spPr>
                <a:xfrm flipV="1">
                  <a:off x="6174128" y="1931941"/>
                  <a:ext cx="94200" cy="197908"/>
                </a:xfrm>
                <a:custGeom>
                  <a:avLst/>
                  <a:gdLst>
                    <a:gd name="csX0" fmla="*/ 270 w 94200"/>
                    <a:gd name="csY0" fmla="*/ 33 h 197908"/>
                    <a:gd name="csX1" fmla="*/ 94471 w 94200"/>
                    <a:gd name="csY1" fmla="*/ 33 h 197908"/>
                    <a:gd name="csX2" fmla="*/ 94471 w 94200"/>
                    <a:gd name="csY2" fmla="*/ 197942 h 197908"/>
                    <a:gd name="csX3" fmla="*/ 270 w 94200"/>
                    <a:gd name="csY3" fmla="*/ 197942 h 197908"/>
                  </a:gdLst>
                  <a:ahLst/>
                  <a:cxnLst>
                    <a:cxn ang="0">
                      <a:pos x="csX0" y="csY0"/>
                    </a:cxn>
                    <a:cxn ang="0">
                      <a:pos x="csX1" y="csY1"/>
                    </a:cxn>
                    <a:cxn ang="0">
                      <a:pos x="csX2" y="csY2"/>
                    </a:cxn>
                    <a:cxn ang="0">
                      <a:pos x="csX3" y="csY3"/>
                    </a:cxn>
                  </a:cxnLst>
                  <a:rect l="l" t="t" r="r" b="b"/>
                  <a:pathLst>
                    <a:path w="94200" h="197908">
                      <a:moveTo>
                        <a:pt x="270" y="33"/>
                      </a:moveTo>
                      <a:lnTo>
                        <a:pt x="94471" y="33"/>
                      </a:lnTo>
                      <a:lnTo>
                        <a:pt x="94471" y="197942"/>
                      </a:lnTo>
                      <a:lnTo>
                        <a:pt x="270" y="197942"/>
                      </a:lnTo>
                      <a:close/>
                    </a:path>
                  </a:pathLst>
                </a:custGeom>
                <a:solidFill>
                  <a:srgbClr val="F7C6A2"/>
                </a:solidFill>
                <a:ln w="5462" cap="flat">
                  <a:noFill/>
                  <a:prstDash val="solid"/>
                  <a:miter/>
                </a:ln>
              </p:spPr>
              <p:txBody>
                <a:bodyPr/>
                <a:lstStyle/>
                <a:p>
                  <a:endParaRPr lang="zh-CN" altLang="en-US" sz="2190"/>
                </a:p>
              </p:txBody>
            </p:sp>
            <p:sp>
              <p:nvSpPr>
                <p:cNvPr id="2972" name="任意多边形: 形状 2971"/>
                <p:cNvSpPr/>
                <p:nvPr/>
              </p:nvSpPr>
              <p:spPr>
                <a:xfrm flipV="1">
                  <a:off x="6174128" y="1931941"/>
                  <a:ext cx="94200" cy="197908"/>
                </a:xfrm>
                <a:custGeom>
                  <a:avLst/>
                  <a:gdLst>
                    <a:gd name="csX0" fmla="*/ 270 w 94200"/>
                    <a:gd name="csY0" fmla="*/ 33 h 197908"/>
                    <a:gd name="csX1" fmla="*/ 94471 w 94200"/>
                    <a:gd name="csY1" fmla="*/ 33 h 197908"/>
                    <a:gd name="csX2" fmla="*/ 94471 w 94200"/>
                    <a:gd name="csY2" fmla="*/ 197942 h 197908"/>
                    <a:gd name="csX3" fmla="*/ 270 w 94200"/>
                    <a:gd name="csY3" fmla="*/ 197942 h 197908"/>
                  </a:gdLst>
                  <a:ahLst/>
                  <a:cxnLst>
                    <a:cxn ang="0">
                      <a:pos x="csX0" y="csY0"/>
                    </a:cxn>
                    <a:cxn ang="0">
                      <a:pos x="csX1" y="csY1"/>
                    </a:cxn>
                    <a:cxn ang="0">
                      <a:pos x="csX2" y="csY2"/>
                    </a:cxn>
                    <a:cxn ang="0">
                      <a:pos x="csX3" y="csY3"/>
                    </a:cxn>
                  </a:cxnLst>
                  <a:rect l="l" t="t" r="r" b="b"/>
                  <a:pathLst>
                    <a:path w="94200" h="197908">
                      <a:moveTo>
                        <a:pt x="270" y="33"/>
                      </a:moveTo>
                      <a:lnTo>
                        <a:pt x="94471" y="33"/>
                      </a:lnTo>
                      <a:lnTo>
                        <a:pt x="94471" y="197942"/>
                      </a:lnTo>
                      <a:lnTo>
                        <a:pt x="270" y="197942"/>
                      </a:lnTo>
                      <a:close/>
                    </a:path>
                  </a:pathLst>
                </a:custGeom>
                <a:noFill/>
                <a:ln w="2731" cap="flat">
                  <a:solidFill>
                    <a:srgbClr val="FFFFFF"/>
                  </a:solidFill>
                  <a:prstDash val="solid"/>
                  <a:miter/>
                </a:ln>
              </p:spPr>
              <p:txBody>
                <a:bodyPr/>
                <a:lstStyle/>
                <a:p>
                  <a:endParaRPr lang="zh-CN" altLang="en-US" sz="2190"/>
                </a:p>
              </p:txBody>
            </p:sp>
          </p:grpSp>
          <p:grpSp>
            <p:nvGrpSpPr>
              <p:cNvPr id="2925" name="图形 2"/>
              <p:cNvGrpSpPr/>
              <p:nvPr/>
            </p:nvGrpSpPr>
            <p:grpSpPr>
              <a:xfrm>
                <a:off x="5985721" y="1684557"/>
                <a:ext cx="62802" cy="197903"/>
                <a:chOff x="5985721" y="1684557"/>
                <a:chExt cx="62802" cy="197903"/>
              </a:xfrm>
            </p:grpSpPr>
            <p:sp>
              <p:nvSpPr>
                <p:cNvPr id="2969" name="任意多边形: 形状 2968"/>
                <p:cNvSpPr/>
                <p:nvPr/>
              </p:nvSpPr>
              <p:spPr>
                <a:xfrm flipV="1">
                  <a:off x="5985721" y="1684557"/>
                  <a:ext cx="62802" cy="197903"/>
                </a:xfrm>
                <a:custGeom>
                  <a:avLst/>
                  <a:gdLst>
                    <a:gd name="csX0" fmla="*/ 289 w 62802"/>
                    <a:gd name="csY0" fmla="*/ -40 h 197903"/>
                    <a:gd name="csX1" fmla="*/ 63091 w 62802"/>
                    <a:gd name="csY1" fmla="*/ -40 h 197903"/>
                    <a:gd name="csX2" fmla="*/ 63091 w 62802"/>
                    <a:gd name="csY2" fmla="*/ 197864 h 197903"/>
                    <a:gd name="csX3" fmla="*/ 289 w 62802"/>
                    <a:gd name="csY3" fmla="*/ 197864 h 197903"/>
                  </a:gdLst>
                  <a:ahLst/>
                  <a:cxnLst>
                    <a:cxn ang="0">
                      <a:pos x="csX0" y="csY0"/>
                    </a:cxn>
                    <a:cxn ang="0">
                      <a:pos x="csX1" y="csY1"/>
                    </a:cxn>
                    <a:cxn ang="0">
                      <a:pos x="csX2" y="csY2"/>
                    </a:cxn>
                    <a:cxn ang="0">
                      <a:pos x="csX3" y="csY3"/>
                    </a:cxn>
                  </a:cxnLst>
                  <a:rect l="l" t="t" r="r" b="b"/>
                  <a:pathLst>
                    <a:path w="62802" h="197903">
                      <a:moveTo>
                        <a:pt x="289" y="-40"/>
                      </a:moveTo>
                      <a:lnTo>
                        <a:pt x="63091" y="-40"/>
                      </a:lnTo>
                      <a:lnTo>
                        <a:pt x="63091" y="197864"/>
                      </a:lnTo>
                      <a:lnTo>
                        <a:pt x="289" y="197864"/>
                      </a:lnTo>
                      <a:close/>
                    </a:path>
                  </a:pathLst>
                </a:custGeom>
                <a:solidFill>
                  <a:srgbClr val="F7C6A2"/>
                </a:solidFill>
                <a:ln w="5462" cap="flat">
                  <a:noFill/>
                  <a:prstDash val="solid"/>
                  <a:miter/>
                </a:ln>
              </p:spPr>
              <p:txBody>
                <a:bodyPr/>
                <a:lstStyle/>
                <a:p>
                  <a:endParaRPr lang="zh-CN" altLang="en-US" sz="2190"/>
                </a:p>
              </p:txBody>
            </p:sp>
            <p:sp>
              <p:nvSpPr>
                <p:cNvPr id="2970" name="任意多边形: 形状 2969"/>
                <p:cNvSpPr/>
                <p:nvPr/>
              </p:nvSpPr>
              <p:spPr>
                <a:xfrm flipV="1">
                  <a:off x="5985721" y="1684557"/>
                  <a:ext cx="62802" cy="197903"/>
                </a:xfrm>
                <a:custGeom>
                  <a:avLst/>
                  <a:gdLst>
                    <a:gd name="csX0" fmla="*/ 289 w 62802"/>
                    <a:gd name="csY0" fmla="*/ -40 h 197903"/>
                    <a:gd name="csX1" fmla="*/ 63091 w 62802"/>
                    <a:gd name="csY1" fmla="*/ -40 h 197903"/>
                    <a:gd name="csX2" fmla="*/ 63091 w 62802"/>
                    <a:gd name="csY2" fmla="*/ 197864 h 197903"/>
                    <a:gd name="csX3" fmla="*/ 289 w 62802"/>
                    <a:gd name="csY3" fmla="*/ 197864 h 197903"/>
                  </a:gdLst>
                  <a:ahLst/>
                  <a:cxnLst>
                    <a:cxn ang="0">
                      <a:pos x="csX0" y="csY0"/>
                    </a:cxn>
                    <a:cxn ang="0">
                      <a:pos x="csX1" y="csY1"/>
                    </a:cxn>
                    <a:cxn ang="0">
                      <a:pos x="csX2" y="csY2"/>
                    </a:cxn>
                    <a:cxn ang="0">
                      <a:pos x="csX3" y="csY3"/>
                    </a:cxn>
                  </a:cxnLst>
                  <a:rect l="l" t="t" r="r" b="b"/>
                  <a:pathLst>
                    <a:path w="62802" h="197903">
                      <a:moveTo>
                        <a:pt x="289" y="-40"/>
                      </a:moveTo>
                      <a:lnTo>
                        <a:pt x="63091" y="-40"/>
                      </a:lnTo>
                      <a:lnTo>
                        <a:pt x="63091" y="197864"/>
                      </a:lnTo>
                      <a:lnTo>
                        <a:pt x="289" y="197864"/>
                      </a:lnTo>
                      <a:close/>
                    </a:path>
                  </a:pathLst>
                </a:custGeom>
                <a:noFill/>
                <a:ln w="2731" cap="flat">
                  <a:solidFill>
                    <a:srgbClr val="FFFFFF"/>
                  </a:solidFill>
                  <a:prstDash val="solid"/>
                  <a:miter/>
                </a:ln>
              </p:spPr>
              <p:txBody>
                <a:bodyPr/>
                <a:lstStyle/>
                <a:p>
                  <a:endParaRPr lang="zh-CN" altLang="en-US" sz="2190"/>
                </a:p>
              </p:txBody>
            </p:sp>
          </p:grpSp>
          <p:grpSp>
            <p:nvGrpSpPr>
              <p:cNvPr id="2926" name="图形 2"/>
              <p:cNvGrpSpPr/>
              <p:nvPr/>
            </p:nvGrpSpPr>
            <p:grpSpPr>
              <a:xfrm>
                <a:off x="5703119" y="2426710"/>
                <a:ext cx="737911" cy="197907"/>
                <a:chOff x="5703119" y="2426710"/>
                <a:chExt cx="737911" cy="197907"/>
              </a:xfrm>
            </p:grpSpPr>
            <p:sp>
              <p:nvSpPr>
                <p:cNvPr id="2967" name="任意多边形: 形状 2966"/>
                <p:cNvSpPr/>
                <p:nvPr/>
              </p:nvSpPr>
              <p:spPr>
                <a:xfrm flipV="1">
                  <a:off x="5703119" y="2426710"/>
                  <a:ext cx="737911" cy="197907"/>
                </a:xfrm>
                <a:custGeom>
                  <a:avLst/>
                  <a:gdLst>
                    <a:gd name="csX0" fmla="*/ 284 w 737911"/>
                    <a:gd name="csY0" fmla="*/ 179 h 197907"/>
                    <a:gd name="csX1" fmla="*/ 738196 w 737911"/>
                    <a:gd name="csY1" fmla="*/ 179 h 197907"/>
                    <a:gd name="csX2" fmla="*/ 738196 w 737911"/>
                    <a:gd name="csY2" fmla="*/ 198087 h 197907"/>
                    <a:gd name="csX3" fmla="*/ 284 w 737911"/>
                    <a:gd name="csY3" fmla="*/ 198087 h 197907"/>
                  </a:gdLst>
                  <a:ahLst/>
                  <a:cxnLst>
                    <a:cxn ang="0">
                      <a:pos x="csX0" y="csY0"/>
                    </a:cxn>
                    <a:cxn ang="0">
                      <a:pos x="csX1" y="csY1"/>
                    </a:cxn>
                    <a:cxn ang="0">
                      <a:pos x="csX2" y="csY2"/>
                    </a:cxn>
                    <a:cxn ang="0">
                      <a:pos x="csX3" y="csY3"/>
                    </a:cxn>
                  </a:cxnLst>
                  <a:rect l="l" t="t" r="r" b="b"/>
                  <a:pathLst>
                    <a:path w="737911" h="197907">
                      <a:moveTo>
                        <a:pt x="284" y="179"/>
                      </a:moveTo>
                      <a:lnTo>
                        <a:pt x="738196" y="179"/>
                      </a:lnTo>
                      <a:lnTo>
                        <a:pt x="738196" y="198087"/>
                      </a:lnTo>
                      <a:lnTo>
                        <a:pt x="284" y="198087"/>
                      </a:lnTo>
                      <a:close/>
                    </a:path>
                  </a:pathLst>
                </a:custGeom>
                <a:solidFill>
                  <a:srgbClr val="F7EBC4"/>
                </a:solidFill>
                <a:ln w="5462" cap="flat">
                  <a:noFill/>
                  <a:prstDash val="solid"/>
                  <a:miter/>
                </a:ln>
              </p:spPr>
              <p:txBody>
                <a:bodyPr/>
                <a:lstStyle/>
                <a:p>
                  <a:endParaRPr lang="zh-CN" altLang="en-US" sz="2190"/>
                </a:p>
              </p:txBody>
            </p:sp>
            <p:sp>
              <p:nvSpPr>
                <p:cNvPr id="2968" name="任意多边形: 形状 2967"/>
                <p:cNvSpPr/>
                <p:nvPr/>
              </p:nvSpPr>
              <p:spPr>
                <a:xfrm flipV="1">
                  <a:off x="5703119" y="2426710"/>
                  <a:ext cx="737911" cy="197907"/>
                </a:xfrm>
                <a:custGeom>
                  <a:avLst/>
                  <a:gdLst>
                    <a:gd name="csX0" fmla="*/ 284 w 737911"/>
                    <a:gd name="csY0" fmla="*/ 179 h 197907"/>
                    <a:gd name="csX1" fmla="*/ 738196 w 737911"/>
                    <a:gd name="csY1" fmla="*/ 179 h 197907"/>
                    <a:gd name="csX2" fmla="*/ 738196 w 737911"/>
                    <a:gd name="csY2" fmla="*/ 198087 h 197907"/>
                    <a:gd name="csX3" fmla="*/ 284 w 737911"/>
                    <a:gd name="csY3" fmla="*/ 198087 h 197907"/>
                  </a:gdLst>
                  <a:ahLst/>
                  <a:cxnLst>
                    <a:cxn ang="0">
                      <a:pos x="csX0" y="csY0"/>
                    </a:cxn>
                    <a:cxn ang="0">
                      <a:pos x="csX1" y="csY1"/>
                    </a:cxn>
                    <a:cxn ang="0">
                      <a:pos x="csX2" y="csY2"/>
                    </a:cxn>
                    <a:cxn ang="0">
                      <a:pos x="csX3" y="csY3"/>
                    </a:cxn>
                  </a:cxnLst>
                  <a:rect l="l" t="t" r="r" b="b"/>
                  <a:pathLst>
                    <a:path w="737911" h="197907">
                      <a:moveTo>
                        <a:pt x="284" y="179"/>
                      </a:moveTo>
                      <a:lnTo>
                        <a:pt x="738196" y="179"/>
                      </a:lnTo>
                      <a:lnTo>
                        <a:pt x="738196" y="198087"/>
                      </a:lnTo>
                      <a:lnTo>
                        <a:pt x="284" y="198087"/>
                      </a:lnTo>
                      <a:close/>
                    </a:path>
                  </a:pathLst>
                </a:custGeom>
                <a:noFill/>
                <a:ln w="2731" cap="flat">
                  <a:solidFill>
                    <a:srgbClr val="FFFFFF"/>
                  </a:solidFill>
                  <a:prstDash val="solid"/>
                  <a:miter/>
                </a:ln>
              </p:spPr>
              <p:txBody>
                <a:bodyPr/>
                <a:lstStyle/>
                <a:p>
                  <a:endParaRPr lang="zh-CN" altLang="en-US" sz="2190"/>
                </a:p>
              </p:txBody>
            </p:sp>
          </p:grpSp>
          <p:grpSp>
            <p:nvGrpSpPr>
              <p:cNvPr id="2927" name="图形 2"/>
              <p:cNvGrpSpPr/>
              <p:nvPr/>
            </p:nvGrpSpPr>
            <p:grpSpPr>
              <a:xfrm>
                <a:off x="6284028" y="2179324"/>
                <a:ext cx="157003" cy="197908"/>
                <a:chOff x="6284028" y="2179324"/>
                <a:chExt cx="157003" cy="197908"/>
              </a:xfrm>
            </p:grpSpPr>
            <p:sp>
              <p:nvSpPr>
                <p:cNvPr id="2965" name="任意多边形: 形状 2964"/>
                <p:cNvSpPr/>
                <p:nvPr/>
              </p:nvSpPr>
              <p:spPr>
                <a:xfrm flipV="1">
                  <a:off x="6284028" y="2179324"/>
                  <a:ext cx="157003" cy="197908"/>
                </a:xfrm>
                <a:custGeom>
                  <a:avLst/>
                  <a:gdLst>
                    <a:gd name="csX0" fmla="*/ 257 w 157003"/>
                    <a:gd name="csY0" fmla="*/ 106 h 197908"/>
                    <a:gd name="csX1" fmla="*/ 157260 w 157003"/>
                    <a:gd name="csY1" fmla="*/ 106 h 197908"/>
                    <a:gd name="csX2" fmla="*/ 157260 w 157003"/>
                    <a:gd name="csY2" fmla="*/ 198014 h 197908"/>
                    <a:gd name="csX3" fmla="*/ 257 w 157003"/>
                    <a:gd name="csY3" fmla="*/ 198014 h 197908"/>
                  </a:gdLst>
                  <a:ahLst/>
                  <a:cxnLst>
                    <a:cxn ang="0">
                      <a:pos x="csX0" y="csY0"/>
                    </a:cxn>
                    <a:cxn ang="0">
                      <a:pos x="csX1" y="csY1"/>
                    </a:cxn>
                    <a:cxn ang="0">
                      <a:pos x="csX2" y="csY2"/>
                    </a:cxn>
                    <a:cxn ang="0">
                      <a:pos x="csX3" y="csY3"/>
                    </a:cxn>
                  </a:cxnLst>
                  <a:rect l="l" t="t" r="r" b="b"/>
                  <a:pathLst>
                    <a:path w="157003" h="197908">
                      <a:moveTo>
                        <a:pt x="257" y="106"/>
                      </a:moveTo>
                      <a:lnTo>
                        <a:pt x="157260" y="106"/>
                      </a:lnTo>
                      <a:lnTo>
                        <a:pt x="157260" y="198014"/>
                      </a:lnTo>
                      <a:lnTo>
                        <a:pt x="257" y="198014"/>
                      </a:lnTo>
                      <a:close/>
                    </a:path>
                  </a:pathLst>
                </a:custGeom>
                <a:solidFill>
                  <a:srgbClr val="F7EBC4"/>
                </a:solidFill>
                <a:ln w="5462" cap="flat">
                  <a:noFill/>
                  <a:prstDash val="solid"/>
                  <a:miter/>
                </a:ln>
              </p:spPr>
              <p:txBody>
                <a:bodyPr/>
                <a:lstStyle/>
                <a:p>
                  <a:endParaRPr lang="zh-CN" altLang="en-US" sz="2190"/>
                </a:p>
              </p:txBody>
            </p:sp>
            <p:sp>
              <p:nvSpPr>
                <p:cNvPr id="2966" name="任意多边形: 形状 2965"/>
                <p:cNvSpPr/>
                <p:nvPr/>
              </p:nvSpPr>
              <p:spPr>
                <a:xfrm flipV="1">
                  <a:off x="6284028" y="2179324"/>
                  <a:ext cx="157003" cy="197908"/>
                </a:xfrm>
                <a:custGeom>
                  <a:avLst/>
                  <a:gdLst>
                    <a:gd name="csX0" fmla="*/ 257 w 157003"/>
                    <a:gd name="csY0" fmla="*/ 106 h 197908"/>
                    <a:gd name="csX1" fmla="*/ 157260 w 157003"/>
                    <a:gd name="csY1" fmla="*/ 106 h 197908"/>
                    <a:gd name="csX2" fmla="*/ 157260 w 157003"/>
                    <a:gd name="csY2" fmla="*/ 198014 h 197908"/>
                    <a:gd name="csX3" fmla="*/ 257 w 157003"/>
                    <a:gd name="csY3" fmla="*/ 198014 h 197908"/>
                  </a:gdLst>
                  <a:ahLst/>
                  <a:cxnLst>
                    <a:cxn ang="0">
                      <a:pos x="csX0" y="csY0"/>
                    </a:cxn>
                    <a:cxn ang="0">
                      <a:pos x="csX1" y="csY1"/>
                    </a:cxn>
                    <a:cxn ang="0">
                      <a:pos x="csX2" y="csY2"/>
                    </a:cxn>
                    <a:cxn ang="0">
                      <a:pos x="csX3" y="csY3"/>
                    </a:cxn>
                  </a:cxnLst>
                  <a:rect l="l" t="t" r="r" b="b"/>
                  <a:pathLst>
                    <a:path w="157003" h="197908">
                      <a:moveTo>
                        <a:pt x="257" y="106"/>
                      </a:moveTo>
                      <a:lnTo>
                        <a:pt x="157260" y="106"/>
                      </a:lnTo>
                      <a:lnTo>
                        <a:pt x="157260" y="198014"/>
                      </a:lnTo>
                      <a:lnTo>
                        <a:pt x="257" y="198014"/>
                      </a:lnTo>
                      <a:close/>
                    </a:path>
                  </a:pathLst>
                </a:custGeom>
                <a:noFill/>
                <a:ln w="2731" cap="flat">
                  <a:solidFill>
                    <a:srgbClr val="FFFFFF"/>
                  </a:solidFill>
                  <a:prstDash val="solid"/>
                  <a:miter/>
                </a:ln>
              </p:spPr>
              <p:txBody>
                <a:bodyPr/>
                <a:lstStyle/>
                <a:p>
                  <a:endParaRPr lang="zh-CN" altLang="en-US" sz="2190"/>
                </a:p>
              </p:txBody>
            </p:sp>
          </p:grpSp>
          <p:grpSp>
            <p:nvGrpSpPr>
              <p:cNvPr id="2928" name="图形 2"/>
              <p:cNvGrpSpPr/>
              <p:nvPr/>
            </p:nvGrpSpPr>
            <p:grpSpPr>
              <a:xfrm>
                <a:off x="6268329" y="1931941"/>
                <a:ext cx="172702" cy="197908"/>
                <a:chOff x="6268329" y="1931941"/>
                <a:chExt cx="172702" cy="197908"/>
              </a:xfrm>
            </p:grpSpPr>
            <p:sp>
              <p:nvSpPr>
                <p:cNvPr id="2963" name="任意多边形: 形状 2962"/>
                <p:cNvSpPr/>
                <p:nvPr/>
              </p:nvSpPr>
              <p:spPr>
                <a:xfrm flipV="1">
                  <a:off x="6268329" y="1931941"/>
                  <a:ext cx="172702" cy="197908"/>
                </a:xfrm>
                <a:custGeom>
                  <a:avLst/>
                  <a:gdLst>
                    <a:gd name="csX0" fmla="*/ 258 w 172702"/>
                    <a:gd name="csY0" fmla="*/ 33 h 197908"/>
                    <a:gd name="csX1" fmla="*/ 172960 w 172702"/>
                    <a:gd name="csY1" fmla="*/ 33 h 197908"/>
                    <a:gd name="csX2" fmla="*/ 172960 w 172702"/>
                    <a:gd name="csY2" fmla="*/ 197942 h 197908"/>
                    <a:gd name="csX3" fmla="*/ 258 w 172702"/>
                    <a:gd name="csY3" fmla="*/ 197942 h 197908"/>
                  </a:gdLst>
                  <a:ahLst/>
                  <a:cxnLst>
                    <a:cxn ang="0">
                      <a:pos x="csX0" y="csY0"/>
                    </a:cxn>
                    <a:cxn ang="0">
                      <a:pos x="csX1" y="csY1"/>
                    </a:cxn>
                    <a:cxn ang="0">
                      <a:pos x="csX2" y="csY2"/>
                    </a:cxn>
                    <a:cxn ang="0">
                      <a:pos x="csX3" y="csY3"/>
                    </a:cxn>
                  </a:cxnLst>
                  <a:rect l="l" t="t" r="r" b="b"/>
                  <a:pathLst>
                    <a:path w="172702" h="197908">
                      <a:moveTo>
                        <a:pt x="258" y="33"/>
                      </a:moveTo>
                      <a:lnTo>
                        <a:pt x="172960" y="33"/>
                      </a:lnTo>
                      <a:lnTo>
                        <a:pt x="172960" y="197942"/>
                      </a:lnTo>
                      <a:lnTo>
                        <a:pt x="258" y="197942"/>
                      </a:lnTo>
                      <a:close/>
                    </a:path>
                  </a:pathLst>
                </a:custGeom>
                <a:solidFill>
                  <a:srgbClr val="F7EBC4"/>
                </a:solidFill>
                <a:ln w="5462" cap="flat">
                  <a:noFill/>
                  <a:prstDash val="solid"/>
                  <a:miter/>
                </a:ln>
              </p:spPr>
              <p:txBody>
                <a:bodyPr/>
                <a:lstStyle/>
                <a:p>
                  <a:endParaRPr lang="zh-CN" altLang="en-US" sz="2190"/>
                </a:p>
              </p:txBody>
            </p:sp>
            <p:sp>
              <p:nvSpPr>
                <p:cNvPr id="2964" name="任意多边形: 形状 2963"/>
                <p:cNvSpPr/>
                <p:nvPr/>
              </p:nvSpPr>
              <p:spPr>
                <a:xfrm flipV="1">
                  <a:off x="6268329" y="1931941"/>
                  <a:ext cx="172702" cy="197908"/>
                </a:xfrm>
                <a:custGeom>
                  <a:avLst/>
                  <a:gdLst>
                    <a:gd name="csX0" fmla="*/ 258 w 172702"/>
                    <a:gd name="csY0" fmla="*/ 33 h 197908"/>
                    <a:gd name="csX1" fmla="*/ 172960 w 172702"/>
                    <a:gd name="csY1" fmla="*/ 33 h 197908"/>
                    <a:gd name="csX2" fmla="*/ 172960 w 172702"/>
                    <a:gd name="csY2" fmla="*/ 197942 h 197908"/>
                    <a:gd name="csX3" fmla="*/ 258 w 172702"/>
                    <a:gd name="csY3" fmla="*/ 197942 h 197908"/>
                  </a:gdLst>
                  <a:ahLst/>
                  <a:cxnLst>
                    <a:cxn ang="0">
                      <a:pos x="csX0" y="csY0"/>
                    </a:cxn>
                    <a:cxn ang="0">
                      <a:pos x="csX1" y="csY1"/>
                    </a:cxn>
                    <a:cxn ang="0">
                      <a:pos x="csX2" y="csY2"/>
                    </a:cxn>
                    <a:cxn ang="0">
                      <a:pos x="csX3" y="csY3"/>
                    </a:cxn>
                  </a:cxnLst>
                  <a:rect l="l" t="t" r="r" b="b"/>
                  <a:pathLst>
                    <a:path w="172702" h="197908">
                      <a:moveTo>
                        <a:pt x="258" y="33"/>
                      </a:moveTo>
                      <a:lnTo>
                        <a:pt x="172960" y="33"/>
                      </a:lnTo>
                      <a:lnTo>
                        <a:pt x="172960" y="197942"/>
                      </a:lnTo>
                      <a:lnTo>
                        <a:pt x="258" y="197942"/>
                      </a:lnTo>
                      <a:close/>
                    </a:path>
                  </a:pathLst>
                </a:custGeom>
                <a:noFill/>
                <a:ln w="2731" cap="flat">
                  <a:solidFill>
                    <a:srgbClr val="FFFFFF"/>
                  </a:solidFill>
                  <a:prstDash val="solid"/>
                  <a:miter/>
                </a:ln>
              </p:spPr>
              <p:txBody>
                <a:bodyPr/>
                <a:lstStyle/>
                <a:p>
                  <a:endParaRPr lang="zh-CN" altLang="en-US" sz="2190"/>
                </a:p>
              </p:txBody>
            </p:sp>
          </p:grpSp>
          <p:grpSp>
            <p:nvGrpSpPr>
              <p:cNvPr id="2929" name="图形 2"/>
              <p:cNvGrpSpPr/>
              <p:nvPr/>
            </p:nvGrpSpPr>
            <p:grpSpPr>
              <a:xfrm>
                <a:off x="6048524" y="1684557"/>
                <a:ext cx="392507" cy="197903"/>
                <a:chOff x="6048524" y="1684557"/>
                <a:chExt cx="392507" cy="197903"/>
              </a:xfrm>
            </p:grpSpPr>
            <p:sp>
              <p:nvSpPr>
                <p:cNvPr id="2961" name="任意多边形: 形状 2960"/>
                <p:cNvSpPr/>
                <p:nvPr/>
              </p:nvSpPr>
              <p:spPr>
                <a:xfrm flipV="1">
                  <a:off x="6048524" y="1684557"/>
                  <a:ext cx="392507" cy="197903"/>
                </a:xfrm>
                <a:custGeom>
                  <a:avLst/>
                  <a:gdLst>
                    <a:gd name="csX0" fmla="*/ 268 w 392507"/>
                    <a:gd name="csY0" fmla="*/ -40 h 197903"/>
                    <a:gd name="csX1" fmla="*/ 392776 w 392507"/>
                    <a:gd name="csY1" fmla="*/ -40 h 197903"/>
                    <a:gd name="csX2" fmla="*/ 392776 w 392507"/>
                    <a:gd name="csY2" fmla="*/ 197864 h 197903"/>
                    <a:gd name="csX3" fmla="*/ 268 w 392507"/>
                    <a:gd name="csY3" fmla="*/ 197864 h 197903"/>
                  </a:gdLst>
                  <a:ahLst/>
                  <a:cxnLst>
                    <a:cxn ang="0">
                      <a:pos x="csX0" y="csY0"/>
                    </a:cxn>
                    <a:cxn ang="0">
                      <a:pos x="csX1" y="csY1"/>
                    </a:cxn>
                    <a:cxn ang="0">
                      <a:pos x="csX2" y="csY2"/>
                    </a:cxn>
                    <a:cxn ang="0">
                      <a:pos x="csX3" y="csY3"/>
                    </a:cxn>
                  </a:cxnLst>
                  <a:rect l="l" t="t" r="r" b="b"/>
                  <a:pathLst>
                    <a:path w="392507" h="197903">
                      <a:moveTo>
                        <a:pt x="268" y="-40"/>
                      </a:moveTo>
                      <a:lnTo>
                        <a:pt x="392776" y="-40"/>
                      </a:lnTo>
                      <a:lnTo>
                        <a:pt x="392776" y="197864"/>
                      </a:lnTo>
                      <a:lnTo>
                        <a:pt x="268" y="197864"/>
                      </a:lnTo>
                      <a:close/>
                    </a:path>
                  </a:pathLst>
                </a:custGeom>
                <a:solidFill>
                  <a:srgbClr val="F7EBC4"/>
                </a:solidFill>
                <a:ln w="5462" cap="flat">
                  <a:noFill/>
                  <a:prstDash val="solid"/>
                  <a:miter/>
                </a:ln>
              </p:spPr>
              <p:txBody>
                <a:bodyPr/>
                <a:lstStyle/>
                <a:p>
                  <a:endParaRPr lang="zh-CN" altLang="en-US" sz="2190"/>
                </a:p>
              </p:txBody>
            </p:sp>
            <p:sp>
              <p:nvSpPr>
                <p:cNvPr id="2962" name="任意多边形: 形状 2961"/>
                <p:cNvSpPr/>
                <p:nvPr/>
              </p:nvSpPr>
              <p:spPr>
                <a:xfrm flipV="1">
                  <a:off x="6048524" y="1684557"/>
                  <a:ext cx="392507" cy="197903"/>
                </a:xfrm>
                <a:custGeom>
                  <a:avLst/>
                  <a:gdLst>
                    <a:gd name="csX0" fmla="*/ 268 w 392507"/>
                    <a:gd name="csY0" fmla="*/ -40 h 197903"/>
                    <a:gd name="csX1" fmla="*/ 392776 w 392507"/>
                    <a:gd name="csY1" fmla="*/ -40 h 197903"/>
                    <a:gd name="csX2" fmla="*/ 392776 w 392507"/>
                    <a:gd name="csY2" fmla="*/ 197864 h 197903"/>
                    <a:gd name="csX3" fmla="*/ 268 w 392507"/>
                    <a:gd name="csY3" fmla="*/ 197864 h 197903"/>
                  </a:gdLst>
                  <a:ahLst/>
                  <a:cxnLst>
                    <a:cxn ang="0">
                      <a:pos x="csX0" y="csY0"/>
                    </a:cxn>
                    <a:cxn ang="0">
                      <a:pos x="csX1" y="csY1"/>
                    </a:cxn>
                    <a:cxn ang="0">
                      <a:pos x="csX2" y="csY2"/>
                    </a:cxn>
                    <a:cxn ang="0">
                      <a:pos x="csX3" y="csY3"/>
                    </a:cxn>
                  </a:cxnLst>
                  <a:rect l="l" t="t" r="r" b="b"/>
                  <a:pathLst>
                    <a:path w="392507" h="197903">
                      <a:moveTo>
                        <a:pt x="268" y="-40"/>
                      </a:moveTo>
                      <a:lnTo>
                        <a:pt x="392776" y="-40"/>
                      </a:lnTo>
                      <a:lnTo>
                        <a:pt x="392776" y="197864"/>
                      </a:lnTo>
                      <a:lnTo>
                        <a:pt x="268" y="197864"/>
                      </a:lnTo>
                      <a:close/>
                    </a:path>
                  </a:pathLst>
                </a:custGeom>
                <a:noFill/>
                <a:ln w="2731" cap="flat">
                  <a:solidFill>
                    <a:srgbClr val="FFFFFF"/>
                  </a:solidFill>
                  <a:prstDash val="solid"/>
                  <a:miter/>
                </a:ln>
              </p:spPr>
              <p:txBody>
                <a:bodyPr/>
                <a:lstStyle/>
                <a:p>
                  <a:endParaRPr lang="zh-CN" altLang="en-US" sz="2190"/>
                </a:p>
              </p:txBody>
            </p:sp>
          </p:grpSp>
          <p:sp>
            <p:nvSpPr>
              <p:cNvPr id="2930" name="任意多边形: 形状 2929"/>
              <p:cNvSpPr/>
              <p:nvPr/>
            </p:nvSpPr>
            <p:spPr>
              <a:xfrm flipV="1">
                <a:off x="4871001" y="2671621"/>
                <a:ext cx="10962" cy="17769"/>
              </a:xfrm>
              <a:custGeom>
                <a:avLst/>
                <a:gdLst>
                  <a:gd name="csX0" fmla="*/ 394 w 10962"/>
                  <a:gd name="csY0" fmla="*/ 17994 h 17769"/>
                  <a:gd name="csX1" fmla="*/ 394 w 10962"/>
                  <a:gd name="csY1" fmla="*/ 225 h 17769"/>
                </a:gdLst>
                <a:ahLst/>
                <a:cxnLst>
                  <a:cxn ang="0">
                    <a:pos x="csX0" y="csY0"/>
                  </a:cxn>
                  <a:cxn ang="0">
                    <a:pos x="csX1" y="csY1"/>
                  </a:cxn>
                </a:cxnLst>
                <a:rect l="l" t="t" r="r" b="b"/>
                <a:pathLst>
                  <a:path w="10962" h="17769">
                    <a:moveTo>
                      <a:pt x="394" y="17994"/>
                    </a:moveTo>
                    <a:lnTo>
                      <a:pt x="394" y="225"/>
                    </a:lnTo>
                  </a:path>
                </a:pathLst>
              </a:custGeom>
              <a:solidFill>
                <a:srgbClr val="000000"/>
              </a:solidFill>
              <a:ln w="5462" cap="flat">
                <a:noFill/>
                <a:prstDash val="solid"/>
                <a:miter/>
              </a:ln>
            </p:spPr>
            <p:txBody>
              <a:bodyPr/>
              <a:lstStyle/>
              <a:p>
                <a:endParaRPr lang="zh-CN" altLang="en-US" sz="2190"/>
              </a:p>
            </p:txBody>
          </p:sp>
          <p:sp>
            <p:nvSpPr>
              <p:cNvPr id="2931" name="任意多边形: 形状 2930"/>
              <p:cNvSpPr/>
              <p:nvPr/>
            </p:nvSpPr>
            <p:spPr>
              <a:xfrm flipV="1">
                <a:off x="4871001" y="2671621"/>
                <a:ext cx="10962" cy="17769"/>
              </a:xfrm>
              <a:custGeom>
                <a:avLst/>
                <a:gdLst>
                  <a:gd name="csX0" fmla="*/ 394 w 10962"/>
                  <a:gd name="csY0" fmla="*/ 17994 h 17769"/>
                  <a:gd name="csX1" fmla="*/ 394 w 10962"/>
                  <a:gd name="csY1" fmla="*/ 225 h 17769"/>
                </a:gdLst>
                <a:ahLst/>
                <a:cxnLst>
                  <a:cxn ang="0">
                    <a:pos x="csX0" y="csY0"/>
                  </a:cxn>
                  <a:cxn ang="0">
                    <a:pos x="csX1" y="csY1"/>
                  </a:cxn>
                </a:cxnLst>
                <a:rect l="l" t="t" r="r" b="b"/>
                <a:pathLst>
                  <a:path w="10962" h="17769">
                    <a:moveTo>
                      <a:pt x="394" y="17994"/>
                    </a:moveTo>
                    <a:lnTo>
                      <a:pt x="394" y="225"/>
                    </a:lnTo>
                  </a:path>
                </a:pathLst>
              </a:custGeom>
              <a:noFill/>
              <a:ln w="4370" cap="flat">
                <a:solidFill>
                  <a:srgbClr val="000000"/>
                </a:solidFill>
                <a:prstDash val="solid"/>
                <a:round/>
              </a:ln>
            </p:spPr>
            <p:txBody>
              <a:bodyPr/>
              <a:lstStyle/>
              <a:p>
                <a:endParaRPr lang="zh-CN" altLang="en-US" sz="2190"/>
              </a:p>
            </p:txBody>
          </p:sp>
          <p:sp>
            <p:nvSpPr>
              <p:cNvPr id="2932" name="文本框 2931"/>
              <p:cNvSpPr txBox="1"/>
              <p:nvPr/>
            </p:nvSpPr>
            <p:spPr>
              <a:xfrm>
                <a:off x="4761322"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2933" name="任意多边形: 形状 2932"/>
              <p:cNvSpPr/>
              <p:nvPr/>
            </p:nvSpPr>
            <p:spPr>
              <a:xfrm flipV="1">
                <a:off x="5263509" y="2671621"/>
                <a:ext cx="10962" cy="17769"/>
              </a:xfrm>
              <a:custGeom>
                <a:avLst/>
                <a:gdLst>
                  <a:gd name="csX0" fmla="*/ 358 w 10962"/>
                  <a:gd name="csY0" fmla="*/ 17994 h 17769"/>
                  <a:gd name="csX1" fmla="*/ 358 w 10962"/>
                  <a:gd name="csY1" fmla="*/ 225 h 17769"/>
                </a:gdLst>
                <a:ahLst/>
                <a:cxnLst>
                  <a:cxn ang="0">
                    <a:pos x="csX0" y="csY0"/>
                  </a:cxn>
                  <a:cxn ang="0">
                    <a:pos x="csX1" y="csY1"/>
                  </a:cxn>
                </a:cxnLst>
                <a:rect l="l" t="t" r="r" b="b"/>
                <a:pathLst>
                  <a:path w="10962" h="17769">
                    <a:moveTo>
                      <a:pt x="358" y="17994"/>
                    </a:moveTo>
                    <a:lnTo>
                      <a:pt x="358" y="225"/>
                    </a:lnTo>
                  </a:path>
                </a:pathLst>
              </a:custGeom>
              <a:solidFill>
                <a:srgbClr val="000000"/>
              </a:solidFill>
              <a:ln w="5462" cap="flat">
                <a:noFill/>
                <a:prstDash val="solid"/>
                <a:miter/>
              </a:ln>
            </p:spPr>
            <p:txBody>
              <a:bodyPr/>
              <a:lstStyle/>
              <a:p>
                <a:endParaRPr lang="zh-CN" altLang="en-US" sz="2190"/>
              </a:p>
            </p:txBody>
          </p:sp>
          <p:sp>
            <p:nvSpPr>
              <p:cNvPr id="2934" name="任意多边形: 形状 2933"/>
              <p:cNvSpPr/>
              <p:nvPr/>
            </p:nvSpPr>
            <p:spPr>
              <a:xfrm flipV="1">
                <a:off x="5263509" y="2671621"/>
                <a:ext cx="10962" cy="17769"/>
              </a:xfrm>
              <a:custGeom>
                <a:avLst/>
                <a:gdLst>
                  <a:gd name="csX0" fmla="*/ 358 w 10962"/>
                  <a:gd name="csY0" fmla="*/ 17994 h 17769"/>
                  <a:gd name="csX1" fmla="*/ 358 w 10962"/>
                  <a:gd name="csY1" fmla="*/ 225 h 17769"/>
                </a:gdLst>
                <a:ahLst/>
                <a:cxnLst>
                  <a:cxn ang="0">
                    <a:pos x="csX0" y="csY0"/>
                  </a:cxn>
                  <a:cxn ang="0">
                    <a:pos x="csX1" y="csY1"/>
                  </a:cxn>
                </a:cxnLst>
                <a:rect l="l" t="t" r="r" b="b"/>
                <a:pathLst>
                  <a:path w="10962" h="17769">
                    <a:moveTo>
                      <a:pt x="358" y="17994"/>
                    </a:moveTo>
                    <a:lnTo>
                      <a:pt x="358" y="225"/>
                    </a:lnTo>
                  </a:path>
                </a:pathLst>
              </a:custGeom>
              <a:noFill/>
              <a:ln w="4370" cap="flat">
                <a:solidFill>
                  <a:srgbClr val="000000"/>
                </a:solidFill>
                <a:prstDash val="solid"/>
                <a:round/>
              </a:ln>
            </p:spPr>
            <p:txBody>
              <a:bodyPr/>
              <a:lstStyle/>
              <a:p>
                <a:endParaRPr lang="zh-CN" altLang="en-US" sz="2190"/>
              </a:p>
            </p:txBody>
          </p:sp>
          <p:sp>
            <p:nvSpPr>
              <p:cNvPr id="2935" name="文本框 2934"/>
              <p:cNvSpPr txBox="1"/>
              <p:nvPr/>
            </p:nvSpPr>
            <p:spPr>
              <a:xfrm>
                <a:off x="5135585"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2936" name="任意多边形: 形状 2935"/>
              <p:cNvSpPr/>
              <p:nvPr/>
            </p:nvSpPr>
            <p:spPr>
              <a:xfrm flipV="1">
                <a:off x="5656016" y="2671621"/>
                <a:ext cx="10962" cy="17769"/>
              </a:xfrm>
              <a:custGeom>
                <a:avLst/>
                <a:gdLst>
                  <a:gd name="csX0" fmla="*/ 322 w 10962"/>
                  <a:gd name="csY0" fmla="*/ 17994 h 17769"/>
                  <a:gd name="csX1" fmla="*/ 322 w 10962"/>
                  <a:gd name="csY1" fmla="*/ 225 h 17769"/>
                </a:gdLst>
                <a:ahLst/>
                <a:cxnLst>
                  <a:cxn ang="0">
                    <a:pos x="csX0" y="csY0"/>
                  </a:cxn>
                  <a:cxn ang="0">
                    <a:pos x="csX1" y="csY1"/>
                  </a:cxn>
                </a:cxnLst>
                <a:rect l="l" t="t" r="r" b="b"/>
                <a:pathLst>
                  <a:path w="10962" h="17769">
                    <a:moveTo>
                      <a:pt x="322" y="17994"/>
                    </a:moveTo>
                    <a:lnTo>
                      <a:pt x="322" y="225"/>
                    </a:lnTo>
                  </a:path>
                </a:pathLst>
              </a:custGeom>
              <a:solidFill>
                <a:srgbClr val="000000"/>
              </a:solidFill>
              <a:ln w="5462" cap="flat">
                <a:noFill/>
                <a:prstDash val="solid"/>
                <a:miter/>
              </a:ln>
            </p:spPr>
            <p:txBody>
              <a:bodyPr/>
              <a:lstStyle/>
              <a:p>
                <a:endParaRPr lang="zh-CN" altLang="en-US" sz="2190"/>
              </a:p>
            </p:txBody>
          </p:sp>
          <p:sp>
            <p:nvSpPr>
              <p:cNvPr id="2937" name="任意多边形: 形状 2936"/>
              <p:cNvSpPr/>
              <p:nvPr/>
            </p:nvSpPr>
            <p:spPr>
              <a:xfrm flipV="1">
                <a:off x="5656016" y="2671621"/>
                <a:ext cx="10962" cy="17769"/>
              </a:xfrm>
              <a:custGeom>
                <a:avLst/>
                <a:gdLst>
                  <a:gd name="csX0" fmla="*/ 322 w 10962"/>
                  <a:gd name="csY0" fmla="*/ 17994 h 17769"/>
                  <a:gd name="csX1" fmla="*/ 322 w 10962"/>
                  <a:gd name="csY1" fmla="*/ 225 h 17769"/>
                </a:gdLst>
                <a:ahLst/>
                <a:cxnLst>
                  <a:cxn ang="0">
                    <a:pos x="csX0" y="csY0"/>
                  </a:cxn>
                  <a:cxn ang="0">
                    <a:pos x="csX1" y="csY1"/>
                  </a:cxn>
                </a:cxnLst>
                <a:rect l="l" t="t" r="r" b="b"/>
                <a:pathLst>
                  <a:path w="10962" h="17769">
                    <a:moveTo>
                      <a:pt x="322" y="17994"/>
                    </a:moveTo>
                    <a:lnTo>
                      <a:pt x="322" y="225"/>
                    </a:lnTo>
                  </a:path>
                </a:pathLst>
              </a:custGeom>
              <a:noFill/>
              <a:ln w="4370" cap="flat">
                <a:solidFill>
                  <a:srgbClr val="000000"/>
                </a:solidFill>
                <a:prstDash val="solid"/>
                <a:round/>
              </a:ln>
            </p:spPr>
            <p:txBody>
              <a:bodyPr/>
              <a:lstStyle/>
              <a:p>
                <a:endParaRPr lang="zh-CN" altLang="en-US" sz="2190"/>
              </a:p>
            </p:txBody>
          </p:sp>
          <p:sp>
            <p:nvSpPr>
              <p:cNvPr id="2938" name="文本框 2937"/>
              <p:cNvSpPr txBox="1"/>
              <p:nvPr/>
            </p:nvSpPr>
            <p:spPr>
              <a:xfrm>
                <a:off x="5528089"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2939" name="任意多边形: 形状 2938"/>
              <p:cNvSpPr/>
              <p:nvPr/>
            </p:nvSpPr>
            <p:spPr>
              <a:xfrm flipV="1">
                <a:off x="6048524" y="2671621"/>
                <a:ext cx="10962" cy="17769"/>
              </a:xfrm>
              <a:custGeom>
                <a:avLst/>
                <a:gdLst>
                  <a:gd name="csX0" fmla="*/ 286 w 10962"/>
                  <a:gd name="csY0" fmla="*/ 17994 h 17769"/>
                  <a:gd name="csX1" fmla="*/ 286 w 10962"/>
                  <a:gd name="csY1" fmla="*/ 225 h 17769"/>
                </a:gdLst>
                <a:ahLst/>
                <a:cxnLst>
                  <a:cxn ang="0">
                    <a:pos x="csX0" y="csY0"/>
                  </a:cxn>
                  <a:cxn ang="0">
                    <a:pos x="csX1" y="csY1"/>
                  </a:cxn>
                </a:cxnLst>
                <a:rect l="l" t="t" r="r" b="b"/>
                <a:pathLst>
                  <a:path w="10962" h="17769">
                    <a:moveTo>
                      <a:pt x="286" y="17994"/>
                    </a:moveTo>
                    <a:lnTo>
                      <a:pt x="286" y="225"/>
                    </a:lnTo>
                  </a:path>
                </a:pathLst>
              </a:custGeom>
              <a:solidFill>
                <a:srgbClr val="000000"/>
              </a:solidFill>
              <a:ln w="5462" cap="flat">
                <a:noFill/>
                <a:prstDash val="solid"/>
                <a:miter/>
              </a:ln>
            </p:spPr>
            <p:txBody>
              <a:bodyPr/>
              <a:lstStyle/>
              <a:p>
                <a:endParaRPr lang="zh-CN" altLang="en-US" sz="2190"/>
              </a:p>
            </p:txBody>
          </p:sp>
          <p:sp>
            <p:nvSpPr>
              <p:cNvPr id="2940" name="任意多边形: 形状 2939"/>
              <p:cNvSpPr/>
              <p:nvPr/>
            </p:nvSpPr>
            <p:spPr>
              <a:xfrm flipV="1">
                <a:off x="6048524" y="2671621"/>
                <a:ext cx="10962" cy="17769"/>
              </a:xfrm>
              <a:custGeom>
                <a:avLst/>
                <a:gdLst>
                  <a:gd name="csX0" fmla="*/ 286 w 10962"/>
                  <a:gd name="csY0" fmla="*/ 17994 h 17769"/>
                  <a:gd name="csX1" fmla="*/ 286 w 10962"/>
                  <a:gd name="csY1" fmla="*/ 225 h 17769"/>
                </a:gdLst>
                <a:ahLst/>
                <a:cxnLst>
                  <a:cxn ang="0">
                    <a:pos x="csX0" y="csY0"/>
                  </a:cxn>
                  <a:cxn ang="0">
                    <a:pos x="csX1" y="csY1"/>
                  </a:cxn>
                </a:cxnLst>
                <a:rect l="l" t="t" r="r" b="b"/>
                <a:pathLst>
                  <a:path w="10962" h="17769">
                    <a:moveTo>
                      <a:pt x="286" y="17994"/>
                    </a:moveTo>
                    <a:lnTo>
                      <a:pt x="286" y="225"/>
                    </a:lnTo>
                  </a:path>
                </a:pathLst>
              </a:custGeom>
              <a:noFill/>
              <a:ln w="4370" cap="flat">
                <a:solidFill>
                  <a:srgbClr val="000000"/>
                </a:solidFill>
                <a:prstDash val="solid"/>
                <a:round/>
              </a:ln>
            </p:spPr>
            <p:txBody>
              <a:bodyPr/>
              <a:lstStyle/>
              <a:p>
                <a:endParaRPr lang="zh-CN" altLang="en-US" sz="2190"/>
              </a:p>
            </p:txBody>
          </p:sp>
          <p:sp>
            <p:nvSpPr>
              <p:cNvPr id="2941" name="文本框 2940"/>
              <p:cNvSpPr txBox="1"/>
              <p:nvPr/>
            </p:nvSpPr>
            <p:spPr>
              <a:xfrm>
                <a:off x="5920604"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2942" name="任意多边形: 形状 2941"/>
              <p:cNvSpPr/>
              <p:nvPr/>
            </p:nvSpPr>
            <p:spPr>
              <a:xfrm flipV="1">
                <a:off x="6441031" y="2671621"/>
                <a:ext cx="10962" cy="17769"/>
              </a:xfrm>
              <a:custGeom>
                <a:avLst/>
                <a:gdLst>
                  <a:gd name="csX0" fmla="*/ 250 w 10962"/>
                  <a:gd name="csY0" fmla="*/ 17994 h 17769"/>
                  <a:gd name="csX1" fmla="*/ 250 w 10962"/>
                  <a:gd name="csY1" fmla="*/ 225 h 17769"/>
                </a:gdLst>
                <a:ahLst/>
                <a:cxnLst>
                  <a:cxn ang="0">
                    <a:pos x="csX0" y="csY0"/>
                  </a:cxn>
                  <a:cxn ang="0">
                    <a:pos x="csX1" y="csY1"/>
                  </a:cxn>
                </a:cxnLst>
                <a:rect l="l" t="t" r="r" b="b"/>
                <a:pathLst>
                  <a:path w="10962" h="17769">
                    <a:moveTo>
                      <a:pt x="250" y="17994"/>
                    </a:moveTo>
                    <a:lnTo>
                      <a:pt x="250" y="225"/>
                    </a:lnTo>
                  </a:path>
                </a:pathLst>
              </a:custGeom>
              <a:solidFill>
                <a:srgbClr val="000000"/>
              </a:solidFill>
              <a:ln w="5462" cap="flat">
                <a:noFill/>
                <a:prstDash val="solid"/>
                <a:miter/>
              </a:ln>
            </p:spPr>
            <p:txBody>
              <a:bodyPr/>
              <a:lstStyle/>
              <a:p>
                <a:endParaRPr lang="zh-CN" altLang="en-US" sz="2190"/>
              </a:p>
            </p:txBody>
          </p:sp>
          <p:sp>
            <p:nvSpPr>
              <p:cNvPr id="2943" name="任意多边形: 形状 2942"/>
              <p:cNvSpPr/>
              <p:nvPr/>
            </p:nvSpPr>
            <p:spPr>
              <a:xfrm flipV="1">
                <a:off x="6441031" y="2671621"/>
                <a:ext cx="10962" cy="17769"/>
              </a:xfrm>
              <a:custGeom>
                <a:avLst/>
                <a:gdLst>
                  <a:gd name="csX0" fmla="*/ 250 w 10962"/>
                  <a:gd name="csY0" fmla="*/ 17994 h 17769"/>
                  <a:gd name="csX1" fmla="*/ 250 w 10962"/>
                  <a:gd name="csY1" fmla="*/ 225 h 17769"/>
                </a:gdLst>
                <a:ahLst/>
                <a:cxnLst>
                  <a:cxn ang="0">
                    <a:pos x="csX0" y="csY0"/>
                  </a:cxn>
                  <a:cxn ang="0">
                    <a:pos x="csX1" y="csY1"/>
                  </a:cxn>
                </a:cxnLst>
                <a:rect l="l" t="t" r="r" b="b"/>
                <a:pathLst>
                  <a:path w="10962" h="17769">
                    <a:moveTo>
                      <a:pt x="250" y="17994"/>
                    </a:moveTo>
                    <a:lnTo>
                      <a:pt x="250" y="225"/>
                    </a:lnTo>
                  </a:path>
                </a:pathLst>
              </a:custGeom>
              <a:noFill/>
              <a:ln w="4370" cap="flat">
                <a:solidFill>
                  <a:srgbClr val="000000"/>
                </a:solidFill>
                <a:prstDash val="solid"/>
                <a:round/>
              </a:ln>
            </p:spPr>
            <p:txBody>
              <a:bodyPr/>
              <a:lstStyle/>
              <a:p>
                <a:endParaRPr lang="zh-CN" altLang="en-US" sz="2190"/>
              </a:p>
            </p:txBody>
          </p:sp>
          <p:sp>
            <p:nvSpPr>
              <p:cNvPr id="2944" name="文本框 2943"/>
              <p:cNvSpPr txBox="1"/>
              <p:nvPr/>
            </p:nvSpPr>
            <p:spPr>
              <a:xfrm>
                <a:off x="6294867" y="2649923"/>
                <a:ext cx="38689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2945" name="文本框 2944"/>
              <p:cNvSpPr txBox="1"/>
              <p:nvPr/>
            </p:nvSpPr>
            <p:spPr>
              <a:xfrm>
                <a:off x="5328962" y="2791976"/>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2946" name="任意多边形: 形状 2945"/>
              <p:cNvSpPr/>
              <p:nvPr/>
            </p:nvSpPr>
            <p:spPr>
              <a:xfrm flipV="1">
                <a:off x="4851863" y="2525664"/>
                <a:ext cx="19138" cy="10177"/>
              </a:xfrm>
              <a:custGeom>
                <a:avLst/>
                <a:gdLst>
                  <a:gd name="csX0" fmla="*/ 19534 w 19138"/>
                  <a:gd name="csY0" fmla="*/ 179 h 10177"/>
                  <a:gd name="csX1" fmla="*/ 395 w 19138"/>
                  <a:gd name="csY1" fmla="*/ 179 h 10177"/>
                </a:gdLst>
                <a:ahLst/>
                <a:cxnLst>
                  <a:cxn ang="0">
                    <a:pos x="csX0" y="csY0"/>
                  </a:cxn>
                  <a:cxn ang="0">
                    <a:pos x="csX1" y="csY1"/>
                  </a:cxn>
                </a:cxnLst>
                <a:rect l="l" t="t" r="r" b="b"/>
                <a:pathLst>
                  <a:path w="19138" h="10177">
                    <a:moveTo>
                      <a:pt x="19534" y="179"/>
                    </a:moveTo>
                    <a:lnTo>
                      <a:pt x="395" y="179"/>
                    </a:lnTo>
                  </a:path>
                </a:pathLst>
              </a:custGeom>
              <a:solidFill>
                <a:srgbClr val="000000"/>
              </a:solidFill>
              <a:ln w="5462" cap="flat">
                <a:noFill/>
                <a:prstDash val="solid"/>
                <a:miter/>
              </a:ln>
            </p:spPr>
            <p:txBody>
              <a:bodyPr/>
              <a:lstStyle/>
              <a:p>
                <a:endParaRPr lang="zh-CN" altLang="en-US" sz="2190"/>
              </a:p>
            </p:txBody>
          </p:sp>
          <p:sp>
            <p:nvSpPr>
              <p:cNvPr id="2947" name="任意多边形: 形状 2946"/>
              <p:cNvSpPr/>
              <p:nvPr/>
            </p:nvSpPr>
            <p:spPr>
              <a:xfrm flipV="1">
                <a:off x="4851863" y="2525664"/>
                <a:ext cx="19138" cy="10177"/>
              </a:xfrm>
              <a:custGeom>
                <a:avLst/>
                <a:gdLst>
                  <a:gd name="csX0" fmla="*/ 19534 w 19138"/>
                  <a:gd name="csY0" fmla="*/ 179 h 10177"/>
                  <a:gd name="csX1" fmla="*/ 395 w 19138"/>
                  <a:gd name="csY1" fmla="*/ 179 h 10177"/>
                </a:gdLst>
                <a:ahLst/>
                <a:cxnLst>
                  <a:cxn ang="0">
                    <a:pos x="csX0" y="csY0"/>
                  </a:cxn>
                  <a:cxn ang="0">
                    <a:pos x="csX1" y="csY1"/>
                  </a:cxn>
                </a:cxnLst>
                <a:rect l="l" t="t" r="r" b="b"/>
                <a:pathLst>
                  <a:path w="19138" h="10177">
                    <a:moveTo>
                      <a:pt x="19534" y="179"/>
                    </a:moveTo>
                    <a:lnTo>
                      <a:pt x="395" y="179"/>
                    </a:lnTo>
                  </a:path>
                </a:pathLst>
              </a:custGeom>
              <a:noFill/>
              <a:ln w="4370" cap="flat">
                <a:solidFill>
                  <a:srgbClr val="000000"/>
                </a:solidFill>
                <a:prstDash val="solid"/>
                <a:round/>
              </a:ln>
            </p:spPr>
            <p:txBody>
              <a:bodyPr/>
              <a:lstStyle/>
              <a:p>
                <a:endParaRPr lang="zh-CN" altLang="en-US" sz="2190"/>
              </a:p>
            </p:txBody>
          </p:sp>
          <p:sp>
            <p:nvSpPr>
              <p:cNvPr id="2948" name="文本框 2947"/>
              <p:cNvSpPr txBox="1"/>
              <p:nvPr/>
            </p:nvSpPr>
            <p:spPr>
              <a:xfrm>
                <a:off x="4462444" y="2421501"/>
                <a:ext cx="48223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Other</a:t>
                </a:r>
              </a:p>
            </p:txBody>
          </p:sp>
          <p:sp>
            <p:nvSpPr>
              <p:cNvPr id="2949" name="任意多边形: 形状 2948"/>
              <p:cNvSpPr/>
              <p:nvPr/>
            </p:nvSpPr>
            <p:spPr>
              <a:xfrm flipV="1">
                <a:off x="4851863" y="2278279"/>
                <a:ext cx="19138" cy="10177"/>
              </a:xfrm>
              <a:custGeom>
                <a:avLst/>
                <a:gdLst>
                  <a:gd name="csX0" fmla="*/ 19534 w 19138"/>
                  <a:gd name="csY0" fmla="*/ 106 h 10177"/>
                  <a:gd name="csX1" fmla="*/ 395 w 19138"/>
                  <a:gd name="csY1" fmla="*/ 106 h 10177"/>
                </a:gdLst>
                <a:ahLst/>
                <a:cxnLst>
                  <a:cxn ang="0">
                    <a:pos x="csX0" y="csY0"/>
                  </a:cxn>
                  <a:cxn ang="0">
                    <a:pos x="csX1" y="csY1"/>
                  </a:cxn>
                </a:cxnLst>
                <a:rect l="l" t="t" r="r" b="b"/>
                <a:pathLst>
                  <a:path w="19138" h="10177">
                    <a:moveTo>
                      <a:pt x="19534" y="106"/>
                    </a:moveTo>
                    <a:lnTo>
                      <a:pt x="395" y="106"/>
                    </a:lnTo>
                  </a:path>
                </a:pathLst>
              </a:custGeom>
              <a:solidFill>
                <a:srgbClr val="000000"/>
              </a:solidFill>
              <a:ln w="5462" cap="flat">
                <a:noFill/>
                <a:prstDash val="solid"/>
                <a:miter/>
              </a:ln>
            </p:spPr>
            <p:txBody>
              <a:bodyPr/>
              <a:lstStyle/>
              <a:p>
                <a:endParaRPr lang="zh-CN" altLang="en-US" sz="2190"/>
              </a:p>
            </p:txBody>
          </p:sp>
          <p:sp>
            <p:nvSpPr>
              <p:cNvPr id="2950" name="任意多边形: 形状 2949"/>
              <p:cNvSpPr/>
              <p:nvPr/>
            </p:nvSpPr>
            <p:spPr>
              <a:xfrm flipV="1">
                <a:off x="4851863" y="2278279"/>
                <a:ext cx="19138" cy="10177"/>
              </a:xfrm>
              <a:custGeom>
                <a:avLst/>
                <a:gdLst>
                  <a:gd name="csX0" fmla="*/ 19534 w 19138"/>
                  <a:gd name="csY0" fmla="*/ 106 h 10177"/>
                  <a:gd name="csX1" fmla="*/ 395 w 19138"/>
                  <a:gd name="csY1" fmla="*/ 106 h 10177"/>
                </a:gdLst>
                <a:ahLst/>
                <a:cxnLst>
                  <a:cxn ang="0">
                    <a:pos x="csX0" y="csY0"/>
                  </a:cxn>
                  <a:cxn ang="0">
                    <a:pos x="csX1" y="csY1"/>
                  </a:cxn>
                </a:cxnLst>
                <a:rect l="l" t="t" r="r" b="b"/>
                <a:pathLst>
                  <a:path w="19138" h="10177">
                    <a:moveTo>
                      <a:pt x="19534" y="106"/>
                    </a:moveTo>
                    <a:lnTo>
                      <a:pt x="395" y="106"/>
                    </a:lnTo>
                  </a:path>
                </a:pathLst>
              </a:custGeom>
              <a:noFill/>
              <a:ln w="4370" cap="flat">
                <a:solidFill>
                  <a:srgbClr val="000000"/>
                </a:solidFill>
                <a:prstDash val="solid"/>
                <a:round/>
              </a:ln>
            </p:spPr>
            <p:txBody>
              <a:bodyPr/>
              <a:lstStyle/>
              <a:p>
                <a:endParaRPr lang="zh-CN" altLang="en-US" sz="2190"/>
              </a:p>
            </p:txBody>
          </p:sp>
          <p:sp>
            <p:nvSpPr>
              <p:cNvPr id="2951" name="文本框 2950"/>
              <p:cNvSpPr txBox="1"/>
              <p:nvPr/>
            </p:nvSpPr>
            <p:spPr>
              <a:xfrm>
                <a:off x="4509058" y="2180398"/>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2952" name="任意多边形: 形状 2951"/>
              <p:cNvSpPr/>
              <p:nvPr/>
            </p:nvSpPr>
            <p:spPr>
              <a:xfrm flipV="1">
                <a:off x="4851863" y="2030895"/>
                <a:ext cx="19138" cy="10177"/>
              </a:xfrm>
              <a:custGeom>
                <a:avLst/>
                <a:gdLst>
                  <a:gd name="csX0" fmla="*/ 19534 w 19138"/>
                  <a:gd name="csY0" fmla="*/ 33 h 10177"/>
                  <a:gd name="csX1" fmla="*/ 395 w 19138"/>
                  <a:gd name="csY1" fmla="*/ 33 h 10177"/>
                </a:gdLst>
                <a:ahLst/>
                <a:cxnLst>
                  <a:cxn ang="0">
                    <a:pos x="csX0" y="csY0"/>
                  </a:cxn>
                  <a:cxn ang="0">
                    <a:pos x="csX1" y="csY1"/>
                  </a:cxn>
                </a:cxnLst>
                <a:rect l="l" t="t" r="r" b="b"/>
                <a:pathLst>
                  <a:path w="19138" h="10177">
                    <a:moveTo>
                      <a:pt x="19534" y="33"/>
                    </a:moveTo>
                    <a:lnTo>
                      <a:pt x="395" y="33"/>
                    </a:lnTo>
                  </a:path>
                </a:pathLst>
              </a:custGeom>
              <a:solidFill>
                <a:srgbClr val="000000"/>
              </a:solidFill>
              <a:ln w="5462" cap="flat">
                <a:noFill/>
                <a:prstDash val="solid"/>
                <a:miter/>
              </a:ln>
            </p:spPr>
            <p:txBody>
              <a:bodyPr/>
              <a:lstStyle/>
              <a:p>
                <a:endParaRPr lang="zh-CN" altLang="en-US" sz="2190"/>
              </a:p>
            </p:txBody>
          </p:sp>
          <p:sp>
            <p:nvSpPr>
              <p:cNvPr id="2953" name="任意多边形: 形状 2952"/>
              <p:cNvSpPr/>
              <p:nvPr/>
            </p:nvSpPr>
            <p:spPr>
              <a:xfrm flipV="1">
                <a:off x="4851863" y="2030895"/>
                <a:ext cx="19138" cy="10177"/>
              </a:xfrm>
              <a:custGeom>
                <a:avLst/>
                <a:gdLst>
                  <a:gd name="csX0" fmla="*/ 19534 w 19138"/>
                  <a:gd name="csY0" fmla="*/ 33 h 10177"/>
                  <a:gd name="csX1" fmla="*/ 395 w 19138"/>
                  <a:gd name="csY1" fmla="*/ 33 h 10177"/>
                </a:gdLst>
                <a:ahLst/>
                <a:cxnLst>
                  <a:cxn ang="0">
                    <a:pos x="csX0" y="csY0"/>
                  </a:cxn>
                  <a:cxn ang="0">
                    <a:pos x="csX1" y="csY1"/>
                  </a:cxn>
                </a:cxnLst>
                <a:rect l="l" t="t" r="r" b="b"/>
                <a:pathLst>
                  <a:path w="19138" h="10177">
                    <a:moveTo>
                      <a:pt x="19534" y="33"/>
                    </a:moveTo>
                    <a:lnTo>
                      <a:pt x="395" y="33"/>
                    </a:lnTo>
                  </a:path>
                </a:pathLst>
              </a:custGeom>
              <a:noFill/>
              <a:ln w="4370" cap="flat">
                <a:solidFill>
                  <a:srgbClr val="000000"/>
                </a:solidFill>
                <a:prstDash val="solid"/>
                <a:round/>
              </a:ln>
            </p:spPr>
            <p:txBody>
              <a:bodyPr/>
              <a:lstStyle/>
              <a:p>
                <a:endParaRPr lang="zh-CN" altLang="en-US" sz="2190"/>
              </a:p>
            </p:txBody>
          </p:sp>
          <p:sp>
            <p:nvSpPr>
              <p:cNvPr id="2954" name="文本框 2953"/>
              <p:cNvSpPr txBox="1"/>
              <p:nvPr/>
            </p:nvSpPr>
            <p:spPr>
              <a:xfrm>
                <a:off x="4538284" y="1933015"/>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2955" name="任意多边形: 形状 2954"/>
              <p:cNvSpPr/>
              <p:nvPr/>
            </p:nvSpPr>
            <p:spPr>
              <a:xfrm flipV="1">
                <a:off x="4851863" y="1783506"/>
                <a:ext cx="19138" cy="10177"/>
              </a:xfrm>
              <a:custGeom>
                <a:avLst/>
                <a:gdLst>
                  <a:gd name="csX0" fmla="*/ 19534 w 19138"/>
                  <a:gd name="csY0" fmla="*/ -40 h 10177"/>
                  <a:gd name="csX1" fmla="*/ 395 w 19138"/>
                  <a:gd name="csY1" fmla="*/ -40 h 10177"/>
                </a:gdLst>
                <a:ahLst/>
                <a:cxnLst>
                  <a:cxn ang="0">
                    <a:pos x="csX0" y="csY0"/>
                  </a:cxn>
                  <a:cxn ang="0">
                    <a:pos x="csX1" y="csY1"/>
                  </a:cxn>
                </a:cxnLst>
                <a:rect l="l" t="t" r="r" b="b"/>
                <a:pathLst>
                  <a:path w="19138" h="10177">
                    <a:moveTo>
                      <a:pt x="19534" y="-40"/>
                    </a:moveTo>
                    <a:lnTo>
                      <a:pt x="395" y="-40"/>
                    </a:lnTo>
                  </a:path>
                </a:pathLst>
              </a:custGeom>
              <a:solidFill>
                <a:srgbClr val="000000"/>
              </a:solidFill>
              <a:ln w="5462" cap="flat">
                <a:noFill/>
                <a:prstDash val="solid"/>
                <a:miter/>
              </a:ln>
            </p:spPr>
            <p:txBody>
              <a:bodyPr/>
              <a:lstStyle/>
              <a:p>
                <a:endParaRPr lang="zh-CN" altLang="en-US" sz="2190"/>
              </a:p>
            </p:txBody>
          </p:sp>
          <p:sp>
            <p:nvSpPr>
              <p:cNvPr id="2956" name="任意多边形: 形状 2955"/>
              <p:cNvSpPr/>
              <p:nvPr/>
            </p:nvSpPr>
            <p:spPr>
              <a:xfrm flipV="1">
                <a:off x="4851863" y="1783506"/>
                <a:ext cx="19138" cy="10177"/>
              </a:xfrm>
              <a:custGeom>
                <a:avLst/>
                <a:gdLst>
                  <a:gd name="csX0" fmla="*/ 19534 w 19138"/>
                  <a:gd name="csY0" fmla="*/ -40 h 10177"/>
                  <a:gd name="csX1" fmla="*/ 395 w 19138"/>
                  <a:gd name="csY1" fmla="*/ -40 h 10177"/>
                </a:gdLst>
                <a:ahLst/>
                <a:cxnLst>
                  <a:cxn ang="0">
                    <a:pos x="csX0" y="csY0"/>
                  </a:cxn>
                  <a:cxn ang="0">
                    <a:pos x="csX1" y="csY1"/>
                  </a:cxn>
                </a:cxnLst>
                <a:rect l="l" t="t" r="r" b="b"/>
                <a:pathLst>
                  <a:path w="19138" h="10177">
                    <a:moveTo>
                      <a:pt x="19534" y="-40"/>
                    </a:moveTo>
                    <a:lnTo>
                      <a:pt x="395" y="-40"/>
                    </a:lnTo>
                  </a:path>
                </a:pathLst>
              </a:custGeom>
              <a:noFill/>
              <a:ln w="4370" cap="flat">
                <a:solidFill>
                  <a:srgbClr val="000000"/>
                </a:solidFill>
                <a:prstDash val="solid"/>
                <a:round/>
              </a:ln>
            </p:spPr>
            <p:txBody>
              <a:bodyPr/>
              <a:lstStyle/>
              <a:p>
                <a:endParaRPr lang="zh-CN" altLang="en-US" sz="2190"/>
              </a:p>
            </p:txBody>
          </p:sp>
          <p:sp>
            <p:nvSpPr>
              <p:cNvPr id="2957" name="文本框 2956"/>
              <p:cNvSpPr txBox="1"/>
              <p:nvPr/>
            </p:nvSpPr>
            <p:spPr>
              <a:xfrm>
                <a:off x="4534688" y="1685621"/>
                <a:ext cx="40076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ISM</a:t>
                </a:r>
              </a:p>
            </p:txBody>
          </p:sp>
          <p:sp>
            <p:nvSpPr>
              <p:cNvPr id="2958" name="任意多边形: 形状 2957"/>
              <p:cNvSpPr/>
              <p:nvPr/>
            </p:nvSpPr>
            <p:spPr>
              <a:xfrm flipV="1">
                <a:off x="4871001" y="1637550"/>
                <a:ext cx="10962" cy="1034070"/>
              </a:xfrm>
              <a:custGeom>
                <a:avLst/>
                <a:gdLst>
                  <a:gd name="csX0" fmla="*/ 394 w 10962"/>
                  <a:gd name="csY0" fmla="*/ 69 h 1034070"/>
                  <a:gd name="csX1" fmla="*/ 394 w 10962"/>
                  <a:gd name="csY1" fmla="*/ 1034140 h 1034070"/>
                </a:gdLst>
                <a:ahLst/>
                <a:cxnLst>
                  <a:cxn ang="0">
                    <a:pos x="csX0" y="csY0"/>
                  </a:cxn>
                  <a:cxn ang="0">
                    <a:pos x="csX1" y="csY1"/>
                  </a:cxn>
                </a:cxnLst>
                <a:rect l="l" t="t" r="r" b="b"/>
                <a:pathLst>
                  <a:path w="10962" h="1034070">
                    <a:moveTo>
                      <a:pt x="394" y="69"/>
                    </a:moveTo>
                    <a:lnTo>
                      <a:pt x="394" y="1034140"/>
                    </a:lnTo>
                  </a:path>
                </a:pathLst>
              </a:custGeom>
              <a:noFill/>
              <a:ln w="4370" cap="sq">
                <a:solidFill>
                  <a:srgbClr val="000000"/>
                </a:solidFill>
                <a:prstDash val="solid"/>
                <a:miter/>
              </a:ln>
            </p:spPr>
            <p:txBody>
              <a:bodyPr/>
              <a:lstStyle/>
              <a:p>
                <a:endParaRPr lang="zh-CN" altLang="en-US" sz="2190"/>
              </a:p>
            </p:txBody>
          </p:sp>
          <p:sp>
            <p:nvSpPr>
              <p:cNvPr id="2959" name="任意多边形: 形状 2958"/>
              <p:cNvSpPr/>
              <p:nvPr/>
            </p:nvSpPr>
            <p:spPr>
              <a:xfrm flipV="1">
                <a:off x="4871001" y="2671621"/>
                <a:ext cx="1570029" cy="10177"/>
              </a:xfrm>
              <a:custGeom>
                <a:avLst/>
                <a:gdLst>
                  <a:gd name="csX0" fmla="*/ 322 w 1570029"/>
                  <a:gd name="csY0" fmla="*/ 222 h 10177"/>
                  <a:gd name="csX1" fmla="*/ 1570352 w 1570029"/>
                  <a:gd name="csY1" fmla="*/ 222 h 10177"/>
                </a:gdLst>
                <a:ahLst/>
                <a:cxnLst>
                  <a:cxn ang="0">
                    <a:pos x="csX0" y="csY0"/>
                  </a:cxn>
                  <a:cxn ang="0">
                    <a:pos x="csX1" y="csY1"/>
                  </a:cxn>
                </a:cxnLst>
                <a:rect l="l" t="t" r="r" b="b"/>
                <a:pathLst>
                  <a:path w="1570029" h="10177">
                    <a:moveTo>
                      <a:pt x="322" y="222"/>
                    </a:moveTo>
                    <a:lnTo>
                      <a:pt x="1570352" y="222"/>
                    </a:lnTo>
                  </a:path>
                </a:pathLst>
              </a:custGeom>
              <a:noFill/>
              <a:ln w="4370" cap="sq">
                <a:solidFill>
                  <a:srgbClr val="000000"/>
                </a:solidFill>
                <a:prstDash val="solid"/>
                <a:miter/>
              </a:ln>
            </p:spPr>
            <p:txBody>
              <a:bodyPr/>
              <a:lstStyle/>
              <a:p>
                <a:endParaRPr lang="zh-CN" altLang="en-US" sz="2190"/>
              </a:p>
            </p:txBody>
          </p:sp>
          <p:sp>
            <p:nvSpPr>
              <p:cNvPr id="2960" name="文本框 2959"/>
              <p:cNvSpPr txBox="1"/>
              <p:nvPr/>
            </p:nvSpPr>
            <p:spPr>
              <a:xfrm>
                <a:off x="5240212" y="1441788"/>
                <a:ext cx="88784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PTM status</a:t>
                </a:r>
              </a:p>
            </p:txBody>
          </p:sp>
        </p:grpSp>
        <p:sp>
          <p:nvSpPr>
            <p:cNvPr id="1877" name="文本框 1876"/>
            <p:cNvSpPr txBox="1"/>
            <p:nvPr/>
          </p:nvSpPr>
          <p:spPr>
            <a:xfrm>
              <a:off x="4803798" y="1773167"/>
              <a:ext cx="28288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f</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8" name="图形 2"/>
            <p:cNvGrpSpPr/>
            <p:nvPr/>
          </p:nvGrpSpPr>
          <p:grpSpPr>
            <a:xfrm>
              <a:off x="694436" y="3382656"/>
              <a:ext cx="1550005" cy="1310860"/>
              <a:chOff x="249951" y="2902074"/>
              <a:chExt cx="1550005" cy="1310860"/>
            </a:xfrm>
          </p:grpSpPr>
          <p:sp>
            <p:nvSpPr>
              <p:cNvPr id="2873" name="任意多边形: 形状 2872"/>
              <p:cNvSpPr/>
              <p:nvPr/>
            </p:nvSpPr>
            <p:spPr>
              <a:xfrm flipV="1">
                <a:off x="636787" y="3923934"/>
                <a:ext cx="10962" cy="20558"/>
              </a:xfrm>
              <a:custGeom>
                <a:avLst/>
                <a:gdLst>
                  <a:gd name="csX0" fmla="*/ -1 w 10962"/>
                  <a:gd name="csY0" fmla="*/ 20906 h 20558"/>
                  <a:gd name="csX1" fmla="*/ -1 w 10962"/>
                  <a:gd name="csY1" fmla="*/ 347 h 20558"/>
                </a:gdLst>
                <a:ahLst/>
                <a:cxnLst>
                  <a:cxn ang="0">
                    <a:pos x="csX0" y="csY0"/>
                  </a:cxn>
                  <a:cxn ang="0">
                    <a:pos x="csX1" y="csY1"/>
                  </a:cxn>
                </a:cxnLst>
                <a:rect l="l" t="t" r="r" b="b"/>
                <a:pathLst>
                  <a:path w="10962" h="20558">
                    <a:moveTo>
                      <a:pt x="-1" y="20906"/>
                    </a:moveTo>
                    <a:lnTo>
                      <a:pt x="-1" y="347"/>
                    </a:lnTo>
                  </a:path>
                </a:pathLst>
              </a:custGeom>
              <a:solidFill>
                <a:srgbClr val="000000"/>
              </a:solidFill>
              <a:ln w="6319" cap="flat">
                <a:noFill/>
                <a:prstDash val="solid"/>
                <a:miter/>
              </a:ln>
            </p:spPr>
            <p:txBody>
              <a:bodyPr/>
              <a:lstStyle/>
              <a:p>
                <a:endParaRPr lang="zh-CN" altLang="en-US" sz="2190"/>
              </a:p>
            </p:txBody>
          </p:sp>
          <p:sp>
            <p:nvSpPr>
              <p:cNvPr id="2874" name="任意多边形: 形状 2873"/>
              <p:cNvSpPr/>
              <p:nvPr/>
            </p:nvSpPr>
            <p:spPr>
              <a:xfrm flipV="1">
                <a:off x="636787" y="3923934"/>
                <a:ext cx="10962" cy="20558"/>
              </a:xfrm>
              <a:custGeom>
                <a:avLst/>
                <a:gdLst>
                  <a:gd name="csX0" fmla="*/ -1 w 10962"/>
                  <a:gd name="csY0" fmla="*/ 20906 h 20558"/>
                  <a:gd name="csX1" fmla="*/ -1 w 10962"/>
                  <a:gd name="csY1" fmla="*/ 347 h 20558"/>
                </a:gdLst>
                <a:ahLst/>
                <a:cxnLst>
                  <a:cxn ang="0">
                    <a:pos x="csX0" y="csY0"/>
                  </a:cxn>
                  <a:cxn ang="0">
                    <a:pos x="csX1" y="csY1"/>
                  </a:cxn>
                </a:cxnLst>
                <a:rect l="l" t="t" r="r" b="b"/>
                <a:pathLst>
                  <a:path w="10962" h="20558">
                    <a:moveTo>
                      <a:pt x="-1" y="20906"/>
                    </a:moveTo>
                    <a:lnTo>
                      <a:pt x="-1" y="347"/>
                    </a:lnTo>
                  </a:path>
                </a:pathLst>
              </a:custGeom>
              <a:noFill/>
              <a:ln w="5056" cap="flat">
                <a:solidFill>
                  <a:srgbClr val="000000"/>
                </a:solidFill>
                <a:prstDash val="solid"/>
                <a:round/>
              </a:ln>
            </p:spPr>
            <p:txBody>
              <a:bodyPr/>
              <a:lstStyle/>
              <a:p>
                <a:endParaRPr lang="zh-CN" altLang="en-US" sz="2190"/>
              </a:p>
            </p:txBody>
          </p:sp>
          <p:sp>
            <p:nvSpPr>
              <p:cNvPr id="2875" name="文本框 2874"/>
              <p:cNvSpPr txBox="1"/>
              <p:nvPr/>
            </p:nvSpPr>
            <p:spPr>
              <a:xfrm>
                <a:off x="527751"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876" name="任意多边形: 形状 2875"/>
              <p:cNvSpPr/>
              <p:nvPr/>
            </p:nvSpPr>
            <p:spPr>
              <a:xfrm flipV="1">
                <a:off x="1036670" y="3923934"/>
                <a:ext cx="10962" cy="20558"/>
              </a:xfrm>
              <a:custGeom>
                <a:avLst/>
                <a:gdLst>
                  <a:gd name="csX0" fmla="*/ -28 w 10962"/>
                  <a:gd name="csY0" fmla="*/ 20906 h 20558"/>
                  <a:gd name="csX1" fmla="*/ -28 w 10962"/>
                  <a:gd name="csY1" fmla="*/ 347 h 20558"/>
                </a:gdLst>
                <a:ahLst/>
                <a:cxnLst>
                  <a:cxn ang="0">
                    <a:pos x="csX0" y="csY0"/>
                  </a:cxn>
                  <a:cxn ang="0">
                    <a:pos x="csX1" y="csY1"/>
                  </a:cxn>
                </a:cxnLst>
                <a:rect l="l" t="t" r="r" b="b"/>
                <a:pathLst>
                  <a:path w="10962" h="20558">
                    <a:moveTo>
                      <a:pt x="-28" y="20906"/>
                    </a:moveTo>
                    <a:lnTo>
                      <a:pt x="-28" y="347"/>
                    </a:lnTo>
                  </a:path>
                </a:pathLst>
              </a:custGeom>
              <a:solidFill>
                <a:srgbClr val="000000"/>
              </a:solidFill>
              <a:ln w="6319" cap="flat">
                <a:noFill/>
                <a:prstDash val="solid"/>
                <a:miter/>
              </a:ln>
            </p:spPr>
            <p:txBody>
              <a:bodyPr/>
              <a:lstStyle/>
              <a:p>
                <a:endParaRPr lang="zh-CN" altLang="en-US" sz="2190"/>
              </a:p>
            </p:txBody>
          </p:sp>
          <p:sp>
            <p:nvSpPr>
              <p:cNvPr id="2877" name="任意多边形: 形状 2876"/>
              <p:cNvSpPr/>
              <p:nvPr/>
            </p:nvSpPr>
            <p:spPr>
              <a:xfrm flipV="1">
                <a:off x="1036670" y="3923934"/>
                <a:ext cx="10962" cy="20558"/>
              </a:xfrm>
              <a:custGeom>
                <a:avLst/>
                <a:gdLst>
                  <a:gd name="csX0" fmla="*/ -28 w 10962"/>
                  <a:gd name="csY0" fmla="*/ 20906 h 20558"/>
                  <a:gd name="csX1" fmla="*/ -28 w 10962"/>
                  <a:gd name="csY1" fmla="*/ 347 h 20558"/>
                </a:gdLst>
                <a:ahLst/>
                <a:cxnLst>
                  <a:cxn ang="0">
                    <a:pos x="csX0" y="csY0"/>
                  </a:cxn>
                  <a:cxn ang="0">
                    <a:pos x="csX1" y="csY1"/>
                  </a:cxn>
                </a:cxnLst>
                <a:rect l="l" t="t" r="r" b="b"/>
                <a:pathLst>
                  <a:path w="10962" h="20558">
                    <a:moveTo>
                      <a:pt x="-28" y="20906"/>
                    </a:moveTo>
                    <a:lnTo>
                      <a:pt x="-28" y="347"/>
                    </a:lnTo>
                  </a:path>
                </a:pathLst>
              </a:custGeom>
              <a:noFill/>
              <a:ln w="5056" cap="flat">
                <a:solidFill>
                  <a:srgbClr val="000000"/>
                </a:solidFill>
                <a:prstDash val="solid"/>
                <a:round/>
              </a:ln>
            </p:spPr>
            <p:txBody>
              <a:bodyPr/>
              <a:lstStyle/>
              <a:p>
                <a:endParaRPr lang="zh-CN" altLang="en-US" sz="2190"/>
              </a:p>
            </p:txBody>
          </p:sp>
          <p:sp>
            <p:nvSpPr>
              <p:cNvPr id="2878" name="文本框 2877"/>
              <p:cNvSpPr txBox="1"/>
              <p:nvPr/>
            </p:nvSpPr>
            <p:spPr>
              <a:xfrm>
                <a:off x="910040"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79" name="任意多边形: 形状 2878"/>
              <p:cNvSpPr/>
              <p:nvPr/>
            </p:nvSpPr>
            <p:spPr>
              <a:xfrm flipV="1">
                <a:off x="1436552" y="3923934"/>
                <a:ext cx="10962" cy="20558"/>
              </a:xfrm>
              <a:custGeom>
                <a:avLst/>
                <a:gdLst>
                  <a:gd name="csX0" fmla="*/ -55 w 10962"/>
                  <a:gd name="csY0" fmla="*/ 20906 h 20558"/>
                  <a:gd name="csX1" fmla="*/ -55 w 10962"/>
                  <a:gd name="csY1" fmla="*/ 347 h 20558"/>
                </a:gdLst>
                <a:ahLst/>
                <a:cxnLst>
                  <a:cxn ang="0">
                    <a:pos x="csX0" y="csY0"/>
                  </a:cxn>
                  <a:cxn ang="0">
                    <a:pos x="csX1" y="csY1"/>
                  </a:cxn>
                </a:cxnLst>
                <a:rect l="l" t="t" r="r" b="b"/>
                <a:pathLst>
                  <a:path w="10962" h="20558">
                    <a:moveTo>
                      <a:pt x="-55" y="20906"/>
                    </a:moveTo>
                    <a:lnTo>
                      <a:pt x="-55" y="347"/>
                    </a:lnTo>
                  </a:path>
                </a:pathLst>
              </a:custGeom>
              <a:solidFill>
                <a:srgbClr val="000000"/>
              </a:solidFill>
              <a:ln w="6319" cap="flat">
                <a:noFill/>
                <a:prstDash val="solid"/>
                <a:miter/>
              </a:ln>
            </p:spPr>
            <p:txBody>
              <a:bodyPr/>
              <a:lstStyle/>
              <a:p>
                <a:endParaRPr lang="zh-CN" altLang="en-US" sz="2190"/>
              </a:p>
            </p:txBody>
          </p:sp>
          <p:sp>
            <p:nvSpPr>
              <p:cNvPr id="2880" name="任意多边形: 形状 2879"/>
              <p:cNvSpPr/>
              <p:nvPr/>
            </p:nvSpPr>
            <p:spPr>
              <a:xfrm flipV="1">
                <a:off x="1436552" y="3923934"/>
                <a:ext cx="10962" cy="20558"/>
              </a:xfrm>
              <a:custGeom>
                <a:avLst/>
                <a:gdLst>
                  <a:gd name="csX0" fmla="*/ -55 w 10962"/>
                  <a:gd name="csY0" fmla="*/ 20906 h 20558"/>
                  <a:gd name="csX1" fmla="*/ -55 w 10962"/>
                  <a:gd name="csY1" fmla="*/ 347 h 20558"/>
                </a:gdLst>
                <a:ahLst/>
                <a:cxnLst>
                  <a:cxn ang="0">
                    <a:pos x="csX0" y="csY0"/>
                  </a:cxn>
                  <a:cxn ang="0">
                    <a:pos x="csX1" y="csY1"/>
                  </a:cxn>
                </a:cxnLst>
                <a:rect l="l" t="t" r="r" b="b"/>
                <a:pathLst>
                  <a:path w="10962" h="20558">
                    <a:moveTo>
                      <a:pt x="-55" y="20906"/>
                    </a:moveTo>
                    <a:lnTo>
                      <a:pt x="-55" y="347"/>
                    </a:lnTo>
                  </a:path>
                </a:pathLst>
              </a:custGeom>
              <a:noFill/>
              <a:ln w="5056" cap="flat">
                <a:solidFill>
                  <a:srgbClr val="000000"/>
                </a:solidFill>
                <a:prstDash val="solid"/>
                <a:round/>
              </a:ln>
            </p:spPr>
            <p:txBody>
              <a:bodyPr/>
              <a:lstStyle/>
              <a:p>
                <a:endParaRPr lang="zh-CN" altLang="en-US" sz="2190"/>
              </a:p>
            </p:txBody>
          </p:sp>
          <p:sp>
            <p:nvSpPr>
              <p:cNvPr id="2881" name="文本框 2880"/>
              <p:cNvSpPr txBox="1"/>
              <p:nvPr/>
            </p:nvSpPr>
            <p:spPr>
              <a:xfrm>
                <a:off x="1292321"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82" name="文本框 2881"/>
              <p:cNvSpPr txBox="1"/>
              <p:nvPr/>
            </p:nvSpPr>
            <p:spPr>
              <a:xfrm>
                <a:off x="888906"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83" name="任意多边形: 形状 2882"/>
              <p:cNvSpPr/>
              <p:nvPr/>
            </p:nvSpPr>
            <p:spPr>
              <a:xfrm flipV="1">
                <a:off x="568866" y="3884066"/>
                <a:ext cx="22142" cy="10177"/>
              </a:xfrm>
              <a:custGeom>
                <a:avLst/>
                <a:gdLst>
                  <a:gd name="csX0" fmla="*/ 22145 w 22142"/>
                  <a:gd name="csY0" fmla="*/ 334 h 10177"/>
                  <a:gd name="csX1" fmla="*/ 2 w 22142"/>
                  <a:gd name="csY1" fmla="*/ 334 h 10177"/>
                </a:gdLst>
                <a:ahLst/>
                <a:cxnLst>
                  <a:cxn ang="0">
                    <a:pos x="csX0" y="csY0"/>
                  </a:cxn>
                  <a:cxn ang="0">
                    <a:pos x="csX1" y="csY1"/>
                  </a:cxn>
                </a:cxnLst>
                <a:rect l="l" t="t" r="r" b="b"/>
                <a:pathLst>
                  <a:path w="22142" h="10177">
                    <a:moveTo>
                      <a:pt x="22145" y="334"/>
                    </a:moveTo>
                    <a:lnTo>
                      <a:pt x="2" y="334"/>
                    </a:lnTo>
                  </a:path>
                </a:pathLst>
              </a:custGeom>
              <a:solidFill>
                <a:srgbClr val="000000"/>
              </a:solidFill>
              <a:ln w="6319" cap="flat">
                <a:noFill/>
                <a:prstDash val="solid"/>
                <a:miter/>
              </a:ln>
            </p:spPr>
            <p:txBody>
              <a:bodyPr/>
              <a:lstStyle/>
              <a:p>
                <a:endParaRPr lang="zh-CN" altLang="en-US" sz="2190"/>
              </a:p>
            </p:txBody>
          </p:sp>
          <p:sp>
            <p:nvSpPr>
              <p:cNvPr id="2884" name="任意多边形: 形状 2883"/>
              <p:cNvSpPr/>
              <p:nvPr/>
            </p:nvSpPr>
            <p:spPr>
              <a:xfrm flipV="1">
                <a:off x="568866" y="3884066"/>
                <a:ext cx="22142" cy="10177"/>
              </a:xfrm>
              <a:custGeom>
                <a:avLst/>
                <a:gdLst>
                  <a:gd name="csX0" fmla="*/ 22145 w 22142"/>
                  <a:gd name="csY0" fmla="*/ 334 h 10177"/>
                  <a:gd name="csX1" fmla="*/ 2 w 22142"/>
                  <a:gd name="csY1" fmla="*/ 334 h 10177"/>
                </a:gdLst>
                <a:ahLst/>
                <a:cxnLst>
                  <a:cxn ang="0">
                    <a:pos x="csX0" y="csY0"/>
                  </a:cxn>
                  <a:cxn ang="0">
                    <a:pos x="csX1" y="csY1"/>
                  </a:cxn>
                </a:cxnLst>
                <a:rect l="l" t="t" r="r" b="b"/>
                <a:pathLst>
                  <a:path w="22142" h="10177">
                    <a:moveTo>
                      <a:pt x="22145" y="334"/>
                    </a:moveTo>
                    <a:lnTo>
                      <a:pt x="2" y="334"/>
                    </a:lnTo>
                  </a:path>
                </a:pathLst>
              </a:custGeom>
              <a:noFill/>
              <a:ln w="5056" cap="flat">
                <a:solidFill>
                  <a:srgbClr val="000000"/>
                </a:solidFill>
                <a:prstDash val="solid"/>
                <a:round/>
              </a:ln>
            </p:spPr>
            <p:txBody>
              <a:bodyPr/>
              <a:lstStyle/>
              <a:p>
                <a:endParaRPr lang="zh-CN" altLang="en-US" sz="2190"/>
              </a:p>
            </p:txBody>
          </p:sp>
          <p:sp>
            <p:nvSpPr>
              <p:cNvPr id="2885" name="文本框 2884"/>
              <p:cNvSpPr txBox="1"/>
              <p:nvPr/>
            </p:nvSpPr>
            <p:spPr>
              <a:xfrm>
                <a:off x="367304"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86" name="任意多边形: 形状 2885"/>
              <p:cNvSpPr/>
              <p:nvPr/>
            </p:nvSpPr>
            <p:spPr>
              <a:xfrm flipV="1">
                <a:off x="568866" y="3724596"/>
                <a:ext cx="22142" cy="10177"/>
              </a:xfrm>
              <a:custGeom>
                <a:avLst/>
                <a:gdLst>
                  <a:gd name="csX0" fmla="*/ 22145 w 22142"/>
                  <a:gd name="csY0" fmla="*/ 291 h 10177"/>
                  <a:gd name="csX1" fmla="*/ 2 w 22142"/>
                  <a:gd name="csY1" fmla="*/ 291 h 10177"/>
                </a:gdLst>
                <a:ahLst/>
                <a:cxnLst>
                  <a:cxn ang="0">
                    <a:pos x="csX0" y="csY0"/>
                  </a:cxn>
                  <a:cxn ang="0">
                    <a:pos x="csX1" y="csY1"/>
                  </a:cxn>
                </a:cxnLst>
                <a:rect l="l" t="t" r="r" b="b"/>
                <a:pathLst>
                  <a:path w="22142" h="10177">
                    <a:moveTo>
                      <a:pt x="22145" y="291"/>
                    </a:moveTo>
                    <a:lnTo>
                      <a:pt x="2" y="291"/>
                    </a:lnTo>
                  </a:path>
                </a:pathLst>
              </a:custGeom>
              <a:solidFill>
                <a:srgbClr val="000000"/>
              </a:solidFill>
              <a:ln w="6319" cap="flat">
                <a:noFill/>
                <a:prstDash val="solid"/>
                <a:miter/>
              </a:ln>
            </p:spPr>
            <p:txBody>
              <a:bodyPr/>
              <a:lstStyle/>
              <a:p>
                <a:endParaRPr lang="zh-CN" altLang="en-US" sz="2190"/>
              </a:p>
            </p:txBody>
          </p:sp>
          <p:sp>
            <p:nvSpPr>
              <p:cNvPr id="2887" name="任意多边形: 形状 2886"/>
              <p:cNvSpPr/>
              <p:nvPr/>
            </p:nvSpPr>
            <p:spPr>
              <a:xfrm flipV="1">
                <a:off x="568866" y="3724596"/>
                <a:ext cx="22142" cy="10177"/>
              </a:xfrm>
              <a:custGeom>
                <a:avLst/>
                <a:gdLst>
                  <a:gd name="csX0" fmla="*/ 22145 w 22142"/>
                  <a:gd name="csY0" fmla="*/ 291 h 10177"/>
                  <a:gd name="csX1" fmla="*/ 2 w 22142"/>
                  <a:gd name="csY1" fmla="*/ 291 h 10177"/>
                </a:gdLst>
                <a:ahLst/>
                <a:cxnLst>
                  <a:cxn ang="0">
                    <a:pos x="csX0" y="csY0"/>
                  </a:cxn>
                  <a:cxn ang="0">
                    <a:pos x="csX1" y="csY1"/>
                  </a:cxn>
                </a:cxnLst>
                <a:rect l="l" t="t" r="r" b="b"/>
                <a:pathLst>
                  <a:path w="22142" h="10177">
                    <a:moveTo>
                      <a:pt x="22145" y="291"/>
                    </a:moveTo>
                    <a:lnTo>
                      <a:pt x="2" y="291"/>
                    </a:lnTo>
                  </a:path>
                </a:pathLst>
              </a:custGeom>
              <a:noFill/>
              <a:ln w="5056" cap="flat">
                <a:solidFill>
                  <a:srgbClr val="000000"/>
                </a:solidFill>
                <a:prstDash val="solid"/>
                <a:round/>
              </a:ln>
            </p:spPr>
            <p:txBody>
              <a:bodyPr/>
              <a:lstStyle/>
              <a:p>
                <a:endParaRPr lang="zh-CN" altLang="en-US" sz="2190"/>
              </a:p>
            </p:txBody>
          </p:sp>
          <p:sp>
            <p:nvSpPr>
              <p:cNvPr id="2888" name="文本框 2887"/>
              <p:cNvSpPr txBox="1"/>
              <p:nvPr/>
            </p:nvSpPr>
            <p:spPr>
              <a:xfrm>
                <a:off x="367304"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89" name="任意多边形: 形状 2888"/>
              <p:cNvSpPr/>
              <p:nvPr/>
            </p:nvSpPr>
            <p:spPr>
              <a:xfrm flipV="1">
                <a:off x="568866" y="3565129"/>
                <a:ext cx="22142" cy="10177"/>
              </a:xfrm>
              <a:custGeom>
                <a:avLst/>
                <a:gdLst>
                  <a:gd name="csX0" fmla="*/ 22145 w 22142"/>
                  <a:gd name="csY0" fmla="*/ 248 h 10177"/>
                  <a:gd name="csX1" fmla="*/ 2 w 22142"/>
                  <a:gd name="csY1" fmla="*/ 248 h 10177"/>
                </a:gdLst>
                <a:ahLst/>
                <a:cxnLst>
                  <a:cxn ang="0">
                    <a:pos x="csX0" y="csY0"/>
                  </a:cxn>
                  <a:cxn ang="0">
                    <a:pos x="csX1" y="csY1"/>
                  </a:cxn>
                </a:cxnLst>
                <a:rect l="l" t="t" r="r" b="b"/>
                <a:pathLst>
                  <a:path w="22142" h="10177">
                    <a:moveTo>
                      <a:pt x="22145" y="248"/>
                    </a:moveTo>
                    <a:lnTo>
                      <a:pt x="2" y="248"/>
                    </a:lnTo>
                  </a:path>
                </a:pathLst>
              </a:custGeom>
              <a:solidFill>
                <a:srgbClr val="000000"/>
              </a:solidFill>
              <a:ln w="6319" cap="flat">
                <a:noFill/>
                <a:prstDash val="solid"/>
                <a:miter/>
              </a:ln>
            </p:spPr>
            <p:txBody>
              <a:bodyPr/>
              <a:lstStyle/>
              <a:p>
                <a:endParaRPr lang="zh-CN" altLang="en-US" sz="2190"/>
              </a:p>
            </p:txBody>
          </p:sp>
          <p:sp>
            <p:nvSpPr>
              <p:cNvPr id="2890" name="任意多边形: 形状 2889"/>
              <p:cNvSpPr/>
              <p:nvPr/>
            </p:nvSpPr>
            <p:spPr>
              <a:xfrm flipV="1">
                <a:off x="568866" y="3565129"/>
                <a:ext cx="22142" cy="10177"/>
              </a:xfrm>
              <a:custGeom>
                <a:avLst/>
                <a:gdLst>
                  <a:gd name="csX0" fmla="*/ 22145 w 22142"/>
                  <a:gd name="csY0" fmla="*/ 248 h 10177"/>
                  <a:gd name="csX1" fmla="*/ 2 w 22142"/>
                  <a:gd name="csY1" fmla="*/ 248 h 10177"/>
                </a:gdLst>
                <a:ahLst/>
                <a:cxnLst>
                  <a:cxn ang="0">
                    <a:pos x="csX0" y="csY0"/>
                  </a:cxn>
                  <a:cxn ang="0">
                    <a:pos x="csX1" y="csY1"/>
                  </a:cxn>
                </a:cxnLst>
                <a:rect l="l" t="t" r="r" b="b"/>
                <a:pathLst>
                  <a:path w="22142" h="10177">
                    <a:moveTo>
                      <a:pt x="22145" y="248"/>
                    </a:moveTo>
                    <a:lnTo>
                      <a:pt x="2" y="248"/>
                    </a:lnTo>
                  </a:path>
                </a:pathLst>
              </a:custGeom>
              <a:noFill/>
              <a:ln w="5056" cap="flat">
                <a:solidFill>
                  <a:srgbClr val="000000"/>
                </a:solidFill>
                <a:prstDash val="solid"/>
                <a:round/>
              </a:ln>
            </p:spPr>
            <p:txBody>
              <a:bodyPr/>
              <a:lstStyle/>
              <a:p>
                <a:endParaRPr lang="zh-CN" altLang="en-US" sz="2190"/>
              </a:p>
            </p:txBody>
          </p:sp>
          <p:sp>
            <p:nvSpPr>
              <p:cNvPr id="2891" name="文本框 2890"/>
              <p:cNvSpPr txBox="1"/>
              <p:nvPr/>
            </p:nvSpPr>
            <p:spPr>
              <a:xfrm>
                <a:off x="367304"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92" name="任意多边形: 形状 2891"/>
              <p:cNvSpPr/>
              <p:nvPr/>
            </p:nvSpPr>
            <p:spPr>
              <a:xfrm flipV="1">
                <a:off x="568866" y="3405654"/>
                <a:ext cx="22142" cy="10177"/>
              </a:xfrm>
              <a:custGeom>
                <a:avLst/>
                <a:gdLst>
                  <a:gd name="csX0" fmla="*/ 22145 w 22142"/>
                  <a:gd name="csY0" fmla="*/ 205 h 10177"/>
                  <a:gd name="csX1" fmla="*/ 2 w 22142"/>
                  <a:gd name="csY1" fmla="*/ 205 h 10177"/>
                </a:gdLst>
                <a:ahLst/>
                <a:cxnLst>
                  <a:cxn ang="0">
                    <a:pos x="csX0" y="csY0"/>
                  </a:cxn>
                  <a:cxn ang="0">
                    <a:pos x="csX1" y="csY1"/>
                  </a:cxn>
                </a:cxnLst>
                <a:rect l="l" t="t" r="r" b="b"/>
                <a:pathLst>
                  <a:path w="22142" h="10177">
                    <a:moveTo>
                      <a:pt x="22145" y="205"/>
                    </a:moveTo>
                    <a:lnTo>
                      <a:pt x="2" y="205"/>
                    </a:lnTo>
                  </a:path>
                </a:pathLst>
              </a:custGeom>
              <a:solidFill>
                <a:srgbClr val="000000"/>
              </a:solidFill>
              <a:ln w="6319" cap="flat">
                <a:noFill/>
                <a:prstDash val="solid"/>
                <a:miter/>
              </a:ln>
            </p:spPr>
            <p:txBody>
              <a:bodyPr/>
              <a:lstStyle/>
              <a:p>
                <a:endParaRPr lang="zh-CN" altLang="en-US" sz="2190"/>
              </a:p>
            </p:txBody>
          </p:sp>
          <p:sp>
            <p:nvSpPr>
              <p:cNvPr id="2893" name="任意多边形: 形状 2892"/>
              <p:cNvSpPr/>
              <p:nvPr/>
            </p:nvSpPr>
            <p:spPr>
              <a:xfrm flipV="1">
                <a:off x="568866" y="3405654"/>
                <a:ext cx="22142" cy="10177"/>
              </a:xfrm>
              <a:custGeom>
                <a:avLst/>
                <a:gdLst>
                  <a:gd name="csX0" fmla="*/ 22145 w 22142"/>
                  <a:gd name="csY0" fmla="*/ 205 h 10177"/>
                  <a:gd name="csX1" fmla="*/ 2 w 22142"/>
                  <a:gd name="csY1" fmla="*/ 205 h 10177"/>
                </a:gdLst>
                <a:ahLst/>
                <a:cxnLst>
                  <a:cxn ang="0">
                    <a:pos x="csX0" y="csY0"/>
                  </a:cxn>
                  <a:cxn ang="0">
                    <a:pos x="csX1" y="csY1"/>
                  </a:cxn>
                </a:cxnLst>
                <a:rect l="l" t="t" r="r" b="b"/>
                <a:pathLst>
                  <a:path w="22142" h="10177">
                    <a:moveTo>
                      <a:pt x="22145" y="205"/>
                    </a:moveTo>
                    <a:lnTo>
                      <a:pt x="2" y="205"/>
                    </a:lnTo>
                  </a:path>
                </a:pathLst>
              </a:custGeom>
              <a:noFill/>
              <a:ln w="5056" cap="flat">
                <a:solidFill>
                  <a:srgbClr val="000000"/>
                </a:solidFill>
                <a:prstDash val="solid"/>
                <a:round/>
              </a:ln>
            </p:spPr>
            <p:txBody>
              <a:bodyPr/>
              <a:lstStyle/>
              <a:p>
                <a:endParaRPr lang="zh-CN" altLang="en-US" sz="2190"/>
              </a:p>
            </p:txBody>
          </p:sp>
          <p:sp>
            <p:nvSpPr>
              <p:cNvPr id="2894" name="文本框 2893"/>
              <p:cNvSpPr txBox="1"/>
              <p:nvPr/>
            </p:nvSpPr>
            <p:spPr>
              <a:xfrm>
                <a:off x="367304"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95" name="任意多边形: 形状 2894"/>
              <p:cNvSpPr/>
              <p:nvPr/>
            </p:nvSpPr>
            <p:spPr>
              <a:xfrm flipV="1">
                <a:off x="568866" y="3246184"/>
                <a:ext cx="22142" cy="10177"/>
              </a:xfrm>
              <a:custGeom>
                <a:avLst/>
                <a:gdLst>
                  <a:gd name="csX0" fmla="*/ 22145 w 22142"/>
                  <a:gd name="csY0" fmla="*/ 162 h 10177"/>
                  <a:gd name="csX1" fmla="*/ 2 w 22142"/>
                  <a:gd name="csY1" fmla="*/ 162 h 10177"/>
                </a:gdLst>
                <a:ahLst/>
                <a:cxnLst>
                  <a:cxn ang="0">
                    <a:pos x="csX0" y="csY0"/>
                  </a:cxn>
                  <a:cxn ang="0">
                    <a:pos x="csX1" y="csY1"/>
                  </a:cxn>
                </a:cxnLst>
                <a:rect l="l" t="t" r="r" b="b"/>
                <a:pathLst>
                  <a:path w="22142" h="10177">
                    <a:moveTo>
                      <a:pt x="22145" y="162"/>
                    </a:moveTo>
                    <a:lnTo>
                      <a:pt x="2" y="162"/>
                    </a:lnTo>
                  </a:path>
                </a:pathLst>
              </a:custGeom>
              <a:solidFill>
                <a:srgbClr val="000000"/>
              </a:solidFill>
              <a:ln w="6319" cap="flat">
                <a:noFill/>
                <a:prstDash val="solid"/>
                <a:miter/>
              </a:ln>
            </p:spPr>
            <p:txBody>
              <a:bodyPr/>
              <a:lstStyle/>
              <a:p>
                <a:endParaRPr lang="zh-CN" altLang="en-US" sz="2190"/>
              </a:p>
            </p:txBody>
          </p:sp>
          <p:sp>
            <p:nvSpPr>
              <p:cNvPr id="2896" name="任意多边形: 形状 2895"/>
              <p:cNvSpPr/>
              <p:nvPr/>
            </p:nvSpPr>
            <p:spPr>
              <a:xfrm flipV="1">
                <a:off x="568866" y="3246184"/>
                <a:ext cx="22142" cy="10177"/>
              </a:xfrm>
              <a:custGeom>
                <a:avLst/>
                <a:gdLst>
                  <a:gd name="csX0" fmla="*/ 22145 w 22142"/>
                  <a:gd name="csY0" fmla="*/ 162 h 10177"/>
                  <a:gd name="csX1" fmla="*/ 2 w 22142"/>
                  <a:gd name="csY1" fmla="*/ 162 h 10177"/>
                </a:gdLst>
                <a:ahLst/>
                <a:cxnLst>
                  <a:cxn ang="0">
                    <a:pos x="csX0" y="csY0"/>
                  </a:cxn>
                  <a:cxn ang="0">
                    <a:pos x="csX1" y="csY1"/>
                  </a:cxn>
                </a:cxnLst>
                <a:rect l="l" t="t" r="r" b="b"/>
                <a:pathLst>
                  <a:path w="22142" h="10177">
                    <a:moveTo>
                      <a:pt x="22145" y="162"/>
                    </a:moveTo>
                    <a:lnTo>
                      <a:pt x="2" y="162"/>
                    </a:lnTo>
                  </a:path>
                </a:pathLst>
              </a:custGeom>
              <a:noFill/>
              <a:ln w="5056" cap="flat">
                <a:solidFill>
                  <a:srgbClr val="000000"/>
                </a:solidFill>
                <a:prstDash val="solid"/>
                <a:round/>
              </a:ln>
            </p:spPr>
            <p:txBody>
              <a:bodyPr/>
              <a:lstStyle/>
              <a:p>
                <a:endParaRPr lang="zh-CN" altLang="en-US" sz="2190"/>
              </a:p>
            </p:txBody>
          </p:sp>
          <p:sp>
            <p:nvSpPr>
              <p:cNvPr id="2897" name="文本框 2896"/>
              <p:cNvSpPr txBox="1"/>
              <p:nvPr/>
            </p:nvSpPr>
            <p:spPr>
              <a:xfrm>
                <a:off x="367304"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98" name="任意多边形: 形状 2897"/>
              <p:cNvSpPr/>
              <p:nvPr/>
            </p:nvSpPr>
            <p:spPr>
              <a:xfrm flipV="1">
                <a:off x="568866" y="3086715"/>
                <a:ext cx="22142" cy="10177"/>
              </a:xfrm>
              <a:custGeom>
                <a:avLst/>
                <a:gdLst>
                  <a:gd name="csX0" fmla="*/ 22145 w 22142"/>
                  <a:gd name="csY0" fmla="*/ 120 h 10177"/>
                  <a:gd name="csX1" fmla="*/ 2 w 22142"/>
                  <a:gd name="csY1" fmla="*/ 120 h 10177"/>
                </a:gdLst>
                <a:ahLst/>
                <a:cxnLst>
                  <a:cxn ang="0">
                    <a:pos x="csX0" y="csY0"/>
                  </a:cxn>
                  <a:cxn ang="0">
                    <a:pos x="csX1" y="csY1"/>
                  </a:cxn>
                </a:cxnLst>
                <a:rect l="l" t="t" r="r" b="b"/>
                <a:pathLst>
                  <a:path w="22142" h="10177">
                    <a:moveTo>
                      <a:pt x="22145" y="120"/>
                    </a:moveTo>
                    <a:lnTo>
                      <a:pt x="2" y="120"/>
                    </a:lnTo>
                  </a:path>
                </a:pathLst>
              </a:custGeom>
              <a:solidFill>
                <a:srgbClr val="000000"/>
              </a:solidFill>
              <a:ln w="6319" cap="flat">
                <a:noFill/>
                <a:prstDash val="solid"/>
                <a:miter/>
              </a:ln>
            </p:spPr>
            <p:txBody>
              <a:bodyPr/>
              <a:lstStyle/>
              <a:p>
                <a:endParaRPr lang="zh-CN" altLang="en-US" sz="2190"/>
              </a:p>
            </p:txBody>
          </p:sp>
          <p:sp>
            <p:nvSpPr>
              <p:cNvPr id="2899" name="任意多边形: 形状 2898"/>
              <p:cNvSpPr/>
              <p:nvPr/>
            </p:nvSpPr>
            <p:spPr>
              <a:xfrm flipV="1">
                <a:off x="568866" y="3086715"/>
                <a:ext cx="22142" cy="10177"/>
              </a:xfrm>
              <a:custGeom>
                <a:avLst/>
                <a:gdLst>
                  <a:gd name="csX0" fmla="*/ 22145 w 22142"/>
                  <a:gd name="csY0" fmla="*/ 120 h 10177"/>
                  <a:gd name="csX1" fmla="*/ 2 w 22142"/>
                  <a:gd name="csY1" fmla="*/ 120 h 10177"/>
                </a:gdLst>
                <a:ahLst/>
                <a:cxnLst>
                  <a:cxn ang="0">
                    <a:pos x="csX0" y="csY0"/>
                  </a:cxn>
                  <a:cxn ang="0">
                    <a:pos x="csX1" y="csY1"/>
                  </a:cxn>
                </a:cxnLst>
                <a:rect l="l" t="t" r="r" b="b"/>
                <a:pathLst>
                  <a:path w="22142" h="10177">
                    <a:moveTo>
                      <a:pt x="22145" y="120"/>
                    </a:moveTo>
                    <a:lnTo>
                      <a:pt x="2" y="120"/>
                    </a:lnTo>
                  </a:path>
                </a:pathLst>
              </a:custGeom>
              <a:noFill/>
              <a:ln w="5056" cap="flat">
                <a:solidFill>
                  <a:srgbClr val="000000"/>
                </a:solidFill>
                <a:prstDash val="solid"/>
                <a:round/>
              </a:ln>
            </p:spPr>
            <p:txBody>
              <a:bodyPr/>
              <a:lstStyle/>
              <a:p>
                <a:endParaRPr lang="zh-CN" altLang="en-US" sz="2190"/>
              </a:p>
            </p:txBody>
          </p:sp>
          <p:sp>
            <p:nvSpPr>
              <p:cNvPr id="2900" name="文本框 2899"/>
              <p:cNvSpPr txBox="1"/>
              <p:nvPr/>
            </p:nvSpPr>
            <p:spPr>
              <a:xfrm>
                <a:off x="367304"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901" name="文本框 2900"/>
              <p:cNvSpPr txBox="1"/>
              <p:nvPr/>
            </p:nvSpPr>
            <p:spPr>
              <a:xfrm rot="16200000">
                <a:off x="-68343" y="3416800"/>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902" name="任意多边形: 形状 2901"/>
              <p:cNvSpPr/>
              <p:nvPr/>
            </p:nvSpPr>
            <p:spPr>
              <a:xfrm flipV="1">
                <a:off x="636787" y="3086715"/>
                <a:ext cx="763323" cy="797350"/>
              </a:xfrm>
              <a:custGeom>
                <a:avLst/>
                <a:gdLst>
                  <a:gd name="csX0" fmla="*/ -27 w 763323"/>
                  <a:gd name="csY0" fmla="*/ 797577 h 797350"/>
                  <a:gd name="csX1" fmla="*/ 17328 w 763323"/>
                  <a:gd name="csY1" fmla="*/ 797577 h 797350"/>
                  <a:gd name="csX2" fmla="*/ 17328 w 763323"/>
                  <a:gd name="csY2" fmla="*/ 779856 h 797350"/>
                  <a:gd name="csX3" fmla="*/ 43884 w 763323"/>
                  <a:gd name="csY3" fmla="*/ 779856 h 797350"/>
                  <a:gd name="csX4" fmla="*/ 43884 w 763323"/>
                  <a:gd name="csY4" fmla="*/ 762140 h 797350"/>
                  <a:gd name="csX5" fmla="*/ 48092 w 763323"/>
                  <a:gd name="csY5" fmla="*/ 762140 h 797350"/>
                  <a:gd name="csX6" fmla="*/ 48092 w 763323"/>
                  <a:gd name="csY6" fmla="*/ 744419 h 797350"/>
                  <a:gd name="csX7" fmla="*/ 53351 w 763323"/>
                  <a:gd name="csY7" fmla="*/ 744419 h 797350"/>
                  <a:gd name="csX8" fmla="*/ 53351 w 763323"/>
                  <a:gd name="csY8" fmla="*/ 726698 h 797350"/>
                  <a:gd name="csX9" fmla="*/ 59135 w 763323"/>
                  <a:gd name="csY9" fmla="*/ 726698 h 797350"/>
                  <a:gd name="csX10" fmla="*/ 59135 w 763323"/>
                  <a:gd name="csY10" fmla="*/ 708982 h 797350"/>
                  <a:gd name="csX11" fmla="*/ 63868 w 763323"/>
                  <a:gd name="csY11" fmla="*/ 708982 h 797350"/>
                  <a:gd name="csX12" fmla="*/ 63868 w 763323"/>
                  <a:gd name="csY12" fmla="*/ 691261 h 797350"/>
                  <a:gd name="csX13" fmla="*/ 64131 w 763323"/>
                  <a:gd name="csY13" fmla="*/ 691261 h 797350"/>
                  <a:gd name="csX14" fmla="*/ 64131 w 763323"/>
                  <a:gd name="csY14" fmla="*/ 673545 h 797350"/>
                  <a:gd name="csX15" fmla="*/ 64657 w 763323"/>
                  <a:gd name="csY15" fmla="*/ 673545 h 797350"/>
                  <a:gd name="csX16" fmla="*/ 64657 w 763323"/>
                  <a:gd name="csY16" fmla="*/ 655824 h 797350"/>
                  <a:gd name="csX17" fmla="*/ 66497 w 763323"/>
                  <a:gd name="csY17" fmla="*/ 655824 h 797350"/>
                  <a:gd name="csX18" fmla="*/ 66497 w 763323"/>
                  <a:gd name="csY18" fmla="*/ 638108 h 797350"/>
                  <a:gd name="csX19" fmla="*/ 67286 w 763323"/>
                  <a:gd name="csY19" fmla="*/ 638108 h 797350"/>
                  <a:gd name="csX20" fmla="*/ 67286 w 763323"/>
                  <a:gd name="csY20" fmla="*/ 620387 h 797350"/>
                  <a:gd name="csX21" fmla="*/ 70705 w 763323"/>
                  <a:gd name="csY21" fmla="*/ 620387 h 797350"/>
                  <a:gd name="csX22" fmla="*/ 70705 w 763323"/>
                  <a:gd name="csY22" fmla="*/ 602665 h 797350"/>
                  <a:gd name="csX23" fmla="*/ 75438 w 763323"/>
                  <a:gd name="csY23" fmla="*/ 602665 h 797350"/>
                  <a:gd name="csX24" fmla="*/ 75438 w 763323"/>
                  <a:gd name="csY24" fmla="*/ 584950 h 797350"/>
                  <a:gd name="csX25" fmla="*/ 79119 w 763323"/>
                  <a:gd name="csY25" fmla="*/ 584950 h 797350"/>
                  <a:gd name="csX26" fmla="*/ 79119 w 763323"/>
                  <a:gd name="csY26" fmla="*/ 567228 h 797350"/>
                  <a:gd name="csX27" fmla="*/ 80959 w 763323"/>
                  <a:gd name="csY27" fmla="*/ 567228 h 797350"/>
                  <a:gd name="csX28" fmla="*/ 80959 w 763323"/>
                  <a:gd name="csY28" fmla="*/ 549513 h 797350"/>
                  <a:gd name="csX29" fmla="*/ 86219 w 763323"/>
                  <a:gd name="csY29" fmla="*/ 549513 h 797350"/>
                  <a:gd name="csX30" fmla="*/ 86219 w 763323"/>
                  <a:gd name="csY30" fmla="*/ 531791 h 797350"/>
                  <a:gd name="csX31" fmla="*/ 88059 w 763323"/>
                  <a:gd name="csY31" fmla="*/ 531791 h 797350"/>
                  <a:gd name="csX32" fmla="*/ 88059 w 763323"/>
                  <a:gd name="csY32" fmla="*/ 496354 h 797350"/>
                  <a:gd name="csX33" fmla="*/ 89374 w 763323"/>
                  <a:gd name="csY33" fmla="*/ 496354 h 797350"/>
                  <a:gd name="csX34" fmla="*/ 89374 w 763323"/>
                  <a:gd name="csY34" fmla="*/ 478639 h 797350"/>
                  <a:gd name="csX35" fmla="*/ 90163 w 763323"/>
                  <a:gd name="csY35" fmla="*/ 478639 h 797350"/>
                  <a:gd name="csX36" fmla="*/ 90163 w 763323"/>
                  <a:gd name="csY36" fmla="*/ 460917 h 797350"/>
                  <a:gd name="csX37" fmla="*/ 92003 w 763323"/>
                  <a:gd name="csY37" fmla="*/ 460917 h 797350"/>
                  <a:gd name="csX38" fmla="*/ 92003 w 763323"/>
                  <a:gd name="csY38" fmla="*/ 443196 h 797350"/>
                  <a:gd name="csX39" fmla="*/ 95421 w 763323"/>
                  <a:gd name="csY39" fmla="*/ 443196 h 797350"/>
                  <a:gd name="csX40" fmla="*/ 95421 w 763323"/>
                  <a:gd name="csY40" fmla="*/ 425480 h 797350"/>
                  <a:gd name="csX41" fmla="*/ 96210 w 763323"/>
                  <a:gd name="csY41" fmla="*/ 425480 h 797350"/>
                  <a:gd name="csX42" fmla="*/ 96210 w 763323"/>
                  <a:gd name="csY42" fmla="*/ 407759 h 797350"/>
                  <a:gd name="csX43" fmla="*/ 97788 w 763323"/>
                  <a:gd name="csY43" fmla="*/ 407759 h 797350"/>
                  <a:gd name="csX44" fmla="*/ 97788 w 763323"/>
                  <a:gd name="csY44" fmla="*/ 390043 h 797350"/>
                  <a:gd name="csX45" fmla="*/ 99628 w 763323"/>
                  <a:gd name="csY45" fmla="*/ 390043 h 797350"/>
                  <a:gd name="csX46" fmla="*/ 99628 w 763323"/>
                  <a:gd name="csY46" fmla="*/ 372322 h 797350"/>
                  <a:gd name="csX47" fmla="*/ 111987 w 763323"/>
                  <a:gd name="csY47" fmla="*/ 372322 h 797350"/>
                  <a:gd name="csX48" fmla="*/ 111987 w 763323"/>
                  <a:gd name="csY48" fmla="*/ 354606 h 797350"/>
                  <a:gd name="csX49" fmla="*/ 117508 w 763323"/>
                  <a:gd name="csY49" fmla="*/ 354606 h 797350"/>
                  <a:gd name="csX50" fmla="*/ 117508 w 763323"/>
                  <a:gd name="csY50" fmla="*/ 336885 h 797350"/>
                  <a:gd name="csX51" fmla="*/ 123557 w 763323"/>
                  <a:gd name="csY51" fmla="*/ 336885 h 797350"/>
                  <a:gd name="csX52" fmla="*/ 123557 w 763323"/>
                  <a:gd name="csY52" fmla="*/ 319163 h 797350"/>
                  <a:gd name="csX53" fmla="*/ 129604 w 763323"/>
                  <a:gd name="csY53" fmla="*/ 319163 h 797350"/>
                  <a:gd name="csX54" fmla="*/ 129604 w 763323"/>
                  <a:gd name="csY54" fmla="*/ 301447 h 797350"/>
                  <a:gd name="csX55" fmla="*/ 130656 w 763323"/>
                  <a:gd name="csY55" fmla="*/ 301447 h 797350"/>
                  <a:gd name="csX56" fmla="*/ 130656 w 763323"/>
                  <a:gd name="csY56" fmla="*/ 283728 h 797350"/>
                  <a:gd name="csX57" fmla="*/ 131970 w 763323"/>
                  <a:gd name="csY57" fmla="*/ 283728 h 797350"/>
                  <a:gd name="csX58" fmla="*/ 131970 w 763323"/>
                  <a:gd name="csY58" fmla="*/ 266010 h 797350"/>
                  <a:gd name="csX59" fmla="*/ 133285 w 763323"/>
                  <a:gd name="csY59" fmla="*/ 266010 h 797350"/>
                  <a:gd name="csX60" fmla="*/ 133285 w 763323"/>
                  <a:gd name="csY60" fmla="*/ 248291 h 797350"/>
                  <a:gd name="csX61" fmla="*/ 136703 w 763323"/>
                  <a:gd name="csY61" fmla="*/ 248291 h 797350"/>
                  <a:gd name="csX62" fmla="*/ 136703 w 763323"/>
                  <a:gd name="csY62" fmla="*/ 230572 h 797350"/>
                  <a:gd name="csX63" fmla="*/ 139333 w 763323"/>
                  <a:gd name="csY63" fmla="*/ 230572 h 797350"/>
                  <a:gd name="csX64" fmla="*/ 139333 w 763323"/>
                  <a:gd name="csY64" fmla="*/ 212853 h 797350"/>
                  <a:gd name="csX65" fmla="*/ 141173 w 763323"/>
                  <a:gd name="csY65" fmla="*/ 212853 h 797350"/>
                  <a:gd name="csX66" fmla="*/ 141173 w 763323"/>
                  <a:gd name="csY66" fmla="*/ 195134 h 797350"/>
                  <a:gd name="csX67" fmla="*/ 198758 w 763323"/>
                  <a:gd name="csY67" fmla="*/ 195134 h 797350"/>
                  <a:gd name="csX68" fmla="*/ 198758 w 763323"/>
                  <a:gd name="csY68" fmla="*/ 177415 h 797350"/>
                  <a:gd name="csX69" fmla="*/ 209539 w 763323"/>
                  <a:gd name="csY69" fmla="*/ 177415 h 797350"/>
                  <a:gd name="csX70" fmla="*/ 209539 w 763323"/>
                  <a:gd name="csY70" fmla="*/ 159696 h 797350"/>
                  <a:gd name="csX71" fmla="*/ 216112 w 763323"/>
                  <a:gd name="csY71" fmla="*/ 159696 h 797350"/>
                  <a:gd name="csX72" fmla="*/ 216112 w 763323"/>
                  <a:gd name="csY72" fmla="*/ 141977 h 797350"/>
                  <a:gd name="csX73" fmla="*/ 246614 w 763323"/>
                  <a:gd name="csY73" fmla="*/ 141977 h 797350"/>
                  <a:gd name="csX74" fmla="*/ 246614 w 763323"/>
                  <a:gd name="csY74" fmla="*/ 124258 h 797350"/>
                  <a:gd name="csX75" fmla="*/ 253976 w 763323"/>
                  <a:gd name="csY75" fmla="*/ 124258 h 797350"/>
                  <a:gd name="csX76" fmla="*/ 253976 w 763323"/>
                  <a:gd name="csY76" fmla="*/ 106540 h 797350"/>
                  <a:gd name="csX77" fmla="*/ 254502 w 763323"/>
                  <a:gd name="csY77" fmla="*/ 106540 h 797350"/>
                  <a:gd name="csX78" fmla="*/ 269752 w 763323"/>
                  <a:gd name="csY78" fmla="*/ 106540 h 797350"/>
                  <a:gd name="csX79" fmla="*/ 269752 w 763323"/>
                  <a:gd name="csY79" fmla="*/ 85277 h 797350"/>
                  <a:gd name="csX80" fmla="*/ 296575 w 763323"/>
                  <a:gd name="csY80" fmla="*/ 85277 h 797350"/>
                  <a:gd name="csX81" fmla="*/ 296575 w 763323"/>
                  <a:gd name="csY81" fmla="*/ 64014 h 797350"/>
                  <a:gd name="csX82" fmla="*/ 314713 w 763323"/>
                  <a:gd name="csY82" fmla="*/ 64014 h 797350"/>
                  <a:gd name="csX83" fmla="*/ 314713 w 763323"/>
                  <a:gd name="csY83" fmla="*/ 42751 h 797350"/>
                  <a:gd name="csX84" fmla="*/ 420158 w 763323"/>
                  <a:gd name="csY84" fmla="*/ 42751 h 797350"/>
                  <a:gd name="csX85" fmla="*/ 420158 w 763323"/>
                  <a:gd name="csY85" fmla="*/ 21489 h 797350"/>
                  <a:gd name="csX86" fmla="*/ 763297 w 763323"/>
                  <a:gd name="csY86" fmla="*/ 21489 h 797350"/>
                  <a:gd name="csX87" fmla="*/ 763297 w 763323"/>
                  <a:gd name="csY87"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63323" h="797350">
                    <a:moveTo>
                      <a:pt x="-27" y="797577"/>
                    </a:moveTo>
                    <a:lnTo>
                      <a:pt x="17328" y="797577"/>
                    </a:lnTo>
                    <a:lnTo>
                      <a:pt x="17328" y="779856"/>
                    </a:lnTo>
                    <a:lnTo>
                      <a:pt x="43884" y="779856"/>
                    </a:lnTo>
                    <a:lnTo>
                      <a:pt x="43884" y="762140"/>
                    </a:lnTo>
                    <a:lnTo>
                      <a:pt x="48092" y="762140"/>
                    </a:lnTo>
                    <a:lnTo>
                      <a:pt x="48092" y="744419"/>
                    </a:lnTo>
                    <a:lnTo>
                      <a:pt x="53351" y="744419"/>
                    </a:lnTo>
                    <a:lnTo>
                      <a:pt x="53351" y="726698"/>
                    </a:lnTo>
                    <a:lnTo>
                      <a:pt x="59135" y="726698"/>
                    </a:lnTo>
                    <a:lnTo>
                      <a:pt x="59135" y="708982"/>
                    </a:lnTo>
                    <a:lnTo>
                      <a:pt x="63868" y="708982"/>
                    </a:lnTo>
                    <a:lnTo>
                      <a:pt x="63868" y="691261"/>
                    </a:lnTo>
                    <a:lnTo>
                      <a:pt x="64131" y="691261"/>
                    </a:lnTo>
                    <a:lnTo>
                      <a:pt x="64131" y="673545"/>
                    </a:lnTo>
                    <a:lnTo>
                      <a:pt x="64657" y="673545"/>
                    </a:lnTo>
                    <a:lnTo>
                      <a:pt x="64657" y="655824"/>
                    </a:lnTo>
                    <a:lnTo>
                      <a:pt x="66497" y="655824"/>
                    </a:lnTo>
                    <a:lnTo>
                      <a:pt x="66497" y="638108"/>
                    </a:lnTo>
                    <a:lnTo>
                      <a:pt x="67286" y="638108"/>
                    </a:lnTo>
                    <a:lnTo>
                      <a:pt x="67286" y="620387"/>
                    </a:lnTo>
                    <a:lnTo>
                      <a:pt x="70705" y="620387"/>
                    </a:lnTo>
                    <a:lnTo>
                      <a:pt x="70705" y="602665"/>
                    </a:lnTo>
                    <a:lnTo>
                      <a:pt x="75438" y="602665"/>
                    </a:lnTo>
                    <a:lnTo>
                      <a:pt x="75438" y="584950"/>
                    </a:lnTo>
                    <a:lnTo>
                      <a:pt x="79119" y="584950"/>
                    </a:lnTo>
                    <a:lnTo>
                      <a:pt x="79119" y="567228"/>
                    </a:lnTo>
                    <a:lnTo>
                      <a:pt x="80959" y="567228"/>
                    </a:lnTo>
                    <a:lnTo>
                      <a:pt x="80959" y="549513"/>
                    </a:lnTo>
                    <a:lnTo>
                      <a:pt x="86219" y="549513"/>
                    </a:lnTo>
                    <a:lnTo>
                      <a:pt x="86219" y="531791"/>
                    </a:lnTo>
                    <a:lnTo>
                      <a:pt x="88059" y="531791"/>
                    </a:lnTo>
                    <a:lnTo>
                      <a:pt x="88059" y="496354"/>
                    </a:lnTo>
                    <a:lnTo>
                      <a:pt x="89374" y="496354"/>
                    </a:lnTo>
                    <a:lnTo>
                      <a:pt x="89374" y="478639"/>
                    </a:lnTo>
                    <a:lnTo>
                      <a:pt x="90163" y="478639"/>
                    </a:lnTo>
                    <a:lnTo>
                      <a:pt x="90163" y="460917"/>
                    </a:lnTo>
                    <a:lnTo>
                      <a:pt x="92003" y="460917"/>
                    </a:lnTo>
                    <a:lnTo>
                      <a:pt x="92003" y="443196"/>
                    </a:lnTo>
                    <a:lnTo>
                      <a:pt x="95421" y="443196"/>
                    </a:lnTo>
                    <a:lnTo>
                      <a:pt x="95421" y="425480"/>
                    </a:lnTo>
                    <a:lnTo>
                      <a:pt x="96210" y="425480"/>
                    </a:lnTo>
                    <a:lnTo>
                      <a:pt x="96210" y="407759"/>
                    </a:lnTo>
                    <a:lnTo>
                      <a:pt x="97788" y="407759"/>
                    </a:lnTo>
                    <a:lnTo>
                      <a:pt x="97788" y="390043"/>
                    </a:lnTo>
                    <a:lnTo>
                      <a:pt x="99628" y="390043"/>
                    </a:lnTo>
                    <a:lnTo>
                      <a:pt x="99628" y="372322"/>
                    </a:lnTo>
                    <a:lnTo>
                      <a:pt x="111987" y="372322"/>
                    </a:lnTo>
                    <a:lnTo>
                      <a:pt x="111987" y="354606"/>
                    </a:lnTo>
                    <a:lnTo>
                      <a:pt x="117508" y="354606"/>
                    </a:lnTo>
                    <a:lnTo>
                      <a:pt x="117508" y="336885"/>
                    </a:lnTo>
                    <a:lnTo>
                      <a:pt x="123557" y="336885"/>
                    </a:lnTo>
                    <a:lnTo>
                      <a:pt x="123557" y="319163"/>
                    </a:lnTo>
                    <a:lnTo>
                      <a:pt x="129604" y="319163"/>
                    </a:lnTo>
                    <a:lnTo>
                      <a:pt x="129604" y="301447"/>
                    </a:lnTo>
                    <a:lnTo>
                      <a:pt x="130656" y="301447"/>
                    </a:lnTo>
                    <a:lnTo>
                      <a:pt x="130656" y="283728"/>
                    </a:lnTo>
                    <a:lnTo>
                      <a:pt x="131970" y="283728"/>
                    </a:lnTo>
                    <a:lnTo>
                      <a:pt x="131970" y="266010"/>
                    </a:lnTo>
                    <a:lnTo>
                      <a:pt x="133285" y="266010"/>
                    </a:lnTo>
                    <a:lnTo>
                      <a:pt x="133285" y="248291"/>
                    </a:lnTo>
                    <a:lnTo>
                      <a:pt x="136703" y="248291"/>
                    </a:lnTo>
                    <a:lnTo>
                      <a:pt x="136703" y="230572"/>
                    </a:lnTo>
                    <a:lnTo>
                      <a:pt x="139333" y="230572"/>
                    </a:lnTo>
                    <a:lnTo>
                      <a:pt x="139333" y="212853"/>
                    </a:lnTo>
                    <a:lnTo>
                      <a:pt x="141173" y="212853"/>
                    </a:lnTo>
                    <a:lnTo>
                      <a:pt x="141173" y="195134"/>
                    </a:lnTo>
                    <a:lnTo>
                      <a:pt x="198758" y="195134"/>
                    </a:lnTo>
                    <a:lnTo>
                      <a:pt x="198758" y="177415"/>
                    </a:lnTo>
                    <a:lnTo>
                      <a:pt x="209539" y="177415"/>
                    </a:lnTo>
                    <a:lnTo>
                      <a:pt x="209539" y="159696"/>
                    </a:lnTo>
                    <a:lnTo>
                      <a:pt x="216112" y="159696"/>
                    </a:lnTo>
                    <a:lnTo>
                      <a:pt x="216112" y="141977"/>
                    </a:lnTo>
                    <a:lnTo>
                      <a:pt x="246614" y="141977"/>
                    </a:lnTo>
                    <a:lnTo>
                      <a:pt x="246614" y="124258"/>
                    </a:lnTo>
                    <a:lnTo>
                      <a:pt x="253976" y="124258"/>
                    </a:lnTo>
                    <a:lnTo>
                      <a:pt x="253976" y="106540"/>
                    </a:lnTo>
                    <a:lnTo>
                      <a:pt x="254502" y="106540"/>
                    </a:lnTo>
                    <a:lnTo>
                      <a:pt x="269752" y="106540"/>
                    </a:lnTo>
                    <a:lnTo>
                      <a:pt x="269752" y="85277"/>
                    </a:lnTo>
                    <a:lnTo>
                      <a:pt x="296575" y="85277"/>
                    </a:lnTo>
                    <a:lnTo>
                      <a:pt x="296575" y="64014"/>
                    </a:lnTo>
                    <a:lnTo>
                      <a:pt x="314713" y="64014"/>
                    </a:lnTo>
                    <a:lnTo>
                      <a:pt x="314713" y="42751"/>
                    </a:lnTo>
                    <a:lnTo>
                      <a:pt x="420158" y="42751"/>
                    </a:lnTo>
                    <a:lnTo>
                      <a:pt x="420158" y="21489"/>
                    </a:lnTo>
                    <a:lnTo>
                      <a:pt x="763297" y="21489"/>
                    </a:lnTo>
                    <a:lnTo>
                      <a:pt x="763297" y="227"/>
                    </a:lnTo>
                  </a:path>
                </a:pathLst>
              </a:custGeom>
              <a:noFill/>
              <a:ln w="12639" cap="sq">
                <a:solidFill>
                  <a:srgbClr val="C0392B"/>
                </a:solidFill>
                <a:prstDash val="solid"/>
                <a:round/>
              </a:ln>
            </p:spPr>
            <p:txBody>
              <a:bodyPr/>
              <a:lstStyle/>
              <a:p>
                <a:endParaRPr lang="zh-CN" altLang="en-US" sz="2190"/>
              </a:p>
            </p:txBody>
          </p:sp>
          <p:sp>
            <p:nvSpPr>
              <p:cNvPr id="2903" name="任意多边形: 形状 2902"/>
              <p:cNvSpPr/>
              <p:nvPr/>
            </p:nvSpPr>
            <p:spPr>
              <a:xfrm flipV="1">
                <a:off x="636787" y="3086715"/>
                <a:ext cx="915565" cy="729262"/>
              </a:xfrm>
              <a:custGeom>
                <a:avLst/>
                <a:gdLst>
                  <a:gd name="csX0" fmla="*/ -32 w 915565"/>
                  <a:gd name="csY0" fmla="*/ 729480 h 729262"/>
                  <a:gd name="csX1" fmla="*/ 16270 w 915565"/>
                  <a:gd name="csY1" fmla="*/ 729480 h 729262"/>
                  <a:gd name="csX2" fmla="*/ 16270 w 915565"/>
                  <a:gd name="csY2" fmla="*/ 711758 h 729262"/>
                  <a:gd name="csX3" fmla="*/ 46246 w 915565"/>
                  <a:gd name="csY3" fmla="*/ 711758 h 729262"/>
                  <a:gd name="csX4" fmla="*/ 46246 w 915565"/>
                  <a:gd name="csY4" fmla="*/ 694043 h 729262"/>
                  <a:gd name="csX5" fmla="*/ 59130 w 915565"/>
                  <a:gd name="csY5" fmla="*/ 694043 h 729262"/>
                  <a:gd name="csX6" fmla="*/ 59130 w 915565"/>
                  <a:gd name="csY6" fmla="*/ 676321 h 729262"/>
                  <a:gd name="csX7" fmla="*/ 65704 w 915565"/>
                  <a:gd name="csY7" fmla="*/ 676321 h 729262"/>
                  <a:gd name="csX8" fmla="*/ 65704 w 915565"/>
                  <a:gd name="csY8" fmla="*/ 658600 h 729262"/>
                  <a:gd name="csX9" fmla="*/ 70174 w 915565"/>
                  <a:gd name="csY9" fmla="*/ 658600 h 729262"/>
                  <a:gd name="csX10" fmla="*/ 70174 w 915565"/>
                  <a:gd name="csY10" fmla="*/ 640884 h 729262"/>
                  <a:gd name="csX11" fmla="*/ 76748 w 915565"/>
                  <a:gd name="csY11" fmla="*/ 640884 h 729262"/>
                  <a:gd name="csX12" fmla="*/ 76748 w 915565"/>
                  <a:gd name="csY12" fmla="*/ 623163 h 729262"/>
                  <a:gd name="csX13" fmla="*/ 83847 w 915565"/>
                  <a:gd name="csY13" fmla="*/ 623163 h 729262"/>
                  <a:gd name="csX14" fmla="*/ 83847 w 915565"/>
                  <a:gd name="csY14" fmla="*/ 605447 h 729262"/>
                  <a:gd name="csX15" fmla="*/ 98309 w 915565"/>
                  <a:gd name="csY15" fmla="*/ 605447 h 729262"/>
                  <a:gd name="csX16" fmla="*/ 98309 w 915565"/>
                  <a:gd name="csY16" fmla="*/ 587726 h 729262"/>
                  <a:gd name="csX17" fmla="*/ 116189 w 915565"/>
                  <a:gd name="csY17" fmla="*/ 587726 h 729262"/>
                  <a:gd name="csX18" fmla="*/ 116189 w 915565"/>
                  <a:gd name="csY18" fmla="*/ 570010 h 729262"/>
                  <a:gd name="csX19" fmla="*/ 120133 w 915565"/>
                  <a:gd name="csY19" fmla="*/ 570010 h 729262"/>
                  <a:gd name="csX20" fmla="*/ 120133 w 915565"/>
                  <a:gd name="csY20" fmla="*/ 552289 h 729262"/>
                  <a:gd name="csX21" fmla="*/ 125654 w 915565"/>
                  <a:gd name="csY21" fmla="*/ 552289 h 729262"/>
                  <a:gd name="csX22" fmla="*/ 125654 w 915565"/>
                  <a:gd name="csY22" fmla="*/ 534567 h 729262"/>
                  <a:gd name="csX23" fmla="*/ 134858 w 915565"/>
                  <a:gd name="csY23" fmla="*/ 534567 h 729262"/>
                  <a:gd name="csX24" fmla="*/ 134858 w 915565"/>
                  <a:gd name="csY24" fmla="*/ 516852 h 729262"/>
                  <a:gd name="csX25" fmla="*/ 141168 w 915565"/>
                  <a:gd name="csY25" fmla="*/ 516852 h 729262"/>
                  <a:gd name="csX26" fmla="*/ 141168 w 915565"/>
                  <a:gd name="csY26" fmla="*/ 499131 h 729262"/>
                  <a:gd name="csX27" fmla="*/ 144587 w 915565"/>
                  <a:gd name="csY27" fmla="*/ 499131 h 729262"/>
                  <a:gd name="csX28" fmla="*/ 144587 w 915565"/>
                  <a:gd name="csY28" fmla="*/ 481415 h 729262"/>
                  <a:gd name="csX29" fmla="*/ 148005 w 915565"/>
                  <a:gd name="csY29" fmla="*/ 481415 h 729262"/>
                  <a:gd name="csX30" fmla="*/ 153001 w 915565"/>
                  <a:gd name="csY30" fmla="*/ 481415 h 729262"/>
                  <a:gd name="csX31" fmla="*/ 153001 w 915565"/>
                  <a:gd name="csY31" fmla="*/ 463106 h 729262"/>
                  <a:gd name="csX32" fmla="*/ 158260 w 915565"/>
                  <a:gd name="csY32" fmla="*/ 463106 h 729262"/>
                  <a:gd name="csX33" fmla="*/ 158260 w 915565"/>
                  <a:gd name="csY33" fmla="*/ 444797 h 729262"/>
                  <a:gd name="csX34" fmla="*/ 170618 w 915565"/>
                  <a:gd name="csY34" fmla="*/ 444797 h 729262"/>
                  <a:gd name="csX35" fmla="*/ 170618 w 915565"/>
                  <a:gd name="csY35" fmla="*/ 426483 h 729262"/>
                  <a:gd name="csX36" fmla="*/ 171670 w 915565"/>
                  <a:gd name="csY36" fmla="*/ 426483 h 729262"/>
                  <a:gd name="csX37" fmla="*/ 171670 w 915565"/>
                  <a:gd name="csY37" fmla="*/ 408174 h 729262"/>
                  <a:gd name="csX38" fmla="*/ 171933 w 915565"/>
                  <a:gd name="csY38" fmla="*/ 408174 h 729262"/>
                  <a:gd name="csX39" fmla="*/ 171933 w 915565"/>
                  <a:gd name="csY39" fmla="*/ 389865 h 729262"/>
                  <a:gd name="csX40" fmla="*/ 172196 w 915565"/>
                  <a:gd name="csY40" fmla="*/ 389865 h 729262"/>
                  <a:gd name="csX41" fmla="*/ 172196 w 915565"/>
                  <a:gd name="csY41" fmla="*/ 371556 h 729262"/>
                  <a:gd name="csX42" fmla="*/ 231883 w 915565"/>
                  <a:gd name="csY42" fmla="*/ 371556 h 729262"/>
                  <a:gd name="csX43" fmla="*/ 231883 w 915565"/>
                  <a:gd name="csY43" fmla="*/ 353247 h 729262"/>
                  <a:gd name="csX44" fmla="*/ 232409 w 915565"/>
                  <a:gd name="csY44" fmla="*/ 353247 h 729262"/>
                  <a:gd name="csX45" fmla="*/ 232409 w 915565"/>
                  <a:gd name="csY45" fmla="*/ 334939 h 729262"/>
                  <a:gd name="csX46" fmla="*/ 233461 w 915565"/>
                  <a:gd name="csY46" fmla="*/ 334939 h 729262"/>
                  <a:gd name="csX47" fmla="*/ 233461 w 915565"/>
                  <a:gd name="csY47" fmla="*/ 316630 h 729262"/>
                  <a:gd name="csX48" fmla="*/ 241612 w 915565"/>
                  <a:gd name="csY48" fmla="*/ 316630 h 729262"/>
                  <a:gd name="csX49" fmla="*/ 241612 w 915565"/>
                  <a:gd name="csY49" fmla="*/ 298321 h 729262"/>
                  <a:gd name="csX50" fmla="*/ 254234 w 915565"/>
                  <a:gd name="csY50" fmla="*/ 298321 h 729262"/>
                  <a:gd name="csX51" fmla="*/ 254234 w 915565"/>
                  <a:gd name="csY51" fmla="*/ 280012 h 729262"/>
                  <a:gd name="csX52" fmla="*/ 254496 w 915565"/>
                  <a:gd name="csY52" fmla="*/ 280012 h 729262"/>
                  <a:gd name="csX53" fmla="*/ 254496 w 915565"/>
                  <a:gd name="csY53" fmla="*/ 261697 h 729262"/>
                  <a:gd name="csX54" fmla="*/ 256338 w 915565"/>
                  <a:gd name="csY54" fmla="*/ 261697 h 729262"/>
                  <a:gd name="csX55" fmla="*/ 256338 w 915565"/>
                  <a:gd name="csY55" fmla="*/ 243389 h 729262"/>
                  <a:gd name="csX56" fmla="*/ 265540 w 915565"/>
                  <a:gd name="csY56" fmla="*/ 243389 h 729262"/>
                  <a:gd name="csX57" fmla="*/ 292887 w 915565"/>
                  <a:gd name="csY57" fmla="*/ 243389 h 729262"/>
                  <a:gd name="csX58" fmla="*/ 292887 w 915565"/>
                  <a:gd name="csY58" fmla="*/ 223936 h 729262"/>
                  <a:gd name="csX59" fmla="*/ 301827 w 915565"/>
                  <a:gd name="csY59" fmla="*/ 223936 h 729262"/>
                  <a:gd name="csX60" fmla="*/ 301827 w 915565"/>
                  <a:gd name="csY60" fmla="*/ 204483 h 729262"/>
                  <a:gd name="csX61" fmla="*/ 344158 w 915565"/>
                  <a:gd name="csY61" fmla="*/ 204483 h 729262"/>
                  <a:gd name="csX62" fmla="*/ 414889 w 915565"/>
                  <a:gd name="csY62" fmla="*/ 204483 h 729262"/>
                  <a:gd name="csX63" fmla="*/ 422778 w 915565"/>
                  <a:gd name="csY63" fmla="*/ 204483 h 729262"/>
                  <a:gd name="csX64" fmla="*/ 422778 w 915565"/>
                  <a:gd name="csY64" fmla="*/ 181787 h 729262"/>
                  <a:gd name="csX65" fmla="*/ 455910 w 915565"/>
                  <a:gd name="csY65" fmla="*/ 181787 h 729262"/>
                  <a:gd name="csX66" fmla="*/ 455910 w 915565"/>
                  <a:gd name="csY66" fmla="*/ 159090 h 729262"/>
                  <a:gd name="csX67" fmla="*/ 466166 w 915565"/>
                  <a:gd name="csY67" fmla="*/ 159090 h 729262"/>
                  <a:gd name="csX68" fmla="*/ 466166 w 915565"/>
                  <a:gd name="csY68" fmla="*/ 136394 h 729262"/>
                  <a:gd name="csX69" fmla="*/ 523484 w 915565"/>
                  <a:gd name="csY69" fmla="*/ 136394 h 729262"/>
                  <a:gd name="csX70" fmla="*/ 523484 w 915565"/>
                  <a:gd name="csY70" fmla="*/ 110861 h 729262"/>
                  <a:gd name="csX71" fmla="*/ 545051 w 915565"/>
                  <a:gd name="csY71" fmla="*/ 110861 h 729262"/>
                  <a:gd name="csX72" fmla="*/ 545051 w 915565"/>
                  <a:gd name="csY72" fmla="*/ 85328 h 729262"/>
                  <a:gd name="csX73" fmla="*/ 570029 w 915565"/>
                  <a:gd name="csY73" fmla="*/ 85328 h 729262"/>
                  <a:gd name="csX74" fmla="*/ 570029 w 915565"/>
                  <a:gd name="csY74" fmla="*/ 59795 h 729262"/>
                  <a:gd name="csX75" fmla="*/ 652065 w 915565"/>
                  <a:gd name="csY75" fmla="*/ 59795 h 729262"/>
                  <a:gd name="csX76" fmla="*/ 652065 w 915565"/>
                  <a:gd name="csY76" fmla="*/ 34261 h 729262"/>
                  <a:gd name="csX77" fmla="*/ 713072 w 915565"/>
                  <a:gd name="csY77" fmla="*/ 34261 h 729262"/>
                  <a:gd name="csX78" fmla="*/ 732267 w 915565"/>
                  <a:gd name="csY78" fmla="*/ 34261 h 729262"/>
                  <a:gd name="csX79" fmla="*/ 732267 w 915565"/>
                  <a:gd name="csY79" fmla="*/ 217 h 729262"/>
                  <a:gd name="csX80" fmla="*/ 763817 w 915565"/>
                  <a:gd name="csY80" fmla="*/ 217 h 729262"/>
                  <a:gd name="csX81" fmla="*/ 915534 w 915565"/>
                  <a:gd name="csY81" fmla="*/ 217 h 7292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915565" h="729262">
                    <a:moveTo>
                      <a:pt x="-32" y="729480"/>
                    </a:moveTo>
                    <a:lnTo>
                      <a:pt x="16270" y="729480"/>
                    </a:lnTo>
                    <a:lnTo>
                      <a:pt x="16270" y="711758"/>
                    </a:lnTo>
                    <a:lnTo>
                      <a:pt x="46246" y="711758"/>
                    </a:lnTo>
                    <a:lnTo>
                      <a:pt x="46246" y="694043"/>
                    </a:lnTo>
                    <a:lnTo>
                      <a:pt x="59130" y="694043"/>
                    </a:lnTo>
                    <a:lnTo>
                      <a:pt x="59130" y="676321"/>
                    </a:lnTo>
                    <a:lnTo>
                      <a:pt x="65704" y="676321"/>
                    </a:lnTo>
                    <a:lnTo>
                      <a:pt x="65704" y="658600"/>
                    </a:lnTo>
                    <a:lnTo>
                      <a:pt x="70174" y="658600"/>
                    </a:lnTo>
                    <a:lnTo>
                      <a:pt x="70174" y="640884"/>
                    </a:lnTo>
                    <a:lnTo>
                      <a:pt x="76748" y="640884"/>
                    </a:lnTo>
                    <a:lnTo>
                      <a:pt x="76748" y="623163"/>
                    </a:lnTo>
                    <a:lnTo>
                      <a:pt x="83847" y="623163"/>
                    </a:lnTo>
                    <a:lnTo>
                      <a:pt x="83847" y="605447"/>
                    </a:lnTo>
                    <a:lnTo>
                      <a:pt x="98309" y="605447"/>
                    </a:lnTo>
                    <a:lnTo>
                      <a:pt x="98309" y="587726"/>
                    </a:lnTo>
                    <a:lnTo>
                      <a:pt x="116189" y="587726"/>
                    </a:lnTo>
                    <a:lnTo>
                      <a:pt x="116189" y="570010"/>
                    </a:lnTo>
                    <a:lnTo>
                      <a:pt x="120133" y="570010"/>
                    </a:lnTo>
                    <a:lnTo>
                      <a:pt x="120133" y="552289"/>
                    </a:lnTo>
                    <a:lnTo>
                      <a:pt x="125654" y="552289"/>
                    </a:lnTo>
                    <a:lnTo>
                      <a:pt x="125654" y="534567"/>
                    </a:lnTo>
                    <a:lnTo>
                      <a:pt x="134858" y="534567"/>
                    </a:lnTo>
                    <a:lnTo>
                      <a:pt x="134858" y="516852"/>
                    </a:lnTo>
                    <a:lnTo>
                      <a:pt x="141168" y="516852"/>
                    </a:lnTo>
                    <a:lnTo>
                      <a:pt x="141168" y="499131"/>
                    </a:lnTo>
                    <a:lnTo>
                      <a:pt x="144587" y="499131"/>
                    </a:lnTo>
                    <a:lnTo>
                      <a:pt x="144587" y="481415"/>
                    </a:lnTo>
                    <a:lnTo>
                      <a:pt x="148005" y="481415"/>
                    </a:lnTo>
                    <a:lnTo>
                      <a:pt x="153001" y="481415"/>
                    </a:lnTo>
                    <a:lnTo>
                      <a:pt x="153001" y="463106"/>
                    </a:lnTo>
                    <a:lnTo>
                      <a:pt x="158260" y="463106"/>
                    </a:lnTo>
                    <a:lnTo>
                      <a:pt x="158260" y="444797"/>
                    </a:lnTo>
                    <a:lnTo>
                      <a:pt x="170618" y="444797"/>
                    </a:lnTo>
                    <a:lnTo>
                      <a:pt x="170618" y="426483"/>
                    </a:lnTo>
                    <a:lnTo>
                      <a:pt x="171670" y="426483"/>
                    </a:lnTo>
                    <a:lnTo>
                      <a:pt x="171670" y="408174"/>
                    </a:lnTo>
                    <a:lnTo>
                      <a:pt x="171933" y="408174"/>
                    </a:lnTo>
                    <a:lnTo>
                      <a:pt x="171933" y="389865"/>
                    </a:lnTo>
                    <a:lnTo>
                      <a:pt x="172196" y="389865"/>
                    </a:lnTo>
                    <a:lnTo>
                      <a:pt x="172196" y="371556"/>
                    </a:lnTo>
                    <a:lnTo>
                      <a:pt x="231883" y="371556"/>
                    </a:lnTo>
                    <a:lnTo>
                      <a:pt x="231883" y="353247"/>
                    </a:lnTo>
                    <a:lnTo>
                      <a:pt x="232409" y="353247"/>
                    </a:lnTo>
                    <a:lnTo>
                      <a:pt x="232409" y="334939"/>
                    </a:lnTo>
                    <a:lnTo>
                      <a:pt x="233461" y="334939"/>
                    </a:lnTo>
                    <a:lnTo>
                      <a:pt x="233461" y="316630"/>
                    </a:lnTo>
                    <a:lnTo>
                      <a:pt x="241612" y="316630"/>
                    </a:lnTo>
                    <a:lnTo>
                      <a:pt x="241612" y="298321"/>
                    </a:lnTo>
                    <a:lnTo>
                      <a:pt x="254234" y="298321"/>
                    </a:lnTo>
                    <a:lnTo>
                      <a:pt x="254234" y="280012"/>
                    </a:lnTo>
                    <a:lnTo>
                      <a:pt x="254496" y="280012"/>
                    </a:lnTo>
                    <a:lnTo>
                      <a:pt x="254496" y="261697"/>
                    </a:lnTo>
                    <a:lnTo>
                      <a:pt x="256338" y="261697"/>
                    </a:lnTo>
                    <a:lnTo>
                      <a:pt x="256338" y="243389"/>
                    </a:lnTo>
                    <a:lnTo>
                      <a:pt x="265540" y="243389"/>
                    </a:lnTo>
                    <a:lnTo>
                      <a:pt x="292887" y="243389"/>
                    </a:lnTo>
                    <a:lnTo>
                      <a:pt x="292887" y="223936"/>
                    </a:lnTo>
                    <a:lnTo>
                      <a:pt x="301827" y="223936"/>
                    </a:lnTo>
                    <a:lnTo>
                      <a:pt x="301827" y="204483"/>
                    </a:lnTo>
                    <a:lnTo>
                      <a:pt x="344158" y="204483"/>
                    </a:lnTo>
                    <a:lnTo>
                      <a:pt x="414889" y="204483"/>
                    </a:lnTo>
                    <a:lnTo>
                      <a:pt x="422778" y="204483"/>
                    </a:lnTo>
                    <a:lnTo>
                      <a:pt x="422778" y="181787"/>
                    </a:lnTo>
                    <a:lnTo>
                      <a:pt x="455910" y="181787"/>
                    </a:lnTo>
                    <a:lnTo>
                      <a:pt x="455910" y="159090"/>
                    </a:lnTo>
                    <a:lnTo>
                      <a:pt x="466166" y="159090"/>
                    </a:lnTo>
                    <a:lnTo>
                      <a:pt x="466166" y="136394"/>
                    </a:lnTo>
                    <a:lnTo>
                      <a:pt x="523484" y="136394"/>
                    </a:lnTo>
                    <a:lnTo>
                      <a:pt x="523484" y="110861"/>
                    </a:lnTo>
                    <a:lnTo>
                      <a:pt x="545051" y="110861"/>
                    </a:lnTo>
                    <a:lnTo>
                      <a:pt x="545051" y="85328"/>
                    </a:lnTo>
                    <a:lnTo>
                      <a:pt x="570029" y="85328"/>
                    </a:lnTo>
                    <a:lnTo>
                      <a:pt x="570029" y="59795"/>
                    </a:lnTo>
                    <a:lnTo>
                      <a:pt x="652065" y="59795"/>
                    </a:lnTo>
                    <a:lnTo>
                      <a:pt x="652065" y="34261"/>
                    </a:lnTo>
                    <a:lnTo>
                      <a:pt x="713072" y="34261"/>
                    </a:lnTo>
                    <a:lnTo>
                      <a:pt x="732267" y="34261"/>
                    </a:lnTo>
                    <a:lnTo>
                      <a:pt x="732267" y="217"/>
                    </a:lnTo>
                    <a:lnTo>
                      <a:pt x="763817" y="217"/>
                    </a:lnTo>
                    <a:lnTo>
                      <a:pt x="915534" y="217"/>
                    </a:lnTo>
                  </a:path>
                </a:pathLst>
              </a:custGeom>
              <a:noFill/>
              <a:ln w="12639" cap="sq">
                <a:solidFill>
                  <a:srgbClr val="2980B9"/>
                </a:solidFill>
                <a:prstDash val="solid"/>
                <a:round/>
              </a:ln>
            </p:spPr>
            <p:txBody>
              <a:bodyPr/>
              <a:lstStyle/>
              <a:p>
                <a:endParaRPr lang="zh-CN" altLang="en-US" sz="2190"/>
              </a:p>
            </p:txBody>
          </p:sp>
          <p:sp>
            <p:nvSpPr>
              <p:cNvPr id="2904" name="任意多边形: 形状 2903"/>
              <p:cNvSpPr/>
              <p:nvPr/>
            </p:nvSpPr>
            <p:spPr>
              <a:xfrm flipV="1">
                <a:off x="591009" y="3046849"/>
                <a:ext cx="10962" cy="877084"/>
              </a:xfrm>
              <a:custGeom>
                <a:avLst/>
                <a:gdLst>
                  <a:gd name="csX0" fmla="*/ 2 w 10962"/>
                  <a:gd name="csY0" fmla="*/ 227 h 877084"/>
                  <a:gd name="csX1" fmla="*/ 2 w 10962"/>
                  <a:gd name="csY1" fmla="*/ 877311 h 877084"/>
                </a:gdLst>
                <a:ahLst/>
                <a:cxnLst>
                  <a:cxn ang="0">
                    <a:pos x="csX0" y="csY0"/>
                  </a:cxn>
                  <a:cxn ang="0">
                    <a:pos x="csX1" y="csY1"/>
                  </a:cxn>
                </a:cxnLst>
                <a:rect l="l" t="t" r="r" b="b"/>
                <a:pathLst>
                  <a:path w="10962" h="877084">
                    <a:moveTo>
                      <a:pt x="2" y="227"/>
                    </a:moveTo>
                    <a:lnTo>
                      <a:pt x="2" y="877311"/>
                    </a:lnTo>
                  </a:path>
                </a:pathLst>
              </a:custGeom>
              <a:noFill/>
              <a:ln w="7583" cap="sq">
                <a:solidFill>
                  <a:srgbClr val="000000"/>
                </a:solidFill>
                <a:prstDash val="solid"/>
                <a:miter/>
              </a:ln>
            </p:spPr>
            <p:txBody>
              <a:bodyPr/>
              <a:lstStyle/>
              <a:p>
                <a:endParaRPr lang="zh-CN" altLang="en-US" sz="2190"/>
              </a:p>
            </p:txBody>
          </p:sp>
          <p:sp>
            <p:nvSpPr>
              <p:cNvPr id="2905" name="任意多边形: 形状 2904"/>
              <p:cNvSpPr/>
              <p:nvPr/>
            </p:nvSpPr>
            <p:spPr>
              <a:xfrm flipV="1">
                <a:off x="591009" y="3923934"/>
                <a:ext cx="1007123" cy="10177"/>
              </a:xfrm>
              <a:custGeom>
                <a:avLst/>
                <a:gdLst>
                  <a:gd name="csX0" fmla="*/ -32 w 1007123"/>
                  <a:gd name="csY0" fmla="*/ 344 h 10177"/>
                  <a:gd name="csX1" fmla="*/ 1007091 w 1007123"/>
                  <a:gd name="csY1" fmla="*/ 344 h 10177"/>
                </a:gdLst>
                <a:ahLst/>
                <a:cxnLst>
                  <a:cxn ang="0">
                    <a:pos x="csX0" y="csY0"/>
                  </a:cxn>
                  <a:cxn ang="0">
                    <a:pos x="csX1" y="csY1"/>
                  </a:cxn>
                </a:cxnLst>
                <a:rect l="l" t="t" r="r" b="b"/>
                <a:pathLst>
                  <a:path w="1007123" h="10177">
                    <a:moveTo>
                      <a:pt x="-32" y="344"/>
                    </a:moveTo>
                    <a:lnTo>
                      <a:pt x="1007091" y="344"/>
                    </a:lnTo>
                  </a:path>
                </a:pathLst>
              </a:custGeom>
              <a:noFill/>
              <a:ln w="7583" cap="sq">
                <a:solidFill>
                  <a:srgbClr val="000000"/>
                </a:solidFill>
                <a:prstDash val="solid"/>
                <a:miter/>
              </a:ln>
            </p:spPr>
            <p:txBody>
              <a:bodyPr/>
              <a:lstStyle/>
              <a:p>
                <a:endParaRPr lang="zh-CN" altLang="en-US" sz="2190"/>
              </a:p>
            </p:txBody>
          </p:sp>
          <p:sp>
            <p:nvSpPr>
              <p:cNvPr id="2906" name="文本框 2905"/>
              <p:cNvSpPr txBox="1"/>
              <p:nvPr/>
            </p:nvSpPr>
            <p:spPr>
              <a:xfrm>
                <a:off x="1008325"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0.000</a:t>
                </a:r>
              </a:p>
            </p:txBody>
          </p:sp>
          <p:sp>
            <p:nvSpPr>
              <p:cNvPr id="2907" name="文本框 2906"/>
              <p:cNvSpPr txBox="1"/>
              <p:nvPr/>
            </p:nvSpPr>
            <p:spPr>
              <a:xfrm>
                <a:off x="750661" y="2902074"/>
                <a:ext cx="95024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PLAT-ISM</a:t>
                </a:r>
              </a:p>
            </p:txBody>
          </p:sp>
          <p:sp>
            <p:nvSpPr>
              <p:cNvPr id="2908" name="任意多边形: 形状 2907"/>
              <p:cNvSpPr/>
              <p:nvPr/>
            </p:nvSpPr>
            <p:spPr>
              <a:xfrm flipV="1">
                <a:off x="1088529" y="3114381"/>
                <a:ext cx="113877" cy="10177"/>
              </a:xfrm>
              <a:custGeom>
                <a:avLst/>
                <a:gdLst>
                  <a:gd name="csX0" fmla="*/ -35 w 113877"/>
                  <a:gd name="csY0" fmla="*/ 127 h 10177"/>
                  <a:gd name="csX1" fmla="*/ 56904 w 113877"/>
                  <a:gd name="csY1" fmla="*/ 127 h 10177"/>
                  <a:gd name="csX2" fmla="*/ 113842 w 113877"/>
                  <a:gd name="csY2" fmla="*/ 127 h 10177"/>
                </a:gdLst>
                <a:ahLst/>
                <a:cxnLst>
                  <a:cxn ang="0">
                    <a:pos x="csX0" y="csY0"/>
                  </a:cxn>
                  <a:cxn ang="0">
                    <a:pos x="csX1" y="csY1"/>
                  </a:cxn>
                  <a:cxn ang="0">
                    <a:pos x="csX2" y="csY2"/>
                  </a:cxn>
                </a:cxnLst>
                <a:rect l="l" t="t" r="r" b="b"/>
                <a:pathLst>
                  <a:path w="113877" h="10177">
                    <a:moveTo>
                      <a:pt x="-35" y="127"/>
                    </a:moveTo>
                    <a:lnTo>
                      <a:pt x="56904" y="127"/>
                    </a:lnTo>
                    <a:lnTo>
                      <a:pt x="113842" y="127"/>
                    </a:lnTo>
                  </a:path>
                </a:pathLst>
              </a:custGeom>
              <a:noFill/>
              <a:ln w="12639" cap="sq">
                <a:solidFill>
                  <a:srgbClr val="C0392B"/>
                </a:solidFill>
                <a:prstDash val="solid"/>
                <a:round/>
              </a:ln>
            </p:spPr>
            <p:txBody>
              <a:bodyPr/>
              <a:lstStyle/>
              <a:p>
                <a:endParaRPr lang="zh-CN" altLang="en-US" sz="2190"/>
              </a:p>
            </p:txBody>
          </p:sp>
          <p:sp>
            <p:nvSpPr>
              <p:cNvPr id="2909" name="文本框 2908"/>
              <p:cNvSpPr txBox="1"/>
              <p:nvPr/>
            </p:nvSpPr>
            <p:spPr>
              <a:xfrm>
                <a:off x="1156521"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910" name="任意多边形: 形状 2909"/>
              <p:cNvSpPr/>
              <p:nvPr/>
            </p:nvSpPr>
            <p:spPr>
              <a:xfrm flipV="1">
                <a:off x="1088529" y="3190371"/>
                <a:ext cx="113877" cy="10177"/>
              </a:xfrm>
              <a:custGeom>
                <a:avLst/>
                <a:gdLst>
                  <a:gd name="csX0" fmla="*/ -35 w 113877"/>
                  <a:gd name="csY0" fmla="*/ 147 h 10177"/>
                  <a:gd name="csX1" fmla="*/ 56904 w 113877"/>
                  <a:gd name="csY1" fmla="*/ 147 h 10177"/>
                  <a:gd name="csX2" fmla="*/ 113842 w 113877"/>
                  <a:gd name="csY2" fmla="*/ 147 h 10177"/>
                </a:gdLst>
                <a:ahLst/>
                <a:cxnLst>
                  <a:cxn ang="0">
                    <a:pos x="csX0" y="csY0"/>
                  </a:cxn>
                  <a:cxn ang="0">
                    <a:pos x="csX1" y="csY1"/>
                  </a:cxn>
                  <a:cxn ang="0">
                    <a:pos x="csX2" y="csY2"/>
                  </a:cxn>
                </a:cxnLst>
                <a:rect l="l" t="t" r="r" b="b"/>
                <a:pathLst>
                  <a:path w="113877" h="10177">
                    <a:moveTo>
                      <a:pt x="-35" y="147"/>
                    </a:moveTo>
                    <a:lnTo>
                      <a:pt x="56904" y="147"/>
                    </a:lnTo>
                    <a:lnTo>
                      <a:pt x="113842" y="147"/>
                    </a:lnTo>
                  </a:path>
                </a:pathLst>
              </a:custGeom>
              <a:noFill/>
              <a:ln w="12639" cap="sq">
                <a:solidFill>
                  <a:srgbClr val="2980B9"/>
                </a:solidFill>
                <a:prstDash val="solid"/>
                <a:round/>
              </a:ln>
            </p:spPr>
            <p:txBody>
              <a:bodyPr/>
              <a:lstStyle/>
              <a:p>
                <a:endParaRPr lang="zh-CN" altLang="en-US" sz="2190"/>
              </a:p>
            </p:txBody>
          </p:sp>
          <p:sp>
            <p:nvSpPr>
              <p:cNvPr id="2911" name="文本框 2910"/>
              <p:cNvSpPr txBox="1"/>
              <p:nvPr/>
            </p:nvSpPr>
            <p:spPr>
              <a:xfrm>
                <a:off x="1156521"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79" name="文本框 1878"/>
            <p:cNvSpPr txBox="1"/>
            <p:nvPr/>
          </p:nvSpPr>
          <p:spPr>
            <a:xfrm>
              <a:off x="475312" y="3196574"/>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g</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0" name="图形 2"/>
            <p:cNvGrpSpPr/>
            <p:nvPr/>
          </p:nvGrpSpPr>
          <p:grpSpPr>
            <a:xfrm>
              <a:off x="2314281" y="3382656"/>
              <a:ext cx="1553344" cy="1310860"/>
              <a:chOff x="1869796" y="2902074"/>
              <a:chExt cx="1553344" cy="1310860"/>
            </a:xfrm>
          </p:grpSpPr>
          <p:sp>
            <p:nvSpPr>
              <p:cNvPr id="2834" name="任意多边形: 形状 2833"/>
              <p:cNvSpPr/>
              <p:nvPr/>
            </p:nvSpPr>
            <p:spPr>
              <a:xfrm flipV="1">
                <a:off x="2259968" y="3923934"/>
                <a:ext cx="10962" cy="20558"/>
              </a:xfrm>
              <a:custGeom>
                <a:avLst/>
                <a:gdLst>
                  <a:gd name="csX0" fmla="*/ 147 w 10962"/>
                  <a:gd name="csY0" fmla="*/ 20906 h 20558"/>
                  <a:gd name="csX1" fmla="*/ 147 w 10962"/>
                  <a:gd name="csY1" fmla="*/ 347 h 20558"/>
                </a:gdLst>
                <a:ahLst/>
                <a:cxnLst>
                  <a:cxn ang="0">
                    <a:pos x="csX0" y="csY0"/>
                  </a:cxn>
                  <a:cxn ang="0">
                    <a:pos x="csX1" y="csY1"/>
                  </a:cxn>
                </a:cxnLst>
                <a:rect l="l" t="t" r="r" b="b"/>
                <a:pathLst>
                  <a:path w="10962" h="20558">
                    <a:moveTo>
                      <a:pt x="147" y="20906"/>
                    </a:moveTo>
                    <a:lnTo>
                      <a:pt x="147" y="347"/>
                    </a:lnTo>
                  </a:path>
                </a:pathLst>
              </a:custGeom>
              <a:solidFill>
                <a:srgbClr val="000000"/>
              </a:solidFill>
              <a:ln w="6319" cap="flat">
                <a:noFill/>
                <a:prstDash val="solid"/>
                <a:miter/>
              </a:ln>
            </p:spPr>
            <p:txBody>
              <a:bodyPr/>
              <a:lstStyle/>
              <a:p>
                <a:endParaRPr lang="zh-CN" altLang="en-US" sz="2190"/>
              </a:p>
            </p:txBody>
          </p:sp>
          <p:sp>
            <p:nvSpPr>
              <p:cNvPr id="2835" name="任意多边形: 形状 2834"/>
              <p:cNvSpPr/>
              <p:nvPr/>
            </p:nvSpPr>
            <p:spPr>
              <a:xfrm flipV="1">
                <a:off x="2259968" y="3923934"/>
                <a:ext cx="10962" cy="20558"/>
              </a:xfrm>
              <a:custGeom>
                <a:avLst/>
                <a:gdLst>
                  <a:gd name="csX0" fmla="*/ 147 w 10962"/>
                  <a:gd name="csY0" fmla="*/ 20906 h 20558"/>
                  <a:gd name="csX1" fmla="*/ 147 w 10962"/>
                  <a:gd name="csY1" fmla="*/ 347 h 20558"/>
                </a:gdLst>
                <a:ahLst/>
                <a:cxnLst>
                  <a:cxn ang="0">
                    <a:pos x="csX0" y="csY0"/>
                  </a:cxn>
                  <a:cxn ang="0">
                    <a:pos x="csX1" y="csY1"/>
                  </a:cxn>
                </a:cxnLst>
                <a:rect l="l" t="t" r="r" b="b"/>
                <a:pathLst>
                  <a:path w="10962" h="20558">
                    <a:moveTo>
                      <a:pt x="147" y="20906"/>
                    </a:moveTo>
                    <a:lnTo>
                      <a:pt x="147" y="347"/>
                    </a:lnTo>
                  </a:path>
                </a:pathLst>
              </a:custGeom>
              <a:noFill/>
              <a:ln w="5056" cap="flat">
                <a:solidFill>
                  <a:srgbClr val="000000"/>
                </a:solidFill>
                <a:prstDash val="solid"/>
                <a:round/>
              </a:ln>
            </p:spPr>
            <p:txBody>
              <a:bodyPr/>
              <a:lstStyle/>
              <a:p>
                <a:endParaRPr lang="zh-CN" altLang="en-US" sz="2190"/>
              </a:p>
            </p:txBody>
          </p:sp>
          <p:sp>
            <p:nvSpPr>
              <p:cNvPr id="2836" name="文本框 2835"/>
              <p:cNvSpPr txBox="1"/>
              <p:nvPr/>
            </p:nvSpPr>
            <p:spPr>
              <a:xfrm>
                <a:off x="2150931" y="3908187"/>
                <a:ext cx="251688"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2837" name="任意多边形: 形状 2836"/>
              <p:cNvSpPr/>
              <p:nvPr/>
            </p:nvSpPr>
            <p:spPr>
              <a:xfrm flipV="1">
                <a:off x="2659851" y="3923934"/>
                <a:ext cx="10962" cy="20558"/>
              </a:xfrm>
              <a:custGeom>
                <a:avLst/>
                <a:gdLst>
                  <a:gd name="csX0" fmla="*/ 120 w 10962"/>
                  <a:gd name="csY0" fmla="*/ 20906 h 20558"/>
                  <a:gd name="csX1" fmla="*/ 120 w 10962"/>
                  <a:gd name="csY1" fmla="*/ 347 h 20558"/>
                </a:gdLst>
                <a:ahLst/>
                <a:cxnLst>
                  <a:cxn ang="0">
                    <a:pos x="csX0" y="csY0"/>
                  </a:cxn>
                  <a:cxn ang="0">
                    <a:pos x="csX1" y="csY1"/>
                  </a:cxn>
                </a:cxnLst>
                <a:rect l="l" t="t" r="r" b="b"/>
                <a:pathLst>
                  <a:path w="10962" h="20558">
                    <a:moveTo>
                      <a:pt x="120" y="20906"/>
                    </a:moveTo>
                    <a:lnTo>
                      <a:pt x="120" y="347"/>
                    </a:lnTo>
                  </a:path>
                </a:pathLst>
              </a:custGeom>
              <a:solidFill>
                <a:srgbClr val="000000"/>
              </a:solidFill>
              <a:ln w="6319" cap="flat">
                <a:noFill/>
                <a:prstDash val="solid"/>
                <a:miter/>
              </a:ln>
            </p:spPr>
            <p:txBody>
              <a:bodyPr/>
              <a:lstStyle/>
              <a:p>
                <a:endParaRPr lang="zh-CN" altLang="en-US" sz="2190"/>
              </a:p>
            </p:txBody>
          </p:sp>
          <p:sp>
            <p:nvSpPr>
              <p:cNvPr id="2838" name="任意多边形: 形状 2837"/>
              <p:cNvSpPr/>
              <p:nvPr/>
            </p:nvSpPr>
            <p:spPr>
              <a:xfrm flipV="1">
                <a:off x="2659851" y="3923934"/>
                <a:ext cx="10962" cy="20558"/>
              </a:xfrm>
              <a:custGeom>
                <a:avLst/>
                <a:gdLst>
                  <a:gd name="csX0" fmla="*/ 120 w 10962"/>
                  <a:gd name="csY0" fmla="*/ 20906 h 20558"/>
                  <a:gd name="csX1" fmla="*/ 120 w 10962"/>
                  <a:gd name="csY1" fmla="*/ 347 h 20558"/>
                </a:gdLst>
                <a:ahLst/>
                <a:cxnLst>
                  <a:cxn ang="0">
                    <a:pos x="csX0" y="csY0"/>
                  </a:cxn>
                  <a:cxn ang="0">
                    <a:pos x="csX1" y="csY1"/>
                  </a:cxn>
                </a:cxnLst>
                <a:rect l="l" t="t" r="r" b="b"/>
                <a:pathLst>
                  <a:path w="10962" h="20558">
                    <a:moveTo>
                      <a:pt x="120" y="20906"/>
                    </a:moveTo>
                    <a:lnTo>
                      <a:pt x="120" y="347"/>
                    </a:lnTo>
                  </a:path>
                </a:pathLst>
              </a:custGeom>
              <a:noFill/>
              <a:ln w="5056" cap="flat">
                <a:solidFill>
                  <a:srgbClr val="000000"/>
                </a:solidFill>
                <a:prstDash val="solid"/>
                <a:round/>
              </a:ln>
            </p:spPr>
            <p:txBody>
              <a:bodyPr/>
              <a:lstStyle/>
              <a:p>
                <a:endParaRPr lang="zh-CN" altLang="en-US" sz="2190"/>
              </a:p>
            </p:txBody>
          </p:sp>
          <p:sp>
            <p:nvSpPr>
              <p:cNvPr id="2839" name="文本框 2838"/>
              <p:cNvSpPr txBox="1"/>
              <p:nvPr/>
            </p:nvSpPr>
            <p:spPr>
              <a:xfrm>
                <a:off x="2533218"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40" name="任意多边形: 形状 2839"/>
              <p:cNvSpPr/>
              <p:nvPr/>
            </p:nvSpPr>
            <p:spPr>
              <a:xfrm flipV="1">
                <a:off x="3059733" y="3923934"/>
                <a:ext cx="10962" cy="20558"/>
              </a:xfrm>
              <a:custGeom>
                <a:avLst/>
                <a:gdLst>
                  <a:gd name="csX0" fmla="*/ 93 w 10962"/>
                  <a:gd name="csY0" fmla="*/ 20906 h 20558"/>
                  <a:gd name="csX1" fmla="*/ 93 w 10962"/>
                  <a:gd name="csY1" fmla="*/ 347 h 20558"/>
                </a:gdLst>
                <a:ahLst/>
                <a:cxnLst>
                  <a:cxn ang="0">
                    <a:pos x="csX0" y="csY0"/>
                  </a:cxn>
                  <a:cxn ang="0">
                    <a:pos x="csX1" y="csY1"/>
                  </a:cxn>
                </a:cxnLst>
                <a:rect l="l" t="t" r="r" b="b"/>
                <a:pathLst>
                  <a:path w="10962" h="20558">
                    <a:moveTo>
                      <a:pt x="93" y="20906"/>
                    </a:moveTo>
                    <a:lnTo>
                      <a:pt x="93" y="347"/>
                    </a:lnTo>
                  </a:path>
                </a:pathLst>
              </a:custGeom>
              <a:solidFill>
                <a:srgbClr val="000000"/>
              </a:solidFill>
              <a:ln w="6319" cap="flat">
                <a:noFill/>
                <a:prstDash val="solid"/>
                <a:miter/>
              </a:ln>
            </p:spPr>
            <p:txBody>
              <a:bodyPr/>
              <a:lstStyle/>
              <a:p>
                <a:endParaRPr lang="zh-CN" altLang="en-US" sz="2190"/>
              </a:p>
            </p:txBody>
          </p:sp>
          <p:sp>
            <p:nvSpPr>
              <p:cNvPr id="2841" name="任意多边形: 形状 2840"/>
              <p:cNvSpPr/>
              <p:nvPr/>
            </p:nvSpPr>
            <p:spPr>
              <a:xfrm flipV="1">
                <a:off x="3059733" y="3923934"/>
                <a:ext cx="10962" cy="20558"/>
              </a:xfrm>
              <a:custGeom>
                <a:avLst/>
                <a:gdLst>
                  <a:gd name="csX0" fmla="*/ 93 w 10962"/>
                  <a:gd name="csY0" fmla="*/ 20906 h 20558"/>
                  <a:gd name="csX1" fmla="*/ 93 w 10962"/>
                  <a:gd name="csY1" fmla="*/ 347 h 20558"/>
                </a:gdLst>
                <a:ahLst/>
                <a:cxnLst>
                  <a:cxn ang="0">
                    <a:pos x="csX0" y="csY0"/>
                  </a:cxn>
                  <a:cxn ang="0">
                    <a:pos x="csX1" y="csY1"/>
                  </a:cxn>
                </a:cxnLst>
                <a:rect l="l" t="t" r="r" b="b"/>
                <a:pathLst>
                  <a:path w="10962" h="20558">
                    <a:moveTo>
                      <a:pt x="93" y="20906"/>
                    </a:moveTo>
                    <a:lnTo>
                      <a:pt x="93" y="347"/>
                    </a:lnTo>
                  </a:path>
                </a:pathLst>
              </a:custGeom>
              <a:noFill/>
              <a:ln w="5056" cap="flat">
                <a:solidFill>
                  <a:srgbClr val="000000"/>
                </a:solidFill>
                <a:prstDash val="solid"/>
                <a:round/>
              </a:ln>
            </p:spPr>
            <p:txBody>
              <a:bodyPr/>
              <a:lstStyle/>
              <a:p>
                <a:endParaRPr lang="zh-CN" altLang="en-US" sz="2190"/>
              </a:p>
            </p:txBody>
          </p:sp>
          <p:sp>
            <p:nvSpPr>
              <p:cNvPr id="2842" name="文本框 2841"/>
              <p:cNvSpPr txBox="1"/>
              <p:nvPr/>
            </p:nvSpPr>
            <p:spPr>
              <a:xfrm>
                <a:off x="2915505"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43" name="文本框 2842"/>
              <p:cNvSpPr txBox="1"/>
              <p:nvPr/>
            </p:nvSpPr>
            <p:spPr>
              <a:xfrm>
                <a:off x="2512094"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44" name="任意多边形: 形状 2843"/>
              <p:cNvSpPr/>
              <p:nvPr/>
            </p:nvSpPr>
            <p:spPr>
              <a:xfrm flipV="1">
                <a:off x="2192047" y="3884066"/>
                <a:ext cx="22142" cy="10177"/>
              </a:xfrm>
              <a:custGeom>
                <a:avLst/>
                <a:gdLst>
                  <a:gd name="csX0" fmla="*/ 22293 w 22142"/>
                  <a:gd name="csY0" fmla="*/ 334 h 10177"/>
                  <a:gd name="csX1" fmla="*/ 151 w 22142"/>
                  <a:gd name="csY1" fmla="*/ 334 h 10177"/>
                </a:gdLst>
                <a:ahLst/>
                <a:cxnLst>
                  <a:cxn ang="0">
                    <a:pos x="csX0" y="csY0"/>
                  </a:cxn>
                  <a:cxn ang="0">
                    <a:pos x="csX1" y="csY1"/>
                  </a:cxn>
                </a:cxnLst>
                <a:rect l="l" t="t" r="r" b="b"/>
                <a:pathLst>
                  <a:path w="22142" h="10177">
                    <a:moveTo>
                      <a:pt x="22293" y="334"/>
                    </a:moveTo>
                    <a:lnTo>
                      <a:pt x="151" y="334"/>
                    </a:lnTo>
                  </a:path>
                </a:pathLst>
              </a:custGeom>
              <a:solidFill>
                <a:srgbClr val="000000"/>
              </a:solidFill>
              <a:ln w="6319" cap="flat">
                <a:noFill/>
                <a:prstDash val="solid"/>
                <a:miter/>
              </a:ln>
            </p:spPr>
            <p:txBody>
              <a:bodyPr/>
              <a:lstStyle/>
              <a:p>
                <a:endParaRPr lang="zh-CN" altLang="en-US" sz="2190"/>
              </a:p>
            </p:txBody>
          </p:sp>
          <p:sp>
            <p:nvSpPr>
              <p:cNvPr id="2845" name="任意多边形: 形状 2844"/>
              <p:cNvSpPr/>
              <p:nvPr/>
            </p:nvSpPr>
            <p:spPr>
              <a:xfrm flipV="1">
                <a:off x="2192047" y="3884066"/>
                <a:ext cx="22142" cy="10177"/>
              </a:xfrm>
              <a:custGeom>
                <a:avLst/>
                <a:gdLst>
                  <a:gd name="csX0" fmla="*/ 22293 w 22142"/>
                  <a:gd name="csY0" fmla="*/ 334 h 10177"/>
                  <a:gd name="csX1" fmla="*/ 151 w 22142"/>
                  <a:gd name="csY1" fmla="*/ 334 h 10177"/>
                </a:gdLst>
                <a:ahLst/>
                <a:cxnLst>
                  <a:cxn ang="0">
                    <a:pos x="csX0" y="csY0"/>
                  </a:cxn>
                  <a:cxn ang="0">
                    <a:pos x="csX1" y="csY1"/>
                  </a:cxn>
                </a:cxnLst>
                <a:rect l="l" t="t" r="r" b="b"/>
                <a:pathLst>
                  <a:path w="22142" h="10177">
                    <a:moveTo>
                      <a:pt x="22293" y="334"/>
                    </a:moveTo>
                    <a:lnTo>
                      <a:pt x="151" y="334"/>
                    </a:lnTo>
                  </a:path>
                </a:pathLst>
              </a:custGeom>
              <a:noFill/>
              <a:ln w="5056" cap="flat">
                <a:solidFill>
                  <a:srgbClr val="000000"/>
                </a:solidFill>
                <a:prstDash val="solid"/>
                <a:round/>
              </a:ln>
            </p:spPr>
            <p:txBody>
              <a:bodyPr/>
              <a:lstStyle/>
              <a:p>
                <a:endParaRPr lang="zh-CN" altLang="en-US" sz="2190"/>
              </a:p>
            </p:txBody>
          </p:sp>
          <p:sp>
            <p:nvSpPr>
              <p:cNvPr id="2846" name="文本框 2845"/>
              <p:cNvSpPr txBox="1"/>
              <p:nvPr/>
            </p:nvSpPr>
            <p:spPr>
              <a:xfrm>
                <a:off x="1990488"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47" name="任意多边形: 形状 2846"/>
              <p:cNvSpPr/>
              <p:nvPr/>
            </p:nvSpPr>
            <p:spPr>
              <a:xfrm flipV="1">
                <a:off x="2192047" y="3724596"/>
                <a:ext cx="22142" cy="10177"/>
              </a:xfrm>
              <a:custGeom>
                <a:avLst/>
                <a:gdLst>
                  <a:gd name="csX0" fmla="*/ 22293 w 22142"/>
                  <a:gd name="csY0" fmla="*/ 291 h 10177"/>
                  <a:gd name="csX1" fmla="*/ 151 w 22142"/>
                  <a:gd name="csY1" fmla="*/ 291 h 10177"/>
                </a:gdLst>
                <a:ahLst/>
                <a:cxnLst>
                  <a:cxn ang="0">
                    <a:pos x="csX0" y="csY0"/>
                  </a:cxn>
                  <a:cxn ang="0">
                    <a:pos x="csX1" y="csY1"/>
                  </a:cxn>
                </a:cxnLst>
                <a:rect l="l" t="t" r="r" b="b"/>
                <a:pathLst>
                  <a:path w="22142" h="10177">
                    <a:moveTo>
                      <a:pt x="22293" y="291"/>
                    </a:moveTo>
                    <a:lnTo>
                      <a:pt x="151" y="291"/>
                    </a:lnTo>
                  </a:path>
                </a:pathLst>
              </a:custGeom>
              <a:solidFill>
                <a:srgbClr val="000000"/>
              </a:solidFill>
              <a:ln w="6319" cap="flat">
                <a:noFill/>
                <a:prstDash val="solid"/>
                <a:miter/>
              </a:ln>
            </p:spPr>
            <p:txBody>
              <a:bodyPr/>
              <a:lstStyle/>
              <a:p>
                <a:endParaRPr lang="zh-CN" altLang="en-US" sz="2190"/>
              </a:p>
            </p:txBody>
          </p:sp>
          <p:sp>
            <p:nvSpPr>
              <p:cNvPr id="2848" name="任意多边形: 形状 2847"/>
              <p:cNvSpPr/>
              <p:nvPr/>
            </p:nvSpPr>
            <p:spPr>
              <a:xfrm flipV="1">
                <a:off x="2192047" y="3724596"/>
                <a:ext cx="22142" cy="10177"/>
              </a:xfrm>
              <a:custGeom>
                <a:avLst/>
                <a:gdLst>
                  <a:gd name="csX0" fmla="*/ 22293 w 22142"/>
                  <a:gd name="csY0" fmla="*/ 291 h 10177"/>
                  <a:gd name="csX1" fmla="*/ 151 w 22142"/>
                  <a:gd name="csY1" fmla="*/ 291 h 10177"/>
                </a:gdLst>
                <a:ahLst/>
                <a:cxnLst>
                  <a:cxn ang="0">
                    <a:pos x="csX0" y="csY0"/>
                  </a:cxn>
                  <a:cxn ang="0">
                    <a:pos x="csX1" y="csY1"/>
                  </a:cxn>
                </a:cxnLst>
                <a:rect l="l" t="t" r="r" b="b"/>
                <a:pathLst>
                  <a:path w="22142" h="10177">
                    <a:moveTo>
                      <a:pt x="22293" y="291"/>
                    </a:moveTo>
                    <a:lnTo>
                      <a:pt x="151" y="291"/>
                    </a:lnTo>
                  </a:path>
                </a:pathLst>
              </a:custGeom>
              <a:noFill/>
              <a:ln w="5056" cap="flat">
                <a:solidFill>
                  <a:srgbClr val="000000"/>
                </a:solidFill>
                <a:prstDash val="solid"/>
                <a:round/>
              </a:ln>
            </p:spPr>
            <p:txBody>
              <a:bodyPr/>
              <a:lstStyle/>
              <a:p>
                <a:endParaRPr lang="zh-CN" altLang="en-US" sz="2190"/>
              </a:p>
            </p:txBody>
          </p:sp>
          <p:sp>
            <p:nvSpPr>
              <p:cNvPr id="2849" name="文本框 2848"/>
              <p:cNvSpPr txBox="1"/>
              <p:nvPr/>
            </p:nvSpPr>
            <p:spPr>
              <a:xfrm>
                <a:off x="1990488"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50" name="任意多边形: 形状 2849"/>
              <p:cNvSpPr/>
              <p:nvPr/>
            </p:nvSpPr>
            <p:spPr>
              <a:xfrm flipV="1">
                <a:off x="2192047" y="3565129"/>
                <a:ext cx="22142" cy="10177"/>
              </a:xfrm>
              <a:custGeom>
                <a:avLst/>
                <a:gdLst>
                  <a:gd name="csX0" fmla="*/ 22293 w 22142"/>
                  <a:gd name="csY0" fmla="*/ 248 h 10177"/>
                  <a:gd name="csX1" fmla="*/ 151 w 22142"/>
                  <a:gd name="csY1" fmla="*/ 248 h 10177"/>
                </a:gdLst>
                <a:ahLst/>
                <a:cxnLst>
                  <a:cxn ang="0">
                    <a:pos x="csX0" y="csY0"/>
                  </a:cxn>
                  <a:cxn ang="0">
                    <a:pos x="csX1" y="csY1"/>
                  </a:cxn>
                </a:cxnLst>
                <a:rect l="l" t="t" r="r" b="b"/>
                <a:pathLst>
                  <a:path w="22142" h="10177">
                    <a:moveTo>
                      <a:pt x="22293" y="248"/>
                    </a:moveTo>
                    <a:lnTo>
                      <a:pt x="151" y="248"/>
                    </a:lnTo>
                  </a:path>
                </a:pathLst>
              </a:custGeom>
              <a:solidFill>
                <a:srgbClr val="000000"/>
              </a:solidFill>
              <a:ln w="6319" cap="flat">
                <a:noFill/>
                <a:prstDash val="solid"/>
                <a:miter/>
              </a:ln>
            </p:spPr>
            <p:txBody>
              <a:bodyPr/>
              <a:lstStyle/>
              <a:p>
                <a:endParaRPr lang="zh-CN" altLang="en-US" sz="2190"/>
              </a:p>
            </p:txBody>
          </p:sp>
          <p:sp>
            <p:nvSpPr>
              <p:cNvPr id="2851" name="任意多边形: 形状 2850"/>
              <p:cNvSpPr/>
              <p:nvPr/>
            </p:nvSpPr>
            <p:spPr>
              <a:xfrm flipV="1">
                <a:off x="2192047" y="3565129"/>
                <a:ext cx="22142" cy="10177"/>
              </a:xfrm>
              <a:custGeom>
                <a:avLst/>
                <a:gdLst>
                  <a:gd name="csX0" fmla="*/ 22293 w 22142"/>
                  <a:gd name="csY0" fmla="*/ 248 h 10177"/>
                  <a:gd name="csX1" fmla="*/ 151 w 22142"/>
                  <a:gd name="csY1" fmla="*/ 248 h 10177"/>
                </a:gdLst>
                <a:ahLst/>
                <a:cxnLst>
                  <a:cxn ang="0">
                    <a:pos x="csX0" y="csY0"/>
                  </a:cxn>
                  <a:cxn ang="0">
                    <a:pos x="csX1" y="csY1"/>
                  </a:cxn>
                </a:cxnLst>
                <a:rect l="l" t="t" r="r" b="b"/>
                <a:pathLst>
                  <a:path w="22142" h="10177">
                    <a:moveTo>
                      <a:pt x="22293" y="248"/>
                    </a:moveTo>
                    <a:lnTo>
                      <a:pt x="151" y="248"/>
                    </a:lnTo>
                  </a:path>
                </a:pathLst>
              </a:custGeom>
              <a:noFill/>
              <a:ln w="5056" cap="flat">
                <a:solidFill>
                  <a:srgbClr val="000000"/>
                </a:solidFill>
                <a:prstDash val="solid"/>
                <a:round/>
              </a:ln>
            </p:spPr>
            <p:txBody>
              <a:bodyPr/>
              <a:lstStyle/>
              <a:p>
                <a:endParaRPr lang="zh-CN" altLang="en-US" sz="2190"/>
              </a:p>
            </p:txBody>
          </p:sp>
          <p:sp>
            <p:nvSpPr>
              <p:cNvPr id="2852" name="文本框 2851"/>
              <p:cNvSpPr txBox="1"/>
              <p:nvPr/>
            </p:nvSpPr>
            <p:spPr>
              <a:xfrm>
                <a:off x="1990488"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53" name="任意多边形: 形状 2852"/>
              <p:cNvSpPr/>
              <p:nvPr/>
            </p:nvSpPr>
            <p:spPr>
              <a:xfrm flipV="1">
                <a:off x="2192047" y="3405654"/>
                <a:ext cx="22142" cy="10177"/>
              </a:xfrm>
              <a:custGeom>
                <a:avLst/>
                <a:gdLst>
                  <a:gd name="csX0" fmla="*/ 22293 w 22142"/>
                  <a:gd name="csY0" fmla="*/ 205 h 10177"/>
                  <a:gd name="csX1" fmla="*/ 151 w 22142"/>
                  <a:gd name="csY1" fmla="*/ 205 h 10177"/>
                </a:gdLst>
                <a:ahLst/>
                <a:cxnLst>
                  <a:cxn ang="0">
                    <a:pos x="csX0" y="csY0"/>
                  </a:cxn>
                  <a:cxn ang="0">
                    <a:pos x="csX1" y="csY1"/>
                  </a:cxn>
                </a:cxnLst>
                <a:rect l="l" t="t" r="r" b="b"/>
                <a:pathLst>
                  <a:path w="22142" h="10177">
                    <a:moveTo>
                      <a:pt x="22293" y="205"/>
                    </a:moveTo>
                    <a:lnTo>
                      <a:pt x="151" y="205"/>
                    </a:lnTo>
                  </a:path>
                </a:pathLst>
              </a:custGeom>
              <a:solidFill>
                <a:srgbClr val="000000"/>
              </a:solidFill>
              <a:ln w="6319" cap="flat">
                <a:noFill/>
                <a:prstDash val="solid"/>
                <a:miter/>
              </a:ln>
            </p:spPr>
            <p:txBody>
              <a:bodyPr/>
              <a:lstStyle/>
              <a:p>
                <a:endParaRPr lang="zh-CN" altLang="en-US" sz="2190"/>
              </a:p>
            </p:txBody>
          </p:sp>
          <p:sp>
            <p:nvSpPr>
              <p:cNvPr id="2854" name="任意多边形: 形状 2853"/>
              <p:cNvSpPr/>
              <p:nvPr/>
            </p:nvSpPr>
            <p:spPr>
              <a:xfrm flipV="1">
                <a:off x="2192047" y="3405654"/>
                <a:ext cx="22142" cy="10177"/>
              </a:xfrm>
              <a:custGeom>
                <a:avLst/>
                <a:gdLst>
                  <a:gd name="csX0" fmla="*/ 22293 w 22142"/>
                  <a:gd name="csY0" fmla="*/ 205 h 10177"/>
                  <a:gd name="csX1" fmla="*/ 151 w 22142"/>
                  <a:gd name="csY1" fmla="*/ 205 h 10177"/>
                </a:gdLst>
                <a:ahLst/>
                <a:cxnLst>
                  <a:cxn ang="0">
                    <a:pos x="csX0" y="csY0"/>
                  </a:cxn>
                  <a:cxn ang="0">
                    <a:pos x="csX1" y="csY1"/>
                  </a:cxn>
                </a:cxnLst>
                <a:rect l="l" t="t" r="r" b="b"/>
                <a:pathLst>
                  <a:path w="22142" h="10177">
                    <a:moveTo>
                      <a:pt x="22293" y="205"/>
                    </a:moveTo>
                    <a:lnTo>
                      <a:pt x="151" y="205"/>
                    </a:lnTo>
                  </a:path>
                </a:pathLst>
              </a:custGeom>
              <a:noFill/>
              <a:ln w="5056" cap="flat">
                <a:solidFill>
                  <a:srgbClr val="000000"/>
                </a:solidFill>
                <a:prstDash val="solid"/>
                <a:round/>
              </a:ln>
            </p:spPr>
            <p:txBody>
              <a:bodyPr/>
              <a:lstStyle/>
              <a:p>
                <a:endParaRPr lang="zh-CN" altLang="en-US" sz="2190"/>
              </a:p>
            </p:txBody>
          </p:sp>
          <p:sp>
            <p:nvSpPr>
              <p:cNvPr id="2855" name="文本框 2854"/>
              <p:cNvSpPr txBox="1"/>
              <p:nvPr/>
            </p:nvSpPr>
            <p:spPr>
              <a:xfrm>
                <a:off x="1990488"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56" name="任意多边形: 形状 2855"/>
              <p:cNvSpPr/>
              <p:nvPr/>
            </p:nvSpPr>
            <p:spPr>
              <a:xfrm flipV="1">
                <a:off x="2192047" y="3246184"/>
                <a:ext cx="22142" cy="10177"/>
              </a:xfrm>
              <a:custGeom>
                <a:avLst/>
                <a:gdLst>
                  <a:gd name="csX0" fmla="*/ 22293 w 22142"/>
                  <a:gd name="csY0" fmla="*/ 162 h 10177"/>
                  <a:gd name="csX1" fmla="*/ 151 w 22142"/>
                  <a:gd name="csY1" fmla="*/ 162 h 10177"/>
                </a:gdLst>
                <a:ahLst/>
                <a:cxnLst>
                  <a:cxn ang="0">
                    <a:pos x="csX0" y="csY0"/>
                  </a:cxn>
                  <a:cxn ang="0">
                    <a:pos x="csX1" y="csY1"/>
                  </a:cxn>
                </a:cxnLst>
                <a:rect l="l" t="t" r="r" b="b"/>
                <a:pathLst>
                  <a:path w="22142" h="10177">
                    <a:moveTo>
                      <a:pt x="22293" y="162"/>
                    </a:moveTo>
                    <a:lnTo>
                      <a:pt x="151" y="162"/>
                    </a:lnTo>
                  </a:path>
                </a:pathLst>
              </a:custGeom>
              <a:solidFill>
                <a:srgbClr val="000000"/>
              </a:solidFill>
              <a:ln w="6319" cap="flat">
                <a:noFill/>
                <a:prstDash val="solid"/>
                <a:miter/>
              </a:ln>
            </p:spPr>
            <p:txBody>
              <a:bodyPr/>
              <a:lstStyle/>
              <a:p>
                <a:endParaRPr lang="zh-CN" altLang="en-US" sz="2190"/>
              </a:p>
            </p:txBody>
          </p:sp>
          <p:sp>
            <p:nvSpPr>
              <p:cNvPr id="2857" name="任意多边形: 形状 2856"/>
              <p:cNvSpPr/>
              <p:nvPr/>
            </p:nvSpPr>
            <p:spPr>
              <a:xfrm flipV="1">
                <a:off x="2192047" y="3246184"/>
                <a:ext cx="22142" cy="10177"/>
              </a:xfrm>
              <a:custGeom>
                <a:avLst/>
                <a:gdLst>
                  <a:gd name="csX0" fmla="*/ 22293 w 22142"/>
                  <a:gd name="csY0" fmla="*/ 162 h 10177"/>
                  <a:gd name="csX1" fmla="*/ 151 w 22142"/>
                  <a:gd name="csY1" fmla="*/ 162 h 10177"/>
                </a:gdLst>
                <a:ahLst/>
                <a:cxnLst>
                  <a:cxn ang="0">
                    <a:pos x="csX0" y="csY0"/>
                  </a:cxn>
                  <a:cxn ang="0">
                    <a:pos x="csX1" y="csY1"/>
                  </a:cxn>
                </a:cxnLst>
                <a:rect l="l" t="t" r="r" b="b"/>
                <a:pathLst>
                  <a:path w="22142" h="10177">
                    <a:moveTo>
                      <a:pt x="22293" y="162"/>
                    </a:moveTo>
                    <a:lnTo>
                      <a:pt x="151" y="162"/>
                    </a:lnTo>
                  </a:path>
                </a:pathLst>
              </a:custGeom>
              <a:noFill/>
              <a:ln w="5056" cap="flat">
                <a:solidFill>
                  <a:srgbClr val="000000"/>
                </a:solidFill>
                <a:prstDash val="solid"/>
                <a:round/>
              </a:ln>
            </p:spPr>
            <p:txBody>
              <a:bodyPr/>
              <a:lstStyle/>
              <a:p>
                <a:endParaRPr lang="zh-CN" altLang="en-US" sz="2190"/>
              </a:p>
            </p:txBody>
          </p:sp>
          <p:sp>
            <p:nvSpPr>
              <p:cNvPr id="2858" name="文本框 2857"/>
              <p:cNvSpPr txBox="1"/>
              <p:nvPr/>
            </p:nvSpPr>
            <p:spPr>
              <a:xfrm>
                <a:off x="1990488"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59" name="任意多边形: 形状 2858"/>
              <p:cNvSpPr/>
              <p:nvPr/>
            </p:nvSpPr>
            <p:spPr>
              <a:xfrm flipV="1">
                <a:off x="2192047" y="3086715"/>
                <a:ext cx="22142" cy="10177"/>
              </a:xfrm>
              <a:custGeom>
                <a:avLst/>
                <a:gdLst>
                  <a:gd name="csX0" fmla="*/ 22293 w 22142"/>
                  <a:gd name="csY0" fmla="*/ 120 h 10177"/>
                  <a:gd name="csX1" fmla="*/ 151 w 22142"/>
                  <a:gd name="csY1" fmla="*/ 120 h 10177"/>
                </a:gdLst>
                <a:ahLst/>
                <a:cxnLst>
                  <a:cxn ang="0">
                    <a:pos x="csX0" y="csY0"/>
                  </a:cxn>
                  <a:cxn ang="0">
                    <a:pos x="csX1" y="csY1"/>
                  </a:cxn>
                </a:cxnLst>
                <a:rect l="l" t="t" r="r" b="b"/>
                <a:pathLst>
                  <a:path w="22142" h="10177">
                    <a:moveTo>
                      <a:pt x="22293" y="120"/>
                    </a:moveTo>
                    <a:lnTo>
                      <a:pt x="151" y="120"/>
                    </a:lnTo>
                  </a:path>
                </a:pathLst>
              </a:custGeom>
              <a:solidFill>
                <a:srgbClr val="000000"/>
              </a:solidFill>
              <a:ln w="6319" cap="flat">
                <a:noFill/>
                <a:prstDash val="solid"/>
                <a:miter/>
              </a:ln>
            </p:spPr>
            <p:txBody>
              <a:bodyPr/>
              <a:lstStyle/>
              <a:p>
                <a:endParaRPr lang="zh-CN" altLang="en-US" sz="2190"/>
              </a:p>
            </p:txBody>
          </p:sp>
          <p:sp>
            <p:nvSpPr>
              <p:cNvPr id="2860" name="任意多边形: 形状 2859"/>
              <p:cNvSpPr/>
              <p:nvPr/>
            </p:nvSpPr>
            <p:spPr>
              <a:xfrm flipV="1">
                <a:off x="2192047" y="3086715"/>
                <a:ext cx="22142" cy="10177"/>
              </a:xfrm>
              <a:custGeom>
                <a:avLst/>
                <a:gdLst>
                  <a:gd name="csX0" fmla="*/ 22293 w 22142"/>
                  <a:gd name="csY0" fmla="*/ 120 h 10177"/>
                  <a:gd name="csX1" fmla="*/ 151 w 22142"/>
                  <a:gd name="csY1" fmla="*/ 120 h 10177"/>
                </a:gdLst>
                <a:ahLst/>
                <a:cxnLst>
                  <a:cxn ang="0">
                    <a:pos x="csX0" y="csY0"/>
                  </a:cxn>
                  <a:cxn ang="0">
                    <a:pos x="csX1" y="csY1"/>
                  </a:cxn>
                </a:cxnLst>
                <a:rect l="l" t="t" r="r" b="b"/>
                <a:pathLst>
                  <a:path w="22142" h="10177">
                    <a:moveTo>
                      <a:pt x="22293" y="120"/>
                    </a:moveTo>
                    <a:lnTo>
                      <a:pt x="151" y="120"/>
                    </a:lnTo>
                  </a:path>
                </a:pathLst>
              </a:custGeom>
              <a:noFill/>
              <a:ln w="5056" cap="flat">
                <a:solidFill>
                  <a:srgbClr val="000000"/>
                </a:solidFill>
                <a:prstDash val="solid"/>
                <a:round/>
              </a:ln>
            </p:spPr>
            <p:txBody>
              <a:bodyPr/>
              <a:lstStyle/>
              <a:p>
                <a:endParaRPr lang="zh-CN" altLang="en-US" sz="2190"/>
              </a:p>
            </p:txBody>
          </p:sp>
          <p:sp>
            <p:nvSpPr>
              <p:cNvPr id="2861" name="文本框 2860"/>
              <p:cNvSpPr txBox="1"/>
              <p:nvPr/>
            </p:nvSpPr>
            <p:spPr>
              <a:xfrm>
                <a:off x="1990488"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862" name="文本框 2861"/>
              <p:cNvSpPr txBox="1"/>
              <p:nvPr/>
            </p:nvSpPr>
            <p:spPr>
              <a:xfrm rot="16200000">
                <a:off x="1551502" y="3456848"/>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863" name="任意多边形: 形状 2862"/>
              <p:cNvSpPr/>
              <p:nvPr/>
            </p:nvSpPr>
            <p:spPr>
              <a:xfrm flipV="1">
                <a:off x="2259968" y="3086715"/>
                <a:ext cx="763323" cy="797350"/>
              </a:xfrm>
              <a:custGeom>
                <a:avLst/>
                <a:gdLst>
                  <a:gd name="csX0" fmla="*/ 121 w 763323"/>
                  <a:gd name="csY0" fmla="*/ 797577 h 797350"/>
                  <a:gd name="csX1" fmla="*/ 17476 w 763323"/>
                  <a:gd name="csY1" fmla="*/ 797577 h 797350"/>
                  <a:gd name="csX2" fmla="*/ 17476 w 763323"/>
                  <a:gd name="csY2" fmla="*/ 779856 h 797350"/>
                  <a:gd name="csX3" fmla="*/ 44033 w 763323"/>
                  <a:gd name="csY3" fmla="*/ 779856 h 797350"/>
                  <a:gd name="csX4" fmla="*/ 44033 w 763323"/>
                  <a:gd name="csY4" fmla="*/ 762140 h 797350"/>
                  <a:gd name="csX5" fmla="*/ 46399 w 763323"/>
                  <a:gd name="csY5" fmla="*/ 762140 h 797350"/>
                  <a:gd name="csX6" fmla="*/ 46399 w 763323"/>
                  <a:gd name="csY6" fmla="*/ 744419 h 797350"/>
                  <a:gd name="csX7" fmla="*/ 48240 w 763323"/>
                  <a:gd name="csY7" fmla="*/ 744419 h 797350"/>
                  <a:gd name="csX8" fmla="*/ 48240 w 763323"/>
                  <a:gd name="csY8" fmla="*/ 726698 h 797350"/>
                  <a:gd name="csX9" fmla="*/ 53499 w 763323"/>
                  <a:gd name="csY9" fmla="*/ 726698 h 797350"/>
                  <a:gd name="csX10" fmla="*/ 53499 w 763323"/>
                  <a:gd name="csY10" fmla="*/ 708982 h 797350"/>
                  <a:gd name="csX11" fmla="*/ 59283 w 763323"/>
                  <a:gd name="csY11" fmla="*/ 708982 h 797350"/>
                  <a:gd name="csX12" fmla="*/ 59283 w 763323"/>
                  <a:gd name="csY12" fmla="*/ 691261 h 797350"/>
                  <a:gd name="csX13" fmla="*/ 64016 w 763323"/>
                  <a:gd name="csY13" fmla="*/ 691261 h 797350"/>
                  <a:gd name="csX14" fmla="*/ 64016 w 763323"/>
                  <a:gd name="csY14" fmla="*/ 673545 h 797350"/>
                  <a:gd name="csX15" fmla="*/ 64279 w 763323"/>
                  <a:gd name="csY15" fmla="*/ 673545 h 797350"/>
                  <a:gd name="csX16" fmla="*/ 64279 w 763323"/>
                  <a:gd name="csY16" fmla="*/ 655824 h 797350"/>
                  <a:gd name="csX17" fmla="*/ 64805 w 763323"/>
                  <a:gd name="csY17" fmla="*/ 655824 h 797350"/>
                  <a:gd name="csX18" fmla="*/ 64805 w 763323"/>
                  <a:gd name="csY18" fmla="*/ 638108 h 797350"/>
                  <a:gd name="csX19" fmla="*/ 65857 w 763323"/>
                  <a:gd name="csY19" fmla="*/ 638108 h 797350"/>
                  <a:gd name="csX20" fmla="*/ 65857 w 763323"/>
                  <a:gd name="csY20" fmla="*/ 620387 h 797350"/>
                  <a:gd name="csX21" fmla="*/ 66646 w 763323"/>
                  <a:gd name="csY21" fmla="*/ 620387 h 797350"/>
                  <a:gd name="csX22" fmla="*/ 66646 w 763323"/>
                  <a:gd name="csY22" fmla="*/ 602665 h 797350"/>
                  <a:gd name="csX23" fmla="*/ 70327 w 763323"/>
                  <a:gd name="csY23" fmla="*/ 602665 h 797350"/>
                  <a:gd name="csX24" fmla="*/ 70327 w 763323"/>
                  <a:gd name="csY24" fmla="*/ 584950 h 797350"/>
                  <a:gd name="csX25" fmla="*/ 79267 w 763323"/>
                  <a:gd name="csY25" fmla="*/ 584950 h 797350"/>
                  <a:gd name="csX26" fmla="*/ 79267 w 763323"/>
                  <a:gd name="csY26" fmla="*/ 567228 h 797350"/>
                  <a:gd name="csX27" fmla="*/ 86367 w 763323"/>
                  <a:gd name="csY27" fmla="*/ 567228 h 797350"/>
                  <a:gd name="csX28" fmla="*/ 86367 w 763323"/>
                  <a:gd name="csY28" fmla="*/ 549513 h 797350"/>
                  <a:gd name="csX29" fmla="*/ 88207 w 763323"/>
                  <a:gd name="csY29" fmla="*/ 549513 h 797350"/>
                  <a:gd name="csX30" fmla="*/ 88207 w 763323"/>
                  <a:gd name="csY30" fmla="*/ 514076 h 797350"/>
                  <a:gd name="csX31" fmla="*/ 89522 w 763323"/>
                  <a:gd name="csY31" fmla="*/ 514076 h 797350"/>
                  <a:gd name="csX32" fmla="*/ 89522 w 763323"/>
                  <a:gd name="csY32" fmla="*/ 496354 h 797350"/>
                  <a:gd name="csX33" fmla="*/ 90311 w 763323"/>
                  <a:gd name="csY33" fmla="*/ 496354 h 797350"/>
                  <a:gd name="csX34" fmla="*/ 90311 w 763323"/>
                  <a:gd name="csY34" fmla="*/ 478639 h 797350"/>
                  <a:gd name="csX35" fmla="*/ 95569 w 763323"/>
                  <a:gd name="csY35" fmla="*/ 478639 h 797350"/>
                  <a:gd name="csX36" fmla="*/ 95569 w 763323"/>
                  <a:gd name="csY36" fmla="*/ 460917 h 797350"/>
                  <a:gd name="csX37" fmla="*/ 98462 w 763323"/>
                  <a:gd name="csY37" fmla="*/ 460917 h 797350"/>
                  <a:gd name="csX38" fmla="*/ 98462 w 763323"/>
                  <a:gd name="csY38" fmla="*/ 443196 h 797350"/>
                  <a:gd name="csX39" fmla="*/ 99776 w 763323"/>
                  <a:gd name="csY39" fmla="*/ 443196 h 797350"/>
                  <a:gd name="csX40" fmla="*/ 99776 w 763323"/>
                  <a:gd name="csY40" fmla="*/ 425480 h 797350"/>
                  <a:gd name="csX41" fmla="*/ 112135 w 763323"/>
                  <a:gd name="csY41" fmla="*/ 425480 h 797350"/>
                  <a:gd name="csX42" fmla="*/ 112135 w 763323"/>
                  <a:gd name="csY42" fmla="*/ 407759 h 797350"/>
                  <a:gd name="csX43" fmla="*/ 117656 w 763323"/>
                  <a:gd name="csY43" fmla="*/ 407759 h 797350"/>
                  <a:gd name="csX44" fmla="*/ 117656 w 763323"/>
                  <a:gd name="csY44" fmla="*/ 390043 h 797350"/>
                  <a:gd name="csX45" fmla="*/ 129752 w 763323"/>
                  <a:gd name="csY45" fmla="*/ 390043 h 797350"/>
                  <a:gd name="csX46" fmla="*/ 129752 w 763323"/>
                  <a:gd name="csY46" fmla="*/ 372322 h 797350"/>
                  <a:gd name="csX47" fmla="*/ 132118 w 763323"/>
                  <a:gd name="csY47" fmla="*/ 372322 h 797350"/>
                  <a:gd name="csX48" fmla="*/ 132118 w 763323"/>
                  <a:gd name="csY48" fmla="*/ 354606 h 797350"/>
                  <a:gd name="csX49" fmla="*/ 133433 w 763323"/>
                  <a:gd name="csY49" fmla="*/ 354606 h 797350"/>
                  <a:gd name="csX50" fmla="*/ 133433 w 763323"/>
                  <a:gd name="csY50" fmla="*/ 336885 h 797350"/>
                  <a:gd name="csX51" fmla="*/ 135011 w 763323"/>
                  <a:gd name="csY51" fmla="*/ 336885 h 797350"/>
                  <a:gd name="csX52" fmla="*/ 135011 w 763323"/>
                  <a:gd name="csY52" fmla="*/ 319163 h 797350"/>
                  <a:gd name="csX53" fmla="*/ 136851 w 763323"/>
                  <a:gd name="csY53" fmla="*/ 319163 h 797350"/>
                  <a:gd name="csX54" fmla="*/ 136851 w 763323"/>
                  <a:gd name="csY54" fmla="*/ 301447 h 797350"/>
                  <a:gd name="csX55" fmla="*/ 139481 w 763323"/>
                  <a:gd name="csY55" fmla="*/ 301447 h 797350"/>
                  <a:gd name="csX56" fmla="*/ 139481 w 763323"/>
                  <a:gd name="csY56" fmla="*/ 283728 h 797350"/>
                  <a:gd name="csX57" fmla="*/ 141322 w 763323"/>
                  <a:gd name="csY57" fmla="*/ 283728 h 797350"/>
                  <a:gd name="csX58" fmla="*/ 141322 w 763323"/>
                  <a:gd name="csY58" fmla="*/ 266010 h 797350"/>
                  <a:gd name="csX59" fmla="*/ 153154 w 763323"/>
                  <a:gd name="csY59" fmla="*/ 266010 h 797350"/>
                  <a:gd name="csX60" fmla="*/ 153154 w 763323"/>
                  <a:gd name="csY60" fmla="*/ 248291 h 797350"/>
                  <a:gd name="csX61" fmla="*/ 158413 w 763323"/>
                  <a:gd name="csY61" fmla="*/ 248291 h 797350"/>
                  <a:gd name="csX62" fmla="*/ 158413 w 763323"/>
                  <a:gd name="csY62" fmla="*/ 230572 h 797350"/>
                  <a:gd name="csX63" fmla="*/ 172349 w 763323"/>
                  <a:gd name="csY63" fmla="*/ 230572 h 797350"/>
                  <a:gd name="csX64" fmla="*/ 172349 w 763323"/>
                  <a:gd name="csY64" fmla="*/ 212853 h 797350"/>
                  <a:gd name="csX65" fmla="*/ 198906 w 763323"/>
                  <a:gd name="csY65" fmla="*/ 212853 h 797350"/>
                  <a:gd name="csX66" fmla="*/ 198906 w 763323"/>
                  <a:gd name="csY66" fmla="*/ 195134 h 797350"/>
                  <a:gd name="csX67" fmla="*/ 209687 w 763323"/>
                  <a:gd name="csY67" fmla="*/ 195134 h 797350"/>
                  <a:gd name="csX68" fmla="*/ 209687 w 763323"/>
                  <a:gd name="csY68" fmla="*/ 177415 h 797350"/>
                  <a:gd name="csX69" fmla="*/ 216260 w 763323"/>
                  <a:gd name="csY69" fmla="*/ 177415 h 797350"/>
                  <a:gd name="csX70" fmla="*/ 216260 w 763323"/>
                  <a:gd name="csY70" fmla="*/ 159696 h 797350"/>
                  <a:gd name="csX71" fmla="*/ 232037 w 763323"/>
                  <a:gd name="csY71" fmla="*/ 159696 h 797350"/>
                  <a:gd name="csX72" fmla="*/ 232037 w 763323"/>
                  <a:gd name="csY72" fmla="*/ 141977 h 797350"/>
                  <a:gd name="csX73" fmla="*/ 246762 w 763323"/>
                  <a:gd name="csY73" fmla="*/ 141977 h 797350"/>
                  <a:gd name="csX74" fmla="*/ 246762 w 763323"/>
                  <a:gd name="csY74" fmla="*/ 124258 h 797350"/>
                  <a:gd name="csX75" fmla="*/ 269900 w 763323"/>
                  <a:gd name="csY75" fmla="*/ 124258 h 797350"/>
                  <a:gd name="csX76" fmla="*/ 269900 w 763323"/>
                  <a:gd name="csY76" fmla="*/ 106540 h 797350"/>
                  <a:gd name="csX77" fmla="*/ 296723 w 763323"/>
                  <a:gd name="csY77" fmla="*/ 106540 h 797350"/>
                  <a:gd name="csX78" fmla="*/ 296723 w 763323"/>
                  <a:gd name="csY78" fmla="*/ 88821 h 797350"/>
                  <a:gd name="csX79" fmla="*/ 314861 w 763323"/>
                  <a:gd name="csY79" fmla="*/ 88821 h 797350"/>
                  <a:gd name="csX80" fmla="*/ 314861 w 763323"/>
                  <a:gd name="csY80" fmla="*/ 71102 h 797350"/>
                  <a:gd name="csX81" fmla="*/ 420306 w 763323"/>
                  <a:gd name="csY81" fmla="*/ 71102 h 797350"/>
                  <a:gd name="csX82" fmla="*/ 420306 w 763323"/>
                  <a:gd name="csY82" fmla="*/ 53383 h 797350"/>
                  <a:gd name="csX83" fmla="*/ 466319 w 763323"/>
                  <a:gd name="csY83" fmla="*/ 53383 h 797350"/>
                  <a:gd name="csX84" fmla="*/ 652218 w 763323"/>
                  <a:gd name="csY84" fmla="*/ 53383 h 797350"/>
                  <a:gd name="csX85" fmla="*/ 652218 w 763323"/>
                  <a:gd name="csY85" fmla="*/ 26805 h 797350"/>
                  <a:gd name="csX86" fmla="*/ 763445 w 763323"/>
                  <a:gd name="csY86" fmla="*/ 26805 h 797350"/>
                  <a:gd name="csX87" fmla="*/ 763445 w 763323"/>
                  <a:gd name="csY87"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63323" h="797350">
                    <a:moveTo>
                      <a:pt x="121" y="797577"/>
                    </a:moveTo>
                    <a:lnTo>
                      <a:pt x="17476" y="797577"/>
                    </a:lnTo>
                    <a:lnTo>
                      <a:pt x="17476" y="779856"/>
                    </a:lnTo>
                    <a:lnTo>
                      <a:pt x="44033" y="779856"/>
                    </a:lnTo>
                    <a:lnTo>
                      <a:pt x="44033" y="762140"/>
                    </a:lnTo>
                    <a:lnTo>
                      <a:pt x="46399" y="762140"/>
                    </a:lnTo>
                    <a:lnTo>
                      <a:pt x="46399" y="744419"/>
                    </a:lnTo>
                    <a:lnTo>
                      <a:pt x="48240" y="744419"/>
                    </a:lnTo>
                    <a:lnTo>
                      <a:pt x="48240" y="726698"/>
                    </a:lnTo>
                    <a:lnTo>
                      <a:pt x="53499" y="726698"/>
                    </a:lnTo>
                    <a:lnTo>
                      <a:pt x="53499" y="708982"/>
                    </a:lnTo>
                    <a:lnTo>
                      <a:pt x="59283" y="708982"/>
                    </a:lnTo>
                    <a:lnTo>
                      <a:pt x="59283" y="691261"/>
                    </a:lnTo>
                    <a:lnTo>
                      <a:pt x="64016" y="691261"/>
                    </a:lnTo>
                    <a:lnTo>
                      <a:pt x="64016" y="673545"/>
                    </a:lnTo>
                    <a:lnTo>
                      <a:pt x="64279" y="673545"/>
                    </a:lnTo>
                    <a:lnTo>
                      <a:pt x="64279" y="655824"/>
                    </a:lnTo>
                    <a:lnTo>
                      <a:pt x="64805" y="655824"/>
                    </a:lnTo>
                    <a:lnTo>
                      <a:pt x="64805" y="638108"/>
                    </a:lnTo>
                    <a:lnTo>
                      <a:pt x="65857" y="638108"/>
                    </a:lnTo>
                    <a:lnTo>
                      <a:pt x="65857" y="620387"/>
                    </a:lnTo>
                    <a:lnTo>
                      <a:pt x="66646" y="620387"/>
                    </a:lnTo>
                    <a:lnTo>
                      <a:pt x="66646" y="602665"/>
                    </a:lnTo>
                    <a:lnTo>
                      <a:pt x="70327" y="602665"/>
                    </a:lnTo>
                    <a:lnTo>
                      <a:pt x="70327" y="584950"/>
                    </a:lnTo>
                    <a:lnTo>
                      <a:pt x="79267" y="584950"/>
                    </a:lnTo>
                    <a:lnTo>
                      <a:pt x="79267" y="567228"/>
                    </a:lnTo>
                    <a:lnTo>
                      <a:pt x="86367" y="567228"/>
                    </a:lnTo>
                    <a:lnTo>
                      <a:pt x="86367" y="549513"/>
                    </a:lnTo>
                    <a:lnTo>
                      <a:pt x="88207" y="549513"/>
                    </a:lnTo>
                    <a:lnTo>
                      <a:pt x="88207" y="514076"/>
                    </a:lnTo>
                    <a:lnTo>
                      <a:pt x="89522" y="514076"/>
                    </a:lnTo>
                    <a:lnTo>
                      <a:pt x="89522" y="496354"/>
                    </a:lnTo>
                    <a:lnTo>
                      <a:pt x="90311" y="496354"/>
                    </a:lnTo>
                    <a:lnTo>
                      <a:pt x="90311" y="478639"/>
                    </a:lnTo>
                    <a:lnTo>
                      <a:pt x="95569" y="478639"/>
                    </a:lnTo>
                    <a:lnTo>
                      <a:pt x="95569" y="460917"/>
                    </a:lnTo>
                    <a:lnTo>
                      <a:pt x="98462" y="460917"/>
                    </a:lnTo>
                    <a:lnTo>
                      <a:pt x="98462" y="443196"/>
                    </a:lnTo>
                    <a:lnTo>
                      <a:pt x="99776" y="443196"/>
                    </a:lnTo>
                    <a:lnTo>
                      <a:pt x="99776" y="425480"/>
                    </a:lnTo>
                    <a:lnTo>
                      <a:pt x="112135" y="425480"/>
                    </a:lnTo>
                    <a:lnTo>
                      <a:pt x="112135" y="407759"/>
                    </a:lnTo>
                    <a:lnTo>
                      <a:pt x="117656" y="407759"/>
                    </a:lnTo>
                    <a:lnTo>
                      <a:pt x="117656" y="390043"/>
                    </a:lnTo>
                    <a:lnTo>
                      <a:pt x="129752" y="390043"/>
                    </a:lnTo>
                    <a:lnTo>
                      <a:pt x="129752" y="372322"/>
                    </a:lnTo>
                    <a:lnTo>
                      <a:pt x="132118" y="372322"/>
                    </a:lnTo>
                    <a:lnTo>
                      <a:pt x="132118" y="354606"/>
                    </a:lnTo>
                    <a:lnTo>
                      <a:pt x="133433" y="354606"/>
                    </a:lnTo>
                    <a:lnTo>
                      <a:pt x="133433" y="336885"/>
                    </a:lnTo>
                    <a:lnTo>
                      <a:pt x="135011" y="336885"/>
                    </a:lnTo>
                    <a:lnTo>
                      <a:pt x="135011" y="319163"/>
                    </a:lnTo>
                    <a:lnTo>
                      <a:pt x="136851" y="319163"/>
                    </a:lnTo>
                    <a:lnTo>
                      <a:pt x="136851" y="301447"/>
                    </a:lnTo>
                    <a:lnTo>
                      <a:pt x="139481" y="301447"/>
                    </a:lnTo>
                    <a:lnTo>
                      <a:pt x="139481" y="283728"/>
                    </a:lnTo>
                    <a:lnTo>
                      <a:pt x="141322" y="283728"/>
                    </a:lnTo>
                    <a:lnTo>
                      <a:pt x="141322" y="266010"/>
                    </a:lnTo>
                    <a:lnTo>
                      <a:pt x="153154" y="266010"/>
                    </a:lnTo>
                    <a:lnTo>
                      <a:pt x="153154" y="248291"/>
                    </a:lnTo>
                    <a:lnTo>
                      <a:pt x="158413" y="248291"/>
                    </a:lnTo>
                    <a:lnTo>
                      <a:pt x="158413" y="230572"/>
                    </a:lnTo>
                    <a:lnTo>
                      <a:pt x="172349" y="230572"/>
                    </a:lnTo>
                    <a:lnTo>
                      <a:pt x="172349" y="212853"/>
                    </a:lnTo>
                    <a:lnTo>
                      <a:pt x="198906" y="212853"/>
                    </a:lnTo>
                    <a:lnTo>
                      <a:pt x="198906" y="195134"/>
                    </a:lnTo>
                    <a:lnTo>
                      <a:pt x="209687" y="195134"/>
                    </a:lnTo>
                    <a:lnTo>
                      <a:pt x="209687" y="177415"/>
                    </a:lnTo>
                    <a:lnTo>
                      <a:pt x="216260" y="177415"/>
                    </a:lnTo>
                    <a:lnTo>
                      <a:pt x="216260" y="159696"/>
                    </a:lnTo>
                    <a:lnTo>
                      <a:pt x="232037" y="159696"/>
                    </a:lnTo>
                    <a:lnTo>
                      <a:pt x="232037" y="141977"/>
                    </a:lnTo>
                    <a:lnTo>
                      <a:pt x="246762" y="141977"/>
                    </a:lnTo>
                    <a:lnTo>
                      <a:pt x="246762" y="124258"/>
                    </a:lnTo>
                    <a:lnTo>
                      <a:pt x="269900" y="124258"/>
                    </a:lnTo>
                    <a:lnTo>
                      <a:pt x="269900" y="106540"/>
                    </a:lnTo>
                    <a:lnTo>
                      <a:pt x="296723" y="106540"/>
                    </a:lnTo>
                    <a:lnTo>
                      <a:pt x="296723" y="88821"/>
                    </a:lnTo>
                    <a:lnTo>
                      <a:pt x="314861" y="88821"/>
                    </a:lnTo>
                    <a:lnTo>
                      <a:pt x="314861" y="71102"/>
                    </a:lnTo>
                    <a:lnTo>
                      <a:pt x="420306" y="71102"/>
                    </a:lnTo>
                    <a:lnTo>
                      <a:pt x="420306" y="53383"/>
                    </a:lnTo>
                    <a:lnTo>
                      <a:pt x="466319" y="53383"/>
                    </a:lnTo>
                    <a:lnTo>
                      <a:pt x="652218" y="53383"/>
                    </a:lnTo>
                    <a:lnTo>
                      <a:pt x="652218" y="26805"/>
                    </a:lnTo>
                    <a:lnTo>
                      <a:pt x="763445" y="26805"/>
                    </a:lnTo>
                    <a:lnTo>
                      <a:pt x="763445" y="227"/>
                    </a:lnTo>
                  </a:path>
                </a:pathLst>
              </a:custGeom>
              <a:noFill/>
              <a:ln w="12639" cap="sq">
                <a:solidFill>
                  <a:srgbClr val="C0392B"/>
                </a:solidFill>
                <a:prstDash val="solid"/>
                <a:round/>
              </a:ln>
            </p:spPr>
            <p:txBody>
              <a:bodyPr/>
              <a:lstStyle/>
              <a:p>
                <a:endParaRPr lang="zh-CN" altLang="en-US" sz="2190"/>
              </a:p>
            </p:txBody>
          </p:sp>
          <p:sp>
            <p:nvSpPr>
              <p:cNvPr id="2864" name="任意多边形: 形状 2863"/>
              <p:cNvSpPr/>
              <p:nvPr/>
            </p:nvSpPr>
            <p:spPr>
              <a:xfrm flipV="1">
                <a:off x="2259968" y="3086715"/>
                <a:ext cx="915565" cy="730321"/>
              </a:xfrm>
              <a:custGeom>
                <a:avLst/>
                <a:gdLst>
                  <a:gd name="csX0" fmla="*/ 116 w 915565"/>
                  <a:gd name="csY0" fmla="*/ 730539 h 730321"/>
                  <a:gd name="csX1" fmla="*/ 16418 w 915565"/>
                  <a:gd name="csY1" fmla="*/ 730539 h 730321"/>
                  <a:gd name="csX2" fmla="*/ 16418 w 915565"/>
                  <a:gd name="csY2" fmla="*/ 712817 h 730321"/>
                  <a:gd name="csX3" fmla="*/ 59278 w 915565"/>
                  <a:gd name="csY3" fmla="*/ 712817 h 730321"/>
                  <a:gd name="csX4" fmla="*/ 59278 w 915565"/>
                  <a:gd name="csY4" fmla="*/ 695102 h 730321"/>
                  <a:gd name="csX5" fmla="*/ 67429 w 915565"/>
                  <a:gd name="csY5" fmla="*/ 695102 h 730321"/>
                  <a:gd name="csX6" fmla="*/ 67429 w 915565"/>
                  <a:gd name="csY6" fmla="*/ 677381 h 730321"/>
                  <a:gd name="csX7" fmla="*/ 70848 w 915565"/>
                  <a:gd name="csY7" fmla="*/ 677381 h 730321"/>
                  <a:gd name="csX8" fmla="*/ 70848 w 915565"/>
                  <a:gd name="csY8" fmla="*/ 659659 h 730321"/>
                  <a:gd name="csX9" fmla="*/ 75581 w 915565"/>
                  <a:gd name="csY9" fmla="*/ 659659 h 730321"/>
                  <a:gd name="csX10" fmla="*/ 75581 w 915565"/>
                  <a:gd name="csY10" fmla="*/ 641944 h 730321"/>
                  <a:gd name="csX11" fmla="*/ 76896 w 915565"/>
                  <a:gd name="csY11" fmla="*/ 641944 h 730321"/>
                  <a:gd name="csX12" fmla="*/ 76896 w 915565"/>
                  <a:gd name="csY12" fmla="*/ 624222 h 730321"/>
                  <a:gd name="csX13" fmla="*/ 81102 w 915565"/>
                  <a:gd name="csY13" fmla="*/ 624222 h 730321"/>
                  <a:gd name="csX14" fmla="*/ 81102 w 915565"/>
                  <a:gd name="csY14" fmla="*/ 606507 h 730321"/>
                  <a:gd name="csX15" fmla="*/ 83995 w 915565"/>
                  <a:gd name="csY15" fmla="*/ 606507 h 730321"/>
                  <a:gd name="csX16" fmla="*/ 83995 w 915565"/>
                  <a:gd name="csY16" fmla="*/ 588785 h 730321"/>
                  <a:gd name="csX17" fmla="*/ 92146 w 915565"/>
                  <a:gd name="csY17" fmla="*/ 588785 h 730321"/>
                  <a:gd name="csX18" fmla="*/ 92146 w 915565"/>
                  <a:gd name="csY18" fmla="*/ 571070 h 730321"/>
                  <a:gd name="csX19" fmla="*/ 96353 w 915565"/>
                  <a:gd name="csY19" fmla="*/ 571070 h 730321"/>
                  <a:gd name="csX20" fmla="*/ 96353 w 915565"/>
                  <a:gd name="csY20" fmla="*/ 553348 h 730321"/>
                  <a:gd name="csX21" fmla="*/ 97931 w 915565"/>
                  <a:gd name="csY21" fmla="*/ 553348 h 730321"/>
                  <a:gd name="csX22" fmla="*/ 97931 w 915565"/>
                  <a:gd name="csY22" fmla="*/ 535627 h 730321"/>
                  <a:gd name="csX23" fmla="*/ 116337 w 915565"/>
                  <a:gd name="csY23" fmla="*/ 535627 h 730321"/>
                  <a:gd name="csX24" fmla="*/ 116337 w 915565"/>
                  <a:gd name="csY24" fmla="*/ 517911 h 730321"/>
                  <a:gd name="csX25" fmla="*/ 120281 w 915565"/>
                  <a:gd name="csY25" fmla="*/ 517911 h 730321"/>
                  <a:gd name="csX26" fmla="*/ 120281 w 915565"/>
                  <a:gd name="csY26" fmla="*/ 500190 h 730321"/>
                  <a:gd name="csX27" fmla="*/ 123700 w 915565"/>
                  <a:gd name="csY27" fmla="*/ 500190 h 730321"/>
                  <a:gd name="csX28" fmla="*/ 123700 w 915565"/>
                  <a:gd name="csY28" fmla="*/ 482474 h 730321"/>
                  <a:gd name="csX29" fmla="*/ 125802 w 915565"/>
                  <a:gd name="csY29" fmla="*/ 482474 h 730321"/>
                  <a:gd name="csX30" fmla="*/ 125802 w 915565"/>
                  <a:gd name="csY30" fmla="*/ 464753 h 730321"/>
                  <a:gd name="csX31" fmla="*/ 130799 w 915565"/>
                  <a:gd name="csY31" fmla="*/ 464753 h 730321"/>
                  <a:gd name="csX32" fmla="*/ 130799 w 915565"/>
                  <a:gd name="csY32" fmla="*/ 447037 h 730321"/>
                  <a:gd name="csX33" fmla="*/ 141316 w 915565"/>
                  <a:gd name="csY33" fmla="*/ 447037 h 730321"/>
                  <a:gd name="csX34" fmla="*/ 141316 w 915565"/>
                  <a:gd name="csY34" fmla="*/ 429316 h 730321"/>
                  <a:gd name="csX35" fmla="*/ 144735 w 915565"/>
                  <a:gd name="csY35" fmla="*/ 429316 h 730321"/>
                  <a:gd name="csX36" fmla="*/ 144735 w 915565"/>
                  <a:gd name="csY36" fmla="*/ 411600 h 730321"/>
                  <a:gd name="csX37" fmla="*/ 148153 w 915565"/>
                  <a:gd name="csY37" fmla="*/ 411600 h 730321"/>
                  <a:gd name="csX38" fmla="*/ 170766 w 915565"/>
                  <a:gd name="csY38" fmla="*/ 411600 h 730321"/>
                  <a:gd name="csX39" fmla="*/ 170766 w 915565"/>
                  <a:gd name="csY39" fmla="*/ 393197 h 730321"/>
                  <a:gd name="csX40" fmla="*/ 171818 w 915565"/>
                  <a:gd name="csY40" fmla="*/ 393197 h 730321"/>
                  <a:gd name="csX41" fmla="*/ 171818 w 915565"/>
                  <a:gd name="csY41" fmla="*/ 374795 h 730321"/>
                  <a:gd name="csX42" fmla="*/ 172081 w 915565"/>
                  <a:gd name="csY42" fmla="*/ 374795 h 730321"/>
                  <a:gd name="csX43" fmla="*/ 172081 w 915565"/>
                  <a:gd name="csY43" fmla="*/ 356398 h 730321"/>
                  <a:gd name="csX44" fmla="*/ 232557 w 915565"/>
                  <a:gd name="csY44" fmla="*/ 356398 h 730321"/>
                  <a:gd name="csX45" fmla="*/ 232557 w 915565"/>
                  <a:gd name="csY45" fmla="*/ 337995 h 730321"/>
                  <a:gd name="csX46" fmla="*/ 233609 w 915565"/>
                  <a:gd name="csY46" fmla="*/ 337995 h 730321"/>
                  <a:gd name="csX47" fmla="*/ 233609 w 915565"/>
                  <a:gd name="csY47" fmla="*/ 319598 h 730321"/>
                  <a:gd name="csX48" fmla="*/ 241761 w 915565"/>
                  <a:gd name="csY48" fmla="*/ 319598 h 730321"/>
                  <a:gd name="csX49" fmla="*/ 241761 w 915565"/>
                  <a:gd name="csY49" fmla="*/ 301195 h 730321"/>
                  <a:gd name="csX50" fmla="*/ 254119 w 915565"/>
                  <a:gd name="csY50" fmla="*/ 301195 h 730321"/>
                  <a:gd name="csX51" fmla="*/ 254119 w 915565"/>
                  <a:gd name="csY51" fmla="*/ 282792 h 730321"/>
                  <a:gd name="csX52" fmla="*/ 254382 w 915565"/>
                  <a:gd name="csY52" fmla="*/ 282792 h 730321"/>
                  <a:gd name="csX53" fmla="*/ 254382 w 915565"/>
                  <a:gd name="csY53" fmla="*/ 264395 h 730321"/>
                  <a:gd name="csX54" fmla="*/ 254645 w 915565"/>
                  <a:gd name="csY54" fmla="*/ 264395 h 730321"/>
                  <a:gd name="csX55" fmla="*/ 254645 w 915565"/>
                  <a:gd name="csY55" fmla="*/ 245993 h 730321"/>
                  <a:gd name="csX56" fmla="*/ 256486 w 915565"/>
                  <a:gd name="csY56" fmla="*/ 245993 h 730321"/>
                  <a:gd name="csX57" fmla="*/ 256486 w 915565"/>
                  <a:gd name="csY57" fmla="*/ 226444 h 730321"/>
                  <a:gd name="csX58" fmla="*/ 265688 w 915565"/>
                  <a:gd name="csY58" fmla="*/ 226444 h 730321"/>
                  <a:gd name="csX59" fmla="*/ 293035 w 915565"/>
                  <a:gd name="csY59" fmla="*/ 226444 h 730321"/>
                  <a:gd name="csX60" fmla="*/ 293035 w 915565"/>
                  <a:gd name="csY60" fmla="*/ 205497 h 730321"/>
                  <a:gd name="csX61" fmla="*/ 301975 w 915565"/>
                  <a:gd name="csY61" fmla="*/ 205497 h 730321"/>
                  <a:gd name="csX62" fmla="*/ 301975 w 915565"/>
                  <a:gd name="csY62" fmla="*/ 184550 h 730321"/>
                  <a:gd name="csX63" fmla="*/ 344306 w 915565"/>
                  <a:gd name="csY63" fmla="*/ 184550 h 730321"/>
                  <a:gd name="csX64" fmla="*/ 415037 w 915565"/>
                  <a:gd name="csY64" fmla="*/ 184550 h 730321"/>
                  <a:gd name="csX65" fmla="*/ 422926 w 915565"/>
                  <a:gd name="csY65" fmla="*/ 184550 h 730321"/>
                  <a:gd name="csX66" fmla="*/ 422926 w 915565"/>
                  <a:gd name="csY66" fmla="*/ 159414 h 730321"/>
                  <a:gd name="csX67" fmla="*/ 456058 w 915565"/>
                  <a:gd name="csY67" fmla="*/ 159414 h 730321"/>
                  <a:gd name="csX68" fmla="*/ 456058 w 915565"/>
                  <a:gd name="csY68" fmla="*/ 134278 h 730321"/>
                  <a:gd name="csX69" fmla="*/ 466314 w 915565"/>
                  <a:gd name="csY69" fmla="*/ 134278 h 730321"/>
                  <a:gd name="csX70" fmla="*/ 466314 w 915565"/>
                  <a:gd name="csY70" fmla="*/ 109141 h 730321"/>
                  <a:gd name="csX71" fmla="*/ 523632 w 915565"/>
                  <a:gd name="csY71" fmla="*/ 109141 h 730321"/>
                  <a:gd name="csX72" fmla="*/ 523632 w 915565"/>
                  <a:gd name="csY72" fmla="*/ 84005 h 730321"/>
                  <a:gd name="csX73" fmla="*/ 545200 w 915565"/>
                  <a:gd name="csY73" fmla="*/ 84005 h 730321"/>
                  <a:gd name="csX74" fmla="*/ 545200 w 915565"/>
                  <a:gd name="csY74" fmla="*/ 58869 h 730321"/>
                  <a:gd name="csX75" fmla="*/ 570177 w 915565"/>
                  <a:gd name="csY75" fmla="*/ 58869 h 730321"/>
                  <a:gd name="csX76" fmla="*/ 570177 w 915565"/>
                  <a:gd name="csY76" fmla="*/ 33733 h 730321"/>
                  <a:gd name="csX77" fmla="*/ 713220 w 915565"/>
                  <a:gd name="csY77" fmla="*/ 33733 h 730321"/>
                  <a:gd name="csX78" fmla="*/ 732415 w 915565"/>
                  <a:gd name="csY78" fmla="*/ 33733 h 730321"/>
                  <a:gd name="csX79" fmla="*/ 732415 w 915565"/>
                  <a:gd name="csY79" fmla="*/ 218 h 730321"/>
                  <a:gd name="csX80" fmla="*/ 763965 w 915565"/>
                  <a:gd name="csY80" fmla="*/ 218 h 730321"/>
                  <a:gd name="csX81" fmla="*/ 915682 w 915565"/>
                  <a:gd name="csY81" fmla="*/ 218 h 730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915565" h="730321">
                    <a:moveTo>
                      <a:pt x="116" y="730539"/>
                    </a:moveTo>
                    <a:lnTo>
                      <a:pt x="16418" y="730539"/>
                    </a:lnTo>
                    <a:lnTo>
                      <a:pt x="16418" y="712817"/>
                    </a:lnTo>
                    <a:lnTo>
                      <a:pt x="59278" y="712817"/>
                    </a:lnTo>
                    <a:lnTo>
                      <a:pt x="59278" y="695102"/>
                    </a:lnTo>
                    <a:lnTo>
                      <a:pt x="67429" y="695102"/>
                    </a:lnTo>
                    <a:lnTo>
                      <a:pt x="67429" y="677381"/>
                    </a:lnTo>
                    <a:lnTo>
                      <a:pt x="70848" y="677381"/>
                    </a:lnTo>
                    <a:lnTo>
                      <a:pt x="70848" y="659659"/>
                    </a:lnTo>
                    <a:lnTo>
                      <a:pt x="75581" y="659659"/>
                    </a:lnTo>
                    <a:lnTo>
                      <a:pt x="75581" y="641944"/>
                    </a:lnTo>
                    <a:lnTo>
                      <a:pt x="76896" y="641944"/>
                    </a:lnTo>
                    <a:lnTo>
                      <a:pt x="76896" y="624222"/>
                    </a:lnTo>
                    <a:lnTo>
                      <a:pt x="81102" y="624222"/>
                    </a:lnTo>
                    <a:lnTo>
                      <a:pt x="81102" y="606507"/>
                    </a:lnTo>
                    <a:lnTo>
                      <a:pt x="83995" y="606507"/>
                    </a:lnTo>
                    <a:lnTo>
                      <a:pt x="83995" y="588785"/>
                    </a:lnTo>
                    <a:lnTo>
                      <a:pt x="92146" y="588785"/>
                    </a:lnTo>
                    <a:lnTo>
                      <a:pt x="92146" y="571070"/>
                    </a:lnTo>
                    <a:lnTo>
                      <a:pt x="96353" y="571070"/>
                    </a:lnTo>
                    <a:lnTo>
                      <a:pt x="96353" y="553348"/>
                    </a:lnTo>
                    <a:lnTo>
                      <a:pt x="97931" y="553348"/>
                    </a:lnTo>
                    <a:lnTo>
                      <a:pt x="97931" y="535627"/>
                    </a:lnTo>
                    <a:lnTo>
                      <a:pt x="116337" y="535627"/>
                    </a:lnTo>
                    <a:lnTo>
                      <a:pt x="116337" y="517911"/>
                    </a:lnTo>
                    <a:lnTo>
                      <a:pt x="120281" y="517911"/>
                    </a:lnTo>
                    <a:lnTo>
                      <a:pt x="120281" y="500190"/>
                    </a:lnTo>
                    <a:lnTo>
                      <a:pt x="123700" y="500190"/>
                    </a:lnTo>
                    <a:lnTo>
                      <a:pt x="123700" y="482474"/>
                    </a:lnTo>
                    <a:lnTo>
                      <a:pt x="125802" y="482474"/>
                    </a:lnTo>
                    <a:lnTo>
                      <a:pt x="125802" y="464753"/>
                    </a:lnTo>
                    <a:lnTo>
                      <a:pt x="130799" y="464753"/>
                    </a:lnTo>
                    <a:lnTo>
                      <a:pt x="130799" y="447037"/>
                    </a:lnTo>
                    <a:lnTo>
                      <a:pt x="141316" y="447037"/>
                    </a:lnTo>
                    <a:lnTo>
                      <a:pt x="141316" y="429316"/>
                    </a:lnTo>
                    <a:lnTo>
                      <a:pt x="144735" y="429316"/>
                    </a:lnTo>
                    <a:lnTo>
                      <a:pt x="144735" y="411600"/>
                    </a:lnTo>
                    <a:lnTo>
                      <a:pt x="148153" y="411600"/>
                    </a:lnTo>
                    <a:lnTo>
                      <a:pt x="170766" y="411600"/>
                    </a:lnTo>
                    <a:lnTo>
                      <a:pt x="170766" y="393197"/>
                    </a:lnTo>
                    <a:lnTo>
                      <a:pt x="171818" y="393197"/>
                    </a:lnTo>
                    <a:lnTo>
                      <a:pt x="171818" y="374795"/>
                    </a:lnTo>
                    <a:lnTo>
                      <a:pt x="172081" y="374795"/>
                    </a:lnTo>
                    <a:lnTo>
                      <a:pt x="172081" y="356398"/>
                    </a:lnTo>
                    <a:lnTo>
                      <a:pt x="232557" y="356398"/>
                    </a:lnTo>
                    <a:lnTo>
                      <a:pt x="232557" y="337995"/>
                    </a:lnTo>
                    <a:lnTo>
                      <a:pt x="233609" y="337995"/>
                    </a:lnTo>
                    <a:lnTo>
                      <a:pt x="233609" y="319598"/>
                    </a:lnTo>
                    <a:lnTo>
                      <a:pt x="241761" y="319598"/>
                    </a:lnTo>
                    <a:lnTo>
                      <a:pt x="241761" y="301195"/>
                    </a:lnTo>
                    <a:lnTo>
                      <a:pt x="254119" y="301195"/>
                    </a:lnTo>
                    <a:lnTo>
                      <a:pt x="254119" y="282792"/>
                    </a:lnTo>
                    <a:lnTo>
                      <a:pt x="254382" y="282792"/>
                    </a:lnTo>
                    <a:lnTo>
                      <a:pt x="254382" y="264395"/>
                    </a:lnTo>
                    <a:lnTo>
                      <a:pt x="254645" y="264395"/>
                    </a:lnTo>
                    <a:lnTo>
                      <a:pt x="254645" y="245993"/>
                    </a:lnTo>
                    <a:lnTo>
                      <a:pt x="256486" y="245993"/>
                    </a:lnTo>
                    <a:lnTo>
                      <a:pt x="256486" y="226444"/>
                    </a:lnTo>
                    <a:lnTo>
                      <a:pt x="265688" y="226444"/>
                    </a:lnTo>
                    <a:lnTo>
                      <a:pt x="293035" y="226444"/>
                    </a:lnTo>
                    <a:lnTo>
                      <a:pt x="293035" y="205497"/>
                    </a:lnTo>
                    <a:lnTo>
                      <a:pt x="301975" y="205497"/>
                    </a:lnTo>
                    <a:lnTo>
                      <a:pt x="301975" y="184550"/>
                    </a:lnTo>
                    <a:lnTo>
                      <a:pt x="344306" y="184550"/>
                    </a:lnTo>
                    <a:lnTo>
                      <a:pt x="415037" y="184550"/>
                    </a:lnTo>
                    <a:lnTo>
                      <a:pt x="422926" y="184550"/>
                    </a:lnTo>
                    <a:lnTo>
                      <a:pt x="422926" y="159414"/>
                    </a:lnTo>
                    <a:lnTo>
                      <a:pt x="456058" y="159414"/>
                    </a:lnTo>
                    <a:lnTo>
                      <a:pt x="456058" y="134278"/>
                    </a:lnTo>
                    <a:lnTo>
                      <a:pt x="466314" y="134278"/>
                    </a:lnTo>
                    <a:lnTo>
                      <a:pt x="466314" y="109141"/>
                    </a:lnTo>
                    <a:lnTo>
                      <a:pt x="523632" y="109141"/>
                    </a:lnTo>
                    <a:lnTo>
                      <a:pt x="523632" y="84005"/>
                    </a:lnTo>
                    <a:lnTo>
                      <a:pt x="545200" y="84005"/>
                    </a:lnTo>
                    <a:lnTo>
                      <a:pt x="545200" y="58869"/>
                    </a:lnTo>
                    <a:lnTo>
                      <a:pt x="570177" y="58869"/>
                    </a:lnTo>
                    <a:lnTo>
                      <a:pt x="570177" y="33733"/>
                    </a:lnTo>
                    <a:lnTo>
                      <a:pt x="713220" y="33733"/>
                    </a:lnTo>
                    <a:lnTo>
                      <a:pt x="732415" y="33733"/>
                    </a:lnTo>
                    <a:lnTo>
                      <a:pt x="732415" y="218"/>
                    </a:lnTo>
                    <a:lnTo>
                      <a:pt x="763965" y="218"/>
                    </a:lnTo>
                    <a:lnTo>
                      <a:pt x="915682" y="218"/>
                    </a:lnTo>
                  </a:path>
                </a:pathLst>
              </a:custGeom>
              <a:noFill/>
              <a:ln w="12639" cap="sq">
                <a:solidFill>
                  <a:srgbClr val="2980B9"/>
                </a:solidFill>
                <a:prstDash val="solid"/>
                <a:round/>
              </a:ln>
            </p:spPr>
            <p:txBody>
              <a:bodyPr/>
              <a:lstStyle/>
              <a:p>
                <a:endParaRPr lang="zh-CN" altLang="en-US" sz="2190"/>
              </a:p>
            </p:txBody>
          </p:sp>
          <p:sp>
            <p:nvSpPr>
              <p:cNvPr id="2865" name="任意多边形: 形状 2864"/>
              <p:cNvSpPr/>
              <p:nvPr/>
            </p:nvSpPr>
            <p:spPr>
              <a:xfrm flipV="1">
                <a:off x="2214190" y="3046849"/>
                <a:ext cx="10962" cy="877084"/>
              </a:xfrm>
              <a:custGeom>
                <a:avLst/>
                <a:gdLst>
                  <a:gd name="csX0" fmla="*/ 150 w 10962"/>
                  <a:gd name="csY0" fmla="*/ 227 h 877084"/>
                  <a:gd name="csX1" fmla="*/ 150 w 10962"/>
                  <a:gd name="csY1" fmla="*/ 877311 h 877084"/>
                </a:gdLst>
                <a:ahLst/>
                <a:cxnLst>
                  <a:cxn ang="0">
                    <a:pos x="csX0" y="csY0"/>
                  </a:cxn>
                  <a:cxn ang="0">
                    <a:pos x="csX1" y="csY1"/>
                  </a:cxn>
                </a:cxnLst>
                <a:rect l="l" t="t" r="r" b="b"/>
                <a:pathLst>
                  <a:path w="10962" h="877084">
                    <a:moveTo>
                      <a:pt x="150" y="227"/>
                    </a:moveTo>
                    <a:lnTo>
                      <a:pt x="150" y="877311"/>
                    </a:lnTo>
                  </a:path>
                </a:pathLst>
              </a:custGeom>
              <a:noFill/>
              <a:ln w="7583" cap="sq">
                <a:solidFill>
                  <a:srgbClr val="000000"/>
                </a:solidFill>
                <a:prstDash val="solid"/>
                <a:miter/>
              </a:ln>
            </p:spPr>
            <p:txBody>
              <a:bodyPr/>
              <a:lstStyle/>
              <a:p>
                <a:endParaRPr lang="zh-CN" altLang="en-US" sz="2190"/>
              </a:p>
            </p:txBody>
          </p:sp>
          <p:sp>
            <p:nvSpPr>
              <p:cNvPr id="2866" name="任意多边形: 形状 2865"/>
              <p:cNvSpPr/>
              <p:nvPr/>
            </p:nvSpPr>
            <p:spPr>
              <a:xfrm flipV="1">
                <a:off x="2214190" y="3923934"/>
                <a:ext cx="1007123" cy="10177"/>
              </a:xfrm>
              <a:custGeom>
                <a:avLst/>
                <a:gdLst>
                  <a:gd name="csX0" fmla="*/ 116 w 1007123"/>
                  <a:gd name="csY0" fmla="*/ 344 h 10177"/>
                  <a:gd name="csX1" fmla="*/ 1007239 w 1007123"/>
                  <a:gd name="csY1" fmla="*/ 344 h 10177"/>
                </a:gdLst>
                <a:ahLst/>
                <a:cxnLst>
                  <a:cxn ang="0">
                    <a:pos x="csX0" y="csY0"/>
                  </a:cxn>
                  <a:cxn ang="0">
                    <a:pos x="csX1" y="csY1"/>
                  </a:cxn>
                </a:cxnLst>
                <a:rect l="l" t="t" r="r" b="b"/>
                <a:pathLst>
                  <a:path w="1007123" h="10177">
                    <a:moveTo>
                      <a:pt x="116" y="344"/>
                    </a:moveTo>
                    <a:lnTo>
                      <a:pt x="1007239" y="344"/>
                    </a:lnTo>
                  </a:path>
                </a:pathLst>
              </a:custGeom>
              <a:noFill/>
              <a:ln w="7583" cap="sq">
                <a:solidFill>
                  <a:srgbClr val="000000"/>
                </a:solidFill>
                <a:prstDash val="solid"/>
                <a:miter/>
              </a:ln>
            </p:spPr>
            <p:txBody>
              <a:bodyPr/>
              <a:lstStyle/>
              <a:p>
                <a:endParaRPr lang="zh-CN" altLang="en-US" sz="2190"/>
              </a:p>
            </p:txBody>
          </p:sp>
          <p:sp>
            <p:nvSpPr>
              <p:cNvPr id="2867" name="文本框 2866"/>
              <p:cNvSpPr txBox="1"/>
              <p:nvPr/>
            </p:nvSpPr>
            <p:spPr>
              <a:xfrm>
                <a:off x="2631509"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0.002</a:t>
                </a:r>
              </a:p>
            </p:txBody>
          </p:sp>
          <p:sp>
            <p:nvSpPr>
              <p:cNvPr id="2868" name="文本框 2867"/>
              <p:cNvSpPr txBox="1"/>
              <p:nvPr/>
            </p:nvSpPr>
            <p:spPr>
              <a:xfrm>
                <a:off x="2356451" y="2902074"/>
                <a:ext cx="99357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ITGA3-ISM</a:t>
                </a:r>
              </a:p>
            </p:txBody>
          </p:sp>
          <p:sp>
            <p:nvSpPr>
              <p:cNvPr id="2869" name="任意多边形: 形状 2868"/>
              <p:cNvSpPr/>
              <p:nvPr/>
            </p:nvSpPr>
            <p:spPr>
              <a:xfrm flipV="1">
                <a:off x="2711709" y="3114381"/>
                <a:ext cx="113877" cy="10177"/>
              </a:xfrm>
              <a:custGeom>
                <a:avLst/>
                <a:gdLst>
                  <a:gd name="csX0" fmla="*/ 113 w 113877"/>
                  <a:gd name="csY0" fmla="*/ 127 h 10177"/>
                  <a:gd name="csX1" fmla="*/ 57052 w 113877"/>
                  <a:gd name="csY1" fmla="*/ 127 h 10177"/>
                  <a:gd name="csX2" fmla="*/ 113991 w 113877"/>
                  <a:gd name="csY2" fmla="*/ 127 h 10177"/>
                </a:gdLst>
                <a:ahLst/>
                <a:cxnLst>
                  <a:cxn ang="0">
                    <a:pos x="csX0" y="csY0"/>
                  </a:cxn>
                  <a:cxn ang="0">
                    <a:pos x="csX1" y="csY1"/>
                  </a:cxn>
                  <a:cxn ang="0">
                    <a:pos x="csX2" y="csY2"/>
                  </a:cxn>
                </a:cxnLst>
                <a:rect l="l" t="t" r="r" b="b"/>
                <a:pathLst>
                  <a:path w="113877" h="10177">
                    <a:moveTo>
                      <a:pt x="113" y="127"/>
                    </a:moveTo>
                    <a:lnTo>
                      <a:pt x="57052" y="127"/>
                    </a:lnTo>
                    <a:lnTo>
                      <a:pt x="113991" y="127"/>
                    </a:lnTo>
                  </a:path>
                </a:pathLst>
              </a:custGeom>
              <a:noFill/>
              <a:ln w="12639" cap="sq">
                <a:solidFill>
                  <a:srgbClr val="C0392B"/>
                </a:solidFill>
                <a:prstDash val="solid"/>
                <a:round/>
              </a:ln>
            </p:spPr>
            <p:txBody>
              <a:bodyPr/>
              <a:lstStyle/>
              <a:p>
                <a:endParaRPr lang="zh-CN" altLang="en-US" sz="2190"/>
              </a:p>
            </p:txBody>
          </p:sp>
          <p:sp>
            <p:nvSpPr>
              <p:cNvPr id="2870" name="文本框 2869"/>
              <p:cNvSpPr txBox="1"/>
              <p:nvPr/>
            </p:nvSpPr>
            <p:spPr>
              <a:xfrm>
                <a:off x="2779705"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871" name="任意多边形: 形状 2870"/>
              <p:cNvSpPr/>
              <p:nvPr/>
            </p:nvSpPr>
            <p:spPr>
              <a:xfrm flipV="1">
                <a:off x="2711709" y="3190371"/>
                <a:ext cx="113877" cy="10177"/>
              </a:xfrm>
              <a:custGeom>
                <a:avLst/>
                <a:gdLst>
                  <a:gd name="csX0" fmla="*/ 113 w 113877"/>
                  <a:gd name="csY0" fmla="*/ 147 h 10177"/>
                  <a:gd name="csX1" fmla="*/ 57052 w 113877"/>
                  <a:gd name="csY1" fmla="*/ 147 h 10177"/>
                  <a:gd name="csX2" fmla="*/ 113991 w 113877"/>
                  <a:gd name="csY2" fmla="*/ 147 h 10177"/>
                </a:gdLst>
                <a:ahLst/>
                <a:cxnLst>
                  <a:cxn ang="0">
                    <a:pos x="csX0" y="csY0"/>
                  </a:cxn>
                  <a:cxn ang="0">
                    <a:pos x="csX1" y="csY1"/>
                  </a:cxn>
                  <a:cxn ang="0">
                    <a:pos x="csX2" y="csY2"/>
                  </a:cxn>
                </a:cxnLst>
                <a:rect l="l" t="t" r="r" b="b"/>
                <a:pathLst>
                  <a:path w="113877" h="10177">
                    <a:moveTo>
                      <a:pt x="113" y="147"/>
                    </a:moveTo>
                    <a:lnTo>
                      <a:pt x="57052" y="147"/>
                    </a:lnTo>
                    <a:lnTo>
                      <a:pt x="113991" y="147"/>
                    </a:lnTo>
                  </a:path>
                </a:pathLst>
              </a:custGeom>
              <a:noFill/>
              <a:ln w="12639" cap="sq">
                <a:solidFill>
                  <a:srgbClr val="2980B9"/>
                </a:solidFill>
                <a:prstDash val="solid"/>
                <a:round/>
              </a:ln>
            </p:spPr>
            <p:txBody>
              <a:bodyPr/>
              <a:lstStyle/>
              <a:p>
                <a:endParaRPr lang="zh-CN" altLang="en-US" sz="2190"/>
              </a:p>
            </p:txBody>
          </p:sp>
          <p:sp>
            <p:nvSpPr>
              <p:cNvPr id="2872" name="文本框 2871"/>
              <p:cNvSpPr txBox="1"/>
              <p:nvPr/>
            </p:nvSpPr>
            <p:spPr>
              <a:xfrm>
                <a:off x="2779705"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1" name="文本框 1880"/>
            <p:cNvSpPr txBox="1"/>
            <p:nvPr/>
          </p:nvSpPr>
          <p:spPr>
            <a:xfrm>
              <a:off x="2098496" y="3196574"/>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h</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2" name="图形 2"/>
            <p:cNvGrpSpPr/>
            <p:nvPr/>
          </p:nvGrpSpPr>
          <p:grpSpPr>
            <a:xfrm>
              <a:off x="3970837" y="3382656"/>
              <a:ext cx="1519971" cy="1310860"/>
              <a:chOff x="3526352" y="2902074"/>
              <a:chExt cx="1519971" cy="1310860"/>
            </a:xfrm>
          </p:grpSpPr>
          <p:sp>
            <p:nvSpPr>
              <p:cNvPr id="2795" name="任意多边形: 形状 2794"/>
              <p:cNvSpPr/>
              <p:nvPr/>
            </p:nvSpPr>
            <p:spPr>
              <a:xfrm flipV="1">
                <a:off x="3883152" y="3923934"/>
                <a:ext cx="10962" cy="20558"/>
              </a:xfrm>
              <a:custGeom>
                <a:avLst/>
                <a:gdLst>
                  <a:gd name="csX0" fmla="*/ 295 w 10962"/>
                  <a:gd name="csY0" fmla="*/ 20906 h 20558"/>
                  <a:gd name="csX1" fmla="*/ 295 w 10962"/>
                  <a:gd name="csY1" fmla="*/ 347 h 20558"/>
                </a:gdLst>
                <a:ahLst/>
                <a:cxnLst>
                  <a:cxn ang="0">
                    <a:pos x="csX0" y="csY0"/>
                  </a:cxn>
                  <a:cxn ang="0">
                    <a:pos x="csX1" y="csY1"/>
                  </a:cxn>
                </a:cxnLst>
                <a:rect l="l" t="t" r="r" b="b"/>
                <a:pathLst>
                  <a:path w="10962" h="20558">
                    <a:moveTo>
                      <a:pt x="295" y="20906"/>
                    </a:moveTo>
                    <a:lnTo>
                      <a:pt x="295" y="347"/>
                    </a:lnTo>
                  </a:path>
                </a:pathLst>
              </a:custGeom>
              <a:solidFill>
                <a:srgbClr val="000000"/>
              </a:solidFill>
              <a:ln w="6319" cap="flat">
                <a:noFill/>
                <a:prstDash val="solid"/>
                <a:miter/>
              </a:ln>
            </p:spPr>
            <p:txBody>
              <a:bodyPr/>
              <a:lstStyle/>
              <a:p>
                <a:endParaRPr lang="zh-CN" altLang="en-US" sz="2190"/>
              </a:p>
            </p:txBody>
          </p:sp>
          <p:sp>
            <p:nvSpPr>
              <p:cNvPr id="2796" name="任意多边形: 形状 2795"/>
              <p:cNvSpPr/>
              <p:nvPr/>
            </p:nvSpPr>
            <p:spPr>
              <a:xfrm flipV="1">
                <a:off x="3883152" y="3923934"/>
                <a:ext cx="10962" cy="20558"/>
              </a:xfrm>
              <a:custGeom>
                <a:avLst/>
                <a:gdLst>
                  <a:gd name="csX0" fmla="*/ 295 w 10962"/>
                  <a:gd name="csY0" fmla="*/ 20906 h 20558"/>
                  <a:gd name="csX1" fmla="*/ 295 w 10962"/>
                  <a:gd name="csY1" fmla="*/ 347 h 20558"/>
                </a:gdLst>
                <a:ahLst/>
                <a:cxnLst>
                  <a:cxn ang="0">
                    <a:pos x="csX0" y="csY0"/>
                  </a:cxn>
                  <a:cxn ang="0">
                    <a:pos x="csX1" y="csY1"/>
                  </a:cxn>
                </a:cxnLst>
                <a:rect l="l" t="t" r="r" b="b"/>
                <a:pathLst>
                  <a:path w="10962" h="20558">
                    <a:moveTo>
                      <a:pt x="295" y="20906"/>
                    </a:moveTo>
                    <a:lnTo>
                      <a:pt x="295" y="347"/>
                    </a:lnTo>
                  </a:path>
                </a:pathLst>
              </a:custGeom>
              <a:noFill/>
              <a:ln w="5056" cap="flat">
                <a:solidFill>
                  <a:srgbClr val="000000"/>
                </a:solidFill>
                <a:prstDash val="solid"/>
                <a:round/>
              </a:ln>
            </p:spPr>
            <p:txBody>
              <a:bodyPr/>
              <a:lstStyle/>
              <a:p>
                <a:endParaRPr lang="zh-CN" altLang="en-US" sz="2190"/>
              </a:p>
            </p:txBody>
          </p:sp>
          <p:sp>
            <p:nvSpPr>
              <p:cNvPr id="2797" name="文本框 2796"/>
              <p:cNvSpPr txBox="1"/>
              <p:nvPr/>
            </p:nvSpPr>
            <p:spPr>
              <a:xfrm>
                <a:off x="3774114"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798" name="任意多边形: 形状 2797"/>
              <p:cNvSpPr/>
              <p:nvPr/>
            </p:nvSpPr>
            <p:spPr>
              <a:xfrm flipV="1">
                <a:off x="4283034" y="3923934"/>
                <a:ext cx="10962" cy="20558"/>
              </a:xfrm>
              <a:custGeom>
                <a:avLst/>
                <a:gdLst>
                  <a:gd name="csX0" fmla="*/ 268 w 10962"/>
                  <a:gd name="csY0" fmla="*/ 20906 h 20558"/>
                  <a:gd name="csX1" fmla="*/ 268 w 10962"/>
                  <a:gd name="csY1" fmla="*/ 347 h 20558"/>
                </a:gdLst>
                <a:ahLst/>
                <a:cxnLst>
                  <a:cxn ang="0">
                    <a:pos x="csX0" y="csY0"/>
                  </a:cxn>
                  <a:cxn ang="0">
                    <a:pos x="csX1" y="csY1"/>
                  </a:cxn>
                </a:cxnLst>
                <a:rect l="l" t="t" r="r" b="b"/>
                <a:pathLst>
                  <a:path w="10962" h="20558">
                    <a:moveTo>
                      <a:pt x="268" y="20906"/>
                    </a:moveTo>
                    <a:lnTo>
                      <a:pt x="268" y="347"/>
                    </a:lnTo>
                  </a:path>
                </a:pathLst>
              </a:custGeom>
              <a:solidFill>
                <a:srgbClr val="000000"/>
              </a:solidFill>
              <a:ln w="6319" cap="flat">
                <a:noFill/>
                <a:prstDash val="solid"/>
                <a:miter/>
              </a:ln>
            </p:spPr>
            <p:txBody>
              <a:bodyPr/>
              <a:lstStyle/>
              <a:p>
                <a:endParaRPr lang="zh-CN" altLang="en-US" sz="2190"/>
              </a:p>
            </p:txBody>
          </p:sp>
          <p:sp>
            <p:nvSpPr>
              <p:cNvPr id="2799" name="任意多边形: 形状 2798"/>
              <p:cNvSpPr/>
              <p:nvPr/>
            </p:nvSpPr>
            <p:spPr>
              <a:xfrm flipV="1">
                <a:off x="4283034" y="3923934"/>
                <a:ext cx="10962" cy="20558"/>
              </a:xfrm>
              <a:custGeom>
                <a:avLst/>
                <a:gdLst>
                  <a:gd name="csX0" fmla="*/ 268 w 10962"/>
                  <a:gd name="csY0" fmla="*/ 20906 h 20558"/>
                  <a:gd name="csX1" fmla="*/ 268 w 10962"/>
                  <a:gd name="csY1" fmla="*/ 347 h 20558"/>
                </a:gdLst>
                <a:ahLst/>
                <a:cxnLst>
                  <a:cxn ang="0">
                    <a:pos x="csX0" y="csY0"/>
                  </a:cxn>
                  <a:cxn ang="0">
                    <a:pos x="csX1" y="csY1"/>
                  </a:cxn>
                </a:cxnLst>
                <a:rect l="l" t="t" r="r" b="b"/>
                <a:pathLst>
                  <a:path w="10962" h="20558">
                    <a:moveTo>
                      <a:pt x="268" y="20906"/>
                    </a:moveTo>
                    <a:lnTo>
                      <a:pt x="268" y="347"/>
                    </a:lnTo>
                  </a:path>
                </a:pathLst>
              </a:custGeom>
              <a:noFill/>
              <a:ln w="5056" cap="flat">
                <a:solidFill>
                  <a:srgbClr val="000000"/>
                </a:solidFill>
                <a:prstDash val="solid"/>
                <a:round/>
              </a:ln>
            </p:spPr>
            <p:txBody>
              <a:bodyPr/>
              <a:lstStyle/>
              <a:p>
                <a:endParaRPr lang="zh-CN" altLang="en-US" sz="2190"/>
              </a:p>
            </p:txBody>
          </p:sp>
          <p:sp>
            <p:nvSpPr>
              <p:cNvPr id="2800" name="文本框 2799"/>
              <p:cNvSpPr txBox="1"/>
              <p:nvPr/>
            </p:nvSpPr>
            <p:spPr>
              <a:xfrm>
                <a:off x="4156402"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01" name="任意多边形: 形状 2800"/>
              <p:cNvSpPr/>
              <p:nvPr/>
            </p:nvSpPr>
            <p:spPr>
              <a:xfrm flipV="1">
                <a:off x="4682917" y="3923934"/>
                <a:ext cx="10962" cy="20558"/>
              </a:xfrm>
              <a:custGeom>
                <a:avLst/>
                <a:gdLst>
                  <a:gd name="csX0" fmla="*/ 241 w 10962"/>
                  <a:gd name="csY0" fmla="*/ 20906 h 20558"/>
                  <a:gd name="csX1" fmla="*/ 241 w 10962"/>
                  <a:gd name="csY1" fmla="*/ 347 h 20558"/>
                </a:gdLst>
                <a:ahLst/>
                <a:cxnLst>
                  <a:cxn ang="0">
                    <a:pos x="csX0" y="csY0"/>
                  </a:cxn>
                  <a:cxn ang="0">
                    <a:pos x="csX1" y="csY1"/>
                  </a:cxn>
                </a:cxnLst>
                <a:rect l="l" t="t" r="r" b="b"/>
                <a:pathLst>
                  <a:path w="10962" h="20558">
                    <a:moveTo>
                      <a:pt x="241" y="20906"/>
                    </a:moveTo>
                    <a:lnTo>
                      <a:pt x="241" y="347"/>
                    </a:lnTo>
                  </a:path>
                </a:pathLst>
              </a:custGeom>
              <a:solidFill>
                <a:srgbClr val="000000"/>
              </a:solidFill>
              <a:ln w="6319" cap="flat">
                <a:noFill/>
                <a:prstDash val="solid"/>
                <a:miter/>
              </a:ln>
            </p:spPr>
            <p:txBody>
              <a:bodyPr/>
              <a:lstStyle/>
              <a:p>
                <a:endParaRPr lang="zh-CN" altLang="en-US" sz="2190"/>
              </a:p>
            </p:txBody>
          </p:sp>
          <p:sp>
            <p:nvSpPr>
              <p:cNvPr id="2802" name="任意多边形: 形状 2801"/>
              <p:cNvSpPr/>
              <p:nvPr/>
            </p:nvSpPr>
            <p:spPr>
              <a:xfrm flipV="1">
                <a:off x="4682917" y="3923934"/>
                <a:ext cx="10962" cy="20558"/>
              </a:xfrm>
              <a:custGeom>
                <a:avLst/>
                <a:gdLst>
                  <a:gd name="csX0" fmla="*/ 241 w 10962"/>
                  <a:gd name="csY0" fmla="*/ 20906 h 20558"/>
                  <a:gd name="csX1" fmla="*/ 241 w 10962"/>
                  <a:gd name="csY1" fmla="*/ 347 h 20558"/>
                </a:gdLst>
                <a:ahLst/>
                <a:cxnLst>
                  <a:cxn ang="0">
                    <a:pos x="csX0" y="csY0"/>
                  </a:cxn>
                  <a:cxn ang="0">
                    <a:pos x="csX1" y="csY1"/>
                  </a:cxn>
                </a:cxnLst>
                <a:rect l="l" t="t" r="r" b="b"/>
                <a:pathLst>
                  <a:path w="10962" h="20558">
                    <a:moveTo>
                      <a:pt x="241" y="20906"/>
                    </a:moveTo>
                    <a:lnTo>
                      <a:pt x="241" y="347"/>
                    </a:lnTo>
                  </a:path>
                </a:pathLst>
              </a:custGeom>
              <a:noFill/>
              <a:ln w="5056" cap="flat">
                <a:solidFill>
                  <a:srgbClr val="000000"/>
                </a:solidFill>
                <a:prstDash val="solid"/>
                <a:round/>
              </a:ln>
            </p:spPr>
            <p:txBody>
              <a:bodyPr/>
              <a:lstStyle/>
              <a:p>
                <a:endParaRPr lang="zh-CN" altLang="en-US" sz="2190"/>
              </a:p>
            </p:txBody>
          </p:sp>
          <p:sp>
            <p:nvSpPr>
              <p:cNvPr id="2803" name="文本框 2802"/>
              <p:cNvSpPr txBox="1"/>
              <p:nvPr/>
            </p:nvSpPr>
            <p:spPr>
              <a:xfrm>
                <a:off x="4538689" y="3908187"/>
                <a:ext cx="35569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04" name="文本框 2803"/>
              <p:cNvSpPr txBox="1"/>
              <p:nvPr/>
            </p:nvSpPr>
            <p:spPr>
              <a:xfrm>
                <a:off x="4135277" y="3984282"/>
                <a:ext cx="539431"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05" name="任意多边形: 形状 2804"/>
              <p:cNvSpPr/>
              <p:nvPr/>
            </p:nvSpPr>
            <p:spPr>
              <a:xfrm flipV="1">
                <a:off x="3815231" y="3884066"/>
                <a:ext cx="22142" cy="10177"/>
              </a:xfrm>
              <a:custGeom>
                <a:avLst/>
                <a:gdLst>
                  <a:gd name="csX0" fmla="*/ 22442 w 22142"/>
                  <a:gd name="csY0" fmla="*/ 334 h 10177"/>
                  <a:gd name="csX1" fmla="*/ 299 w 22142"/>
                  <a:gd name="csY1" fmla="*/ 334 h 10177"/>
                </a:gdLst>
                <a:ahLst/>
                <a:cxnLst>
                  <a:cxn ang="0">
                    <a:pos x="csX0" y="csY0"/>
                  </a:cxn>
                  <a:cxn ang="0">
                    <a:pos x="csX1" y="csY1"/>
                  </a:cxn>
                </a:cxnLst>
                <a:rect l="l" t="t" r="r" b="b"/>
                <a:pathLst>
                  <a:path w="22142" h="10177">
                    <a:moveTo>
                      <a:pt x="22442" y="334"/>
                    </a:moveTo>
                    <a:lnTo>
                      <a:pt x="299" y="334"/>
                    </a:lnTo>
                  </a:path>
                </a:pathLst>
              </a:custGeom>
              <a:solidFill>
                <a:srgbClr val="000000"/>
              </a:solidFill>
              <a:ln w="6319" cap="flat">
                <a:noFill/>
                <a:prstDash val="solid"/>
                <a:miter/>
              </a:ln>
            </p:spPr>
            <p:txBody>
              <a:bodyPr/>
              <a:lstStyle/>
              <a:p>
                <a:endParaRPr lang="zh-CN" altLang="en-US" sz="2190"/>
              </a:p>
            </p:txBody>
          </p:sp>
          <p:sp>
            <p:nvSpPr>
              <p:cNvPr id="2806" name="任意多边形: 形状 2805"/>
              <p:cNvSpPr/>
              <p:nvPr/>
            </p:nvSpPr>
            <p:spPr>
              <a:xfrm flipV="1">
                <a:off x="3815231" y="3884066"/>
                <a:ext cx="22142" cy="10177"/>
              </a:xfrm>
              <a:custGeom>
                <a:avLst/>
                <a:gdLst>
                  <a:gd name="csX0" fmla="*/ 22442 w 22142"/>
                  <a:gd name="csY0" fmla="*/ 334 h 10177"/>
                  <a:gd name="csX1" fmla="*/ 299 w 22142"/>
                  <a:gd name="csY1" fmla="*/ 334 h 10177"/>
                </a:gdLst>
                <a:ahLst/>
                <a:cxnLst>
                  <a:cxn ang="0">
                    <a:pos x="csX0" y="csY0"/>
                  </a:cxn>
                  <a:cxn ang="0">
                    <a:pos x="csX1" y="csY1"/>
                  </a:cxn>
                </a:cxnLst>
                <a:rect l="l" t="t" r="r" b="b"/>
                <a:pathLst>
                  <a:path w="22142" h="10177">
                    <a:moveTo>
                      <a:pt x="22442" y="334"/>
                    </a:moveTo>
                    <a:lnTo>
                      <a:pt x="299" y="334"/>
                    </a:lnTo>
                  </a:path>
                </a:pathLst>
              </a:custGeom>
              <a:noFill/>
              <a:ln w="5056" cap="flat">
                <a:solidFill>
                  <a:srgbClr val="000000"/>
                </a:solidFill>
                <a:prstDash val="solid"/>
                <a:round/>
              </a:ln>
            </p:spPr>
            <p:txBody>
              <a:bodyPr/>
              <a:lstStyle/>
              <a:p>
                <a:endParaRPr lang="zh-CN" altLang="en-US" sz="2190"/>
              </a:p>
            </p:txBody>
          </p:sp>
          <p:sp>
            <p:nvSpPr>
              <p:cNvPr id="2807" name="文本框 2806"/>
              <p:cNvSpPr txBox="1"/>
              <p:nvPr/>
            </p:nvSpPr>
            <p:spPr>
              <a:xfrm>
                <a:off x="3613670"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08" name="任意多边形: 形状 2807"/>
              <p:cNvSpPr/>
              <p:nvPr/>
            </p:nvSpPr>
            <p:spPr>
              <a:xfrm flipV="1">
                <a:off x="3815231" y="3724596"/>
                <a:ext cx="22142" cy="10177"/>
              </a:xfrm>
              <a:custGeom>
                <a:avLst/>
                <a:gdLst>
                  <a:gd name="csX0" fmla="*/ 22442 w 22142"/>
                  <a:gd name="csY0" fmla="*/ 291 h 10177"/>
                  <a:gd name="csX1" fmla="*/ 299 w 22142"/>
                  <a:gd name="csY1" fmla="*/ 291 h 10177"/>
                </a:gdLst>
                <a:ahLst/>
                <a:cxnLst>
                  <a:cxn ang="0">
                    <a:pos x="csX0" y="csY0"/>
                  </a:cxn>
                  <a:cxn ang="0">
                    <a:pos x="csX1" y="csY1"/>
                  </a:cxn>
                </a:cxnLst>
                <a:rect l="l" t="t" r="r" b="b"/>
                <a:pathLst>
                  <a:path w="22142" h="10177">
                    <a:moveTo>
                      <a:pt x="22442" y="291"/>
                    </a:moveTo>
                    <a:lnTo>
                      <a:pt x="299" y="291"/>
                    </a:lnTo>
                  </a:path>
                </a:pathLst>
              </a:custGeom>
              <a:solidFill>
                <a:srgbClr val="000000"/>
              </a:solidFill>
              <a:ln w="6319" cap="flat">
                <a:noFill/>
                <a:prstDash val="solid"/>
                <a:miter/>
              </a:ln>
            </p:spPr>
            <p:txBody>
              <a:bodyPr/>
              <a:lstStyle/>
              <a:p>
                <a:endParaRPr lang="zh-CN" altLang="en-US" sz="2190"/>
              </a:p>
            </p:txBody>
          </p:sp>
          <p:sp>
            <p:nvSpPr>
              <p:cNvPr id="2809" name="任意多边形: 形状 2808"/>
              <p:cNvSpPr/>
              <p:nvPr/>
            </p:nvSpPr>
            <p:spPr>
              <a:xfrm flipV="1">
                <a:off x="3815231" y="3724596"/>
                <a:ext cx="22142" cy="10177"/>
              </a:xfrm>
              <a:custGeom>
                <a:avLst/>
                <a:gdLst>
                  <a:gd name="csX0" fmla="*/ 22442 w 22142"/>
                  <a:gd name="csY0" fmla="*/ 291 h 10177"/>
                  <a:gd name="csX1" fmla="*/ 299 w 22142"/>
                  <a:gd name="csY1" fmla="*/ 291 h 10177"/>
                </a:gdLst>
                <a:ahLst/>
                <a:cxnLst>
                  <a:cxn ang="0">
                    <a:pos x="csX0" y="csY0"/>
                  </a:cxn>
                  <a:cxn ang="0">
                    <a:pos x="csX1" y="csY1"/>
                  </a:cxn>
                </a:cxnLst>
                <a:rect l="l" t="t" r="r" b="b"/>
                <a:pathLst>
                  <a:path w="22142" h="10177">
                    <a:moveTo>
                      <a:pt x="22442" y="291"/>
                    </a:moveTo>
                    <a:lnTo>
                      <a:pt x="299" y="291"/>
                    </a:lnTo>
                  </a:path>
                </a:pathLst>
              </a:custGeom>
              <a:noFill/>
              <a:ln w="5056" cap="flat">
                <a:solidFill>
                  <a:srgbClr val="000000"/>
                </a:solidFill>
                <a:prstDash val="solid"/>
                <a:round/>
              </a:ln>
            </p:spPr>
            <p:txBody>
              <a:bodyPr/>
              <a:lstStyle/>
              <a:p>
                <a:endParaRPr lang="zh-CN" altLang="en-US" sz="2190"/>
              </a:p>
            </p:txBody>
          </p:sp>
          <p:sp>
            <p:nvSpPr>
              <p:cNvPr id="2810" name="文本框 2809"/>
              <p:cNvSpPr txBox="1"/>
              <p:nvPr/>
            </p:nvSpPr>
            <p:spPr>
              <a:xfrm>
                <a:off x="3613670"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11" name="任意多边形: 形状 2810"/>
              <p:cNvSpPr/>
              <p:nvPr/>
            </p:nvSpPr>
            <p:spPr>
              <a:xfrm flipV="1">
                <a:off x="3815231" y="3565129"/>
                <a:ext cx="22142" cy="10177"/>
              </a:xfrm>
              <a:custGeom>
                <a:avLst/>
                <a:gdLst>
                  <a:gd name="csX0" fmla="*/ 22442 w 22142"/>
                  <a:gd name="csY0" fmla="*/ 248 h 10177"/>
                  <a:gd name="csX1" fmla="*/ 299 w 22142"/>
                  <a:gd name="csY1" fmla="*/ 248 h 10177"/>
                </a:gdLst>
                <a:ahLst/>
                <a:cxnLst>
                  <a:cxn ang="0">
                    <a:pos x="csX0" y="csY0"/>
                  </a:cxn>
                  <a:cxn ang="0">
                    <a:pos x="csX1" y="csY1"/>
                  </a:cxn>
                </a:cxnLst>
                <a:rect l="l" t="t" r="r" b="b"/>
                <a:pathLst>
                  <a:path w="22142" h="10177">
                    <a:moveTo>
                      <a:pt x="22442" y="248"/>
                    </a:moveTo>
                    <a:lnTo>
                      <a:pt x="299" y="248"/>
                    </a:lnTo>
                  </a:path>
                </a:pathLst>
              </a:custGeom>
              <a:solidFill>
                <a:srgbClr val="000000"/>
              </a:solidFill>
              <a:ln w="6319" cap="flat">
                <a:noFill/>
                <a:prstDash val="solid"/>
                <a:miter/>
              </a:ln>
            </p:spPr>
            <p:txBody>
              <a:bodyPr/>
              <a:lstStyle/>
              <a:p>
                <a:endParaRPr lang="zh-CN" altLang="en-US" sz="2190"/>
              </a:p>
            </p:txBody>
          </p:sp>
          <p:sp>
            <p:nvSpPr>
              <p:cNvPr id="2812" name="任意多边形: 形状 2811"/>
              <p:cNvSpPr/>
              <p:nvPr/>
            </p:nvSpPr>
            <p:spPr>
              <a:xfrm flipV="1">
                <a:off x="3815231" y="3565129"/>
                <a:ext cx="22142" cy="10177"/>
              </a:xfrm>
              <a:custGeom>
                <a:avLst/>
                <a:gdLst>
                  <a:gd name="csX0" fmla="*/ 22442 w 22142"/>
                  <a:gd name="csY0" fmla="*/ 248 h 10177"/>
                  <a:gd name="csX1" fmla="*/ 299 w 22142"/>
                  <a:gd name="csY1" fmla="*/ 248 h 10177"/>
                </a:gdLst>
                <a:ahLst/>
                <a:cxnLst>
                  <a:cxn ang="0">
                    <a:pos x="csX0" y="csY0"/>
                  </a:cxn>
                  <a:cxn ang="0">
                    <a:pos x="csX1" y="csY1"/>
                  </a:cxn>
                </a:cxnLst>
                <a:rect l="l" t="t" r="r" b="b"/>
                <a:pathLst>
                  <a:path w="22142" h="10177">
                    <a:moveTo>
                      <a:pt x="22442" y="248"/>
                    </a:moveTo>
                    <a:lnTo>
                      <a:pt x="299" y="248"/>
                    </a:lnTo>
                  </a:path>
                </a:pathLst>
              </a:custGeom>
              <a:noFill/>
              <a:ln w="5056" cap="flat">
                <a:solidFill>
                  <a:srgbClr val="000000"/>
                </a:solidFill>
                <a:prstDash val="solid"/>
                <a:round/>
              </a:ln>
            </p:spPr>
            <p:txBody>
              <a:bodyPr/>
              <a:lstStyle/>
              <a:p>
                <a:endParaRPr lang="zh-CN" altLang="en-US" sz="2190"/>
              </a:p>
            </p:txBody>
          </p:sp>
          <p:sp>
            <p:nvSpPr>
              <p:cNvPr id="2813" name="文本框 2812"/>
              <p:cNvSpPr txBox="1"/>
              <p:nvPr/>
            </p:nvSpPr>
            <p:spPr>
              <a:xfrm>
                <a:off x="3613670"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14" name="任意多边形: 形状 2813"/>
              <p:cNvSpPr/>
              <p:nvPr/>
            </p:nvSpPr>
            <p:spPr>
              <a:xfrm flipV="1">
                <a:off x="3815231" y="3405654"/>
                <a:ext cx="22142" cy="10177"/>
              </a:xfrm>
              <a:custGeom>
                <a:avLst/>
                <a:gdLst>
                  <a:gd name="csX0" fmla="*/ 22442 w 22142"/>
                  <a:gd name="csY0" fmla="*/ 205 h 10177"/>
                  <a:gd name="csX1" fmla="*/ 299 w 22142"/>
                  <a:gd name="csY1" fmla="*/ 205 h 10177"/>
                </a:gdLst>
                <a:ahLst/>
                <a:cxnLst>
                  <a:cxn ang="0">
                    <a:pos x="csX0" y="csY0"/>
                  </a:cxn>
                  <a:cxn ang="0">
                    <a:pos x="csX1" y="csY1"/>
                  </a:cxn>
                </a:cxnLst>
                <a:rect l="l" t="t" r="r" b="b"/>
                <a:pathLst>
                  <a:path w="22142" h="10177">
                    <a:moveTo>
                      <a:pt x="22442" y="205"/>
                    </a:moveTo>
                    <a:lnTo>
                      <a:pt x="299" y="205"/>
                    </a:lnTo>
                  </a:path>
                </a:pathLst>
              </a:custGeom>
              <a:solidFill>
                <a:srgbClr val="000000"/>
              </a:solidFill>
              <a:ln w="6319" cap="flat">
                <a:noFill/>
                <a:prstDash val="solid"/>
                <a:miter/>
              </a:ln>
            </p:spPr>
            <p:txBody>
              <a:bodyPr/>
              <a:lstStyle/>
              <a:p>
                <a:endParaRPr lang="zh-CN" altLang="en-US" sz="2190"/>
              </a:p>
            </p:txBody>
          </p:sp>
          <p:sp>
            <p:nvSpPr>
              <p:cNvPr id="2815" name="任意多边形: 形状 2814"/>
              <p:cNvSpPr/>
              <p:nvPr/>
            </p:nvSpPr>
            <p:spPr>
              <a:xfrm flipV="1">
                <a:off x="3815231" y="3405654"/>
                <a:ext cx="22142" cy="10177"/>
              </a:xfrm>
              <a:custGeom>
                <a:avLst/>
                <a:gdLst>
                  <a:gd name="csX0" fmla="*/ 22442 w 22142"/>
                  <a:gd name="csY0" fmla="*/ 205 h 10177"/>
                  <a:gd name="csX1" fmla="*/ 299 w 22142"/>
                  <a:gd name="csY1" fmla="*/ 205 h 10177"/>
                </a:gdLst>
                <a:ahLst/>
                <a:cxnLst>
                  <a:cxn ang="0">
                    <a:pos x="csX0" y="csY0"/>
                  </a:cxn>
                  <a:cxn ang="0">
                    <a:pos x="csX1" y="csY1"/>
                  </a:cxn>
                </a:cxnLst>
                <a:rect l="l" t="t" r="r" b="b"/>
                <a:pathLst>
                  <a:path w="22142" h="10177">
                    <a:moveTo>
                      <a:pt x="22442" y="205"/>
                    </a:moveTo>
                    <a:lnTo>
                      <a:pt x="299" y="205"/>
                    </a:lnTo>
                  </a:path>
                </a:pathLst>
              </a:custGeom>
              <a:noFill/>
              <a:ln w="5056" cap="flat">
                <a:solidFill>
                  <a:srgbClr val="000000"/>
                </a:solidFill>
                <a:prstDash val="solid"/>
                <a:round/>
              </a:ln>
            </p:spPr>
            <p:txBody>
              <a:bodyPr/>
              <a:lstStyle/>
              <a:p>
                <a:endParaRPr lang="zh-CN" altLang="en-US" sz="2190"/>
              </a:p>
            </p:txBody>
          </p:sp>
          <p:sp>
            <p:nvSpPr>
              <p:cNvPr id="2816" name="文本框 2815"/>
              <p:cNvSpPr txBox="1"/>
              <p:nvPr/>
            </p:nvSpPr>
            <p:spPr>
              <a:xfrm>
                <a:off x="3613670"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17" name="任意多边形: 形状 2816"/>
              <p:cNvSpPr/>
              <p:nvPr/>
            </p:nvSpPr>
            <p:spPr>
              <a:xfrm flipV="1">
                <a:off x="3815231" y="3246184"/>
                <a:ext cx="22142" cy="10177"/>
              </a:xfrm>
              <a:custGeom>
                <a:avLst/>
                <a:gdLst>
                  <a:gd name="csX0" fmla="*/ 22442 w 22142"/>
                  <a:gd name="csY0" fmla="*/ 162 h 10177"/>
                  <a:gd name="csX1" fmla="*/ 299 w 22142"/>
                  <a:gd name="csY1" fmla="*/ 162 h 10177"/>
                </a:gdLst>
                <a:ahLst/>
                <a:cxnLst>
                  <a:cxn ang="0">
                    <a:pos x="csX0" y="csY0"/>
                  </a:cxn>
                  <a:cxn ang="0">
                    <a:pos x="csX1" y="csY1"/>
                  </a:cxn>
                </a:cxnLst>
                <a:rect l="l" t="t" r="r" b="b"/>
                <a:pathLst>
                  <a:path w="22142" h="10177">
                    <a:moveTo>
                      <a:pt x="22442" y="162"/>
                    </a:moveTo>
                    <a:lnTo>
                      <a:pt x="299" y="162"/>
                    </a:lnTo>
                  </a:path>
                </a:pathLst>
              </a:custGeom>
              <a:solidFill>
                <a:srgbClr val="000000"/>
              </a:solidFill>
              <a:ln w="6319" cap="flat">
                <a:noFill/>
                <a:prstDash val="solid"/>
                <a:miter/>
              </a:ln>
            </p:spPr>
            <p:txBody>
              <a:bodyPr/>
              <a:lstStyle/>
              <a:p>
                <a:endParaRPr lang="zh-CN" altLang="en-US" sz="2190"/>
              </a:p>
            </p:txBody>
          </p:sp>
          <p:sp>
            <p:nvSpPr>
              <p:cNvPr id="2818" name="任意多边形: 形状 2817"/>
              <p:cNvSpPr/>
              <p:nvPr/>
            </p:nvSpPr>
            <p:spPr>
              <a:xfrm flipV="1">
                <a:off x="3815231" y="3246184"/>
                <a:ext cx="22142" cy="10177"/>
              </a:xfrm>
              <a:custGeom>
                <a:avLst/>
                <a:gdLst>
                  <a:gd name="csX0" fmla="*/ 22442 w 22142"/>
                  <a:gd name="csY0" fmla="*/ 162 h 10177"/>
                  <a:gd name="csX1" fmla="*/ 299 w 22142"/>
                  <a:gd name="csY1" fmla="*/ 162 h 10177"/>
                </a:gdLst>
                <a:ahLst/>
                <a:cxnLst>
                  <a:cxn ang="0">
                    <a:pos x="csX0" y="csY0"/>
                  </a:cxn>
                  <a:cxn ang="0">
                    <a:pos x="csX1" y="csY1"/>
                  </a:cxn>
                </a:cxnLst>
                <a:rect l="l" t="t" r="r" b="b"/>
                <a:pathLst>
                  <a:path w="22142" h="10177">
                    <a:moveTo>
                      <a:pt x="22442" y="162"/>
                    </a:moveTo>
                    <a:lnTo>
                      <a:pt x="299" y="162"/>
                    </a:lnTo>
                  </a:path>
                </a:pathLst>
              </a:custGeom>
              <a:noFill/>
              <a:ln w="5056" cap="flat">
                <a:solidFill>
                  <a:srgbClr val="000000"/>
                </a:solidFill>
                <a:prstDash val="solid"/>
                <a:round/>
              </a:ln>
            </p:spPr>
            <p:txBody>
              <a:bodyPr/>
              <a:lstStyle/>
              <a:p>
                <a:endParaRPr lang="zh-CN" altLang="en-US" sz="2190"/>
              </a:p>
            </p:txBody>
          </p:sp>
          <p:sp>
            <p:nvSpPr>
              <p:cNvPr id="2819" name="文本框 2818"/>
              <p:cNvSpPr txBox="1"/>
              <p:nvPr/>
            </p:nvSpPr>
            <p:spPr>
              <a:xfrm>
                <a:off x="3613670"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20" name="任意多边形: 形状 2819"/>
              <p:cNvSpPr/>
              <p:nvPr/>
            </p:nvSpPr>
            <p:spPr>
              <a:xfrm flipV="1">
                <a:off x="3815231" y="3086715"/>
                <a:ext cx="22142" cy="10177"/>
              </a:xfrm>
              <a:custGeom>
                <a:avLst/>
                <a:gdLst>
                  <a:gd name="csX0" fmla="*/ 22442 w 22142"/>
                  <a:gd name="csY0" fmla="*/ 120 h 10177"/>
                  <a:gd name="csX1" fmla="*/ 299 w 22142"/>
                  <a:gd name="csY1" fmla="*/ 120 h 10177"/>
                </a:gdLst>
                <a:ahLst/>
                <a:cxnLst>
                  <a:cxn ang="0">
                    <a:pos x="csX0" y="csY0"/>
                  </a:cxn>
                  <a:cxn ang="0">
                    <a:pos x="csX1" y="csY1"/>
                  </a:cxn>
                </a:cxnLst>
                <a:rect l="l" t="t" r="r" b="b"/>
                <a:pathLst>
                  <a:path w="22142" h="10177">
                    <a:moveTo>
                      <a:pt x="22442" y="120"/>
                    </a:moveTo>
                    <a:lnTo>
                      <a:pt x="299" y="120"/>
                    </a:lnTo>
                  </a:path>
                </a:pathLst>
              </a:custGeom>
              <a:solidFill>
                <a:srgbClr val="000000"/>
              </a:solidFill>
              <a:ln w="6319" cap="flat">
                <a:noFill/>
                <a:prstDash val="solid"/>
                <a:miter/>
              </a:ln>
            </p:spPr>
            <p:txBody>
              <a:bodyPr/>
              <a:lstStyle/>
              <a:p>
                <a:endParaRPr lang="zh-CN" altLang="en-US" sz="2190"/>
              </a:p>
            </p:txBody>
          </p:sp>
          <p:sp>
            <p:nvSpPr>
              <p:cNvPr id="2821" name="任意多边形: 形状 2820"/>
              <p:cNvSpPr/>
              <p:nvPr/>
            </p:nvSpPr>
            <p:spPr>
              <a:xfrm flipV="1">
                <a:off x="3815231" y="3086715"/>
                <a:ext cx="22142" cy="10177"/>
              </a:xfrm>
              <a:custGeom>
                <a:avLst/>
                <a:gdLst>
                  <a:gd name="csX0" fmla="*/ 22442 w 22142"/>
                  <a:gd name="csY0" fmla="*/ 120 h 10177"/>
                  <a:gd name="csX1" fmla="*/ 299 w 22142"/>
                  <a:gd name="csY1" fmla="*/ 120 h 10177"/>
                </a:gdLst>
                <a:ahLst/>
                <a:cxnLst>
                  <a:cxn ang="0">
                    <a:pos x="csX0" y="csY0"/>
                  </a:cxn>
                  <a:cxn ang="0">
                    <a:pos x="csX1" y="csY1"/>
                  </a:cxn>
                </a:cxnLst>
                <a:rect l="l" t="t" r="r" b="b"/>
                <a:pathLst>
                  <a:path w="22142" h="10177">
                    <a:moveTo>
                      <a:pt x="22442" y="120"/>
                    </a:moveTo>
                    <a:lnTo>
                      <a:pt x="299" y="120"/>
                    </a:lnTo>
                  </a:path>
                </a:pathLst>
              </a:custGeom>
              <a:noFill/>
              <a:ln w="5056" cap="flat">
                <a:solidFill>
                  <a:srgbClr val="000000"/>
                </a:solidFill>
                <a:prstDash val="solid"/>
                <a:round/>
              </a:ln>
            </p:spPr>
            <p:txBody>
              <a:bodyPr/>
              <a:lstStyle/>
              <a:p>
                <a:endParaRPr lang="zh-CN" altLang="en-US" sz="2190"/>
              </a:p>
            </p:txBody>
          </p:sp>
          <p:sp>
            <p:nvSpPr>
              <p:cNvPr id="2822" name="文本框 2821"/>
              <p:cNvSpPr txBox="1"/>
              <p:nvPr/>
            </p:nvSpPr>
            <p:spPr>
              <a:xfrm>
                <a:off x="3613670"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823" name="文本框 2822"/>
              <p:cNvSpPr txBox="1"/>
              <p:nvPr/>
            </p:nvSpPr>
            <p:spPr>
              <a:xfrm rot="16200000">
                <a:off x="3208058" y="3470197"/>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824" name="任意多边形: 形状 2823"/>
              <p:cNvSpPr/>
              <p:nvPr/>
            </p:nvSpPr>
            <p:spPr>
              <a:xfrm flipV="1">
                <a:off x="3883152" y="3086715"/>
                <a:ext cx="652096" cy="797350"/>
              </a:xfrm>
              <a:custGeom>
                <a:avLst/>
                <a:gdLst>
                  <a:gd name="csX0" fmla="*/ 273 w 652096"/>
                  <a:gd name="csY0" fmla="*/ 797577 h 797350"/>
                  <a:gd name="csX1" fmla="*/ 17627 w 652096"/>
                  <a:gd name="csY1" fmla="*/ 797577 h 797350"/>
                  <a:gd name="csX2" fmla="*/ 17627 w 652096"/>
                  <a:gd name="csY2" fmla="*/ 779856 h 797350"/>
                  <a:gd name="csX3" fmla="*/ 44184 w 652096"/>
                  <a:gd name="csY3" fmla="*/ 779856 h 797350"/>
                  <a:gd name="csX4" fmla="*/ 44184 w 652096"/>
                  <a:gd name="csY4" fmla="*/ 762140 h 797350"/>
                  <a:gd name="csX5" fmla="*/ 48391 w 652096"/>
                  <a:gd name="csY5" fmla="*/ 762140 h 797350"/>
                  <a:gd name="csX6" fmla="*/ 48391 w 652096"/>
                  <a:gd name="csY6" fmla="*/ 744419 h 797350"/>
                  <a:gd name="csX7" fmla="*/ 53651 w 652096"/>
                  <a:gd name="csY7" fmla="*/ 744419 h 797350"/>
                  <a:gd name="csX8" fmla="*/ 53651 w 652096"/>
                  <a:gd name="csY8" fmla="*/ 726698 h 797350"/>
                  <a:gd name="csX9" fmla="*/ 64168 w 652096"/>
                  <a:gd name="csY9" fmla="*/ 726698 h 797350"/>
                  <a:gd name="csX10" fmla="*/ 64168 w 652096"/>
                  <a:gd name="csY10" fmla="*/ 708982 h 797350"/>
                  <a:gd name="csX11" fmla="*/ 64431 w 652096"/>
                  <a:gd name="csY11" fmla="*/ 708982 h 797350"/>
                  <a:gd name="csX12" fmla="*/ 64431 w 652096"/>
                  <a:gd name="csY12" fmla="*/ 691261 h 797350"/>
                  <a:gd name="csX13" fmla="*/ 64957 w 652096"/>
                  <a:gd name="csY13" fmla="*/ 691261 h 797350"/>
                  <a:gd name="csX14" fmla="*/ 64957 w 652096"/>
                  <a:gd name="csY14" fmla="*/ 673545 h 797350"/>
                  <a:gd name="csX15" fmla="*/ 66009 w 652096"/>
                  <a:gd name="csY15" fmla="*/ 673545 h 797350"/>
                  <a:gd name="csX16" fmla="*/ 66009 w 652096"/>
                  <a:gd name="csY16" fmla="*/ 655824 h 797350"/>
                  <a:gd name="csX17" fmla="*/ 66797 w 652096"/>
                  <a:gd name="csY17" fmla="*/ 655824 h 797350"/>
                  <a:gd name="csX18" fmla="*/ 66797 w 652096"/>
                  <a:gd name="csY18" fmla="*/ 638108 h 797350"/>
                  <a:gd name="csX19" fmla="*/ 67586 w 652096"/>
                  <a:gd name="csY19" fmla="*/ 638108 h 797350"/>
                  <a:gd name="csX20" fmla="*/ 67586 w 652096"/>
                  <a:gd name="csY20" fmla="*/ 620387 h 797350"/>
                  <a:gd name="csX21" fmla="*/ 70479 w 652096"/>
                  <a:gd name="csY21" fmla="*/ 620387 h 797350"/>
                  <a:gd name="csX22" fmla="*/ 70479 w 652096"/>
                  <a:gd name="csY22" fmla="*/ 602665 h 797350"/>
                  <a:gd name="csX23" fmla="*/ 71004 w 652096"/>
                  <a:gd name="csY23" fmla="*/ 602665 h 797350"/>
                  <a:gd name="csX24" fmla="*/ 71004 w 652096"/>
                  <a:gd name="csY24" fmla="*/ 584950 h 797350"/>
                  <a:gd name="csX25" fmla="*/ 81259 w 652096"/>
                  <a:gd name="csY25" fmla="*/ 584950 h 797350"/>
                  <a:gd name="csX26" fmla="*/ 81259 w 652096"/>
                  <a:gd name="csY26" fmla="*/ 567228 h 797350"/>
                  <a:gd name="csX27" fmla="*/ 86518 w 652096"/>
                  <a:gd name="csY27" fmla="*/ 567228 h 797350"/>
                  <a:gd name="csX28" fmla="*/ 86518 w 652096"/>
                  <a:gd name="csY28" fmla="*/ 549513 h 797350"/>
                  <a:gd name="csX29" fmla="*/ 88359 w 652096"/>
                  <a:gd name="csY29" fmla="*/ 549513 h 797350"/>
                  <a:gd name="csX30" fmla="*/ 88359 w 652096"/>
                  <a:gd name="csY30" fmla="*/ 514076 h 797350"/>
                  <a:gd name="csX31" fmla="*/ 95721 w 652096"/>
                  <a:gd name="csY31" fmla="*/ 514076 h 797350"/>
                  <a:gd name="csX32" fmla="*/ 95721 w 652096"/>
                  <a:gd name="csY32" fmla="*/ 496354 h 797350"/>
                  <a:gd name="csX33" fmla="*/ 98088 w 652096"/>
                  <a:gd name="csY33" fmla="*/ 496354 h 797350"/>
                  <a:gd name="csX34" fmla="*/ 98088 w 652096"/>
                  <a:gd name="csY34" fmla="*/ 478639 h 797350"/>
                  <a:gd name="csX35" fmla="*/ 98614 w 652096"/>
                  <a:gd name="csY35" fmla="*/ 478639 h 797350"/>
                  <a:gd name="csX36" fmla="*/ 98614 w 652096"/>
                  <a:gd name="csY36" fmla="*/ 460917 h 797350"/>
                  <a:gd name="csX37" fmla="*/ 99928 w 652096"/>
                  <a:gd name="csY37" fmla="*/ 460917 h 797350"/>
                  <a:gd name="csX38" fmla="*/ 99928 w 652096"/>
                  <a:gd name="csY38" fmla="*/ 443196 h 797350"/>
                  <a:gd name="csX39" fmla="*/ 112286 w 652096"/>
                  <a:gd name="csY39" fmla="*/ 443196 h 797350"/>
                  <a:gd name="csX40" fmla="*/ 112286 w 652096"/>
                  <a:gd name="csY40" fmla="*/ 425480 h 797350"/>
                  <a:gd name="csX41" fmla="*/ 117808 w 652096"/>
                  <a:gd name="csY41" fmla="*/ 425480 h 797350"/>
                  <a:gd name="csX42" fmla="*/ 117808 w 652096"/>
                  <a:gd name="csY42" fmla="*/ 407759 h 797350"/>
                  <a:gd name="csX43" fmla="*/ 120438 w 652096"/>
                  <a:gd name="csY43" fmla="*/ 407759 h 797350"/>
                  <a:gd name="csX44" fmla="*/ 120438 w 652096"/>
                  <a:gd name="csY44" fmla="*/ 390043 h 797350"/>
                  <a:gd name="csX45" fmla="*/ 123856 w 652096"/>
                  <a:gd name="csY45" fmla="*/ 390043 h 797350"/>
                  <a:gd name="csX46" fmla="*/ 123856 w 652096"/>
                  <a:gd name="csY46" fmla="*/ 372322 h 797350"/>
                  <a:gd name="csX47" fmla="*/ 130955 w 652096"/>
                  <a:gd name="csY47" fmla="*/ 372322 h 797350"/>
                  <a:gd name="csX48" fmla="*/ 130955 w 652096"/>
                  <a:gd name="csY48" fmla="*/ 354606 h 797350"/>
                  <a:gd name="csX49" fmla="*/ 132270 w 652096"/>
                  <a:gd name="csY49" fmla="*/ 354606 h 797350"/>
                  <a:gd name="csX50" fmla="*/ 132270 w 652096"/>
                  <a:gd name="csY50" fmla="*/ 336885 h 797350"/>
                  <a:gd name="csX51" fmla="*/ 133585 w 652096"/>
                  <a:gd name="csY51" fmla="*/ 336885 h 797350"/>
                  <a:gd name="csX52" fmla="*/ 133585 w 652096"/>
                  <a:gd name="csY52" fmla="*/ 319163 h 797350"/>
                  <a:gd name="csX53" fmla="*/ 135163 w 652096"/>
                  <a:gd name="csY53" fmla="*/ 319163 h 797350"/>
                  <a:gd name="csX54" fmla="*/ 135163 w 652096"/>
                  <a:gd name="csY54" fmla="*/ 301447 h 797350"/>
                  <a:gd name="csX55" fmla="*/ 139633 w 652096"/>
                  <a:gd name="csY55" fmla="*/ 301447 h 797350"/>
                  <a:gd name="csX56" fmla="*/ 139633 w 652096"/>
                  <a:gd name="csY56" fmla="*/ 283728 h 797350"/>
                  <a:gd name="csX57" fmla="*/ 141473 w 652096"/>
                  <a:gd name="csY57" fmla="*/ 283728 h 797350"/>
                  <a:gd name="csX58" fmla="*/ 141473 w 652096"/>
                  <a:gd name="csY58" fmla="*/ 266010 h 797350"/>
                  <a:gd name="csX59" fmla="*/ 144892 w 652096"/>
                  <a:gd name="csY59" fmla="*/ 266010 h 797350"/>
                  <a:gd name="csX60" fmla="*/ 144892 w 652096"/>
                  <a:gd name="csY60" fmla="*/ 248291 h 797350"/>
                  <a:gd name="csX61" fmla="*/ 148310 w 652096"/>
                  <a:gd name="csY61" fmla="*/ 248291 h 797350"/>
                  <a:gd name="csX62" fmla="*/ 158565 w 652096"/>
                  <a:gd name="csY62" fmla="*/ 248291 h 797350"/>
                  <a:gd name="csX63" fmla="*/ 158565 w 652096"/>
                  <a:gd name="csY63" fmla="*/ 229209 h 797350"/>
                  <a:gd name="csX64" fmla="*/ 172501 w 652096"/>
                  <a:gd name="csY64" fmla="*/ 229209 h 797350"/>
                  <a:gd name="csX65" fmla="*/ 172501 w 652096"/>
                  <a:gd name="csY65" fmla="*/ 210127 h 797350"/>
                  <a:gd name="csX66" fmla="*/ 209839 w 652096"/>
                  <a:gd name="csY66" fmla="*/ 210127 h 797350"/>
                  <a:gd name="csX67" fmla="*/ 209839 w 652096"/>
                  <a:gd name="csY67" fmla="*/ 191045 h 797350"/>
                  <a:gd name="csX68" fmla="*/ 216412 w 652096"/>
                  <a:gd name="csY68" fmla="*/ 191045 h 797350"/>
                  <a:gd name="csX69" fmla="*/ 216412 w 652096"/>
                  <a:gd name="csY69" fmla="*/ 171963 h 797350"/>
                  <a:gd name="csX70" fmla="*/ 232188 w 652096"/>
                  <a:gd name="csY70" fmla="*/ 171963 h 797350"/>
                  <a:gd name="csX71" fmla="*/ 232188 w 652096"/>
                  <a:gd name="csY71" fmla="*/ 152881 h 797350"/>
                  <a:gd name="csX72" fmla="*/ 246914 w 652096"/>
                  <a:gd name="csY72" fmla="*/ 152881 h 797350"/>
                  <a:gd name="csX73" fmla="*/ 246914 w 652096"/>
                  <a:gd name="csY73" fmla="*/ 133799 h 797350"/>
                  <a:gd name="csX74" fmla="*/ 254276 w 652096"/>
                  <a:gd name="csY74" fmla="*/ 133799 h 797350"/>
                  <a:gd name="csX75" fmla="*/ 254276 w 652096"/>
                  <a:gd name="csY75" fmla="*/ 114717 h 797350"/>
                  <a:gd name="csX76" fmla="*/ 254801 w 652096"/>
                  <a:gd name="csY76" fmla="*/ 114717 h 797350"/>
                  <a:gd name="csX77" fmla="*/ 270052 w 652096"/>
                  <a:gd name="csY77" fmla="*/ 114717 h 797350"/>
                  <a:gd name="csX78" fmla="*/ 270052 w 652096"/>
                  <a:gd name="csY78" fmla="*/ 91819 h 797350"/>
                  <a:gd name="csX79" fmla="*/ 315013 w 652096"/>
                  <a:gd name="csY79" fmla="*/ 91819 h 797350"/>
                  <a:gd name="csX80" fmla="*/ 315013 w 652096"/>
                  <a:gd name="csY80" fmla="*/ 68921 h 797350"/>
                  <a:gd name="csX81" fmla="*/ 423083 w 652096"/>
                  <a:gd name="csY81" fmla="*/ 68921 h 797350"/>
                  <a:gd name="csX82" fmla="*/ 423083 w 652096"/>
                  <a:gd name="csY82" fmla="*/ 46023 h 797350"/>
                  <a:gd name="csX83" fmla="*/ 456215 w 652096"/>
                  <a:gd name="csY83" fmla="*/ 46023 h 797350"/>
                  <a:gd name="csX84" fmla="*/ 456215 w 652096"/>
                  <a:gd name="csY84" fmla="*/ 23125 h 797350"/>
                  <a:gd name="csX85" fmla="*/ 652370 w 652096"/>
                  <a:gd name="csY85" fmla="*/ 23125 h 797350"/>
                  <a:gd name="csX86" fmla="*/ 652370 w 652096"/>
                  <a:gd name="csY86"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652096" h="797350">
                    <a:moveTo>
                      <a:pt x="273" y="797577"/>
                    </a:moveTo>
                    <a:lnTo>
                      <a:pt x="17627" y="797577"/>
                    </a:lnTo>
                    <a:lnTo>
                      <a:pt x="17627" y="779856"/>
                    </a:lnTo>
                    <a:lnTo>
                      <a:pt x="44184" y="779856"/>
                    </a:lnTo>
                    <a:lnTo>
                      <a:pt x="44184" y="762140"/>
                    </a:lnTo>
                    <a:lnTo>
                      <a:pt x="48391" y="762140"/>
                    </a:lnTo>
                    <a:lnTo>
                      <a:pt x="48391" y="744419"/>
                    </a:lnTo>
                    <a:lnTo>
                      <a:pt x="53651" y="744419"/>
                    </a:lnTo>
                    <a:lnTo>
                      <a:pt x="53651" y="726698"/>
                    </a:lnTo>
                    <a:lnTo>
                      <a:pt x="64168" y="726698"/>
                    </a:lnTo>
                    <a:lnTo>
                      <a:pt x="64168" y="708982"/>
                    </a:lnTo>
                    <a:lnTo>
                      <a:pt x="64431" y="708982"/>
                    </a:lnTo>
                    <a:lnTo>
                      <a:pt x="64431" y="691261"/>
                    </a:lnTo>
                    <a:lnTo>
                      <a:pt x="64957" y="691261"/>
                    </a:lnTo>
                    <a:lnTo>
                      <a:pt x="64957" y="673545"/>
                    </a:lnTo>
                    <a:lnTo>
                      <a:pt x="66009" y="673545"/>
                    </a:lnTo>
                    <a:lnTo>
                      <a:pt x="66009" y="655824"/>
                    </a:lnTo>
                    <a:lnTo>
                      <a:pt x="66797" y="655824"/>
                    </a:lnTo>
                    <a:lnTo>
                      <a:pt x="66797" y="638108"/>
                    </a:lnTo>
                    <a:lnTo>
                      <a:pt x="67586" y="638108"/>
                    </a:lnTo>
                    <a:lnTo>
                      <a:pt x="67586" y="620387"/>
                    </a:lnTo>
                    <a:lnTo>
                      <a:pt x="70479" y="620387"/>
                    </a:lnTo>
                    <a:lnTo>
                      <a:pt x="70479" y="602665"/>
                    </a:lnTo>
                    <a:lnTo>
                      <a:pt x="71004" y="602665"/>
                    </a:lnTo>
                    <a:lnTo>
                      <a:pt x="71004" y="584950"/>
                    </a:lnTo>
                    <a:lnTo>
                      <a:pt x="81259" y="584950"/>
                    </a:lnTo>
                    <a:lnTo>
                      <a:pt x="81259" y="567228"/>
                    </a:lnTo>
                    <a:lnTo>
                      <a:pt x="86518" y="567228"/>
                    </a:lnTo>
                    <a:lnTo>
                      <a:pt x="86518" y="549513"/>
                    </a:lnTo>
                    <a:lnTo>
                      <a:pt x="88359" y="549513"/>
                    </a:lnTo>
                    <a:lnTo>
                      <a:pt x="88359" y="514076"/>
                    </a:lnTo>
                    <a:lnTo>
                      <a:pt x="95721" y="514076"/>
                    </a:lnTo>
                    <a:lnTo>
                      <a:pt x="95721" y="496354"/>
                    </a:lnTo>
                    <a:lnTo>
                      <a:pt x="98088" y="496354"/>
                    </a:lnTo>
                    <a:lnTo>
                      <a:pt x="98088" y="478639"/>
                    </a:lnTo>
                    <a:lnTo>
                      <a:pt x="98614" y="478639"/>
                    </a:lnTo>
                    <a:lnTo>
                      <a:pt x="98614" y="460917"/>
                    </a:lnTo>
                    <a:lnTo>
                      <a:pt x="99928" y="460917"/>
                    </a:lnTo>
                    <a:lnTo>
                      <a:pt x="99928" y="443196"/>
                    </a:lnTo>
                    <a:lnTo>
                      <a:pt x="112286" y="443196"/>
                    </a:lnTo>
                    <a:lnTo>
                      <a:pt x="112286" y="425480"/>
                    </a:lnTo>
                    <a:lnTo>
                      <a:pt x="117808" y="425480"/>
                    </a:lnTo>
                    <a:lnTo>
                      <a:pt x="117808" y="407759"/>
                    </a:lnTo>
                    <a:lnTo>
                      <a:pt x="120438" y="407759"/>
                    </a:lnTo>
                    <a:lnTo>
                      <a:pt x="120438" y="390043"/>
                    </a:lnTo>
                    <a:lnTo>
                      <a:pt x="123856" y="390043"/>
                    </a:lnTo>
                    <a:lnTo>
                      <a:pt x="123856" y="372322"/>
                    </a:lnTo>
                    <a:lnTo>
                      <a:pt x="130955" y="372322"/>
                    </a:lnTo>
                    <a:lnTo>
                      <a:pt x="130955" y="354606"/>
                    </a:lnTo>
                    <a:lnTo>
                      <a:pt x="132270" y="354606"/>
                    </a:lnTo>
                    <a:lnTo>
                      <a:pt x="132270" y="336885"/>
                    </a:lnTo>
                    <a:lnTo>
                      <a:pt x="133585" y="336885"/>
                    </a:lnTo>
                    <a:lnTo>
                      <a:pt x="133585" y="319163"/>
                    </a:lnTo>
                    <a:lnTo>
                      <a:pt x="135163" y="319163"/>
                    </a:lnTo>
                    <a:lnTo>
                      <a:pt x="135163" y="301447"/>
                    </a:lnTo>
                    <a:lnTo>
                      <a:pt x="139633" y="301447"/>
                    </a:lnTo>
                    <a:lnTo>
                      <a:pt x="139633" y="283728"/>
                    </a:lnTo>
                    <a:lnTo>
                      <a:pt x="141473" y="283728"/>
                    </a:lnTo>
                    <a:lnTo>
                      <a:pt x="141473" y="266010"/>
                    </a:lnTo>
                    <a:lnTo>
                      <a:pt x="144892" y="266010"/>
                    </a:lnTo>
                    <a:lnTo>
                      <a:pt x="144892" y="248291"/>
                    </a:lnTo>
                    <a:lnTo>
                      <a:pt x="148310" y="248291"/>
                    </a:lnTo>
                    <a:lnTo>
                      <a:pt x="158565" y="248291"/>
                    </a:lnTo>
                    <a:lnTo>
                      <a:pt x="158565" y="229209"/>
                    </a:lnTo>
                    <a:lnTo>
                      <a:pt x="172501" y="229209"/>
                    </a:lnTo>
                    <a:lnTo>
                      <a:pt x="172501" y="210127"/>
                    </a:lnTo>
                    <a:lnTo>
                      <a:pt x="209839" y="210127"/>
                    </a:lnTo>
                    <a:lnTo>
                      <a:pt x="209839" y="191045"/>
                    </a:lnTo>
                    <a:lnTo>
                      <a:pt x="216412" y="191045"/>
                    </a:lnTo>
                    <a:lnTo>
                      <a:pt x="216412" y="171963"/>
                    </a:lnTo>
                    <a:lnTo>
                      <a:pt x="232188" y="171963"/>
                    </a:lnTo>
                    <a:lnTo>
                      <a:pt x="232188" y="152881"/>
                    </a:lnTo>
                    <a:lnTo>
                      <a:pt x="246914" y="152881"/>
                    </a:lnTo>
                    <a:lnTo>
                      <a:pt x="246914" y="133799"/>
                    </a:lnTo>
                    <a:lnTo>
                      <a:pt x="254276" y="133799"/>
                    </a:lnTo>
                    <a:lnTo>
                      <a:pt x="254276" y="114717"/>
                    </a:lnTo>
                    <a:lnTo>
                      <a:pt x="254801" y="114717"/>
                    </a:lnTo>
                    <a:lnTo>
                      <a:pt x="270052" y="114717"/>
                    </a:lnTo>
                    <a:lnTo>
                      <a:pt x="270052" y="91819"/>
                    </a:lnTo>
                    <a:lnTo>
                      <a:pt x="315013" y="91819"/>
                    </a:lnTo>
                    <a:lnTo>
                      <a:pt x="315013" y="68921"/>
                    </a:lnTo>
                    <a:lnTo>
                      <a:pt x="423083" y="68921"/>
                    </a:lnTo>
                    <a:lnTo>
                      <a:pt x="423083" y="46023"/>
                    </a:lnTo>
                    <a:lnTo>
                      <a:pt x="456215" y="46023"/>
                    </a:lnTo>
                    <a:lnTo>
                      <a:pt x="456215" y="23125"/>
                    </a:lnTo>
                    <a:lnTo>
                      <a:pt x="652370" y="23125"/>
                    </a:lnTo>
                    <a:lnTo>
                      <a:pt x="652370" y="227"/>
                    </a:lnTo>
                  </a:path>
                </a:pathLst>
              </a:custGeom>
              <a:noFill/>
              <a:ln w="12639" cap="sq">
                <a:solidFill>
                  <a:srgbClr val="C0392B"/>
                </a:solidFill>
                <a:prstDash val="solid"/>
                <a:round/>
              </a:ln>
            </p:spPr>
            <p:txBody>
              <a:bodyPr/>
              <a:lstStyle/>
              <a:p>
                <a:endParaRPr lang="zh-CN" altLang="en-US" sz="2190"/>
              </a:p>
            </p:txBody>
          </p:sp>
          <p:sp>
            <p:nvSpPr>
              <p:cNvPr id="2825" name="任意多边形: 形状 2824"/>
              <p:cNvSpPr/>
              <p:nvPr/>
            </p:nvSpPr>
            <p:spPr>
              <a:xfrm flipV="1">
                <a:off x="3883152" y="3086715"/>
                <a:ext cx="915565" cy="734774"/>
              </a:xfrm>
              <a:custGeom>
                <a:avLst/>
                <a:gdLst>
                  <a:gd name="csX0" fmla="*/ 264 w 915565"/>
                  <a:gd name="csY0" fmla="*/ 734993 h 734774"/>
                  <a:gd name="csX1" fmla="*/ 16566 w 915565"/>
                  <a:gd name="csY1" fmla="*/ 734993 h 734774"/>
                  <a:gd name="csX2" fmla="*/ 16566 w 915565"/>
                  <a:gd name="csY2" fmla="*/ 717272 h 734774"/>
                  <a:gd name="csX3" fmla="*/ 46542 w 915565"/>
                  <a:gd name="csY3" fmla="*/ 717272 h 734774"/>
                  <a:gd name="csX4" fmla="*/ 46542 w 915565"/>
                  <a:gd name="csY4" fmla="*/ 699556 h 734774"/>
                  <a:gd name="csX5" fmla="*/ 59426 w 915565"/>
                  <a:gd name="csY5" fmla="*/ 699556 h 734774"/>
                  <a:gd name="csX6" fmla="*/ 59426 w 915565"/>
                  <a:gd name="csY6" fmla="*/ 664113 h 734774"/>
                  <a:gd name="csX7" fmla="*/ 75729 w 915565"/>
                  <a:gd name="csY7" fmla="*/ 664113 h 734774"/>
                  <a:gd name="csX8" fmla="*/ 75729 w 915565"/>
                  <a:gd name="csY8" fmla="*/ 646398 h 734774"/>
                  <a:gd name="csX9" fmla="*/ 77044 w 915565"/>
                  <a:gd name="csY9" fmla="*/ 646398 h 734774"/>
                  <a:gd name="csX10" fmla="*/ 77044 w 915565"/>
                  <a:gd name="csY10" fmla="*/ 628676 h 734774"/>
                  <a:gd name="csX11" fmla="*/ 79410 w 915565"/>
                  <a:gd name="csY11" fmla="*/ 628676 h 734774"/>
                  <a:gd name="csX12" fmla="*/ 79410 w 915565"/>
                  <a:gd name="csY12" fmla="*/ 610961 h 734774"/>
                  <a:gd name="csX13" fmla="*/ 84143 w 915565"/>
                  <a:gd name="csY13" fmla="*/ 610961 h 734774"/>
                  <a:gd name="csX14" fmla="*/ 84143 w 915565"/>
                  <a:gd name="csY14" fmla="*/ 593239 h 734774"/>
                  <a:gd name="csX15" fmla="*/ 89665 w 915565"/>
                  <a:gd name="csY15" fmla="*/ 593239 h 734774"/>
                  <a:gd name="csX16" fmla="*/ 89665 w 915565"/>
                  <a:gd name="csY16" fmla="*/ 575524 h 734774"/>
                  <a:gd name="csX17" fmla="*/ 90454 w 915565"/>
                  <a:gd name="csY17" fmla="*/ 575524 h 734774"/>
                  <a:gd name="csX18" fmla="*/ 90454 w 915565"/>
                  <a:gd name="csY18" fmla="*/ 557802 h 734774"/>
                  <a:gd name="csX19" fmla="*/ 92294 w 915565"/>
                  <a:gd name="csY19" fmla="*/ 557802 h 734774"/>
                  <a:gd name="csX20" fmla="*/ 92294 w 915565"/>
                  <a:gd name="csY20" fmla="*/ 540081 h 734774"/>
                  <a:gd name="csX21" fmla="*/ 96501 w 915565"/>
                  <a:gd name="csY21" fmla="*/ 540081 h 734774"/>
                  <a:gd name="csX22" fmla="*/ 96501 w 915565"/>
                  <a:gd name="csY22" fmla="*/ 522365 h 734774"/>
                  <a:gd name="csX23" fmla="*/ 116485 w 915565"/>
                  <a:gd name="csY23" fmla="*/ 522365 h 734774"/>
                  <a:gd name="csX24" fmla="*/ 116485 w 915565"/>
                  <a:gd name="csY24" fmla="*/ 504644 h 734774"/>
                  <a:gd name="csX25" fmla="*/ 125951 w 915565"/>
                  <a:gd name="csY25" fmla="*/ 504644 h 734774"/>
                  <a:gd name="csX26" fmla="*/ 125951 w 915565"/>
                  <a:gd name="csY26" fmla="*/ 486928 h 734774"/>
                  <a:gd name="csX27" fmla="*/ 129895 w 915565"/>
                  <a:gd name="csY27" fmla="*/ 486928 h 734774"/>
                  <a:gd name="csX28" fmla="*/ 129895 w 915565"/>
                  <a:gd name="csY28" fmla="*/ 469207 h 734774"/>
                  <a:gd name="csX29" fmla="*/ 136994 w 915565"/>
                  <a:gd name="csY29" fmla="*/ 469207 h 734774"/>
                  <a:gd name="csX30" fmla="*/ 136994 w 915565"/>
                  <a:gd name="csY30" fmla="*/ 451491 h 734774"/>
                  <a:gd name="csX31" fmla="*/ 141465 w 915565"/>
                  <a:gd name="csY31" fmla="*/ 451491 h 734774"/>
                  <a:gd name="csX32" fmla="*/ 141465 w 915565"/>
                  <a:gd name="csY32" fmla="*/ 433770 h 734774"/>
                  <a:gd name="csX33" fmla="*/ 153297 w 915565"/>
                  <a:gd name="csY33" fmla="*/ 433770 h 734774"/>
                  <a:gd name="csX34" fmla="*/ 153297 w 915565"/>
                  <a:gd name="csY34" fmla="*/ 416054 h 734774"/>
                  <a:gd name="csX35" fmla="*/ 170914 w 915565"/>
                  <a:gd name="csY35" fmla="*/ 416054 h 734774"/>
                  <a:gd name="csX36" fmla="*/ 170914 w 915565"/>
                  <a:gd name="csY36" fmla="*/ 398333 h 734774"/>
                  <a:gd name="csX37" fmla="*/ 171966 w 915565"/>
                  <a:gd name="csY37" fmla="*/ 398333 h 734774"/>
                  <a:gd name="csX38" fmla="*/ 171966 w 915565"/>
                  <a:gd name="csY38" fmla="*/ 380612 h 734774"/>
                  <a:gd name="csX39" fmla="*/ 172229 w 915565"/>
                  <a:gd name="csY39" fmla="*/ 380612 h 734774"/>
                  <a:gd name="csX40" fmla="*/ 172229 w 915565"/>
                  <a:gd name="csY40" fmla="*/ 362896 h 734774"/>
                  <a:gd name="csX41" fmla="*/ 199049 w 915565"/>
                  <a:gd name="csY41" fmla="*/ 362896 h 734774"/>
                  <a:gd name="csX42" fmla="*/ 199049 w 915565"/>
                  <a:gd name="csY42" fmla="*/ 345174 h 734774"/>
                  <a:gd name="csX43" fmla="*/ 232705 w 915565"/>
                  <a:gd name="csY43" fmla="*/ 345174 h 734774"/>
                  <a:gd name="csX44" fmla="*/ 232705 w 915565"/>
                  <a:gd name="csY44" fmla="*/ 327459 h 734774"/>
                  <a:gd name="csX45" fmla="*/ 233757 w 915565"/>
                  <a:gd name="csY45" fmla="*/ 327459 h 734774"/>
                  <a:gd name="csX46" fmla="*/ 233757 w 915565"/>
                  <a:gd name="csY46" fmla="*/ 309738 h 734774"/>
                  <a:gd name="csX47" fmla="*/ 241909 w 915565"/>
                  <a:gd name="csY47" fmla="*/ 309738 h 734774"/>
                  <a:gd name="csX48" fmla="*/ 241909 w 915565"/>
                  <a:gd name="csY48" fmla="*/ 292022 h 734774"/>
                  <a:gd name="csX49" fmla="*/ 254530 w 915565"/>
                  <a:gd name="csY49" fmla="*/ 292022 h 734774"/>
                  <a:gd name="csX50" fmla="*/ 254530 w 915565"/>
                  <a:gd name="csY50" fmla="*/ 274301 h 734774"/>
                  <a:gd name="csX51" fmla="*/ 254793 w 915565"/>
                  <a:gd name="csY51" fmla="*/ 274301 h 734774"/>
                  <a:gd name="csX52" fmla="*/ 254793 w 915565"/>
                  <a:gd name="csY52" fmla="*/ 256579 h 734774"/>
                  <a:gd name="csX53" fmla="*/ 256634 w 915565"/>
                  <a:gd name="csY53" fmla="*/ 256579 h 734774"/>
                  <a:gd name="csX54" fmla="*/ 256634 w 915565"/>
                  <a:gd name="csY54" fmla="*/ 238863 h 734774"/>
                  <a:gd name="csX55" fmla="*/ 265836 w 915565"/>
                  <a:gd name="csY55" fmla="*/ 238863 h 734774"/>
                  <a:gd name="csX56" fmla="*/ 293183 w 915565"/>
                  <a:gd name="csY56" fmla="*/ 238863 h 734774"/>
                  <a:gd name="csX57" fmla="*/ 293183 w 915565"/>
                  <a:gd name="csY57" fmla="*/ 220037 h 734774"/>
                  <a:gd name="csX58" fmla="*/ 296866 w 915565"/>
                  <a:gd name="csY58" fmla="*/ 220037 h 734774"/>
                  <a:gd name="csX59" fmla="*/ 296866 w 915565"/>
                  <a:gd name="csY59" fmla="*/ 201210 h 734774"/>
                  <a:gd name="csX60" fmla="*/ 302123 w 915565"/>
                  <a:gd name="csY60" fmla="*/ 201210 h 734774"/>
                  <a:gd name="csX61" fmla="*/ 302123 w 915565"/>
                  <a:gd name="csY61" fmla="*/ 182384 h 734774"/>
                  <a:gd name="csX62" fmla="*/ 344454 w 915565"/>
                  <a:gd name="csY62" fmla="*/ 182384 h 734774"/>
                  <a:gd name="csX63" fmla="*/ 415185 w 915565"/>
                  <a:gd name="csY63" fmla="*/ 182384 h 734774"/>
                  <a:gd name="csX64" fmla="*/ 420449 w 915565"/>
                  <a:gd name="csY64" fmla="*/ 182384 h 734774"/>
                  <a:gd name="csX65" fmla="*/ 420449 w 915565"/>
                  <a:gd name="csY65" fmla="*/ 160135 h 734774"/>
                  <a:gd name="csX66" fmla="*/ 466462 w 915565"/>
                  <a:gd name="csY66" fmla="*/ 160135 h 734774"/>
                  <a:gd name="csX67" fmla="*/ 466462 w 915565"/>
                  <a:gd name="csY67" fmla="*/ 137885 h 734774"/>
                  <a:gd name="csX68" fmla="*/ 523780 w 915565"/>
                  <a:gd name="csY68" fmla="*/ 137885 h 734774"/>
                  <a:gd name="csX69" fmla="*/ 523780 w 915565"/>
                  <a:gd name="csY69" fmla="*/ 112855 h 734774"/>
                  <a:gd name="csX70" fmla="*/ 545348 w 915565"/>
                  <a:gd name="csY70" fmla="*/ 112855 h 734774"/>
                  <a:gd name="csX71" fmla="*/ 545348 w 915565"/>
                  <a:gd name="csY71" fmla="*/ 87824 h 734774"/>
                  <a:gd name="csX72" fmla="*/ 570325 w 915565"/>
                  <a:gd name="csY72" fmla="*/ 87824 h 734774"/>
                  <a:gd name="csX73" fmla="*/ 570325 w 915565"/>
                  <a:gd name="csY73" fmla="*/ 62794 h 734774"/>
                  <a:gd name="csX74" fmla="*/ 713368 w 915565"/>
                  <a:gd name="csY74" fmla="*/ 62794 h 734774"/>
                  <a:gd name="csX75" fmla="*/ 732563 w 915565"/>
                  <a:gd name="csY75" fmla="*/ 62794 h 734774"/>
                  <a:gd name="csX76" fmla="*/ 732563 w 915565"/>
                  <a:gd name="csY76" fmla="*/ 31506 h 734774"/>
                  <a:gd name="csX77" fmla="*/ 763588 w 915565"/>
                  <a:gd name="csY77" fmla="*/ 31506 h 734774"/>
                  <a:gd name="csX78" fmla="*/ 763588 w 915565"/>
                  <a:gd name="csY78" fmla="*/ 218 h 734774"/>
                  <a:gd name="csX79" fmla="*/ 764113 w 915565"/>
                  <a:gd name="csY79" fmla="*/ 218 h 734774"/>
                  <a:gd name="csX80" fmla="*/ 915830 w 915565"/>
                  <a:gd name="csY80" fmla="*/ 218 h 7347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915565" h="734774">
                    <a:moveTo>
                      <a:pt x="264" y="734993"/>
                    </a:moveTo>
                    <a:lnTo>
                      <a:pt x="16566" y="734993"/>
                    </a:lnTo>
                    <a:lnTo>
                      <a:pt x="16566" y="717272"/>
                    </a:lnTo>
                    <a:lnTo>
                      <a:pt x="46542" y="717272"/>
                    </a:lnTo>
                    <a:lnTo>
                      <a:pt x="46542" y="699556"/>
                    </a:lnTo>
                    <a:lnTo>
                      <a:pt x="59426" y="699556"/>
                    </a:lnTo>
                    <a:lnTo>
                      <a:pt x="59426" y="664113"/>
                    </a:lnTo>
                    <a:lnTo>
                      <a:pt x="75729" y="664113"/>
                    </a:lnTo>
                    <a:lnTo>
                      <a:pt x="75729" y="646398"/>
                    </a:lnTo>
                    <a:lnTo>
                      <a:pt x="77044" y="646398"/>
                    </a:lnTo>
                    <a:lnTo>
                      <a:pt x="77044" y="628676"/>
                    </a:lnTo>
                    <a:lnTo>
                      <a:pt x="79410" y="628676"/>
                    </a:lnTo>
                    <a:lnTo>
                      <a:pt x="79410" y="610961"/>
                    </a:lnTo>
                    <a:lnTo>
                      <a:pt x="84143" y="610961"/>
                    </a:lnTo>
                    <a:lnTo>
                      <a:pt x="84143" y="593239"/>
                    </a:lnTo>
                    <a:lnTo>
                      <a:pt x="89665" y="593239"/>
                    </a:lnTo>
                    <a:lnTo>
                      <a:pt x="89665" y="575524"/>
                    </a:lnTo>
                    <a:lnTo>
                      <a:pt x="90454" y="575524"/>
                    </a:lnTo>
                    <a:lnTo>
                      <a:pt x="90454" y="557802"/>
                    </a:lnTo>
                    <a:lnTo>
                      <a:pt x="92294" y="557802"/>
                    </a:lnTo>
                    <a:lnTo>
                      <a:pt x="92294" y="540081"/>
                    </a:lnTo>
                    <a:lnTo>
                      <a:pt x="96501" y="540081"/>
                    </a:lnTo>
                    <a:lnTo>
                      <a:pt x="96501" y="522365"/>
                    </a:lnTo>
                    <a:lnTo>
                      <a:pt x="116485" y="522365"/>
                    </a:lnTo>
                    <a:lnTo>
                      <a:pt x="116485" y="504644"/>
                    </a:lnTo>
                    <a:lnTo>
                      <a:pt x="125951" y="504644"/>
                    </a:lnTo>
                    <a:lnTo>
                      <a:pt x="125951" y="486928"/>
                    </a:lnTo>
                    <a:lnTo>
                      <a:pt x="129895" y="486928"/>
                    </a:lnTo>
                    <a:lnTo>
                      <a:pt x="129895" y="469207"/>
                    </a:lnTo>
                    <a:lnTo>
                      <a:pt x="136994" y="469207"/>
                    </a:lnTo>
                    <a:lnTo>
                      <a:pt x="136994" y="451491"/>
                    </a:lnTo>
                    <a:lnTo>
                      <a:pt x="141465" y="451491"/>
                    </a:lnTo>
                    <a:lnTo>
                      <a:pt x="141465" y="433770"/>
                    </a:lnTo>
                    <a:lnTo>
                      <a:pt x="153297" y="433770"/>
                    </a:lnTo>
                    <a:lnTo>
                      <a:pt x="153297" y="416054"/>
                    </a:lnTo>
                    <a:lnTo>
                      <a:pt x="170914" y="416054"/>
                    </a:lnTo>
                    <a:lnTo>
                      <a:pt x="170914" y="398333"/>
                    </a:lnTo>
                    <a:lnTo>
                      <a:pt x="171966" y="398333"/>
                    </a:lnTo>
                    <a:lnTo>
                      <a:pt x="171966" y="380612"/>
                    </a:lnTo>
                    <a:lnTo>
                      <a:pt x="172229" y="380612"/>
                    </a:lnTo>
                    <a:lnTo>
                      <a:pt x="172229" y="362896"/>
                    </a:lnTo>
                    <a:lnTo>
                      <a:pt x="199049" y="362896"/>
                    </a:lnTo>
                    <a:lnTo>
                      <a:pt x="199049" y="345174"/>
                    </a:lnTo>
                    <a:lnTo>
                      <a:pt x="232705" y="345174"/>
                    </a:lnTo>
                    <a:lnTo>
                      <a:pt x="232705" y="327459"/>
                    </a:lnTo>
                    <a:lnTo>
                      <a:pt x="233757" y="327459"/>
                    </a:lnTo>
                    <a:lnTo>
                      <a:pt x="233757" y="309738"/>
                    </a:lnTo>
                    <a:lnTo>
                      <a:pt x="241909" y="309738"/>
                    </a:lnTo>
                    <a:lnTo>
                      <a:pt x="241909" y="292022"/>
                    </a:lnTo>
                    <a:lnTo>
                      <a:pt x="254530" y="292022"/>
                    </a:lnTo>
                    <a:lnTo>
                      <a:pt x="254530" y="274301"/>
                    </a:lnTo>
                    <a:lnTo>
                      <a:pt x="254793" y="274301"/>
                    </a:lnTo>
                    <a:lnTo>
                      <a:pt x="254793" y="256579"/>
                    </a:lnTo>
                    <a:lnTo>
                      <a:pt x="256634" y="256579"/>
                    </a:lnTo>
                    <a:lnTo>
                      <a:pt x="256634" y="238863"/>
                    </a:lnTo>
                    <a:lnTo>
                      <a:pt x="265836" y="238863"/>
                    </a:lnTo>
                    <a:lnTo>
                      <a:pt x="293183" y="238863"/>
                    </a:lnTo>
                    <a:lnTo>
                      <a:pt x="293183" y="220037"/>
                    </a:lnTo>
                    <a:lnTo>
                      <a:pt x="296866" y="220037"/>
                    </a:lnTo>
                    <a:lnTo>
                      <a:pt x="296866" y="201210"/>
                    </a:lnTo>
                    <a:lnTo>
                      <a:pt x="302123" y="201210"/>
                    </a:lnTo>
                    <a:lnTo>
                      <a:pt x="302123" y="182384"/>
                    </a:lnTo>
                    <a:lnTo>
                      <a:pt x="344454" y="182384"/>
                    </a:lnTo>
                    <a:lnTo>
                      <a:pt x="415185" y="182384"/>
                    </a:lnTo>
                    <a:lnTo>
                      <a:pt x="420449" y="182384"/>
                    </a:lnTo>
                    <a:lnTo>
                      <a:pt x="420449" y="160135"/>
                    </a:lnTo>
                    <a:lnTo>
                      <a:pt x="466462" y="160135"/>
                    </a:lnTo>
                    <a:lnTo>
                      <a:pt x="466462" y="137885"/>
                    </a:lnTo>
                    <a:lnTo>
                      <a:pt x="523780" y="137885"/>
                    </a:lnTo>
                    <a:lnTo>
                      <a:pt x="523780" y="112855"/>
                    </a:lnTo>
                    <a:lnTo>
                      <a:pt x="545348" y="112855"/>
                    </a:lnTo>
                    <a:lnTo>
                      <a:pt x="545348" y="87824"/>
                    </a:lnTo>
                    <a:lnTo>
                      <a:pt x="570325" y="87824"/>
                    </a:lnTo>
                    <a:lnTo>
                      <a:pt x="570325" y="62794"/>
                    </a:lnTo>
                    <a:lnTo>
                      <a:pt x="713368" y="62794"/>
                    </a:lnTo>
                    <a:lnTo>
                      <a:pt x="732563" y="62794"/>
                    </a:lnTo>
                    <a:lnTo>
                      <a:pt x="732563" y="31506"/>
                    </a:lnTo>
                    <a:lnTo>
                      <a:pt x="763588" y="31506"/>
                    </a:lnTo>
                    <a:lnTo>
                      <a:pt x="763588" y="218"/>
                    </a:lnTo>
                    <a:lnTo>
                      <a:pt x="764113" y="218"/>
                    </a:lnTo>
                    <a:lnTo>
                      <a:pt x="915830" y="218"/>
                    </a:lnTo>
                  </a:path>
                </a:pathLst>
              </a:custGeom>
              <a:noFill/>
              <a:ln w="12639" cap="sq">
                <a:solidFill>
                  <a:srgbClr val="2980B9"/>
                </a:solidFill>
                <a:prstDash val="solid"/>
                <a:round/>
              </a:ln>
            </p:spPr>
            <p:txBody>
              <a:bodyPr/>
              <a:lstStyle/>
              <a:p>
                <a:endParaRPr lang="zh-CN" altLang="en-US" sz="2190"/>
              </a:p>
            </p:txBody>
          </p:sp>
          <p:sp>
            <p:nvSpPr>
              <p:cNvPr id="2826" name="任意多边形: 形状 2825"/>
              <p:cNvSpPr/>
              <p:nvPr/>
            </p:nvSpPr>
            <p:spPr>
              <a:xfrm flipV="1">
                <a:off x="3837374" y="3046849"/>
                <a:ext cx="10962" cy="877084"/>
              </a:xfrm>
              <a:custGeom>
                <a:avLst/>
                <a:gdLst>
                  <a:gd name="csX0" fmla="*/ 298 w 10962"/>
                  <a:gd name="csY0" fmla="*/ 227 h 877084"/>
                  <a:gd name="csX1" fmla="*/ 298 w 10962"/>
                  <a:gd name="csY1" fmla="*/ 877311 h 877084"/>
                </a:gdLst>
                <a:ahLst/>
                <a:cxnLst>
                  <a:cxn ang="0">
                    <a:pos x="csX0" y="csY0"/>
                  </a:cxn>
                  <a:cxn ang="0">
                    <a:pos x="csX1" y="csY1"/>
                  </a:cxn>
                </a:cxnLst>
                <a:rect l="l" t="t" r="r" b="b"/>
                <a:pathLst>
                  <a:path w="10962" h="877084">
                    <a:moveTo>
                      <a:pt x="298" y="227"/>
                    </a:moveTo>
                    <a:lnTo>
                      <a:pt x="298" y="877311"/>
                    </a:lnTo>
                  </a:path>
                </a:pathLst>
              </a:custGeom>
              <a:noFill/>
              <a:ln w="7583" cap="sq">
                <a:solidFill>
                  <a:srgbClr val="000000"/>
                </a:solidFill>
                <a:prstDash val="solid"/>
                <a:miter/>
              </a:ln>
            </p:spPr>
            <p:txBody>
              <a:bodyPr/>
              <a:lstStyle/>
              <a:p>
                <a:endParaRPr lang="zh-CN" altLang="en-US" sz="2190"/>
              </a:p>
            </p:txBody>
          </p:sp>
          <p:sp>
            <p:nvSpPr>
              <p:cNvPr id="2827" name="任意多边形: 形状 2826"/>
              <p:cNvSpPr/>
              <p:nvPr/>
            </p:nvSpPr>
            <p:spPr>
              <a:xfrm flipV="1">
                <a:off x="3837374" y="3923934"/>
                <a:ext cx="1007123" cy="10177"/>
              </a:xfrm>
              <a:custGeom>
                <a:avLst/>
                <a:gdLst>
                  <a:gd name="csX0" fmla="*/ 264 w 1007123"/>
                  <a:gd name="csY0" fmla="*/ 344 h 10177"/>
                  <a:gd name="csX1" fmla="*/ 1007387 w 1007123"/>
                  <a:gd name="csY1" fmla="*/ 344 h 10177"/>
                </a:gdLst>
                <a:ahLst/>
                <a:cxnLst>
                  <a:cxn ang="0">
                    <a:pos x="csX0" y="csY0"/>
                  </a:cxn>
                  <a:cxn ang="0">
                    <a:pos x="csX1" y="csY1"/>
                  </a:cxn>
                </a:cxnLst>
                <a:rect l="l" t="t" r="r" b="b"/>
                <a:pathLst>
                  <a:path w="1007123" h="10177">
                    <a:moveTo>
                      <a:pt x="264" y="344"/>
                    </a:moveTo>
                    <a:lnTo>
                      <a:pt x="1007387" y="344"/>
                    </a:lnTo>
                  </a:path>
                </a:pathLst>
              </a:custGeom>
              <a:noFill/>
              <a:ln w="7583" cap="sq">
                <a:solidFill>
                  <a:srgbClr val="000000"/>
                </a:solidFill>
                <a:prstDash val="solid"/>
                <a:miter/>
              </a:ln>
            </p:spPr>
            <p:txBody>
              <a:bodyPr/>
              <a:lstStyle/>
              <a:p>
                <a:endParaRPr lang="zh-CN" altLang="en-US" sz="2190"/>
              </a:p>
            </p:txBody>
          </p:sp>
          <p:sp>
            <p:nvSpPr>
              <p:cNvPr id="2828" name="文本框 2827"/>
              <p:cNvSpPr txBox="1"/>
              <p:nvPr/>
            </p:nvSpPr>
            <p:spPr>
              <a:xfrm>
                <a:off x="4254693"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0.001</a:t>
                </a:r>
              </a:p>
            </p:txBody>
          </p:sp>
          <p:sp>
            <p:nvSpPr>
              <p:cNvPr id="2829" name="文本框 2828"/>
              <p:cNvSpPr txBox="1"/>
              <p:nvPr/>
            </p:nvSpPr>
            <p:spPr>
              <a:xfrm>
                <a:off x="3988032" y="2902074"/>
                <a:ext cx="96237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PLAU-ISM</a:t>
                </a:r>
              </a:p>
            </p:txBody>
          </p:sp>
          <p:sp>
            <p:nvSpPr>
              <p:cNvPr id="2830" name="任意多边形: 形状 2829"/>
              <p:cNvSpPr/>
              <p:nvPr/>
            </p:nvSpPr>
            <p:spPr>
              <a:xfrm flipV="1">
                <a:off x="4334893" y="3114381"/>
                <a:ext cx="113877" cy="10177"/>
              </a:xfrm>
              <a:custGeom>
                <a:avLst/>
                <a:gdLst>
                  <a:gd name="csX0" fmla="*/ 261 w 113877"/>
                  <a:gd name="csY0" fmla="*/ 127 h 10177"/>
                  <a:gd name="csX1" fmla="*/ 57200 w 113877"/>
                  <a:gd name="csY1" fmla="*/ 127 h 10177"/>
                  <a:gd name="csX2" fmla="*/ 114139 w 113877"/>
                  <a:gd name="csY2" fmla="*/ 127 h 10177"/>
                </a:gdLst>
                <a:ahLst/>
                <a:cxnLst>
                  <a:cxn ang="0">
                    <a:pos x="csX0" y="csY0"/>
                  </a:cxn>
                  <a:cxn ang="0">
                    <a:pos x="csX1" y="csY1"/>
                  </a:cxn>
                  <a:cxn ang="0">
                    <a:pos x="csX2" y="csY2"/>
                  </a:cxn>
                </a:cxnLst>
                <a:rect l="l" t="t" r="r" b="b"/>
                <a:pathLst>
                  <a:path w="113877" h="10177">
                    <a:moveTo>
                      <a:pt x="261" y="127"/>
                    </a:moveTo>
                    <a:lnTo>
                      <a:pt x="57200" y="127"/>
                    </a:lnTo>
                    <a:lnTo>
                      <a:pt x="114139" y="127"/>
                    </a:lnTo>
                  </a:path>
                </a:pathLst>
              </a:custGeom>
              <a:noFill/>
              <a:ln w="12639" cap="sq">
                <a:solidFill>
                  <a:srgbClr val="C0392B"/>
                </a:solidFill>
                <a:prstDash val="solid"/>
                <a:round/>
              </a:ln>
            </p:spPr>
            <p:txBody>
              <a:bodyPr/>
              <a:lstStyle/>
              <a:p>
                <a:endParaRPr lang="zh-CN" altLang="en-US" sz="2190"/>
              </a:p>
            </p:txBody>
          </p:sp>
          <p:sp>
            <p:nvSpPr>
              <p:cNvPr id="2831" name="文本框 2830"/>
              <p:cNvSpPr txBox="1"/>
              <p:nvPr/>
            </p:nvSpPr>
            <p:spPr>
              <a:xfrm>
                <a:off x="4402888"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832" name="任意多边形: 形状 2831"/>
              <p:cNvSpPr/>
              <p:nvPr/>
            </p:nvSpPr>
            <p:spPr>
              <a:xfrm flipV="1">
                <a:off x="4334893" y="3190371"/>
                <a:ext cx="113877" cy="10177"/>
              </a:xfrm>
              <a:custGeom>
                <a:avLst/>
                <a:gdLst>
                  <a:gd name="csX0" fmla="*/ 261 w 113877"/>
                  <a:gd name="csY0" fmla="*/ 147 h 10177"/>
                  <a:gd name="csX1" fmla="*/ 57200 w 113877"/>
                  <a:gd name="csY1" fmla="*/ 147 h 10177"/>
                  <a:gd name="csX2" fmla="*/ 114139 w 113877"/>
                  <a:gd name="csY2" fmla="*/ 147 h 10177"/>
                </a:gdLst>
                <a:ahLst/>
                <a:cxnLst>
                  <a:cxn ang="0">
                    <a:pos x="csX0" y="csY0"/>
                  </a:cxn>
                  <a:cxn ang="0">
                    <a:pos x="csX1" y="csY1"/>
                  </a:cxn>
                  <a:cxn ang="0">
                    <a:pos x="csX2" y="csY2"/>
                  </a:cxn>
                </a:cxnLst>
                <a:rect l="l" t="t" r="r" b="b"/>
                <a:pathLst>
                  <a:path w="113877" h="10177">
                    <a:moveTo>
                      <a:pt x="261" y="147"/>
                    </a:moveTo>
                    <a:lnTo>
                      <a:pt x="57200" y="147"/>
                    </a:lnTo>
                    <a:lnTo>
                      <a:pt x="114139" y="147"/>
                    </a:lnTo>
                  </a:path>
                </a:pathLst>
              </a:custGeom>
              <a:noFill/>
              <a:ln w="12639" cap="sq">
                <a:solidFill>
                  <a:srgbClr val="2980B9"/>
                </a:solidFill>
                <a:prstDash val="solid"/>
                <a:round/>
              </a:ln>
            </p:spPr>
            <p:txBody>
              <a:bodyPr/>
              <a:lstStyle/>
              <a:p>
                <a:endParaRPr lang="zh-CN" altLang="en-US" sz="2190"/>
              </a:p>
            </p:txBody>
          </p:sp>
          <p:sp>
            <p:nvSpPr>
              <p:cNvPr id="2833" name="文本框 2832"/>
              <p:cNvSpPr txBox="1"/>
              <p:nvPr/>
            </p:nvSpPr>
            <p:spPr>
              <a:xfrm>
                <a:off x="4402888"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3" name="文本框 1882"/>
            <p:cNvSpPr txBox="1"/>
            <p:nvPr/>
          </p:nvSpPr>
          <p:spPr>
            <a:xfrm>
              <a:off x="3778290" y="3196574"/>
              <a:ext cx="269022" cy="409523"/>
            </a:xfrm>
            <a:prstGeom prst="rect">
              <a:avLst/>
            </a:prstGeom>
            <a:noFill/>
          </p:spPr>
          <p:txBody>
            <a:bodyPr wrap="none" rtlCol="0">
              <a:spAutoFit/>
            </a:bodyPr>
            <a:lstStyle/>
            <a:p>
              <a:pPr algn="l"/>
              <a:r>
                <a:rPr lang="en-US" altLang="zh-CN" sz="1815" b="1" dirty="0" err="1">
                  <a:solidFill>
                    <a:srgbClr val="000000"/>
                  </a:solidFill>
                  <a:latin typeface="Arial" panose="020B0604020202090204"/>
                  <a:cs typeface="Arial" panose="020B0604020202090204"/>
                  <a:sym typeface="Arial" panose="020B0604020202090204"/>
                  <a:rtl val="0"/>
                </a:rPr>
                <a:t>i</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4" name="图形 2"/>
            <p:cNvGrpSpPr/>
            <p:nvPr/>
          </p:nvGrpSpPr>
          <p:grpSpPr>
            <a:xfrm>
              <a:off x="5548738" y="3382656"/>
              <a:ext cx="1565254" cy="1310860"/>
              <a:chOff x="5104253" y="2902074"/>
              <a:chExt cx="1565254" cy="1310860"/>
            </a:xfrm>
          </p:grpSpPr>
          <p:sp>
            <p:nvSpPr>
              <p:cNvPr id="2756" name="任意多边形: 形状 2755"/>
              <p:cNvSpPr/>
              <p:nvPr/>
            </p:nvSpPr>
            <p:spPr>
              <a:xfrm flipV="1">
                <a:off x="5506336" y="3923934"/>
                <a:ext cx="10962" cy="20558"/>
              </a:xfrm>
              <a:custGeom>
                <a:avLst/>
                <a:gdLst>
                  <a:gd name="csX0" fmla="*/ 443 w 10962"/>
                  <a:gd name="csY0" fmla="*/ 20906 h 20558"/>
                  <a:gd name="csX1" fmla="*/ 443 w 10962"/>
                  <a:gd name="csY1" fmla="*/ 347 h 20558"/>
                </a:gdLst>
                <a:ahLst/>
                <a:cxnLst>
                  <a:cxn ang="0">
                    <a:pos x="csX0" y="csY0"/>
                  </a:cxn>
                  <a:cxn ang="0">
                    <a:pos x="csX1" y="csY1"/>
                  </a:cxn>
                </a:cxnLst>
                <a:rect l="l" t="t" r="r" b="b"/>
                <a:pathLst>
                  <a:path w="10962" h="20558">
                    <a:moveTo>
                      <a:pt x="443" y="20906"/>
                    </a:moveTo>
                    <a:lnTo>
                      <a:pt x="443" y="347"/>
                    </a:lnTo>
                  </a:path>
                </a:pathLst>
              </a:custGeom>
              <a:solidFill>
                <a:srgbClr val="000000"/>
              </a:solidFill>
              <a:ln w="6319" cap="flat">
                <a:noFill/>
                <a:prstDash val="solid"/>
                <a:miter/>
              </a:ln>
            </p:spPr>
            <p:txBody>
              <a:bodyPr/>
              <a:lstStyle/>
              <a:p>
                <a:endParaRPr lang="zh-CN" altLang="en-US" sz="2190"/>
              </a:p>
            </p:txBody>
          </p:sp>
          <p:sp>
            <p:nvSpPr>
              <p:cNvPr id="2757" name="任意多边形: 形状 2756"/>
              <p:cNvSpPr/>
              <p:nvPr/>
            </p:nvSpPr>
            <p:spPr>
              <a:xfrm flipV="1">
                <a:off x="5506336" y="3923934"/>
                <a:ext cx="10962" cy="20558"/>
              </a:xfrm>
              <a:custGeom>
                <a:avLst/>
                <a:gdLst>
                  <a:gd name="csX0" fmla="*/ 443 w 10962"/>
                  <a:gd name="csY0" fmla="*/ 20906 h 20558"/>
                  <a:gd name="csX1" fmla="*/ 443 w 10962"/>
                  <a:gd name="csY1" fmla="*/ 347 h 20558"/>
                </a:gdLst>
                <a:ahLst/>
                <a:cxnLst>
                  <a:cxn ang="0">
                    <a:pos x="csX0" y="csY0"/>
                  </a:cxn>
                  <a:cxn ang="0">
                    <a:pos x="csX1" y="csY1"/>
                  </a:cxn>
                </a:cxnLst>
                <a:rect l="l" t="t" r="r" b="b"/>
                <a:pathLst>
                  <a:path w="10962" h="20558">
                    <a:moveTo>
                      <a:pt x="443" y="20906"/>
                    </a:moveTo>
                    <a:lnTo>
                      <a:pt x="443" y="347"/>
                    </a:lnTo>
                  </a:path>
                </a:pathLst>
              </a:custGeom>
              <a:noFill/>
              <a:ln w="5056" cap="flat">
                <a:solidFill>
                  <a:srgbClr val="000000"/>
                </a:solidFill>
                <a:prstDash val="solid"/>
                <a:round/>
              </a:ln>
            </p:spPr>
            <p:txBody>
              <a:bodyPr/>
              <a:lstStyle/>
              <a:p>
                <a:endParaRPr lang="zh-CN" altLang="en-US" sz="2190"/>
              </a:p>
            </p:txBody>
          </p:sp>
          <p:sp>
            <p:nvSpPr>
              <p:cNvPr id="2758" name="文本框 2757"/>
              <p:cNvSpPr txBox="1"/>
              <p:nvPr/>
            </p:nvSpPr>
            <p:spPr>
              <a:xfrm>
                <a:off x="5397298"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759" name="任意多边形: 形状 2758"/>
              <p:cNvSpPr/>
              <p:nvPr/>
            </p:nvSpPr>
            <p:spPr>
              <a:xfrm flipV="1">
                <a:off x="5906218" y="3923934"/>
                <a:ext cx="10962" cy="20558"/>
              </a:xfrm>
              <a:custGeom>
                <a:avLst/>
                <a:gdLst>
                  <a:gd name="csX0" fmla="*/ 416 w 10962"/>
                  <a:gd name="csY0" fmla="*/ 20906 h 20558"/>
                  <a:gd name="csX1" fmla="*/ 416 w 10962"/>
                  <a:gd name="csY1" fmla="*/ 347 h 20558"/>
                </a:gdLst>
                <a:ahLst/>
                <a:cxnLst>
                  <a:cxn ang="0">
                    <a:pos x="csX0" y="csY0"/>
                  </a:cxn>
                  <a:cxn ang="0">
                    <a:pos x="csX1" y="csY1"/>
                  </a:cxn>
                </a:cxnLst>
                <a:rect l="l" t="t" r="r" b="b"/>
                <a:pathLst>
                  <a:path w="10962" h="20558">
                    <a:moveTo>
                      <a:pt x="416" y="20906"/>
                    </a:moveTo>
                    <a:lnTo>
                      <a:pt x="416" y="347"/>
                    </a:lnTo>
                  </a:path>
                </a:pathLst>
              </a:custGeom>
              <a:solidFill>
                <a:srgbClr val="000000"/>
              </a:solidFill>
              <a:ln w="6319" cap="flat">
                <a:noFill/>
                <a:prstDash val="solid"/>
                <a:miter/>
              </a:ln>
            </p:spPr>
            <p:txBody>
              <a:bodyPr/>
              <a:lstStyle/>
              <a:p>
                <a:endParaRPr lang="zh-CN" altLang="en-US" sz="2190"/>
              </a:p>
            </p:txBody>
          </p:sp>
          <p:sp>
            <p:nvSpPr>
              <p:cNvPr id="2760" name="任意多边形: 形状 2759"/>
              <p:cNvSpPr/>
              <p:nvPr/>
            </p:nvSpPr>
            <p:spPr>
              <a:xfrm flipV="1">
                <a:off x="5906218" y="3923934"/>
                <a:ext cx="10962" cy="20558"/>
              </a:xfrm>
              <a:custGeom>
                <a:avLst/>
                <a:gdLst>
                  <a:gd name="csX0" fmla="*/ 416 w 10962"/>
                  <a:gd name="csY0" fmla="*/ 20906 h 20558"/>
                  <a:gd name="csX1" fmla="*/ 416 w 10962"/>
                  <a:gd name="csY1" fmla="*/ 347 h 20558"/>
                </a:gdLst>
                <a:ahLst/>
                <a:cxnLst>
                  <a:cxn ang="0">
                    <a:pos x="csX0" y="csY0"/>
                  </a:cxn>
                  <a:cxn ang="0">
                    <a:pos x="csX1" y="csY1"/>
                  </a:cxn>
                </a:cxnLst>
                <a:rect l="l" t="t" r="r" b="b"/>
                <a:pathLst>
                  <a:path w="10962" h="20558">
                    <a:moveTo>
                      <a:pt x="416" y="20906"/>
                    </a:moveTo>
                    <a:lnTo>
                      <a:pt x="416" y="347"/>
                    </a:lnTo>
                  </a:path>
                </a:pathLst>
              </a:custGeom>
              <a:noFill/>
              <a:ln w="5056" cap="flat">
                <a:solidFill>
                  <a:srgbClr val="000000"/>
                </a:solidFill>
                <a:prstDash val="solid"/>
                <a:round/>
              </a:ln>
            </p:spPr>
            <p:txBody>
              <a:bodyPr/>
              <a:lstStyle/>
              <a:p>
                <a:endParaRPr lang="zh-CN" altLang="en-US" sz="2190"/>
              </a:p>
            </p:txBody>
          </p:sp>
          <p:sp>
            <p:nvSpPr>
              <p:cNvPr id="2761" name="文本框 2760"/>
              <p:cNvSpPr txBox="1"/>
              <p:nvPr/>
            </p:nvSpPr>
            <p:spPr>
              <a:xfrm>
                <a:off x="5779585"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762" name="任意多边形: 形状 2761"/>
              <p:cNvSpPr/>
              <p:nvPr/>
            </p:nvSpPr>
            <p:spPr>
              <a:xfrm flipV="1">
                <a:off x="6306100" y="3923934"/>
                <a:ext cx="10962" cy="20558"/>
              </a:xfrm>
              <a:custGeom>
                <a:avLst/>
                <a:gdLst>
                  <a:gd name="csX0" fmla="*/ 389 w 10962"/>
                  <a:gd name="csY0" fmla="*/ 20906 h 20558"/>
                  <a:gd name="csX1" fmla="*/ 389 w 10962"/>
                  <a:gd name="csY1" fmla="*/ 347 h 20558"/>
                </a:gdLst>
                <a:ahLst/>
                <a:cxnLst>
                  <a:cxn ang="0">
                    <a:pos x="csX0" y="csY0"/>
                  </a:cxn>
                  <a:cxn ang="0">
                    <a:pos x="csX1" y="csY1"/>
                  </a:cxn>
                </a:cxnLst>
                <a:rect l="l" t="t" r="r" b="b"/>
                <a:pathLst>
                  <a:path w="10962" h="20558">
                    <a:moveTo>
                      <a:pt x="389" y="20906"/>
                    </a:moveTo>
                    <a:lnTo>
                      <a:pt x="389" y="347"/>
                    </a:lnTo>
                  </a:path>
                </a:pathLst>
              </a:custGeom>
              <a:solidFill>
                <a:srgbClr val="000000"/>
              </a:solidFill>
              <a:ln w="6319" cap="flat">
                <a:noFill/>
                <a:prstDash val="solid"/>
                <a:miter/>
              </a:ln>
            </p:spPr>
            <p:txBody>
              <a:bodyPr/>
              <a:lstStyle/>
              <a:p>
                <a:endParaRPr lang="zh-CN" altLang="en-US" sz="2190"/>
              </a:p>
            </p:txBody>
          </p:sp>
          <p:sp>
            <p:nvSpPr>
              <p:cNvPr id="2763" name="任意多边形: 形状 2762"/>
              <p:cNvSpPr/>
              <p:nvPr/>
            </p:nvSpPr>
            <p:spPr>
              <a:xfrm flipV="1">
                <a:off x="6306100" y="3923934"/>
                <a:ext cx="10962" cy="20558"/>
              </a:xfrm>
              <a:custGeom>
                <a:avLst/>
                <a:gdLst>
                  <a:gd name="csX0" fmla="*/ 389 w 10962"/>
                  <a:gd name="csY0" fmla="*/ 20906 h 20558"/>
                  <a:gd name="csX1" fmla="*/ 389 w 10962"/>
                  <a:gd name="csY1" fmla="*/ 347 h 20558"/>
                </a:gdLst>
                <a:ahLst/>
                <a:cxnLst>
                  <a:cxn ang="0">
                    <a:pos x="csX0" y="csY0"/>
                  </a:cxn>
                  <a:cxn ang="0">
                    <a:pos x="csX1" y="csY1"/>
                  </a:cxn>
                </a:cxnLst>
                <a:rect l="l" t="t" r="r" b="b"/>
                <a:pathLst>
                  <a:path w="10962" h="20558">
                    <a:moveTo>
                      <a:pt x="389" y="20906"/>
                    </a:moveTo>
                    <a:lnTo>
                      <a:pt x="389" y="347"/>
                    </a:lnTo>
                  </a:path>
                </a:pathLst>
              </a:custGeom>
              <a:noFill/>
              <a:ln w="5056" cap="flat">
                <a:solidFill>
                  <a:srgbClr val="000000"/>
                </a:solidFill>
                <a:prstDash val="solid"/>
                <a:round/>
              </a:ln>
            </p:spPr>
            <p:txBody>
              <a:bodyPr/>
              <a:lstStyle/>
              <a:p>
                <a:endParaRPr lang="zh-CN" altLang="en-US" sz="2190"/>
              </a:p>
            </p:txBody>
          </p:sp>
          <p:sp>
            <p:nvSpPr>
              <p:cNvPr id="2764" name="文本框 2763"/>
              <p:cNvSpPr txBox="1"/>
              <p:nvPr/>
            </p:nvSpPr>
            <p:spPr>
              <a:xfrm>
                <a:off x="6161874"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765" name="文本框 2764"/>
              <p:cNvSpPr txBox="1"/>
              <p:nvPr/>
            </p:nvSpPr>
            <p:spPr>
              <a:xfrm>
                <a:off x="5758461"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766" name="任意多边形: 形状 2765"/>
              <p:cNvSpPr/>
              <p:nvPr/>
            </p:nvSpPr>
            <p:spPr>
              <a:xfrm flipV="1">
                <a:off x="5438414" y="3884066"/>
                <a:ext cx="22142" cy="10177"/>
              </a:xfrm>
              <a:custGeom>
                <a:avLst/>
                <a:gdLst>
                  <a:gd name="csX0" fmla="*/ 22590 w 22142"/>
                  <a:gd name="csY0" fmla="*/ 334 h 10177"/>
                  <a:gd name="csX1" fmla="*/ 447 w 22142"/>
                  <a:gd name="csY1" fmla="*/ 334 h 10177"/>
                </a:gdLst>
                <a:ahLst/>
                <a:cxnLst>
                  <a:cxn ang="0">
                    <a:pos x="csX0" y="csY0"/>
                  </a:cxn>
                  <a:cxn ang="0">
                    <a:pos x="csX1" y="csY1"/>
                  </a:cxn>
                </a:cxnLst>
                <a:rect l="l" t="t" r="r" b="b"/>
                <a:pathLst>
                  <a:path w="22142" h="10177">
                    <a:moveTo>
                      <a:pt x="22590" y="334"/>
                    </a:moveTo>
                    <a:lnTo>
                      <a:pt x="447" y="334"/>
                    </a:lnTo>
                  </a:path>
                </a:pathLst>
              </a:custGeom>
              <a:solidFill>
                <a:srgbClr val="000000"/>
              </a:solidFill>
              <a:ln w="6319" cap="flat">
                <a:noFill/>
                <a:prstDash val="solid"/>
                <a:miter/>
              </a:ln>
            </p:spPr>
            <p:txBody>
              <a:bodyPr/>
              <a:lstStyle/>
              <a:p>
                <a:endParaRPr lang="zh-CN" altLang="en-US" sz="2190"/>
              </a:p>
            </p:txBody>
          </p:sp>
          <p:sp>
            <p:nvSpPr>
              <p:cNvPr id="2767" name="任意多边形: 形状 2766"/>
              <p:cNvSpPr/>
              <p:nvPr/>
            </p:nvSpPr>
            <p:spPr>
              <a:xfrm flipV="1">
                <a:off x="5438414" y="3884066"/>
                <a:ext cx="22142" cy="10177"/>
              </a:xfrm>
              <a:custGeom>
                <a:avLst/>
                <a:gdLst>
                  <a:gd name="csX0" fmla="*/ 22590 w 22142"/>
                  <a:gd name="csY0" fmla="*/ 334 h 10177"/>
                  <a:gd name="csX1" fmla="*/ 447 w 22142"/>
                  <a:gd name="csY1" fmla="*/ 334 h 10177"/>
                </a:gdLst>
                <a:ahLst/>
                <a:cxnLst>
                  <a:cxn ang="0">
                    <a:pos x="csX0" y="csY0"/>
                  </a:cxn>
                  <a:cxn ang="0">
                    <a:pos x="csX1" y="csY1"/>
                  </a:cxn>
                </a:cxnLst>
                <a:rect l="l" t="t" r="r" b="b"/>
                <a:pathLst>
                  <a:path w="22142" h="10177">
                    <a:moveTo>
                      <a:pt x="22590" y="334"/>
                    </a:moveTo>
                    <a:lnTo>
                      <a:pt x="447" y="334"/>
                    </a:lnTo>
                  </a:path>
                </a:pathLst>
              </a:custGeom>
              <a:noFill/>
              <a:ln w="5056" cap="flat">
                <a:solidFill>
                  <a:srgbClr val="000000"/>
                </a:solidFill>
                <a:prstDash val="solid"/>
                <a:round/>
              </a:ln>
            </p:spPr>
            <p:txBody>
              <a:bodyPr/>
              <a:lstStyle/>
              <a:p>
                <a:endParaRPr lang="zh-CN" altLang="en-US" sz="2190"/>
              </a:p>
            </p:txBody>
          </p:sp>
          <p:sp>
            <p:nvSpPr>
              <p:cNvPr id="2768" name="文本框 2767"/>
              <p:cNvSpPr txBox="1"/>
              <p:nvPr/>
            </p:nvSpPr>
            <p:spPr>
              <a:xfrm>
                <a:off x="5236854"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769" name="任意多边形: 形状 2768"/>
              <p:cNvSpPr/>
              <p:nvPr/>
            </p:nvSpPr>
            <p:spPr>
              <a:xfrm flipV="1">
                <a:off x="5438414" y="3724596"/>
                <a:ext cx="22142" cy="10177"/>
              </a:xfrm>
              <a:custGeom>
                <a:avLst/>
                <a:gdLst>
                  <a:gd name="csX0" fmla="*/ 22590 w 22142"/>
                  <a:gd name="csY0" fmla="*/ 291 h 10177"/>
                  <a:gd name="csX1" fmla="*/ 447 w 22142"/>
                  <a:gd name="csY1" fmla="*/ 291 h 10177"/>
                </a:gdLst>
                <a:ahLst/>
                <a:cxnLst>
                  <a:cxn ang="0">
                    <a:pos x="csX0" y="csY0"/>
                  </a:cxn>
                  <a:cxn ang="0">
                    <a:pos x="csX1" y="csY1"/>
                  </a:cxn>
                </a:cxnLst>
                <a:rect l="l" t="t" r="r" b="b"/>
                <a:pathLst>
                  <a:path w="22142" h="10177">
                    <a:moveTo>
                      <a:pt x="22590" y="291"/>
                    </a:moveTo>
                    <a:lnTo>
                      <a:pt x="447" y="291"/>
                    </a:lnTo>
                  </a:path>
                </a:pathLst>
              </a:custGeom>
              <a:solidFill>
                <a:srgbClr val="000000"/>
              </a:solidFill>
              <a:ln w="6319" cap="flat">
                <a:noFill/>
                <a:prstDash val="solid"/>
                <a:miter/>
              </a:ln>
            </p:spPr>
            <p:txBody>
              <a:bodyPr/>
              <a:lstStyle/>
              <a:p>
                <a:endParaRPr lang="zh-CN" altLang="en-US" sz="2190"/>
              </a:p>
            </p:txBody>
          </p:sp>
          <p:sp>
            <p:nvSpPr>
              <p:cNvPr id="2770" name="任意多边形: 形状 2769"/>
              <p:cNvSpPr/>
              <p:nvPr/>
            </p:nvSpPr>
            <p:spPr>
              <a:xfrm flipV="1">
                <a:off x="5438414" y="3724596"/>
                <a:ext cx="22142" cy="10177"/>
              </a:xfrm>
              <a:custGeom>
                <a:avLst/>
                <a:gdLst>
                  <a:gd name="csX0" fmla="*/ 22590 w 22142"/>
                  <a:gd name="csY0" fmla="*/ 291 h 10177"/>
                  <a:gd name="csX1" fmla="*/ 447 w 22142"/>
                  <a:gd name="csY1" fmla="*/ 291 h 10177"/>
                </a:gdLst>
                <a:ahLst/>
                <a:cxnLst>
                  <a:cxn ang="0">
                    <a:pos x="csX0" y="csY0"/>
                  </a:cxn>
                  <a:cxn ang="0">
                    <a:pos x="csX1" y="csY1"/>
                  </a:cxn>
                </a:cxnLst>
                <a:rect l="l" t="t" r="r" b="b"/>
                <a:pathLst>
                  <a:path w="22142" h="10177">
                    <a:moveTo>
                      <a:pt x="22590" y="291"/>
                    </a:moveTo>
                    <a:lnTo>
                      <a:pt x="447" y="291"/>
                    </a:lnTo>
                  </a:path>
                </a:pathLst>
              </a:custGeom>
              <a:noFill/>
              <a:ln w="5056" cap="flat">
                <a:solidFill>
                  <a:srgbClr val="000000"/>
                </a:solidFill>
                <a:prstDash val="solid"/>
                <a:round/>
              </a:ln>
            </p:spPr>
            <p:txBody>
              <a:bodyPr/>
              <a:lstStyle/>
              <a:p>
                <a:endParaRPr lang="zh-CN" altLang="en-US" sz="2190"/>
              </a:p>
            </p:txBody>
          </p:sp>
          <p:sp>
            <p:nvSpPr>
              <p:cNvPr id="2771" name="文本框 2770"/>
              <p:cNvSpPr txBox="1"/>
              <p:nvPr/>
            </p:nvSpPr>
            <p:spPr>
              <a:xfrm>
                <a:off x="5236854"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772" name="任意多边形: 形状 2771"/>
              <p:cNvSpPr/>
              <p:nvPr/>
            </p:nvSpPr>
            <p:spPr>
              <a:xfrm flipV="1">
                <a:off x="5438414" y="3565129"/>
                <a:ext cx="22142" cy="10177"/>
              </a:xfrm>
              <a:custGeom>
                <a:avLst/>
                <a:gdLst>
                  <a:gd name="csX0" fmla="*/ 22590 w 22142"/>
                  <a:gd name="csY0" fmla="*/ 248 h 10177"/>
                  <a:gd name="csX1" fmla="*/ 447 w 22142"/>
                  <a:gd name="csY1" fmla="*/ 248 h 10177"/>
                </a:gdLst>
                <a:ahLst/>
                <a:cxnLst>
                  <a:cxn ang="0">
                    <a:pos x="csX0" y="csY0"/>
                  </a:cxn>
                  <a:cxn ang="0">
                    <a:pos x="csX1" y="csY1"/>
                  </a:cxn>
                </a:cxnLst>
                <a:rect l="l" t="t" r="r" b="b"/>
                <a:pathLst>
                  <a:path w="22142" h="10177">
                    <a:moveTo>
                      <a:pt x="22590" y="248"/>
                    </a:moveTo>
                    <a:lnTo>
                      <a:pt x="447" y="248"/>
                    </a:lnTo>
                  </a:path>
                </a:pathLst>
              </a:custGeom>
              <a:solidFill>
                <a:srgbClr val="000000"/>
              </a:solidFill>
              <a:ln w="6319" cap="flat">
                <a:noFill/>
                <a:prstDash val="solid"/>
                <a:miter/>
              </a:ln>
            </p:spPr>
            <p:txBody>
              <a:bodyPr/>
              <a:lstStyle/>
              <a:p>
                <a:endParaRPr lang="zh-CN" altLang="en-US" sz="2190"/>
              </a:p>
            </p:txBody>
          </p:sp>
          <p:sp>
            <p:nvSpPr>
              <p:cNvPr id="2773" name="任意多边形: 形状 2772"/>
              <p:cNvSpPr/>
              <p:nvPr/>
            </p:nvSpPr>
            <p:spPr>
              <a:xfrm flipV="1">
                <a:off x="5438414" y="3565129"/>
                <a:ext cx="22142" cy="10177"/>
              </a:xfrm>
              <a:custGeom>
                <a:avLst/>
                <a:gdLst>
                  <a:gd name="csX0" fmla="*/ 22590 w 22142"/>
                  <a:gd name="csY0" fmla="*/ 248 h 10177"/>
                  <a:gd name="csX1" fmla="*/ 447 w 22142"/>
                  <a:gd name="csY1" fmla="*/ 248 h 10177"/>
                </a:gdLst>
                <a:ahLst/>
                <a:cxnLst>
                  <a:cxn ang="0">
                    <a:pos x="csX0" y="csY0"/>
                  </a:cxn>
                  <a:cxn ang="0">
                    <a:pos x="csX1" y="csY1"/>
                  </a:cxn>
                </a:cxnLst>
                <a:rect l="l" t="t" r="r" b="b"/>
                <a:pathLst>
                  <a:path w="22142" h="10177">
                    <a:moveTo>
                      <a:pt x="22590" y="248"/>
                    </a:moveTo>
                    <a:lnTo>
                      <a:pt x="447" y="248"/>
                    </a:lnTo>
                  </a:path>
                </a:pathLst>
              </a:custGeom>
              <a:noFill/>
              <a:ln w="5056" cap="flat">
                <a:solidFill>
                  <a:srgbClr val="000000"/>
                </a:solidFill>
                <a:prstDash val="solid"/>
                <a:round/>
              </a:ln>
            </p:spPr>
            <p:txBody>
              <a:bodyPr/>
              <a:lstStyle/>
              <a:p>
                <a:endParaRPr lang="zh-CN" altLang="en-US" sz="2190"/>
              </a:p>
            </p:txBody>
          </p:sp>
          <p:sp>
            <p:nvSpPr>
              <p:cNvPr id="2774" name="文本框 2773"/>
              <p:cNvSpPr txBox="1"/>
              <p:nvPr/>
            </p:nvSpPr>
            <p:spPr>
              <a:xfrm>
                <a:off x="5236854"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775" name="任意多边形: 形状 2774"/>
              <p:cNvSpPr/>
              <p:nvPr/>
            </p:nvSpPr>
            <p:spPr>
              <a:xfrm flipV="1">
                <a:off x="5438414" y="3405654"/>
                <a:ext cx="22142" cy="10177"/>
              </a:xfrm>
              <a:custGeom>
                <a:avLst/>
                <a:gdLst>
                  <a:gd name="csX0" fmla="*/ 22590 w 22142"/>
                  <a:gd name="csY0" fmla="*/ 205 h 10177"/>
                  <a:gd name="csX1" fmla="*/ 447 w 22142"/>
                  <a:gd name="csY1" fmla="*/ 205 h 10177"/>
                </a:gdLst>
                <a:ahLst/>
                <a:cxnLst>
                  <a:cxn ang="0">
                    <a:pos x="csX0" y="csY0"/>
                  </a:cxn>
                  <a:cxn ang="0">
                    <a:pos x="csX1" y="csY1"/>
                  </a:cxn>
                </a:cxnLst>
                <a:rect l="l" t="t" r="r" b="b"/>
                <a:pathLst>
                  <a:path w="22142" h="10177">
                    <a:moveTo>
                      <a:pt x="22590" y="205"/>
                    </a:moveTo>
                    <a:lnTo>
                      <a:pt x="447" y="205"/>
                    </a:lnTo>
                  </a:path>
                </a:pathLst>
              </a:custGeom>
              <a:solidFill>
                <a:srgbClr val="000000"/>
              </a:solidFill>
              <a:ln w="6319" cap="flat">
                <a:noFill/>
                <a:prstDash val="solid"/>
                <a:miter/>
              </a:ln>
            </p:spPr>
            <p:txBody>
              <a:bodyPr/>
              <a:lstStyle/>
              <a:p>
                <a:endParaRPr lang="zh-CN" altLang="en-US" sz="2190"/>
              </a:p>
            </p:txBody>
          </p:sp>
          <p:sp>
            <p:nvSpPr>
              <p:cNvPr id="2776" name="任意多边形: 形状 2775"/>
              <p:cNvSpPr/>
              <p:nvPr/>
            </p:nvSpPr>
            <p:spPr>
              <a:xfrm flipV="1">
                <a:off x="5438414" y="3405654"/>
                <a:ext cx="22142" cy="10177"/>
              </a:xfrm>
              <a:custGeom>
                <a:avLst/>
                <a:gdLst>
                  <a:gd name="csX0" fmla="*/ 22590 w 22142"/>
                  <a:gd name="csY0" fmla="*/ 205 h 10177"/>
                  <a:gd name="csX1" fmla="*/ 447 w 22142"/>
                  <a:gd name="csY1" fmla="*/ 205 h 10177"/>
                </a:gdLst>
                <a:ahLst/>
                <a:cxnLst>
                  <a:cxn ang="0">
                    <a:pos x="csX0" y="csY0"/>
                  </a:cxn>
                  <a:cxn ang="0">
                    <a:pos x="csX1" y="csY1"/>
                  </a:cxn>
                </a:cxnLst>
                <a:rect l="l" t="t" r="r" b="b"/>
                <a:pathLst>
                  <a:path w="22142" h="10177">
                    <a:moveTo>
                      <a:pt x="22590" y="205"/>
                    </a:moveTo>
                    <a:lnTo>
                      <a:pt x="447" y="205"/>
                    </a:lnTo>
                  </a:path>
                </a:pathLst>
              </a:custGeom>
              <a:noFill/>
              <a:ln w="5056" cap="flat">
                <a:solidFill>
                  <a:srgbClr val="000000"/>
                </a:solidFill>
                <a:prstDash val="solid"/>
                <a:round/>
              </a:ln>
            </p:spPr>
            <p:txBody>
              <a:bodyPr/>
              <a:lstStyle/>
              <a:p>
                <a:endParaRPr lang="zh-CN" altLang="en-US" sz="2190"/>
              </a:p>
            </p:txBody>
          </p:sp>
          <p:sp>
            <p:nvSpPr>
              <p:cNvPr id="2777" name="文本框 2776"/>
              <p:cNvSpPr txBox="1"/>
              <p:nvPr/>
            </p:nvSpPr>
            <p:spPr>
              <a:xfrm>
                <a:off x="5236854"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778" name="任意多边形: 形状 2777"/>
              <p:cNvSpPr/>
              <p:nvPr/>
            </p:nvSpPr>
            <p:spPr>
              <a:xfrm flipV="1">
                <a:off x="5438414" y="3246184"/>
                <a:ext cx="22142" cy="10177"/>
              </a:xfrm>
              <a:custGeom>
                <a:avLst/>
                <a:gdLst>
                  <a:gd name="csX0" fmla="*/ 22590 w 22142"/>
                  <a:gd name="csY0" fmla="*/ 162 h 10177"/>
                  <a:gd name="csX1" fmla="*/ 447 w 22142"/>
                  <a:gd name="csY1" fmla="*/ 162 h 10177"/>
                </a:gdLst>
                <a:ahLst/>
                <a:cxnLst>
                  <a:cxn ang="0">
                    <a:pos x="csX0" y="csY0"/>
                  </a:cxn>
                  <a:cxn ang="0">
                    <a:pos x="csX1" y="csY1"/>
                  </a:cxn>
                </a:cxnLst>
                <a:rect l="l" t="t" r="r" b="b"/>
                <a:pathLst>
                  <a:path w="22142" h="10177">
                    <a:moveTo>
                      <a:pt x="22590" y="162"/>
                    </a:moveTo>
                    <a:lnTo>
                      <a:pt x="447" y="162"/>
                    </a:lnTo>
                  </a:path>
                </a:pathLst>
              </a:custGeom>
              <a:solidFill>
                <a:srgbClr val="000000"/>
              </a:solidFill>
              <a:ln w="6319" cap="flat">
                <a:noFill/>
                <a:prstDash val="solid"/>
                <a:miter/>
              </a:ln>
            </p:spPr>
            <p:txBody>
              <a:bodyPr/>
              <a:lstStyle/>
              <a:p>
                <a:endParaRPr lang="zh-CN" altLang="en-US" sz="2190"/>
              </a:p>
            </p:txBody>
          </p:sp>
          <p:sp>
            <p:nvSpPr>
              <p:cNvPr id="2779" name="任意多边形: 形状 2778"/>
              <p:cNvSpPr/>
              <p:nvPr/>
            </p:nvSpPr>
            <p:spPr>
              <a:xfrm flipV="1">
                <a:off x="5438414" y="3246184"/>
                <a:ext cx="22142" cy="10177"/>
              </a:xfrm>
              <a:custGeom>
                <a:avLst/>
                <a:gdLst>
                  <a:gd name="csX0" fmla="*/ 22590 w 22142"/>
                  <a:gd name="csY0" fmla="*/ 162 h 10177"/>
                  <a:gd name="csX1" fmla="*/ 447 w 22142"/>
                  <a:gd name="csY1" fmla="*/ 162 h 10177"/>
                </a:gdLst>
                <a:ahLst/>
                <a:cxnLst>
                  <a:cxn ang="0">
                    <a:pos x="csX0" y="csY0"/>
                  </a:cxn>
                  <a:cxn ang="0">
                    <a:pos x="csX1" y="csY1"/>
                  </a:cxn>
                </a:cxnLst>
                <a:rect l="l" t="t" r="r" b="b"/>
                <a:pathLst>
                  <a:path w="22142" h="10177">
                    <a:moveTo>
                      <a:pt x="22590" y="162"/>
                    </a:moveTo>
                    <a:lnTo>
                      <a:pt x="447" y="162"/>
                    </a:lnTo>
                  </a:path>
                </a:pathLst>
              </a:custGeom>
              <a:noFill/>
              <a:ln w="5056" cap="flat">
                <a:solidFill>
                  <a:srgbClr val="000000"/>
                </a:solidFill>
                <a:prstDash val="solid"/>
                <a:round/>
              </a:ln>
            </p:spPr>
            <p:txBody>
              <a:bodyPr/>
              <a:lstStyle/>
              <a:p>
                <a:endParaRPr lang="zh-CN" altLang="en-US" sz="2190"/>
              </a:p>
            </p:txBody>
          </p:sp>
          <p:sp>
            <p:nvSpPr>
              <p:cNvPr id="2780" name="文本框 2779"/>
              <p:cNvSpPr txBox="1"/>
              <p:nvPr/>
            </p:nvSpPr>
            <p:spPr>
              <a:xfrm>
                <a:off x="5236854"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781" name="任意多边形: 形状 2780"/>
              <p:cNvSpPr/>
              <p:nvPr/>
            </p:nvSpPr>
            <p:spPr>
              <a:xfrm flipV="1">
                <a:off x="5438414" y="3086715"/>
                <a:ext cx="22142" cy="10177"/>
              </a:xfrm>
              <a:custGeom>
                <a:avLst/>
                <a:gdLst>
                  <a:gd name="csX0" fmla="*/ 22590 w 22142"/>
                  <a:gd name="csY0" fmla="*/ 120 h 10177"/>
                  <a:gd name="csX1" fmla="*/ 447 w 22142"/>
                  <a:gd name="csY1" fmla="*/ 120 h 10177"/>
                </a:gdLst>
                <a:ahLst/>
                <a:cxnLst>
                  <a:cxn ang="0">
                    <a:pos x="csX0" y="csY0"/>
                  </a:cxn>
                  <a:cxn ang="0">
                    <a:pos x="csX1" y="csY1"/>
                  </a:cxn>
                </a:cxnLst>
                <a:rect l="l" t="t" r="r" b="b"/>
                <a:pathLst>
                  <a:path w="22142" h="10177">
                    <a:moveTo>
                      <a:pt x="22590" y="120"/>
                    </a:moveTo>
                    <a:lnTo>
                      <a:pt x="447" y="120"/>
                    </a:lnTo>
                  </a:path>
                </a:pathLst>
              </a:custGeom>
              <a:solidFill>
                <a:srgbClr val="000000"/>
              </a:solidFill>
              <a:ln w="6319" cap="flat">
                <a:noFill/>
                <a:prstDash val="solid"/>
                <a:miter/>
              </a:ln>
            </p:spPr>
            <p:txBody>
              <a:bodyPr/>
              <a:lstStyle/>
              <a:p>
                <a:endParaRPr lang="zh-CN" altLang="en-US" sz="2190"/>
              </a:p>
            </p:txBody>
          </p:sp>
          <p:sp>
            <p:nvSpPr>
              <p:cNvPr id="2782" name="任意多边形: 形状 2781"/>
              <p:cNvSpPr/>
              <p:nvPr/>
            </p:nvSpPr>
            <p:spPr>
              <a:xfrm flipV="1">
                <a:off x="5438414" y="3086715"/>
                <a:ext cx="22142" cy="10177"/>
              </a:xfrm>
              <a:custGeom>
                <a:avLst/>
                <a:gdLst>
                  <a:gd name="csX0" fmla="*/ 22590 w 22142"/>
                  <a:gd name="csY0" fmla="*/ 120 h 10177"/>
                  <a:gd name="csX1" fmla="*/ 447 w 22142"/>
                  <a:gd name="csY1" fmla="*/ 120 h 10177"/>
                </a:gdLst>
                <a:ahLst/>
                <a:cxnLst>
                  <a:cxn ang="0">
                    <a:pos x="csX0" y="csY0"/>
                  </a:cxn>
                  <a:cxn ang="0">
                    <a:pos x="csX1" y="csY1"/>
                  </a:cxn>
                </a:cxnLst>
                <a:rect l="l" t="t" r="r" b="b"/>
                <a:pathLst>
                  <a:path w="22142" h="10177">
                    <a:moveTo>
                      <a:pt x="22590" y="120"/>
                    </a:moveTo>
                    <a:lnTo>
                      <a:pt x="447" y="120"/>
                    </a:lnTo>
                  </a:path>
                </a:pathLst>
              </a:custGeom>
              <a:noFill/>
              <a:ln w="5056" cap="flat">
                <a:solidFill>
                  <a:srgbClr val="000000"/>
                </a:solidFill>
                <a:prstDash val="solid"/>
                <a:round/>
              </a:ln>
            </p:spPr>
            <p:txBody>
              <a:bodyPr/>
              <a:lstStyle/>
              <a:p>
                <a:endParaRPr lang="zh-CN" altLang="en-US" sz="2190"/>
              </a:p>
            </p:txBody>
          </p:sp>
          <p:sp>
            <p:nvSpPr>
              <p:cNvPr id="2783" name="文本框 2782"/>
              <p:cNvSpPr txBox="1"/>
              <p:nvPr/>
            </p:nvSpPr>
            <p:spPr>
              <a:xfrm>
                <a:off x="5236854"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784" name="文本框 2783"/>
              <p:cNvSpPr txBox="1"/>
              <p:nvPr/>
            </p:nvSpPr>
            <p:spPr>
              <a:xfrm rot="16200000">
                <a:off x="4785959" y="3474330"/>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785" name="任意多边形: 形状 2784"/>
              <p:cNvSpPr/>
              <p:nvPr/>
            </p:nvSpPr>
            <p:spPr>
              <a:xfrm flipV="1">
                <a:off x="5506336" y="3086715"/>
                <a:ext cx="732298" cy="797350"/>
              </a:xfrm>
              <a:custGeom>
                <a:avLst/>
                <a:gdLst>
                  <a:gd name="csX0" fmla="*/ 418 w 732298"/>
                  <a:gd name="csY0" fmla="*/ 797577 h 797350"/>
                  <a:gd name="csX1" fmla="*/ 17773 w 732298"/>
                  <a:gd name="csY1" fmla="*/ 797577 h 797350"/>
                  <a:gd name="csX2" fmla="*/ 17773 w 732298"/>
                  <a:gd name="csY2" fmla="*/ 779856 h 797350"/>
                  <a:gd name="csX3" fmla="*/ 46696 w 732298"/>
                  <a:gd name="csY3" fmla="*/ 779856 h 797350"/>
                  <a:gd name="csX4" fmla="*/ 46696 w 732298"/>
                  <a:gd name="csY4" fmla="*/ 762140 h 797350"/>
                  <a:gd name="csX5" fmla="*/ 53796 w 732298"/>
                  <a:gd name="csY5" fmla="*/ 762140 h 797350"/>
                  <a:gd name="csX6" fmla="*/ 53796 w 732298"/>
                  <a:gd name="csY6" fmla="*/ 744419 h 797350"/>
                  <a:gd name="csX7" fmla="*/ 64313 w 732298"/>
                  <a:gd name="csY7" fmla="*/ 744419 h 797350"/>
                  <a:gd name="csX8" fmla="*/ 64313 w 732298"/>
                  <a:gd name="csY8" fmla="*/ 726698 h 797350"/>
                  <a:gd name="csX9" fmla="*/ 64577 w 732298"/>
                  <a:gd name="csY9" fmla="*/ 726698 h 797350"/>
                  <a:gd name="csX10" fmla="*/ 64577 w 732298"/>
                  <a:gd name="csY10" fmla="*/ 708982 h 797350"/>
                  <a:gd name="csX11" fmla="*/ 65102 w 732298"/>
                  <a:gd name="csY11" fmla="*/ 708982 h 797350"/>
                  <a:gd name="csX12" fmla="*/ 65102 w 732298"/>
                  <a:gd name="csY12" fmla="*/ 691261 h 797350"/>
                  <a:gd name="csX13" fmla="*/ 66154 w 732298"/>
                  <a:gd name="csY13" fmla="*/ 691261 h 797350"/>
                  <a:gd name="csX14" fmla="*/ 66154 w 732298"/>
                  <a:gd name="csY14" fmla="*/ 673545 h 797350"/>
                  <a:gd name="csX15" fmla="*/ 66943 w 732298"/>
                  <a:gd name="csY15" fmla="*/ 673545 h 797350"/>
                  <a:gd name="csX16" fmla="*/ 66943 w 732298"/>
                  <a:gd name="csY16" fmla="*/ 655824 h 797350"/>
                  <a:gd name="csX17" fmla="*/ 67732 w 732298"/>
                  <a:gd name="csY17" fmla="*/ 655824 h 797350"/>
                  <a:gd name="csX18" fmla="*/ 67732 w 732298"/>
                  <a:gd name="csY18" fmla="*/ 638108 h 797350"/>
                  <a:gd name="csX19" fmla="*/ 70624 w 732298"/>
                  <a:gd name="csY19" fmla="*/ 638108 h 797350"/>
                  <a:gd name="csX20" fmla="*/ 70624 w 732298"/>
                  <a:gd name="csY20" fmla="*/ 620387 h 797350"/>
                  <a:gd name="csX21" fmla="*/ 79564 w 732298"/>
                  <a:gd name="csY21" fmla="*/ 620387 h 797350"/>
                  <a:gd name="csX22" fmla="*/ 79564 w 732298"/>
                  <a:gd name="csY22" fmla="*/ 602665 h 797350"/>
                  <a:gd name="csX23" fmla="*/ 84297 w 732298"/>
                  <a:gd name="csY23" fmla="*/ 602665 h 797350"/>
                  <a:gd name="csX24" fmla="*/ 84297 w 732298"/>
                  <a:gd name="csY24" fmla="*/ 584950 h 797350"/>
                  <a:gd name="csX25" fmla="*/ 86664 w 732298"/>
                  <a:gd name="csY25" fmla="*/ 584950 h 797350"/>
                  <a:gd name="csX26" fmla="*/ 86664 w 732298"/>
                  <a:gd name="csY26" fmla="*/ 567228 h 797350"/>
                  <a:gd name="csX27" fmla="*/ 88504 w 732298"/>
                  <a:gd name="csY27" fmla="*/ 567228 h 797350"/>
                  <a:gd name="csX28" fmla="*/ 88504 w 732298"/>
                  <a:gd name="csY28" fmla="*/ 531791 h 797350"/>
                  <a:gd name="csX29" fmla="*/ 89819 w 732298"/>
                  <a:gd name="csY29" fmla="*/ 531791 h 797350"/>
                  <a:gd name="csX30" fmla="*/ 89819 w 732298"/>
                  <a:gd name="csY30" fmla="*/ 514076 h 797350"/>
                  <a:gd name="csX31" fmla="*/ 92448 w 732298"/>
                  <a:gd name="csY31" fmla="*/ 514076 h 797350"/>
                  <a:gd name="csX32" fmla="*/ 92448 w 732298"/>
                  <a:gd name="csY32" fmla="*/ 496354 h 797350"/>
                  <a:gd name="csX33" fmla="*/ 95866 w 732298"/>
                  <a:gd name="csY33" fmla="*/ 496354 h 797350"/>
                  <a:gd name="csX34" fmla="*/ 95866 w 732298"/>
                  <a:gd name="csY34" fmla="*/ 478639 h 797350"/>
                  <a:gd name="csX35" fmla="*/ 98759 w 732298"/>
                  <a:gd name="csY35" fmla="*/ 478639 h 797350"/>
                  <a:gd name="csX36" fmla="*/ 98759 w 732298"/>
                  <a:gd name="csY36" fmla="*/ 460917 h 797350"/>
                  <a:gd name="csX37" fmla="*/ 100074 w 732298"/>
                  <a:gd name="csY37" fmla="*/ 460917 h 797350"/>
                  <a:gd name="csX38" fmla="*/ 100074 w 732298"/>
                  <a:gd name="csY38" fmla="*/ 443196 h 797350"/>
                  <a:gd name="csX39" fmla="*/ 117954 w 732298"/>
                  <a:gd name="csY39" fmla="*/ 443196 h 797350"/>
                  <a:gd name="csX40" fmla="*/ 117954 w 732298"/>
                  <a:gd name="csY40" fmla="*/ 425480 h 797350"/>
                  <a:gd name="csX41" fmla="*/ 120584 w 732298"/>
                  <a:gd name="csY41" fmla="*/ 425480 h 797350"/>
                  <a:gd name="csX42" fmla="*/ 120584 w 732298"/>
                  <a:gd name="csY42" fmla="*/ 407759 h 797350"/>
                  <a:gd name="csX43" fmla="*/ 124002 w 732298"/>
                  <a:gd name="csY43" fmla="*/ 407759 h 797350"/>
                  <a:gd name="csX44" fmla="*/ 124002 w 732298"/>
                  <a:gd name="csY44" fmla="*/ 390043 h 797350"/>
                  <a:gd name="csX45" fmla="*/ 130049 w 732298"/>
                  <a:gd name="csY45" fmla="*/ 390043 h 797350"/>
                  <a:gd name="csX46" fmla="*/ 130049 w 732298"/>
                  <a:gd name="csY46" fmla="*/ 372322 h 797350"/>
                  <a:gd name="csX47" fmla="*/ 131101 w 732298"/>
                  <a:gd name="csY47" fmla="*/ 372322 h 797350"/>
                  <a:gd name="csX48" fmla="*/ 131101 w 732298"/>
                  <a:gd name="csY48" fmla="*/ 354606 h 797350"/>
                  <a:gd name="csX49" fmla="*/ 132416 w 732298"/>
                  <a:gd name="csY49" fmla="*/ 354606 h 797350"/>
                  <a:gd name="csX50" fmla="*/ 132416 w 732298"/>
                  <a:gd name="csY50" fmla="*/ 336885 h 797350"/>
                  <a:gd name="csX51" fmla="*/ 135308 w 732298"/>
                  <a:gd name="csY51" fmla="*/ 336885 h 797350"/>
                  <a:gd name="csX52" fmla="*/ 135308 w 732298"/>
                  <a:gd name="csY52" fmla="*/ 319163 h 797350"/>
                  <a:gd name="csX53" fmla="*/ 139778 w 732298"/>
                  <a:gd name="csY53" fmla="*/ 319163 h 797350"/>
                  <a:gd name="csX54" fmla="*/ 139778 w 732298"/>
                  <a:gd name="csY54" fmla="*/ 301447 h 797350"/>
                  <a:gd name="csX55" fmla="*/ 141619 w 732298"/>
                  <a:gd name="csY55" fmla="*/ 301447 h 797350"/>
                  <a:gd name="csX56" fmla="*/ 141619 w 732298"/>
                  <a:gd name="csY56" fmla="*/ 283728 h 797350"/>
                  <a:gd name="csX57" fmla="*/ 153451 w 732298"/>
                  <a:gd name="csY57" fmla="*/ 283728 h 797350"/>
                  <a:gd name="csX58" fmla="*/ 153451 w 732298"/>
                  <a:gd name="csY58" fmla="*/ 266010 h 797350"/>
                  <a:gd name="csX59" fmla="*/ 158710 w 732298"/>
                  <a:gd name="csY59" fmla="*/ 266010 h 797350"/>
                  <a:gd name="csX60" fmla="*/ 158710 w 732298"/>
                  <a:gd name="csY60" fmla="*/ 248291 h 797350"/>
                  <a:gd name="csX61" fmla="*/ 172646 w 732298"/>
                  <a:gd name="csY61" fmla="*/ 248291 h 797350"/>
                  <a:gd name="csX62" fmla="*/ 172646 w 732298"/>
                  <a:gd name="csY62" fmla="*/ 230572 h 797350"/>
                  <a:gd name="csX63" fmla="*/ 209984 w 732298"/>
                  <a:gd name="csY63" fmla="*/ 230572 h 797350"/>
                  <a:gd name="csX64" fmla="*/ 209984 w 732298"/>
                  <a:gd name="csY64" fmla="*/ 212853 h 797350"/>
                  <a:gd name="csX65" fmla="*/ 216557 w 732298"/>
                  <a:gd name="csY65" fmla="*/ 212853 h 797350"/>
                  <a:gd name="csX66" fmla="*/ 216557 w 732298"/>
                  <a:gd name="csY66" fmla="*/ 195134 h 797350"/>
                  <a:gd name="csX67" fmla="*/ 232334 w 732298"/>
                  <a:gd name="csY67" fmla="*/ 195134 h 797350"/>
                  <a:gd name="csX68" fmla="*/ 232334 w 732298"/>
                  <a:gd name="csY68" fmla="*/ 177415 h 797350"/>
                  <a:gd name="csX69" fmla="*/ 242063 w 732298"/>
                  <a:gd name="csY69" fmla="*/ 177415 h 797350"/>
                  <a:gd name="csX70" fmla="*/ 242063 w 732298"/>
                  <a:gd name="csY70" fmla="*/ 159696 h 797350"/>
                  <a:gd name="csX71" fmla="*/ 247059 w 732298"/>
                  <a:gd name="csY71" fmla="*/ 159696 h 797350"/>
                  <a:gd name="csX72" fmla="*/ 247059 w 732298"/>
                  <a:gd name="csY72" fmla="*/ 141977 h 797350"/>
                  <a:gd name="csX73" fmla="*/ 254684 w 732298"/>
                  <a:gd name="csY73" fmla="*/ 141977 h 797350"/>
                  <a:gd name="csX74" fmla="*/ 254684 w 732298"/>
                  <a:gd name="csY74" fmla="*/ 124258 h 797350"/>
                  <a:gd name="csX75" fmla="*/ 315158 w 732298"/>
                  <a:gd name="csY75" fmla="*/ 124258 h 797350"/>
                  <a:gd name="csX76" fmla="*/ 315158 w 732298"/>
                  <a:gd name="csY76" fmla="*/ 106540 h 797350"/>
                  <a:gd name="csX77" fmla="*/ 344609 w 732298"/>
                  <a:gd name="csY77" fmla="*/ 106540 h 797350"/>
                  <a:gd name="csX78" fmla="*/ 423229 w 732298"/>
                  <a:gd name="csY78" fmla="*/ 106540 h 797350"/>
                  <a:gd name="csX79" fmla="*/ 423229 w 732298"/>
                  <a:gd name="csY79" fmla="*/ 85277 h 797350"/>
                  <a:gd name="csX80" fmla="*/ 466616 w 732298"/>
                  <a:gd name="csY80" fmla="*/ 85277 h 797350"/>
                  <a:gd name="csX81" fmla="*/ 545502 w 732298"/>
                  <a:gd name="csY81" fmla="*/ 85277 h 797350"/>
                  <a:gd name="csX82" fmla="*/ 545502 w 732298"/>
                  <a:gd name="csY82" fmla="*/ 56927 h 797350"/>
                  <a:gd name="csX83" fmla="*/ 652515 w 732298"/>
                  <a:gd name="csY83" fmla="*/ 56927 h 797350"/>
                  <a:gd name="csX84" fmla="*/ 652515 w 732298"/>
                  <a:gd name="csY84" fmla="*/ 28577 h 797350"/>
                  <a:gd name="csX85" fmla="*/ 732717 w 732298"/>
                  <a:gd name="csY85" fmla="*/ 28577 h 797350"/>
                  <a:gd name="csX86" fmla="*/ 732717 w 732298"/>
                  <a:gd name="csY86"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732298" h="797350">
                    <a:moveTo>
                      <a:pt x="418" y="797577"/>
                    </a:moveTo>
                    <a:lnTo>
                      <a:pt x="17773" y="797577"/>
                    </a:lnTo>
                    <a:lnTo>
                      <a:pt x="17773" y="779856"/>
                    </a:lnTo>
                    <a:lnTo>
                      <a:pt x="46696" y="779856"/>
                    </a:lnTo>
                    <a:lnTo>
                      <a:pt x="46696" y="762140"/>
                    </a:lnTo>
                    <a:lnTo>
                      <a:pt x="53796" y="762140"/>
                    </a:lnTo>
                    <a:lnTo>
                      <a:pt x="53796" y="744419"/>
                    </a:lnTo>
                    <a:lnTo>
                      <a:pt x="64313" y="744419"/>
                    </a:lnTo>
                    <a:lnTo>
                      <a:pt x="64313" y="726698"/>
                    </a:lnTo>
                    <a:lnTo>
                      <a:pt x="64577" y="726698"/>
                    </a:lnTo>
                    <a:lnTo>
                      <a:pt x="64577" y="708982"/>
                    </a:lnTo>
                    <a:lnTo>
                      <a:pt x="65102" y="708982"/>
                    </a:lnTo>
                    <a:lnTo>
                      <a:pt x="65102" y="691261"/>
                    </a:lnTo>
                    <a:lnTo>
                      <a:pt x="66154" y="691261"/>
                    </a:lnTo>
                    <a:lnTo>
                      <a:pt x="66154" y="673545"/>
                    </a:lnTo>
                    <a:lnTo>
                      <a:pt x="66943" y="673545"/>
                    </a:lnTo>
                    <a:lnTo>
                      <a:pt x="66943" y="655824"/>
                    </a:lnTo>
                    <a:lnTo>
                      <a:pt x="67732" y="655824"/>
                    </a:lnTo>
                    <a:lnTo>
                      <a:pt x="67732" y="638108"/>
                    </a:lnTo>
                    <a:lnTo>
                      <a:pt x="70624" y="638108"/>
                    </a:lnTo>
                    <a:lnTo>
                      <a:pt x="70624" y="620387"/>
                    </a:lnTo>
                    <a:lnTo>
                      <a:pt x="79564" y="620387"/>
                    </a:lnTo>
                    <a:lnTo>
                      <a:pt x="79564" y="602665"/>
                    </a:lnTo>
                    <a:lnTo>
                      <a:pt x="84297" y="602665"/>
                    </a:lnTo>
                    <a:lnTo>
                      <a:pt x="84297" y="584950"/>
                    </a:lnTo>
                    <a:lnTo>
                      <a:pt x="86664" y="584950"/>
                    </a:lnTo>
                    <a:lnTo>
                      <a:pt x="86664" y="567228"/>
                    </a:lnTo>
                    <a:lnTo>
                      <a:pt x="88504" y="567228"/>
                    </a:lnTo>
                    <a:lnTo>
                      <a:pt x="88504" y="531791"/>
                    </a:lnTo>
                    <a:lnTo>
                      <a:pt x="89819" y="531791"/>
                    </a:lnTo>
                    <a:lnTo>
                      <a:pt x="89819" y="514076"/>
                    </a:lnTo>
                    <a:lnTo>
                      <a:pt x="92448" y="514076"/>
                    </a:lnTo>
                    <a:lnTo>
                      <a:pt x="92448" y="496354"/>
                    </a:lnTo>
                    <a:lnTo>
                      <a:pt x="95866" y="496354"/>
                    </a:lnTo>
                    <a:lnTo>
                      <a:pt x="95866" y="478639"/>
                    </a:lnTo>
                    <a:lnTo>
                      <a:pt x="98759" y="478639"/>
                    </a:lnTo>
                    <a:lnTo>
                      <a:pt x="98759" y="460917"/>
                    </a:lnTo>
                    <a:lnTo>
                      <a:pt x="100074" y="460917"/>
                    </a:lnTo>
                    <a:lnTo>
                      <a:pt x="100074" y="443196"/>
                    </a:lnTo>
                    <a:lnTo>
                      <a:pt x="117954" y="443196"/>
                    </a:lnTo>
                    <a:lnTo>
                      <a:pt x="117954" y="425480"/>
                    </a:lnTo>
                    <a:lnTo>
                      <a:pt x="120584" y="425480"/>
                    </a:lnTo>
                    <a:lnTo>
                      <a:pt x="120584" y="407759"/>
                    </a:lnTo>
                    <a:lnTo>
                      <a:pt x="124002" y="407759"/>
                    </a:lnTo>
                    <a:lnTo>
                      <a:pt x="124002" y="390043"/>
                    </a:lnTo>
                    <a:lnTo>
                      <a:pt x="130049" y="390043"/>
                    </a:lnTo>
                    <a:lnTo>
                      <a:pt x="130049" y="372322"/>
                    </a:lnTo>
                    <a:lnTo>
                      <a:pt x="131101" y="372322"/>
                    </a:lnTo>
                    <a:lnTo>
                      <a:pt x="131101" y="354606"/>
                    </a:lnTo>
                    <a:lnTo>
                      <a:pt x="132416" y="354606"/>
                    </a:lnTo>
                    <a:lnTo>
                      <a:pt x="132416" y="336885"/>
                    </a:lnTo>
                    <a:lnTo>
                      <a:pt x="135308" y="336885"/>
                    </a:lnTo>
                    <a:lnTo>
                      <a:pt x="135308" y="319163"/>
                    </a:lnTo>
                    <a:lnTo>
                      <a:pt x="139778" y="319163"/>
                    </a:lnTo>
                    <a:lnTo>
                      <a:pt x="139778" y="301447"/>
                    </a:lnTo>
                    <a:lnTo>
                      <a:pt x="141619" y="301447"/>
                    </a:lnTo>
                    <a:lnTo>
                      <a:pt x="141619" y="283728"/>
                    </a:lnTo>
                    <a:lnTo>
                      <a:pt x="153451" y="283728"/>
                    </a:lnTo>
                    <a:lnTo>
                      <a:pt x="153451" y="266010"/>
                    </a:lnTo>
                    <a:lnTo>
                      <a:pt x="158710" y="266010"/>
                    </a:lnTo>
                    <a:lnTo>
                      <a:pt x="158710" y="248291"/>
                    </a:lnTo>
                    <a:lnTo>
                      <a:pt x="172646" y="248291"/>
                    </a:lnTo>
                    <a:lnTo>
                      <a:pt x="172646" y="230572"/>
                    </a:lnTo>
                    <a:lnTo>
                      <a:pt x="209984" y="230572"/>
                    </a:lnTo>
                    <a:lnTo>
                      <a:pt x="209984" y="212853"/>
                    </a:lnTo>
                    <a:lnTo>
                      <a:pt x="216557" y="212853"/>
                    </a:lnTo>
                    <a:lnTo>
                      <a:pt x="216557" y="195134"/>
                    </a:lnTo>
                    <a:lnTo>
                      <a:pt x="232334" y="195134"/>
                    </a:lnTo>
                    <a:lnTo>
                      <a:pt x="232334" y="177415"/>
                    </a:lnTo>
                    <a:lnTo>
                      <a:pt x="242063" y="177415"/>
                    </a:lnTo>
                    <a:lnTo>
                      <a:pt x="242063" y="159696"/>
                    </a:lnTo>
                    <a:lnTo>
                      <a:pt x="247059" y="159696"/>
                    </a:lnTo>
                    <a:lnTo>
                      <a:pt x="247059" y="141977"/>
                    </a:lnTo>
                    <a:lnTo>
                      <a:pt x="254684" y="141977"/>
                    </a:lnTo>
                    <a:lnTo>
                      <a:pt x="254684" y="124258"/>
                    </a:lnTo>
                    <a:lnTo>
                      <a:pt x="315158" y="124258"/>
                    </a:lnTo>
                    <a:lnTo>
                      <a:pt x="315158" y="106540"/>
                    </a:lnTo>
                    <a:lnTo>
                      <a:pt x="344609" y="106540"/>
                    </a:lnTo>
                    <a:lnTo>
                      <a:pt x="423229" y="106540"/>
                    </a:lnTo>
                    <a:lnTo>
                      <a:pt x="423229" y="85277"/>
                    </a:lnTo>
                    <a:lnTo>
                      <a:pt x="466616" y="85277"/>
                    </a:lnTo>
                    <a:lnTo>
                      <a:pt x="545502" y="85277"/>
                    </a:lnTo>
                    <a:lnTo>
                      <a:pt x="545502" y="56927"/>
                    </a:lnTo>
                    <a:lnTo>
                      <a:pt x="652515" y="56927"/>
                    </a:lnTo>
                    <a:lnTo>
                      <a:pt x="652515" y="28577"/>
                    </a:lnTo>
                    <a:lnTo>
                      <a:pt x="732717" y="28577"/>
                    </a:lnTo>
                    <a:lnTo>
                      <a:pt x="732717" y="227"/>
                    </a:lnTo>
                  </a:path>
                </a:pathLst>
              </a:custGeom>
              <a:noFill/>
              <a:ln w="12639" cap="sq">
                <a:solidFill>
                  <a:srgbClr val="C0392B"/>
                </a:solidFill>
                <a:prstDash val="solid"/>
                <a:round/>
              </a:ln>
            </p:spPr>
            <p:txBody>
              <a:bodyPr/>
              <a:lstStyle/>
              <a:p>
                <a:endParaRPr lang="zh-CN" altLang="en-US" sz="2190"/>
              </a:p>
            </p:txBody>
          </p:sp>
          <p:sp>
            <p:nvSpPr>
              <p:cNvPr id="2786" name="任意多边形: 形状 2785"/>
              <p:cNvSpPr/>
              <p:nvPr/>
            </p:nvSpPr>
            <p:spPr>
              <a:xfrm flipV="1">
                <a:off x="5506336" y="3086715"/>
                <a:ext cx="915565" cy="735194"/>
              </a:xfrm>
              <a:custGeom>
                <a:avLst/>
                <a:gdLst>
                  <a:gd name="csX0" fmla="*/ 412 w 915565"/>
                  <a:gd name="csY0" fmla="*/ 735412 h 735194"/>
                  <a:gd name="csX1" fmla="*/ 16715 w 915565"/>
                  <a:gd name="csY1" fmla="*/ 735412 h 735194"/>
                  <a:gd name="csX2" fmla="*/ 16715 w 915565"/>
                  <a:gd name="csY2" fmla="*/ 717691 h 735194"/>
                  <a:gd name="csX3" fmla="*/ 44324 w 915565"/>
                  <a:gd name="csY3" fmla="*/ 717691 h 735194"/>
                  <a:gd name="csX4" fmla="*/ 44324 w 915565"/>
                  <a:gd name="csY4" fmla="*/ 699976 h 735194"/>
                  <a:gd name="csX5" fmla="*/ 48531 w 915565"/>
                  <a:gd name="csY5" fmla="*/ 699976 h 735194"/>
                  <a:gd name="csX6" fmla="*/ 48531 w 915565"/>
                  <a:gd name="csY6" fmla="*/ 682254 h 735194"/>
                  <a:gd name="csX7" fmla="*/ 59574 w 915565"/>
                  <a:gd name="csY7" fmla="*/ 682254 h 735194"/>
                  <a:gd name="csX8" fmla="*/ 59574 w 915565"/>
                  <a:gd name="csY8" fmla="*/ 646817 h 735194"/>
                  <a:gd name="csX9" fmla="*/ 71144 w 915565"/>
                  <a:gd name="csY9" fmla="*/ 646817 h 735194"/>
                  <a:gd name="csX10" fmla="*/ 71144 w 915565"/>
                  <a:gd name="csY10" fmla="*/ 629096 h 735194"/>
                  <a:gd name="csX11" fmla="*/ 75877 w 915565"/>
                  <a:gd name="csY11" fmla="*/ 629096 h 735194"/>
                  <a:gd name="csX12" fmla="*/ 75877 w 915565"/>
                  <a:gd name="csY12" fmla="*/ 611380 h 735194"/>
                  <a:gd name="csX13" fmla="*/ 77192 w 915565"/>
                  <a:gd name="csY13" fmla="*/ 611380 h 735194"/>
                  <a:gd name="csX14" fmla="*/ 77192 w 915565"/>
                  <a:gd name="csY14" fmla="*/ 593659 h 735194"/>
                  <a:gd name="csX15" fmla="*/ 81398 w 915565"/>
                  <a:gd name="csY15" fmla="*/ 593659 h 735194"/>
                  <a:gd name="csX16" fmla="*/ 81398 w 915565"/>
                  <a:gd name="csY16" fmla="*/ 575943 h 735194"/>
                  <a:gd name="csX17" fmla="*/ 90602 w 915565"/>
                  <a:gd name="csY17" fmla="*/ 575943 h 735194"/>
                  <a:gd name="csX18" fmla="*/ 90602 w 915565"/>
                  <a:gd name="csY18" fmla="*/ 558222 h 735194"/>
                  <a:gd name="csX19" fmla="*/ 96649 w 915565"/>
                  <a:gd name="csY19" fmla="*/ 558222 h 735194"/>
                  <a:gd name="csX20" fmla="*/ 96649 w 915565"/>
                  <a:gd name="csY20" fmla="*/ 540500 h 735194"/>
                  <a:gd name="csX21" fmla="*/ 98227 w 915565"/>
                  <a:gd name="csY21" fmla="*/ 540500 h 735194"/>
                  <a:gd name="csX22" fmla="*/ 98227 w 915565"/>
                  <a:gd name="csY22" fmla="*/ 522785 h 735194"/>
                  <a:gd name="csX23" fmla="*/ 112426 w 915565"/>
                  <a:gd name="csY23" fmla="*/ 522785 h 735194"/>
                  <a:gd name="csX24" fmla="*/ 112426 w 915565"/>
                  <a:gd name="csY24" fmla="*/ 505063 h 735194"/>
                  <a:gd name="csX25" fmla="*/ 116633 w 915565"/>
                  <a:gd name="csY25" fmla="*/ 505063 h 735194"/>
                  <a:gd name="csX26" fmla="*/ 116633 w 915565"/>
                  <a:gd name="csY26" fmla="*/ 487348 h 735194"/>
                  <a:gd name="csX27" fmla="*/ 126099 w 915565"/>
                  <a:gd name="csY27" fmla="*/ 487348 h 735194"/>
                  <a:gd name="csX28" fmla="*/ 126099 w 915565"/>
                  <a:gd name="csY28" fmla="*/ 469626 h 735194"/>
                  <a:gd name="csX29" fmla="*/ 133724 w 915565"/>
                  <a:gd name="csY29" fmla="*/ 469626 h 735194"/>
                  <a:gd name="csX30" fmla="*/ 133724 w 915565"/>
                  <a:gd name="csY30" fmla="*/ 451911 h 735194"/>
                  <a:gd name="csX31" fmla="*/ 137142 w 915565"/>
                  <a:gd name="csY31" fmla="*/ 451911 h 735194"/>
                  <a:gd name="csX32" fmla="*/ 137142 w 915565"/>
                  <a:gd name="csY32" fmla="*/ 434189 h 735194"/>
                  <a:gd name="csX33" fmla="*/ 141613 w 915565"/>
                  <a:gd name="csY33" fmla="*/ 434189 h 735194"/>
                  <a:gd name="csX34" fmla="*/ 141613 w 915565"/>
                  <a:gd name="csY34" fmla="*/ 416474 h 735194"/>
                  <a:gd name="csX35" fmla="*/ 145031 w 915565"/>
                  <a:gd name="csY35" fmla="*/ 416474 h 735194"/>
                  <a:gd name="csX36" fmla="*/ 145031 w 915565"/>
                  <a:gd name="csY36" fmla="*/ 398752 h 735194"/>
                  <a:gd name="csX37" fmla="*/ 148449 w 915565"/>
                  <a:gd name="csY37" fmla="*/ 398752 h 735194"/>
                  <a:gd name="csX38" fmla="*/ 171062 w 915565"/>
                  <a:gd name="csY38" fmla="*/ 398752 h 735194"/>
                  <a:gd name="csX39" fmla="*/ 171062 w 915565"/>
                  <a:gd name="csY39" fmla="*/ 380326 h 735194"/>
                  <a:gd name="csX40" fmla="*/ 172114 w 915565"/>
                  <a:gd name="csY40" fmla="*/ 380326 h 735194"/>
                  <a:gd name="csX41" fmla="*/ 172114 w 915565"/>
                  <a:gd name="csY41" fmla="*/ 361900 h 735194"/>
                  <a:gd name="csX42" fmla="*/ 172377 w 915565"/>
                  <a:gd name="csY42" fmla="*/ 361900 h 735194"/>
                  <a:gd name="csX43" fmla="*/ 172377 w 915565"/>
                  <a:gd name="csY43" fmla="*/ 343468 h 735194"/>
                  <a:gd name="csX44" fmla="*/ 199197 w 915565"/>
                  <a:gd name="csY44" fmla="*/ 343468 h 735194"/>
                  <a:gd name="csX45" fmla="*/ 199197 w 915565"/>
                  <a:gd name="csY45" fmla="*/ 325041 h 735194"/>
                  <a:gd name="csX46" fmla="*/ 232853 w 915565"/>
                  <a:gd name="csY46" fmla="*/ 325041 h 735194"/>
                  <a:gd name="csX47" fmla="*/ 232853 w 915565"/>
                  <a:gd name="csY47" fmla="*/ 306615 h 735194"/>
                  <a:gd name="csX48" fmla="*/ 233906 w 915565"/>
                  <a:gd name="csY48" fmla="*/ 306615 h 735194"/>
                  <a:gd name="csX49" fmla="*/ 233906 w 915565"/>
                  <a:gd name="csY49" fmla="*/ 288189 h 735194"/>
                  <a:gd name="csX50" fmla="*/ 254415 w 915565"/>
                  <a:gd name="csY50" fmla="*/ 288189 h 735194"/>
                  <a:gd name="csX51" fmla="*/ 254415 w 915565"/>
                  <a:gd name="csY51" fmla="*/ 269757 h 735194"/>
                  <a:gd name="csX52" fmla="*/ 254941 w 915565"/>
                  <a:gd name="csY52" fmla="*/ 269757 h 735194"/>
                  <a:gd name="csX53" fmla="*/ 254941 w 915565"/>
                  <a:gd name="csY53" fmla="*/ 251330 h 735194"/>
                  <a:gd name="csX54" fmla="*/ 256782 w 915565"/>
                  <a:gd name="csY54" fmla="*/ 251330 h 735194"/>
                  <a:gd name="csX55" fmla="*/ 256782 w 915565"/>
                  <a:gd name="csY55" fmla="*/ 231752 h 735194"/>
                  <a:gd name="csX56" fmla="*/ 265984 w 915565"/>
                  <a:gd name="csY56" fmla="*/ 231752 h 735194"/>
                  <a:gd name="csX57" fmla="*/ 270191 w 915565"/>
                  <a:gd name="csY57" fmla="*/ 231752 h 735194"/>
                  <a:gd name="csX58" fmla="*/ 270191 w 915565"/>
                  <a:gd name="csY58" fmla="*/ 210774 h 735194"/>
                  <a:gd name="csX59" fmla="*/ 293331 w 915565"/>
                  <a:gd name="csY59" fmla="*/ 210774 h 735194"/>
                  <a:gd name="csX60" fmla="*/ 293331 w 915565"/>
                  <a:gd name="csY60" fmla="*/ 189796 h 735194"/>
                  <a:gd name="csX61" fmla="*/ 297014 w 915565"/>
                  <a:gd name="csY61" fmla="*/ 189796 h 735194"/>
                  <a:gd name="csX62" fmla="*/ 297014 w 915565"/>
                  <a:gd name="csY62" fmla="*/ 168818 h 735194"/>
                  <a:gd name="csX63" fmla="*/ 302271 w 915565"/>
                  <a:gd name="csY63" fmla="*/ 168818 h 735194"/>
                  <a:gd name="csX64" fmla="*/ 302271 w 915565"/>
                  <a:gd name="csY64" fmla="*/ 147841 h 735194"/>
                  <a:gd name="csX65" fmla="*/ 415333 w 915565"/>
                  <a:gd name="csY65" fmla="*/ 147841 h 735194"/>
                  <a:gd name="csX66" fmla="*/ 420597 w 915565"/>
                  <a:gd name="csY66" fmla="*/ 147841 h 735194"/>
                  <a:gd name="csX67" fmla="*/ 420597 w 915565"/>
                  <a:gd name="csY67" fmla="*/ 124531 h 735194"/>
                  <a:gd name="csX68" fmla="*/ 456355 w 915565"/>
                  <a:gd name="csY68" fmla="*/ 124531 h 735194"/>
                  <a:gd name="csX69" fmla="*/ 456355 w 915565"/>
                  <a:gd name="csY69" fmla="*/ 101223 h 735194"/>
                  <a:gd name="csX70" fmla="*/ 466610 w 915565"/>
                  <a:gd name="csY70" fmla="*/ 101223 h 735194"/>
                  <a:gd name="csX71" fmla="*/ 466610 w 915565"/>
                  <a:gd name="csY71" fmla="*/ 77914 h 735194"/>
                  <a:gd name="csX72" fmla="*/ 523928 w 915565"/>
                  <a:gd name="csY72" fmla="*/ 77914 h 735194"/>
                  <a:gd name="csX73" fmla="*/ 523928 w 915565"/>
                  <a:gd name="csY73" fmla="*/ 54605 h 735194"/>
                  <a:gd name="csX74" fmla="*/ 570473 w 915565"/>
                  <a:gd name="csY74" fmla="*/ 54605 h 735194"/>
                  <a:gd name="csX75" fmla="*/ 570473 w 915565"/>
                  <a:gd name="csY75" fmla="*/ 31297 h 735194"/>
                  <a:gd name="csX76" fmla="*/ 713516 w 915565"/>
                  <a:gd name="csY76" fmla="*/ 31297 h 735194"/>
                  <a:gd name="csX77" fmla="*/ 763736 w 915565"/>
                  <a:gd name="csY77" fmla="*/ 31297 h 735194"/>
                  <a:gd name="csX78" fmla="*/ 763736 w 915565"/>
                  <a:gd name="csY78" fmla="*/ 218 h 735194"/>
                  <a:gd name="csX79" fmla="*/ 764261 w 915565"/>
                  <a:gd name="csY79" fmla="*/ 218 h 735194"/>
                  <a:gd name="csX80" fmla="*/ 915978 w 915565"/>
                  <a:gd name="csY80" fmla="*/ 218 h 735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915565" h="735194">
                    <a:moveTo>
                      <a:pt x="412" y="735412"/>
                    </a:moveTo>
                    <a:lnTo>
                      <a:pt x="16715" y="735412"/>
                    </a:lnTo>
                    <a:lnTo>
                      <a:pt x="16715" y="717691"/>
                    </a:lnTo>
                    <a:lnTo>
                      <a:pt x="44324" y="717691"/>
                    </a:lnTo>
                    <a:lnTo>
                      <a:pt x="44324" y="699976"/>
                    </a:lnTo>
                    <a:lnTo>
                      <a:pt x="48531" y="699976"/>
                    </a:lnTo>
                    <a:lnTo>
                      <a:pt x="48531" y="682254"/>
                    </a:lnTo>
                    <a:lnTo>
                      <a:pt x="59574" y="682254"/>
                    </a:lnTo>
                    <a:lnTo>
                      <a:pt x="59574" y="646817"/>
                    </a:lnTo>
                    <a:lnTo>
                      <a:pt x="71144" y="646817"/>
                    </a:lnTo>
                    <a:lnTo>
                      <a:pt x="71144" y="629096"/>
                    </a:lnTo>
                    <a:lnTo>
                      <a:pt x="75877" y="629096"/>
                    </a:lnTo>
                    <a:lnTo>
                      <a:pt x="75877" y="611380"/>
                    </a:lnTo>
                    <a:lnTo>
                      <a:pt x="77192" y="611380"/>
                    </a:lnTo>
                    <a:lnTo>
                      <a:pt x="77192" y="593659"/>
                    </a:lnTo>
                    <a:lnTo>
                      <a:pt x="81398" y="593659"/>
                    </a:lnTo>
                    <a:lnTo>
                      <a:pt x="81398" y="575943"/>
                    </a:lnTo>
                    <a:lnTo>
                      <a:pt x="90602" y="575943"/>
                    </a:lnTo>
                    <a:lnTo>
                      <a:pt x="90602" y="558222"/>
                    </a:lnTo>
                    <a:lnTo>
                      <a:pt x="96649" y="558222"/>
                    </a:lnTo>
                    <a:lnTo>
                      <a:pt x="96649" y="540500"/>
                    </a:lnTo>
                    <a:lnTo>
                      <a:pt x="98227" y="540500"/>
                    </a:lnTo>
                    <a:lnTo>
                      <a:pt x="98227" y="522785"/>
                    </a:lnTo>
                    <a:lnTo>
                      <a:pt x="112426" y="522785"/>
                    </a:lnTo>
                    <a:lnTo>
                      <a:pt x="112426" y="505063"/>
                    </a:lnTo>
                    <a:lnTo>
                      <a:pt x="116633" y="505063"/>
                    </a:lnTo>
                    <a:lnTo>
                      <a:pt x="116633" y="487348"/>
                    </a:lnTo>
                    <a:lnTo>
                      <a:pt x="126099" y="487348"/>
                    </a:lnTo>
                    <a:lnTo>
                      <a:pt x="126099" y="469626"/>
                    </a:lnTo>
                    <a:lnTo>
                      <a:pt x="133724" y="469626"/>
                    </a:lnTo>
                    <a:lnTo>
                      <a:pt x="133724" y="451911"/>
                    </a:lnTo>
                    <a:lnTo>
                      <a:pt x="137142" y="451911"/>
                    </a:lnTo>
                    <a:lnTo>
                      <a:pt x="137142" y="434189"/>
                    </a:lnTo>
                    <a:lnTo>
                      <a:pt x="141613" y="434189"/>
                    </a:lnTo>
                    <a:lnTo>
                      <a:pt x="141613" y="416474"/>
                    </a:lnTo>
                    <a:lnTo>
                      <a:pt x="145031" y="416474"/>
                    </a:lnTo>
                    <a:lnTo>
                      <a:pt x="145031" y="398752"/>
                    </a:lnTo>
                    <a:lnTo>
                      <a:pt x="148449" y="398752"/>
                    </a:lnTo>
                    <a:lnTo>
                      <a:pt x="171062" y="398752"/>
                    </a:lnTo>
                    <a:lnTo>
                      <a:pt x="171062" y="380326"/>
                    </a:lnTo>
                    <a:lnTo>
                      <a:pt x="172114" y="380326"/>
                    </a:lnTo>
                    <a:lnTo>
                      <a:pt x="172114" y="361900"/>
                    </a:lnTo>
                    <a:lnTo>
                      <a:pt x="172377" y="361900"/>
                    </a:lnTo>
                    <a:lnTo>
                      <a:pt x="172377" y="343468"/>
                    </a:lnTo>
                    <a:lnTo>
                      <a:pt x="199197" y="343468"/>
                    </a:lnTo>
                    <a:lnTo>
                      <a:pt x="199197" y="325041"/>
                    </a:lnTo>
                    <a:lnTo>
                      <a:pt x="232853" y="325041"/>
                    </a:lnTo>
                    <a:lnTo>
                      <a:pt x="232853" y="306615"/>
                    </a:lnTo>
                    <a:lnTo>
                      <a:pt x="233906" y="306615"/>
                    </a:lnTo>
                    <a:lnTo>
                      <a:pt x="233906" y="288189"/>
                    </a:lnTo>
                    <a:lnTo>
                      <a:pt x="254415" y="288189"/>
                    </a:lnTo>
                    <a:lnTo>
                      <a:pt x="254415" y="269757"/>
                    </a:lnTo>
                    <a:lnTo>
                      <a:pt x="254941" y="269757"/>
                    </a:lnTo>
                    <a:lnTo>
                      <a:pt x="254941" y="251330"/>
                    </a:lnTo>
                    <a:lnTo>
                      <a:pt x="256782" y="251330"/>
                    </a:lnTo>
                    <a:lnTo>
                      <a:pt x="256782" y="231752"/>
                    </a:lnTo>
                    <a:lnTo>
                      <a:pt x="265984" y="231752"/>
                    </a:lnTo>
                    <a:lnTo>
                      <a:pt x="270191" y="231752"/>
                    </a:lnTo>
                    <a:lnTo>
                      <a:pt x="270191" y="210774"/>
                    </a:lnTo>
                    <a:lnTo>
                      <a:pt x="293331" y="210774"/>
                    </a:lnTo>
                    <a:lnTo>
                      <a:pt x="293331" y="189796"/>
                    </a:lnTo>
                    <a:lnTo>
                      <a:pt x="297014" y="189796"/>
                    </a:lnTo>
                    <a:lnTo>
                      <a:pt x="297014" y="168818"/>
                    </a:lnTo>
                    <a:lnTo>
                      <a:pt x="302271" y="168818"/>
                    </a:lnTo>
                    <a:lnTo>
                      <a:pt x="302271" y="147841"/>
                    </a:lnTo>
                    <a:lnTo>
                      <a:pt x="415333" y="147841"/>
                    </a:lnTo>
                    <a:lnTo>
                      <a:pt x="420597" y="147841"/>
                    </a:lnTo>
                    <a:lnTo>
                      <a:pt x="420597" y="124531"/>
                    </a:lnTo>
                    <a:lnTo>
                      <a:pt x="456355" y="124531"/>
                    </a:lnTo>
                    <a:lnTo>
                      <a:pt x="456355" y="101223"/>
                    </a:lnTo>
                    <a:lnTo>
                      <a:pt x="466610" y="101223"/>
                    </a:lnTo>
                    <a:lnTo>
                      <a:pt x="466610" y="77914"/>
                    </a:lnTo>
                    <a:lnTo>
                      <a:pt x="523928" y="77914"/>
                    </a:lnTo>
                    <a:lnTo>
                      <a:pt x="523928" y="54605"/>
                    </a:lnTo>
                    <a:lnTo>
                      <a:pt x="570473" y="54605"/>
                    </a:lnTo>
                    <a:lnTo>
                      <a:pt x="570473" y="31297"/>
                    </a:lnTo>
                    <a:lnTo>
                      <a:pt x="713516" y="31297"/>
                    </a:lnTo>
                    <a:lnTo>
                      <a:pt x="763736" y="31297"/>
                    </a:lnTo>
                    <a:lnTo>
                      <a:pt x="763736" y="218"/>
                    </a:lnTo>
                    <a:lnTo>
                      <a:pt x="764261" y="218"/>
                    </a:lnTo>
                    <a:lnTo>
                      <a:pt x="915978" y="218"/>
                    </a:lnTo>
                  </a:path>
                </a:pathLst>
              </a:custGeom>
              <a:noFill/>
              <a:ln w="12639" cap="sq">
                <a:solidFill>
                  <a:srgbClr val="2980B9"/>
                </a:solidFill>
                <a:prstDash val="solid"/>
                <a:round/>
              </a:ln>
            </p:spPr>
            <p:txBody>
              <a:bodyPr/>
              <a:lstStyle/>
              <a:p>
                <a:endParaRPr lang="zh-CN" altLang="en-US" sz="2190"/>
              </a:p>
            </p:txBody>
          </p:sp>
          <p:sp>
            <p:nvSpPr>
              <p:cNvPr id="2787" name="任意多边形: 形状 2786"/>
              <p:cNvSpPr/>
              <p:nvPr/>
            </p:nvSpPr>
            <p:spPr>
              <a:xfrm flipV="1">
                <a:off x="5460557" y="3046849"/>
                <a:ext cx="10962" cy="877084"/>
              </a:xfrm>
              <a:custGeom>
                <a:avLst/>
                <a:gdLst>
                  <a:gd name="csX0" fmla="*/ 446 w 10962"/>
                  <a:gd name="csY0" fmla="*/ 227 h 877084"/>
                  <a:gd name="csX1" fmla="*/ 446 w 10962"/>
                  <a:gd name="csY1" fmla="*/ 877311 h 877084"/>
                </a:gdLst>
                <a:ahLst/>
                <a:cxnLst>
                  <a:cxn ang="0">
                    <a:pos x="csX0" y="csY0"/>
                  </a:cxn>
                  <a:cxn ang="0">
                    <a:pos x="csX1" y="csY1"/>
                  </a:cxn>
                </a:cxnLst>
                <a:rect l="l" t="t" r="r" b="b"/>
                <a:pathLst>
                  <a:path w="10962" h="877084">
                    <a:moveTo>
                      <a:pt x="446" y="227"/>
                    </a:moveTo>
                    <a:lnTo>
                      <a:pt x="446" y="877311"/>
                    </a:lnTo>
                  </a:path>
                </a:pathLst>
              </a:custGeom>
              <a:noFill/>
              <a:ln w="7583" cap="sq">
                <a:solidFill>
                  <a:srgbClr val="000000"/>
                </a:solidFill>
                <a:prstDash val="solid"/>
                <a:miter/>
              </a:ln>
            </p:spPr>
            <p:txBody>
              <a:bodyPr/>
              <a:lstStyle/>
              <a:p>
                <a:endParaRPr lang="zh-CN" altLang="en-US" sz="2190"/>
              </a:p>
            </p:txBody>
          </p:sp>
          <p:sp>
            <p:nvSpPr>
              <p:cNvPr id="2788" name="任意多边形: 形状 2787"/>
              <p:cNvSpPr/>
              <p:nvPr/>
            </p:nvSpPr>
            <p:spPr>
              <a:xfrm flipV="1">
                <a:off x="5460557" y="3923934"/>
                <a:ext cx="1007123" cy="10177"/>
              </a:xfrm>
              <a:custGeom>
                <a:avLst/>
                <a:gdLst>
                  <a:gd name="csX0" fmla="*/ 412 w 1007123"/>
                  <a:gd name="csY0" fmla="*/ 344 h 10177"/>
                  <a:gd name="csX1" fmla="*/ 1007535 w 1007123"/>
                  <a:gd name="csY1" fmla="*/ 344 h 10177"/>
                </a:gdLst>
                <a:ahLst/>
                <a:cxnLst>
                  <a:cxn ang="0">
                    <a:pos x="csX0" y="csY0"/>
                  </a:cxn>
                  <a:cxn ang="0">
                    <a:pos x="csX1" y="csY1"/>
                  </a:cxn>
                </a:cxnLst>
                <a:rect l="l" t="t" r="r" b="b"/>
                <a:pathLst>
                  <a:path w="1007123" h="10177">
                    <a:moveTo>
                      <a:pt x="412" y="344"/>
                    </a:moveTo>
                    <a:lnTo>
                      <a:pt x="1007535" y="344"/>
                    </a:lnTo>
                  </a:path>
                </a:pathLst>
              </a:custGeom>
              <a:noFill/>
              <a:ln w="7583" cap="sq">
                <a:solidFill>
                  <a:srgbClr val="000000"/>
                </a:solidFill>
                <a:prstDash val="solid"/>
                <a:miter/>
              </a:ln>
            </p:spPr>
            <p:txBody>
              <a:bodyPr/>
              <a:lstStyle/>
              <a:p>
                <a:endParaRPr lang="zh-CN" altLang="en-US" sz="2190"/>
              </a:p>
            </p:txBody>
          </p:sp>
          <p:sp>
            <p:nvSpPr>
              <p:cNvPr id="2789" name="文本框 2788"/>
              <p:cNvSpPr txBox="1"/>
              <p:nvPr/>
            </p:nvSpPr>
            <p:spPr>
              <a:xfrm>
                <a:off x="5877877"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0.021</a:t>
                </a:r>
              </a:p>
            </p:txBody>
          </p:sp>
          <p:sp>
            <p:nvSpPr>
              <p:cNvPr id="2790" name="文本框 2789"/>
              <p:cNvSpPr txBox="1"/>
              <p:nvPr/>
            </p:nvSpPr>
            <p:spPr>
              <a:xfrm>
                <a:off x="5609143" y="2902074"/>
                <a:ext cx="97971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TGM2-ISM</a:t>
                </a:r>
              </a:p>
            </p:txBody>
          </p:sp>
          <p:sp>
            <p:nvSpPr>
              <p:cNvPr id="2791" name="任意多边形: 形状 2790"/>
              <p:cNvSpPr/>
              <p:nvPr/>
            </p:nvSpPr>
            <p:spPr>
              <a:xfrm flipV="1">
                <a:off x="5958077" y="3114381"/>
                <a:ext cx="113877" cy="10177"/>
              </a:xfrm>
              <a:custGeom>
                <a:avLst/>
                <a:gdLst>
                  <a:gd name="csX0" fmla="*/ 409 w 113877"/>
                  <a:gd name="csY0" fmla="*/ 127 h 10177"/>
                  <a:gd name="csX1" fmla="*/ 57348 w 113877"/>
                  <a:gd name="csY1" fmla="*/ 127 h 10177"/>
                  <a:gd name="csX2" fmla="*/ 114287 w 113877"/>
                  <a:gd name="csY2" fmla="*/ 127 h 10177"/>
                </a:gdLst>
                <a:ahLst/>
                <a:cxnLst>
                  <a:cxn ang="0">
                    <a:pos x="csX0" y="csY0"/>
                  </a:cxn>
                  <a:cxn ang="0">
                    <a:pos x="csX1" y="csY1"/>
                  </a:cxn>
                  <a:cxn ang="0">
                    <a:pos x="csX2" y="csY2"/>
                  </a:cxn>
                </a:cxnLst>
                <a:rect l="l" t="t" r="r" b="b"/>
                <a:pathLst>
                  <a:path w="113877" h="10177">
                    <a:moveTo>
                      <a:pt x="409" y="127"/>
                    </a:moveTo>
                    <a:lnTo>
                      <a:pt x="57348" y="127"/>
                    </a:lnTo>
                    <a:lnTo>
                      <a:pt x="114287" y="127"/>
                    </a:lnTo>
                  </a:path>
                </a:pathLst>
              </a:custGeom>
              <a:noFill/>
              <a:ln w="12639" cap="sq">
                <a:solidFill>
                  <a:srgbClr val="C0392B"/>
                </a:solidFill>
                <a:prstDash val="solid"/>
                <a:round/>
              </a:ln>
            </p:spPr>
            <p:txBody>
              <a:bodyPr/>
              <a:lstStyle/>
              <a:p>
                <a:endParaRPr lang="zh-CN" altLang="en-US" sz="2190"/>
              </a:p>
            </p:txBody>
          </p:sp>
          <p:sp>
            <p:nvSpPr>
              <p:cNvPr id="2792" name="文本框 2791"/>
              <p:cNvSpPr txBox="1"/>
              <p:nvPr/>
            </p:nvSpPr>
            <p:spPr>
              <a:xfrm>
                <a:off x="6026072"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793" name="任意多边形: 形状 2792"/>
              <p:cNvSpPr/>
              <p:nvPr/>
            </p:nvSpPr>
            <p:spPr>
              <a:xfrm flipV="1">
                <a:off x="5958077" y="3190371"/>
                <a:ext cx="113877" cy="10177"/>
              </a:xfrm>
              <a:custGeom>
                <a:avLst/>
                <a:gdLst>
                  <a:gd name="csX0" fmla="*/ 409 w 113877"/>
                  <a:gd name="csY0" fmla="*/ 147 h 10177"/>
                  <a:gd name="csX1" fmla="*/ 57348 w 113877"/>
                  <a:gd name="csY1" fmla="*/ 147 h 10177"/>
                  <a:gd name="csX2" fmla="*/ 114287 w 113877"/>
                  <a:gd name="csY2" fmla="*/ 147 h 10177"/>
                </a:gdLst>
                <a:ahLst/>
                <a:cxnLst>
                  <a:cxn ang="0">
                    <a:pos x="csX0" y="csY0"/>
                  </a:cxn>
                  <a:cxn ang="0">
                    <a:pos x="csX1" y="csY1"/>
                  </a:cxn>
                  <a:cxn ang="0">
                    <a:pos x="csX2" y="csY2"/>
                  </a:cxn>
                </a:cxnLst>
                <a:rect l="l" t="t" r="r" b="b"/>
                <a:pathLst>
                  <a:path w="113877" h="10177">
                    <a:moveTo>
                      <a:pt x="409" y="147"/>
                    </a:moveTo>
                    <a:lnTo>
                      <a:pt x="57348" y="147"/>
                    </a:lnTo>
                    <a:lnTo>
                      <a:pt x="114287" y="147"/>
                    </a:lnTo>
                  </a:path>
                </a:pathLst>
              </a:custGeom>
              <a:noFill/>
              <a:ln w="12639" cap="sq">
                <a:solidFill>
                  <a:srgbClr val="2980B9"/>
                </a:solidFill>
                <a:prstDash val="solid"/>
                <a:round/>
              </a:ln>
            </p:spPr>
            <p:txBody>
              <a:bodyPr/>
              <a:lstStyle/>
              <a:p>
                <a:endParaRPr lang="zh-CN" altLang="en-US" sz="2190"/>
              </a:p>
            </p:txBody>
          </p:sp>
          <p:sp>
            <p:nvSpPr>
              <p:cNvPr id="2794" name="文本框 2793"/>
              <p:cNvSpPr txBox="1"/>
              <p:nvPr/>
            </p:nvSpPr>
            <p:spPr>
              <a:xfrm>
                <a:off x="6026072"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5" name="文本框 1884"/>
            <p:cNvSpPr txBox="1"/>
            <p:nvPr/>
          </p:nvSpPr>
          <p:spPr>
            <a:xfrm>
              <a:off x="5344863" y="3196574"/>
              <a:ext cx="26902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j</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6" name="图形 2"/>
            <p:cNvGrpSpPr/>
            <p:nvPr/>
          </p:nvGrpSpPr>
          <p:grpSpPr>
            <a:xfrm>
              <a:off x="541061" y="4630223"/>
              <a:ext cx="6361238" cy="4341403"/>
              <a:chOff x="166716" y="4186537"/>
              <a:chExt cx="6361238" cy="4341403"/>
            </a:xfrm>
          </p:grpSpPr>
          <p:sp>
            <p:nvSpPr>
              <p:cNvPr id="65" name="任意多边形: 形状 64"/>
              <p:cNvSpPr/>
              <p:nvPr/>
            </p:nvSpPr>
            <p:spPr>
              <a:xfrm>
                <a:off x="307955" y="4186537"/>
                <a:ext cx="6219999" cy="4331225"/>
              </a:xfrm>
              <a:custGeom>
                <a:avLst/>
                <a:gdLst>
                  <a:gd name="csX0" fmla="*/ 22 w 6219999"/>
                  <a:gd name="csY0" fmla="*/ 412 h 4331225"/>
                  <a:gd name="csX1" fmla="*/ 6220022 w 6219999"/>
                  <a:gd name="csY1" fmla="*/ 412 h 4331225"/>
                  <a:gd name="csX2" fmla="*/ 6220022 w 6219999"/>
                  <a:gd name="csY2" fmla="*/ 4331638 h 4331225"/>
                  <a:gd name="csX3" fmla="*/ 22 w 6219999"/>
                  <a:gd name="csY3" fmla="*/ 4331638 h 4331225"/>
                </a:gdLst>
                <a:ahLst/>
                <a:cxnLst>
                  <a:cxn ang="0">
                    <a:pos x="csX0" y="csY0"/>
                  </a:cxn>
                  <a:cxn ang="0">
                    <a:pos x="csX1" y="csY1"/>
                  </a:cxn>
                  <a:cxn ang="0">
                    <a:pos x="csX2" y="csY2"/>
                  </a:cxn>
                  <a:cxn ang="0">
                    <a:pos x="csX3" y="csY3"/>
                  </a:cxn>
                </a:cxnLst>
                <a:rect l="l" t="t" r="r" b="b"/>
                <a:pathLst>
                  <a:path w="6219999" h="4331225">
                    <a:moveTo>
                      <a:pt x="22" y="412"/>
                    </a:moveTo>
                    <a:lnTo>
                      <a:pt x="6220022" y="412"/>
                    </a:lnTo>
                    <a:lnTo>
                      <a:pt x="6220022" y="4331638"/>
                    </a:lnTo>
                    <a:lnTo>
                      <a:pt x="22" y="4331638"/>
                    </a:lnTo>
                    <a:close/>
                  </a:path>
                </a:pathLst>
              </a:custGeom>
              <a:solidFill>
                <a:srgbClr val="FFFFFF"/>
              </a:solidFill>
              <a:ln w="10959" cap="flat">
                <a:noFill/>
                <a:prstDash val="solid"/>
                <a:miter/>
              </a:ln>
            </p:spPr>
            <p:txBody>
              <a:bodyPr/>
              <a:lstStyle/>
              <a:p>
                <a:endParaRPr lang="zh-CN" altLang="en-US" sz="2190"/>
              </a:p>
            </p:txBody>
          </p:sp>
          <p:grpSp>
            <p:nvGrpSpPr>
              <p:cNvPr id="66" name="图形 2"/>
              <p:cNvGrpSpPr/>
              <p:nvPr/>
            </p:nvGrpSpPr>
            <p:grpSpPr>
              <a:xfrm>
                <a:off x="307955" y="8517763"/>
                <a:ext cx="10962" cy="10177"/>
                <a:chOff x="307955" y="8517763"/>
                <a:chExt cx="10962" cy="10177"/>
              </a:xfrm>
            </p:grpSpPr>
            <p:sp>
              <p:nvSpPr>
                <p:cNvPr id="2754" name="任意多边形: 形状 2753"/>
                <p:cNvSpPr/>
                <p:nvPr/>
              </p:nvSpPr>
              <p:spPr>
                <a:xfrm>
                  <a:off x="307955" y="8517763"/>
                  <a:ext cx="10962" cy="10177"/>
                </a:xfrm>
                <a:custGeom>
                  <a:avLst/>
                  <a:gdLst>
                    <a:gd name="csX0" fmla="*/ 22 w 10962"/>
                    <a:gd name="csY0" fmla="*/ 412 h 10177"/>
                    <a:gd name="csX1" fmla="*/ 22 w 10962"/>
                    <a:gd name="csY1" fmla="*/ 412 h 10177"/>
                    <a:gd name="csX2" fmla="*/ 22 w 10962"/>
                    <a:gd name="csY2" fmla="*/ 412 h 10177"/>
                    <a:gd name="csX3" fmla="*/ 22 w 10962"/>
                    <a:gd name="csY3" fmla="*/ 412 h 10177"/>
                  </a:gdLst>
                  <a:ahLst/>
                  <a:cxnLst>
                    <a:cxn ang="0">
                      <a:pos x="csX0" y="csY0"/>
                    </a:cxn>
                    <a:cxn ang="0">
                      <a:pos x="csX1" y="csY1"/>
                    </a:cxn>
                    <a:cxn ang="0">
                      <a:pos x="csX2" y="csY2"/>
                    </a:cxn>
                    <a:cxn ang="0">
                      <a:pos x="csX3" y="csY3"/>
                    </a:cxn>
                  </a:cxnLst>
                  <a:rect l="l" t="t" r="r" b="b"/>
                  <a:pathLst>
                    <a:path w="10962" h="10177">
                      <a:moveTo>
                        <a:pt x="22" y="412"/>
                      </a:moveTo>
                      <a:lnTo>
                        <a:pt x="22" y="412"/>
                      </a:lnTo>
                      <a:lnTo>
                        <a:pt x="22" y="412"/>
                      </a:lnTo>
                      <a:lnTo>
                        <a:pt x="22" y="412"/>
                      </a:lnTo>
                      <a:close/>
                    </a:path>
                  </a:pathLst>
                </a:custGeom>
                <a:solidFill>
                  <a:srgbClr val="FFFFFF">
                    <a:alpha val="50000"/>
                  </a:srgbClr>
                </a:solidFill>
                <a:ln w="10959" cap="flat">
                  <a:noFill/>
                  <a:prstDash val="solid"/>
                  <a:miter/>
                </a:ln>
              </p:spPr>
              <p:txBody>
                <a:bodyPr/>
                <a:lstStyle/>
                <a:p>
                  <a:endParaRPr lang="zh-CN" altLang="en-US" sz="2190"/>
                </a:p>
              </p:txBody>
            </p:sp>
            <p:sp>
              <p:nvSpPr>
                <p:cNvPr id="2755" name="任意多边形: 形状 2754"/>
                <p:cNvSpPr/>
                <p:nvPr/>
              </p:nvSpPr>
              <p:spPr>
                <a:xfrm>
                  <a:off x="307955" y="8517763"/>
                  <a:ext cx="10962" cy="10177"/>
                </a:xfrm>
                <a:custGeom>
                  <a:avLst/>
                  <a:gdLst>
                    <a:gd name="csX0" fmla="*/ 22 w 10962"/>
                    <a:gd name="csY0" fmla="*/ 412 h 10177"/>
                    <a:gd name="csX1" fmla="*/ 22 w 10962"/>
                    <a:gd name="csY1" fmla="*/ 412 h 10177"/>
                    <a:gd name="csX2" fmla="*/ 22 w 10962"/>
                    <a:gd name="csY2" fmla="*/ 412 h 10177"/>
                    <a:gd name="csX3" fmla="*/ 22 w 10962"/>
                    <a:gd name="csY3" fmla="*/ 412 h 10177"/>
                  </a:gdLst>
                  <a:ahLst/>
                  <a:cxnLst>
                    <a:cxn ang="0">
                      <a:pos x="csX0" y="csY0"/>
                    </a:cxn>
                    <a:cxn ang="0">
                      <a:pos x="csX1" y="csY1"/>
                    </a:cxn>
                    <a:cxn ang="0">
                      <a:pos x="csX2" y="csY2"/>
                    </a:cxn>
                    <a:cxn ang="0">
                      <a:pos x="csX3" y="csY3"/>
                    </a:cxn>
                  </a:cxnLst>
                  <a:rect l="l" t="t" r="r" b="b"/>
                  <a:pathLst>
                    <a:path w="10962" h="10177">
                      <a:moveTo>
                        <a:pt x="22" y="412"/>
                      </a:moveTo>
                      <a:lnTo>
                        <a:pt x="22" y="412"/>
                      </a:lnTo>
                      <a:lnTo>
                        <a:pt x="22" y="412"/>
                      </a:lnTo>
                      <a:lnTo>
                        <a:pt x="22" y="412"/>
                      </a:lnTo>
                      <a:close/>
                    </a:path>
                  </a:pathLst>
                </a:custGeom>
                <a:noFill/>
                <a:ln w="8220" cap="rnd">
                  <a:solidFill>
                    <a:srgbClr val="000000">
                      <a:alpha val="50000"/>
                    </a:srgbClr>
                  </a:solidFill>
                  <a:prstDash val="solid"/>
                  <a:round/>
                </a:ln>
              </p:spPr>
              <p:txBody>
                <a:bodyPr/>
                <a:lstStyle/>
                <a:p>
                  <a:endParaRPr lang="zh-CN" altLang="en-US" sz="2190"/>
                </a:p>
              </p:txBody>
            </p:sp>
          </p:grpSp>
          <p:grpSp>
            <p:nvGrpSpPr>
              <p:cNvPr id="67" name="图形 2"/>
              <p:cNvGrpSpPr/>
              <p:nvPr/>
            </p:nvGrpSpPr>
            <p:grpSpPr>
              <a:xfrm>
                <a:off x="373783" y="4247655"/>
                <a:ext cx="10962" cy="864819"/>
                <a:chOff x="373783" y="4247655"/>
                <a:chExt cx="10962" cy="864819"/>
              </a:xfrm>
            </p:grpSpPr>
            <p:sp>
              <p:nvSpPr>
                <p:cNvPr id="2752" name="任意多边形: 形状 2751"/>
                <p:cNvSpPr/>
                <p:nvPr/>
              </p:nvSpPr>
              <p:spPr>
                <a:xfrm>
                  <a:off x="373783" y="4247655"/>
                  <a:ext cx="10962" cy="864819"/>
                </a:xfrm>
                <a:custGeom>
                  <a:avLst/>
                  <a:gdLst>
                    <a:gd name="csX0" fmla="*/ 22 w 10962"/>
                    <a:gd name="csY0" fmla="*/ 411 h 864819"/>
                    <a:gd name="csX1" fmla="*/ 22 w 10962"/>
                    <a:gd name="csY1" fmla="*/ 411 h 864819"/>
                    <a:gd name="csX2" fmla="*/ 22 w 10962"/>
                    <a:gd name="csY2" fmla="*/ 865230 h 864819"/>
                    <a:gd name="csX3" fmla="*/ 22 w 10962"/>
                    <a:gd name="csY3" fmla="*/ 865230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0"/>
                      </a:lnTo>
                      <a:lnTo>
                        <a:pt x="22" y="865230"/>
                      </a:lnTo>
                      <a:close/>
                    </a:path>
                  </a:pathLst>
                </a:custGeom>
                <a:solidFill>
                  <a:srgbClr val="FFFFFF"/>
                </a:solidFill>
                <a:ln w="10959" cap="flat">
                  <a:noFill/>
                  <a:prstDash val="solid"/>
                  <a:miter/>
                </a:ln>
              </p:spPr>
              <p:txBody>
                <a:bodyPr/>
                <a:lstStyle/>
                <a:p>
                  <a:endParaRPr lang="zh-CN" altLang="en-US" sz="2190"/>
                </a:p>
              </p:txBody>
            </p:sp>
            <p:sp>
              <p:nvSpPr>
                <p:cNvPr id="2753" name="任意多边形: 形状 2752"/>
                <p:cNvSpPr/>
                <p:nvPr/>
              </p:nvSpPr>
              <p:spPr>
                <a:xfrm>
                  <a:off x="373783" y="4247655"/>
                  <a:ext cx="10962" cy="864819"/>
                </a:xfrm>
                <a:custGeom>
                  <a:avLst/>
                  <a:gdLst>
                    <a:gd name="csX0" fmla="*/ 22 w 10962"/>
                    <a:gd name="csY0" fmla="*/ 411 h 864819"/>
                    <a:gd name="csX1" fmla="*/ 22 w 10962"/>
                    <a:gd name="csY1" fmla="*/ 411 h 864819"/>
                    <a:gd name="csX2" fmla="*/ 22 w 10962"/>
                    <a:gd name="csY2" fmla="*/ 865230 h 864819"/>
                    <a:gd name="csX3" fmla="*/ 22 w 10962"/>
                    <a:gd name="csY3" fmla="*/ 865230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0"/>
                      </a:lnTo>
                      <a:lnTo>
                        <a:pt x="22" y="865230"/>
                      </a:lnTo>
                      <a:close/>
                    </a:path>
                  </a:pathLst>
                </a:custGeom>
                <a:noFill/>
                <a:ln w="8220" cap="rnd">
                  <a:solidFill>
                    <a:srgbClr val="FFFFFF"/>
                  </a:solidFill>
                  <a:prstDash val="solid"/>
                  <a:round/>
                </a:ln>
              </p:spPr>
              <p:txBody>
                <a:bodyPr/>
                <a:lstStyle/>
                <a:p>
                  <a:endParaRPr lang="zh-CN" altLang="en-US" sz="2190"/>
                </a:p>
              </p:txBody>
            </p:sp>
          </p:grpSp>
          <p:grpSp>
            <p:nvGrpSpPr>
              <p:cNvPr id="68" name="图形 2"/>
              <p:cNvGrpSpPr/>
              <p:nvPr/>
            </p:nvGrpSpPr>
            <p:grpSpPr>
              <a:xfrm>
                <a:off x="286881" y="4217986"/>
                <a:ext cx="6142550" cy="932995"/>
                <a:chOff x="286881" y="4217986"/>
                <a:chExt cx="6142550" cy="932995"/>
              </a:xfrm>
            </p:grpSpPr>
            <p:sp>
              <p:nvSpPr>
                <p:cNvPr id="2332" name="任意多边形: 形状 2331"/>
                <p:cNvSpPr/>
                <p:nvPr/>
              </p:nvSpPr>
              <p:spPr>
                <a:xfrm>
                  <a:off x="970735" y="4301745"/>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33" name="任意多边形: 形状 2332"/>
                <p:cNvSpPr/>
                <p:nvPr/>
              </p:nvSpPr>
              <p:spPr>
                <a:xfrm>
                  <a:off x="2096837" y="4301745"/>
                  <a:ext cx="1719213" cy="10177"/>
                </a:xfrm>
                <a:custGeom>
                  <a:avLst/>
                  <a:gdLst>
                    <a:gd name="csX0" fmla="*/ 22 w 1719213"/>
                    <a:gd name="csY0" fmla="*/ 411 h 10177"/>
                    <a:gd name="csX1" fmla="*/ 1719236 w 1719213"/>
                    <a:gd name="csY1" fmla="*/ 411 h 10177"/>
                  </a:gdLst>
                  <a:ahLst/>
                  <a:cxnLst>
                    <a:cxn ang="0">
                      <a:pos x="csX0" y="csY0"/>
                    </a:cxn>
                    <a:cxn ang="0">
                      <a:pos x="csX1" y="csY1"/>
                    </a:cxn>
                  </a:cxnLst>
                  <a:rect l="l" t="t" r="r" b="b"/>
                  <a:pathLst>
                    <a:path w="1719213" h="10177">
                      <a:moveTo>
                        <a:pt x="22" y="411"/>
                      </a:moveTo>
                      <a:lnTo>
                        <a:pt x="1719236" y="411"/>
                      </a:lnTo>
                    </a:path>
                  </a:pathLst>
                </a:custGeom>
                <a:noFill/>
                <a:ln w="1644" cap="sq">
                  <a:solidFill>
                    <a:srgbClr val="A9A9A9"/>
                  </a:solidFill>
                  <a:prstDash val="solid"/>
                  <a:round/>
                </a:ln>
              </p:spPr>
              <p:txBody>
                <a:bodyPr/>
                <a:lstStyle/>
                <a:p>
                  <a:endParaRPr lang="zh-CN" altLang="en-US" sz="2190"/>
                </a:p>
              </p:txBody>
            </p:sp>
            <p:sp>
              <p:nvSpPr>
                <p:cNvPr id="2334" name="任意多边形: 形状 2333"/>
                <p:cNvSpPr/>
                <p:nvPr/>
              </p:nvSpPr>
              <p:spPr>
                <a:xfrm>
                  <a:off x="3836787" y="4301745"/>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35" name="任意多边形: 形状 2334"/>
                <p:cNvSpPr/>
                <p:nvPr/>
              </p:nvSpPr>
              <p:spPr>
                <a:xfrm>
                  <a:off x="3912709" y="4301745"/>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36" name="任意多边形: 形状 2335"/>
                <p:cNvSpPr/>
                <p:nvPr/>
              </p:nvSpPr>
              <p:spPr>
                <a:xfrm>
                  <a:off x="4570223" y="4301745"/>
                  <a:ext cx="259253" cy="10177"/>
                </a:xfrm>
                <a:custGeom>
                  <a:avLst/>
                  <a:gdLst>
                    <a:gd name="csX0" fmla="*/ 22 w 259253"/>
                    <a:gd name="csY0" fmla="*/ 411 h 10177"/>
                    <a:gd name="csX1" fmla="*/ 259276 w 259253"/>
                    <a:gd name="csY1" fmla="*/ 411 h 10177"/>
                  </a:gdLst>
                  <a:ahLst/>
                  <a:cxnLst>
                    <a:cxn ang="0">
                      <a:pos x="csX0" y="csY0"/>
                    </a:cxn>
                    <a:cxn ang="0">
                      <a:pos x="csX1" y="csY1"/>
                    </a:cxn>
                  </a:cxnLst>
                  <a:rect l="l" t="t" r="r" b="b"/>
                  <a:pathLst>
                    <a:path w="259253" h="10177">
                      <a:moveTo>
                        <a:pt x="22" y="411"/>
                      </a:moveTo>
                      <a:lnTo>
                        <a:pt x="259276" y="411"/>
                      </a:lnTo>
                    </a:path>
                  </a:pathLst>
                </a:custGeom>
                <a:noFill/>
                <a:ln w="1644" cap="sq">
                  <a:solidFill>
                    <a:srgbClr val="A9A9A9"/>
                  </a:solidFill>
                  <a:prstDash val="solid"/>
                  <a:round/>
                </a:ln>
              </p:spPr>
              <p:txBody>
                <a:bodyPr/>
                <a:lstStyle/>
                <a:p>
                  <a:endParaRPr lang="zh-CN" altLang="en-US" sz="2190"/>
                </a:p>
              </p:txBody>
            </p:sp>
            <p:sp>
              <p:nvSpPr>
                <p:cNvPr id="2337" name="任意多边形: 形状 2336"/>
                <p:cNvSpPr/>
                <p:nvPr/>
              </p:nvSpPr>
              <p:spPr>
                <a:xfrm>
                  <a:off x="4840558" y="4301745"/>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38" name="任意多边形: 形状 2337"/>
                <p:cNvSpPr/>
                <p:nvPr/>
              </p:nvSpPr>
              <p:spPr>
                <a:xfrm>
                  <a:off x="5108807" y="4301745"/>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39" name="任意多边形: 形状 2338"/>
                <p:cNvSpPr/>
                <p:nvPr/>
              </p:nvSpPr>
              <p:spPr>
                <a:xfrm>
                  <a:off x="5218412" y="4301745"/>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40" name="任意多边形: 形状 2339"/>
                <p:cNvSpPr/>
                <p:nvPr/>
              </p:nvSpPr>
              <p:spPr>
                <a:xfrm>
                  <a:off x="5249351" y="4301745"/>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41" name="任意多边形: 形状 2340"/>
                <p:cNvSpPr/>
                <p:nvPr/>
              </p:nvSpPr>
              <p:spPr>
                <a:xfrm>
                  <a:off x="5462415" y="4301745"/>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42" name="任意多边形: 形状 2341"/>
                <p:cNvSpPr/>
                <p:nvPr/>
              </p:nvSpPr>
              <p:spPr>
                <a:xfrm>
                  <a:off x="5738125" y="4301745"/>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43" name="任意多边形: 形状 2342"/>
                <p:cNvSpPr/>
                <p:nvPr/>
              </p:nvSpPr>
              <p:spPr>
                <a:xfrm>
                  <a:off x="5908730" y="4301745"/>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44" name="任意多边形: 形状 2343"/>
                <p:cNvSpPr/>
                <p:nvPr/>
              </p:nvSpPr>
              <p:spPr>
                <a:xfrm>
                  <a:off x="5976314" y="4301745"/>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45" name="任意多边形: 形状 2344"/>
                <p:cNvSpPr/>
                <p:nvPr/>
              </p:nvSpPr>
              <p:spPr>
                <a:xfrm>
                  <a:off x="6106105" y="4301745"/>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46" name="任意多边形: 形状 2345"/>
                <p:cNvSpPr/>
                <p:nvPr/>
              </p:nvSpPr>
              <p:spPr>
                <a:xfrm>
                  <a:off x="6133424" y="4301745"/>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47" name="任意多边形: 形状 2346"/>
                <p:cNvSpPr/>
                <p:nvPr/>
              </p:nvSpPr>
              <p:spPr>
                <a:xfrm>
                  <a:off x="6314342" y="4301745"/>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48" name="任意多边形: 形状 2347"/>
                <p:cNvSpPr/>
                <p:nvPr/>
              </p:nvSpPr>
              <p:spPr>
                <a:xfrm>
                  <a:off x="970735" y="4409822"/>
                  <a:ext cx="2848716" cy="10177"/>
                </a:xfrm>
                <a:custGeom>
                  <a:avLst/>
                  <a:gdLst>
                    <a:gd name="csX0" fmla="*/ 22 w 2848716"/>
                    <a:gd name="csY0" fmla="*/ 411 h 10177"/>
                    <a:gd name="csX1" fmla="*/ 2848739 w 2848716"/>
                    <a:gd name="csY1" fmla="*/ 411 h 10177"/>
                  </a:gdLst>
                  <a:ahLst/>
                  <a:cxnLst>
                    <a:cxn ang="0">
                      <a:pos x="csX0" y="csY0"/>
                    </a:cxn>
                    <a:cxn ang="0">
                      <a:pos x="csX1" y="csY1"/>
                    </a:cxn>
                  </a:cxnLst>
                  <a:rect l="l" t="t" r="r" b="b"/>
                  <a:pathLst>
                    <a:path w="2848716" h="10177">
                      <a:moveTo>
                        <a:pt x="22" y="411"/>
                      </a:moveTo>
                      <a:lnTo>
                        <a:pt x="2848739" y="411"/>
                      </a:lnTo>
                    </a:path>
                  </a:pathLst>
                </a:custGeom>
                <a:noFill/>
                <a:ln w="1644" cap="sq">
                  <a:solidFill>
                    <a:srgbClr val="A9A9A9"/>
                  </a:solidFill>
                  <a:prstDash val="solid"/>
                  <a:round/>
                </a:ln>
              </p:spPr>
              <p:txBody>
                <a:bodyPr/>
                <a:lstStyle/>
                <a:p>
                  <a:endParaRPr lang="zh-CN" altLang="en-US" sz="2190"/>
                </a:p>
              </p:txBody>
            </p:sp>
            <p:sp>
              <p:nvSpPr>
                <p:cNvPr id="2349" name="任意多边形: 形状 2348"/>
                <p:cNvSpPr/>
                <p:nvPr/>
              </p:nvSpPr>
              <p:spPr>
                <a:xfrm>
                  <a:off x="3836787" y="4409822"/>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50" name="任意多边形: 形状 2349"/>
                <p:cNvSpPr/>
                <p:nvPr/>
              </p:nvSpPr>
              <p:spPr>
                <a:xfrm>
                  <a:off x="3912709" y="4409822"/>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51" name="任意多边形: 形状 2350"/>
                <p:cNvSpPr/>
                <p:nvPr/>
              </p:nvSpPr>
              <p:spPr>
                <a:xfrm>
                  <a:off x="4570223" y="4409822"/>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52" name="任意多边形: 形状 2351"/>
                <p:cNvSpPr/>
                <p:nvPr/>
              </p:nvSpPr>
              <p:spPr>
                <a:xfrm>
                  <a:off x="4709120" y="4409822"/>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53" name="任意多边形: 形状 2352"/>
                <p:cNvSpPr/>
                <p:nvPr/>
              </p:nvSpPr>
              <p:spPr>
                <a:xfrm>
                  <a:off x="4840558" y="4409822"/>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54" name="任意多边形: 形状 2353"/>
                <p:cNvSpPr/>
                <p:nvPr/>
              </p:nvSpPr>
              <p:spPr>
                <a:xfrm>
                  <a:off x="5108807" y="4409822"/>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55" name="任意多边形: 形状 2354"/>
                <p:cNvSpPr/>
                <p:nvPr/>
              </p:nvSpPr>
              <p:spPr>
                <a:xfrm>
                  <a:off x="5218412" y="4409822"/>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56" name="任意多边形: 形状 2355"/>
                <p:cNvSpPr/>
                <p:nvPr/>
              </p:nvSpPr>
              <p:spPr>
                <a:xfrm>
                  <a:off x="5249351" y="4409822"/>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57" name="任意多边形: 形状 2356"/>
                <p:cNvSpPr/>
                <p:nvPr/>
              </p:nvSpPr>
              <p:spPr>
                <a:xfrm>
                  <a:off x="5462415" y="4409822"/>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58" name="任意多边形: 形状 2357"/>
                <p:cNvSpPr/>
                <p:nvPr/>
              </p:nvSpPr>
              <p:spPr>
                <a:xfrm>
                  <a:off x="5738125" y="4409822"/>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59" name="任意多边形: 形状 2358"/>
                <p:cNvSpPr/>
                <p:nvPr/>
              </p:nvSpPr>
              <p:spPr>
                <a:xfrm>
                  <a:off x="5908730" y="4409822"/>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60" name="任意多边形: 形状 2359"/>
                <p:cNvSpPr/>
                <p:nvPr/>
              </p:nvSpPr>
              <p:spPr>
                <a:xfrm>
                  <a:off x="5976314" y="4409822"/>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61" name="任意多边形: 形状 2360"/>
                <p:cNvSpPr/>
                <p:nvPr/>
              </p:nvSpPr>
              <p:spPr>
                <a:xfrm>
                  <a:off x="6106105" y="4409822"/>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62" name="任意多边形: 形状 2361"/>
                <p:cNvSpPr/>
                <p:nvPr/>
              </p:nvSpPr>
              <p:spPr>
                <a:xfrm>
                  <a:off x="6133424" y="4409822"/>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63" name="任意多边形: 形状 2362"/>
                <p:cNvSpPr/>
                <p:nvPr/>
              </p:nvSpPr>
              <p:spPr>
                <a:xfrm>
                  <a:off x="6314342" y="4409822"/>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64" name="任意多边形: 形状 2363"/>
                <p:cNvSpPr/>
                <p:nvPr/>
              </p:nvSpPr>
              <p:spPr>
                <a:xfrm>
                  <a:off x="970735" y="4517898"/>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65" name="任意多边形: 形状 2364"/>
                <p:cNvSpPr/>
                <p:nvPr/>
              </p:nvSpPr>
              <p:spPr>
                <a:xfrm>
                  <a:off x="2096837" y="4517898"/>
                  <a:ext cx="1719213" cy="10177"/>
                </a:xfrm>
                <a:custGeom>
                  <a:avLst/>
                  <a:gdLst>
                    <a:gd name="csX0" fmla="*/ 22 w 1719213"/>
                    <a:gd name="csY0" fmla="*/ 411 h 10177"/>
                    <a:gd name="csX1" fmla="*/ 1719236 w 1719213"/>
                    <a:gd name="csY1" fmla="*/ 411 h 10177"/>
                  </a:gdLst>
                  <a:ahLst/>
                  <a:cxnLst>
                    <a:cxn ang="0">
                      <a:pos x="csX0" y="csY0"/>
                    </a:cxn>
                    <a:cxn ang="0">
                      <a:pos x="csX1" y="csY1"/>
                    </a:cxn>
                  </a:cxnLst>
                  <a:rect l="l" t="t" r="r" b="b"/>
                  <a:pathLst>
                    <a:path w="1719213" h="10177">
                      <a:moveTo>
                        <a:pt x="22" y="411"/>
                      </a:moveTo>
                      <a:lnTo>
                        <a:pt x="1719236" y="411"/>
                      </a:lnTo>
                    </a:path>
                  </a:pathLst>
                </a:custGeom>
                <a:noFill/>
                <a:ln w="1644" cap="sq">
                  <a:solidFill>
                    <a:srgbClr val="A9A9A9"/>
                  </a:solidFill>
                  <a:prstDash val="solid"/>
                  <a:round/>
                </a:ln>
              </p:spPr>
              <p:txBody>
                <a:bodyPr/>
                <a:lstStyle/>
                <a:p>
                  <a:endParaRPr lang="zh-CN" altLang="en-US" sz="2190"/>
                </a:p>
              </p:txBody>
            </p:sp>
            <p:sp>
              <p:nvSpPr>
                <p:cNvPr id="2366" name="任意多边形: 形状 2365"/>
                <p:cNvSpPr/>
                <p:nvPr/>
              </p:nvSpPr>
              <p:spPr>
                <a:xfrm>
                  <a:off x="3836787" y="4517898"/>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67" name="任意多边形: 形状 2366"/>
                <p:cNvSpPr/>
                <p:nvPr/>
              </p:nvSpPr>
              <p:spPr>
                <a:xfrm>
                  <a:off x="3912709" y="4517898"/>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68" name="任意多边形: 形状 2367"/>
                <p:cNvSpPr/>
                <p:nvPr/>
              </p:nvSpPr>
              <p:spPr>
                <a:xfrm>
                  <a:off x="4570223" y="4517898"/>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69" name="任意多边形: 形状 2368"/>
                <p:cNvSpPr/>
                <p:nvPr/>
              </p:nvSpPr>
              <p:spPr>
                <a:xfrm>
                  <a:off x="4709120" y="4517898"/>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70" name="任意多边形: 形状 2369"/>
                <p:cNvSpPr/>
                <p:nvPr/>
              </p:nvSpPr>
              <p:spPr>
                <a:xfrm>
                  <a:off x="4840558" y="4517898"/>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71" name="任意多边形: 形状 2370"/>
                <p:cNvSpPr/>
                <p:nvPr/>
              </p:nvSpPr>
              <p:spPr>
                <a:xfrm>
                  <a:off x="5108807" y="4517898"/>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72" name="任意多边形: 形状 2371"/>
                <p:cNvSpPr/>
                <p:nvPr/>
              </p:nvSpPr>
              <p:spPr>
                <a:xfrm>
                  <a:off x="5218412" y="4517898"/>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73" name="任意多边形: 形状 2372"/>
                <p:cNvSpPr/>
                <p:nvPr/>
              </p:nvSpPr>
              <p:spPr>
                <a:xfrm>
                  <a:off x="5249351" y="4517898"/>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74" name="任意多边形: 形状 2373"/>
                <p:cNvSpPr/>
                <p:nvPr/>
              </p:nvSpPr>
              <p:spPr>
                <a:xfrm>
                  <a:off x="5462415" y="4517898"/>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75" name="任意多边形: 形状 2374"/>
                <p:cNvSpPr/>
                <p:nvPr/>
              </p:nvSpPr>
              <p:spPr>
                <a:xfrm>
                  <a:off x="5738125" y="4517898"/>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76" name="任意多边形: 形状 2375"/>
                <p:cNvSpPr/>
                <p:nvPr/>
              </p:nvSpPr>
              <p:spPr>
                <a:xfrm>
                  <a:off x="5908730" y="4517898"/>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77" name="任意多边形: 形状 2376"/>
                <p:cNvSpPr/>
                <p:nvPr/>
              </p:nvSpPr>
              <p:spPr>
                <a:xfrm>
                  <a:off x="5976314" y="4517898"/>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78" name="任意多边形: 形状 2377"/>
                <p:cNvSpPr/>
                <p:nvPr/>
              </p:nvSpPr>
              <p:spPr>
                <a:xfrm>
                  <a:off x="6106105" y="4517898"/>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79" name="任意多边形: 形状 2378"/>
                <p:cNvSpPr/>
                <p:nvPr/>
              </p:nvSpPr>
              <p:spPr>
                <a:xfrm>
                  <a:off x="6133424" y="4517898"/>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80" name="任意多边形: 形状 2379"/>
                <p:cNvSpPr/>
                <p:nvPr/>
              </p:nvSpPr>
              <p:spPr>
                <a:xfrm>
                  <a:off x="6314342" y="4517898"/>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81" name="任意多边形: 形状 2380"/>
                <p:cNvSpPr/>
                <p:nvPr/>
              </p:nvSpPr>
              <p:spPr>
                <a:xfrm>
                  <a:off x="970735" y="4626077"/>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82" name="任意多边形: 形状 2381"/>
                <p:cNvSpPr/>
                <p:nvPr/>
              </p:nvSpPr>
              <p:spPr>
                <a:xfrm>
                  <a:off x="2096837" y="4626077"/>
                  <a:ext cx="2459671" cy="10177"/>
                </a:xfrm>
                <a:custGeom>
                  <a:avLst/>
                  <a:gdLst>
                    <a:gd name="csX0" fmla="*/ 22 w 2459671"/>
                    <a:gd name="csY0" fmla="*/ 411 h 10177"/>
                    <a:gd name="csX1" fmla="*/ 2459694 w 2459671"/>
                    <a:gd name="csY1" fmla="*/ 411 h 10177"/>
                  </a:gdLst>
                  <a:ahLst/>
                  <a:cxnLst>
                    <a:cxn ang="0">
                      <a:pos x="csX0" y="csY0"/>
                    </a:cxn>
                    <a:cxn ang="0">
                      <a:pos x="csX1" y="csY1"/>
                    </a:cxn>
                  </a:cxnLst>
                  <a:rect l="l" t="t" r="r" b="b"/>
                  <a:pathLst>
                    <a:path w="2459671" h="10177">
                      <a:moveTo>
                        <a:pt x="22" y="411"/>
                      </a:moveTo>
                      <a:lnTo>
                        <a:pt x="2459694" y="411"/>
                      </a:lnTo>
                    </a:path>
                  </a:pathLst>
                </a:custGeom>
                <a:noFill/>
                <a:ln w="1644" cap="sq">
                  <a:solidFill>
                    <a:srgbClr val="A9A9A9"/>
                  </a:solidFill>
                  <a:prstDash val="solid"/>
                  <a:round/>
                </a:ln>
              </p:spPr>
              <p:txBody>
                <a:bodyPr/>
                <a:lstStyle/>
                <a:p>
                  <a:endParaRPr lang="zh-CN" altLang="en-US" sz="2190"/>
                </a:p>
              </p:txBody>
            </p:sp>
            <p:sp>
              <p:nvSpPr>
                <p:cNvPr id="2383" name="任意多边形: 形状 2382"/>
                <p:cNvSpPr/>
                <p:nvPr/>
              </p:nvSpPr>
              <p:spPr>
                <a:xfrm>
                  <a:off x="4570223" y="4626077"/>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84" name="任意多边形: 形状 2383"/>
                <p:cNvSpPr/>
                <p:nvPr/>
              </p:nvSpPr>
              <p:spPr>
                <a:xfrm>
                  <a:off x="4709120" y="4626077"/>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85" name="任意多边形: 形状 2384"/>
                <p:cNvSpPr/>
                <p:nvPr/>
              </p:nvSpPr>
              <p:spPr>
                <a:xfrm>
                  <a:off x="4840558" y="4626077"/>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86" name="任意多边形: 形状 2385"/>
                <p:cNvSpPr/>
                <p:nvPr/>
              </p:nvSpPr>
              <p:spPr>
                <a:xfrm>
                  <a:off x="5108807" y="4626077"/>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87" name="任意多边形: 形状 2386"/>
                <p:cNvSpPr/>
                <p:nvPr/>
              </p:nvSpPr>
              <p:spPr>
                <a:xfrm>
                  <a:off x="5218412" y="4626077"/>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88" name="任意多边形: 形状 2387"/>
                <p:cNvSpPr/>
                <p:nvPr/>
              </p:nvSpPr>
              <p:spPr>
                <a:xfrm>
                  <a:off x="5249351" y="4626077"/>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89" name="任意多边形: 形状 2388"/>
                <p:cNvSpPr/>
                <p:nvPr/>
              </p:nvSpPr>
              <p:spPr>
                <a:xfrm>
                  <a:off x="5462415" y="4626077"/>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90" name="任意多边形: 形状 2389"/>
                <p:cNvSpPr/>
                <p:nvPr/>
              </p:nvSpPr>
              <p:spPr>
                <a:xfrm>
                  <a:off x="5738125" y="4626077"/>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91" name="任意多边形: 形状 2390"/>
                <p:cNvSpPr/>
                <p:nvPr/>
              </p:nvSpPr>
              <p:spPr>
                <a:xfrm>
                  <a:off x="5908730" y="4626077"/>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92" name="任意多边形: 形状 2391"/>
                <p:cNvSpPr/>
                <p:nvPr/>
              </p:nvSpPr>
              <p:spPr>
                <a:xfrm>
                  <a:off x="5976314" y="4626077"/>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93" name="任意多边形: 形状 2392"/>
                <p:cNvSpPr/>
                <p:nvPr/>
              </p:nvSpPr>
              <p:spPr>
                <a:xfrm>
                  <a:off x="6106105" y="4626077"/>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94" name="任意多边形: 形状 2393"/>
                <p:cNvSpPr/>
                <p:nvPr/>
              </p:nvSpPr>
              <p:spPr>
                <a:xfrm>
                  <a:off x="6133424" y="4626077"/>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95" name="任意多边形: 形状 2394"/>
                <p:cNvSpPr/>
                <p:nvPr/>
              </p:nvSpPr>
              <p:spPr>
                <a:xfrm>
                  <a:off x="6314342" y="4626077"/>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96" name="任意多边形: 形状 2395"/>
                <p:cNvSpPr/>
                <p:nvPr/>
              </p:nvSpPr>
              <p:spPr>
                <a:xfrm>
                  <a:off x="970735" y="4734154"/>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97" name="任意多边形: 形状 2396"/>
                <p:cNvSpPr/>
                <p:nvPr/>
              </p:nvSpPr>
              <p:spPr>
                <a:xfrm>
                  <a:off x="2096837" y="4734154"/>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2398" name="任意多边形: 形状 2397"/>
                <p:cNvSpPr/>
                <p:nvPr/>
              </p:nvSpPr>
              <p:spPr>
                <a:xfrm>
                  <a:off x="2179671" y="4734154"/>
                  <a:ext cx="1475978" cy="10177"/>
                </a:xfrm>
                <a:custGeom>
                  <a:avLst/>
                  <a:gdLst>
                    <a:gd name="csX0" fmla="*/ 22 w 1475978"/>
                    <a:gd name="csY0" fmla="*/ 411 h 10177"/>
                    <a:gd name="csX1" fmla="*/ 1476001 w 1475978"/>
                    <a:gd name="csY1" fmla="*/ 411 h 10177"/>
                  </a:gdLst>
                  <a:ahLst/>
                  <a:cxnLst>
                    <a:cxn ang="0">
                      <a:pos x="csX0" y="csY0"/>
                    </a:cxn>
                    <a:cxn ang="0">
                      <a:pos x="csX1" y="csY1"/>
                    </a:cxn>
                  </a:cxnLst>
                  <a:rect l="l" t="t" r="r" b="b"/>
                  <a:pathLst>
                    <a:path w="1475978" h="10177">
                      <a:moveTo>
                        <a:pt x="22" y="411"/>
                      </a:moveTo>
                      <a:lnTo>
                        <a:pt x="1476001" y="411"/>
                      </a:lnTo>
                    </a:path>
                  </a:pathLst>
                </a:custGeom>
                <a:noFill/>
                <a:ln w="1644" cap="sq">
                  <a:solidFill>
                    <a:srgbClr val="A9A9A9"/>
                  </a:solidFill>
                  <a:prstDash val="solid"/>
                  <a:round/>
                </a:ln>
              </p:spPr>
              <p:txBody>
                <a:bodyPr/>
                <a:lstStyle/>
                <a:p>
                  <a:endParaRPr lang="zh-CN" altLang="en-US" sz="2190"/>
                </a:p>
              </p:txBody>
            </p:sp>
            <p:sp>
              <p:nvSpPr>
                <p:cNvPr id="2399" name="任意多边形: 形状 2398"/>
                <p:cNvSpPr/>
                <p:nvPr/>
              </p:nvSpPr>
              <p:spPr>
                <a:xfrm>
                  <a:off x="3666731" y="4734154"/>
                  <a:ext cx="152721" cy="10177"/>
                </a:xfrm>
                <a:custGeom>
                  <a:avLst/>
                  <a:gdLst>
                    <a:gd name="csX0" fmla="*/ 22 w 152721"/>
                    <a:gd name="csY0" fmla="*/ 411 h 10177"/>
                    <a:gd name="csX1" fmla="*/ 152744 w 152721"/>
                    <a:gd name="csY1" fmla="*/ 411 h 10177"/>
                  </a:gdLst>
                  <a:ahLst/>
                  <a:cxnLst>
                    <a:cxn ang="0">
                      <a:pos x="csX0" y="csY0"/>
                    </a:cxn>
                    <a:cxn ang="0">
                      <a:pos x="csX1" y="csY1"/>
                    </a:cxn>
                  </a:cxnLst>
                  <a:rect l="l" t="t" r="r" b="b"/>
                  <a:pathLst>
                    <a:path w="152721" h="10177">
                      <a:moveTo>
                        <a:pt x="22" y="411"/>
                      </a:moveTo>
                      <a:lnTo>
                        <a:pt x="152744" y="411"/>
                      </a:lnTo>
                    </a:path>
                  </a:pathLst>
                </a:custGeom>
                <a:noFill/>
                <a:ln w="1644" cap="sq">
                  <a:solidFill>
                    <a:srgbClr val="A9A9A9"/>
                  </a:solidFill>
                  <a:prstDash val="solid"/>
                  <a:round/>
                </a:ln>
              </p:spPr>
              <p:txBody>
                <a:bodyPr/>
                <a:lstStyle/>
                <a:p>
                  <a:endParaRPr lang="zh-CN" altLang="en-US" sz="2190"/>
                </a:p>
              </p:txBody>
            </p:sp>
            <p:sp>
              <p:nvSpPr>
                <p:cNvPr id="2400" name="任意多边形: 形状 2399"/>
                <p:cNvSpPr/>
                <p:nvPr/>
              </p:nvSpPr>
              <p:spPr>
                <a:xfrm>
                  <a:off x="3836787" y="4734154"/>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01" name="任意多边形: 形状 2400"/>
                <p:cNvSpPr/>
                <p:nvPr/>
              </p:nvSpPr>
              <p:spPr>
                <a:xfrm>
                  <a:off x="3912709" y="4734154"/>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02" name="任意多边形: 形状 2401"/>
                <p:cNvSpPr/>
                <p:nvPr/>
              </p:nvSpPr>
              <p:spPr>
                <a:xfrm>
                  <a:off x="4570223" y="4734154"/>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03" name="任意多边形: 形状 2402"/>
                <p:cNvSpPr/>
                <p:nvPr/>
              </p:nvSpPr>
              <p:spPr>
                <a:xfrm>
                  <a:off x="4709120" y="4734154"/>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04" name="任意多边形: 形状 2403"/>
                <p:cNvSpPr/>
                <p:nvPr/>
              </p:nvSpPr>
              <p:spPr>
                <a:xfrm>
                  <a:off x="4840558" y="4734154"/>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05" name="任意多边形: 形状 2404"/>
                <p:cNvSpPr/>
                <p:nvPr/>
              </p:nvSpPr>
              <p:spPr>
                <a:xfrm>
                  <a:off x="5108807" y="4734154"/>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06" name="任意多边形: 形状 2405"/>
                <p:cNvSpPr/>
                <p:nvPr/>
              </p:nvSpPr>
              <p:spPr>
                <a:xfrm>
                  <a:off x="5218412" y="4734154"/>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07" name="任意多边形: 形状 2406"/>
                <p:cNvSpPr/>
                <p:nvPr/>
              </p:nvSpPr>
              <p:spPr>
                <a:xfrm>
                  <a:off x="5249351" y="4734154"/>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08" name="任意多边形: 形状 2407"/>
                <p:cNvSpPr/>
                <p:nvPr/>
              </p:nvSpPr>
              <p:spPr>
                <a:xfrm>
                  <a:off x="5462415" y="4734154"/>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09" name="任意多边形: 形状 2408"/>
                <p:cNvSpPr/>
                <p:nvPr/>
              </p:nvSpPr>
              <p:spPr>
                <a:xfrm>
                  <a:off x="5738125" y="4734154"/>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10" name="任意多边形: 形状 2409"/>
                <p:cNvSpPr/>
                <p:nvPr/>
              </p:nvSpPr>
              <p:spPr>
                <a:xfrm>
                  <a:off x="5908730" y="4734154"/>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11" name="任意多边形: 形状 2410"/>
                <p:cNvSpPr/>
                <p:nvPr/>
              </p:nvSpPr>
              <p:spPr>
                <a:xfrm>
                  <a:off x="5976314" y="4734154"/>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12" name="任意多边形: 形状 2411"/>
                <p:cNvSpPr/>
                <p:nvPr/>
              </p:nvSpPr>
              <p:spPr>
                <a:xfrm>
                  <a:off x="6106105" y="4734154"/>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13" name="任意多边形: 形状 2412"/>
                <p:cNvSpPr/>
                <p:nvPr/>
              </p:nvSpPr>
              <p:spPr>
                <a:xfrm>
                  <a:off x="6133424" y="4734154"/>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14" name="任意多边形: 形状 2413"/>
                <p:cNvSpPr/>
                <p:nvPr/>
              </p:nvSpPr>
              <p:spPr>
                <a:xfrm>
                  <a:off x="6314342" y="4734154"/>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15" name="任意多边形: 形状 2414"/>
                <p:cNvSpPr/>
                <p:nvPr/>
              </p:nvSpPr>
              <p:spPr>
                <a:xfrm>
                  <a:off x="970955" y="4842231"/>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2416" name="任意多边形: 形状 2415"/>
                <p:cNvSpPr/>
                <p:nvPr/>
              </p:nvSpPr>
              <p:spPr>
                <a:xfrm>
                  <a:off x="2096837" y="4842231"/>
                  <a:ext cx="144492" cy="10177"/>
                </a:xfrm>
                <a:custGeom>
                  <a:avLst/>
                  <a:gdLst>
                    <a:gd name="csX0" fmla="*/ 22 w 144492"/>
                    <a:gd name="csY0" fmla="*/ 411 h 10177"/>
                    <a:gd name="csX1" fmla="*/ 144515 w 144492"/>
                    <a:gd name="csY1" fmla="*/ 411 h 10177"/>
                  </a:gdLst>
                  <a:ahLst/>
                  <a:cxnLst>
                    <a:cxn ang="0">
                      <a:pos x="csX0" y="csY0"/>
                    </a:cxn>
                    <a:cxn ang="0">
                      <a:pos x="csX1" y="csY1"/>
                    </a:cxn>
                  </a:cxnLst>
                  <a:rect l="l" t="t" r="r" b="b"/>
                  <a:pathLst>
                    <a:path w="144492" h="10177">
                      <a:moveTo>
                        <a:pt x="22" y="411"/>
                      </a:moveTo>
                      <a:lnTo>
                        <a:pt x="144515" y="411"/>
                      </a:lnTo>
                    </a:path>
                  </a:pathLst>
                </a:custGeom>
                <a:noFill/>
                <a:ln w="1644" cap="sq">
                  <a:solidFill>
                    <a:srgbClr val="A9A9A9"/>
                  </a:solidFill>
                  <a:prstDash val="solid"/>
                  <a:round/>
                </a:ln>
              </p:spPr>
              <p:txBody>
                <a:bodyPr/>
                <a:lstStyle/>
                <a:p>
                  <a:endParaRPr lang="zh-CN" altLang="en-US" sz="2190"/>
                </a:p>
              </p:txBody>
            </p:sp>
            <p:sp>
              <p:nvSpPr>
                <p:cNvPr id="2417" name="任意多边形: 形状 2416"/>
                <p:cNvSpPr/>
                <p:nvPr/>
              </p:nvSpPr>
              <p:spPr>
                <a:xfrm>
                  <a:off x="2252411" y="4842231"/>
                  <a:ext cx="1563639" cy="10177"/>
                </a:xfrm>
                <a:custGeom>
                  <a:avLst/>
                  <a:gdLst>
                    <a:gd name="csX0" fmla="*/ 22 w 1563639"/>
                    <a:gd name="csY0" fmla="*/ 411 h 10177"/>
                    <a:gd name="csX1" fmla="*/ 1563662 w 1563639"/>
                    <a:gd name="csY1" fmla="*/ 411 h 10177"/>
                  </a:gdLst>
                  <a:ahLst/>
                  <a:cxnLst>
                    <a:cxn ang="0">
                      <a:pos x="csX0" y="csY0"/>
                    </a:cxn>
                    <a:cxn ang="0">
                      <a:pos x="csX1" y="csY1"/>
                    </a:cxn>
                  </a:cxnLst>
                  <a:rect l="l" t="t" r="r" b="b"/>
                  <a:pathLst>
                    <a:path w="1563639" h="10177">
                      <a:moveTo>
                        <a:pt x="22" y="411"/>
                      </a:moveTo>
                      <a:lnTo>
                        <a:pt x="1563662" y="411"/>
                      </a:lnTo>
                    </a:path>
                  </a:pathLst>
                </a:custGeom>
                <a:noFill/>
                <a:ln w="1644" cap="sq">
                  <a:solidFill>
                    <a:srgbClr val="A9A9A9"/>
                  </a:solidFill>
                  <a:prstDash val="solid"/>
                  <a:round/>
                </a:ln>
              </p:spPr>
              <p:txBody>
                <a:bodyPr/>
                <a:lstStyle/>
                <a:p>
                  <a:endParaRPr lang="zh-CN" altLang="en-US" sz="2190"/>
                </a:p>
              </p:txBody>
            </p:sp>
            <p:sp>
              <p:nvSpPr>
                <p:cNvPr id="2418" name="任意多边形: 形状 2417"/>
                <p:cNvSpPr/>
                <p:nvPr/>
              </p:nvSpPr>
              <p:spPr>
                <a:xfrm>
                  <a:off x="3836787" y="4842231"/>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19" name="任意多边形: 形状 2418"/>
                <p:cNvSpPr/>
                <p:nvPr/>
              </p:nvSpPr>
              <p:spPr>
                <a:xfrm>
                  <a:off x="3912709" y="4842231"/>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20" name="任意多边形: 形状 2419"/>
                <p:cNvSpPr/>
                <p:nvPr/>
              </p:nvSpPr>
              <p:spPr>
                <a:xfrm>
                  <a:off x="4570223" y="4842231"/>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21" name="任意多边形: 形状 2420"/>
                <p:cNvSpPr/>
                <p:nvPr/>
              </p:nvSpPr>
              <p:spPr>
                <a:xfrm>
                  <a:off x="4709120" y="4842231"/>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22" name="任意多边形: 形状 2421"/>
                <p:cNvSpPr/>
                <p:nvPr/>
              </p:nvSpPr>
              <p:spPr>
                <a:xfrm>
                  <a:off x="4840558" y="4842231"/>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23" name="任意多边形: 形状 2422"/>
                <p:cNvSpPr/>
                <p:nvPr/>
              </p:nvSpPr>
              <p:spPr>
                <a:xfrm>
                  <a:off x="5108807" y="4842231"/>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24" name="任意多边形: 形状 2423"/>
                <p:cNvSpPr/>
                <p:nvPr/>
              </p:nvSpPr>
              <p:spPr>
                <a:xfrm>
                  <a:off x="5218412" y="4842231"/>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25" name="任意多边形: 形状 2424"/>
                <p:cNvSpPr/>
                <p:nvPr/>
              </p:nvSpPr>
              <p:spPr>
                <a:xfrm>
                  <a:off x="5249351" y="4842231"/>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26" name="任意多边形: 形状 2425"/>
                <p:cNvSpPr/>
                <p:nvPr/>
              </p:nvSpPr>
              <p:spPr>
                <a:xfrm>
                  <a:off x="5462415" y="4842231"/>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27" name="任意多边形: 形状 2426"/>
                <p:cNvSpPr/>
                <p:nvPr/>
              </p:nvSpPr>
              <p:spPr>
                <a:xfrm>
                  <a:off x="5738125" y="4842231"/>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28" name="任意多边形: 形状 2427"/>
                <p:cNvSpPr/>
                <p:nvPr/>
              </p:nvSpPr>
              <p:spPr>
                <a:xfrm>
                  <a:off x="5908730" y="4842231"/>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29" name="任意多边形: 形状 2428"/>
                <p:cNvSpPr/>
                <p:nvPr/>
              </p:nvSpPr>
              <p:spPr>
                <a:xfrm>
                  <a:off x="5976314" y="4842231"/>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30" name="任意多边形: 形状 2429"/>
                <p:cNvSpPr/>
                <p:nvPr/>
              </p:nvSpPr>
              <p:spPr>
                <a:xfrm>
                  <a:off x="6106105" y="4842231"/>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31" name="任意多边形: 形状 2430"/>
                <p:cNvSpPr/>
                <p:nvPr/>
              </p:nvSpPr>
              <p:spPr>
                <a:xfrm>
                  <a:off x="6133424" y="4842231"/>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32" name="任意多边形: 形状 2431"/>
                <p:cNvSpPr/>
                <p:nvPr/>
              </p:nvSpPr>
              <p:spPr>
                <a:xfrm>
                  <a:off x="6314342" y="4842231"/>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33" name="任意多边形: 形状 2432"/>
                <p:cNvSpPr/>
                <p:nvPr/>
              </p:nvSpPr>
              <p:spPr>
                <a:xfrm>
                  <a:off x="3654113" y="4950308"/>
                  <a:ext cx="165338" cy="10177"/>
                </a:xfrm>
                <a:custGeom>
                  <a:avLst/>
                  <a:gdLst>
                    <a:gd name="csX0" fmla="*/ 22 w 165338"/>
                    <a:gd name="csY0" fmla="*/ 411 h 10177"/>
                    <a:gd name="csX1" fmla="*/ 165361 w 165338"/>
                    <a:gd name="csY1" fmla="*/ 411 h 10177"/>
                  </a:gdLst>
                  <a:ahLst/>
                  <a:cxnLst>
                    <a:cxn ang="0">
                      <a:pos x="csX0" y="csY0"/>
                    </a:cxn>
                    <a:cxn ang="0">
                      <a:pos x="csX1" y="csY1"/>
                    </a:cxn>
                  </a:cxnLst>
                  <a:rect l="l" t="t" r="r" b="b"/>
                  <a:pathLst>
                    <a:path w="165338" h="10177">
                      <a:moveTo>
                        <a:pt x="22" y="411"/>
                      </a:moveTo>
                      <a:lnTo>
                        <a:pt x="165361" y="411"/>
                      </a:lnTo>
                    </a:path>
                  </a:pathLst>
                </a:custGeom>
                <a:noFill/>
                <a:ln w="1644" cap="sq">
                  <a:solidFill>
                    <a:srgbClr val="A9A9A9"/>
                  </a:solidFill>
                  <a:prstDash val="solid"/>
                  <a:round/>
                </a:ln>
              </p:spPr>
              <p:txBody>
                <a:bodyPr/>
                <a:lstStyle/>
                <a:p>
                  <a:endParaRPr lang="zh-CN" altLang="en-US" sz="2190"/>
                </a:p>
              </p:txBody>
            </p:sp>
            <p:sp>
              <p:nvSpPr>
                <p:cNvPr id="2434" name="任意多边形: 形状 2433"/>
                <p:cNvSpPr/>
                <p:nvPr/>
              </p:nvSpPr>
              <p:spPr>
                <a:xfrm>
                  <a:off x="3836787" y="4950308"/>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35" name="任意多边形: 形状 2434"/>
                <p:cNvSpPr/>
                <p:nvPr/>
              </p:nvSpPr>
              <p:spPr>
                <a:xfrm>
                  <a:off x="3912709" y="4950308"/>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36" name="任意多边形: 形状 2435"/>
                <p:cNvSpPr/>
                <p:nvPr/>
              </p:nvSpPr>
              <p:spPr>
                <a:xfrm>
                  <a:off x="4570223" y="4950308"/>
                  <a:ext cx="259253" cy="10177"/>
                </a:xfrm>
                <a:custGeom>
                  <a:avLst/>
                  <a:gdLst>
                    <a:gd name="csX0" fmla="*/ 22 w 259253"/>
                    <a:gd name="csY0" fmla="*/ 411 h 10177"/>
                    <a:gd name="csX1" fmla="*/ 259276 w 259253"/>
                    <a:gd name="csY1" fmla="*/ 411 h 10177"/>
                  </a:gdLst>
                  <a:ahLst/>
                  <a:cxnLst>
                    <a:cxn ang="0">
                      <a:pos x="csX0" y="csY0"/>
                    </a:cxn>
                    <a:cxn ang="0">
                      <a:pos x="csX1" y="csY1"/>
                    </a:cxn>
                  </a:cxnLst>
                  <a:rect l="l" t="t" r="r" b="b"/>
                  <a:pathLst>
                    <a:path w="259253" h="10177">
                      <a:moveTo>
                        <a:pt x="22" y="411"/>
                      </a:moveTo>
                      <a:lnTo>
                        <a:pt x="259276" y="411"/>
                      </a:lnTo>
                    </a:path>
                  </a:pathLst>
                </a:custGeom>
                <a:noFill/>
                <a:ln w="1644" cap="sq">
                  <a:solidFill>
                    <a:srgbClr val="A9A9A9"/>
                  </a:solidFill>
                  <a:prstDash val="solid"/>
                  <a:round/>
                </a:ln>
              </p:spPr>
              <p:txBody>
                <a:bodyPr/>
                <a:lstStyle/>
                <a:p>
                  <a:endParaRPr lang="zh-CN" altLang="en-US" sz="2190"/>
                </a:p>
              </p:txBody>
            </p:sp>
            <p:sp>
              <p:nvSpPr>
                <p:cNvPr id="2437" name="任意多边形: 形状 2436"/>
                <p:cNvSpPr/>
                <p:nvPr/>
              </p:nvSpPr>
              <p:spPr>
                <a:xfrm>
                  <a:off x="4840558" y="4950308"/>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38" name="任意多边形: 形状 2437"/>
                <p:cNvSpPr/>
                <p:nvPr/>
              </p:nvSpPr>
              <p:spPr>
                <a:xfrm>
                  <a:off x="5108807" y="4950308"/>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39" name="任意多边形: 形状 2438"/>
                <p:cNvSpPr/>
                <p:nvPr/>
              </p:nvSpPr>
              <p:spPr>
                <a:xfrm>
                  <a:off x="5218412" y="4950308"/>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40" name="任意多边形: 形状 2439"/>
                <p:cNvSpPr/>
                <p:nvPr/>
              </p:nvSpPr>
              <p:spPr>
                <a:xfrm>
                  <a:off x="5249351" y="4950308"/>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41" name="任意多边形: 形状 2440"/>
                <p:cNvSpPr/>
                <p:nvPr/>
              </p:nvSpPr>
              <p:spPr>
                <a:xfrm>
                  <a:off x="5462415" y="4950308"/>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42" name="任意多边形: 形状 2441"/>
                <p:cNvSpPr/>
                <p:nvPr/>
              </p:nvSpPr>
              <p:spPr>
                <a:xfrm>
                  <a:off x="5738125" y="4950308"/>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43" name="任意多边形: 形状 2442"/>
                <p:cNvSpPr/>
                <p:nvPr/>
              </p:nvSpPr>
              <p:spPr>
                <a:xfrm>
                  <a:off x="5908730" y="4950308"/>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44" name="任意多边形: 形状 2443"/>
                <p:cNvSpPr/>
                <p:nvPr/>
              </p:nvSpPr>
              <p:spPr>
                <a:xfrm>
                  <a:off x="5976314" y="4950308"/>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45" name="任意多边形: 形状 2444"/>
                <p:cNvSpPr/>
                <p:nvPr/>
              </p:nvSpPr>
              <p:spPr>
                <a:xfrm>
                  <a:off x="6106105" y="4950308"/>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46" name="任意多边形: 形状 2445"/>
                <p:cNvSpPr/>
                <p:nvPr/>
              </p:nvSpPr>
              <p:spPr>
                <a:xfrm>
                  <a:off x="6133424" y="4950308"/>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47" name="任意多边形: 形状 2446"/>
                <p:cNvSpPr/>
                <p:nvPr/>
              </p:nvSpPr>
              <p:spPr>
                <a:xfrm>
                  <a:off x="6314342" y="4950308"/>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48" name="任意多边形: 形状 2447"/>
                <p:cNvSpPr/>
                <p:nvPr/>
              </p:nvSpPr>
              <p:spPr>
                <a:xfrm>
                  <a:off x="3654113" y="5058487"/>
                  <a:ext cx="161937" cy="10177"/>
                </a:xfrm>
                <a:custGeom>
                  <a:avLst/>
                  <a:gdLst>
                    <a:gd name="csX0" fmla="*/ 22 w 161937"/>
                    <a:gd name="csY0" fmla="*/ 411 h 10177"/>
                    <a:gd name="csX1" fmla="*/ 161960 w 161937"/>
                    <a:gd name="csY1" fmla="*/ 411 h 10177"/>
                  </a:gdLst>
                  <a:ahLst/>
                  <a:cxnLst>
                    <a:cxn ang="0">
                      <a:pos x="csX0" y="csY0"/>
                    </a:cxn>
                    <a:cxn ang="0">
                      <a:pos x="csX1" y="csY1"/>
                    </a:cxn>
                  </a:cxnLst>
                  <a:rect l="l" t="t" r="r" b="b"/>
                  <a:pathLst>
                    <a:path w="161937" h="10177">
                      <a:moveTo>
                        <a:pt x="22" y="411"/>
                      </a:moveTo>
                      <a:lnTo>
                        <a:pt x="161960" y="411"/>
                      </a:lnTo>
                    </a:path>
                  </a:pathLst>
                </a:custGeom>
                <a:noFill/>
                <a:ln w="1644" cap="sq">
                  <a:solidFill>
                    <a:srgbClr val="A9A9A9"/>
                  </a:solidFill>
                  <a:prstDash val="solid"/>
                  <a:round/>
                </a:ln>
              </p:spPr>
              <p:txBody>
                <a:bodyPr/>
                <a:lstStyle/>
                <a:p>
                  <a:endParaRPr lang="zh-CN" altLang="en-US" sz="2190"/>
                </a:p>
              </p:txBody>
            </p:sp>
            <p:sp>
              <p:nvSpPr>
                <p:cNvPr id="2449" name="任意多边形: 形状 2448"/>
                <p:cNvSpPr/>
                <p:nvPr/>
              </p:nvSpPr>
              <p:spPr>
                <a:xfrm>
                  <a:off x="3836787" y="5058487"/>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50" name="任意多边形: 形状 2449"/>
                <p:cNvSpPr/>
                <p:nvPr/>
              </p:nvSpPr>
              <p:spPr>
                <a:xfrm>
                  <a:off x="3912709" y="5058487"/>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51" name="任意多边形: 形状 2450"/>
                <p:cNvSpPr/>
                <p:nvPr/>
              </p:nvSpPr>
              <p:spPr>
                <a:xfrm>
                  <a:off x="4570223" y="5058487"/>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52" name="任意多边形: 形状 2451"/>
                <p:cNvSpPr/>
                <p:nvPr/>
              </p:nvSpPr>
              <p:spPr>
                <a:xfrm>
                  <a:off x="4709120" y="5058487"/>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53" name="任意多边形: 形状 2452"/>
                <p:cNvSpPr/>
                <p:nvPr/>
              </p:nvSpPr>
              <p:spPr>
                <a:xfrm>
                  <a:off x="4840558" y="5058487"/>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54" name="任意多边形: 形状 2453"/>
                <p:cNvSpPr/>
                <p:nvPr/>
              </p:nvSpPr>
              <p:spPr>
                <a:xfrm>
                  <a:off x="5108807" y="5058487"/>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55" name="任意多边形: 形状 2454"/>
                <p:cNvSpPr/>
                <p:nvPr/>
              </p:nvSpPr>
              <p:spPr>
                <a:xfrm>
                  <a:off x="5218412" y="5058487"/>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56" name="任意多边形: 形状 2455"/>
                <p:cNvSpPr/>
                <p:nvPr/>
              </p:nvSpPr>
              <p:spPr>
                <a:xfrm>
                  <a:off x="5249351" y="5058487"/>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57" name="任意多边形: 形状 2456"/>
                <p:cNvSpPr/>
                <p:nvPr/>
              </p:nvSpPr>
              <p:spPr>
                <a:xfrm>
                  <a:off x="5462415" y="5058487"/>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58" name="任意多边形: 形状 2457"/>
                <p:cNvSpPr/>
                <p:nvPr/>
              </p:nvSpPr>
              <p:spPr>
                <a:xfrm>
                  <a:off x="5738125" y="5058487"/>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59" name="任意多边形: 形状 2458"/>
                <p:cNvSpPr/>
                <p:nvPr/>
              </p:nvSpPr>
              <p:spPr>
                <a:xfrm>
                  <a:off x="5908730" y="5058487"/>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60" name="任意多边形: 形状 2459"/>
                <p:cNvSpPr/>
                <p:nvPr/>
              </p:nvSpPr>
              <p:spPr>
                <a:xfrm>
                  <a:off x="5976314" y="5058487"/>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61" name="任意多边形: 形状 2460"/>
                <p:cNvSpPr/>
                <p:nvPr/>
              </p:nvSpPr>
              <p:spPr>
                <a:xfrm>
                  <a:off x="6106105" y="5058487"/>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62" name="任意多边形: 形状 2461"/>
                <p:cNvSpPr/>
                <p:nvPr/>
              </p:nvSpPr>
              <p:spPr>
                <a:xfrm>
                  <a:off x="6133424" y="5058487"/>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63" name="任意多边形: 形状 2462"/>
                <p:cNvSpPr/>
                <p:nvPr/>
              </p:nvSpPr>
              <p:spPr>
                <a:xfrm>
                  <a:off x="6314342" y="5058487"/>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64" name="任意多边形: 形状 2463"/>
                <p:cNvSpPr/>
                <p:nvPr/>
              </p:nvSpPr>
              <p:spPr>
                <a:xfrm>
                  <a:off x="959764"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5" name="任意多边形: 形状 2464"/>
                <p:cNvSpPr/>
                <p:nvPr/>
              </p:nvSpPr>
              <p:spPr>
                <a:xfrm>
                  <a:off x="959764"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66" name="任意多边形: 形状 2465"/>
                <p:cNvSpPr/>
                <p:nvPr/>
              </p:nvSpPr>
              <p:spPr>
                <a:xfrm>
                  <a:off x="2085865"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7" name="任意多边形: 形状 2466"/>
                <p:cNvSpPr/>
                <p:nvPr/>
              </p:nvSpPr>
              <p:spPr>
                <a:xfrm>
                  <a:off x="2085865"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68" name="任意多边形: 形状 2467"/>
                <p:cNvSpPr/>
                <p:nvPr/>
              </p:nvSpPr>
              <p:spPr>
                <a:xfrm>
                  <a:off x="3816161" y="4261203"/>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9" name="任意多边形: 形状 2468"/>
                <p:cNvSpPr/>
                <p:nvPr/>
              </p:nvSpPr>
              <p:spPr>
                <a:xfrm>
                  <a:off x="3816161" y="4261203"/>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0" name="任意多边形: 形状 2469"/>
                <p:cNvSpPr/>
                <p:nvPr/>
              </p:nvSpPr>
              <p:spPr>
                <a:xfrm>
                  <a:off x="3899653" y="426120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1" name="任意多边形: 形状 2470"/>
                <p:cNvSpPr/>
                <p:nvPr/>
              </p:nvSpPr>
              <p:spPr>
                <a:xfrm>
                  <a:off x="3899653" y="426120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2" name="任意多边形: 形状 2471"/>
                <p:cNvSpPr/>
                <p:nvPr/>
              </p:nvSpPr>
              <p:spPr>
                <a:xfrm>
                  <a:off x="4556509" y="426120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3" name="任意多边形: 形状 2472"/>
                <p:cNvSpPr/>
                <p:nvPr/>
              </p:nvSpPr>
              <p:spPr>
                <a:xfrm>
                  <a:off x="4556509" y="426120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4" name="任意多边形: 形状 2473"/>
                <p:cNvSpPr/>
                <p:nvPr/>
              </p:nvSpPr>
              <p:spPr>
                <a:xfrm>
                  <a:off x="4829476"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5" name="任意多边形: 形状 2474"/>
                <p:cNvSpPr/>
                <p:nvPr/>
              </p:nvSpPr>
              <p:spPr>
                <a:xfrm>
                  <a:off x="4829476"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6" name="任意多边形: 形状 2475"/>
                <p:cNvSpPr/>
                <p:nvPr/>
              </p:nvSpPr>
              <p:spPr>
                <a:xfrm>
                  <a:off x="5097617" y="426120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7" name="任意多边形: 形状 2476"/>
                <p:cNvSpPr/>
                <p:nvPr/>
              </p:nvSpPr>
              <p:spPr>
                <a:xfrm>
                  <a:off x="5097617" y="426120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8" name="任意多边形: 形状 2477"/>
                <p:cNvSpPr/>
                <p:nvPr/>
              </p:nvSpPr>
              <p:spPr>
                <a:xfrm>
                  <a:off x="5207440"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9" name="任意多边形: 形状 2478"/>
                <p:cNvSpPr/>
                <p:nvPr/>
              </p:nvSpPr>
              <p:spPr>
                <a:xfrm>
                  <a:off x="5207440"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0" name="任意多边形: 形状 2479"/>
                <p:cNvSpPr/>
                <p:nvPr/>
              </p:nvSpPr>
              <p:spPr>
                <a:xfrm>
                  <a:off x="5231029" y="426120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1" name="任意多边形: 形状 2480"/>
                <p:cNvSpPr/>
                <p:nvPr/>
              </p:nvSpPr>
              <p:spPr>
                <a:xfrm>
                  <a:off x="5231029" y="426120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2" name="任意多边形: 形状 2481"/>
                <p:cNvSpPr/>
                <p:nvPr/>
              </p:nvSpPr>
              <p:spPr>
                <a:xfrm>
                  <a:off x="5451005" y="426120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3" name="任意多边形: 形状 2482"/>
                <p:cNvSpPr/>
                <p:nvPr/>
              </p:nvSpPr>
              <p:spPr>
                <a:xfrm>
                  <a:off x="5451005" y="426120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4" name="任意多边形: 形状 2483"/>
                <p:cNvSpPr/>
                <p:nvPr/>
              </p:nvSpPr>
              <p:spPr>
                <a:xfrm>
                  <a:off x="572704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5" name="任意多边形: 形状 2484"/>
                <p:cNvSpPr/>
                <p:nvPr/>
              </p:nvSpPr>
              <p:spPr>
                <a:xfrm>
                  <a:off x="572704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6" name="任意多边形: 形状 2485"/>
                <p:cNvSpPr/>
                <p:nvPr/>
              </p:nvSpPr>
              <p:spPr>
                <a:xfrm>
                  <a:off x="5894248" y="426120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7" name="任意多边形: 形状 2486"/>
                <p:cNvSpPr/>
                <p:nvPr/>
              </p:nvSpPr>
              <p:spPr>
                <a:xfrm>
                  <a:off x="5894248" y="426120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8" name="任意多边形: 形状 2487"/>
                <p:cNvSpPr/>
                <p:nvPr/>
              </p:nvSpPr>
              <p:spPr>
                <a:xfrm>
                  <a:off x="5961502" y="426120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9" name="任意多边形: 形状 2488"/>
                <p:cNvSpPr/>
                <p:nvPr/>
              </p:nvSpPr>
              <p:spPr>
                <a:xfrm>
                  <a:off x="5961502" y="426120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0" name="任意多边形: 形状 2489"/>
                <p:cNvSpPr/>
                <p:nvPr/>
              </p:nvSpPr>
              <p:spPr>
                <a:xfrm>
                  <a:off x="609502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1" name="任意多边形: 形状 2490"/>
                <p:cNvSpPr/>
                <p:nvPr/>
              </p:nvSpPr>
              <p:spPr>
                <a:xfrm>
                  <a:off x="609502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2" name="任意多边形: 形状 2491"/>
                <p:cNvSpPr/>
                <p:nvPr/>
              </p:nvSpPr>
              <p:spPr>
                <a:xfrm>
                  <a:off x="6122452"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3" name="任意多边形: 形状 2492"/>
                <p:cNvSpPr/>
                <p:nvPr/>
              </p:nvSpPr>
              <p:spPr>
                <a:xfrm>
                  <a:off x="6122452"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4" name="任意多边形: 形状 2493"/>
                <p:cNvSpPr/>
                <p:nvPr/>
              </p:nvSpPr>
              <p:spPr>
                <a:xfrm>
                  <a:off x="6303371"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5" name="任意多边形: 形状 2494"/>
                <p:cNvSpPr/>
                <p:nvPr/>
              </p:nvSpPr>
              <p:spPr>
                <a:xfrm>
                  <a:off x="6303371"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6" name="任意多边形: 形状 2495"/>
                <p:cNvSpPr/>
                <p:nvPr/>
              </p:nvSpPr>
              <p:spPr>
                <a:xfrm>
                  <a:off x="6394762" y="426120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7" name="任意多边形: 形状 2496"/>
                <p:cNvSpPr/>
                <p:nvPr/>
              </p:nvSpPr>
              <p:spPr>
                <a:xfrm>
                  <a:off x="6394762" y="426120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8" name="任意多边形: 形状 2497"/>
                <p:cNvSpPr/>
                <p:nvPr/>
              </p:nvSpPr>
              <p:spPr>
                <a:xfrm>
                  <a:off x="959764" y="436928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9" name="任意多边形: 形状 2498"/>
                <p:cNvSpPr/>
                <p:nvPr/>
              </p:nvSpPr>
              <p:spPr>
                <a:xfrm>
                  <a:off x="959764" y="436928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0" name="任意多边形: 形状 2499"/>
                <p:cNvSpPr/>
                <p:nvPr/>
              </p:nvSpPr>
              <p:spPr>
                <a:xfrm>
                  <a:off x="3819452" y="4369280"/>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1" name="任意多边形: 形状 2500"/>
                <p:cNvSpPr/>
                <p:nvPr/>
              </p:nvSpPr>
              <p:spPr>
                <a:xfrm>
                  <a:off x="3819452" y="4369280"/>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2" name="任意多边形: 形状 2501"/>
                <p:cNvSpPr/>
                <p:nvPr/>
              </p:nvSpPr>
              <p:spPr>
                <a:xfrm>
                  <a:off x="3899653" y="436928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3" name="任意多边形: 形状 2502"/>
                <p:cNvSpPr/>
                <p:nvPr/>
              </p:nvSpPr>
              <p:spPr>
                <a:xfrm>
                  <a:off x="3899653" y="436928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4" name="任意多边形: 形状 2503"/>
                <p:cNvSpPr/>
                <p:nvPr/>
              </p:nvSpPr>
              <p:spPr>
                <a:xfrm>
                  <a:off x="4556509" y="436928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5" name="任意多边形: 形状 2504"/>
                <p:cNvSpPr/>
                <p:nvPr/>
              </p:nvSpPr>
              <p:spPr>
                <a:xfrm>
                  <a:off x="4556509" y="436928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6" name="任意多边形: 形状 2505"/>
                <p:cNvSpPr/>
                <p:nvPr/>
              </p:nvSpPr>
              <p:spPr>
                <a:xfrm>
                  <a:off x="4696394" y="436928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7" name="任意多边形: 形状 2506"/>
                <p:cNvSpPr/>
                <p:nvPr/>
              </p:nvSpPr>
              <p:spPr>
                <a:xfrm>
                  <a:off x="4696394" y="436928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8" name="任意多边形: 形状 2507"/>
                <p:cNvSpPr/>
                <p:nvPr/>
              </p:nvSpPr>
              <p:spPr>
                <a:xfrm>
                  <a:off x="4829476"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9" name="任意多边形: 形状 2508"/>
                <p:cNvSpPr/>
                <p:nvPr/>
              </p:nvSpPr>
              <p:spPr>
                <a:xfrm>
                  <a:off x="4829476"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0" name="任意多边形: 形状 2509"/>
                <p:cNvSpPr/>
                <p:nvPr/>
              </p:nvSpPr>
              <p:spPr>
                <a:xfrm>
                  <a:off x="5097617" y="436928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1" name="任意多边形: 形状 2510"/>
                <p:cNvSpPr/>
                <p:nvPr/>
              </p:nvSpPr>
              <p:spPr>
                <a:xfrm>
                  <a:off x="5097617" y="436928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2" name="任意多边形: 形状 2511"/>
                <p:cNvSpPr/>
                <p:nvPr/>
              </p:nvSpPr>
              <p:spPr>
                <a:xfrm>
                  <a:off x="5207440"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3" name="任意多边形: 形状 2512"/>
                <p:cNvSpPr/>
                <p:nvPr/>
              </p:nvSpPr>
              <p:spPr>
                <a:xfrm>
                  <a:off x="5207440"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4" name="任意多边形: 形状 2513"/>
                <p:cNvSpPr/>
                <p:nvPr/>
              </p:nvSpPr>
              <p:spPr>
                <a:xfrm>
                  <a:off x="5231029" y="436928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5" name="任意多边形: 形状 2514"/>
                <p:cNvSpPr/>
                <p:nvPr/>
              </p:nvSpPr>
              <p:spPr>
                <a:xfrm>
                  <a:off x="5231029" y="436928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6" name="任意多边形: 形状 2515"/>
                <p:cNvSpPr/>
                <p:nvPr/>
              </p:nvSpPr>
              <p:spPr>
                <a:xfrm>
                  <a:off x="5451005" y="436928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7" name="任意多边形: 形状 2516"/>
                <p:cNvSpPr/>
                <p:nvPr/>
              </p:nvSpPr>
              <p:spPr>
                <a:xfrm>
                  <a:off x="5451005" y="436928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8" name="任意多边形: 形状 2517"/>
                <p:cNvSpPr/>
                <p:nvPr/>
              </p:nvSpPr>
              <p:spPr>
                <a:xfrm>
                  <a:off x="572704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9" name="任意多边形: 形状 2518"/>
                <p:cNvSpPr/>
                <p:nvPr/>
              </p:nvSpPr>
              <p:spPr>
                <a:xfrm>
                  <a:off x="572704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0" name="任意多边形: 形状 2519"/>
                <p:cNvSpPr/>
                <p:nvPr/>
              </p:nvSpPr>
              <p:spPr>
                <a:xfrm>
                  <a:off x="5894248" y="436928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1" name="任意多边形: 形状 2520"/>
                <p:cNvSpPr/>
                <p:nvPr/>
              </p:nvSpPr>
              <p:spPr>
                <a:xfrm>
                  <a:off x="5894248" y="436928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2" name="任意多边形: 形状 2521"/>
                <p:cNvSpPr/>
                <p:nvPr/>
              </p:nvSpPr>
              <p:spPr>
                <a:xfrm>
                  <a:off x="5961502" y="436928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3" name="任意多边形: 形状 2522"/>
                <p:cNvSpPr/>
                <p:nvPr/>
              </p:nvSpPr>
              <p:spPr>
                <a:xfrm>
                  <a:off x="5961502" y="436928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4" name="任意多边形: 形状 2523"/>
                <p:cNvSpPr/>
                <p:nvPr/>
              </p:nvSpPr>
              <p:spPr>
                <a:xfrm>
                  <a:off x="609502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5" name="任意多边形: 形状 2524"/>
                <p:cNvSpPr/>
                <p:nvPr/>
              </p:nvSpPr>
              <p:spPr>
                <a:xfrm>
                  <a:off x="609502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6" name="任意多边形: 形状 2525"/>
                <p:cNvSpPr/>
                <p:nvPr/>
              </p:nvSpPr>
              <p:spPr>
                <a:xfrm>
                  <a:off x="6122452"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7" name="任意多边形: 形状 2526"/>
                <p:cNvSpPr/>
                <p:nvPr/>
              </p:nvSpPr>
              <p:spPr>
                <a:xfrm>
                  <a:off x="6122452"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8" name="任意多边形: 形状 2527"/>
                <p:cNvSpPr/>
                <p:nvPr/>
              </p:nvSpPr>
              <p:spPr>
                <a:xfrm>
                  <a:off x="6303371"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9" name="任意多边形: 形状 2528"/>
                <p:cNvSpPr/>
                <p:nvPr/>
              </p:nvSpPr>
              <p:spPr>
                <a:xfrm>
                  <a:off x="6303371"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0" name="任意多边形: 形状 2529"/>
                <p:cNvSpPr/>
                <p:nvPr/>
              </p:nvSpPr>
              <p:spPr>
                <a:xfrm>
                  <a:off x="6394762" y="436928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1" name="任意多边形: 形状 2530"/>
                <p:cNvSpPr/>
                <p:nvPr/>
              </p:nvSpPr>
              <p:spPr>
                <a:xfrm>
                  <a:off x="6394762" y="436928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2" name="任意多边形: 形状 2531"/>
                <p:cNvSpPr/>
                <p:nvPr/>
              </p:nvSpPr>
              <p:spPr>
                <a:xfrm>
                  <a:off x="959764"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3" name="任意多边形: 形状 2532"/>
                <p:cNvSpPr/>
                <p:nvPr/>
              </p:nvSpPr>
              <p:spPr>
                <a:xfrm>
                  <a:off x="959764"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4" name="任意多边形: 形状 2533"/>
                <p:cNvSpPr/>
                <p:nvPr/>
              </p:nvSpPr>
              <p:spPr>
                <a:xfrm>
                  <a:off x="2085865"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5" name="任意多边形: 形状 2534"/>
                <p:cNvSpPr/>
                <p:nvPr/>
              </p:nvSpPr>
              <p:spPr>
                <a:xfrm>
                  <a:off x="2085865"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6" name="任意多边形: 形状 2535"/>
                <p:cNvSpPr/>
                <p:nvPr/>
              </p:nvSpPr>
              <p:spPr>
                <a:xfrm>
                  <a:off x="3816161" y="4477357"/>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7" name="任意多边形: 形状 2536"/>
                <p:cNvSpPr/>
                <p:nvPr/>
              </p:nvSpPr>
              <p:spPr>
                <a:xfrm>
                  <a:off x="3816161" y="4477357"/>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8" name="任意多边形: 形状 2537"/>
                <p:cNvSpPr/>
                <p:nvPr/>
              </p:nvSpPr>
              <p:spPr>
                <a:xfrm>
                  <a:off x="3899653" y="447735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9" name="任意多边形: 形状 2538"/>
                <p:cNvSpPr/>
                <p:nvPr/>
              </p:nvSpPr>
              <p:spPr>
                <a:xfrm>
                  <a:off x="3899653" y="447735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0" name="任意多边形: 形状 2539"/>
                <p:cNvSpPr/>
                <p:nvPr/>
              </p:nvSpPr>
              <p:spPr>
                <a:xfrm>
                  <a:off x="4556509" y="447735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1" name="任意多边形: 形状 2540"/>
                <p:cNvSpPr/>
                <p:nvPr/>
              </p:nvSpPr>
              <p:spPr>
                <a:xfrm>
                  <a:off x="4556509" y="447735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2" name="任意多边形: 形状 2541"/>
                <p:cNvSpPr/>
                <p:nvPr/>
              </p:nvSpPr>
              <p:spPr>
                <a:xfrm>
                  <a:off x="4696394" y="447735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3" name="任意多边形: 形状 2542"/>
                <p:cNvSpPr/>
                <p:nvPr/>
              </p:nvSpPr>
              <p:spPr>
                <a:xfrm>
                  <a:off x="4696394" y="447735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4" name="任意多边形: 形状 2543"/>
                <p:cNvSpPr/>
                <p:nvPr/>
              </p:nvSpPr>
              <p:spPr>
                <a:xfrm>
                  <a:off x="4829476"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5" name="任意多边形: 形状 2544"/>
                <p:cNvSpPr/>
                <p:nvPr/>
              </p:nvSpPr>
              <p:spPr>
                <a:xfrm>
                  <a:off x="4829476"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6" name="任意多边形: 形状 2545"/>
                <p:cNvSpPr/>
                <p:nvPr/>
              </p:nvSpPr>
              <p:spPr>
                <a:xfrm>
                  <a:off x="5097617" y="447735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7" name="任意多边形: 形状 2546"/>
                <p:cNvSpPr/>
                <p:nvPr/>
              </p:nvSpPr>
              <p:spPr>
                <a:xfrm>
                  <a:off x="5097617" y="447735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8" name="任意多边形: 形状 2547"/>
                <p:cNvSpPr/>
                <p:nvPr/>
              </p:nvSpPr>
              <p:spPr>
                <a:xfrm>
                  <a:off x="5207440"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9" name="任意多边形: 形状 2548"/>
                <p:cNvSpPr/>
                <p:nvPr/>
              </p:nvSpPr>
              <p:spPr>
                <a:xfrm>
                  <a:off x="5207440"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0" name="任意多边形: 形状 2549"/>
                <p:cNvSpPr/>
                <p:nvPr/>
              </p:nvSpPr>
              <p:spPr>
                <a:xfrm>
                  <a:off x="5231029" y="447735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1" name="任意多边形: 形状 2550"/>
                <p:cNvSpPr/>
                <p:nvPr/>
              </p:nvSpPr>
              <p:spPr>
                <a:xfrm>
                  <a:off x="5231029" y="447735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2" name="任意多边形: 形状 2551"/>
                <p:cNvSpPr/>
                <p:nvPr/>
              </p:nvSpPr>
              <p:spPr>
                <a:xfrm>
                  <a:off x="5451005" y="447735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3" name="任意多边形: 形状 2552"/>
                <p:cNvSpPr/>
                <p:nvPr/>
              </p:nvSpPr>
              <p:spPr>
                <a:xfrm>
                  <a:off x="5451005" y="447735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4" name="任意多边形: 形状 2553"/>
                <p:cNvSpPr/>
                <p:nvPr/>
              </p:nvSpPr>
              <p:spPr>
                <a:xfrm>
                  <a:off x="572704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5" name="任意多边形: 形状 2554"/>
                <p:cNvSpPr/>
                <p:nvPr/>
              </p:nvSpPr>
              <p:spPr>
                <a:xfrm>
                  <a:off x="572704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6" name="任意多边形: 形状 2555"/>
                <p:cNvSpPr/>
                <p:nvPr/>
              </p:nvSpPr>
              <p:spPr>
                <a:xfrm>
                  <a:off x="5894248" y="447735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7" name="任意多边形: 形状 2556"/>
                <p:cNvSpPr/>
                <p:nvPr/>
              </p:nvSpPr>
              <p:spPr>
                <a:xfrm>
                  <a:off x="5894248" y="447735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8" name="任意多边形: 形状 2557"/>
                <p:cNvSpPr/>
                <p:nvPr/>
              </p:nvSpPr>
              <p:spPr>
                <a:xfrm>
                  <a:off x="5961502" y="447735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9" name="任意多边形: 形状 2558"/>
                <p:cNvSpPr/>
                <p:nvPr/>
              </p:nvSpPr>
              <p:spPr>
                <a:xfrm>
                  <a:off x="5961502" y="447735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0" name="任意多边形: 形状 2559"/>
                <p:cNvSpPr/>
                <p:nvPr/>
              </p:nvSpPr>
              <p:spPr>
                <a:xfrm>
                  <a:off x="609502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1" name="任意多边形: 形状 2560"/>
                <p:cNvSpPr/>
                <p:nvPr/>
              </p:nvSpPr>
              <p:spPr>
                <a:xfrm>
                  <a:off x="609502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2" name="任意多边形: 形状 2561"/>
                <p:cNvSpPr/>
                <p:nvPr/>
              </p:nvSpPr>
              <p:spPr>
                <a:xfrm>
                  <a:off x="6122452"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3" name="任意多边形: 形状 2562"/>
                <p:cNvSpPr/>
                <p:nvPr/>
              </p:nvSpPr>
              <p:spPr>
                <a:xfrm>
                  <a:off x="6122452"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4" name="任意多边形: 形状 2563"/>
                <p:cNvSpPr/>
                <p:nvPr/>
              </p:nvSpPr>
              <p:spPr>
                <a:xfrm>
                  <a:off x="6303371"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5" name="任意多边形: 形状 2564"/>
                <p:cNvSpPr/>
                <p:nvPr/>
              </p:nvSpPr>
              <p:spPr>
                <a:xfrm>
                  <a:off x="6303371"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6" name="任意多边形: 形状 2565"/>
                <p:cNvSpPr/>
                <p:nvPr/>
              </p:nvSpPr>
              <p:spPr>
                <a:xfrm>
                  <a:off x="6394762" y="4477357"/>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7" name="任意多边形: 形状 2566"/>
                <p:cNvSpPr/>
                <p:nvPr/>
              </p:nvSpPr>
              <p:spPr>
                <a:xfrm>
                  <a:off x="6394762" y="4477357"/>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8" name="任意多边形: 形状 2567"/>
                <p:cNvSpPr/>
                <p:nvPr/>
              </p:nvSpPr>
              <p:spPr>
                <a:xfrm>
                  <a:off x="959764"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9" name="任意多边形: 形状 2568"/>
                <p:cNvSpPr/>
                <p:nvPr/>
              </p:nvSpPr>
              <p:spPr>
                <a:xfrm>
                  <a:off x="959764"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0" name="任意多边形: 形状 2569"/>
                <p:cNvSpPr/>
                <p:nvPr/>
              </p:nvSpPr>
              <p:spPr>
                <a:xfrm>
                  <a:off x="2085865"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1" name="任意多边形: 形状 2570"/>
                <p:cNvSpPr/>
                <p:nvPr/>
              </p:nvSpPr>
              <p:spPr>
                <a:xfrm>
                  <a:off x="2085865"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2" name="任意多边形: 形状 2571"/>
                <p:cNvSpPr/>
                <p:nvPr/>
              </p:nvSpPr>
              <p:spPr>
                <a:xfrm>
                  <a:off x="4556509" y="458553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3" name="任意多边形: 形状 2572"/>
                <p:cNvSpPr/>
                <p:nvPr/>
              </p:nvSpPr>
              <p:spPr>
                <a:xfrm>
                  <a:off x="4556509" y="458553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4" name="任意多边形: 形状 2573"/>
                <p:cNvSpPr/>
                <p:nvPr/>
              </p:nvSpPr>
              <p:spPr>
                <a:xfrm>
                  <a:off x="4696394" y="4585536"/>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5" name="任意多边形: 形状 2574"/>
                <p:cNvSpPr/>
                <p:nvPr/>
              </p:nvSpPr>
              <p:spPr>
                <a:xfrm>
                  <a:off x="4696394" y="4585536"/>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6" name="任意多边形: 形状 2575"/>
                <p:cNvSpPr/>
                <p:nvPr/>
              </p:nvSpPr>
              <p:spPr>
                <a:xfrm>
                  <a:off x="4829476"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7" name="任意多边形: 形状 2576"/>
                <p:cNvSpPr/>
                <p:nvPr/>
              </p:nvSpPr>
              <p:spPr>
                <a:xfrm>
                  <a:off x="4829476"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8" name="任意多边形: 形状 2577"/>
                <p:cNvSpPr/>
                <p:nvPr/>
              </p:nvSpPr>
              <p:spPr>
                <a:xfrm>
                  <a:off x="5097617" y="458553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9" name="任意多边形: 形状 2578"/>
                <p:cNvSpPr/>
                <p:nvPr/>
              </p:nvSpPr>
              <p:spPr>
                <a:xfrm>
                  <a:off x="5097617" y="458553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0" name="任意多边形: 形状 2579"/>
                <p:cNvSpPr/>
                <p:nvPr/>
              </p:nvSpPr>
              <p:spPr>
                <a:xfrm>
                  <a:off x="5207440"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1" name="任意多边形: 形状 2580"/>
                <p:cNvSpPr/>
                <p:nvPr/>
              </p:nvSpPr>
              <p:spPr>
                <a:xfrm>
                  <a:off x="5207440"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2" name="任意多边形: 形状 2581"/>
                <p:cNvSpPr/>
                <p:nvPr/>
              </p:nvSpPr>
              <p:spPr>
                <a:xfrm>
                  <a:off x="5231029" y="458553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3" name="任意多边形: 形状 2582"/>
                <p:cNvSpPr/>
                <p:nvPr/>
              </p:nvSpPr>
              <p:spPr>
                <a:xfrm>
                  <a:off x="5231029" y="458553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4" name="任意多边形: 形状 2583"/>
                <p:cNvSpPr/>
                <p:nvPr/>
              </p:nvSpPr>
              <p:spPr>
                <a:xfrm>
                  <a:off x="5451005" y="458553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5" name="任意多边形: 形状 2584"/>
                <p:cNvSpPr/>
                <p:nvPr/>
              </p:nvSpPr>
              <p:spPr>
                <a:xfrm>
                  <a:off x="5451005" y="458553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6" name="任意多边形: 形状 2585"/>
                <p:cNvSpPr/>
                <p:nvPr/>
              </p:nvSpPr>
              <p:spPr>
                <a:xfrm>
                  <a:off x="572704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7" name="任意多边形: 形状 2586"/>
                <p:cNvSpPr/>
                <p:nvPr/>
              </p:nvSpPr>
              <p:spPr>
                <a:xfrm>
                  <a:off x="572704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8" name="任意多边形: 形状 2587"/>
                <p:cNvSpPr/>
                <p:nvPr/>
              </p:nvSpPr>
              <p:spPr>
                <a:xfrm>
                  <a:off x="5894248" y="458553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9" name="任意多边形: 形状 2588"/>
                <p:cNvSpPr/>
                <p:nvPr/>
              </p:nvSpPr>
              <p:spPr>
                <a:xfrm>
                  <a:off x="5894248" y="458553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0" name="任意多边形: 形状 2589"/>
                <p:cNvSpPr/>
                <p:nvPr/>
              </p:nvSpPr>
              <p:spPr>
                <a:xfrm>
                  <a:off x="5961502" y="458553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1" name="任意多边形: 形状 2590"/>
                <p:cNvSpPr/>
                <p:nvPr/>
              </p:nvSpPr>
              <p:spPr>
                <a:xfrm>
                  <a:off x="5961502" y="458553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2" name="任意多边形: 形状 2591"/>
                <p:cNvSpPr/>
                <p:nvPr/>
              </p:nvSpPr>
              <p:spPr>
                <a:xfrm>
                  <a:off x="609502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3" name="任意多边形: 形状 2592"/>
                <p:cNvSpPr/>
                <p:nvPr/>
              </p:nvSpPr>
              <p:spPr>
                <a:xfrm>
                  <a:off x="609502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4" name="任意多边形: 形状 2593"/>
                <p:cNvSpPr/>
                <p:nvPr/>
              </p:nvSpPr>
              <p:spPr>
                <a:xfrm>
                  <a:off x="6122452"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5" name="任意多边形: 形状 2594"/>
                <p:cNvSpPr/>
                <p:nvPr/>
              </p:nvSpPr>
              <p:spPr>
                <a:xfrm>
                  <a:off x="6122452"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6" name="任意多边形: 形状 2595"/>
                <p:cNvSpPr/>
                <p:nvPr/>
              </p:nvSpPr>
              <p:spPr>
                <a:xfrm>
                  <a:off x="6303371"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7" name="任意多边形: 形状 2596"/>
                <p:cNvSpPr/>
                <p:nvPr/>
              </p:nvSpPr>
              <p:spPr>
                <a:xfrm>
                  <a:off x="6303371"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8" name="任意多边形: 形状 2597"/>
                <p:cNvSpPr/>
                <p:nvPr/>
              </p:nvSpPr>
              <p:spPr>
                <a:xfrm>
                  <a:off x="6394762" y="4585536"/>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9" name="任意多边形: 形状 2598"/>
                <p:cNvSpPr/>
                <p:nvPr/>
              </p:nvSpPr>
              <p:spPr>
                <a:xfrm>
                  <a:off x="6394762" y="4585536"/>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0" name="任意多边形: 形状 2599"/>
                <p:cNvSpPr/>
                <p:nvPr/>
              </p:nvSpPr>
              <p:spPr>
                <a:xfrm>
                  <a:off x="959764"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1" name="任意多边形: 形状 2600"/>
                <p:cNvSpPr/>
                <p:nvPr/>
              </p:nvSpPr>
              <p:spPr>
                <a:xfrm>
                  <a:off x="959764"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2" name="任意多边形: 形状 2601"/>
                <p:cNvSpPr/>
                <p:nvPr/>
              </p:nvSpPr>
              <p:spPr>
                <a:xfrm>
                  <a:off x="2085865"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3" name="任意多边形: 形状 2602"/>
                <p:cNvSpPr/>
                <p:nvPr/>
              </p:nvSpPr>
              <p:spPr>
                <a:xfrm>
                  <a:off x="2085865"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4" name="任意多边形: 形状 2603"/>
                <p:cNvSpPr/>
                <p:nvPr/>
              </p:nvSpPr>
              <p:spPr>
                <a:xfrm>
                  <a:off x="2168590"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5" name="任意多边形: 形状 2604"/>
                <p:cNvSpPr/>
                <p:nvPr/>
              </p:nvSpPr>
              <p:spPr>
                <a:xfrm>
                  <a:off x="2168590"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6" name="任意多边形: 形状 2605"/>
                <p:cNvSpPr/>
                <p:nvPr/>
              </p:nvSpPr>
              <p:spPr>
                <a:xfrm>
                  <a:off x="3655759"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7" name="任意多边形: 形状 2606"/>
                <p:cNvSpPr/>
                <p:nvPr/>
              </p:nvSpPr>
              <p:spPr>
                <a:xfrm>
                  <a:off x="3655759"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8" name="任意多边形: 形状 2607"/>
                <p:cNvSpPr/>
                <p:nvPr/>
              </p:nvSpPr>
              <p:spPr>
                <a:xfrm>
                  <a:off x="3819452" y="4693613"/>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9" name="任意多边形: 形状 2608"/>
                <p:cNvSpPr/>
                <p:nvPr/>
              </p:nvSpPr>
              <p:spPr>
                <a:xfrm>
                  <a:off x="3819452" y="4693613"/>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0" name="任意多边形: 形状 2609"/>
                <p:cNvSpPr/>
                <p:nvPr/>
              </p:nvSpPr>
              <p:spPr>
                <a:xfrm>
                  <a:off x="3899653" y="469361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1" name="任意多边形: 形状 2610"/>
                <p:cNvSpPr/>
                <p:nvPr/>
              </p:nvSpPr>
              <p:spPr>
                <a:xfrm>
                  <a:off x="3899653" y="469361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2" name="任意多边形: 形状 2611"/>
                <p:cNvSpPr/>
                <p:nvPr/>
              </p:nvSpPr>
              <p:spPr>
                <a:xfrm>
                  <a:off x="4556509" y="469361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3" name="任意多边形: 形状 2612"/>
                <p:cNvSpPr/>
                <p:nvPr/>
              </p:nvSpPr>
              <p:spPr>
                <a:xfrm>
                  <a:off x="4556509" y="469361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4" name="任意多边形: 形状 2613"/>
                <p:cNvSpPr/>
                <p:nvPr/>
              </p:nvSpPr>
              <p:spPr>
                <a:xfrm>
                  <a:off x="4696394" y="4693613"/>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5" name="任意多边形: 形状 2614"/>
                <p:cNvSpPr/>
                <p:nvPr/>
              </p:nvSpPr>
              <p:spPr>
                <a:xfrm>
                  <a:off x="4696394" y="4693613"/>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6" name="任意多边形: 形状 2615"/>
                <p:cNvSpPr/>
                <p:nvPr/>
              </p:nvSpPr>
              <p:spPr>
                <a:xfrm>
                  <a:off x="4829476"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7" name="任意多边形: 形状 2616"/>
                <p:cNvSpPr/>
                <p:nvPr/>
              </p:nvSpPr>
              <p:spPr>
                <a:xfrm>
                  <a:off x="4829476"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8" name="任意多边形: 形状 2617"/>
                <p:cNvSpPr/>
                <p:nvPr/>
              </p:nvSpPr>
              <p:spPr>
                <a:xfrm>
                  <a:off x="5097617" y="469361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9" name="任意多边形: 形状 2618"/>
                <p:cNvSpPr/>
                <p:nvPr/>
              </p:nvSpPr>
              <p:spPr>
                <a:xfrm>
                  <a:off x="5097617" y="469361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0" name="任意多边形: 形状 2619"/>
                <p:cNvSpPr/>
                <p:nvPr/>
              </p:nvSpPr>
              <p:spPr>
                <a:xfrm>
                  <a:off x="5207440"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1" name="任意多边形: 形状 2620"/>
                <p:cNvSpPr/>
                <p:nvPr/>
              </p:nvSpPr>
              <p:spPr>
                <a:xfrm>
                  <a:off x="5207440"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2" name="任意多边形: 形状 2621"/>
                <p:cNvSpPr/>
                <p:nvPr/>
              </p:nvSpPr>
              <p:spPr>
                <a:xfrm>
                  <a:off x="5231029" y="469361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3" name="任意多边形: 形状 2622"/>
                <p:cNvSpPr/>
                <p:nvPr/>
              </p:nvSpPr>
              <p:spPr>
                <a:xfrm>
                  <a:off x="5231029" y="469361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4" name="任意多边形: 形状 2623"/>
                <p:cNvSpPr/>
                <p:nvPr/>
              </p:nvSpPr>
              <p:spPr>
                <a:xfrm>
                  <a:off x="5451005" y="469361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5" name="任意多边形: 形状 2624"/>
                <p:cNvSpPr/>
                <p:nvPr/>
              </p:nvSpPr>
              <p:spPr>
                <a:xfrm>
                  <a:off x="5451005" y="469361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6" name="任意多边形: 形状 2625"/>
                <p:cNvSpPr/>
                <p:nvPr/>
              </p:nvSpPr>
              <p:spPr>
                <a:xfrm>
                  <a:off x="572704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7" name="任意多边形: 形状 2626"/>
                <p:cNvSpPr/>
                <p:nvPr/>
              </p:nvSpPr>
              <p:spPr>
                <a:xfrm>
                  <a:off x="572704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8" name="任意多边形: 形状 2627"/>
                <p:cNvSpPr/>
                <p:nvPr/>
              </p:nvSpPr>
              <p:spPr>
                <a:xfrm>
                  <a:off x="5894248" y="469361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9" name="任意多边形: 形状 2628"/>
                <p:cNvSpPr/>
                <p:nvPr/>
              </p:nvSpPr>
              <p:spPr>
                <a:xfrm>
                  <a:off x="5894248" y="469361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0" name="任意多边形: 形状 2629"/>
                <p:cNvSpPr/>
                <p:nvPr/>
              </p:nvSpPr>
              <p:spPr>
                <a:xfrm>
                  <a:off x="5961502" y="469361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1" name="任意多边形: 形状 2630"/>
                <p:cNvSpPr/>
                <p:nvPr/>
              </p:nvSpPr>
              <p:spPr>
                <a:xfrm>
                  <a:off x="5961502" y="469361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2" name="任意多边形: 形状 2631"/>
                <p:cNvSpPr/>
                <p:nvPr/>
              </p:nvSpPr>
              <p:spPr>
                <a:xfrm>
                  <a:off x="609502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3" name="任意多边形: 形状 2632"/>
                <p:cNvSpPr/>
                <p:nvPr/>
              </p:nvSpPr>
              <p:spPr>
                <a:xfrm>
                  <a:off x="609502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4" name="任意多边形: 形状 2633"/>
                <p:cNvSpPr/>
                <p:nvPr/>
              </p:nvSpPr>
              <p:spPr>
                <a:xfrm>
                  <a:off x="6122452"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5" name="任意多边形: 形状 2634"/>
                <p:cNvSpPr/>
                <p:nvPr/>
              </p:nvSpPr>
              <p:spPr>
                <a:xfrm>
                  <a:off x="6122452"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6" name="任意多边形: 形状 2635"/>
                <p:cNvSpPr/>
                <p:nvPr/>
              </p:nvSpPr>
              <p:spPr>
                <a:xfrm>
                  <a:off x="6303371"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7" name="任意多边形: 形状 2636"/>
                <p:cNvSpPr/>
                <p:nvPr/>
              </p:nvSpPr>
              <p:spPr>
                <a:xfrm>
                  <a:off x="6303371"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8" name="任意多边形: 形状 2637"/>
                <p:cNvSpPr/>
                <p:nvPr/>
              </p:nvSpPr>
              <p:spPr>
                <a:xfrm>
                  <a:off x="6394762" y="469361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9" name="任意多边形: 形状 2638"/>
                <p:cNvSpPr/>
                <p:nvPr/>
              </p:nvSpPr>
              <p:spPr>
                <a:xfrm>
                  <a:off x="6394762" y="469361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0" name="任意多边形: 形状 2639"/>
                <p:cNvSpPr/>
                <p:nvPr/>
              </p:nvSpPr>
              <p:spPr>
                <a:xfrm>
                  <a:off x="959983"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1" name="任意多边形: 形状 2640"/>
                <p:cNvSpPr/>
                <p:nvPr/>
              </p:nvSpPr>
              <p:spPr>
                <a:xfrm>
                  <a:off x="959983"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2" name="任意多边形: 形状 2641"/>
                <p:cNvSpPr/>
                <p:nvPr/>
              </p:nvSpPr>
              <p:spPr>
                <a:xfrm>
                  <a:off x="2085865"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3" name="任意多边形: 形状 2642"/>
                <p:cNvSpPr/>
                <p:nvPr/>
              </p:nvSpPr>
              <p:spPr>
                <a:xfrm>
                  <a:off x="2085865"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4" name="任意多边形: 形状 2643"/>
                <p:cNvSpPr/>
                <p:nvPr/>
              </p:nvSpPr>
              <p:spPr>
                <a:xfrm>
                  <a:off x="2241439"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5" name="任意多边形: 形状 2644"/>
                <p:cNvSpPr/>
                <p:nvPr/>
              </p:nvSpPr>
              <p:spPr>
                <a:xfrm>
                  <a:off x="2241439"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6" name="任意多边形: 形状 2645"/>
                <p:cNvSpPr/>
                <p:nvPr/>
              </p:nvSpPr>
              <p:spPr>
                <a:xfrm>
                  <a:off x="3816161" y="4801690"/>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7" name="任意多边形: 形状 2646"/>
                <p:cNvSpPr/>
                <p:nvPr/>
              </p:nvSpPr>
              <p:spPr>
                <a:xfrm>
                  <a:off x="3816161" y="4801690"/>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8" name="任意多边形: 形状 2647"/>
                <p:cNvSpPr/>
                <p:nvPr/>
              </p:nvSpPr>
              <p:spPr>
                <a:xfrm>
                  <a:off x="3899653" y="480169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9" name="任意多边形: 形状 2648"/>
                <p:cNvSpPr/>
                <p:nvPr/>
              </p:nvSpPr>
              <p:spPr>
                <a:xfrm>
                  <a:off x="3899653" y="480169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0" name="任意多边形: 形状 2649"/>
                <p:cNvSpPr/>
                <p:nvPr/>
              </p:nvSpPr>
              <p:spPr>
                <a:xfrm>
                  <a:off x="4556509" y="480169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1" name="任意多边形: 形状 2650"/>
                <p:cNvSpPr/>
                <p:nvPr/>
              </p:nvSpPr>
              <p:spPr>
                <a:xfrm>
                  <a:off x="4556509" y="480169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2" name="任意多边形: 形状 2651"/>
                <p:cNvSpPr/>
                <p:nvPr/>
              </p:nvSpPr>
              <p:spPr>
                <a:xfrm>
                  <a:off x="4696394" y="480169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3" name="任意多边形: 形状 2652"/>
                <p:cNvSpPr/>
                <p:nvPr/>
              </p:nvSpPr>
              <p:spPr>
                <a:xfrm>
                  <a:off x="4696394" y="480169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4" name="任意多边形: 形状 2653"/>
                <p:cNvSpPr/>
                <p:nvPr/>
              </p:nvSpPr>
              <p:spPr>
                <a:xfrm>
                  <a:off x="4829476"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5" name="任意多边形: 形状 2654"/>
                <p:cNvSpPr/>
                <p:nvPr/>
              </p:nvSpPr>
              <p:spPr>
                <a:xfrm>
                  <a:off x="4829476"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6" name="任意多边形: 形状 2655"/>
                <p:cNvSpPr/>
                <p:nvPr/>
              </p:nvSpPr>
              <p:spPr>
                <a:xfrm>
                  <a:off x="5097617" y="480169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7" name="任意多边形: 形状 2656"/>
                <p:cNvSpPr/>
                <p:nvPr/>
              </p:nvSpPr>
              <p:spPr>
                <a:xfrm>
                  <a:off x="5097617" y="480169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8" name="任意多边形: 形状 2657"/>
                <p:cNvSpPr/>
                <p:nvPr/>
              </p:nvSpPr>
              <p:spPr>
                <a:xfrm>
                  <a:off x="5207440"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9" name="任意多边形: 形状 2658"/>
                <p:cNvSpPr/>
                <p:nvPr/>
              </p:nvSpPr>
              <p:spPr>
                <a:xfrm>
                  <a:off x="5207440"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0" name="任意多边形: 形状 2659"/>
                <p:cNvSpPr/>
                <p:nvPr/>
              </p:nvSpPr>
              <p:spPr>
                <a:xfrm>
                  <a:off x="5231029" y="480169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1" name="任意多边形: 形状 2660"/>
                <p:cNvSpPr/>
                <p:nvPr/>
              </p:nvSpPr>
              <p:spPr>
                <a:xfrm>
                  <a:off x="5231029" y="480169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2" name="任意多边形: 形状 2661"/>
                <p:cNvSpPr/>
                <p:nvPr/>
              </p:nvSpPr>
              <p:spPr>
                <a:xfrm>
                  <a:off x="5451005" y="480169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3" name="任意多边形: 形状 2662"/>
                <p:cNvSpPr/>
                <p:nvPr/>
              </p:nvSpPr>
              <p:spPr>
                <a:xfrm>
                  <a:off x="5451005" y="480169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4" name="任意多边形: 形状 2663"/>
                <p:cNvSpPr/>
                <p:nvPr/>
              </p:nvSpPr>
              <p:spPr>
                <a:xfrm>
                  <a:off x="572704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5" name="任意多边形: 形状 2664"/>
                <p:cNvSpPr/>
                <p:nvPr/>
              </p:nvSpPr>
              <p:spPr>
                <a:xfrm>
                  <a:off x="572704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6" name="任意多边形: 形状 2665"/>
                <p:cNvSpPr/>
                <p:nvPr/>
              </p:nvSpPr>
              <p:spPr>
                <a:xfrm>
                  <a:off x="5894248" y="480169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7" name="任意多边形: 形状 2666"/>
                <p:cNvSpPr/>
                <p:nvPr/>
              </p:nvSpPr>
              <p:spPr>
                <a:xfrm>
                  <a:off x="5894248" y="480169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8" name="任意多边形: 形状 2667"/>
                <p:cNvSpPr/>
                <p:nvPr/>
              </p:nvSpPr>
              <p:spPr>
                <a:xfrm>
                  <a:off x="5961502" y="480169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9" name="任意多边形: 形状 2668"/>
                <p:cNvSpPr/>
                <p:nvPr/>
              </p:nvSpPr>
              <p:spPr>
                <a:xfrm>
                  <a:off x="5961502" y="480169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0" name="任意多边形: 形状 2669"/>
                <p:cNvSpPr/>
                <p:nvPr/>
              </p:nvSpPr>
              <p:spPr>
                <a:xfrm>
                  <a:off x="609502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1" name="任意多边形: 形状 2670"/>
                <p:cNvSpPr/>
                <p:nvPr/>
              </p:nvSpPr>
              <p:spPr>
                <a:xfrm>
                  <a:off x="609502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2" name="任意多边形: 形状 2671"/>
                <p:cNvSpPr/>
                <p:nvPr/>
              </p:nvSpPr>
              <p:spPr>
                <a:xfrm>
                  <a:off x="6122452"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3" name="任意多边形: 形状 2672"/>
                <p:cNvSpPr/>
                <p:nvPr/>
              </p:nvSpPr>
              <p:spPr>
                <a:xfrm>
                  <a:off x="6122452"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4" name="任意多边形: 形状 2673"/>
                <p:cNvSpPr/>
                <p:nvPr/>
              </p:nvSpPr>
              <p:spPr>
                <a:xfrm>
                  <a:off x="6303371"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5" name="任意多边形: 形状 2674"/>
                <p:cNvSpPr/>
                <p:nvPr/>
              </p:nvSpPr>
              <p:spPr>
                <a:xfrm>
                  <a:off x="6303371"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6" name="任意多边形: 形状 2675"/>
                <p:cNvSpPr/>
                <p:nvPr/>
              </p:nvSpPr>
              <p:spPr>
                <a:xfrm>
                  <a:off x="6394762" y="480169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7" name="任意多边形: 形状 2676"/>
                <p:cNvSpPr/>
                <p:nvPr/>
              </p:nvSpPr>
              <p:spPr>
                <a:xfrm>
                  <a:off x="6394762" y="480169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8" name="任意多边形: 形状 2677"/>
                <p:cNvSpPr/>
                <p:nvPr/>
              </p:nvSpPr>
              <p:spPr>
                <a:xfrm>
                  <a:off x="3636120" y="4909766"/>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9" name="任意多边形: 形状 2678"/>
                <p:cNvSpPr/>
                <p:nvPr/>
              </p:nvSpPr>
              <p:spPr>
                <a:xfrm>
                  <a:off x="3636120" y="4909766"/>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0" name="任意多边形: 形状 2679"/>
                <p:cNvSpPr/>
                <p:nvPr/>
              </p:nvSpPr>
              <p:spPr>
                <a:xfrm>
                  <a:off x="3819452" y="4909766"/>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1" name="任意多边形: 形状 2680"/>
                <p:cNvSpPr/>
                <p:nvPr/>
              </p:nvSpPr>
              <p:spPr>
                <a:xfrm>
                  <a:off x="3819452" y="4909766"/>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2" name="任意多边形: 形状 2681"/>
                <p:cNvSpPr/>
                <p:nvPr/>
              </p:nvSpPr>
              <p:spPr>
                <a:xfrm>
                  <a:off x="3899653" y="4909766"/>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3" name="任意多边形: 形状 2682"/>
                <p:cNvSpPr/>
                <p:nvPr/>
              </p:nvSpPr>
              <p:spPr>
                <a:xfrm>
                  <a:off x="3899653" y="4909766"/>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4" name="任意多边形: 形状 2683"/>
                <p:cNvSpPr/>
                <p:nvPr/>
              </p:nvSpPr>
              <p:spPr>
                <a:xfrm>
                  <a:off x="4556509" y="490976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5" name="任意多边形: 形状 2684"/>
                <p:cNvSpPr/>
                <p:nvPr/>
              </p:nvSpPr>
              <p:spPr>
                <a:xfrm>
                  <a:off x="4556509" y="490976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6" name="任意多边形: 形状 2685"/>
                <p:cNvSpPr/>
                <p:nvPr/>
              </p:nvSpPr>
              <p:spPr>
                <a:xfrm>
                  <a:off x="4829476"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7" name="任意多边形: 形状 2686"/>
                <p:cNvSpPr/>
                <p:nvPr/>
              </p:nvSpPr>
              <p:spPr>
                <a:xfrm>
                  <a:off x="4829476"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8" name="任意多边形: 形状 2687"/>
                <p:cNvSpPr/>
                <p:nvPr/>
              </p:nvSpPr>
              <p:spPr>
                <a:xfrm>
                  <a:off x="5097617" y="490976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9" name="任意多边形: 形状 2688"/>
                <p:cNvSpPr/>
                <p:nvPr/>
              </p:nvSpPr>
              <p:spPr>
                <a:xfrm>
                  <a:off x="5097617" y="490976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0" name="任意多边形: 形状 2689"/>
                <p:cNvSpPr/>
                <p:nvPr/>
              </p:nvSpPr>
              <p:spPr>
                <a:xfrm>
                  <a:off x="5207440"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1" name="任意多边形: 形状 2690"/>
                <p:cNvSpPr/>
                <p:nvPr/>
              </p:nvSpPr>
              <p:spPr>
                <a:xfrm>
                  <a:off x="5207440"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2" name="任意多边形: 形状 2691"/>
                <p:cNvSpPr/>
                <p:nvPr/>
              </p:nvSpPr>
              <p:spPr>
                <a:xfrm>
                  <a:off x="5231029" y="490976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3" name="任意多边形: 形状 2692"/>
                <p:cNvSpPr/>
                <p:nvPr/>
              </p:nvSpPr>
              <p:spPr>
                <a:xfrm>
                  <a:off x="5231029" y="490976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4" name="任意多边形: 形状 2693"/>
                <p:cNvSpPr/>
                <p:nvPr/>
              </p:nvSpPr>
              <p:spPr>
                <a:xfrm>
                  <a:off x="5451005" y="490976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5" name="任意多边形: 形状 2694"/>
                <p:cNvSpPr/>
                <p:nvPr/>
              </p:nvSpPr>
              <p:spPr>
                <a:xfrm>
                  <a:off x="5451005" y="490976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6" name="任意多边形: 形状 2695"/>
                <p:cNvSpPr/>
                <p:nvPr/>
              </p:nvSpPr>
              <p:spPr>
                <a:xfrm>
                  <a:off x="572704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7" name="任意多边形: 形状 2696"/>
                <p:cNvSpPr/>
                <p:nvPr/>
              </p:nvSpPr>
              <p:spPr>
                <a:xfrm>
                  <a:off x="572704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8" name="任意多边形: 形状 2697"/>
                <p:cNvSpPr/>
                <p:nvPr/>
              </p:nvSpPr>
              <p:spPr>
                <a:xfrm>
                  <a:off x="5894248" y="490976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9" name="任意多边形: 形状 2698"/>
                <p:cNvSpPr/>
                <p:nvPr/>
              </p:nvSpPr>
              <p:spPr>
                <a:xfrm>
                  <a:off x="5894248" y="490976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0" name="任意多边形: 形状 2699"/>
                <p:cNvSpPr/>
                <p:nvPr/>
              </p:nvSpPr>
              <p:spPr>
                <a:xfrm>
                  <a:off x="5961502" y="490976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1" name="任意多边形: 形状 2700"/>
                <p:cNvSpPr/>
                <p:nvPr/>
              </p:nvSpPr>
              <p:spPr>
                <a:xfrm>
                  <a:off x="5961502" y="490976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2" name="任意多边形: 形状 2701"/>
                <p:cNvSpPr/>
                <p:nvPr/>
              </p:nvSpPr>
              <p:spPr>
                <a:xfrm>
                  <a:off x="609502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3" name="任意多边形: 形状 2702"/>
                <p:cNvSpPr/>
                <p:nvPr/>
              </p:nvSpPr>
              <p:spPr>
                <a:xfrm>
                  <a:off x="609502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4" name="任意多边形: 形状 2703"/>
                <p:cNvSpPr/>
                <p:nvPr/>
              </p:nvSpPr>
              <p:spPr>
                <a:xfrm>
                  <a:off x="6122452"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5" name="任意多边形: 形状 2704"/>
                <p:cNvSpPr/>
                <p:nvPr/>
              </p:nvSpPr>
              <p:spPr>
                <a:xfrm>
                  <a:off x="6122452"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6" name="任意多边形: 形状 2705"/>
                <p:cNvSpPr/>
                <p:nvPr/>
              </p:nvSpPr>
              <p:spPr>
                <a:xfrm>
                  <a:off x="6303371"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7" name="任意多边形: 形状 2706"/>
                <p:cNvSpPr/>
                <p:nvPr/>
              </p:nvSpPr>
              <p:spPr>
                <a:xfrm>
                  <a:off x="6303371"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8" name="任意多边形: 形状 2707"/>
                <p:cNvSpPr/>
                <p:nvPr/>
              </p:nvSpPr>
              <p:spPr>
                <a:xfrm>
                  <a:off x="6394762" y="4909766"/>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9" name="任意多边形: 形状 2708"/>
                <p:cNvSpPr/>
                <p:nvPr/>
              </p:nvSpPr>
              <p:spPr>
                <a:xfrm>
                  <a:off x="6394762" y="4909766"/>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0" name="任意多边形: 形状 2709"/>
                <p:cNvSpPr/>
                <p:nvPr/>
              </p:nvSpPr>
              <p:spPr>
                <a:xfrm>
                  <a:off x="3636120" y="5017945"/>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1" name="任意多边形: 形状 2710"/>
                <p:cNvSpPr/>
                <p:nvPr/>
              </p:nvSpPr>
              <p:spPr>
                <a:xfrm>
                  <a:off x="3636120" y="5017945"/>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2" name="任意多边形: 形状 2711"/>
                <p:cNvSpPr/>
                <p:nvPr/>
              </p:nvSpPr>
              <p:spPr>
                <a:xfrm>
                  <a:off x="3816161" y="5017945"/>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3" name="任意多边形: 形状 2712"/>
                <p:cNvSpPr/>
                <p:nvPr/>
              </p:nvSpPr>
              <p:spPr>
                <a:xfrm>
                  <a:off x="3816161" y="5017945"/>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4" name="任意多边形: 形状 2713"/>
                <p:cNvSpPr/>
                <p:nvPr/>
              </p:nvSpPr>
              <p:spPr>
                <a:xfrm>
                  <a:off x="3899653" y="501794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5" name="任意多边形: 形状 2714"/>
                <p:cNvSpPr/>
                <p:nvPr/>
              </p:nvSpPr>
              <p:spPr>
                <a:xfrm>
                  <a:off x="3899653" y="501794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6" name="任意多边形: 形状 2715"/>
                <p:cNvSpPr/>
                <p:nvPr/>
              </p:nvSpPr>
              <p:spPr>
                <a:xfrm>
                  <a:off x="4556509" y="501794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7" name="任意多边形: 形状 2716"/>
                <p:cNvSpPr/>
                <p:nvPr/>
              </p:nvSpPr>
              <p:spPr>
                <a:xfrm>
                  <a:off x="4556509" y="501794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8" name="任意多边形: 形状 2717"/>
                <p:cNvSpPr/>
                <p:nvPr/>
              </p:nvSpPr>
              <p:spPr>
                <a:xfrm>
                  <a:off x="4696394" y="501794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9" name="任意多边形: 形状 2718"/>
                <p:cNvSpPr/>
                <p:nvPr/>
              </p:nvSpPr>
              <p:spPr>
                <a:xfrm>
                  <a:off x="4696394" y="501794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0" name="任意多边形: 形状 2719"/>
                <p:cNvSpPr/>
                <p:nvPr/>
              </p:nvSpPr>
              <p:spPr>
                <a:xfrm>
                  <a:off x="4829476"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1" name="任意多边形: 形状 2720"/>
                <p:cNvSpPr/>
                <p:nvPr/>
              </p:nvSpPr>
              <p:spPr>
                <a:xfrm>
                  <a:off x="4829476"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2" name="任意多边形: 形状 2721"/>
                <p:cNvSpPr/>
                <p:nvPr/>
              </p:nvSpPr>
              <p:spPr>
                <a:xfrm>
                  <a:off x="5097617" y="501794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3" name="任意多边形: 形状 2722"/>
                <p:cNvSpPr/>
                <p:nvPr/>
              </p:nvSpPr>
              <p:spPr>
                <a:xfrm>
                  <a:off x="5097617" y="501794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4" name="任意多边形: 形状 2723"/>
                <p:cNvSpPr/>
                <p:nvPr/>
              </p:nvSpPr>
              <p:spPr>
                <a:xfrm>
                  <a:off x="5207440"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5" name="任意多边形: 形状 2724"/>
                <p:cNvSpPr/>
                <p:nvPr/>
              </p:nvSpPr>
              <p:spPr>
                <a:xfrm>
                  <a:off x="5207440"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6" name="任意多边形: 形状 2725"/>
                <p:cNvSpPr/>
                <p:nvPr/>
              </p:nvSpPr>
              <p:spPr>
                <a:xfrm>
                  <a:off x="5231029" y="501794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7" name="任意多边形: 形状 2726"/>
                <p:cNvSpPr/>
                <p:nvPr/>
              </p:nvSpPr>
              <p:spPr>
                <a:xfrm>
                  <a:off x="5231029" y="501794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8" name="任意多边形: 形状 2727"/>
                <p:cNvSpPr/>
                <p:nvPr/>
              </p:nvSpPr>
              <p:spPr>
                <a:xfrm>
                  <a:off x="5451005" y="501794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9" name="任意多边形: 形状 2728"/>
                <p:cNvSpPr/>
                <p:nvPr/>
              </p:nvSpPr>
              <p:spPr>
                <a:xfrm>
                  <a:off x="5451005" y="501794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0" name="任意多边形: 形状 2729"/>
                <p:cNvSpPr/>
                <p:nvPr/>
              </p:nvSpPr>
              <p:spPr>
                <a:xfrm>
                  <a:off x="572704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1" name="任意多边形: 形状 2730"/>
                <p:cNvSpPr/>
                <p:nvPr/>
              </p:nvSpPr>
              <p:spPr>
                <a:xfrm>
                  <a:off x="572704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2" name="任意多边形: 形状 2731"/>
                <p:cNvSpPr/>
                <p:nvPr/>
              </p:nvSpPr>
              <p:spPr>
                <a:xfrm>
                  <a:off x="5894248" y="501794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3" name="任意多边形: 形状 2732"/>
                <p:cNvSpPr/>
                <p:nvPr/>
              </p:nvSpPr>
              <p:spPr>
                <a:xfrm>
                  <a:off x="5894248" y="501794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4" name="任意多边形: 形状 2733"/>
                <p:cNvSpPr/>
                <p:nvPr/>
              </p:nvSpPr>
              <p:spPr>
                <a:xfrm>
                  <a:off x="5961502" y="501794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5" name="任意多边形: 形状 2734"/>
                <p:cNvSpPr/>
                <p:nvPr/>
              </p:nvSpPr>
              <p:spPr>
                <a:xfrm>
                  <a:off x="5961502" y="501794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6" name="任意多边形: 形状 2735"/>
                <p:cNvSpPr/>
                <p:nvPr/>
              </p:nvSpPr>
              <p:spPr>
                <a:xfrm>
                  <a:off x="609502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7" name="任意多边形: 形状 2736"/>
                <p:cNvSpPr/>
                <p:nvPr/>
              </p:nvSpPr>
              <p:spPr>
                <a:xfrm>
                  <a:off x="609502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8" name="任意多边形: 形状 2737"/>
                <p:cNvSpPr/>
                <p:nvPr/>
              </p:nvSpPr>
              <p:spPr>
                <a:xfrm>
                  <a:off x="6122452"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9" name="任意多边形: 形状 2738"/>
                <p:cNvSpPr/>
                <p:nvPr/>
              </p:nvSpPr>
              <p:spPr>
                <a:xfrm>
                  <a:off x="6122452"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0" name="任意多边形: 形状 2739"/>
                <p:cNvSpPr/>
                <p:nvPr/>
              </p:nvSpPr>
              <p:spPr>
                <a:xfrm>
                  <a:off x="6303371"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41" name="任意多边形: 形状 2740"/>
                <p:cNvSpPr/>
                <p:nvPr/>
              </p:nvSpPr>
              <p:spPr>
                <a:xfrm>
                  <a:off x="6303371"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2" name="任意多边形: 形状 2741"/>
                <p:cNvSpPr/>
                <p:nvPr/>
              </p:nvSpPr>
              <p:spPr>
                <a:xfrm>
                  <a:off x="6394762" y="501794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43" name="任意多边形: 形状 2742"/>
                <p:cNvSpPr/>
                <p:nvPr/>
              </p:nvSpPr>
              <p:spPr>
                <a:xfrm>
                  <a:off x="6394762" y="501794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4" name="文本框 2743"/>
                <p:cNvSpPr txBox="1"/>
                <p:nvPr/>
              </p:nvSpPr>
              <p:spPr>
                <a:xfrm>
                  <a:off x="287425" y="4217986"/>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TALONT000261432</a:t>
                  </a:r>
                </a:p>
              </p:txBody>
            </p:sp>
            <p:sp>
              <p:nvSpPr>
                <p:cNvPr id="2745" name="文本框 2744"/>
                <p:cNvSpPr txBox="1"/>
                <p:nvPr/>
              </p:nvSpPr>
              <p:spPr>
                <a:xfrm>
                  <a:off x="287425" y="4326062"/>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TALONT000261444</a:t>
                  </a:r>
                </a:p>
              </p:txBody>
            </p:sp>
            <p:sp>
              <p:nvSpPr>
                <p:cNvPr id="2746" name="文本框 2745"/>
                <p:cNvSpPr txBox="1"/>
                <p:nvPr/>
              </p:nvSpPr>
              <p:spPr>
                <a:xfrm>
                  <a:off x="287425" y="4434140"/>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TALONT000261447</a:t>
                  </a:r>
                </a:p>
              </p:txBody>
            </p:sp>
            <p:sp>
              <p:nvSpPr>
                <p:cNvPr id="2747" name="文本框 2746"/>
                <p:cNvSpPr txBox="1"/>
                <p:nvPr/>
              </p:nvSpPr>
              <p:spPr>
                <a:xfrm>
                  <a:off x="287425" y="4542217"/>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TALONT000261454</a:t>
                  </a:r>
                </a:p>
              </p:txBody>
            </p:sp>
            <p:sp>
              <p:nvSpPr>
                <p:cNvPr id="2748" name="文本框 2747"/>
                <p:cNvSpPr txBox="1"/>
                <p:nvPr/>
              </p:nvSpPr>
              <p:spPr>
                <a:xfrm>
                  <a:off x="287425" y="4650396"/>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TALONT000261461</a:t>
                  </a:r>
                </a:p>
              </p:txBody>
            </p:sp>
            <p:sp>
              <p:nvSpPr>
                <p:cNvPr id="2749" name="文本框 2748"/>
                <p:cNvSpPr txBox="1"/>
                <p:nvPr/>
              </p:nvSpPr>
              <p:spPr>
                <a:xfrm>
                  <a:off x="287644" y="4758473"/>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TALONT000261547</a:t>
                  </a:r>
                </a:p>
              </p:txBody>
            </p:sp>
            <p:sp>
              <p:nvSpPr>
                <p:cNvPr id="2750" name="文本框 2749"/>
                <p:cNvSpPr txBox="1"/>
                <p:nvPr/>
              </p:nvSpPr>
              <p:spPr>
                <a:xfrm>
                  <a:off x="286881" y="4865978"/>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TALONT000261612</a:t>
                  </a:r>
                </a:p>
              </p:txBody>
            </p:sp>
            <p:sp>
              <p:nvSpPr>
                <p:cNvPr id="2751" name="文本框 2750"/>
                <p:cNvSpPr txBox="1"/>
                <p:nvPr/>
              </p:nvSpPr>
              <p:spPr>
                <a:xfrm>
                  <a:off x="286881" y="4974067"/>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TALONT000261631</a:t>
                  </a:r>
                </a:p>
              </p:txBody>
            </p:sp>
          </p:grpSp>
          <p:grpSp>
            <p:nvGrpSpPr>
              <p:cNvPr id="69" name="图形 2"/>
              <p:cNvGrpSpPr/>
              <p:nvPr/>
            </p:nvGrpSpPr>
            <p:grpSpPr>
              <a:xfrm>
                <a:off x="373783" y="5112474"/>
                <a:ext cx="10962" cy="864819"/>
                <a:chOff x="373783" y="5112474"/>
                <a:chExt cx="10962" cy="864819"/>
              </a:xfrm>
            </p:grpSpPr>
            <p:sp>
              <p:nvSpPr>
                <p:cNvPr id="2330" name="任意多边形: 形状 2329"/>
                <p:cNvSpPr/>
                <p:nvPr/>
              </p:nvSpPr>
              <p:spPr>
                <a:xfrm>
                  <a:off x="373783" y="5112474"/>
                  <a:ext cx="10962" cy="864819"/>
                </a:xfrm>
                <a:custGeom>
                  <a:avLst/>
                  <a:gdLst>
                    <a:gd name="csX0" fmla="*/ 22 w 10962"/>
                    <a:gd name="csY0" fmla="*/ 411 h 864819"/>
                    <a:gd name="csX1" fmla="*/ 22 w 10962"/>
                    <a:gd name="csY1" fmla="*/ 411 h 864819"/>
                    <a:gd name="csX2" fmla="*/ 22 w 10962"/>
                    <a:gd name="csY2" fmla="*/ 865231 h 864819"/>
                    <a:gd name="csX3" fmla="*/ 22 w 10962"/>
                    <a:gd name="csY3" fmla="*/ 865231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1"/>
                      </a:lnTo>
                      <a:lnTo>
                        <a:pt x="22" y="865231"/>
                      </a:lnTo>
                      <a:close/>
                    </a:path>
                  </a:pathLst>
                </a:custGeom>
                <a:solidFill>
                  <a:srgbClr val="FFFFFF"/>
                </a:solidFill>
                <a:ln w="10959" cap="flat">
                  <a:noFill/>
                  <a:prstDash val="solid"/>
                  <a:miter/>
                </a:ln>
              </p:spPr>
              <p:txBody>
                <a:bodyPr/>
                <a:lstStyle/>
                <a:p>
                  <a:endParaRPr lang="zh-CN" altLang="en-US" sz="2190"/>
                </a:p>
              </p:txBody>
            </p:sp>
            <p:sp>
              <p:nvSpPr>
                <p:cNvPr id="2331" name="任意多边形: 形状 2330"/>
                <p:cNvSpPr/>
                <p:nvPr/>
              </p:nvSpPr>
              <p:spPr>
                <a:xfrm>
                  <a:off x="373783" y="5112474"/>
                  <a:ext cx="10962" cy="864819"/>
                </a:xfrm>
                <a:custGeom>
                  <a:avLst/>
                  <a:gdLst>
                    <a:gd name="csX0" fmla="*/ 22 w 10962"/>
                    <a:gd name="csY0" fmla="*/ 411 h 864819"/>
                    <a:gd name="csX1" fmla="*/ 22 w 10962"/>
                    <a:gd name="csY1" fmla="*/ 411 h 864819"/>
                    <a:gd name="csX2" fmla="*/ 22 w 10962"/>
                    <a:gd name="csY2" fmla="*/ 865231 h 864819"/>
                    <a:gd name="csX3" fmla="*/ 22 w 10962"/>
                    <a:gd name="csY3" fmla="*/ 865231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1"/>
                      </a:lnTo>
                      <a:lnTo>
                        <a:pt x="22" y="865231"/>
                      </a:lnTo>
                      <a:close/>
                    </a:path>
                  </a:pathLst>
                </a:custGeom>
                <a:noFill/>
                <a:ln w="8220" cap="rnd">
                  <a:solidFill>
                    <a:srgbClr val="FFFFFF"/>
                  </a:solidFill>
                  <a:prstDash val="solid"/>
                  <a:round/>
                </a:ln>
              </p:spPr>
              <p:txBody>
                <a:bodyPr/>
                <a:lstStyle/>
                <a:p>
                  <a:endParaRPr lang="zh-CN" altLang="en-US" sz="2190"/>
                </a:p>
              </p:txBody>
            </p:sp>
          </p:grpSp>
          <p:grpSp>
            <p:nvGrpSpPr>
              <p:cNvPr id="70" name="图形 2"/>
              <p:cNvGrpSpPr/>
              <p:nvPr/>
            </p:nvGrpSpPr>
            <p:grpSpPr>
              <a:xfrm>
                <a:off x="286882" y="5082805"/>
                <a:ext cx="6142549" cy="932278"/>
                <a:chOff x="286882" y="5082805"/>
                <a:chExt cx="6142549" cy="932278"/>
              </a:xfrm>
            </p:grpSpPr>
            <p:sp>
              <p:nvSpPr>
                <p:cNvPr id="1639" name="任意多边形: 形状 1638"/>
                <p:cNvSpPr/>
                <p:nvPr/>
              </p:nvSpPr>
              <p:spPr>
                <a:xfrm>
                  <a:off x="970735" y="5166564"/>
                  <a:ext cx="1077937" cy="10177"/>
                </a:xfrm>
                <a:custGeom>
                  <a:avLst/>
                  <a:gdLst>
                    <a:gd name="csX0" fmla="*/ 22 w 1077937"/>
                    <a:gd name="csY0" fmla="*/ 411 h 10177"/>
                    <a:gd name="csX1" fmla="*/ 1077959 w 1077937"/>
                    <a:gd name="csY1" fmla="*/ 411 h 10177"/>
                  </a:gdLst>
                  <a:ahLst/>
                  <a:cxnLst>
                    <a:cxn ang="0">
                      <a:pos x="csX0" y="csY0"/>
                    </a:cxn>
                    <a:cxn ang="0">
                      <a:pos x="csX1" y="csY1"/>
                    </a:cxn>
                  </a:cxnLst>
                  <a:rect l="l" t="t" r="r" b="b"/>
                  <a:pathLst>
                    <a:path w="1077937" h="10177">
                      <a:moveTo>
                        <a:pt x="22" y="411"/>
                      </a:moveTo>
                      <a:lnTo>
                        <a:pt x="1077959" y="411"/>
                      </a:lnTo>
                    </a:path>
                  </a:pathLst>
                </a:custGeom>
                <a:noFill/>
                <a:ln w="1644" cap="sq">
                  <a:solidFill>
                    <a:srgbClr val="A9A9A9"/>
                  </a:solidFill>
                  <a:prstDash val="solid"/>
                  <a:round/>
                </a:ln>
              </p:spPr>
              <p:txBody>
                <a:bodyPr/>
                <a:lstStyle/>
                <a:p>
                  <a:endParaRPr lang="zh-CN" altLang="en-US" sz="2190"/>
                </a:p>
              </p:txBody>
            </p:sp>
            <p:sp>
              <p:nvSpPr>
                <p:cNvPr id="1640" name="任意多边形: 形状 1639"/>
                <p:cNvSpPr/>
                <p:nvPr/>
              </p:nvSpPr>
              <p:spPr>
                <a:xfrm>
                  <a:off x="2066666" y="5166564"/>
                  <a:ext cx="19199" cy="10177"/>
                </a:xfrm>
                <a:custGeom>
                  <a:avLst/>
                  <a:gdLst>
                    <a:gd name="csX0" fmla="*/ 22 w 19199"/>
                    <a:gd name="csY0" fmla="*/ 411 h 10177"/>
                    <a:gd name="csX1" fmla="*/ 19222 w 19199"/>
                    <a:gd name="csY1" fmla="*/ 411 h 10177"/>
                  </a:gdLst>
                  <a:ahLst/>
                  <a:cxnLst>
                    <a:cxn ang="0">
                      <a:pos x="csX0" y="csY0"/>
                    </a:cxn>
                    <a:cxn ang="0">
                      <a:pos x="csX1" y="csY1"/>
                    </a:cxn>
                  </a:cxnLst>
                  <a:rect l="l" t="t" r="r" b="b"/>
                  <a:pathLst>
                    <a:path w="19199" h="10177">
                      <a:moveTo>
                        <a:pt x="22" y="411"/>
                      </a:moveTo>
                      <a:lnTo>
                        <a:pt x="19222" y="411"/>
                      </a:lnTo>
                    </a:path>
                  </a:pathLst>
                </a:custGeom>
                <a:noFill/>
                <a:ln w="1644" cap="sq">
                  <a:solidFill>
                    <a:srgbClr val="A9A9A9"/>
                  </a:solidFill>
                  <a:prstDash val="solid"/>
                  <a:round/>
                </a:ln>
              </p:spPr>
              <p:txBody>
                <a:bodyPr/>
                <a:lstStyle/>
                <a:p>
                  <a:endParaRPr lang="zh-CN" altLang="en-US" sz="2190"/>
                </a:p>
              </p:txBody>
            </p:sp>
            <p:sp>
              <p:nvSpPr>
                <p:cNvPr id="1641" name="任意多边形: 形状 1640"/>
                <p:cNvSpPr/>
                <p:nvPr/>
              </p:nvSpPr>
              <p:spPr>
                <a:xfrm>
                  <a:off x="2096837" y="5166564"/>
                  <a:ext cx="1722615" cy="10177"/>
                </a:xfrm>
                <a:custGeom>
                  <a:avLst/>
                  <a:gdLst>
                    <a:gd name="csX0" fmla="*/ 22 w 1722615"/>
                    <a:gd name="csY0" fmla="*/ 411 h 10177"/>
                    <a:gd name="csX1" fmla="*/ 1722637 w 1722615"/>
                    <a:gd name="csY1" fmla="*/ 411 h 10177"/>
                  </a:gdLst>
                  <a:ahLst/>
                  <a:cxnLst>
                    <a:cxn ang="0">
                      <a:pos x="csX0" y="csY0"/>
                    </a:cxn>
                    <a:cxn ang="0">
                      <a:pos x="csX1" y="csY1"/>
                    </a:cxn>
                  </a:cxnLst>
                  <a:rect l="l" t="t" r="r" b="b"/>
                  <a:pathLst>
                    <a:path w="1722615" h="10177">
                      <a:moveTo>
                        <a:pt x="22" y="411"/>
                      </a:moveTo>
                      <a:lnTo>
                        <a:pt x="1722637" y="411"/>
                      </a:lnTo>
                    </a:path>
                  </a:pathLst>
                </a:custGeom>
                <a:noFill/>
                <a:ln w="1644" cap="sq">
                  <a:solidFill>
                    <a:srgbClr val="A9A9A9"/>
                  </a:solidFill>
                  <a:prstDash val="solid"/>
                  <a:round/>
                </a:ln>
              </p:spPr>
              <p:txBody>
                <a:bodyPr/>
                <a:lstStyle/>
                <a:p>
                  <a:endParaRPr lang="zh-CN" altLang="en-US" sz="2190"/>
                </a:p>
              </p:txBody>
            </p:sp>
            <p:sp>
              <p:nvSpPr>
                <p:cNvPr id="1642" name="任意多边形: 形状 1641"/>
                <p:cNvSpPr/>
                <p:nvPr/>
              </p:nvSpPr>
              <p:spPr>
                <a:xfrm>
                  <a:off x="3836787" y="5166564"/>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643" name="任意多边形: 形状 1642"/>
                <p:cNvSpPr/>
                <p:nvPr/>
              </p:nvSpPr>
              <p:spPr>
                <a:xfrm>
                  <a:off x="3912709" y="5166564"/>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644" name="任意多边形: 形状 1643"/>
                <p:cNvSpPr/>
                <p:nvPr/>
              </p:nvSpPr>
              <p:spPr>
                <a:xfrm>
                  <a:off x="4570223" y="5166564"/>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645" name="任意多边形: 形状 1644"/>
                <p:cNvSpPr/>
                <p:nvPr/>
              </p:nvSpPr>
              <p:spPr>
                <a:xfrm>
                  <a:off x="4709120" y="5166564"/>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646" name="任意多边形: 形状 1645"/>
                <p:cNvSpPr/>
                <p:nvPr/>
              </p:nvSpPr>
              <p:spPr>
                <a:xfrm>
                  <a:off x="4840558" y="5166564"/>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647" name="任意多边形: 形状 1646"/>
                <p:cNvSpPr/>
                <p:nvPr/>
              </p:nvSpPr>
              <p:spPr>
                <a:xfrm>
                  <a:off x="5108807" y="5166564"/>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648" name="任意多边形: 形状 1647"/>
                <p:cNvSpPr/>
                <p:nvPr/>
              </p:nvSpPr>
              <p:spPr>
                <a:xfrm>
                  <a:off x="5218412" y="5166564"/>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649" name="任意多边形: 形状 1648"/>
                <p:cNvSpPr/>
                <p:nvPr/>
              </p:nvSpPr>
              <p:spPr>
                <a:xfrm>
                  <a:off x="5249351" y="5166564"/>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650" name="任意多边形: 形状 1649"/>
                <p:cNvSpPr/>
                <p:nvPr/>
              </p:nvSpPr>
              <p:spPr>
                <a:xfrm>
                  <a:off x="5462415" y="5166564"/>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651" name="任意多边形: 形状 1650"/>
                <p:cNvSpPr/>
                <p:nvPr/>
              </p:nvSpPr>
              <p:spPr>
                <a:xfrm>
                  <a:off x="5738125" y="5166564"/>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654" name="任意多边形: 形状 1653"/>
                <p:cNvSpPr/>
                <p:nvPr/>
              </p:nvSpPr>
              <p:spPr>
                <a:xfrm>
                  <a:off x="5908730" y="5166564"/>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655" name="任意多边形: 形状 1654"/>
                <p:cNvSpPr/>
                <p:nvPr/>
              </p:nvSpPr>
              <p:spPr>
                <a:xfrm>
                  <a:off x="5976314" y="5166564"/>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656" name="任意多边形: 形状 1655"/>
                <p:cNvSpPr/>
                <p:nvPr/>
              </p:nvSpPr>
              <p:spPr>
                <a:xfrm>
                  <a:off x="6106105" y="5166564"/>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658" name="任意多边形: 形状 1657"/>
                <p:cNvSpPr/>
                <p:nvPr/>
              </p:nvSpPr>
              <p:spPr>
                <a:xfrm>
                  <a:off x="6133424" y="5166564"/>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659" name="任意多边形: 形状 1658"/>
                <p:cNvSpPr/>
                <p:nvPr/>
              </p:nvSpPr>
              <p:spPr>
                <a:xfrm>
                  <a:off x="6314342" y="5166564"/>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660" name="任意多边形: 形状 1659"/>
                <p:cNvSpPr/>
                <p:nvPr/>
              </p:nvSpPr>
              <p:spPr>
                <a:xfrm>
                  <a:off x="970735" y="5274641"/>
                  <a:ext cx="297104" cy="10177"/>
                </a:xfrm>
                <a:custGeom>
                  <a:avLst/>
                  <a:gdLst>
                    <a:gd name="csX0" fmla="*/ 22 w 297104"/>
                    <a:gd name="csY0" fmla="*/ 411 h 10177"/>
                    <a:gd name="csX1" fmla="*/ 297127 w 297104"/>
                    <a:gd name="csY1" fmla="*/ 411 h 10177"/>
                  </a:gdLst>
                  <a:ahLst/>
                  <a:cxnLst>
                    <a:cxn ang="0">
                      <a:pos x="csX0" y="csY0"/>
                    </a:cxn>
                    <a:cxn ang="0">
                      <a:pos x="csX1" y="csY1"/>
                    </a:cxn>
                  </a:cxnLst>
                  <a:rect l="l" t="t" r="r" b="b"/>
                  <a:pathLst>
                    <a:path w="297104" h="10177">
                      <a:moveTo>
                        <a:pt x="22" y="411"/>
                      </a:moveTo>
                      <a:lnTo>
                        <a:pt x="297127" y="411"/>
                      </a:lnTo>
                    </a:path>
                  </a:pathLst>
                </a:custGeom>
                <a:noFill/>
                <a:ln w="1644" cap="sq">
                  <a:solidFill>
                    <a:srgbClr val="A9A9A9"/>
                  </a:solidFill>
                  <a:prstDash val="solid"/>
                  <a:round/>
                </a:ln>
              </p:spPr>
              <p:txBody>
                <a:bodyPr/>
                <a:lstStyle/>
                <a:p>
                  <a:endParaRPr lang="zh-CN" altLang="en-US" sz="2190"/>
                </a:p>
              </p:txBody>
            </p:sp>
            <p:sp>
              <p:nvSpPr>
                <p:cNvPr id="1661" name="任意多边形: 形状 1660"/>
                <p:cNvSpPr/>
                <p:nvPr/>
              </p:nvSpPr>
              <p:spPr>
                <a:xfrm>
                  <a:off x="1278811" y="5274641"/>
                  <a:ext cx="807054" cy="10177"/>
                </a:xfrm>
                <a:custGeom>
                  <a:avLst/>
                  <a:gdLst>
                    <a:gd name="csX0" fmla="*/ 22 w 807054"/>
                    <a:gd name="csY0" fmla="*/ 411 h 10177"/>
                    <a:gd name="csX1" fmla="*/ 807076 w 807054"/>
                    <a:gd name="csY1" fmla="*/ 411 h 10177"/>
                  </a:gdLst>
                  <a:ahLst/>
                  <a:cxnLst>
                    <a:cxn ang="0">
                      <a:pos x="csX0" y="csY0"/>
                    </a:cxn>
                    <a:cxn ang="0">
                      <a:pos x="csX1" y="csY1"/>
                    </a:cxn>
                  </a:cxnLst>
                  <a:rect l="l" t="t" r="r" b="b"/>
                  <a:pathLst>
                    <a:path w="807054" h="10177">
                      <a:moveTo>
                        <a:pt x="22" y="411"/>
                      </a:moveTo>
                      <a:lnTo>
                        <a:pt x="807076" y="411"/>
                      </a:lnTo>
                    </a:path>
                  </a:pathLst>
                </a:custGeom>
                <a:noFill/>
                <a:ln w="1644" cap="sq">
                  <a:solidFill>
                    <a:srgbClr val="A9A9A9"/>
                  </a:solidFill>
                  <a:prstDash val="solid"/>
                  <a:round/>
                </a:ln>
              </p:spPr>
              <p:txBody>
                <a:bodyPr/>
                <a:lstStyle/>
                <a:p>
                  <a:endParaRPr lang="zh-CN" altLang="en-US" sz="2190"/>
                </a:p>
              </p:txBody>
            </p:sp>
            <p:sp>
              <p:nvSpPr>
                <p:cNvPr id="1662" name="任意多边形: 形状 1661"/>
                <p:cNvSpPr/>
                <p:nvPr/>
              </p:nvSpPr>
              <p:spPr>
                <a:xfrm>
                  <a:off x="2096837" y="5274641"/>
                  <a:ext cx="1722615" cy="10177"/>
                </a:xfrm>
                <a:custGeom>
                  <a:avLst/>
                  <a:gdLst>
                    <a:gd name="csX0" fmla="*/ 22 w 1722615"/>
                    <a:gd name="csY0" fmla="*/ 411 h 10177"/>
                    <a:gd name="csX1" fmla="*/ 1722637 w 1722615"/>
                    <a:gd name="csY1" fmla="*/ 411 h 10177"/>
                  </a:gdLst>
                  <a:ahLst/>
                  <a:cxnLst>
                    <a:cxn ang="0">
                      <a:pos x="csX0" y="csY0"/>
                    </a:cxn>
                    <a:cxn ang="0">
                      <a:pos x="csX1" y="csY1"/>
                    </a:cxn>
                  </a:cxnLst>
                  <a:rect l="l" t="t" r="r" b="b"/>
                  <a:pathLst>
                    <a:path w="1722615" h="10177">
                      <a:moveTo>
                        <a:pt x="22" y="411"/>
                      </a:moveTo>
                      <a:lnTo>
                        <a:pt x="1722637" y="411"/>
                      </a:lnTo>
                    </a:path>
                  </a:pathLst>
                </a:custGeom>
                <a:noFill/>
                <a:ln w="1644" cap="sq">
                  <a:solidFill>
                    <a:srgbClr val="A9A9A9"/>
                  </a:solidFill>
                  <a:prstDash val="solid"/>
                  <a:round/>
                </a:ln>
              </p:spPr>
              <p:txBody>
                <a:bodyPr/>
                <a:lstStyle/>
                <a:p>
                  <a:endParaRPr lang="zh-CN" altLang="en-US" sz="2190"/>
                </a:p>
              </p:txBody>
            </p:sp>
            <p:sp>
              <p:nvSpPr>
                <p:cNvPr id="1663" name="任意多边形: 形状 1662"/>
                <p:cNvSpPr/>
                <p:nvPr/>
              </p:nvSpPr>
              <p:spPr>
                <a:xfrm>
                  <a:off x="3836787" y="5274641"/>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664" name="任意多边形: 形状 1663"/>
                <p:cNvSpPr/>
                <p:nvPr/>
              </p:nvSpPr>
              <p:spPr>
                <a:xfrm>
                  <a:off x="3912709" y="5274641"/>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665" name="任意多边形: 形状 1664"/>
                <p:cNvSpPr/>
                <p:nvPr/>
              </p:nvSpPr>
              <p:spPr>
                <a:xfrm>
                  <a:off x="4570223" y="5274641"/>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692" name="任意多边形: 形状 1691"/>
                <p:cNvSpPr/>
                <p:nvPr/>
              </p:nvSpPr>
              <p:spPr>
                <a:xfrm>
                  <a:off x="4709120" y="5274641"/>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696" name="任意多边形: 形状 1695"/>
                <p:cNvSpPr/>
                <p:nvPr/>
              </p:nvSpPr>
              <p:spPr>
                <a:xfrm>
                  <a:off x="4840558" y="5274641"/>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700" name="任意多边形: 形状 1699"/>
                <p:cNvSpPr/>
                <p:nvPr/>
              </p:nvSpPr>
              <p:spPr>
                <a:xfrm>
                  <a:off x="5108807" y="5274641"/>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704" name="任意多边形: 形状 1703"/>
                <p:cNvSpPr/>
                <p:nvPr/>
              </p:nvSpPr>
              <p:spPr>
                <a:xfrm>
                  <a:off x="5218412" y="5274641"/>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708" name="任意多边形: 形状 1707"/>
                <p:cNvSpPr/>
                <p:nvPr/>
              </p:nvSpPr>
              <p:spPr>
                <a:xfrm>
                  <a:off x="5249351" y="5274641"/>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712" name="任意多边形: 形状 1711"/>
                <p:cNvSpPr/>
                <p:nvPr/>
              </p:nvSpPr>
              <p:spPr>
                <a:xfrm>
                  <a:off x="5462415" y="5274641"/>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716" name="任意多边形: 形状 1715"/>
                <p:cNvSpPr/>
                <p:nvPr/>
              </p:nvSpPr>
              <p:spPr>
                <a:xfrm>
                  <a:off x="5738125" y="5274641"/>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720" name="任意多边形: 形状 1719"/>
                <p:cNvSpPr/>
                <p:nvPr/>
              </p:nvSpPr>
              <p:spPr>
                <a:xfrm>
                  <a:off x="5908730" y="5274641"/>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724" name="任意多边形: 形状 1723"/>
                <p:cNvSpPr/>
                <p:nvPr/>
              </p:nvSpPr>
              <p:spPr>
                <a:xfrm>
                  <a:off x="5976314" y="5274641"/>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728" name="任意多边形: 形状 1727"/>
                <p:cNvSpPr/>
                <p:nvPr/>
              </p:nvSpPr>
              <p:spPr>
                <a:xfrm>
                  <a:off x="6106105" y="5274641"/>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732" name="任意多边形: 形状 1731"/>
                <p:cNvSpPr/>
                <p:nvPr/>
              </p:nvSpPr>
              <p:spPr>
                <a:xfrm>
                  <a:off x="6133424" y="5274641"/>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736" name="任意多边形: 形状 1735"/>
                <p:cNvSpPr/>
                <p:nvPr/>
              </p:nvSpPr>
              <p:spPr>
                <a:xfrm>
                  <a:off x="6314342" y="5274641"/>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740" name="任意多边形: 形状 1739"/>
                <p:cNvSpPr/>
                <p:nvPr/>
              </p:nvSpPr>
              <p:spPr>
                <a:xfrm>
                  <a:off x="970735" y="5382819"/>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1744" name="任意多边形: 形状 1743"/>
                <p:cNvSpPr/>
                <p:nvPr/>
              </p:nvSpPr>
              <p:spPr>
                <a:xfrm>
                  <a:off x="2096837" y="5382819"/>
                  <a:ext cx="53430" cy="10177"/>
                </a:xfrm>
                <a:custGeom>
                  <a:avLst/>
                  <a:gdLst>
                    <a:gd name="csX0" fmla="*/ 22 w 53430"/>
                    <a:gd name="csY0" fmla="*/ 411 h 10177"/>
                    <a:gd name="csX1" fmla="*/ 53453 w 53430"/>
                    <a:gd name="csY1" fmla="*/ 411 h 10177"/>
                  </a:gdLst>
                  <a:ahLst/>
                  <a:cxnLst>
                    <a:cxn ang="0">
                      <a:pos x="csX0" y="csY0"/>
                    </a:cxn>
                    <a:cxn ang="0">
                      <a:pos x="csX1" y="csY1"/>
                    </a:cxn>
                  </a:cxnLst>
                  <a:rect l="l" t="t" r="r" b="b"/>
                  <a:pathLst>
                    <a:path w="53430" h="10177">
                      <a:moveTo>
                        <a:pt x="22" y="411"/>
                      </a:moveTo>
                      <a:lnTo>
                        <a:pt x="53453" y="411"/>
                      </a:lnTo>
                    </a:path>
                  </a:pathLst>
                </a:custGeom>
                <a:noFill/>
                <a:ln w="1644" cap="sq">
                  <a:solidFill>
                    <a:srgbClr val="A9A9A9"/>
                  </a:solidFill>
                  <a:prstDash val="solid"/>
                  <a:round/>
                </a:ln>
              </p:spPr>
              <p:txBody>
                <a:bodyPr/>
                <a:lstStyle/>
                <a:p>
                  <a:endParaRPr lang="zh-CN" altLang="en-US" sz="2190"/>
                </a:p>
              </p:txBody>
            </p:sp>
            <p:sp>
              <p:nvSpPr>
                <p:cNvPr id="1748" name="任意多边形: 形状 1747"/>
                <p:cNvSpPr/>
                <p:nvPr/>
              </p:nvSpPr>
              <p:spPr>
                <a:xfrm>
                  <a:off x="2178903" y="5382819"/>
                  <a:ext cx="1640549" cy="10177"/>
                </a:xfrm>
                <a:custGeom>
                  <a:avLst/>
                  <a:gdLst>
                    <a:gd name="csX0" fmla="*/ 22 w 1640549"/>
                    <a:gd name="csY0" fmla="*/ 411 h 10177"/>
                    <a:gd name="csX1" fmla="*/ 1640571 w 1640549"/>
                    <a:gd name="csY1" fmla="*/ 411 h 10177"/>
                  </a:gdLst>
                  <a:ahLst/>
                  <a:cxnLst>
                    <a:cxn ang="0">
                      <a:pos x="csX0" y="csY0"/>
                    </a:cxn>
                    <a:cxn ang="0">
                      <a:pos x="csX1" y="csY1"/>
                    </a:cxn>
                  </a:cxnLst>
                  <a:rect l="l" t="t" r="r" b="b"/>
                  <a:pathLst>
                    <a:path w="1640549" h="10177">
                      <a:moveTo>
                        <a:pt x="22" y="411"/>
                      </a:moveTo>
                      <a:lnTo>
                        <a:pt x="1640571" y="411"/>
                      </a:lnTo>
                    </a:path>
                  </a:pathLst>
                </a:custGeom>
                <a:noFill/>
                <a:ln w="1644" cap="sq">
                  <a:solidFill>
                    <a:srgbClr val="A9A9A9"/>
                  </a:solidFill>
                  <a:prstDash val="solid"/>
                  <a:round/>
                </a:ln>
              </p:spPr>
              <p:txBody>
                <a:bodyPr/>
                <a:lstStyle/>
                <a:p>
                  <a:endParaRPr lang="zh-CN" altLang="en-US" sz="2190"/>
                </a:p>
              </p:txBody>
            </p:sp>
            <p:sp>
              <p:nvSpPr>
                <p:cNvPr id="1752" name="任意多边形: 形状 1751"/>
                <p:cNvSpPr/>
                <p:nvPr/>
              </p:nvSpPr>
              <p:spPr>
                <a:xfrm>
                  <a:off x="3836787" y="5382819"/>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756" name="任意多边形: 形状 1755"/>
                <p:cNvSpPr/>
                <p:nvPr/>
              </p:nvSpPr>
              <p:spPr>
                <a:xfrm>
                  <a:off x="3912709" y="5382819"/>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760" name="任意多边形: 形状 1759"/>
                <p:cNvSpPr/>
                <p:nvPr/>
              </p:nvSpPr>
              <p:spPr>
                <a:xfrm>
                  <a:off x="4570223" y="5382819"/>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764" name="任意多边形: 形状 1763"/>
                <p:cNvSpPr/>
                <p:nvPr/>
              </p:nvSpPr>
              <p:spPr>
                <a:xfrm>
                  <a:off x="4709120" y="5382819"/>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768" name="任意多边形: 形状 1767"/>
                <p:cNvSpPr/>
                <p:nvPr/>
              </p:nvSpPr>
              <p:spPr>
                <a:xfrm>
                  <a:off x="4840558" y="5382819"/>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772" name="任意多边形: 形状 1771"/>
                <p:cNvSpPr/>
                <p:nvPr/>
              </p:nvSpPr>
              <p:spPr>
                <a:xfrm>
                  <a:off x="5108807" y="5382819"/>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776" name="任意多边形: 形状 1775"/>
                <p:cNvSpPr/>
                <p:nvPr/>
              </p:nvSpPr>
              <p:spPr>
                <a:xfrm>
                  <a:off x="5218412" y="5382819"/>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780" name="任意多边形: 形状 1779"/>
                <p:cNvSpPr/>
                <p:nvPr/>
              </p:nvSpPr>
              <p:spPr>
                <a:xfrm>
                  <a:off x="5249351" y="5382819"/>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784" name="任意多边形: 形状 1783"/>
                <p:cNvSpPr/>
                <p:nvPr/>
              </p:nvSpPr>
              <p:spPr>
                <a:xfrm>
                  <a:off x="5462415" y="5382819"/>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788" name="任意多边形: 形状 1787"/>
                <p:cNvSpPr/>
                <p:nvPr/>
              </p:nvSpPr>
              <p:spPr>
                <a:xfrm>
                  <a:off x="5738125" y="5382819"/>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20" name="任意多边形: 形状 1919"/>
                <p:cNvSpPr/>
                <p:nvPr/>
              </p:nvSpPr>
              <p:spPr>
                <a:xfrm>
                  <a:off x="5908730" y="5382819"/>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21" name="任意多边形: 形状 1920"/>
                <p:cNvSpPr/>
                <p:nvPr/>
              </p:nvSpPr>
              <p:spPr>
                <a:xfrm>
                  <a:off x="5976314" y="5382819"/>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22" name="任意多边形: 形状 1921"/>
                <p:cNvSpPr/>
                <p:nvPr/>
              </p:nvSpPr>
              <p:spPr>
                <a:xfrm>
                  <a:off x="6106105" y="5382819"/>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23" name="任意多边形: 形状 1922"/>
                <p:cNvSpPr/>
                <p:nvPr/>
              </p:nvSpPr>
              <p:spPr>
                <a:xfrm>
                  <a:off x="6133424" y="5382819"/>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24" name="任意多边形: 形状 1923"/>
                <p:cNvSpPr/>
                <p:nvPr/>
              </p:nvSpPr>
              <p:spPr>
                <a:xfrm>
                  <a:off x="6314342" y="5382819"/>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25" name="任意多边形: 形状 1924"/>
                <p:cNvSpPr/>
                <p:nvPr/>
              </p:nvSpPr>
              <p:spPr>
                <a:xfrm>
                  <a:off x="970735" y="5490896"/>
                  <a:ext cx="297104" cy="10177"/>
                </a:xfrm>
                <a:custGeom>
                  <a:avLst/>
                  <a:gdLst>
                    <a:gd name="csX0" fmla="*/ 22 w 297104"/>
                    <a:gd name="csY0" fmla="*/ 411 h 10177"/>
                    <a:gd name="csX1" fmla="*/ 297127 w 297104"/>
                    <a:gd name="csY1" fmla="*/ 411 h 10177"/>
                  </a:gdLst>
                  <a:ahLst/>
                  <a:cxnLst>
                    <a:cxn ang="0">
                      <a:pos x="csX0" y="csY0"/>
                    </a:cxn>
                    <a:cxn ang="0">
                      <a:pos x="csX1" y="csY1"/>
                    </a:cxn>
                  </a:cxnLst>
                  <a:rect l="l" t="t" r="r" b="b"/>
                  <a:pathLst>
                    <a:path w="297104" h="10177">
                      <a:moveTo>
                        <a:pt x="22" y="411"/>
                      </a:moveTo>
                      <a:lnTo>
                        <a:pt x="297127" y="411"/>
                      </a:lnTo>
                    </a:path>
                  </a:pathLst>
                </a:custGeom>
                <a:noFill/>
                <a:ln w="1644" cap="sq">
                  <a:solidFill>
                    <a:srgbClr val="A9A9A9"/>
                  </a:solidFill>
                  <a:prstDash val="solid"/>
                  <a:round/>
                </a:ln>
              </p:spPr>
              <p:txBody>
                <a:bodyPr/>
                <a:lstStyle/>
                <a:p>
                  <a:endParaRPr lang="zh-CN" altLang="en-US" sz="2190"/>
                </a:p>
              </p:txBody>
            </p:sp>
            <p:sp>
              <p:nvSpPr>
                <p:cNvPr id="1926" name="任意多边形: 形状 1925"/>
                <p:cNvSpPr/>
                <p:nvPr/>
              </p:nvSpPr>
              <p:spPr>
                <a:xfrm>
                  <a:off x="1278811" y="5490896"/>
                  <a:ext cx="807054" cy="10177"/>
                </a:xfrm>
                <a:custGeom>
                  <a:avLst/>
                  <a:gdLst>
                    <a:gd name="csX0" fmla="*/ 22 w 807054"/>
                    <a:gd name="csY0" fmla="*/ 411 h 10177"/>
                    <a:gd name="csX1" fmla="*/ 807076 w 807054"/>
                    <a:gd name="csY1" fmla="*/ 411 h 10177"/>
                  </a:gdLst>
                  <a:ahLst/>
                  <a:cxnLst>
                    <a:cxn ang="0">
                      <a:pos x="csX0" y="csY0"/>
                    </a:cxn>
                    <a:cxn ang="0">
                      <a:pos x="csX1" y="csY1"/>
                    </a:cxn>
                  </a:cxnLst>
                  <a:rect l="l" t="t" r="r" b="b"/>
                  <a:pathLst>
                    <a:path w="807054" h="10177">
                      <a:moveTo>
                        <a:pt x="22" y="411"/>
                      </a:moveTo>
                      <a:lnTo>
                        <a:pt x="807076" y="411"/>
                      </a:lnTo>
                    </a:path>
                  </a:pathLst>
                </a:custGeom>
                <a:noFill/>
                <a:ln w="1644" cap="sq">
                  <a:solidFill>
                    <a:srgbClr val="A9A9A9"/>
                  </a:solidFill>
                  <a:prstDash val="solid"/>
                  <a:round/>
                </a:ln>
              </p:spPr>
              <p:txBody>
                <a:bodyPr/>
                <a:lstStyle/>
                <a:p>
                  <a:endParaRPr lang="zh-CN" altLang="en-US" sz="2190"/>
                </a:p>
              </p:txBody>
            </p:sp>
            <p:sp>
              <p:nvSpPr>
                <p:cNvPr id="1927" name="任意多边形: 形状 1926"/>
                <p:cNvSpPr/>
                <p:nvPr/>
              </p:nvSpPr>
              <p:spPr>
                <a:xfrm>
                  <a:off x="2096837" y="5490896"/>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28" name="任意多边形: 形状 1927"/>
                <p:cNvSpPr/>
                <p:nvPr/>
              </p:nvSpPr>
              <p:spPr>
                <a:xfrm>
                  <a:off x="2179671" y="5490896"/>
                  <a:ext cx="1639781" cy="10177"/>
                </a:xfrm>
                <a:custGeom>
                  <a:avLst/>
                  <a:gdLst>
                    <a:gd name="csX0" fmla="*/ 22 w 1639781"/>
                    <a:gd name="csY0" fmla="*/ 411 h 10177"/>
                    <a:gd name="csX1" fmla="*/ 1639803 w 1639781"/>
                    <a:gd name="csY1" fmla="*/ 411 h 10177"/>
                  </a:gdLst>
                  <a:ahLst/>
                  <a:cxnLst>
                    <a:cxn ang="0">
                      <a:pos x="csX0" y="csY0"/>
                    </a:cxn>
                    <a:cxn ang="0">
                      <a:pos x="csX1" y="csY1"/>
                    </a:cxn>
                  </a:cxnLst>
                  <a:rect l="l" t="t" r="r" b="b"/>
                  <a:pathLst>
                    <a:path w="1639781" h="10177">
                      <a:moveTo>
                        <a:pt x="22" y="411"/>
                      </a:moveTo>
                      <a:lnTo>
                        <a:pt x="1639803" y="411"/>
                      </a:lnTo>
                    </a:path>
                  </a:pathLst>
                </a:custGeom>
                <a:noFill/>
                <a:ln w="1644" cap="sq">
                  <a:solidFill>
                    <a:srgbClr val="A9A9A9"/>
                  </a:solidFill>
                  <a:prstDash val="solid"/>
                  <a:round/>
                </a:ln>
              </p:spPr>
              <p:txBody>
                <a:bodyPr/>
                <a:lstStyle/>
                <a:p>
                  <a:endParaRPr lang="zh-CN" altLang="en-US" sz="2190"/>
                </a:p>
              </p:txBody>
            </p:sp>
            <p:sp>
              <p:nvSpPr>
                <p:cNvPr id="1929" name="任意多边形: 形状 1928"/>
                <p:cNvSpPr/>
                <p:nvPr/>
              </p:nvSpPr>
              <p:spPr>
                <a:xfrm>
                  <a:off x="3836787" y="5490896"/>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30" name="任意多边形: 形状 1929"/>
                <p:cNvSpPr/>
                <p:nvPr/>
              </p:nvSpPr>
              <p:spPr>
                <a:xfrm>
                  <a:off x="3912709" y="5490896"/>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31" name="任意多边形: 形状 1930"/>
                <p:cNvSpPr/>
                <p:nvPr/>
              </p:nvSpPr>
              <p:spPr>
                <a:xfrm>
                  <a:off x="4570223" y="5490896"/>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32" name="任意多边形: 形状 1931"/>
                <p:cNvSpPr/>
                <p:nvPr/>
              </p:nvSpPr>
              <p:spPr>
                <a:xfrm>
                  <a:off x="4709120" y="5490896"/>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33" name="任意多边形: 形状 1932"/>
                <p:cNvSpPr/>
                <p:nvPr/>
              </p:nvSpPr>
              <p:spPr>
                <a:xfrm>
                  <a:off x="4840558" y="5490896"/>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34" name="任意多边形: 形状 1933"/>
                <p:cNvSpPr/>
                <p:nvPr/>
              </p:nvSpPr>
              <p:spPr>
                <a:xfrm>
                  <a:off x="5108807" y="5490896"/>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35" name="任意多边形: 形状 1934"/>
                <p:cNvSpPr/>
                <p:nvPr/>
              </p:nvSpPr>
              <p:spPr>
                <a:xfrm>
                  <a:off x="5218412" y="5490896"/>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36" name="任意多边形: 形状 1935"/>
                <p:cNvSpPr/>
                <p:nvPr/>
              </p:nvSpPr>
              <p:spPr>
                <a:xfrm>
                  <a:off x="5249351" y="5490896"/>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37" name="任意多边形: 形状 1936"/>
                <p:cNvSpPr/>
                <p:nvPr/>
              </p:nvSpPr>
              <p:spPr>
                <a:xfrm>
                  <a:off x="5462415" y="5490896"/>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38" name="任意多边形: 形状 1937"/>
                <p:cNvSpPr/>
                <p:nvPr/>
              </p:nvSpPr>
              <p:spPr>
                <a:xfrm>
                  <a:off x="5738125" y="5490896"/>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39" name="任意多边形: 形状 1938"/>
                <p:cNvSpPr/>
                <p:nvPr/>
              </p:nvSpPr>
              <p:spPr>
                <a:xfrm>
                  <a:off x="5908730" y="5490896"/>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40" name="任意多边形: 形状 1939"/>
                <p:cNvSpPr/>
                <p:nvPr/>
              </p:nvSpPr>
              <p:spPr>
                <a:xfrm>
                  <a:off x="5976314" y="5490896"/>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41" name="任意多边形: 形状 1940"/>
                <p:cNvSpPr/>
                <p:nvPr/>
              </p:nvSpPr>
              <p:spPr>
                <a:xfrm>
                  <a:off x="6106105" y="5490896"/>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42" name="任意多边形: 形状 1941"/>
                <p:cNvSpPr/>
                <p:nvPr/>
              </p:nvSpPr>
              <p:spPr>
                <a:xfrm>
                  <a:off x="6133424" y="5490896"/>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43" name="任意多边形: 形状 1942"/>
                <p:cNvSpPr/>
                <p:nvPr/>
              </p:nvSpPr>
              <p:spPr>
                <a:xfrm>
                  <a:off x="6314342" y="5490896"/>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44" name="任意多边形: 形状 1943"/>
                <p:cNvSpPr/>
                <p:nvPr/>
              </p:nvSpPr>
              <p:spPr>
                <a:xfrm>
                  <a:off x="970955" y="5815229"/>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45" name="任意多边形: 形状 1944"/>
                <p:cNvSpPr/>
                <p:nvPr/>
              </p:nvSpPr>
              <p:spPr>
                <a:xfrm>
                  <a:off x="2096837" y="5815229"/>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46" name="任意多边形: 形状 1945"/>
                <p:cNvSpPr/>
                <p:nvPr/>
              </p:nvSpPr>
              <p:spPr>
                <a:xfrm>
                  <a:off x="2179671" y="5815229"/>
                  <a:ext cx="1640439" cy="10177"/>
                </a:xfrm>
                <a:custGeom>
                  <a:avLst/>
                  <a:gdLst>
                    <a:gd name="csX0" fmla="*/ 22 w 1640439"/>
                    <a:gd name="csY0" fmla="*/ 411 h 10177"/>
                    <a:gd name="csX1" fmla="*/ 1640462 w 1640439"/>
                    <a:gd name="csY1" fmla="*/ 411 h 10177"/>
                  </a:gdLst>
                  <a:ahLst/>
                  <a:cxnLst>
                    <a:cxn ang="0">
                      <a:pos x="csX0" y="csY0"/>
                    </a:cxn>
                    <a:cxn ang="0">
                      <a:pos x="csX1" y="csY1"/>
                    </a:cxn>
                  </a:cxnLst>
                  <a:rect l="l" t="t" r="r" b="b"/>
                  <a:pathLst>
                    <a:path w="1640439" h="10177">
                      <a:moveTo>
                        <a:pt x="22" y="411"/>
                      </a:moveTo>
                      <a:lnTo>
                        <a:pt x="1640462" y="411"/>
                      </a:lnTo>
                    </a:path>
                  </a:pathLst>
                </a:custGeom>
                <a:noFill/>
                <a:ln w="1644" cap="sq">
                  <a:solidFill>
                    <a:srgbClr val="A9A9A9"/>
                  </a:solidFill>
                  <a:prstDash val="solid"/>
                  <a:round/>
                </a:ln>
              </p:spPr>
              <p:txBody>
                <a:bodyPr/>
                <a:lstStyle/>
                <a:p>
                  <a:endParaRPr lang="zh-CN" altLang="en-US" sz="2190"/>
                </a:p>
              </p:txBody>
            </p:sp>
            <p:sp>
              <p:nvSpPr>
                <p:cNvPr id="1947" name="任意多边形: 形状 1946"/>
                <p:cNvSpPr/>
                <p:nvPr/>
              </p:nvSpPr>
              <p:spPr>
                <a:xfrm>
                  <a:off x="3836787" y="5815229"/>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48" name="任意多边形: 形状 1947"/>
                <p:cNvSpPr/>
                <p:nvPr/>
              </p:nvSpPr>
              <p:spPr>
                <a:xfrm>
                  <a:off x="3912709" y="5815229"/>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49" name="任意多边形: 形状 1948"/>
                <p:cNvSpPr/>
                <p:nvPr/>
              </p:nvSpPr>
              <p:spPr>
                <a:xfrm>
                  <a:off x="4570223" y="5815229"/>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50" name="任意多边形: 形状 1949"/>
                <p:cNvSpPr/>
                <p:nvPr/>
              </p:nvSpPr>
              <p:spPr>
                <a:xfrm>
                  <a:off x="4709120" y="5815229"/>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51" name="任意多边形: 形状 1950"/>
                <p:cNvSpPr/>
                <p:nvPr/>
              </p:nvSpPr>
              <p:spPr>
                <a:xfrm>
                  <a:off x="4840558" y="5815229"/>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52" name="任意多边形: 形状 1951"/>
                <p:cNvSpPr/>
                <p:nvPr/>
              </p:nvSpPr>
              <p:spPr>
                <a:xfrm>
                  <a:off x="5108807" y="5815229"/>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53" name="任意多边形: 形状 1952"/>
                <p:cNvSpPr/>
                <p:nvPr/>
              </p:nvSpPr>
              <p:spPr>
                <a:xfrm>
                  <a:off x="5218412" y="5815229"/>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54" name="任意多边形: 形状 1953"/>
                <p:cNvSpPr/>
                <p:nvPr/>
              </p:nvSpPr>
              <p:spPr>
                <a:xfrm>
                  <a:off x="5249351" y="5815229"/>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55" name="任意多边形: 形状 1954"/>
                <p:cNvSpPr/>
                <p:nvPr/>
              </p:nvSpPr>
              <p:spPr>
                <a:xfrm>
                  <a:off x="5462415" y="5815229"/>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56" name="任意多边形: 形状 1955"/>
                <p:cNvSpPr/>
                <p:nvPr/>
              </p:nvSpPr>
              <p:spPr>
                <a:xfrm>
                  <a:off x="5738125" y="5815229"/>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57" name="任意多边形: 形状 1956"/>
                <p:cNvSpPr/>
                <p:nvPr/>
              </p:nvSpPr>
              <p:spPr>
                <a:xfrm>
                  <a:off x="5908730" y="5815229"/>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58" name="任意多边形: 形状 1957"/>
                <p:cNvSpPr/>
                <p:nvPr/>
              </p:nvSpPr>
              <p:spPr>
                <a:xfrm>
                  <a:off x="5976314" y="5815229"/>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59" name="任意多边形: 形状 1958"/>
                <p:cNvSpPr/>
                <p:nvPr/>
              </p:nvSpPr>
              <p:spPr>
                <a:xfrm>
                  <a:off x="6106105" y="5815229"/>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60" name="任意多边形: 形状 1959"/>
                <p:cNvSpPr/>
                <p:nvPr/>
              </p:nvSpPr>
              <p:spPr>
                <a:xfrm>
                  <a:off x="6133424" y="5815229"/>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61" name="任意多边形: 形状 1960"/>
                <p:cNvSpPr/>
                <p:nvPr/>
              </p:nvSpPr>
              <p:spPr>
                <a:xfrm>
                  <a:off x="6314342" y="5815229"/>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62" name="任意多边形: 形状 1961"/>
                <p:cNvSpPr/>
                <p:nvPr/>
              </p:nvSpPr>
              <p:spPr>
                <a:xfrm>
                  <a:off x="970955" y="5598973"/>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63" name="任意多边形: 形状 1962"/>
                <p:cNvSpPr/>
                <p:nvPr/>
              </p:nvSpPr>
              <p:spPr>
                <a:xfrm>
                  <a:off x="2096837" y="5598973"/>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64" name="任意多边形: 形状 1963"/>
                <p:cNvSpPr/>
                <p:nvPr/>
              </p:nvSpPr>
              <p:spPr>
                <a:xfrm>
                  <a:off x="2179671" y="5598973"/>
                  <a:ext cx="1476417" cy="10177"/>
                </a:xfrm>
                <a:custGeom>
                  <a:avLst/>
                  <a:gdLst>
                    <a:gd name="csX0" fmla="*/ 22 w 1476417"/>
                    <a:gd name="csY0" fmla="*/ 411 h 10177"/>
                    <a:gd name="csX1" fmla="*/ 1476440 w 1476417"/>
                    <a:gd name="csY1" fmla="*/ 411 h 10177"/>
                  </a:gdLst>
                  <a:ahLst/>
                  <a:cxnLst>
                    <a:cxn ang="0">
                      <a:pos x="csX0" y="csY0"/>
                    </a:cxn>
                    <a:cxn ang="0">
                      <a:pos x="csX1" y="csY1"/>
                    </a:cxn>
                  </a:cxnLst>
                  <a:rect l="l" t="t" r="r" b="b"/>
                  <a:pathLst>
                    <a:path w="1476417" h="10177">
                      <a:moveTo>
                        <a:pt x="22" y="411"/>
                      </a:moveTo>
                      <a:lnTo>
                        <a:pt x="1476440" y="411"/>
                      </a:lnTo>
                    </a:path>
                  </a:pathLst>
                </a:custGeom>
                <a:noFill/>
                <a:ln w="1644" cap="sq">
                  <a:solidFill>
                    <a:srgbClr val="A9A9A9"/>
                  </a:solidFill>
                  <a:prstDash val="solid"/>
                  <a:round/>
                </a:ln>
              </p:spPr>
              <p:txBody>
                <a:bodyPr/>
                <a:lstStyle/>
                <a:p>
                  <a:endParaRPr lang="zh-CN" altLang="en-US" sz="2190"/>
                </a:p>
              </p:txBody>
            </p:sp>
            <p:sp>
              <p:nvSpPr>
                <p:cNvPr id="1965" name="任意多边形: 形状 1964"/>
                <p:cNvSpPr/>
                <p:nvPr/>
              </p:nvSpPr>
              <p:spPr>
                <a:xfrm>
                  <a:off x="3667169" y="5598973"/>
                  <a:ext cx="152282" cy="10177"/>
                </a:xfrm>
                <a:custGeom>
                  <a:avLst/>
                  <a:gdLst>
                    <a:gd name="csX0" fmla="*/ 22 w 152282"/>
                    <a:gd name="csY0" fmla="*/ 411 h 10177"/>
                    <a:gd name="csX1" fmla="*/ 152305 w 152282"/>
                    <a:gd name="csY1" fmla="*/ 411 h 10177"/>
                  </a:gdLst>
                  <a:ahLst/>
                  <a:cxnLst>
                    <a:cxn ang="0">
                      <a:pos x="csX0" y="csY0"/>
                    </a:cxn>
                    <a:cxn ang="0">
                      <a:pos x="csX1" y="csY1"/>
                    </a:cxn>
                  </a:cxnLst>
                  <a:rect l="l" t="t" r="r" b="b"/>
                  <a:pathLst>
                    <a:path w="152282" h="10177">
                      <a:moveTo>
                        <a:pt x="22" y="411"/>
                      </a:moveTo>
                      <a:lnTo>
                        <a:pt x="152305" y="411"/>
                      </a:lnTo>
                    </a:path>
                  </a:pathLst>
                </a:custGeom>
                <a:noFill/>
                <a:ln w="1644" cap="sq">
                  <a:solidFill>
                    <a:srgbClr val="A9A9A9"/>
                  </a:solidFill>
                  <a:prstDash val="solid"/>
                  <a:round/>
                </a:ln>
              </p:spPr>
              <p:txBody>
                <a:bodyPr/>
                <a:lstStyle/>
                <a:p>
                  <a:endParaRPr lang="zh-CN" altLang="en-US" sz="2190"/>
                </a:p>
              </p:txBody>
            </p:sp>
            <p:sp>
              <p:nvSpPr>
                <p:cNvPr id="1966" name="任意多边形: 形状 1965"/>
                <p:cNvSpPr/>
                <p:nvPr/>
              </p:nvSpPr>
              <p:spPr>
                <a:xfrm>
                  <a:off x="3836787" y="5598973"/>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67" name="任意多边形: 形状 1966"/>
                <p:cNvSpPr/>
                <p:nvPr/>
              </p:nvSpPr>
              <p:spPr>
                <a:xfrm>
                  <a:off x="3912709" y="5598973"/>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68" name="任意多边形: 形状 1967"/>
                <p:cNvSpPr/>
                <p:nvPr/>
              </p:nvSpPr>
              <p:spPr>
                <a:xfrm>
                  <a:off x="4570223" y="5598973"/>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69" name="任意多边形: 形状 1968"/>
                <p:cNvSpPr/>
                <p:nvPr/>
              </p:nvSpPr>
              <p:spPr>
                <a:xfrm>
                  <a:off x="4709120" y="5598973"/>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70" name="任意多边形: 形状 1969"/>
                <p:cNvSpPr/>
                <p:nvPr/>
              </p:nvSpPr>
              <p:spPr>
                <a:xfrm>
                  <a:off x="4840558" y="5598973"/>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71" name="任意多边形: 形状 1970"/>
                <p:cNvSpPr/>
                <p:nvPr/>
              </p:nvSpPr>
              <p:spPr>
                <a:xfrm>
                  <a:off x="5108807" y="5598973"/>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72" name="任意多边形: 形状 1971"/>
                <p:cNvSpPr/>
                <p:nvPr/>
              </p:nvSpPr>
              <p:spPr>
                <a:xfrm>
                  <a:off x="5218412" y="5598973"/>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73" name="任意多边形: 形状 1972"/>
                <p:cNvSpPr/>
                <p:nvPr/>
              </p:nvSpPr>
              <p:spPr>
                <a:xfrm>
                  <a:off x="5249351" y="5598973"/>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74" name="任意多边形: 形状 1973"/>
                <p:cNvSpPr/>
                <p:nvPr/>
              </p:nvSpPr>
              <p:spPr>
                <a:xfrm>
                  <a:off x="5462415" y="5598973"/>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75" name="任意多边形: 形状 1974"/>
                <p:cNvSpPr/>
                <p:nvPr/>
              </p:nvSpPr>
              <p:spPr>
                <a:xfrm>
                  <a:off x="5738125" y="5598973"/>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76" name="任意多边形: 形状 1975"/>
                <p:cNvSpPr/>
                <p:nvPr/>
              </p:nvSpPr>
              <p:spPr>
                <a:xfrm>
                  <a:off x="5908730" y="5598973"/>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77" name="任意多边形: 形状 1976"/>
                <p:cNvSpPr/>
                <p:nvPr/>
              </p:nvSpPr>
              <p:spPr>
                <a:xfrm>
                  <a:off x="5976314" y="5598973"/>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78" name="任意多边形: 形状 1977"/>
                <p:cNvSpPr/>
                <p:nvPr/>
              </p:nvSpPr>
              <p:spPr>
                <a:xfrm>
                  <a:off x="6106105" y="5598973"/>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79" name="任意多边形: 形状 1978"/>
                <p:cNvSpPr/>
                <p:nvPr/>
              </p:nvSpPr>
              <p:spPr>
                <a:xfrm>
                  <a:off x="6133424" y="5598973"/>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80" name="任意多边形: 形状 1979"/>
                <p:cNvSpPr/>
                <p:nvPr/>
              </p:nvSpPr>
              <p:spPr>
                <a:xfrm>
                  <a:off x="6314342" y="5598973"/>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81" name="任意多边形: 形状 1980"/>
                <p:cNvSpPr/>
                <p:nvPr/>
              </p:nvSpPr>
              <p:spPr>
                <a:xfrm>
                  <a:off x="970955" y="5707050"/>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82" name="任意多边形: 形状 1981"/>
                <p:cNvSpPr/>
                <p:nvPr/>
              </p:nvSpPr>
              <p:spPr>
                <a:xfrm>
                  <a:off x="2096837" y="5707050"/>
                  <a:ext cx="424372" cy="10177"/>
                </a:xfrm>
                <a:custGeom>
                  <a:avLst/>
                  <a:gdLst>
                    <a:gd name="csX0" fmla="*/ 22 w 424372"/>
                    <a:gd name="csY0" fmla="*/ 411 h 10177"/>
                    <a:gd name="csX1" fmla="*/ 424395 w 424372"/>
                    <a:gd name="csY1" fmla="*/ 411 h 10177"/>
                  </a:gdLst>
                  <a:ahLst/>
                  <a:cxnLst>
                    <a:cxn ang="0">
                      <a:pos x="csX0" y="csY0"/>
                    </a:cxn>
                    <a:cxn ang="0">
                      <a:pos x="csX1" y="csY1"/>
                    </a:cxn>
                  </a:cxnLst>
                  <a:rect l="l" t="t" r="r" b="b"/>
                  <a:pathLst>
                    <a:path w="424372" h="10177">
                      <a:moveTo>
                        <a:pt x="22" y="411"/>
                      </a:moveTo>
                      <a:lnTo>
                        <a:pt x="424395" y="411"/>
                      </a:lnTo>
                    </a:path>
                  </a:pathLst>
                </a:custGeom>
                <a:noFill/>
                <a:ln w="1644" cap="sq">
                  <a:solidFill>
                    <a:srgbClr val="A9A9A9"/>
                  </a:solidFill>
                  <a:prstDash val="solid"/>
                  <a:round/>
                </a:ln>
              </p:spPr>
              <p:txBody>
                <a:bodyPr/>
                <a:lstStyle/>
                <a:p>
                  <a:endParaRPr lang="zh-CN" altLang="en-US" sz="2190"/>
                </a:p>
              </p:txBody>
            </p:sp>
            <p:sp>
              <p:nvSpPr>
                <p:cNvPr id="1983" name="任意多边形: 形状 1982"/>
                <p:cNvSpPr/>
                <p:nvPr/>
              </p:nvSpPr>
              <p:spPr>
                <a:xfrm>
                  <a:off x="2534814" y="5707050"/>
                  <a:ext cx="1284637" cy="10177"/>
                </a:xfrm>
                <a:custGeom>
                  <a:avLst/>
                  <a:gdLst>
                    <a:gd name="csX0" fmla="*/ 22 w 1284637"/>
                    <a:gd name="csY0" fmla="*/ 411 h 10177"/>
                    <a:gd name="csX1" fmla="*/ 1284660 w 1284637"/>
                    <a:gd name="csY1" fmla="*/ 411 h 10177"/>
                  </a:gdLst>
                  <a:ahLst/>
                  <a:cxnLst>
                    <a:cxn ang="0">
                      <a:pos x="csX0" y="csY0"/>
                    </a:cxn>
                    <a:cxn ang="0">
                      <a:pos x="csX1" y="csY1"/>
                    </a:cxn>
                  </a:cxnLst>
                  <a:rect l="l" t="t" r="r" b="b"/>
                  <a:pathLst>
                    <a:path w="1284637" h="10177">
                      <a:moveTo>
                        <a:pt x="22" y="411"/>
                      </a:moveTo>
                      <a:lnTo>
                        <a:pt x="1284660" y="411"/>
                      </a:lnTo>
                    </a:path>
                  </a:pathLst>
                </a:custGeom>
                <a:noFill/>
                <a:ln w="1644" cap="sq">
                  <a:solidFill>
                    <a:srgbClr val="A9A9A9"/>
                  </a:solidFill>
                  <a:prstDash val="solid"/>
                  <a:round/>
                </a:ln>
              </p:spPr>
              <p:txBody>
                <a:bodyPr/>
                <a:lstStyle/>
                <a:p>
                  <a:endParaRPr lang="zh-CN" altLang="en-US" sz="2190"/>
                </a:p>
              </p:txBody>
            </p:sp>
            <p:sp>
              <p:nvSpPr>
                <p:cNvPr id="1984" name="任意多边形: 形状 1983"/>
                <p:cNvSpPr/>
                <p:nvPr/>
              </p:nvSpPr>
              <p:spPr>
                <a:xfrm>
                  <a:off x="3836787" y="5707050"/>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85" name="任意多边形: 形状 1984"/>
                <p:cNvSpPr/>
                <p:nvPr/>
              </p:nvSpPr>
              <p:spPr>
                <a:xfrm>
                  <a:off x="3912709" y="5707050"/>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86" name="任意多边形: 形状 1985"/>
                <p:cNvSpPr/>
                <p:nvPr/>
              </p:nvSpPr>
              <p:spPr>
                <a:xfrm>
                  <a:off x="4570223" y="5707050"/>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87" name="任意多边形: 形状 1986"/>
                <p:cNvSpPr/>
                <p:nvPr/>
              </p:nvSpPr>
              <p:spPr>
                <a:xfrm>
                  <a:off x="4709120" y="5707050"/>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88" name="任意多边形: 形状 1987"/>
                <p:cNvSpPr/>
                <p:nvPr/>
              </p:nvSpPr>
              <p:spPr>
                <a:xfrm>
                  <a:off x="4840558" y="5707050"/>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89" name="任意多边形: 形状 1988"/>
                <p:cNvSpPr/>
                <p:nvPr/>
              </p:nvSpPr>
              <p:spPr>
                <a:xfrm>
                  <a:off x="5108807" y="5707050"/>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90" name="任意多边形: 形状 1989"/>
                <p:cNvSpPr/>
                <p:nvPr/>
              </p:nvSpPr>
              <p:spPr>
                <a:xfrm>
                  <a:off x="5218412" y="5707050"/>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91" name="任意多边形: 形状 1990"/>
                <p:cNvSpPr/>
                <p:nvPr/>
              </p:nvSpPr>
              <p:spPr>
                <a:xfrm>
                  <a:off x="5249351" y="5707050"/>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92" name="任意多边形: 形状 1991"/>
                <p:cNvSpPr/>
                <p:nvPr/>
              </p:nvSpPr>
              <p:spPr>
                <a:xfrm>
                  <a:off x="5462415" y="5707050"/>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93" name="任意多边形: 形状 1992"/>
                <p:cNvSpPr/>
                <p:nvPr/>
              </p:nvSpPr>
              <p:spPr>
                <a:xfrm>
                  <a:off x="5738125" y="5707050"/>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94" name="任意多边形: 形状 1993"/>
                <p:cNvSpPr/>
                <p:nvPr/>
              </p:nvSpPr>
              <p:spPr>
                <a:xfrm>
                  <a:off x="5908730" y="5707050"/>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95" name="任意多边形: 形状 1994"/>
                <p:cNvSpPr/>
                <p:nvPr/>
              </p:nvSpPr>
              <p:spPr>
                <a:xfrm>
                  <a:off x="5976314" y="5707050"/>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96" name="任意多边形: 形状 1995"/>
                <p:cNvSpPr/>
                <p:nvPr/>
              </p:nvSpPr>
              <p:spPr>
                <a:xfrm>
                  <a:off x="6106105" y="5707050"/>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97" name="任意多边形: 形状 1996"/>
                <p:cNvSpPr/>
                <p:nvPr/>
              </p:nvSpPr>
              <p:spPr>
                <a:xfrm>
                  <a:off x="6133424" y="5707050"/>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98" name="任意多边形: 形状 1997"/>
                <p:cNvSpPr/>
                <p:nvPr/>
              </p:nvSpPr>
              <p:spPr>
                <a:xfrm>
                  <a:off x="6314342" y="5707050"/>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99" name="任意多边形: 形状 1998"/>
                <p:cNvSpPr/>
                <p:nvPr/>
              </p:nvSpPr>
              <p:spPr>
                <a:xfrm>
                  <a:off x="3610447" y="5923306"/>
                  <a:ext cx="45201" cy="10177"/>
                </a:xfrm>
                <a:custGeom>
                  <a:avLst/>
                  <a:gdLst>
                    <a:gd name="csX0" fmla="*/ 22 w 45201"/>
                    <a:gd name="csY0" fmla="*/ 411 h 10177"/>
                    <a:gd name="csX1" fmla="*/ 45224 w 45201"/>
                    <a:gd name="csY1" fmla="*/ 411 h 10177"/>
                  </a:gdLst>
                  <a:ahLst/>
                  <a:cxnLst>
                    <a:cxn ang="0">
                      <a:pos x="csX0" y="csY0"/>
                    </a:cxn>
                    <a:cxn ang="0">
                      <a:pos x="csX1" y="csY1"/>
                    </a:cxn>
                  </a:cxnLst>
                  <a:rect l="l" t="t" r="r" b="b"/>
                  <a:pathLst>
                    <a:path w="45201" h="10177">
                      <a:moveTo>
                        <a:pt x="22" y="411"/>
                      </a:moveTo>
                      <a:lnTo>
                        <a:pt x="45224" y="411"/>
                      </a:lnTo>
                    </a:path>
                  </a:pathLst>
                </a:custGeom>
                <a:noFill/>
                <a:ln w="1644" cap="sq">
                  <a:solidFill>
                    <a:srgbClr val="A9A9A9"/>
                  </a:solidFill>
                  <a:prstDash val="solid"/>
                  <a:round/>
                </a:ln>
              </p:spPr>
              <p:txBody>
                <a:bodyPr/>
                <a:lstStyle/>
                <a:p>
                  <a:endParaRPr lang="zh-CN" altLang="en-US" sz="2190"/>
                </a:p>
              </p:txBody>
            </p:sp>
            <p:sp>
              <p:nvSpPr>
                <p:cNvPr id="2000" name="任意多边形: 形状 1999"/>
                <p:cNvSpPr/>
                <p:nvPr/>
              </p:nvSpPr>
              <p:spPr>
                <a:xfrm>
                  <a:off x="3666731" y="5923306"/>
                  <a:ext cx="152721" cy="10177"/>
                </a:xfrm>
                <a:custGeom>
                  <a:avLst/>
                  <a:gdLst>
                    <a:gd name="csX0" fmla="*/ 22 w 152721"/>
                    <a:gd name="csY0" fmla="*/ 411 h 10177"/>
                    <a:gd name="csX1" fmla="*/ 152744 w 152721"/>
                    <a:gd name="csY1" fmla="*/ 411 h 10177"/>
                  </a:gdLst>
                  <a:ahLst/>
                  <a:cxnLst>
                    <a:cxn ang="0">
                      <a:pos x="csX0" y="csY0"/>
                    </a:cxn>
                    <a:cxn ang="0">
                      <a:pos x="csX1" y="csY1"/>
                    </a:cxn>
                  </a:cxnLst>
                  <a:rect l="l" t="t" r="r" b="b"/>
                  <a:pathLst>
                    <a:path w="152721" h="10177">
                      <a:moveTo>
                        <a:pt x="22" y="411"/>
                      </a:moveTo>
                      <a:lnTo>
                        <a:pt x="152744" y="411"/>
                      </a:lnTo>
                    </a:path>
                  </a:pathLst>
                </a:custGeom>
                <a:noFill/>
                <a:ln w="1644" cap="sq">
                  <a:solidFill>
                    <a:srgbClr val="A9A9A9"/>
                  </a:solidFill>
                  <a:prstDash val="solid"/>
                  <a:round/>
                </a:ln>
              </p:spPr>
              <p:txBody>
                <a:bodyPr/>
                <a:lstStyle/>
                <a:p>
                  <a:endParaRPr lang="zh-CN" altLang="en-US" sz="2190"/>
                </a:p>
              </p:txBody>
            </p:sp>
            <p:sp>
              <p:nvSpPr>
                <p:cNvPr id="2001" name="任意多边形: 形状 2000"/>
                <p:cNvSpPr/>
                <p:nvPr/>
              </p:nvSpPr>
              <p:spPr>
                <a:xfrm>
                  <a:off x="3836787" y="5923306"/>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002" name="任意多边形: 形状 2001"/>
                <p:cNvSpPr/>
                <p:nvPr/>
              </p:nvSpPr>
              <p:spPr>
                <a:xfrm>
                  <a:off x="3912709" y="5923306"/>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003" name="任意多边形: 形状 2002"/>
                <p:cNvSpPr/>
                <p:nvPr/>
              </p:nvSpPr>
              <p:spPr>
                <a:xfrm>
                  <a:off x="4570223" y="5923306"/>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004" name="任意多边形: 形状 2003"/>
                <p:cNvSpPr/>
                <p:nvPr/>
              </p:nvSpPr>
              <p:spPr>
                <a:xfrm>
                  <a:off x="4709120" y="5923306"/>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005" name="任意多边形: 形状 2004"/>
                <p:cNvSpPr/>
                <p:nvPr/>
              </p:nvSpPr>
              <p:spPr>
                <a:xfrm>
                  <a:off x="4840558" y="5923306"/>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006" name="任意多边形: 形状 2005"/>
                <p:cNvSpPr/>
                <p:nvPr/>
              </p:nvSpPr>
              <p:spPr>
                <a:xfrm>
                  <a:off x="5108807" y="5923306"/>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007" name="任意多边形: 形状 2006"/>
                <p:cNvSpPr/>
                <p:nvPr/>
              </p:nvSpPr>
              <p:spPr>
                <a:xfrm>
                  <a:off x="5218412" y="5923306"/>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008" name="任意多边形: 形状 2007"/>
                <p:cNvSpPr/>
                <p:nvPr/>
              </p:nvSpPr>
              <p:spPr>
                <a:xfrm>
                  <a:off x="5249351" y="5923306"/>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009" name="任意多边形: 形状 2008"/>
                <p:cNvSpPr/>
                <p:nvPr/>
              </p:nvSpPr>
              <p:spPr>
                <a:xfrm>
                  <a:off x="5462415" y="5923306"/>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010" name="任意多边形: 形状 2009"/>
                <p:cNvSpPr/>
                <p:nvPr/>
              </p:nvSpPr>
              <p:spPr>
                <a:xfrm>
                  <a:off x="5738125" y="5923306"/>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011" name="任意多边形: 形状 2010"/>
                <p:cNvSpPr/>
                <p:nvPr/>
              </p:nvSpPr>
              <p:spPr>
                <a:xfrm>
                  <a:off x="5908730" y="5923306"/>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012" name="任意多边形: 形状 2011"/>
                <p:cNvSpPr/>
                <p:nvPr/>
              </p:nvSpPr>
              <p:spPr>
                <a:xfrm>
                  <a:off x="5976314" y="5923306"/>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013" name="任意多边形: 形状 2012"/>
                <p:cNvSpPr/>
                <p:nvPr/>
              </p:nvSpPr>
              <p:spPr>
                <a:xfrm>
                  <a:off x="6106105" y="5923306"/>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014" name="任意多边形: 形状 2013"/>
                <p:cNvSpPr/>
                <p:nvPr/>
              </p:nvSpPr>
              <p:spPr>
                <a:xfrm>
                  <a:off x="6133424" y="5923306"/>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015" name="任意多边形: 形状 2014"/>
                <p:cNvSpPr/>
                <p:nvPr/>
              </p:nvSpPr>
              <p:spPr>
                <a:xfrm>
                  <a:off x="6314342" y="5923306"/>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016" name="任意多边形: 形状 2015"/>
                <p:cNvSpPr/>
                <p:nvPr/>
              </p:nvSpPr>
              <p:spPr>
                <a:xfrm>
                  <a:off x="959764"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17" name="任意多边形: 形状 2016"/>
                <p:cNvSpPr/>
                <p:nvPr/>
              </p:nvSpPr>
              <p:spPr>
                <a:xfrm>
                  <a:off x="959764"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18" name="任意多边形: 形状 2017"/>
                <p:cNvSpPr/>
                <p:nvPr/>
              </p:nvSpPr>
              <p:spPr>
                <a:xfrm>
                  <a:off x="2048673" y="5126022"/>
                  <a:ext cx="17993" cy="81083"/>
                </a:xfrm>
                <a:custGeom>
                  <a:avLst/>
                  <a:gdLst>
                    <a:gd name="csX0" fmla="*/ 22 w 17993"/>
                    <a:gd name="csY0" fmla="*/ 411 h 81083"/>
                    <a:gd name="csX1" fmla="*/ 18015 w 17993"/>
                    <a:gd name="csY1" fmla="*/ 411 h 81083"/>
                    <a:gd name="csX2" fmla="*/ 18015 w 17993"/>
                    <a:gd name="csY2" fmla="*/ 81495 h 81083"/>
                    <a:gd name="csX3" fmla="*/ 22 w 17993"/>
                    <a:gd name="csY3" fmla="*/ 81495 h 81083"/>
                  </a:gdLst>
                  <a:ahLst/>
                  <a:cxnLst>
                    <a:cxn ang="0">
                      <a:pos x="csX0" y="csY0"/>
                    </a:cxn>
                    <a:cxn ang="0">
                      <a:pos x="csX1" y="csY1"/>
                    </a:cxn>
                    <a:cxn ang="0">
                      <a:pos x="csX2" y="csY2"/>
                    </a:cxn>
                    <a:cxn ang="0">
                      <a:pos x="csX3" y="csY3"/>
                    </a:cxn>
                  </a:cxnLst>
                  <a:rect l="l" t="t" r="r" b="b"/>
                  <a:pathLst>
                    <a:path w="17993" h="81083">
                      <a:moveTo>
                        <a:pt x="22" y="411"/>
                      </a:moveTo>
                      <a:lnTo>
                        <a:pt x="18015" y="411"/>
                      </a:lnTo>
                      <a:lnTo>
                        <a:pt x="1801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19" name="任意多边形: 形状 2018"/>
                <p:cNvSpPr/>
                <p:nvPr/>
              </p:nvSpPr>
              <p:spPr>
                <a:xfrm>
                  <a:off x="2048673" y="5126022"/>
                  <a:ext cx="17993" cy="81083"/>
                </a:xfrm>
                <a:custGeom>
                  <a:avLst/>
                  <a:gdLst>
                    <a:gd name="csX0" fmla="*/ 22 w 17993"/>
                    <a:gd name="csY0" fmla="*/ 411 h 81083"/>
                    <a:gd name="csX1" fmla="*/ 18015 w 17993"/>
                    <a:gd name="csY1" fmla="*/ 411 h 81083"/>
                    <a:gd name="csX2" fmla="*/ 18015 w 17993"/>
                    <a:gd name="csY2" fmla="*/ 81495 h 81083"/>
                    <a:gd name="csX3" fmla="*/ 22 w 17993"/>
                    <a:gd name="csY3" fmla="*/ 81495 h 81083"/>
                  </a:gdLst>
                  <a:ahLst/>
                  <a:cxnLst>
                    <a:cxn ang="0">
                      <a:pos x="csX0" y="csY0"/>
                    </a:cxn>
                    <a:cxn ang="0">
                      <a:pos x="csX1" y="csY1"/>
                    </a:cxn>
                    <a:cxn ang="0">
                      <a:pos x="csX2" y="csY2"/>
                    </a:cxn>
                    <a:cxn ang="0">
                      <a:pos x="csX3" y="csY3"/>
                    </a:cxn>
                  </a:cxnLst>
                  <a:rect l="l" t="t" r="r" b="b"/>
                  <a:pathLst>
                    <a:path w="17993" h="81083">
                      <a:moveTo>
                        <a:pt x="22" y="411"/>
                      </a:moveTo>
                      <a:lnTo>
                        <a:pt x="18015" y="411"/>
                      </a:lnTo>
                      <a:lnTo>
                        <a:pt x="1801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0" name="任意多边形: 形状 2019"/>
                <p:cNvSpPr/>
                <p:nvPr/>
              </p:nvSpPr>
              <p:spPr>
                <a:xfrm>
                  <a:off x="2085865"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1" name="任意多边形: 形状 2020"/>
                <p:cNvSpPr/>
                <p:nvPr/>
              </p:nvSpPr>
              <p:spPr>
                <a:xfrm>
                  <a:off x="2085865"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2" name="任意多边形: 形状 2021"/>
                <p:cNvSpPr/>
                <p:nvPr/>
              </p:nvSpPr>
              <p:spPr>
                <a:xfrm>
                  <a:off x="3819452" y="512602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3" name="任意多边形: 形状 2022"/>
                <p:cNvSpPr/>
                <p:nvPr/>
              </p:nvSpPr>
              <p:spPr>
                <a:xfrm>
                  <a:off x="3819452" y="512602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4" name="任意多边形: 形状 2023"/>
                <p:cNvSpPr/>
                <p:nvPr/>
              </p:nvSpPr>
              <p:spPr>
                <a:xfrm>
                  <a:off x="3899653" y="512602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5" name="任意多边形: 形状 2024"/>
                <p:cNvSpPr/>
                <p:nvPr/>
              </p:nvSpPr>
              <p:spPr>
                <a:xfrm>
                  <a:off x="3899653" y="512602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6" name="任意多边形: 形状 2025"/>
                <p:cNvSpPr/>
                <p:nvPr/>
              </p:nvSpPr>
              <p:spPr>
                <a:xfrm>
                  <a:off x="4556509" y="512602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7" name="任意多边形: 形状 2026"/>
                <p:cNvSpPr/>
                <p:nvPr/>
              </p:nvSpPr>
              <p:spPr>
                <a:xfrm>
                  <a:off x="4556509" y="512602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8" name="任意多边形: 形状 2027"/>
                <p:cNvSpPr/>
                <p:nvPr/>
              </p:nvSpPr>
              <p:spPr>
                <a:xfrm>
                  <a:off x="4696394" y="512602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9" name="任意多边形: 形状 2028"/>
                <p:cNvSpPr/>
                <p:nvPr/>
              </p:nvSpPr>
              <p:spPr>
                <a:xfrm>
                  <a:off x="4696394" y="512602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0" name="任意多边形: 形状 2029"/>
                <p:cNvSpPr/>
                <p:nvPr/>
              </p:nvSpPr>
              <p:spPr>
                <a:xfrm>
                  <a:off x="4829476"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1" name="任意多边形: 形状 2030"/>
                <p:cNvSpPr/>
                <p:nvPr/>
              </p:nvSpPr>
              <p:spPr>
                <a:xfrm>
                  <a:off x="4829476"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2" name="任意多边形: 形状 2031"/>
                <p:cNvSpPr/>
                <p:nvPr/>
              </p:nvSpPr>
              <p:spPr>
                <a:xfrm>
                  <a:off x="5097617" y="512602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3" name="任意多边形: 形状 2032"/>
                <p:cNvSpPr/>
                <p:nvPr/>
              </p:nvSpPr>
              <p:spPr>
                <a:xfrm>
                  <a:off x="5097617" y="512602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4" name="任意多边形: 形状 2033"/>
                <p:cNvSpPr/>
                <p:nvPr/>
              </p:nvSpPr>
              <p:spPr>
                <a:xfrm>
                  <a:off x="5207440"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5" name="任意多边形: 形状 2034"/>
                <p:cNvSpPr/>
                <p:nvPr/>
              </p:nvSpPr>
              <p:spPr>
                <a:xfrm>
                  <a:off x="5207440"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6" name="任意多边形: 形状 2035"/>
                <p:cNvSpPr/>
                <p:nvPr/>
              </p:nvSpPr>
              <p:spPr>
                <a:xfrm>
                  <a:off x="5231029" y="512602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7" name="任意多边形: 形状 2036"/>
                <p:cNvSpPr/>
                <p:nvPr/>
              </p:nvSpPr>
              <p:spPr>
                <a:xfrm>
                  <a:off x="5231029" y="512602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8" name="任意多边形: 形状 2037"/>
                <p:cNvSpPr/>
                <p:nvPr/>
              </p:nvSpPr>
              <p:spPr>
                <a:xfrm>
                  <a:off x="5451005" y="512602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9" name="任意多边形: 形状 2038"/>
                <p:cNvSpPr/>
                <p:nvPr/>
              </p:nvSpPr>
              <p:spPr>
                <a:xfrm>
                  <a:off x="5451005" y="512602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0" name="任意多边形: 形状 2039"/>
                <p:cNvSpPr/>
                <p:nvPr/>
              </p:nvSpPr>
              <p:spPr>
                <a:xfrm>
                  <a:off x="572704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1" name="任意多边形: 形状 2040"/>
                <p:cNvSpPr/>
                <p:nvPr/>
              </p:nvSpPr>
              <p:spPr>
                <a:xfrm>
                  <a:off x="572704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2" name="任意多边形: 形状 2041"/>
                <p:cNvSpPr/>
                <p:nvPr/>
              </p:nvSpPr>
              <p:spPr>
                <a:xfrm>
                  <a:off x="5894248" y="512602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3" name="任意多边形: 形状 2042"/>
                <p:cNvSpPr/>
                <p:nvPr/>
              </p:nvSpPr>
              <p:spPr>
                <a:xfrm>
                  <a:off x="5894248" y="512602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4" name="任意多边形: 形状 2043"/>
                <p:cNvSpPr/>
                <p:nvPr/>
              </p:nvSpPr>
              <p:spPr>
                <a:xfrm>
                  <a:off x="5961502" y="512602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5" name="任意多边形: 形状 2044"/>
                <p:cNvSpPr/>
                <p:nvPr/>
              </p:nvSpPr>
              <p:spPr>
                <a:xfrm>
                  <a:off x="5961502" y="512602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6" name="任意多边形: 形状 2045"/>
                <p:cNvSpPr/>
                <p:nvPr/>
              </p:nvSpPr>
              <p:spPr>
                <a:xfrm>
                  <a:off x="609502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7" name="任意多边形: 形状 2046"/>
                <p:cNvSpPr/>
                <p:nvPr/>
              </p:nvSpPr>
              <p:spPr>
                <a:xfrm>
                  <a:off x="609502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8" name="任意多边形: 形状 2047"/>
                <p:cNvSpPr/>
                <p:nvPr/>
              </p:nvSpPr>
              <p:spPr>
                <a:xfrm>
                  <a:off x="6122452"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9" name="任意多边形: 形状 2048"/>
                <p:cNvSpPr/>
                <p:nvPr/>
              </p:nvSpPr>
              <p:spPr>
                <a:xfrm>
                  <a:off x="6122452"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0" name="任意多边形: 形状 2049"/>
                <p:cNvSpPr/>
                <p:nvPr/>
              </p:nvSpPr>
              <p:spPr>
                <a:xfrm>
                  <a:off x="6303371"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1" name="任意多边形: 形状 2050"/>
                <p:cNvSpPr/>
                <p:nvPr/>
              </p:nvSpPr>
              <p:spPr>
                <a:xfrm>
                  <a:off x="6303371"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2" name="任意多边形: 形状 2051"/>
                <p:cNvSpPr/>
                <p:nvPr/>
              </p:nvSpPr>
              <p:spPr>
                <a:xfrm>
                  <a:off x="6394762" y="512602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3" name="任意多边形: 形状 2052"/>
                <p:cNvSpPr/>
                <p:nvPr/>
              </p:nvSpPr>
              <p:spPr>
                <a:xfrm>
                  <a:off x="6394762" y="512602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4" name="任意多边形: 形状 2053"/>
                <p:cNvSpPr/>
                <p:nvPr/>
              </p:nvSpPr>
              <p:spPr>
                <a:xfrm>
                  <a:off x="959764"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5" name="任意多边形: 形状 2054"/>
                <p:cNvSpPr/>
                <p:nvPr/>
              </p:nvSpPr>
              <p:spPr>
                <a:xfrm>
                  <a:off x="959764"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6" name="任意多边形: 形状 2055"/>
                <p:cNvSpPr/>
                <p:nvPr/>
              </p:nvSpPr>
              <p:spPr>
                <a:xfrm>
                  <a:off x="1267840"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7" name="任意多边形: 形状 2056"/>
                <p:cNvSpPr/>
                <p:nvPr/>
              </p:nvSpPr>
              <p:spPr>
                <a:xfrm>
                  <a:off x="1267840"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8" name="任意多边形: 形状 2057"/>
                <p:cNvSpPr/>
                <p:nvPr/>
              </p:nvSpPr>
              <p:spPr>
                <a:xfrm>
                  <a:off x="2085865"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9" name="任意多边形: 形状 2058"/>
                <p:cNvSpPr/>
                <p:nvPr/>
              </p:nvSpPr>
              <p:spPr>
                <a:xfrm>
                  <a:off x="2085865"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0" name="任意多边形: 形状 2059"/>
                <p:cNvSpPr/>
                <p:nvPr/>
              </p:nvSpPr>
              <p:spPr>
                <a:xfrm>
                  <a:off x="3819452" y="523409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1" name="任意多边形: 形状 2060"/>
                <p:cNvSpPr/>
                <p:nvPr/>
              </p:nvSpPr>
              <p:spPr>
                <a:xfrm>
                  <a:off x="3819452" y="523409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2" name="任意多边形: 形状 2061"/>
                <p:cNvSpPr/>
                <p:nvPr/>
              </p:nvSpPr>
              <p:spPr>
                <a:xfrm>
                  <a:off x="3899653" y="523409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3" name="任意多边形: 形状 2062"/>
                <p:cNvSpPr/>
                <p:nvPr/>
              </p:nvSpPr>
              <p:spPr>
                <a:xfrm>
                  <a:off x="3899653" y="523409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4" name="任意多边形: 形状 2063"/>
                <p:cNvSpPr/>
                <p:nvPr/>
              </p:nvSpPr>
              <p:spPr>
                <a:xfrm>
                  <a:off x="4556509" y="523409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5" name="任意多边形: 形状 2064"/>
                <p:cNvSpPr/>
                <p:nvPr/>
              </p:nvSpPr>
              <p:spPr>
                <a:xfrm>
                  <a:off x="4556509" y="523409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6" name="任意多边形: 形状 2065"/>
                <p:cNvSpPr/>
                <p:nvPr/>
              </p:nvSpPr>
              <p:spPr>
                <a:xfrm>
                  <a:off x="4696394" y="523409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7" name="任意多边形: 形状 2066"/>
                <p:cNvSpPr/>
                <p:nvPr/>
              </p:nvSpPr>
              <p:spPr>
                <a:xfrm>
                  <a:off x="4696394" y="523409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8" name="任意多边形: 形状 2067"/>
                <p:cNvSpPr/>
                <p:nvPr/>
              </p:nvSpPr>
              <p:spPr>
                <a:xfrm>
                  <a:off x="4829476"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9" name="任意多边形: 形状 2068"/>
                <p:cNvSpPr/>
                <p:nvPr/>
              </p:nvSpPr>
              <p:spPr>
                <a:xfrm>
                  <a:off x="4829476"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0" name="任意多边形: 形状 2069"/>
                <p:cNvSpPr/>
                <p:nvPr/>
              </p:nvSpPr>
              <p:spPr>
                <a:xfrm>
                  <a:off x="5097617" y="523409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1" name="任意多边形: 形状 2070"/>
                <p:cNvSpPr/>
                <p:nvPr/>
              </p:nvSpPr>
              <p:spPr>
                <a:xfrm>
                  <a:off x="5097617" y="523409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2" name="任意多边形: 形状 2071"/>
                <p:cNvSpPr/>
                <p:nvPr/>
              </p:nvSpPr>
              <p:spPr>
                <a:xfrm>
                  <a:off x="5207440"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3" name="任意多边形: 形状 2072"/>
                <p:cNvSpPr/>
                <p:nvPr/>
              </p:nvSpPr>
              <p:spPr>
                <a:xfrm>
                  <a:off x="5207440"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4" name="任意多边形: 形状 2073"/>
                <p:cNvSpPr/>
                <p:nvPr/>
              </p:nvSpPr>
              <p:spPr>
                <a:xfrm>
                  <a:off x="5231029" y="523409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5" name="任意多边形: 形状 2074"/>
                <p:cNvSpPr/>
                <p:nvPr/>
              </p:nvSpPr>
              <p:spPr>
                <a:xfrm>
                  <a:off x="5231029" y="523409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6" name="任意多边形: 形状 2075"/>
                <p:cNvSpPr/>
                <p:nvPr/>
              </p:nvSpPr>
              <p:spPr>
                <a:xfrm>
                  <a:off x="5451005" y="523409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7" name="任意多边形: 形状 2076"/>
                <p:cNvSpPr/>
                <p:nvPr/>
              </p:nvSpPr>
              <p:spPr>
                <a:xfrm>
                  <a:off x="5451005" y="523409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8" name="任意多边形: 形状 2077"/>
                <p:cNvSpPr/>
                <p:nvPr/>
              </p:nvSpPr>
              <p:spPr>
                <a:xfrm>
                  <a:off x="572704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9" name="任意多边形: 形状 2078"/>
                <p:cNvSpPr/>
                <p:nvPr/>
              </p:nvSpPr>
              <p:spPr>
                <a:xfrm>
                  <a:off x="572704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0" name="任意多边形: 形状 2079"/>
                <p:cNvSpPr/>
                <p:nvPr/>
              </p:nvSpPr>
              <p:spPr>
                <a:xfrm>
                  <a:off x="5894248" y="523409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1" name="任意多边形: 形状 2080"/>
                <p:cNvSpPr/>
                <p:nvPr/>
              </p:nvSpPr>
              <p:spPr>
                <a:xfrm>
                  <a:off x="5894248" y="523409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2" name="任意多边形: 形状 2081"/>
                <p:cNvSpPr/>
                <p:nvPr/>
              </p:nvSpPr>
              <p:spPr>
                <a:xfrm>
                  <a:off x="5961502" y="523409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3" name="任意多边形: 形状 2082"/>
                <p:cNvSpPr/>
                <p:nvPr/>
              </p:nvSpPr>
              <p:spPr>
                <a:xfrm>
                  <a:off x="5961502" y="523409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4" name="任意多边形: 形状 2083"/>
                <p:cNvSpPr/>
                <p:nvPr/>
              </p:nvSpPr>
              <p:spPr>
                <a:xfrm>
                  <a:off x="609502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5" name="任意多边形: 形状 2084"/>
                <p:cNvSpPr/>
                <p:nvPr/>
              </p:nvSpPr>
              <p:spPr>
                <a:xfrm>
                  <a:off x="609502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6" name="任意多边形: 形状 2085"/>
                <p:cNvSpPr/>
                <p:nvPr/>
              </p:nvSpPr>
              <p:spPr>
                <a:xfrm>
                  <a:off x="6122452"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7" name="任意多边形: 形状 2086"/>
                <p:cNvSpPr/>
                <p:nvPr/>
              </p:nvSpPr>
              <p:spPr>
                <a:xfrm>
                  <a:off x="6122452"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8" name="任意多边形: 形状 2087"/>
                <p:cNvSpPr/>
                <p:nvPr/>
              </p:nvSpPr>
              <p:spPr>
                <a:xfrm>
                  <a:off x="6303371"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9" name="任意多边形: 形状 2088"/>
                <p:cNvSpPr/>
                <p:nvPr/>
              </p:nvSpPr>
              <p:spPr>
                <a:xfrm>
                  <a:off x="6303371"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0" name="任意多边形: 形状 2089"/>
                <p:cNvSpPr/>
                <p:nvPr/>
              </p:nvSpPr>
              <p:spPr>
                <a:xfrm>
                  <a:off x="6394762" y="523409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1" name="任意多边形: 形状 2090"/>
                <p:cNvSpPr/>
                <p:nvPr/>
              </p:nvSpPr>
              <p:spPr>
                <a:xfrm>
                  <a:off x="6394762" y="523409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2" name="任意多边形: 形状 2091"/>
                <p:cNvSpPr/>
                <p:nvPr/>
              </p:nvSpPr>
              <p:spPr>
                <a:xfrm>
                  <a:off x="959764"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3" name="任意多边形: 形状 2092"/>
                <p:cNvSpPr/>
                <p:nvPr/>
              </p:nvSpPr>
              <p:spPr>
                <a:xfrm>
                  <a:off x="959764"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4" name="任意多边形: 形状 2093"/>
                <p:cNvSpPr/>
                <p:nvPr/>
              </p:nvSpPr>
              <p:spPr>
                <a:xfrm>
                  <a:off x="2085865"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5" name="任意多边形: 形状 2094"/>
                <p:cNvSpPr/>
                <p:nvPr/>
              </p:nvSpPr>
              <p:spPr>
                <a:xfrm>
                  <a:off x="2085865"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6" name="任意多边形: 形状 2095"/>
                <p:cNvSpPr/>
                <p:nvPr/>
              </p:nvSpPr>
              <p:spPr>
                <a:xfrm>
                  <a:off x="2150377" y="5342278"/>
                  <a:ext cx="28525" cy="81083"/>
                </a:xfrm>
                <a:custGeom>
                  <a:avLst/>
                  <a:gdLst>
                    <a:gd name="csX0" fmla="*/ 22 w 28525"/>
                    <a:gd name="csY0" fmla="*/ 411 h 81083"/>
                    <a:gd name="csX1" fmla="*/ 28548 w 28525"/>
                    <a:gd name="csY1" fmla="*/ 411 h 81083"/>
                    <a:gd name="csX2" fmla="*/ 28548 w 28525"/>
                    <a:gd name="csY2" fmla="*/ 81495 h 81083"/>
                    <a:gd name="csX3" fmla="*/ 22 w 28525"/>
                    <a:gd name="csY3" fmla="*/ 81495 h 81083"/>
                  </a:gdLst>
                  <a:ahLst/>
                  <a:cxnLst>
                    <a:cxn ang="0">
                      <a:pos x="csX0" y="csY0"/>
                    </a:cxn>
                    <a:cxn ang="0">
                      <a:pos x="csX1" y="csY1"/>
                    </a:cxn>
                    <a:cxn ang="0">
                      <a:pos x="csX2" y="csY2"/>
                    </a:cxn>
                    <a:cxn ang="0">
                      <a:pos x="csX3" y="csY3"/>
                    </a:cxn>
                  </a:cxnLst>
                  <a:rect l="l" t="t" r="r" b="b"/>
                  <a:pathLst>
                    <a:path w="28525" h="81083">
                      <a:moveTo>
                        <a:pt x="22" y="411"/>
                      </a:moveTo>
                      <a:lnTo>
                        <a:pt x="28548" y="411"/>
                      </a:lnTo>
                      <a:lnTo>
                        <a:pt x="2854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7" name="任意多边形: 形状 2096"/>
                <p:cNvSpPr/>
                <p:nvPr/>
              </p:nvSpPr>
              <p:spPr>
                <a:xfrm>
                  <a:off x="2150377" y="5342278"/>
                  <a:ext cx="28525" cy="81083"/>
                </a:xfrm>
                <a:custGeom>
                  <a:avLst/>
                  <a:gdLst>
                    <a:gd name="csX0" fmla="*/ 22 w 28525"/>
                    <a:gd name="csY0" fmla="*/ 411 h 81083"/>
                    <a:gd name="csX1" fmla="*/ 28548 w 28525"/>
                    <a:gd name="csY1" fmla="*/ 411 h 81083"/>
                    <a:gd name="csX2" fmla="*/ 28548 w 28525"/>
                    <a:gd name="csY2" fmla="*/ 81495 h 81083"/>
                    <a:gd name="csX3" fmla="*/ 22 w 28525"/>
                    <a:gd name="csY3" fmla="*/ 81495 h 81083"/>
                  </a:gdLst>
                  <a:ahLst/>
                  <a:cxnLst>
                    <a:cxn ang="0">
                      <a:pos x="csX0" y="csY0"/>
                    </a:cxn>
                    <a:cxn ang="0">
                      <a:pos x="csX1" y="csY1"/>
                    </a:cxn>
                    <a:cxn ang="0">
                      <a:pos x="csX2" y="csY2"/>
                    </a:cxn>
                    <a:cxn ang="0">
                      <a:pos x="csX3" y="csY3"/>
                    </a:cxn>
                  </a:cxnLst>
                  <a:rect l="l" t="t" r="r" b="b"/>
                  <a:pathLst>
                    <a:path w="28525" h="81083">
                      <a:moveTo>
                        <a:pt x="22" y="411"/>
                      </a:moveTo>
                      <a:lnTo>
                        <a:pt x="28548" y="411"/>
                      </a:lnTo>
                      <a:lnTo>
                        <a:pt x="2854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8" name="任意多边形: 形状 2097"/>
                <p:cNvSpPr/>
                <p:nvPr/>
              </p:nvSpPr>
              <p:spPr>
                <a:xfrm>
                  <a:off x="3819452" y="5342278"/>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9" name="任意多边形: 形状 2098"/>
                <p:cNvSpPr/>
                <p:nvPr/>
              </p:nvSpPr>
              <p:spPr>
                <a:xfrm>
                  <a:off x="3819452" y="5342278"/>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0" name="任意多边形: 形状 2099"/>
                <p:cNvSpPr/>
                <p:nvPr/>
              </p:nvSpPr>
              <p:spPr>
                <a:xfrm>
                  <a:off x="3899653" y="5342278"/>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1" name="任意多边形: 形状 2100"/>
                <p:cNvSpPr/>
                <p:nvPr/>
              </p:nvSpPr>
              <p:spPr>
                <a:xfrm>
                  <a:off x="3899653" y="5342278"/>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2" name="任意多边形: 形状 2101"/>
                <p:cNvSpPr/>
                <p:nvPr/>
              </p:nvSpPr>
              <p:spPr>
                <a:xfrm>
                  <a:off x="4556509" y="5342278"/>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3" name="任意多边形: 形状 2102"/>
                <p:cNvSpPr/>
                <p:nvPr/>
              </p:nvSpPr>
              <p:spPr>
                <a:xfrm>
                  <a:off x="4556509" y="5342278"/>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4" name="任意多边形: 形状 2103"/>
                <p:cNvSpPr/>
                <p:nvPr/>
              </p:nvSpPr>
              <p:spPr>
                <a:xfrm>
                  <a:off x="4696394" y="5342278"/>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5" name="任意多边形: 形状 2104"/>
                <p:cNvSpPr/>
                <p:nvPr/>
              </p:nvSpPr>
              <p:spPr>
                <a:xfrm>
                  <a:off x="4696394" y="5342278"/>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6" name="任意多边形: 形状 2105"/>
                <p:cNvSpPr/>
                <p:nvPr/>
              </p:nvSpPr>
              <p:spPr>
                <a:xfrm>
                  <a:off x="4829476"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7" name="任意多边形: 形状 2106"/>
                <p:cNvSpPr/>
                <p:nvPr/>
              </p:nvSpPr>
              <p:spPr>
                <a:xfrm>
                  <a:off x="4829476"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8" name="任意多边形: 形状 2107"/>
                <p:cNvSpPr/>
                <p:nvPr/>
              </p:nvSpPr>
              <p:spPr>
                <a:xfrm>
                  <a:off x="5097617" y="5342278"/>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9" name="任意多边形: 形状 2108"/>
                <p:cNvSpPr/>
                <p:nvPr/>
              </p:nvSpPr>
              <p:spPr>
                <a:xfrm>
                  <a:off x="5097617" y="5342278"/>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0" name="任意多边形: 形状 2109"/>
                <p:cNvSpPr/>
                <p:nvPr/>
              </p:nvSpPr>
              <p:spPr>
                <a:xfrm>
                  <a:off x="5207440"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1" name="任意多边形: 形状 2110"/>
                <p:cNvSpPr/>
                <p:nvPr/>
              </p:nvSpPr>
              <p:spPr>
                <a:xfrm>
                  <a:off x="5207440"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2" name="任意多边形: 形状 2111"/>
                <p:cNvSpPr/>
                <p:nvPr/>
              </p:nvSpPr>
              <p:spPr>
                <a:xfrm>
                  <a:off x="5231029" y="5342278"/>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3" name="任意多边形: 形状 2112"/>
                <p:cNvSpPr/>
                <p:nvPr/>
              </p:nvSpPr>
              <p:spPr>
                <a:xfrm>
                  <a:off x="5231029" y="5342278"/>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4" name="任意多边形: 形状 2113"/>
                <p:cNvSpPr/>
                <p:nvPr/>
              </p:nvSpPr>
              <p:spPr>
                <a:xfrm>
                  <a:off x="5451005" y="5342278"/>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5" name="任意多边形: 形状 2114"/>
                <p:cNvSpPr/>
                <p:nvPr/>
              </p:nvSpPr>
              <p:spPr>
                <a:xfrm>
                  <a:off x="5451005" y="5342278"/>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6" name="任意多边形: 形状 2115"/>
                <p:cNvSpPr/>
                <p:nvPr/>
              </p:nvSpPr>
              <p:spPr>
                <a:xfrm>
                  <a:off x="572704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7" name="任意多边形: 形状 2116"/>
                <p:cNvSpPr/>
                <p:nvPr/>
              </p:nvSpPr>
              <p:spPr>
                <a:xfrm>
                  <a:off x="572704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8" name="任意多边形: 形状 2117"/>
                <p:cNvSpPr/>
                <p:nvPr/>
              </p:nvSpPr>
              <p:spPr>
                <a:xfrm>
                  <a:off x="5894248" y="5342278"/>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9" name="任意多边形: 形状 2118"/>
                <p:cNvSpPr/>
                <p:nvPr/>
              </p:nvSpPr>
              <p:spPr>
                <a:xfrm>
                  <a:off x="5894248" y="5342278"/>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0" name="任意多边形: 形状 2119"/>
                <p:cNvSpPr/>
                <p:nvPr/>
              </p:nvSpPr>
              <p:spPr>
                <a:xfrm>
                  <a:off x="5961502" y="5342278"/>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1" name="任意多边形: 形状 2120"/>
                <p:cNvSpPr/>
                <p:nvPr/>
              </p:nvSpPr>
              <p:spPr>
                <a:xfrm>
                  <a:off x="5961502" y="5342278"/>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2" name="任意多边形: 形状 2121"/>
                <p:cNvSpPr/>
                <p:nvPr/>
              </p:nvSpPr>
              <p:spPr>
                <a:xfrm>
                  <a:off x="609502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3" name="任意多边形: 形状 2122"/>
                <p:cNvSpPr/>
                <p:nvPr/>
              </p:nvSpPr>
              <p:spPr>
                <a:xfrm>
                  <a:off x="609502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4" name="任意多边形: 形状 2123"/>
                <p:cNvSpPr/>
                <p:nvPr/>
              </p:nvSpPr>
              <p:spPr>
                <a:xfrm>
                  <a:off x="6122452"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5" name="任意多边形: 形状 2124"/>
                <p:cNvSpPr/>
                <p:nvPr/>
              </p:nvSpPr>
              <p:spPr>
                <a:xfrm>
                  <a:off x="6122452"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6" name="任意多边形: 形状 2125"/>
                <p:cNvSpPr/>
                <p:nvPr/>
              </p:nvSpPr>
              <p:spPr>
                <a:xfrm>
                  <a:off x="6303371"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7" name="任意多边形: 形状 2126"/>
                <p:cNvSpPr/>
                <p:nvPr/>
              </p:nvSpPr>
              <p:spPr>
                <a:xfrm>
                  <a:off x="6303371"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8" name="任意多边形: 形状 2127"/>
                <p:cNvSpPr/>
                <p:nvPr/>
              </p:nvSpPr>
              <p:spPr>
                <a:xfrm>
                  <a:off x="6394762" y="5342278"/>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9" name="任意多边形: 形状 2128"/>
                <p:cNvSpPr/>
                <p:nvPr/>
              </p:nvSpPr>
              <p:spPr>
                <a:xfrm>
                  <a:off x="6394762" y="5342278"/>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0" name="任意多边形: 形状 2129"/>
                <p:cNvSpPr/>
                <p:nvPr/>
              </p:nvSpPr>
              <p:spPr>
                <a:xfrm>
                  <a:off x="959764"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1" name="任意多边形: 形状 2130"/>
                <p:cNvSpPr/>
                <p:nvPr/>
              </p:nvSpPr>
              <p:spPr>
                <a:xfrm>
                  <a:off x="959764"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2" name="任意多边形: 形状 2131"/>
                <p:cNvSpPr/>
                <p:nvPr/>
              </p:nvSpPr>
              <p:spPr>
                <a:xfrm>
                  <a:off x="126784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3" name="任意多边形: 形状 2132"/>
                <p:cNvSpPr/>
                <p:nvPr/>
              </p:nvSpPr>
              <p:spPr>
                <a:xfrm>
                  <a:off x="126784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4" name="任意多边形: 形状 2133"/>
                <p:cNvSpPr/>
                <p:nvPr/>
              </p:nvSpPr>
              <p:spPr>
                <a:xfrm>
                  <a:off x="2085865"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5" name="任意多边形: 形状 2134"/>
                <p:cNvSpPr/>
                <p:nvPr/>
              </p:nvSpPr>
              <p:spPr>
                <a:xfrm>
                  <a:off x="2085865"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6" name="任意多边形: 形状 2135"/>
                <p:cNvSpPr/>
                <p:nvPr/>
              </p:nvSpPr>
              <p:spPr>
                <a:xfrm>
                  <a:off x="216859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7" name="任意多边形: 形状 2136"/>
                <p:cNvSpPr/>
                <p:nvPr/>
              </p:nvSpPr>
              <p:spPr>
                <a:xfrm>
                  <a:off x="216859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8" name="任意多边形: 形状 2137"/>
                <p:cNvSpPr/>
                <p:nvPr/>
              </p:nvSpPr>
              <p:spPr>
                <a:xfrm>
                  <a:off x="3819452" y="5450355"/>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9" name="任意多边形: 形状 2138"/>
                <p:cNvSpPr/>
                <p:nvPr/>
              </p:nvSpPr>
              <p:spPr>
                <a:xfrm>
                  <a:off x="3819452" y="5450355"/>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0" name="任意多边形: 形状 2139"/>
                <p:cNvSpPr/>
                <p:nvPr/>
              </p:nvSpPr>
              <p:spPr>
                <a:xfrm>
                  <a:off x="3899653" y="545035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1" name="任意多边形: 形状 2140"/>
                <p:cNvSpPr/>
                <p:nvPr/>
              </p:nvSpPr>
              <p:spPr>
                <a:xfrm>
                  <a:off x="3899653" y="545035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2" name="任意多边形: 形状 2141"/>
                <p:cNvSpPr/>
                <p:nvPr/>
              </p:nvSpPr>
              <p:spPr>
                <a:xfrm>
                  <a:off x="4556509" y="545035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3" name="任意多边形: 形状 2142"/>
                <p:cNvSpPr/>
                <p:nvPr/>
              </p:nvSpPr>
              <p:spPr>
                <a:xfrm>
                  <a:off x="4556509" y="545035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4" name="任意多边形: 形状 2143"/>
                <p:cNvSpPr/>
                <p:nvPr/>
              </p:nvSpPr>
              <p:spPr>
                <a:xfrm>
                  <a:off x="4696394" y="545035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5" name="任意多边形: 形状 2144"/>
                <p:cNvSpPr/>
                <p:nvPr/>
              </p:nvSpPr>
              <p:spPr>
                <a:xfrm>
                  <a:off x="4696394" y="545035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6" name="任意多边形: 形状 2145"/>
                <p:cNvSpPr/>
                <p:nvPr/>
              </p:nvSpPr>
              <p:spPr>
                <a:xfrm>
                  <a:off x="4829476"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7" name="任意多边形: 形状 2146"/>
                <p:cNvSpPr/>
                <p:nvPr/>
              </p:nvSpPr>
              <p:spPr>
                <a:xfrm>
                  <a:off x="4829476"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8" name="任意多边形: 形状 2147"/>
                <p:cNvSpPr/>
                <p:nvPr/>
              </p:nvSpPr>
              <p:spPr>
                <a:xfrm>
                  <a:off x="5097617" y="545035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9" name="任意多边形: 形状 2148"/>
                <p:cNvSpPr/>
                <p:nvPr/>
              </p:nvSpPr>
              <p:spPr>
                <a:xfrm>
                  <a:off x="5097617" y="545035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0" name="任意多边形: 形状 2149"/>
                <p:cNvSpPr/>
                <p:nvPr/>
              </p:nvSpPr>
              <p:spPr>
                <a:xfrm>
                  <a:off x="5207440"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1" name="任意多边形: 形状 2150"/>
                <p:cNvSpPr/>
                <p:nvPr/>
              </p:nvSpPr>
              <p:spPr>
                <a:xfrm>
                  <a:off x="5207440"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2" name="任意多边形: 形状 2151"/>
                <p:cNvSpPr/>
                <p:nvPr/>
              </p:nvSpPr>
              <p:spPr>
                <a:xfrm>
                  <a:off x="5231029" y="545035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3" name="任意多边形: 形状 2152"/>
                <p:cNvSpPr/>
                <p:nvPr/>
              </p:nvSpPr>
              <p:spPr>
                <a:xfrm>
                  <a:off x="5231029" y="545035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4" name="任意多边形: 形状 2153"/>
                <p:cNvSpPr/>
                <p:nvPr/>
              </p:nvSpPr>
              <p:spPr>
                <a:xfrm>
                  <a:off x="5451005" y="545035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5" name="任意多边形: 形状 2154"/>
                <p:cNvSpPr/>
                <p:nvPr/>
              </p:nvSpPr>
              <p:spPr>
                <a:xfrm>
                  <a:off x="5451005" y="545035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6" name="任意多边形: 形状 2155"/>
                <p:cNvSpPr/>
                <p:nvPr/>
              </p:nvSpPr>
              <p:spPr>
                <a:xfrm>
                  <a:off x="572704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7" name="任意多边形: 形状 2156"/>
                <p:cNvSpPr/>
                <p:nvPr/>
              </p:nvSpPr>
              <p:spPr>
                <a:xfrm>
                  <a:off x="572704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8" name="任意多边形: 形状 2157"/>
                <p:cNvSpPr/>
                <p:nvPr/>
              </p:nvSpPr>
              <p:spPr>
                <a:xfrm>
                  <a:off x="5894248" y="545035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9" name="任意多边形: 形状 2158"/>
                <p:cNvSpPr/>
                <p:nvPr/>
              </p:nvSpPr>
              <p:spPr>
                <a:xfrm>
                  <a:off x="5894248" y="545035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0" name="任意多边形: 形状 2159"/>
                <p:cNvSpPr/>
                <p:nvPr/>
              </p:nvSpPr>
              <p:spPr>
                <a:xfrm>
                  <a:off x="5961502" y="545035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1" name="任意多边形: 形状 2160"/>
                <p:cNvSpPr/>
                <p:nvPr/>
              </p:nvSpPr>
              <p:spPr>
                <a:xfrm>
                  <a:off x="5961502" y="545035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2" name="任意多边形: 形状 2161"/>
                <p:cNvSpPr/>
                <p:nvPr/>
              </p:nvSpPr>
              <p:spPr>
                <a:xfrm>
                  <a:off x="609502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3" name="任意多边形: 形状 2162"/>
                <p:cNvSpPr/>
                <p:nvPr/>
              </p:nvSpPr>
              <p:spPr>
                <a:xfrm>
                  <a:off x="609502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4" name="任意多边形: 形状 2163"/>
                <p:cNvSpPr/>
                <p:nvPr/>
              </p:nvSpPr>
              <p:spPr>
                <a:xfrm>
                  <a:off x="6122452"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5" name="任意多边形: 形状 2164"/>
                <p:cNvSpPr/>
                <p:nvPr/>
              </p:nvSpPr>
              <p:spPr>
                <a:xfrm>
                  <a:off x="6122452"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6" name="任意多边形: 形状 2165"/>
                <p:cNvSpPr/>
                <p:nvPr/>
              </p:nvSpPr>
              <p:spPr>
                <a:xfrm>
                  <a:off x="6303371"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7" name="任意多边形: 形状 2166"/>
                <p:cNvSpPr/>
                <p:nvPr/>
              </p:nvSpPr>
              <p:spPr>
                <a:xfrm>
                  <a:off x="6303371"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8" name="任意多边形: 形状 2167"/>
                <p:cNvSpPr/>
                <p:nvPr/>
              </p:nvSpPr>
              <p:spPr>
                <a:xfrm>
                  <a:off x="6394762" y="545035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9" name="任意多边形: 形状 2168"/>
                <p:cNvSpPr/>
                <p:nvPr/>
              </p:nvSpPr>
              <p:spPr>
                <a:xfrm>
                  <a:off x="6394762" y="545035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0" name="任意多边形: 形状 2169"/>
                <p:cNvSpPr/>
                <p:nvPr/>
              </p:nvSpPr>
              <p:spPr>
                <a:xfrm>
                  <a:off x="959983"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1" name="任意多边形: 形状 2170"/>
                <p:cNvSpPr/>
                <p:nvPr/>
              </p:nvSpPr>
              <p:spPr>
                <a:xfrm>
                  <a:off x="959983"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2" name="任意多边形: 形状 2171"/>
                <p:cNvSpPr/>
                <p:nvPr/>
              </p:nvSpPr>
              <p:spPr>
                <a:xfrm>
                  <a:off x="2085865"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3" name="任意多边形: 形状 2172"/>
                <p:cNvSpPr/>
                <p:nvPr/>
              </p:nvSpPr>
              <p:spPr>
                <a:xfrm>
                  <a:off x="2085865"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4" name="任意多边形: 形状 2173"/>
                <p:cNvSpPr/>
                <p:nvPr/>
              </p:nvSpPr>
              <p:spPr>
                <a:xfrm>
                  <a:off x="2168590"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5" name="任意多边形: 形状 2174"/>
                <p:cNvSpPr/>
                <p:nvPr/>
              </p:nvSpPr>
              <p:spPr>
                <a:xfrm>
                  <a:off x="2168590"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6" name="任意多边形: 形状 2175"/>
                <p:cNvSpPr/>
                <p:nvPr/>
              </p:nvSpPr>
              <p:spPr>
                <a:xfrm>
                  <a:off x="3820110" y="5774687"/>
                  <a:ext cx="16676" cy="81083"/>
                </a:xfrm>
                <a:custGeom>
                  <a:avLst/>
                  <a:gdLst>
                    <a:gd name="csX0" fmla="*/ 22 w 16676"/>
                    <a:gd name="csY0" fmla="*/ 411 h 81083"/>
                    <a:gd name="csX1" fmla="*/ 16699 w 16676"/>
                    <a:gd name="csY1" fmla="*/ 411 h 81083"/>
                    <a:gd name="csX2" fmla="*/ 16699 w 16676"/>
                    <a:gd name="csY2" fmla="*/ 81495 h 81083"/>
                    <a:gd name="csX3" fmla="*/ 22 w 16676"/>
                    <a:gd name="csY3" fmla="*/ 81495 h 81083"/>
                  </a:gdLst>
                  <a:ahLst/>
                  <a:cxnLst>
                    <a:cxn ang="0">
                      <a:pos x="csX0" y="csY0"/>
                    </a:cxn>
                    <a:cxn ang="0">
                      <a:pos x="csX1" y="csY1"/>
                    </a:cxn>
                    <a:cxn ang="0">
                      <a:pos x="csX2" y="csY2"/>
                    </a:cxn>
                    <a:cxn ang="0">
                      <a:pos x="csX3" y="csY3"/>
                    </a:cxn>
                  </a:cxnLst>
                  <a:rect l="l" t="t" r="r" b="b"/>
                  <a:pathLst>
                    <a:path w="16676" h="81083">
                      <a:moveTo>
                        <a:pt x="22" y="411"/>
                      </a:moveTo>
                      <a:lnTo>
                        <a:pt x="16699" y="411"/>
                      </a:lnTo>
                      <a:lnTo>
                        <a:pt x="1669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7" name="任意多边形: 形状 2176"/>
                <p:cNvSpPr/>
                <p:nvPr/>
              </p:nvSpPr>
              <p:spPr>
                <a:xfrm>
                  <a:off x="3820110" y="5774687"/>
                  <a:ext cx="16676" cy="81083"/>
                </a:xfrm>
                <a:custGeom>
                  <a:avLst/>
                  <a:gdLst>
                    <a:gd name="csX0" fmla="*/ 22 w 16676"/>
                    <a:gd name="csY0" fmla="*/ 411 h 81083"/>
                    <a:gd name="csX1" fmla="*/ 16699 w 16676"/>
                    <a:gd name="csY1" fmla="*/ 411 h 81083"/>
                    <a:gd name="csX2" fmla="*/ 16699 w 16676"/>
                    <a:gd name="csY2" fmla="*/ 81495 h 81083"/>
                    <a:gd name="csX3" fmla="*/ 22 w 16676"/>
                    <a:gd name="csY3" fmla="*/ 81495 h 81083"/>
                  </a:gdLst>
                  <a:ahLst/>
                  <a:cxnLst>
                    <a:cxn ang="0">
                      <a:pos x="csX0" y="csY0"/>
                    </a:cxn>
                    <a:cxn ang="0">
                      <a:pos x="csX1" y="csY1"/>
                    </a:cxn>
                    <a:cxn ang="0">
                      <a:pos x="csX2" y="csY2"/>
                    </a:cxn>
                    <a:cxn ang="0">
                      <a:pos x="csX3" y="csY3"/>
                    </a:cxn>
                  </a:cxnLst>
                  <a:rect l="l" t="t" r="r" b="b"/>
                  <a:pathLst>
                    <a:path w="16676" h="81083">
                      <a:moveTo>
                        <a:pt x="22" y="411"/>
                      </a:moveTo>
                      <a:lnTo>
                        <a:pt x="16699" y="411"/>
                      </a:lnTo>
                      <a:lnTo>
                        <a:pt x="1669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8" name="任意多边形: 形状 2177"/>
                <p:cNvSpPr/>
                <p:nvPr/>
              </p:nvSpPr>
              <p:spPr>
                <a:xfrm>
                  <a:off x="3899653" y="577468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9" name="任意多边形: 形状 2178"/>
                <p:cNvSpPr/>
                <p:nvPr/>
              </p:nvSpPr>
              <p:spPr>
                <a:xfrm>
                  <a:off x="3899653" y="577468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0" name="任意多边形: 形状 2179"/>
                <p:cNvSpPr/>
                <p:nvPr/>
              </p:nvSpPr>
              <p:spPr>
                <a:xfrm>
                  <a:off x="4556509" y="577468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1" name="任意多边形: 形状 2180"/>
                <p:cNvSpPr/>
                <p:nvPr/>
              </p:nvSpPr>
              <p:spPr>
                <a:xfrm>
                  <a:off x="4556509" y="577468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2" name="任意多边形: 形状 2181"/>
                <p:cNvSpPr/>
                <p:nvPr/>
              </p:nvSpPr>
              <p:spPr>
                <a:xfrm>
                  <a:off x="4696394" y="577468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3" name="任意多边形: 形状 2182"/>
                <p:cNvSpPr/>
                <p:nvPr/>
              </p:nvSpPr>
              <p:spPr>
                <a:xfrm>
                  <a:off x="4696394" y="577468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4" name="任意多边形: 形状 2183"/>
                <p:cNvSpPr/>
                <p:nvPr/>
              </p:nvSpPr>
              <p:spPr>
                <a:xfrm>
                  <a:off x="4829476"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5" name="任意多边形: 形状 2184"/>
                <p:cNvSpPr/>
                <p:nvPr/>
              </p:nvSpPr>
              <p:spPr>
                <a:xfrm>
                  <a:off x="4829476"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6" name="任意多边形: 形状 2185"/>
                <p:cNvSpPr/>
                <p:nvPr/>
              </p:nvSpPr>
              <p:spPr>
                <a:xfrm>
                  <a:off x="5097617" y="577468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7" name="任意多边形: 形状 2186"/>
                <p:cNvSpPr/>
                <p:nvPr/>
              </p:nvSpPr>
              <p:spPr>
                <a:xfrm>
                  <a:off x="5097617" y="577468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8" name="任意多边形: 形状 2187"/>
                <p:cNvSpPr/>
                <p:nvPr/>
              </p:nvSpPr>
              <p:spPr>
                <a:xfrm>
                  <a:off x="5207440"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9" name="任意多边形: 形状 2188"/>
                <p:cNvSpPr/>
                <p:nvPr/>
              </p:nvSpPr>
              <p:spPr>
                <a:xfrm>
                  <a:off x="5207440"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0" name="任意多边形: 形状 2189"/>
                <p:cNvSpPr/>
                <p:nvPr/>
              </p:nvSpPr>
              <p:spPr>
                <a:xfrm>
                  <a:off x="5231029" y="577468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1" name="任意多边形: 形状 2190"/>
                <p:cNvSpPr/>
                <p:nvPr/>
              </p:nvSpPr>
              <p:spPr>
                <a:xfrm>
                  <a:off x="5231029" y="577468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2" name="任意多边形: 形状 2191"/>
                <p:cNvSpPr/>
                <p:nvPr/>
              </p:nvSpPr>
              <p:spPr>
                <a:xfrm>
                  <a:off x="5451005" y="577468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3" name="任意多边形: 形状 2192"/>
                <p:cNvSpPr/>
                <p:nvPr/>
              </p:nvSpPr>
              <p:spPr>
                <a:xfrm>
                  <a:off x="5451005" y="577468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4" name="任意多边形: 形状 2193"/>
                <p:cNvSpPr/>
                <p:nvPr/>
              </p:nvSpPr>
              <p:spPr>
                <a:xfrm>
                  <a:off x="572704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5" name="任意多边形: 形状 2194"/>
                <p:cNvSpPr/>
                <p:nvPr/>
              </p:nvSpPr>
              <p:spPr>
                <a:xfrm>
                  <a:off x="572704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6" name="任意多边形: 形状 2195"/>
                <p:cNvSpPr/>
                <p:nvPr/>
              </p:nvSpPr>
              <p:spPr>
                <a:xfrm>
                  <a:off x="5894248" y="577468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7" name="任意多边形: 形状 2196"/>
                <p:cNvSpPr/>
                <p:nvPr/>
              </p:nvSpPr>
              <p:spPr>
                <a:xfrm>
                  <a:off x="5894248" y="577468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8" name="任意多边形: 形状 2197"/>
                <p:cNvSpPr/>
                <p:nvPr/>
              </p:nvSpPr>
              <p:spPr>
                <a:xfrm>
                  <a:off x="5961502" y="577468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9" name="任意多边形: 形状 2198"/>
                <p:cNvSpPr/>
                <p:nvPr/>
              </p:nvSpPr>
              <p:spPr>
                <a:xfrm>
                  <a:off x="5961502" y="577468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0" name="任意多边形: 形状 2199"/>
                <p:cNvSpPr/>
                <p:nvPr/>
              </p:nvSpPr>
              <p:spPr>
                <a:xfrm>
                  <a:off x="609502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1" name="任意多边形: 形状 2200"/>
                <p:cNvSpPr/>
                <p:nvPr/>
              </p:nvSpPr>
              <p:spPr>
                <a:xfrm>
                  <a:off x="609502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2" name="任意多边形: 形状 2201"/>
                <p:cNvSpPr/>
                <p:nvPr/>
              </p:nvSpPr>
              <p:spPr>
                <a:xfrm>
                  <a:off x="6122452"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3" name="任意多边形: 形状 2202"/>
                <p:cNvSpPr/>
                <p:nvPr/>
              </p:nvSpPr>
              <p:spPr>
                <a:xfrm>
                  <a:off x="6122452"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4" name="任意多边形: 形状 2203"/>
                <p:cNvSpPr/>
                <p:nvPr/>
              </p:nvSpPr>
              <p:spPr>
                <a:xfrm>
                  <a:off x="6303371"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5" name="任意多边形: 形状 2204"/>
                <p:cNvSpPr/>
                <p:nvPr/>
              </p:nvSpPr>
              <p:spPr>
                <a:xfrm>
                  <a:off x="6303371"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6" name="任意多边形: 形状 2205"/>
                <p:cNvSpPr/>
                <p:nvPr/>
              </p:nvSpPr>
              <p:spPr>
                <a:xfrm>
                  <a:off x="6394762" y="5774687"/>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7" name="任意多边形: 形状 2206"/>
                <p:cNvSpPr/>
                <p:nvPr/>
              </p:nvSpPr>
              <p:spPr>
                <a:xfrm>
                  <a:off x="6394762" y="5774687"/>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8" name="任意多边形: 形状 2207"/>
                <p:cNvSpPr/>
                <p:nvPr/>
              </p:nvSpPr>
              <p:spPr>
                <a:xfrm>
                  <a:off x="959983"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9" name="任意多边形: 形状 2208"/>
                <p:cNvSpPr/>
                <p:nvPr/>
              </p:nvSpPr>
              <p:spPr>
                <a:xfrm>
                  <a:off x="959983"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0" name="任意多边形: 形状 2209"/>
                <p:cNvSpPr/>
                <p:nvPr/>
              </p:nvSpPr>
              <p:spPr>
                <a:xfrm>
                  <a:off x="2085865"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1" name="任意多边形: 形状 2210"/>
                <p:cNvSpPr/>
                <p:nvPr/>
              </p:nvSpPr>
              <p:spPr>
                <a:xfrm>
                  <a:off x="2085865"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2" name="任意多边形: 形状 2211"/>
                <p:cNvSpPr/>
                <p:nvPr/>
              </p:nvSpPr>
              <p:spPr>
                <a:xfrm>
                  <a:off x="2168590"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3" name="任意多边形: 形状 2212"/>
                <p:cNvSpPr/>
                <p:nvPr/>
              </p:nvSpPr>
              <p:spPr>
                <a:xfrm>
                  <a:off x="2168590"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4" name="任意多边形: 形状 2213"/>
                <p:cNvSpPr/>
                <p:nvPr/>
              </p:nvSpPr>
              <p:spPr>
                <a:xfrm>
                  <a:off x="3656198"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5" name="任意多边形: 形状 2214"/>
                <p:cNvSpPr/>
                <p:nvPr/>
              </p:nvSpPr>
              <p:spPr>
                <a:xfrm>
                  <a:off x="3656198"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6" name="任意多边形: 形状 2215"/>
                <p:cNvSpPr/>
                <p:nvPr/>
              </p:nvSpPr>
              <p:spPr>
                <a:xfrm>
                  <a:off x="3819452" y="555843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7" name="任意多边形: 形状 2216"/>
                <p:cNvSpPr/>
                <p:nvPr/>
              </p:nvSpPr>
              <p:spPr>
                <a:xfrm>
                  <a:off x="3819452" y="555843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8" name="任意多边形: 形状 2217"/>
                <p:cNvSpPr/>
                <p:nvPr/>
              </p:nvSpPr>
              <p:spPr>
                <a:xfrm>
                  <a:off x="3899653" y="555843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9" name="任意多边形: 形状 2218"/>
                <p:cNvSpPr/>
                <p:nvPr/>
              </p:nvSpPr>
              <p:spPr>
                <a:xfrm>
                  <a:off x="3899653" y="555843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0" name="任意多边形: 形状 2219"/>
                <p:cNvSpPr/>
                <p:nvPr/>
              </p:nvSpPr>
              <p:spPr>
                <a:xfrm>
                  <a:off x="4556509" y="555843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1" name="任意多边形: 形状 2220"/>
                <p:cNvSpPr/>
                <p:nvPr/>
              </p:nvSpPr>
              <p:spPr>
                <a:xfrm>
                  <a:off x="4556509" y="555843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2" name="任意多边形: 形状 2221"/>
                <p:cNvSpPr/>
                <p:nvPr/>
              </p:nvSpPr>
              <p:spPr>
                <a:xfrm>
                  <a:off x="4696394" y="555843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3" name="任意多边形: 形状 2222"/>
                <p:cNvSpPr/>
                <p:nvPr/>
              </p:nvSpPr>
              <p:spPr>
                <a:xfrm>
                  <a:off x="4696394" y="555843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4" name="任意多边形: 形状 2223"/>
                <p:cNvSpPr/>
                <p:nvPr/>
              </p:nvSpPr>
              <p:spPr>
                <a:xfrm>
                  <a:off x="4829476"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5" name="任意多边形: 形状 2224"/>
                <p:cNvSpPr/>
                <p:nvPr/>
              </p:nvSpPr>
              <p:spPr>
                <a:xfrm>
                  <a:off x="4829476"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6" name="任意多边形: 形状 2225"/>
                <p:cNvSpPr/>
                <p:nvPr/>
              </p:nvSpPr>
              <p:spPr>
                <a:xfrm>
                  <a:off x="5097617" y="555843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7" name="任意多边形: 形状 2226"/>
                <p:cNvSpPr/>
                <p:nvPr/>
              </p:nvSpPr>
              <p:spPr>
                <a:xfrm>
                  <a:off x="5097617" y="555843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8" name="任意多边形: 形状 2227"/>
                <p:cNvSpPr/>
                <p:nvPr/>
              </p:nvSpPr>
              <p:spPr>
                <a:xfrm>
                  <a:off x="5207440"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9" name="任意多边形: 形状 2228"/>
                <p:cNvSpPr/>
                <p:nvPr/>
              </p:nvSpPr>
              <p:spPr>
                <a:xfrm>
                  <a:off x="5207440"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0" name="任意多边形: 形状 2229"/>
                <p:cNvSpPr/>
                <p:nvPr/>
              </p:nvSpPr>
              <p:spPr>
                <a:xfrm>
                  <a:off x="5231029" y="555843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1" name="任意多边形: 形状 2230"/>
                <p:cNvSpPr/>
                <p:nvPr/>
              </p:nvSpPr>
              <p:spPr>
                <a:xfrm>
                  <a:off x="5231029" y="555843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2" name="任意多边形: 形状 2231"/>
                <p:cNvSpPr/>
                <p:nvPr/>
              </p:nvSpPr>
              <p:spPr>
                <a:xfrm>
                  <a:off x="5451005" y="555843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3" name="任意多边形: 形状 2232"/>
                <p:cNvSpPr/>
                <p:nvPr/>
              </p:nvSpPr>
              <p:spPr>
                <a:xfrm>
                  <a:off x="5451005" y="555843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4" name="任意多边形: 形状 2233"/>
                <p:cNvSpPr/>
                <p:nvPr/>
              </p:nvSpPr>
              <p:spPr>
                <a:xfrm>
                  <a:off x="572704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5" name="任意多边形: 形状 2234"/>
                <p:cNvSpPr/>
                <p:nvPr/>
              </p:nvSpPr>
              <p:spPr>
                <a:xfrm>
                  <a:off x="572704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6" name="任意多边形: 形状 2235"/>
                <p:cNvSpPr/>
                <p:nvPr/>
              </p:nvSpPr>
              <p:spPr>
                <a:xfrm>
                  <a:off x="5894248" y="555843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7" name="任意多边形: 形状 2236"/>
                <p:cNvSpPr/>
                <p:nvPr/>
              </p:nvSpPr>
              <p:spPr>
                <a:xfrm>
                  <a:off x="5894248" y="555843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8" name="任意多边形: 形状 2237"/>
                <p:cNvSpPr/>
                <p:nvPr/>
              </p:nvSpPr>
              <p:spPr>
                <a:xfrm>
                  <a:off x="5961502" y="555843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9" name="任意多边形: 形状 2238"/>
                <p:cNvSpPr/>
                <p:nvPr/>
              </p:nvSpPr>
              <p:spPr>
                <a:xfrm>
                  <a:off x="5961502" y="555843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0" name="任意多边形: 形状 2239"/>
                <p:cNvSpPr/>
                <p:nvPr/>
              </p:nvSpPr>
              <p:spPr>
                <a:xfrm>
                  <a:off x="609502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1" name="任意多边形: 形状 2240"/>
                <p:cNvSpPr/>
                <p:nvPr/>
              </p:nvSpPr>
              <p:spPr>
                <a:xfrm>
                  <a:off x="609502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2" name="任意多边形: 形状 2241"/>
                <p:cNvSpPr/>
                <p:nvPr/>
              </p:nvSpPr>
              <p:spPr>
                <a:xfrm>
                  <a:off x="6122452"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3" name="任意多边形: 形状 2242"/>
                <p:cNvSpPr/>
                <p:nvPr/>
              </p:nvSpPr>
              <p:spPr>
                <a:xfrm>
                  <a:off x="6122452"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4" name="任意多边形: 形状 2243"/>
                <p:cNvSpPr/>
                <p:nvPr/>
              </p:nvSpPr>
              <p:spPr>
                <a:xfrm>
                  <a:off x="6303371"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5" name="任意多边形: 形状 2244"/>
                <p:cNvSpPr/>
                <p:nvPr/>
              </p:nvSpPr>
              <p:spPr>
                <a:xfrm>
                  <a:off x="6303371"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6" name="任意多边形: 形状 2245"/>
                <p:cNvSpPr/>
                <p:nvPr/>
              </p:nvSpPr>
              <p:spPr>
                <a:xfrm>
                  <a:off x="6394762" y="555843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7" name="任意多边形: 形状 2246"/>
                <p:cNvSpPr/>
                <p:nvPr/>
              </p:nvSpPr>
              <p:spPr>
                <a:xfrm>
                  <a:off x="6394762" y="555843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8" name="任意多边形: 形状 2247"/>
                <p:cNvSpPr/>
                <p:nvPr/>
              </p:nvSpPr>
              <p:spPr>
                <a:xfrm>
                  <a:off x="959983"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9" name="任意多边形: 形状 2248"/>
                <p:cNvSpPr/>
                <p:nvPr/>
              </p:nvSpPr>
              <p:spPr>
                <a:xfrm>
                  <a:off x="959983"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0" name="任意多边形: 形状 2249"/>
                <p:cNvSpPr/>
                <p:nvPr/>
              </p:nvSpPr>
              <p:spPr>
                <a:xfrm>
                  <a:off x="2085865"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1" name="任意多边形: 形状 2250"/>
                <p:cNvSpPr/>
                <p:nvPr/>
              </p:nvSpPr>
              <p:spPr>
                <a:xfrm>
                  <a:off x="2085865"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2" name="任意多边形: 形状 2251"/>
                <p:cNvSpPr/>
                <p:nvPr/>
              </p:nvSpPr>
              <p:spPr>
                <a:xfrm>
                  <a:off x="2521209" y="5666509"/>
                  <a:ext cx="13494" cy="81083"/>
                </a:xfrm>
                <a:custGeom>
                  <a:avLst/>
                  <a:gdLst>
                    <a:gd name="csX0" fmla="*/ 22 w 13494"/>
                    <a:gd name="csY0" fmla="*/ 411 h 81083"/>
                    <a:gd name="csX1" fmla="*/ 13517 w 13494"/>
                    <a:gd name="csY1" fmla="*/ 411 h 81083"/>
                    <a:gd name="csX2" fmla="*/ 13517 w 13494"/>
                    <a:gd name="csY2" fmla="*/ 81495 h 81083"/>
                    <a:gd name="csX3" fmla="*/ 22 w 13494"/>
                    <a:gd name="csY3" fmla="*/ 81495 h 81083"/>
                  </a:gdLst>
                  <a:ahLst/>
                  <a:cxnLst>
                    <a:cxn ang="0">
                      <a:pos x="csX0" y="csY0"/>
                    </a:cxn>
                    <a:cxn ang="0">
                      <a:pos x="csX1" y="csY1"/>
                    </a:cxn>
                    <a:cxn ang="0">
                      <a:pos x="csX2" y="csY2"/>
                    </a:cxn>
                    <a:cxn ang="0">
                      <a:pos x="csX3" y="csY3"/>
                    </a:cxn>
                  </a:cxnLst>
                  <a:rect l="l" t="t" r="r" b="b"/>
                  <a:pathLst>
                    <a:path w="13494" h="81083">
                      <a:moveTo>
                        <a:pt x="22" y="411"/>
                      </a:moveTo>
                      <a:lnTo>
                        <a:pt x="13517" y="411"/>
                      </a:lnTo>
                      <a:lnTo>
                        <a:pt x="1351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3" name="任意多边形: 形状 2252"/>
                <p:cNvSpPr/>
                <p:nvPr/>
              </p:nvSpPr>
              <p:spPr>
                <a:xfrm>
                  <a:off x="2521209" y="5666509"/>
                  <a:ext cx="13494" cy="81083"/>
                </a:xfrm>
                <a:custGeom>
                  <a:avLst/>
                  <a:gdLst>
                    <a:gd name="csX0" fmla="*/ 22 w 13494"/>
                    <a:gd name="csY0" fmla="*/ 411 h 81083"/>
                    <a:gd name="csX1" fmla="*/ 13517 w 13494"/>
                    <a:gd name="csY1" fmla="*/ 411 h 81083"/>
                    <a:gd name="csX2" fmla="*/ 13517 w 13494"/>
                    <a:gd name="csY2" fmla="*/ 81495 h 81083"/>
                    <a:gd name="csX3" fmla="*/ 22 w 13494"/>
                    <a:gd name="csY3" fmla="*/ 81495 h 81083"/>
                  </a:gdLst>
                  <a:ahLst/>
                  <a:cxnLst>
                    <a:cxn ang="0">
                      <a:pos x="csX0" y="csY0"/>
                    </a:cxn>
                    <a:cxn ang="0">
                      <a:pos x="csX1" y="csY1"/>
                    </a:cxn>
                    <a:cxn ang="0">
                      <a:pos x="csX2" y="csY2"/>
                    </a:cxn>
                    <a:cxn ang="0">
                      <a:pos x="csX3" y="csY3"/>
                    </a:cxn>
                  </a:cxnLst>
                  <a:rect l="l" t="t" r="r" b="b"/>
                  <a:pathLst>
                    <a:path w="13494" h="81083">
                      <a:moveTo>
                        <a:pt x="22" y="411"/>
                      </a:moveTo>
                      <a:lnTo>
                        <a:pt x="13517" y="411"/>
                      </a:lnTo>
                      <a:lnTo>
                        <a:pt x="1351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4" name="任意多边形: 形状 2253"/>
                <p:cNvSpPr/>
                <p:nvPr/>
              </p:nvSpPr>
              <p:spPr>
                <a:xfrm>
                  <a:off x="3819452" y="566650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5" name="任意多边形: 形状 2254"/>
                <p:cNvSpPr/>
                <p:nvPr/>
              </p:nvSpPr>
              <p:spPr>
                <a:xfrm>
                  <a:off x="3819452" y="566650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6" name="任意多边形: 形状 2255"/>
                <p:cNvSpPr/>
                <p:nvPr/>
              </p:nvSpPr>
              <p:spPr>
                <a:xfrm>
                  <a:off x="3899653" y="566650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7" name="任意多边形: 形状 2256"/>
                <p:cNvSpPr/>
                <p:nvPr/>
              </p:nvSpPr>
              <p:spPr>
                <a:xfrm>
                  <a:off x="3899653" y="566650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8" name="任意多边形: 形状 2257"/>
                <p:cNvSpPr/>
                <p:nvPr/>
              </p:nvSpPr>
              <p:spPr>
                <a:xfrm>
                  <a:off x="4556509" y="566650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9" name="任意多边形: 形状 2258"/>
                <p:cNvSpPr/>
                <p:nvPr/>
              </p:nvSpPr>
              <p:spPr>
                <a:xfrm>
                  <a:off x="4556509" y="566650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0" name="任意多边形: 形状 2259"/>
                <p:cNvSpPr/>
                <p:nvPr/>
              </p:nvSpPr>
              <p:spPr>
                <a:xfrm>
                  <a:off x="4696394" y="566650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1" name="任意多边形: 形状 2260"/>
                <p:cNvSpPr/>
                <p:nvPr/>
              </p:nvSpPr>
              <p:spPr>
                <a:xfrm>
                  <a:off x="4696394" y="566650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2" name="任意多边形: 形状 2261"/>
                <p:cNvSpPr/>
                <p:nvPr/>
              </p:nvSpPr>
              <p:spPr>
                <a:xfrm>
                  <a:off x="4829476"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3" name="任意多边形: 形状 2262"/>
                <p:cNvSpPr/>
                <p:nvPr/>
              </p:nvSpPr>
              <p:spPr>
                <a:xfrm>
                  <a:off x="4829476"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4" name="任意多边形: 形状 2263"/>
                <p:cNvSpPr/>
                <p:nvPr/>
              </p:nvSpPr>
              <p:spPr>
                <a:xfrm>
                  <a:off x="5097617" y="566650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5" name="任意多边形: 形状 2264"/>
                <p:cNvSpPr/>
                <p:nvPr/>
              </p:nvSpPr>
              <p:spPr>
                <a:xfrm>
                  <a:off x="5097617" y="566650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6" name="任意多边形: 形状 2265"/>
                <p:cNvSpPr/>
                <p:nvPr/>
              </p:nvSpPr>
              <p:spPr>
                <a:xfrm>
                  <a:off x="5207440"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7" name="任意多边形: 形状 2266"/>
                <p:cNvSpPr/>
                <p:nvPr/>
              </p:nvSpPr>
              <p:spPr>
                <a:xfrm>
                  <a:off x="5207440"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8" name="任意多边形: 形状 2267"/>
                <p:cNvSpPr/>
                <p:nvPr/>
              </p:nvSpPr>
              <p:spPr>
                <a:xfrm>
                  <a:off x="5231029" y="566650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9" name="任意多边形: 形状 2268"/>
                <p:cNvSpPr/>
                <p:nvPr/>
              </p:nvSpPr>
              <p:spPr>
                <a:xfrm>
                  <a:off x="5231029" y="566650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0" name="任意多边形: 形状 2269"/>
                <p:cNvSpPr/>
                <p:nvPr/>
              </p:nvSpPr>
              <p:spPr>
                <a:xfrm>
                  <a:off x="5451005" y="566650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1" name="任意多边形: 形状 2270"/>
                <p:cNvSpPr/>
                <p:nvPr/>
              </p:nvSpPr>
              <p:spPr>
                <a:xfrm>
                  <a:off x="5451005" y="566650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2" name="任意多边形: 形状 2271"/>
                <p:cNvSpPr/>
                <p:nvPr/>
              </p:nvSpPr>
              <p:spPr>
                <a:xfrm>
                  <a:off x="572704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3" name="任意多边形: 形状 2272"/>
                <p:cNvSpPr/>
                <p:nvPr/>
              </p:nvSpPr>
              <p:spPr>
                <a:xfrm>
                  <a:off x="572704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4" name="任意多边形: 形状 2273"/>
                <p:cNvSpPr/>
                <p:nvPr/>
              </p:nvSpPr>
              <p:spPr>
                <a:xfrm>
                  <a:off x="5894248" y="566650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5" name="任意多边形: 形状 2274"/>
                <p:cNvSpPr/>
                <p:nvPr/>
              </p:nvSpPr>
              <p:spPr>
                <a:xfrm>
                  <a:off x="5894248" y="566650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6" name="任意多边形: 形状 2275"/>
                <p:cNvSpPr/>
                <p:nvPr/>
              </p:nvSpPr>
              <p:spPr>
                <a:xfrm>
                  <a:off x="5961502" y="566650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7" name="任意多边形: 形状 2276"/>
                <p:cNvSpPr/>
                <p:nvPr/>
              </p:nvSpPr>
              <p:spPr>
                <a:xfrm>
                  <a:off x="5961502" y="566650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8" name="任意多边形: 形状 2277"/>
                <p:cNvSpPr/>
                <p:nvPr/>
              </p:nvSpPr>
              <p:spPr>
                <a:xfrm>
                  <a:off x="609502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9" name="任意多边形: 形状 2278"/>
                <p:cNvSpPr/>
                <p:nvPr/>
              </p:nvSpPr>
              <p:spPr>
                <a:xfrm>
                  <a:off x="609502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0" name="任意多边形: 形状 2279"/>
                <p:cNvSpPr/>
                <p:nvPr/>
              </p:nvSpPr>
              <p:spPr>
                <a:xfrm>
                  <a:off x="6122452"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1" name="任意多边形: 形状 2280"/>
                <p:cNvSpPr/>
                <p:nvPr/>
              </p:nvSpPr>
              <p:spPr>
                <a:xfrm>
                  <a:off x="6122452"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2" name="任意多边形: 形状 2281"/>
                <p:cNvSpPr/>
                <p:nvPr/>
              </p:nvSpPr>
              <p:spPr>
                <a:xfrm>
                  <a:off x="6303371"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3" name="任意多边形: 形状 2282"/>
                <p:cNvSpPr/>
                <p:nvPr/>
              </p:nvSpPr>
              <p:spPr>
                <a:xfrm>
                  <a:off x="6303371"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4" name="任意多边形: 形状 2283"/>
                <p:cNvSpPr/>
                <p:nvPr/>
              </p:nvSpPr>
              <p:spPr>
                <a:xfrm>
                  <a:off x="6394762" y="566650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5" name="任意多边形: 形状 2284"/>
                <p:cNvSpPr/>
                <p:nvPr/>
              </p:nvSpPr>
              <p:spPr>
                <a:xfrm>
                  <a:off x="6394762" y="566650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6" name="任意多边形: 形状 2285"/>
                <p:cNvSpPr/>
                <p:nvPr/>
              </p:nvSpPr>
              <p:spPr>
                <a:xfrm>
                  <a:off x="3589821" y="5882764"/>
                  <a:ext cx="20735" cy="81083"/>
                </a:xfrm>
                <a:custGeom>
                  <a:avLst/>
                  <a:gdLst>
                    <a:gd name="csX0" fmla="*/ 22 w 20735"/>
                    <a:gd name="csY0" fmla="*/ 411 h 81083"/>
                    <a:gd name="csX1" fmla="*/ 20758 w 20735"/>
                    <a:gd name="csY1" fmla="*/ 411 h 81083"/>
                    <a:gd name="csX2" fmla="*/ 20758 w 20735"/>
                    <a:gd name="csY2" fmla="*/ 81495 h 81083"/>
                    <a:gd name="csX3" fmla="*/ 22 w 20735"/>
                    <a:gd name="csY3" fmla="*/ 81495 h 81083"/>
                  </a:gdLst>
                  <a:ahLst/>
                  <a:cxnLst>
                    <a:cxn ang="0">
                      <a:pos x="csX0" y="csY0"/>
                    </a:cxn>
                    <a:cxn ang="0">
                      <a:pos x="csX1" y="csY1"/>
                    </a:cxn>
                    <a:cxn ang="0">
                      <a:pos x="csX2" y="csY2"/>
                    </a:cxn>
                    <a:cxn ang="0">
                      <a:pos x="csX3" y="csY3"/>
                    </a:cxn>
                  </a:cxnLst>
                  <a:rect l="l" t="t" r="r" b="b"/>
                  <a:pathLst>
                    <a:path w="20735" h="81083">
                      <a:moveTo>
                        <a:pt x="22" y="411"/>
                      </a:moveTo>
                      <a:lnTo>
                        <a:pt x="20758" y="411"/>
                      </a:lnTo>
                      <a:lnTo>
                        <a:pt x="2075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7" name="任意多边形: 形状 2286"/>
                <p:cNvSpPr/>
                <p:nvPr/>
              </p:nvSpPr>
              <p:spPr>
                <a:xfrm>
                  <a:off x="3589821" y="5882764"/>
                  <a:ext cx="20735" cy="81083"/>
                </a:xfrm>
                <a:custGeom>
                  <a:avLst/>
                  <a:gdLst>
                    <a:gd name="csX0" fmla="*/ 22 w 20735"/>
                    <a:gd name="csY0" fmla="*/ 411 h 81083"/>
                    <a:gd name="csX1" fmla="*/ 20758 w 20735"/>
                    <a:gd name="csY1" fmla="*/ 411 h 81083"/>
                    <a:gd name="csX2" fmla="*/ 20758 w 20735"/>
                    <a:gd name="csY2" fmla="*/ 81495 h 81083"/>
                    <a:gd name="csX3" fmla="*/ 22 w 20735"/>
                    <a:gd name="csY3" fmla="*/ 81495 h 81083"/>
                  </a:gdLst>
                  <a:ahLst/>
                  <a:cxnLst>
                    <a:cxn ang="0">
                      <a:pos x="csX0" y="csY0"/>
                    </a:cxn>
                    <a:cxn ang="0">
                      <a:pos x="csX1" y="csY1"/>
                    </a:cxn>
                    <a:cxn ang="0">
                      <a:pos x="csX2" y="csY2"/>
                    </a:cxn>
                    <a:cxn ang="0">
                      <a:pos x="csX3" y="csY3"/>
                    </a:cxn>
                  </a:cxnLst>
                  <a:rect l="l" t="t" r="r" b="b"/>
                  <a:pathLst>
                    <a:path w="20735" h="81083">
                      <a:moveTo>
                        <a:pt x="22" y="411"/>
                      </a:moveTo>
                      <a:lnTo>
                        <a:pt x="20758" y="411"/>
                      </a:lnTo>
                      <a:lnTo>
                        <a:pt x="2075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8" name="任意多边形: 形状 2287"/>
                <p:cNvSpPr/>
                <p:nvPr/>
              </p:nvSpPr>
              <p:spPr>
                <a:xfrm>
                  <a:off x="3655759"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9" name="任意多边形: 形状 2288"/>
                <p:cNvSpPr/>
                <p:nvPr/>
              </p:nvSpPr>
              <p:spPr>
                <a:xfrm>
                  <a:off x="3655759"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0" name="任意多边形: 形状 2289"/>
                <p:cNvSpPr/>
                <p:nvPr/>
              </p:nvSpPr>
              <p:spPr>
                <a:xfrm>
                  <a:off x="3819452" y="5882764"/>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1" name="任意多边形: 形状 2290"/>
                <p:cNvSpPr/>
                <p:nvPr/>
              </p:nvSpPr>
              <p:spPr>
                <a:xfrm>
                  <a:off x="3819452" y="5882764"/>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2" name="任意多边形: 形状 2291"/>
                <p:cNvSpPr/>
                <p:nvPr/>
              </p:nvSpPr>
              <p:spPr>
                <a:xfrm>
                  <a:off x="3899653" y="5882764"/>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3" name="任意多边形: 形状 2292"/>
                <p:cNvSpPr/>
                <p:nvPr/>
              </p:nvSpPr>
              <p:spPr>
                <a:xfrm>
                  <a:off x="3899653" y="5882764"/>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4" name="任意多边形: 形状 2293"/>
                <p:cNvSpPr/>
                <p:nvPr/>
              </p:nvSpPr>
              <p:spPr>
                <a:xfrm>
                  <a:off x="4556509" y="5882764"/>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5" name="任意多边形: 形状 2294"/>
                <p:cNvSpPr/>
                <p:nvPr/>
              </p:nvSpPr>
              <p:spPr>
                <a:xfrm>
                  <a:off x="4556509" y="5882764"/>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6" name="任意多边形: 形状 2295"/>
                <p:cNvSpPr/>
                <p:nvPr/>
              </p:nvSpPr>
              <p:spPr>
                <a:xfrm>
                  <a:off x="4696394" y="5882764"/>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7" name="任意多边形: 形状 2296"/>
                <p:cNvSpPr/>
                <p:nvPr/>
              </p:nvSpPr>
              <p:spPr>
                <a:xfrm>
                  <a:off x="4696394" y="5882764"/>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8" name="任意多边形: 形状 2297"/>
                <p:cNvSpPr/>
                <p:nvPr/>
              </p:nvSpPr>
              <p:spPr>
                <a:xfrm>
                  <a:off x="4829476"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9" name="任意多边形: 形状 2298"/>
                <p:cNvSpPr/>
                <p:nvPr/>
              </p:nvSpPr>
              <p:spPr>
                <a:xfrm>
                  <a:off x="4829476"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0" name="任意多边形: 形状 2299"/>
                <p:cNvSpPr/>
                <p:nvPr/>
              </p:nvSpPr>
              <p:spPr>
                <a:xfrm>
                  <a:off x="5097617" y="5882764"/>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1" name="任意多边形: 形状 2300"/>
                <p:cNvSpPr/>
                <p:nvPr/>
              </p:nvSpPr>
              <p:spPr>
                <a:xfrm>
                  <a:off x="5097617" y="5882764"/>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2" name="任意多边形: 形状 2301"/>
                <p:cNvSpPr/>
                <p:nvPr/>
              </p:nvSpPr>
              <p:spPr>
                <a:xfrm>
                  <a:off x="5207440"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3" name="任意多边形: 形状 2302"/>
                <p:cNvSpPr/>
                <p:nvPr/>
              </p:nvSpPr>
              <p:spPr>
                <a:xfrm>
                  <a:off x="5207440"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4" name="任意多边形: 形状 2303"/>
                <p:cNvSpPr/>
                <p:nvPr/>
              </p:nvSpPr>
              <p:spPr>
                <a:xfrm>
                  <a:off x="5231029" y="5882764"/>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5" name="任意多边形: 形状 2304"/>
                <p:cNvSpPr/>
                <p:nvPr/>
              </p:nvSpPr>
              <p:spPr>
                <a:xfrm>
                  <a:off x="5231029" y="5882764"/>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6" name="任意多边形: 形状 2305"/>
                <p:cNvSpPr/>
                <p:nvPr/>
              </p:nvSpPr>
              <p:spPr>
                <a:xfrm>
                  <a:off x="5451005" y="5882764"/>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7" name="任意多边形: 形状 2306"/>
                <p:cNvSpPr/>
                <p:nvPr/>
              </p:nvSpPr>
              <p:spPr>
                <a:xfrm>
                  <a:off x="5451005" y="5882764"/>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8" name="任意多边形: 形状 2307"/>
                <p:cNvSpPr/>
                <p:nvPr/>
              </p:nvSpPr>
              <p:spPr>
                <a:xfrm>
                  <a:off x="572704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9" name="任意多边形: 形状 2308"/>
                <p:cNvSpPr/>
                <p:nvPr/>
              </p:nvSpPr>
              <p:spPr>
                <a:xfrm>
                  <a:off x="572704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0" name="任意多边形: 形状 2309"/>
                <p:cNvSpPr/>
                <p:nvPr/>
              </p:nvSpPr>
              <p:spPr>
                <a:xfrm>
                  <a:off x="5894248" y="5882764"/>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1" name="任意多边形: 形状 2310"/>
                <p:cNvSpPr/>
                <p:nvPr/>
              </p:nvSpPr>
              <p:spPr>
                <a:xfrm>
                  <a:off x="5894248" y="5882764"/>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2" name="任意多边形: 形状 2311"/>
                <p:cNvSpPr/>
                <p:nvPr/>
              </p:nvSpPr>
              <p:spPr>
                <a:xfrm>
                  <a:off x="5961502" y="5882764"/>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3" name="任意多边形: 形状 2312"/>
                <p:cNvSpPr/>
                <p:nvPr/>
              </p:nvSpPr>
              <p:spPr>
                <a:xfrm>
                  <a:off x="5961502" y="5882764"/>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4" name="任意多边形: 形状 2313"/>
                <p:cNvSpPr/>
                <p:nvPr/>
              </p:nvSpPr>
              <p:spPr>
                <a:xfrm>
                  <a:off x="609502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5" name="任意多边形: 形状 2314"/>
                <p:cNvSpPr/>
                <p:nvPr/>
              </p:nvSpPr>
              <p:spPr>
                <a:xfrm>
                  <a:off x="609502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6" name="任意多边形: 形状 2315"/>
                <p:cNvSpPr/>
                <p:nvPr/>
              </p:nvSpPr>
              <p:spPr>
                <a:xfrm>
                  <a:off x="6122452"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7" name="任意多边形: 形状 2316"/>
                <p:cNvSpPr/>
                <p:nvPr/>
              </p:nvSpPr>
              <p:spPr>
                <a:xfrm>
                  <a:off x="6122452"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8" name="任意多边形: 形状 2317"/>
                <p:cNvSpPr/>
                <p:nvPr/>
              </p:nvSpPr>
              <p:spPr>
                <a:xfrm>
                  <a:off x="6303371"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9" name="任意多边形: 形状 2318"/>
                <p:cNvSpPr/>
                <p:nvPr/>
              </p:nvSpPr>
              <p:spPr>
                <a:xfrm>
                  <a:off x="6303371"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20" name="任意多边形: 形状 2319"/>
                <p:cNvSpPr/>
                <p:nvPr/>
              </p:nvSpPr>
              <p:spPr>
                <a:xfrm>
                  <a:off x="6394762" y="5882764"/>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21" name="任意多边形: 形状 2320"/>
                <p:cNvSpPr/>
                <p:nvPr/>
              </p:nvSpPr>
              <p:spPr>
                <a:xfrm>
                  <a:off x="6394762" y="5882764"/>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22" name="文本框 2321"/>
                <p:cNvSpPr txBox="1"/>
                <p:nvPr/>
              </p:nvSpPr>
              <p:spPr>
                <a:xfrm>
                  <a:off x="287425" y="5082805"/>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TALONT000261466</a:t>
                  </a:r>
                </a:p>
              </p:txBody>
            </p:sp>
            <p:sp>
              <p:nvSpPr>
                <p:cNvPr id="2323" name="文本框 2322"/>
                <p:cNvSpPr txBox="1"/>
                <p:nvPr/>
              </p:nvSpPr>
              <p:spPr>
                <a:xfrm>
                  <a:off x="287425" y="5190883"/>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TALONT000261476</a:t>
                  </a:r>
                </a:p>
              </p:txBody>
            </p:sp>
            <p:sp>
              <p:nvSpPr>
                <p:cNvPr id="2324" name="文本框 2323"/>
                <p:cNvSpPr txBox="1"/>
                <p:nvPr/>
              </p:nvSpPr>
              <p:spPr>
                <a:xfrm>
                  <a:off x="287425" y="5298959"/>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TALONT000261495</a:t>
                  </a:r>
                </a:p>
              </p:txBody>
            </p:sp>
            <p:sp>
              <p:nvSpPr>
                <p:cNvPr id="2325" name="文本框 2324"/>
                <p:cNvSpPr txBox="1"/>
                <p:nvPr/>
              </p:nvSpPr>
              <p:spPr>
                <a:xfrm>
                  <a:off x="287425" y="5407138"/>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TALONT000261502</a:t>
                  </a:r>
                </a:p>
              </p:txBody>
            </p:sp>
            <p:sp>
              <p:nvSpPr>
                <p:cNvPr id="2326" name="文本框 2325"/>
                <p:cNvSpPr txBox="1"/>
                <p:nvPr/>
              </p:nvSpPr>
              <p:spPr>
                <a:xfrm>
                  <a:off x="287644" y="5731470"/>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TALONT000261511</a:t>
                  </a:r>
                </a:p>
              </p:txBody>
            </p:sp>
            <p:sp>
              <p:nvSpPr>
                <p:cNvPr id="2327" name="文本框 2326"/>
                <p:cNvSpPr txBox="1"/>
                <p:nvPr/>
              </p:nvSpPr>
              <p:spPr>
                <a:xfrm>
                  <a:off x="287644" y="5515215"/>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TALONT000261521</a:t>
                  </a:r>
                </a:p>
              </p:txBody>
            </p:sp>
            <p:sp>
              <p:nvSpPr>
                <p:cNvPr id="2328" name="文本框 2327"/>
                <p:cNvSpPr txBox="1"/>
                <p:nvPr/>
              </p:nvSpPr>
              <p:spPr>
                <a:xfrm>
                  <a:off x="287644" y="5623292"/>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TALONT000261526</a:t>
                  </a:r>
                </a:p>
              </p:txBody>
            </p:sp>
            <p:sp>
              <p:nvSpPr>
                <p:cNvPr id="2329" name="文本框 2328"/>
                <p:cNvSpPr txBox="1"/>
                <p:nvPr/>
              </p:nvSpPr>
              <p:spPr>
                <a:xfrm>
                  <a:off x="286882" y="5838169"/>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TALONT000261603</a:t>
                  </a:r>
                </a:p>
              </p:txBody>
            </p:sp>
          </p:grpSp>
          <p:grpSp>
            <p:nvGrpSpPr>
              <p:cNvPr id="71" name="图形 2"/>
              <p:cNvGrpSpPr/>
              <p:nvPr/>
            </p:nvGrpSpPr>
            <p:grpSpPr>
              <a:xfrm>
                <a:off x="373783" y="5977395"/>
                <a:ext cx="10962" cy="57654"/>
                <a:chOff x="373783" y="5977395"/>
                <a:chExt cx="10962" cy="57654"/>
              </a:xfrm>
            </p:grpSpPr>
            <p:sp>
              <p:nvSpPr>
                <p:cNvPr id="1637" name="任意多边形: 形状 1636"/>
                <p:cNvSpPr/>
                <p:nvPr/>
              </p:nvSpPr>
              <p:spPr>
                <a:xfrm>
                  <a:off x="373783" y="597739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638" name="任意多边形: 形状 1637"/>
                <p:cNvSpPr/>
                <p:nvPr/>
              </p:nvSpPr>
              <p:spPr>
                <a:xfrm>
                  <a:off x="373783" y="597739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2" name="图形 2"/>
              <p:cNvGrpSpPr/>
              <p:nvPr/>
            </p:nvGrpSpPr>
            <p:grpSpPr>
              <a:xfrm>
                <a:off x="957899" y="5984526"/>
                <a:ext cx="5468241" cy="43291"/>
                <a:chOff x="957899" y="5984526"/>
                <a:chExt cx="5468241" cy="43291"/>
              </a:xfrm>
              <a:solidFill>
                <a:srgbClr val="000000"/>
              </a:solidFill>
            </p:grpSpPr>
            <p:sp>
              <p:nvSpPr>
                <p:cNvPr id="1605" name="任意多边形: 形状 1604"/>
                <p:cNvSpPr/>
                <p:nvPr/>
              </p:nvSpPr>
              <p:spPr>
                <a:xfrm>
                  <a:off x="957899"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6" name="任意多边形: 形状 1605"/>
                <p:cNvSpPr/>
                <p:nvPr/>
              </p:nvSpPr>
              <p:spPr>
                <a:xfrm>
                  <a:off x="2117463"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7" name="任意多边形: 形状 1606"/>
                <p:cNvSpPr/>
                <p:nvPr/>
              </p:nvSpPr>
              <p:spPr>
                <a:xfrm>
                  <a:off x="2473703"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8" name="任意多边形: 形状 1607"/>
                <p:cNvSpPr/>
                <p:nvPr/>
              </p:nvSpPr>
              <p:spPr>
                <a:xfrm>
                  <a:off x="2475678"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9" name="任意多边形: 形状 1608"/>
                <p:cNvSpPr/>
                <p:nvPr/>
              </p:nvSpPr>
              <p:spPr>
                <a:xfrm>
                  <a:off x="2511116"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0" name="任意多边形: 形状 1609"/>
                <p:cNvSpPr/>
                <p:nvPr/>
              </p:nvSpPr>
              <p:spPr>
                <a:xfrm>
                  <a:off x="2515614"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1" name="任意多边形: 形状 1610"/>
                <p:cNvSpPr/>
                <p:nvPr/>
              </p:nvSpPr>
              <p:spPr>
                <a:xfrm>
                  <a:off x="2608871"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2" name="任意多边形: 形状 1611"/>
                <p:cNvSpPr/>
                <p:nvPr/>
              </p:nvSpPr>
              <p:spPr>
                <a:xfrm>
                  <a:off x="363370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3" name="任意多边形: 形状 1612"/>
                <p:cNvSpPr/>
                <p:nvPr/>
              </p:nvSpPr>
              <p:spPr>
                <a:xfrm>
                  <a:off x="366431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4" name="任意多边形: 形状 1613"/>
                <p:cNvSpPr/>
                <p:nvPr/>
              </p:nvSpPr>
              <p:spPr>
                <a:xfrm>
                  <a:off x="3824718"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5" name="任意多边形: 形状 1614"/>
                <p:cNvSpPr/>
                <p:nvPr/>
              </p:nvSpPr>
              <p:spPr>
                <a:xfrm>
                  <a:off x="390261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6" name="任意多边形: 形状 1615"/>
                <p:cNvSpPr/>
                <p:nvPr/>
              </p:nvSpPr>
              <p:spPr>
                <a:xfrm>
                  <a:off x="455310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7" name="任意多边形: 形状 1616"/>
                <p:cNvSpPr/>
                <p:nvPr/>
              </p:nvSpPr>
              <p:spPr>
                <a:xfrm>
                  <a:off x="455782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8" name="任意多边形: 形状 1617"/>
                <p:cNvSpPr/>
                <p:nvPr/>
              </p:nvSpPr>
              <p:spPr>
                <a:xfrm>
                  <a:off x="4826624"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9" name="任意多边形: 形状 1618"/>
                <p:cNvSpPr/>
                <p:nvPr/>
              </p:nvSpPr>
              <p:spPr>
                <a:xfrm>
                  <a:off x="5093338"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0" name="任意多边形: 形状 1619"/>
                <p:cNvSpPr/>
                <p:nvPr/>
              </p:nvSpPr>
              <p:spPr>
                <a:xfrm>
                  <a:off x="523717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1" name="任意多边形: 形状 1620"/>
                <p:cNvSpPr/>
                <p:nvPr/>
              </p:nvSpPr>
              <p:spPr>
                <a:xfrm>
                  <a:off x="545155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2" name="任意多边形: 形状 1621"/>
                <p:cNvSpPr/>
                <p:nvPr/>
              </p:nvSpPr>
              <p:spPr>
                <a:xfrm>
                  <a:off x="587943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3" name="任意多边形: 形状 1622"/>
                <p:cNvSpPr/>
                <p:nvPr/>
              </p:nvSpPr>
              <p:spPr>
                <a:xfrm>
                  <a:off x="5887446"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4" name="任意多边形: 形状 1623"/>
                <p:cNvSpPr/>
                <p:nvPr/>
              </p:nvSpPr>
              <p:spPr>
                <a:xfrm>
                  <a:off x="5897210"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5" name="任意多边形: 形状 1624"/>
                <p:cNvSpPr/>
                <p:nvPr/>
              </p:nvSpPr>
              <p:spPr>
                <a:xfrm>
                  <a:off x="589995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6" name="任意多边形: 形状 1625"/>
                <p:cNvSpPr/>
                <p:nvPr/>
              </p:nvSpPr>
              <p:spPr>
                <a:xfrm>
                  <a:off x="590324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7" name="任意多边形: 形状 1626"/>
                <p:cNvSpPr/>
                <p:nvPr/>
              </p:nvSpPr>
              <p:spPr>
                <a:xfrm>
                  <a:off x="5905329"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8" name="任意多边形: 形状 1627"/>
                <p:cNvSpPr/>
                <p:nvPr/>
              </p:nvSpPr>
              <p:spPr>
                <a:xfrm>
                  <a:off x="5908072"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9" name="任意多边形: 形状 1628"/>
                <p:cNvSpPr/>
                <p:nvPr/>
              </p:nvSpPr>
              <p:spPr>
                <a:xfrm>
                  <a:off x="5947130"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0" name="任意多边形: 形状 1629"/>
                <p:cNvSpPr/>
                <p:nvPr/>
              </p:nvSpPr>
              <p:spPr>
                <a:xfrm>
                  <a:off x="595985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1" name="任意多边形: 形状 1630"/>
                <p:cNvSpPr/>
                <p:nvPr/>
              </p:nvSpPr>
              <p:spPr>
                <a:xfrm>
                  <a:off x="6092062"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2" name="任意多边形: 形状 1631"/>
                <p:cNvSpPr/>
                <p:nvPr/>
              </p:nvSpPr>
              <p:spPr>
                <a:xfrm>
                  <a:off x="640441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3" name="任意多边形: 形状 1632"/>
                <p:cNvSpPr/>
                <p:nvPr/>
              </p:nvSpPr>
              <p:spPr>
                <a:xfrm>
                  <a:off x="6408696"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4" name="任意多边形: 形状 1633"/>
                <p:cNvSpPr/>
                <p:nvPr/>
              </p:nvSpPr>
              <p:spPr>
                <a:xfrm>
                  <a:off x="6415169"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5" name="任意多边形: 形状 1634"/>
                <p:cNvSpPr/>
                <p:nvPr/>
              </p:nvSpPr>
              <p:spPr>
                <a:xfrm>
                  <a:off x="1033601"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6" name="任意多边形: 形状 1635"/>
                <p:cNvSpPr/>
                <p:nvPr/>
              </p:nvSpPr>
              <p:spPr>
                <a:xfrm>
                  <a:off x="2808111"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grpSp>
          <p:grpSp>
            <p:nvGrpSpPr>
              <p:cNvPr id="73" name="图形 2"/>
              <p:cNvGrpSpPr/>
              <p:nvPr/>
            </p:nvGrpSpPr>
            <p:grpSpPr>
              <a:xfrm>
                <a:off x="373783" y="6035050"/>
                <a:ext cx="10962" cy="57654"/>
                <a:chOff x="373783" y="6035050"/>
                <a:chExt cx="10962" cy="57654"/>
              </a:xfrm>
            </p:grpSpPr>
            <p:sp>
              <p:nvSpPr>
                <p:cNvPr id="1603" name="任意多边形: 形状 1602"/>
                <p:cNvSpPr/>
                <p:nvPr/>
              </p:nvSpPr>
              <p:spPr>
                <a:xfrm>
                  <a:off x="373783" y="6035050"/>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604" name="任意多边形: 形状 1603"/>
                <p:cNvSpPr/>
                <p:nvPr/>
              </p:nvSpPr>
              <p:spPr>
                <a:xfrm>
                  <a:off x="373783" y="6035050"/>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4" name="图形 2"/>
              <p:cNvGrpSpPr/>
              <p:nvPr/>
            </p:nvGrpSpPr>
            <p:grpSpPr>
              <a:xfrm>
                <a:off x="1290331" y="6042180"/>
                <a:ext cx="5143708" cy="43291"/>
                <a:chOff x="1290331" y="6042180"/>
                <a:chExt cx="5143708" cy="43291"/>
              </a:xfrm>
              <a:solidFill>
                <a:srgbClr val="0000FF"/>
              </a:solidFill>
            </p:grpSpPr>
            <p:sp>
              <p:nvSpPr>
                <p:cNvPr id="1565" name="任意多边形: 形状 1564"/>
                <p:cNvSpPr/>
                <p:nvPr/>
              </p:nvSpPr>
              <p:spPr>
                <a:xfrm>
                  <a:off x="129033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6" name="任意多边形: 形状 1565"/>
                <p:cNvSpPr/>
                <p:nvPr/>
              </p:nvSpPr>
              <p:spPr>
                <a:xfrm>
                  <a:off x="2195579"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7" name="任意多边形: 形状 1566"/>
                <p:cNvSpPr/>
                <p:nvPr/>
              </p:nvSpPr>
              <p:spPr>
                <a:xfrm>
                  <a:off x="2586928"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9" name="任意多边形: 形状 1568"/>
                <p:cNvSpPr/>
                <p:nvPr/>
              </p:nvSpPr>
              <p:spPr>
                <a:xfrm>
                  <a:off x="2664825"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0" name="任意多边形: 形状 1569"/>
                <p:cNvSpPr/>
                <p:nvPr/>
              </p:nvSpPr>
              <p:spPr>
                <a:xfrm>
                  <a:off x="2846840"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1" name="任意多边形: 形状 1570"/>
                <p:cNvSpPr/>
                <p:nvPr/>
              </p:nvSpPr>
              <p:spPr>
                <a:xfrm>
                  <a:off x="321887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3" name="任意多边形: 形状 1572"/>
                <p:cNvSpPr/>
                <p:nvPr/>
              </p:nvSpPr>
              <p:spPr>
                <a:xfrm>
                  <a:off x="382855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4" name="任意多边形: 形状 1573"/>
                <p:cNvSpPr/>
                <p:nvPr/>
              </p:nvSpPr>
              <p:spPr>
                <a:xfrm>
                  <a:off x="4086934"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5" name="任意多边形: 形状 1574"/>
                <p:cNvSpPr/>
                <p:nvPr/>
              </p:nvSpPr>
              <p:spPr>
                <a:xfrm>
                  <a:off x="419708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7" name="任意多边形: 形状 1576"/>
                <p:cNvSpPr/>
                <p:nvPr/>
              </p:nvSpPr>
              <p:spPr>
                <a:xfrm>
                  <a:off x="449013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8" name="任意多边形: 形状 1577"/>
                <p:cNvSpPr/>
                <p:nvPr/>
              </p:nvSpPr>
              <p:spPr>
                <a:xfrm>
                  <a:off x="449364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9" name="任意多边形: 形状 1578"/>
                <p:cNvSpPr/>
                <p:nvPr/>
              </p:nvSpPr>
              <p:spPr>
                <a:xfrm>
                  <a:off x="458415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0" name="任意多边形: 形状 1579"/>
                <p:cNvSpPr/>
                <p:nvPr/>
              </p:nvSpPr>
              <p:spPr>
                <a:xfrm>
                  <a:off x="464153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1" name="任意多边形: 形状 1580"/>
                <p:cNvSpPr/>
                <p:nvPr/>
              </p:nvSpPr>
              <p:spPr>
                <a:xfrm>
                  <a:off x="4984721"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2" name="任意多边形: 形状 1581"/>
                <p:cNvSpPr/>
                <p:nvPr/>
              </p:nvSpPr>
              <p:spPr>
                <a:xfrm>
                  <a:off x="510134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3" name="任意多边形: 形状 1582"/>
                <p:cNvSpPr/>
                <p:nvPr/>
              </p:nvSpPr>
              <p:spPr>
                <a:xfrm>
                  <a:off x="552857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4" name="任意多边形: 形状 1583"/>
                <p:cNvSpPr/>
                <p:nvPr/>
              </p:nvSpPr>
              <p:spPr>
                <a:xfrm>
                  <a:off x="573527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5" name="任意多边形: 形状 1584"/>
                <p:cNvSpPr/>
                <p:nvPr/>
              </p:nvSpPr>
              <p:spPr>
                <a:xfrm>
                  <a:off x="630249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6" name="任意多边形: 形状 1585"/>
                <p:cNvSpPr/>
                <p:nvPr/>
              </p:nvSpPr>
              <p:spPr>
                <a:xfrm>
                  <a:off x="642306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7" name="任意多边形: 形状 1586"/>
                <p:cNvSpPr/>
                <p:nvPr/>
              </p:nvSpPr>
              <p:spPr>
                <a:xfrm>
                  <a:off x="1496154"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8" name="任意多边形: 形状 1587"/>
                <p:cNvSpPr/>
                <p:nvPr/>
              </p:nvSpPr>
              <p:spPr>
                <a:xfrm>
                  <a:off x="160082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9" name="任意多边形: 形状 1588"/>
                <p:cNvSpPr/>
                <p:nvPr/>
              </p:nvSpPr>
              <p:spPr>
                <a:xfrm>
                  <a:off x="1814105"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0" name="任意多边形: 形状 1589"/>
                <p:cNvSpPr/>
                <p:nvPr/>
              </p:nvSpPr>
              <p:spPr>
                <a:xfrm>
                  <a:off x="193435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1" name="任意多边形: 形状 1590"/>
                <p:cNvSpPr/>
                <p:nvPr/>
              </p:nvSpPr>
              <p:spPr>
                <a:xfrm>
                  <a:off x="214511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2" name="任意多边形: 形状 1591"/>
                <p:cNvSpPr/>
                <p:nvPr/>
              </p:nvSpPr>
              <p:spPr>
                <a:xfrm>
                  <a:off x="2607006"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3" name="任意多边形: 形状 1592"/>
                <p:cNvSpPr/>
                <p:nvPr/>
              </p:nvSpPr>
              <p:spPr>
                <a:xfrm>
                  <a:off x="2896321"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4" name="任意多边形: 形状 1593"/>
                <p:cNvSpPr/>
                <p:nvPr/>
              </p:nvSpPr>
              <p:spPr>
                <a:xfrm>
                  <a:off x="420279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5" name="任意多边形: 形状 1594"/>
                <p:cNvSpPr/>
                <p:nvPr/>
              </p:nvSpPr>
              <p:spPr>
                <a:xfrm>
                  <a:off x="426159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6" name="任意多边形: 形状 1595"/>
                <p:cNvSpPr/>
                <p:nvPr/>
              </p:nvSpPr>
              <p:spPr>
                <a:xfrm>
                  <a:off x="471361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7" name="任意多边形: 形状 1596"/>
                <p:cNvSpPr/>
                <p:nvPr/>
              </p:nvSpPr>
              <p:spPr>
                <a:xfrm>
                  <a:off x="486677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8" name="任意多边形: 形状 1597"/>
                <p:cNvSpPr/>
                <p:nvPr/>
              </p:nvSpPr>
              <p:spPr>
                <a:xfrm>
                  <a:off x="501697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9" name="任意多边形: 形状 1598"/>
                <p:cNvSpPr/>
                <p:nvPr/>
              </p:nvSpPr>
              <p:spPr>
                <a:xfrm>
                  <a:off x="5514310"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0" name="任意多边形: 形状 1599"/>
                <p:cNvSpPr/>
                <p:nvPr/>
              </p:nvSpPr>
              <p:spPr>
                <a:xfrm>
                  <a:off x="554217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1" name="任意多边形: 形状 1600"/>
                <p:cNvSpPr/>
                <p:nvPr/>
              </p:nvSpPr>
              <p:spPr>
                <a:xfrm>
                  <a:off x="6416376"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2" name="任意多边形: 形状 1601"/>
                <p:cNvSpPr/>
                <p:nvPr/>
              </p:nvSpPr>
              <p:spPr>
                <a:xfrm>
                  <a:off x="641878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grpSp>
          <p:grpSp>
            <p:nvGrpSpPr>
              <p:cNvPr id="75" name="图形 2"/>
              <p:cNvGrpSpPr/>
              <p:nvPr/>
            </p:nvGrpSpPr>
            <p:grpSpPr>
              <a:xfrm>
                <a:off x="373783" y="6092705"/>
                <a:ext cx="10962" cy="57654"/>
                <a:chOff x="373783" y="6092705"/>
                <a:chExt cx="10962" cy="57654"/>
              </a:xfrm>
            </p:grpSpPr>
            <p:sp>
              <p:nvSpPr>
                <p:cNvPr id="1562" name="任意多边形: 形状 1561"/>
                <p:cNvSpPr/>
                <p:nvPr/>
              </p:nvSpPr>
              <p:spPr>
                <a:xfrm>
                  <a:off x="373783" y="609270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563" name="任意多边形: 形状 1562"/>
                <p:cNvSpPr/>
                <p:nvPr/>
              </p:nvSpPr>
              <p:spPr>
                <a:xfrm>
                  <a:off x="373783" y="609270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6" name="图形 2"/>
              <p:cNvGrpSpPr/>
              <p:nvPr/>
            </p:nvGrpSpPr>
            <p:grpSpPr>
              <a:xfrm>
                <a:off x="2340182" y="6099835"/>
                <a:ext cx="3534207" cy="43291"/>
                <a:chOff x="2340182" y="6099835"/>
                <a:chExt cx="3534207" cy="43291"/>
              </a:xfrm>
              <a:solidFill>
                <a:srgbClr val="FFA500"/>
              </a:solidFill>
            </p:grpSpPr>
            <p:sp>
              <p:nvSpPr>
                <p:cNvPr id="1558" name="任意多边形: 形状 1557"/>
                <p:cNvSpPr/>
                <p:nvPr/>
              </p:nvSpPr>
              <p:spPr>
                <a:xfrm>
                  <a:off x="2340182" y="6099835"/>
                  <a:ext cx="14811" cy="43291"/>
                </a:xfrm>
                <a:custGeom>
                  <a:avLst/>
                  <a:gdLst>
                    <a:gd name="csX0" fmla="*/ 22 w 14811"/>
                    <a:gd name="csY0" fmla="*/ 411 h 43291"/>
                    <a:gd name="csX1" fmla="*/ 14834 w 14811"/>
                    <a:gd name="csY1" fmla="*/ 411 h 43291"/>
                    <a:gd name="csX2" fmla="*/ 14834 w 14811"/>
                    <a:gd name="csY2" fmla="*/ 43703 h 43291"/>
                    <a:gd name="csX3" fmla="*/ 22 w 14811"/>
                    <a:gd name="csY3" fmla="*/ 43703 h 43291"/>
                  </a:gdLst>
                  <a:ahLst/>
                  <a:cxnLst>
                    <a:cxn ang="0">
                      <a:pos x="csX0" y="csY0"/>
                    </a:cxn>
                    <a:cxn ang="0">
                      <a:pos x="csX1" y="csY1"/>
                    </a:cxn>
                    <a:cxn ang="0">
                      <a:pos x="csX2" y="csY2"/>
                    </a:cxn>
                    <a:cxn ang="0">
                      <a:pos x="csX3" y="csY3"/>
                    </a:cxn>
                  </a:cxnLst>
                  <a:rect l="l" t="t" r="r" b="b"/>
                  <a:pathLst>
                    <a:path w="14811" h="43291">
                      <a:moveTo>
                        <a:pt x="22" y="411"/>
                      </a:moveTo>
                      <a:lnTo>
                        <a:pt x="14834" y="411"/>
                      </a:lnTo>
                      <a:lnTo>
                        <a:pt x="14834" y="43703"/>
                      </a:lnTo>
                      <a:lnTo>
                        <a:pt x="22" y="43703"/>
                      </a:lnTo>
                      <a:close/>
                    </a:path>
                  </a:pathLst>
                </a:custGeom>
                <a:solidFill>
                  <a:srgbClr val="FFA500"/>
                </a:solidFill>
                <a:ln w="10959" cap="flat">
                  <a:noFill/>
                  <a:prstDash val="solid"/>
                  <a:miter/>
                </a:ln>
              </p:spPr>
              <p:txBody>
                <a:bodyPr/>
                <a:lstStyle/>
                <a:p>
                  <a:endParaRPr lang="zh-CN" altLang="en-US" sz="2190"/>
                </a:p>
              </p:txBody>
            </p:sp>
            <p:sp>
              <p:nvSpPr>
                <p:cNvPr id="1559" name="任意多边形: 形状 1558"/>
                <p:cNvSpPr/>
                <p:nvPr/>
              </p:nvSpPr>
              <p:spPr>
                <a:xfrm>
                  <a:off x="3270006" y="6099835"/>
                  <a:ext cx="15250" cy="43291"/>
                </a:xfrm>
                <a:custGeom>
                  <a:avLst/>
                  <a:gdLst>
                    <a:gd name="csX0" fmla="*/ 22 w 15250"/>
                    <a:gd name="csY0" fmla="*/ 411 h 43291"/>
                    <a:gd name="csX1" fmla="*/ 15272 w 15250"/>
                    <a:gd name="csY1" fmla="*/ 411 h 43291"/>
                    <a:gd name="csX2" fmla="*/ 15272 w 15250"/>
                    <a:gd name="csY2" fmla="*/ 43703 h 43291"/>
                    <a:gd name="csX3" fmla="*/ 22 w 15250"/>
                    <a:gd name="csY3" fmla="*/ 43703 h 43291"/>
                  </a:gdLst>
                  <a:ahLst/>
                  <a:cxnLst>
                    <a:cxn ang="0">
                      <a:pos x="csX0" y="csY0"/>
                    </a:cxn>
                    <a:cxn ang="0">
                      <a:pos x="csX1" y="csY1"/>
                    </a:cxn>
                    <a:cxn ang="0">
                      <a:pos x="csX2" y="csY2"/>
                    </a:cxn>
                    <a:cxn ang="0">
                      <a:pos x="csX3" y="csY3"/>
                    </a:cxn>
                  </a:cxnLst>
                  <a:rect l="l" t="t" r="r" b="b"/>
                  <a:pathLst>
                    <a:path w="15250" h="43291">
                      <a:moveTo>
                        <a:pt x="22" y="411"/>
                      </a:moveTo>
                      <a:lnTo>
                        <a:pt x="15272" y="411"/>
                      </a:lnTo>
                      <a:lnTo>
                        <a:pt x="15272" y="43703"/>
                      </a:lnTo>
                      <a:lnTo>
                        <a:pt x="22" y="43703"/>
                      </a:lnTo>
                      <a:close/>
                    </a:path>
                  </a:pathLst>
                </a:custGeom>
                <a:solidFill>
                  <a:srgbClr val="FFA500"/>
                </a:solidFill>
                <a:ln w="10959" cap="flat">
                  <a:noFill/>
                  <a:prstDash val="solid"/>
                  <a:miter/>
                </a:ln>
              </p:spPr>
              <p:txBody>
                <a:bodyPr/>
                <a:lstStyle/>
                <a:p>
                  <a:endParaRPr lang="zh-CN" altLang="en-US" sz="2190"/>
                </a:p>
              </p:txBody>
            </p:sp>
            <p:sp>
              <p:nvSpPr>
                <p:cNvPr id="1561" name="任意多边形: 形状 1560"/>
                <p:cNvSpPr/>
                <p:nvPr/>
              </p:nvSpPr>
              <p:spPr>
                <a:xfrm>
                  <a:off x="5857165" y="6099835"/>
                  <a:ext cx="17224" cy="43291"/>
                </a:xfrm>
                <a:custGeom>
                  <a:avLst/>
                  <a:gdLst>
                    <a:gd name="csX0" fmla="*/ 22 w 17224"/>
                    <a:gd name="csY0" fmla="*/ 411 h 43291"/>
                    <a:gd name="csX1" fmla="*/ 17247 w 17224"/>
                    <a:gd name="csY1" fmla="*/ 411 h 43291"/>
                    <a:gd name="csX2" fmla="*/ 17247 w 17224"/>
                    <a:gd name="csY2" fmla="*/ 43703 h 43291"/>
                    <a:gd name="csX3" fmla="*/ 22 w 17224"/>
                    <a:gd name="csY3" fmla="*/ 43703 h 43291"/>
                  </a:gdLst>
                  <a:ahLst/>
                  <a:cxnLst>
                    <a:cxn ang="0">
                      <a:pos x="csX0" y="csY0"/>
                    </a:cxn>
                    <a:cxn ang="0">
                      <a:pos x="csX1" y="csY1"/>
                    </a:cxn>
                    <a:cxn ang="0">
                      <a:pos x="csX2" y="csY2"/>
                    </a:cxn>
                    <a:cxn ang="0">
                      <a:pos x="csX3" y="csY3"/>
                    </a:cxn>
                  </a:cxnLst>
                  <a:rect l="l" t="t" r="r" b="b"/>
                  <a:pathLst>
                    <a:path w="17224" h="43291">
                      <a:moveTo>
                        <a:pt x="22" y="411"/>
                      </a:moveTo>
                      <a:lnTo>
                        <a:pt x="17247" y="411"/>
                      </a:lnTo>
                      <a:lnTo>
                        <a:pt x="17247" y="43703"/>
                      </a:lnTo>
                      <a:lnTo>
                        <a:pt x="22" y="43703"/>
                      </a:lnTo>
                      <a:close/>
                    </a:path>
                  </a:pathLst>
                </a:custGeom>
                <a:solidFill>
                  <a:srgbClr val="FFA500"/>
                </a:solidFill>
                <a:ln w="10959" cap="flat">
                  <a:noFill/>
                  <a:prstDash val="solid"/>
                  <a:miter/>
                </a:ln>
              </p:spPr>
              <p:txBody>
                <a:bodyPr/>
                <a:lstStyle/>
                <a:p>
                  <a:endParaRPr lang="zh-CN" altLang="en-US" sz="2190"/>
                </a:p>
              </p:txBody>
            </p:sp>
          </p:grpSp>
          <p:grpSp>
            <p:nvGrpSpPr>
              <p:cNvPr id="77" name="图形 2"/>
              <p:cNvGrpSpPr/>
              <p:nvPr/>
            </p:nvGrpSpPr>
            <p:grpSpPr>
              <a:xfrm>
                <a:off x="166716" y="6131182"/>
                <a:ext cx="289823" cy="631624"/>
                <a:chOff x="166716" y="6131182"/>
                <a:chExt cx="289823" cy="631624"/>
              </a:xfrm>
            </p:grpSpPr>
            <p:sp>
              <p:nvSpPr>
                <p:cNvPr id="1539" name="任意多边形: 形状 1538"/>
                <p:cNvSpPr/>
                <p:nvPr/>
              </p:nvSpPr>
              <p:spPr>
                <a:xfrm>
                  <a:off x="373783" y="6150359"/>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541" name="任意多边形: 形状 1540"/>
                <p:cNvSpPr/>
                <p:nvPr/>
              </p:nvSpPr>
              <p:spPr>
                <a:xfrm>
                  <a:off x="373783" y="6150359"/>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542" name="任意多边形: 形状 1541"/>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path>
                  </a:pathLst>
                </a:custGeom>
                <a:noFill/>
                <a:ln w="8220" cap="rnd">
                  <a:solidFill>
                    <a:srgbClr val="000000"/>
                  </a:solidFill>
                  <a:prstDash val="solid"/>
                  <a:round/>
                </a:ln>
              </p:spPr>
              <p:txBody>
                <a:bodyPr/>
                <a:lstStyle/>
                <a:p>
                  <a:endParaRPr lang="zh-CN" altLang="en-US" sz="2190"/>
                </a:p>
              </p:txBody>
            </p:sp>
            <p:sp>
              <p:nvSpPr>
                <p:cNvPr id="1543" name="任意多边形: 形状 1542"/>
                <p:cNvSpPr/>
                <p:nvPr/>
              </p:nvSpPr>
              <p:spPr>
                <a:xfrm>
                  <a:off x="354034" y="6653564"/>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5" name="任意多边形: 形状 1544"/>
                <p:cNvSpPr/>
                <p:nvPr/>
              </p:nvSpPr>
              <p:spPr>
                <a:xfrm>
                  <a:off x="354034" y="656759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6" name="任意多边形: 形状 1545"/>
                <p:cNvSpPr/>
                <p:nvPr/>
              </p:nvSpPr>
              <p:spPr>
                <a:xfrm>
                  <a:off x="354034" y="648161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7" name="任意多边形: 形状 1546"/>
                <p:cNvSpPr/>
                <p:nvPr/>
              </p:nvSpPr>
              <p:spPr>
                <a:xfrm>
                  <a:off x="354034" y="639564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9" name="任意多边形: 形状 1548"/>
                <p:cNvSpPr/>
                <p:nvPr/>
              </p:nvSpPr>
              <p:spPr>
                <a:xfrm>
                  <a:off x="354034" y="630967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50" name="任意多边形: 形状 1549"/>
                <p:cNvSpPr/>
                <p:nvPr/>
              </p:nvSpPr>
              <p:spPr>
                <a:xfrm>
                  <a:off x="354034" y="622370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51" name="文本框 1550"/>
                <p:cNvSpPr txBox="1"/>
                <p:nvPr/>
              </p:nvSpPr>
              <p:spPr>
                <a:xfrm>
                  <a:off x="183191" y="6560942"/>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553" name="文本框 1552"/>
                <p:cNvSpPr txBox="1"/>
                <p:nvPr/>
              </p:nvSpPr>
              <p:spPr>
                <a:xfrm>
                  <a:off x="166716" y="6388998"/>
                  <a:ext cx="289822" cy="201864"/>
                </a:xfrm>
                <a:prstGeom prst="rect">
                  <a:avLst/>
                </a:prstGeom>
                <a:noFill/>
              </p:spPr>
              <p:txBody>
                <a:bodyPr wrap="none" rtlCol="0">
                  <a:spAutoFit/>
                </a:bodyPr>
                <a:lstStyle/>
                <a:p>
                  <a:pPr algn="l"/>
                  <a:r>
                    <a:rPr lang="zh-CN" altLang="en-US" sz="590" b="1" dirty="0">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554" name="文本框 1553"/>
                <p:cNvSpPr txBox="1"/>
                <p:nvPr/>
              </p:nvSpPr>
              <p:spPr>
                <a:xfrm>
                  <a:off x="166716" y="6131182"/>
                  <a:ext cx="289823" cy="201864"/>
                </a:xfrm>
                <a:prstGeom prst="rect">
                  <a:avLst/>
                </a:prstGeom>
                <a:noFill/>
              </p:spPr>
              <p:txBody>
                <a:bodyPr wrap="none" rtlCol="0">
                  <a:spAutoFit/>
                </a:bodyPr>
                <a:lstStyle/>
                <a:p>
                  <a:pPr algn="l"/>
                  <a:r>
                    <a:rPr lang="zh-CN" altLang="en-US" sz="590" b="1" dirty="0">
                      <a:solidFill>
                        <a:srgbClr val="000000"/>
                      </a:solidFill>
                      <a:latin typeface="Arial" panose="020B0604020202090204" pitchFamily="34" charset="0"/>
                      <a:cs typeface="Arial" panose="020B0604020202090204" pitchFamily="34" charset="0"/>
                      <a:sym typeface="Arial" panose="020B0604020202090204"/>
                      <a:rtl val="0"/>
                    </a:rPr>
                    <a:t>25</a:t>
                  </a:r>
                </a:p>
              </p:txBody>
            </p:sp>
            <p:sp>
              <p:nvSpPr>
                <p:cNvPr id="1555" name="任意多边形: 形状 1554"/>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close/>
                    </a:path>
                  </a:pathLst>
                </a:custGeom>
                <a:solidFill>
                  <a:srgbClr val="000000"/>
                </a:solidFill>
                <a:ln w="10959" cap="flat">
                  <a:noFill/>
                  <a:prstDash val="solid"/>
                  <a:miter/>
                </a:ln>
              </p:spPr>
              <p:txBody>
                <a:bodyPr/>
                <a:lstStyle/>
                <a:p>
                  <a:endParaRPr lang="zh-CN" altLang="en-US" sz="2190"/>
                </a:p>
              </p:txBody>
            </p:sp>
            <p:sp>
              <p:nvSpPr>
                <p:cNvPr id="1557" name="任意多边形: 形状 1556"/>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78" name="图形 2"/>
              <p:cNvGrpSpPr/>
              <p:nvPr/>
            </p:nvGrpSpPr>
            <p:grpSpPr>
              <a:xfrm>
                <a:off x="967444" y="6201087"/>
                <a:ext cx="5427208" cy="413157"/>
                <a:chOff x="967444" y="6201087"/>
                <a:chExt cx="5427208" cy="413157"/>
              </a:xfrm>
              <a:noFill/>
            </p:grpSpPr>
            <p:sp>
              <p:nvSpPr>
                <p:cNvPr id="1497" name="任意多边形: 形状 1496"/>
                <p:cNvSpPr/>
                <p:nvPr/>
              </p:nvSpPr>
              <p:spPr>
                <a:xfrm>
                  <a:off x="967444" y="6201087"/>
                  <a:ext cx="1119738" cy="29540"/>
                </a:xfrm>
                <a:custGeom>
                  <a:avLst/>
                  <a:gdLst>
                    <a:gd name="csX0" fmla="*/ 22 w 1119738"/>
                    <a:gd name="csY0" fmla="*/ 412 h 29540"/>
                    <a:gd name="csX1" fmla="*/ 680 w 1119738"/>
                    <a:gd name="csY1" fmla="*/ 513 h 29540"/>
                    <a:gd name="csX2" fmla="*/ 4959 w 1119738"/>
                    <a:gd name="csY2" fmla="*/ 921 h 29540"/>
                    <a:gd name="csX3" fmla="*/ 15382 w 1119738"/>
                    <a:gd name="csY3" fmla="*/ 1939 h 29540"/>
                    <a:gd name="csX4" fmla="*/ 33265 w 1119738"/>
                    <a:gd name="csY4" fmla="*/ 3773 h 29540"/>
                    <a:gd name="csX5" fmla="*/ 58609 w 1119738"/>
                    <a:gd name="csY5" fmla="*/ 6116 h 29540"/>
                    <a:gd name="csX6" fmla="*/ 90646 w 1119738"/>
                    <a:gd name="csY6" fmla="*/ 9070 h 29540"/>
                    <a:gd name="csX7" fmla="*/ 128058 w 1119738"/>
                    <a:gd name="csY7" fmla="*/ 12329 h 29540"/>
                    <a:gd name="csX8" fmla="*/ 169530 w 1119738"/>
                    <a:gd name="csY8" fmla="*/ 15691 h 29540"/>
                    <a:gd name="csX9" fmla="*/ 214622 w 1119738"/>
                    <a:gd name="csY9" fmla="*/ 18849 h 29540"/>
                    <a:gd name="csX10" fmla="*/ 263445 w 1119738"/>
                    <a:gd name="csY10" fmla="*/ 21905 h 29540"/>
                    <a:gd name="csX11" fmla="*/ 316766 w 1119738"/>
                    <a:gd name="csY11" fmla="*/ 24553 h 29540"/>
                    <a:gd name="csX12" fmla="*/ 375901 w 1119738"/>
                    <a:gd name="csY12" fmla="*/ 26896 h 29540"/>
                    <a:gd name="csX13" fmla="*/ 441839 w 1119738"/>
                    <a:gd name="csY13" fmla="*/ 28628 h 29540"/>
                    <a:gd name="csX14" fmla="*/ 514579 w 1119738"/>
                    <a:gd name="csY14" fmla="*/ 29748 h 29540"/>
                    <a:gd name="csX15" fmla="*/ 559781 w 1119738"/>
                    <a:gd name="csY15" fmla="*/ 29952 h 29540"/>
                    <a:gd name="csX16" fmla="*/ 635374 w 1119738"/>
                    <a:gd name="csY16" fmla="*/ 29442 h 29540"/>
                    <a:gd name="csX17" fmla="*/ 705481 w 1119738"/>
                    <a:gd name="csY17" fmla="*/ 28016 h 29540"/>
                    <a:gd name="csX18" fmla="*/ 768567 w 1119738"/>
                    <a:gd name="csY18" fmla="*/ 25979 h 29540"/>
                    <a:gd name="csX19" fmla="*/ 825179 w 1119738"/>
                    <a:gd name="csY19" fmla="*/ 23534 h 29540"/>
                    <a:gd name="csX20" fmla="*/ 876635 w 1119738"/>
                    <a:gd name="csY20" fmla="*/ 20682 h 29540"/>
                    <a:gd name="csX21" fmla="*/ 923812 w 1119738"/>
                    <a:gd name="csY21" fmla="*/ 17524 h 29540"/>
                    <a:gd name="csX22" fmla="*/ 967478 w 1119738"/>
                    <a:gd name="csY22" fmla="*/ 14265 h 29540"/>
                    <a:gd name="csX23" fmla="*/ 1007413 w 1119738"/>
                    <a:gd name="csY23" fmla="*/ 11005 h 29540"/>
                    <a:gd name="csX24" fmla="*/ 1042741 w 1119738"/>
                    <a:gd name="csY24" fmla="*/ 7847 h 29540"/>
                    <a:gd name="csX25" fmla="*/ 1072254 w 1119738"/>
                    <a:gd name="csY25" fmla="*/ 5097 h 29540"/>
                    <a:gd name="csX26" fmla="*/ 1094746 w 1119738"/>
                    <a:gd name="csY26" fmla="*/ 2958 h 29540"/>
                    <a:gd name="csX27" fmla="*/ 1109447 w 1119738"/>
                    <a:gd name="csY27" fmla="*/ 1430 h 29540"/>
                    <a:gd name="csX28" fmla="*/ 1117127 w 1119738"/>
                    <a:gd name="csY28" fmla="*/ 717 h 29540"/>
                    <a:gd name="csX29" fmla="*/ 1119651 w 1119738"/>
                    <a:gd name="csY29" fmla="*/ 412 h 29540"/>
                    <a:gd name="csX30" fmla="*/ 1119760 w 1119738"/>
                    <a:gd name="csY3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29540">
                      <a:moveTo>
                        <a:pt x="22" y="412"/>
                      </a:moveTo>
                      <a:lnTo>
                        <a:pt x="680" y="513"/>
                      </a:lnTo>
                      <a:lnTo>
                        <a:pt x="4959" y="921"/>
                      </a:lnTo>
                      <a:lnTo>
                        <a:pt x="15382" y="1939"/>
                      </a:lnTo>
                      <a:lnTo>
                        <a:pt x="33265" y="3773"/>
                      </a:lnTo>
                      <a:lnTo>
                        <a:pt x="58609" y="6116"/>
                      </a:lnTo>
                      <a:lnTo>
                        <a:pt x="90646" y="9070"/>
                      </a:lnTo>
                      <a:lnTo>
                        <a:pt x="128058" y="12329"/>
                      </a:lnTo>
                      <a:lnTo>
                        <a:pt x="169530" y="15691"/>
                      </a:lnTo>
                      <a:lnTo>
                        <a:pt x="214622" y="18849"/>
                      </a:lnTo>
                      <a:lnTo>
                        <a:pt x="263445" y="21905"/>
                      </a:lnTo>
                      <a:lnTo>
                        <a:pt x="316766" y="24553"/>
                      </a:lnTo>
                      <a:lnTo>
                        <a:pt x="375901" y="26896"/>
                      </a:lnTo>
                      <a:lnTo>
                        <a:pt x="441839" y="28628"/>
                      </a:lnTo>
                      <a:lnTo>
                        <a:pt x="514579" y="29748"/>
                      </a:lnTo>
                      <a:lnTo>
                        <a:pt x="559781" y="29952"/>
                      </a:lnTo>
                      <a:lnTo>
                        <a:pt x="635374" y="29442"/>
                      </a:lnTo>
                      <a:lnTo>
                        <a:pt x="705481" y="28016"/>
                      </a:lnTo>
                      <a:lnTo>
                        <a:pt x="768567" y="25979"/>
                      </a:lnTo>
                      <a:lnTo>
                        <a:pt x="825179" y="23534"/>
                      </a:lnTo>
                      <a:lnTo>
                        <a:pt x="876635" y="20682"/>
                      </a:lnTo>
                      <a:lnTo>
                        <a:pt x="923812" y="17524"/>
                      </a:lnTo>
                      <a:lnTo>
                        <a:pt x="967478" y="14265"/>
                      </a:lnTo>
                      <a:lnTo>
                        <a:pt x="1007413" y="11005"/>
                      </a:lnTo>
                      <a:lnTo>
                        <a:pt x="1042741" y="7847"/>
                      </a:lnTo>
                      <a:lnTo>
                        <a:pt x="1072254" y="5097"/>
                      </a:lnTo>
                      <a:lnTo>
                        <a:pt x="1094746" y="2958"/>
                      </a:lnTo>
                      <a:lnTo>
                        <a:pt x="1109447" y="1430"/>
                      </a:lnTo>
                      <a:lnTo>
                        <a:pt x="1117127" y="717"/>
                      </a:lnTo>
                      <a:lnTo>
                        <a:pt x="1119651" y="412"/>
                      </a:lnTo>
                      <a:lnTo>
                        <a:pt x="1119760" y="412"/>
                      </a:lnTo>
                    </a:path>
                  </a:pathLst>
                </a:custGeom>
                <a:noFill/>
                <a:ln w="8220" cap="rnd">
                  <a:solidFill>
                    <a:srgbClr val="A52A2A"/>
                  </a:solidFill>
                  <a:prstDash val="solid"/>
                  <a:round/>
                </a:ln>
              </p:spPr>
              <p:txBody>
                <a:bodyPr/>
                <a:lstStyle/>
                <a:p>
                  <a:endParaRPr lang="zh-CN" altLang="en-US" sz="2190"/>
                </a:p>
              </p:txBody>
            </p:sp>
            <p:sp>
              <p:nvSpPr>
                <p:cNvPr id="1498" name="任意多边形: 形状 1497"/>
                <p:cNvSpPr/>
                <p:nvPr/>
              </p:nvSpPr>
              <p:spPr>
                <a:xfrm>
                  <a:off x="967663" y="6201087"/>
                  <a:ext cx="303358" cy="58978"/>
                </a:xfrm>
                <a:custGeom>
                  <a:avLst/>
                  <a:gdLst>
                    <a:gd name="csX0" fmla="*/ 22 w 303358"/>
                    <a:gd name="csY0" fmla="*/ 412 h 58978"/>
                    <a:gd name="csX1" fmla="*/ 1119 w 303358"/>
                    <a:gd name="csY1" fmla="*/ 1226 h 58978"/>
                    <a:gd name="csX2" fmla="*/ 7373 w 303358"/>
                    <a:gd name="csY2" fmla="*/ 5810 h 58978"/>
                    <a:gd name="csX3" fmla="*/ 20429 w 303358"/>
                    <a:gd name="csY3" fmla="*/ 14978 h 58978"/>
                    <a:gd name="csX4" fmla="*/ 38970 w 303358"/>
                    <a:gd name="csY4" fmla="*/ 26794 h 58978"/>
                    <a:gd name="csX5" fmla="*/ 61132 w 303358"/>
                    <a:gd name="csY5" fmla="*/ 38814 h 58978"/>
                    <a:gd name="csX6" fmla="*/ 87025 w 303358"/>
                    <a:gd name="csY6" fmla="*/ 49204 h 58978"/>
                    <a:gd name="csX7" fmla="*/ 118293 w 303358"/>
                    <a:gd name="csY7" fmla="*/ 56742 h 58978"/>
                    <a:gd name="csX8" fmla="*/ 151646 w 303358"/>
                    <a:gd name="csY8" fmla="*/ 59390 h 58978"/>
                    <a:gd name="csX9" fmla="*/ 188291 w 303358"/>
                    <a:gd name="csY9" fmla="*/ 56131 h 58978"/>
                    <a:gd name="csX10" fmla="*/ 219011 w 303358"/>
                    <a:gd name="csY10" fmla="*/ 48287 h 58978"/>
                    <a:gd name="csX11" fmla="*/ 244464 w 303358"/>
                    <a:gd name="csY11" fmla="*/ 37693 h 58978"/>
                    <a:gd name="csX12" fmla="*/ 266407 w 303358"/>
                    <a:gd name="csY12" fmla="*/ 25674 h 58978"/>
                    <a:gd name="csX13" fmla="*/ 284510 w 303358"/>
                    <a:gd name="csY13" fmla="*/ 13959 h 58978"/>
                    <a:gd name="csX14" fmla="*/ 297017 w 303358"/>
                    <a:gd name="csY14" fmla="*/ 5199 h 58978"/>
                    <a:gd name="csX15" fmla="*/ 302612 w 303358"/>
                    <a:gd name="csY15" fmla="*/ 1023 h 58978"/>
                    <a:gd name="csX16" fmla="*/ 303380 w 303358"/>
                    <a:gd name="csY16" fmla="*/ 412 h 58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03358" h="58978">
                      <a:moveTo>
                        <a:pt x="22" y="412"/>
                      </a:moveTo>
                      <a:lnTo>
                        <a:pt x="1119" y="1226"/>
                      </a:lnTo>
                      <a:lnTo>
                        <a:pt x="7373" y="5810"/>
                      </a:lnTo>
                      <a:lnTo>
                        <a:pt x="20429" y="14978"/>
                      </a:lnTo>
                      <a:lnTo>
                        <a:pt x="38970" y="26794"/>
                      </a:lnTo>
                      <a:lnTo>
                        <a:pt x="61132" y="38814"/>
                      </a:lnTo>
                      <a:lnTo>
                        <a:pt x="87025" y="49204"/>
                      </a:lnTo>
                      <a:lnTo>
                        <a:pt x="118293" y="56742"/>
                      </a:lnTo>
                      <a:lnTo>
                        <a:pt x="151646" y="59390"/>
                      </a:lnTo>
                      <a:lnTo>
                        <a:pt x="188291" y="56131"/>
                      </a:lnTo>
                      <a:lnTo>
                        <a:pt x="219011" y="48287"/>
                      </a:lnTo>
                      <a:lnTo>
                        <a:pt x="244464" y="37693"/>
                      </a:lnTo>
                      <a:lnTo>
                        <a:pt x="266407" y="25674"/>
                      </a:lnTo>
                      <a:lnTo>
                        <a:pt x="284510" y="13959"/>
                      </a:lnTo>
                      <a:lnTo>
                        <a:pt x="297017" y="5199"/>
                      </a:lnTo>
                      <a:lnTo>
                        <a:pt x="302612" y="1023"/>
                      </a:lnTo>
                      <a:lnTo>
                        <a:pt x="303380" y="412"/>
                      </a:lnTo>
                    </a:path>
                  </a:pathLst>
                </a:custGeom>
                <a:noFill/>
                <a:ln w="8220" cap="rnd">
                  <a:solidFill>
                    <a:srgbClr val="A52A2A"/>
                  </a:solidFill>
                  <a:prstDash val="solid"/>
                  <a:round/>
                </a:ln>
              </p:spPr>
              <p:txBody>
                <a:bodyPr/>
                <a:lstStyle/>
                <a:p>
                  <a:endParaRPr lang="zh-CN" altLang="en-US" sz="2190"/>
                </a:p>
              </p:txBody>
            </p:sp>
            <p:sp>
              <p:nvSpPr>
                <p:cNvPr id="1499" name="任意多边形: 形状 1498"/>
                <p:cNvSpPr/>
                <p:nvPr/>
              </p:nvSpPr>
              <p:spPr>
                <a:xfrm>
                  <a:off x="967663" y="6201087"/>
                  <a:ext cx="1081009" cy="88519"/>
                </a:xfrm>
                <a:custGeom>
                  <a:avLst/>
                  <a:gdLst>
                    <a:gd name="csX0" fmla="*/ 22 w 1081009"/>
                    <a:gd name="csY0" fmla="*/ 412 h 88519"/>
                    <a:gd name="csX1" fmla="*/ 680 w 1081009"/>
                    <a:gd name="csY1" fmla="*/ 615 h 88519"/>
                    <a:gd name="csX2" fmla="*/ 4959 w 1081009"/>
                    <a:gd name="csY2" fmla="*/ 1939 h 88519"/>
                    <a:gd name="csX3" fmla="*/ 15272 w 1081009"/>
                    <a:gd name="csY3" fmla="*/ 5199 h 88519"/>
                    <a:gd name="csX4" fmla="*/ 33046 w 1081009"/>
                    <a:gd name="csY4" fmla="*/ 10700 h 88519"/>
                    <a:gd name="csX5" fmla="*/ 58170 w 1081009"/>
                    <a:gd name="csY5" fmla="*/ 18136 h 88519"/>
                    <a:gd name="csX6" fmla="*/ 89768 w 1081009"/>
                    <a:gd name="csY6" fmla="*/ 27100 h 88519"/>
                    <a:gd name="csX7" fmla="*/ 126522 w 1081009"/>
                    <a:gd name="csY7" fmla="*/ 36980 h 88519"/>
                    <a:gd name="csX8" fmla="*/ 167335 w 1081009"/>
                    <a:gd name="csY8" fmla="*/ 46963 h 88519"/>
                    <a:gd name="csX9" fmla="*/ 211660 w 1081009"/>
                    <a:gd name="csY9" fmla="*/ 56742 h 88519"/>
                    <a:gd name="csX10" fmla="*/ 259714 w 1081009"/>
                    <a:gd name="csY10" fmla="*/ 65808 h 88519"/>
                    <a:gd name="csX11" fmla="*/ 312377 w 1081009"/>
                    <a:gd name="csY11" fmla="*/ 73855 h 88519"/>
                    <a:gd name="csX12" fmla="*/ 370854 w 1081009"/>
                    <a:gd name="csY12" fmla="*/ 80680 h 88519"/>
                    <a:gd name="csX13" fmla="*/ 436134 w 1081009"/>
                    <a:gd name="csY13" fmla="*/ 85773 h 88519"/>
                    <a:gd name="csX14" fmla="*/ 507887 w 1081009"/>
                    <a:gd name="csY14" fmla="*/ 88625 h 88519"/>
                    <a:gd name="csX15" fmla="*/ 540472 w 1081009"/>
                    <a:gd name="csY15" fmla="*/ 88931 h 88519"/>
                    <a:gd name="csX16" fmla="*/ 614199 w 1081009"/>
                    <a:gd name="csY16" fmla="*/ 87403 h 88519"/>
                    <a:gd name="csX17" fmla="*/ 682551 w 1081009"/>
                    <a:gd name="csY17" fmla="*/ 83124 h 88519"/>
                    <a:gd name="csX18" fmla="*/ 743881 w 1081009"/>
                    <a:gd name="csY18" fmla="*/ 77013 h 88519"/>
                    <a:gd name="csX19" fmla="*/ 798957 w 1081009"/>
                    <a:gd name="csY19" fmla="*/ 69475 h 88519"/>
                    <a:gd name="csX20" fmla="*/ 848877 w 1081009"/>
                    <a:gd name="csY20" fmla="*/ 60816 h 88519"/>
                    <a:gd name="csX21" fmla="*/ 894737 w 1081009"/>
                    <a:gd name="csY21" fmla="*/ 51343 h 88519"/>
                    <a:gd name="csX22" fmla="*/ 937087 w 1081009"/>
                    <a:gd name="csY22" fmla="*/ 41360 h 88519"/>
                    <a:gd name="csX23" fmla="*/ 975706 w 1081009"/>
                    <a:gd name="csY23" fmla="*/ 31378 h 88519"/>
                    <a:gd name="csX24" fmla="*/ 1009717 w 1081009"/>
                    <a:gd name="csY24" fmla="*/ 21905 h 88519"/>
                    <a:gd name="csX25" fmla="*/ 1037914 w 1081009"/>
                    <a:gd name="csY25" fmla="*/ 13756 h 88519"/>
                    <a:gd name="csX26" fmla="*/ 1058869 w 1081009"/>
                    <a:gd name="csY26" fmla="*/ 7338 h 88519"/>
                    <a:gd name="csX27" fmla="*/ 1072364 w 1081009"/>
                    <a:gd name="csY27" fmla="*/ 3162 h 88519"/>
                    <a:gd name="csX28" fmla="*/ 1079056 w 1081009"/>
                    <a:gd name="csY28" fmla="*/ 1023 h 88519"/>
                    <a:gd name="csX29" fmla="*/ 1080922 w 1081009"/>
                    <a:gd name="csY29" fmla="*/ 412 h 88519"/>
                    <a:gd name="csX30" fmla="*/ 1081031 w 1081009"/>
                    <a:gd name="csY30" fmla="*/ 412 h 88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081009" h="88519">
                      <a:moveTo>
                        <a:pt x="22" y="412"/>
                      </a:moveTo>
                      <a:lnTo>
                        <a:pt x="680" y="615"/>
                      </a:lnTo>
                      <a:lnTo>
                        <a:pt x="4959" y="1939"/>
                      </a:lnTo>
                      <a:lnTo>
                        <a:pt x="15272" y="5199"/>
                      </a:lnTo>
                      <a:lnTo>
                        <a:pt x="33046" y="10700"/>
                      </a:lnTo>
                      <a:lnTo>
                        <a:pt x="58170" y="18136"/>
                      </a:lnTo>
                      <a:lnTo>
                        <a:pt x="89768" y="27100"/>
                      </a:lnTo>
                      <a:lnTo>
                        <a:pt x="126522" y="36980"/>
                      </a:lnTo>
                      <a:lnTo>
                        <a:pt x="167335" y="46963"/>
                      </a:lnTo>
                      <a:lnTo>
                        <a:pt x="211660" y="56742"/>
                      </a:lnTo>
                      <a:lnTo>
                        <a:pt x="259714" y="65808"/>
                      </a:lnTo>
                      <a:lnTo>
                        <a:pt x="312377" y="73855"/>
                      </a:lnTo>
                      <a:lnTo>
                        <a:pt x="370854" y="80680"/>
                      </a:lnTo>
                      <a:lnTo>
                        <a:pt x="436134" y="85773"/>
                      </a:lnTo>
                      <a:lnTo>
                        <a:pt x="507887" y="88625"/>
                      </a:lnTo>
                      <a:lnTo>
                        <a:pt x="540472" y="88931"/>
                      </a:lnTo>
                      <a:lnTo>
                        <a:pt x="614199" y="87403"/>
                      </a:lnTo>
                      <a:lnTo>
                        <a:pt x="682551" y="83124"/>
                      </a:lnTo>
                      <a:lnTo>
                        <a:pt x="743881" y="77013"/>
                      </a:lnTo>
                      <a:lnTo>
                        <a:pt x="798957" y="69475"/>
                      </a:lnTo>
                      <a:lnTo>
                        <a:pt x="848877" y="60816"/>
                      </a:lnTo>
                      <a:lnTo>
                        <a:pt x="894737" y="51343"/>
                      </a:lnTo>
                      <a:lnTo>
                        <a:pt x="937087" y="41360"/>
                      </a:lnTo>
                      <a:lnTo>
                        <a:pt x="975706" y="31378"/>
                      </a:lnTo>
                      <a:lnTo>
                        <a:pt x="1009717" y="21905"/>
                      </a:lnTo>
                      <a:lnTo>
                        <a:pt x="1037914" y="13756"/>
                      </a:lnTo>
                      <a:lnTo>
                        <a:pt x="1058869" y="7338"/>
                      </a:lnTo>
                      <a:lnTo>
                        <a:pt x="1072364" y="3162"/>
                      </a:lnTo>
                      <a:lnTo>
                        <a:pt x="1079056" y="1023"/>
                      </a:lnTo>
                      <a:lnTo>
                        <a:pt x="1080922" y="412"/>
                      </a:lnTo>
                      <a:lnTo>
                        <a:pt x="1081031" y="412"/>
                      </a:lnTo>
                    </a:path>
                  </a:pathLst>
                </a:custGeom>
                <a:noFill/>
                <a:ln w="8220" cap="rnd">
                  <a:solidFill>
                    <a:srgbClr val="A52A2A"/>
                  </a:solidFill>
                  <a:prstDash val="solid"/>
                  <a:round/>
                </a:ln>
              </p:spPr>
              <p:txBody>
                <a:bodyPr/>
                <a:lstStyle/>
                <a:p>
                  <a:endParaRPr lang="zh-CN" altLang="en-US" sz="2190"/>
                </a:p>
              </p:txBody>
            </p:sp>
            <p:sp>
              <p:nvSpPr>
                <p:cNvPr id="1501" name="任意多边形: 形状 1500"/>
                <p:cNvSpPr/>
                <p:nvPr/>
              </p:nvSpPr>
              <p:spPr>
                <a:xfrm>
                  <a:off x="967663" y="6201087"/>
                  <a:ext cx="1119738" cy="118059"/>
                </a:xfrm>
                <a:custGeom>
                  <a:avLst/>
                  <a:gdLst>
                    <a:gd name="csX0" fmla="*/ 22 w 1119738"/>
                    <a:gd name="csY0" fmla="*/ 412 h 118059"/>
                    <a:gd name="csX1" fmla="*/ 680 w 1119738"/>
                    <a:gd name="csY1" fmla="*/ 717 h 118059"/>
                    <a:gd name="csX2" fmla="*/ 4849 w 1119738"/>
                    <a:gd name="csY2" fmla="*/ 2347 h 118059"/>
                    <a:gd name="csX3" fmla="*/ 14943 w 1119738"/>
                    <a:gd name="csY3" fmla="*/ 6421 h 118059"/>
                    <a:gd name="csX4" fmla="*/ 32278 w 1119738"/>
                    <a:gd name="csY4" fmla="*/ 13348 h 118059"/>
                    <a:gd name="csX5" fmla="*/ 56963 w 1119738"/>
                    <a:gd name="csY5" fmla="*/ 22821 h 118059"/>
                    <a:gd name="csX6" fmla="*/ 88342 w 1119738"/>
                    <a:gd name="csY6" fmla="*/ 34332 h 118059"/>
                    <a:gd name="csX7" fmla="*/ 124876 w 1119738"/>
                    <a:gd name="csY7" fmla="*/ 47065 h 118059"/>
                    <a:gd name="csX8" fmla="*/ 165580 w 1119738"/>
                    <a:gd name="csY8" fmla="*/ 60103 h 118059"/>
                    <a:gd name="csX9" fmla="*/ 209795 w 1119738"/>
                    <a:gd name="csY9" fmla="*/ 72938 h 118059"/>
                    <a:gd name="csX10" fmla="*/ 257520 w 1119738"/>
                    <a:gd name="csY10" fmla="*/ 84958 h 118059"/>
                    <a:gd name="csX11" fmla="*/ 309634 w 1119738"/>
                    <a:gd name="csY11" fmla="*/ 95857 h 118059"/>
                    <a:gd name="csX12" fmla="*/ 367234 w 1119738"/>
                    <a:gd name="csY12" fmla="*/ 105229 h 118059"/>
                    <a:gd name="csX13" fmla="*/ 431416 w 1119738"/>
                    <a:gd name="csY13" fmla="*/ 112563 h 118059"/>
                    <a:gd name="csX14" fmla="*/ 502291 w 1119738"/>
                    <a:gd name="csY14" fmla="*/ 117249 h 118059"/>
                    <a:gd name="csX15" fmla="*/ 559891 w 1119738"/>
                    <a:gd name="csY15" fmla="*/ 118471 h 118059"/>
                    <a:gd name="csX16" fmla="*/ 634496 w 1119738"/>
                    <a:gd name="csY16" fmla="*/ 116434 h 118059"/>
                    <a:gd name="csX17" fmla="*/ 703945 w 1119738"/>
                    <a:gd name="csY17" fmla="*/ 111035 h 118059"/>
                    <a:gd name="csX18" fmla="*/ 766482 w 1119738"/>
                    <a:gd name="csY18" fmla="*/ 103191 h 118059"/>
                    <a:gd name="csX19" fmla="*/ 822765 w 1119738"/>
                    <a:gd name="csY19" fmla="*/ 93413 h 118059"/>
                    <a:gd name="csX20" fmla="*/ 873782 w 1119738"/>
                    <a:gd name="csY20" fmla="*/ 82208 h 118059"/>
                    <a:gd name="csX21" fmla="*/ 920630 w 1119738"/>
                    <a:gd name="csY21" fmla="*/ 69984 h 118059"/>
                    <a:gd name="csX22" fmla="*/ 964077 w 1119738"/>
                    <a:gd name="csY22" fmla="*/ 57047 h 118059"/>
                    <a:gd name="csX23" fmla="*/ 1003903 w 1119738"/>
                    <a:gd name="csY23" fmla="*/ 44009 h 118059"/>
                    <a:gd name="csX24" fmla="*/ 1039340 w 1119738"/>
                    <a:gd name="csY24" fmla="*/ 31480 h 118059"/>
                    <a:gd name="csX25" fmla="*/ 1069182 w 1119738"/>
                    <a:gd name="csY25" fmla="*/ 20377 h 118059"/>
                    <a:gd name="csX26" fmla="*/ 1092222 w 1119738"/>
                    <a:gd name="csY26" fmla="*/ 11515 h 118059"/>
                    <a:gd name="csX27" fmla="*/ 1107911 w 1119738"/>
                    <a:gd name="csY27" fmla="*/ 5301 h 118059"/>
                    <a:gd name="csX28" fmla="*/ 1116469 w 1119738"/>
                    <a:gd name="csY28" fmla="*/ 1838 h 118059"/>
                    <a:gd name="csX29" fmla="*/ 1119431 w 1119738"/>
                    <a:gd name="csY29" fmla="*/ 513 h 118059"/>
                    <a:gd name="csX30" fmla="*/ 1119760 w 1119738"/>
                    <a:gd name="csY30" fmla="*/ 412 h 118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118059">
                      <a:moveTo>
                        <a:pt x="22" y="412"/>
                      </a:moveTo>
                      <a:lnTo>
                        <a:pt x="680" y="717"/>
                      </a:lnTo>
                      <a:lnTo>
                        <a:pt x="4849" y="2347"/>
                      </a:lnTo>
                      <a:lnTo>
                        <a:pt x="14943" y="6421"/>
                      </a:lnTo>
                      <a:lnTo>
                        <a:pt x="32278" y="13348"/>
                      </a:lnTo>
                      <a:lnTo>
                        <a:pt x="56963" y="22821"/>
                      </a:lnTo>
                      <a:lnTo>
                        <a:pt x="88342" y="34332"/>
                      </a:lnTo>
                      <a:lnTo>
                        <a:pt x="124876" y="47065"/>
                      </a:lnTo>
                      <a:lnTo>
                        <a:pt x="165580" y="60103"/>
                      </a:lnTo>
                      <a:lnTo>
                        <a:pt x="209795" y="72938"/>
                      </a:lnTo>
                      <a:lnTo>
                        <a:pt x="257520" y="84958"/>
                      </a:lnTo>
                      <a:lnTo>
                        <a:pt x="309634" y="95857"/>
                      </a:lnTo>
                      <a:lnTo>
                        <a:pt x="367234" y="105229"/>
                      </a:lnTo>
                      <a:lnTo>
                        <a:pt x="431416" y="112563"/>
                      </a:lnTo>
                      <a:lnTo>
                        <a:pt x="502291" y="117249"/>
                      </a:lnTo>
                      <a:lnTo>
                        <a:pt x="559891" y="118471"/>
                      </a:lnTo>
                      <a:lnTo>
                        <a:pt x="634496" y="116434"/>
                      </a:lnTo>
                      <a:lnTo>
                        <a:pt x="703945" y="111035"/>
                      </a:lnTo>
                      <a:lnTo>
                        <a:pt x="766482" y="103191"/>
                      </a:lnTo>
                      <a:lnTo>
                        <a:pt x="822765" y="93413"/>
                      </a:lnTo>
                      <a:lnTo>
                        <a:pt x="873782" y="82208"/>
                      </a:lnTo>
                      <a:lnTo>
                        <a:pt x="920630" y="69984"/>
                      </a:lnTo>
                      <a:lnTo>
                        <a:pt x="964077" y="57047"/>
                      </a:lnTo>
                      <a:lnTo>
                        <a:pt x="1003903" y="44009"/>
                      </a:lnTo>
                      <a:lnTo>
                        <a:pt x="1039340" y="31480"/>
                      </a:lnTo>
                      <a:lnTo>
                        <a:pt x="1069182" y="20377"/>
                      </a:lnTo>
                      <a:lnTo>
                        <a:pt x="1092222" y="11515"/>
                      </a:lnTo>
                      <a:lnTo>
                        <a:pt x="1107911" y="5301"/>
                      </a:lnTo>
                      <a:lnTo>
                        <a:pt x="1116469" y="1838"/>
                      </a:lnTo>
                      <a:lnTo>
                        <a:pt x="1119431" y="513"/>
                      </a:lnTo>
                      <a:lnTo>
                        <a:pt x="1119760" y="412"/>
                      </a:lnTo>
                    </a:path>
                  </a:pathLst>
                </a:custGeom>
                <a:noFill/>
                <a:ln w="6575" cap="rnd">
                  <a:solidFill>
                    <a:srgbClr val="A52A2A"/>
                  </a:solidFill>
                  <a:prstDash val="solid"/>
                  <a:round/>
                </a:ln>
              </p:spPr>
              <p:txBody>
                <a:bodyPr/>
                <a:lstStyle/>
                <a:p>
                  <a:endParaRPr lang="zh-CN" altLang="en-US" sz="2190"/>
                </a:p>
              </p:txBody>
            </p:sp>
            <p:sp>
              <p:nvSpPr>
                <p:cNvPr id="1502" name="任意多边形: 形状 1501"/>
                <p:cNvSpPr/>
                <p:nvPr/>
              </p:nvSpPr>
              <p:spPr>
                <a:xfrm>
                  <a:off x="1275630" y="6201087"/>
                  <a:ext cx="811771" cy="147497"/>
                </a:xfrm>
                <a:custGeom>
                  <a:avLst/>
                  <a:gdLst>
                    <a:gd name="csX0" fmla="*/ 22 w 811771"/>
                    <a:gd name="csY0" fmla="*/ 412 h 147497"/>
                    <a:gd name="csX1" fmla="*/ 790 w 811771"/>
                    <a:gd name="csY1" fmla="*/ 921 h 147497"/>
                    <a:gd name="csX2" fmla="*/ 5179 w 811771"/>
                    <a:gd name="csY2" fmla="*/ 3977 h 147497"/>
                    <a:gd name="csX3" fmla="*/ 15711 w 811771"/>
                    <a:gd name="csY3" fmla="*/ 11311 h 147497"/>
                    <a:gd name="csX4" fmla="*/ 33375 w 811771"/>
                    <a:gd name="csY4" fmla="*/ 23229 h 147497"/>
                    <a:gd name="csX5" fmla="*/ 57731 w 811771"/>
                    <a:gd name="csY5" fmla="*/ 38814 h 147497"/>
                    <a:gd name="csX6" fmla="*/ 87354 w 811771"/>
                    <a:gd name="csY6" fmla="*/ 56844 h 147497"/>
                    <a:gd name="csX7" fmla="*/ 121036 w 811771"/>
                    <a:gd name="csY7" fmla="*/ 75586 h 147497"/>
                    <a:gd name="csX8" fmla="*/ 158120 w 811771"/>
                    <a:gd name="csY8" fmla="*/ 93922 h 147497"/>
                    <a:gd name="csX9" fmla="*/ 198823 w 811771"/>
                    <a:gd name="csY9" fmla="*/ 110831 h 147497"/>
                    <a:gd name="csX10" fmla="*/ 243806 w 811771"/>
                    <a:gd name="csY10" fmla="*/ 125601 h 147497"/>
                    <a:gd name="csX11" fmla="*/ 294713 w 811771"/>
                    <a:gd name="csY11" fmla="*/ 137519 h 147497"/>
                    <a:gd name="csX12" fmla="*/ 352093 w 811771"/>
                    <a:gd name="csY12" fmla="*/ 145465 h 147497"/>
                    <a:gd name="csX13" fmla="*/ 405853 w 811771"/>
                    <a:gd name="csY13" fmla="*/ 147909 h 147497"/>
                    <a:gd name="csX14" fmla="*/ 467732 w 811771"/>
                    <a:gd name="csY14" fmla="*/ 144650 h 147497"/>
                    <a:gd name="csX15" fmla="*/ 524234 w 811771"/>
                    <a:gd name="csY15" fmla="*/ 136093 h 147497"/>
                    <a:gd name="csX16" fmla="*/ 574264 w 811771"/>
                    <a:gd name="csY16" fmla="*/ 123768 h 147497"/>
                    <a:gd name="csX17" fmla="*/ 618698 w 811771"/>
                    <a:gd name="csY17" fmla="*/ 108590 h 147497"/>
                    <a:gd name="csX18" fmla="*/ 658853 w 811771"/>
                    <a:gd name="csY18" fmla="*/ 91477 h 147497"/>
                    <a:gd name="csX19" fmla="*/ 695497 w 811771"/>
                    <a:gd name="csY19" fmla="*/ 73142 h 147497"/>
                    <a:gd name="csX20" fmla="*/ 728741 w 811771"/>
                    <a:gd name="csY20" fmla="*/ 54399 h 147497"/>
                    <a:gd name="csX21" fmla="*/ 757705 w 811771"/>
                    <a:gd name="csY21" fmla="*/ 36573 h 147497"/>
                    <a:gd name="csX22" fmla="*/ 781184 w 811771"/>
                    <a:gd name="csY22" fmla="*/ 21395 h 147497"/>
                    <a:gd name="csX23" fmla="*/ 797970 w 811771"/>
                    <a:gd name="csY23" fmla="*/ 10088 h 147497"/>
                    <a:gd name="csX24" fmla="*/ 807625 w 811771"/>
                    <a:gd name="csY24" fmla="*/ 3365 h 147497"/>
                    <a:gd name="csX25" fmla="*/ 811355 w 811771"/>
                    <a:gd name="csY25" fmla="*/ 717 h 147497"/>
                    <a:gd name="csX26" fmla="*/ 811794 w 811771"/>
                    <a:gd name="csY26" fmla="*/ 412 h 14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811771" h="147497">
                      <a:moveTo>
                        <a:pt x="22" y="412"/>
                      </a:moveTo>
                      <a:lnTo>
                        <a:pt x="790" y="921"/>
                      </a:lnTo>
                      <a:lnTo>
                        <a:pt x="5179" y="3977"/>
                      </a:lnTo>
                      <a:lnTo>
                        <a:pt x="15711" y="11311"/>
                      </a:lnTo>
                      <a:lnTo>
                        <a:pt x="33375" y="23229"/>
                      </a:lnTo>
                      <a:lnTo>
                        <a:pt x="57731" y="38814"/>
                      </a:lnTo>
                      <a:lnTo>
                        <a:pt x="87354" y="56844"/>
                      </a:lnTo>
                      <a:lnTo>
                        <a:pt x="121036" y="75586"/>
                      </a:lnTo>
                      <a:lnTo>
                        <a:pt x="158120" y="93922"/>
                      </a:lnTo>
                      <a:lnTo>
                        <a:pt x="198823" y="110831"/>
                      </a:lnTo>
                      <a:lnTo>
                        <a:pt x="243806" y="125601"/>
                      </a:lnTo>
                      <a:lnTo>
                        <a:pt x="294713" y="137519"/>
                      </a:lnTo>
                      <a:lnTo>
                        <a:pt x="352093" y="145465"/>
                      </a:lnTo>
                      <a:lnTo>
                        <a:pt x="405853" y="147909"/>
                      </a:lnTo>
                      <a:lnTo>
                        <a:pt x="467732" y="144650"/>
                      </a:lnTo>
                      <a:lnTo>
                        <a:pt x="524234" y="136093"/>
                      </a:lnTo>
                      <a:lnTo>
                        <a:pt x="574264" y="123768"/>
                      </a:lnTo>
                      <a:lnTo>
                        <a:pt x="618698" y="108590"/>
                      </a:lnTo>
                      <a:lnTo>
                        <a:pt x="658853" y="91477"/>
                      </a:lnTo>
                      <a:lnTo>
                        <a:pt x="695497" y="73142"/>
                      </a:lnTo>
                      <a:lnTo>
                        <a:pt x="728741" y="54399"/>
                      </a:lnTo>
                      <a:lnTo>
                        <a:pt x="757705" y="36573"/>
                      </a:lnTo>
                      <a:lnTo>
                        <a:pt x="781184" y="21395"/>
                      </a:lnTo>
                      <a:lnTo>
                        <a:pt x="797970" y="10088"/>
                      </a:lnTo>
                      <a:lnTo>
                        <a:pt x="807625" y="3365"/>
                      </a:lnTo>
                      <a:lnTo>
                        <a:pt x="811355" y="717"/>
                      </a:lnTo>
                      <a:lnTo>
                        <a:pt x="811794" y="412"/>
                      </a:lnTo>
                    </a:path>
                  </a:pathLst>
                </a:custGeom>
                <a:noFill/>
                <a:ln w="8220" cap="rnd">
                  <a:solidFill>
                    <a:srgbClr val="A52A2A"/>
                  </a:solidFill>
                  <a:prstDash val="solid"/>
                  <a:round/>
                </a:ln>
              </p:spPr>
              <p:txBody>
                <a:bodyPr/>
                <a:lstStyle/>
                <a:p>
                  <a:endParaRPr lang="zh-CN" altLang="en-US" sz="2190"/>
                </a:p>
              </p:txBody>
            </p:sp>
            <p:sp>
              <p:nvSpPr>
                <p:cNvPr id="1503" name="任意多边形: 形状 1502"/>
                <p:cNvSpPr/>
                <p:nvPr/>
              </p:nvSpPr>
              <p:spPr>
                <a:xfrm>
                  <a:off x="2066666" y="6201087"/>
                  <a:ext cx="20735" cy="177038"/>
                </a:xfrm>
                <a:custGeom>
                  <a:avLst/>
                  <a:gdLst>
                    <a:gd name="csX0" fmla="*/ 22 w 20735"/>
                    <a:gd name="csY0" fmla="*/ 412 h 177038"/>
                    <a:gd name="csX1" fmla="*/ 132 w 20735"/>
                    <a:gd name="csY1" fmla="*/ 2347 h 177038"/>
                    <a:gd name="csX2" fmla="*/ 461 w 20735"/>
                    <a:gd name="csY2" fmla="*/ 13756 h 177038"/>
                    <a:gd name="csX3" fmla="*/ 1229 w 20735"/>
                    <a:gd name="csY3" fmla="*/ 37286 h 177038"/>
                    <a:gd name="csX4" fmla="*/ 2326 w 20735"/>
                    <a:gd name="csY4" fmla="*/ 69067 h 177038"/>
                    <a:gd name="csX5" fmla="*/ 3643 w 20735"/>
                    <a:gd name="csY5" fmla="*/ 102988 h 177038"/>
                    <a:gd name="csX6" fmla="*/ 5179 w 20735"/>
                    <a:gd name="csY6" fmla="*/ 134056 h 177038"/>
                    <a:gd name="csX7" fmla="*/ 6934 w 20735"/>
                    <a:gd name="csY7" fmla="*/ 159318 h 177038"/>
                    <a:gd name="csX8" fmla="*/ 9128 w 20735"/>
                    <a:gd name="csY8" fmla="*/ 175005 h 177038"/>
                    <a:gd name="csX9" fmla="*/ 10335 w 20735"/>
                    <a:gd name="csY9" fmla="*/ 177450 h 177038"/>
                    <a:gd name="csX10" fmla="*/ 12749 w 20735"/>
                    <a:gd name="csY10" fmla="*/ 168893 h 177038"/>
                    <a:gd name="csX11" fmla="*/ 14724 w 20735"/>
                    <a:gd name="csY11" fmla="*/ 148011 h 177038"/>
                    <a:gd name="csX12" fmla="*/ 16369 w 20735"/>
                    <a:gd name="csY12" fmla="*/ 119591 h 177038"/>
                    <a:gd name="csX13" fmla="*/ 17796 w 20735"/>
                    <a:gd name="csY13" fmla="*/ 86690 h 177038"/>
                    <a:gd name="csX14" fmla="*/ 19112 w 20735"/>
                    <a:gd name="csY14" fmla="*/ 53075 h 177038"/>
                    <a:gd name="csX15" fmla="*/ 19990 w 20735"/>
                    <a:gd name="csY15" fmla="*/ 24553 h 177038"/>
                    <a:gd name="csX16" fmla="*/ 20538 w 20735"/>
                    <a:gd name="csY16" fmla="*/ 6727 h 177038"/>
                    <a:gd name="csX17" fmla="*/ 20758 w 20735"/>
                    <a:gd name="csY17" fmla="*/ 717 h 177038"/>
                    <a:gd name="csX18" fmla="*/ 20758 w 20735"/>
                    <a:gd name="csY18" fmla="*/ 412 h 17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0735" h="177038">
                      <a:moveTo>
                        <a:pt x="22" y="412"/>
                      </a:moveTo>
                      <a:lnTo>
                        <a:pt x="132" y="2347"/>
                      </a:lnTo>
                      <a:lnTo>
                        <a:pt x="461" y="13756"/>
                      </a:lnTo>
                      <a:lnTo>
                        <a:pt x="1229" y="37286"/>
                      </a:lnTo>
                      <a:lnTo>
                        <a:pt x="2326" y="69067"/>
                      </a:lnTo>
                      <a:lnTo>
                        <a:pt x="3643" y="102988"/>
                      </a:lnTo>
                      <a:lnTo>
                        <a:pt x="5179" y="134056"/>
                      </a:lnTo>
                      <a:lnTo>
                        <a:pt x="6934" y="159318"/>
                      </a:lnTo>
                      <a:lnTo>
                        <a:pt x="9128" y="175005"/>
                      </a:lnTo>
                      <a:lnTo>
                        <a:pt x="10335" y="177450"/>
                      </a:lnTo>
                      <a:lnTo>
                        <a:pt x="12749" y="168893"/>
                      </a:lnTo>
                      <a:lnTo>
                        <a:pt x="14724" y="148011"/>
                      </a:lnTo>
                      <a:lnTo>
                        <a:pt x="16369" y="119591"/>
                      </a:lnTo>
                      <a:lnTo>
                        <a:pt x="17796" y="86690"/>
                      </a:lnTo>
                      <a:lnTo>
                        <a:pt x="19112" y="53075"/>
                      </a:lnTo>
                      <a:lnTo>
                        <a:pt x="19990" y="24553"/>
                      </a:lnTo>
                      <a:lnTo>
                        <a:pt x="20538" y="6727"/>
                      </a:lnTo>
                      <a:lnTo>
                        <a:pt x="20758" y="717"/>
                      </a:lnTo>
                      <a:lnTo>
                        <a:pt x="20758" y="412"/>
                      </a:lnTo>
                    </a:path>
                  </a:pathLst>
                </a:custGeom>
                <a:noFill/>
                <a:ln w="8220" cap="rnd">
                  <a:solidFill>
                    <a:srgbClr val="A52A2A"/>
                  </a:solidFill>
                  <a:prstDash val="solid"/>
                  <a:round/>
                </a:ln>
              </p:spPr>
              <p:txBody>
                <a:bodyPr/>
                <a:lstStyle/>
                <a:p>
                  <a:endParaRPr lang="zh-CN" altLang="en-US" sz="2190"/>
                </a:p>
              </p:txBody>
            </p:sp>
            <p:sp>
              <p:nvSpPr>
                <p:cNvPr id="1505" name="任意多边形: 形状 1504"/>
                <p:cNvSpPr/>
                <p:nvPr/>
              </p:nvSpPr>
              <p:spPr>
                <a:xfrm>
                  <a:off x="2095411" y="6201087"/>
                  <a:ext cx="73947" cy="29540"/>
                </a:xfrm>
                <a:custGeom>
                  <a:avLst/>
                  <a:gdLst>
                    <a:gd name="csX0" fmla="*/ 22 w 73947"/>
                    <a:gd name="csY0" fmla="*/ 412 h 29540"/>
                    <a:gd name="csX1" fmla="*/ 900 w 73947"/>
                    <a:gd name="csY1" fmla="*/ 1838 h 29540"/>
                    <a:gd name="csX2" fmla="*/ 5617 w 73947"/>
                    <a:gd name="csY2" fmla="*/ 8561 h 29540"/>
                    <a:gd name="csX3" fmla="*/ 13407 w 73947"/>
                    <a:gd name="csY3" fmla="*/ 18136 h 29540"/>
                    <a:gd name="csX4" fmla="*/ 23501 w 73947"/>
                    <a:gd name="csY4" fmla="*/ 26183 h 29540"/>
                    <a:gd name="csX5" fmla="*/ 36886 w 73947"/>
                    <a:gd name="csY5" fmla="*/ 29952 h 29540"/>
                    <a:gd name="csX6" fmla="*/ 50381 w 73947"/>
                    <a:gd name="csY6" fmla="*/ 26183 h 29540"/>
                    <a:gd name="csX7" fmla="*/ 60474 w 73947"/>
                    <a:gd name="csY7" fmla="*/ 18136 h 29540"/>
                    <a:gd name="csX8" fmla="*/ 68264 w 73947"/>
                    <a:gd name="csY8" fmla="*/ 8561 h 29540"/>
                    <a:gd name="csX9" fmla="*/ 72982 w 73947"/>
                    <a:gd name="csY9" fmla="*/ 1838 h 29540"/>
                    <a:gd name="csX10" fmla="*/ 73969 w 73947"/>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3947" h="29540">
                      <a:moveTo>
                        <a:pt x="22" y="412"/>
                      </a:moveTo>
                      <a:lnTo>
                        <a:pt x="900" y="1838"/>
                      </a:lnTo>
                      <a:lnTo>
                        <a:pt x="5617" y="8561"/>
                      </a:lnTo>
                      <a:lnTo>
                        <a:pt x="13407" y="18136"/>
                      </a:lnTo>
                      <a:lnTo>
                        <a:pt x="23501" y="26183"/>
                      </a:lnTo>
                      <a:lnTo>
                        <a:pt x="36886" y="29952"/>
                      </a:lnTo>
                      <a:lnTo>
                        <a:pt x="50381" y="26183"/>
                      </a:lnTo>
                      <a:lnTo>
                        <a:pt x="60474" y="18136"/>
                      </a:lnTo>
                      <a:lnTo>
                        <a:pt x="68264" y="8561"/>
                      </a:lnTo>
                      <a:lnTo>
                        <a:pt x="72982" y="1838"/>
                      </a:lnTo>
                      <a:lnTo>
                        <a:pt x="73969" y="412"/>
                      </a:lnTo>
                    </a:path>
                  </a:pathLst>
                </a:custGeom>
                <a:noFill/>
                <a:ln w="7891" cap="rnd">
                  <a:solidFill>
                    <a:srgbClr val="A52A2A"/>
                  </a:solidFill>
                  <a:prstDash val="solid"/>
                  <a:round/>
                </a:ln>
              </p:spPr>
              <p:txBody>
                <a:bodyPr/>
                <a:lstStyle/>
                <a:p>
                  <a:endParaRPr lang="zh-CN" altLang="en-US" sz="2190"/>
                </a:p>
              </p:txBody>
            </p:sp>
            <p:sp>
              <p:nvSpPr>
                <p:cNvPr id="1506" name="任意多边形: 形状 1505"/>
                <p:cNvSpPr/>
                <p:nvPr/>
              </p:nvSpPr>
              <p:spPr>
                <a:xfrm>
                  <a:off x="2095411" y="6201087"/>
                  <a:ext cx="148332" cy="58978"/>
                </a:xfrm>
                <a:custGeom>
                  <a:avLst/>
                  <a:gdLst>
                    <a:gd name="csX0" fmla="*/ 22 w 148332"/>
                    <a:gd name="csY0" fmla="*/ 412 h 58978"/>
                    <a:gd name="csX1" fmla="*/ 1119 w 148332"/>
                    <a:gd name="csY1" fmla="*/ 2041 h 58978"/>
                    <a:gd name="csX2" fmla="*/ 6934 w 148332"/>
                    <a:gd name="csY2" fmla="*/ 10801 h 58978"/>
                    <a:gd name="csX3" fmla="*/ 17905 w 148332"/>
                    <a:gd name="csY3" fmla="*/ 25470 h 58978"/>
                    <a:gd name="csX4" fmla="*/ 32058 w 148332"/>
                    <a:gd name="csY4" fmla="*/ 40953 h 58978"/>
                    <a:gd name="csX5" fmla="*/ 49613 w 148332"/>
                    <a:gd name="csY5" fmla="*/ 53279 h 58978"/>
                    <a:gd name="csX6" fmla="*/ 71885 w 148332"/>
                    <a:gd name="csY6" fmla="*/ 59390 h 58978"/>
                    <a:gd name="csX7" fmla="*/ 74079 w 148332"/>
                    <a:gd name="csY7" fmla="*/ 59390 h 58978"/>
                    <a:gd name="csX8" fmla="*/ 96790 w 148332"/>
                    <a:gd name="csY8" fmla="*/ 54195 h 58978"/>
                    <a:gd name="csX9" fmla="*/ 114673 w 148332"/>
                    <a:gd name="csY9" fmla="*/ 42175 h 58978"/>
                    <a:gd name="csX10" fmla="*/ 129155 w 148332"/>
                    <a:gd name="csY10" fmla="*/ 26998 h 58978"/>
                    <a:gd name="csX11" fmla="*/ 140456 w 148332"/>
                    <a:gd name="csY11" fmla="*/ 12024 h 58978"/>
                    <a:gd name="csX12" fmla="*/ 146929 w 148332"/>
                    <a:gd name="csY12" fmla="*/ 2551 h 58978"/>
                    <a:gd name="csX13" fmla="*/ 148355 w 148332"/>
                    <a:gd name="csY13" fmla="*/ 412 h 58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8332" h="58978">
                      <a:moveTo>
                        <a:pt x="22" y="412"/>
                      </a:moveTo>
                      <a:lnTo>
                        <a:pt x="1119" y="2041"/>
                      </a:lnTo>
                      <a:lnTo>
                        <a:pt x="6934" y="10801"/>
                      </a:lnTo>
                      <a:lnTo>
                        <a:pt x="17905" y="25470"/>
                      </a:lnTo>
                      <a:lnTo>
                        <a:pt x="32058" y="40953"/>
                      </a:lnTo>
                      <a:lnTo>
                        <a:pt x="49613" y="53279"/>
                      </a:lnTo>
                      <a:lnTo>
                        <a:pt x="71885" y="59390"/>
                      </a:lnTo>
                      <a:lnTo>
                        <a:pt x="74079" y="59390"/>
                      </a:lnTo>
                      <a:lnTo>
                        <a:pt x="96790" y="54195"/>
                      </a:lnTo>
                      <a:lnTo>
                        <a:pt x="114673" y="42175"/>
                      </a:lnTo>
                      <a:lnTo>
                        <a:pt x="129155" y="26998"/>
                      </a:lnTo>
                      <a:lnTo>
                        <a:pt x="140456" y="12024"/>
                      </a:lnTo>
                      <a:lnTo>
                        <a:pt x="146929" y="2551"/>
                      </a:lnTo>
                      <a:lnTo>
                        <a:pt x="148355" y="412"/>
                      </a:lnTo>
                    </a:path>
                  </a:pathLst>
                </a:custGeom>
                <a:noFill/>
                <a:ln w="8220" cap="rnd">
                  <a:solidFill>
                    <a:srgbClr val="A52A2A"/>
                  </a:solidFill>
                  <a:prstDash val="solid"/>
                  <a:round/>
                </a:ln>
              </p:spPr>
              <p:txBody>
                <a:bodyPr/>
                <a:lstStyle/>
                <a:p>
                  <a:endParaRPr lang="zh-CN" altLang="en-US" sz="2190"/>
                </a:p>
              </p:txBody>
            </p:sp>
            <p:sp>
              <p:nvSpPr>
                <p:cNvPr id="1507" name="任意多边形: 形状 1506"/>
                <p:cNvSpPr/>
                <p:nvPr/>
              </p:nvSpPr>
              <p:spPr>
                <a:xfrm>
                  <a:off x="2095411" y="6201087"/>
                  <a:ext cx="425798" cy="88519"/>
                </a:xfrm>
                <a:custGeom>
                  <a:avLst/>
                  <a:gdLst>
                    <a:gd name="csX0" fmla="*/ 22 w 425798"/>
                    <a:gd name="csY0" fmla="*/ 412 h 88519"/>
                    <a:gd name="csX1" fmla="*/ 900 w 425798"/>
                    <a:gd name="csY1" fmla="*/ 1124 h 88519"/>
                    <a:gd name="csX2" fmla="*/ 6386 w 425798"/>
                    <a:gd name="csY2" fmla="*/ 5505 h 88519"/>
                    <a:gd name="csX3" fmla="*/ 18564 w 425798"/>
                    <a:gd name="csY3" fmla="*/ 14978 h 88519"/>
                    <a:gd name="csX4" fmla="*/ 37215 w 425798"/>
                    <a:gd name="csY4" fmla="*/ 28424 h 88519"/>
                    <a:gd name="csX5" fmla="*/ 60365 w 425798"/>
                    <a:gd name="csY5" fmla="*/ 43703 h 88519"/>
                    <a:gd name="csX6" fmla="*/ 87025 w 425798"/>
                    <a:gd name="csY6" fmla="*/ 58575 h 88519"/>
                    <a:gd name="csX7" fmla="*/ 117306 w 425798"/>
                    <a:gd name="csY7" fmla="*/ 71818 h 88519"/>
                    <a:gd name="csX8" fmla="*/ 152744 w 425798"/>
                    <a:gd name="csY8" fmla="*/ 82208 h 88519"/>
                    <a:gd name="csX9" fmla="*/ 194325 w 425798"/>
                    <a:gd name="csY9" fmla="*/ 88319 h 88519"/>
                    <a:gd name="csX10" fmla="*/ 212867 w 425798"/>
                    <a:gd name="csY10" fmla="*/ 88931 h 88519"/>
                    <a:gd name="csX11" fmla="*/ 256642 w 425798"/>
                    <a:gd name="csY11" fmla="*/ 85365 h 88519"/>
                    <a:gd name="csX12" fmla="*/ 294494 w 425798"/>
                    <a:gd name="csY12" fmla="*/ 76503 h 88519"/>
                    <a:gd name="csX13" fmla="*/ 326750 w 425798"/>
                    <a:gd name="csY13" fmla="*/ 64382 h 88519"/>
                    <a:gd name="csX14" fmla="*/ 354727 w 425798"/>
                    <a:gd name="csY14" fmla="*/ 49917 h 88519"/>
                    <a:gd name="csX15" fmla="*/ 379412 w 425798"/>
                    <a:gd name="csY15" fmla="*/ 34638 h 88519"/>
                    <a:gd name="csX16" fmla="*/ 400148 w 425798"/>
                    <a:gd name="csY16" fmla="*/ 20071 h 88519"/>
                    <a:gd name="csX17" fmla="*/ 415179 w 425798"/>
                    <a:gd name="csY17" fmla="*/ 8764 h 88519"/>
                    <a:gd name="csX18" fmla="*/ 423298 w 425798"/>
                    <a:gd name="csY18" fmla="*/ 2347 h 88519"/>
                    <a:gd name="csX19" fmla="*/ 425711 w 425798"/>
                    <a:gd name="csY19" fmla="*/ 412 h 88519"/>
                    <a:gd name="csX20" fmla="*/ 425821 w 425798"/>
                    <a:gd name="csY20" fmla="*/ 412 h 88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25798" h="88519">
                      <a:moveTo>
                        <a:pt x="22" y="412"/>
                      </a:moveTo>
                      <a:lnTo>
                        <a:pt x="900" y="1124"/>
                      </a:lnTo>
                      <a:lnTo>
                        <a:pt x="6386" y="5505"/>
                      </a:lnTo>
                      <a:lnTo>
                        <a:pt x="18564" y="14978"/>
                      </a:lnTo>
                      <a:lnTo>
                        <a:pt x="37215" y="28424"/>
                      </a:lnTo>
                      <a:lnTo>
                        <a:pt x="60365" y="43703"/>
                      </a:lnTo>
                      <a:lnTo>
                        <a:pt x="87025" y="58575"/>
                      </a:lnTo>
                      <a:lnTo>
                        <a:pt x="117306" y="71818"/>
                      </a:lnTo>
                      <a:lnTo>
                        <a:pt x="152744" y="82208"/>
                      </a:lnTo>
                      <a:lnTo>
                        <a:pt x="194325" y="88319"/>
                      </a:lnTo>
                      <a:lnTo>
                        <a:pt x="212867" y="88931"/>
                      </a:lnTo>
                      <a:lnTo>
                        <a:pt x="256642" y="85365"/>
                      </a:lnTo>
                      <a:lnTo>
                        <a:pt x="294494" y="76503"/>
                      </a:lnTo>
                      <a:lnTo>
                        <a:pt x="326750" y="64382"/>
                      </a:lnTo>
                      <a:lnTo>
                        <a:pt x="354727" y="49917"/>
                      </a:lnTo>
                      <a:lnTo>
                        <a:pt x="379412" y="34638"/>
                      </a:lnTo>
                      <a:lnTo>
                        <a:pt x="400148" y="20071"/>
                      </a:lnTo>
                      <a:lnTo>
                        <a:pt x="415179" y="8764"/>
                      </a:lnTo>
                      <a:lnTo>
                        <a:pt x="423298" y="2347"/>
                      </a:lnTo>
                      <a:lnTo>
                        <a:pt x="425711" y="412"/>
                      </a:lnTo>
                      <a:lnTo>
                        <a:pt x="425821" y="412"/>
                      </a:lnTo>
                    </a:path>
                  </a:pathLst>
                </a:custGeom>
                <a:noFill/>
                <a:ln w="8220" cap="rnd">
                  <a:solidFill>
                    <a:srgbClr val="A52A2A"/>
                  </a:solidFill>
                  <a:prstDash val="solid"/>
                  <a:round/>
                </a:ln>
              </p:spPr>
              <p:txBody>
                <a:bodyPr/>
                <a:lstStyle/>
                <a:p>
                  <a:endParaRPr lang="zh-CN" altLang="en-US" sz="2190"/>
                </a:p>
              </p:txBody>
            </p:sp>
            <p:sp>
              <p:nvSpPr>
                <p:cNvPr id="1508" name="任意多边形: 形状 1507"/>
                <p:cNvSpPr/>
                <p:nvPr/>
              </p:nvSpPr>
              <p:spPr>
                <a:xfrm>
                  <a:off x="2095411" y="6201087"/>
                  <a:ext cx="1562871" cy="118059"/>
                </a:xfrm>
                <a:custGeom>
                  <a:avLst/>
                  <a:gdLst>
                    <a:gd name="csX0" fmla="*/ 22 w 1562871"/>
                    <a:gd name="csY0" fmla="*/ 412 h 118059"/>
                    <a:gd name="csX1" fmla="*/ 571 w 1562871"/>
                    <a:gd name="csY1" fmla="*/ 615 h 118059"/>
                    <a:gd name="csX2" fmla="*/ 4191 w 1562871"/>
                    <a:gd name="csY2" fmla="*/ 1634 h 118059"/>
                    <a:gd name="csX3" fmla="*/ 13298 w 1562871"/>
                    <a:gd name="csY3" fmla="*/ 4282 h 118059"/>
                    <a:gd name="csX4" fmla="*/ 29316 w 1562871"/>
                    <a:gd name="csY4" fmla="*/ 8866 h 118059"/>
                    <a:gd name="csX5" fmla="*/ 52904 w 1562871"/>
                    <a:gd name="csY5" fmla="*/ 15589 h 118059"/>
                    <a:gd name="csX6" fmla="*/ 83843 w 1562871"/>
                    <a:gd name="csY6" fmla="*/ 24044 h 118059"/>
                    <a:gd name="csX7" fmla="*/ 121365 w 1562871"/>
                    <a:gd name="csY7" fmla="*/ 33823 h 118059"/>
                    <a:gd name="csX8" fmla="*/ 164154 w 1562871"/>
                    <a:gd name="csY8" fmla="*/ 44620 h 118059"/>
                    <a:gd name="csX9" fmla="*/ 211331 w 1562871"/>
                    <a:gd name="csY9" fmla="*/ 55723 h 118059"/>
                    <a:gd name="csX10" fmla="*/ 262238 w 1562871"/>
                    <a:gd name="csY10" fmla="*/ 66826 h 118059"/>
                    <a:gd name="csX11" fmla="*/ 316546 w 1562871"/>
                    <a:gd name="csY11" fmla="*/ 77420 h 118059"/>
                    <a:gd name="csX12" fmla="*/ 374804 w 1562871"/>
                    <a:gd name="csY12" fmla="*/ 87505 h 118059"/>
                    <a:gd name="csX13" fmla="*/ 437561 w 1562871"/>
                    <a:gd name="csY13" fmla="*/ 96570 h 118059"/>
                    <a:gd name="csX14" fmla="*/ 505912 w 1562871"/>
                    <a:gd name="csY14" fmla="*/ 104516 h 118059"/>
                    <a:gd name="csX15" fmla="*/ 580956 w 1562871"/>
                    <a:gd name="csY15" fmla="*/ 111137 h 118059"/>
                    <a:gd name="csX16" fmla="*/ 663022 w 1562871"/>
                    <a:gd name="csY16" fmla="*/ 115823 h 118059"/>
                    <a:gd name="csX17" fmla="*/ 750793 w 1562871"/>
                    <a:gd name="csY17" fmla="*/ 118267 h 118059"/>
                    <a:gd name="csX18" fmla="*/ 781403 w 1562871"/>
                    <a:gd name="csY18" fmla="*/ 118471 h 118059"/>
                    <a:gd name="csX19" fmla="*/ 870491 w 1562871"/>
                    <a:gd name="csY19" fmla="*/ 116943 h 118059"/>
                    <a:gd name="csX20" fmla="*/ 954751 w 1562871"/>
                    <a:gd name="csY20" fmla="*/ 112970 h 118059"/>
                    <a:gd name="csX21" fmla="*/ 1032209 w 1562871"/>
                    <a:gd name="csY21" fmla="*/ 106960 h 118059"/>
                    <a:gd name="csX22" fmla="*/ 1102755 w 1562871"/>
                    <a:gd name="csY22" fmla="*/ 99423 h 118059"/>
                    <a:gd name="csX23" fmla="*/ 1167266 w 1562871"/>
                    <a:gd name="csY23" fmla="*/ 90662 h 118059"/>
                    <a:gd name="csX24" fmla="*/ 1226951 w 1562871"/>
                    <a:gd name="csY24" fmla="*/ 80985 h 118059"/>
                    <a:gd name="csX25" fmla="*/ 1282466 w 1562871"/>
                    <a:gd name="csY25" fmla="*/ 70493 h 118059"/>
                    <a:gd name="csX26" fmla="*/ 1334580 w 1562871"/>
                    <a:gd name="csY26" fmla="*/ 59492 h 118059"/>
                    <a:gd name="csX27" fmla="*/ 1383073 w 1562871"/>
                    <a:gd name="csY27" fmla="*/ 48389 h 118059"/>
                    <a:gd name="csX28" fmla="*/ 1427507 w 1562871"/>
                    <a:gd name="csY28" fmla="*/ 37388 h 118059"/>
                    <a:gd name="csX29" fmla="*/ 1466895 w 1562871"/>
                    <a:gd name="csY29" fmla="*/ 27201 h 118059"/>
                    <a:gd name="csX30" fmla="*/ 1500138 w 1562871"/>
                    <a:gd name="csY30" fmla="*/ 18238 h 118059"/>
                    <a:gd name="csX31" fmla="*/ 1526360 w 1562871"/>
                    <a:gd name="csY31" fmla="*/ 10903 h 118059"/>
                    <a:gd name="csX32" fmla="*/ 1544901 w 1562871"/>
                    <a:gd name="csY32" fmla="*/ 5606 h 118059"/>
                    <a:gd name="csX33" fmla="*/ 1556202 w 1562871"/>
                    <a:gd name="csY33" fmla="*/ 2347 h 118059"/>
                    <a:gd name="csX34" fmla="*/ 1561468 w 1562871"/>
                    <a:gd name="csY34" fmla="*/ 819 h 118059"/>
                    <a:gd name="csX35" fmla="*/ 1562784 w 1562871"/>
                    <a:gd name="csY35" fmla="*/ 412 h 118059"/>
                    <a:gd name="csX36" fmla="*/ 1562894 w 1562871"/>
                    <a:gd name="csY36" fmla="*/ 412 h 118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18059">
                      <a:moveTo>
                        <a:pt x="22" y="412"/>
                      </a:moveTo>
                      <a:lnTo>
                        <a:pt x="571" y="615"/>
                      </a:lnTo>
                      <a:lnTo>
                        <a:pt x="4191" y="1634"/>
                      </a:lnTo>
                      <a:lnTo>
                        <a:pt x="13298" y="4282"/>
                      </a:lnTo>
                      <a:lnTo>
                        <a:pt x="29316" y="8866"/>
                      </a:lnTo>
                      <a:lnTo>
                        <a:pt x="52904" y="15589"/>
                      </a:lnTo>
                      <a:lnTo>
                        <a:pt x="83843" y="24044"/>
                      </a:lnTo>
                      <a:lnTo>
                        <a:pt x="121365" y="33823"/>
                      </a:lnTo>
                      <a:lnTo>
                        <a:pt x="164154" y="44620"/>
                      </a:lnTo>
                      <a:lnTo>
                        <a:pt x="211331" y="55723"/>
                      </a:lnTo>
                      <a:lnTo>
                        <a:pt x="262238" y="66826"/>
                      </a:lnTo>
                      <a:lnTo>
                        <a:pt x="316546" y="77420"/>
                      </a:lnTo>
                      <a:lnTo>
                        <a:pt x="374804" y="87505"/>
                      </a:lnTo>
                      <a:lnTo>
                        <a:pt x="437561" y="96570"/>
                      </a:lnTo>
                      <a:lnTo>
                        <a:pt x="505912" y="104516"/>
                      </a:lnTo>
                      <a:lnTo>
                        <a:pt x="580956" y="111137"/>
                      </a:lnTo>
                      <a:lnTo>
                        <a:pt x="663022" y="115823"/>
                      </a:lnTo>
                      <a:lnTo>
                        <a:pt x="750793" y="118267"/>
                      </a:lnTo>
                      <a:lnTo>
                        <a:pt x="781403" y="118471"/>
                      </a:lnTo>
                      <a:lnTo>
                        <a:pt x="870491" y="116943"/>
                      </a:lnTo>
                      <a:lnTo>
                        <a:pt x="954751" y="112970"/>
                      </a:lnTo>
                      <a:lnTo>
                        <a:pt x="1032209" y="106960"/>
                      </a:lnTo>
                      <a:lnTo>
                        <a:pt x="1102755" y="99423"/>
                      </a:lnTo>
                      <a:lnTo>
                        <a:pt x="1167266" y="90662"/>
                      </a:lnTo>
                      <a:lnTo>
                        <a:pt x="1226951" y="80985"/>
                      </a:lnTo>
                      <a:lnTo>
                        <a:pt x="1282466" y="70493"/>
                      </a:lnTo>
                      <a:lnTo>
                        <a:pt x="1334580" y="59492"/>
                      </a:lnTo>
                      <a:lnTo>
                        <a:pt x="1383073" y="48389"/>
                      </a:lnTo>
                      <a:lnTo>
                        <a:pt x="1427507" y="37388"/>
                      </a:lnTo>
                      <a:lnTo>
                        <a:pt x="1466895" y="27201"/>
                      </a:lnTo>
                      <a:lnTo>
                        <a:pt x="1500138" y="18238"/>
                      </a:lnTo>
                      <a:lnTo>
                        <a:pt x="1526360" y="10903"/>
                      </a:lnTo>
                      <a:lnTo>
                        <a:pt x="1544901" y="5606"/>
                      </a:lnTo>
                      <a:lnTo>
                        <a:pt x="1556202" y="2347"/>
                      </a:lnTo>
                      <a:lnTo>
                        <a:pt x="1561468" y="819"/>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1509" name="任意多边形: 形状 1508"/>
                <p:cNvSpPr/>
                <p:nvPr/>
              </p:nvSpPr>
              <p:spPr>
                <a:xfrm>
                  <a:off x="2095411" y="6201087"/>
                  <a:ext cx="1720640" cy="147497"/>
                </a:xfrm>
                <a:custGeom>
                  <a:avLst/>
                  <a:gdLst>
                    <a:gd name="csX0" fmla="*/ 22 w 1720640"/>
                    <a:gd name="csY0" fmla="*/ 412 h 147497"/>
                    <a:gd name="csX1" fmla="*/ 461 w 1720640"/>
                    <a:gd name="csY1" fmla="*/ 615 h 147497"/>
                    <a:gd name="csX2" fmla="*/ 3972 w 1720640"/>
                    <a:gd name="csY2" fmla="*/ 1736 h 147497"/>
                    <a:gd name="csX3" fmla="*/ 12639 w 1720640"/>
                    <a:gd name="csY3" fmla="*/ 4690 h 147497"/>
                    <a:gd name="csX4" fmla="*/ 28219 w 1720640"/>
                    <a:gd name="csY4" fmla="*/ 9681 h 147497"/>
                    <a:gd name="csX5" fmla="*/ 51149 w 1720640"/>
                    <a:gd name="csY5" fmla="*/ 17117 h 147497"/>
                    <a:gd name="csX6" fmla="*/ 81540 w 1720640"/>
                    <a:gd name="csY6" fmla="*/ 26590 h 147497"/>
                    <a:gd name="csX7" fmla="*/ 118732 w 1720640"/>
                    <a:gd name="csY7" fmla="*/ 37897 h 147497"/>
                    <a:gd name="csX8" fmla="*/ 161740 w 1720640"/>
                    <a:gd name="csY8" fmla="*/ 50324 h 147497"/>
                    <a:gd name="csX9" fmla="*/ 209356 w 1720640"/>
                    <a:gd name="csY9" fmla="*/ 63465 h 147497"/>
                    <a:gd name="csX10" fmla="*/ 260921 w 1720640"/>
                    <a:gd name="csY10" fmla="*/ 76707 h 147497"/>
                    <a:gd name="csX11" fmla="*/ 315998 w 1720640"/>
                    <a:gd name="csY11" fmla="*/ 89644 h 147497"/>
                    <a:gd name="csX12" fmla="*/ 374585 w 1720640"/>
                    <a:gd name="csY12" fmla="*/ 102071 h 147497"/>
                    <a:gd name="csX13" fmla="*/ 437341 w 1720640"/>
                    <a:gd name="csY13" fmla="*/ 113582 h 147497"/>
                    <a:gd name="csX14" fmla="*/ 504925 w 1720640"/>
                    <a:gd name="csY14" fmla="*/ 123972 h 147497"/>
                    <a:gd name="csX15" fmla="*/ 578543 w 1720640"/>
                    <a:gd name="csY15" fmla="*/ 132936 h 147497"/>
                    <a:gd name="csX16" fmla="*/ 658853 w 1720640"/>
                    <a:gd name="csY16" fmla="*/ 140270 h 147497"/>
                    <a:gd name="csX17" fmla="*/ 746185 w 1720640"/>
                    <a:gd name="csY17" fmla="*/ 145465 h 147497"/>
                    <a:gd name="csX18" fmla="*/ 838784 w 1720640"/>
                    <a:gd name="csY18" fmla="*/ 147808 h 147497"/>
                    <a:gd name="csX19" fmla="*/ 860397 w 1720640"/>
                    <a:gd name="csY19" fmla="*/ 147909 h 147497"/>
                    <a:gd name="csX20" fmla="*/ 953764 w 1720640"/>
                    <a:gd name="csY20" fmla="*/ 146280 h 147497"/>
                    <a:gd name="csX21" fmla="*/ 1042522 w 1720640"/>
                    <a:gd name="csY21" fmla="*/ 141696 h 147497"/>
                    <a:gd name="csX22" fmla="*/ 1124478 w 1720640"/>
                    <a:gd name="csY22" fmla="*/ 134769 h 147497"/>
                    <a:gd name="csX23" fmla="*/ 1199522 w 1720640"/>
                    <a:gd name="csY23" fmla="*/ 126111 h 147497"/>
                    <a:gd name="csX24" fmla="*/ 1268423 w 1720640"/>
                    <a:gd name="csY24" fmla="*/ 116026 h 147497"/>
                    <a:gd name="csX25" fmla="*/ 1332166 w 1720640"/>
                    <a:gd name="csY25" fmla="*/ 104719 h 147497"/>
                    <a:gd name="csX26" fmla="*/ 1391631 w 1720640"/>
                    <a:gd name="csY26" fmla="*/ 92598 h 147497"/>
                    <a:gd name="csX27" fmla="*/ 1447475 w 1720640"/>
                    <a:gd name="csY27" fmla="*/ 79661 h 147497"/>
                    <a:gd name="csX28" fmla="*/ 1499919 w 1720640"/>
                    <a:gd name="csY28" fmla="*/ 66419 h 147497"/>
                    <a:gd name="csX29" fmla="*/ 1548522 w 1720640"/>
                    <a:gd name="csY29" fmla="*/ 53279 h 147497"/>
                    <a:gd name="csX30" fmla="*/ 1592626 w 1720640"/>
                    <a:gd name="csY30" fmla="*/ 40647 h 147497"/>
                    <a:gd name="csX31" fmla="*/ 1631136 w 1720640"/>
                    <a:gd name="csY31" fmla="*/ 29035 h 147497"/>
                    <a:gd name="csX32" fmla="*/ 1663282 w 1720640"/>
                    <a:gd name="csY32" fmla="*/ 19053 h 147497"/>
                    <a:gd name="csX33" fmla="*/ 1687968 w 1720640"/>
                    <a:gd name="csY33" fmla="*/ 11209 h 147497"/>
                    <a:gd name="csX34" fmla="*/ 1705083 w 1720640"/>
                    <a:gd name="csY34" fmla="*/ 5606 h 147497"/>
                    <a:gd name="csX35" fmla="*/ 1715287 w 1720640"/>
                    <a:gd name="csY35" fmla="*/ 2245 h 147497"/>
                    <a:gd name="csX36" fmla="*/ 1719785 w 1720640"/>
                    <a:gd name="csY36" fmla="*/ 717 h 147497"/>
                    <a:gd name="csX37" fmla="*/ 1720662 w 1720640"/>
                    <a:gd name="csY37" fmla="*/ 412 h 14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147497">
                      <a:moveTo>
                        <a:pt x="22" y="412"/>
                      </a:moveTo>
                      <a:lnTo>
                        <a:pt x="461" y="615"/>
                      </a:lnTo>
                      <a:lnTo>
                        <a:pt x="3972" y="1736"/>
                      </a:lnTo>
                      <a:lnTo>
                        <a:pt x="12639" y="4690"/>
                      </a:lnTo>
                      <a:lnTo>
                        <a:pt x="28219" y="9681"/>
                      </a:lnTo>
                      <a:lnTo>
                        <a:pt x="51149" y="17117"/>
                      </a:lnTo>
                      <a:lnTo>
                        <a:pt x="81540" y="26590"/>
                      </a:lnTo>
                      <a:lnTo>
                        <a:pt x="118732" y="37897"/>
                      </a:lnTo>
                      <a:lnTo>
                        <a:pt x="161740" y="50324"/>
                      </a:lnTo>
                      <a:lnTo>
                        <a:pt x="209356" y="63465"/>
                      </a:lnTo>
                      <a:lnTo>
                        <a:pt x="260921" y="76707"/>
                      </a:lnTo>
                      <a:lnTo>
                        <a:pt x="315998" y="89644"/>
                      </a:lnTo>
                      <a:lnTo>
                        <a:pt x="374585" y="102071"/>
                      </a:lnTo>
                      <a:lnTo>
                        <a:pt x="437341" y="113582"/>
                      </a:lnTo>
                      <a:lnTo>
                        <a:pt x="504925" y="123972"/>
                      </a:lnTo>
                      <a:lnTo>
                        <a:pt x="578543" y="132936"/>
                      </a:lnTo>
                      <a:lnTo>
                        <a:pt x="658853" y="140270"/>
                      </a:lnTo>
                      <a:lnTo>
                        <a:pt x="746185" y="145465"/>
                      </a:lnTo>
                      <a:lnTo>
                        <a:pt x="838784" y="147808"/>
                      </a:lnTo>
                      <a:lnTo>
                        <a:pt x="860397" y="147909"/>
                      </a:lnTo>
                      <a:lnTo>
                        <a:pt x="953764" y="146280"/>
                      </a:lnTo>
                      <a:lnTo>
                        <a:pt x="1042522" y="141696"/>
                      </a:lnTo>
                      <a:lnTo>
                        <a:pt x="1124478" y="134769"/>
                      </a:lnTo>
                      <a:lnTo>
                        <a:pt x="1199522" y="126111"/>
                      </a:lnTo>
                      <a:lnTo>
                        <a:pt x="1268423" y="116026"/>
                      </a:lnTo>
                      <a:lnTo>
                        <a:pt x="1332166" y="104719"/>
                      </a:lnTo>
                      <a:lnTo>
                        <a:pt x="1391631" y="92598"/>
                      </a:lnTo>
                      <a:lnTo>
                        <a:pt x="1447475" y="79661"/>
                      </a:lnTo>
                      <a:lnTo>
                        <a:pt x="1499919" y="66419"/>
                      </a:lnTo>
                      <a:lnTo>
                        <a:pt x="1548522" y="53279"/>
                      </a:lnTo>
                      <a:lnTo>
                        <a:pt x="1592626" y="40647"/>
                      </a:lnTo>
                      <a:lnTo>
                        <a:pt x="1631136" y="29035"/>
                      </a:lnTo>
                      <a:lnTo>
                        <a:pt x="1663282" y="19053"/>
                      </a:lnTo>
                      <a:lnTo>
                        <a:pt x="1687968" y="11209"/>
                      </a:lnTo>
                      <a:lnTo>
                        <a:pt x="1705083" y="5606"/>
                      </a:lnTo>
                      <a:lnTo>
                        <a:pt x="1715287" y="2245"/>
                      </a:lnTo>
                      <a:lnTo>
                        <a:pt x="1719785" y="717"/>
                      </a:lnTo>
                      <a:lnTo>
                        <a:pt x="1720662" y="412"/>
                      </a:lnTo>
                    </a:path>
                  </a:pathLst>
                </a:custGeom>
                <a:noFill/>
                <a:ln w="8220" cap="rnd">
                  <a:solidFill>
                    <a:srgbClr val="A52A2A"/>
                  </a:solidFill>
                  <a:prstDash val="solid"/>
                  <a:round/>
                </a:ln>
              </p:spPr>
              <p:txBody>
                <a:bodyPr/>
                <a:lstStyle/>
                <a:p>
                  <a:endParaRPr lang="zh-CN" altLang="en-US" sz="2190"/>
                </a:p>
              </p:txBody>
            </p:sp>
            <p:sp>
              <p:nvSpPr>
                <p:cNvPr id="1510" name="任意多边形: 形状 1509"/>
                <p:cNvSpPr/>
                <p:nvPr/>
              </p:nvSpPr>
              <p:spPr>
                <a:xfrm>
                  <a:off x="2095411" y="6201087"/>
                  <a:ext cx="1724041" cy="177038"/>
                </a:xfrm>
                <a:custGeom>
                  <a:avLst/>
                  <a:gdLst>
                    <a:gd name="csX0" fmla="*/ 22 w 1724041"/>
                    <a:gd name="csY0" fmla="*/ 412 h 177038"/>
                    <a:gd name="csX1" fmla="*/ 461 w 1724041"/>
                    <a:gd name="csY1" fmla="*/ 615 h 177038"/>
                    <a:gd name="csX2" fmla="*/ 3972 w 1724041"/>
                    <a:gd name="csY2" fmla="*/ 2041 h 177038"/>
                    <a:gd name="csX3" fmla="*/ 12529 w 1724041"/>
                    <a:gd name="csY3" fmla="*/ 5403 h 177038"/>
                    <a:gd name="csX4" fmla="*/ 27890 w 1724041"/>
                    <a:gd name="csY4" fmla="*/ 11413 h 177038"/>
                    <a:gd name="csX5" fmla="*/ 50600 w 1724041"/>
                    <a:gd name="csY5" fmla="*/ 20173 h 177038"/>
                    <a:gd name="csX6" fmla="*/ 80771 w 1724041"/>
                    <a:gd name="csY6" fmla="*/ 31480 h 177038"/>
                    <a:gd name="csX7" fmla="*/ 117745 w 1724041"/>
                    <a:gd name="csY7" fmla="*/ 44926 h 177038"/>
                    <a:gd name="csX8" fmla="*/ 160424 w 1724041"/>
                    <a:gd name="csY8" fmla="*/ 59696 h 177038"/>
                    <a:gd name="csX9" fmla="*/ 207710 w 1724041"/>
                    <a:gd name="csY9" fmla="*/ 75383 h 177038"/>
                    <a:gd name="csX10" fmla="*/ 259056 w 1724041"/>
                    <a:gd name="csY10" fmla="*/ 91274 h 177038"/>
                    <a:gd name="csX11" fmla="*/ 313803 w 1724041"/>
                    <a:gd name="csY11" fmla="*/ 106757 h 177038"/>
                    <a:gd name="csX12" fmla="*/ 372061 w 1724041"/>
                    <a:gd name="csY12" fmla="*/ 121629 h 177038"/>
                    <a:gd name="csX13" fmla="*/ 434379 w 1724041"/>
                    <a:gd name="csY13" fmla="*/ 135380 h 177038"/>
                    <a:gd name="csX14" fmla="*/ 501414 w 1724041"/>
                    <a:gd name="csY14" fmla="*/ 147909 h 177038"/>
                    <a:gd name="csX15" fmla="*/ 574374 w 1724041"/>
                    <a:gd name="csY15" fmla="*/ 158809 h 177038"/>
                    <a:gd name="csX16" fmla="*/ 654026 w 1724041"/>
                    <a:gd name="csY16" fmla="*/ 167773 h 177038"/>
                    <a:gd name="csX17" fmla="*/ 740590 w 1724041"/>
                    <a:gd name="csY17" fmla="*/ 174088 h 177038"/>
                    <a:gd name="csX18" fmla="*/ 832749 w 1724041"/>
                    <a:gd name="csY18" fmla="*/ 177246 h 177038"/>
                    <a:gd name="csX19" fmla="*/ 861933 w 1724041"/>
                    <a:gd name="csY19" fmla="*/ 177450 h 177038"/>
                    <a:gd name="csX20" fmla="*/ 955190 w 1724041"/>
                    <a:gd name="csY20" fmla="*/ 175413 h 177038"/>
                    <a:gd name="csX21" fmla="*/ 1043619 w 1724041"/>
                    <a:gd name="csY21" fmla="*/ 170014 h 177038"/>
                    <a:gd name="csX22" fmla="*/ 1125466 w 1724041"/>
                    <a:gd name="csY22" fmla="*/ 161865 h 177038"/>
                    <a:gd name="csX23" fmla="*/ 1200510 w 1724041"/>
                    <a:gd name="csY23" fmla="*/ 151475 h 177038"/>
                    <a:gd name="csX24" fmla="*/ 1269300 w 1724041"/>
                    <a:gd name="csY24" fmla="*/ 139455 h 177038"/>
                    <a:gd name="csX25" fmla="*/ 1332934 w 1724041"/>
                    <a:gd name="csY25" fmla="*/ 126009 h 177038"/>
                    <a:gd name="csX26" fmla="*/ 1392399 w 1724041"/>
                    <a:gd name="csY26" fmla="*/ 111442 h 177038"/>
                    <a:gd name="csX27" fmla="*/ 1448243 w 1724041"/>
                    <a:gd name="csY27" fmla="*/ 96163 h 177038"/>
                    <a:gd name="csX28" fmla="*/ 1500687 w 1724041"/>
                    <a:gd name="csY28" fmla="*/ 80374 h 177038"/>
                    <a:gd name="csX29" fmla="*/ 1549290 w 1724041"/>
                    <a:gd name="csY29" fmla="*/ 64585 h 177038"/>
                    <a:gd name="csX30" fmla="*/ 1593504 w 1724041"/>
                    <a:gd name="csY30" fmla="*/ 49408 h 177038"/>
                    <a:gd name="csX31" fmla="*/ 1632343 w 1724041"/>
                    <a:gd name="csY31" fmla="*/ 35452 h 177038"/>
                    <a:gd name="csX32" fmla="*/ 1664708 w 1724041"/>
                    <a:gd name="csY32" fmla="*/ 23433 h 177038"/>
                    <a:gd name="csX33" fmla="*/ 1689833 w 1724041"/>
                    <a:gd name="csY33" fmla="*/ 13857 h 177038"/>
                    <a:gd name="csX34" fmla="*/ 1707387 w 1724041"/>
                    <a:gd name="csY34" fmla="*/ 7033 h 177038"/>
                    <a:gd name="csX35" fmla="*/ 1718029 w 1724041"/>
                    <a:gd name="csY35" fmla="*/ 2856 h 177038"/>
                    <a:gd name="csX36" fmla="*/ 1722857 w 1724041"/>
                    <a:gd name="csY36" fmla="*/ 921 h 177038"/>
                    <a:gd name="csX37" fmla="*/ 1723954 w 1724041"/>
                    <a:gd name="csY37" fmla="*/ 412 h 177038"/>
                    <a:gd name="csX38" fmla="*/ 1724064 w 1724041"/>
                    <a:gd name="csY38" fmla="*/ 412 h 17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177038">
                      <a:moveTo>
                        <a:pt x="22" y="412"/>
                      </a:moveTo>
                      <a:lnTo>
                        <a:pt x="461" y="615"/>
                      </a:lnTo>
                      <a:lnTo>
                        <a:pt x="3972" y="2041"/>
                      </a:lnTo>
                      <a:lnTo>
                        <a:pt x="12529" y="5403"/>
                      </a:lnTo>
                      <a:lnTo>
                        <a:pt x="27890" y="11413"/>
                      </a:lnTo>
                      <a:lnTo>
                        <a:pt x="50600" y="20173"/>
                      </a:lnTo>
                      <a:lnTo>
                        <a:pt x="80771" y="31480"/>
                      </a:lnTo>
                      <a:lnTo>
                        <a:pt x="117745" y="44926"/>
                      </a:lnTo>
                      <a:lnTo>
                        <a:pt x="160424" y="59696"/>
                      </a:lnTo>
                      <a:lnTo>
                        <a:pt x="207710" y="75383"/>
                      </a:lnTo>
                      <a:lnTo>
                        <a:pt x="259056" y="91274"/>
                      </a:lnTo>
                      <a:lnTo>
                        <a:pt x="313803" y="106757"/>
                      </a:lnTo>
                      <a:lnTo>
                        <a:pt x="372061" y="121629"/>
                      </a:lnTo>
                      <a:lnTo>
                        <a:pt x="434379" y="135380"/>
                      </a:lnTo>
                      <a:lnTo>
                        <a:pt x="501414" y="147909"/>
                      </a:lnTo>
                      <a:lnTo>
                        <a:pt x="574374" y="158809"/>
                      </a:lnTo>
                      <a:lnTo>
                        <a:pt x="654026" y="167773"/>
                      </a:lnTo>
                      <a:lnTo>
                        <a:pt x="740590" y="174088"/>
                      </a:lnTo>
                      <a:lnTo>
                        <a:pt x="832749" y="177246"/>
                      </a:lnTo>
                      <a:lnTo>
                        <a:pt x="861933" y="177450"/>
                      </a:lnTo>
                      <a:lnTo>
                        <a:pt x="955190" y="175413"/>
                      </a:lnTo>
                      <a:lnTo>
                        <a:pt x="1043619" y="170014"/>
                      </a:lnTo>
                      <a:lnTo>
                        <a:pt x="1125466" y="161865"/>
                      </a:lnTo>
                      <a:lnTo>
                        <a:pt x="1200510" y="151475"/>
                      </a:lnTo>
                      <a:lnTo>
                        <a:pt x="1269300" y="139455"/>
                      </a:lnTo>
                      <a:lnTo>
                        <a:pt x="1332934" y="126009"/>
                      </a:lnTo>
                      <a:lnTo>
                        <a:pt x="1392399" y="111442"/>
                      </a:lnTo>
                      <a:lnTo>
                        <a:pt x="1448243" y="96163"/>
                      </a:lnTo>
                      <a:lnTo>
                        <a:pt x="1500687" y="80374"/>
                      </a:lnTo>
                      <a:lnTo>
                        <a:pt x="1549290" y="64585"/>
                      </a:lnTo>
                      <a:lnTo>
                        <a:pt x="1593504" y="49408"/>
                      </a:lnTo>
                      <a:lnTo>
                        <a:pt x="1632343" y="35452"/>
                      </a:lnTo>
                      <a:lnTo>
                        <a:pt x="1664708" y="23433"/>
                      </a:lnTo>
                      <a:lnTo>
                        <a:pt x="1689833" y="13857"/>
                      </a:lnTo>
                      <a:lnTo>
                        <a:pt x="1707387" y="7033"/>
                      </a:lnTo>
                      <a:lnTo>
                        <a:pt x="1718029" y="2856"/>
                      </a:lnTo>
                      <a:lnTo>
                        <a:pt x="1722857" y="921"/>
                      </a:lnTo>
                      <a:lnTo>
                        <a:pt x="1723954" y="412"/>
                      </a:lnTo>
                      <a:lnTo>
                        <a:pt x="1724064" y="412"/>
                      </a:lnTo>
                    </a:path>
                  </a:pathLst>
                </a:custGeom>
                <a:noFill/>
                <a:ln w="7124" cap="rnd">
                  <a:solidFill>
                    <a:srgbClr val="A52A2A"/>
                  </a:solidFill>
                  <a:prstDash val="solid"/>
                  <a:round/>
                </a:ln>
              </p:spPr>
              <p:txBody>
                <a:bodyPr/>
                <a:lstStyle/>
                <a:p>
                  <a:endParaRPr lang="zh-CN" altLang="en-US" sz="2190"/>
                </a:p>
              </p:txBody>
            </p:sp>
            <p:sp>
              <p:nvSpPr>
                <p:cNvPr id="1511" name="任意多边形: 形状 1510"/>
                <p:cNvSpPr/>
                <p:nvPr/>
              </p:nvSpPr>
              <p:spPr>
                <a:xfrm>
                  <a:off x="2178903" y="6201087"/>
                  <a:ext cx="1480038" cy="206578"/>
                </a:xfrm>
                <a:custGeom>
                  <a:avLst/>
                  <a:gdLst>
                    <a:gd name="csX0" fmla="*/ 22 w 1480038"/>
                    <a:gd name="csY0" fmla="*/ 412 h 206578"/>
                    <a:gd name="csX1" fmla="*/ 571 w 1480038"/>
                    <a:gd name="csY1" fmla="*/ 717 h 206578"/>
                    <a:gd name="csX2" fmla="*/ 4081 w 1480038"/>
                    <a:gd name="csY2" fmla="*/ 2653 h 206578"/>
                    <a:gd name="csX3" fmla="*/ 12968 w 1480038"/>
                    <a:gd name="csY3" fmla="*/ 7440 h 206578"/>
                    <a:gd name="csX4" fmla="*/ 28657 w 1480038"/>
                    <a:gd name="csY4" fmla="*/ 15793 h 206578"/>
                    <a:gd name="csX5" fmla="*/ 51697 w 1480038"/>
                    <a:gd name="csY5" fmla="*/ 27711 h 206578"/>
                    <a:gd name="csX6" fmla="*/ 81869 w 1480038"/>
                    <a:gd name="csY6" fmla="*/ 42888 h 206578"/>
                    <a:gd name="csX7" fmla="*/ 118184 w 1480038"/>
                    <a:gd name="csY7" fmla="*/ 60511 h 206578"/>
                    <a:gd name="csX8" fmla="*/ 159656 w 1480038"/>
                    <a:gd name="csY8" fmla="*/ 79661 h 206578"/>
                    <a:gd name="csX9" fmla="*/ 205297 w 1480038"/>
                    <a:gd name="csY9" fmla="*/ 99321 h 206578"/>
                    <a:gd name="csX10" fmla="*/ 254448 w 1480038"/>
                    <a:gd name="csY10" fmla="*/ 118878 h 206578"/>
                    <a:gd name="csX11" fmla="*/ 307001 w 1480038"/>
                    <a:gd name="csY11" fmla="*/ 137723 h 206578"/>
                    <a:gd name="csX12" fmla="*/ 363284 w 1480038"/>
                    <a:gd name="csY12" fmla="*/ 155244 h 206578"/>
                    <a:gd name="csX13" fmla="*/ 424285 w 1480038"/>
                    <a:gd name="csY13" fmla="*/ 171032 h 206578"/>
                    <a:gd name="csX14" fmla="*/ 490772 w 1480038"/>
                    <a:gd name="csY14" fmla="*/ 184784 h 206578"/>
                    <a:gd name="csX15" fmla="*/ 563841 w 1480038"/>
                    <a:gd name="csY15" fmla="*/ 195887 h 206578"/>
                    <a:gd name="csX16" fmla="*/ 643713 w 1480038"/>
                    <a:gd name="csY16" fmla="*/ 203629 h 206578"/>
                    <a:gd name="csX17" fmla="*/ 728741 w 1480038"/>
                    <a:gd name="csY17" fmla="*/ 206888 h 206578"/>
                    <a:gd name="csX18" fmla="*/ 740041 w 1480038"/>
                    <a:gd name="csY18" fmla="*/ 206990 h 206578"/>
                    <a:gd name="csX19" fmla="*/ 825398 w 1480038"/>
                    <a:gd name="csY19" fmla="*/ 204342 h 206578"/>
                    <a:gd name="csX20" fmla="*/ 906038 w 1480038"/>
                    <a:gd name="csY20" fmla="*/ 197109 h 206578"/>
                    <a:gd name="csX21" fmla="*/ 979985 w 1480038"/>
                    <a:gd name="csY21" fmla="*/ 186414 h 206578"/>
                    <a:gd name="csX22" fmla="*/ 1047349 w 1480038"/>
                    <a:gd name="csY22" fmla="*/ 172968 h 206578"/>
                    <a:gd name="csX23" fmla="*/ 1109008 w 1480038"/>
                    <a:gd name="csY23" fmla="*/ 157383 h 206578"/>
                    <a:gd name="csX24" fmla="*/ 1165840 w 1480038"/>
                    <a:gd name="csY24" fmla="*/ 140066 h 206578"/>
                    <a:gd name="csX25" fmla="*/ 1218942 w 1480038"/>
                    <a:gd name="csY25" fmla="*/ 121425 h 206578"/>
                    <a:gd name="csX26" fmla="*/ 1268532 w 1480038"/>
                    <a:gd name="csY26" fmla="*/ 101969 h 206578"/>
                    <a:gd name="csX27" fmla="*/ 1314612 w 1480038"/>
                    <a:gd name="csY27" fmla="*/ 82208 h 206578"/>
                    <a:gd name="csX28" fmla="*/ 1356742 w 1480038"/>
                    <a:gd name="csY28" fmla="*/ 62956 h 206578"/>
                    <a:gd name="csX29" fmla="*/ 1393825 w 1480038"/>
                    <a:gd name="csY29" fmla="*/ 45028 h 206578"/>
                    <a:gd name="csX30" fmla="*/ 1424765 w 1480038"/>
                    <a:gd name="csY30" fmla="*/ 29544 h 206578"/>
                    <a:gd name="csX31" fmla="*/ 1448792 w 1480038"/>
                    <a:gd name="csY31" fmla="*/ 17117 h 206578"/>
                    <a:gd name="csX32" fmla="*/ 1465468 w 1480038"/>
                    <a:gd name="csY32" fmla="*/ 8357 h 206578"/>
                    <a:gd name="csX33" fmla="*/ 1475123 w 1480038"/>
                    <a:gd name="csY33" fmla="*/ 3162 h 206578"/>
                    <a:gd name="csX34" fmla="*/ 1479292 w 1480038"/>
                    <a:gd name="csY34" fmla="*/ 819 h 206578"/>
                    <a:gd name="csX35" fmla="*/ 1480060 w 1480038"/>
                    <a:gd name="csY35"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480038" h="206578">
                      <a:moveTo>
                        <a:pt x="22" y="412"/>
                      </a:moveTo>
                      <a:lnTo>
                        <a:pt x="571" y="717"/>
                      </a:lnTo>
                      <a:lnTo>
                        <a:pt x="4081" y="2653"/>
                      </a:lnTo>
                      <a:lnTo>
                        <a:pt x="12968" y="7440"/>
                      </a:lnTo>
                      <a:lnTo>
                        <a:pt x="28657" y="15793"/>
                      </a:lnTo>
                      <a:lnTo>
                        <a:pt x="51697" y="27711"/>
                      </a:lnTo>
                      <a:lnTo>
                        <a:pt x="81869" y="42888"/>
                      </a:lnTo>
                      <a:lnTo>
                        <a:pt x="118184" y="60511"/>
                      </a:lnTo>
                      <a:lnTo>
                        <a:pt x="159656" y="79661"/>
                      </a:lnTo>
                      <a:lnTo>
                        <a:pt x="205297" y="99321"/>
                      </a:lnTo>
                      <a:lnTo>
                        <a:pt x="254448" y="118878"/>
                      </a:lnTo>
                      <a:lnTo>
                        <a:pt x="307001" y="137723"/>
                      </a:lnTo>
                      <a:lnTo>
                        <a:pt x="363284" y="155244"/>
                      </a:lnTo>
                      <a:lnTo>
                        <a:pt x="424285" y="171032"/>
                      </a:lnTo>
                      <a:lnTo>
                        <a:pt x="490772" y="184784"/>
                      </a:lnTo>
                      <a:lnTo>
                        <a:pt x="563841" y="195887"/>
                      </a:lnTo>
                      <a:lnTo>
                        <a:pt x="643713" y="203629"/>
                      </a:lnTo>
                      <a:lnTo>
                        <a:pt x="728741" y="206888"/>
                      </a:lnTo>
                      <a:lnTo>
                        <a:pt x="740041" y="206990"/>
                      </a:lnTo>
                      <a:lnTo>
                        <a:pt x="825398" y="204342"/>
                      </a:lnTo>
                      <a:lnTo>
                        <a:pt x="906038" y="197109"/>
                      </a:lnTo>
                      <a:lnTo>
                        <a:pt x="979985" y="186414"/>
                      </a:lnTo>
                      <a:lnTo>
                        <a:pt x="1047349" y="172968"/>
                      </a:lnTo>
                      <a:lnTo>
                        <a:pt x="1109008" y="157383"/>
                      </a:lnTo>
                      <a:lnTo>
                        <a:pt x="1165840" y="140066"/>
                      </a:lnTo>
                      <a:lnTo>
                        <a:pt x="1218942" y="121425"/>
                      </a:lnTo>
                      <a:lnTo>
                        <a:pt x="1268532" y="101969"/>
                      </a:lnTo>
                      <a:lnTo>
                        <a:pt x="1314612" y="82208"/>
                      </a:lnTo>
                      <a:lnTo>
                        <a:pt x="1356742" y="62956"/>
                      </a:lnTo>
                      <a:lnTo>
                        <a:pt x="1393825" y="45028"/>
                      </a:lnTo>
                      <a:lnTo>
                        <a:pt x="1424765" y="29544"/>
                      </a:lnTo>
                      <a:lnTo>
                        <a:pt x="1448792" y="17117"/>
                      </a:lnTo>
                      <a:lnTo>
                        <a:pt x="1465468" y="8357"/>
                      </a:lnTo>
                      <a:lnTo>
                        <a:pt x="1475123" y="3162"/>
                      </a:lnTo>
                      <a:lnTo>
                        <a:pt x="1479292" y="819"/>
                      </a:lnTo>
                      <a:lnTo>
                        <a:pt x="1480060" y="412"/>
                      </a:lnTo>
                    </a:path>
                  </a:pathLst>
                </a:custGeom>
                <a:noFill/>
                <a:ln w="8220" cap="rnd">
                  <a:solidFill>
                    <a:srgbClr val="A52A2A"/>
                  </a:solidFill>
                  <a:prstDash val="solid"/>
                  <a:round/>
                </a:ln>
              </p:spPr>
              <p:txBody>
                <a:bodyPr/>
                <a:lstStyle/>
                <a:p>
                  <a:endParaRPr lang="zh-CN" altLang="en-US" sz="2190"/>
                </a:p>
              </p:txBody>
            </p:sp>
            <p:sp>
              <p:nvSpPr>
                <p:cNvPr id="1512" name="任意多边形: 形状 1511"/>
                <p:cNvSpPr/>
                <p:nvPr/>
              </p:nvSpPr>
              <p:spPr>
                <a:xfrm>
                  <a:off x="2178903" y="6201087"/>
                  <a:ext cx="1641207" cy="236017"/>
                </a:xfrm>
                <a:custGeom>
                  <a:avLst/>
                  <a:gdLst>
                    <a:gd name="csX0" fmla="*/ 22 w 1641207"/>
                    <a:gd name="csY0" fmla="*/ 412 h 236017"/>
                    <a:gd name="csX1" fmla="*/ 461 w 1641207"/>
                    <a:gd name="csY1" fmla="*/ 717 h 236017"/>
                    <a:gd name="csX2" fmla="*/ 3862 w 1641207"/>
                    <a:gd name="csY2" fmla="*/ 2653 h 236017"/>
                    <a:gd name="csX3" fmla="*/ 12420 w 1641207"/>
                    <a:gd name="csY3" fmla="*/ 7338 h 236017"/>
                    <a:gd name="csX4" fmla="*/ 27560 w 1641207"/>
                    <a:gd name="csY4" fmla="*/ 15691 h 236017"/>
                    <a:gd name="csX5" fmla="*/ 49942 w 1641207"/>
                    <a:gd name="csY5" fmla="*/ 27711 h 236017"/>
                    <a:gd name="csX6" fmla="*/ 79565 w 1641207"/>
                    <a:gd name="csY6" fmla="*/ 43194 h 236017"/>
                    <a:gd name="csX7" fmla="*/ 115770 w 1641207"/>
                    <a:gd name="csY7" fmla="*/ 61529 h 236017"/>
                    <a:gd name="csX8" fmla="*/ 157461 w 1641207"/>
                    <a:gd name="csY8" fmla="*/ 81800 h 236017"/>
                    <a:gd name="csX9" fmla="*/ 203651 w 1641207"/>
                    <a:gd name="csY9" fmla="*/ 102988 h 236017"/>
                    <a:gd name="csX10" fmla="*/ 253571 w 1641207"/>
                    <a:gd name="csY10" fmla="*/ 124379 h 236017"/>
                    <a:gd name="csX11" fmla="*/ 306891 w 1641207"/>
                    <a:gd name="csY11" fmla="*/ 145261 h 236017"/>
                    <a:gd name="csX12" fmla="*/ 363723 w 1641207"/>
                    <a:gd name="csY12" fmla="*/ 165124 h 236017"/>
                    <a:gd name="csX13" fmla="*/ 424505 w 1641207"/>
                    <a:gd name="csY13" fmla="*/ 183562 h 236017"/>
                    <a:gd name="csX14" fmla="*/ 490223 w 1641207"/>
                    <a:gd name="csY14" fmla="*/ 200063 h 236017"/>
                    <a:gd name="csX15" fmla="*/ 561866 w 1641207"/>
                    <a:gd name="csY15" fmla="*/ 214324 h 236017"/>
                    <a:gd name="csX16" fmla="*/ 640202 w 1641207"/>
                    <a:gd name="csY16" fmla="*/ 225733 h 236017"/>
                    <a:gd name="csX17" fmla="*/ 725120 w 1641207"/>
                    <a:gd name="csY17" fmla="*/ 233373 h 236017"/>
                    <a:gd name="csX18" fmla="*/ 814866 w 1641207"/>
                    <a:gd name="csY18" fmla="*/ 236429 h 236017"/>
                    <a:gd name="csX19" fmla="*/ 820571 w 1641207"/>
                    <a:gd name="csY19" fmla="*/ 236429 h 236017"/>
                    <a:gd name="csX20" fmla="*/ 910427 w 1641207"/>
                    <a:gd name="csY20" fmla="*/ 233780 h 236017"/>
                    <a:gd name="csX21" fmla="*/ 995784 w 1641207"/>
                    <a:gd name="csY21" fmla="*/ 226242 h 236017"/>
                    <a:gd name="csX22" fmla="*/ 1074449 w 1641207"/>
                    <a:gd name="csY22" fmla="*/ 215139 h 236017"/>
                    <a:gd name="csX23" fmla="*/ 1146531 w 1641207"/>
                    <a:gd name="csY23" fmla="*/ 200980 h 236017"/>
                    <a:gd name="csX24" fmla="*/ 1212578 w 1641207"/>
                    <a:gd name="csY24" fmla="*/ 184580 h 236017"/>
                    <a:gd name="csX25" fmla="*/ 1273799 w 1641207"/>
                    <a:gd name="csY25" fmla="*/ 166347 h 236017"/>
                    <a:gd name="csX26" fmla="*/ 1330849 w 1641207"/>
                    <a:gd name="csY26" fmla="*/ 146585 h 236017"/>
                    <a:gd name="csX27" fmla="*/ 1384390 w 1641207"/>
                    <a:gd name="csY27" fmla="*/ 125703 h 236017"/>
                    <a:gd name="csX28" fmla="*/ 1434529 w 1641207"/>
                    <a:gd name="csY28" fmla="*/ 104312 h 236017"/>
                    <a:gd name="csX29" fmla="*/ 1480938 w 1641207"/>
                    <a:gd name="csY29" fmla="*/ 83124 h 236017"/>
                    <a:gd name="csX30" fmla="*/ 1522958 w 1641207"/>
                    <a:gd name="csY30" fmla="*/ 62752 h 236017"/>
                    <a:gd name="csX31" fmla="*/ 1559493 w 1641207"/>
                    <a:gd name="csY31" fmla="*/ 44315 h 236017"/>
                    <a:gd name="csX32" fmla="*/ 1589555 w 1641207"/>
                    <a:gd name="csY32" fmla="*/ 28628 h 236017"/>
                    <a:gd name="csX33" fmla="*/ 1612375 w 1641207"/>
                    <a:gd name="csY33" fmla="*/ 16302 h 236017"/>
                    <a:gd name="csX34" fmla="*/ 1627954 w 1641207"/>
                    <a:gd name="csY34" fmla="*/ 7746 h 236017"/>
                    <a:gd name="csX35" fmla="*/ 1636951 w 1641207"/>
                    <a:gd name="csY35" fmla="*/ 2856 h 236017"/>
                    <a:gd name="csX36" fmla="*/ 1640571 w 1641207"/>
                    <a:gd name="csY36" fmla="*/ 717 h 236017"/>
                    <a:gd name="csX37" fmla="*/ 1641230 w 1641207"/>
                    <a:gd name="csY37" fmla="*/ 412 h 2360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641207" h="236017">
                      <a:moveTo>
                        <a:pt x="22" y="412"/>
                      </a:moveTo>
                      <a:lnTo>
                        <a:pt x="461" y="717"/>
                      </a:lnTo>
                      <a:lnTo>
                        <a:pt x="3862" y="2653"/>
                      </a:lnTo>
                      <a:lnTo>
                        <a:pt x="12420" y="7338"/>
                      </a:lnTo>
                      <a:lnTo>
                        <a:pt x="27560" y="15691"/>
                      </a:lnTo>
                      <a:lnTo>
                        <a:pt x="49942" y="27711"/>
                      </a:lnTo>
                      <a:lnTo>
                        <a:pt x="79565" y="43194"/>
                      </a:lnTo>
                      <a:lnTo>
                        <a:pt x="115770" y="61529"/>
                      </a:lnTo>
                      <a:lnTo>
                        <a:pt x="157461" y="81800"/>
                      </a:lnTo>
                      <a:lnTo>
                        <a:pt x="203651" y="102988"/>
                      </a:lnTo>
                      <a:lnTo>
                        <a:pt x="253571" y="124379"/>
                      </a:lnTo>
                      <a:lnTo>
                        <a:pt x="306891" y="145261"/>
                      </a:lnTo>
                      <a:lnTo>
                        <a:pt x="363723" y="165124"/>
                      </a:lnTo>
                      <a:lnTo>
                        <a:pt x="424505" y="183562"/>
                      </a:lnTo>
                      <a:lnTo>
                        <a:pt x="490223" y="200063"/>
                      </a:lnTo>
                      <a:lnTo>
                        <a:pt x="561866" y="214324"/>
                      </a:lnTo>
                      <a:lnTo>
                        <a:pt x="640202" y="225733"/>
                      </a:lnTo>
                      <a:lnTo>
                        <a:pt x="725120" y="233373"/>
                      </a:lnTo>
                      <a:lnTo>
                        <a:pt x="814866" y="236429"/>
                      </a:lnTo>
                      <a:lnTo>
                        <a:pt x="820571" y="236429"/>
                      </a:lnTo>
                      <a:lnTo>
                        <a:pt x="910427" y="233780"/>
                      </a:lnTo>
                      <a:lnTo>
                        <a:pt x="995784" y="226242"/>
                      </a:lnTo>
                      <a:lnTo>
                        <a:pt x="1074449" y="215139"/>
                      </a:lnTo>
                      <a:lnTo>
                        <a:pt x="1146531" y="200980"/>
                      </a:lnTo>
                      <a:lnTo>
                        <a:pt x="1212578" y="184580"/>
                      </a:lnTo>
                      <a:lnTo>
                        <a:pt x="1273799" y="166347"/>
                      </a:lnTo>
                      <a:lnTo>
                        <a:pt x="1330849" y="146585"/>
                      </a:lnTo>
                      <a:lnTo>
                        <a:pt x="1384390" y="125703"/>
                      </a:lnTo>
                      <a:lnTo>
                        <a:pt x="1434529" y="104312"/>
                      </a:lnTo>
                      <a:lnTo>
                        <a:pt x="1480938" y="83124"/>
                      </a:lnTo>
                      <a:lnTo>
                        <a:pt x="1522958" y="62752"/>
                      </a:lnTo>
                      <a:lnTo>
                        <a:pt x="1559493" y="44315"/>
                      </a:lnTo>
                      <a:lnTo>
                        <a:pt x="1589555" y="28628"/>
                      </a:lnTo>
                      <a:lnTo>
                        <a:pt x="1612375" y="16302"/>
                      </a:lnTo>
                      <a:lnTo>
                        <a:pt x="1627954" y="7746"/>
                      </a:lnTo>
                      <a:lnTo>
                        <a:pt x="1636951" y="2856"/>
                      </a:lnTo>
                      <a:lnTo>
                        <a:pt x="1640571" y="717"/>
                      </a:lnTo>
                      <a:lnTo>
                        <a:pt x="1641230" y="412"/>
                      </a:lnTo>
                    </a:path>
                  </a:pathLst>
                </a:custGeom>
                <a:noFill/>
                <a:ln w="8220" cap="rnd">
                  <a:solidFill>
                    <a:srgbClr val="A52A2A"/>
                  </a:solidFill>
                  <a:prstDash val="solid"/>
                  <a:round/>
                </a:ln>
              </p:spPr>
              <p:txBody>
                <a:bodyPr/>
                <a:lstStyle/>
                <a:p>
                  <a:endParaRPr lang="zh-CN" altLang="en-US" sz="2190"/>
                </a:p>
              </p:txBody>
            </p:sp>
            <p:sp>
              <p:nvSpPr>
                <p:cNvPr id="1513" name="任意多边形: 形状 1512"/>
                <p:cNvSpPr/>
                <p:nvPr/>
              </p:nvSpPr>
              <p:spPr>
                <a:xfrm>
                  <a:off x="2249997" y="6201087"/>
                  <a:ext cx="1408285" cy="265557"/>
                </a:xfrm>
                <a:custGeom>
                  <a:avLst/>
                  <a:gdLst>
                    <a:gd name="csX0" fmla="*/ 22 w 1408285"/>
                    <a:gd name="csY0" fmla="*/ 412 h 265557"/>
                    <a:gd name="csX1" fmla="*/ 571 w 1408285"/>
                    <a:gd name="csY1" fmla="*/ 819 h 265557"/>
                    <a:gd name="csX2" fmla="*/ 4082 w 1408285"/>
                    <a:gd name="csY2" fmla="*/ 3365 h 265557"/>
                    <a:gd name="csX3" fmla="*/ 12749 w 1408285"/>
                    <a:gd name="csY3" fmla="*/ 9681 h 265557"/>
                    <a:gd name="csX4" fmla="*/ 27999 w 1408285"/>
                    <a:gd name="csY4" fmla="*/ 20580 h 265557"/>
                    <a:gd name="csX5" fmla="*/ 50381 w 1408285"/>
                    <a:gd name="csY5" fmla="*/ 36267 h 265557"/>
                    <a:gd name="csX6" fmla="*/ 79565 w 1408285"/>
                    <a:gd name="csY6" fmla="*/ 56131 h 265557"/>
                    <a:gd name="csX7" fmla="*/ 114673 w 1408285"/>
                    <a:gd name="csY7" fmla="*/ 79050 h 265557"/>
                    <a:gd name="csX8" fmla="*/ 154719 w 1408285"/>
                    <a:gd name="csY8" fmla="*/ 103904 h 265557"/>
                    <a:gd name="csX9" fmla="*/ 198824 w 1408285"/>
                    <a:gd name="csY9" fmla="*/ 129574 h 265557"/>
                    <a:gd name="csX10" fmla="*/ 246220 w 1408285"/>
                    <a:gd name="csY10" fmla="*/ 154836 h 265557"/>
                    <a:gd name="csX11" fmla="*/ 296908 w 1408285"/>
                    <a:gd name="csY11" fmla="*/ 179080 h 265557"/>
                    <a:gd name="csX12" fmla="*/ 351326 w 1408285"/>
                    <a:gd name="csY12" fmla="*/ 201591 h 265557"/>
                    <a:gd name="csX13" fmla="*/ 410352 w 1408285"/>
                    <a:gd name="csY13" fmla="*/ 221862 h 265557"/>
                    <a:gd name="csX14" fmla="*/ 474863 w 1408285"/>
                    <a:gd name="csY14" fmla="*/ 239383 h 265557"/>
                    <a:gd name="csX15" fmla="*/ 545738 w 1408285"/>
                    <a:gd name="csY15" fmla="*/ 253236 h 265557"/>
                    <a:gd name="csX16" fmla="*/ 623086 w 1408285"/>
                    <a:gd name="csY16" fmla="*/ 262607 h 265557"/>
                    <a:gd name="csX17" fmla="*/ 704165 w 1408285"/>
                    <a:gd name="csY17" fmla="*/ 265969 h 265557"/>
                    <a:gd name="csX18" fmla="*/ 786011 w 1408285"/>
                    <a:gd name="csY18" fmla="*/ 262506 h 265557"/>
                    <a:gd name="csX19" fmla="*/ 863359 w 1408285"/>
                    <a:gd name="csY19" fmla="*/ 253134 h 265557"/>
                    <a:gd name="csX20" fmla="*/ 934235 w 1408285"/>
                    <a:gd name="csY20" fmla="*/ 239179 h 265557"/>
                    <a:gd name="csX21" fmla="*/ 998636 w 1408285"/>
                    <a:gd name="csY21" fmla="*/ 221659 h 265557"/>
                    <a:gd name="csX22" fmla="*/ 1057553 w 1408285"/>
                    <a:gd name="csY22" fmla="*/ 201388 h 265557"/>
                    <a:gd name="csX23" fmla="*/ 1111971 w 1408285"/>
                    <a:gd name="csY23" fmla="*/ 178774 h 265557"/>
                    <a:gd name="csX24" fmla="*/ 1162659 w 1408285"/>
                    <a:gd name="csY24" fmla="*/ 154632 h 265557"/>
                    <a:gd name="csX25" fmla="*/ 1210055 w 1408285"/>
                    <a:gd name="csY25" fmla="*/ 129268 h 265557"/>
                    <a:gd name="csX26" fmla="*/ 1254050 w 1408285"/>
                    <a:gd name="csY26" fmla="*/ 103701 h 265557"/>
                    <a:gd name="csX27" fmla="*/ 1293986 w 1408285"/>
                    <a:gd name="csY27" fmla="*/ 78744 h 265557"/>
                    <a:gd name="csX28" fmla="*/ 1329094 w 1408285"/>
                    <a:gd name="csY28" fmla="*/ 55825 h 265557"/>
                    <a:gd name="csX29" fmla="*/ 1358278 w 1408285"/>
                    <a:gd name="csY29" fmla="*/ 36064 h 265557"/>
                    <a:gd name="csX30" fmla="*/ 1380550 w 1408285"/>
                    <a:gd name="csY30" fmla="*/ 20479 h 265557"/>
                    <a:gd name="csX31" fmla="*/ 1395691 w 1408285"/>
                    <a:gd name="csY31" fmla="*/ 9579 h 265557"/>
                    <a:gd name="csX32" fmla="*/ 1404248 w 1408285"/>
                    <a:gd name="csY32" fmla="*/ 3365 h 265557"/>
                    <a:gd name="csX33" fmla="*/ 1407759 w 1408285"/>
                    <a:gd name="csY33" fmla="*/ 819 h 265557"/>
                    <a:gd name="csX34" fmla="*/ 1408308 w 1408285"/>
                    <a:gd name="csY34" fmla="*/ 412 h 265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08285" h="265557">
                      <a:moveTo>
                        <a:pt x="22" y="412"/>
                      </a:moveTo>
                      <a:lnTo>
                        <a:pt x="571" y="819"/>
                      </a:lnTo>
                      <a:lnTo>
                        <a:pt x="4082" y="3365"/>
                      </a:lnTo>
                      <a:lnTo>
                        <a:pt x="12749" y="9681"/>
                      </a:lnTo>
                      <a:lnTo>
                        <a:pt x="27999" y="20580"/>
                      </a:lnTo>
                      <a:lnTo>
                        <a:pt x="50381" y="36267"/>
                      </a:lnTo>
                      <a:lnTo>
                        <a:pt x="79565" y="56131"/>
                      </a:lnTo>
                      <a:lnTo>
                        <a:pt x="114673" y="79050"/>
                      </a:lnTo>
                      <a:lnTo>
                        <a:pt x="154719" y="103904"/>
                      </a:lnTo>
                      <a:lnTo>
                        <a:pt x="198824" y="129574"/>
                      </a:lnTo>
                      <a:lnTo>
                        <a:pt x="246220" y="154836"/>
                      </a:lnTo>
                      <a:lnTo>
                        <a:pt x="296908" y="179080"/>
                      </a:lnTo>
                      <a:lnTo>
                        <a:pt x="351326" y="201591"/>
                      </a:lnTo>
                      <a:lnTo>
                        <a:pt x="410352" y="221862"/>
                      </a:lnTo>
                      <a:lnTo>
                        <a:pt x="474863" y="239383"/>
                      </a:lnTo>
                      <a:lnTo>
                        <a:pt x="545738" y="253236"/>
                      </a:lnTo>
                      <a:lnTo>
                        <a:pt x="623086" y="262607"/>
                      </a:lnTo>
                      <a:lnTo>
                        <a:pt x="704165" y="265969"/>
                      </a:lnTo>
                      <a:lnTo>
                        <a:pt x="786011" y="262506"/>
                      </a:lnTo>
                      <a:lnTo>
                        <a:pt x="863359" y="253134"/>
                      </a:lnTo>
                      <a:lnTo>
                        <a:pt x="934235" y="239179"/>
                      </a:lnTo>
                      <a:lnTo>
                        <a:pt x="998636" y="221659"/>
                      </a:lnTo>
                      <a:lnTo>
                        <a:pt x="1057553" y="201388"/>
                      </a:lnTo>
                      <a:lnTo>
                        <a:pt x="1111971" y="178774"/>
                      </a:lnTo>
                      <a:lnTo>
                        <a:pt x="1162659" y="154632"/>
                      </a:lnTo>
                      <a:lnTo>
                        <a:pt x="1210055" y="129268"/>
                      </a:lnTo>
                      <a:lnTo>
                        <a:pt x="1254050" y="103701"/>
                      </a:lnTo>
                      <a:lnTo>
                        <a:pt x="1293986" y="78744"/>
                      </a:lnTo>
                      <a:lnTo>
                        <a:pt x="1329094" y="55825"/>
                      </a:lnTo>
                      <a:lnTo>
                        <a:pt x="1358278" y="36064"/>
                      </a:lnTo>
                      <a:lnTo>
                        <a:pt x="1380550" y="20479"/>
                      </a:lnTo>
                      <a:lnTo>
                        <a:pt x="1395691" y="9579"/>
                      </a:lnTo>
                      <a:lnTo>
                        <a:pt x="1404248" y="3365"/>
                      </a:lnTo>
                      <a:lnTo>
                        <a:pt x="1407759" y="819"/>
                      </a:lnTo>
                      <a:lnTo>
                        <a:pt x="1408308" y="412"/>
                      </a:lnTo>
                    </a:path>
                  </a:pathLst>
                </a:custGeom>
                <a:noFill/>
                <a:ln w="8220" cap="rnd">
                  <a:solidFill>
                    <a:srgbClr val="A52A2A"/>
                  </a:solidFill>
                  <a:prstDash val="solid"/>
                  <a:round/>
                </a:ln>
              </p:spPr>
              <p:txBody>
                <a:bodyPr/>
                <a:lstStyle/>
                <a:p>
                  <a:endParaRPr lang="zh-CN" altLang="en-US" sz="2190"/>
                </a:p>
              </p:txBody>
            </p:sp>
            <p:sp>
              <p:nvSpPr>
                <p:cNvPr id="1514" name="任意多边形: 形状 1513"/>
                <p:cNvSpPr/>
                <p:nvPr/>
              </p:nvSpPr>
              <p:spPr>
                <a:xfrm>
                  <a:off x="2534814" y="6201087"/>
                  <a:ext cx="1284637" cy="295097"/>
                </a:xfrm>
                <a:custGeom>
                  <a:avLst/>
                  <a:gdLst>
                    <a:gd name="csX0" fmla="*/ 22 w 1284637"/>
                    <a:gd name="csY0" fmla="*/ 412 h 295097"/>
                    <a:gd name="csX1" fmla="*/ 461 w 1284637"/>
                    <a:gd name="csY1" fmla="*/ 921 h 295097"/>
                    <a:gd name="csX2" fmla="*/ 3972 w 1284637"/>
                    <a:gd name="csY2" fmla="*/ 3977 h 295097"/>
                    <a:gd name="csX3" fmla="*/ 12530 w 1284637"/>
                    <a:gd name="csY3" fmla="*/ 11616 h 295097"/>
                    <a:gd name="csX4" fmla="*/ 27560 w 1284637"/>
                    <a:gd name="csY4" fmla="*/ 24655 h 295097"/>
                    <a:gd name="csX5" fmla="*/ 49393 w 1284637"/>
                    <a:gd name="csY5" fmla="*/ 43296 h 295097"/>
                    <a:gd name="csX6" fmla="*/ 77809 w 1284637"/>
                    <a:gd name="csY6" fmla="*/ 66623 h 295097"/>
                    <a:gd name="csX7" fmla="*/ 111820 w 1284637"/>
                    <a:gd name="csY7" fmla="*/ 93413 h 295097"/>
                    <a:gd name="csX8" fmla="*/ 150330 w 1284637"/>
                    <a:gd name="csY8" fmla="*/ 122240 h 295097"/>
                    <a:gd name="csX9" fmla="*/ 192570 w 1284637"/>
                    <a:gd name="csY9" fmla="*/ 151475 h 295097"/>
                    <a:gd name="csX10" fmla="*/ 237991 w 1284637"/>
                    <a:gd name="csY10" fmla="*/ 180200 h 295097"/>
                    <a:gd name="csX11" fmla="*/ 286704 w 1284637"/>
                    <a:gd name="csY11" fmla="*/ 207398 h 295097"/>
                    <a:gd name="csX12" fmla="*/ 339147 w 1284637"/>
                    <a:gd name="csY12" fmla="*/ 232354 h 295097"/>
                    <a:gd name="csX13" fmla="*/ 396418 w 1284637"/>
                    <a:gd name="csY13" fmla="*/ 254357 h 295097"/>
                    <a:gd name="csX14" fmla="*/ 459393 w 1284637"/>
                    <a:gd name="csY14" fmla="*/ 272896 h 295097"/>
                    <a:gd name="csX15" fmla="*/ 528623 w 1284637"/>
                    <a:gd name="csY15" fmla="*/ 286749 h 295097"/>
                    <a:gd name="csX16" fmla="*/ 603667 w 1284637"/>
                    <a:gd name="csY16" fmla="*/ 294491 h 295097"/>
                    <a:gd name="csX17" fmla="*/ 642286 w 1284637"/>
                    <a:gd name="csY17" fmla="*/ 295509 h 295097"/>
                    <a:gd name="csX18" fmla="*/ 719195 w 1284637"/>
                    <a:gd name="csY18" fmla="*/ 291435 h 295097"/>
                    <a:gd name="csX19" fmla="*/ 791497 w 1284637"/>
                    <a:gd name="csY19" fmla="*/ 280434 h 295097"/>
                    <a:gd name="csX20" fmla="*/ 857654 w 1284637"/>
                    <a:gd name="csY20" fmla="*/ 264135 h 295097"/>
                    <a:gd name="csX21" fmla="*/ 917558 w 1284637"/>
                    <a:gd name="csY21" fmla="*/ 243661 h 295097"/>
                    <a:gd name="csX22" fmla="*/ 972305 w 1284637"/>
                    <a:gd name="csY22" fmla="*/ 220130 h 295097"/>
                    <a:gd name="csX23" fmla="*/ 1022773 w 1284637"/>
                    <a:gd name="csY23" fmla="*/ 193952 h 295097"/>
                    <a:gd name="csX24" fmla="*/ 1069841 w 1284637"/>
                    <a:gd name="csY24" fmla="*/ 165939 h 295097"/>
                    <a:gd name="csX25" fmla="*/ 1113616 w 1284637"/>
                    <a:gd name="csY25" fmla="*/ 136806 h 295097"/>
                    <a:gd name="csX26" fmla="*/ 1154101 w 1284637"/>
                    <a:gd name="csY26" fmla="*/ 107572 h 295097"/>
                    <a:gd name="csX27" fmla="*/ 1190416 w 1284637"/>
                    <a:gd name="csY27" fmla="*/ 79661 h 295097"/>
                    <a:gd name="csX28" fmla="*/ 1221794 w 1284637"/>
                    <a:gd name="csY28" fmla="*/ 54399 h 295097"/>
                    <a:gd name="csX29" fmla="*/ 1247028 w 1284637"/>
                    <a:gd name="csY29" fmla="*/ 33211 h 295097"/>
                    <a:gd name="csX30" fmla="*/ 1265460 w 1284637"/>
                    <a:gd name="csY30" fmla="*/ 17423 h 295097"/>
                    <a:gd name="csX31" fmla="*/ 1277090 w 1284637"/>
                    <a:gd name="csY31" fmla="*/ 7134 h 295097"/>
                    <a:gd name="csX32" fmla="*/ 1282905 w 1284637"/>
                    <a:gd name="csY32" fmla="*/ 1939 h 295097"/>
                    <a:gd name="csX33" fmla="*/ 1284550 w 1284637"/>
                    <a:gd name="csY33" fmla="*/ 513 h 295097"/>
                    <a:gd name="csX34" fmla="*/ 1284660 w 1284637"/>
                    <a:gd name="csY34" fmla="*/ 412 h 2950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84637" h="295097">
                      <a:moveTo>
                        <a:pt x="22" y="412"/>
                      </a:moveTo>
                      <a:lnTo>
                        <a:pt x="461" y="921"/>
                      </a:lnTo>
                      <a:lnTo>
                        <a:pt x="3972" y="3977"/>
                      </a:lnTo>
                      <a:lnTo>
                        <a:pt x="12530" y="11616"/>
                      </a:lnTo>
                      <a:lnTo>
                        <a:pt x="27560" y="24655"/>
                      </a:lnTo>
                      <a:lnTo>
                        <a:pt x="49393" y="43296"/>
                      </a:lnTo>
                      <a:lnTo>
                        <a:pt x="77809" y="66623"/>
                      </a:lnTo>
                      <a:lnTo>
                        <a:pt x="111820" y="93413"/>
                      </a:lnTo>
                      <a:lnTo>
                        <a:pt x="150330" y="122240"/>
                      </a:lnTo>
                      <a:lnTo>
                        <a:pt x="192570" y="151475"/>
                      </a:lnTo>
                      <a:lnTo>
                        <a:pt x="237991" y="180200"/>
                      </a:lnTo>
                      <a:lnTo>
                        <a:pt x="286704" y="207398"/>
                      </a:lnTo>
                      <a:lnTo>
                        <a:pt x="339147" y="232354"/>
                      </a:lnTo>
                      <a:lnTo>
                        <a:pt x="396418" y="254357"/>
                      </a:lnTo>
                      <a:lnTo>
                        <a:pt x="459393" y="272896"/>
                      </a:lnTo>
                      <a:lnTo>
                        <a:pt x="528623" y="286749"/>
                      </a:lnTo>
                      <a:lnTo>
                        <a:pt x="603667" y="294491"/>
                      </a:lnTo>
                      <a:lnTo>
                        <a:pt x="642286" y="295509"/>
                      </a:lnTo>
                      <a:lnTo>
                        <a:pt x="719195" y="291435"/>
                      </a:lnTo>
                      <a:lnTo>
                        <a:pt x="791497" y="280434"/>
                      </a:lnTo>
                      <a:lnTo>
                        <a:pt x="857654" y="264135"/>
                      </a:lnTo>
                      <a:lnTo>
                        <a:pt x="917558" y="243661"/>
                      </a:lnTo>
                      <a:lnTo>
                        <a:pt x="972305" y="220130"/>
                      </a:lnTo>
                      <a:lnTo>
                        <a:pt x="1022773" y="193952"/>
                      </a:lnTo>
                      <a:lnTo>
                        <a:pt x="1069841" y="165939"/>
                      </a:lnTo>
                      <a:lnTo>
                        <a:pt x="1113616" y="136806"/>
                      </a:lnTo>
                      <a:lnTo>
                        <a:pt x="1154101" y="107572"/>
                      </a:lnTo>
                      <a:lnTo>
                        <a:pt x="1190416" y="79661"/>
                      </a:lnTo>
                      <a:lnTo>
                        <a:pt x="1221794" y="54399"/>
                      </a:lnTo>
                      <a:lnTo>
                        <a:pt x="1247028" y="33211"/>
                      </a:lnTo>
                      <a:lnTo>
                        <a:pt x="1265460" y="17423"/>
                      </a:lnTo>
                      <a:lnTo>
                        <a:pt x="1277090" y="7134"/>
                      </a:lnTo>
                      <a:lnTo>
                        <a:pt x="1282905" y="1939"/>
                      </a:lnTo>
                      <a:lnTo>
                        <a:pt x="1284550" y="513"/>
                      </a:lnTo>
                      <a:lnTo>
                        <a:pt x="1284660" y="412"/>
                      </a:lnTo>
                    </a:path>
                  </a:pathLst>
                </a:custGeom>
                <a:noFill/>
                <a:ln w="7891" cap="rnd">
                  <a:solidFill>
                    <a:srgbClr val="A52A2A"/>
                  </a:solidFill>
                  <a:prstDash val="solid"/>
                  <a:round/>
                </a:ln>
              </p:spPr>
              <p:txBody>
                <a:bodyPr/>
                <a:lstStyle/>
                <a:p>
                  <a:endParaRPr lang="zh-CN" altLang="en-US" sz="2190"/>
                </a:p>
              </p:txBody>
            </p:sp>
            <p:sp>
              <p:nvSpPr>
                <p:cNvPr id="1515" name="任意多边形: 形状 1514"/>
                <p:cNvSpPr/>
                <p:nvPr/>
              </p:nvSpPr>
              <p:spPr>
                <a:xfrm>
                  <a:off x="3610447" y="6201087"/>
                  <a:ext cx="47835" cy="324536"/>
                </a:xfrm>
                <a:custGeom>
                  <a:avLst/>
                  <a:gdLst>
                    <a:gd name="csX0" fmla="*/ 22 w 47835"/>
                    <a:gd name="csY0" fmla="*/ 412 h 324536"/>
                    <a:gd name="csX1" fmla="*/ 132 w 47835"/>
                    <a:gd name="csY1" fmla="*/ 1939 h 324536"/>
                    <a:gd name="csX2" fmla="*/ 461 w 47835"/>
                    <a:gd name="csY2" fmla="*/ 11209 h 324536"/>
                    <a:gd name="csX3" fmla="*/ 1229 w 47835"/>
                    <a:gd name="csY3" fmla="*/ 32397 h 324536"/>
                    <a:gd name="csX4" fmla="*/ 2655 w 47835"/>
                    <a:gd name="csY4" fmla="*/ 65604 h 324536"/>
                    <a:gd name="csX5" fmla="*/ 4411 w 47835"/>
                    <a:gd name="csY5" fmla="*/ 107368 h 324536"/>
                    <a:gd name="csX6" fmla="*/ 6495 w 47835"/>
                    <a:gd name="csY6" fmla="*/ 153104 h 324536"/>
                    <a:gd name="csX7" fmla="*/ 8909 w 47835"/>
                    <a:gd name="csY7" fmla="*/ 198536 h 324536"/>
                    <a:gd name="csX8" fmla="*/ 11542 w 47835"/>
                    <a:gd name="csY8" fmla="*/ 240503 h 324536"/>
                    <a:gd name="csX9" fmla="*/ 14504 w 47835"/>
                    <a:gd name="csY9" fmla="*/ 276868 h 324536"/>
                    <a:gd name="csX10" fmla="*/ 17796 w 47835"/>
                    <a:gd name="csY10" fmla="*/ 305288 h 324536"/>
                    <a:gd name="csX11" fmla="*/ 21636 w 47835"/>
                    <a:gd name="csY11" fmla="*/ 322299 h 324536"/>
                    <a:gd name="csX12" fmla="*/ 23830 w 47835"/>
                    <a:gd name="csY12" fmla="*/ 324948 h 324536"/>
                    <a:gd name="csX13" fmla="*/ 27889 w 47835"/>
                    <a:gd name="csY13" fmla="*/ 316188 h 324536"/>
                    <a:gd name="csX14" fmla="*/ 31510 w 47835"/>
                    <a:gd name="csY14" fmla="*/ 293268 h 324536"/>
                    <a:gd name="csX15" fmla="*/ 34692 w 47835"/>
                    <a:gd name="csY15" fmla="*/ 260774 h 324536"/>
                    <a:gd name="csX16" fmla="*/ 37544 w 47835"/>
                    <a:gd name="csY16" fmla="*/ 221557 h 324536"/>
                    <a:gd name="csX17" fmla="*/ 40068 w 47835"/>
                    <a:gd name="csY17" fmla="*/ 177755 h 324536"/>
                    <a:gd name="csX18" fmla="*/ 42372 w 47835"/>
                    <a:gd name="csY18" fmla="*/ 131713 h 324536"/>
                    <a:gd name="csX19" fmla="*/ 44346 w 47835"/>
                    <a:gd name="csY19" fmla="*/ 87199 h 324536"/>
                    <a:gd name="csX20" fmla="*/ 45882 w 47835"/>
                    <a:gd name="csY20" fmla="*/ 48898 h 324536"/>
                    <a:gd name="csX21" fmla="*/ 46980 w 47835"/>
                    <a:gd name="csY21" fmla="*/ 20988 h 324536"/>
                    <a:gd name="csX22" fmla="*/ 47638 w 47835"/>
                    <a:gd name="csY22" fmla="*/ 5606 h 324536"/>
                    <a:gd name="csX23" fmla="*/ 47747 w 47835"/>
                    <a:gd name="csY23" fmla="*/ 615 h 324536"/>
                    <a:gd name="csX24" fmla="*/ 47857 w 47835"/>
                    <a:gd name="csY24" fmla="*/ 412 h 3245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7835" h="324536">
                      <a:moveTo>
                        <a:pt x="22" y="412"/>
                      </a:moveTo>
                      <a:lnTo>
                        <a:pt x="132" y="1939"/>
                      </a:lnTo>
                      <a:lnTo>
                        <a:pt x="461" y="11209"/>
                      </a:lnTo>
                      <a:lnTo>
                        <a:pt x="1229" y="32397"/>
                      </a:lnTo>
                      <a:lnTo>
                        <a:pt x="2655" y="65604"/>
                      </a:lnTo>
                      <a:lnTo>
                        <a:pt x="4411" y="107368"/>
                      </a:lnTo>
                      <a:lnTo>
                        <a:pt x="6495" y="153104"/>
                      </a:lnTo>
                      <a:lnTo>
                        <a:pt x="8909" y="198536"/>
                      </a:lnTo>
                      <a:lnTo>
                        <a:pt x="11542" y="240503"/>
                      </a:lnTo>
                      <a:lnTo>
                        <a:pt x="14504" y="276868"/>
                      </a:lnTo>
                      <a:lnTo>
                        <a:pt x="17796" y="305288"/>
                      </a:lnTo>
                      <a:lnTo>
                        <a:pt x="21636" y="322299"/>
                      </a:lnTo>
                      <a:lnTo>
                        <a:pt x="23830" y="324948"/>
                      </a:lnTo>
                      <a:lnTo>
                        <a:pt x="27889" y="316188"/>
                      </a:lnTo>
                      <a:lnTo>
                        <a:pt x="31510" y="293268"/>
                      </a:lnTo>
                      <a:lnTo>
                        <a:pt x="34692" y="260774"/>
                      </a:lnTo>
                      <a:lnTo>
                        <a:pt x="37544" y="221557"/>
                      </a:lnTo>
                      <a:lnTo>
                        <a:pt x="40068" y="177755"/>
                      </a:lnTo>
                      <a:lnTo>
                        <a:pt x="42372" y="131713"/>
                      </a:lnTo>
                      <a:lnTo>
                        <a:pt x="44346" y="87199"/>
                      </a:lnTo>
                      <a:lnTo>
                        <a:pt x="45882" y="48898"/>
                      </a:lnTo>
                      <a:lnTo>
                        <a:pt x="46980" y="20988"/>
                      </a:lnTo>
                      <a:lnTo>
                        <a:pt x="47638" y="5606"/>
                      </a:lnTo>
                      <a:lnTo>
                        <a:pt x="47747" y="615"/>
                      </a:lnTo>
                      <a:lnTo>
                        <a:pt x="47857" y="412"/>
                      </a:lnTo>
                    </a:path>
                  </a:pathLst>
                </a:custGeom>
                <a:noFill/>
                <a:ln w="8220" cap="rnd">
                  <a:solidFill>
                    <a:srgbClr val="A52A2A"/>
                  </a:solidFill>
                  <a:prstDash val="solid"/>
                  <a:round/>
                </a:ln>
              </p:spPr>
              <p:txBody>
                <a:bodyPr/>
                <a:lstStyle/>
                <a:p>
                  <a:endParaRPr lang="zh-CN" altLang="en-US" sz="2190"/>
                </a:p>
              </p:txBody>
            </p:sp>
            <p:sp>
              <p:nvSpPr>
                <p:cNvPr id="1517" name="任意多边形: 形状 1516"/>
                <p:cNvSpPr/>
                <p:nvPr/>
              </p:nvSpPr>
              <p:spPr>
                <a:xfrm>
                  <a:off x="3654113" y="6201087"/>
                  <a:ext cx="165338" cy="354076"/>
                </a:xfrm>
                <a:custGeom>
                  <a:avLst/>
                  <a:gdLst>
                    <a:gd name="csX0" fmla="*/ 22 w 165338"/>
                    <a:gd name="csY0" fmla="*/ 412 h 354076"/>
                    <a:gd name="csX1" fmla="*/ 132 w 165338"/>
                    <a:gd name="csY1" fmla="*/ 1838 h 354076"/>
                    <a:gd name="csX2" fmla="*/ 1229 w 165338"/>
                    <a:gd name="csY2" fmla="*/ 10598 h 354076"/>
                    <a:gd name="csX3" fmla="*/ 3752 w 165338"/>
                    <a:gd name="csY3" fmla="*/ 30767 h 354076"/>
                    <a:gd name="csX4" fmla="*/ 7812 w 165338"/>
                    <a:gd name="csY4" fmla="*/ 62956 h 354076"/>
                    <a:gd name="csX5" fmla="*/ 13407 w 165338"/>
                    <a:gd name="csY5" fmla="*/ 104516 h 354076"/>
                    <a:gd name="csX6" fmla="*/ 19990 w 165338"/>
                    <a:gd name="csY6" fmla="*/ 151169 h 354076"/>
                    <a:gd name="csX7" fmla="*/ 27560 w 165338"/>
                    <a:gd name="csY7" fmla="*/ 198637 h 354076"/>
                    <a:gd name="csX8" fmla="*/ 35899 w 165338"/>
                    <a:gd name="csY8" fmla="*/ 243763 h 354076"/>
                    <a:gd name="csX9" fmla="*/ 45005 w 165338"/>
                    <a:gd name="csY9" fmla="*/ 284203 h 354076"/>
                    <a:gd name="csX10" fmla="*/ 55428 w 165338"/>
                    <a:gd name="csY10" fmla="*/ 318021 h 354076"/>
                    <a:gd name="csX11" fmla="*/ 67167 w 165338"/>
                    <a:gd name="csY11" fmla="*/ 342672 h 354076"/>
                    <a:gd name="csX12" fmla="*/ 80333 w 165338"/>
                    <a:gd name="csY12" fmla="*/ 354183 h 354076"/>
                    <a:gd name="csX13" fmla="*/ 82637 w 165338"/>
                    <a:gd name="csY13" fmla="*/ 354488 h 354076"/>
                    <a:gd name="csX14" fmla="*/ 95912 w 165338"/>
                    <a:gd name="csY14" fmla="*/ 345830 h 354076"/>
                    <a:gd name="csX15" fmla="*/ 107980 w 165338"/>
                    <a:gd name="csY15" fmla="*/ 323114 h 354076"/>
                    <a:gd name="csX16" fmla="*/ 118513 w 165338"/>
                    <a:gd name="csY16" fmla="*/ 290620 h 354076"/>
                    <a:gd name="csX17" fmla="*/ 127948 w 165338"/>
                    <a:gd name="csY17" fmla="*/ 251199 h 354076"/>
                    <a:gd name="csX18" fmla="*/ 136397 w 165338"/>
                    <a:gd name="csY18" fmla="*/ 206685 h 354076"/>
                    <a:gd name="csX19" fmla="*/ 143967 w 165338"/>
                    <a:gd name="csY19" fmla="*/ 159522 h 354076"/>
                    <a:gd name="csX20" fmla="*/ 150879 w 165338"/>
                    <a:gd name="csY20" fmla="*/ 112461 h 354076"/>
                    <a:gd name="csX21" fmla="*/ 156584 w 165338"/>
                    <a:gd name="csY21" fmla="*/ 69679 h 354076"/>
                    <a:gd name="csX22" fmla="*/ 160972 w 165338"/>
                    <a:gd name="csY22" fmla="*/ 35554 h 354076"/>
                    <a:gd name="csX23" fmla="*/ 163825 w 165338"/>
                    <a:gd name="csY23" fmla="*/ 13144 h 354076"/>
                    <a:gd name="csX24" fmla="*/ 165032 w 165338"/>
                    <a:gd name="csY24" fmla="*/ 2653 h 354076"/>
                    <a:gd name="csX25" fmla="*/ 165361 w 165338"/>
                    <a:gd name="csY25" fmla="*/ 412 h 3540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65338" h="354076">
                      <a:moveTo>
                        <a:pt x="22" y="412"/>
                      </a:moveTo>
                      <a:lnTo>
                        <a:pt x="132" y="1838"/>
                      </a:lnTo>
                      <a:lnTo>
                        <a:pt x="1229" y="10598"/>
                      </a:lnTo>
                      <a:lnTo>
                        <a:pt x="3752" y="30767"/>
                      </a:lnTo>
                      <a:lnTo>
                        <a:pt x="7812" y="62956"/>
                      </a:lnTo>
                      <a:lnTo>
                        <a:pt x="13407" y="104516"/>
                      </a:lnTo>
                      <a:lnTo>
                        <a:pt x="19990" y="151169"/>
                      </a:lnTo>
                      <a:lnTo>
                        <a:pt x="27560" y="198637"/>
                      </a:lnTo>
                      <a:lnTo>
                        <a:pt x="35899" y="243763"/>
                      </a:lnTo>
                      <a:lnTo>
                        <a:pt x="45005" y="284203"/>
                      </a:lnTo>
                      <a:lnTo>
                        <a:pt x="55428" y="318021"/>
                      </a:lnTo>
                      <a:lnTo>
                        <a:pt x="67167" y="342672"/>
                      </a:lnTo>
                      <a:lnTo>
                        <a:pt x="80333" y="354183"/>
                      </a:lnTo>
                      <a:lnTo>
                        <a:pt x="82637" y="354488"/>
                      </a:lnTo>
                      <a:lnTo>
                        <a:pt x="95912" y="345830"/>
                      </a:lnTo>
                      <a:lnTo>
                        <a:pt x="107980" y="323114"/>
                      </a:lnTo>
                      <a:lnTo>
                        <a:pt x="118513" y="290620"/>
                      </a:lnTo>
                      <a:lnTo>
                        <a:pt x="127948" y="251199"/>
                      </a:lnTo>
                      <a:lnTo>
                        <a:pt x="136397" y="206685"/>
                      </a:lnTo>
                      <a:lnTo>
                        <a:pt x="143967" y="159522"/>
                      </a:lnTo>
                      <a:lnTo>
                        <a:pt x="150879" y="112461"/>
                      </a:lnTo>
                      <a:lnTo>
                        <a:pt x="156584" y="69679"/>
                      </a:lnTo>
                      <a:lnTo>
                        <a:pt x="160972" y="35554"/>
                      </a:lnTo>
                      <a:lnTo>
                        <a:pt x="163825" y="13144"/>
                      </a:lnTo>
                      <a:lnTo>
                        <a:pt x="165032" y="2653"/>
                      </a:lnTo>
                      <a:lnTo>
                        <a:pt x="165361" y="412"/>
                      </a:lnTo>
                    </a:path>
                  </a:pathLst>
                </a:custGeom>
                <a:noFill/>
                <a:ln w="8220" cap="rnd">
                  <a:solidFill>
                    <a:srgbClr val="A52A2A"/>
                  </a:solidFill>
                  <a:prstDash val="solid"/>
                  <a:round/>
                </a:ln>
              </p:spPr>
              <p:txBody>
                <a:bodyPr/>
                <a:lstStyle/>
                <a:p>
                  <a:endParaRPr lang="zh-CN" altLang="en-US" sz="2190"/>
                </a:p>
              </p:txBody>
            </p:sp>
            <p:sp>
              <p:nvSpPr>
                <p:cNvPr id="1518" name="任意多边形: 形状 1517"/>
                <p:cNvSpPr/>
                <p:nvPr/>
              </p:nvSpPr>
              <p:spPr>
                <a:xfrm>
                  <a:off x="3664317" y="6201087"/>
                  <a:ext cx="151733" cy="383616"/>
                </a:xfrm>
                <a:custGeom>
                  <a:avLst/>
                  <a:gdLst>
                    <a:gd name="csX0" fmla="*/ 22 w 151733"/>
                    <a:gd name="csY0" fmla="*/ 412 h 383616"/>
                    <a:gd name="csX1" fmla="*/ 132 w 151733"/>
                    <a:gd name="csY1" fmla="*/ 1736 h 383616"/>
                    <a:gd name="csX2" fmla="*/ 1010 w 151733"/>
                    <a:gd name="csY2" fmla="*/ 10292 h 383616"/>
                    <a:gd name="csX3" fmla="*/ 3094 w 151733"/>
                    <a:gd name="csY3" fmla="*/ 30257 h 383616"/>
                    <a:gd name="csX4" fmla="*/ 6605 w 151733"/>
                    <a:gd name="csY4" fmla="*/ 62446 h 383616"/>
                    <a:gd name="csX5" fmla="*/ 11323 w 151733"/>
                    <a:gd name="csY5" fmla="*/ 104516 h 383616"/>
                    <a:gd name="csX6" fmla="*/ 17028 w 151733"/>
                    <a:gd name="csY6" fmla="*/ 152595 h 383616"/>
                    <a:gd name="csX7" fmla="*/ 23501 w 151733"/>
                    <a:gd name="csY7" fmla="*/ 202304 h 383616"/>
                    <a:gd name="csX8" fmla="*/ 30632 w 151733"/>
                    <a:gd name="csY8" fmla="*/ 250282 h 383616"/>
                    <a:gd name="csX9" fmla="*/ 38531 w 151733"/>
                    <a:gd name="csY9" fmla="*/ 294287 h 383616"/>
                    <a:gd name="csX10" fmla="*/ 47309 w 151733"/>
                    <a:gd name="csY10" fmla="*/ 332180 h 383616"/>
                    <a:gd name="csX11" fmla="*/ 57183 w 151733"/>
                    <a:gd name="csY11" fmla="*/ 362026 h 383616"/>
                    <a:gd name="csX12" fmla="*/ 68374 w 151733"/>
                    <a:gd name="csY12" fmla="*/ 380362 h 383616"/>
                    <a:gd name="csX13" fmla="*/ 75944 w 151733"/>
                    <a:gd name="csY13" fmla="*/ 384028 h 383616"/>
                    <a:gd name="csX14" fmla="*/ 87683 w 151733"/>
                    <a:gd name="csY14" fmla="*/ 375268 h 383616"/>
                    <a:gd name="csX15" fmla="*/ 98435 w 151733"/>
                    <a:gd name="csY15" fmla="*/ 352145 h 383616"/>
                    <a:gd name="csX16" fmla="*/ 107871 w 151733"/>
                    <a:gd name="csY16" fmla="*/ 319040 h 383616"/>
                    <a:gd name="csX17" fmla="*/ 116318 w 151733"/>
                    <a:gd name="csY17" fmla="*/ 278600 h 383616"/>
                    <a:gd name="csX18" fmla="*/ 123889 w 151733"/>
                    <a:gd name="csY18" fmla="*/ 232965 h 383616"/>
                    <a:gd name="csX19" fmla="*/ 130801 w 151733"/>
                    <a:gd name="csY19" fmla="*/ 183969 h 383616"/>
                    <a:gd name="csX20" fmla="*/ 137055 w 151733"/>
                    <a:gd name="csY20" fmla="*/ 134463 h 383616"/>
                    <a:gd name="csX21" fmla="*/ 142430 w 151733"/>
                    <a:gd name="csY21" fmla="*/ 88116 h 383616"/>
                    <a:gd name="csX22" fmla="*/ 146709 w 151733"/>
                    <a:gd name="csY22" fmla="*/ 49204 h 383616"/>
                    <a:gd name="csX23" fmla="*/ 149672 w 151733"/>
                    <a:gd name="csY23" fmla="*/ 21497 h 383616"/>
                    <a:gd name="csX24" fmla="*/ 151208 w 151733"/>
                    <a:gd name="csY24" fmla="*/ 6014 h 383616"/>
                    <a:gd name="csX25" fmla="*/ 151756 w 151733"/>
                    <a:gd name="csY25" fmla="*/ 717 h 383616"/>
                    <a:gd name="csX26" fmla="*/ 151756 w 151733"/>
                    <a:gd name="csY26" fmla="*/ 412 h 3836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51733" h="383616">
                      <a:moveTo>
                        <a:pt x="22" y="412"/>
                      </a:moveTo>
                      <a:lnTo>
                        <a:pt x="132" y="1736"/>
                      </a:lnTo>
                      <a:lnTo>
                        <a:pt x="1010" y="10292"/>
                      </a:lnTo>
                      <a:lnTo>
                        <a:pt x="3094" y="30257"/>
                      </a:lnTo>
                      <a:lnTo>
                        <a:pt x="6605" y="62446"/>
                      </a:lnTo>
                      <a:lnTo>
                        <a:pt x="11323" y="104516"/>
                      </a:lnTo>
                      <a:lnTo>
                        <a:pt x="17028" y="152595"/>
                      </a:lnTo>
                      <a:lnTo>
                        <a:pt x="23501" y="202304"/>
                      </a:lnTo>
                      <a:lnTo>
                        <a:pt x="30632" y="250282"/>
                      </a:lnTo>
                      <a:lnTo>
                        <a:pt x="38531" y="294287"/>
                      </a:lnTo>
                      <a:lnTo>
                        <a:pt x="47309" y="332180"/>
                      </a:lnTo>
                      <a:lnTo>
                        <a:pt x="57183" y="362026"/>
                      </a:lnTo>
                      <a:lnTo>
                        <a:pt x="68374" y="380362"/>
                      </a:lnTo>
                      <a:lnTo>
                        <a:pt x="75944" y="384028"/>
                      </a:lnTo>
                      <a:lnTo>
                        <a:pt x="87683" y="375268"/>
                      </a:lnTo>
                      <a:lnTo>
                        <a:pt x="98435" y="352145"/>
                      </a:lnTo>
                      <a:lnTo>
                        <a:pt x="107871" y="319040"/>
                      </a:lnTo>
                      <a:lnTo>
                        <a:pt x="116318" y="278600"/>
                      </a:lnTo>
                      <a:lnTo>
                        <a:pt x="123889" y="232965"/>
                      </a:lnTo>
                      <a:lnTo>
                        <a:pt x="130801" y="183969"/>
                      </a:lnTo>
                      <a:lnTo>
                        <a:pt x="137055" y="134463"/>
                      </a:lnTo>
                      <a:lnTo>
                        <a:pt x="142430" y="88116"/>
                      </a:lnTo>
                      <a:lnTo>
                        <a:pt x="146709" y="49204"/>
                      </a:lnTo>
                      <a:lnTo>
                        <a:pt x="149672" y="21497"/>
                      </a:lnTo>
                      <a:lnTo>
                        <a:pt x="151208" y="6014"/>
                      </a:lnTo>
                      <a:lnTo>
                        <a:pt x="151756" y="717"/>
                      </a:lnTo>
                      <a:lnTo>
                        <a:pt x="151756" y="412"/>
                      </a:lnTo>
                    </a:path>
                  </a:pathLst>
                </a:custGeom>
                <a:noFill/>
                <a:ln w="8220" cap="rnd">
                  <a:solidFill>
                    <a:srgbClr val="A52A2A"/>
                  </a:solidFill>
                  <a:prstDash val="solid"/>
                  <a:round/>
                </a:ln>
              </p:spPr>
              <p:txBody>
                <a:bodyPr/>
                <a:lstStyle/>
                <a:p>
                  <a:endParaRPr lang="zh-CN" altLang="en-US" sz="2190"/>
                </a:p>
              </p:txBody>
            </p:sp>
            <p:sp>
              <p:nvSpPr>
                <p:cNvPr id="1519" name="任意多边形: 形状 1518"/>
                <p:cNvSpPr/>
                <p:nvPr/>
              </p:nvSpPr>
              <p:spPr>
                <a:xfrm>
                  <a:off x="3664317" y="6201087"/>
                  <a:ext cx="155135" cy="413157"/>
                </a:xfrm>
                <a:custGeom>
                  <a:avLst/>
                  <a:gdLst>
                    <a:gd name="csX0" fmla="*/ 22 w 155135"/>
                    <a:gd name="csY0" fmla="*/ 412 h 413157"/>
                    <a:gd name="csX1" fmla="*/ 132 w 155135"/>
                    <a:gd name="csY1" fmla="*/ 1736 h 413157"/>
                    <a:gd name="csX2" fmla="*/ 900 w 155135"/>
                    <a:gd name="csY2" fmla="*/ 10088 h 413157"/>
                    <a:gd name="csX3" fmla="*/ 2875 w 155135"/>
                    <a:gd name="csY3" fmla="*/ 29646 h 413157"/>
                    <a:gd name="csX4" fmla="*/ 6056 w 155135"/>
                    <a:gd name="csY4" fmla="*/ 61529 h 413157"/>
                    <a:gd name="csX5" fmla="*/ 10555 w 155135"/>
                    <a:gd name="csY5" fmla="*/ 103904 h 413157"/>
                    <a:gd name="csX6" fmla="*/ 16040 w 155135"/>
                    <a:gd name="csY6" fmla="*/ 152901 h 413157"/>
                    <a:gd name="csX7" fmla="*/ 22294 w 155135"/>
                    <a:gd name="csY7" fmla="*/ 204545 h 413157"/>
                    <a:gd name="csX8" fmla="*/ 29206 w 155135"/>
                    <a:gd name="csY8" fmla="*/ 255171 h 413157"/>
                    <a:gd name="csX9" fmla="*/ 36667 w 155135"/>
                    <a:gd name="csY9" fmla="*/ 302334 h 413157"/>
                    <a:gd name="csX10" fmla="*/ 45005 w 155135"/>
                    <a:gd name="csY10" fmla="*/ 344098 h 413157"/>
                    <a:gd name="csX11" fmla="*/ 54330 w 155135"/>
                    <a:gd name="csY11" fmla="*/ 378528 h 413157"/>
                    <a:gd name="csX12" fmla="*/ 64863 w 155135"/>
                    <a:gd name="csY12" fmla="*/ 402975 h 413157"/>
                    <a:gd name="csX13" fmla="*/ 76383 w 155135"/>
                    <a:gd name="csY13" fmla="*/ 413467 h 413157"/>
                    <a:gd name="csX14" fmla="*/ 77480 w 155135"/>
                    <a:gd name="csY14" fmla="*/ 413569 h 413157"/>
                    <a:gd name="csX15" fmla="*/ 89110 w 155135"/>
                    <a:gd name="csY15" fmla="*/ 404707 h 413157"/>
                    <a:gd name="csX16" fmla="*/ 99752 w 155135"/>
                    <a:gd name="csY16" fmla="*/ 381380 h 413157"/>
                    <a:gd name="csX17" fmla="*/ 109187 w 155135"/>
                    <a:gd name="csY17" fmla="*/ 347765 h 413157"/>
                    <a:gd name="csX18" fmla="*/ 117635 w 155135"/>
                    <a:gd name="csY18" fmla="*/ 306612 h 413157"/>
                    <a:gd name="csX19" fmla="*/ 125205 w 155135"/>
                    <a:gd name="csY19" fmla="*/ 259857 h 413157"/>
                    <a:gd name="csX20" fmla="*/ 132117 w 155135"/>
                    <a:gd name="csY20" fmla="*/ 209537 h 413157"/>
                    <a:gd name="csX21" fmla="*/ 138481 w 155135"/>
                    <a:gd name="csY21" fmla="*/ 157892 h 413157"/>
                    <a:gd name="csX22" fmla="*/ 144076 w 155135"/>
                    <a:gd name="csY22" fmla="*/ 108386 h 413157"/>
                    <a:gd name="csX23" fmla="*/ 148574 w 155135"/>
                    <a:gd name="csY23" fmla="*/ 65298 h 413157"/>
                    <a:gd name="csX24" fmla="*/ 151975 w 155135"/>
                    <a:gd name="csY24" fmla="*/ 32193 h 413157"/>
                    <a:gd name="csX25" fmla="*/ 154060 w 155135"/>
                    <a:gd name="csY25" fmla="*/ 11413 h 413157"/>
                    <a:gd name="csX26" fmla="*/ 154938 w 155135"/>
                    <a:gd name="csY26" fmla="*/ 2143 h 413157"/>
                    <a:gd name="csX27" fmla="*/ 155157 w 155135"/>
                    <a:gd name="csY27"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157">
                      <a:moveTo>
                        <a:pt x="22" y="412"/>
                      </a:moveTo>
                      <a:lnTo>
                        <a:pt x="132" y="1736"/>
                      </a:lnTo>
                      <a:lnTo>
                        <a:pt x="900" y="10088"/>
                      </a:lnTo>
                      <a:lnTo>
                        <a:pt x="2875" y="29646"/>
                      </a:lnTo>
                      <a:lnTo>
                        <a:pt x="6056" y="61529"/>
                      </a:lnTo>
                      <a:lnTo>
                        <a:pt x="10555" y="103904"/>
                      </a:lnTo>
                      <a:lnTo>
                        <a:pt x="16040" y="152901"/>
                      </a:lnTo>
                      <a:lnTo>
                        <a:pt x="22294" y="204545"/>
                      </a:lnTo>
                      <a:lnTo>
                        <a:pt x="29206" y="255171"/>
                      </a:lnTo>
                      <a:lnTo>
                        <a:pt x="36667" y="302334"/>
                      </a:lnTo>
                      <a:lnTo>
                        <a:pt x="45005" y="344098"/>
                      </a:lnTo>
                      <a:lnTo>
                        <a:pt x="54330" y="378528"/>
                      </a:lnTo>
                      <a:lnTo>
                        <a:pt x="64863" y="402975"/>
                      </a:lnTo>
                      <a:lnTo>
                        <a:pt x="76383" y="413467"/>
                      </a:lnTo>
                      <a:lnTo>
                        <a:pt x="77480" y="413569"/>
                      </a:lnTo>
                      <a:lnTo>
                        <a:pt x="89110" y="404707"/>
                      </a:lnTo>
                      <a:lnTo>
                        <a:pt x="99752" y="381380"/>
                      </a:lnTo>
                      <a:lnTo>
                        <a:pt x="109187" y="347765"/>
                      </a:lnTo>
                      <a:lnTo>
                        <a:pt x="117635" y="306612"/>
                      </a:lnTo>
                      <a:lnTo>
                        <a:pt x="125205" y="259857"/>
                      </a:lnTo>
                      <a:lnTo>
                        <a:pt x="132117" y="209537"/>
                      </a:lnTo>
                      <a:lnTo>
                        <a:pt x="138481" y="157892"/>
                      </a:lnTo>
                      <a:lnTo>
                        <a:pt x="144076" y="108386"/>
                      </a:lnTo>
                      <a:lnTo>
                        <a:pt x="148574" y="65298"/>
                      </a:lnTo>
                      <a:lnTo>
                        <a:pt x="151975" y="32193"/>
                      </a:lnTo>
                      <a:lnTo>
                        <a:pt x="154060" y="11413"/>
                      </a:lnTo>
                      <a:lnTo>
                        <a:pt x="154938" y="2143"/>
                      </a:lnTo>
                      <a:lnTo>
                        <a:pt x="155157" y="412"/>
                      </a:lnTo>
                    </a:path>
                  </a:pathLst>
                </a:custGeom>
                <a:noFill/>
                <a:ln w="7124" cap="rnd">
                  <a:solidFill>
                    <a:srgbClr val="A52A2A"/>
                  </a:solidFill>
                  <a:prstDash val="solid"/>
                  <a:round/>
                </a:ln>
              </p:spPr>
              <p:txBody>
                <a:bodyPr/>
                <a:lstStyle/>
                <a:p>
                  <a:endParaRPr lang="zh-CN" altLang="en-US" sz="2190"/>
                </a:p>
              </p:txBody>
            </p:sp>
            <p:sp>
              <p:nvSpPr>
                <p:cNvPr id="1521" name="任意多边形: 形状 1520"/>
                <p:cNvSpPr/>
                <p:nvPr/>
              </p:nvSpPr>
              <p:spPr>
                <a:xfrm>
                  <a:off x="3836787" y="6201087"/>
                  <a:ext cx="62755" cy="29540"/>
                </a:xfrm>
                <a:custGeom>
                  <a:avLst/>
                  <a:gdLst>
                    <a:gd name="csX0" fmla="*/ 22 w 62755"/>
                    <a:gd name="csY0" fmla="*/ 412 h 29540"/>
                    <a:gd name="csX1" fmla="*/ 790 w 62755"/>
                    <a:gd name="csY1" fmla="*/ 1838 h 29540"/>
                    <a:gd name="csX2" fmla="*/ 4849 w 62755"/>
                    <a:gd name="csY2" fmla="*/ 8561 h 29540"/>
                    <a:gd name="csX3" fmla="*/ 11432 w 62755"/>
                    <a:gd name="csY3" fmla="*/ 18136 h 29540"/>
                    <a:gd name="csX4" fmla="*/ 19990 w 62755"/>
                    <a:gd name="csY4" fmla="*/ 26183 h 29540"/>
                    <a:gd name="csX5" fmla="*/ 31400 w 62755"/>
                    <a:gd name="csY5" fmla="*/ 29952 h 29540"/>
                    <a:gd name="csX6" fmla="*/ 42810 w 62755"/>
                    <a:gd name="csY6" fmla="*/ 26183 h 29540"/>
                    <a:gd name="csX7" fmla="*/ 51368 w 62755"/>
                    <a:gd name="csY7" fmla="*/ 18136 h 29540"/>
                    <a:gd name="csX8" fmla="*/ 57951 w 62755"/>
                    <a:gd name="csY8" fmla="*/ 8561 h 29540"/>
                    <a:gd name="csX9" fmla="*/ 62010 w 62755"/>
                    <a:gd name="csY9" fmla="*/ 1838 h 29540"/>
                    <a:gd name="csX10" fmla="*/ 62778 w 62755"/>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29540">
                      <a:moveTo>
                        <a:pt x="22" y="412"/>
                      </a:moveTo>
                      <a:lnTo>
                        <a:pt x="790" y="1838"/>
                      </a:lnTo>
                      <a:lnTo>
                        <a:pt x="4849" y="8561"/>
                      </a:lnTo>
                      <a:lnTo>
                        <a:pt x="11432" y="18136"/>
                      </a:lnTo>
                      <a:lnTo>
                        <a:pt x="19990" y="26183"/>
                      </a:lnTo>
                      <a:lnTo>
                        <a:pt x="31400" y="29952"/>
                      </a:lnTo>
                      <a:lnTo>
                        <a:pt x="42810" y="26183"/>
                      </a:lnTo>
                      <a:lnTo>
                        <a:pt x="51368" y="18136"/>
                      </a:lnTo>
                      <a:lnTo>
                        <a:pt x="57951" y="8561"/>
                      </a:lnTo>
                      <a:lnTo>
                        <a:pt x="62010" y="1838"/>
                      </a:lnTo>
                      <a:lnTo>
                        <a:pt x="62778" y="412"/>
                      </a:lnTo>
                    </a:path>
                  </a:pathLst>
                </a:custGeom>
                <a:noFill/>
                <a:ln w="3288" cap="rnd">
                  <a:solidFill>
                    <a:srgbClr val="A52A2A"/>
                  </a:solidFill>
                  <a:prstDash val="solid"/>
                  <a:round/>
                </a:ln>
              </p:spPr>
              <p:txBody>
                <a:bodyPr/>
                <a:lstStyle/>
                <a:p>
                  <a:endParaRPr lang="zh-CN" altLang="en-US" sz="2190"/>
                </a:p>
              </p:txBody>
            </p:sp>
            <p:sp>
              <p:nvSpPr>
                <p:cNvPr id="1522" name="任意多边形: 形状 1521"/>
                <p:cNvSpPr/>
                <p:nvPr/>
              </p:nvSpPr>
              <p:spPr>
                <a:xfrm>
                  <a:off x="3912709" y="6201087"/>
                  <a:ext cx="643800" cy="29540"/>
                </a:xfrm>
                <a:custGeom>
                  <a:avLst/>
                  <a:gdLst>
                    <a:gd name="csX0" fmla="*/ 22 w 643800"/>
                    <a:gd name="csY0" fmla="*/ 412 h 29540"/>
                    <a:gd name="csX1" fmla="*/ 900 w 643800"/>
                    <a:gd name="csY1" fmla="*/ 513 h 29540"/>
                    <a:gd name="csX2" fmla="*/ 6166 w 643800"/>
                    <a:gd name="csY2" fmla="*/ 1532 h 29540"/>
                    <a:gd name="csX3" fmla="*/ 18454 w 643800"/>
                    <a:gd name="csY3" fmla="*/ 3671 h 29540"/>
                    <a:gd name="csX4" fmla="*/ 38312 w 643800"/>
                    <a:gd name="csY4" fmla="*/ 6931 h 29540"/>
                    <a:gd name="csX5" fmla="*/ 64315 w 643800"/>
                    <a:gd name="csY5" fmla="*/ 11005 h 29540"/>
                    <a:gd name="csX6" fmla="*/ 95034 w 643800"/>
                    <a:gd name="csY6" fmla="*/ 15283 h 29540"/>
                    <a:gd name="csX7" fmla="*/ 129265 w 643800"/>
                    <a:gd name="csY7" fmla="*/ 19562 h 29540"/>
                    <a:gd name="csX8" fmla="*/ 167445 w 643800"/>
                    <a:gd name="csY8" fmla="*/ 23331 h 29540"/>
                    <a:gd name="csX9" fmla="*/ 210782 w 643800"/>
                    <a:gd name="csY9" fmla="*/ 26590 h 29540"/>
                    <a:gd name="csX10" fmla="*/ 260812 w 643800"/>
                    <a:gd name="csY10" fmla="*/ 28933 h 29540"/>
                    <a:gd name="csX11" fmla="*/ 317095 w 643800"/>
                    <a:gd name="csY11" fmla="*/ 29952 h 29540"/>
                    <a:gd name="csX12" fmla="*/ 321813 w 643800"/>
                    <a:gd name="csY12" fmla="*/ 29952 h 29540"/>
                    <a:gd name="csX13" fmla="*/ 378425 w 643800"/>
                    <a:gd name="csY13" fmla="*/ 29035 h 29540"/>
                    <a:gd name="csX14" fmla="*/ 429003 w 643800"/>
                    <a:gd name="csY14" fmla="*/ 26794 h 29540"/>
                    <a:gd name="csX15" fmla="*/ 472888 w 643800"/>
                    <a:gd name="csY15" fmla="*/ 23636 h 29540"/>
                    <a:gd name="csX16" fmla="*/ 511398 w 643800"/>
                    <a:gd name="csY16" fmla="*/ 19867 h 29540"/>
                    <a:gd name="csX17" fmla="*/ 546067 w 643800"/>
                    <a:gd name="csY17" fmla="*/ 15691 h 29540"/>
                    <a:gd name="csX18" fmla="*/ 577007 w 643800"/>
                    <a:gd name="csY18" fmla="*/ 11311 h 29540"/>
                    <a:gd name="csX19" fmla="*/ 603558 w 643800"/>
                    <a:gd name="csY19" fmla="*/ 7236 h 29540"/>
                    <a:gd name="csX20" fmla="*/ 623855 w 643800"/>
                    <a:gd name="csY20" fmla="*/ 3875 h 29540"/>
                    <a:gd name="csX21" fmla="*/ 636910 w 643800"/>
                    <a:gd name="csY21" fmla="*/ 1634 h 29540"/>
                    <a:gd name="csX22" fmla="*/ 642725 w 643800"/>
                    <a:gd name="csY22" fmla="*/ 615 h 29540"/>
                    <a:gd name="csX23" fmla="*/ 643822 w 643800"/>
                    <a:gd name="csY23"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29540">
                      <a:moveTo>
                        <a:pt x="22" y="412"/>
                      </a:moveTo>
                      <a:lnTo>
                        <a:pt x="900" y="513"/>
                      </a:lnTo>
                      <a:lnTo>
                        <a:pt x="6166" y="1532"/>
                      </a:lnTo>
                      <a:lnTo>
                        <a:pt x="18454" y="3671"/>
                      </a:lnTo>
                      <a:lnTo>
                        <a:pt x="38312" y="6931"/>
                      </a:lnTo>
                      <a:lnTo>
                        <a:pt x="64315" y="11005"/>
                      </a:lnTo>
                      <a:lnTo>
                        <a:pt x="95034" y="15283"/>
                      </a:lnTo>
                      <a:lnTo>
                        <a:pt x="129265" y="19562"/>
                      </a:lnTo>
                      <a:lnTo>
                        <a:pt x="167445" y="23331"/>
                      </a:lnTo>
                      <a:lnTo>
                        <a:pt x="210782" y="26590"/>
                      </a:lnTo>
                      <a:lnTo>
                        <a:pt x="260812" y="28933"/>
                      </a:lnTo>
                      <a:lnTo>
                        <a:pt x="317095" y="29952"/>
                      </a:lnTo>
                      <a:lnTo>
                        <a:pt x="321813" y="29952"/>
                      </a:lnTo>
                      <a:lnTo>
                        <a:pt x="378425" y="29035"/>
                      </a:lnTo>
                      <a:lnTo>
                        <a:pt x="429003" y="26794"/>
                      </a:lnTo>
                      <a:lnTo>
                        <a:pt x="472888" y="23636"/>
                      </a:lnTo>
                      <a:lnTo>
                        <a:pt x="511398" y="19867"/>
                      </a:lnTo>
                      <a:lnTo>
                        <a:pt x="546067" y="15691"/>
                      </a:lnTo>
                      <a:lnTo>
                        <a:pt x="577007" y="11311"/>
                      </a:lnTo>
                      <a:lnTo>
                        <a:pt x="603558" y="7236"/>
                      </a:lnTo>
                      <a:lnTo>
                        <a:pt x="623855" y="3875"/>
                      </a:lnTo>
                      <a:lnTo>
                        <a:pt x="636910" y="1634"/>
                      </a:lnTo>
                      <a:lnTo>
                        <a:pt x="642725" y="615"/>
                      </a:lnTo>
                      <a:lnTo>
                        <a:pt x="643822" y="412"/>
                      </a:lnTo>
                    </a:path>
                  </a:pathLst>
                </a:custGeom>
                <a:noFill/>
                <a:ln w="3069" cap="rnd">
                  <a:solidFill>
                    <a:srgbClr val="A52A2A"/>
                  </a:solidFill>
                  <a:prstDash val="solid"/>
                  <a:round/>
                </a:ln>
              </p:spPr>
              <p:txBody>
                <a:bodyPr/>
                <a:lstStyle/>
                <a:p>
                  <a:endParaRPr lang="zh-CN" altLang="en-US" sz="2190"/>
                </a:p>
              </p:txBody>
            </p:sp>
            <p:sp>
              <p:nvSpPr>
                <p:cNvPr id="1523" name="任意多边形: 形状 1522"/>
                <p:cNvSpPr/>
                <p:nvPr/>
              </p:nvSpPr>
              <p:spPr>
                <a:xfrm>
                  <a:off x="4570223" y="6201087"/>
                  <a:ext cx="126061" cy="29540"/>
                </a:xfrm>
                <a:custGeom>
                  <a:avLst/>
                  <a:gdLst>
                    <a:gd name="csX0" fmla="*/ 22 w 126061"/>
                    <a:gd name="csY0" fmla="*/ 412 h 29540"/>
                    <a:gd name="csX1" fmla="*/ 1449 w 126061"/>
                    <a:gd name="csY1" fmla="*/ 1736 h 29540"/>
                    <a:gd name="csX2" fmla="*/ 8909 w 126061"/>
                    <a:gd name="csY2" fmla="*/ 7949 h 29540"/>
                    <a:gd name="csX3" fmla="*/ 21417 w 126061"/>
                    <a:gd name="csY3" fmla="*/ 17117 h 29540"/>
                    <a:gd name="csX4" fmla="*/ 37435 w 126061"/>
                    <a:gd name="csY4" fmla="*/ 25266 h 29540"/>
                    <a:gd name="csX5" fmla="*/ 58719 w 126061"/>
                    <a:gd name="csY5" fmla="*/ 29748 h 29540"/>
                    <a:gd name="csX6" fmla="*/ 63108 w 126061"/>
                    <a:gd name="csY6" fmla="*/ 29952 h 29540"/>
                    <a:gd name="csX7" fmla="*/ 85380 w 126061"/>
                    <a:gd name="csY7" fmla="*/ 26387 h 29540"/>
                    <a:gd name="csX8" fmla="*/ 102166 w 126061"/>
                    <a:gd name="csY8" fmla="*/ 18747 h 29540"/>
                    <a:gd name="csX9" fmla="*/ 115331 w 126061"/>
                    <a:gd name="csY9" fmla="*/ 9579 h 29540"/>
                    <a:gd name="csX10" fmla="*/ 123889 w 126061"/>
                    <a:gd name="csY10" fmla="*/ 2449 h 29540"/>
                    <a:gd name="csX11" fmla="*/ 126084 w 126061"/>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6061" h="29540">
                      <a:moveTo>
                        <a:pt x="22" y="412"/>
                      </a:moveTo>
                      <a:lnTo>
                        <a:pt x="1449" y="1736"/>
                      </a:lnTo>
                      <a:lnTo>
                        <a:pt x="8909" y="7949"/>
                      </a:lnTo>
                      <a:lnTo>
                        <a:pt x="21417" y="17117"/>
                      </a:lnTo>
                      <a:lnTo>
                        <a:pt x="37435" y="25266"/>
                      </a:lnTo>
                      <a:lnTo>
                        <a:pt x="58719" y="29748"/>
                      </a:lnTo>
                      <a:lnTo>
                        <a:pt x="63108" y="29952"/>
                      </a:lnTo>
                      <a:lnTo>
                        <a:pt x="85380" y="26387"/>
                      </a:lnTo>
                      <a:lnTo>
                        <a:pt x="102166" y="18747"/>
                      </a:lnTo>
                      <a:lnTo>
                        <a:pt x="115331" y="9579"/>
                      </a:lnTo>
                      <a:lnTo>
                        <a:pt x="123889" y="2449"/>
                      </a:lnTo>
                      <a:lnTo>
                        <a:pt x="126084" y="412"/>
                      </a:lnTo>
                    </a:path>
                  </a:pathLst>
                </a:custGeom>
                <a:noFill/>
                <a:ln w="2740" cap="rnd">
                  <a:solidFill>
                    <a:srgbClr val="A52A2A"/>
                  </a:solidFill>
                  <a:prstDash val="solid"/>
                  <a:round/>
                </a:ln>
              </p:spPr>
              <p:txBody>
                <a:bodyPr/>
                <a:lstStyle/>
                <a:p>
                  <a:endParaRPr lang="zh-CN" altLang="en-US" sz="2190"/>
                </a:p>
              </p:txBody>
            </p:sp>
            <p:sp>
              <p:nvSpPr>
                <p:cNvPr id="1524" name="任意多边形: 形状 1523"/>
                <p:cNvSpPr/>
                <p:nvPr/>
              </p:nvSpPr>
              <p:spPr>
                <a:xfrm>
                  <a:off x="4709120" y="6201087"/>
                  <a:ext cx="122001" cy="29540"/>
                </a:xfrm>
                <a:custGeom>
                  <a:avLst/>
                  <a:gdLst>
                    <a:gd name="csX0" fmla="*/ 22 w 122001"/>
                    <a:gd name="csY0" fmla="*/ 412 h 29540"/>
                    <a:gd name="csX1" fmla="*/ 1449 w 122001"/>
                    <a:gd name="csY1" fmla="*/ 1736 h 29540"/>
                    <a:gd name="csX2" fmla="*/ 8800 w 122001"/>
                    <a:gd name="csY2" fmla="*/ 8255 h 29540"/>
                    <a:gd name="csX3" fmla="*/ 21197 w 122001"/>
                    <a:gd name="csY3" fmla="*/ 17524 h 29540"/>
                    <a:gd name="csX4" fmla="*/ 37106 w 122001"/>
                    <a:gd name="csY4" fmla="*/ 25572 h 29540"/>
                    <a:gd name="csX5" fmla="*/ 58390 w 122001"/>
                    <a:gd name="csY5" fmla="*/ 29850 h 29540"/>
                    <a:gd name="csX6" fmla="*/ 61023 w 122001"/>
                    <a:gd name="csY6" fmla="*/ 29952 h 29540"/>
                    <a:gd name="csX7" fmla="*/ 82856 w 122001"/>
                    <a:gd name="csY7" fmla="*/ 26387 h 29540"/>
                    <a:gd name="csX8" fmla="*/ 99204 w 122001"/>
                    <a:gd name="csY8" fmla="*/ 18543 h 29540"/>
                    <a:gd name="csX9" fmla="*/ 112040 w 122001"/>
                    <a:gd name="csY9" fmla="*/ 9172 h 29540"/>
                    <a:gd name="csX10" fmla="*/ 120049 w 122001"/>
                    <a:gd name="csY10" fmla="*/ 2245 h 29540"/>
                    <a:gd name="csX11" fmla="*/ 122024 w 122001"/>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29540">
                      <a:moveTo>
                        <a:pt x="22" y="412"/>
                      </a:moveTo>
                      <a:lnTo>
                        <a:pt x="1449" y="1736"/>
                      </a:lnTo>
                      <a:lnTo>
                        <a:pt x="8800" y="8255"/>
                      </a:lnTo>
                      <a:lnTo>
                        <a:pt x="21197" y="17524"/>
                      </a:lnTo>
                      <a:lnTo>
                        <a:pt x="37106" y="25572"/>
                      </a:lnTo>
                      <a:lnTo>
                        <a:pt x="58390" y="29850"/>
                      </a:lnTo>
                      <a:lnTo>
                        <a:pt x="61023" y="29952"/>
                      </a:lnTo>
                      <a:lnTo>
                        <a:pt x="82856" y="26387"/>
                      </a:lnTo>
                      <a:lnTo>
                        <a:pt x="99204" y="18543"/>
                      </a:lnTo>
                      <a:lnTo>
                        <a:pt x="112040" y="9172"/>
                      </a:lnTo>
                      <a:lnTo>
                        <a:pt x="120049" y="2245"/>
                      </a:lnTo>
                      <a:lnTo>
                        <a:pt x="122024" y="412"/>
                      </a:lnTo>
                    </a:path>
                  </a:pathLst>
                </a:custGeom>
                <a:noFill/>
                <a:ln w="2521" cap="rnd">
                  <a:solidFill>
                    <a:srgbClr val="A52A2A"/>
                  </a:solidFill>
                  <a:prstDash val="solid"/>
                  <a:round/>
                </a:ln>
              </p:spPr>
              <p:txBody>
                <a:bodyPr/>
                <a:lstStyle/>
                <a:p>
                  <a:endParaRPr lang="zh-CN" altLang="en-US" sz="2190"/>
                </a:p>
              </p:txBody>
            </p:sp>
            <p:sp>
              <p:nvSpPr>
                <p:cNvPr id="1525" name="任意多边形: 形状 1524"/>
                <p:cNvSpPr/>
                <p:nvPr/>
              </p:nvSpPr>
              <p:spPr>
                <a:xfrm>
                  <a:off x="4838802" y="6201087"/>
                  <a:ext cx="258704" cy="29540"/>
                </a:xfrm>
                <a:custGeom>
                  <a:avLst/>
                  <a:gdLst>
                    <a:gd name="csX0" fmla="*/ 22 w 258704"/>
                    <a:gd name="csY0" fmla="*/ 412 h 29540"/>
                    <a:gd name="csX1" fmla="*/ 1229 w 258704"/>
                    <a:gd name="csY1" fmla="*/ 921 h 29540"/>
                    <a:gd name="csX2" fmla="*/ 8251 w 258704"/>
                    <a:gd name="csY2" fmla="*/ 3977 h 29540"/>
                    <a:gd name="csX3" fmla="*/ 22294 w 258704"/>
                    <a:gd name="csY3" fmla="*/ 9579 h 29540"/>
                    <a:gd name="csX4" fmla="*/ 41275 w 258704"/>
                    <a:gd name="csY4" fmla="*/ 16302 h 29540"/>
                    <a:gd name="csX5" fmla="*/ 63985 w 258704"/>
                    <a:gd name="csY5" fmla="*/ 22618 h 29540"/>
                    <a:gd name="csX6" fmla="*/ 91414 w 258704"/>
                    <a:gd name="csY6" fmla="*/ 27507 h 29540"/>
                    <a:gd name="csX7" fmla="*/ 125316 w 258704"/>
                    <a:gd name="csY7" fmla="*/ 29850 h 29540"/>
                    <a:gd name="csX8" fmla="*/ 129375 w 258704"/>
                    <a:gd name="csY8" fmla="*/ 29952 h 29540"/>
                    <a:gd name="csX9" fmla="*/ 163825 w 258704"/>
                    <a:gd name="csY9" fmla="*/ 27915 h 29540"/>
                    <a:gd name="csX10" fmla="*/ 191911 w 258704"/>
                    <a:gd name="csY10" fmla="*/ 23229 h 29540"/>
                    <a:gd name="csX11" fmla="*/ 215061 w 258704"/>
                    <a:gd name="csY11" fmla="*/ 17117 h 29540"/>
                    <a:gd name="csX12" fmla="*/ 234590 w 258704"/>
                    <a:gd name="csY12" fmla="*/ 10292 h 29540"/>
                    <a:gd name="csX13" fmla="*/ 249292 w 258704"/>
                    <a:gd name="csY13" fmla="*/ 4486 h 29540"/>
                    <a:gd name="csX14" fmla="*/ 257081 w 258704"/>
                    <a:gd name="csY14" fmla="*/ 1124 h 29540"/>
                    <a:gd name="csX15" fmla="*/ 258727 w 258704"/>
                    <a:gd name="csY15"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29540">
                      <a:moveTo>
                        <a:pt x="22" y="412"/>
                      </a:moveTo>
                      <a:lnTo>
                        <a:pt x="1229" y="921"/>
                      </a:lnTo>
                      <a:lnTo>
                        <a:pt x="8251" y="3977"/>
                      </a:lnTo>
                      <a:lnTo>
                        <a:pt x="22294" y="9579"/>
                      </a:lnTo>
                      <a:lnTo>
                        <a:pt x="41275" y="16302"/>
                      </a:lnTo>
                      <a:lnTo>
                        <a:pt x="63985" y="22618"/>
                      </a:lnTo>
                      <a:lnTo>
                        <a:pt x="91414" y="27507"/>
                      </a:lnTo>
                      <a:lnTo>
                        <a:pt x="125316" y="29850"/>
                      </a:lnTo>
                      <a:lnTo>
                        <a:pt x="129375" y="29952"/>
                      </a:lnTo>
                      <a:lnTo>
                        <a:pt x="163825" y="27915"/>
                      </a:lnTo>
                      <a:lnTo>
                        <a:pt x="191911" y="23229"/>
                      </a:lnTo>
                      <a:lnTo>
                        <a:pt x="215061" y="17117"/>
                      </a:lnTo>
                      <a:lnTo>
                        <a:pt x="234590" y="10292"/>
                      </a:lnTo>
                      <a:lnTo>
                        <a:pt x="249292" y="4486"/>
                      </a:lnTo>
                      <a:lnTo>
                        <a:pt x="257081" y="1124"/>
                      </a:lnTo>
                      <a:lnTo>
                        <a:pt x="258727" y="412"/>
                      </a:lnTo>
                    </a:path>
                  </a:pathLst>
                </a:custGeom>
                <a:noFill/>
                <a:ln w="1864" cap="rnd">
                  <a:solidFill>
                    <a:srgbClr val="A52A2A"/>
                  </a:solidFill>
                  <a:prstDash val="solid"/>
                  <a:round/>
                </a:ln>
              </p:spPr>
              <p:txBody>
                <a:bodyPr/>
                <a:lstStyle/>
                <a:p>
                  <a:endParaRPr lang="zh-CN" altLang="en-US" sz="2190"/>
                </a:p>
              </p:txBody>
            </p:sp>
            <p:sp>
              <p:nvSpPr>
                <p:cNvPr id="1526" name="任意多边形: 形状 1525"/>
                <p:cNvSpPr/>
                <p:nvPr/>
              </p:nvSpPr>
              <p:spPr>
                <a:xfrm>
                  <a:off x="5108807" y="6201087"/>
                  <a:ext cx="100278" cy="29540"/>
                </a:xfrm>
                <a:custGeom>
                  <a:avLst/>
                  <a:gdLst>
                    <a:gd name="csX0" fmla="*/ 22 w 100278"/>
                    <a:gd name="csY0" fmla="*/ 412 h 29540"/>
                    <a:gd name="csX1" fmla="*/ 1339 w 100278"/>
                    <a:gd name="csY1" fmla="*/ 1838 h 29540"/>
                    <a:gd name="csX2" fmla="*/ 7702 w 100278"/>
                    <a:gd name="csY2" fmla="*/ 8561 h 29540"/>
                    <a:gd name="csX3" fmla="*/ 18235 w 100278"/>
                    <a:gd name="csY3" fmla="*/ 18136 h 29540"/>
                    <a:gd name="csX4" fmla="*/ 31949 w 100278"/>
                    <a:gd name="csY4" fmla="*/ 26183 h 29540"/>
                    <a:gd name="csX5" fmla="*/ 50162 w 100278"/>
                    <a:gd name="csY5" fmla="*/ 29952 h 29540"/>
                    <a:gd name="csX6" fmla="*/ 68484 w 100278"/>
                    <a:gd name="csY6" fmla="*/ 26183 h 29540"/>
                    <a:gd name="csX7" fmla="*/ 82088 w 100278"/>
                    <a:gd name="csY7" fmla="*/ 18136 h 29540"/>
                    <a:gd name="csX8" fmla="*/ 92731 w 100278"/>
                    <a:gd name="csY8" fmla="*/ 8561 h 29540"/>
                    <a:gd name="csX9" fmla="*/ 98984 w 100278"/>
                    <a:gd name="csY9" fmla="*/ 1838 h 29540"/>
                    <a:gd name="csX10" fmla="*/ 100301 w 100278"/>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00278" h="29540">
                      <a:moveTo>
                        <a:pt x="22" y="412"/>
                      </a:moveTo>
                      <a:lnTo>
                        <a:pt x="1339" y="1838"/>
                      </a:lnTo>
                      <a:lnTo>
                        <a:pt x="7702" y="8561"/>
                      </a:lnTo>
                      <a:lnTo>
                        <a:pt x="18235" y="18136"/>
                      </a:lnTo>
                      <a:lnTo>
                        <a:pt x="31949" y="26183"/>
                      </a:lnTo>
                      <a:lnTo>
                        <a:pt x="50162" y="29952"/>
                      </a:lnTo>
                      <a:lnTo>
                        <a:pt x="68484" y="26183"/>
                      </a:lnTo>
                      <a:lnTo>
                        <a:pt x="82088" y="18136"/>
                      </a:lnTo>
                      <a:lnTo>
                        <a:pt x="92731" y="8561"/>
                      </a:lnTo>
                      <a:lnTo>
                        <a:pt x="98984" y="1838"/>
                      </a:lnTo>
                      <a:lnTo>
                        <a:pt x="100301" y="412"/>
                      </a:lnTo>
                    </a:path>
                  </a:pathLst>
                </a:custGeom>
                <a:noFill/>
                <a:ln w="1864" cap="rnd">
                  <a:solidFill>
                    <a:srgbClr val="A52A2A"/>
                  </a:solidFill>
                  <a:prstDash val="solid"/>
                  <a:round/>
                </a:ln>
              </p:spPr>
              <p:txBody>
                <a:bodyPr/>
                <a:lstStyle/>
                <a:p>
                  <a:endParaRPr lang="zh-CN" altLang="en-US" sz="2190"/>
                </a:p>
              </p:txBody>
            </p:sp>
            <p:sp>
              <p:nvSpPr>
                <p:cNvPr id="1527" name="任意多边形: 形状 1526"/>
                <p:cNvSpPr/>
                <p:nvPr/>
              </p:nvSpPr>
              <p:spPr>
                <a:xfrm>
                  <a:off x="5216656" y="6201087"/>
                  <a:ext cx="14372" cy="29540"/>
                </a:xfrm>
                <a:custGeom>
                  <a:avLst/>
                  <a:gdLst>
                    <a:gd name="csX0" fmla="*/ 22 w 14372"/>
                    <a:gd name="csY0" fmla="*/ 412 h 29540"/>
                    <a:gd name="csX1" fmla="*/ 242 w 14372"/>
                    <a:gd name="csY1" fmla="*/ 1838 h 29540"/>
                    <a:gd name="csX2" fmla="*/ 1120 w 14372"/>
                    <a:gd name="csY2" fmla="*/ 8561 h 29540"/>
                    <a:gd name="csX3" fmla="*/ 2655 w 14372"/>
                    <a:gd name="csY3" fmla="*/ 18136 h 29540"/>
                    <a:gd name="csX4" fmla="*/ 4521 w 14372"/>
                    <a:gd name="csY4" fmla="*/ 26183 h 29540"/>
                    <a:gd name="csX5" fmla="*/ 7154 w 14372"/>
                    <a:gd name="csY5" fmla="*/ 29952 h 29540"/>
                    <a:gd name="csX6" fmla="*/ 9787 w 14372"/>
                    <a:gd name="csY6" fmla="*/ 26183 h 29540"/>
                    <a:gd name="csX7" fmla="*/ 11762 w 14372"/>
                    <a:gd name="csY7" fmla="*/ 18136 h 29540"/>
                    <a:gd name="csX8" fmla="*/ 13298 w 14372"/>
                    <a:gd name="csY8" fmla="*/ 8561 h 29540"/>
                    <a:gd name="csX9" fmla="*/ 14175 w 14372"/>
                    <a:gd name="csY9" fmla="*/ 1838 h 29540"/>
                    <a:gd name="csX10" fmla="*/ 14395 w 14372"/>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29540">
                      <a:moveTo>
                        <a:pt x="22" y="412"/>
                      </a:moveTo>
                      <a:lnTo>
                        <a:pt x="242" y="1838"/>
                      </a:lnTo>
                      <a:lnTo>
                        <a:pt x="1120" y="8561"/>
                      </a:lnTo>
                      <a:lnTo>
                        <a:pt x="2655" y="18136"/>
                      </a:lnTo>
                      <a:lnTo>
                        <a:pt x="4521" y="26183"/>
                      </a:lnTo>
                      <a:lnTo>
                        <a:pt x="7154" y="29952"/>
                      </a:lnTo>
                      <a:lnTo>
                        <a:pt x="9787" y="26183"/>
                      </a:lnTo>
                      <a:lnTo>
                        <a:pt x="11762" y="18136"/>
                      </a:lnTo>
                      <a:lnTo>
                        <a:pt x="13298" y="8561"/>
                      </a:lnTo>
                      <a:lnTo>
                        <a:pt x="14175" y="1838"/>
                      </a:lnTo>
                      <a:lnTo>
                        <a:pt x="14395" y="412"/>
                      </a:lnTo>
                    </a:path>
                  </a:pathLst>
                </a:custGeom>
                <a:noFill/>
                <a:ln w="1864" cap="rnd">
                  <a:solidFill>
                    <a:srgbClr val="A52A2A"/>
                  </a:solidFill>
                  <a:prstDash val="solid"/>
                  <a:round/>
                </a:ln>
              </p:spPr>
              <p:txBody>
                <a:bodyPr/>
                <a:lstStyle/>
                <a:p>
                  <a:endParaRPr lang="zh-CN" altLang="en-US" sz="2190"/>
                </a:p>
              </p:txBody>
            </p:sp>
            <p:sp>
              <p:nvSpPr>
                <p:cNvPr id="1529" name="任意多边形: 形状 1528"/>
                <p:cNvSpPr/>
                <p:nvPr/>
              </p:nvSpPr>
              <p:spPr>
                <a:xfrm>
                  <a:off x="5249351" y="6201087"/>
                  <a:ext cx="201653" cy="29540"/>
                </a:xfrm>
                <a:custGeom>
                  <a:avLst/>
                  <a:gdLst>
                    <a:gd name="csX0" fmla="*/ 22 w 201653"/>
                    <a:gd name="csY0" fmla="*/ 412 h 29540"/>
                    <a:gd name="csX1" fmla="*/ 1339 w 201653"/>
                    <a:gd name="csY1" fmla="*/ 1124 h 29540"/>
                    <a:gd name="csX2" fmla="*/ 8580 w 201653"/>
                    <a:gd name="csY2" fmla="*/ 5097 h 29540"/>
                    <a:gd name="csX3" fmla="*/ 22404 w 201653"/>
                    <a:gd name="csY3" fmla="*/ 12024 h 29540"/>
                    <a:gd name="csX4" fmla="*/ 40506 w 201653"/>
                    <a:gd name="csY4" fmla="*/ 19562 h 29540"/>
                    <a:gd name="csX5" fmla="*/ 62340 w 201653"/>
                    <a:gd name="csY5" fmla="*/ 25877 h 29540"/>
                    <a:gd name="csX6" fmla="*/ 90207 w 201653"/>
                    <a:gd name="csY6" fmla="*/ 29646 h 29540"/>
                    <a:gd name="csX7" fmla="*/ 100849 w 201653"/>
                    <a:gd name="csY7" fmla="*/ 29952 h 29540"/>
                    <a:gd name="csX8" fmla="*/ 130582 w 201653"/>
                    <a:gd name="csY8" fmla="*/ 27507 h 29540"/>
                    <a:gd name="csX9" fmla="*/ 154280 w 201653"/>
                    <a:gd name="csY9" fmla="*/ 21803 h 29540"/>
                    <a:gd name="csX10" fmla="*/ 173589 w 201653"/>
                    <a:gd name="csY10" fmla="*/ 14570 h 29540"/>
                    <a:gd name="csX11" fmla="*/ 189059 w 201653"/>
                    <a:gd name="csY11" fmla="*/ 7236 h 29540"/>
                    <a:gd name="csX12" fmla="*/ 198714 w 201653"/>
                    <a:gd name="csY12" fmla="*/ 2041 h 29540"/>
                    <a:gd name="csX13" fmla="*/ 201566 w 201653"/>
                    <a:gd name="csY13" fmla="*/ 412 h 29540"/>
                    <a:gd name="csX14" fmla="*/ 201676 w 201653"/>
                    <a:gd name="csY14"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29540">
                      <a:moveTo>
                        <a:pt x="22" y="412"/>
                      </a:moveTo>
                      <a:lnTo>
                        <a:pt x="1339" y="1124"/>
                      </a:lnTo>
                      <a:lnTo>
                        <a:pt x="8580" y="5097"/>
                      </a:lnTo>
                      <a:lnTo>
                        <a:pt x="22404" y="12024"/>
                      </a:lnTo>
                      <a:lnTo>
                        <a:pt x="40506" y="19562"/>
                      </a:lnTo>
                      <a:lnTo>
                        <a:pt x="62340" y="25877"/>
                      </a:lnTo>
                      <a:lnTo>
                        <a:pt x="90207" y="29646"/>
                      </a:lnTo>
                      <a:lnTo>
                        <a:pt x="100849" y="29952"/>
                      </a:lnTo>
                      <a:lnTo>
                        <a:pt x="130582" y="27507"/>
                      </a:lnTo>
                      <a:lnTo>
                        <a:pt x="154280" y="21803"/>
                      </a:lnTo>
                      <a:lnTo>
                        <a:pt x="173589" y="14570"/>
                      </a:lnTo>
                      <a:lnTo>
                        <a:pt x="189059" y="7236"/>
                      </a:lnTo>
                      <a:lnTo>
                        <a:pt x="198714" y="2041"/>
                      </a:lnTo>
                      <a:lnTo>
                        <a:pt x="201566" y="412"/>
                      </a:lnTo>
                      <a:lnTo>
                        <a:pt x="201676" y="412"/>
                      </a:lnTo>
                    </a:path>
                  </a:pathLst>
                </a:custGeom>
                <a:noFill/>
                <a:ln w="1864" cap="rnd">
                  <a:solidFill>
                    <a:srgbClr val="A52A2A"/>
                  </a:solidFill>
                  <a:prstDash val="solid"/>
                  <a:round/>
                </a:ln>
              </p:spPr>
              <p:txBody>
                <a:bodyPr/>
                <a:lstStyle/>
                <a:p>
                  <a:endParaRPr lang="zh-CN" altLang="en-US" sz="2190"/>
                </a:p>
              </p:txBody>
            </p:sp>
            <p:sp>
              <p:nvSpPr>
                <p:cNvPr id="1530" name="任意多边形: 形状 1529"/>
                <p:cNvSpPr/>
                <p:nvPr/>
              </p:nvSpPr>
              <p:spPr>
                <a:xfrm>
                  <a:off x="5462415" y="6201087"/>
                  <a:ext cx="266275" cy="29540"/>
                </a:xfrm>
                <a:custGeom>
                  <a:avLst/>
                  <a:gdLst>
                    <a:gd name="csX0" fmla="*/ 22 w 266275"/>
                    <a:gd name="csY0" fmla="*/ 412 h 29540"/>
                    <a:gd name="csX1" fmla="*/ 1229 w 266275"/>
                    <a:gd name="csY1" fmla="*/ 921 h 29540"/>
                    <a:gd name="csX2" fmla="*/ 8141 w 266275"/>
                    <a:gd name="csY2" fmla="*/ 3875 h 29540"/>
                    <a:gd name="csX3" fmla="*/ 22184 w 266275"/>
                    <a:gd name="csY3" fmla="*/ 9375 h 29540"/>
                    <a:gd name="csX4" fmla="*/ 41275 w 266275"/>
                    <a:gd name="csY4" fmla="*/ 15997 h 29540"/>
                    <a:gd name="csX5" fmla="*/ 64095 w 266275"/>
                    <a:gd name="csY5" fmla="*/ 22210 h 29540"/>
                    <a:gd name="csX6" fmla="*/ 91524 w 266275"/>
                    <a:gd name="csY6" fmla="*/ 27201 h 29540"/>
                    <a:gd name="csX7" fmla="*/ 125425 w 266275"/>
                    <a:gd name="csY7" fmla="*/ 29850 h 29540"/>
                    <a:gd name="csX8" fmla="*/ 133105 w 266275"/>
                    <a:gd name="csY8" fmla="*/ 29952 h 29540"/>
                    <a:gd name="csX9" fmla="*/ 168104 w 266275"/>
                    <a:gd name="csY9" fmla="*/ 28016 h 29540"/>
                    <a:gd name="csX10" fmla="*/ 196849 w 266275"/>
                    <a:gd name="csY10" fmla="*/ 23433 h 29540"/>
                    <a:gd name="csX11" fmla="*/ 220437 w 266275"/>
                    <a:gd name="csY11" fmla="*/ 17321 h 29540"/>
                    <a:gd name="csX12" fmla="*/ 240405 w 266275"/>
                    <a:gd name="csY12" fmla="*/ 10700 h 29540"/>
                    <a:gd name="csX13" fmla="*/ 255765 w 266275"/>
                    <a:gd name="csY13" fmla="*/ 4792 h 29540"/>
                    <a:gd name="csX14" fmla="*/ 264213 w 266275"/>
                    <a:gd name="csY14" fmla="*/ 1328 h 29540"/>
                    <a:gd name="csX15" fmla="*/ 266297 w 266275"/>
                    <a:gd name="csY15"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6275" h="29540">
                      <a:moveTo>
                        <a:pt x="22" y="412"/>
                      </a:moveTo>
                      <a:lnTo>
                        <a:pt x="1229" y="921"/>
                      </a:lnTo>
                      <a:lnTo>
                        <a:pt x="8141" y="3875"/>
                      </a:lnTo>
                      <a:lnTo>
                        <a:pt x="22184" y="9375"/>
                      </a:lnTo>
                      <a:lnTo>
                        <a:pt x="41275" y="15997"/>
                      </a:lnTo>
                      <a:lnTo>
                        <a:pt x="64095" y="22210"/>
                      </a:lnTo>
                      <a:lnTo>
                        <a:pt x="91524" y="27201"/>
                      </a:lnTo>
                      <a:lnTo>
                        <a:pt x="125425" y="29850"/>
                      </a:lnTo>
                      <a:lnTo>
                        <a:pt x="133105" y="29952"/>
                      </a:lnTo>
                      <a:lnTo>
                        <a:pt x="168104" y="28016"/>
                      </a:lnTo>
                      <a:lnTo>
                        <a:pt x="196849" y="23433"/>
                      </a:lnTo>
                      <a:lnTo>
                        <a:pt x="220437" y="17321"/>
                      </a:lnTo>
                      <a:lnTo>
                        <a:pt x="240405" y="10700"/>
                      </a:lnTo>
                      <a:lnTo>
                        <a:pt x="255765" y="4792"/>
                      </a:lnTo>
                      <a:lnTo>
                        <a:pt x="264213" y="1328"/>
                      </a:lnTo>
                      <a:lnTo>
                        <a:pt x="266297" y="412"/>
                      </a:lnTo>
                    </a:path>
                  </a:pathLst>
                </a:custGeom>
                <a:noFill/>
                <a:ln w="1864" cap="rnd">
                  <a:solidFill>
                    <a:srgbClr val="A52A2A"/>
                  </a:solidFill>
                  <a:prstDash val="solid"/>
                  <a:round/>
                </a:ln>
              </p:spPr>
              <p:txBody>
                <a:bodyPr/>
                <a:lstStyle/>
                <a:p>
                  <a:endParaRPr lang="zh-CN" altLang="en-US" sz="2190"/>
                </a:p>
              </p:txBody>
            </p:sp>
            <p:sp>
              <p:nvSpPr>
                <p:cNvPr id="1531" name="任意多边形: 形状 1530"/>
                <p:cNvSpPr/>
                <p:nvPr/>
              </p:nvSpPr>
              <p:spPr>
                <a:xfrm>
                  <a:off x="5736480" y="6201087"/>
                  <a:ext cx="157658" cy="29540"/>
                </a:xfrm>
                <a:custGeom>
                  <a:avLst/>
                  <a:gdLst>
                    <a:gd name="csX0" fmla="*/ 22 w 157658"/>
                    <a:gd name="csY0" fmla="*/ 412 h 29540"/>
                    <a:gd name="csX1" fmla="*/ 1449 w 157658"/>
                    <a:gd name="csY1" fmla="*/ 1430 h 29540"/>
                    <a:gd name="csX2" fmla="*/ 8799 w 157658"/>
                    <a:gd name="csY2" fmla="*/ 6523 h 29540"/>
                    <a:gd name="csX3" fmla="*/ 22075 w 157658"/>
                    <a:gd name="csY3" fmla="*/ 14672 h 29540"/>
                    <a:gd name="csX4" fmla="*/ 39080 w 157658"/>
                    <a:gd name="csY4" fmla="*/ 22618 h 29540"/>
                    <a:gd name="csX5" fmla="*/ 60694 w 157658"/>
                    <a:gd name="csY5" fmla="*/ 28424 h 29540"/>
                    <a:gd name="csX6" fmla="*/ 78907 w 157658"/>
                    <a:gd name="csY6" fmla="*/ 29952 h 29540"/>
                    <a:gd name="csX7" fmla="*/ 104580 w 157658"/>
                    <a:gd name="csY7" fmla="*/ 26998 h 29540"/>
                    <a:gd name="csX8" fmla="*/ 124438 w 157658"/>
                    <a:gd name="csY8" fmla="*/ 20275 h 29540"/>
                    <a:gd name="csX9" fmla="*/ 140346 w 157658"/>
                    <a:gd name="csY9" fmla="*/ 11922 h 29540"/>
                    <a:gd name="csX10" fmla="*/ 151976 w 157658"/>
                    <a:gd name="csY10" fmla="*/ 4486 h 29540"/>
                    <a:gd name="csX11" fmla="*/ 157242 w 157658"/>
                    <a:gd name="csY11" fmla="*/ 717 h 29540"/>
                    <a:gd name="csX12" fmla="*/ 157681 w 157658"/>
                    <a:gd name="csY12"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29540">
                      <a:moveTo>
                        <a:pt x="22" y="412"/>
                      </a:moveTo>
                      <a:lnTo>
                        <a:pt x="1449" y="1430"/>
                      </a:lnTo>
                      <a:lnTo>
                        <a:pt x="8799" y="6523"/>
                      </a:lnTo>
                      <a:lnTo>
                        <a:pt x="22075" y="14672"/>
                      </a:lnTo>
                      <a:lnTo>
                        <a:pt x="39080" y="22618"/>
                      </a:lnTo>
                      <a:lnTo>
                        <a:pt x="60694" y="28424"/>
                      </a:lnTo>
                      <a:lnTo>
                        <a:pt x="78907" y="29952"/>
                      </a:lnTo>
                      <a:lnTo>
                        <a:pt x="104580" y="26998"/>
                      </a:lnTo>
                      <a:lnTo>
                        <a:pt x="124438" y="20275"/>
                      </a:lnTo>
                      <a:lnTo>
                        <a:pt x="140346" y="11922"/>
                      </a:lnTo>
                      <a:lnTo>
                        <a:pt x="151976" y="4486"/>
                      </a:lnTo>
                      <a:lnTo>
                        <a:pt x="157242" y="717"/>
                      </a:lnTo>
                      <a:lnTo>
                        <a:pt x="157681" y="412"/>
                      </a:lnTo>
                    </a:path>
                  </a:pathLst>
                </a:custGeom>
                <a:noFill/>
                <a:ln w="1864" cap="rnd">
                  <a:solidFill>
                    <a:srgbClr val="A52A2A"/>
                  </a:solidFill>
                  <a:prstDash val="solid"/>
                  <a:round/>
                </a:ln>
              </p:spPr>
              <p:txBody>
                <a:bodyPr/>
                <a:lstStyle/>
                <a:p>
                  <a:endParaRPr lang="zh-CN" altLang="en-US" sz="2190"/>
                </a:p>
              </p:txBody>
            </p:sp>
            <p:sp>
              <p:nvSpPr>
                <p:cNvPr id="1533" name="任意多边形: 形状 1532"/>
                <p:cNvSpPr/>
                <p:nvPr/>
              </p:nvSpPr>
              <p:spPr>
                <a:xfrm>
                  <a:off x="5908730" y="6201087"/>
                  <a:ext cx="52662" cy="29540"/>
                </a:xfrm>
                <a:custGeom>
                  <a:avLst/>
                  <a:gdLst>
                    <a:gd name="csX0" fmla="*/ 22 w 52662"/>
                    <a:gd name="csY0" fmla="*/ 412 h 29540"/>
                    <a:gd name="csX1" fmla="*/ 681 w 52662"/>
                    <a:gd name="csY1" fmla="*/ 1838 h 29540"/>
                    <a:gd name="csX2" fmla="*/ 3972 w 52662"/>
                    <a:gd name="csY2" fmla="*/ 8561 h 29540"/>
                    <a:gd name="csX3" fmla="*/ 9567 w 52662"/>
                    <a:gd name="csY3" fmla="*/ 18136 h 29540"/>
                    <a:gd name="csX4" fmla="*/ 16809 w 52662"/>
                    <a:gd name="csY4" fmla="*/ 26183 h 29540"/>
                    <a:gd name="csX5" fmla="*/ 26354 w 52662"/>
                    <a:gd name="csY5" fmla="*/ 29952 h 29540"/>
                    <a:gd name="csX6" fmla="*/ 36009 w 52662"/>
                    <a:gd name="csY6" fmla="*/ 26183 h 29540"/>
                    <a:gd name="csX7" fmla="*/ 43140 w 52662"/>
                    <a:gd name="csY7" fmla="*/ 18136 h 29540"/>
                    <a:gd name="csX8" fmla="*/ 48735 w 52662"/>
                    <a:gd name="csY8" fmla="*/ 8561 h 29540"/>
                    <a:gd name="csX9" fmla="*/ 52027 w 52662"/>
                    <a:gd name="csY9" fmla="*/ 1838 h 29540"/>
                    <a:gd name="csX10" fmla="*/ 52685 w 52662"/>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29540">
                      <a:moveTo>
                        <a:pt x="22" y="412"/>
                      </a:moveTo>
                      <a:lnTo>
                        <a:pt x="681" y="1838"/>
                      </a:lnTo>
                      <a:lnTo>
                        <a:pt x="3972" y="8561"/>
                      </a:lnTo>
                      <a:lnTo>
                        <a:pt x="9567" y="18136"/>
                      </a:lnTo>
                      <a:lnTo>
                        <a:pt x="16809" y="26183"/>
                      </a:lnTo>
                      <a:lnTo>
                        <a:pt x="26354" y="29952"/>
                      </a:lnTo>
                      <a:lnTo>
                        <a:pt x="36009" y="26183"/>
                      </a:lnTo>
                      <a:lnTo>
                        <a:pt x="43140" y="18136"/>
                      </a:lnTo>
                      <a:lnTo>
                        <a:pt x="48735" y="8561"/>
                      </a:lnTo>
                      <a:lnTo>
                        <a:pt x="52027" y="1838"/>
                      </a:lnTo>
                      <a:lnTo>
                        <a:pt x="52685" y="412"/>
                      </a:lnTo>
                    </a:path>
                  </a:pathLst>
                </a:custGeom>
                <a:noFill/>
                <a:ln w="1644" cap="rnd">
                  <a:solidFill>
                    <a:srgbClr val="A52A2A"/>
                  </a:solidFill>
                  <a:prstDash val="solid"/>
                  <a:round/>
                </a:ln>
              </p:spPr>
              <p:txBody>
                <a:bodyPr/>
                <a:lstStyle/>
                <a:p>
                  <a:endParaRPr lang="zh-CN" altLang="en-US" sz="2190"/>
                </a:p>
              </p:txBody>
            </p:sp>
            <p:sp>
              <p:nvSpPr>
                <p:cNvPr id="1534" name="任意多边形: 形状 1533"/>
                <p:cNvSpPr/>
                <p:nvPr/>
              </p:nvSpPr>
              <p:spPr>
                <a:xfrm>
                  <a:off x="5976314" y="6201087"/>
                  <a:ext cx="118929" cy="29540"/>
                </a:xfrm>
                <a:custGeom>
                  <a:avLst/>
                  <a:gdLst>
                    <a:gd name="csX0" fmla="*/ 22 w 118929"/>
                    <a:gd name="csY0" fmla="*/ 412 h 29540"/>
                    <a:gd name="csX1" fmla="*/ 1449 w 118929"/>
                    <a:gd name="csY1" fmla="*/ 1838 h 29540"/>
                    <a:gd name="csX2" fmla="*/ 8799 w 118929"/>
                    <a:gd name="csY2" fmla="*/ 8357 h 29540"/>
                    <a:gd name="csX3" fmla="*/ 21087 w 118929"/>
                    <a:gd name="csY3" fmla="*/ 17728 h 29540"/>
                    <a:gd name="csX4" fmla="*/ 36886 w 118929"/>
                    <a:gd name="csY4" fmla="*/ 25877 h 29540"/>
                    <a:gd name="csX5" fmla="*/ 58061 w 118929"/>
                    <a:gd name="csY5" fmla="*/ 29850 h 29540"/>
                    <a:gd name="csX6" fmla="*/ 59487 w 118929"/>
                    <a:gd name="csY6" fmla="*/ 29952 h 29540"/>
                    <a:gd name="csX7" fmla="*/ 80881 w 118929"/>
                    <a:gd name="csY7" fmla="*/ 26285 h 29540"/>
                    <a:gd name="csX8" fmla="*/ 97009 w 118929"/>
                    <a:gd name="csY8" fmla="*/ 18339 h 29540"/>
                    <a:gd name="csX9" fmla="*/ 109516 w 118929"/>
                    <a:gd name="csY9" fmla="*/ 8968 h 29540"/>
                    <a:gd name="csX10" fmla="*/ 117197 w 118929"/>
                    <a:gd name="csY10" fmla="*/ 2041 h 29540"/>
                    <a:gd name="csX11" fmla="*/ 118952 w 118929"/>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8929" h="29540">
                      <a:moveTo>
                        <a:pt x="22" y="412"/>
                      </a:moveTo>
                      <a:lnTo>
                        <a:pt x="1449" y="1838"/>
                      </a:lnTo>
                      <a:lnTo>
                        <a:pt x="8799" y="8357"/>
                      </a:lnTo>
                      <a:lnTo>
                        <a:pt x="21087" y="17728"/>
                      </a:lnTo>
                      <a:lnTo>
                        <a:pt x="36886" y="25877"/>
                      </a:lnTo>
                      <a:lnTo>
                        <a:pt x="58061" y="29850"/>
                      </a:lnTo>
                      <a:lnTo>
                        <a:pt x="59487" y="29952"/>
                      </a:lnTo>
                      <a:lnTo>
                        <a:pt x="80881" y="26285"/>
                      </a:lnTo>
                      <a:lnTo>
                        <a:pt x="97009" y="18339"/>
                      </a:lnTo>
                      <a:lnTo>
                        <a:pt x="109516" y="8968"/>
                      </a:lnTo>
                      <a:lnTo>
                        <a:pt x="117197" y="2041"/>
                      </a:lnTo>
                      <a:lnTo>
                        <a:pt x="118952" y="412"/>
                      </a:lnTo>
                    </a:path>
                  </a:pathLst>
                </a:custGeom>
                <a:noFill/>
                <a:ln w="1644" cap="rnd">
                  <a:solidFill>
                    <a:srgbClr val="A52A2A"/>
                  </a:solidFill>
                  <a:prstDash val="solid"/>
                  <a:round/>
                </a:ln>
              </p:spPr>
              <p:txBody>
                <a:bodyPr/>
                <a:lstStyle/>
                <a:p>
                  <a:endParaRPr lang="zh-CN" altLang="en-US" sz="2190"/>
                </a:p>
              </p:txBody>
            </p:sp>
            <p:sp>
              <p:nvSpPr>
                <p:cNvPr id="1535" name="任意多边形: 形状 1534"/>
                <p:cNvSpPr/>
                <p:nvPr/>
              </p:nvSpPr>
              <p:spPr>
                <a:xfrm>
                  <a:off x="6105886" y="6201087"/>
                  <a:ext cx="18650" cy="29540"/>
                </a:xfrm>
                <a:custGeom>
                  <a:avLst/>
                  <a:gdLst>
                    <a:gd name="csX0" fmla="*/ 22 w 18650"/>
                    <a:gd name="csY0" fmla="*/ 412 h 29540"/>
                    <a:gd name="csX1" fmla="*/ 241 w 18650"/>
                    <a:gd name="csY1" fmla="*/ 1838 h 29540"/>
                    <a:gd name="csX2" fmla="*/ 1449 w 18650"/>
                    <a:gd name="csY2" fmla="*/ 8561 h 29540"/>
                    <a:gd name="csX3" fmla="*/ 3423 w 18650"/>
                    <a:gd name="csY3" fmla="*/ 18136 h 29540"/>
                    <a:gd name="csX4" fmla="*/ 5947 w 18650"/>
                    <a:gd name="csY4" fmla="*/ 26183 h 29540"/>
                    <a:gd name="csX5" fmla="*/ 9348 w 18650"/>
                    <a:gd name="csY5" fmla="*/ 29952 h 29540"/>
                    <a:gd name="csX6" fmla="*/ 12749 w 18650"/>
                    <a:gd name="csY6" fmla="*/ 26183 h 29540"/>
                    <a:gd name="csX7" fmla="*/ 15272 w 18650"/>
                    <a:gd name="csY7" fmla="*/ 18136 h 29540"/>
                    <a:gd name="csX8" fmla="*/ 17248 w 18650"/>
                    <a:gd name="csY8" fmla="*/ 8561 h 29540"/>
                    <a:gd name="csX9" fmla="*/ 18454 w 18650"/>
                    <a:gd name="csY9" fmla="*/ 1838 h 29540"/>
                    <a:gd name="csX10" fmla="*/ 18673 w 18650"/>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29540">
                      <a:moveTo>
                        <a:pt x="22" y="412"/>
                      </a:moveTo>
                      <a:lnTo>
                        <a:pt x="241" y="1838"/>
                      </a:lnTo>
                      <a:lnTo>
                        <a:pt x="1449" y="8561"/>
                      </a:lnTo>
                      <a:lnTo>
                        <a:pt x="3423" y="18136"/>
                      </a:lnTo>
                      <a:lnTo>
                        <a:pt x="5947" y="26183"/>
                      </a:lnTo>
                      <a:lnTo>
                        <a:pt x="9348" y="29952"/>
                      </a:lnTo>
                      <a:lnTo>
                        <a:pt x="12749" y="26183"/>
                      </a:lnTo>
                      <a:lnTo>
                        <a:pt x="15272" y="18136"/>
                      </a:lnTo>
                      <a:lnTo>
                        <a:pt x="17248" y="8561"/>
                      </a:lnTo>
                      <a:lnTo>
                        <a:pt x="18454" y="1838"/>
                      </a:lnTo>
                      <a:lnTo>
                        <a:pt x="18673" y="412"/>
                      </a:lnTo>
                    </a:path>
                  </a:pathLst>
                </a:custGeom>
                <a:noFill/>
                <a:ln w="1644" cap="rnd">
                  <a:solidFill>
                    <a:srgbClr val="A52A2A"/>
                  </a:solidFill>
                  <a:prstDash val="solid"/>
                  <a:round/>
                </a:ln>
              </p:spPr>
              <p:txBody>
                <a:bodyPr/>
                <a:lstStyle/>
                <a:p>
                  <a:endParaRPr lang="zh-CN" altLang="en-US" sz="2190"/>
                </a:p>
              </p:txBody>
            </p:sp>
            <p:sp>
              <p:nvSpPr>
                <p:cNvPr id="1537" name="任意多边形: 形状 1536"/>
                <p:cNvSpPr/>
                <p:nvPr/>
              </p:nvSpPr>
              <p:spPr>
                <a:xfrm>
                  <a:off x="6131230" y="6201087"/>
                  <a:ext cx="174992" cy="29540"/>
                </a:xfrm>
                <a:custGeom>
                  <a:avLst/>
                  <a:gdLst>
                    <a:gd name="csX0" fmla="*/ 22 w 174992"/>
                    <a:gd name="csY0" fmla="*/ 412 h 29540"/>
                    <a:gd name="csX1" fmla="*/ 1449 w 174992"/>
                    <a:gd name="csY1" fmla="*/ 1328 h 29540"/>
                    <a:gd name="csX2" fmla="*/ 8799 w 174992"/>
                    <a:gd name="csY2" fmla="*/ 5912 h 29540"/>
                    <a:gd name="csX3" fmla="*/ 22294 w 174992"/>
                    <a:gd name="csY3" fmla="*/ 13552 h 29540"/>
                    <a:gd name="csX4" fmla="*/ 39739 w 174992"/>
                    <a:gd name="csY4" fmla="*/ 21395 h 29540"/>
                    <a:gd name="csX5" fmla="*/ 61462 w 174992"/>
                    <a:gd name="csY5" fmla="*/ 27405 h 29540"/>
                    <a:gd name="csX6" fmla="*/ 87464 w 174992"/>
                    <a:gd name="csY6" fmla="*/ 29952 h 29540"/>
                    <a:gd name="csX7" fmla="*/ 114892 w 174992"/>
                    <a:gd name="csY7" fmla="*/ 27201 h 29540"/>
                    <a:gd name="csX8" fmla="*/ 136287 w 174992"/>
                    <a:gd name="csY8" fmla="*/ 20988 h 29540"/>
                    <a:gd name="csX9" fmla="*/ 153622 w 174992"/>
                    <a:gd name="csY9" fmla="*/ 13144 h 29540"/>
                    <a:gd name="csX10" fmla="*/ 166897 w 174992"/>
                    <a:gd name="csY10" fmla="*/ 5606 h 29540"/>
                    <a:gd name="csX11" fmla="*/ 173918 w 174992"/>
                    <a:gd name="csY11" fmla="*/ 1226 h 29540"/>
                    <a:gd name="csX12" fmla="*/ 175015 w 174992"/>
                    <a:gd name="csY12"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4992" h="29540">
                      <a:moveTo>
                        <a:pt x="22" y="412"/>
                      </a:moveTo>
                      <a:lnTo>
                        <a:pt x="1449" y="1328"/>
                      </a:lnTo>
                      <a:lnTo>
                        <a:pt x="8799" y="5912"/>
                      </a:lnTo>
                      <a:lnTo>
                        <a:pt x="22294" y="13552"/>
                      </a:lnTo>
                      <a:lnTo>
                        <a:pt x="39739" y="21395"/>
                      </a:lnTo>
                      <a:lnTo>
                        <a:pt x="61462" y="27405"/>
                      </a:lnTo>
                      <a:lnTo>
                        <a:pt x="87464" y="29952"/>
                      </a:lnTo>
                      <a:lnTo>
                        <a:pt x="114892" y="27201"/>
                      </a:lnTo>
                      <a:lnTo>
                        <a:pt x="136287" y="20988"/>
                      </a:lnTo>
                      <a:lnTo>
                        <a:pt x="153622" y="13144"/>
                      </a:lnTo>
                      <a:lnTo>
                        <a:pt x="166897" y="5606"/>
                      </a:lnTo>
                      <a:lnTo>
                        <a:pt x="173918" y="1226"/>
                      </a:lnTo>
                      <a:lnTo>
                        <a:pt x="175015" y="412"/>
                      </a:lnTo>
                    </a:path>
                  </a:pathLst>
                </a:custGeom>
                <a:noFill/>
                <a:ln w="1644" cap="rnd">
                  <a:solidFill>
                    <a:srgbClr val="A52A2A"/>
                  </a:solidFill>
                  <a:prstDash val="solid"/>
                  <a:round/>
                </a:ln>
              </p:spPr>
              <p:txBody>
                <a:bodyPr/>
                <a:lstStyle/>
                <a:p>
                  <a:endParaRPr lang="zh-CN" altLang="en-US" sz="2190"/>
                </a:p>
              </p:txBody>
            </p:sp>
            <p:sp>
              <p:nvSpPr>
                <p:cNvPr id="1538" name="任意多边形: 形状 1537"/>
                <p:cNvSpPr/>
                <p:nvPr/>
              </p:nvSpPr>
              <p:spPr>
                <a:xfrm>
                  <a:off x="6311489" y="6201087"/>
                  <a:ext cx="83163" cy="29540"/>
                </a:xfrm>
                <a:custGeom>
                  <a:avLst/>
                  <a:gdLst>
                    <a:gd name="csX0" fmla="*/ 22 w 83163"/>
                    <a:gd name="csY0" fmla="*/ 412 h 29540"/>
                    <a:gd name="csX1" fmla="*/ 1119 w 83163"/>
                    <a:gd name="csY1" fmla="*/ 1838 h 29540"/>
                    <a:gd name="csX2" fmla="*/ 6386 w 83163"/>
                    <a:gd name="csY2" fmla="*/ 8561 h 29540"/>
                    <a:gd name="csX3" fmla="*/ 15163 w 83163"/>
                    <a:gd name="csY3" fmla="*/ 18136 h 29540"/>
                    <a:gd name="csX4" fmla="*/ 26463 w 83163"/>
                    <a:gd name="csY4" fmla="*/ 26183 h 29540"/>
                    <a:gd name="csX5" fmla="*/ 41604 w 83163"/>
                    <a:gd name="csY5" fmla="*/ 29952 h 29540"/>
                    <a:gd name="csX6" fmla="*/ 56744 w 83163"/>
                    <a:gd name="csY6" fmla="*/ 26183 h 29540"/>
                    <a:gd name="csX7" fmla="*/ 68154 w 83163"/>
                    <a:gd name="csY7" fmla="*/ 18136 h 29540"/>
                    <a:gd name="csX8" fmla="*/ 76932 w 83163"/>
                    <a:gd name="csY8" fmla="*/ 8561 h 29540"/>
                    <a:gd name="csX9" fmla="*/ 82198 w 83163"/>
                    <a:gd name="csY9" fmla="*/ 1838 h 29540"/>
                    <a:gd name="csX10" fmla="*/ 83186 w 83163"/>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29540">
                      <a:moveTo>
                        <a:pt x="22" y="412"/>
                      </a:moveTo>
                      <a:lnTo>
                        <a:pt x="1119" y="1838"/>
                      </a:lnTo>
                      <a:lnTo>
                        <a:pt x="6386" y="8561"/>
                      </a:lnTo>
                      <a:lnTo>
                        <a:pt x="15163" y="18136"/>
                      </a:lnTo>
                      <a:lnTo>
                        <a:pt x="26463" y="26183"/>
                      </a:lnTo>
                      <a:lnTo>
                        <a:pt x="41604" y="29952"/>
                      </a:lnTo>
                      <a:lnTo>
                        <a:pt x="56744" y="26183"/>
                      </a:lnTo>
                      <a:lnTo>
                        <a:pt x="68154" y="18136"/>
                      </a:lnTo>
                      <a:lnTo>
                        <a:pt x="76932" y="8561"/>
                      </a:lnTo>
                      <a:lnTo>
                        <a:pt x="82198" y="1838"/>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79" name="图形 2"/>
              <p:cNvGrpSpPr/>
              <p:nvPr/>
            </p:nvGrpSpPr>
            <p:grpSpPr>
              <a:xfrm>
                <a:off x="166716" y="6707728"/>
                <a:ext cx="289823" cy="631727"/>
                <a:chOff x="166716" y="6707728"/>
                <a:chExt cx="289823" cy="631727"/>
              </a:xfrm>
            </p:grpSpPr>
            <p:sp>
              <p:nvSpPr>
                <p:cNvPr id="1482" name="任意多边形: 形状 1481"/>
                <p:cNvSpPr/>
                <p:nvPr/>
              </p:nvSpPr>
              <p:spPr>
                <a:xfrm>
                  <a:off x="373783" y="6726905"/>
                  <a:ext cx="10962" cy="576545"/>
                </a:xfrm>
                <a:custGeom>
                  <a:avLst/>
                  <a:gdLst>
                    <a:gd name="csX0" fmla="*/ 22 w 10962"/>
                    <a:gd name="csY0" fmla="*/ 412 h 576545"/>
                    <a:gd name="csX1" fmla="*/ 22 w 10962"/>
                    <a:gd name="csY1" fmla="*/ 412 h 576545"/>
                    <a:gd name="csX2" fmla="*/ 22 w 10962"/>
                    <a:gd name="csY2" fmla="*/ 576958 h 576545"/>
                    <a:gd name="csX3" fmla="*/ 22 w 10962"/>
                    <a:gd name="csY3" fmla="*/ 576958 h 576545"/>
                  </a:gdLst>
                  <a:ahLst/>
                  <a:cxnLst>
                    <a:cxn ang="0">
                      <a:pos x="csX0" y="csY0"/>
                    </a:cxn>
                    <a:cxn ang="0">
                      <a:pos x="csX1" y="csY1"/>
                    </a:cxn>
                    <a:cxn ang="0">
                      <a:pos x="csX2" y="csY2"/>
                    </a:cxn>
                    <a:cxn ang="0">
                      <a:pos x="csX3" y="csY3"/>
                    </a:cxn>
                  </a:cxnLst>
                  <a:rect l="l" t="t" r="r" b="b"/>
                  <a:pathLst>
                    <a:path w="10962" h="576545">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483" name="任意多边形: 形状 1482"/>
                <p:cNvSpPr/>
                <p:nvPr/>
              </p:nvSpPr>
              <p:spPr>
                <a:xfrm>
                  <a:off x="373783" y="6726905"/>
                  <a:ext cx="10962" cy="576545"/>
                </a:xfrm>
                <a:custGeom>
                  <a:avLst/>
                  <a:gdLst>
                    <a:gd name="csX0" fmla="*/ 22 w 10962"/>
                    <a:gd name="csY0" fmla="*/ 412 h 576545"/>
                    <a:gd name="csX1" fmla="*/ 22 w 10962"/>
                    <a:gd name="csY1" fmla="*/ 412 h 576545"/>
                    <a:gd name="csX2" fmla="*/ 22 w 10962"/>
                    <a:gd name="csY2" fmla="*/ 576958 h 576545"/>
                    <a:gd name="csX3" fmla="*/ 22 w 10962"/>
                    <a:gd name="csY3" fmla="*/ 576958 h 576545"/>
                  </a:gdLst>
                  <a:ahLst/>
                  <a:cxnLst>
                    <a:cxn ang="0">
                      <a:pos x="csX0" y="csY0"/>
                    </a:cxn>
                    <a:cxn ang="0">
                      <a:pos x="csX1" y="csY1"/>
                    </a:cxn>
                    <a:cxn ang="0">
                      <a:pos x="csX2" y="csY2"/>
                    </a:cxn>
                    <a:cxn ang="0">
                      <a:pos x="csX3" y="csY3"/>
                    </a:cxn>
                  </a:cxnLst>
                  <a:rect l="l" t="t" r="r" b="b"/>
                  <a:pathLst>
                    <a:path w="10962" h="576545">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485" name="任意多边形: 形状 1484"/>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path>
                  </a:pathLst>
                </a:custGeom>
                <a:noFill/>
                <a:ln w="8220" cap="rnd">
                  <a:solidFill>
                    <a:srgbClr val="000000"/>
                  </a:solidFill>
                  <a:prstDash val="solid"/>
                  <a:round/>
                </a:ln>
              </p:spPr>
              <p:txBody>
                <a:bodyPr/>
                <a:lstStyle/>
                <a:p>
                  <a:endParaRPr lang="zh-CN" altLang="en-US" sz="2190"/>
                </a:p>
              </p:txBody>
            </p:sp>
            <p:sp>
              <p:nvSpPr>
                <p:cNvPr id="1486" name="任意多边形: 形状 1485"/>
                <p:cNvSpPr/>
                <p:nvPr/>
              </p:nvSpPr>
              <p:spPr>
                <a:xfrm>
                  <a:off x="354034" y="7230110"/>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7" name="任意多边形: 形状 1486"/>
                <p:cNvSpPr/>
                <p:nvPr/>
              </p:nvSpPr>
              <p:spPr>
                <a:xfrm>
                  <a:off x="354034" y="7122644"/>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8" name="任意多边形: 形状 1487"/>
                <p:cNvSpPr/>
                <p:nvPr/>
              </p:nvSpPr>
              <p:spPr>
                <a:xfrm>
                  <a:off x="354034" y="701517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9" name="任意多边形: 形状 1488"/>
                <p:cNvSpPr/>
                <p:nvPr/>
              </p:nvSpPr>
              <p:spPr>
                <a:xfrm>
                  <a:off x="354034" y="690771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90" name="任意多边形: 形状 1489"/>
                <p:cNvSpPr/>
                <p:nvPr/>
              </p:nvSpPr>
              <p:spPr>
                <a:xfrm>
                  <a:off x="354034" y="6800247"/>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91" name="文本框 1490"/>
                <p:cNvSpPr txBox="1"/>
                <p:nvPr/>
              </p:nvSpPr>
              <p:spPr>
                <a:xfrm>
                  <a:off x="183191" y="7137591"/>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493" name="文本框 1492"/>
                <p:cNvSpPr txBox="1"/>
                <p:nvPr/>
              </p:nvSpPr>
              <p:spPr>
                <a:xfrm>
                  <a:off x="166716" y="6922659"/>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494" name="文本框 1493"/>
                <p:cNvSpPr txBox="1"/>
                <p:nvPr/>
              </p:nvSpPr>
              <p:spPr>
                <a:xfrm>
                  <a:off x="166716" y="6707728"/>
                  <a:ext cx="289823"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20</a:t>
                  </a:r>
                </a:p>
              </p:txBody>
            </p:sp>
            <p:sp>
              <p:nvSpPr>
                <p:cNvPr id="1495" name="任意多边形: 形状 1494"/>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solidFill>
                  <a:srgbClr val="000000"/>
                </a:solidFill>
                <a:ln w="10959" cap="flat">
                  <a:noFill/>
                  <a:prstDash val="solid"/>
                  <a:miter/>
                </a:ln>
              </p:spPr>
              <p:txBody>
                <a:bodyPr/>
                <a:lstStyle/>
                <a:p>
                  <a:endParaRPr lang="zh-CN" altLang="en-US" sz="2190"/>
                </a:p>
              </p:txBody>
            </p:sp>
            <p:sp>
              <p:nvSpPr>
                <p:cNvPr id="1496" name="任意多边形: 形状 1495"/>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0" name="图形 2"/>
              <p:cNvGrpSpPr/>
              <p:nvPr/>
            </p:nvGrpSpPr>
            <p:grpSpPr>
              <a:xfrm>
                <a:off x="967663" y="6777633"/>
                <a:ext cx="5426989" cy="413157"/>
                <a:chOff x="967663" y="6777633"/>
                <a:chExt cx="5426989" cy="413157"/>
              </a:xfrm>
              <a:noFill/>
            </p:grpSpPr>
            <p:sp>
              <p:nvSpPr>
                <p:cNvPr id="1259" name="任意多边形: 形状 1258"/>
                <p:cNvSpPr/>
                <p:nvPr/>
              </p:nvSpPr>
              <p:spPr>
                <a:xfrm>
                  <a:off x="967663" y="6777633"/>
                  <a:ext cx="303358" cy="25873"/>
                </a:xfrm>
                <a:custGeom>
                  <a:avLst/>
                  <a:gdLst>
                    <a:gd name="csX0" fmla="*/ 22 w 303358"/>
                    <a:gd name="csY0" fmla="*/ 412 h 25873"/>
                    <a:gd name="csX1" fmla="*/ 1229 w 303358"/>
                    <a:gd name="csY1" fmla="*/ 819 h 25873"/>
                    <a:gd name="csX2" fmla="*/ 7921 w 303358"/>
                    <a:gd name="csY2" fmla="*/ 2958 h 25873"/>
                    <a:gd name="csX3" fmla="*/ 21965 w 303358"/>
                    <a:gd name="csY3" fmla="*/ 7338 h 25873"/>
                    <a:gd name="csX4" fmla="*/ 41603 w 303358"/>
                    <a:gd name="csY4" fmla="*/ 12635 h 25873"/>
                    <a:gd name="csX5" fmla="*/ 65082 w 303358"/>
                    <a:gd name="csY5" fmla="*/ 18034 h 25873"/>
                    <a:gd name="csX6" fmla="*/ 92730 w 303358"/>
                    <a:gd name="csY6" fmla="*/ 22516 h 25873"/>
                    <a:gd name="csX7" fmla="*/ 126412 w 303358"/>
                    <a:gd name="csY7" fmla="*/ 25572 h 25873"/>
                    <a:gd name="csX8" fmla="*/ 151646 w 303358"/>
                    <a:gd name="csY8" fmla="*/ 26285 h 25873"/>
                    <a:gd name="csX9" fmla="*/ 189388 w 303358"/>
                    <a:gd name="csY9" fmla="*/ 24757 h 25873"/>
                    <a:gd name="csX10" fmla="*/ 220766 w 303358"/>
                    <a:gd name="csY10" fmla="*/ 21090 h 25873"/>
                    <a:gd name="csX11" fmla="*/ 246768 w 303358"/>
                    <a:gd name="csY11" fmla="*/ 16200 h 25873"/>
                    <a:gd name="csX12" fmla="*/ 269040 w 303358"/>
                    <a:gd name="csY12" fmla="*/ 10802 h 25873"/>
                    <a:gd name="csX13" fmla="*/ 287033 w 303358"/>
                    <a:gd name="csY13" fmla="*/ 5607 h 25873"/>
                    <a:gd name="csX14" fmla="*/ 298553 w 303358"/>
                    <a:gd name="csY14" fmla="*/ 1940 h 25873"/>
                    <a:gd name="csX15" fmla="*/ 303051 w 303358"/>
                    <a:gd name="csY15" fmla="*/ 514 h 25873"/>
                    <a:gd name="csX16" fmla="*/ 303380 w 303358"/>
                    <a:gd name="csY16"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03358" h="25873">
                      <a:moveTo>
                        <a:pt x="22" y="412"/>
                      </a:moveTo>
                      <a:lnTo>
                        <a:pt x="1229" y="819"/>
                      </a:lnTo>
                      <a:lnTo>
                        <a:pt x="7921" y="2958"/>
                      </a:lnTo>
                      <a:lnTo>
                        <a:pt x="21965" y="7338"/>
                      </a:lnTo>
                      <a:lnTo>
                        <a:pt x="41603" y="12635"/>
                      </a:lnTo>
                      <a:lnTo>
                        <a:pt x="65082" y="18034"/>
                      </a:lnTo>
                      <a:lnTo>
                        <a:pt x="92730" y="22516"/>
                      </a:lnTo>
                      <a:lnTo>
                        <a:pt x="126412" y="25572"/>
                      </a:lnTo>
                      <a:lnTo>
                        <a:pt x="151646" y="26285"/>
                      </a:lnTo>
                      <a:lnTo>
                        <a:pt x="189388" y="24757"/>
                      </a:lnTo>
                      <a:lnTo>
                        <a:pt x="220766" y="21090"/>
                      </a:lnTo>
                      <a:lnTo>
                        <a:pt x="246768" y="16200"/>
                      </a:lnTo>
                      <a:lnTo>
                        <a:pt x="269040" y="10802"/>
                      </a:lnTo>
                      <a:lnTo>
                        <a:pt x="287033" y="5607"/>
                      </a:lnTo>
                      <a:lnTo>
                        <a:pt x="298553" y="1940"/>
                      </a:lnTo>
                      <a:lnTo>
                        <a:pt x="303051" y="514"/>
                      </a:lnTo>
                      <a:lnTo>
                        <a:pt x="303380" y="412"/>
                      </a:lnTo>
                    </a:path>
                  </a:pathLst>
                </a:custGeom>
                <a:noFill/>
                <a:ln w="8220" cap="rnd">
                  <a:solidFill>
                    <a:srgbClr val="A52A2A"/>
                  </a:solidFill>
                  <a:prstDash val="solid"/>
                  <a:round/>
                </a:ln>
              </p:spPr>
              <p:txBody>
                <a:bodyPr/>
                <a:lstStyle/>
                <a:p>
                  <a:endParaRPr lang="zh-CN" altLang="en-US" sz="2190"/>
                </a:p>
              </p:txBody>
            </p:sp>
            <p:sp>
              <p:nvSpPr>
                <p:cNvPr id="1260" name="任意多边形: 形状 1259"/>
                <p:cNvSpPr/>
                <p:nvPr/>
              </p:nvSpPr>
              <p:spPr>
                <a:xfrm>
                  <a:off x="967663" y="6777633"/>
                  <a:ext cx="1119738" cy="51644"/>
                </a:xfrm>
                <a:custGeom>
                  <a:avLst/>
                  <a:gdLst>
                    <a:gd name="csX0" fmla="*/ 22 w 1119738"/>
                    <a:gd name="csY0" fmla="*/ 412 h 51644"/>
                    <a:gd name="csX1" fmla="*/ 680 w 1119738"/>
                    <a:gd name="csY1" fmla="*/ 514 h 51644"/>
                    <a:gd name="csX2" fmla="*/ 4959 w 1119738"/>
                    <a:gd name="csY2" fmla="*/ 1328 h 51644"/>
                    <a:gd name="csX3" fmla="*/ 15272 w 1119738"/>
                    <a:gd name="csY3" fmla="*/ 3162 h 51644"/>
                    <a:gd name="csX4" fmla="*/ 33156 w 1119738"/>
                    <a:gd name="csY4" fmla="*/ 6218 h 51644"/>
                    <a:gd name="csX5" fmla="*/ 58499 w 1119738"/>
                    <a:gd name="csY5" fmla="*/ 10496 h 51644"/>
                    <a:gd name="csX6" fmla="*/ 90426 w 1119738"/>
                    <a:gd name="csY6" fmla="*/ 15589 h 51644"/>
                    <a:gd name="csX7" fmla="*/ 127619 w 1119738"/>
                    <a:gd name="csY7" fmla="*/ 21192 h 51644"/>
                    <a:gd name="csX8" fmla="*/ 168981 w 1119738"/>
                    <a:gd name="csY8" fmla="*/ 26998 h 51644"/>
                    <a:gd name="csX9" fmla="*/ 213964 w 1119738"/>
                    <a:gd name="csY9" fmla="*/ 32702 h 51644"/>
                    <a:gd name="csX10" fmla="*/ 262677 w 1119738"/>
                    <a:gd name="csY10" fmla="*/ 37897 h 51644"/>
                    <a:gd name="csX11" fmla="*/ 315778 w 1119738"/>
                    <a:gd name="csY11" fmla="*/ 42685 h 51644"/>
                    <a:gd name="csX12" fmla="*/ 374694 w 1119738"/>
                    <a:gd name="csY12" fmla="*/ 46760 h 51644"/>
                    <a:gd name="csX13" fmla="*/ 440413 w 1119738"/>
                    <a:gd name="csY13" fmla="*/ 49815 h 51644"/>
                    <a:gd name="csX14" fmla="*/ 512934 w 1119738"/>
                    <a:gd name="csY14" fmla="*/ 51751 h 51644"/>
                    <a:gd name="csX15" fmla="*/ 559891 w 1119738"/>
                    <a:gd name="csY15" fmla="*/ 52056 h 51644"/>
                    <a:gd name="csX16" fmla="*/ 635264 w 1119738"/>
                    <a:gd name="csY16" fmla="*/ 51140 h 51644"/>
                    <a:gd name="csX17" fmla="*/ 705262 w 1119738"/>
                    <a:gd name="csY17" fmla="*/ 48797 h 51644"/>
                    <a:gd name="csX18" fmla="*/ 768347 w 1119738"/>
                    <a:gd name="csY18" fmla="*/ 45231 h 51644"/>
                    <a:gd name="csX19" fmla="*/ 824850 w 1119738"/>
                    <a:gd name="csY19" fmla="*/ 40953 h 51644"/>
                    <a:gd name="csX20" fmla="*/ 876196 w 1119738"/>
                    <a:gd name="csY20" fmla="*/ 35962 h 51644"/>
                    <a:gd name="csX21" fmla="*/ 923373 w 1119738"/>
                    <a:gd name="csY21" fmla="*/ 30563 h 51644"/>
                    <a:gd name="csX22" fmla="*/ 967039 w 1119738"/>
                    <a:gd name="csY22" fmla="*/ 24859 h 51644"/>
                    <a:gd name="csX23" fmla="*/ 1006975 w 1119738"/>
                    <a:gd name="csY23" fmla="*/ 19053 h 51644"/>
                    <a:gd name="csX24" fmla="*/ 1042302 w 1119738"/>
                    <a:gd name="csY24" fmla="*/ 13552 h 51644"/>
                    <a:gd name="csX25" fmla="*/ 1071925 w 1119738"/>
                    <a:gd name="csY25" fmla="*/ 8764 h 51644"/>
                    <a:gd name="csX26" fmla="*/ 1094416 w 1119738"/>
                    <a:gd name="csY26" fmla="*/ 4894 h 51644"/>
                    <a:gd name="csX27" fmla="*/ 1109338 w 1119738"/>
                    <a:gd name="csY27" fmla="*/ 2347 h 51644"/>
                    <a:gd name="csX28" fmla="*/ 1117127 w 1119738"/>
                    <a:gd name="csY28" fmla="*/ 921 h 51644"/>
                    <a:gd name="csX29" fmla="*/ 1119651 w 1119738"/>
                    <a:gd name="csY29" fmla="*/ 412 h 51644"/>
                    <a:gd name="csX30" fmla="*/ 1119760 w 1119738"/>
                    <a:gd name="csY3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51644">
                      <a:moveTo>
                        <a:pt x="22" y="412"/>
                      </a:moveTo>
                      <a:lnTo>
                        <a:pt x="680" y="514"/>
                      </a:lnTo>
                      <a:lnTo>
                        <a:pt x="4959" y="1328"/>
                      </a:lnTo>
                      <a:lnTo>
                        <a:pt x="15272" y="3162"/>
                      </a:lnTo>
                      <a:lnTo>
                        <a:pt x="33156" y="6218"/>
                      </a:lnTo>
                      <a:lnTo>
                        <a:pt x="58499" y="10496"/>
                      </a:lnTo>
                      <a:lnTo>
                        <a:pt x="90426" y="15589"/>
                      </a:lnTo>
                      <a:lnTo>
                        <a:pt x="127619" y="21192"/>
                      </a:lnTo>
                      <a:lnTo>
                        <a:pt x="168981" y="26998"/>
                      </a:lnTo>
                      <a:lnTo>
                        <a:pt x="213964" y="32702"/>
                      </a:lnTo>
                      <a:lnTo>
                        <a:pt x="262677" y="37897"/>
                      </a:lnTo>
                      <a:lnTo>
                        <a:pt x="315778" y="42685"/>
                      </a:lnTo>
                      <a:lnTo>
                        <a:pt x="374694" y="46760"/>
                      </a:lnTo>
                      <a:lnTo>
                        <a:pt x="440413" y="49815"/>
                      </a:lnTo>
                      <a:lnTo>
                        <a:pt x="512934" y="51751"/>
                      </a:lnTo>
                      <a:lnTo>
                        <a:pt x="559891" y="52056"/>
                      </a:lnTo>
                      <a:lnTo>
                        <a:pt x="635264" y="51140"/>
                      </a:lnTo>
                      <a:lnTo>
                        <a:pt x="705262" y="48797"/>
                      </a:lnTo>
                      <a:lnTo>
                        <a:pt x="768347" y="45231"/>
                      </a:lnTo>
                      <a:lnTo>
                        <a:pt x="824850" y="40953"/>
                      </a:lnTo>
                      <a:lnTo>
                        <a:pt x="876196" y="35962"/>
                      </a:lnTo>
                      <a:lnTo>
                        <a:pt x="923373" y="30563"/>
                      </a:lnTo>
                      <a:lnTo>
                        <a:pt x="967039" y="24859"/>
                      </a:lnTo>
                      <a:lnTo>
                        <a:pt x="1006975" y="19053"/>
                      </a:lnTo>
                      <a:lnTo>
                        <a:pt x="1042302" y="13552"/>
                      </a:lnTo>
                      <a:lnTo>
                        <a:pt x="1071925" y="8764"/>
                      </a:lnTo>
                      <a:lnTo>
                        <a:pt x="1094416" y="4894"/>
                      </a:lnTo>
                      <a:lnTo>
                        <a:pt x="1109338" y="2347"/>
                      </a:lnTo>
                      <a:lnTo>
                        <a:pt x="1117127" y="921"/>
                      </a:lnTo>
                      <a:lnTo>
                        <a:pt x="1119651" y="412"/>
                      </a:lnTo>
                      <a:lnTo>
                        <a:pt x="1119760" y="412"/>
                      </a:lnTo>
                    </a:path>
                  </a:pathLst>
                </a:custGeom>
                <a:noFill/>
                <a:ln w="6028" cap="rnd">
                  <a:solidFill>
                    <a:srgbClr val="A52A2A"/>
                  </a:solidFill>
                  <a:prstDash val="solid"/>
                  <a:round/>
                </a:ln>
              </p:spPr>
              <p:txBody>
                <a:bodyPr/>
                <a:lstStyle/>
                <a:p>
                  <a:endParaRPr lang="zh-CN" altLang="en-US" sz="2190"/>
                </a:p>
              </p:txBody>
            </p:sp>
            <p:sp>
              <p:nvSpPr>
                <p:cNvPr id="1261" name="任意多边形: 形状 1260"/>
                <p:cNvSpPr/>
                <p:nvPr/>
              </p:nvSpPr>
              <p:spPr>
                <a:xfrm>
                  <a:off x="967663" y="6777633"/>
                  <a:ext cx="2851788" cy="77518"/>
                </a:xfrm>
                <a:custGeom>
                  <a:avLst/>
                  <a:gdLst>
                    <a:gd name="csX0" fmla="*/ 22 w 2851788"/>
                    <a:gd name="csY0" fmla="*/ 412 h 77518"/>
                    <a:gd name="csX1" fmla="*/ 461 w 2851788"/>
                    <a:gd name="csY1" fmla="*/ 514 h 77518"/>
                    <a:gd name="csX2" fmla="*/ 3313 w 2851788"/>
                    <a:gd name="csY2" fmla="*/ 819 h 77518"/>
                    <a:gd name="csX3" fmla="*/ 10555 w 2851788"/>
                    <a:gd name="csY3" fmla="*/ 1532 h 77518"/>
                    <a:gd name="csX4" fmla="*/ 23830 w 2851788"/>
                    <a:gd name="csY4" fmla="*/ 2958 h 77518"/>
                    <a:gd name="csX5" fmla="*/ 44017 w 2851788"/>
                    <a:gd name="csY5" fmla="*/ 4996 h 77518"/>
                    <a:gd name="csX6" fmla="*/ 71885 w 2851788"/>
                    <a:gd name="csY6" fmla="*/ 7848 h 77518"/>
                    <a:gd name="csX7" fmla="*/ 107542 w 2851788"/>
                    <a:gd name="csY7" fmla="*/ 11413 h 77518"/>
                    <a:gd name="csX8" fmla="*/ 150330 w 2851788"/>
                    <a:gd name="csY8" fmla="*/ 15691 h 77518"/>
                    <a:gd name="csX9" fmla="*/ 199811 w 2851788"/>
                    <a:gd name="csY9" fmla="*/ 20377 h 77518"/>
                    <a:gd name="csX10" fmla="*/ 255106 w 2851788"/>
                    <a:gd name="csY10" fmla="*/ 25470 h 77518"/>
                    <a:gd name="csX11" fmla="*/ 315339 w 2851788"/>
                    <a:gd name="csY11" fmla="*/ 30767 h 77518"/>
                    <a:gd name="csX12" fmla="*/ 379851 w 2851788"/>
                    <a:gd name="csY12" fmla="*/ 36268 h 77518"/>
                    <a:gd name="csX13" fmla="*/ 447983 w 2851788"/>
                    <a:gd name="csY13" fmla="*/ 41666 h 77518"/>
                    <a:gd name="csX14" fmla="*/ 519736 w 2851788"/>
                    <a:gd name="csY14" fmla="*/ 46963 h 77518"/>
                    <a:gd name="csX15" fmla="*/ 595000 w 2851788"/>
                    <a:gd name="csY15" fmla="*/ 52158 h 77518"/>
                    <a:gd name="csX16" fmla="*/ 674323 w 2851788"/>
                    <a:gd name="csY16" fmla="*/ 57047 h 77518"/>
                    <a:gd name="csX17" fmla="*/ 758144 w 2851788"/>
                    <a:gd name="csY17" fmla="*/ 61530 h 77518"/>
                    <a:gd name="csX18" fmla="*/ 847232 w 2851788"/>
                    <a:gd name="csY18" fmla="*/ 65706 h 77518"/>
                    <a:gd name="csX19" fmla="*/ 942463 w 2851788"/>
                    <a:gd name="csY19" fmla="*/ 69475 h 77518"/>
                    <a:gd name="csX20" fmla="*/ 1044497 w 2851788"/>
                    <a:gd name="csY20" fmla="*/ 72633 h 77518"/>
                    <a:gd name="csX21" fmla="*/ 1153662 w 2851788"/>
                    <a:gd name="csY21" fmla="*/ 75179 h 77518"/>
                    <a:gd name="csX22" fmla="*/ 1269629 w 2851788"/>
                    <a:gd name="csY22" fmla="*/ 77013 h 77518"/>
                    <a:gd name="csX23" fmla="*/ 1390424 w 2851788"/>
                    <a:gd name="csY23" fmla="*/ 77828 h 77518"/>
                    <a:gd name="csX24" fmla="*/ 1425862 w 2851788"/>
                    <a:gd name="csY24" fmla="*/ 77930 h 77518"/>
                    <a:gd name="csX25" fmla="*/ 1547534 w 2851788"/>
                    <a:gd name="csY25" fmla="*/ 77319 h 77518"/>
                    <a:gd name="csX26" fmla="*/ 1665147 w 2851788"/>
                    <a:gd name="csY26" fmla="*/ 75790 h 77518"/>
                    <a:gd name="csX27" fmla="*/ 1776397 w 2851788"/>
                    <a:gd name="csY27" fmla="*/ 73448 h 77518"/>
                    <a:gd name="csX28" fmla="*/ 1880515 w 2851788"/>
                    <a:gd name="csY28" fmla="*/ 70494 h 77518"/>
                    <a:gd name="csX29" fmla="*/ 1977612 w 2851788"/>
                    <a:gd name="csY29" fmla="*/ 66827 h 77518"/>
                    <a:gd name="csX30" fmla="*/ 2068455 w 2851788"/>
                    <a:gd name="csY30" fmla="*/ 62854 h 77518"/>
                    <a:gd name="csX31" fmla="*/ 2153702 w 2851788"/>
                    <a:gd name="csY31" fmla="*/ 58372 h 77518"/>
                    <a:gd name="csX32" fmla="*/ 2234123 w 2851788"/>
                    <a:gd name="csY32" fmla="*/ 53584 h 77518"/>
                    <a:gd name="csX33" fmla="*/ 2310593 w 2851788"/>
                    <a:gd name="csY33" fmla="*/ 48491 h 77518"/>
                    <a:gd name="csX34" fmla="*/ 2383333 w 2851788"/>
                    <a:gd name="csY34" fmla="*/ 43194 h 77518"/>
                    <a:gd name="csX35" fmla="*/ 2452563 w 2851788"/>
                    <a:gd name="csY35" fmla="*/ 37796 h 77518"/>
                    <a:gd name="csX36" fmla="*/ 2518171 w 2851788"/>
                    <a:gd name="csY36" fmla="*/ 32397 h 77518"/>
                    <a:gd name="csX37" fmla="*/ 2579611 w 2851788"/>
                    <a:gd name="csY37" fmla="*/ 26998 h 77518"/>
                    <a:gd name="csX38" fmla="*/ 2636443 w 2851788"/>
                    <a:gd name="csY38" fmla="*/ 21803 h 77518"/>
                    <a:gd name="csX39" fmla="*/ 2687679 w 2851788"/>
                    <a:gd name="csY39" fmla="*/ 17015 h 77518"/>
                    <a:gd name="csX40" fmla="*/ 2732552 w 2851788"/>
                    <a:gd name="csY40" fmla="*/ 12635 h 77518"/>
                    <a:gd name="csX41" fmla="*/ 2770294 w 2851788"/>
                    <a:gd name="csY41" fmla="*/ 8866 h 77518"/>
                    <a:gd name="csX42" fmla="*/ 2800465 w 2851788"/>
                    <a:gd name="csY42" fmla="*/ 5810 h 77518"/>
                    <a:gd name="csX43" fmla="*/ 2822847 w 2851788"/>
                    <a:gd name="csY43" fmla="*/ 3467 h 77518"/>
                    <a:gd name="csX44" fmla="*/ 2838097 w 2851788"/>
                    <a:gd name="csY44" fmla="*/ 1838 h 77518"/>
                    <a:gd name="csX45" fmla="*/ 2846874 w 2851788"/>
                    <a:gd name="csY45" fmla="*/ 921 h 77518"/>
                    <a:gd name="csX46" fmla="*/ 2850824 w 2851788"/>
                    <a:gd name="csY46" fmla="*/ 514 h 77518"/>
                    <a:gd name="csX47" fmla="*/ 2851701 w 2851788"/>
                    <a:gd name="csY47" fmla="*/ 412 h 77518"/>
                    <a:gd name="csX48" fmla="*/ 2851811 w 2851788"/>
                    <a:gd name="csY48" fmla="*/ 412 h 77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77518">
                      <a:moveTo>
                        <a:pt x="22" y="412"/>
                      </a:moveTo>
                      <a:lnTo>
                        <a:pt x="461" y="514"/>
                      </a:lnTo>
                      <a:lnTo>
                        <a:pt x="3313" y="819"/>
                      </a:lnTo>
                      <a:lnTo>
                        <a:pt x="10555" y="1532"/>
                      </a:lnTo>
                      <a:lnTo>
                        <a:pt x="23830" y="2958"/>
                      </a:lnTo>
                      <a:lnTo>
                        <a:pt x="44017" y="4996"/>
                      </a:lnTo>
                      <a:lnTo>
                        <a:pt x="71885" y="7848"/>
                      </a:lnTo>
                      <a:lnTo>
                        <a:pt x="107542" y="11413"/>
                      </a:lnTo>
                      <a:lnTo>
                        <a:pt x="150330" y="15691"/>
                      </a:lnTo>
                      <a:lnTo>
                        <a:pt x="199811" y="20377"/>
                      </a:lnTo>
                      <a:lnTo>
                        <a:pt x="255106" y="25470"/>
                      </a:lnTo>
                      <a:lnTo>
                        <a:pt x="315339" y="30767"/>
                      </a:lnTo>
                      <a:lnTo>
                        <a:pt x="379851" y="36268"/>
                      </a:lnTo>
                      <a:lnTo>
                        <a:pt x="447983" y="41666"/>
                      </a:lnTo>
                      <a:lnTo>
                        <a:pt x="519736" y="46963"/>
                      </a:lnTo>
                      <a:lnTo>
                        <a:pt x="595000" y="52158"/>
                      </a:lnTo>
                      <a:lnTo>
                        <a:pt x="674323" y="57047"/>
                      </a:lnTo>
                      <a:lnTo>
                        <a:pt x="758144" y="61530"/>
                      </a:lnTo>
                      <a:lnTo>
                        <a:pt x="847232" y="65706"/>
                      </a:lnTo>
                      <a:lnTo>
                        <a:pt x="942463" y="69475"/>
                      </a:lnTo>
                      <a:lnTo>
                        <a:pt x="1044497" y="72633"/>
                      </a:lnTo>
                      <a:lnTo>
                        <a:pt x="1153662" y="75179"/>
                      </a:lnTo>
                      <a:lnTo>
                        <a:pt x="1269629" y="77013"/>
                      </a:lnTo>
                      <a:lnTo>
                        <a:pt x="1390424" y="77828"/>
                      </a:lnTo>
                      <a:lnTo>
                        <a:pt x="1425862" y="77930"/>
                      </a:lnTo>
                      <a:lnTo>
                        <a:pt x="1547534" y="77319"/>
                      </a:lnTo>
                      <a:lnTo>
                        <a:pt x="1665147" y="75790"/>
                      </a:lnTo>
                      <a:lnTo>
                        <a:pt x="1776397" y="73448"/>
                      </a:lnTo>
                      <a:lnTo>
                        <a:pt x="1880515" y="70494"/>
                      </a:lnTo>
                      <a:lnTo>
                        <a:pt x="1977612" y="66827"/>
                      </a:lnTo>
                      <a:lnTo>
                        <a:pt x="2068455" y="62854"/>
                      </a:lnTo>
                      <a:lnTo>
                        <a:pt x="2153702" y="58372"/>
                      </a:lnTo>
                      <a:lnTo>
                        <a:pt x="2234123" y="53584"/>
                      </a:lnTo>
                      <a:lnTo>
                        <a:pt x="2310593" y="48491"/>
                      </a:lnTo>
                      <a:lnTo>
                        <a:pt x="2383333" y="43194"/>
                      </a:lnTo>
                      <a:lnTo>
                        <a:pt x="2452563" y="37796"/>
                      </a:lnTo>
                      <a:lnTo>
                        <a:pt x="2518171" y="32397"/>
                      </a:lnTo>
                      <a:lnTo>
                        <a:pt x="2579611" y="26998"/>
                      </a:lnTo>
                      <a:lnTo>
                        <a:pt x="2636443" y="21803"/>
                      </a:lnTo>
                      <a:lnTo>
                        <a:pt x="2687679" y="17015"/>
                      </a:lnTo>
                      <a:lnTo>
                        <a:pt x="2732552" y="12635"/>
                      </a:lnTo>
                      <a:lnTo>
                        <a:pt x="2770294" y="8866"/>
                      </a:lnTo>
                      <a:lnTo>
                        <a:pt x="2800465" y="5810"/>
                      </a:lnTo>
                      <a:lnTo>
                        <a:pt x="2822847" y="3467"/>
                      </a:lnTo>
                      <a:lnTo>
                        <a:pt x="2838097" y="1838"/>
                      </a:lnTo>
                      <a:lnTo>
                        <a:pt x="2846874" y="921"/>
                      </a:lnTo>
                      <a:lnTo>
                        <a:pt x="2850824" y="514"/>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1262" name="任意多边形: 形状 1261"/>
                <p:cNvSpPr/>
                <p:nvPr/>
              </p:nvSpPr>
              <p:spPr>
                <a:xfrm>
                  <a:off x="1275630" y="6777633"/>
                  <a:ext cx="811771" cy="103289"/>
                </a:xfrm>
                <a:custGeom>
                  <a:avLst/>
                  <a:gdLst>
                    <a:gd name="csX0" fmla="*/ 22 w 811771"/>
                    <a:gd name="csY0" fmla="*/ 412 h 103289"/>
                    <a:gd name="csX1" fmla="*/ 790 w 811771"/>
                    <a:gd name="csY1" fmla="*/ 819 h 103289"/>
                    <a:gd name="csX2" fmla="*/ 5398 w 811771"/>
                    <a:gd name="csY2" fmla="*/ 3060 h 103289"/>
                    <a:gd name="csX3" fmla="*/ 16479 w 811771"/>
                    <a:gd name="csY3" fmla="*/ 8459 h 103289"/>
                    <a:gd name="csX4" fmla="*/ 34911 w 811771"/>
                    <a:gd name="csY4" fmla="*/ 17117 h 103289"/>
                    <a:gd name="csX5" fmla="*/ 60145 w 811771"/>
                    <a:gd name="csY5" fmla="*/ 28424 h 103289"/>
                    <a:gd name="csX6" fmla="*/ 90755 w 811771"/>
                    <a:gd name="csY6" fmla="*/ 41361 h 103289"/>
                    <a:gd name="csX7" fmla="*/ 125535 w 811771"/>
                    <a:gd name="csY7" fmla="*/ 54705 h 103289"/>
                    <a:gd name="csX8" fmla="*/ 163715 w 811771"/>
                    <a:gd name="csY8" fmla="*/ 67641 h 103289"/>
                    <a:gd name="csX9" fmla="*/ 205626 w 811771"/>
                    <a:gd name="csY9" fmla="*/ 79458 h 103289"/>
                    <a:gd name="csX10" fmla="*/ 252364 w 811771"/>
                    <a:gd name="csY10" fmla="*/ 89644 h 103289"/>
                    <a:gd name="csX11" fmla="*/ 305355 w 811771"/>
                    <a:gd name="csY11" fmla="*/ 97691 h 103289"/>
                    <a:gd name="csX12" fmla="*/ 365040 w 811771"/>
                    <a:gd name="csY12" fmla="*/ 102682 h 103289"/>
                    <a:gd name="csX13" fmla="*/ 405853 w 811771"/>
                    <a:gd name="csY13" fmla="*/ 103701 h 103289"/>
                    <a:gd name="csX14" fmla="*/ 468829 w 811771"/>
                    <a:gd name="csY14" fmla="*/ 101358 h 103289"/>
                    <a:gd name="csX15" fmla="*/ 526099 w 811771"/>
                    <a:gd name="csY15" fmla="*/ 95145 h 103289"/>
                    <a:gd name="csX16" fmla="*/ 576787 w 811771"/>
                    <a:gd name="csY16" fmla="*/ 86282 h 103289"/>
                    <a:gd name="csX17" fmla="*/ 621660 w 811771"/>
                    <a:gd name="csY17" fmla="*/ 75383 h 103289"/>
                    <a:gd name="csX18" fmla="*/ 662144 w 811771"/>
                    <a:gd name="csY18" fmla="*/ 63057 h 103289"/>
                    <a:gd name="csX19" fmla="*/ 699118 w 811771"/>
                    <a:gd name="csY19" fmla="*/ 49917 h 103289"/>
                    <a:gd name="csX20" fmla="*/ 732581 w 811771"/>
                    <a:gd name="csY20" fmla="*/ 36573 h 103289"/>
                    <a:gd name="csX21" fmla="*/ 761435 w 811771"/>
                    <a:gd name="csY21" fmla="*/ 24146 h 103289"/>
                    <a:gd name="csX22" fmla="*/ 784366 w 811771"/>
                    <a:gd name="csY22" fmla="*/ 13654 h 103289"/>
                    <a:gd name="csX23" fmla="*/ 800164 w 811771"/>
                    <a:gd name="csY23" fmla="*/ 6116 h 103289"/>
                    <a:gd name="csX24" fmla="*/ 808722 w 811771"/>
                    <a:gd name="csY24" fmla="*/ 1940 h 103289"/>
                    <a:gd name="csX25" fmla="*/ 811574 w 811771"/>
                    <a:gd name="csY25" fmla="*/ 514 h 103289"/>
                    <a:gd name="csX26" fmla="*/ 811794 w 811771"/>
                    <a:gd name="csY26"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811771" h="103289">
                      <a:moveTo>
                        <a:pt x="22" y="412"/>
                      </a:moveTo>
                      <a:lnTo>
                        <a:pt x="790" y="819"/>
                      </a:lnTo>
                      <a:lnTo>
                        <a:pt x="5398" y="3060"/>
                      </a:lnTo>
                      <a:lnTo>
                        <a:pt x="16479" y="8459"/>
                      </a:lnTo>
                      <a:lnTo>
                        <a:pt x="34911" y="17117"/>
                      </a:lnTo>
                      <a:lnTo>
                        <a:pt x="60145" y="28424"/>
                      </a:lnTo>
                      <a:lnTo>
                        <a:pt x="90755" y="41361"/>
                      </a:lnTo>
                      <a:lnTo>
                        <a:pt x="125535" y="54705"/>
                      </a:lnTo>
                      <a:lnTo>
                        <a:pt x="163715" y="67641"/>
                      </a:lnTo>
                      <a:lnTo>
                        <a:pt x="205626" y="79458"/>
                      </a:lnTo>
                      <a:lnTo>
                        <a:pt x="252364" y="89644"/>
                      </a:lnTo>
                      <a:lnTo>
                        <a:pt x="305355" y="97691"/>
                      </a:lnTo>
                      <a:lnTo>
                        <a:pt x="365040" y="102682"/>
                      </a:lnTo>
                      <a:lnTo>
                        <a:pt x="405853" y="103701"/>
                      </a:lnTo>
                      <a:lnTo>
                        <a:pt x="468829" y="101358"/>
                      </a:lnTo>
                      <a:lnTo>
                        <a:pt x="526099" y="95145"/>
                      </a:lnTo>
                      <a:lnTo>
                        <a:pt x="576787" y="86282"/>
                      </a:lnTo>
                      <a:lnTo>
                        <a:pt x="621660" y="75383"/>
                      </a:lnTo>
                      <a:lnTo>
                        <a:pt x="662144" y="63057"/>
                      </a:lnTo>
                      <a:lnTo>
                        <a:pt x="699118" y="49917"/>
                      </a:lnTo>
                      <a:lnTo>
                        <a:pt x="732581" y="36573"/>
                      </a:lnTo>
                      <a:lnTo>
                        <a:pt x="761435" y="24146"/>
                      </a:lnTo>
                      <a:lnTo>
                        <a:pt x="784366" y="13654"/>
                      </a:lnTo>
                      <a:lnTo>
                        <a:pt x="800164" y="6116"/>
                      </a:lnTo>
                      <a:lnTo>
                        <a:pt x="808722" y="1940"/>
                      </a:lnTo>
                      <a:lnTo>
                        <a:pt x="811574" y="514"/>
                      </a:lnTo>
                      <a:lnTo>
                        <a:pt x="811794" y="412"/>
                      </a:lnTo>
                    </a:path>
                  </a:pathLst>
                </a:custGeom>
                <a:noFill/>
                <a:ln w="8220" cap="rnd">
                  <a:solidFill>
                    <a:srgbClr val="A52A2A"/>
                  </a:solidFill>
                  <a:prstDash val="solid"/>
                  <a:round/>
                </a:ln>
              </p:spPr>
              <p:txBody>
                <a:bodyPr/>
                <a:lstStyle/>
                <a:p>
                  <a:endParaRPr lang="zh-CN" altLang="en-US" sz="2190"/>
                </a:p>
              </p:txBody>
            </p:sp>
            <p:sp>
              <p:nvSpPr>
                <p:cNvPr id="1263" name="任意多边形: 形状 1262"/>
                <p:cNvSpPr/>
                <p:nvPr/>
              </p:nvSpPr>
              <p:spPr>
                <a:xfrm>
                  <a:off x="2095411" y="6777633"/>
                  <a:ext cx="54856" cy="129162"/>
                </a:xfrm>
                <a:custGeom>
                  <a:avLst/>
                  <a:gdLst>
                    <a:gd name="csX0" fmla="*/ 22 w 54856"/>
                    <a:gd name="csY0" fmla="*/ 412 h 129162"/>
                    <a:gd name="csX1" fmla="*/ 242 w 54856"/>
                    <a:gd name="csY1" fmla="*/ 2653 h 129162"/>
                    <a:gd name="csX2" fmla="*/ 1558 w 54856"/>
                    <a:gd name="csY2" fmla="*/ 14774 h 129162"/>
                    <a:gd name="csX3" fmla="*/ 4411 w 54856"/>
                    <a:gd name="csY3" fmla="*/ 37999 h 129162"/>
                    <a:gd name="csX4" fmla="*/ 8251 w 54856"/>
                    <a:gd name="csY4" fmla="*/ 66419 h 129162"/>
                    <a:gd name="csX5" fmla="*/ 12749 w 54856"/>
                    <a:gd name="csY5" fmla="*/ 93718 h 129162"/>
                    <a:gd name="csX6" fmla="*/ 18235 w 54856"/>
                    <a:gd name="csY6" fmla="*/ 115721 h 129162"/>
                    <a:gd name="csX7" fmla="*/ 24927 w 54856"/>
                    <a:gd name="csY7" fmla="*/ 128454 h 129162"/>
                    <a:gd name="csX8" fmla="*/ 27451 w 54856"/>
                    <a:gd name="csY8" fmla="*/ 129574 h 129162"/>
                    <a:gd name="csX9" fmla="*/ 34582 w 54856"/>
                    <a:gd name="csY9" fmla="*/ 121323 h 129162"/>
                    <a:gd name="csX10" fmla="*/ 40397 w 54856"/>
                    <a:gd name="csY10" fmla="*/ 101867 h 129162"/>
                    <a:gd name="csX11" fmla="*/ 45224 w 54856"/>
                    <a:gd name="csY11" fmla="*/ 75994 h 129162"/>
                    <a:gd name="csX12" fmla="*/ 49284 w 54856"/>
                    <a:gd name="csY12" fmla="*/ 47371 h 129162"/>
                    <a:gd name="csX13" fmla="*/ 52465 w 54856"/>
                    <a:gd name="csY13" fmla="*/ 21599 h 129162"/>
                    <a:gd name="csX14" fmla="*/ 54330 w 54856"/>
                    <a:gd name="csY14" fmla="*/ 5301 h 129162"/>
                    <a:gd name="csX15" fmla="*/ 54879 w 54856"/>
                    <a:gd name="csY15" fmla="*/ 514 h 129162"/>
                    <a:gd name="csX16" fmla="*/ 54879 w 54856"/>
                    <a:gd name="csY16" fmla="*/ 412 h 129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856" h="129162">
                      <a:moveTo>
                        <a:pt x="22" y="412"/>
                      </a:moveTo>
                      <a:lnTo>
                        <a:pt x="242" y="2653"/>
                      </a:lnTo>
                      <a:lnTo>
                        <a:pt x="1558" y="14774"/>
                      </a:lnTo>
                      <a:lnTo>
                        <a:pt x="4411" y="37999"/>
                      </a:lnTo>
                      <a:lnTo>
                        <a:pt x="8251" y="66419"/>
                      </a:lnTo>
                      <a:lnTo>
                        <a:pt x="12749" y="93718"/>
                      </a:lnTo>
                      <a:lnTo>
                        <a:pt x="18235" y="115721"/>
                      </a:lnTo>
                      <a:lnTo>
                        <a:pt x="24927" y="128454"/>
                      </a:lnTo>
                      <a:lnTo>
                        <a:pt x="27451" y="129574"/>
                      </a:lnTo>
                      <a:lnTo>
                        <a:pt x="34582" y="121323"/>
                      </a:lnTo>
                      <a:lnTo>
                        <a:pt x="40397" y="101867"/>
                      </a:lnTo>
                      <a:lnTo>
                        <a:pt x="45224" y="75994"/>
                      </a:lnTo>
                      <a:lnTo>
                        <a:pt x="49284" y="47371"/>
                      </a:lnTo>
                      <a:lnTo>
                        <a:pt x="52465" y="21599"/>
                      </a:lnTo>
                      <a:lnTo>
                        <a:pt x="54330" y="5301"/>
                      </a:lnTo>
                      <a:lnTo>
                        <a:pt x="54879" y="514"/>
                      </a:lnTo>
                      <a:lnTo>
                        <a:pt x="54879" y="412"/>
                      </a:lnTo>
                    </a:path>
                  </a:pathLst>
                </a:custGeom>
                <a:noFill/>
                <a:ln w="8220" cap="rnd">
                  <a:solidFill>
                    <a:srgbClr val="A52A2A"/>
                  </a:solidFill>
                  <a:prstDash val="solid"/>
                  <a:round/>
                </a:ln>
              </p:spPr>
              <p:txBody>
                <a:bodyPr/>
                <a:lstStyle/>
                <a:p>
                  <a:endParaRPr lang="zh-CN" altLang="en-US" sz="2190"/>
                </a:p>
              </p:txBody>
            </p:sp>
            <p:sp>
              <p:nvSpPr>
                <p:cNvPr id="1264" name="任意多边形: 形状 1263"/>
                <p:cNvSpPr/>
                <p:nvPr/>
              </p:nvSpPr>
              <p:spPr>
                <a:xfrm>
                  <a:off x="2095411" y="6777633"/>
                  <a:ext cx="73947" cy="154933"/>
                </a:xfrm>
                <a:custGeom>
                  <a:avLst/>
                  <a:gdLst>
                    <a:gd name="csX0" fmla="*/ 22 w 73947"/>
                    <a:gd name="csY0" fmla="*/ 412 h 154933"/>
                    <a:gd name="csX1" fmla="*/ 242 w 73947"/>
                    <a:gd name="csY1" fmla="*/ 2449 h 154933"/>
                    <a:gd name="csX2" fmla="*/ 1668 w 73947"/>
                    <a:gd name="csY2" fmla="*/ 13959 h 154933"/>
                    <a:gd name="csX3" fmla="*/ 4740 w 73947"/>
                    <a:gd name="csY3" fmla="*/ 37082 h 154933"/>
                    <a:gd name="csX4" fmla="*/ 9019 w 73947"/>
                    <a:gd name="csY4" fmla="*/ 67336 h 154933"/>
                    <a:gd name="csX5" fmla="*/ 14285 w 73947"/>
                    <a:gd name="csY5" fmla="*/ 98302 h 154933"/>
                    <a:gd name="csX6" fmla="*/ 20429 w 73947"/>
                    <a:gd name="csY6" fmla="*/ 125704 h 154933"/>
                    <a:gd name="csX7" fmla="*/ 27670 w 73947"/>
                    <a:gd name="csY7" fmla="*/ 146178 h 154933"/>
                    <a:gd name="csX8" fmla="*/ 36447 w 73947"/>
                    <a:gd name="csY8" fmla="*/ 155345 h 154933"/>
                    <a:gd name="csX9" fmla="*/ 36886 w 73947"/>
                    <a:gd name="csY9" fmla="*/ 155345 h 154933"/>
                    <a:gd name="csX10" fmla="*/ 45663 w 73947"/>
                    <a:gd name="csY10" fmla="*/ 147095 h 154933"/>
                    <a:gd name="csX11" fmla="*/ 53123 w 73947"/>
                    <a:gd name="csY11" fmla="*/ 127028 h 154933"/>
                    <a:gd name="csX12" fmla="*/ 59268 w 73947"/>
                    <a:gd name="csY12" fmla="*/ 99932 h 154933"/>
                    <a:gd name="csX13" fmla="*/ 64534 w 73947"/>
                    <a:gd name="csY13" fmla="*/ 69067 h 154933"/>
                    <a:gd name="csX14" fmla="*/ 68922 w 73947"/>
                    <a:gd name="csY14" fmla="*/ 38712 h 154933"/>
                    <a:gd name="csX15" fmla="*/ 72104 w 73947"/>
                    <a:gd name="csY15" fmla="*/ 14978 h 154933"/>
                    <a:gd name="csX16" fmla="*/ 73640 w 73947"/>
                    <a:gd name="csY16" fmla="*/ 2755 h 154933"/>
                    <a:gd name="csX17" fmla="*/ 73969 w 73947"/>
                    <a:gd name="csY17"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3947" h="154933">
                      <a:moveTo>
                        <a:pt x="22" y="412"/>
                      </a:moveTo>
                      <a:lnTo>
                        <a:pt x="242" y="2449"/>
                      </a:lnTo>
                      <a:lnTo>
                        <a:pt x="1668" y="13959"/>
                      </a:lnTo>
                      <a:lnTo>
                        <a:pt x="4740" y="37082"/>
                      </a:lnTo>
                      <a:lnTo>
                        <a:pt x="9019" y="67336"/>
                      </a:lnTo>
                      <a:lnTo>
                        <a:pt x="14285" y="98302"/>
                      </a:lnTo>
                      <a:lnTo>
                        <a:pt x="20429" y="125704"/>
                      </a:lnTo>
                      <a:lnTo>
                        <a:pt x="27670" y="146178"/>
                      </a:lnTo>
                      <a:lnTo>
                        <a:pt x="36447" y="155345"/>
                      </a:lnTo>
                      <a:lnTo>
                        <a:pt x="36886" y="155345"/>
                      </a:lnTo>
                      <a:lnTo>
                        <a:pt x="45663" y="147095"/>
                      </a:lnTo>
                      <a:lnTo>
                        <a:pt x="53123" y="127028"/>
                      </a:lnTo>
                      <a:lnTo>
                        <a:pt x="59268" y="99932"/>
                      </a:lnTo>
                      <a:lnTo>
                        <a:pt x="64534" y="69067"/>
                      </a:lnTo>
                      <a:lnTo>
                        <a:pt x="68922" y="38712"/>
                      </a:lnTo>
                      <a:lnTo>
                        <a:pt x="72104" y="14978"/>
                      </a:lnTo>
                      <a:lnTo>
                        <a:pt x="73640" y="2755"/>
                      </a:lnTo>
                      <a:lnTo>
                        <a:pt x="73969" y="412"/>
                      </a:lnTo>
                    </a:path>
                  </a:pathLst>
                </a:custGeom>
                <a:noFill/>
                <a:ln w="7781" cap="rnd">
                  <a:solidFill>
                    <a:srgbClr val="A52A2A"/>
                  </a:solidFill>
                  <a:prstDash val="solid"/>
                  <a:round/>
                </a:ln>
              </p:spPr>
              <p:txBody>
                <a:bodyPr/>
                <a:lstStyle/>
                <a:p>
                  <a:endParaRPr lang="zh-CN" altLang="en-US" sz="2190"/>
                </a:p>
              </p:txBody>
            </p:sp>
            <p:sp>
              <p:nvSpPr>
                <p:cNvPr id="1265" name="任意多边形: 形状 1264"/>
                <p:cNvSpPr/>
                <p:nvPr/>
              </p:nvSpPr>
              <p:spPr>
                <a:xfrm>
                  <a:off x="2095411" y="6777633"/>
                  <a:ext cx="1562871" cy="180705"/>
                </a:xfrm>
                <a:custGeom>
                  <a:avLst/>
                  <a:gdLst>
                    <a:gd name="csX0" fmla="*/ 22 w 1562871"/>
                    <a:gd name="csY0" fmla="*/ 412 h 180705"/>
                    <a:gd name="csX1" fmla="*/ 571 w 1562871"/>
                    <a:gd name="csY1" fmla="*/ 717 h 180705"/>
                    <a:gd name="csX2" fmla="*/ 4081 w 1562871"/>
                    <a:gd name="csY2" fmla="*/ 2245 h 180705"/>
                    <a:gd name="csX3" fmla="*/ 12968 w 1562871"/>
                    <a:gd name="csY3" fmla="*/ 6218 h 180705"/>
                    <a:gd name="csX4" fmla="*/ 28657 w 1562871"/>
                    <a:gd name="csY4" fmla="*/ 13144 h 180705"/>
                    <a:gd name="csX5" fmla="*/ 51807 w 1562871"/>
                    <a:gd name="csY5" fmla="*/ 23127 h 180705"/>
                    <a:gd name="csX6" fmla="*/ 82088 w 1562871"/>
                    <a:gd name="csY6" fmla="*/ 35860 h 180705"/>
                    <a:gd name="csX7" fmla="*/ 118952 w 1562871"/>
                    <a:gd name="csY7" fmla="*/ 50732 h 180705"/>
                    <a:gd name="csX8" fmla="*/ 161082 w 1562871"/>
                    <a:gd name="csY8" fmla="*/ 66928 h 180705"/>
                    <a:gd name="csX9" fmla="*/ 207600 w 1562871"/>
                    <a:gd name="csY9" fmla="*/ 83838 h 180705"/>
                    <a:gd name="csX10" fmla="*/ 257740 w 1562871"/>
                    <a:gd name="csY10" fmla="*/ 100645 h 180705"/>
                    <a:gd name="csX11" fmla="*/ 311390 w 1562871"/>
                    <a:gd name="csY11" fmla="*/ 116943 h 180705"/>
                    <a:gd name="csX12" fmla="*/ 368660 w 1562871"/>
                    <a:gd name="csY12" fmla="*/ 132223 h 180705"/>
                    <a:gd name="csX13" fmla="*/ 430319 w 1562871"/>
                    <a:gd name="csY13" fmla="*/ 146178 h 180705"/>
                    <a:gd name="csX14" fmla="*/ 497464 w 1562871"/>
                    <a:gd name="csY14" fmla="*/ 158504 h 180705"/>
                    <a:gd name="csX15" fmla="*/ 570972 w 1562871"/>
                    <a:gd name="csY15" fmla="*/ 168792 h 180705"/>
                    <a:gd name="csX16" fmla="*/ 651392 w 1562871"/>
                    <a:gd name="csY16" fmla="*/ 176431 h 180705"/>
                    <a:gd name="csX17" fmla="*/ 737847 w 1562871"/>
                    <a:gd name="csY17" fmla="*/ 180608 h 180705"/>
                    <a:gd name="csX18" fmla="*/ 781403 w 1562871"/>
                    <a:gd name="csY18" fmla="*/ 181117 h 180705"/>
                    <a:gd name="csX19" fmla="*/ 869723 w 1562871"/>
                    <a:gd name="csY19" fmla="*/ 178978 h 180705"/>
                    <a:gd name="csX20" fmla="*/ 953434 w 1562871"/>
                    <a:gd name="csY20" fmla="*/ 172866 h 180705"/>
                    <a:gd name="csX21" fmla="*/ 1030234 w 1562871"/>
                    <a:gd name="csY21" fmla="*/ 163800 h 180705"/>
                    <a:gd name="csX22" fmla="*/ 1100451 w 1562871"/>
                    <a:gd name="csY22" fmla="*/ 152493 h 180705"/>
                    <a:gd name="csX23" fmla="*/ 1164633 w 1562871"/>
                    <a:gd name="csY23" fmla="*/ 139251 h 180705"/>
                    <a:gd name="csX24" fmla="*/ 1223989 w 1562871"/>
                    <a:gd name="csY24" fmla="*/ 124583 h 180705"/>
                    <a:gd name="csX25" fmla="*/ 1279284 w 1562871"/>
                    <a:gd name="csY25" fmla="*/ 108692 h 180705"/>
                    <a:gd name="csX26" fmla="*/ 1331179 w 1562871"/>
                    <a:gd name="csY26" fmla="*/ 92088 h 180705"/>
                    <a:gd name="csX27" fmla="*/ 1379453 w 1562871"/>
                    <a:gd name="csY27" fmla="*/ 75179 h 180705"/>
                    <a:gd name="csX28" fmla="*/ 1423887 w 1562871"/>
                    <a:gd name="csY28" fmla="*/ 58474 h 180705"/>
                    <a:gd name="csX29" fmla="*/ 1463493 w 1562871"/>
                    <a:gd name="csY29" fmla="*/ 42889 h 180705"/>
                    <a:gd name="csX30" fmla="*/ 1497066 w 1562871"/>
                    <a:gd name="csY30" fmla="*/ 29035 h 180705"/>
                    <a:gd name="csX31" fmla="*/ 1523836 w 1562871"/>
                    <a:gd name="csY31" fmla="*/ 17626 h 180705"/>
                    <a:gd name="csX32" fmla="*/ 1543146 w 1562871"/>
                    <a:gd name="csY32" fmla="*/ 9274 h 180705"/>
                    <a:gd name="csX33" fmla="*/ 1555214 w 1562871"/>
                    <a:gd name="csY33" fmla="*/ 3875 h 180705"/>
                    <a:gd name="csX34" fmla="*/ 1561139 w 1562871"/>
                    <a:gd name="csY34" fmla="*/ 1226 h 180705"/>
                    <a:gd name="csX35" fmla="*/ 1562784 w 1562871"/>
                    <a:gd name="csY35" fmla="*/ 412 h 180705"/>
                    <a:gd name="csX36" fmla="*/ 1562894 w 1562871"/>
                    <a:gd name="csY36" fmla="*/ 412 h 1807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80705">
                      <a:moveTo>
                        <a:pt x="22" y="412"/>
                      </a:moveTo>
                      <a:lnTo>
                        <a:pt x="571" y="717"/>
                      </a:lnTo>
                      <a:lnTo>
                        <a:pt x="4081" y="2245"/>
                      </a:lnTo>
                      <a:lnTo>
                        <a:pt x="12968" y="6218"/>
                      </a:lnTo>
                      <a:lnTo>
                        <a:pt x="28657" y="13144"/>
                      </a:lnTo>
                      <a:lnTo>
                        <a:pt x="51807" y="23127"/>
                      </a:lnTo>
                      <a:lnTo>
                        <a:pt x="82088" y="35860"/>
                      </a:lnTo>
                      <a:lnTo>
                        <a:pt x="118952" y="50732"/>
                      </a:lnTo>
                      <a:lnTo>
                        <a:pt x="161082" y="66928"/>
                      </a:lnTo>
                      <a:lnTo>
                        <a:pt x="207600" y="83838"/>
                      </a:lnTo>
                      <a:lnTo>
                        <a:pt x="257740" y="100645"/>
                      </a:lnTo>
                      <a:lnTo>
                        <a:pt x="311390" y="116943"/>
                      </a:lnTo>
                      <a:lnTo>
                        <a:pt x="368660" y="132223"/>
                      </a:lnTo>
                      <a:lnTo>
                        <a:pt x="430319" y="146178"/>
                      </a:lnTo>
                      <a:lnTo>
                        <a:pt x="497464" y="158504"/>
                      </a:lnTo>
                      <a:lnTo>
                        <a:pt x="570972" y="168792"/>
                      </a:lnTo>
                      <a:lnTo>
                        <a:pt x="651392" y="176431"/>
                      </a:lnTo>
                      <a:lnTo>
                        <a:pt x="737847" y="180608"/>
                      </a:lnTo>
                      <a:lnTo>
                        <a:pt x="781403" y="181117"/>
                      </a:lnTo>
                      <a:lnTo>
                        <a:pt x="869723" y="178978"/>
                      </a:lnTo>
                      <a:lnTo>
                        <a:pt x="953434" y="172866"/>
                      </a:lnTo>
                      <a:lnTo>
                        <a:pt x="1030234" y="163800"/>
                      </a:lnTo>
                      <a:lnTo>
                        <a:pt x="1100451" y="152493"/>
                      </a:lnTo>
                      <a:lnTo>
                        <a:pt x="1164633" y="139251"/>
                      </a:lnTo>
                      <a:lnTo>
                        <a:pt x="1223989" y="124583"/>
                      </a:lnTo>
                      <a:lnTo>
                        <a:pt x="1279284" y="108692"/>
                      </a:lnTo>
                      <a:lnTo>
                        <a:pt x="1331179" y="92088"/>
                      </a:lnTo>
                      <a:lnTo>
                        <a:pt x="1379453" y="75179"/>
                      </a:lnTo>
                      <a:lnTo>
                        <a:pt x="1423887" y="58474"/>
                      </a:lnTo>
                      <a:lnTo>
                        <a:pt x="1463493" y="42889"/>
                      </a:lnTo>
                      <a:lnTo>
                        <a:pt x="1497066" y="29035"/>
                      </a:lnTo>
                      <a:lnTo>
                        <a:pt x="1523836" y="17626"/>
                      </a:lnTo>
                      <a:lnTo>
                        <a:pt x="1543146" y="9274"/>
                      </a:lnTo>
                      <a:lnTo>
                        <a:pt x="1555214" y="3875"/>
                      </a:lnTo>
                      <a:lnTo>
                        <a:pt x="1561139" y="1226"/>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1266" name="任意多边形: 形状 1265"/>
                <p:cNvSpPr/>
                <p:nvPr/>
              </p:nvSpPr>
              <p:spPr>
                <a:xfrm>
                  <a:off x="2095411" y="6777633"/>
                  <a:ext cx="1720640" cy="206578"/>
                </a:xfrm>
                <a:custGeom>
                  <a:avLst/>
                  <a:gdLst>
                    <a:gd name="csX0" fmla="*/ 22 w 1720640"/>
                    <a:gd name="csY0" fmla="*/ 412 h 206578"/>
                    <a:gd name="csX1" fmla="*/ 461 w 1720640"/>
                    <a:gd name="csY1" fmla="*/ 717 h 206578"/>
                    <a:gd name="csX2" fmla="*/ 3862 w 1720640"/>
                    <a:gd name="csY2" fmla="*/ 2245 h 206578"/>
                    <a:gd name="csX3" fmla="*/ 12420 w 1720640"/>
                    <a:gd name="csY3" fmla="*/ 6218 h 206578"/>
                    <a:gd name="csX4" fmla="*/ 27560 w 1720640"/>
                    <a:gd name="csY4" fmla="*/ 13246 h 206578"/>
                    <a:gd name="csX5" fmla="*/ 50161 w 1720640"/>
                    <a:gd name="csY5" fmla="*/ 23331 h 206578"/>
                    <a:gd name="csX6" fmla="*/ 80004 w 1720640"/>
                    <a:gd name="csY6" fmla="*/ 36369 h 206578"/>
                    <a:gd name="csX7" fmla="*/ 116538 w 1720640"/>
                    <a:gd name="csY7" fmla="*/ 51954 h 206578"/>
                    <a:gd name="csX8" fmla="*/ 158888 w 1720640"/>
                    <a:gd name="csY8" fmla="*/ 69169 h 206578"/>
                    <a:gd name="csX9" fmla="*/ 205955 w 1720640"/>
                    <a:gd name="csY9" fmla="*/ 87403 h 206578"/>
                    <a:gd name="csX10" fmla="*/ 256752 w 1720640"/>
                    <a:gd name="csY10" fmla="*/ 105840 h 206578"/>
                    <a:gd name="csX11" fmla="*/ 311170 w 1720640"/>
                    <a:gd name="csY11" fmla="*/ 123870 h 206578"/>
                    <a:gd name="csX12" fmla="*/ 368989 w 1720640"/>
                    <a:gd name="csY12" fmla="*/ 141187 h 206578"/>
                    <a:gd name="csX13" fmla="*/ 430758 w 1720640"/>
                    <a:gd name="csY13" fmla="*/ 157281 h 206578"/>
                    <a:gd name="csX14" fmla="*/ 497354 w 1720640"/>
                    <a:gd name="csY14" fmla="*/ 171848 h 206578"/>
                    <a:gd name="csX15" fmla="*/ 569656 w 1720640"/>
                    <a:gd name="csY15" fmla="*/ 184682 h 206578"/>
                    <a:gd name="csX16" fmla="*/ 648540 w 1720640"/>
                    <a:gd name="csY16" fmla="*/ 195174 h 206578"/>
                    <a:gd name="csX17" fmla="*/ 734226 w 1720640"/>
                    <a:gd name="csY17" fmla="*/ 202712 h 206578"/>
                    <a:gd name="csX18" fmla="*/ 825618 w 1720640"/>
                    <a:gd name="csY18" fmla="*/ 206685 h 206578"/>
                    <a:gd name="csX19" fmla="*/ 860397 w 1720640"/>
                    <a:gd name="csY19" fmla="*/ 206990 h 206578"/>
                    <a:gd name="csX20" fmla="*/ 953105 w 1720640"/>
                    <a:gd name="csY20" fmla="*/ 204648 h 206578"/>
                    <a:gd name="csX21" fmla="*/ 1041205 w 1720640"/>
                    <a:gd name="csY21" fmla="*/ 198332 h 206578"/>
                    <a:gd name="csX22" fmla="*/ 1122613 w 1720640"/>
                    <a:gd name="csY22" fmla="*/ 188859 h 206578"/>
                    <a:gd name="csX23" fmla="*/ 1197328 w 1720640"/>
                    <a:gd name="csY23" fmla="*/ 176839 h 206578"/>
                    <a:gd name="csX24" fmla="*/ 1265789 w 1720640"/>
                    <a:gd name="csY24" fmla="*/ 162884 h 206578"/>
                    <a:gd name="csX25" fmla="*/ 1329314 w 1720640"/>
                    <a:gd name="csY25" fmla="*/ 147299 h 206578"/>
                    <a:gd name="csX26" fmla="*/ 1388449 w 1720640"/>
                    <a:gd name="csY26" fmla="*/ 130389 h 206578"/>
                    <a:gd name="csX27" fmla="*/ 1444074 w 1720640"/>
                    <a:gd name="csY27" fmla="*/ 112563 h 206578"/>
                    <a:gd name="csX28" fmla="*/ 1496298 w 1720640"/>
                    <a:gd name="csY28" fmla="*/ 94228 h 206578"/>
                    <a:gd name="csX29" fmla="*/ 1544901 w 1720640"/>
                    <a:gd name="csY29" fmla="*/ 75892 h 206578"/>
                    <a:gd name="csX30" fmla="*/ 1589006 w 1720640"/>
                    <a:gd name="csY30" fmla="*/ 58168 h 206578"/>
                    <a:gd name="csX31" fmla="*/ 1627845 w 1720640"/>
                    <a:gd name="csY31" fmla="*/ 41972 h 206578"/>
                    <a:gd name="csX32" fmla="*/ 1660320 w 1720640"/>
                    <a:gd name="csY32" fmla="*/ 27813 h 206578"/>
                    <a:gd name="csX33" fmla="*/ 1685664 w 1720640"/>
                    <a:gd name="csY33" fmla="*/ 16608 h 206578"/>
                    <a:gd name="csX34" fmla="*/ 1703437 w 1720640"/>
                    <a:gd name="csY34" fmla="*/ 8459 h 206578"/>
                    <a:gd name="csX35" fmla="*/ 1714299 w 1720640"/>
                    <a:gd name="csY35" fmla="*/ 3467 h 206578"/>
                    <a:gd name="csX36" fmla="*/ 1719456 w 1720640"/>
                    <a:gd name="csY36" fmla="*/ 1023 h 206578"/>
                    <a:gd name="csX37" fmla="*/ 1720662 w 1720640"/>
                    <a:gd name="csY37"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578">
                      <a:moveTo>
                        <a:pt x="22" y="412"/>
                      </a:moveTo>
                      <a:lnTo>
                        <a:pt x="461" y="717"/>
                      </a:lnTo>
                      <a:lnTo>
                        <a:pt x="3862" y="2245"/>
                      </a:lnTo>
                      <a:lnTo>
                        <a:pt x="12420" y="6218"/>
                      </a:lnTo>
                      <a:lnTo>
                        <a:pt x="27560" y="13246"/>
                      </a:lnTo>
                      <a:lnTo>
                        <a:pt x="50161" y="23331"/>
                      </a:lnTo>
                      <a:lnTo>
                        <a:pt x="80004" y="36369"/>
                      </a:lnTo>
                      <a:lnTo>
                        <a:pt x="116538" y="51954"/>
                      </a:lnTo>
                      <a:lnTo>
                        <a:pt x="158888" y="69169"/>
                      </a:lnTo>
                      <a:lnTo>
                        <a:pt x="205955" y="87403"/>
                      </a:lnTo>
                      <a:lnTo>
                        <a:pt x="256752" y="105840"/>
                      </a:lnTo>
                      <a:lnTo>
                        <a:pt x="311170" y="123870"/>
                      </a:lnTo>
                      <a:lnTo>
                        <a:pt x="368989" y="141187"/>
                      </a:lnTo>
                      <a:lnTo>
                        <a:pt x="430758" y="157281"/>
                      </a:lnTo>
                      <a:lnTo>
                        <a:pt x="497354" y="171848"/>
                      </a:lnTo>
                      <a:lnTo>
                        <a:pt x="569656" y="184682"/>
                      </a:lnTo>
                      <a:lnTo>
                        <a:pt x="648540" y="195174"/>
                      </a:lnTo>
                      <a:lnTo>
                        <a:pt x="734226" y="202712"/>
                      </a:lnTo>
                      <a:lnTo>
                        <a:pt x="825618" y="206685"/>
                      </a:lnTo>
                      <a:lnTo>
                        <a:pt x="860397" y="206990"/>
                      </a:lnTo>
                      <a:lnTo>
                        <a:pt x="953105" y="204648"/>
                      </a:lnTo>
                      <a:lnTo>
                        <a:pt x="1041205" y="198332"/>
                      </a:lnTo>
                      <a:lnTo>
                        <a:pt x="1122613" y="188859"/>
                      </a:lnTo>
                      <a:lnTo>
                        <a:pt x="1197328" y="176839"/>
                      </a:lnTo>
                      <a:lnTo>
                        <a:pt x="1265789" y="162884"/>
                      </a:lnTo>
                      <a:lnTo>
                        <a:pt x="1329314" y="147299"/>
                      </a:lnTo>
                      <a:lnTo>
                        <a:pt x="1388449" y="130389"/>
                      </a:lnTo>
                      <a:lnTo>
                        <a:pt x="1444074" y="112563"/>
                      </a:lnTo>
                      <a:lnTo>
                        <a:pt x="1496298" y="94228"/>
                      </a:lnTo>
                      <a:lnTo>
                        <a:pt x="1544901" y="75892"/>
                      </a:lnTo>
                      <a:lnTo>
                        <a:pt x="1589006" y="58168"/>
                      </a:lnTo>
                      <a:lnTo>
                        <a:pt x="1627845" y="41972"/>
                      </a:lnTo>
                      <a:lnTo>
                        <a:pt x="1660320" y="27813"/>
                      </a:lnTo>
                      <a:lnTo>
                        <a:pt x="1685664" y="16608"/>
                      </a:lnTo>
                      <a:lnTo>
                        <a:pt x="1703437" y="8459"/>
                      </a:lnTo>
                      <a:lnTo>
                        <a:pt x="1714299" y="3467"/>
                      </a:lnTo>
                      <a:lnTo>
                        <a:pt x="1719456" y="1023"/>
                      </a:lnTo>
                      <a:lnTo>
                        <a:pt x="1720662" y="412"/>
                      </a:lnTo>
                    </a:path>
                  </a:pathLst>
                </a:custGeom>
                <a:noFill/>
                <a:ln w="8220" cap="rnd">
                  <a:solidFill>
                    <a:srgbClr val="A52A2A"/>
                  </a:solidFill>
                  <a:prstDash val="solid"/>
                  <a:round/>
                </a:ln>
              </p:spPr>
              <p:txBody>
                <a:bodyPr/>
                <a:lstStyle/>
                <a:p>
                  <a:endParaRPr lang="zh-CN" altLang="en-US" sz="2190"/>
                </a:p>
              </p:txBody>
            </p:sp>
            <p:sp>
              <p:nvSpPr>
                <p:cNvPr id="1267" name="任意多边形: 形状 1266"/>
                <p:cNvSpPr/>
                <p:nvPr/>
              </p:nvSpPr>
              <p:spPr>
                <a:xfrm>
                  <a:off x="2095411" y="6777633"/>
                  <a:ext cx="1724041" cy="232350"/>
                </a:xfrm>
                <a:custGeom>
                  <a:avLst/>
                  <a:gdLst>
                    <a:gd name="csX0" fmla="*/ 22 w 1724041"/>
                    <a:gd name="csY0" fmla="*/ 412 h 232350"/>
                    <a:gd name="csX1" fmla="*/ 461 w 1724041"/>
                    <a:gd name="csY1" fmla="*/ 717 h 232350"/>
                    <a:gd name="csX2" fmla="*/ 3862 w 1724041"/>
                    <a:gd name="csY2" fmla="*/ 2449 h 232350"/>
                    <a:gd name="csX3" fmla="*/ 12310 w 1724041"/>
                    <a:gd name="csY3" fmla="*/ 6931 h 232350"/>
                    <a:gd name="csX4" fmla="*/ 27231 w 1724041"/>
                    <a:gd name="csY4" fmla="*/ 14571 h 232350"/>
                    <a:gd name="csX5" fmla="*/ 49503 w 1724041"/>
                    <a:gd name="csY5" fmla="*/ 25877 h 232350"/>
                    <a:gd name="csX6" fmla="*/ 79126 w 1724041"/>
                    <a:gd name="csY6" fmla="*/ 40444 h 232350"/>
                    <a:gd name="csX7" fmla="*/ 115441 w 1724041"/>
                    <a:gd name="csY7" fmla="*/ 57761 h 232350"/>
                    <a:gd name="csX8" fmla="*/ 157352 w 1724041"/>
                    <a:gd name="csY8" fmla="*/ 77013 h 232350"/>
                    <a:gd name="csX9" fmla="*/ 204090 w 1724041"/>
                    <a:gd name="csY9" fmla="*/ 97284 h 232350"/>
                    <a:gd name="csX10" fmla="*/ 254668 w 1724041"/>
                    <a:gd name="csY10" fmla="*/ 117962 h 232350"/>
                    <a:gd name="csX11" fmla="*/ 308647 w 1724041"/>
                    <a:gd name="csY11" fmla="*/ 138233 h 232350"/>
                    <a:gd name="csX12" fmla="*/ 366137 w 1724041"/>
                    <a:gd name="csY12" fmla="*/ 157586 h 232350"/>
                    <a:gd name="csX13" fmla="*/ 427467 w 1724041"/>
                    <a:gd name="csY13" fmla="*/ 175718 h 232350"/>
                    <a:gd name="csX14" fmla="*/ 493405 w 1724041"/>
                    <a:gd name="csY14" fmla="*/ 192220 h 232350"/>
                    <a:gd name="csX15" fmla="*/ 565048 w 1724041"/>
                    <a:gd name="csY15" fmla="*/ 206685 h 232350"/>
                    <a:gd name="csX16" fmla="*/ 643164 w 1724041"/>
                    <a:gd name="csY16" fmla="*/ 218704 h 232350"/>
                    <a:gd name="csX17" fmla="*/ 728082 w 1724041"/>
                    <a:gd name="csY17" fmla="*/ 227465 h 232350"/>
                    <a:gd name="csX18" fmla="*/ 818816 w 1724041"/>
                    <a:gd name="csY18" fmla="*/ 232252 h 232350"/>
                    <a:gd name="csX19" fmla="*/ 861933 w 1724041"/>
                    <a:gd name="csY19" fmla="*/ 232762 h 232350"/>
                    <a:gd name="csX20" fmla="*/ 954422 w 1724041"/>
                    <a:gd name="csY20" fmla="*/ 230215 h 232350"/>
                    <a:gd name="csX21" fmla="*/ 1042303 w 1724041"/>
                    <a:gd name="csY21" fmla="*/ 223186 h 232350"/>
                    <a:gd name="csX22" fmla="*/ 1123600 w 1724041"/>
                    <a:gd name="csY22" fmla="*/ 212593 h 232350"/>
                    <a:gd name="csX23" fmla="*/ 1198096 w 1724041"/>
                    <a:gd name="csY23" fmla="*/ 199249 h 232350"/>
                    <a:gd name="csX24" fmla="*/ 1266557 w 1724041"/>
                    <a:gd name="csY24" fmla="*/ 183562 h 232350"/>
                    <a:gd name="csX25" fmla="*/ 1329972 w 1724041"/>
                    <a:gd name="csY25" fmla="*/ 166245 h 232350"/>
                    <a:gd name="csX26" fmla="*/ 1389108 w 1724041"/>
                    <a:gd name="csY26" fmla="*/ 147299 h 232350"/>
                    <a:gd name="csX27" fmla="*/ 1444733 w 1724041"/>
                    <a:gd name="csY27" fmla="*/ 127435 h 232350"/>
                    <a:gd name="csX28" fmla="*/ 1496847 w 1724041"/>
                    <a:gd name="csY28" fmla="*/ 106859 h 232350"/>
                    <a:gd name="csX29" fmla="*/ 1545450 w 1724041"/>
                    <a:gd name="csY29" fmla="*/ 86282 h 232350"/>
                    <a:gd name="csX30" fmla="*/ 1589774 w 1724041"/>
                    <a:gd name="csY30" fmla="*/ 66419 h 232350"/>
                    <a:gd name="csX31" fmla="*/ 1628832 w 1724041"/>
                    <a:gd name="csY31" fmla="*/ 48185 h 232350"/>
                    <a:gd name="csX32" fmla="*/ 1661636 w 1724041"/>
                    <a:gd name="csY32" fmla="*/ 32193 h 232350"/>
                    <a:gd name="csX33" fmla="*/ 1687309 w 1724041"/>
                    <a:gd name="csY33" fmla="*/ 19358 h 232350"/>
                    <a:gd name="csX34" fmla="*/ 1705632 w 1724041"/>
                    <a:gd name="csY34" fmla="*/ 9987 h 232350"/>
                    <a:gd name="csX35" fmla="*/ 1716932 w 1724041"/>
                    <a:gd name="csY35" fmla="*/ 4181 h 232350"/>
                    <a:gd name="csX36" fmla="*/ 1722418 w 1724041"/>
                    <a:gd name="csY36" fmla="*/ 1226 h 232350"/>
                    <a:gd name="csX37" fmla="*/ 1723954 w 1724041"/>
                    <a:gd name="csY37" fmla="*/ 412 h 232350"/>
                    <a:gd name="csX38" fmla="*/ 1724064 w 1724041"/>
                    <a:gd name="csY38" fmla="*/ 412 h 232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32350">
                      <a:moveTo>
                        <a:pt x="22" y="412"/>
                      </a:moveTo>
                      <a:lnTo>
                        <a:pt x="461" y="717"/>
                      </a:lnTo>
                      <a:lnTo>
                        <a:pt x="3862" y="2449"/>
                      </a:lnTo>
                      <a:lnTo>
                        <a:pt x="12310" y="6931"/>
                      </a:lnTo>
                      <a:lnTo>
                        <a:pt x="27231" y="14571"/>
                      </a:lnTo>
                      <a:lnTo>
                        <a:pt x="49503" y="25877"/>
                      </a:lnTo>
                      <a:lnTo>
                        <a:pt x="79126" y="40444"/>
                      </a:lnTo>
                      <a:lnTo>
                        <a:pt x="115441" y="57761"/>
                      </a:lnTo>
                      <a:lnTo>
                        <a:pt x="157352" y="77013"/>
                      </a:lnTo>
                      <a:lnTo>
                        <a:pt x="204090" y="97284"/>
                      </a:lnTo>
                      <a:lnTo>
                        <a:pt x="254668" y="117962"/>
                      </a:lnTo>
                      <a:lnTo>
                        <a:pt x="308647" y="138233"/>
                      </a:lnTo>
                      <a:lnTo>
                        <a:pt x="366137" y="157586"/>
                      </a:lnTo>
                      <a:lnTo>
                        <a:pt x="427467" y="175718"/>
                      </a:lnTo>
                      <a:lnTo>
                        <a:pt x="493405" y="192220"/>
                      </a:lnTo>
                      <a:lnTo>
                        <a:pt x="565048" y="206685"/>
                      </a:lnTo>
                      <a:lnTo>
                        <a:pt x="643164" y="218704"/>
                      </a:lnTo>
                      <a:lnTo>
                        <a:pt x="728082" y="227465"/>
                      </a:lnTo>
                      <a:lnTo>
                        <a:pt x="818816" y="232252"/>
                      </a:lnTo>
                      <a:lnTo>
                        <a:pt x="861933" y="232762"/>
                      </a:lnTo>
                      <a:lnTo>
                        <a:pt x="954422" y="230215"/>
                      </a:lnTo>
                      <a:lnTo>
                        <a:pt x="1042303" y="223186"/>
                      </a:lnTo>
                      <a:lnTo>
                        <a:pt x="1123600" y="212593"/>
                      </a:lnTo>
                      <a:lnTo>
                        <a:pt x="1198096" y="199249"/>
                      </a:lnTo>
                      <a:lnTo>
                        <a:pt x="1266557" y="183562"/>
                      </a:lnTo>
                      <a:lnTo>
                        <a:pt x="1329972" y="166245"/>
                      </a:lnTo>
                      <a:lnTo>
                        <a:pt x="1389108" y="147299"/>
                      </a:lnTo>
                      <a:lnTo>
                        <a:pt x="1444733" y="127435"/>
                      </a:lnTo>
                      <a:lnTo>
                        <a:pt x="1496847" y="106859"/>
                      </a:lnTo>
                      <a:lnTo>
                        <a:pt x="1545450" y="86282"/>
                      </a:lnTo>
                      <a:lnTo>
                        <a:pt x="1589774" y="66419"/>
                      </a:lnTo>
                      <a:lnTo>
                        <a:pt x="1628832" y="48185"/>
                      </a:lnTo>
                      <a:lnTo>
                        <a:pt x="1661636" y="32193"/>
                      </a:lnTo>
                      <a:lnTo>
                        <a:pt x="1687309" y="19358"/>
                      </a:lnTo>
                      <a:lnTo>
                        <a:pt x="1705632" y="9987"/>
                      </a:lnTo>
                      <a:lnTo>
                        <a:pt x="1716932" y="4181"/>
                      </a:lnTo>
                      <a:lnTo>
                        <a:pt x="1722418" y="1226"/>
                      </a:lnTo>
                      <a:lnTo>
                        <a:pt x="1723954" y="412"/>
                      </a:lnTo>
                      <a:lnTo>
                        <a:pt x="1724064" y="412"/>
                      </a:lnTo>
                    </a:path>
                  </a:pathLst>
                </a:custGeom>
                <a:noFill/>
                <a:ln w="8220" cap="rnd">
                  <a:solidFill>
                    <a:srgbClr val="A52A2A"/>
                  </a:solidFill>
                  <a:prstDash val="solid"/>
                  <a:round/>
                </a:ln>
              </p:spPr>
              <p:txBody>
                <a:bodyPr/>
                <a:lstStyle/>
                <a:p>
                  <a:endParaRPr lang="zh-CN" altLang="en-US" sz="2190"/>
                </a:p>
              </p:txBody>
            </p:sp>
            <p:sp>
              <p:nvSpPr>
                <p:cNvPr id="1268" name="任意多边形: 形状 1267"/>
                <p:cNvSpPr/>
                <p:nvPr/>
              </p:nvSpPr>
              <p:spPr>
                <a:xfrm>
                  <a:off x="2095411" y="6777633"/>
                  <a:ext cx="2461098" cy="258223"/>
                </a:xfrm>
                <a:custGeom>
                  <a:avLst/>
                  <a:gdLst>
                    <a:gd name="csX0" fmla="*/ 22 w 2461098"/>
                    <a:gd name="csY0" fmla="*/ 412 h 258223"/>
                    <a:gd name="csX1" fmla="*/ 461 w 2461098"/>
                    <a:gd name="csY1" fmla="*/ 615 h 258223"/>
                    <a:gd name="csX2" fmla="*/ 3314 w 2461098"/>
                    <a:gd name="csY2" fmla="*/ 1838 h 258223"/>
                    <a:gd name="csX3" fmla="*/ 10774 w 2461098"/>
                    <a:gd name="csY3" fmla="*/ 4894 h 258223"/>
                    <a:gd name="csX4" fmla="*/ 24379 w 2461098"/>
                    <a:gd name="csY4" fmla="*/ 10394 h 258223"/>
                    <a:gd name="csX5" fmla="*/ 44895 w 2461098"/>
                    <a:gd name="csY5" fmla="*/ 18543 h 258223"/>
                    <a:gd name="csX6" fmla="*/ 73092 w 2461098"/>
                    <a:gd name="csY6" fmla="*/ 29545 h 258223"/>
                    <a:gd name="csX7" fmla="*/ 108529 w 2461098"/>
                    <a:gd name="csY7" fmla="*/ 43194 h 258223"/>
                    <a:gd name="csX8" fmla="*/ 150879 w 2461098"/>
                    <a:gd name="csY8" fmla="*/ 58983 h 258223"/>
                    <a:gd name="csX9" fmla="*/ 199372 w 2461098"/>
                    <a:gd name="csY9" fmla="*/ 76605 h 258223"/>
                    <a:gd name="csX10" fmla="*/ 252912 w 2461098"/>
                    <a:gd name="csY10" fmla="*/ 95246 h 258223"/>
                    <a:gd name="csX11" fmla="*/ 310951 w 2461098"/>
                    <a:gd name="csY11" fmla="*/ 114499 h 258223"/>
                    <a:gd name="csX12" fmla="*/ 372720 w 2461098"/>
                    <a:gd name="csY12" fmla="*/ 133751 h 258223"/>
                    <a:gd name="csX13" fmla="*/ 437890 w 2461098"/>
                    <a:gd name="csY13" fmla="*/ 152799 h 258223"/>
                    <a:gd name="csX14" fmla="*/ 506570 w 2461098"/>
                    <a:gd name="csY14" fmla="*/ 171033 h 258223"/>
                    <a:gd name="csX15" fmla="*/ 579091 w 2461098"/>
                    <a:gd name="csY15" fmla="*/ 188451 h 258223"/>
                    <a:gd name="csX16" fmla="*/ 656001 w 2461098"/>
                    <a:gd name="csY16" fmla="*/ 204546 h 258223"/>
                    <a:gd name="csX17" fmla="*/ 738176 w 2461098"/>
                    <a:gd name="csY17" fmla="*/ 219316 h 258223"/>
                    <a:gd name="csX18" fmla="*/ 826276 w 2461098"/>
                    <a:gd name="csY18" fmla="*/ 232252 h 258223"/>
                    <a:gd name="csX19" fmla="*/ 921288 w 2461098"/>
                    <a:gd name="csY19" fmla="*/ 243254 h 258223"/>
                    <a:gd name="csX20" fmla="*/ 1023103 w 2461098"/>
                    <a:gd name="csY20" fmla="*/ 251606 h 258223"/>
                    <a:gd name="csX21" fmla="*/ 1131171 w 2461098"/>
                    <a:gd name="csY21" fmla="*/ 257005 h 258223"/>
                    <a:gd name="csX22" fmla="*/ 1230571 w 2461098"/>
                    <a:gd name="csY22" fmla="*/ 258635 h 258223"/>
                    <a:gd name="csX23" fmla="*/ 1342150 w 2461098"/>
                    <a:gd name="csY23" fmla="*/ 256598 h 258223"/>
                    <a:gd name="csX24" fmla="*/ 1449560 w 2461098"/>
                    <a:gd name="csY24" fmla="*/ 250893 h 258223"/>
                    <a:gd name="csX25" fmla="*/ 1550716 w 2461098"/>
                    <a:gd name="csY25" fmla="*/ 242133 h 258223"/>
                    <a:gd name="csX26" fmla="*/ 1644850 w 2461098"/>
                    <a:gd name="csY26" fmla="*/ 230928 h 258223"/>
                    <a:gd name="csX27" fmla="*/ 1732292 w 2461098"/>
                    <a:gd name="csY27" fmla="*/ 217686 h 258223"/>
                    <a:gd name="csX28" fmla="*/ 1813809 w 2461098"/>
                    <a:gd name="csY28" fmla="*/ 202814 h 258223"/>
                    <a:gd name="csX29" fmla="*/ 1890170 w 2461098"/>
                    <a:gd name="csY29" fmla="*/ 186516 h 258223"/>
                    <a:gd name="csX30" fmla="*/ 1962252 w 2461098"/>
                    <a:gd name="csY30" fmla="*/ 169097 h 258223"/>
                    <a:gd name="csX31" fmla="*/ 2030604 w 2461098"/>
                    <a:gd name="csY31" fmla="*/ 150660 h 258223"/>
                    <a:gd name="csX32" fmla="*/ 2095445 w 2461098"/>
                    <a:gd name="csY32" fmla="*/ 131611 h 258223"/>
                    <a:gd name="csX33" fmla="*/ 2156775 w 2461098"/>
                    <a:gd name="csY33" fmla="*/ 112359 h 258223"/>
                    <a:gd name="csX34" fmla="*/ 2214264 w 2461098"/>
                    <a:gd name="csY34" fmla="*/ 93107 h 258223"/>
                    <a:gd name="csX35" fmla="*/ 2267366 w 2461098"/>
                    <a:gd name="csY35" fmla="*/ 74568 h 258223"/>
                    <a:gd name="csX36" fmla="*/ 2315201 w 2461098"/>
                    <a:gd name="csY36" fmla="*/ 57149 h 258223"/>
                    <a:gd name="csX37" fmla="*/ 2356783 w 2461098"/>
                    <a:gd name="csY37" fmla="*/ 41564 h 258223"/>
                    <a:gd name="csX38" fmla="*/ 2391452 w 2461098"/>
                    <a:gd name="csY38" fmla="*/ 28220 h 258223"/>
                    <a:gd name="csX39" fmla="*/ 2418771 w 2461098"/>
                    <a:gd name="csY39" fmla="*/ 17525 h 258223"/>
                    <a:gd name="csX40" fmla="*/ 2438519 w 2461098"/>
                    <a:gd name="csY40" fmla="*/ 9579 h 258223"/>
                    <a:gd name="csX41" fmla="*/ 2451356 w 2461098"/>
                    <a:gd name="csY41" fmla="*/ 4384 h 258223"/>
                    <a:gd name="csX42" fmla="*/ 2458158 w 2461098"/>
                    <a:gd name="csY42" fmla="*/ 1634 h 258223"/>
                    <a:gd name="csX43" fmla="*/ 2460791 w 2461098"/>
                    <a:gd name="csY43" fmla="*/ 514 h 258223"/>
                    <a:gd name="csX44" fmla="*/ 2461120 w 2461098"/>
                    <a:gd name="csY44" fmla="*/ 412 h 258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2461098" h="258223">
                      <a:moveTo>
                        <a:pt x="22" y="412"/>
                      </a:moveTo>
                      <a:lnTo>
                        <a:pt x="461" y="615"/>
                      </a:lnTo>
                      <a:lnTo>
                        <a:pt x="3314" y="1838"/>
                      </a:lnTo>
                      <a:lnTo>
                        <a:pt x="10774" y="4894"/>
                      </a:lnTo>
                      <a:lnTo>
                        <a:pt x="24379" y="10394"/>
                      </a:lnTo>
                      <a:lnTo>
                        <a:pt x="44895" y="18543"/>
                      </a:lnTo>
                      <a:lnTo>
                        <a:pt x="73092" y="29545"/>
                      </a:lnTo>
                      <a:lnTo>
                        <a:pt x="108529" y="43194"/>
                      </a:lnTo>
                      <a:lnTo>
                        <a:pt x="150879" y="58983"/>
                      </a:lnTo>
                      <a:lnTo>
                        <a:pt x="199372" y="76605"/>
                      </a:lnTo>
                      <a:lnTo>
                        <a:pt x="252912" y="95246"/>
                      </a:lnTo>
                      <a:lnTo>
                        <a:pt x="310951" y="114499"/>
                      </a:lnTo>
                      <a:lnTo>
                        <a:pt x="372720" y="133751"/>
                      </a:lnTo>
                      <a:lnTo>
                        <a:pt x="437890" y="152799"/>
                      </a:lnTo>
                      <a:lnTo>
                        <a:pt x="506570" y="171033"/>
                      </a:lnTo>
                      <a:lnTo>
                        <a:pt x="579091" y="188451"/>
                      </a:lnTo>
                      <a:lnTo>
                        <a:pt x="656001" y="204546"/>
                      </a:lnTo>
                      <a:lnTo>
                        <a:pt x="738176" y="219316"/>
                      </a:lnTo>
                      <a:lnTo>
                        <a:pt x="826276" y="232252"/>
                      </a:lnTo>
                      <a:lnTo>
                        <a:pt x="921288" y="243254"/>
                      </a:lnTo>
                      <a:lnTo>
                        <a:pt x="1023103" y="251606"/>
                      </a:lnTo>
                      <a:lnTo>
                        <a:pt x="1131171" y="257005"/>
                      </a:lnTo>
                      <a:lnTo>
                        <a:pt x="1230571" y="258635"/>
                      </a:lnTo>
                      <a:lnTo>
                        <a:pt x="1342150" y="256598"/>
                      </a:lnTo>
                      <a:lnTo>
                        <a:pt x="1449560" y="250893"/>
                      </a:lnTo>
                      <a:lnTo>
                        <a:pt x="1550716" y="242133"/>
                      </a:lnTo>
                      <a:lnTo>
                        <a:pt x="1644850" y="230928"/>
                      </a:lnTo>
                      <a:lnTo>
                        <a:pt x="1732292" y="217686"/>
                      </a:lnTo>
                      <a:lnTo>
                        <a:pt x="1813809" y="202814"/>
                      </a:lnTo>
                      <a:lnTo>
                        <a:pt x="1890170" y="186516"/>
                      </a:lnTo>
                      <a:lnTo>
                        <a:pt x="1962252" y="169097"/>
                      </a:lnTo>
                      <a:lnTo>
                        <a:pt x="2030604" y="150660"/>
                      </a:lnTo>
                      <a:lnTo>
                        <a:pt x="2095445" y="131611"/>
                      </a:lnTo>
                      <a:lnTo>
                        <a:pt x="2156775" y="112359"/>
                      </a:lnTo>
                      <a:lnTo>
                        <a:pt x="2214264" y="93107"/>
                      </a:lnTo>
                      <a:lnTo>
                        <a:pt x="2267366" y="74568"/>
                      </a:lnTo>
                      <a:lnTo>
                        <a:pt x="2315201" y="57149"/>
                      </a:lnTo>
                      <a:lnTo>
                        <a:pt x="2356783" y="41564"/>
                      </a:lnTo>
                      <a:lnTo>
                        <a:pt x="2391452" y="28220"/>
                      </a:lnTo>
                      <a:lnTo>
                        <a:pt x="2418771" y="17525"/>
                      </a:lnTo>
                      <a:lnTo>
                        <a:pt x="2438519" y="9579"/>
                      </a:lnTo>
                      <a:lnTo>
                        <a:pt x="2451356" y="4384"/>
                      </a:lnTo>
                      <a:lnTo>
                        <a:pt x="2458158" y="1634"/>
                      </a:lnTo>
                      <a:lnTo>
                        <a:pt x="2460791" y="514"/>
                      </a:lnTo>
                      <a:lnTo>
                        <a:pt x="2461120" y="412"/>
                      </a:lnTo>
                    </a:path>
                  </a:pathLst>
                </a:custGeom>
                <a:noFill/>
                <a:ln w="8220" cap="rnd">
                  <a:solidFill>
                    <a:srgbClr val="A52A2A"/>
                  </a:solidFill>
                  <a:prstDash val="solid"/>
                  <a:round/>
                </a:ln>
              </p:spPr>
              <p:txBody>
                <a:bodyPr/>
                <a:lstStyle/>
                <a:p>
                  <a:endParaRPr lang="zh-CN" altLang="en-US" sz="2190"/>
                </a:p>
              </p:txBody>
            </p:sp>
            <p:sp>
              <p:nvSpPr>
                <p:cNvPr id="1269" name="任意多边形: 形状 1268"/>
                <p:cNvSpPr/>
                <p:nvPr/>
              </p:nvSpPr>
              <p:spPr>
                <a:xfrm>
                  <a:off x="2178903" y="6777633"/>
                  <a:ext cx="1479379" cy="283994"/>
                </a:xfrm>
                <a:custGeom>
                  <a:avLst/>
                  <a:gdLst>
                    <a:gd name="csX0" fmla="*/ 22 w 1479379"/>
                    <a:gd name="csY0" fmla="*/ 412 h 283994"/>
                    <a:gd name="csX1" fmla="*/ 461 w 1479379"/>
                    <a:gd name="csY1" fmla="*/ 819 h 283994"/>
                    <a:gd name="csX2" fmla="*/ 3862 w 1479379"/>
                    <a:gd name="csY2" fmla="*/ 3366 h 283994"/>
                    <a:gd name="csX3" fmla="*/ 12420 w 1479379"/>
                    <a:gd name="csY3" fmla="*/ 9681 h 283994"/>
                    <a:gd name="csX4" fmla="*/ 27341 w 1479379"/>
                    <a:gd name="csY4" fmla="*/ 20581 h 283994"/>
                    <a:gd name="csX5" fmla="*/ 49393 w 1479379"/>
                    <a:gd name="csY5" fmla="*/ 36369 h 283994"/>
                    <a:gd name="csX6" fmla="*/ 78358 w 1479379"/>
                    <a:gd name="csY6" fmla="*/ 56436 h 283994"/>
                    <a:gd name="csX7" fmla="*/ 113356 w 1479379"/>
                    <a:gd name="csY7" fmla="*/ 79967 h 283994"/>
                    <a:gd name="csX8" fmla="*/ 153512 w 1479379"/>
                    <a:gd name="csY8" fmla="*/ 105636 h 283994"/>
                    <a:gd name="csX9" fmla="*/ 197726 w 1479379"/>
                    <a:gd name="csY9" fmla="*/ 132223 h 283994"/>
                    <a:gd name="csX10" fmla="*/ 245452 w 1479379"/>
                    <a:gd name="csY10" fmla="*/ 158809 h 283994"/>
                    <a:gd name="csX11" fmla="*/ 296469 w 1479379"/>
                    <a:gd name="csY11" fmla="*/ 184377 h 283994"/>
                    <a:gd name="csX12" fmla="*/ 350996 w 1479379"/>
                    <a:gd name="csY12" fmla="*/ 208416 h 283994"/>
                    <a:gd name="csX13" fmla="*/ 409803 w 1479379"/>
                    <a:gd name="csY13" fmla="*/ 230317 h 283994"/>
                    <a:gd name="csX14" fmla="*/ 473766 w 1479379"/>
                    <a:gd name="csY14" fmla="*/ 249671 h 283994"/>
                    <a:gd name="csX15" fmla="*/ 543873 w 1479379"/>
                    <a:gd name="csY15" fmla="*/ 265664 h 283994"/>
                    <a:gd name="csX16" fmla="*/ 620453 w 1479379"/>
                    <a:gd name="csY16" fmla="*/ 277480 h 283994"/>
                    <a:gd name="csX17" fmla="*/ 702848 w 1479379"/>
                    <a:gd name="csY17" fmla="*/ 283795 h 283994"/>
                    <a:gd name="csX18" fmla="*/ 739712 w 1479379"/>
                    <a:gd name="csY18" fmla="*/ 284406 h 283994"/>
                    <a:gd name="csX19" fmla="*/ 823533 w 1479379"/>
                    <a:gd name="csY19" fmla="*/ 280943 h 283994"/>
                    <a:gd name="csX20" fmla="*/ 902966 w 1479379"/>
                    <a:gd name="csY20" fmla="*/ 271368 h 283994"/>
                    <a:gd name="csX21" fmla="*/ 975926 w 1479379"/>
                    <a:gd name="csY21" fmla="*/ 257107 h 283994"/>
                    <a:gd name="csX22" fmla="*/ 1042412 w 1479379"/>
                    <a:gd name="csY22" fmla="*/ 239077 h 283994"/>
                    <a:gd name="csX23" fmla="*/ 1103303 w 1479379"/>
                    <a:gd name="csY23" fmla="*/ 218297 h 283994"/>
                    <a:gd name="csX24" fmla="*/ 1159587 w 1479379"/>
                    <a:gd name="csY24" fmla="*/ 195072 h 283994"/>
                    <a:gd name="csX25" fmla="*/ 1212030 w 1479379"/>
                    <a:gd name="csY25" fmla="*/ 170014 h 283994"/>
                    <a:gd name="csX26" fmla="*/ 1261182 w 1479379"/>
                    <a:gd name="csY26" fmla="*/ 143835 h 283994"/>
                    <a:gd name="csX27" fmla="*/ 1307042 w 1479379"/>
                    <a:gd name="csY27" fmla="*/ 117147 h 283994"/>
                    <a:gd name="csX28" fmla="*/ 1349062 w 1479379"/>
                    <a:gd name="csY28" fmla="*/ 90968 h 283994"/>
                    <a:gd name="csX29" fmla="*/ 1386474 w 1479379"/>
                    <a:gd name="csY29" fmla="*/ 66317 h 283994"/>
                    <a:gd name="csX30" fmla="*/ 1418182 w 1479379"/>
                    <a:gd name="csY30" fmla="*/ 44620 h 283994"/>
                    <a:gd name="csX31" fmla="*/ 1443306 w 1479379"/>
                    <a:gd name="csY31" fmla="*/ 26896 h 283994"/>
                    <a:gd name="csX32" fmla="*/ 1461299 w 1479379"/>
                    <a:gd name="csY32" fmla="*/ 13858 h 283994"/>
                    <a:gd name="csX33" fmla="*/ 1472490 w 1479379"/>
                    <a:gd name="csY33" fmla="*/ 5607 h 283994"/>
                    <a:gd name="csX34" fmla="*/ 1477866 w 1479379"/>
                    <a:gd name="csY34" fmla="*/ 1532 h 283994"/>
                    <a:gd name="csX35" fmla="*/ 1479292 w 1479379"/>
                    <a:gd name="csY35" fmla="*/ 412 h 283994"/>
                    <a:gd name="csX36" fmla="*/ 1479402 w 1479379"/>
                    <a:gd name="csY36" fmla="*/ 412 h 2839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479379" h="283994">
                      <a:moveTo>
                        <a:pt x="22" y="412"/>
                      </a:moveTo>
                      <a:lnTo>
                        <a:pt x="461" y="819"/>
                      </a:lnTo>
                      <a:lnTo>
                        <a:pt x="3862" y="3366"/>
                      </a:lnTo>
                      <a:lnTo>
                        <a:pt x="12420" y="9681"/>
                      </a:lnTo>
                      <a:lnTo>
                        <a:pt x="27341" y="20581"/>
                      </a:lnTo>
                      <a:lnTo>
                        <a:pt x="49393" y="36369"/>
                      </a:lnTo>
                      <a:lnTo>
                        <a:pt x="78358" y="56436"/>
                      </a:lnTo>
                      <a:lnTo>
                        <a:pt x="113356" y="79967"/>
                      </a:lnTo>
                      <a:lnTo>
                        <a:pt x="153512" y="105636"/>
                      </a:lnTo>
                      <a:lnTo>
                        <a:pt x="197726" y="132223"/>
                      </a:lnTo>
                      <a:lnTo>
                        <a:pt x="245452" y="158809"/>
                      </a:lnTo>
                      <a:lnTo>
                        <a:pt x="296469" y="184377"/>
                      </a:lnTo>
                      <a:lnTo>
                        <a:pt x="350996" y="208416"/>
                      </a:lnTo>
                      <a:lnTo>
                        <a:pt x="409803" y="230317"/>
                      </a:lnTo>
                      <a:lnTo>
                        <a:pt x="473766" y="249671"/>
                      </a:lnTo>
                      <a:lnTo>
                        <a:pt x="543873" y="265664"/>
                      </a:lnTo>
                      <a:lnTo>
                        <a:pt x="620453" y="277480"/>
                      </a:lnTo>
                      <a:lnTo>
                        <a:pt x="702848" y="283795"/>
                      </a:lnTo>
                      <a:lnTo>
                        <a:pt x="739712" y="284406"/>
                      </a:lnTo>
                      <a:lnTo>
                        <a:pt x="823533" y="280943"/>
                      </a:lnTo>
                      <a:lnTo>
                        <a:pt x="902966" y="271368"/>
                      </a:lnTo>
                      <a:lnTo>
                        <a:pt x="975926" y="257107"/>
                      </a:lnTo>
                      <a:lnTo>
                        <a:pt x="1042412" y="239077"/>
                      </a:lnTo>
                      <a:lnTo>
                        <a:pt x="1103303" y="218297"/>
                      </a:lnTo>
                      <a:lnTo>
                        <a:pt x="1159587" y="195072"/>
                      </a:lnTo>
                      <a:lnTo>
                        <a:pt x="1212030" y="170014"/>
                      </a:lnTo>
                      <a:lnTo>
                        <a:pt x="1261182" y="143835"/>
                      </a:lnTo>
                      <a:lnTo>
                        <a:pt x="1307042" y="117147"/>
                      </a:lnTo>
                      <a:lnTo>
                        <a:pt x="1349062" y="90968"/>
                      </a:lnTo>
                      <a:lnTo>
                        <a:pt x="1386474" y="66317"/>
                      </a:lnTo>
                      <a:lnTo>
                        <a:pt x="1418182" y="44620"/>
                      </a:lnTo>
                      <a:lnTo>
                        <a:pt x="1443306" y="26896"/>
                      </a:lnTo>
                      <a:lnTo>
                        <a:pt x="1461299" y="13858"/>
                      </a:lnTo>
                      <a:lnTo>
                        <a:pt x="1472490" y="5607"/>
                      </a:lnTo>
                      <a:lnTo>
                        <a:pt x="1477866" y="1532"/>
                      </a:lnTo>
                      <a:lnTo>
                        <a:pt x="1479292" y="412"/>
                      </a:lnTo>
                      <a:lnTo>
                        <a:pt x="1479402" y="412"/>
                      </a:lnTo>
                    </a:path>
                  </a:pathLst>
                </a:custGeom>
                <a:noFill/>
                <a:ln w="8220" cap="rnd">
                  <a:solidFill>
                    <a:srgbClr val="A52A2A"/>
                  </a:solidFill>
                  <a:prstDash val="solid"/>
                  <a:round/>
                </a:ln>
              </p:spPr>
              <p:txBody>
                <a:bodyPr/>
                <a:lstStyle/>
                <a:p>
                  <a:endParaRPr lang="zh-CN" altLang="en-US" sz="2190"/>
                </a:p>
              </p:txBody>
            </p:sp>
            <p:sp>
              <p:nvSpPr>
                <p:cNvPr id="1270" name="任意多边形: 形状 1269"/>
                <p:cNvSpPr/>
                <p:nvPr/>
              </p:nvSpPr>
              <p:spPr>
                <a:xfrm>
                  <a:off x="2178903" y="6777633"/>
                  <a:ext cx="1640549" cy="309868"/>
                </a:xfrm>
                <a:custGeom>
                  <a:avLst/>
                  <a:gdLst>
                    <a:gd name="csX0" fmla="*/ 22 w 1640549"/>
                    <a:gd name="csY0" fmla="*/ 412 h 309868"/>
                    <a:gd name="csX1" fmla="*/ 461 w 1640549"/>
                    <a:gd name="csY1" fmla="*/ 819 h 309868"/>
                    <a:gd name="csX2" fmla="*/ 3752 w 1640549"/>
                    <a:gd name="csY2" fmla="*/ 3264 h 309868"/>
                    <a:gd name="csX3" fmla="*/ 11871 w 1640549"/>
                    <a:gd name="csY3" fmla="*/ 9172 h 309868"/>
                    <a:gd name="csX4" fmla="*/ 26463 w 1640549"/>
                    <a:gd name="csY4" fmla="*/ 19664 h 309868"/>
                    <a:gd name="csX5" fmla="*/ 47967 w 1640549"/>
                    <a:gd name="csY5" fmla="*/ 34943 h 309868"/>
                    <a:gd name="csX6" fmla="*/ 76602 w 1640549"/>
                    <a:gd name="csY6" fmla="*/ 54603 h 309868"/>
                    <a:gd name="csX7" fmla="*/ 111601 w 1640549"/>
                    <a:gd name="csY7" fmla="*/ 78031 h 309868"/>
                    <a:gd name="csX8" fmla="*/ 152085 w 1640549"/>
                    <a:gd name="csY8" fmla="*/ 103905 h 309868"/>
                    <a:gd name="csX9" fmla="*/ 197068 w 1640549"/>
                    <a:gd name="csY9" fmla="*/ 131306 h 309868"/>
                    <a:gd name="csX10" fmla="*/ 245671 w 1640549"/>
                    <a:gd name="csY10" fmla="*/ 159013 h 309868"/>
                    <a:gd name="csX11" fmla="*/ 297676 w 1640549"/>
                    <a:gd name="csY11" fmla="*/ 186108 h 309868"/>
                    <a:gd name="csX12" fmla="*/ 352971 w 1640549"/>
                    <a:gd name="csY12" fmla="*/ 212083 h 309868"/>
                    <a:gd name="csX13" fmla="*/ 412107 w 1640549"/>
                    <a:gd name="csY13" fmla="*/ 236225 h 309868"/>
                    <a:gd name="csX14" fmla="*/ 475741 w 1640549"/>
                    <a:gd name="csY14" fmla="*/ 258126 h 309868"/>
                    <a:gd name="csX15" fmla="*/ 544970 w 1640549"/>
                    <a:gd name="csY15" fmla="*/ 277276 h 309868"/>
                    <a:gd name="csX16" fmla="*/ 620453 w 1640549"/>
                    <a:gd name="csY16" fmla="*/ 292963 h 309868"/>
                    <a:gd name="csX17" fmla="*/ 702519 w 1640549"/>
                    <a:gd name="csY17" fmla="*/ 304168 h 309868"/>
                    <a:gd name="csX18" fmla="*/ 789961 w 1640549"/>
                    <a:gd name="csY18" fmla="*/ 309872 h 309868"/>
                    <a:gd name="csX19" fmla="*/ 820242 w 1640549"/>
                    <a:gd name="csY19" fmla="*/ 310280 h 309868"/>
                    <a:gd name="csX20" fmla="*/ 908781 w 1640549"/>
                    <a:gd name="csY20" fmla="*/ 306816 h 309868"/>
                    <a:gd name="csX21" fmla="*/ 992822 w 1640549"/>
                    <a:gd name="csY21" fmla="*/ 297241 h 309868"/>
                    <a:gd name="csX22" fmla="*/ 1070609 w 1640549"/>
                    <a:gd name="csY22" fmla="*/ 282980 h 309868"/>
                    <a:gd name="csX23" fmla="*/ 1141922 w 1640549"/>
                    <a:gd name="csY23" fmla="*/ 264950 h 309868"/>
                    <a:gd name="csX24" fmla="*/ 1207312 w 1640549"/>
                    <a:gd name="csY24" fmla="*/ 243967 h 309868"/>
                    <a:gd name="csX25" fmla="*/ 1267874 w 1640549"/>
                    <a:gd name="csY25" fmla="*/ 220436 h 309868"/>
                    <a:gd name="csX26" fmla="*/ 1324376 w 1640549"/>
                    <a:gd name="csY26" fmla="*/ 195072 h 309868"/>
                    <a:gd name="csX27" fmla="*/ 1377478 w 1640549"/>
                    <a:gd name="csY27" fmla="*/ 168282 h 309868"/>
                    <a:gd name="csX28" fmla="*/ 1427288 w 1640549"/>
                    <a:gd name="csY28" fmla="*/ 140677 h 309868"/>
                    <a:gd name="csX29" fmla="*/ 1473587 w 1640549"/>
                    <a:gd name="csY29" fmla="*/ 113072 h 309868"/>
                    <a:gd name="csX30" fmla="*/ 1515717 w 1640549"/>
                    <a:gd name="csY30" fmla="*/ 86588 h 309868"/>
                    <a:gd name="csX31" fmla="*/ 1552691 w 1640549"/>
                    <a:gd name="csY31" fmla="*/ 62243 h 309868"/>
                    <a:gd name="csX32" fmla="*/ 1583520 w 1640549"/>
                    <a:gd name="csY32" fmla="*/ 41157 h 309868"/>
                    <a:gd name="csX33" fmla="*/ 1607548 w 1640549"/>
                    <a:gd name="csY33" fmla="*/ 24349 h 309868"/>
                    <a:gd name="csX34" fmla="*/ 1624444 w 1640549"/>
                    <a:gd name="csY34" fmla="*/ 12228 h 309868"/>
                    <a:gd name="csX35" fmla="*/ 1634647 w 1640549"/>
                    <a:gd name="csY35" fmla="*/ 4792 h 309868"/>
                    <a:gd name="csX36" fmla="*/ 1639365 w 1640549"/>
                    <a:gd name="csY36" fmla="*/ 1328 h 309868"/>
                    <a:gd name="csX37" fmla="*/ 1640462 w 1640549"/>
                    <a:gd name="csY37" fmla="*/ 412 h 309868"/>
                    <a:gd name="csX38" fmla="*/ 1640571 w 1640549"/>
                    <a:gd name="csY38" fmla="*/ 412 h 3098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640549" h="309868">
                      <a:moveTo>
                        <a:pt x="22" y="412"/>
                      </a:moveTo>
                      <a:lnTo>
                        <a:pt x="461" y="819"/>
                      </a:lnTo>
                      <a:lnTo>
                        <a:pt x="3752" y="3264"/>
                      </a:lnTo>
                      <a:lnTo>
                        <a:pt x="11871" y="9172"/>
                      </a:lnTo>
                      <a:lnTo>
                        <a:pt x="26463" y="19664"/>
                      </a:lnTo>
                      <a:lnTo>
                        <a:pt x="47967" y="34943"/>
                      </a:lnTo>
                      <a:lnTo>
                        <a:pt x="76602" y="54603"/>
                      </a:lnTo>
                      <a:lnTo>
                        <a:pt x="111601" y="78031"/>
                      </a:lnTo>
                      <a:lnTo>
                        <a:pt x="152085" y="103905"/>
                      </a:lnTo>
                      <a:lnTo>
                        <a:pt x="197068" y="131306"/>
                      </a:lnTo>
                      <a:lnTo>
                        <a:pt x="245671" y="159013"/>
                      </a:lnTo>
                      <a:lnTo>
                        <a:pt x="297676" y="186108"/>
                      </a:lnTo>
                      <a:lnTo>
                        <a:pt x="352971" y="212083"/>
                      </a:lnTo>
                      <a:lnTo>
                        <a:pt x="412107" y="236225"/>
                      </a:lnTo>
                      <a:lnTo>
                        <a:pt x="475741" y="258126"/>
                      </a:lnTo>
                      <a:lnTo>
                        <a:pt x="544970" y="277276"/>
                      </a:lnTo>
                      <a:lnTo>
                        <a:pt x="620453" y="292963"/>
                      </a:lnTo>
                      <a:lnTo>
                        <a:pt x="702519" y="304168"/>
                      </a:lnTo>
                      <a:lnTo>
                        <a:pt x="789961" y="309872"/>
                      </a:lnTo>
                      <a:lnTo>
                        <a:pt x="820242" y="310280"/>
                      </a:lnTo>
                      <a:lnTo>
                        <a:pt x="908781" y="306816"/>
                      </a:lnTo>
                      <a:lnTo>
                        <a:pt x="992822" y="297241"/>
                      </a:lnTo>
                      <a:lnTo>
                        <a:pt x="1070609" y="282980"/>
                      </a:lnTo>
                      <a:lnTo>
                        <a:pt x="1141922" y="264950"/>
                      </a:lnTo>
                      <a:lnTo>
                        <a:pt x="1207312" y="243967"/>
                      </a:lnTo>
                      <a:lnTo>
                        <a:pt x="1267874" y="220436"/>
                      </a:lnTo>
                      <a:lnTo>
                        <a:pt x="1324376" y="195072"/>
                      </a:lnTo>
                      <a:lnTo>
                        <a:pt x="1377478" y="168282"/>
                      </a:lnTo>
                      <a:lnTo>
                        <a:pt x="1427288" y="140677"/>
                      </a:lnTo>
                      <a:lnTo>
                        <a:pt x="1473587" y="113072"/>
                      </a:lnTo>
                      <a:lnTo>
                        <a:pt x="1515717" y="86588"/>
                      </a:lnTo>
                      <a:lnTo>
                        <a:pt x="1552691" y="62243"/>
                      </a:lnTo>
                      <a:lnTo>
                        <a:pt x="1583520" y="41157"/>
                      </a:lnTo>
                      <a:lnTo>
                        <a:pt x="1607548" y="24349"/>
                      </a:lnTo>
                      <a:lnTo>
                        <a:pt x="1624444" y="12228"/>
                      </a:lnTo>
                      <a:lnTo>
                        <a:pt x="1634647" y="4792"/>
                      </a:lnTo>
                      <a:lnTo>
                        <a:pt x="1639365" y="1328"/>
                      </a:lnTo>
                      <a:lnTo>
                        <a:pt x="1640462" y="412"/>
                      </a:lnTo>
                      <a:lnTo>
                        <a:pt x="1640571" y="412"/>
                      </a:lnTo>
                    </a:path>
                  </a:pathLst>
                </a:custGeom>
                <a:noFill/>
                <a:ln w="7781" cap="rnd">
                  <a:solidFill>
                    <a:srgbClr val="A52A2A"/>
                  </a:solidFill>
                  <a:prstDash val="solid"/>
                  <a:round/>
                </a:ln>
              </p:spPr>
              <p:txBody>
                <a:bodyPr/>
                <a:lstStyle/>
                <a:p>
                  <a:endParaRPr lang="zh-CN" altLang="en-US" sz="2190"/>
                </a:p>
              </p:txBody>
            </p:sp>
            <p:sp>
              <p:nvSpPr>
                <p:cNvPr id="1271" name="任意多边形: 形状 1270"/>
                <p:cNvSpPr/>
                <p:nvPr/>
              </p:nvSpPr>
              <p:spPr>
                <a:xfrm>
                  <a:off x="3654113" y="6777633"/>
                  <a:ext cx="165338" cy="335639"/>
                </a:xfrm>
                <a:custGeom>
                  <a:avLst/>
                  <a:gdLst>
                    <a:gd name="csX0" fmla="*/ 22 w 165338"/>
                    <a:gd name="csY0" fmla="*/ 412 h 335639"/>
                    <a:gd name="csX1" fmla="*/ 132 w 165338"/>
                    <a:gd name="csY1" fmla="*/ 1838 h 335639"/>
                    <a:gd name="csX2" fmla="*/ 1339 w 165338"/>
                    <a:gd name="csY2" fmla="*/ 10700 h 335639"/>
                    <a:gd name="csX3" fmla="*/ 3972 w 165338"/>
                    <a:gd name="csY3" fmla="*/ 31174 h 335639"/>
                    <a:gd name="csX4" fmla="*/ 8361 w 165338"/>
                    <a:gd name="csY4" fmla="*/ 63465 h 335639"/>
                    <a:gd name="csX5" fmla="*/ 14175 w 165338"/>
                    <a:gd name="csY5" fmla="*/ 104719 h 335639"/>
                    <a:gd name="csX6" fmla="*/ 21197 w 165338"/>
                    <a:gd name="csY6" fmla="*/ 150354 h 335639"/>
                    <a:gd name="csX7" fmla="*/ 28987 w 165338"/>
                    <a:gd name="csY7" fmla="*/ 196295 h 335639"/>
                    <a:gd name="csX8" fmla="*/ 37654 w 165338"/>
                    <a:gd name="csY8" fmla="*/ 239383 h 335639"/>
                    <a:gd name="csX9" fmla="*/ 47309 w 165338"/>
                    <a:gd name="csY9" fmla="*/ 277480 h 335639"/>
                    <a:gd name="csX10" fmla="*/ 58280 w 165338"/>
                    <a:gd name="csY10" fmla="*/ 308548 h 335639"/>
                    <a:gd name="csX11" fmla="*/ 70788 w 165338"/>
                    <a:gd name="csY11" fmla="*/ 329430 h 335639"/>
                    <a:gd name="csX12" fmla="*/ 82637 w 165338"/>
                    <a:gd name="csY12" fmla="*/ 336051 h 335639"/>
                    <a:gd name="csX13" fmla="*/ 96241 w 165338"/>
                    <a:gd name="csY13" fmla="*/ 327393 h 335639"/>
                    <a:gd name="csX14" fmla="*/ 108529 w 165338"/>
                    <a:gd name="csY14" fmla="*/ 304881 h 335639"/>
                    <a:gd name="csX15" fmla="*/ 119281 w 165338"/>
                    <a:gd name="csY15" fmla="*/ 272794 h 335639"/>
                    <a:gd name="csX16" fmla="*/ 128826 w 165338"/>
                    <a:gd name="csY16" fmla="*/ 233984 h 335639"/>
                    <a:gd name="csX17" fmla="*/ 137384 w 165338"/>
                    <a:gd name="csY17" fmla="*/ 190285 h 335639"/>
                    <a:gd name="csX18" fmla="*/ 145174 w 165338"/>
                    <a:gd name="csY18" fmla="*/ 144242 h 335639"/>
                    <a:gd name="csX19" fmla="*/ 151976 w 165338"/>
                    <a:gd name="csY19" fmla="*/ 98913 h 335639"/>
                    <a:gd name="csX20" fmla="*/ 157681 w 165338"/>
                    <a:gd name="csY20" fmla="*/ 58575 h 335639"/>
                    <a:gd name="csX21" fmla="*/ 161740 w 165338"/>
                    <a:gd name="csY21" fmla="*/ 27813 h 335639"/>
                    <a:gd name="csX22" fmla="*/ 164264 w 165338"/>
                    <a:gd name="csY22" fmla="*/ 8968 h 335639"/>
                    <a:gd name="csX23" fmla="*/ 165142 w 165338"/>
                    <a:gd name="csY23" fmla="*/ 1328 h 335639"/>
                    <a:gd name="csX24" fmla="*/ 165361 w 165338"/>
                    <a:gd name="csY24" fmla="*/ 412 h 3356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65338" h="335639">
                      <a:moveTo>
                        <a:pt x="22" y="412"/>
                      </a:moveTo>
                      <a:lnTo>
                        <a:pt x="132" y="1838"/>
                      </a:lnTo>
                      <a:lnTo>
                        <a:pt x="1339" y="10700"/>
                      </a:lnTo>
                      <a:lnTo>
                        <a:pt x="3972" y="31174"/>
                      </a:lnTo>
                      <a:lnTo>
                        <a:pt x="8361" y="63465"/>
                      </a:lnTo>
                      <a:lnTo>
                        <a:pt x="14175" y="104719"/>
                      </a:lnTo>
                      <a:lnTo>
                        <a:pt x="21197" y="150354"/>
                      </a:lnTo>
                      <a:lnTo>
                        <a:pt x="28987" y="196295"/>
                      </a:lnTo>
                      <a:lnTo>
                        <a:pt x="37654" y="239383"/>
                      </a:lnTo>
                      <a:lnTo>
                        <a:pt x="47309" y="277480"/>
                      </a:lnTo>
                      <a:lnTo>
                        <a:pt x="58280" y="308548"/>
                      </a:lnTo>
                      <a:lnTo>
                        <a:pt x="70788" y="329430"/>
                      </a:lnTo>
                      <a:lnTo>
                        <a:pt x="82637" y="336051"/>
                      </a:lnTo>
                      <a:lnTo>
                        <a:pt x="96241" y="327393"/>
                      </a:lnTo>
                      <a:lnTo>
                        <a:pt x="108529" y="304881"/>
                      </a:lnTo>
                      <a:lnTo>
                        <a:pt x="119281" y="272794"/>
                      </a:lnTo>
                      <a:lnTo>
                        <a:pt x="128826" y="233984"/>
                      </a:lnTo>
                      <a:lnTo>
                        <a:pt x="137384" y="190285"/>
                      </a:lnTo>
                      <a:lnTo>
                        <a:pt x="145174" y="144242"/>
                      </a:lnTo>
                      <a:lnTo>
                        <a:pt x="151976" y="98913"/>
                      </a:lnTo>
                      <a:lnTo>
                        <a:pt x="157681" y="58575"/>
                      </a:lnTo>
                      <a:lnTo>
                        <a:pt x="161740" y="27813"/>
                      </a:lnTo>
                      <a:lnTo>
                        <a:pt x="164264" y="8968"/>
                      </a:lnTo>
                      <a:lnTo>
                        <a:pt x="165142" y="1328"/>
                      </a:lnTo>
                      <a:lnTo>
                        <a:pt x="165361" y="412"/>
                      </a:lnTo>
                    </a:path>
                  </a:pathLst>
                </a:custGeom>
                <a:noFill/>
                <a:ln w="8220" cap="rnd">
                  <a:solidFill>
                    <a:srgbClr val="A52A2A"/>
                  </a:solidFill>
                  <a:prstDash val="solid"/>
                  <a:round/>
                </a:ln>
              </p:spPr>
              <p:txBody>
                <a:bodyPr/>
                <a:lstStyle/>
                <a:p>
                  <a:endParaRPr lang="zh-CN" altLang="en-US" sz="2190"/>
                </a:p>
              </p:txBody>
            </p:sp>
            <p:sp>
              <p:nvSpPr>
                <p:cNvPr id="1272" name="任意多边形: 形状 1271"/>
                <p:cNvSpPr/>
                <p:nvPr/>
              </p:nvSpPr>
              <p:spPr>
                <a:xfrm>
                  <a:off x="3664317" y="6777633"/>
                  <a:ext cx="155135" cy="361512"/>
                </a:xfrm>
                <a:custGeom>
                  <a:avLst/>
                  <a:gdLst>
                    <a:gd name="csX0" fmla="*/ 22 w 155135"/>
                    <a:gd name="csY0" fmla="*/ 412 h 361512"/>
                    <a:gd name="csX1" fmla="*/ 132 w 155135"/>
                    <a:gd name="csY1" fmla="*/ 1838 h 361512"/>
                    <a:gd name="csX2" fmla="*/ 1119 w 155135"/>
                    <a:gd name="csY2" fmla="*/ 10496 h 361512"/>
                    <a:gd name="csX3" fmla="*/ 3423 w 155135"/>
                    <a:gd name="csY3" fmla="*/ 30767 h 361512"/>
                    <a:gd name="csX4" fmla="*/ 7154 w 155135"/>
                    <a:gd name="csY4" fmla="*/ 63057 h 361512"/>
                    <a:gd name="csX5" fmla="*/ 12310 w 155135"/>
                    <a:gd name="csY5" fmla="*/ 104821 h 361512"/>
                    <a:gd name="csX6" fmla="*/ 18454 w 155135"/>
                    <a:gd name="csY6" fmla="*/ 151882 h 361512"/>
                    <a:gd name="csX7" fmla="*/ 25476 w 155135"/>
                    <a:gd name="csY7" fmla="*/ 199962 h 361512"/>
                    <a:gd name="csX8" fmla="*/ 33046 w 155135"/>
                    <a:gd name="csY8" fmla="*/ 245800 h 361512"/>
                    <a:gd name="csX9" fmla="*/ 41494 w 155135"/>
                    <a:gd name="csY9" fmla="*/ 287157 h 361512"/>
                    <a:gd name="csX10" fmla="*/ 51039 w 155135"/>
                    <a:gd name="csY10" fmla="*/ 322096 h 361512"/>
                    <a:gd name="csX11" fmla="*/ 61901 w 155135"/>
                    <a:gd name="csY11" fmla="*/ 347969 h 361512"/>
                    <a:gd name="csX12" fmla="*/ 73969 w 155135"/>
                    <a:gd name="csY12" fmla="*/ 361211 h 361512"/>
                    <a:gd name="csX13" fmla="*/ 77480 w 155135"/>
                    <a:gd name="csY13" fmla="*/ 361924 h 361512"/>
                    <a:gd name="csX14" fmla="*/ 89877 w 155135"/>
                    <a:gd name="csY14" fmla="*/ 353164 h 361512"/>
                    <a:gd name="csX15" fmla="*/ 101068 w 155135"/>
                    <a:gd name="csY15" fmla="*/ 330347 h 361512"/>
                    <a:gd name="csX16" fmla="*/ 110943 w 155135"/>
                    <a:gd name="csY16" fmla="*/ 297648 h 361512"/>
                    <a:gd name="csX17" fmla="*/ 119720 w 155135"/>
                    <a:gd name="csY17" fmla="*/ 257922 h 361512"/>
                    <a:gd name="csX18" fmla="*/ 127619 w 155135"/>
                    <a:gd name="csY18" fmla="*/ 213102 h 361512"/>
                    <a:gd name="csX19" fmla="*/ 134751 w 155135"/>
                    <a:gd name="csY19" fmla="*/ 165328 h 361512"/>
                    <a:gd name="csX20" fmla="*/ 141224 w 155135"/>
                    <a:gd name="csY20" fmla="*/ 117554 h 361512"/>
                    <a:gd name="csX21" fmla="*/ 146600 w 155135"/>
                    <a:gd name="csY21" fmla="*/ 73855 h 361512"/>
                    <a:gd name="csX22" fmla="*/ 150769 w 155135"/>
                    <a:gd name="csY22" fmla="*/ 38610 h 361512"/>
                    <a:gd name="csX23" fmla="*/ 153512 w 155135"/>
                    <a:gd name="csY23" fmla="*/ 14978 h 361512"/>
                    <a:gd name="csX24" fmla="*/ 154828 w 155135"/>
                    <a:gd name="csY24" fmla="*/ 3264 h 361512"/>
                    <a:gd name="csX25" fmla="*/ 155047 w 155135"/>
                    <a:gd name="csY25" fmla="*/ 412 h 361512"/>
                    <a:gd name="csX26" fmla="*/ 155157 w 155135"/>
                    <a:gd name="csY26" fmla="*/ 412 h 361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55135" h="361512">
                      <a:moveTo>
                        <a:pt x="22" y="412"/>
                      </a:moveTo>
                      <a:lnTo>
                        <a:pt x="132" y="1838"/>
                      </a:lnTo>
                      <a:lnTo>
                        <a:pt x="1119" y="10496"/>
                      </a:lnTo>
                      <a:lnTo>
                        <a:pt x="3423" y="30767"/>
                      </a:lnTo>
                      <a:lnTo>
                        <a:pt x="7154" y="63057"/>
                      </a:lnTo>
                      <a:lnTo>
                        <a:pt x="12310" y="104821"/>
                      </a:lnTo>
                      <a:lnTo>
                        <a:pt x="18454" y="151882"/>
                      </a:lnTo>
                      <a:lnTo>
                        <a:pt x="25476" y="199962"/>
                      </a:lnTo>
                      <a:lnTo>
                        <a:pt x="33046" y="245800"/>
                      </a:lnTo>
                      <a:lnTo>
                        <a:pt x="41494" y="287157"/>
                      </a:lnTo>
                      <a:lnTo>
                        <a:pt x="51039" y="322096"/>
                      </a:lnTo>
                      <a:lnTo>
                        <a:pt x="61901" y="347969"/>
                      </a:lnTo>
                      <a:lnTo>
                        <a:pt x="73969" y="361211"/>
                      </a:lnTo>
                      <a:lnTo>
                        <a:pt x="77480" y="361924"/>
                      </a:lnTo>
                      <a:lnTo>
                        <a:pt x="89877" y="353164"/>
                      </a:lnTo>
                      <a:lnTo>
                        <a:pt x="101068" y="330347"/>
                      </a:lnTo>
                      <a:lnTo>
                        <a:pt x="110943" y="297648"/>
                      </a:lnTo>
                      <a:lnTo>
                        <a:pt x="119720" y="257922"/>
                      </a:lnTo>
                      <a:lnTo>
                        <a:pt x="127619" y="213102"/>
                      </a:lnTo>
                      <a:lnTo>
                        <a:pt x="134751" y="165328"/>
                      </a:lnTo>
                      <a:lnTo>
                        <a:pt x="141224" y="117554"/>
                      </a:lnTo>
                      <a:lnTo>
                        <a:pt x="146600" y="73855"/>
                      </a:lnTo>
                      <a:lnTo>
                        <a:pt x="150769" y="38610"/>
                      </a:lnTo>
                      <a:lnTo>
                        <a:pt x="153512" y="14978"/>
                      </a:lnTo>
                      <a:lnTo>
                        <a:pt x="154828" y="3264"/>
                      </a:lnTo>
                      <a:lnTo>
                        <a:pt x="155047" y="412"/>
                      </a:lnTo>
                      <a:lnTo>
                        <a:pt x="155157" y="412"/>
                      </a:lnTo>
                    </a:path>
                  </a:pathLst>
                </a:custGeom>
                <a:noFill/>
                <a:ln w="7343" cap="rnd">
                  <a:solidFill>
                    <a:srgbClr val="A52A2A"/>
                  </a:solidFill>
                  <a:prstDash val="solid"/>
                  <a:round/>
                </a:ln>
              </p:spPr>
              <p:txBody>
                <a:bodyPr/>
                <a:lstStyle/>
                <a:p>
                  <a:endParaRPr lang="zh-CN" altLang="en-US" sz="2190"/>
                </a:p>
              </p:txBody>
            </p:sp>
            <p:sp>
              <p:nvSpPr>
                <p:cNvPr id="1273" name="任意多边形: 形状 1272"/>
                <p:cNvSpPr/>
                <p:nvPr/>
              </p:nvSpPr>
              <p:spPr>
                <a:xfrm>
                  <a:off x="3836787" y="6777633"/>
                  <a:ext cx="62755" cy="387284"/>
                </a:xfrm>
                <a:custGeom>
                  <a:avLst/>
                  <a:gdLst>
                    <a:gd name="csX0" fmla="*/ 22 w 62755"/>
                    <a:gd name="csY0" fmla="*/ 412 h 387284"/>
                    <a:gd name="csX1" fmla="*/ 132 w 62755"/>
                    <a:gd name="csY1" fmla="*/ 1838 h 387284"/>
                    <a:gd name="csX2" fmla="*/ 461 w 62755"/>
                    <a:gd name="csY2" fmla="*/ 10496 h 387284"/>
                    <a:gd name="csX3" fmla="*/ 1339 w 62755"/>
                    <a:gd name="csY3" fmla="*/ 30767 h 387284"/>
                    <a:gd name="csX4" fmla="*/ 2765 w 62755"/>
                    <a:gd name="csY4" fmla="*/ 63363 h 387284"/>
                    <a:gd name="csX5" fmla="*/ 4740 w 62755"/>
                    <a:gd name="csY5" fmla="*/ 106044 h 387284"/>
                    <a:gd name="csX6" fmla="*/ 7044 w 62755"/>
                    <a:gd name="csY6" fmla="*/ 154633 h 387284"/>
                    <a:gd name="csX7" fmla="*/ 9787 w 62755"/>
                    <a:gd name="csY7" fmla="*/ 204953 h 387284"/>
                    <a:gd name="csX8" fmla="*/ 12749 w 62755"/>
                    <a:gd name="csY8" fmla="*/ 253542 h 387284"/>
                    <a:gd name="csX9" fmla="*/ 16040 w 62755"/>
                    <a:gd name="csY9" fmla="*/ 297852 h 387284"/>
                    <a:gd name="csX10" fmla="*/ 19661 w 62755"/>
                    <a:gd name="csY10" fmla="*/ 336153 h 387284"/>
                    <a:gd name="csX11" fmla="*/ 23830 w 62755"/>
                    <a:gd name="csY11" fmla="*/ 366101 h 387284"/>
                    <a:gd name="csX12" fmla="*/ 28438 w 62755"/>
                    <a:gd name="csY12" fmla="*/ 384334 h 387284"/>
                    <a:gd name="csX13" fmla="*/ 31400 w 62755"/>
                    <a:gd name="csY13" fmla="*/ 387696 h 387284"/>
                    <a:gd name="csX14" fmla="*/ 36228 w 62755"/>
                    <a:gd name="csY14" fmla="*/ 378834 h 387284"/>
                    <a:gd name="csX15" fmla="*/ 40726 w 62755"/>
                    <a:gd name="csY15" fmla="*/ 355405 h 387284"/>
                    <a:gd name="csX16" fmla="*/ 44675 w 62755"/>
                    <a:gd name="csY16" fmla="*/ 321892 h 387284"/>
                    <a:gd name="csX17" fmla="*/ 48077 w 62755"/>
                    <a:gd name="csY17" fmla="*/ 280943 h 387284"/>
                    <a:gd name="csX18" fmla="*/ 51258 w 62755"/>
                    <a:gd name="csY18" fmla="*/ 234697 h 387284"/>
                    <a:gd name="csX19" fmla="*/ 54111 w 62755"/>
                    <a:gd name="csY19" fmla="*/ 185090 h 387284"/>
                    <a:gd name="csX20" fmla="*/ 56634 w 62755"/>
                    <a:gd name="csY20" fmla="*/ 134973 h 387284"/>
                    <a:gd name="csX21" fmla="*/ 58938 w 62755"/>
                    <a:gd name="csY21" fmla="*/ 88218 h 387284"/>
                    <a:gd name="csX22" fmla="*/ 60694 w 62755"/>
                    <a:gd name="csY22" fmla="*/ 49102 h 387284"/>
                    <a:gd name="csX23" fmla="*/ 61901 w 62755"/>
                    <a:gd name="csY23" fmla="*/ 21192 h 387284"/>
                    <a:gd name="csX24" fmla="*/ 62559 w 62755"/>
                    <a:gd name="csY24" fmla="*/ 5810 h 387284"/>
                    <a:gd name="csX25" fmla="*/ 62778 w 62755"/>
                    <a:gd name="csY25" fmla="*/ 717 h 387284"/>
                    <a:gd name="csX26" fmla="*/ 62778 w 62755"/>
                    <a:gd name="csY26" fmla="*/ 412 h 3872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2755" h="387284">
                      <a:moveTo>
                        <a:pt x="22" y="412"/>
                      </a:moveTo>
                      <a:lnTo>
                        <a:pt x="132" y="1838"/>
                      </a:lnTo>
                      <a:lnTo>
                        <a:pt x="461" y="10496"/>
                      </a:lnTo>
                      <a:lnTo>
                        <a:pt x="1339" y="30767"/>
                      </a:lnTo>
                      <a:lnTo>
                        <a:pt x="2765" y="63363"/>
                      </a:lnTo>
                      <a:lnTo>
                        <a:pt x="4740" y="106044"/>
                      </a:lnTo>
                      <a:lnTo>
                        <a:pt x="7044" y="154633"/>
                      </a:lnTo>
                      <a:lnTo>
                        <a:pt x="9787" y="204953"/>
                      </a:lnTo>
                      <a:lnTo>
                        <a:pt x="12749" y="253542"/>
                      </a:lnTo>
                      <a:lnTo>
                        <a:pt x="16040" y="297852"/>
                      </a:lnTo>
                      <a:lnTo>
                        <a:pt x="19661" y="336153"/>
                      </a:lnTo>
                      <a:lnTo>
                        <a:pt x="23830" y="366101"/>
                      </a:lnTo>
                      <a:lnTo>
                        <a:pt x="28438" y="384334"/>
                      </a:lnTo>
                      <a:lnTo>
                        <a:pt x="31400" y="387696"/>
                      </a:lnTo>
                      <a:lnTo>
                        <a:pt x="36228" y="378834"/>
                      </a:lnTo>
                      <a:lnTo>
                        <a:pt x="40726" y="355405"/>
                      </a:lnTo>
                      <a:lnTo>
                        <a:pt x="44675" y="321892"/>
                      </a:lnTo>
                      <a:lnTo>
                        <a:pt x="48077" y="280943"/>
                      </a:lnTo>
                      <a:lnTo>
                        <a:pt x="51258" y="234697"/>
                      </a:lnTo>
                      <a:lnTo>
                        <a:pt x="54111" y="185090"/>
                      </a:lnTo>
                      <a:lnTo>
                        <a:pt x="56634" y="134973"/>
                      </a:lnTo>
                      <a:lnTo>
                        <a:pt x="58938" y="88218"/>
                      </a:lnTo>
                      <a:lnTo>
                        <a:pt x="60694" y="49102"/>
                      </a:lnTo>
                      <a:lnTo>
                        <a:pt x="61901" y="21192"/>
                      </a:lnTo>
                      <a:lnTo>
                        <a:pt x="62559" y="5810"/>
                      </a:lnTo>
                      <a:lnTo>
                        <a:pt x="62778" y="717"/>
                      </a:lnTo>
                      <a:lnTo>
                        <a:pt x="62778" y="412"/>
                      </a:lnTo>
                    </a:path>
                  </a:pathLst>
                </a:custGeom>
                <a:noFill/>
                <a:ln w="4275" cap="rnd">
                  <a:solidFill>
                    <a:srgbClr val="A52A2A"/>
                  </a:solidFill>
                  <a:prstDash val="solid"/>
                  <a:round/>
                </a:ln>
              </p:spPr>
              <p:txBody>
                <a:bodyPr/>
                <a:lstStyle/>
                <a:p>
                  <a:endParaRPr lang="zh-CN" altLang="en-US" sz="2190"/>
                </a:p>
              </p:txBody>
            </p:sp>
            <p:sp>
              <p:nvSpPr>
                <p:cNvPr id="1274" name="任意多边形: 形状 1273"/>
                <p:cNvSpPr/>
                <p:nvPr/>
              </p:nvSpPr>
              <p:spPr>
                <a:xfrm>
                  <a:off x="3912709" y="6777633"/>
                  <a:ext cx="643800" cy="413157"/>
                </a:xfrm>
                <a:custGeom>
                  <a:avLst/>
                  <a:gdLst>
                    <a:gd name="csX0" fmla="*/ 22 w 643800"/>
                    <a:gd name="csY0" fmla="*/ 412 h 413157"/>
                    <a:gd name="csX1" fmla="*/ 461 w 643800"/>
                    <a:gd name="csY1" fmla="*/ 1430 h 413157"/>
                    <a:gd name="csX2" fmla="*/ 2984 w 643800"/>
                    <a:gd name="csY2" fmla="*/ 7746 h 413157"/>
                    <a:gd name="csX3" fmla="*/ 9129 w 643800"/>
                    <a:gd name="csY3" fmla="*/ 22923 h 413157"/>
                    <a:gd name="csX4" fmla="*/ 19661 w 643800"/>
                    <a:gd name="csY4" fmla="*/ 48287 h 413157"/>
                    <a:gd name="csX5" fmla="*/ 34582 w 643800"/>
                    <a:gd name="csY5" fmla="*/ 83124 h 413157"/>
                    <a:gd name="csX6" fmla="*/ 53453 w 643800"/>
                    <a:gd name="csY6" fmla="*/ 124990 h 413157"/>
                    <a:gd name="csX7" fmla="*/ 75286 w 643800"/>
                    <a:gd name="csY7" fmla="*/ 170829 h 413157"/>
                    <a:gd name="csX8" fmla="*/ 99533 w 643800"/>
                    <a:gd name="csY8" fmla="*/ 217686 h 413157"/>
                    <a:gd name="csX9" fmla="*/ 125974 w 643800"/>
                    <a:gd name="csY9" fmla="*/ 263117 h 413157"/>
                    <a:gd name="csX10" fmla="*/ 154499 w 643800"/>
                    <a:gd name="csY10" fmla="*/ 305390 h 413157"/>
                    <a:gd name="csX11" fmla="*/ 185877 w 643800"/>
                    <a:gd name="csY11" fmla="*/ 343181 h 413157"/>
                    <a:gd name="csX12" fmla="*/ 220657 w 643800"/>
                    <a:gd name="csY12" fmla="*/ 374963 h 413157"/>
                    <a:gd name="csX13" fmla="*/ 259495 w 643800"/>
                    <a:gd name="csY13" fmla="*/ 398901 h 413157"/>
                    <a:gd name="csX14" fmla="*/ 302283 w 643800"/>
                    <a:gd name="csY14" fmla="*/ 412041 h 413157"/>
                    <a:gd name="csX15" fmla="*/ 321813 w 643800"/>
                    <a:gd name="csY15" fmla="*/ 413569 h 413157"/>
                    <a:gd name="csX16" fmla="*/ 365698 w 643800"/>
                    <a:gd name="csY16" fmla="*/ 406235 h 413157"/>
                    <a:gd name="csX17" fmla="*/ 406402 w 643800"/>
                    <a:gd name="csY17" fmla="*/ 386677 h 413157"/>
                    <a:gd name="csX18" fmla="*/ 442936 w 643800"/>
                    <a:gd name="csY18" fmla="*/ 358054 h 413157"/>
                    <a:gd name="csX19" fmla="*/ 475741 w 643800"/>
                    <a:gd name="csY19" fmla="*/ 322707 h 413157"/>
                    <a:gd name="csX20" fmla="*/ 505473 w 643800"/>
                    <a:gd name="csY20" fmla="*/ 282267 h 413157"/>
                    <a:gd name="csX21" fmla="*/ 532792 w 643800"/>
                    <a:gd name="csY21" fmla="*/ 238059 h 413157"/>
                    <a:gd name="csX22" fmla="*/ 558026 w 643800"/>
                    <a:gd name="csY22" fmla="*/ 191507 h 413157"/>
                    <a:gd name="csX23" fmla="*/ 580957 w 643800"/>
                    <a:gd name="csY23" fmla="*/ 144956 h 413157"/>
                    <a:gd name="csX24" fmla="*/ 601253 w 643800"/>
                    <a:gd name="csY24" fmla="*/ 100951 h 413157"/>
                    <a:gd name="csX25" fmla="*/ 618040 w 643800"/>
                    <a:gd name="csY25" fmla="*/ 62650 h 413157"/>
                    <a:gd name="csX26" fmla="*/ 630547 w 643800"/>
                    <a:gd name="csY26" fmla="*/ 32906 h 413157"/>
                    <a:gd name="csX27" fmla="*/ 638666 w 643800"/>
                    <a:gd name="csY27" fmla="*/ 13246 h 413157"/>
                    <a:gd name="csX28" fmla="*/ 642616 w 643800"/>
                    <a:gd name="csY28" fmla="*/ 3366 h 413157"/>
                    <a:gd name="csX29" fmla="*/ 643713 w 643800"/>
                    <a:gd name="csY29" fmla="*/ 514 h 413157"/>
                    <a:gd name="csX30" fmla="*/ 643822 w 643800"/>
                    <a:gd name="csY30"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43800" h="413157">
                      <a:moveTo>
                        <a:pt x="22" y="412"/>
                      </a:moveTo>
                      <a:lnTo>
                        <a:pt x="461" y="1430"/>
                      </a:lnTo>
                      <a:lnTo>
                        <a:pt x="2984" y="7746"/>
                      </a:lnTo>
                      <a:lnTo>
                        <a:pt x="9129" y="22923"/>
                      </a:lnTo>
                      <a:lnTo>
                        <a:pt x="19661" y="48287"/>
                      </a:lnTo>
                      <a:lnTo>
                        <a:pt x="34582" y="83124"/>
                      </a:lnTo>
                      <a:lnTo>
                        <a:pt x="53453" y="124990"/>
                      </a:lnTo>
                      <a:lnTo>
                        <a:pt x="75286" y="170829"/>
                      </a:lnTo>
                      <a:lnTo>
                        <a:pt x="99533" y="217686"/>
                      </a:lnTo>
                      <a:lnTo>
                        <a:pt x="125974" y="263117"/>
                      </a:lnTo>
                      <a:lnTo>
                        <a:pt x="154499" y="305390"/>
                      </a:lnTo>
                      <a:lnTo>
                        <a:pt x="185877" y="343181"/>
                      </a:lnTo>
                      <a:lnTo>
                        <a:pt x="220657" y="374963"/>
                      </a:lnTo>
                      <a:lnTo>
                        <a:pt x="259495" y="398901"/>
                      </a:lnTo>
                      <a:lnTo>
                        <a:pt x="302283" y="412041"/>
                      </a:lnTo>
                      <a:lnTo>
                        <a:pt x="321813" y="413569"/>
                      </a:lnTo>
                      <a:lnTo>
                        <a:pt x="365698" y="406235"/>
                      </a:lnTo>
                      <a:lnTo>
                        <a:pt x="406402" y="386677"/>
                      </a:lnTo>
                      <a:lnTo>
                        <a:pt x="442936" y="358054"/>
                      </a:lnTo>
                      <a:lnTo>
                        <a:pt x="475741" y="322707"/>
                      </a:lnTo>
                      <a:lnTo>
                        <a:pt x="505473" y="282267"/>
                      </a:lnTo>
                      <a:lnTo>
                        <a:pt x="532792" y="238059"/>
                      </a:lnTo>
                      <a:lnTo>
                        <a:pt x="558026" y="191507"/>
                      </a:lnTo>
                      <a:lnTo>
                        <a:pt x="580957" y="144956"/>
                      </a:lnTo>
                      <a:lnTo>
                        <a:pt x="601253" y="100951"/>
                      </a:lnTo>
                      <a:lnTo>
                        <a:pt x="618040" y="62650"/>
                      </a:lnTo>
                      <a:lnTo>
                        <a:pt x="630547" y="32906"/>
                      </a:lnTo>
                      <a:lnTo>
                        <a:pt x="638666" y="13246"/>
                      </a:lnTo>
                      <a:lnTo>
                        <a:pt x="642616" y="3366"/>
                      </a:lnTo>
                      <a:lnTo>
                        <a:pt x="643713" y="514"/>
                      </a:lnTo>
                      <a:lnTo>
                        <a:pt x="643822" y="412"/>
                      </a:lnTo>
                    </a:path>
                  </a:pathLst>
                </a:custGeom>
                <a:noFill/>
                <a:ln w="3836" cap="rnd">
                  <a:solidFill>
                    <a:srgbClr val="A52A2A"/>
                  </a:solidFill>
                  <a:prstDash val="solid"/>
                  <a:round/>
                </a:ln>
              </p:spPr>
              <p:txBody>
                <a:bodyPr/>
                <a:lstStyle/>
                <a:p>
                  <a:endParaRPr lang="zh-CN" altLang="en-US" sz="2190"/>
                </a:p>
              </p:txBody>
            </p:sp>
            <p:sp>
              <p:nvSpPr>
                <p:cNvPr id="1275" name="任意多边形: 形状 1274"/>
                <p:cNvSpPr/>
                <p:nvPr/>
              </p:nvSpPr>
              <p:spPr>
                <a:xfrm>
                  <a:off x="4570223" y="6777633"/>
                  <a:ext cx="126061" cy="25873"/>
                </a:xfrm>
                <a:custGeom>
                  <a:avLst/>
                  <a:gdLst>
                    <a:gd name="csX0" fmla="*/ 22 w 126061"/>
                    <a:gd name="csY0" fmla="*/ 412 h 25873"/>
                    <a:gd name="csX1" fmla="*/ 1558 w 126061"/>
                    <a:gd name="csY1" fmla="*/ 1634 h 25873"/>
                    <a:gd name="csX2" fmla="*/ 9129 w 126061"/>
                    <a:gd name="csY2" fmla="*/ 7236 h 25873"/>
                    <a:gd name="csX3" fmla="*/ 21965 w 126061"/>
                    <a:gd name="csY3" fmla="*/ 15385 h 25873"/>
                    <a:gd name="csX4" fmla="*/ 38313 w 126061"/>
                    <a:gd name="csY4" fmla="*/ 22516 h 25873"/>
                    <a:gd name="csX5" fmla="*/ 60255 w 126061"/>
                    <a:gd name="csY5" fmla="*/ 26183 h 25873"/>
                    <a:gd name="csX6" fmla="*/ 63108 w 126061"/>
                    <a:gd name="csY6" fmla="*/ 26285 h 25873"/>
                    <a:gd name="csX7" fmla="*/ 85599 w 126061"/>
                    <a:gd name="csY7" fmla="*/ 23127 h 25873"/>
                    <a:gd name="csX8" fmla="*/ 102495 w 126061"/>
                    <a:gd name="csY8" fmla="*/ 16302 h 25873"/>
                    <a:gd name="csX9" fmla="*/ 115770 w 126061"/>
                    <a:gd name="csY9" fmla="*/ 8153 h 25873"/>
                    <a:gd name="csX10" fmla="*/ 124108 w 126061"/>
                    <a:gd name="csY10" fmla="*/ 2041 h 25873"/>
                    <a:gd name="csX11" fmla="*/ 126084 w 126061"/>
                    <a:gd name="csY11"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6061" h="25873">
                      <a:moveTo>
                        <a:pt x="22" y="412"/>
                      </a:moveTo>
                      <a:lnTo>
                        <a:pt x="1558" y="1634"/>
                      </a:lnTo>
                      <a:lnTo>
                        <a:pt x="9129" y="7236"/>
                      </a:lnTo>
                      <a:lnTo>
                        <a:pt x="21965" y="15385"/>
                      </a:lnTo>
                      <a:lnTo>
                        <a:pt x="38313" y="22516"/>
                      </a:lnTo>
                      <a:lnTo>
                        <a:pt x="60255" y="26183"/>
                      </a:lnTo>
                      <a:lnTo>
                        <a:pt x="63108" y="26285"/>
                      </a:lnTo>
                      <a:lnTo>
                        <a:pt x="85599" y="23127"/>
                      </a:lnTo>
                      <a:lnTo>
                        <a:pt x="102495" y="16302"/>
                      </a:lnTo>
                      <a:lnTo>
                        <a:pt x="115770" y="8153"/>
                      </a:lnTo>
                      <a:lnTo>
                        <a:pt x="124108" y="2041"/>
                      </a:lnTo>
                      <a:lnTo>
                        <a:pt x="126084" y="412"/>
                      </a:lnTo>
                    </a:path>
                  </a:pathLst>
                </a:custGeom>
                <a:noFill/>
                <a:ln w="2959" cap="rnd">
                  <a:solidFill>
                    <a:srgbClr val="A52A2A"/>
                  </a:solidFill>
                  <a:prstDash val="solid"/>
                  <a:round/>
                </a:ln>
              </p:spPr>
              <p:txBody>
                <a:bodyPr/>
                <a:lstStyle/>
                <a:p>
                  <a:endParaRPr lang="zh-CN" altLang="en-US" sz="2190"/>
                </a:p>
              </p:txBody>
            </p:sp>
            <p:sp>
              <p:nvSpPr>
                <p:cNvPr id="1276" name="任意多边形: 形状 1275"/>
                <p:cNvSpPr/>
                <p:nvPr/>
              </p:nvSpPr>
              <p:spPr>
                <a:xfrm>
                  <a:off x="4709120" y="6777633"/>
                  <a:ext cx="122001" cy="25873"/>
                </a:xfrm>
                <a:custGeom>
                  <a:avLst/>
                  <a:gdLst>
                    <a:gd name="csX0" fmla="*/ 22 w 122001"/>
                    <a:gd name="csY0" fmla="*/ 412 h 25873"/>
                    <a:gd name="csX1" fmla="*/ 1558 w 122001"/>
                    <a:gd name="csY1" fmla="*/ 1634 h 25873"/>
                    <a:gd name="csX2" fmla="*/ 9019 w 122001"/>
                    <a:gd name="csY2" fmla="*/ 7440 h 25873"/>
                    <a:gd name="csX3" fmla="*/ 21746 w 122001"/>
                    <a:gd name="csY3" fmla="*/ 15691 h 25873"/>
                    <a:gd name="csX4" fmla="*/ 38093 w 122001"/>
                    <a:gd name="csY4" fmla="*/ 22822 h 25873"/>
                    <a:gd name="csX5" fmla="*/ 59926 w 122001"/>
                    <a:gd name="csY5" fmla="*/ 26285 h 25873"/>
                    <a:gd name="csX6" fmla="*/ 61023 w 122001"/>
                    <a:gd name="csY6" fmla="*/ 26285 h 25873"/>
                    <a:gd name="csX7" fmla="*/ 83076 w 122001"/>
                    <a:gd name="csY7" fmla="*/ 23025 h 25873"/>
                    <a:gd name="csX8" fmla="*/ 99643 w 122001"/>
                    <a:gd name="csY8" fmla="*/ 16099 h 25873"/>
                    <a:gd name="csX9" fmla="*/ 112479 w 122001"/>
                    <a:gd name="csY9" fmla="*/ 7848 h 25873"/>
                    <a:gd name="csX10" fmla="*/ 120378 w 122001"/>
                    <a:gd name="csY10" fmla="*/ 1838 h 25873"/>
                    <a:gd name="csX11" fmla="*/ 122024 w 122001"/>
                    <a:gd name="csY11"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25873">
                      <a:moveTo>
                        <a:pt x="22" y="412"/>
                      </a:moveTo>
                      <a:lnTo>
                        <a:pt x="1558" y="1634"/>
                      </a:lnTo>
                      <a:lnTo>
                        <a:pt x="9019" y="7440"/>
                      </a:lnTo>
                      <a:lnTo>
                        <a:pt x="21746" y="15691"/>
                      </a:lnTo>
                      <a:lnTo>
                        <a:pt x="38093" y="22822"/>
                      </a:lnTo>
                      <a:lnTo>
                        <a:pt x="59926" y="26285"/>
                      </a:lnTo>
                      <a:lnTo>
                        <a:pt x="61023" y="26285"/>
                      </a:lnTo>
                      <a:lnTo>
                        <a:pt x="83076" y="23025"/>
                      </a:lnTo>
                      <a:lnTo>
                        <a:pt x="99643" y="16099"/>
                      </a:lnTo>
                      <a:lnTo>
                        <a:pt x="112479" y="7848"/>
                      </a:lnTo>
                      <a:lnTo>
                        <a:pt x="120378" y="1838"/>
                      </a:lnTo>
                      <a:lnTo>
                        <a:pt x="122024" y="412"/>
                      </a:lnTo>
                    </a:path>
                  </a:pathLst>
                </a:custGeom>
                <a:noFill/>
                <a:ln w="2959" cap="rnd">
                  <a:solidFill>
                    <a:srgbClr val="A52A2A"/>
                  </a:solidFill>
                  <a:prstDash val="solid"/>
                  <a:round/>
                </a:ln>
              </p:spPr>
              <p:txBody>
                <a:bodyPr/>
                <a:lstStyle/>
                <a:p>
                  <a:endParaRPr lang="zh-CN" altLang="en-US" sz="2190"/>
                </a:p>
              </p:txBody>
            </p:sp>
            <p:sp>
              <p:nvSpPr>
                <p:cNvPr id="1277" name="任意多边形: 形状 1276"/>
                <p:cNvSpPr/>
                <p:nvPr/>
              </p:nvSpPr>
              <p:spPr>
                <a:xfrm>
                  <a:off x="4709559" y="6777633"/>
                  <a:ext cx="122001" cy="51644"/>
                </a:xfrm>
                <a:custGeom>
                  <a:avLst/>
                  <a:gdLst>
                    <a:gd name="csX0" fmla="*/ 22 w 122001"/>
                    <a:gd name="csY0" fmla="*/ 412 h 51644"/>
                    <a:gd name="csX1" fmla="*/ 1229 w 122001"/>
                    <a:gd name="csY1" fmla="*/ 2245 h 51644"/>
                    <a:gd name="csX2" fmla="*/ 7154 w 122001"/>
                    <a:gd name="csY2" fmla="*/ 11515 h 51644"/>
                    <a:gd name="csX3" fmla="*/ 17686 w 122001"/>
                    <a:gd name="csY3" fmla="*/ 26081 h 51644"/>
                    <a:gd name="csX4" fmla="*/ 31181 w 122001"/>
                    <a:gd name="csY4" fmla="*/ 40138 h 51644"/>
                    <a:gd name="csX5" fmla="*/ 48406 w 122001"/>
                    <a:gd name="csY5" fmla="*/ 50019 h 51644"/>
                    <a:gd name="csX6" fmla="*/ 61023 w 122001"/>
                    <a:gd name="csY6" fmla="*/ 52056 h 51644"/>
                    <a:gd name="csX7" fmla="*/ 81101 w 122001"/>
                    <a:gd name="csY7" fmla="*/ 46760 h 51644"/>
                    <a:gd name="csX8" fmla="*/ 96680 w 122001"/>
                    <a:gd name="csY8" fmla="*/ 34841 h 51644"/>
                    <a:gd name="csX9" fmla="*/ 108968 w 122001"/>
                    <a:gd name="csY9" fmla="*/ 19969 h 51644"/>
                    <a:gd name="csX10" fmla="*/ 117965 w 122001"/>
                    <a:gd name="csY10" fmla="*/ 6931 h 51644"/>
                    <a:gd name="csX11" fmla="*/ 121805 w 122001"/>
                    <a:gd name="csY11" fmla="*/ 819 h 51644"/>
                    <a:gd name="csX12" fmla="*/ 122024 w 122001"/>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2001" h="51644">
                      <a:moveTo>
                        <a:pt x="22" y="412"/>
                      </a:moveTo>
                      <a:lnTo>
                        <a:pt x="1229" y="2245"/>
                      </a:lnTo>
                      <a:lnTo>
                        <a:pt x="7154" y="11515"/>
                      </a:lnTo>
                      <a:lnTo>
                        <a:pt x="17686" y="26081"/>
                      </a:lnTo>
                      <a:lnTo>
                        <a:pt x="31181" y="40138"/>
                      </a:lnTo>
                      <a:lnTo>
                        <a:pt x="48406" y="50019"/>
                      </a:lnTo>
                      <a:lnTo>
                        <a:pt x="61023" y="52056"/>
                      </a:lnTo>
                      <a:lnTo>
                        <a:pt x="81101" y="46760"/>
                      </a:lnTo>
                      <a:lnTo>
                        <a:pt x="96680" y="34841"/>
                      </a:lnTo>
                      <a:lnTo>
                        <a:pt x="108968" y="19969"/>
                      </a:lnTo>
                      <a:lnTo>
                        <a:pt x="117965" y="6931"/>
                      </a:lnTo>
                      <a:lnTo>
                        <a:pt x="121805" y="819"/>
                      </a:lnTo>
                      <a:lnTo>
                        <a:pt x="122024" y="412"/>
                      </a:lnTo>
                    </a:path>
                  </a:pathLst>
                </a:custGeom>
                <a:noFill/>
                <a:ln w="8220" cap="rnd">
                  <a:solidFill>
                    <a:srgbClr val="A52A2A"/>
                  </a:solidFill>
                  <a:prstDash val="solid"/>
                  <a:round/>
                </a:ln>
              </p:spPr>
              <p:txBody>
                <a:bodyPr/>
                <a:lstStyle/>
                <a:p>
                  <a:endParaRPr lang="zh-CN" altLang="en-US" sz="2190"/>
                </a:p>
              </p:txBody>
            </p:sp>
            <p:sp>
              <p:nvSpPr>
                <p:cNvPr id="1278" name="任意多边形: 形状 1277"/>
                <p:cNvSpPr/>
                <p:nvPr/>
              </p:nvSpPr>
              <p:spPr>
                <a:xfrm>
                  <a:off x="4838802" y="6777633"/>
                  <a:ext cx="258704" cy="25873"/>
                </a:xfrm>
                <a:custGeom>
                  <a:avLst/>
                  <a:gdLst>
                    <a:gd name="csX0" fmla="*/ 22 w 258704"/>
                    <a:gd name="csY0" fmla="*/ 412 h 25873"/>
                    <a:gd name="csX1" fmla="*/ 1229 w 258704"/>
                    <a:gd name="csY1" fmla="*/ 921 h 25873"/>
                    <a:gd name="csX2" fmla="*/ 8361 w 258704"/>
                    <a:gd name="csY2" fmla="*/ 3569 h 25873"/>
                    <a:gd name="csX3" fmla="*/ 22404 w 258704"/>
                    <a:gd name="csY3" fmla="*/ 8561 h 25873"/>
                    <a:gd name="csX4" fmla="*/ 41604 w 258704"/>
                    <a:gd name="csY4" fmla="*/ 14469 h 25873"/>
                    <a:gd name="csX5" fmla="*/ 64424 w 258704"/>
                    <a:gd name="csY5" fmla="*/ 19969 h 25873"/>
                    <a:gd name="csX6" fmla="*/ 92072 w 258704"/>
                    <a:gd name="csY6" fmla="*/ 24248 h 25873"/>
                    <a:gd name="csX7" fmla="*/ 126193 w 258704"/>
                    <a:gd name="csY7" fmla="*/ 26183 h 25873"/>
                    <a:gd name="csX8" fmla="*/ 129375 w 258704"/>
                    <a:gd name="csY8" fmla="*/ 26285 h 25873"/>
                    <a:gd name="csX9" fmla="*/ 163935 w 258704"/>
                    <a:gd name="csY9" fmla="*/ 24553 h 25873"/>
                    <a:gd name="csX10" fmla="*/ 192131 w 258704"/>
                    <a:gd name="csY10" fmla="*/ 20377 h 25873"/>
                    <a:gd name="csX11" fmla="*/ 215281 w 258704"/>
                    <a:gd name="csY11" fmla="*/ 14978 h 25873"/>
                    <a:gd name="csX12" fmla="*/ 234810 w 258704"/>
                    <a:gd name="csY12" fmla="*/ 9070 h 25873"/>
                    <a:gd name="csX13" fmla="*/ 249511 w 258704"/>
                    <a:gd name="csY13" fmla="*/ 3875 h 25873"/>
                    <a:gd name="csX14" fmla="*/ 257191 w 258704"/>
                    <a:gd name="csY14" fmla="*/ 1023 h 25873"/>
                    <a:gd name="csX15" fmla="*/ 258727 w 258704"/>
                    <a:gd name="csY15"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25873">
                      <a:moveTo>
                        <a:pt x="22" y="412"/>
                      </a:moveTo>
                      <a:lnTo>
                        <a:pt x="1229" y="921"/>
                      </a:lnTo>
                      <a:lnTo>
                        <a:pt x="8361" y="3569"/>
                      </a:lnTo>
                      <a:lnTo>
                        <a:pt x="22404" y="8561"/>
                      </a:lnTo>
                      <a:lnTo>
                        <a:pt x="41604" y="14469"/>
                      </a:lnTo>
                      <a:lnTo>
                        <a:pt x="64424" y="19969"/>
                      </a:lnTo>
                      <a:lnTo>
                        <a:pt x="92072" y="24248"/>
                      </a:lnTo>
                      <a:lnTo>
                        <a:pt x="126193" y="26183"/>
                      </a:lnTo>
                      <a:lnTo>
                        <a:pt x="129375" y="26285"/>
                      </a:lnTo>
                      <a:lnTo>
                        <a:pt x="163935" y="24553"/>
                      </a:lnTo>
                      <a:lnTo>
                        <a:pt x="192131" y="20377"/>
                      </a:lnTo>
                      <a:lnTo>
                        <a:pt x="215281" y="14978"/>
                      </a:lnTo>
                      <a:lnTo>
                        <a:pt x="234810" y="9070"/>
                      </a:lnTo>
                      <a:lnTo>
                        <a:pt x="249511" y="3875"/>
                      </a:lnTo>
                      <a:lnTo>
                        <a:pt x="257191" y="1023"/>
                      </a:lnTo>
                      <a:lnTo>
                        <a:pt x="258727" y="412"/>
                      </a:lnTo>
                    </a:path>
                  </a:pathLst>
                </a:custGeom>
                <a:noFill/>
                <a:ln w="2083" cap="rnd">
                  <a:solidFill>
                    <a:srgbClr val="A52A2A"/>
                  </a:solidFill>
                  <a:prstDash val="solid"/>
                  <a:round/>
                </a:ln>
              </p:spPr>
              <p:txBody>
                <a:bodyPr/>
                <a:lstStyle/>
                <a:p>
                  <a:endParaRPr lang="zh-CN" altLang="en-US" sz="2190"/>
                </a:p>
              </p:txBody>
            </p:sp>
            <p:sp>
              <p:nvSpPr>
                <p:cNvPr id="1279" name="任意多边形: 形状 1278"/>
                <p:cNvSpPr/>
                <p:nvPr/>
              </p:nvSpPr>
              <p:spPr>
                <a:xfrm>
                  <a:off x="5108807" y="6777633"/>
                  <a:ext cx="100278" cy="25873"/>
                </a:xfrm>
                <a:custGeom>
                  <a:avLst/>
                  <a:gdLst>
                    <a:gd name="csX0" fmla="*/ 22 w 100278"/>
                    <a:gd name="csY0" fmla="*/ 412 h 25873"/>
                    <a:gd name="csX1" fmla="*/ 1339 w 100278"/>
                    <a:gd name="csY1" fmla="*/ 1736 h 25873"/>
                    <a:gd name="csX2" fmla="*/ 7702 w 100278"/>
                    <a:gd name="csY2" fmla="*/ 7644 h 25873"/>
                    <a:gd name="csX3" fmla="*/ 18235 w 100278"/>
                    <a:gd name="csY3" fmla="*/ 15895 h 25873"/>
                    <a:gd name="csX4" fmla="*/ 31949 w 100278"/>
                    <a:gd name="csY4" fmla="*/ 23025 h 25873"/>
                    <a:gd name="csX5" fmla="*/ 50162 w 100278"/>
                    <a:gd name="csY5" fmla="*/ 26285 h 25873"/>
                    <a:gd name="csX6" fmla="*/ 68484 w 100278"/>
                    <a:gd name="csY6" fmla="*/ 23025 h 25873"/>
                    <a:gd name="csX7" fmla="*/ 82088 w 100278"/>
                    <a:gd name="csY7" fmla="*/ 15895 h 25873"/>
                    <a:gd name="csX8" fmla="*/ 92731 w 100278"/>
                    <a:gd name="csY8" fmla="*/ 7644 h 25873"/>
                    <a:gd name="csX9" fmla="*/ 98984 w 100278"/>
                    <a:gd name="csY9" fmla="*/ 1736 h 25873"/>
                    <a:gd name="csX10" fmla="*/ 100301 w 100278"/>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00278" h="25873">
                      <a:moveTo>
                        <a:pt x="22" y="412"/>
                      </a:moveTo>
                      <a:lnTo>
                        <a:pt x="1339" y="1736"/>
                      </a:lnTo>
                      <a:lnTo>
                        <a:pt x="7702" y="7644"/>
                      </a:lnTo>
                      <a:lnTo>
                        <a:pt x="18235" y="15895"/>
                      </a:lnTo>
                      <a:lnTo>
                        <a:pt x="31949" y="23025"/>
                      </a:lnTo>
                      <a:lnTo>
                        <a:pt x="50162" y="26285"/>
                      </a:lnTo>
                      <a:lnTo>
                        <a:pt x="68484" y="23025"/>
                      </a:lnTo>
                      <a:lnTo>
                        <a:pt x="82088" y="15895"/>
                      </a:lnTo>
                      <a:lnTo>
                        <a:pt x="92731" y="7644"/>
                      </a:lnTo>
                      <a:lnTo>
                        <a:pt x="98984" y="1736"/>
                      </a:lnTo>
                      <a:lnTo>
                        <a:pt x="100301" y="412"/>
                      </a:lnTo>
                    </a:path>
                  </a:pathLst>
                </a:custGeom>
                <a:noFill/>
                <a:ln w="2083" cap="rnd">
                  <a:solidFill>
                    <a:srgbClr val="A52A2A"/>
                  </a:solidFill>
                  <a:prstDash val="solid"/>
                  <a:round/>
                </a:ln>
              </p:spPr>
              <p:txBody>
                <a:bodyPr/>
                <a:lstStyle/>
                <a:p>
                  <a:endParaRPr lang="zh-CN" altLang="en-US" sz="2190"/>
                </a:p>
              </p:txBody>
            </p:sp>
            <p:sp>
              <p:nvSpPr>
                <p:cNvPr id="1472" name="任意多边形: 形状 1471"/>
                <p:cNvSpPr/>
                <p:nvPr/>
              </p:nvSpPr>
              <p:spPr>
                <a:xfrm>
                  <a:off x="5216656" y="6777633"/>
                  <a:ext cx="14372" cy="25873"/>
                </a:xfrm>
                <a:custGeom>
                  <a:avLst/>
                  <a:gdLst>
                    <a:gd name="csX0" fmla="*/ 22 w 14372"/>
                    <a:gd name="csY0" fmla="*/ 412 h 25873"/>
                    <a:gd name="csX1" fmla="*/ 242 w 14372"/>
                    <a:gd name="csY1" fmla="*/ 1736 h 25873"/>
                    <a:gd name="csX2" fmla="*/ 1120 w 14372"/>
                    <a:gd name="csY2" fmla="*/ 7644 h 25873"/>
                    <a:gd name="csX3" fmla="*/ 2655 w 14372"/>
                    <a:gd name="csY3" fmla="*/ 15895 h 25873"/>
                    <a:gd name="csX4" fmla="*/ 4521 w 14372"/>
                    <a:gd name="csY4" fmla="*/ 23025 h 25873"/>
                    <a:gd name="csX5" fmla="*/ 7154 w 14372"/>
                    <a:gd name="csY5" fmla="*/ 26285 h 25873"/>
                    <a:gd name="csX6" fmla="*/ 9787 w 14372"/>
                    <a:gd name="csY6" fmla="*/ 23025 h 25873"/>
                    <a:gd name="csX7" fmla="*/ 11762 w 14372"/>
                    <a:gd name="csY7" fmla="*/ 15895 h 25873"/>
                    <a:gd name="csX8" fmla="*/ 13298 w 14372"/>
                    <a:gd name="csY8" fmla="*/ 7644 h 25873"/>
                    <a:gd name="csX9" fmla="*/ 14175 w 14372"/>
                    <a:gd name="csY9" fmla="*/ 1736 h 25873"/>
                    <a:gd name="csX10" fmla="*/ 14395 w 14372"/>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25873">
                      <a:moveTo>
                        <a:pt x="22" y="412"/>
                      </a:moveTo>
                      <a:lnTo>
                        <a:pt x="242" y="1736"/>
                      </a:lnTo>
                      <a:lnTo>
                        <a:pt x="1120" y="7644"/>
                      </a:lnTo>
                      <a:lnTo>
                        <a:pt x="2655" y="15895"/>
                      </a:lnTo>
                      <a:lnTo>
                        <a:pt x="4521" y="23025"/>
                      </a:lnTo>
                      <a:lnTo>
                        <a:pt x="7154" y="26285"/>
                      </a:lnTo>
                      <a:lnTo>
                        <a:pt x="9787" y="23025"/>
                      </a:lnTo>
                      <a:lnTo>
                        <a:pt x="11762" y="15895"/>
                      </a:lnTo>
                      <a:lnTo>
                        <a:pt x="13298" y="7644"/>
                      </a:lnTo>
                      <a:lnTo>
                        <a:pt x="14175" y="1736"/>
                      </a:lnTo>
                      <a:lnTo>
                        <a:pt x="14395" y="412"/>
                      </a:lnTo>
                    </a:path>
                  </a:pathLst>
                </a:custGeom>
                <a:noFill/>
                <a:ln w="2083" cap="rnd">
                  <a:solidFill>
                    <a:srgbClr val="A52A2A"/>
                  </a:solidFill>
                  <a:prstDash val="solid"/>
                  <a:round/>
                </a:ln>
              </p:spPr>
              <p:txBody>
                <a:bodyPr/>
                <a:lstStyle/>
                <a:p>
                  <a:endParaRPr lang="zh-CN" altLang="en-US" sz="2190"/>
                </a:p>
              </p:txBody>
            </p:sp>
            <p:sp>
              <p:nvSpPr>
                <p:cNvPr id="1473" name="任意多边形: 形状 1472"/>
                <p:cNvSpPr/>
                <p:nvPr/>
              </p:nvSpPr>
              <p:spPr>
                <a:xfrm>
                  <a:off x="5249351" y="6777633"/>
                  <a:ext cx="201653" cy="25873"/>
                </a:xfrm>
                <a:custGeom>
                  <a:avLst/>
                  <a:gdLst>
                    <a:gd name="csX0" fmla="*/ 22 w 201653"/>
                    <a:gd name="csY0" fmla="*/ 412 h 25873"/>
                    <a:gd name="csX1" fmla="*/ 1339 w 201653"/>
                    <a:gd name="csY1" fmla="*/ 1125 h 25873"/>
                    <a:gd name="csX2" fmla="*/ 8689 w 201653"/>
                    <a:gd name="csY2" fmla="*/ 4588 h 25873"/>
                    <a:gd name="csX3" fmla="*/ 22623 w 201653"/>
                    <a:gd name="csY3" fmla="*/ 10700 h 25873"/>
                    <a:gd name="csX4" fmla="*/ 40836 w 201653"/>
                    <a:gd name="csY4" fmla="*/ 17321 h 25873"/>
                    <a:gd name="csX5" fmla="*/ 62998 w 201653"/>
                    <a:gd name="csY5" fmla="*/ 22822 h 25873"/>
                    <a:gd name="csX6" fmla="*/ 91194 w 201653"/>
                    <a:gd name="csY6" fmla="*/ 25979 h 25873"/>
                    <a:gd name="csX7" fmla="*/ 100849 w 201653"/>
                    <a:gd name="csY7" fmla="*/ 26285 h 25873"/>
                    <a:gd name="csX8" fmla="*/ 130801 w 201653"/>
                    <a:gd name="csY8" fmla="*/ 24044 h 25873"/>
                    <a:gd name="csX9" fmla="*/ 154499 w 201653"/>
                    <a:gd name="csY9" fmla="*/ 19154 h 25873"/>
                    <a:gd name="csX10" fmla="*/ 173809 w 201653"/>
                    <a:gd name="csY10" fmla="*/ 12737 h 25873"/>
                    <a:gd name="csX11" fmla="*/ 189278 w 201653"/>
                    <a:gd name="csY11" fmla="*/ 6320 h 25873"/>
                    <a:gd name="csX12" fmla="*/ 198824 w 201653"/>
                    <a:gd name="csY12" fmla="*/ 1838 h 25873"/>
                    <a:gd name="csX13" fmla="*/ 201566 w 201653"/>
                    <a:gd name="csY13" fmla="*/ 412 h 25873"/>
                    <a:gd name="csX14" fmla="*/ 201676 w 201653"/>
                    <a:gd name="csY14"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25873">
                      <a:moveTo>
                        <a:pt x="22" y="412"/>
                      </a:moveTo>
                      <a:lnTo>
                        <a:pt x="1339" y="1125"/>
                      </a:lnTo>
                      <a:lnTo>
                        <a:pt x="8689" y="4588"/>
                      </a:lnTo>
                      <a:lnTo>
                        <a:pt x="22623" y="10700"/>
                      </a:lnTo>
                      <a:lnTo>
                        <a:pt x="40836" y="17321"/>
                      </a:lnTo>
                      <a:lnTo>
                        <a:pt x="62998" y="22822"/>
                      </a:lnTo>
                      <a:lnTo>
                        <a:pt x="91194" y="25979"/>
                      </a:lnTo>
                      <a:lnTo>
                        <a:pt x="100849" y="26285"/>
                      </a:lnTo>
                      <a:lnTo>
                        <a:pt x="130801" y="24044"/>
                      </a:lnTo>
                      <a:lnTo>
                        <a:pt x="154499" y="19154"/>
                      </a:lnTo>
                      <a:lnTo>
                        <a:pt x="173809" y="12737"/>
                      </a:lnTo>
                      <a:lnTo>
                        <a:pt x="189278" y="6320"/>
                      </a:lnTo>
                      <a:lnTo>
                        <a:pt x="198824" y="1838"/>
                      </a:lnTo>
                      <a:lnTo>
                        <a:pt x="201566" y="412"/>
                      </a:lnTo>
                      <a:lnTo>
                        <a:pt x="201676" y="412"/>
                      </a:lnTo>
                    </a:path>
                  </a:pathLst>
                </a:custGeom>
                <a:noFill/>
                <a:ln w="1644" cap="rnd">
                  <a:solidFill>
                    <a:srgbClr val="A52A2A"/>
                  </a:solidFill>
                  <a:prstDash val="solid"/>
                  <a:round/>
                </a:ln>
              </p:spPr>
              <p:txBody>
                <a:bodyPr/>
                <a:lstStyle/>
                <a:p>
                  <a:endParaRPr lang="zh-CN" altLang="en-US" sz="2190"/>
                </a:p>
              </p:txBody>
            </p:sp>
            <p:sp>
              <p:nvSpPr>
                <p:cNvPr id="1474" name="任意多边形: 形状 1473"/>
                <p:cNvSpPr/>
                <p:nvPr/>
              </p:nvSpPr>
              <p:spPr>
                <a:xfrm>
                  <a:off x="5462415" y="6777633"/>
                  <a:ext cx="266275" cy="25873"/>
                </a:xfrm>
                <a:custGeom>
                  <a:avLst/>
                  <a:gdLst>
                    <a:gd name="csX0" fmla="*/ 22 w 266275"/>
                    <a:gd name="csY0" fmla="*/ 412 h 25873"/>
                    <a:gd name="csX1" fmla="*/ 1229 w 266275"/>
                    <a:gd name="csY1" fmla="*/ 921 h 25873"/>
                    <a:gd name="csX2" fmla="*/ 8251 w 266275"/>
                    <a:gd name="csY2" fmla="*/ 3467 h 25873"/>
                    <a:gd name="csX3" fmla="*/ 22294 w 266275"/>
                    <a:gd name="csY3" fmla="*/ 8255 h 25873"/>
                    <a:gd name="csX4" fmla="*/ 41604 w 266275"/>
                    <a:gd name="csY4" fmla="*/ 14061 h 25873"/>
                    <a:gd name="csX5" fmla="*/ 64534 w 266275"/>
                    <a:gd name="csY5" fmla="*/ 19562 h 25873"/>
                    <a:gd name="csX6" fmla="*/ 92072 w 266275"/>
                    <a:gd name="csY6" fmla="*/ 23942 h 25873"/>
                    <a:gd name="csX7" fmla="*/ 126193 w 266275"/>
                    <a:gd name="csY7" fmla="*/ 26183 h 25873"/>
                    <a:gd name="csX8" fmla="*/ 133105 w 266275"/>
                    <a:gd name="csY8" fmla="*/ 26285 h 25873"/>
                    <a:gd name="csX9" fmla="*/ 168214 w 266275"/>
                    <a:gd name="csY9" fmla="*/ 24553 h 25873"/>
                    <a:gd name="csX10" fmla="*/ 196959 w 266275"/>
                    <a:gd name="csY10" fmla="*/ 20479 h 25873"/>
                    <a:gd name="csX11" fmla="*/ 220657 w 266275"/>
                    <a:gd name="csY11" fmla="*/ 15182 h 25873"/>
                    <a:gd name="csX12" fmla="*/ 240624 w 266275"/>
                    <a:gd name="csY12" fmla="*/ 9376 h 25873"/>
                    <a:gd name="csX13" fmla="*/ 255875 w 266275"/>
                    <a:gd name="csY13" fmla="*/ 4181 h 25873"/>
                    <a:gd name="csX14" fmla="*/ 264323 w 266275"/>
                    <a:gd name="csY14" fmla="*/ 1226 h 25873"/>
                    <a:gd name="csX15" fmla="*/ 266297 w 266275"/>
                    <a:gd name="csY15"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6275" h="25873">
                      <a:moveTo>
                        <a:pt x="22" y="412"/>
                      </a:moveTo>
                      <a:lnTo>
                        <a:pt x="1229" y="921"/>
                      </a:lnTo>
                      <a:lnTo>
                        <a:pt x="8251" y="3467"/>
                      </a:lnTo>
                      <a:lnTo>
                        <a:pt x="22294" y="8255"/>
                      </a:lnTo>
                      <a:lnTo>
                        <a:pt x="41604" y="14061"/>
                      </a:lnTo>
                      <a:lnTo>
                        <a:pt x="64534" y="19562"/>
                      </a:lnTo>
                      <a:lnTo>
                        <a:pt x="92072" y="23942"/>
                      </a:lnTo>
                      <a:lnTo>
                        <a:pt x="126193" y="26183"/>
                      </a:lnTo>
                      <a:lnTo>
                        <a:pt x="133105" y="26285"/>
                      </a:lnTo>
                      <a:lnTo>
                        <a:pt x="168214" y="24553"/>
                      </a:lnTo>
                      <a:lnTo>
                        <a:pt x="196959" y="20479"/>
                      </a:lnTo>
                      <a:lnTo>
                        <a:pt x="220657" y="15182"/>
                      </a:lnTo>
                      <a:lnTo>
                        <a:pt x="240624" y="9376"/>
                      </a:lnTo>
                      <a:lnTo>
                        <a:pt x="255875" y="4181"/>
                      </a:lnTo>
                      <a:lnTo>
                        <a:pt x="264323" y="1226"/>
                      </a:lnTo>
                      <a:lnTo>
                        <a:pt x="266297" y="412"/>
                      </a:lnTo>
                    </a:path>
                  </a:pathLst>
                </a:custGeom>
                <a:noFill/>
                <a:ln w="1644" cap="rnd">
                  <a:solidFill>
                    <a:srgbClr val="A52A2A"/>
                  </a:solidFill>
                  <a:prstDash val="solid"/>
                  <a:round/>
                </a:ln>
              </p:spPr>
              <p:txBody>
                <a:bodyPr/>
                <a:lstStyle/>
                <a:p>
                  <a:endParaRPr lang="zh-CN" altLang="en-US" sz="2190"/>
                </a:p>
              </p:txBody>
            </p:sp>
            <p:sp>
              <p:nvSpPr>
                <p:cNvPr id="1475" name="任意多边形: 形状 1474"/>
                <p:cNvSpPr/>
                <p:nvPr/>
              </p:nvSpPr>
              <p:spPr>
                <a:xfrm>
                  <a:off x="5736480" y="6777633"/>
                  <a:ext cx="157658" cy="25873"/>
                </a:xfrm>
                <a:custGeom>
                  <a:avLst/>
                  <a:gdLst>
                    <a:gd name="csX0" fmla="*/ 22 w 157658"/>
                    <a:gd name="csY0" fmla="*/ 412 h 25873"/>
                    <a:gd name="csX1" fmla="*/ 1449 w 157658"/>
                    <a:gd name="csY1" fmla="*/ 1328 h 25873"/>
                    <a:gd name="csX2" fmla="*/ 9019 w 157658"/>
                    <a:gd name="csY2" fmla="*/ 5912 h 25873"/>
                    <a:gd name="csX3" fmla="*/ 22514 w 157658"/>
                    <a:gd name="csY3" fmla="*/ 13043 h 25873"/>
                    <a:gd name="csX4" fmla="*/ 39739 w 157658"/>
                    <a:gd name="csY4" fmla="*/ 20071 h 25873"/>
                    <a:gd name="csX5" fmla="*/ 61791 w 157658"/>
                    <a:gd name="csY5" fmla="*/ 25063 h 25873"/>
                    <a:gd name="csX6" fmla="*/ 78907 w 157658"/>
                    <a:gd name="csY6" fmla="*/ 26285 h 25873"/>
                    <a:gd name="csX7" fmla="*/ 104689 w 157658"/>
                    <a:gd name="csY7" fmla="*/ 23636 h 25873"/>
                    <a:gd name="csX8" fmla="*/ 124657 w 157658"/>
                    <a:gd name="csY8" fmla="*/ 17728 h 25873"/>
                    <a:gd name="csX9" fmla="*/ 140675 w 157658"/>
                    <a:gd name="csY9" fmla="*/ 10394 h 25873"/>
                    <a:gd name="csX10" fmla="*/ 152305 w 157658"/>
                    <a:gd name="csY10" fmla="*/ 3773 h 25873"/>
                    <a:gd name="csX11" fmla="*/ 157352 w 157658"/>
                    <a:gd name="csY11" fmla="*/ 717 h 25873"/>
                    <a:gd name="csX12" fmla="*/ 157681 w 157658"/>
                    <a:gd name="csY12"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25873">
                      <a:moveTo>
                        <a:pt x="22" y="412"/>
                      </a:moveTo>
                      <a:lnTo>
                        <a:pt x="1449" y="1328"/>
                      </a:lnTo>
                      <a:lnTo>
                        <a:pt x="9019" y="5912"/>
                      </a:lnTo>
                      <a:lnTo>
                        <a:pt x="22514" y="13043"/>
                      </a:lnTo>
                      <a:lnTo>
                        <a:pt x="39739" y="20071"/>
                      </a:lnTo>
                      <a:lnTo>
                        <a:pt x="61791" y="25063"/>
                      </a:lnTo>
                      <a:lnTo>
                        <a:pt x="78907" y="26285"/>
                      </a:lnTo>
                      <a:lnTo>
                        <a:pt x="104689" y="23636"/>
                      </a:lnTo>
                      <a:lnTo>
                        <a:pt x="124657" y="17728"/>
                      </a:lnTo>
                      <a:lnTo>
                        <a:pt x="140675" y="10394"/>
                      </a:lnTo>
                      <a:lnTo>
                        <a:pt x="152305" y="3773"/>
                      </a:lnTo>
                      <a:lnTo>
                        <a:pt x="157352" y="717"/>
                      </a:lnTo>
                      <a:lnTo>
                        <a:pt x="157681" y="412"/>
                      </a:lnTo>
                    </a:path>
                  </a:pathLst>
                </a:custGeom>
                <a:noFill/>
                <a:ln w="1644" cap="rnd">
                  <a:solidFill>
                    <a:srgbClr val="A52A2A"/>
                  </a:solidFill>
                  <a:prstDash val="solid"/>
                  <a:round/>
                </a:ln>
              </p:spPr>
              <p:txBody>
                <a:bodyPr/>
                <a:lstStyle/>
                <a:p>
                  <a:endParaRPr lang="zh-CN" altLang="en-US" sz="2190"/>
                </a:p>
              </p:txBody>
            </p:sp>
            <p:sp>
              <p:nvSpPr>
                <p:cNvPr id="1476" name="任意多边形: 形状 1475"/>
                <p:cNvSpPr/>
                <p:nvPr/>
              </p:nvSpPr>
              <p:spPr>
                <a:xfrm>
                  <a:off x="5908730" y="6777633"/>
                  <a:ext cx="52662" cy="25873"/>
                </a:xfrm>
                <a:custGeom>
                  <a:avLst/>
                  <a:gdLst>
                    <a:gd name="csX0" fmla="*/ 22 w 52662"/>
                    <a:gd name="csY0" fmla="*/ 412 h 25873"/>
                    <a:gd name="csX1" fmla="*/ 681 w 52662"/>
                    <a:gd name="csY1" fmla="*/ 1736 h 25873"/>
                    <a:gd name="csX2" fmla="*/ 3972 w 52662"/>
                    <a:gd name="csY2" fmla="*/ 7644 h 25873"/>
                    <a:gd name="csX3" fmla="*/ 9567 w 52662"/>
                    <a:gd name="csY3" fmla="*/ 15895 h 25873"/>
                    <a:gd name="csX4" fmla="*/ 16809 w 52662"/>
                    <a:gd name="csY4" fmla="*/ 23025 h 25873"/>
                    <a:gd name="csX5" fmla="*/ 26354 w 52662"/>
                    <a:gd name="csY5" fmla="*/ 26285 h 25873"/>
                    <a:gd name="csX6" fmla="*/ 36009 w 52662"/>
                    <a:gd name="csY6" fmla="*/ 23025 h 25873"/>
                    <a:gd name="csX7" fmla="*/ 43140 w 52662"/>
                    <a:gd name="csY7" fmla="*/ 15895 h 25873"/>
                    <a:gd name="csX8" fmla="*/ 48735 w 52662"/>
                    <a:gd name="csY8" fmla="*/ 7644 h 25873"/>
                    <a:gd name="csX9" fmla="*/ 52027 w 52662"/>
                    <a:gd name="csY9" fmla="*/ 1736 h 25873"/>
                    <a:gd name="csX10" fmla="*/ 52685 w 52662"/>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25873">
                      <a:moveTo>
                        <a:pt x="22" y="412"/>
                      </a:moveTo>
                      <a:lnTo>
                        <a:pt x="681" y="1736"/>
                      </a:lnTo>
                      <a:lnTo>
                        <a:pt x="3972" y="7644"/>
                      </a:lnTo>
                      <a:lnTo>
                        <a:pt x="9567" y="15895"/>
                      </a:lnTo>
                      <a:lnTo>
                        <a:pt x="16809" y="23025"/>
                      </a:lnTo>
                      <a:lnTo>
                        <a:pt x="26354" y="26285"/>
                      </a:lnTo>
                      <a:lnTo>
                        <a:pt x="36009" y="23025"/>
                      </a:lnTo>
                      <a:lnTo>
                        <a:pt x="43140" y="15895"/>
                      </a:lnTo>
                      <a:lnTo>
                        <a:pt x="48735" y="7644"/>
                      </a:lnTo>
                      <a:lnTo>
                        <a:pt x="52027" y="1736"/>
                      </a:lnTo>
                      <a:lnTo>
                        <a:pt x="52685" y="412"/>
                      </a:lnTo>
                    </a:path>
                  </a:pathLst>
                </a:custGeom>
                <a:noFill/>
                <a:ln w="1644" cap="rnd">
                  <a:solidFill>
                    <a:srgbClr val="A52A2A"/>
                  </a:solidFill>
                  <a:prstDash val="solid"/>
                  <a:round/>
                </a:ln>
              </p:spPr>
              <p:txBody>
                <a:bodyPr/>
                <a:lstStyle/>
                <a:p>
                  <a:endParaRPr lang="zh-CN" altLang="en-US" sz="2190"/>
                </a:p>
              </p:txBody>
            </p:sp>
            <p:sp>
              <p:nvSpPr>
                <p:cNvPr id="1477" name="任意多边形: 形状 1476"/>
                <p:cNvSpPr/>
                <p:nvPr/>
              </p:nvSpPr>
              <p:spPr>
                <a:xfrm>
                  <a:off x="5976314" y="6777633"/>
                  <a:ext cx="118929" cy="25873"/>
                </a:xfrm>
                <a:custGeom>
                  <a:avLst/>
                  <a:gdLst>
                    <a:gd name="csX0" fmla="*/ 22 w 118929"/>
                    <a:gd name="csY0" fmla="*/ 412 h 25873"/>
                    <a:gd name="csX1" fmla="*/ 1558 w 118929"/>
                    <a:gd name="csY1" fmla="*/ 1736 h 25873"/>
                    <a:gd name="csX2" fmla="*/ 9018 w 118929"/>
                    <a:gd name="csY2" fmla="*/ 7644 h 25873"/>
                    <a:gd name="csX3" fmla="*/ 21636 w 118929"/>
                    <a:gd name="csY3" fmla="*/ 15895 h 25873"/>
                    <a:gd name="csX4" fmla="*/ 37764 w 118929"/>
                    <a:gd name="csY4" fmla="*/ 23025 h 25873"/>
                    <a:gd name="csX5" fmla="*/ 59487 w 118929"/>
                    <a:gd name="csY5" fmla="*/ 26285 h 25873"/>
                    <a:gd name="csX6" fmla="*/ 81100 w 118929"/>
                    <a:gd name="csY6" fmla="*/ 23025 h 25873"/>
                    <a:gd name="csX7" fmla="*/ 97338 w 118929"/>
                    <a:gd name="csY7" fmla="*/ 15895 h 25873"/>
                    <a:gd name="csX8" fmla="*/ 109845 w 118929"/>
                    <a:gd name="csY8" fmla="*/ 7644 h 25873"/>
                    <a:gd name="csX9" fmla="*/ 117416 w 118929"/>
                    <a:gd name="csY9" fmla="*/ 1736 h 25873"/>
                    <a:gd name="csX10" fmla="*/ 118952 w 118929"/>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8929" h="25873">
                      <a:moveTo>
                        <a:pt x="22" y="412"/>
                      </a:moveTo>
                      <a:lnTo>
                        <a:pt x="1558" y="1736"/>
                      </a:lnTo>
                      <a:lnTo>
                        <a:pt x="9018" y="7644"/>
                      </a:lnTo>
                      <a:lnTo>
                        <a:pt x="21636" y="15895"/>
                      </a:lnTo>
                      <a:lnTo>
                        <a:pt x="37764" y="23025"/>
                      </a:lnTo>
                      <a:lnTo>
                        <a:pt x="59487" y="26285"/>
                      </a:lnTo>
                      <a:lnTo>
                        <a:pt x="81100" y="23025"/>
                      </a:lnTo>
                      <a:lnTo>
                        <a:pt x="97338" y="15895"/>
                      </a:lnTo>
                      <a:lnTo>
                        <a:pt x="109845" y="7644"/>
                      </a:lnTo>
                      <a:lnTo>
                        <a:pt x="117416" y="1736"/>
                      </a:lnTo>
                      <a:lnTo>
                        <a:pt x="118952" y="412"/>
                      </a:lnTo>
                    </a:path>
                  </a:pathLst>
                </a:custGeom>
                <a:noFill/>
                <a:ln w="1644" cap="rnd">
                  <a:solidFill>
                    <a:srgbClr val="A52A2A"/>
                  </a:solidFill>
                  <a:prstDash val="solid"/>
                  <a:round/>
                </a:ln>
              </p:spPr>
              <p:txBody>
                <a:bodyPr/>
                <a:lstStyle/>
                <a:p>
                  <a:endParaRPr lang="zh-CN" altLang="en-US" sz="2190"/>
                </a:p>
              </p:txBody>
            </p:sp>
            <p:sp>
              <p:nvSpPr>
                <p:cNvPr id="1478" name="任意多边形: 形状 1477"/>
                <p:cNvSpPr/>
                <p:nvPr/>
              </p:nvSpPr>
              <p:spPr>
                <a:xfrm>
                  <a:off x="6105886" y="6777633"/>
                  <a:ext cx="18650" cy="25873"/>
                </a:xfrm>
                <a:custGeom>
                  <a:avLst/>
                  <a:gdLst>
                    <a:gd name="csX0" fmla="*/ 22 w 18650"/>
                    <a:gd name="csY0" fmla="*/ 412 h 25873"/>
                    <a:gd name="csX1" fmla="*/ 241 w 18650"/>
                    <a:gd name="csY1" fmla="*/ 1736 h 25873"/>
                    <a:gd name="csX2" fmla="*/ 1449 w 18650"/>
                    <a:gd name="csY2" fmla="*/ 7644 h 25873"/>
                    <a:gd name="csX3" fmla="*/ 3423 w 18650"/>
                    <a:gd name="csY3" fmla="*/ 15895 h 25873"/>
                    <a:gd name="csX4" fmla="*/ 5947 w 18650"/>
                    <a:gd name="csY4" fmla="*/ 23025 h 25873"/>
                    <a:gd name="csX5" fmla="*/ 9348 w 18650"/>
                    <a:gd name="csY5" fmla="*/ 26285 h 25873"/>
                    <a:gd name="csX6" fmla="*/ 12749 w 18650"/>
                    <a:gd name="csY6" fmla="*/ 23025 h 25873"/>
                    <a:gd name="csX7" fmla="*/ 15272 w 18650"/>
                    <a:gd name="csY7" fmla="*/ 15895 h 25873"/>
                    <a:gd name="csX8" fmla="*/ 17248 w 18650"/>
                    <a:gd name="csY8" fmla="*/ 7644 h 25873"/>
                    <a:gd name="csX9" fmla="*/ 18454 w 18650"/>
                    <a:gd name="csY9" fmla="*/ 1736 h 25873"/>
                    <a:gd name="csX10" fmla="*/ 18673 w 18650"/>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25873">
                      <a:moveTo>
                        <a:pt x="22" y="412"/>
                      </a:moveTo>
                      <a:lnTo>
                        <a:pt x="241" y="1736"/>
                      </a:lnTo>
                      <a:lnTo>
                        <a:pt x="1449" y="7644"/>
                      </a:lnTo>
                      <a:lnTo>
                        <a:pt x="3423" y="15895"/>
                      </a:lnTo>
                      <a:lnTo>
                        <a:pt x="5947" y="23025"/>
                      </a:lnTo>
                      <a:lnTo>
                        <a:pt x="9348" y="26285"/>
                      </a:lnTo>
                      <a:lnTo>
                        <a:pt x="12749" y="23025"/>
                      </a:lnTo>
                      <a:lnTo>
                        <a:pt x="15272" y="15895"/>
                      </a:lnTo>
                      <a:lnTo>
                        <a:pt x="17248" y="7644"/>
                      </a:lnTo>
                      <a:lnTo>
                        <a:pt x="18454" y="1736"/>
                      </a:lnTo>
                      <a:lnTo>
                        <a:pt x="18673" y="412"/>
                      </a:lnTo>
                    </a:path>
                  </a:pathLst>
                </a:custGeom>
                <a:noFill/>
                <a:ln w="1644" cap="rnd">
                  <a:solidFill>
                    <a:srgbClr val="A52A2A"/>
                  </a:solidFill>
                  <a:prstDash val="solid"/>
                  <a:round/>
                </a:ln>
              </p:spPr>
              <p:txBody>
                <a:bodyPr/>
                <a:lstStyle/>
                <a:p>
                  <a:endParaRPr lang="zh-CN" altLang="en-US" sz="2190"/>
                </a:p>
              </p:txBody>
            </p:sp>
            <p:sp>
              <p:nvSpPr>
                <p:cNvPr id="1479" name="任意多边形: 形状 1478"/>
                <p:cNvSpPr/>
                <p:nvPr/>
              </p:nvSpPr>
              <p:spPr>
                <a:xfrm>
                  <a:off x="6131230" y="6777633"/>
                  <a:ext cx="174992" cy="25873"/>
                </a:xfrm>
                <a:custGeom>
                  <a:avLst/>
                  <a:gdLst>
                    <a:gd name="csX0" fmla="*/ 22 w 174992"/>
                    <a:gd name="csY0" fmla="*/ 412 h 25873"/>
                    <a:gd name="csX1" fmla="*/ 1449 w 174992"/>
                    <a:gd name="csY1" fmla="*/ 1226 h 25873"/>
                    <a:gd name="csX2" fmla="*/ 8909 w 174992"/>
                    <a:gd name="csY2" fmla="*/ 5301 h 25873"/>
                    <a:gd name="csX3" fmla="*/ 22623 w 174992"/>
                    <a:gd name="csY3" fmla="*/ 12024 h 25873"/>
                    <a:gd name="csX4" fmla="*/ 40287 w 174992"/>
                    <a:gd name="csY4" fmla="*/ 18951 h 25873"/>
                    <a:gd name="csX5" fmla="*/ 62340 w 174992"/>
                    <a:gd name="csY5" fmla="*/ 24248 h 25873"/>
                    <a:gd name="csX6" fmla="*/ 87464 w 174992"/>
                    <a:gd name="csY6" fmla="*/ 26285 h 25873"/>
                    <a:gd name="csX7" fmla="*/ 115112 w 174992"/>
                    <a:gd name="csY7" fmla="*/ 23840 h 25873"/>
                    <a:gd name="csX8" fmla="*/ 136615 w 174992"/>
                    <a:gd name="csY8" fmla="*/ 18340 h 25873"/>
                    <a:gd name="csX9" fmla="*/ 153950 w 174992"/>
                    <a:gd name="csY9" fmla="*/ 11413 h 25873"/>
                    <a:gd name="csX10" fmla="*/ 167116 w 174992"/>
                    <a:gd name="csY10" fmla="*/ 4792 h 25873"/>
                    <a:gd name="csX11" fmla="*/ 174028 w 174992"/>
                    <a:gd name="csY11" fmla="*/ 1023 h 25873"/>
                    <a:gd name="csX12" fmla="*/ 175015 w 174992"/>
                    <a:gd name="csY12"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4992" h="25873">
                      <a:moveTo>
                        <a:pt x="22" y="412"/>
                      </a:moveTo>
                      <a:lnTo>
                        <a:pt x="1449" y="1226"/>
                      </a:lnTo>
                      <a:lnTo>
                        <a:pt x="8909" y="5301"/>
                      </a:lnTo>
                      <a:lnTo>
                        <a:pt x="22623" y="12024"/>
                      </a:lnTo>
                      <a:lnTo>
                        <a:pt x="40287" y="18951"/>
                      </a:lnTo>
                      <a:lnTo>
                        <a:pt x="62340" y="24248"/>
                      </a:lnTo>
                      <a:lnTo>
                        <a:pt x="87464" y="26285"/>
                      </a:lnTo>
                      <a:lnTo>
                        <a:pt x="115112" y="23840"/>
                      </a:lnTo>
                      <a:lnTo>
                        <a:pt x="136615" y="18340"/>
                      </a:lnTo>
                      <a:lnTo>
                        <a:pt x="153950" y="11413"/>
                      </a:lnTo>
                      <a:lnTo>
                        <a:pt x="167116" y="4792"/>
                      </a:lnTo>
                      <a:lnTo>
                        <a:pt x="174028" y="1023"/>
                      </a:lnTo>
                      <a:lnTo>
                        <a:pt x="175015" y="412"/>
                      </a:lnTo>
                    </a:path>
                  </a:pathLst>
                </a:custGeom>
                <a:noFill/>
                <a:ln w="1644" cap="rnd">
                  <a:solidFill>
                    <a:srgbClr val="A52A2A"/>
                  </a:solidFill>
                  <a:prstDash val="solid"/>
                  <a:round/>
                </a:ln>
              </p:spPr>
              <p:txBody>
                <a:bodyPr/>
                <a:lstStyle/>
                <a:p>
                  <a:endParaRPr lang="zh-CN" altLang="en-US" sz="2190"/>
                </a:p>
              </p:txBody>
            </p:sp>
            <p:sp>
              <p:nvSpPr>
                <p:cNvPr id="1481" name="任意多边形: 形状 1480"/>
                <p:cNvSpPr/>
                <p:nvPr/>
              </p:nvSpPr>
              <p:spPr>
                <a:xfrm>
                  <a:off x="6311489" y="6777633"/>
                  <a:ext cx="83163" cy="25873"/>
                </a:xfrm>
                <a:custGeom>
                  <a:avLst/>
                  <a:gdLst>
                    <a:gd name="csX0" fmla="*/ 22 w 83163"/>
                    <a:gd name="csY0" fmla="*/ 412 h 25873"/>
                    <a:gd name="csX1" fmla="*/ 1119 w 83163"/>
                    <a:gd name="csY1" fmla="*/ 1736 h 25873"/>
                    <a:gd name="csX2" fmla="*/ 6386 w 83163"/>
                    <a:gd name="csY2" fmla="*/ 7644 h 25873"/>
                    <a:gd name="csX3" fmla="*/ 15163 w 83163"/>
                    <a:gd name="csY3" fmla="*/ 15895 h 25873"/>
                    <a:gd name="csX4" fmla="*/ 26463 w 83163"/>
                    <a:gd name="csY4" fmla="*/ 23025 h 25873"/>
                    <a:gd name="csX5" fmla="*/ 41604 w 83163"/>
                    <a:gd name="csY5" fmla="*/ 26285 h 25873"/>
                    <a:gd name="csX6" fmla="*/ 56744 w 83163"/>
                    <a:gd name="csY6" fmla="*/ 23025 h 25873"/>
                    <a:gd name="csX7" fmla="*/ 68154 w 83163"/>
                    <a:gd name="csY7" fmla="*/ 15895 h 25873"/>
                    <a:gd name="csX8" fmla="*/ 76932 w 83163"/>
                    <a:gd name="csY8" fmla="*/ 7644 h 25873"/>
                    <a:gd name="csX9" fmla="*/ 82198 w 83163"/>
                    <a:gd name="csY9" fmla="*/ 1736 h 25873"/>
                    <a:gd name="csX10" fmla="*/ 83186 w 83163"/>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25873">
                      <a:moveTo>
                        <a:pt x="22" y="412"/>
                      </a:moveTo>
                      <a:lnTo>
                        <a:pt x="1119" y="1736"/>
                      </a:lnTo>
                      <a:lnTo>
                        <a:pt x="6386" y="7644"/>
                      </a:lnTo>
                      <a:lnTo>
                        <a:pt x="15163" y="15895"/>
                      </a:lnTo>
                      <a:lnTo>
                        <a:pt x="26463" y="23025"/>
                      </a:lnTo>
                      <a:lnTo>
                        <a:pt x="41604" y="26285"/>
                      </a:lnTo>
                      <a:lnTo>
                        <a:pt x="56744" y="23025"/>
                      </a:lnTo>
                      <a:lnTo>
                        <a:pt x="68154" y="15895"/>
                      </a:lnTo>
                      <a:lnTo>
                        <a:pt x="76932" y="7644"/>
                      </a:lnTo>
                      <a:lnTo>
                        <a:pt x="82198" y="1736"/>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81" name="图形 2"/>
              <p:cNvGrpSpPr/>
              <p:nvPr/>
            </p:nvGrpSpPr>
            <p:grpSpPr>
              <a:xfrm>
                <a:off x="166716" y="7284274"/>
                <a:ext cx="289822" cy="631727"/>
                <a:chOff x="166716" y="7284274"/>
                <a:chExt cx="289822" cy="631727"/>
              </a:xfrm>
            </p:grpSpPr>
            <p:sp>
              <p:nvSpPr>
                <p:cNvPr id="1245" name="任意多边形: 形状 1244"/>
                <p:cNvSpPr/>
                <p:nvPr/>
              </p:nvSpPr>
              <p:spPr>
                <a:xfrm>
                  <a:off x="373783" y="7303451"/>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246" name="任意多边形: 形状 1245"/>
                <p:cNvSpPr/>
                <p:nvPr/>
              </p:nvSpPr>
              <p:spPr>
                <a:xfrm>
                  <a:off x="373783" y="7303451"/>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247" name="任意多边形: 形状 1246"/>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path>
                  </a:pathLst>
                </a:custGeom>
                <a:noFill/>
                <a:ln w="8220" cap="rnd">
                  <a:solidFill>
                    <a:srgbClr val="000000"/>
                  </a:solidFill>
                  <a:prstDash val="solid"/>
                  <a:round/>
                </a:ln>
              </p:spPr>
              <p:txBody>
                <a:bodyPr/>
                <a:lstStyle/>
                <a:p>
                  <a:endParaRPr lang="zh-CN" altLang="en-US" sz="2190"/>
                </a:p>
              </p:txBody>
            </p:sp>
            <p:sp>
              <p:nvSpPr>
                <p:cNvPr id="1248" name="任意多边形: 形状 1247"/>
                <p:cNvSpPr/>
                <p:nvPr/>
              </p:nvSpPr>
              <p:spPr>
                <a:xfrm>
                  <a:off x="354034" y="780665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49" name="任意多边形: 形状 1248"/>
                <p:cNvSpPr/>
                <p:nvPr/>
              </p:nvSpPr>
              <p:spPr>
                <a:xfrm>
                  <a:off x="354034" y="772068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0" name="任意多边形: 形状 1249"/>
                <p:cNvSpPr/>
                <p:nvPr/>
              </p:nvSpPr>
              <p:spPr>
                <a:xfrm>
                  <a:off x="354034" y="763471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1" name="任意多边形: 形状 1250"/>
                <p:cNvSpPr/>
                <p:nvPr/>
              </p:nvSpPr>
              <p:spPr>
                <a:xfrm>
                  <a:off x="354034" y="754873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2" name="任意多边形: 形状 1251"/>
                <p:cNvSpPr/>
                <p:nvPr/>
              </p:nvSpPr>
              <p:spPr>
                <a:xfrm>
                  <a:off x="354034" y="7462765"/>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3" name="任意多边形: 形状 1252"/>
                <p:cNvSpPr/>
                <p:nvPr/>
              </p:nvSpPr>
              <p:spPr>
                <a:xfrm>
                  <a:off x="354034" y="737679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4" name="文本框 1253"/>
                <p:cNvSpPr txBox="1"/>
                <p:nvPr/>
              </p:nvSpPr>
              <p:spPr>
                <a:xfrm>
                  <a:off x="183191" y="7714137"/>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255" name="文本框 1254"/>
                <p:cNvSpPr txBox="1"/>
                <p:nvPr/>
              </p:nvSpPr>
              <p:spPr>
                <a:xfrm>
                  <a:off x="183191" y="7456219"/>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6</a:t>
                  </a:r>
                </a:p>
              </p:txBody>
            </p:sp>
            <p:sp>
              <p:nvSpPr>
                <p:cNvPr id="1256" name="文本框 1255"/>
                <p:cNvSpPr txBox="1"/>
                <p:nvPr/>
              </p:nvSpPr>
              <p:spPr>
                <a:xfrm>
                  <a:off x="166716" y="7284274"/>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257" name="任意多边形: 形状 1256"/>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solidFill>
                  <a:srgbClr val="000000"/>
                </a:solidFill>
                <a:ln w="10959" cap="flat">
                  <a:noFill/>
                  <a:prstDash val="solid"/>
                  <a:miter/>
                </a:ln>
              </p:spPr>
              <p:txBody>
                <a:bodyPr/>
                <a:lstStyle/>
                <a:p>
                  <a:endParaRPr lang="zh-CN" altLang="en-US" sz="2190"/>
                </a:p>
              </p:txBody>
            </p:sp>
            <p:sp>
              <p:nvSpPr>
                <p:cNvPr id="1258" name="任意多边形: 形状 1257"/>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2" name="图形 2"/>
              <p:cNvGrpSpPr/>
              <p:nvPr/>
            </p:nvGrpSpPr>
            <p:grpSpPr>
              <a:xfrm>
                <a:off x="967663" y="7354179"/>
                <a:ext cx="5426989" cy="413157"/>
                <a:chOff x="967663" y="7354179"/>
                <a:chExt cx="5426989" cy="413157"/>
              </a:xfrm>
              <a:noFill/>
            </p:grpSpPr>
            <p:sp>
              <p:nvSpPr>
                <p:cNvPr id="1219" name="任意多边形: 形状 1218"/>
                <p:cNvSpPr/>
                <p:nvPr/>
              </p:nvSpPr>
              <p:spPr>
                <a:xfrm>
                  <a:off x="967663" y="7354179"/>
                  <a:ext cx="1119738" cy="51644"/>
                </a:xfrm>
                <a:custGeom>
                  <a:avLst/>
                  <a:gdLst>
                    <a:gd name="csX0" fmla="*/ 22 w 1119738"/>
                    <a:gd name="csY0" fmla="*/ 412 h 51644"/>
                    <a:gd name="csX1" fmla="*/ 680 w 1119738"/>
                    <a:gd name="csY1" fmla="*/ 615 h 51644"/>
                    <a:gd name="csX2" fmla="*/ 4959 w 1119738"/>
                    <a:gd name="csY2" fmla="*/ 1328 h 51644"/>
                    <a:gd name="csX3" fmla="*/ 15272 w 1119738"/>
                    <a:gd name="csY3" fmla="*/ 3162 h 51644"/>
                    <a:gd name="csX4" fmla="*/ 33156 w 1119738"/>
                    <a:gd name="csY4" fmla="*/ 6218 h 51644"/>
                    <a:gd name="csX5" fmla="*/ 58499 w 1119738"/>
                    <a:gd name="csY5" fmla="*/ 10496 h 51644"/>
                    <a:gd name="csX6" fmla="*/ 90426 w 1119738"/>
                    <a:gd name="csY6" fmla="*/ 15589 h 51644"/>
                    <a:gd name="csX7" fmla="*/ 127619 w 1119738"/>
                    <a:gd name="csY7" fmla="*/ 21293 h 51644"/>
                    <a:gd name="csX8" fmla="*/ 168981 w 1119738"/>
                    <a:gd name="csY8" fmla="*/ 26998 h 51644"/>
                    <a:gd name="csX9" fmla="*/ 213964 w 1119738"/>
                    <a:gd name="csY9" fmla="*/ 32702 h 51644"/>
                    <a:gd name="csX10" fmla="*/ 262677 w 1119738"/>
                    <a:gd name="csY10" fmla="*/ 37999 h 51644"/>
                    <a:gd name="csX11" fmla="*/ 315778 w 1119738"/>
                    <a:gd name="csY11" fmla="*/ 42685 h 51644"/>
                    <a:gd name="csX12" fmla="*/ 374694 w 1119738"/>
                    <a:gd name="csY12" fmla="*/ 46759 h 51644"/>
                    <a:gd name="csX13" fmla="*/ 440413 w 1119738"/>
                    <a:gd name="csY13" fmla="*/ 49815 h 51644"/>
                    <a:gd name="csX14" fmla="*/ 512934 w 1119738"/>
                    <a:gd name="csY14" fmla="*/ 51751 h 51644"/>
                    <a:gd name="csX15" fmla="*/ 559891 w 1119738"/>
                    <a:gd name="csY15" fmla="*/ 52056 h 51644"/>
                    <a:gd name="csX16" fmla="*/ 635264 w 1119738"/>
                    <a:gd name="csY16" fmla="*/ 51241 h 51644"/>
                    <a:gd name="csX17" fmla="*/ 705262 w 1119738"/>
                    <a:gd name="csY17" fmla="*/ 48797 h 51644"/>
                    <a:gd name="csX18" fmla="*/ 768347 w 1119738"/>
                    <a:gd name="csY18" fmla="*/ 45333 h 51644"/>
                    <a:gd name="csX19" fmla="*/ 824850 w 1119738"/>
                    <a:gd name="csY19" fmla="*/ 40953 h 51644"/>
                    <a:gd name="csX20" fmla="*/ 876196 w 1119738"/>
                    <a:gd name="csY20" fmla="*/ 35962 h 51644"/>
                    <a:gd name="csX21" fmla="*/ 923373 w 1119738"/>
                    <a:gd name="csY21" fmla="*/ 30563 h 51644"/>
                    <a:gd name="csX22" fmla="*/ 967039 w 1119738"/>
                    <a:gd name="csY22" fmla="*/ 24859 h 51644"/>
                    <a:gd name="csX23" fmla="*/ 1006975 w 1119738"/>
                    <a:gd name="csY23" fmla="*/ 19052 h 51644"/>
                    <a:gd name="csX24" fmla="*/ 1042302 w 1119738"/>
                    <a:gd name="csY24" fmla="*/ 13552 h 51644"/>
                    <a:gd name="csX25" fmla="*/ 1071925 w 1119738"/>
                    <a:gd name="csY25" fmla="*/ 8764 h 51644"/>
                    <a:gd name="csX26" fmla="*/ 1094416 w 1119738"/>
                    <a:gd name="csY26" fmla="*/ 4894 h 51644"/>
                    <a:gd name="csX27" fmla="*/ 1109338 w 1119738"/>
                    <a:gd name="csY27" fmla="*/ 2347 h 51644"/>
                    <a:gd name="csX28" fmla="*/ 1117127 w 1119738"/>
                    <a:gd name="csY28" fmla="*/ 921 h 51644"/>
                    <a:gd name="csX29" fmla="*/ 1119651 w 1119738"/>
                    <a:gd name="csY29" fmla="*/ 514 h 51644"/>
                    <a:gd name="csX30" fmla="*/ 1119760 w 1119738"/>
                    <a:gd name="csY3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51644">
                      <a:moveTo>
                        <a:pt x="22" y="412"/>
                      </a:moveTo>
                      <a:lnTo>
                        <a:pt x="680" y="615"/>
                      </a:lnTo>
                      <a:lnTo>
                        <a:pt x="4959" y="1328"/>
                      </a:lnTo>
                      <a:lnTo>
                        <a:pt x="15272" y="3162"/>
                      </a:lnTo>
                      <a:lnTo>
                        <a:pt x="33156" y="6218"/>
                      </a:lnTo>
                      <a:lnTo>
                        <a:pt x="58499" y="10496"/>
                      </a:lnTo>
                      <a:lnTo>
                        <a:pt x="90426" y="15589"/>
                      </a:lnTo>
                      <a:lnTo>
                        <a:pt x="127619" y="21293"/>
                      </a:lnTo>
                      <a:lnTo>
                        <a:pt x="168981" y="26998"/>
                      </a:lnTo>
                      <a:lnTo>
                        <a:pt x="213964" y="32702"/>
                      </a:lnTo>
                      <a:lnTo>
                        <a:pt x="262677" y="37999"/>
                      </a:lnTo>
                      <a:lnTo>
                        <a:pt x="315778" y="42685"/>
                      </a:lnTo>
                      <a:lnTo>
                        <a:pt x="374694" y="46759"/>
                      </a:lnTo>
                      <a:lnTo>
                        <a:pt x="440413" y="49815"/>
                      </a:lnTo>
                      <a:lnTo>
                        <a:pt x="512934" y="51751"/>
                      </a:lnTo>
                      <a:lnTo>
                        <a:pt x="559891" y="52056"/>
                      </a:lnTo>
                      <a:lnTo>
                        <a:pt x="635264" y="51241"/>
                      </a:lnTo>
                      <a:lnTo>
                        <a:pt x="705262" y="48797"/>
                      </a:lnTo>
                      <a:lnTo>
                        <a:pt x="768347" y="45333"/>
                      </a:lnTo>
                      <a:lnTo>
                        <a:pt x="824850" y="40953"/>
                      </a:lnTo>
                      <a:lnTo>
                        <a:pt x="876196" y="35962"/>
                      </a:lnTo>
                      <a:lnTo>
                        <a:pt x="923373" y="30563"/>
                      </a:lnTo>
                      <a:lnTo>
                        <a:pt x="967039" y="24859"/>
                      </a:lnTo>
                      <a:lnTo>
                        <a:pt x="1006975" y="19052"/>
                      </a:lnTo>
                      <a:lnTo>
                        <a:pt x="1042302" y="13552"/>
                      </a:lnTo>
                      <a:lnTo>
                        <a:pt x="1071925" y="8764"/>
                      </a:lnTo>
                      <a:lnTo>
                        <a:pt x="1094416" y="4894"/>
                      </a:lnTo>
                      <a:lnTo>
                        <a:pt x="1109338" y="2347"/>
                      </a:lnTo>
                      <a:lnTo>
                        <a:pt x="1117127" y="921"/>
                      </a:lnTo>
                      <a:lnTo>
                        <a:pt x="1119651" y="514"/>
                      </a:lnTo>
                      <a:lnTo>
                        <a:pt x="1119760" y="412"/>
                      </a:lnTo>
                    </a:path>
                  </a:pathLst>
                </a:custGeom>
                <a:noFill/>
                <a:ln w="5699" cap="rnd">
                  <a:solidFill>
                    <a:srgbClr val="A52A2A"/>
                  </a:solidFill>
                  <a:prstDash val="solid"/>
                  <a:round/>
                </a:ln>
              </p:spPr>
              <p:txBody>
                <a:bodyPr/>
                <a:lstStyle/>
                <a:p>
                  <a:endParaRPr lang="zh-CN" altLang="en-US" sz="2190"/>
                </a:p>
              </p:txBody>
            </p:sp>
            <p:sp>
              <p:nvSpPr>
                <p:cNvPr id="1221" name="任意多边形: 形状 1220"/>
                <p:cNvSpPr/>
                <p:nvPr/>
              </p:nvSpPr>
              <p:spPr>
                <a:xfrm>
                  <a:off x="967663" y="7354179"/>
                  <a:ext cx="2851788" cy="103289"/>
                </a:xfrm>
                <a:custGeom>
                  <a:avLst/>
                  <a:gdLst>
                    <a:gd name="csX0" fmla="*/ 22 w 2851788"/>
                    <a:gd name="csY0" fmla="*/ 412 h 103289"/>
                    <a:gd name="csX1" fmla="*/ 461 w 2851788"/>
                    <a:gd name="csY1" fmla="*/ 514 h 103289"/>
                    <a:gd name="csX2" fmla="*/ 3313 w 2851788"/>
                    <a:gd name="csY2" fmla="*/ 921 h 103289"/>
                    <a:gd name="csX3" fmla="*/ 10555 w 2851788"/>
                    <a:gd name="csY3" fmla="*/ 1939 h 103289"/>
                    <a:gd name="csX4" fmla="*/ 23720 w 2851788"/>
                    <a:gd name="csY4" fmla="*/ 3773 h 103289"/>
                    <a:gd name="csX5" fmla="*/ 44017 w 2851788"/>
                    <a:gd name="csY5" fmla="*/ 6625 h 103289"/>
                    <a:gd name="csX6" fmla="*/ 71775 w 2851788"/>
                    <a:gd name="csY6" fmla="*/ 10394 h 103289"/>
                    <a:gd name="csX7" fmla="*/ 107322 w 2851788"/>
                    <a:gd name="csY7" fmla="*/ 15080 h 103289"/>
                    <a:gd name="csX8" fmla="*/ 150110 w 2851788"/>
                    <a:gd name="csY8" fmla="*/ 20682 h 103289"/>
                    <a:gd name="csX9" fmla="*/ 199482 w 2851788"/>
                    <a:gd name="csY9" fmla="*/ 26998 h 103289"/>
                    <a:gd name="csX10" fmla="*/ 254777 w 2851788"/>
                    <a:gd name="csY10" fmla="*/ 33823 h 103289"/>
                    <a:gd name="csX11" fmla="*/ 314900 w 2851788"/>
                    <a:gd name="csY11" fmla="*/ 40851 h 103289"/>
                    <a:gd name="csX12" fmla="*/ 379302 w 2851788"/>
                    <a:gd name="csY12" fmla="*/ 48185 h 103289"/>
                    <a:gd name="csX13" fmla="*/ 447435 w 2851788"/>
                    <a:gd name="csY13" fmla="*/ 55418 h 103289"/>
                    <a:gd name="csX14" fmla="*/ 519078 w 2851788"/>
                    <a:gd name="csY14" fmla="*/ 62446 h 103289"/>
                    <a:gd name="csX15" fmla="*/ 594232 w 2851788"/>
                    <a:gd name="csY15" fmla="*/ 69373 h 103289"/>
                    <a:gd name="csX16" fmla="*/ 673445 w 2851788"/>
                    <a:gd name="csY16" fmla="*/ 75790 h 103289"/>
                    <a:gd name="csX17" fmla="*/ 757156 w 2851788"/>
                    <a:gd name="csY17" fmla="*/ 81902 h 103289"/>
                    <a:gd name="csX18" fmla="*/ 846134 w 2851788"/>
                    <a:gd name="csY18" fmla="*/ 87505 h 103289"/>
                    <a:gd name="csX19" fmla="*/ 941146 w 2851788"/>
                    <a:gd name="csY19" fmla="*/ 92394 h 103289"/>
                    <a:gd name="csX20" fmla="*/ 1043070 w 2851788"/>
                    <a:gd name="csY20" fmla="*/ 96673 h 103289"/>
                    <a:gd name="csX21" fmla="*/ 1152126 w 2851788"/>
                    <a:gd name="csY21" fmla="*/ 100136 h 103289"/>
                    <a:gd name="csX22" fmla="*/ 1267874 w 2851788"/>
                    <a:gd name="csY22" fmla="*/ 102478 h 103289"/>
                    <a:gd name="csX23" fmla="*/ 1388559 w 2851788"/>
                    <a:gd name="csY23" fmla="*/ 103701 h 103289"/>
                    <a:gd name="csX24" fmla="*/ 1425862 w 2851788"/>
                    <a:gd name="csY24" fmla="*/ 103701 h 103289"/>
                    <a:gd name="csX25" fmla="*/ 1547424 w 2851788"/>
                    <a:gd name="csY25" fmla="*/ 102988 h 103289"/>
                    <a:gd name="csX26" fmla="*/ 1664928 w 2851788"/>
                    <a:gd name="csY26" fmla="*/ 100951 h 103289"/>
                    <a:gd name="csX27" fmla="*/ 1776178 w 2851788"/>
                    <a:gd name="csY27" fmla="*/ 97895 h 103289"/>
                    <a:gd name="csX28" fmla="*/ 1880186 w 2851788"/>
                    <a:gd name="csY28" fmla="*/ 93820 h 103289"/>
                    <a:gd name="csX29" fmla="*/ 1977283 w 2851788"/>
                    <a:gd name="csY29" fmla="*/ 89033 h 103289"/>
                    <a:gd name="csX30" fmla="*/ 2068016 w 2851788"/>
                    <a:gd name="csY30" fmla="*/ 83634 h 103289"/>
                    <a:gd name="csX31" fmla="*/ 2153264 w 2851788"/>
                    <a:gd name="csY31" fmla="*/ 77726 h 103289"/>
                    <a:gd name="csX32" fmla="*/ 2233794 w 2851788"/>
                    <a:gd name="csY32" fmla="*/ 71308 h 103289"/>
                    <a:gd name="csX33" fmla="*/ 2310154 w 2851788"/>
                    <a:gd name="csY33" fmla="*/ 64585 h 103289"/>
                    <a:gd name="csX34" fmla="*/ 2382895 w 2851788"/>
                    <a:gd name="csY34" fmla="*/ 57557 h 103289"/>
                    <a:gd name="csX35" fmla="*/ 2452014 w 2851788"/>
                    <a:gd name="csY35" fmla="*/ 50426 h 103289"/>
                    <a:gd name="csX36" fmla="*/ 2517623 w 2851788"/>
                    <a:gd name="csY36" fmla="*/ 43092 h 103289"/>
                    <a:gd name="csX37" fmla="*/ 2579172 w 2851788"/>
                    <a:gd name="csY37" fmla="*/ 35962 h 103289"/>
                    <a:gd name="csX38" fmla="*/ 2636004 w 2851788"/>
                    <a:gd name="csY38" fmla="*/ 29035 h 103289"/>
                    <a:gd name="csX39" fmla="*/ 2687240 w 2851788"/>
                    <a:gd name="csY39" fmla="*/ 22516 h 103289"/>
                    <a:gd name="csX40" fmla="*/ 2732113 w 2851788"/>
                    <a:gd name="csY40" fmla="*/ 16710 h 103289"/>
                    <a:gd name="csX41" fmla="*/ 2769965 w 2851788"/>
                    <a:gd name="csY41" fmla="*/ 11718 h 103289"/>
                    <a:gd name="csX42" fmla="*/ 2800136 w 2851788"/>
                    <a:gd name="csY42" fmla="*/ 7644 h 103289"/>
                    <a:gd name="csX43" fmla="*/ 2822627 w 2851788"/>
                    <a:gd name="csY43" fmla="*/ 4588 h 103289"/>
                    <a:gd name="csX44" fmla="*/ 2837877 w 2851788"/>
                    <a:gd name="csY44" fmla="*/ 2449 h 103289"/>
                    <a:gd name="csX45" fmla="*/ 2846874 w 2851788"/>
                    <a:gd name="csY45" fmla="*/ 1125 h 103289"/>
                    <a:gd name="csX46" fmla="*/ 2850824 w 2851788"/>
                    <a:gd name="csY46" fmla="*/ 615 h 103289"/>
                    <a:gd name="csX47" fmla="*/ 2851701 w 2851788"/>
                    <a:gd name="csY47" fmla="*/ 412 h 103289"/>
                    <a:gd name="csX48" fmla="*/ 2851811 w 2851788"/>
                    <a:gd name="csY48"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103289">
                      <a:moveTo>
                        <a:pt x="22" y="412"/>
                      </a:moveTo>
                      <a:lnTo>
                        <a:pt x="461" y="514"/>
                      </a:lnTo>
                      <a:lnTo>
                        <a:pt x="3313" y="921"/>
                      </a:lnTo>
                      <a:lnTo>
                        <a:pt x="10555" y="1939"/>
                      </a:lnTo>
                      <a:lnTo>
                        <a:pt x="23720" y="3773"/>
                      </a:lnTo>
                      <a:lnTo>
                        <a:pt x="44017" y="6625"/>
                      </a:lnTo>
                      <a:lnTo>
                        <a:pt x="71775" y="10394"/>
                      </a:lnTo>
                      <a:lnTo>
                        <a:pt x="107322" y="15080"/>
                      </a:lnTo>
                      <a:lnTo>
                        <a:pt x="150110" y="20682"/>
                      </a:lnTo>
                      <a:lnTo>
                        <a:pt x="199482" y="26998"/>
                      </a:lnTo>
                      <a:lnTo>
                        <a:pt x="254777" y="33823"/>
                      </a:lnTo>
                      <a:lnTo>
                        <a:pt x="314900" y="40851"/>
                      </a:lnTo>
                      <a:lnTo>
                        <a:pt x="379302" y="48185"/>
                      </a:lnTo>
                      <a:lnTo>
                        <a:pt x="447435" y="55418"/>
                      </a:lnTo>
                      <a:lnTo>
                        <a:pt x="519078" y="62446"/>
                      </a:lnTo>
                      <a:lnTo>
                        <a:pt x="594232" y="69373"/>
                      </a:lnTo>
                      <a:lnTo>
                        <a:pt x="673445" y="75790"/>
                      </a:lnTo>
                      <a:lnTo>
                        <a:pt x="757156" y="81902"/>
                      </a:lnTo>
                      <a:lnTo>
                        <a:pt x="846134" y="87505"/>
                      </a:lnTo>
                      <a:lnTo>
                        <a:pt x="941146" y="92394"/>
                      </a:lnTo>
                      <a:lnTo>
                        <a:pt x="1043070" y="96673"/>
                      </a:lnTo>
                      <a:lnTo>
                        <a:pt x="1152126" y="100136"/>
                      </a:lnTo>
                      <a:lnTo>
                        <a:pt x="1267874" y="102478"/>
                      </a:lnTo>
                      <a:lnTo>
                        <a:pt x="1388559" y="103701"/>
                      </a:lnTo>
                      <a:lnTo>
                        <a:pt x="1425862" y="103701"/>
                      </a:lnTo>
                      <a:lnTo>
                        <a:pt x="1547424" y="102988"/>
                      </a:lnTo>
                      <a:lnTo>
                        <a:pt x="1664928" y="100951"/>
                      </a:lnTo>
                      <a:lnTo>
                        <a:pt x="1776178" y="97895"/>
                      </a:lnTo>
                      <a:lnTo>
                        <a:pt x="1880186" y="93820"/>
                      </a:lnTo>
                      <a:lnTo>
                        <a:pt x="1977283" y="89033"/>
                      </a:lnTo>
                      <a:lnTo>
                        <a:pt x="2068016" y="83634"/>
                      </a:lnTo>
                      <a:lnTo>
                        <a:pt x="2153264" y="77726"/>
                      </a:lnTo>
                      <a:lnTo>
                        <a:pt x="2233794" y="71308"/>
                      </a:lnTo>
                      <a:lnTo>
                        <a:pt x="2310154" y="64585"/>
                      </a:lnTo>
                      <a:lnTo>
                        <a:pt x="2382895" y="57557"/>
                      </a:lnTo>
                      <a:lnTo>
                        <a:pt x="2452014" y="50426"/>
                      </a:lnTo>
                      <a:lnTo>
                        <a:pt x="2517623" y="43092"/>
                      </a:lnTo>
                      <a:lnTo>
                        <a:pt x="2579172" y="35962"/>
                      </a:lnTo>
                      <a:lnTo>
                        <a:pt x="2636004" y="29035"/>
                      </a:lnTo>
                      <a:lnTo>
                        <a:pt x="2687240" y="22516"/>
                      </a:lnTo>
                      <a:lnTo>
                        <a:pt x="2732113" y="16710"/>
                      </a:lnTo>
                      <a:lnTo>
                        <a:pt x="2769965" y="11718"/>
                      </a:lnTo>
                      <a:lnTo>
                        <a:pt x="2800136" y="7644"/>
                      </a:lnTo>
                      <a:lnTo>
                        <a:pt x="2822627" y="4588"/>
                      </a:lnTo>
                      <a:lnTo>
                        <a:pt x="2837877" y="2449"/>
                      </a:lnTo>
                      <a:lnTo>
                        <a:pt x="2846874" y="1125"/>
                      </a:lnTo>
                      <a:lnTo>
                        <a:pt x="2850824" y="615"/>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1222" name="任意多边形: 形状 1221"/>
                <p:cNvSpPr/>
                <p:nvPr/>
              </p:nvSpPr>
              <p:spPr>
                <a:xfrm>
                  <a:off x="2095411" y="7354179"/>
                  <a:ext cx="1562871" cy="154933"/>
                </a:xfrm>
                <a:custGeom>
                  <a:avLst/>
                  <a:gdLst>
                    <a:gd name="csX0" fmla="*/ 22 w 1562871"/>
                    <a:gd name="csY0" fmla="*/ 412 h 154933"/>
                    <a:gd name="csX1" fmla="*/ 571 w 1562871"/>
                    <a:gd name="csY1" fmla="*/ 615 h 154933"/>
                    <a:gd name="csX2" fmla="*/ 4081 w 1562871"/>
                    <a:gd name="csY2" fmla="*/ 2041 h 154933"/>
                    <a:gd name="csX3" fmla="*/ 13078 w 1562871"/>
                    <a:gd name="csY3" fmla="*/ 5505 h 154933"/>
                    <a:gd name="csX4" fmla="*/ 28987 w 1562871"/>
                    <a:gd name="csY4" fmla="*/ 11515 h 154933"/>
                    <a:gd name="csX5" fmla="*/ 52246 w 1562871"/>
                    <a:gd name="csY5" fmla="*/ 20071 h 154933"/>
                    <a:gd name="csX6" fmla="*/ 82966 w 1562871"/>
                    <a:gd name="csY6" fmla="*/ 31073 h 154933"/>
                    <a:gd name="csX7" fmla="*/ 120049 w 1562871"/>
                    <a:gd name="csY7" fmla="*/ 43907 h 154933"/>
                    <a:gd name="csX8" fmla="*/ 162508 w 1562871"/>
                    <a:gd name="csY8" fmla="*/ 57964 h 154933"/>
                    <a:gd name="csX9" fmla="*/ 209356 w 1562871"/>
                    <a:gd name="csY9" fmla="*/ 72429 h 154933"/>
                    <a:gd name="csX10" fmla="*/ 259824 w 1562871"/>
                    <a:gd name="csY10" fmla="*/ 86893 h 154933"/>
                    <a:gd name="csX11" fmla="*/ 313803 w 1562871"/>
                    <a:gd name="csY11" fmla="*/ 100951 h 154933"/>
                    <a:gd name="csX12" fmla="*/ 371403 w 1562871"/>
                    <a:gd name="csY12" fmla="*/ 113989 h 154933"/>
                    <a:gd name="csX13" fmla="*/ 433611 w 1562871"/>
                    <a:gd name="csY13" fmla="*/ 126009 h 154933"/>
                    <a:gd name="csX14" fmla="*/ 501304 w 1562871"/>
                    <a:gd name="csY14" fmla="*/ 136501 h 154933"/>
                    <a:gd name="csX15" fmla="*/ 575580 w 1562871"/>
                    <a:gd name="csY15" fmla="*/ 145261 h 154933"/>
                    <a:gd name="csX16" fmla="*/ 656659 w 1562871"/>
                    <a:gd name="csY16" fmla="*/ 151577 h 154933"/>
                    <a:gd name="csX17" fmla="*/ 743772 w 1562871"/>
                    <a:gd name="csY17" fmla="*/ 155040 h 154933"/>
                    <a:gd name="csX18" fmla="*/ 781403 w 1562871"/>
                    <a:gd name="csY18" fmla="*/ 155346 h 154933"/>
                    <a:gd name="csX19" fmla="*/ 870162 w 1562871"/>
                    <a:gd name="csY19" fmla="*/ 153410 h 154933"/>
                    <a:gd name="csX20" fmla="*/ 953983 w 1562871"/>
                    <a:gd name="csY20" fmla="*/ 148215 h 154933"/>
                    <a:gd name="csX21" fmla="*/ 1031112 w 1562871"/>
                    <a:gd name="csY21" fmla="*/ 140372 h 154933"/>
                    <a:gd name="csX22" fmla="*/ 1101438 w 1562871"/>
                    <a:gd name="csY22" fmla="*/ 130593 h 154933"/>
                    <a:gd name="csX23" fmla="*/ 1165840 w 1562871"/>
                    <a:gd name="csY23" fmla="*/ 119184 h 154933"/>
                    <a:gd name="csX24" fmla="*/ 1225305 w 1562871"/>
                    <a:gd name="csY24" fmla="*/ 106553 h 154933"/>
                    <a:gd name="csX25" fmla="*/ 1280820 w 1562871"/>
                    <a:gd name="csY25" fmla="*/ 92903 h 154933"/>
                    <a:gd name="csX26" fmla="*/ 1332715 w 1562871"/>
                    <a:gd name="csY26" fmla="*/ 78541 h 154933"/>
                    <a:gd name="csX27" fmla="*/ 1381098 w 1562871"/>
                    <a:gd name="csY27" fmla="*/ 63974 h 154933"/>
                    <a:gd name="csX28" fmla="*/ 1425533 w 1562871"/>
                    <a:gd name="csY28" fmla="*/ 49713 h 154933"/>
                    <a:gd name="csX29" fmla="*/ 1465030 w 1562871"/>
                    <a:gd name="csY29" fmla="*/ 36267 h 154933"/>
                    <a:gd name="csX30" fmla="*/ 1498492 w 1562871"/>
                    <a:gd name="csY30" fmla="*/ 24451 h 154933"/>
                    <a:gd name="csX31" fmla="*/ 1525043 w 1562871"/>
                    <a:gd name="csY31" fmla="*/ 14774 h 154933"/>
                    <a:gd name="csX32" fmla="*/ 1543914 w 1562871"/>
                    <a:gd name="csY32" fmla="*/ 7644 h 154933"/>
                    <a:gd name="csX33" fmla="*/ 1555653 w 1562871"/>
                    <a:gd name="csY33" fmla="*/ 3264 h 154933"/>
                    <a:gd name="csX34" fmla="*/ 1561248 w 1562871"/>
                    <a:gd name="csY34" fmla="*/ 1023 h 154933"/>
                    <a:gd name="csX35" fmla="*/ 1562784 w 1562871"/>
                    <a:gd name="csY35" fmla="*/ 514 h 154933"/>
                    <a:gd name="csX36" fmla="*/ 1562894 w 1562871"/>
                    <a:gd name="csY36"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54933">
                      <a:moveTo>
                        <a:pt x="22" y="412"/>
                      </a:moveTo>
                      <a:lnTo>
                        <a:pt x="571" y="615"/>
                      </a:lnTo>
                      <a:lnTo>
                        <a:pt x="4081" y="2041"/>
                      </a:lnTo>
                      <a:lnTo>
                        <a:pt x="13078" y="5505"/>
                      </a:lnTo>
                      <a:lnTo>
                        <a:pt x="28987" y="11515"/>
                      </a:lnTo>
                      <a:lnTo>
                        <a:pt x="52246" y="20071"/>
                      </a:lnTo>
                      <a:lnTo>
                        <a:pt x="82966" y="31073"/>
                      </a:lnTo>
                      <a:lnTo>
                        <a:pt x="120049" y="43907"/>
                      </a:lnTo>
                      <a:lnTo>
                        <a:pt x="162508" y="57964"/>
                      </a:lnTo>
                      <a:lnTo>
                        <a:pt x="209356" y="72429"/>
                      </a:lnTo>
                      <a:lnTo>
                        <a:pt x="259824" y="86893"/>
                      </a:lnTo>
                      <a:lnTo>
                        <a:pt x="313803" y="100951"/>
                      </a:lnTo>
                      <a:lnTo>
                        <a:pt x="371403" y="113989"/>
                      </a:lnTo>
                      <a:lnTo>
                        <a:pt x="433611" y="126009"/>
                      </a:lnTo>
                      <a:lnTo>
                        <a:pt x="501304" y="136501"/>
                      </a:lnTo>
                      <a:lnTo>
                        <a:pt x="575580" y="145261"/>
                      </a:lnTo>
                      <a:lnTo>
                        <a:pt x="656659" y="151577"/>
                      </a:lnTo>
                      <a:lnTo>
                        <a:pt x="743772" y="155040"/>
                      </a:lnTo>
                      <a:lnTo>
                        <a:pt x="781403" y="155346"/>
                      </a:lnTo>
                      <a:lnTo>
                        <a:pt x="870162" y="153410"/>
                      </a:lnTo>
                      <a:lnTo>
                        <a:pt x="953983" y="148215"/>
                      </a:lnTo>
                      <a:lnTo>
                        <a:pt x="1031112" y="140372"/>
                      </a:lnTo>
                      <a:lnTo>
                        <a:pt x="1101438" y="130593"/>
                      </a:lnTo>
                      <a:lnTo>
                        <a:pt x="1165840" y="119184"/>
                      </a:lnTo>
                      <a:lnTo>
                        <a:pt x="1225305" y="106553"/>
                      </a:lnTo>
                      <a:lnTo>
                        <a:pt x="1280820" y="92903"/>
                      </a:lnTo>
                      <a:lnTo>
                        <a:pt x="1332715" y="78541"/>
                      </a:lnTo>
                      <a:lnTo>
                        <a:pt x="1381098" y="63974"/>
                      </a:lnTo>
                      <a:lnTo>
                        <a:pt x="1425533" y="49713"/>
                      </a:lnTo>
                      <a:lnTo>
                        <a:pt x="1465030" y="36267"/>
                      </a:lnTo>
                      <a:lnTo>
                        <a:pt x="1498492" y="24451"/>
                      </a:lnTo>
                      <a:lnTo>
                        <a:pt x="1525043" y="14774"/>
                      </a:lnTo>
                      <a:lnTo>
                        <a:pt x="1543914" y="7644"/>
                      </a:lnTo>
                      <a:lnTo>
                        <a:pt x="1555653" y="3264"/>
                      </a:lnTo>
                      <a:lnTo>
                        <a:pt x="1561248" y="1023"/>
                      </a:lnTo>
                      <a:lnTo>
                        <a:pt x="1562784" y="514"/>
                      </a:lnTo>
                      <a:lnTo>
                        <a:pt x="1562894" y="412"/>
                      </a:lnTo>
                    </a:path>
                  </a:pathLst>
                </a:custGeom>
                <a:noFill/>
                <a:ln w="8220" cap="rnd">
                  <a:solidFill>
                    <a:srgbClr val="A52A2A"/>
                  </a:solidFill>
                  <a:prstDash val="solid"/>
                  <a:round/>
                </a:ln>
              </p:spPr>
              <p:txBody>
                <a:bodyPr/>
                <a:lstStyle/>
                <a:p>
                  <a:endParaRPr lang="zh-CN" altLang="en-US" sz="2190"/>
                </a:p>
              </p:txBody>
            </p:sp>
            <p:sp>
              <p:nvSpPr>
                <p:cNvPr id="1223" name="任意多边形: 形状 1222"/>
                <p:cNvSpPr/>
                <p:nvPr/>
              </p:nvSpPr>
              <p:spPr>
                <a:xfrm>
                  <a:off x="2095411" y="7354179"/>
                  <a:ext cx="1720640" cy="206578"/>
                </a:xfrm>
                <a:custGeom>
                  <a:avLst/>
                  <a:gdLst>
                    <a:gd name="csX0" fmla="*/ 22 w 1720640"/>
                    <a:gd name="csY0" fmla="*/ 412 h 206578"/>
                    <a:gd name="csX1" fmla="*/ 461 w 1720640"/>
                    <a:gd name="csY1" fmla="*/ 717 h 206578"/>
                    <a:gd name="csX2" fmla="*/ 3862 w 1720640"/>
                    <a:gd name="csY2" fmla="*/ 2347 h 206578"/>
                    <a:gd name="csX3" fmla="*/ 12420 w 1720640"/>
                    <a:gd name="csY3" fmla="*/ 6320 h 206578"/>
                    <a:gd name="csX4" fmla="*/ 27560 w 1720640"/>
                    <a:gd name="csY4" fmla="*/ 13246 h 206578"/>
                    <a:gd name="csX5" fmla="*/ 50161 w 1720640"/>
                    <a:gd name="csY5" fmla="*/ 23331 h 206578"/>
                    <a:gd name="csX6" fmla="*/ 80004 w 1720640"/>
                    <a:gd name="csY6" fmla="*/ 36471 h 206578"/>
                    <a:gd name="csX7" fmla="*/ 116538 w 1720640"/>
                    <a:gd name="csY7" fmla="*/ 51954 h 206578"/>
                    <a:gd name="csX8" fmla="*/ 158888 w 1720640"/>
                    <a:gd name="csY8" fmla="*/ 69169 h 206578"/>
                    <a:gd name="csX9" fmla="*/ 205955 w 1720640"/>
                    <a:gd name="csY9" fmla="*/ 87403 h 206578"/>
                    <a:gd name="csX10" fmla="*/ 256752 w 1720640"/>
                    <a:gd name="csY10" fmla="*/ 105840 h 206578"/>
                    <a:gd name="csX11" fmla="*/ 311170 w 1720640"/>
                    <a:gd name="csY11" fmla="*/ 123870 h 206578"/>
                    <a:gd name="csX12" fmla="*/ 368989 w 1720640"/>
                    <a:gd name="csY12" fmla="*/ 141187 h 206578"/>
                    <a:gd name="csX13" fmla="*/ 430758 w 1720640"/>
                    <a:gd name="csY13" fmla="*/ 157281 h 206578"/>
                    <a:gd name="csX14" fmla="*/ 497354 w 1720640"/>
                    <a:gd name="csY14" fmla="*/ 171949 h 206578"/>
                    <a:gd name="csX15" fmla="*/ 569656 w 1720640"/>
                    <a:gd name="csY15" fmla="*/ 184682 h 206578"/>
                    <a:gd name="csX16" fmla="*/ 648540 w 1720640"/>
                    <a:gd name="csY16" fmla="*/ 195174 h 206578"/>
                    <a:gd name="csX17" fmla="*/ 734226 w 1720640"/>
                    <a:gd name="csY17" fmla="*/ 202814 h 206578"/>
                    <a:gd name="csX18" fmla="*/ 825618 w 1720640"/>
                    <a:gd name="csY18" fmla="*/ 206685 h 206578"/>
                    <a:gd name="csX19" fmla="*/ 860397 w 1720640"/>
                    <a:gd name="csY19" fmla="*/ 206990 h 206578"/>
                    <a:gd name="csX20" fmla="*/ 953105 w 1720640"/>
                    <a:gd name="csY20" fmla="*/ 204749 h 206578"/>
                    <a:gd name="csX21" fmla="*/ 1041205 w 1720640"/>
                    <a:gd name="csY21" fmla="*/ 198332 h 206578"/>
                    <a:gd name="csX22" fmla="*/ 1122613 w 1720640"/>
                    <a:gd name="csY22" fmla="*/ 188859 h 206578"/>
                    <a:gd name="csX23" fmla="*/ 1197328 w 1720640"/>
                    <a:gd name="csY23" fmla="*/ 176839 h 206578"/>
                    <a:gd name="csX24" fmla="*/ 1265789 w 1720640"/>
                    <a:gd name="csY24" fmla="*/ 162884 h 206578"/>
                    <a:gd name="csX25" fmla="*/ 1329314 w 1720640"/>
                    <a:gd name="csY25" fmla="*/ 147299 h 206578"/>
                    <a:gd name="csX26" fmla="*/ 1388449 w 1720640"/>
                    <a:gd name="csY26" fmla="*/ 130389 h 206578"/>
                    <a:gd name="csX27" fmla="*/ 1444074 w 1720640"/>
                    <a:gd name="csY27" fmla="*/ 112563 h 206578"/>
                    <a:gd name="csX28" fmla="*/ 1496298 w 1720640"/>
                    <a:gd name="csY28" fmla="*/ 94228 h 206578"/>
                    <a:gd name="csX29" fmla="*/ 1544901 w 1720640"/>
                    <a:gd name="csY29" fmla="*/ 75892 h 206578"/>
                    <a:gd name="csX30" fmla="*/ 1589006 w 1720640"/>
                    <a:gd name="csY30" fmla="*/ 58168 h 206578"/>
                    <a:gd name="csX31" fmla="*/ 1627845 w 1720640"/>
                    <a:gd name="csY31" fmla="*/ 41972 h 206578"/>
                    <a:gd name="csX32" fmla="*/ 1660320 w 1720640"/>
                    <a:gd name="csY32" fmla="*/ 27915 h 206578"/>
                    <a:gd name="csX33" fmla="*/ 1685664 w 1720640"/>
                    <a:gd name="csY33" fmla="*/ 16608 h 206578"/>
                    <a:gd name="csX34" fmla="*/ 1703437 w 1720640"/>
                    <a:gd name="csY34" fmla="*/ 8459 h 206578"/>
                    <a:gd name="csX35" fmla="*/ 1714299 w 1720640"/>
                    <a:gd name="csY35" fmla="*/ 3467 h 206578"/>
                    <a:gd name="csX36" fmla="*/ 1719456 w 1720640"/>
                    <a:gd name="csY36" fmla="*/ 1023 h 206578"/>
                    <a:gd name="csX37" fmla="*/ 1720662 w 1720640"/>
                    <a:gd name="csY37"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578">
                      <a:moveTo>
                        <a:pt x="22" y="412"/>
                      </a:moveTo>
                      <a:lnTo>
                        <a:pt x="461" y="717"/>
                      </a:lnTo>
                      <a:lnTo>
                        <a:pt x="3862" y="2347"/>
                      </a:lnTo>
                      <a:lnTo>
                        <a:pt x="12420" y="6320"/>
                      </a:lnTo>
                      <a:lnTo>
                        <a:pt x="27560" y="13246"/>
                      </a:lnTo>
                      <a:lnTo>
                        <a:pt x="50161" y="23331"/>
                      </a:lnTo>
                      <a:lnTo>
                        <a:pt x="80004" y="36471"/>
                      </a:lnTo>
                      <a:lnTo>
                        <a:pt x="116538" y="51954"/>
                      </a:lnTo>
                      <a:lnTo>
                        <a:pt x="158888" y="69169"/>
                      </a:lnTo>
                      <a:lnTo>
                        <a:pt x="205955" y="87403"/>
                      </a:lnTo>
                      <a:lnTo>
                        <a:pt x="256752" y="105840"/>
                      </a:lnTo>
                      <a:lnTo>
                        <a:pt x="311170" y="123870"/>
                      </a:lnTo>
                      <a:lnTo>
                        <a:pt x="368989" y="141187"/>
                      </a:lnTo>
                      <a:lnTo>
                        <a:pt x="430758" y="157281"/>
                      </a:lnTo>
                      <a:lnTo>
                        <a:pt x="497354" y="171949"/>
                      </a:lnTo>
                      <a:lnTo>
                        <a:pt x="569656" y="184682"/>
                      </a:lnTo>
                      <a:lnTo>
                        <a:pt x="648540" y="195174"/>
                      </a:lnTo>
                      <a:lnTo>
                        <a:pt x="734226" y="202814"/>
                      </a:lnTo>
                      <a:lnTo>
                        <a:pt x="825618" y="206685"/>
                      </a:lnTo>
                      <a:lnTo>
                        <a:pt x="860397" y="206990"/>
                      </a:lnTo>
                      <a:lnTo>
                        <a:pt x="953105" y="204749"/>
                      </a:lnTo>
                      <a:lnTo>
                        <a:pt x="1041205" y="198332"/>
                      </a:lnTo>
                      <a:lnTo>
                        <a:pt x="1122613" y="188859"/>
                      </a:lnTo>
                      <a:lnTo>
                        <a:pt x="1197328" y="176839"/>
                      </a:lnTo>
                      <a:lnTo>
                        <a:pt x="1265789" y="162884"/>
                      </a:lnTo>
                      <a:lnTo>
                        <a:pt x="1329314" y="147299"/>
                      </a:lnTo>
                      <a:lnTo>
                        <a:pt x="1388449" y="130389"/>
                      </a:lnTo>
                      <a:lnTo>
                        <a:pt x="1444074" y="112563"/>
                      </a:lnTo>
                      <a:lnTo>
                        <a:pt x="1496298" y="94228"/>
                      </a:lnTo>
                      <a:lnTo>
                        <a:pt x="1544901" y="75892"/>
                      </a:lnTo>
                      <a:lnTo>
                        <a:pt x="1589006" y="58168"/>
                      </a:lnTo>
                      <a:lnTo>
                        <a:pt x="1627845" y="41972"/>
                      </a:lnTo>
                      <a:lnTo>
                        <a:pt x="1660320" y="27915"/>
                      </a:lnTo>
                      <a:lnTo>
                        <a:pt x="1685664" y="16608"/>
                      </a:lnTo>
                      <a:lnTo>
                        <a:pt x="1703437" y="8459"/>
                      </a:lnTo>
                      <a:lnTo>
                        <a:pt x="1714299" y="3467"/>
                      </a:lnTo>
                      <a:lnTo>
                        <a:pt x="1719456" y="1023"/>
                      </a:lnTo>
                      <a:lnTo>
                        <a:pt x="1720662" y="412"/>
                      </a:lnTo>
                    </a:path>
                  </a:pathLst>
                </a:custGeom>
                <a:noFill/>
                <a:ln w="7452" cap="rnd">
                  <a:solidFill>
                    <a:srgbClr val="A52A2A"/>
                  </a:solidFill>
                  <a:prstDash val="solid"/>
                  <a:round/>
                </a:ln>
              </p:spPr>
              <p:txBody>
                <a:bodyPr/>
                <a:lstStyle/>
                <a:p>
                  <a:endParaRPr lang="zh-CN" altLang="en-US" sz="2190"/>
                </a:p>
              </p:txBody>
            </p:sp>
            <p:sp>
              <p:nvSpPr>
                <p:cNvPr id="1224" name="任意多边形: 形状 1223"/>
                <p:cNvSpPr/>
                <p:nvPr/>
              </p:nvSpPr>
              <p:spPr>
                <a:xfrm>
                  <a:off x="2095411" y="7354179"/>
                  <a:ext cx="1724041" cy="258223"/>
                </a:xfrm>
                <a:custGeom>
                  <a:avLst/>
                  <a:gdLst>
                    <a:gd name="csX0" fmla="*/ 22 w 1724041"/>
                    <a:gd name="csY0" fmla="*/ 412 h 258223"/>
                    <a:gd name="csX1" fmla="*/ 461 w 1724041"/>
                    <a:gd name="csY1" fmla="*/ 717 h 258223"/>
                    <a:gd name="csX2" fmla="*/ 3752 w 1724041"/>
                    <a:gd name="csY2" fmla="*/ 2653 h 258223"/>
                    <a:gd name="csX3" fmla="*/ 12091 w 1724041"/>
                    <a:gd name="csY3" fmla="*/ 7542 h 258223"/>
                    <a:gd name="csX4" fmla="*/ 26902 w 1724041"/>
                    <a:gd name="csY4" fmla="*/ 15997 h 258223"/>
                    <a:gd name="csX5" fmla="*/ 48955 w 1724041"/>
                    <a:gd name="csY5" fmla="*/ 28424 h 258223"/>
                    <a:gd name="csX6" fmla="*/ 78248 w 1724041"/>
                    <a:gd name="csY6" fmla="*/ 44417 h 258223"/>
                    <a:gd name="csX7" fmla="*/ 114234 w 1724041"/>
                    <a:gd name="csY7" fmla="*/ 63465 h 258223"/>
                    <a:gd name="csX8" fmla="*/ 155816 w 1724041"/>
                    <a:gd name="csY8" fmla="*/ 84754 h 258223"/>
                    <a:gd name="csX9" fmla="*/ 202115 w 1724041"/>
                    <a:gd name="csY9" fmla="*/ 107164 h 258223"/>
                    <a:gd name="csX10" fmla="*/ 252254 w 1724041"/>
                    <a:gd name="csY10" fmla="*/ 129982 h 258223"/>
                    <a:gd name="csX11" fmla="*/ 305904 w 1724041"/>
                    <a:gd name="csY11" fmla="*/ 152493 h 258223"/>
                    <a:gd name="csX12" fmla="*/ 362955 w 1724041"/>
                    <a:gd name="csY12" fmla="*/ 173987 h 258223"/>
                    <a:gd name="csX13" fmla="*/ 423736 w 1724041"/>
                    <a:gd name="csY13" fmla="*/ 194155 h 258223"/>
                    <a:gd name="csX14" fmla="*/ 489126 w 1724041"/>
                    <a:gd name="csY14" fmla="*/ 212491 h 258223"/>
                    <a:gd name="csX15" fmla="*/ 560001 w 1724041"/>
                    <a:gd name="csY15" fmla="*/ 228687 h 258223"/>
                    <a:gd name="csX16" fmla="*/ 637239 w 1724041"/>
                    <a:gd name="csY16" fmla="*/ 242133 h 258223"/>
                    <a:gd name="csX17" fmla="*/ 721390 w 1724041"/>
                    <a:gd name="csY17" fmla="*/ 252116 h 258223"/>
                    <a:gd name="csX18" fmla="*/ 811355 w 1724041"/>
                    <a:gd name="csY18" fmla="*/ 257820 h 258223"/>
                    <a:gd name="csX19" fmla="*/ 861933 w 1724041"/>
                    <a:gd name="csY19" fmla="*/ 258635 h 258223"/>
                    <a:gd name="csX20" fmla="*/ 953983 w 1724041"/>
                    <a:gd name="csY20" fmla="*/ 255783 h 258223"/>
                    <a:gd name="csX21" fmla="*/ 1041535 w 1724041"/>
                    <a:gd name="csY21" fmla="*/ 248041 h 258223"/>
                    <a:gd name="csX22" fmla="*/ 1122503 w 1724041"/>
                    <a:gd name="csY22" fmla="*/ 236327 h 258223"/>
                    <a:gd name="csX23" fmla="*/ 1196779 w 1724041"/>
                    <a:gd name="csY23" fmla="*/ 221659 h 258223"/>
                    <a:gd name="csX24" fmla="*/ 1265131 w 1724041"/>
                    <a:gd name="csY24" fmla="*/ 204444 h 258223"/>
                    <a:gd name="csX25" fmla="*/ 1328326 w 1724041"/>
                    <a:gd name="csY25" fmla="*/ 185191 h 258223"/>
                    <a:gd name="csX26" fmla="*/ 1387352 w 1724041"/>
                    <a:gd name="csY26" fmla="*/ 164412 h 258223"/>
                    <a:gd name="csX27" fmla="*/ 1442758 w 1724041"/>
                    <a:gd name="csY27" fmla="*/ 142409 h 258223"/>
                    <a:gd name="csX28" fmla="*/ 1494872 w 1724041"/>
                    <a:gd name="csY28" fmla="*/ 119693 h 258223"/>
                    <a:gd name="csX29" fmla="*/ 1543365 w 1724041"/>
                    <a:gd name="csY29" fmla="*/ 96876 h 258223"/>
                    <a:gd name="csX30" fmla="*/ 1587690 w 1724041"/>
                    <a:gd name="csY30" fmla="*/ 74874 h 258223"/>
                    <a:gd name="csX31" fmla="*/ 1626857 w 1724041"/>
                    <a:gd name="csY31" fmla="*/ 54501 h 258223"/>
                    <a:gd name="csX32" fmla="*/ 1659881 w 1724041"/>
                    <a:gd name="csY32" fmla="*/ 36777 h 258223"/>
                    <a:gd name="csX33" fmla="*/ 1685883 w 1724041"/>
                    <a:gd name="csY33" fmla="*/ 22312 h 258223"/>
                    <a:gd name="csX34" fmla="*/ 1704644 w 1724041"/>
                    <a:gd name="csY34" fmla="*/ 11718 h 258223"/>
                    <a:gd name="csX35" fmla="*/ 1716383 w 1724041"/>
                    <a:gd name="csY35" fmla="*/ 4894 h 258223"/>
                    <a:gd name="csX36" fmla="*/ 1722199 w 1724041"/>
                    <a:gd name="csY36" fmla="*/ 1532 h 258223"/>
                    <a:gd name="csX37" fmla="*/ 1723954 w 1724041"/>
                    <a:gd name="csY37" fmla="*/ 514 h 258223"/>
                    <a:gd name="csX38" fmla="*/ 1724064 w 1724041"/>
                    <a:gd name="csY38" fmla="*/ 412 h 258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58223">
                      <a:moveTo>
                        <a:pt x="22" y="412"/>
                      </a:moveTo>
                      <a:lnTo>
                        <a:pt x="461" y="717"/>
                      </a:lnTo>
                      <a:lnTo>
                        <a:pt x="3752" y="2653"/>
                      </a:lnTo>
                      <a:lnTo>
                        <a:pt x="12091" y="7542"/>
                      </a:lnTo>
                      <a:lnTo>
                        <a:pt x="26902" y="15997"/>
                      </a:lnTo>
                      <a:lnTo>
                        <a:pt x="48955" y="28424"/>
                      </a:lnTo>
                      <a:lnTo>
                        <a:pt x="78248" y="44417"/>
                      </a:lnTo>
                      <a:lnTo>
                        <a:pt x="114234" y="63465"/>
                      </a:lnTo>
                      <a:lnTo>
                        <a:pt x="155816" y="84754"/>
                      </a:lnTo>
                      <a:lnTo>
                        <a:pt x="202115" y="107164"/>
                      </a:lnTo>
                      <a:lnTo>
                        <a:pt x="252254" y="129982"/>
                      </a:lnTo>
                      <a:lnTo>
                        <a:pt x="305904" y="152493"/>
                      </a:lnTo>
                      <a:lnTo>
                        <a:pt x="362955" y="173987"/>
                      </a:lnTo>
                      <a:lnTo>
                        <a:pt x="423736" y="194155"/>
                      </a:lnTo>
                      <a:lnTo>
                        <a:pt x="489126" y="212491"/>
                      </a:lnTo>
                      <a:lnTo>
                        <a:pt x="560001" y="228687"/>
                      </a:lnTo>
                      <a:lnTo>
                        <a:pt x="637239" y="242133"/>
                      </a:lnTo>
                      <a:lnTo>
                        <a:pt x="721390" y="252116"/>
                      </a:lnTo>
                      <a:lnTo>
                        <a:pt x="811355" y="257820"/>
                      </a:lnTo>
                      <a:lnTo>
                        <a:pt x="861933" y="258635"/>
                      </a:lnTo>
                      <a:lnTo>
                        <a:pt x="953983" y="255783"/>
                      </a:lnTo>
                      <a:lnTo>
                        <a:pt x="1041535" y="248041"/>
                      </a:lnTo>
                      <a:lnTo>
                        <a:pt x="1122503" y="236327"/>
                      </a:lnTo>
                      <a:lnTo>
                        <a:pt x="1196779" y="221659"/>
                      </a:lnTo>
                      <a:lnTo>
                        <a:pt x="1265131" y="204444"/>
                      </a:lnTo>
                      <a:lnTo>
                        <a:pt x="1328326" y="185191"/>
                      </a:lnTo>
                      <a:lnTo>
                        <a:pt x="1387352" y="164412"/>
                      </a:lnTo>
                      <a:lnTo>
                        <a:pt x="1442758" y="142409"/>
                      </a:lnTo>
                      <a:lnTo>
                        <a:pt x="1494872" y="119693"/>
                      </a:lnTo>
                      <a:lnTo>
                        <a:pt x="1543365" y="96876"/>
                      </a:lnTo>
                      <a:lnTo>
                        <a:pt x="1587690" y="74874"/>
                      </a:lnTo>
                      <a:lnTo>
                        <a:pt x="1626857" y="54501"/>
                      </a:lnTo>
                      <a:lnTo>
                        <a:pt x="1659881" y="36777"/>
                      </a:lnTo>
                      <a:lnTo>
                        <a:pt x="1685883" y="22312"/>
                      </a:lnTo>
                      <a:lnTo>
                        <a:pt x="1704644" y="11718"/>
                      </a:lnTo>
                      <a:lnTo>
                        <a:pt x="1716383" y="4894"/>
                      </a:lnTo>
                      <a:lnTo>
                        <a:pt x="1722199" y="1532"/>
                      </a:lnTo>
                      <a:lnTo>
                        <a:pt x="1723954" y="514"/>
                      </a:lnTo>
                      <a:lnTo>
                        <a:pt x="1724064" y="412"/>
                      </a:lnTo>
                    </a:path>
                  </a:pathLst>
                </a:custGeom>
                <a:noFill/>
                <a:ln w="8220" cap="rnd">
                  <a:solidFill>
                    <a:srgbClr val="A52A2A"/>
                  </a:solidFill>
                  <a:prstDash val="solid"/>
                  <a:round/>
                </a:ln>
              </p:spPr>
              <p:txBody>
                <a:bodyPr/>
                <a:lstStyle/>
                <a:p>
                  <a:endParaRPr lang="zh-CN" altLang="en-US" sz="2190"/>
                </a:p>
              </p:txBody>
            </p:sp>
            <p:sp>
              <p:nvSpPr>
                <p:cNvPr id="1225" name="任意多边形: 形状 1224"/>
                <p:cNvSpPr/>
                <p:nvPr/>
              </p:nvSpPr>
              <p:spPr>
                <a:xfrm>
                  <a:off x="3654113" y="7354179"/>
                  <a:ext cx="161937" cy="309868"/>
                </a:xfrm>
                <a:custGeom>
                  <a:avLst/>
                  <a:gdLst>
                    <a:gd name="csX0" fmla="*/ 22 w 161937"/>
                    <a:gd name="csY0" fmla="*/ 412 h 309868"/>
                    <a:gd name="csX1" fmla="*/ 242 w 161937"/>
                    <a:gd name="csY1" fmla="*/ 1939 h 309868"/>
                    <a:gd name="csX2" fmla="*/ 1449 w 161937"/>
                    <a:gd name="csY2" fmla="*/ 11005 h 309868"/>
                    <a:gd name="csX3" fmla="*/ 4301 w 161937"/>
                    <a:gd name="csY3" fmla="*/ 31785 h 309868"/>
                    <a:gd name="csX4" fmla="*/ 8909 w 161937"/>
                    <a:gd name="csY4" fmla="*/ 64178 h 309868"/>
                    <a:gd name="csX5" fmla="*/ 15163 w 161937"/>
                    <a:gd name="csY5" fmla="*/ 104719 h 309868"/>
                    <a:gd name="csX6" fmla="*/ 22404 w 161937"/>
                    <a:gd name="csY6" fmla="*/ 148928 h 309868"/>
                    <a:gd name="csX7" fmla="*/ 30632 w 161937"/>
                    <a:gd name="csY7" fmla="*/ 192526 h 309868"/>
                    <a:gd name="csX8" fmla="*/ 39739 w 161937"/>
                    <a:gd name="csY8" fmla="*/ 232660 h 309868"/>
                    <a:gd name="csX9" fmla="*/ 49942 w 161937"/>
                    <a:gd name="csY9" fmla="*/ 267192 h 309868"/>
                    <a:gd name="csX10" fmla="*/ 61681 w 161937"/>
                    <a:gd name="csY10" fmla="*/ 293778 h 309868"/>
                    <a:gd name="csX11" fmla="*/ 75066 w 161937"/>
                    <a:gd name="csY11" fmla="*/ 308650 h 309868"/>
                    <a:gd name="csX12" fmla="*/ 80991 w 161937"/>
                    <a:gd name="csY12" fmla="*/ 310280 h 309868"/>
                    <a:gd name="csX13" fmla="*/ 94815 w 161937"/>
                    <a:gd name="csY13" fmla="*/ 301723 h 309868"/>
                    <a:gd name="csX14" fmla="*/ 107213 w 161937"/>
                    <a:gd name="csY14" fmla="*/ 279517 h 309868"/>
                    <a:gd name="csX15" fmla="*/ 118074 w 161937"/>
                    <a:gd name="csY15" fmla="*/ 247939 h 309868"/>
                    <a:gd name="csX16" fmla="*/ 127619 w 161937"/>
                    <a:gd name="csY16" fmla="*/ 209944 h 309868"/>
                    <a:gd name="csX17" fmla="*/ 136177 w 161937"/>
                    <a:gd name="csY17" fmla="*/ 167467 h 309868"/>
                    <a:gd name="csX18" fmla="*/ 143857 w 161937"/>
                    <a:gd name="csY18" fmla="*/ 123157 h 309868"/>
                    <a:gd name="csX19" fmla="*/ 150659 w 161937"/>
                    <a:gd name="csY19" fmla="*/ 80476 h 309868"/>
                    <a:gd name="csX20" fmla="*/ 155926 w 161937"/>
                    <a:gd name="csY20" fmla="*/ 44111 h 309868"/>
                    <a:gd name="csX21" fmla="*/ 159546 w 161937"/>
                    <a:gd name="csY21" fmla="*/ 18238 h 309868"/>
                    <a:gd name="csX22" fmla="*/ 161521 w 161937"/>
                    <a:gd name="csY22" fmla="*/ 4486 h 309868"/>
                    <a:gd name="csX23" fmla="*/ 161960 w 161937"/>
                    <a:gd name="csY23" fmla="*/ 615 h 309868"/>
                    <a:gd name="csX24" fmla="*/ 161960 w 161937"/>
                    <a:gd name="csY24" fmla="*/ 412 h 3098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61937" h="309868">
                      <a:moveTo>
                        <a:pt x="22" y="412"/>
                      </a:moveTo>
                      <a:lnTo>
                        <a:pt x="242" y="1939"/>
                      </a:lnTo>
                      <a:lnTo>
                        <a:pt x="1449" y="11005"/>
                      </a:lnTo>
                      <a:lnTo>
                        <a:pt x="4301" y="31785"/>
                      </a:lnTo>
                      <a:lnTo>
                        <a:pt x="8909" y="64178"/>
                      </a:lnTo>
                      <a:lnTo>
                        <a:pt x="15163" y="104719"/>
                      </a:lnTo>
                      <a:lnTo>
                        <a:pt x="22404" y="148928"/>
                      </a:lnTo>
                      <a:lnTo>
                        <a:pt x="30632" y="192526"/>
                      </a:lnTo>
                      <a:lnTo>
                        <a:pt x="39739" y="232660"/>
                      </a:lnTo>
                      <a:lnTo>
                        <a:pt x="49942" y="267192"/>
                      </a:lnTo>
                      <a:lnTo>
                        <a:pt x="61681" y="293778"/>
                      </a:lnTo>
                      <a:lnTo>
                        <a:pt x="75066" y="308650"/>
                      </a:lnTo>
                      <a:lnTo>
                        <a:pt x="80991" y="310280"/>
                      </a:lnTo>
                      <a:lnTo>
                        <a:pt x="94815" y="301723"/>
                      </a:lnTo>
                      <a:lnTo>
                        <a:pt x="107213" y="279517"/>
                      </a:lnTo>
                      <a:lnTo>
                        <a:pt x="118074" y="247939"/>
                      </a:lnTo>
                      <a:lnTo>
                        <a:pt x="127619" y="209944"/>
                      </a:lnTo>
                      <a:lnTo>
                        <a:pt x="136177" y="167467"/>
                      </a:lnTo>
                      <a:lnTo>
                        <a:pt x="143857" y="123157"/>
                      </a:lnTo>
                      <a:lnTo>
                        <a:pt x="150659" y="80476"/>
                      </a:lnTo>
                      <a:lnTo>
                        <a:pt x="155926" y="44111"/>
                      </a:lnTo>
                      <a:lnTo>
                        <a:pt x="159546" y="18238"/>
                      </a:lnTo>
                      <a:lnTo>
                        <a:pt x="161521" y="4486"/>
                      </a:lnTo>
                      <a:lnTo>
                        <a:pt x="161960" y="615"/>
                      </a:lnTo>
                      <a:lnTo>
                        <a:pt x="161960" y="412"/>
                      </a:lnTo>
                    </a:path>
                  </a:pathLst>
                </a:custGeom>
                <a:noFill/>
                <a:ln w="8220" cap="rnd">
                  <a:solidFill>
                    <a:srgbClr val="A52A2A"/>
                  </a:solidFill>
                  <a:prstDash val="solid"/>
                  <a:round/>
                </a:ln>
              </p:spPr>
              <p:txBody>
                <a:bodyPr/>
                <a:lstStyle/>
                <a:p>
                  <a:endParaRPr lang="zh-CN" altLang="en-US" sz="2190"/>
                </a:p>
              </p:txBody>
            </p:sp>
            <p:sp>
              <p:nvSpPr>
                <p:cNvPr id="1226" name="任意多边形: 形状 1225"/>
                <p:cNvSpPr/>
                <p:nvPr/>
              </p:nvSpPr>
              <p:spPr>
                <a:xfrm>
                  <a:off x="3654113" y="7354179"/>
                  <a:ext cx="165338" cy="361512"/>
                </a:xfrm>
                <a:custGeom>
                  <a:avLst/>
                  <a:gdLst>
                    <a:gd name="csX0" fmla="*/ 22 w 165338"/>
                    <a:gd name="csY0" fmla="*/ 412 h 361512"/>
                    <a:gd name="csX1" fmla="*/ 132 w 165338"/>
                    <a:gd name="csY1" fmla="*/ 1838 h 361512"/>
                    <a:gd name="csX2" fmla="*/ 1229 w 165338"/>
                    <a:gd name="csY2" fmla="*/ 10496 h 361512"/>
                    <a:gd name="csX3" fmla="*/ 3643 w 165338"/>
                    <a:gd name="csY3" fmla="*/ 30665 h 361512"/>
                    <a:gd name="csX4" fmla="*/ 7592 w 165338"/>
                    <a:gd name="csY4" fmla="*/ 62854 h 361512"/>
                    <a:gd name="csX5" fmla="*/ 13078 w 165338"/>
                    <a:gd name="csY5" fmla="*/ 104516 h 361512"/>
                    <a:gd name="csX6" fmla="*/ 19661 w 165338"/>
                    <a:gd name="csY6" fmla="*/ 151475 h 361512"/>
                    <a:gd name="csX7" fmla="*/ 27012 w 165338"/>
                    <a:gd name="csY7" fmla="*/ 199554 h 361512"/>
                    <a:gd name="csX8" fmla="*/ 35131 w 165338"/>
                    <a:gd name="csY8" fmla="*/ 245393 h 361512"/>
                    <a:gd name="csX9" fmla="*/ 44237 w 165338"/>
                    <a:gd name="csY9" fmla="*/ 286749 h 361512"/>
                    <a:gd name="csX10" fmla="*/ 54331 w 165338"/>
                    <a:gd name="csY10" fmla="*/ 321688 h 361512"/>
                    <a:gd name="csX11" fmla="*/ 65850 w 165338"/>
                    <a:gd name="csY11" fmla="*/ 347765 h 361512"/>
                    <a:gd name="csX12" fmla="*/ 78687 w 165338"/>
                    <a:gd name="csY12" fmla="*/ 361109 h 361512"/>
                    <a:gd name="csX13" fmla="*/ 82637 w 165338"/>
                    <a:gd name="csY13" fmla="*/ 361924 h 361512"/>
                    <a:gd name="csX14" fmla="*/ 95802 w 165338"/>
                    <a:gd name="csY14" fmla="*/ 353164 h 361512"/>
                    <a:gd name="csX15" fmla="*/ 107761 w 165338"/>
                    <a:gd name="csY15" fmla="*/ 330449 h 361512"/>
                    <a:gd name="csX16" fmla="*/ 118294 w 165338"/>
                    <a:gd name="csY16" fmla="*/ 297750 h 361512"/>
                    <a:gd name="csX17" fmla="*/ 127619 w 165338"/>
                    <a:gd name="csY17" fmla="*/ 258126 h 361512"/>
                    <a:gd name="csX18" fmla="*/ 135958 w 165338"/>
                    <a:gd name="csY18" fmla="*/ 213408 h 361512"/>
                    <a:gd name="csX19" fmla="*/ 143637 w 165338"/>
                    <a:gd name="csY19" fmla="*/ 165736 h 361512"/>
                    <a:gd name="csX20" fmla="*/ 150440 w 165338"/>
                    <a:gd name="csY20" fmla="*/ 118064 h 361512"/>
                    <a:gd name="csX21" fmla="*/ 156255 w 165338"/>
                    <a:gd name="csY21" fmla="*/ 74364 h 361512"/>
                    <a:gd name="csX22" fmla="*/ 160643 w 165338"/>
                    <a:gd name="csY22" fmla="*/ 38916 h 361512"/>
                    <a:gd name="csX23" fmla="*/ 163605 w 165338"/>
                    <a:gd name="csY23" fmla="*/ 15182 h 361512"/>
                    <a:gd name="csX24" fmla="*/ 164922 w 165338"/>
                    <a:gd name="csY24" fmla="*/ 3366 h 361512"/>
                    <a:gd name="csX25" fmla="*/ 165251 w 165338"/>
                    <a:gd name="csY25" fmla="*/ 514 h 361512"/>
                    <a:gd name="csX26" fmla="*/ 165361 w 165338"/>
                    <a:gd name="csY26" fmla="*/ 412 h 361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65338" h="361512">
                      <a:moveTo>
                        <a:pt x="22" y="412"/>
                      </a:moveTo>
                      <a:lnTo>
                        <a:pt x="132" y="1838"/>
                      </a:lnTo>
                      <a:lnTo>
                        <a:pt x="1229" y="10496"/>
                      </a:lnTo>
                      <a:lnTo>
                        <a:pt x="3643" y="30665"/>
                      </a:lnTo>
                      <a:lnTo>
                        <a:pt x="7592" y="62854"/>
                      </a:lnTo>
                      <a:lnTo>
                        <a:pt x="13078" y="104516"/>
                      </a:lnTo>
                      <a:lnTo>
                        <a:pt x="19661" y="151475"/>
                      </a:lnTo>
                      <a:lnTo>
                        <a:pt x="27012" y="199554"/>
                      </a:lnTo>
                      <a:lnTo>
                        <a:pt x="35131" y="245393"/>
                      </a:lnTo>
                      <a:lnTo>
                        <a:pt x="44237" y="286749"/>
                      </a:lnTo>
                      <a:lnTo>
                        <a:pt x="54331" y="321688"/>
                      </a:lnTo>
                      <a:lnTo>
                        <a:pt x="65850" y="347765"/>
                      </a:lnTo>
                      <a:lnTo>
                        <a:pt x="78687" y="361109"/>
                      </a:lnTo>
                      <a:lnTo>
                        <a:pt x="82637" y="361924"/>
                      </a:lnTo>
                      <a:lnTo>
                        <a:pt x="95802" y="353164"/>
                      </a:lnTo>
                      <a:lnTo>
                        <a:pt x="107761" y="330449"/>
                      </a:lnTo>
                      <a:lnTo>
                        <a:pt x="118294" y="297750"/>
                      </a:lnTo>
                      <a:lnTo>
                        <a:pt x="127619" y="258126"/>
                      </a:lnTo>
                      <a:lnTo>
                        <a:pt x="135958" y="213408"/>
                      </a:lnTo>
                      <a:lnTo>
                        <a:pt x="143637" y="165736"/>
                      </a:lnTo>
                      <a:lnTo>
                        <a:pt x="150440" y="118064"/>
                      </a:lnTo>
                      <a:lnTo>
                        <a:pt x="156255" y="74364"/>
                      </a:lnTo>
                      <a:lnTo>
                        <a:pt x="160643" y="38916"/>
                      </a:lnTo>
                      <a:lnTo>
                        <a:pt x="163605" y="15182"/>
                      </a:lnTo>
                      <a:lnTo>
                        <a:pt x="164922" y="3366"/>
                      </a:lnTo>
                      <a:lnTo>
                        <a:pt x="165251" y="514"/>
                      </a:lnTo>
                      <a:lnTo>
                        <a:pt x="165361" y="412"/>
                      </a:lnTo>
                    </a:path>
                  </a:pathLst>
                </a:custGeom>
                <a:noFill/>
                <a:ln w="7452" cap="rnd">
                  <a:solidFill>
                    <a:srgbClr val="A52A2A"/>
                  </a:solidFill>
                  <a:prstDash val="solid"/>
                  <a:round/>
                </a:ln>
              </p:spPr>
              <p:txBody>
                <a:bodyPr/>
                <a:lstStyle/>
                <a:p>
                  <a:endParaRPr lang="zh-CN" altLang="en-US" sz="2190"/>
                </a:p>
              </p:txBody>
            </p:sp>
            <p:sp>
              <p:nvSpPr>
                <p:cNvPr id="1227" name="任意多边形: 形状 1226"/>
                <p:cNvSpPr/>
                <p:nvPr/>
              </p:nvSpPr>
              <p:spPr>
                <a:xfrm>
                  <a:off x="3664317" y="7354179"/>
                  <a:ext cx="155135" cy="413157"/>
                </a:xfrm>
                <a:custGeom>
                  <a:avLst/>
                  <a:gdLst>
                    <a:gd name="csX0" fmla="*/ 22 w 155135"/>
                    <a:gd name="csY0" fmla="*/ 412 h 413157"/>
                    <a:gd name="csX1" fmla="*/ 132 w 155135"/>
                    <a:gd name="csY1" fmla="*/ 1736 h 413157"/>
                    <a:gd name="csX2" fmla="*/ 900 w 155135"/>
                    <a:gd name="csY2" fmla="*/ 10089 h 413157"/>
                    <a:gd name="csX3" fmla="*/ 2875 w 155135"/>
                    <a:gd name="csY3" fmla="*/ 29646 h 413157"/>
                    <a:gd name="csX4" fmla="*/ 6056 w 155135"/>
                    <a:gd name="csY4" fmla="*/ 61632 h 413157"/>
                    <a:gd name="csX5" fmla="*/ 10555 w 155135"/>
                    <a:gd name="csY5" fmla="*/ 103905 h 413157"/>
                    <a:gd name="csX6" fmla="*/ 16040 w 155135"/>
                    <a:gd name="csY6" fmla="*/ 153003 h 413157"/>
                    <a:gd name="csX7" fmla="*/ 22294 w 155135"/>
                    <a:gd name="csY7" fmla="*/ 204546 h 413157"/>
                    <a:gd name="csX8" fmla="*/ 29206 w 155135"/>
                    <a:gd name="csY8" fmla="*/ 255172 h 413157"/>
                    <a:gd name="csX9" fmla="*/ 36667 w 155135"/>
                    <a:gd name="csY9" fmla="*/ 302334 h 413157"/>
                    <a:gd name="csX10" fmla="*/ 45005 w 155135"/>
                    <a:gd name="csY10" fmla="*/ 344098 h 413157"/>
                    <a:gd name="csX11" fmla="*/ 54330 w 155135"/>
                    <a:gd name="csY11" fmla="*/ 378528 h 413157"/>
                    <a:gd name="csX12" fmla="*/ 64863 w 155135"/>
                    <a:gd name="csY12" fmla="*/ 403077 h 413157"/>
                    <a:gd name="csX13" fmla="*/ 76383 w 155135"/>
                    <a:gd name="csY13" fmla="*/ 413467 h 413157"/>
                    <a:gd name="csX14" fmla="*/ 77480 w 155135"/>
                    <a:gd name="csY14" fmla="*/ 413569 h 413157"/>
                    <a:gd name="csX15" fmla="*/ 89110 w 155135"/>
                    <a:gd name="csY15" fmla="*/ 404707 h 413157"/>
                    <a:gd name="csX16" fmla="*/ 99752 w 155135"/>
                    <a:gd name="csY16" fmla="*/ 381482 h 413157"/>
                    <a:gd name="csX17" fmla="*/ 109187 w 155135"/>
                    <a:gd name="csY17" fmla="*/ 347765 h 413157"/>
                    <a:gd name="csX18" fmla="*/ 117635 w 155135"/>
                    <a:gd name="csY18" fmla="*/ 306613 h 413157"/>
                    <a:gd name="csX19" fmla="*/ 125205 w 155135"/>
                    <a:gd name="csY19" fmla="*/ 259959 h 413157"/>
                    <a:gd name="csX20" fmla="*/ 132117 w 155135"/>
                    <a:gd name="csY20" fmla="*/ 209537 h 413157"/>
                    <a:gd name="csX21" fmla="*/ 138481 w 155135"/>
                    <a:gd name="csY21" fmla="*/ 157892 h 413157"/>
                    <a:gd name="csX22" fmla="*/ 144076 w 155135"/>
                    <a:gd name="csY22" fmla="*/ 108488 h 413157"/>
                    <a:gd name="csX23" fmla="*/ 148574 w 155135"/>
                    <a:gd name="csY23" fmla="*/ 65298 h 413157"/>
                    <a:gd name="csX24" fmla="*/ 151975 w 155135"/>
                    <a:gd name="csY24" fmla="*/ 32295 h 413157"/>
                    <a:gd name="csX25" fmla="*/ 154060 w 155135"/>
                    <a:gd name="csY25" fmla="*/ 11515 h 413157"/>
                    <a:gd name="csX26" fmla="*/ 154938 w 155135"/>
                    <a:gd name="csY26" fmla="*/ 2143 h 413157"/>
                    <a:gd name="csX27" fmla="*/ 155157 w 155135"/>
                    <a:gd name="csY27"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157">
                      <a:moveTo>
                        <a:pt x="22" y="412"/>
                      </a:moveTo>
                      <a:lnTo>
                        <a:pt x="132" y="1736"/>
                      </a:lnTo>
                      <a:lnTo>
                        <a:pt x="900" y="10089"/>
                      </a:lnTo>
                      <a:lnTo>
                        <a:pt x="2875" y="29646"/>
                      </a:lnTo>
                      <a:lnTo>
                        <a:pt x="6056" y="61632"/>
                      </a:lnTo>
                      <a:lnTo>
                        <a:pt x="10555" y="103905"/>
                      </a:lnTo>
                      <a:lnTo>
                        <a:pt x="16040" y="153003"/>
                      </a:lnTo>
                      <a:lnTo>
                        <a:pt x="22294" y="204546"/>
                      </a:lnTo>
                      <a:lnTo>
                        <a:pt x="29206" y="255172"/>
                      </a:lnTo>
                      <a:lnTo>
                        <a:pt x="36667" y="302334"/>
                      </a:lnTo>
                      <a:lnTo>
                        <a:pt x="45005" y="344098"/>
                      </a:lnTo>
                      <a:lnTo>
                        <a:pt x="54330" y="378528"/>
                      </a:lnTo>
                      <a:lnTo>
                        <a:pt x="64863" y="403077"/>
                      </a:lnTo>
                      <a:lnTo>
                        <a:pt x="76383" y="413467"/>
                      </a:lnTo>
                      <a:lnTo>
                        <a:pt x="77480" y="413569"/>
                      </a:lnTo>
                      <a:lnTo>
                        <a:pt x="89110" y="404707"/>
                      </a:lnTo>
                      <a:lnTo>
                        <a:pt x="99752" y="381482"/>
                      </a:lnTo>
                      <a:lnTo>
                        <a:pt x="109187" y="347765"/>
                      </a:lnTo>
                      <a:lnTo>
                        <a:pt x="117635" y="306613"/>
                      </a:lnTo>
                      <a:lnTo>
                        <a:pt x="125205" y="259959"/>
                      </a:lnTo>
                      <a:lnTo>
                        <a:pt x="132117" y="209537"/>
                      </a:lnTo>
                      <a:lnTo>
                        <a:pt x="138481" y="157892"/>
                      </a:lnTo>
                      <a:lnTo>
                        <a:pt x="144076" y="108488"/>
                      </a:lnTo>
                      <a:lnTo>
                        <a:pt x="148574" y="65298"/>
                      </a:lnTo>
                      <a:lnTo>
                        <a:pt x="151975" y="32295"/>
                      </a:lnTo>
                      <a:lnTo>
                        <a:pt x="154060" y="11515"/>
                      </a:lnTo>
                      <a:lnTo>
                        <a:pt x="154938" y="2143"/>
                      </a:lnTo>
                      <a:lnTo>
                        <a:pt x="155157" y="412"/>
                      </a:lnTo>
                    </a:path>
                  </a:pathLst>
                </a:custGeom>
                <a:noFill/>
                <a:ln w="7452" cap="rnd">
                  <a:solidFill>
                    <a:srgbClr val="A52A2A"/>
                  </a:solidFill>
                  <a:prstDash val="solid"/>
                  <a:round/>
                </a:ln>
              </p:spPr>
              <p:txBody>
                <a:bodyPr/>
                <a:lstStyle/>
                <a:p>
                  <a:endParaRPr lang="zh-CN" altLang="en-US" sz="2190"/>
                </a:p>
              </p:txBody>
            </p:sp>
            <p:sp>
              <p:nvSpPr>
                <p:cNvPr id="1228" name="任意多边形: 形状 1227"/>
                <p:cNvSpPr/>
                <p:nvPr/>
              </p:nvSpPr>
              <p:spPr>
                <a:xfrm>
                  <a:off x="3836787" y="7354179"/>
                  <a:ext cx="62755" cy="51644"/>
                </a:xfrm>
                <a:custGeom>
                  <a:avLst/>
                  <a:gdLst>
                    <a:gd name="csX0" fmla="*/ 22 w 62755"/>
                    <a:gd name="csY0" fmla="*/ 412 h 51644"/>
                    <a:gd name="csX1" fmla="*/ 790 w 62755"/>
                    <a:gd name="csY1" fmla="*/ 2958 h 51644"/>
                    <a:gd name="csX2" fmla="*/ 4849 w 62755"/>
                    <a:gd name="csY2" fmla="*/ 14774 h 51644"/>
                    <a:gd name="csX3" fmla="*/ 11432 w 62755"/>
                    <a:gd name="csY3" fmla="*/ 31378 h 51644"/>
                    <a:gd name="csX4" fmla="*/ 19990 w 62755"/>
                    <a:gd name="csY4" fmla="*/ 45639 h 51644"/>
                    <a:gd name="csX5" fmla="*/ 31400 w 62755"/>
                    <a:gd name="csY5" fmla="*/ 52056 h 51644"/>
                    <a:gd name="csX6" fmla="*/ 42810 w 62755"/>
                    <a:gd name="csY6" fmla="*/ 45639 h 51644"/>
                    <a:gd name="csX7" fmla="*/ 51368 w 62755"/>
                    <a:gd name="csY7" fmla="*/ 31378 h 51644"/>
                    <a:gd name="csX8" fmla="*/ 57951 w 62755"/>
                    <a:gd name="csY8" fmla="*/ 14774 h 51644"/>
                    <a:gd name="csX9" fmla="*/ 62010 w 62755"/>
                    <a:gd name="csY9" fmla="*/ 2958 h 51644"/>
                    <a:gd name="csX10" fmla="*/ 62778 w 62755"/>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51644">
                      <a:moveTo>
                        <a:pt x="22" y="412"/>
                      </a:moveTo>
                      <a:lnTo>
                        <a:pt x="790" y="2958"/>
                      </a:lnTo>
                      <a:lnTo>
                        <a:pt x="4849" y="14774"/>
                      </a:lnTo>
                      <a:lnTo>
                        <a:pt x="11432" y="31378"/>
                      </a:lnTo>
                      <a:lnTo>
                        <a:pt x="19990" y="45639"/>
                      </a:lnTo>
                      <a:lnTo>
                        <a:pt x="31400" y="52056"/>
                      </a:lnTo>
                      <a:lnTo>
                        <a:pt x="42810" y="45639"/>
                      </a:lnTo>
                      <a:lnTo>
                        <a:pt x="51368" y="31378"/>
                      </a:lnTo>
                      <a:lnTo>
                        <a:pt x="57951" y="14774"/>
                      </a:lnTo>
                      <a:lnTo>
                        <a:pt x="62010" y="2958"/>
                      </a:lnTo>
                      <a:lnTo>
                        <a:pt x="62778" y="412"/>
                      </a:lnTo>
                    </a:path>
                  </a:pathLst>
                </a:custGeom>
                <a:noFill/>
                <a:ln w="1644" cap="rnd">
                  <a:solidFill>
                    <a:srgbClr val="A52A2A"/>
                  </a:solidFill>
                  <a:prstDash val="solid"/>
                  <a:round/>
                </a:ln>
              </p:spPr>
              <p:txBody>
                <a:bodyPr/>
                <a:lstStyle/>
                <a:p>
                  <a:endParaRPr lang="zh-CN" altLang="en-US" sz="2190"/>
                </a:p>
              </p:txBody>
            </p:sp>
            <p:sp>
              <p:nvSpPr>
                <p:cNvPr id="1229" name="任意多边形: 形状 1228"/>
                <p:cNvSpPr/>
                <p:nvPr/>
              </p:nvSpPr>
              <p:spPr>
                <a:xfrm>
                  <a:off x="3912709" y="7354179"/>
                  <a:ext cx="643800" cy="51644"/>
                </a:xfrm>
                <a:custGeom>
                  <a:avLst/>
                  <a:gdLst>
                    <a:gd name="csX0" fmla="*/ 22 w 643800"/>
                    <a:gd name="csY0" fmla="*/ 412 h 51644"/>
                    <a:gd name="csX1" fmla="*/ 900 w 643800"/>
                    <a:gd name="csY1" fmla="*/ 717 h 51644"/>
                    <a:gd name="csX2" fmla="*/ 6056 w 643800"/>
                    <a:gd name="csY2" fmla="*/ 2347 h 51644"/>
                    <a:gd name="csX3" fmla="*/ 18235 w 643800"/>
                    <a:gd name="csY3" fmla="*/ 6014 h 51644"/>
                    <a:gd name="csX4" fmla="*/ 37874 w 643800"/>
                    <a:gd name="csY4" fmla="*/ 11718 h 51644"/>
                    <a:gd name="csX5" fmla="*/ 63656 w 643800"/>
                    <a:gd name="csY5" fmla="*/ 18747 h 51644"/>
                    <a:gd name="csX6" fmla="*/ 94047 w 643800"/>
                    <a:gd name="csY6" fmla="*/ 26285 h 51644"/>
                    <a:gd name="csX7" fmla="*/ 128058 w 643800"/>
                    <a:gd name="csY7" fmla="*/ 33721 h 51644"/>
                    <a:gd name="csX8" fmla="*/ 165909 w 643800"/>
                    <a:gd name="csY8" fmla="*/ 40444 h 51644"/>
                    <a:gd name="csX9" fmla="*/ 208807 w 643800"/>
                    <a:gd name="csY9" fmla="*/ 46046 h 51644"/>
                    <a:gd name="csX10" fmla="*/ 258179 w 643800"/>
                    <a:gd name="csY10" fmla="*/ 50223 h 51644"/>
                    <a:gd name="csX11" fmla="*/ 313913 w 643800"/>
                    <a:gd name="csY11" fmla="*/ 52056 h 51644"/>
                    <a:gd name="csX12" fmla="*/ 321813 w 643800"/>
                    <a:gd name="csY12" fmla="*/ 52056 h 51644"/>
                    <a:gd name="csX13" fmla="*/ 378205 w 643800"/>
                    <a:gd name="csY13" fmla="*/ 50630 h 51644"/>
                    <a:gd name="csX14" fmla="*/ 428564 w 643800"/>
                    <a:gd name="csY14" fmla="*/ 46759 h 51644"/>
                    <a:gd name="csX15" fmla="*/ 472230 w 643800"/>
                    <a:gd name="csY15" fmla="*/ 41259 h 51644"/>
                    <a:gd name="csX16" fmla="*/ 510739 w 643800"/>
                    <a:gd name="csY16" fmla="*/ 34638 h 51644"/>
                    <a:gd name="csX17" fmla="*/ 545190 w 643800"/>
                    <a:gd name="csY17" fmla="*/ 27405 h 51644"/>
                    <a:gd name="csX18" fmla="*/ 576129 w 643800"/>
                    <a:gd name="csY18" fmla="*/ 19766 h 51644"/>
                    <a:gd name="csX19" fmla="*/ 602680 w 643800"/>
                    <a:gd name="csY19" fmla="*/ 12635 h 51644"/>
                    <a:gd name="csX20" fmla="*/ 623196 w 643800"/>
                    <a:gd name="csY20" fmla="*/ 6727 h 51644"/>
                    <a:gd name="csX21" fmla="*/ 636472 w 643800"/>
                    <a:gd name="csY21" fmla="*/ 2755 h 51644"/>
                    <a:gd name="csX22" fmla="*/ 642506 w 643800"/>
                    <a:gd name="csY22" fmla="*/ 819 h 51644"/>
                    <a:gd name="csX23" fmla="*/ 643822 w 643800"/>
                    <a:gd name="csY23"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51644">
                      <a:moveTo>
                        <a:pt x="22" y="412"/>
                      </a:moveTo>
                      <a:lnTo>
                        <a:pt x="900" y="717"/>
                      </a:lnTo>
                      <a:lnTo>
                        <a:pt x="6056" y="2347"/>
                      </a:lnTo>
                      <a:lnTo>
                        <a:pt x="18235" y="6014"/>
                      </a:lnTo>
                      <a:lnTo>
                        <a:pt x="37874" y="11718"/>
                      </a:lnTo>
                      <a:lnTo>
                        <a:pt x="63656" y="18747"/>
                      </a:lnTo>
                      <a:lnTo>
                        <a:pt x="94047" y="26285"/>
                      </a:lnTo>
                      <a:lnTo>
                        <a:pt x="128058" y="33721"/>
                      </a:lnTo>
                      <a:lnTo>
                        <a:pt x="165909" y="40444"/>
                      </a:lnTo>
                      <a:lnTo>
                        <a:pt x="208807" y="46046"/>
                      </a:lnTo>
                      <a:lnTo>
                        <a:pt x="258179" y="50223"/>
                      </a:lnTo>
                      <a:lnTo>
                        <a:pt x="313913" y="52056"/>
                      </a:lnTo>
                      <a:lnTo>
                        <a:pt x="321813" y="52056"/>
                      </a:lnTo>
                      <a:lnTo>
                        <a:pt x="378205" y="50630"/>
                      </a:lnTo>
                      <a:lnTo>
                        <a:pt x="428564" y="46759"/>
                      </a:lnTo>
                      <a:lnTo>
                        <a:pt x="472230" y="41259"/>
                      </a:lnTo>
                      <a:lnTo>
                        <a:pt x="510739" y="34638"/>
                      </a:lnTo>
                      <a:lnTo>
                        <a:pt x="545190" y="27405"/>
                      </a:lnTo>
                      <a:lnTo>
                        <a:pt x="576129" y="19766"/>
                      </a:lnTo>
                      <a:lnTo>
                        <a:pt x="602680" y="12635"/>
                      </a:lnTo>
                      <a:lnTo>
                        <a:pt x="623196" y="6727"/>
                      </a:lnTo>
                      <a:lnTo>
                        <a:pt x="636472" y="2755"/>
                      </a:lnTo>
                      <a:lnTo>
                        <a:pt x="642506" y="819"/>
                      </a:lnTo>
                      <a:lnTo>
                        <a:pt x="643822" y="412"/>
                      </a:lnTo>
                    </a:path>
                  </a:pathLst>
                </a:custGeom>
                <a:noFill/>
                <a:ln w="1644" cap="rnd">
                  <a:solidFill>
                    <a:srgbClr val="A52A2A"/>
                  </a:solidFill>
                  <a:prstDash val="solid"/>
                  <a:round/>
                </a:ln>
              </p:spPr>
              <p:txBody>
                <a:bodyPr/>
                <a:lstStyle/>
                <a:p>
                  <a:endParaRPr lang="zh-CN" altLang="en-US" sz="2190"/>
                </a:p>
              </p:txBody>
            </p:sp>
            <p:sp>
              <p:nvSpPr>
                <p:cNvPr id="1230" name="任意多边形: 形状 1229"/>
                <p:cNvSpPr/>
                <p:nvPr/>
              </p:nvSpPr>
              <p:spPr>
                <a:xfrm>
                  <a:off x="4570223" y="7354179"/>
                  <a:ext cx="126061" cy="51644"/>
                </a:xfrm>
                <a:custGeom>
                  <a:avLst/>
                  <a:gdLst>
                    <a:gd name="csX0" fmla="*/ 22 w 126061"/>
                    <a:gd name="csY0" fmla="*/ 412 h 51644"/>
                    <a:gd name="csX1" fmla="*/ 1229 w 126061"/>
                    <a:gd name="csY1" fmla="*/ 2245 h 51644"/>
                    <a:gd name="csX2" fmla="*/ 7154 w 126061"/>
                    <a:gd name="csY2" fmla="*/ 11311 h 51644"/>
                    <a:gd name="csX3" fmla="*/ 17906 w 126061"/>
                    <a:gd name="csY3" fmla="*/ 25674 h 51644"/>
                    <a:gd name="csX4" fmla="*/ 31620 w 126061"/>
                    <a:gd name="csY4" fmla="*/ 39629 h 51644"/>
                    <a:gd name="csX5" fmla="*/ 49174 w 126061"/>
                    <a:gd name="csY5" fmla="*/ 49713 h 51644"/>
                    <a:gd name="csX6" fmla="*/ 63108 w 126061"/>
                    <a:gd name="csY6" fmla="*/ 52056 h 51644"/>
                    <a:gd name="csX7" fmla="*/ 83734 w 126061"/>
                    <a:gd name="csY7" fmla="*/ 46861 h 51644"/>
                    <a:gd name="csX8" fmla="*/ 99643 w 126061"/>
                    <a:gd name="csY8" fmla="*/ 35045 h 51644"/>
                    <a:gd name="csX9" fmla="*/ 112369 w 126061"/>
                    <a:gd name="csY9" fmla="*/ 20479 h 51644"/>
                    <a:gd name="csX10" fmla="*/ 121695 w 126061"/>
                    <a:gd name="csY10" fmla="*/ 7338 h 51644"/>
                    <a:gd name="csX11" fmla="*/ 125754 w 126061"/>
                    <a:gd name="csY11" fmla="*/ 1023 h 51644"/>
                    <a:gd name="csX12" fmla="*/ 126084 w 126061"/>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6061" h="51644">
                      <a:moveTo>
                        <a:pt x="22" y="412"/>
                      </a:moveTo>
                      <a:lnTo>
                        <a:pt x="1229" y="2245"/>
                      </a:lnTo>
                      <a:lnTo>
                        <a:pt x="7154" y="11311"/>
                      </a:lnTo>
                      <a:lnTo>
                        <a:pt x="17906" y="25674"/>
                      </a:lnTo>
                      <a:lnTo>
                        <a:pt x="31620" y="39629"/>
                      </a:lnTo>
                      <a:lnTo>
                        <a:pt x="49174" y="49713"/>
                      </a:lnTo>
                      <a:lnTo>
                        <a:pt x="63108" y="52056"/>
                      </a:lnTo>
                      <a:lnTo>
                        <a:pt x="83734" y="46861"/>
                      </a:lnTo>
                      <a:lnTo>
                        <a:pt x="99643" y="35045"/>
                      </a:lnTo>
                      <a:lnTo>
                        <a:pt x="112369" y="20479"/>
                      </a:lnTo>
                      <a:lnTo>
                        <a:pt x="121695" y="7338"/>
                      </a:lnTo>
                      <a:lnTo>
                        <a:pt x="125754" y="1023"/>
                      </a:lnTo>
                      <a:lnTo>
                        <a:pt x="126084" y="412"/>
                      </a:lnTo>
                    </a:path>
                  </a:pathLst>
                </a:custGeom>
                <a:noFill/>
                <a:ln w="3288" cap="rnd">
                  <a:solidFill>
                    <a:srgbClr val="A52A2A"/>
                  </a:solidFill>
                  <a:prstDash val="solid"/>
                  <a:round/>
                </a:ln>
              </p:spPr>
              <p:txBody>
                <a:bodyPr/>
                <a:lstStyle/>
                <a:p>
                  <a:endParaRPr lang="zh-CN" altLang="en-US" sz="2190"/>
                </a:p>
              </p:txBody>
            </p:sp>
            <p:sp>
              <p:nvSpPr>
                <p:cNvPr id="1231" name="任意多边形: 形状 1230"/>
                <p:cNvSpPr/>
                <p:nvPr/>
              </p:nvSpPr>
              <p:spPr>
                <a:xfrm>
                  <a:off x="4570223" y="7354179"/>
                  <a:ext cx="260899" cy="103289"/>
                </a:xfrm>
                <a:custGeom>
                  <a:avLst/>
                  <a:gdLst>
                    <a:gd name="csX0" fmla="*/ 22 w 260899"/>
                    <a:gd name="csY0" fmla="*/ 412 h 103289"/>
                    <a:gd name="csX1" fmla="*/ 900 w 260899"/>
                    <a:gd name="csY1" fmla="*/ 1838 h 103289"/>
                    <a:gd name="csX2" fmla="*/ 5947 w 260899"/>
                    <a:gd name="csY2" fmla="*/ 9477 h 103289"/>
                    <a:gd name="csX3" fmla="*/ 16699 w 260899"/>
                    <a:gd name="csY3" fmla="*/ 24859 h 103289"/>
                    <a:gd name="csX4" fmla="*/ 32059 w 260899"/>
                    <a:gd name="csY4" fmla="*/ 44926 h 103289"/>
                    <a:gd name="csX5" fmla="*/ 50491 w 260899"/>
                    <a:gd name="csY5" fmla="*/ 65604 h 103289"/>
                    <a:gd name="csX6" fmla="*/ 71885 w 260899"/>
                    <a:gd name="csY6" fmla="*/ 83838 h 103289"/>
                    <a:gd name="csX7" fmla="*/ 97558 w 260899"/>
                    <a:gd name="csY7" fmla="*/ 97487 h 103289"/>
                    <a:gd name="csX8" fmla="*/ 128278 w 260899"/>
                    <a:gd name="csY8" fmla="*/ 103701 h 103289"/>
                    <a:gd name="csX9" fmla="*/ 130472 w 260899"/>
                    <a:gd name="csY9" fmla="*/ 103701 h 103289"/>
                    <a:gd name="csX10" fmla="*/ 161411 w 260899"/>
                    <a:gd name="csY10" fmla="*/ 98200 h 103289"/>
                    <a:gd name="csX11" fmla="*/ 187413 w 260899"/>
                    <a:gd name="csY11" fmla="*/ 84958 h 103289"/>
                    <a:gd name="csX12" fmla="*/ 209027 w 260899"/>
                    <a:gd name="csY12" fmla="*/ 66928 h 103289"/>
                    <a:gd name="csX13" fmla="*/ 227678 w 260899"/>
                    <a:gd name="csY13" fmla="*/ 46352 h 103289"/>
                    <a:gd name="csX14" fmla="*/ 243368 w 260899"/>
                    <a:gd name="csY14" fmla="*/ 26081 h 103289"/>
                    <a:gd name="csX15" fmla="*/ 254448 w 260899"/>
                    <a:gd name="csY15" fmla="*/ 10292 h 103289"/>
                    <a:gd name="csX16" fmla="*/ 259934 w 260899"/>
                    <a:gd name="csY16" fmla="*/ 2041 h 103289"/>
                    <a:gd name="csX17" fmla="*/ 260921 w 260899"/>
                    <a:gd name="csY17"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60899" h="103289">
                      <a:moveTo>
                        <a:pt x="22" y="412"/>
                      </a:moveTo>
                      <a:lnTo>
                        <a:pt x="900" y="1838"/>
                      </a:lnTo>
                      <a:lnTo>
                        <a:pt x="5947" y="9477"/>
                      </a:lnTo>
                      <a:lnTo>
                        <a:pt x="16699" y="24859"/>
                      </a:lnTo>
                      <a:lnTo>
                        <a:pt x="32059" y="44926"/>
                      </a:lnTo>
                      <a:lnTo>
                        <a:pt x="50491" y="65604"/>
                      </a:lnTo>
                      <a:lnTo>
                        <a:pt x="71885" y="83838"/>
                      </a:lnTo>
                      <a:lnTo>
                        <a:pt x="97558" y="97487"/>
                      </a:lnTo>
                      <a:lnTo>
                        <a:pt x="128278" y="103701"/>
                      </a:lnTo>
                      <a:lnTo>
                        <a:pt x="130472" y="103701"/>
                      </a:lnTo>
                      <a:lnTo>
                        <a:pt x="161411" y="98200"/>
                      </a:lnTo>
                      <a:lnTo>
                        <a:pt x="187413" y="84958"/>
                      </a:lnTo>
                      <a:lnTo>
                        <a:pt x="209027" y="66928"/>
                      </a:lnTo>
                      <a:lnTo>
                        <a:pt x="227678" y="46352"/>
                      </a:lnTo>
                      <a:lnTo>
                        <a:pt x="243368" y="26081"/>
                      </a:lnTo>
                      <a:lnTo>
                        <a:pt x="254448" y="10292"/>
                      </a:lnTo>
                      <a:lnTo>
                        <a:pt x="259934" y="2041"/>
                      </a:lnTo>
                      <a:lnTo>
                        <a:pt x="260921" y="412"/>
                      </a:lnTo>
                    </a:path>
                  </a:pathLst>
                </a:custGeom>
                <a:noFill/>
                <a:ln w="7452" cap="rnd">
                  <a:solidFill>
                    <a:srgbClr val="A52A2A"/>
                  </a:solidFill>
                  <a:prstDash val="solid"/>
                  <a:round/>
                </a:ln>
              </p:spPr>
              <p:txBody>
                <a:bodyPr/>
                <a:lstStyle/>
                <a:p>
                  <a:endParaRPr lang="zh-CN" altLang="en-US" sz="2190"/>
                </a:p>
              </p:txBody>
            </p:sp>
            <p:sp>
              <p:nvSpPr>
                <p:cNvPr id="1232" name="任意多边形: 形状 1231"/>
                <p:cNvSpPr/>
                <p:nvPr/>
              </p:nvSpPr>
              <p:spPr>
                <a:xfrm>
                  <a:off x="4709120" y="7354179"/>
                  <a:ext cx="122001" cy="154933"/>
                </a:xfrm>
                <a:custGeom>
                  <a:avLst/>
                  <a:gdLst>
                    <a:gd name="csX0" fmla="*/ 22 w 122001"/>
                    <a:gd name="csY0" fmla="*/ 412 h 154933"/>
                    <a:gd name="csX1" fmla="*/ 351 w 122001"/>
                    <a:gd name="csY1" fmla="*/ 2347 h 154933"/>
                    <a:gd name="csX2" fmla="*/ 2656 w 122001"/>
                    <a:gd name="csY2" fmla="*/ 13348 h 154933"/>
                    <a:gd name="csX3" fmla="*/ 7483 w 122001"/>
                    <a:gd name="csY3" fmla="*/ 35555 h 154933"/>
                    <a:gd name="csX4" fmla="*/ 14395 w 122001"/>
                    <a:gd name="csY4" fmla="*/ 64891 h 154933"/>
                    <a:gd name="csX5" fmla="*/ 22843 w 122001"/>
                    <a:gd name="csY5" fmla="*/ 95450 h 154933"/>
                    <a:gd name="csX6" fmla="*/ 32497 w 122001"/>
                    <a:gd name="csY6" fmla="*/ 122851 h 154933"/>
                    <a:gd name="csX7" fmla="*/ 44018 w 122001"/>
                    <a:gd name="csY7" fmla="*/ 144039 h 154933"/>
                    <a:gd name="csX8" fmla="*/ 57842 w 122001"/>
                    <a:gd name="csY8" fmla="*/ 154938 h 154933"/>
                    <a:gd name="csX9" fmla="*/ 61023 w 122001"/>
                    <a:gd name="csY9" fmla="*/ 155346 h 154933"/>
                    <a:gd name="csX10" fmla="*/ 75286 w 122001"/>
                    <a:gd name="csY10" fmla="*/ 147400 h 154933"/>
                    <a:gd name="csX11" fmla="*/ 87245 w 122001"/>
                    <a:gd name="csY11" fmla="*/ 127944 h 154933"/>
                    <a:gd name="csX12" fmla="*/ 97229 w 122001"/>
                    <a:gd name="csY12" fmla="*/ 101664 h 154933"/>
                    <a:gd name="csX13" fmla="*/ 105896 w 122001"/>
                    <a:gd name="csY13" fmla="*/ 71512 h 154933"/>
                    <a:gd name="csX14" fmla="*/ 113247 w 122001"/>
                    <a:gd name="csY14" fmla="*/ 41462 h 154933"/>
                    <a:gd name="csX15" fmla="*/ 118623 w 122001"/>
                    <a:gd name="csY15" fmla="*/ 17219 h 154933"/>
                    <a:gd name="csX16" fmla="*/ 121366 w 122001"/>
                    <a:gd name="csY16" fmla="*/ 3773 h 154933"/>
                    <a:gd name="csX17" fmla="*/ 122024 w 122001"/>
                    <a:gd name="csY17" fmla="*/ 514 h 154933"/>
                    <a:gd name="csX18" fmla="*/ 122024 w 122001"/>
                    <a:gd name="csY18"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22001" h="154933">
                      <a:moveTo>
                        <a:pt x="22" y="412"/>
                      </a:moveTo>
                      <a:lnTo>
                        <a:pt x="351" y="2347"/>
                      </a:lnTo>
                      <a:lnTo>
                        <a:pt x="2656" y="13348"/>
                      </a:lnTo>
                      <a:lnTo>
                        <a:pt x="7483" y="35555"/>
                      </a:lnTo>
                      <a:lnTo>
                        <a:pt x="14395" y="64891"/>
                      </a:lnTo>
                      <a:lnTo>
                        <a:pt x="22843" y="95450"/>
                      </a:lnTo>
                      <a:lnTo>
                        <a:pt x="32497" y="122851"/>
                      </a:lnTo>
                      <a:lnTo>
                        <a:pt x="44018" y="144039"/>
                      </a:lnTo>
                      <a:lnTo>
                        <a:pt x="57842" y="154938"/>
                      </a:lnTo>
                      <a:lnTo>
                        <a:pt x="61023" y="155346"/>
                      </a:lnTo>
                      <a:lnTo>
                        <a:pt x="75286" y="147400"/>
                      </a:lnTo>
                      <a:lnTo>
                        <a:pt x="87245" y="127944"/>
                      </a:lnTo>
                      <a:lnTo>
                        <a:pt x="97229" y="101664"/>
                      </a:lnTo>
                      <a:lnTo>
                        <a:pt x="105896" y="71512"/>
                      </a:lnTo>
                      <a:lnTo>
                        <a:pt x="113247" y="41462"/>
                      </a:lnTo>
                      <a:lnTo>
                        <a:pt x="118623" y="17219"/>
                      </a:lnTo>
                      <a:lnTo>
                        <a:pt x="121366" y="3773"/>
                      </a:lnTo>
                      <a:lnTo>
                        <a:pt x="122024" y="514"/>
                      </a:lnTo>
                      <a:lnTo>
                        <a:pt x="122024" y="412"/>
                      </a:lnTo>
                    </a:path>
                  </a:pathLst>
                </a:custGeom>
                <a:noFill/>
                <a:ln w="3288" cap="rnd">
                  <a:solidFill>
                    <a:srgbClr val="A52A2A"/>
                  </a:solidFill>
                  <a:prstDash val="solid"/>
                  <a:round/>
                </a:ln>
              </p:spPr>
              <p:txBody>
                <a:bodyPr/>
                <a:lstStyle/>
                <a:p>
                  <a:endParaRPr lang="zh-CN" altLang="en-US" sz="2190"/>
                </a:p>
              </p:txBody>
            </p:sp>
            <p:sp>
              <p:nvSpPr>
                <p:cNvPr id="1233" name="任意多边形: 形状 1232"/>
                <p:cNvSpPr/>
                <p:nvPr/>
              </p:nvSpPr>
              <p:spPr>
                <a:xfrm>
                  <a:off x="4838802" y="7354179"/>
                  <a:ext cx="258704" cy="51644"/>
                </a:xfrm>
                <a:custGeom>
                  <a:avLst/>
                  <a:gdLst>
                    <a:gd name="csX0" fmla="*/ 22 w 258704"/>
                    <a:gd name="csY0" fmla="*/ 412 h 51644"/>
                    <a:gd name="csX1" fmla="*/ 1229 w 258704"/>
                    <a:gd name="csY1" fmla="*/ 1328 h 51644"/>
                    <a:gd name="csX2" fmla="*/ 7702 w 258704"/>
                    <a:gd name="csY2" fmla="*/ 6218 h 51644"/>
                    <a:gd name="csX3" fmla="*/ 20868 w 258704"/>
                    <a:gd name="csY3" fmla="*/ 15589 h 51644"/>
                    <a:gd name="csX4" fmla="*/ 39080 w 258704"/>
                    <a:gd name="csY4" fmla="*/ 26998 h 51644"/>
                    <a:gd name="csX5" fmla="*/ 60694 w 258704"/>
                    <a:gd name="csY5" fmla="*/ 37897 h 51644"/>
                    <a:gd name="csX6" fmla="*/ 86477 w 258704"/>
                    <a:gd name="csY6" fmla="*/ 46759 h 51644"/>
                    <a:gd name="csX7" fmla="*/ 118403 w 258704"/>
                    <a:gd name="csY7" fmla="*/ 51751 h 51644"/>
                    <a:gd name="csX8" fmla="*/ 129375 w 258704"/>
                    <a:gd name="csY8" fmla="*/ 52056 h 51644"/>
                    <a:gd name="csX9" fmla="*/ 162947 w 258704"/>
                    <a:gd name="csY9" fmla="*/ 48797 h 51644"/>
                    <a:gd name="csX10" fmla="*/ 190595 w 258704"/>
                    <a:gd name="csY10" fmla="*/ 40953 h 51644"/>
                    <a:gd name="csX11" fmla="*/ 213306 w 258704"/>
                    <a:gd name="csY11" fmla="*/ 30563 h 51644"/>
                    <a:gd name="csX12" fmla="*/ 232616 w 258704"/>
                    <a:gd name="csY12" fmla="*/ 19052 h 51644"/>
                    <a:gd name="csX13" fmla="*/ 247646 w 258704"/>
                    <a:gd name="csY13" fmla="*/ 8764 h 51644"/>
                    <a:gd name="csX14" fmla="*/ 256313 w 258704"/>
                    <a:gd name="csY14" fmla="*/ 2347 h 51644"/>
                    <a:gd name="csX15" fmla="*/ 258727 w 258704"/>
                    <a:gd name="csY15" fmla="*/ 514 h 51644"/>
                    <a:gd name="csX16" fmla="*/ 258727 w 258704"/>
                    <a:gd name="csY16"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58704" h="51644">
                      <a:moveTo>
                        <a:pt x="22" y="412"/>
                      </a:moveTo>
                      <a:lnTo>
                        <a:pt x="1229" y="1328"/>
                      </a:lnTo>
                      <a:lnTo>
                        <a:pt x="7702" y="6218"/>
                      </a:lnTo>
                      <a:lnTo>
                        <a:pt x="20868" y="15589"/>
                      </a:lnTo>
                      <a:lnTo>
                        <a:pt x="39080" y="26998"/>
                      </a:lnTo>
                      <a:lnTo>
                        <a:pt x="60694" y="37897"/>
                      </a:lnTo>
                      <a:lnTo>
                        <a:pt x="86477" y="46759"/>
                      </a:lnTo>
                      <a:lnTo>
                        <a:pt x="118403" y="51751"/>
                      </a:lnTo>
                      <a:lnTo>
                        <a:pt x="129375" y="52056"/>
                      </a:lnTo>
                      <a:lnTo>
                        <a:pt x="162947" y="48797"/>
                      </a:lnTo>
                      <a:lnTo>
                        <a:pt x="190595" y="40953"/>
                      </a:lnTo>
                      <a:lnTo>
                        <a:pt x="213306" y="30563"/>
                      </a:lnTo>
                      <a:lnTo>
                        <a:pt x="232616" y="19052"/>
                      </a:lnTo>
                      <a:lnTo>
                        <a:pt x="247646" y="8764"/>
                      </a:lnTo>
                      <a:lnTo>
                        <a:pt x="256313" y="2347"/>
                      </a:lnTo>
                      <a:lnTo>
                        <a:pt x="258727" y="514"/>
                      </a:lnTo>
                      <a:lnTo>
                        <a:pt x="258727" y="412"/>
                      </a:lnTo>
                    </a:path>
                  </a:pathLst>
                </a:custGeom>
                <a:noFill/>
                <a:ln w="1644" cap="rnd">
                  <a:solidFill>
                    <a:srgbClr val="A52A2A"/>
                  </a:solidFill>
                  <a:prstDash val="solid"/>
                  <a:round/>
                </a:ln>
              </p:spPr>
              <p:txBody>
                <a:bodyPr/>
                <a:lstStyle/>
                <a:p>
                  <a:endParaRPr lang="zh-CN" altLang="en-US" sz="2190"/>
                </a:p>
              </p:txBody>
            </p:sp>
            <p:sp>
              <p:nvSpPr>
                <p:cNvPr id="1234" name="任意多边形: 形状 1233"/>
                <p:cNvSpPr/>
                <p:nvPr/>
              </p:nvSpPr>
              <p:spPr>
                <a:xfrm>
                  <a:off x="5108807" y="7354179"/>
                  <a:ext cx="100278" cy="51644"/>
                </a:xfrm>
                <a:custGeom>
                  <a:avLst/>
                  <a:gdLst>
                    <a:gd name="csX0" fmla="*/ 22 w 100278"/>
                    <a:gd name="csY0" fmla="*/ 412 h 51644"/>
                    <a:gd name="csX1" fmla="*/ 1120 w 100278"/>
                    <a:gd name="csY1" fmla="*/ 2551 h 51644"/>
                    <a:gd name="csX2" fmla="*/ 6605 w 100278"/>
                    <a:gd name="csY2" fmla="*/ 12839 h 51644"/>
                    <a:gd name="csX3" fmla="*/ 16041 w 100278"/>
                    <a:gd name="csY3" fmla="*/ 28322 h 51644"/>
                    <a:gd name="csX4" fmla="*/ 28219 w 100278"/>
                    <a:gd name="csY4" fmla="*/ 42583 h 51644"/>
                    <a:gd name="csX5" fmla="*/ 44018 w 100278"/>
                    <a:gd name="csY5" fmla="*/ 51343 h 51644"/>
                    <a:gd name="csX6" fmla="*/ 50162 w 100278"/>
                    <a:gd name="csY6" fmla="*/ 52056 h 51644"/>
                    <a:gd name="csX7" fmla="*/ 67497 w 100278"/>
                    <a:gd name="csY7" fmla="*/ 46250 h 51644"/>
                    <a:gd name="csX8" fmla="*/ 80552 w 100278"/>
                    <a:gd name="csY8" fmla="*/ 33415 h 51644"/>
                    <a:gd name="csX9" fmla="*/ 90975 w 100278"/>
                    <a:gd name="csY9" fmla="*/ 17830 h 51644"/>
                    <a:gd name="csX10" fmla="*/ 97997 w 100278"/>
                    <a:gd name="csY10" fmla="*/ 4996 h 51644"/>
                    <a:gd name="csX11" fmla="*/ 100301 w 100278"/>
                    <a:gd name="csY11" fmla="*/ 514 h 51644"/>
                    <a:gd name="csX12" fmla="*/ 100301 w 100278"/>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00278" h="51644">
                      <a:moveTo>
                        <a:pt x="22" y="412"/>
                      </a:moveTo>
                      <a:lnTo>
                        <a:pt x="1120" y="2551"/>
                      </a:lnTo>
                      <a:lnTo>
                        <a:pt x="6605" y="12839"/>
                      </a:lnTo>
                      <a:lnTo>
                        <a:pt x="16041" y="28322"/>
                      </a:lnTo>
                      <a:lnTo>
                        <a:pt x="28219" y="42583"/>
                      </a:lnTo>
                      <a:lnTo>
                        <a:pt x="44018" y="51343"/>
                      </a:lnTo>
                      <a:lnTo>
                        <a:pt x="50162" y="52056"/>
                      </a:lnTo>
                      <a:lnTo>
                        <a:pt x="67497" y="46250"/>
                      </a:lnTo>
                      <a:lnTo>
                        <a:pt x="80552" y="33415"/>
                      </a:lnTo>
                      <a:lnTo>
                        <a:pt x="90975" y="17830"/>
                      </a:lnTo>
                      <a:lnTo>
                        <a:pt x="97997" y="4996"/>
                      </a:lnTo>
                      <a:lnTo>
                        <a:pt x="100301" y="514"/>
                      </a:lnTo>
                      <a:lnTo>
                        <a:pt x="100301" y="412"/>
                      </a:lnTo>
                    </a:path>
                  </a:pathLst>
                </a:custGeom>
                <a:noFill/>
                <a:ln w="1644" cap="rnd">
                  <a:solidFill>
                    <a:srgbClr val="A52A2A"/>
                  </a:solidFill>
                  <a:prstDash val="solid"/>
                  <a:round/>
                </a:ln>
              </p:spPr>
              <p:txBody>
                <a:bodyPr/>
                <a:lstStyle/>
                <a:p>
                  <a:endParaRPr lang="zh-CN" altLang="en-US" sz="2190"/>
                </a:p>
              </p:txBody>
            </p:sp>
            <p:sp>
              <p:nvSpPr>
                <p:cNvPr id="1235" name="任意多边形: 形状 1234"/>
                <p:cNvSpPr/>
                <p:nvPr/>
              </p:nvSpPr>
              <p:spPr>
                <a:xfrm>
                  <a:off x="5216656" y="7354179"/>
                  <a:ext cx="14372" cy="51644"/>
                </a:xfrm>
                <a:custGeom>
                  <a:avLst/>
                  <a:gdLst>
                    <a:gd name="csX0" fmla="*/ 22 w 14372"/>
                    <a:gd name="csY0" fmla="*/ 412 h 51644"/>
                    <a:gd name="csX1" fmla="*/ 242 w 14372"/>
                    <a:gd name="csY1" fmla="*/ 2958 h 51644"/>
                    <a:gd name="csX2" fmla="*/ 1120 w 14372"/>
                    <a:gd name="csY2" fmla="*/ 14774 h 51644"/>
                    <a:gd name="csX3" fmla="*/ 2655 w 14372"/>
                    <a:gd name="csY3" fmla="*/ 31378 h 51644"/>
                    <a:gd name="csX4" fmla="*/ 4521 w 14372"/>
                    <a:gd name="csY4" fmla="*/ 45639 h 51644"/>
                    <a:gd name="csX5" fmla="*/ 7154 w 14372"/>
                    <a:gd name="csY5" fmla="*/ 52056 h 51644"/>
                    <a:gd name="csX6" fmla="*/ 9787 w 14372"/>
                    <a:gd name="csY6" fmla="*/ 45639 h 51644"/>
                    <a:gd name="csX7" fmla="*/ 11762 w 14372"/>
                    <a:gd name="csY7" fmla="*/ 31378 h 51644"/>
                    <a:gd name="csX8" fmla="*/ 13298 w 14372"/>
                    <a:gd name="csY8" fmla="*/ 14774 h 51644"/>
                    <a:gd name="csX9" fmla="*/ 14175 w 14372"/>
                    <a:gd name="csY9" fmla="*/ 2958 h 51644"/>
                    <a:gd name="csX10" fmla="*/ 14395 w 14372"/>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51644">
                      <a:moveTo>
                        <a:pt x="22" y="412"/>
                      </a:moveTo>
                      <a:lnTo>
                        <a:pt x="242" y="2958"/>
                      </a:lnTo>
                      <a:lnTo>
                        <a:pt x="1120" y="14774"/>
                      </a:lnTo>
                      <a:lnTo>
                        <a:pt x="2655" y="31378"/>
                      </a:lnTo>
                      <a:lnTo>
                        <a:pt x="4521" y="45639"/>
                      </a:lnTo>
                      <a:lnTo>
                        <a:pt x="7154" y="52056"/>
                      </a:lnTo>
                      <a:lnTo>
                        <a:pt x="9787" y="45639"/>
                      </a:lnTo>
                      <a:lnTo>
                        <a:pt x="11762" y="31378"/>
                      </a:lnTo>
                      <a:lnTo>
                        <a:pt x="13298" y="14774"/>
                      </a:lnTo>
                      <a:lnTo>
                        <a:pt x="14175" y="2958"/>
                      </a:lnTo>
                      <a:lnTo>
                        <a:pt x="14395" y="412"/>
                      </a:lnTo>
                    </a:path>
                  </a:pathLst>
                </a:custGeom>
                <a:noFill/>
                <a:ln w="1644" cap="rnd">
                  <a:solidFill>
                    <a:srgbClr val="A52A2A"/>
                  </a:solidFill>
                  <a:prstDash val="solid"/>
                  <a:round/>
                </a:ln>
              </p:spPr>
              <p:txBody>
                <a:bodyPr/>
                <a:lstStyle/>
                <a:p>
                  <a:endParaRPr lang="zh-CN" altLang="en-US" sz="2190"/>
                </a:p>
              </p:txBody>
            </p:sp>
            <p:sp>
              <p:nvSpPr>
                <p:cNvPr id="1236" name="任意多边形: 形状 1235"/>
                <p:cNvSpPr/>
                <p:nvPr/>
              </p:nvSpPr>
              <p:spPr>
                <a:xfrm>
                  <a:off x="5249351" y="7354179"/>
                  <a:ext cx="201653" cy="51644"/>
                </a:xfrm>
                <a:custGeom>
                  <a:avLst/>
                  <a:gdLst>
                    <a:gd name="csX0" fmla="*/ 22 w 201653"/>
                    <a:gd name="csY0" fmla="*/ 412 h 51644"/>
                    <a:gd name="csX1" fmla="*/ 1119 w 201653"/>
                    <a:gd name="csY1" fmla="*/ 1634 h 51644"/>
                    <a:gd name="csX2" fmla="*/ 7702 w 201653"/>
                    <a:gd name="csY2" fmla="*/ 7949 h 51644"/>
                    <a:gd name="csX3" fmla="*/ 20429 w 201653"/>
                    <a:gd name="csY3" fmla="*/ 19154 h 51644"/>
                    <a:gd name="csX4" fmla="*/ 37215 w 201653"/>
                    <a:gd name="csY4" fmla="*/ 31785 h 51644"/>
                    <a:gd name="csX5" fmla="*/ 57402 w 201653"/>
                    <a:gd name="csY5" fmla="*/ 42889 h 51644"/>
                    <a:gd name="csX6" fmla="*/ 82637 w 201653"/>
                    <a:gd name="csY6" fmla="*/ 50528 h 51644"/>
                    <a:gd name="csX7" fmla="*/ 100849 w 201653"/>
                    <a:gd name="csY7" fmla="*/ 52056 h 51644"/>
                    <a:gd name="csX8" fmla="*/ 129484 w 201653"/>
                    <a:gd name="csY8" fmla="*/ 48185 h 51644"/>
                    <a:gd name="csX9" fmla="*/ 152524 w 201653"/>
                    <a:gd name="csY9" fmla="*/ 38916 h 51644"/>
                    <a:gd name="csX10" fmla="*/ 171285 w 201653"/>
                    <a:gd name="csY10" fmla="*/ 26998 h 51644"/>
                    <a:gd name="csX11" fmla="*/ 186755 w 201653"/>
                    <a:gd name="csY11" fmla="*/ 14367 h 51644"/>
                    <a:gd name="csX12" fmla="*/ 197287 w 201653"/>
                    <a:gd name="csY12" fmla="*/ 4792 h 51644"/>
                    <a:gd name="csX13" fmla="*/ 201347 w 201653"/>
                    <a:gd name="csY13" fmla="*/ 717 h 51644"/>
                    <a:gd name="csX14" fmla="*/ 201676 w 201653"/>
                    <a:gd name="csY14"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51644">
                      <a:moveTo>
                        <a:pt x="22" y="412"/>
                      </a:moveTo>
                      <a:lnTo>
                        <a:pt x="1119" y="1634"/>
                      </a:lnTo>
                      <a:lnTo>
                        <a:pt x="7702" y="7949"/>
                      </a:lnTo>
                      <a:lnTo>
                        <a:pt x="20429" y="19154"/>
                      </a:lnTo>
                      <a:lnTo>
                        <a:pt x="37215" y="31785"/>
                      </a:lnTo>
                      <a:lnTo>
                        <a:pt x="57402" y="42889"/>
                      </a:lnTo>
                      <a:lnTo>
                        <a:pt x="82637" y="50528"/>
                      </a:lnTo>
                      <a:lnTo>
                        <a:pt x="100849" y="52056"/>
                      </a:lnTo>
                      <a:lnTo>
                        <a:pt x="129484" y="48185"/>
                      </a:lnTo>
                      <a:lnTo>
                        <a:pt x="152524" y="38916"/>
                      </a:lnTo>
                      <a:lnTo>
                        <a:pt x="171285" y="26998"/>
                      </a:lnTo>
                      <a:lnTo>
                        <a:pt x="186755" y="14367"/>
                      </a:lnTo>
                      <a:lnTo>
                        <a:pt x="197287" y="4792"/>
                      </a:lnTo>
                      <a:lnTo>
                        <a:pt x="201347" y="717"/>
                      </a:lnTo>
                      <a:lnTo>
                        <a:pt x="201676" y="412"/>
                      </a:lnTo>
                    </a:path>
                  </a:pathLst>
                </a:custGeom>
                <a:noFill/>
                <a:ln w="1644" cap="rnd">
                  <a:solidFill>
                    <a:srgbClr val="A52A2A"/>
                  </a:solidFill>
                  <a:prstDash val="solid"/>
                  <a:round/>
                </a:ln>
              </p:spPr>
              <p:txBody>
                <a:bodyPr/>
                <a:lstStyle/>
                <a:p>
                  <a:endParaRPr lang="zh-CN" altLang="en-US" sz="2190"/>
                </a:p>
              </p:txBody>
            </p:sp>
            <p:sp>
              <p:nvSpPr>
                <p:cNvPr id="1237" name="任意多边形: 形状 1236"/>
                <p:cNvSpPr/>
                <p:nvPr/>
              </p:nvSpPr>
              <p:spPr>
                <a:xfrm>
                  <a:off x="5462415" y="7354179"/>
                  <a:ext cx="266275" cy="51644"/>
                </a:xfrm>
                <a:custGeom>
                  <a:avLst/>
                  <a:gdLst>
                    <a:gd name="csX0" fmla="*/ 22 w 266275"/>
                    <a:gd name="csY0" fmla="*/ 412 h 51644"/>
                    <a:gd name="csX1" fmla="*/ 1120 w 266275"/>
                    <a:gd name="csY1" fmla="*/ 1328 h 51644"/>
                    <a:gd name="csX2" fmla="*/ 7593 w 266275"/>
                    <a:gd name="csY2" fmla="*/ 6116 h 51644"/>
                    <a:gd name="csX3" fmla="*/ 20868 w 266275"/>
                    <a:gd name="csY3" fmla="*/ 15182 h 51644"/>
                    <a:gd name="csX4" fmla="*/ 39080 w 266275"/>
                    <a:gd name="csY4" fmla="*/ 26489 h 51644"/>
                    <a:gd name="csX5" fmla="*/ 60913 w 266275"/>
                    <a:gd name="csY5" fmla="*/ 37286 h 51644"/>
                    <a:gd name="csX6" fmla="*/ 86806 w 266275"/>
                    <a:gd name="csY6" fmla="*/ 46148 h 51644"/>
                    <a:gd name="csX7" fmla="*/ 118842 w 266275"/>
                    <a:gd name="csY7" fmla="*/ 51547 h 51644"/>
                    <a:gd name="csX8" fmla="*/ 133105 w 266275"/>
                    <a:gd name="csY8" fmla="*/ 52056 h 51644"/>
                    <a:gd name="csX9" fmla="*/ 167336 w 266275"/>
                    <a:gd name="csY9" fmla="*/ 48899 h 51644"/>
                    <a:gd name="csX10" fmla="*/ 195532 w 266275"/>
                    <a:gd name="csY10" fmla="*/ 41157 h 51644"/>
                    <a:gd name="csX11" fmla="*/ 218792 w 266275"/>
                    <a:gd name="csY11" fmla="*/ 30971 h 51644"/>
                    <a:gd name="csX12" fmla="*/ 238540 w 266275"/>
                    <a:gd name="csY12" fmla="*/ 19664 h 51644"/>
                    <a:gd name="csX13" fmla="*/ 254119 w 266275"/>
                    <a:gd name="csY13" fmla="*/ 9274 h 51644"/>
                    <a:gd name="csX14" fmla="*/ 263335 w 266275"/>
                    <a:gd name="csY14" fmla="*/ 2653 h 51644"/>
                    <a:gd name="csX15" fmla="*/ 266188 w 266275"/>
                    <a:gd name="csY15" fmla="*/ 514 h 51644"/>
                    <a:gd name="csX16" fmla="*/ 266297 w 266275"/>
                    <a:gd name="csY16"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66275" h="51644">
                      <a:moveTo>
                        <a:pt x="22" y="412"/>
                      </a:moveTo>
                      <a:lnTo>
                        <a:pt x="1120" y="1328"/>
                      </a:lnTo>
                      <a:lnTo>
                        <a:pt x="7593" y="6116"/>
                      </a:lnTo>
                      <a:lnTo>
                        <a:pt x="20868" y="15182"/>
                      </a:lnTo>
                      <a:lnTo>
                        <a:pt x="39080" y="26489"/>
                      </a:lnTo>
                      <a:lnTo>
                        <a:pt x="60913" y="37286"/>
                      </a:lnTo>
                      <a:lnTo>
                        <a:pt x="86806" y="46148"/>
                      </a:lnTo>
                      <a:lnTo>
                        <a:pt x="118842" y="51547"/>
                      </a:lnTo>
                      <a:lnTo>
                        <a:pt x="133105" y="52056"/>
                      </a:lnTo>
                      <a:lnTo>
                        <a:pt x="167336" y="48899"/>
                      </a:lnTo>
                      <a:lnTo>
                        <a:pt x="195532" y="41157"/>
                      </a:lnTo>
                      <a:lnTo>
                        <a:pt x="218792" y="30971"/>
                      </a:lnTo>
                      <a:lnTo>
                        <a:pt x="238540" y="19664"/>
                      </a:lnTo>
                      <a:lnTo>
                        <a:pt x="254119" y="9274"/>
                      </a:lnTo>
                      <a:lnTo>
                        <a:pt x="263335" y="2653"/>
                      </a:lnTo>
                      <a:lnTo>
                        <a:pt x="266188" y="514"/>
                      </a:lnTo>
                      <a:lnTo>
                        <a:pt x="266297" y="412"/>
                      </a:lnTo>
                    </a:path>
                  </a:pathLst>
                </a:custGeom>
                <a:noFill/>
                <a:ln w="1644" cap="rnd">
                  <a:solidFill>
                    <a:srgbClr val="A52A2A"/>
                  </a:solidFill>
                  <a:prstDash val="solid"/>
                  <a:round/>
                </a:ln>
              </p:spPr>
              <p:txBody>
                <a:bodyPr/>
                <a:lstStyle/>
                <a:p>
                  <a:endParaRPr lang="zh-CN" altLang="en-US" sz="2190"/>
                </a:p>
              </p:txBody>
            </p:sp>
            <p:sp>
              <p:nvSpPr>
                <p:cNvPr id="1238" name="任意多边形: 形状 1237"/>
                <p:cNvSpPr/>
                <p:nvPr/>
              </p:nvSpPr>
              <p:spPr>
                <a:xfrm>
                  <a:off x="5736480" y="7354179"/>
                  <a:ext cx="157658" cy="51644"/>
                </a:xfrm>
                <a:custGeom>
                  <a:avLst/>
                  <a:gdLst>
                    <a:gd name="csX0" fmla="*/ 22 w 157658"/>
                    <a:gd name="csY0" fmla="*/ 412 h 51644"/>
                    <a:gd name="csX1" fmla="*/ 1229 w 157658"/>
                    <a:gd name="csY1" fmla="*/ 1939 h 51644"/>
                    <a:gd name="csX2" fmla="*/ 7593 w 157658"/>
                    <a:gd name="csY2" fmla="*/ 9681 h 51644"/>
                    <a:gd name="csX3" fmla="*/ 19332 w 157658"/>
                    <a:gd name="csY3" fmla="*/ 22618 h 51644"/>
                    <a:gd name="csX4" fmla="*/ 34582 w 157658"/>
                    <a:gd name="csY4" fmla="*/ 36166 h 51644"/>
                    <a:gd name="csX5" fmla="*/ 53453 w 157658"/>
                    <a:gd name="csY5" fmla="*/ 46963 h 51644"/>
                    <a:gd name="csX6" fmla="*/ 77480 w 157658"/>
                    <a:gd name="csY6" fmla="*/ 52056 h 51644"/>
                    <a:gd name="csX7" fmla="*/ 78907 w 157658"/>
                    <a:gd name="csY7" fmla="*/ 52056 h 51644"/>
                    <a:gd name="csX8" fmla="*/ 103153 w 157658"/>
                    <a:gd name="csY8" fmla="*/ 47472 h 51644"/>
                    <a:gd name="csX9" fmla="*/ 122243 w 157658"/>
                    <a:gd name="csY9" fmla="*/ 36879 h 51644"/>
                    <a:gd name="csX10" fmla="*/ 137603 w 157658"/>
                    <a:gd name="csY10" fmla="*/ 23433 h 51644"/>
                    <a:gd name="csX11" fmla="*/ 149672 w 157658"/>
                    <a:gd name="csY11" fmla="*/ 10292 h 51644"/>
                    <a:gd name="csX12" fmla="*/ 156364 w 157658"/>
                    <a:gd name="csY12" fmla="*/ 2143 h 51644"/>
                    <a:gd name="csX13" fmla="*/ 157681 w 157658"/>
                    <a:gd name="csY13"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7658" h="51644">
                      <a:moveTo>
                        <a:pt x="22" y="412"/>
                      </a:moveTo>
                      <a:lnTo>
                        <a:pt x="1229" y="1939"/>
                      </a:lnTo>
                      <a:lnTo>
                        <a:pt x="7593" y="9681"/>
                      </a:lnTo>
                      <a:lnTo>
                        <a:pt x="19332" y="22618"/>
                      </a:lnTo>
                      <a:lnTo>
                        <a:pt x="34582" y="36166"/>
                      </a:lnTo>
                      <a:lnTo>
                        <a:pt x="53453" y="46963"/>
                      </a:lnTo>
                      <a:lnTo>
                        <a:pt x="77480" y="52056"/>
                      </a:lnTo>
                      <a:lnTo>
                        <a:pt x="78907" y="52056"/>
                      </a:lnTo>
                      <a:lnTo>
                        <a:pt x="103153" y="47472"/>
                      </a:lnTo>
                      <a:lnTo>
                        <a:pt x="122243" y="36879"/>
                      </a:lnTo>
                      <a:lnTo>
                        <a:pt x="137603" y="23433"/>
                      </a:lnTo>
                      <a:lnTo>
                        <a:pt x="149672" y="10292"/>
                      </a:lnTo>
                      <a:lnTo>
                        <a:pt x="156364" y="2143"/>
                      </a:lnTo>
                      <a:lnTo>
                        <a:pt x="157681" y="412"/>
                      </a:lnTo>
                    </a:path>
                  </a:pathLst>
                </a:custGeom>
                <a:noFill/>
                <a:ln w="1644" cap="rnd">
                  <a:solidFill>
                    <a:srgbClr val="A52A2A"/>
                  </a:solidFill>
                  <a:prstDash val="solid"/>
                  <a:round/>
                </a:ln>
              </p:spPr>
              <p:txBody>
                <a:bodyPr/>
                <a:lstStyle/>
                <a:p>
                  <a:endParaRPr lang="zh-CN" altLang="en-US" sz="2190"/>
                </a:p>
              </p:txBody>
            </p:sp>
            <p:sp>
              <p:nvSpPr>
                <p:cNvPr id="1239" name="任意多边形: 形状 1238"/>
                <p:cNvSpPr/>
                <p:nvPr/>
              </p:nvSpPr>
              <p:spPr>
                <a:xfrm>
                  <a:off x="5908730" y="7354179"/>
                  <a:ext cx="52662" cy="51644"/>
                </a:xfrm>
                <a:custGeom>
                  <a:avLst/>
                  <a:gdLst>
                    <a:gd name="csX0" fmla="*/ 22 w 52662"/>
                    <a:gd name="csY0" fmla="*/ 412 h 51644"/>
                    <a:gd name="csX1" fmla="*/ 681 w 52662"/>
                    <a:gd name="csY1" fmla="*/ 2958 h 51644"/>
                    <a:gd name="csX2" fmla="*/ 3972 w 52662"/>
                    <a:gd name="csY2" fmla="*/ 14774 h 51644"/>
                    <a:gd name="csX3" fmla="*/ 9567 w 52662"/>
                    <a:gd name="csY3" fmla="*/ 31378 h 51644"/>
                    <a:gd name="csX4" fmla="*/ 16809 w 52662"/>
                    <a:gd name="csY4" fmla="*/ 45639 h 51644"/>
                    <a:gd name="csX5" fmla="*/ 26354 w 52662"/>
                    <a:gd name="csY5" fmla="*/ 52056 h 51644"/>
                    <a:gd name="csX6" fmla="*/ 36009 w 52662"/>
                    <a:gd name="csY6" fmla="*/ 45639 h 51644"/>
                    <a:gd name="csX7" fmla="*/ 43140 w 52662"/>
                    <a:gd name="csY7" fmla="*/ 31378 h 51644"/>
                    <a:gd name="csX8" fmla="*/ 48735 w 52662"/>
                    <a:gd name="csY8" fmla="*/ 14774 h 51644"/>
                    <a:gd name="csX9" fmla="*/ 52027 w 52662"/>
                    <a:gd name="csY9" fmla="*/ 2958 h 51644"/>
                    <a:gd name="csX10" fmla="*/ 52685 w 52662"/>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51644">
                      <a:moveTo>
                        <a:pt x="22" y="412"/>
                      </a:moveTo>
                      <a:lnTo>
                        <a:pt x="681" y="2958"/>
                      </a:lnTo>
                      <a:lnTo>
                        <a:pt x="3972" y="14774"/>
                      </a:lnTo>
                      <a:lnTo>
                        <a:pt x="9567" y="31378"/>
                      </a:lnTo>
                      <a:lnTo>
                        <a:pt x="16809" y="45639"/>
                      </a:lnTo>
                      <a:lnTo>
                        <a:pt x="26354" y="52056"/>
                      </a:lnTo>
                      <a:lnTo>
                        <a:pt x="36009" y="45639"/>
                      </a:lnTo>
                      <a:lnTo>
                        <a:pt x="43140" y="31378"/>
                      </a:lnTo>
                      <a:lnTo>
                        <a:pt x="48735" y="14774"/>
                      </a:lnTo>
                      <a:lnTo>
                        <a:pt x="52027" y="2958"/>
                      </a:lnTo>
                      <a:lnTo>
                        <a:pt x="52685" y="412"/>
                      </a:lnTo>
                    </a:path>
                  </a:pathLst>
                </a:custGeom>
                <a:noFill/>
                <a:ln w="1644" cap="rnd">
                  <a:solidFill>
                    <a:srgbClr val="A52A2A"/>
                  </a:solidFill>
                  <a:prstDash val="solid"/>
                  <a:round/>
                </a:ln>
              </p:spPr>
              <p:txBody>
                <a:bodyPr/>
                <a:lstStyle/>
                <a:p>
                  <a:endParaRPr lang="zh-CN" altLang="en-US" sz="2190"/>
                </a:p>
              </p:txBody>
            </p:sp>
            <p:sp>
              <p:nvSpPr>
                <p:cNvPr id="1240" name="任意多边形: 形状 1239"/>
                <p:cNvSpPr/>
                <p:nvPr/>
              </p:nvSpPr>
              <p:spPr>
                <a:xfrm>
                  <a:off x="5976314" y="7354179"/>
                  <a:ext cx="118929" cy="51644"/>
                </a:xfrm>
                <a:custGeom>
                  <a:avLst/>
                  <a:gdLst>
                    <a:gd name="csX0" fmla="*/ 22 w 118929"/>
                    <a:gd name="csY0" fmla="*/ 412 h 51644"/>
                    <a:gd name="csX1" fmla="*/ 1119 w 118929"/>
                    <a:gd name="csY1" fmla="*/ 2347 h 51644"/>
                    <a:gd name="csX2" fmla="*/ 7044 w 118929"/>
                    <a:gd name="csY2" fmla="*/ 11718 h 51644"/>
                    <a:gd name="csX3" fmla="*/ 17466 w 118929"/>
                    <a:gd name="csY3" fmla="*/ 26387 h 51644"/>
                    <a:gd name="csX4" fmla="*/ 30742 w 118929"/>
                    <a:gd name="csY4" fmla="*/ 40444 h 51644"/>
                    <a:gd name="csX5" fmla="*/ 47857 w 118929"/>
                    <a:gd name="csY5" fmla="*/ 50223 h 51644"/>
                    <a:gd name="csX6" fmla="*/ 59487 w 118929"/>
                    <a:gd name="csY6" fmla="*/ 52056 h 51644"/>
                    <a:gd name="csX7" fmla="*/ 79235 w 118929"/>
                    <a:gd name="csY7" fmla="*/ 46658 h 51644"/>
                    <a:gd name="csX8" fmla="*/ 94376 w 118929"/>
                    <a:gd name="csY8" fmla="*/ 34638 h 51644"/>
                    <a:gd name="csX9" fmla="*/ 106444 w 118929"/>
                    <a:gd name="csY9" fmla="*/ 19766 h 51644"/>
                    <a:gd name="csX10" fmla="*/ 115222 w 118929"/>
                    <a:gd name="csY10" fmla="*/ 6625 h 51644"/>
                    <a:gd name="csX11" fmla="*/ 118732 w 118929"/>
                    <a:gd name="csY11" fmla="*/ 819 h 51644"/>
                    <a:gd name="csX12" fmla="*/ 118952 w 118929"/>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8929" h="51644">
                      <a:moveTo>
                        <a:pt x="22" y="412"/>
                      </a:moveTo>
                      <a:lnTo>
                        <a:pt x="1119" y="2347"/>
                      </a:lnTo>
                      <a:lnTo>
                        <a:pt x="7044" y="11718"/>
                      </a:lnTo>
                      <a:lnTo>
                        <a:pt x="17466" y="26387"/>
                      </a:lnTo>
                      <a:lnTo>
                        <a:pt x="30742" y="40444"/>
                      </a:lnTo>
                      <a:lnTo>
                        <a:pt x="47857" y="50223"/>
                      </a:lnTo>
                      <a:lnTo>
                        <a:pt x="59487" y="52056"/>
                      </a:lnTo>
                      <a:lnTo>
                        <a:pt x="79235" y="46658"/>
                      </a:lnTo>
                      <a:lnTo>
                        <a:pt x="94376" y="34638"/>
                      </a:lnTo>
                      <a:lnTo>
                        <a:pt x="106444" y="19766"/>
                      </a:lnTo>
                      <a:lnTo>
                        <a:pt x="115222" y="6625"/>
                      </a:lnTo>
                      <a:lnTo>
                        <a:pt x="118732" y="819"/>
                      </a:lnTo>
                      <a:lnTo>
                        <a:pt x="118952" y="412"/>
                      </a:lnTo>
                    </a:path>
                  </a:pathLst>
                </a:custGeom>
                <a:noFill/>
                <a:ln w="2521" cap="rnd">
                  <a:solidFill>
                    <a:srgbClr val="A52A2A"/>
                  </a:solidFill>
                  <a:prstDash val="solid"/>
                  <a:round/>
                </a:ln>
              </p:spPr>
              <p:txBody>
                <a:bodyPr/>
                <a:lstStyle/>
                <a:p>
                  <a:endParaRPr lang="zh-CN" altLang="en-US" sz="2190"/>
                </a:p>
              </p:txBody>
            </p:sp>
            <p:sp>
              <p:nvSpPr>
                <p:cNvPr id="1241" name="任意多边形: 形状 1240"/>
                <p:cNvSpPr/>
                <p:nvPr/>
              </p:nvSpPr>
              <p:spPr>
                <a:xfrm>
                  <a:off x="5976533" y="7354179"/>
                  <a:ext cx="118710" cy="103289"/>
                </a:xfrm>
                <a:custGeom>
                  <a:avLst/>
                  <a:gdLst>
                    <a:gd name="csX0" fmla="*/ 22 w 118710"/>
                    <a:gd name="csY0" fmla="*/ 412 h 103289"/>
                    <a:gd name="csX1" fmla="*/ 681 w 118710"/>
                    <a:gd name="csY1" fmla="*/ 2551 h 103289"/>
                    <a:gd name="csX2" fmla="*/ 4082 w 118710"/>
                    <a:gd name="csY2" fmla="*/ 13756 h 103289"/>
                    <a:gd name="csX3" fmla="*/ 10884 w 118710"/>
                    <a:gd name="csY3" fmla="*/ 34536 h 103289"/>
                    <a:gd name="csX4" fmla="*/ 20100 w 118710"/>
                    <a:gd name="csY4" fmla="*/ 58779 h 103289"/>
                    <a:gd name="csX5" fmla="*/ 30962 w 118710"/>
                    <a:gd name="csY5" fmla="*/ 80985 h 103289"/>
                    <a:gd name="csX6" fmla="*/ 44347 w 118710"/>
                    <a:gd name="csY6" fmla="*/ 97487 h 103289"/>
                    <a:gd name="csX7" fmla="*/ 59378 w 118710"/>
                    <a:gd name="csY7" fmla="*/ 103701 h 103289"/>
                    <a:gd name="csX8" fmla="*/ 75615 w 118710"/>
                    <a:gd name="csY8" fmla="*/ 96469 h 103289"/>
                    <a:gd name="csX9" fmla="*/ 88781 w 118710"/>
                    <a:gd name="csY9" fmla="*/ 79356 h 103289"/>
                    <a:gd name="csX10" fmla="*/ 99533 w 118710"/>
                    <a:gd name="csY10" fmla="*/ 56844 h 103289"/>
                    <a:gd name="csX11" fmla="*/ 108529 w 118710"/>
                    <a:gd name="csY11" fmla="*/ 32600 h 103289"/>
                    <a:gd name="csX12" fmla="*/ 115112 w 118710"/>
                    <a:gd name="csY12" fmla="*/ 12431 h 103289"/>
                    <a:gd name="csX13" fmla="*/ 118294 w 118710"/>
                    <a:gd name="csY13" fmla="*/ 2041 h 103289"/>
                    <a:gd name="csX14" fmla="*/ 118733 w 118710"/>
                    <a:gd name="csY14"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18710" h="103289">
                      <a:moveTo>
                        <a:pt x="22" y="412"/>
                      </a:moveTo>
                      <a:lnTo>
                        <a:pt x="681" y="2551"/>
                      </a:lnTo>
                      <a:lnTo>
                        <a:pt x="4082" y="13756"/>
                      </a:lnTo>
                      <a:lnTo>
                        <a:pt x="10884" y="34536"/>
                      </a:lnTo>
                      <a:lnTo>
                        <a:pt x="20100" y="58779"/>
                      </a:lnTo>
                      <a:lnTo>
                        <a:pt x="30962" y="80985"/>
                      </a:lnTo>
                      <a:lnTo>
                        <a:pt x="44347" y="97487"/>
                      </a:lnTo>
                      <a:lnTo>
                        <a:pt x="59378" y="103701"/>
                      </a:lnTo>
                      <a:lnTo>
                        <a:pt x="75615" y="96469"/>
                      </a:lnTo>
                      <a:lnTo>
                        <a:pt x="88781" y="79356"/>
                      </a:lnTo>
                      <a:lnTo>
                        <a:pt x="99533" y="56844"/>
                      </a:lnTo>
                      <a:lnTo>
                        <a:pt x="108529" y="32600"/>
                      </a:lnTo>
                      <a:lnTo>
                        <a:pt x="115112" y="12431"/>
                      </a:lnTo>
                      <a:lnTo>
                        <a:pt x="118294" y="2041"/>
                      </a:lnTo>
                      <a:lnTo>
                        <a:pt x="118733" y="412"/>
                      </a:lnTo>
                    </a:path>
                  </a:pathLst>
                </a:custGeom>
                <a:noFill/>
                <a:ln w="8220" cap="rnd">
                  <a:solidFill>
                    <a:srgbClr val="A52A2A"/>
                  </a:solidFill>
                  <a:prstDash val="solid"/>
                  <a:round/>
                </a:ln>
              </p:spPr>
              <p:txBody>
                <a:bodyPr/>
                <a:lstStyle/>
                <a:p>
                  <a:endParaRPr lang="zh-CN" altLang="en-US" sz="2190"/>
                </a:p>
              </p:txBody>
            </p:sp>
            <p:sp>
              <p:nvSpPr>
                <p:cNvPr id="1242" name="任意多边形: 形状 1241"/>
                <p:cNvSpPr/>
                <p:nvPr/>
              </p:nvSpPr>
              <p:spPr>
                <a:xfrm>
                  <a:off x="6105886" y="7354179"/>
                  <a:ext cx="18650" cy="51644"/>
                </a:xfrm>
                <a:custGeom>
                  <a:avLst/>
                  <a:gdLst>
                    <a:gd name="csX0" fmla="*/ 22 w 18650"/>
                    <a:gd name="csY0" fmla="*/ 412 h 51644"/>
                    <a:gd name="csX1" fmla="*/ 241 w 18650"/>
                    <a:gd name="csY1" fmla="*/ 2958 h 51644"/>
                    <a:gd name="csX2" fmla="*/ 1449 w 18650"/>
                    <a:gd name="csY2" fmla="*/ 14774 h 51644"/>
                    <a:gd name="csX3" fmla="*/ 3423 w 18650"/>
                    <a:gd name="csY3" fmla="*/ 31378 h 51644"/>
                    <a:gd name="csX4" fmla="*/ 5947 w 18650"/>
                    <a:gd name="csY4" fmla="*/ 45639 h 51644"/>
                    <a:gd name="csX5" fmla="*/ 9348 w 18650"/>
                    <a:gd name="csY5" fmla="*/ 52056 h 51644"/>
                    <a:gd name="csX6" fmla="*/ 12749 w 18650"/>
                    <a:gd name="csY6" fmla="*/ 45639 h 51644"/>
                    <a:gd name="csX7" fmla="*/ 15272 w 18650"/>
                    <a:gd name="csY7" fmla="*/ 31378 h 51644"/>
                    <a:gd name="csX8" fmla="*/ 17248 w 18650"/>
                    <a:gd name="csY8" fmla="*/ 14774 h 51644"/>
                    <a:gd name="csX9" fmla="*/ 18454 w 18650"/>
                    <a:gd name="csY9" fmla="*/ 2958 h 51644"/>
                    <a:gd name="csX10" fmla="*/ 18673 w 18650"/>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51644">
                      <a:moveTo>
                        <a:pt x="22" y="412"/>
                      </a:moveTo>
                      <a:lnTo>
                        <a:pt x="241" y="2958"/>
                      </a:lnTo>
                      <a:lnTo>
                        <a:pt x="1449" y="14774"/>
                      </a:lnTo>
                      <a:lnTo>
                        <a:pt x="3423" y="31378"/>
                      </a:lnTo>
                      <a:lnTo>
                        <a:pt x="5947" y="45639"/>
                      </a:lnTo>
                      <a:lnTo>
                        <a:pt x="9348" y="52056"/>
                      </a:lnTo>
                      <a:lnTo>
                        <a:pt x="12749" y="45639"/>
                      </a:lnTo>
                      <a:lnTo>
                        <a:pt x="15272" y="31378"/>
                      </a:lnTo>
                      <a:lnTo>
                        <a:pt x="17248" y="14774"/>
                      </a:lnTo>
                      <a:lnTo>
                        <a:pt x="18454" y="2958"/>
                      </a:lnTo>
                      <a:lnTo>
                        <a:pt x="18673" y="412"/>
                      </a:lnTo>
                    </a:path>
                  </a:pathLst>
                </a:custGeom>
                <a:noFill/>
                <a:ln w="1644" cap="rnd">
                  <a:solidFill>
                    <a:srgbClr val="A52A2A"/>
                  </a:solidFill>
                  <a:prstDash val="solid"/>
                  <a:round/>
                </a:ln>
              </p:spPr>
              <p:txBody>
                <a:bodyPr/>
                <a:lstStyle/>
                <a:p>
                  <a:endParaRPr lang="zh-CN" altLang="en-US" sz="2190"/>
                </a:p>
              </p:txBody>
            </p:sp>
            <p:sp>
              <p:nvSpPr>
                <p:cNvPr id="1243" name="任意多边形: 形状 1242"/>
                <p:cNvSpPr/>
                <p:nvPr/>
              </p:nvSpPr>
              <p:spPr>
                <a:xfrm>
                  <a:off x="6131230" y="7354179"/>
                  <a:ext cx="174992" cy="51644"/>
                </a:xfrm>
                <a:custGeom>
                  <a:avLst/>
                  <a:gdLst>
                    <a:gd name="csX0" fmla="*/ 22 w 174992"/>
                    <a:gd name="csY0" fmla="*/ 412 h 51644"/>
                    <a:gd name="csX1" fmla="*/ 1229 w 174992"/>
                    <a:gd name="csY1" fmla="*/ 1838 h 51644"/>
                    <a:gd name="csX2" fmla="*/ 7702 w 174992"/>
                    <a:gd name="csY2" fmla="*/ 8968 h 51644"/>
                    <a:gd name="csX3" fmla="*/ 19881 w 174992"/>
                    <a:gd name="csY3" fmla="*/ 21192 h 51644"/>
                    <a:gd name="csX4" fmla="*/ 35789 w 174992"/>
                    <a:gd name="csY4" fmla="*/ 34434 h 51644"/>
                    <a:gd name="csX5" fmla="*/ 55208 w 174992"/>
                    <a:gd name="csY5" fmla="*/ 45435 h 51644"/>
                    <a:gd name="csX6" fmla="*/ 79894 w 174992"/>
                    <a:gd name="csY6" fmla="*/ 51751 h 51644"/>
                    <a:gd name="csX7" fmla="*/ 87464 w 174992"/>
                    <a:gd name="csY7" fmla="*/ 52056 h 51644"/>
                    <a:gd name="csX8" fmla="*/ 113576 w 174992"/>
                    <a:gd name="csY8" fmla="*/ 47778 h 51644"/>
                    <a:gd name="csX9" fmla="*/ 134312 w 174992"/>
                    <a:gd name="csY9" fmla="*/ 37796 h 51644"/>
                    <a:gd name="csX10" fmla="*/ 151098 w 174992"/>
                    <a:gd name="csY10" fmla="*/ 24859 h 51644"/>
                    <a:gd name="csX11" fmla="*/ 164483 w 174992"/>
                    <a:gd name="csY11" fmla="*/ 11922 h 51644"/>
                    <a:gd name="csX12" fmla="*/ 172712 w 174992"/>
                    <a:gd name="csY12" fmla="*/ 3060 h 51644"/>
                    <a:gd name="csX13" fmla="*/ 175015 w 174992"/>
                    <a:gd name="csY13" fmla="*/ 514 h 51644"/>
                    <a:gd name="csX14" fmla="*/ 175015 w 174992"/>
                    <a:gd name="csY14"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74992" h="51644">
                      <a:moveTo>
                        <a:pt x="22" y="412"/>
                      </a:moveTo>
                      <a:lnTo>
                        <a:pt x="1229" y="1838"/>
                      </a:lnTo>
                      <a:lnTo>
                        <a:pt x="7702" y="8968"/>
                      </a:lnTo>
                      <a:lnTo>
                        <a:pt x="19881" y="21192"/>
                      </a:lnTo>
                      <a:lnTo>
                        <a:pt x="35789" y="34434"/>
                      </a:lnTo>
                      <a:lnTo>
                        <a:pt x="55208" y="45435"/>
                      </a:lnTo>
                      <a:lnTo>
                        <a:pt x="79894" y="51751"/>
                      </a:lnTo>
                      <a:lnTo>
                        <a:pt x="87464" y="52056"/>
                      </a:lnTo>
                      <a:lnTo>
                        <a:pt x="113576" y="47778"/>
                      </a:lnTo>
                      <a:lnTo>
                        <a:pt x="134312" y="37796"/>
                      </a:lnTo>
                      <a:lnTo>
                        <a:pt x="151098" y="24859"/>
                      </a:lnTo>
                      <a:lnTo>
                        <a:pt x="164483" y="11922"/>
                      </a:lnTo>
                      <a:lnTo>
                        <a:pt x="172712" y="3060"/>
                      </a:lnTo>
                      <a:lnTo>
                        <a:pt x="175015" y="514"/>
                      </a:lnTo>
                      <a:lnTo>
                        <a:pt x="175015" y="412"/>
                      </a:lnTo>
                    </a:path>
                  </a:pathLst>
                </a:custGeom>
                <a:noFill/>
                <a:ln w="1644" cap="rnd">
                  <a:solidFill>
                    <a:srgbClr val="A52A2A"/>
                  </a:solidFill>
                  <a:prstDash val="solid"/>
                  <a:round/>
                </a:ln>
              </p:spPr>
              <p:txBody>
                <a:bodyPr/>
                <a:lstStyle/>
                <a:p>
                  <a:endParaRPr lang="zh-CN" altLang="en-US" sz="2190"/>
                </a:p>
              </p:txBody>
            </p:sp>
            <p:sp>
              <p:nvSpPr>
                <p:cNvPr id="1244" name="任意多边形: 形状 1243"/>
                <p:cNvSpPr/>
                <p:nvPr/>
              </p:nvSpPr>
              <p:spPr>
                <a:xfrm>
                  <a:off x="6311489" y="7354179"/>
                  <a:ext cx="83163" cy="51644"/>
                </a:xfrm>
                <a:custGeom>
                  <a:avLst/>
                  <a:gdLst>
                    <a:gd name="csX0" fmla="*/ 22 w 83163"/>
                    <a:gd name="csY0" fmla="*/ 412 h 51644"/>
                    <a:gd name="csX1" fmla="*/ 1009 w 83163"/>
                    <a:gd name="csY1" fmla="*/ 2856 h 51644"/>
                    <a:gd name="csX2" fmla="*/ 5947 w 83163"/>
                    <a:gd name="csY2" fmla="*/ 13959 h 51644"/>
                    <a:gd name="csX3" fmla="*/ 14395 w 83163"/>
                    <a:gd name="csY3" fmla="*/ 30156 h 51644"/>
                    <a:gd name="csX4" fmla="*/ 25147 w 83163"/>
                    <a:gd name="csY4" fmla="*/ 44315 h 51644"/>
                    <a:gd name="csX5" fmla="*/ 39409 w 83163"/>
                    <a:gd name="csY5" fmla="*/ 51954 h 51644"/>
                    <a:gd name="csX6" fmla="*/ 41604 w 83163"/>
                    <a:gd name="csY6" fmla="*/ 52056 h 51644"/>
                    <a:gd name="csX7" fmla="*/ 56415 w 83163"/>
                    <a:gd name="csY7" fmla="*/ 45843 h 51644"/>
                    <a:gd name="csX8" fmla="*/ 67606 w 83163"/>
                    <a:gd name="csY8" fmla="*/ 32295 h 51644"/>
                    <a:gd name="csX9" fmla="*/ 76274 w 83163"/>
                    <a:gd name="csY9" fmla="*/ 15997 h 51644"/>
                    <a:gd name="csX10" fmla="*/ 81868 w 83163"/>
                    <a:gd name="csY10" fmla="*/ 3773 h 51644"/>
                    <a:gd name="csX11" fmla="*/ 83186 w 83163"/>
                    <a:gd name="csY11"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83163" h="51644">
                      <a:moveTo>
                        <a:pt x="22" y="412"/>
                      </a:moveTo>
                      <a:lnTo>
                        <a:pt x="1009" y="2856"/>
                      </a:lnTo>
                      <a:lnTo>
                        <a:pt x="5947" y="13959"/>
                      </a:lnTo>
                      <a:lnTo>
                        <a:pt x="14395" y="30156"/>
                      </a:lnTo>
                      <a:lnTo>
                        <a:pt x="25147" y="44315"/>
                      </a:lnTo>
                      <a:lnTo>
                        <a:pt x="39409" y="51954"/>
                      </a:lnTo>
                      <a:lnTo>
                        <a:pt x="41604" y="52056"/>
                      </a:lnTo>
                      <a:lnTo>
                        <a:pt x="56415" y="45843"/>
                      </a:lnTo>
                      <a:lnTo>
                        <a:pt x="67606" y="32295"/>
                      </a:lnTo>
                      <a:lnTo>
                        <a:pt x="76274" y="15997"/>
                      </a:lnTo>
                      <a:lnTo>
                        <a:pt x="81868" y="3773"/>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83" name="图形 2"/>
              <p:cNvGrpSpPr/>
              <p:nvPr/>
            </p:nvGrpSpPr>
            <p:grpSpPr>
              <a:xfrm>
                <a:off x="166716" y="7860820"/>
                <a:ext cx="289822" cy="631727"/>
                <a:chOff x="166716" y="7860820"/>
                <a:chExt cx="289822" cy="631727"/>
              </a:xfrm>
            </p:grpSpPr>
            <p:sp>
              <p:nvSpPr>
                <p:cNvPr id="111" name="任意多边形: 形状 110"/>
                <p:cNvSpPr/>
                <p:nvPr/>
              </p:nvSpPr>
              <p:spPr>
                <a:xfrm>
                  <a:off x="373783" y="7879997"/>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12" name="任意多边形: 形状 111"/>
                <p:cNvSpPr/>
                <p:nvPr/>
              </p:nvSpPr>
              <p:spPr>
                <a:xfrm>
                  <a:off x="373783" y="7879997"/>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13" name="任意多边形: 形状 112"/>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path>
                  </a:pathLst>
                </a:custGeom>
                <a:noFill/>
                <a:ln w="8220" cap="rnd">
                  <a:solidFill>
                    <a:srgbClr val="000000"/>
                  </a:solidFill>
                  <a:prstDash val="solid"/>
                  <a:round/>
                </a:ln>
              </p:spPr>
              <p:txBody>
                <a:bodyPr/>
                <a:lstStyle/>
                <a:p>
                  <a:endParaRPr lang="zh-CN" altLang="en-US" sz="2190"/>
                </a:p>
              </p:txBody>
            </p:sp>
            <p:sp>
              <p:nvSpPr>
                <p:cNvPr id="114" name="任意多边形: 形状 113"/>
                <p:cNvSpPr/>
                <p:nvPr/>
              </p:nvSpPr>
              <p:spPr>
                <a:xfrm>
                  <a:off x="354034" y="8383202"/>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5" name="任意多边形: 形状 114"/>
                <p:cNvSpPr/>
                <p:nvPr/>
              </p:nvSpPr>
              <p:spPr>
                <a:xfrm>
                  <a:off x="354034" y="829733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6" name="任意多边形: 形状 115"/>
                <p:cNvSpPr/>
                <p:nvPr/>
              </p:nvSpPr>
              <p:spPr>
                <a:xfrm>
                  <a:off x="354034" y="821135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7" name="任意多边形: 形状 116"/>
                <p:cNvSpPr/>
                <p:nvPr/>
              </p:nvSpPr>
              <p:spPr>
                <a:xfrm>
                  <a:off x="354034" y="812538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8" name="任意多边形: 形状 117"/>
                <p:cNvSpPr/>
                <p:nvPr/>
              </p:nvSpPr>
              <p:spPr>
                <a:xfrm>
                  <a:off x="354034" y="803941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9" name="任意多边形: 形状 118"/>
                <p:cNvSpPr/>
                <p:nvPr/>
              </p:nvSpPr>
              <p:spPr>
                <a:xfrm>
                  <a:off x="354034" y="7953440"/>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14" name="文本框 1213"/>
                <p:cNvSpPr txBox="1"/>
                <p:nvPr/>
              </p:nvSpPr>
              <p:spPr>
                <a:xfrm>
                  <a:off x="183191" y="8290683"/>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215" name="文本框 1214"/>
                <p:cNvSpPr txBox="1"/>
                <p:nvPr/>
              </p:nvSpPr>
              <p:spPr>
                <a:xfrm>
                  <a:off x="183191" y="8032765"/>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6</a:t>
                  </a:r>
                </a:p>
              </p:txBody>
            </p:sp>
            <p:sp>
              <p:nvSpPr>
                <p:cNvPr id="1216" name="文本框 1215"/>
                <p:cNvSpPr txBox="1"/>
                <p:nvPr/>
              </p:nvSpPr>
              <p:spPr>
                <a:xfrm>
                  <a:off x="166716" y="7860820"/>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217" name="任意多边形: 形状 1216"/>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close/>
                    </a:path>
                  </a:pathLst>
                </a:custGeom>
                <a:solidFill>
                  <a:srgbClr val="000000"/>
                </a:solidFill>
                <a:ln w="10959" cap="flat">
                  <a:noFill/>
                  <a:prstDash val="solid"/>
                  <a:miter/>
                </a:ln>
              </p:spPr>
              <p:txBody>
                <a:bodyPr/>
                <a:lstStyle/>
                <a:p>
                  <a:endParaRPr lang="zh-CN" altLang="en-US" sz="2190"/>
                </a:p>
              </p:txBody>
            </p:sp>
            <p:sp>
              <p:nvSpPr>
                <p:cNvPr id="1218" name="任意多边形: 形状 1217"/>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4" name="图形 2"/>
              <p:cNvGrpSpPr/>
              <p:nvPr/>
            </p:nvGrpSpPr>
            <p:grpSpPr>
              <a:xfrm>
                <a:off x="967663" y="7930827"/>
                <a:ext cx="5426989" cy="413055"/>
                <a:chOff x="967663" y="7930827"/>
                <a:chExt cx="5426989" cy="413055"/>
              </a:xfrm>
              <a:noFill/>
            </p:grpSpPr>
            <p:sp>
              <p:nvSpPr>
                <p:cNvPr id="85" name="任意多边形: 形状 84"/>
                <p:cNvSpPr/>
                <p:nvPr/>
              </p:nvSpPr>
              <p:spPr>
                <a:xfrm>
                  <a:off x="967663" y="7930827"/>
                  <a:ext cx="1119738" cy="41254"/>
                </a:xfrm>
                <a:custGeom>
                  <a:avLst/>
                  <a:gdLst>
                    <a:gd name="csX0" fmla="*/ 22 w 1119738"/>
                    <a:gd name="csY0" fmla="*/ 412 h 41254"/>
                    <a:gd name="csX1" fmla="*/ 680 w 1119738"/>
                    <a:gd name="csY1" fmla="*/ 514 h 41254"/>
                    <a:gd name="csX2" fmla="*/ 4959 w 1119738"/>
                    <a:gd name="csY2" fmla="*/ 1125 h 41254"/>
                    <a:gd name="csX3" fmla="*/ 15382 w 1119738"/>
                    <a:gd name="csY3" fmla="*/ 2551 h 41254"/>
                    <a:gd name="csX4" fmla="*/ 33156 w 1119738"/>
                    <a:gd name="csY4" fmla="*/ 4996 h 41254"/>
                    <a:gd name="csX5" fmla="*/ 58609 w 1119738"/>
                    <a:gd name="csY5" fmla="*/ 8459 h 41254"/>
                    <a:gd name="csX6" fmla="*/ 90536 w 1119738"/>
                    <a:gd name="csY6" fmla="*/ 12533 h 41254"/>
                    <a:gd name="csX7" fmla="*/ 127838 w 1119738"/>
                    <a:gd name="csY7" fmla="*/ 17015 h 41254"/>
                    <a:gd name="csX8" fmla="*/ 169310 w 1119738"/>
                    <a:gd name="csY8" fmla="*/ 21701 h 41254"/>
                    <a:gd name="csX9" fmla="*/ 214293 w 1119738"/>
                    <a:gd name="csY9" fmla="*/ 26183 h 41254"/>
                    <a:gd name="csX10" fmla="*/ 263116 w 1119738"/>
                    <a:gd name="csY10" fmla="*/ 30461 h 41254"/>
                    <a:gd name="csX11" fmla="*/ 316327 w 1119738"/>
                    <a:gd name="csY11" fmla="*/ 34230 h 41254"/>
                    <a:gd name="csX12" fmla="*/ 375353 w 1119738"/>
                    <a:gd name="csY12" fmla="*/ 37490 h 41254"/>
                    <a:gd name="csX13" fmla="*/ 441181 w 1119738"/>
                    <a:gd name="csY13" fmla="*/ 39935 h 41254"/>
                    <a:gd name="csX14" fmla="*/ 513811 w 1119738"/>
                    <a:gd name="csY14" fmla="*/ 41361 h 41254"/>
                    <a:gd name="csX15" fmla="*/ 559891 w 1119738"/>
                    <a:gd name="csY15" fmla="*/ 41666 h 41254"/>
                    <a:gd name="csX16" fmla="*/ 635374 w 1119738"/>
                    <a:gd name="csY16" fmla="*/ 40953 h 41254"/>
                    <a:gd name="csX17" fmla="*/ 705481 w 1119738"/>
                    <a:gd name="csY17" fmla="*/ 39018 h 41254"/>
                    <a:gd name="csX18" fmla="*/ 768457 w 1119738"/>
                    <a:gd name="csY18" fmla="*/ 36268 h 41254"/>
                    <a:gd name="csX19" fmla="*/ 825069 w 1119738"/>
                    <a:gd name="csY19" fmla="*/ 32804 h 41254"/>
                    <a:gd name="csX20" fmla="*/ 876415 w 1119738"/>
                    <a:gd name="csY20" fmla="*/ 28832 h 41254"/>
                    <a:gd name="csX21" fmla="*/ 923592 w 1119738"/>
                    <a:gd name="csY21" fmla="*/ 24452 h 41254"/>
                    <a:gd name="csX22" fmla="*/ 967258 w 1119738"/>
                    <a:gd name="csY22" fmla="*/ 19868 h 41254"/>
                    <a:gd name="csX23" fmla="*/ 1007194 w 1119738"/>
                    <a:gd name="csY23" fmla="*/ 15182 h 41254"/>
                    <a:gd name="csX24" fmla="*/ 1042522 w 1119738"/>
                    <a:gd name="csY24" fmla="*/ 10802 h 41254"/>
                    <a:gd name="csX25" fmla="*/ 1072145 w 1119738"/>
                    <a:gd name="csY25" fmla="*/ 6931 h 41254"/>
                    <a:gd name="csX26" fmla="*/ 1094526 w 1119738"/>
                    <a:gd name="csY26" fmla="*/ 3977 h 41254"/>
                    <a:gd name="csX27" fmla="*/ 1109447 w 1119738"/>
                    <a:gd name="csY27" fmla="*/ 1838 h 41254"/>
                    <a:gd name="csX28" fmla="*/ 1117127 w 1119738"/>
                    <a:gd name="csY28" fmla="*/ 717 h 41254"/>
                    <a:gd name="csX29" fmla="*/ 1119651 w 1119738"/>
                    <a:gd name="csY29" fmla="*/ 412 h 41254"/>
                    <a:gd name="csX30" fmla="*/ 1119760 w 1119738"/>
                    <a:gd name="csY3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41254">
                      <a:moveTo>
                        <a:pt x="22" y="412"/>
                      </a:moveTo>
                      <a:lnTo>
                        <a:pt x="680" y="514"/>
                      </a:lnTo>
                      <a:lnTo>
                        <a:pt x="4959" y="1125"/>
                      </a:lnTo>
                      <a:lnTo>
                        <a:pt x="15382" y="2551"/>
                      </a:lnTo>
                      <a:lnTo>
                        <a:pt x="33156" y="4996"/>
                      </a:lnTo>
                      <a:lnTo>
                        <a:pt x="58609" y="8459"/>
                      </a:lnTo>
                      <a:lnTo>
                        <a:pt x="90536" y="12533"/>
                      </a:lnTo>
                      <a:lnTo>
                        <a:pt x="127838" y="17015"/>
                      </a:lnTo>
                      <a:lnTo>
                        <a:pt x="169310" y="21701"/>
                      </a:lnTo>
                      <a:lnTo>
                        <a:pt x="214293" y="26183"/>
                      </a:lnTo>
                      <a:lnTo>
                        <a:pt x="263116" y="30461"/>
                      </a:lnTo>
                      <a:lnTo>
                        <a:pt x="316327" y="34230"/>
                      </a:lnTo>
                      <a:lnTo>
                        <a:pt x="375353" y="37490"/>
                      </a:lnTo>
                      <a:lnTo>
                        <a:pt x="441181" y="39935"/>
                      </a:lnTo>
                      <a:lnTo>
                        <a:pt x="513811" y="41361"/>
                      </a:lnTo>
                      <a:lnTo>
                        <a:pt x="559891" y="41666"/>
                      </a:lnTo>
                      <a:lnTo>
                        <a:pt x="635374" y="40953"/>
                      </a:lnTo>
                      <a:lnTo>
                        <a:pt x="705481" y="39018"/>
                      </a:lnTo>
                      <a:lnTo>
                        <a:pt x="768457" y="36268"/>
                      </a:lnTo>
                      <a:lnTo>
                        <a:pt x="825069" y="32804"/>
                      </a:lnTo>
                      <a:lnTo>
                        <a:pt x="876415" y="28832"/>
                      </a:lnTo>
                      <a:lnTo>
                        <a:pt x="923592" y="24452"/>
                      </a:lnTo>
                      <a:lnTo>
                        <a:pt x="967258" y="19868"/>
                      </a:lnTo>
                      <a:lnTo>
                        <a:pt x="1007194" y="15182"/>
                      </a:lnTo>
                      <a:lnTo>
                        <a:pt x="1042522" y="10802"/>
                      </a:lnTo>
                      <a:lnTo>
                        <a:pt x="1072145" y="6931"/>
                      </a:lnTo>
                      <a:lnTo>
                        <a:pt x="1094526" y="3977"/>
                      </a:lnTo>
                      <a:lnTo>
                        <a:pt x="1109447" y="1838"/>
                      </a:lnTo>
                      <a:lnTo>
                        <a:pt x="1117127" y="717"/>
                      </a:lnTo>
                      <a:lnTo>
                        <a:pt x="1119651" y="412"/>
                      </a:lnTo>
                      <a:lnTo>
                        <a:pt x="1119760" y="412"/>
                      </a:lnTo>
                    </a:path>
                  </a:pathLst>
                </a:custGeom>
                <a:noFill/>
                <a:ln w="5260" cap="rnd">
                  <a:solidFill>
                    <a:srgbClr val="A52A2A"/>
                  </a:solidFill>
                  <a:prstDash val="solid"/>
                  <a:round/>
                </a:ln>
              </p:spPr>
              <p:txBody>
                <a:bodyPr/>
                <a:lstStyle/>
                <a:p>
                  <a:endParaRPr lang="zh-CN" altLang="en-US" sz="2190"/>
                </a:p>
              </p:txBody>
            </p:sp>
            <p:sp>
              <p:nvSpPr>
                <p:cNvPr id="86" name="任意多边形: 形状 85"/>
                <p:cNvSpPr/>
                <p:nvPr/>
              </p:nvSpPr>
              <p:spPr>
                <a:xfrm>
                  <a:off x="967663" y="7930827"/>
                  <a:ext cx="2851788" cy="82611"/>
                </a:xfrm>
                <a:custGeom>
                  <a:avLst/>
                  <a:gdLst>
                    <a:gd name="csX0" fmla="*/ 22 w 2851788"/>
                    <a:gd name="csY0" fmla="*/ 412 h 82611"/>
                    <a:gd name="csX1" fmla="*/ 461 w 2851788"/>
                    <a:gd name="csY1" fmla="*/ 412 h 82611"/>
                    <a:gd name="csX2" fmla="*/ 3313 w 2851788"/>
                    <a:gd name="csY2" fmla="*/ 717 h 82611"/>
                    <a:gd name="csX3" fmla="*/ 10555 w 2851788"/>
                    <a:gd name="csY3" fmla="*/ 1532 h 82611"/>
                    <a:gd name="csX4" fmla="*/ 23720 w 2851788"/>
                    <a:gd name="csY4" fmla="*/ 3060 h 82611"/>
                    <a:gd name="csX5" fmla="*/ 44017 w 2851788"/>
                    <a:gd name="csY5" fmla="*/ 5301 h 82611"/>
                    <a:gd name="csX6" fmla="*/ 71885 w 2851788"/>
                    <a:gd name="csY6" fmla="*/ 8357 h 82611"/>
                    <a:gd name="csX7" fmla="*/ 107432 w 2851788"/>
                    <a:gd name="csY7" fmla="*/ 12126 h 82611"/>
                    <a:gd name="csX8" fmla="*/ 150330 w 2851788"/>
                    <a:gd name="csY8" fmla="*/ 16608 h 82611"/>
                    <a:gd name="csX9" fmla="*/ 199811 w 2851788"/>
                    <a:gd name="csY9" fmla="*/ 21599 h 82611"/>
                    <a:gd name="csX10" fmla="*/ 255106 w 2851788"/>
                    <a:gd name="csY10" fmla="*/ 27100 h 82611"/>
                    <a:gd name="csX11" fmla="*/ 315230 w 2851788"/>
                    <a:gd name="csY11" fmla="*/ 32804 h 82611"/>
                    <a:gd name="csX12" fmla="*/ 379741 w 2851788"/>
                    <a:gd name="csY12" fmla="*/ 38610 h 82611"/>
                    <a:gd name="csX13" fmla="*/ 447873 w 2851788"/>
                    <a:gd name="csY13" fmla="*/ 44417 h 82611"/>
                    <a:gd name="csX14" fmla="*/ 519626 w 2851788"/>
                    <a:gd name="csY14" fmla="*/ 50019 h 82611"/>
                    <a:gd name="csX15" fmla="*/ 594890 w 2851788"/>
                    <a:gd name="csY15" fmla="*/ 55520 h 82611"/>
                    <a:gd name="csX16" fmla="*/ 674103 w 2851788"/>
                    <a:gd name="csY16" fmla="*/ 60715 h 82611"/>
                    <a:gd name="csX17" fmla="*/ 757925 w 2851788"/>
                    <a:gd name="csY17" fmla="*/ 65604 h 82611"/>
                    <a:gd name="csX18" fmla="*/ 847012 w 2851788"/>
                    <a:gd name="csY18" fmla="*/ 69984 h 82611"/>
                    <a:gd name="csX19" fmla="*/ 942243 w 2851788"/>
                    <a:gd name="csY19" fmla="*/ 73957 h 82611"/>
                    <a:gd name="csX20" fmla="*/ 1044277 w 2851788"/>
                    <a:gd name="csY20" fmla="*/ 77421 h 82611"/>
                    <a:gd name="csX21" fmla="*/ 1153442 w 2851788"/>
                    <a:gd name="csY21" fmla="*/ 80171 h 82611"/>
                    <a:gd name="csX22" fmla="*/ 1269300 w 2851788"/>
                    <a:gd name="csY22" fmla="*/ 82004 h 82611"/>
                    <a:gd name="csX23" fmla="*/ 1390095 w 2851788"/>
                    <a:gd name="csY23" fmla="*/ 82921 h 82611"/>
                    <a:gd name="csX24" fmla="*/ 1425862 w 2851788"/>
                    <a:gd name="csY24" fmla="*/ 83023 h 82611"/>
                    <a:gd name="csX25" fmla="*/ 1547534 w 2851788"/>
                    <a:gd name="csY25" fmla="*/ 82412 h 82611"/>
                    <a:gd name="csX26" fmla="*/ 1665038 w 2851788"/>
                    <a:gd name="csY26" fmla="*/ 80782 h 82611"/>
                    <a:gd name="csX27" fmla="*/ 1776287 w 2851788"/>
                    <a:gd name="csY27" fmla="*/ 78235 h 82611"/>
                    <a:gd name="csX28" fmla="*/ 1880406 w 2851788"/>
                    <a:gd name="csY28" fmla="*/ 75078 h 82611"/>
                    <a:gd name="csX29" fmla="*/ 1977612 w 2851788"/>
                    <a:gd name="csY29" fmla="*/ 71207 h 82611"/>
                    <a:gd name="csX30" fmla="*/ 2068345 w 2851788"/>
                    <a:gd name="csY30" fmla="*/ 66928 h 82611"/>
                    <a:gd name="csX31" fmla="*/ 2153593 w 2851788"/>
                    <a:gd name="csY31" fmla="*/ 62141 h 82611"/>
                    <a:gd name="csX32" fmla="*/ 2234123 w 2851788"/>
                    <a:gd name="csY32" fmla="*/ 57048 h 82611"/>
                    <a:gd name="csX33" fmla="*/ 2310483 w 2851788"/>
                    <a:gd name="csY33" fmla="*/ 51649 h 82611"/>
                    <a:gd name="csX34" fmla="*/ 2383224 w 2851788"/>
                    <a:gd name="csY34" fmla="*/ 46046 h 82611"/>
                    <a:gd name="csX35" fmla="*/ 2452453 w 2851788"/>
                    <a:gd name="csY35" fmla="*/ 40240 h 82611"/>
                    <a:gd name="csX36" fmla="*/ 2518062 w 2851788"/>
                    <a:gd name="csY36" fmla="*/ 34434 h 82611"/>
                    <a:gd name="csX37" fmla="*/ 2579611 w 2851788"/>
                    <a:gd name="csY37" fmla="*/ 28730 h 82611"/>
                    <a:gd name="csX38" fmla="*/ 2636333 w 2851788"/>
                    <a:gd name="csY38" fmla="*/ 23229 h 82611"/>
                    <a:gd name="csX39" fmla="*/ 2687679 w 2851788"/>
                    <a:gd name="csY39" fmla="*/ 18034 h 82611"/>
                    <a:gd name="csX40" fmla="*/ 2732552 w 2851788"/>
                    <a:gd name="csY40" fmla="*/ 13348 h 82611"/>
                    <a:gd name="csX41" fmla="*/ 2770294 w 2851788"/>
                    <a:gd name="csY41" fmla="*/ 9376 h 82611"/>
                    <a:gd name="csX42" fmla="*/ 2800355 w 2851788"/>
                    <a:gd name="csY42" fmla="*/ 6116 h 82611"/>
                    <a:gd name="csX43" fmla="*/ 2822847 w 2851788"/>
                    <a:gd name="csY43" fmla="*/ 3671 h 82611"/>
                    <a:gd name="csX44" fmla="*/ 2837987 w 2851788"/>
                    <a:gd name="csY44" fmla="*/ 1940 h 82611"/>
                    <a:gd name="csX45" fmla="*/ 2846874 w 2851788"/>
                    <a:gd name="csY45" fmla="*/ 921 h 82611"/>
                    <a:gd name="csX46" fmla="*/ 2850824 w 2851788"/>
                    <a:gd name="csY46" fmla="*/ 514 h 82611"/>
                    <a:gd name="csX47" fmla="*/ 2851701 w 2851788"/>
                    <a:gd name="csY47" fmla="*/ 412 h 82611"/>
                    <a:gd name="csX48" fmla="*/ 2851811 w 2851788"/>
                    <a:gd name="csY48" fmla="*/ 412 h 82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82611">
                      <a:moveTo>
                        <a:pt x="22" y="412"/>
                      </a:moveTo>
                      <a:lnTo>
                        <a:pt x="461" y="412"/>
                      </a:lnTo>
                      <a:lnTo>
                        <a:pt x="3313" y="717"/>
                      </a:lnTo>
                      <a:lnTo>
                        <a:pt x="10555" y="1532"/>
                      </a:lnTo>
                      <a:lnTo>
                        <a:pt x="23720" y="3060"/>
                      </a:lnTo>
                      <a:lnTo>
                        <a:pt x="44017" y="5301"/>
                      </a:lnTo>
                      <a:lnTo>
                        <a:pt x="71885" y="8357"/>
                      </a:lnTo>
                      <a:lnTo>
                        <a:pt x="107432" y="12126"/>
                      </a:lnTo>
                      <a:lnTo>
                        <a:pt x="150330" y="16608"/>
                      </a:lnTo>
                      <a:lnTo>
                        <a:pt x="199811" y="21599"/>
                      </a:lnTo>
                      <a:lnTo>
                        <a:pt x="255106" y="27100"/>
                      </a:lnTo>
                      <a:lnTo>
                        <a:pt x="315230" y="32804"/>
                      </a:lnTo>
                      <a:lnTo>
                        <a:pt x="379741" y="38610"/>
                      </a:lnTo>
                      <a:lnTo>
                        <a:pt x="447873" y="44417"/>
                      </a:lnTo>
                      <a:lnTo>
                        <a:pt x="519626" y="50019"/>
                      </a:lnTo>
                      <a:lnTo>
                        <a:pt x="594890" y="55520"/>
                      </a:lnTo>
                      <a:lnTo>
                        <a:pt x="674103" y="60715"/>
                      </a:lnTo>
                      <a:lnTo>
                        <a:pt x="757925" y="65604"/>
                      </a:lnTo>
                      <a:lnTo>
                        <a:pt x="847012" y="69984"/>
                      </a:lnTo>
                      <a:lnTo>
                        <a:pt x="942243" y="73957"/>
                      </a:lnTo>
                      <a:lnTo>
                        <a:pt x="1044277" y="77421"/>
                      </a:lnTo>
                      <a:lnTo>
                        <a:pt x="1153442" y="80171"/>
                      </a:lnTo>
                      <a:lnTo>
                        <a:pt x="1269300" y="82004"/>
                      </a:lnTo>
                      <a:lnTo>
                        <a:pt x="1390095" y="82921"/>
                      </a:lnTo>
                      <a:lnTo>
                        <a:pt x="1425862" y="83023"/>
                      </a:lnTo>
                      <a:lnTo>
                        <a:pt x="1547534" y="82412"/>
                      </a:lnTo>
                      <a:lnTo>
                        <a:pt x="1665038" y="80782"/>
                      </a:lnTo>
                      <a:lnTo>
                        <a:pt x="1776287" y="78235"/>
                      </a:lnTo>
                      <a:lnTo>
                        <a:pt x="1880406" y="75078"/>
                      </a:lnTo>
                      <a:lnTo>
                        <a:pt x="1977612" y="71207"/>
                      </a:lnTo>
                      <a:lnTo>
                        <a:pt x="2068345" y="66928"/>
                      </a:lnTo>
                      <a:lnTo>
                        <a:pt x="2153593" y="62141"/>
                      </a:lnTo>
                      <a:lnTo>
                        <a:pt x="2234123" y="57048"/>
                      </a:lnTo>
                      <a:lnTo>
                        <a:pt x="2310483" y="51649"/>
                      </a:lnTo>
                      <a:lnTo>
                        <a:pt x="2383224" y="46046"/>
                      </a:lnTo>
                      <a:lnTo>
                        <a:pt x="2452453" y="40240"/>
                      </a:lnTo>
                      <a:lnTo>
                        <a:pt x="2518062" y="34434"/>
                      </a:lnTo>
                      <a:lnTo>
                        <a:pt x="2579611" y="28730"/>
                      </a:lnTo>
                      <a:lnTo>
                        <a:pt x="2636333" y="23229"/>
                      </a:lnTo>
                      <a:lnTo>
                        <a:pt x="2687679" y="18034"/>
                      </a:lnTo>
                      <a:lnTo>
                        <a:pt x="2732552" y="13348"/>
                      </a:lnTo>
                      <a:lnTo>
                        <a:pt x="2770294" y="9376"/>
                      </a:lnTo>
                      <a:lnTo>
                        <a:pt x="2800355" y="6116"/>
                      </a:lnTo>
                      <a:lnTo>
                        <a:pt x="2822847" y="3671"/>
                      </a:lnTo>
                      <a:lnTo>
                        <a:pt x="2837987" y="1940"/>
                      </a:lnTo>
                      <a:lnTo>
                        <a:pt x="2846874" y="921"/>
                      </a:lnTo>
                      <a:lnTo>
                        <a:pt x="2850824" y="514"/>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87" name="任意多边形: 形状 86"/>
                <p:cNvSpPr/>
                <p:nvPr/>
              </p:nvSpPr>
              <p:spPr>
                <a:xfrm>
                  <a:off x="2095411" y="7930827"/>
                  <a:ext cx="148332" cy="123865"/>
                </a:xfrm>
                <a:custGeom>
                  <a:avLst/>
                  <a:gdLst>
                    <a:gd name="csX0" fmla="*/ 22 w 148332"/>
                    <a:gd name="csY0" fmla="*/ 412 h 123865"/>
                    <a:gd name="csX1" fmla="*/ 571 w 148332"/>
                    <a:gd name="csY1" fmla="*/ 2245 h 123865"/>
                    <a:gd name="csX2" fmla="*/ 3862 w 148332"/>
                    <a:gd name="csY2" fmla="*/ 12941 h 123865"/>
                    <a:gd name="csX3" fmla="*/ 10884 w 148332"/>
                    <a:gd name="csY3" fmla="*/ 33619 h 123865"/>
                    <a:gd name="csX4" fmla="*/ 20538 w 148332"/>
                    <a:gd name="csY4" fmla="*/ 59696 h 123865"/>
                    <a:gd name="csX5" fmla="*/ 32058 w 148332"/>
                    <a:gd name="csY5" fmla="*/ 85468 h 123865"/>
                    <a:gd name="csX6" fmla="*/ 45663 w 148332"/>
                    <a:gd name="csY6" fmla="*/ 107062 h 123865"/>
                    <a:gd name="csX7" fmla="*/ 62340 w 148332"/>
                    <a:gd name="csY7" fmla="*/ 121324 h 123865"/>
                    <a:gd name="csX8" fmla="*/ 74079 w 148332"/>
                    <a:gd name="csY8" fmla="*/ 124277 h 123865"/>
                    <a:gd name="csX9" fmla="*/ 92620 w 148332"/>
                    <a:gd name="csY9" fmla="*/ 116943 h 123865"/>
                    <a:gd name="csX10" fmla="*/ 108090 w 148332"/>
                    <a:gd name="csY10" fmla="*/ 99423 h 123865"/>
                    <a:gd name="csX11" fmla="*/ 120817 w 148332"/>
                    <a:gd name="csY11" fmla="*/ 75892 h 123865"/>
                    <a:gd name="csX12" fmla="*/ 131679 w 148332"/>
                    <a:gd name="csY12" fmla="*/ 49510 h 123865"/>
                    <a:gd name="csX13" fmla="*/ 140456 w 148332"/>
                    <a:gd name="csY13" fmla="*/ 24757 h 123865"/>
                    <a:gd name="csX14" fmla="*/ 146051 w 148332"/>
                    <a:gd name="csY14" fmla="*/ 7542 h 123865"/>
                    <a:gd name="csX15" fmla="*/ 148136 w 148332"/>
                    <a:gd name="csY15" fmla="*/ 819 h 123865"/>
                    <a:gd name="csX16" fmla="*/ 148355 w 148332"/>
                    <a:gd name="csY16" fmla="*/ 412 h 123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48332" h="123865">
                      <a:moveTo>
                        <a:pt x="22" y="412"/>
                      </a:moveTo>
                      <a:lnTo>
                        <a:pt x="571" y="2245"/>
                      </a:lnTo>
                      <a:lnTo>
                        <a:pt x="3862" y="12941"/>
                      </a:lnTo>
                      <a:lnTo>
                        <a:pt x="10884" y="33619"/>
                      </a:lnTo>
                      <a:lnTo>
                        <a:pt x="20538" y="59696"/>
                      </a:lnTo>
                      <a:lnTo>
                        <a:pt x="32058" y="85468"/>
                      </a:lnTo>
                      <a:lnTo>
                        <a:pt x="45663" y="107062"/>
                      </a:lnTo>
                      <a:lnTo>
                        <a:pt x="62340" y="121324"/>
                      </a:lnTo>
                      <a:lnTo>
                        <a:pt x="74079" y="124277"/>
                      </a:lnTo>
                      <a:lnTo>
                        <a:pt x="92620" y="116943"/>
                      </a:lnTo>
                      <a:lnTo>
                        <a:pt x="108090" y="99423"/>
                      </a:lnTo>
                      <a:lnTo>
                        <a:pt x="120817" y="75892"/>
                      </a:lnTo>
                      <a:lnTo>
                        <a:pt x="131679" y="49510"/>
                      </a:lnTo>
                      <a:lnTo>
                        <a:pt x="140456" y="24757"/>
                      </a:lnTo>
                      <a:lnTo>
                        <a:pt x="146051" y="7542"/>
                      </a:lnTo>
                      <a:lnTo>
                        <a:pt x="148136" y="819"/>
                      </a:lnTo>
                      <a:lnTo>
                        <a:pt x="148355" y="412"/>
                      </a:lnTo>
                    </a:path>
                  </a:pathLst>
                </a:custGeom>
                <a:noFill/>
                <a:ln w="8220" cap="rnd">
                  <a:solidFill>
                    <a:srgbClr val="A52A2A"/>
                  </a:solidFill>
                  <a:prstDash val="solid"/>
                  <a:round/>
                </a:ln>
              </p:spPr>
              <p:txBody>
                <a:bodyPr/>
                <a:lstStyle/>
                <a:p>
                  <a:endParaRPr lang="zh-CN" altLang="en-US" sz="2190"/>
                </a:p>
              </p:txBody>
            </p:sp>
            <p:sp>
              <p:nvSpPr>
                <p:cNvPr id="88" name="任意多边形: 形状 87"/>
                <p:cNvSpPr/>
                <p:nvPr/>
              </p:nvSpPr>
              <p:spPr>
                <a:xfrm>
                  <a:off x="2095411" y="7930827"/>
                  <a:ext cx="1562871" cy="165222"/>
                </a:xfrm>
                <a:custGeom>
                  <a:avLst/>
                  <a:gdLst>
                    <a:gd name="csX0" fmla="*/ 22 w 1562871"/>
                    <a:gd name="csY0" fmla="*/ 412 h 165222"/>
                    <a:gd name="csX1" fmla="*/ 571 w 1562871"/>
                    <a:gd name="csY1" fmla="*/ 616 h 165222"/>
                    <a:gd name="csX2" fmla="*/ 4081 w 1562871"/>
                    <a:gd name="csY2" fmla="*/ 2041 h 165222"/>
                    <a:gd name="csX3" fmla="*/ 13078 w 1562871"/>
                    <a:gd name="csY3" fmla="*/ 5709 h 165222"/>
                    <a:gd name="csX4" fmla="*/ 28767 w 1562871"/>
                    <a:gd name="csY4" fmla="*/ 12126 h 165222"/>
                    <a:gd name="csX5" fmla="*/ 52026 w 1562871"/>
                    <a:gd name="csY5" fmla="*/ 21294 h 165222"/>
                    <a:gd name="csX6" fmla="*/ 82637 w 1562871"/>
                    <a:gd name="csY6" fmla="*/ 32906 h 165222"/>
                    <a:gd name="csX7" fmla="*/ 119610 w 1562871"/>
                    <a:gd name="csY7" fmla="*/ 46556 h 165222"/>
                    <a:gd name="csX8" fmla="*/ 161960 w 1562871"/>
                    <a:gd name="csY8" fmla="*/ 61530 h 165222"/>
                    <a:gd name="csX9" fmla="*/ 208698 w 1562871"/>
                    <a:gd name="csY9" fmla="*/ 77013 h 165222"/>
                    <a:gd name="csX10" fmla="*/ 259056 w 1562871"/>
                    <a:gd name="csY10" fmla="*/ 92394 h 165222"/>
                    <a:gd name="csX11" fmla="*/ 312816 w 1562871"/>
                    <a:gd name="csY11" fmla="*/ 107266 h 165222"/>
                    <a:gd name="csX12" fmla="*/ 370416 w 1562871"/>
                    <a:gd name="csY12" fmla="*/ 121324 h 165222"/>
                    <a:gd name="csX13" fmla="*/ 432404 w 1562871"/>
                    <a:gd name="csY13" fmla="*/ 134057 h 165222"/>
                    <a:gd name="csX14" fmla="*/ 499878 w 1562871"/>
                    <a:gd name="csY14" fmla="*/ 145261 h 165222"/>
                    <a:gd name="csX15" fmla="*/ 573825 w 1562871"/>
                    <a:gd name="csY15" fmla="*/ 154633 h 165222"/>
                    <a:gd name="csX16" fmla="*/ 654684 w 1562871"/>
                    <a:gd name="csY16" fmla="*/ 161458 h 165222"/>
                    <a:gd name="csX17" fmla="*/ 741577 w 1562871"/>
                    <a:gd name="csY17" fmla="*/ 165227 h 165222"/>
                    <a:gd name="csX18" fmla="*/ 781403 w 1562871"/>
                    <a:gd name="csY18" fmla="*/ 165634 h 165222"/>
                    <a:gd name="csX19" fmla="*/ 869942 w 1562871"/>
                    <a:gd name="csY19" fmla="*/ 163597 h 165222"/>
                    <a:gd name="csX20" fmla="*/ 953764 w 1562871"/>
                    <a:gd name="csY20" fmla="*/ 157994 h 165222"/>
                    <a:gd name="csX21" fmla="*/ 1030783 w 1562871"/>
                    <a:gd name="csY21" fmla="*/ 149743 h 165222"/>
                    <a:gd name="csX22" fmla="*/ 1101109 w 1562871"/>
                    <a:gd name="csY22" fmla="*/ 139251 h 165222"/>
                    <a:gd name="csX23" fmla="*/ 1165402 w 1562871"/>
                    <a:gd name="csY23" fmla="*/ 127130 h 165222"/>
                    <a:gd name="csX24" fmla="*/ 1224756 w 1562871"/>
                    <a:gd name="csY24" fmla="*/ 113684 h 165222"/>
                    <a:gd name="csX25" fmla="*/ 1280162 w 1562871"/>
                    <a:gd name="csY25" fmla="*/ 99117 h 165222"/>
                    <a:gd name="csX26" fmla="*/ 1332166 w 1562871"/>
                    <a:gd name="csY26" fmla="*/ 83940 h 165222"/>
                    <a:gd name="csX27" fmla="*/ 1380550 w 1562871"/>
                    <a:gd name="csY27" fmla="*/ 68355 h 165222"/>
                    <a:gd name="csX28" fmla="*/ 1424874 w 1562871"/>
                    <a:gd name="csY28" fmla="*/ 53075 h 165222"/>
                    <a:gd name="csX29" fmla="*/ 1464481 w 1562871"/>
                    <a:gd name="csY29" fmla="*/ 38814 h 165222"/>
                    <a:gd name="csX30" fmla="*/ 1497944 w 1562871"/>
                    <a:gd name="csY30" fmla="*/ 26183 h 165222"/>
                    <a:gd name="csX31" fmla="*/ 1524494 w 1562871"/>
                    <a:gd name="csY31" fmla="*/ 15793 h 165222"/>
                    <a:gd name="csX32" fmla="*/ 1543694 w 1562871"/>
                    <a:gd name="csY32" fmla="*/ 8255 h 165222"/>
                    <a:gd name="csX33" fmla="*/ 1555543 w 1562871"/>
                    <a:gd name="csY33" fmla="*/ 3366 h 165222"/>
                    <a:gd name="csX34" fmla="*/ 1561248 w 1562871"/>
                    <a:gd name="csY34" fmla="*/ 1023 h 165222"/>
                    <a:gd name="csX35" fmla="*/ 1562784 w 1562871"/>
                    <a:gd name="csY35" fmla="*/ 412 h 165222"/>
                    <a:gd name="csX36" fmla="*/ 1562894 w 1562871"/>
                    <a:gd name="csY36" fmla="*/ 412 h 1652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65222">
                      <a:moveTo>
                        <a:pt x="22" y="412"/>
                      </a:moveTo>
                      <a:lnTo>
                        <a:pt x="571" y="616"/>
                      </a:lnTo>
                      <a:lnTo>
                        <a:pt x="4081" y="2041"/>
                      </a:lnTo>
                      <a:lnTo>
                        <a:pt x="13078" y="5709"/>
                      </a:lnTo>
                      <a:lnTo>
                        <a:pt x="28767" y="12126"/>
                      </a:lnTo>
                      <a:lnTo>
                        <a:pt x="52026" y="21294"/>
                      </a:lnTo>
                      <a:lnTo>
                        <a:pt x="82637" y="32906"/>
                      </a:lnTo>
                      <a:lnTo>
                        <a:pt x="119610" y="46556"/>
                      </a:lnTo>
                      <a:lnTo>
                        <a:pt x="161960" y="61530"/>
                      </a:lnTo>
                      <a:lnTo>
                        <a:pt x="208698" y="77013"/>
                      </a:lnTo>
                      <a:lnTo>
                        <a:pt x="259056" y="92394"/>
                      </a:lnTo>
                      <a:lnTo>
                        <a:pt x="312816" y="107266"/>
                      </a:lnTo>
                      <a:lnTo>
                        <a:pt x="370416" y="121324"/>
                      </a:lnTo>
                      <a:lnTo>
                        <a:pt x="432404" y="134057"/>
                      </a:lnTo>
                      <a:lnTo>
                        <a:pt x="499878" y="145261"/>
                      </a:lnTo>
                      <a:lnTo>
                        <a:pt x="573825" y="154633"/>
                      </a:lnTo>
                      <a:lnTo>
                        <a:pt x="654684" y="161458"/>
                      </a:lnTo>
                      <a:lnTo>
                        <a:pt x="741577" y="165227"/>
                      </a:lnTo>
                      <a:lnTo>
                        <a:pt x="781403" y="165634"/>
                      </a:lnTo>
                      <a:lnTo>
                        <a:pt x="869942" y="163597"/>
                      </a:lnTo>
                      <a:lnTo>
                        <a:pt x="953764" y="157994"/>
                      </a:lnTo>
                      <a:lnTo>
                        <a:pt x="1030783" y="149743"/>
                      </a:lnTo>
                      <a:lnTo>
                        <a:pt x="1101109" y="139251"/>
                      </a:lnTo>
                      <a:lnTo>
                        <a:pt x="1165402" y="127130"/>
                      </a:lnTo>
                      <a:lnTo>
                        <a:pt x="1224756" y="113684"/>
                      </a:lnTo>
                      <a:lnTo>
                        <a:pt x="1280162" y="99117"/>
                      </a:lnTo>
                      <a:lnTo>
                        <a:pt x="1332166" y="83940"/>
                      </a:lnTo>
                      <a:lnTo>
                        <a:pt x="1380550" y="68355"/>
                      </a:lnTo>
                      <a:lnTo>
                        <a:pt x="1424874" y="53075"/>
                      </a:lnTo>
                      <a:lnTo>
                        <a:pt x="1464481" y="38814"/>
                      </a:lnTo>
                      <a:lnTo>
                        <a:pt x="1497944" y="26183"/>
                      </a:lnTo>
                      <a:lnTo>
                        <a:pt x="1524494" y="15793"/>
                      </a:lnTo>
                      <a:lnTo>
                        <a:pt x="1543694" y="8255"/>
                      </a:lnTo>
                      <a:lnTo>
                        <a:pt x="1555543" y="3366"/>
                      </a:lnTo>
                      <a:lnTo>
                        <a:pt x="1561248" y="1023"/>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89" name="任意多边形: 形状 88"/>
                <p:cNvSpPr/>
                <p:nvPr/>
              </p:nvSpPr>
              <p:spPr>
                <a:xfrm>
                  <a:off x="2095411" y="7930827"/>
                  <a:ext cx="1720640" cy="206477"/>
                </a:xfrm>
                <a:custGeom>
                  <a:avLst/>
                  <a:gdLst>
                    <a:gd name="csX0" fmla="*/ 22 w 1720640"/>
                    <a:gd name="csY0" fmla="*/ 412 h 206477"/>
                    <a:gd name="csX1" fmla="*/ 461 w 1720640"/>
                    <a:gd name="csY1" fmla="*/ 616 h 206477"/>
                    <a:gd name="csX2" fmla="*/ 3862 w 1720640"/>
                    <a:gd name="csY2" fmla="*/ 2245 h 206477"/>
                    <a:gd name="csX3" fmla="*/ 12420 w 1720640"/>
                    <a:gd name="csY3" fmla="*/ 6218 h 206477"/>
                    <a:gd name="csX4" fmla="*/ 27560 w 1720640"/>
                    <a:gd name="csY4" fmla="*/ 13145 h 206477"/>
                    <a:gd name="csX5" fmla="*/ 50161 w 1720640"/>
                    <a:gd name="csY5" fmla="*/ 23229 h 206477"/>
                    <a:gd name="csX6" fmla="*/ 80004 w 1720640"/>
                    <a:gd name="csY6" fmla="*/ 36369 h 206477"/>
                    <a:gd name="csX7" fmla="*/ 116538 w 1720640"/>
                    <a:gd name="csY7" fmla="*/ 51853 h 206477"/>
                    <a:gd name="csX8" fmla="*/ 158888 w 1720640"/>
                    <a:gd name="csY8" fmla="*/ 69169 h 206477"/>
                    <a:gd name="csX9" fmla="*/ 205955 w 1720640"/>
                    <a:gd name="csY9" fmla="*/ 87301 h 206477"/>
                    <a:gd name="csX10" fmla="*/ 256752 w 1720640"/>
                    <a:gd name="csY10" fmla="*/ 105739 h 206477"/>
                    <a:gd name="csX11" fmla="*/ 311170 w 1720640"/>
                    <a:gd name="csY11" fmla="*/ 123870 h 206477"/>
                    <a:gd name="csX12" fmla="*/ 368989 w 1720640"/>
                    <a:gd name="csY12" fmla="*/ 141085 h 206477"/>
                    <a:gd name="csX13" fmla="*/ 430758 w 1720640"/>
                    <a:gd name="csY13" fmla="*/ 157179 h 206477"/>
                    <a:gd name="csX14" fmla="*/ 497354 w 1720640"/>
                    <a:gd name="csY14" fmla="*/ 171848 h 206477"/>
                    <a:gd name="csX15" fmla="*/ 569656 w 1720640"/>
                    <a:gd name="csY15" fmla="*/ 184581 h 206477"/>
                    <a:gd name="csX16" fmla="*/ 648540 w 1720640"/>
                    <a:gd name="csY16" fmla="*/ 195073 h 206477"/>
                    <a:gd name="csX17" fmla="*/ 734226 w 1720640"/>
                    <a:gd name="csY17" fmla="*/ 202712 h 206477"/>
                    <a:gd name="csX18" fmla="*/ 825618 w 1720640"/>
                    <a:gd name="csY18" fmla="*/ 206583 h 206477"/>
                    <a:gd name="csX19" fmla="*/ 860397 w 1720640"/>
                    <a:gd name="csY19" fmla="*/ 206889 h 206477"/>
                    <a:gd name="csX20" fmla="*/ 953105 w 1720640"/>
                    <a:gd name="csY20" fmla="*/ 204648 h 206477"/>
                    <a:gd name="csX21" fmla="*/ 1041205 w 1720640"/>
                    <a:gd name="csY21" fmla="*/ 198332 h 206477"/>
                    <a:gd name="csX22" fmla="*/ 1122613 w 1720640"/>
                    <a:gd name="csY22" fmla="*/ 188757 h 206477"/>
                    <a:gd name="csX23" fmla="*/ 1197328 w 1720640"/>
                    <a:gd name="csY23" fmla="*/ 176839 h 206477"/>
                    <a:gd name="csX24" fmla="*/ 1265789 w 1720640"/>
                    <a:gd name="csY24" fmla="*/ 162782 h 206477"/>
                    <a:gd name="csX25" fmla="*/ 1329314 w 1720640"/>
                    <a:gd name="csY25" fmla="*/ 147197 h 206477"/>
                    <a:gd name="csX26" fmla="*/ 1388449 w 1720640"/>
                    <a:gd name="csY26" fmla="*/ 130389 h 206477"/>
                    <a:gd name="csX27" fmla="*/ 1444074 w 1720640"/>
                    <a:gd name="csY27" fmla="*/ 112563 h 206477"/>
                    <a:gd name="csX28" fmla="*/ 1496298 w 1720640"/>
                    <a:gd name="csY28" fmla="*/ 94126 h 206477"/>
                    <a:gd name="csX29" fmla="*/ 1544901 w 1720640"/>
                    <a:gd name="csY29" fmla="*/ 75791 h 206477"/>
                    <a:gd name="csX30" fmla="*/ 1589006 w 1720640"/>
                    <a:gd name="csY30" fmla="*/ 58168 h 206477"/>
                    <a:gd name="csX31" fmla="*/ 1627845 w 1720640"/>
                    <a:gd name="csY31" fmla="*/ 41870 h 206477"/>
                    <a:gd name="csX32" fmla="*/ 1660320 w 1720640"/>
                    <a:gd name="csY32" fmla="*/ 27813 h 206477"/>
                    <a:gd name="csX33" fmla="*/ 1685664 w 1720640"/>
                    <a:gd name="csY33" fmla="*/ 16506 h 206477"/>
                    <a:gd name="csX34" fmla="*/ 1703437 w 1720640"/>
                    <a:gd name="csY34" fmla="*/ 8357 h 206477"/>
                    <a:gd name="csX35" fmla="*/ 1714299 w 1720640"/>
                    <a:gd name="csY35" fmla="*/ 3366 h 206477"/>
                    <a:gd name="csX36" fmla="*/ 1719456 w 1720640"/>
                    <a:gd name="csY36" fmla="*/ 1023 h 206477"/>
                    <a:gd name="csX37" fmla="*/ 1720662 w 1720640"/>
                    <a:gd name="csY37" fmla="*/ 412 h 206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477">
                      <a:moveTo>
                        <a:pt x="22" y="412"/>
                      </a:moveTo>
                      <a:lnTo>
                        <a:pt x="461" y="616"/>
                      </a:lnTo>
                      <a:lnTo>
                        <a:pt x="3862" y="2245"/>
                      </a:lnTo>
                      <a:lnTo>
                        <a:pt x="12420" y="6218"/>
                      </a:lnTo>
                      <a:lnTo>
                        <a:pt x="27560" y="13145"/>
                      </a:lnTo>
                      <a:lnTo>
                        <a:pt x="50161" y="23229"/>
                      </a:lnTo>
                      <a:lnTo>
                        <a:pt x="80004" y="36369"/>
                      </a:lnTo>
                      <a:lnTo>
                        <a:pt x="116538" y="51853"/>
                      </a:lnTo>
                      <a:lnTo>
                        <a:pt x="158888" y="69169"/>
                      </a:lnTo>
                      <a:lnTo>
                        <a:pt x="205955" y="87301"/>
                      </a:lnTo>
                      <a:lnTo>
                        <a:pt x="256752" y="105739"/>
                      </a:lnTo>
                      <a:lnTo>
                        <a:pt x="311170" y="123870"/>
                      </a:lnTo>
                      <a:lnTo>
                        <a:pt x="368989" y="141085"/>
                      </a:lnTo>
                      <a:lnTo>
                        <a:pt x="430758" y="157179"/>
                      </a:lnTo>
                      <a:lnTo>
                        <a:pt x="497354" y="171848"/>
                      </a:lnTo>
                      <a:lnTo>
                        <a:pt x="569656" y="184581"/>
                      </a:lnTo>
                      <a:lnTo>
                        <a:pt x="648540" y="195073"/>
                      </a:lnTo>
                      <a:lnTo>
                        <a:pt x="734226" y="202712"/>
                      </a:lnTo>
                      <a:lnTo>
                        <a:pt x="825618" y="206583"/>
                      </a:lnTo>
                      <a:lnTo>
                        <a:pt x="860397" y="206889"/>
                      </a:lnTo>
                      <a:lnTo>
                        <a:pt x="953105" y="204648"/>
                      </a:lnTo>
                      <a:lnTo>
                        <a:pt x="1041205" y="198332"/>
                      </a:lnTo>
                      <a:lnTo>
                        <a:pt x="1122613" y="188757"/>
                      </a:lnTo>
                      <a:lnTo>
                        <a:pt x="1197328" y="176839"/>
                      </a:lnTo>
                      <a:lnTo>
                        <a:pt x="1265789" y="162782"/>
                      </a:lnTo>
                      <a:lnTo>
                        <a:pt x="1329314" y="147197"/>
                      </a:lnTo>
                      <a:lnTo>
                        <a:pt x="1388449" y="130389"/>
                      </a:lnTo>
                      <a:lnTo>
                        <a:pt x="1444074" y="112563"/>
                      </a:lnTo>
                      <a:lnTo>
                        <a:pt x="1496298" y="94126"/>
                      </a:lnTo>
                      <a:lnTo>
                        <a:pt x="1544901" y="75791"/>
                      </a:lnTo>
                      <a:lnTo>
                        <a:pt x="1589006" y="58168"/>
                      </a:lnTo>
                      <a:lnTo>
                        <a:pt x="1627845" y="41870"/>
                      </a:lnTo>
                      <a:lnTo>
                        <a:pt x="1660320" y="27813"/>
                      </a:lnTo>
                      <a:lnTo>
                        <a:pt x="1685664" y="16506"/>
                      </a:lnTo>
                      <a:lnTo>
                        <a:pt x="1703437" y="8357"/>
                      </a:lnTo>
                      <a:lnTo>
                        <a:pt x="1714299" y="3366"/>
                      </a:lnTo>
                      <a:lnTo>
                        <a:pt x="1719456" y="1023"/>
                      </a:lnTo>
                      <a:lnTo>
                        <a:pt x="1720662" y="412"/>
                      </a:lnTo>
                    </a:path>
                  </a:pathLst>
                </a:custGeom>
                <a:noFill/>
                <a:ln w="8220" cap="rnd">
                  <a:solidFill>
                    <a:srgbClr val="A52A2A"/>
                  </a:solidFill>
                  <a:prstDash val="solid"/>
                  <a:round/>
                </a:ln>
              </p:spPr>
              <p:txBody>
                <a:bodyPr/>
                <a:lstStyle/>
                <a:p>
                  <a:endParaRPr lang="zh-CN" altLang="en-US" sz="2190"/>
                </a:p>
              </p:txBody>
            </p:sp>
            <p:sp>
              <p:nvSpPr>
                <p:cNvPr id="90" name="任意多边形: 形状 89"/>
                <p:cNvSpPr/>
                <p:nvPr/>
              </p:nvSpPr>
              <p:spPr>
                <a:xfrm>
                  <a:off x="2095411" y="7930827"/>
                  <a:ext cx="1724041" cy="247833"/>
                </a:xfrm>
                <a:custGeom>
                  <a:avLst/>
                  <a:gdLst>
                    <a:gd name="csX0" fmla="*/ 22 w 1724041"/>
                    <a:gd name="csY0" fmla="*/ 412 h 247833"/>
                    <a:gd name="csX1" fmla="*/ 461 w 1724041"/>
                    <a:gd name="csY1" fmla="*/ 616 h 247833"/>
                    <a:gd name="csX2" fmla="*/ 3862 w 1724041"/>
                    <a:gd name="csY2" fmla="*/ 2551 h 247833"/>
                    <a:gd name="csX3" fmla="*/ 12200 w 1724041"/>
                    <a:gd name="csY3" fmla="*/ 7237 h 247833"/>
                    <a:gd name="csX4" fmla="*/ 27012 w 1724041"/>
                    <a:gd name="csY4" fmla="*/ 15386 h 247833"/>
                    <a:gd name="csX5" fmla="*/ 49174 w 1724041"/>
                    <a:gd name="csY5" fmla="*/ 27304 h 247833"/>
                    <a:gd name="csX6" fmla="*/ 78577 w 1724041"/>
                    <a:gd name="csY6" fmla="*/ 42787 h 247833"/>
                    <a:gd name="csX7" fmla="*/ 114673 w 1724041"/>
                    <a:gd name="csY7" fmla="*/ 61122 h 247833"/>
                    <a:gd name="csX8" fmla="*/ 156474 w 1724041"/>
                    <a:gd name="csY8" fmla="*/ 81597 h 247833"/>
                    <a:gd name="csX9" fmla="*/ 202883 w 1724041"/>
                    <a:gd name="csY9" fmla="*/ 103192 h 247833"/>
                    <a:gd name="csX10" fmla="*/ 253241 w 1724041"/>
                    <a:gd name="csY10" fmla="*/ 125092 h 247833"/>
                    <a:gd name="csX11" fmla="*/ 307001 w 1724041"/>
                    <a:gd name="csY11" fmla="*/ 146687 h 247833"/>
                    <a:gd name="csX12" fmla="*/ 364272 w 1724041"/>
                    <a:gd name="csY12" fmla="*/ 167366 h 247833"/>
                    <a:gd name="csX13" fmla="*/ 425272 w 1724041"/>
                    <a:gd name="csY13" fmla="*/ 186720 h 247833"/>
                    <a:gd name="csX14" fmla="*/ 490881 w 1724041"/>
                    <a:gd name="csY14" fmla="*/ 204342 h 247833"/>
                    <a:gd name="csX15" fmla="*/ 562086 w 1724041"/>
                    <a:gd name="csY15" fmla="*/ 219825 h 247833"/>
                    <a:gd name="csX16" fmla="*/ 639653 w 1724041"/>
                    <a:gd name="csY16" fmla="*/ 232660 h 247833"/>
                    <a:gd name="csX17" fmla="*/ 724133 w 1724041"/>
                    <a:gd name="csY17" fmla="*/ 242235 h 247833"/>
                    <a:gd name="csX18" fmla="*/ 814427 w 1724041"/>
                    <a:gd name="csY18" fmla="*/ 247532 h 247833"/>
                    <a:gd name="csX19" fmla="*/ 861933 w 1724041"/>
                    <a:gd name="csY19" fmla="*/ 248245 h 247833"/>
                    <a:gd name="csX20" fmla="*/ 954093 w 1724041"/>
                    <a:gd name="csY20" fmla="*/ 245495 h 247833"/>
                    <a:gd name="csX21" fmla="*/ 1041754 w 1724041"/>
                    <a:gd name="csY21" fmla="*/ 238059 h 247833"/>
                    <a:gd name="csX22" fmla="*/ 1122942 w 1724041"/>
                    <a:gd name="csY22" fmla="*/ 226752 h 247833"/>
                    <a:gd name="csX23" fmla="*/ 1197328 w 1724041"/>
                    <a:gd name="csY23" fmla="*/ 212593 h 247833"/>
                    <a:gd name="csX24" fmla="*/ 1265680 w 1724041"/>
                    <a:gd name="csY24" fmla="*/ 195989 h 247833"/>
                    <a:gd name="csX25" fmla="*/ 1328984 w 1724041"/>
                    <a:gd name="csY25" fmla="*/ 177552 h 247833"/>
                    <a:gd name="csX26" fmla="*/ 1388010 w 1724041"/>
                    <a:gd name="csY26" fmla="*/ 157485 h 247833"/>
                    <a:gd name="csX27" fmla="*/ 1443526 w 1724041"/>
                    <a:gd name="csY27" fmla="*/ 136298 h 247833"/>
                    <a:gd name="csX28" fmla="*/ 1495640 w 1724041"/>
                    <a:gd name="csY28" fmla="*/ 114499 h 247833"/>
                    <a:gd name="csX29" fmla="*/ 1544243 w 1724041"/>
                    <a:gd name="csY29" fmla="*/ 92598 h 247833"/>
                    <a:gd name="csX30" fmla="*/ 1588458 w 1724041"/>
                    <a:gd name="csY30" fmla="*/ 71410 h 247833"/>
                    <a:gd name="csX31" fmla="*/ 1627625 w 1724041"/>
                    <a:gd name="csY31" fmla="*/ 51853 h 247833"/>
                    <a:gd name="csX32" fmla="*/ 1660539 w 1724041"/>
                    <a:gd name="csY32" fmla="*/ 34841 h 247833"/>
                    <a:gd name="csX33" fmla="*/ 1686542 w 1724041"/>
                    <a:gd name="csY33" fmla="*/ 21090 h 247833"/>
                    <a:gd name="csX34" fmla="*/ 1705083 w 1724041"/>
                    <a:gd name="csY34" fmla="*/ 10904 h 247833"/>
                    <a:gd name="csX35" fmla="*/ 1716603 w 1724041"/>
                    <a:gd name="csY35" fmla="*/ 4486 h 247833"/>
                    <a:gd name="csX36" fmla="*/ 1722308 w 1724041"/>
                    <a:gd name="csY36" fmla="*/ 1329 h 247833"/>
                    <a:gd name="csX37" fmla="*/ 1723954 w 1724041"/>
                    <a:gd name="csY37" fmla="*/ 412 h 247833"/>
                    <a:gd name="csX38" fmla="*/ 1724064 w 1724041"/>
                    <a:gd name="csY38" fmla="*/ 412 h 2478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47833">
                      <a:moveTo>
                        <a:pt x="22" y="412"/>
                      </a:moveTo>
                      <a:lnTo>
                        <a:pt x="461" y="616"/>
                      </a:lnTo>
                      <a:lnTo>
                        <a:pt x="3862" y="2551"/>
                      </a:lnTo>
                      <a:lnTo>
                        <a:pt x="12200" y="7237"/>
                      </a:lnTo>
                      <a:lnTo>
                        <a:pt x="27012" y="15386"/>
                      </a:lnTo>
                      <a:lnTo>
                        <a:pt x="49174" y="27304"/>
                      </a:lnTo>
                      <a:lnTo>
                        <a:pt x="78577" y="42787"/>
                      </a:lnTo>
                      <a:lnTo>
                        <a:pt x="114673" y="61122"/>
                      </a:lnTo>
                      <a:lnTo>
                        <a:pt x="156474" y="81597"/>
                      </a:lnTo>
                      <a:lnTo>
                        <a:pt x="202883" y="103192"/>
                      </a:lnTo>
                      <a:lnTo>
                        <a:pt x="253241" y="125092"/>
                      </a:lnTo>
                      <a:lnTo>
                        <a:pt x="307001" y="146687"/>
                      </a:lnTo>
                      <a:lnTo>
                        <a:pt x="364272" y="167366"/>
                      </a:lnTo>
                      <a:lnTo>
                        <a:pt x="425272" y="186720"/>
                      </a:lnTo>
                      <a:lnTo>
                        <a:pt x="490881" y="204342"/>
                      </a:lnTo>
                      <a:lnTo>
                        <a:pt x="562086" y="219825"/>
                      </a:lnTo>
                      <a:lnTo>
                        <a:pt x="639653" y="232660"/>
                      </a:lnTo>
                      <a:lnTo>
                        <a:pt x="724133" y="242235"/>
                      </a:lnTo>
                      <a:lnTo>
                        <a:pt x="814427" y="247532"/>
                      </a:lnTo>
                      <a:lnTo>
                        <a:pt x="861933" y="248245"/>
                      </a:lnTo>
                      <a:lnTo>
                        <a:pt x="954093" y="245495"/>
                      </a:lnTo>
                      <a:lnTo>
                        <a:pt x="1041754" y="238059"/>
                      </a:lnTo>
                      <a:lnTo>
                        <a:pt x="1122942" y="226752"/>
                      </a:lnTo>
                      <a:lnTo>
                        <a:pt x="1197328" y="212593"/>
                      </a:lnTo>
                      <a:lnTo>
                        <a:pt x="1265680" y="195989"/>
                      </a:lnTo>
                      <a:lnTo>
                        <a:pt x="1328984" y="177552"/>
                      </a:lnTo>
                      <a:lnTo>
                        <a:pt x="1388010" y="157485"/>
                      </a:lnTo>
                      <a:lnTo>
                        <a:pt x="1443526" y="136298"/>
                      </a:lnTo>
                      <a:lnTo>
                        <a:pt x="1495640" y="114499"/>
                      </a:lnTo>
                      <a:lnTo>
                        <a:pt x="1544243" y="92598"/>
                      </a:lnTo>
                      <a:lnTo>
                        <a:pt x="1588458" y="71410"/>
                      </a:lnTo>
                      <a:lnTo>
                        <a:pt x="1627625" y="51853"/>
                      </a:lnTo>
                      <a:lnTo>
                        <a:pt x="1660539" y="34841"/>
                      </a:lnTo>
                      <a:lnTo>
                        <a:pt x="1686542" y="21090"/>
                      </a:lnTo>
                      <a:lnTo>
                        <a:pt x="1705083" y="10904"/>
                      </a:lnTo>
                      <a:lnTo>
                        <a:pt x="1716603" y="4486"/>
                      </a:lnTo>
                      <a:lnTo>
                        <a:pt x="1722308" y="1329"/>
                      </a:lnTo>
                      <a:lnTo>
                        <a:pt x="1723954" y="412"/>
                      </a:lnTo>
                      <a:lnTo>
                        <a:pt x="1724064" y="412"/>
                      </a:lnTo>
                    </a:path>
                  </a:pathLst>
                </a:custGeom>
                <a:noFill/>
                <a:ln w="7452" cap="rnd">
                  <a:solidFill>
                    <a:srgbClr val="A52A2A"/>
                  </a:solidFill>
                  <a:prstDash val="solid"/>
                  <a:round/>
                </a:ln>
              </p:spPr>
              <p:txBody>
                <a:bodyPr/>
                <a:lstStyle/>
                <a:p>
                  <a:endParaRPr lang="zh-CN" altLang="en-US" sz="2190"/>
                </a:p>
              </p:txBody>
            </p:sp>
            <p:sp>
              <p:nvSpPr>
                <p:cNvPr id="91" name="任意多边形: 形状 90"/>
                <p:cNvSpPr/>
                <p:nvPr/>
              </p:nvSpPr>
              <p:spPr>
                <a:xfrm>
                  <a:off x="2249997" y="7930827"/>
                  <a:ext cx="1566053" cy="289189"/>
                </a:xfrm>
                <a:custGeom>
                  <a:avLst/>
                  <a:gdLst>
                    <a:gd name="csX0" fmla="*/ 22 w 1566053"/>
                    <a:gd name="csY0" fmla="*/ 412 h 289189"/>
                    <a:gd name="csX1" fmla="*/ 571 w 1566053"/>
                    <a:gd name="csY1" fmla="*/ 717 h 289189"/>
                    <a:gd name="csX2" fmla="*/ 3862 w 1566053"/>
                    <a:gd name="csY2" fmla="*/ 3162 h 289189"/>
                    <a:gd name="csX3" fmla="*/ 12200 w 1566053"/>
                    <a:gd name="csY3" fmla="*/ 9172 h 289189"/>
                    <a:gd name="csX4" fmla="*/ 27012 w 1566053"/>
                    <a:gd name="csY4" fmla="*/ 19562 h 289189"/>
                    <a:gd name="csX5" fmla="*/ 48955 w 1566053"/>
                    <a:gd name="csY5" fmla="*/ 34638 h 289189"/>
                    <a:gd name="csX6" fmla="*/ 77919 w 1566053"/>
                    <a:gd name="csY6" fmla="*/ 54094 h 289189"/>
                    <a:gd name="csX7" fmla="*/ 113027 w 1566053"/>
                    <a:gd name="csY7" fmla="*/ 76911 h 289189"/>
                    <a:gd name="csX8" fmla="*/ 153621 w 1566053"/>
                    <a:gd name="csY8" fmla="*/ 102071 h 289189"/>
                    <a:gd name="csX9" fmla="*/ 198385 w 1566053"/>
                    <a:gd name="csY9" fmla="*/ 128352 h 289189"/>
                    <a:gd name="csX10" fmla="*/ 246768 w 1566053"/>
                    <a:gd name="csY10" fmla="*/ 154735 h 289189"/>
                    <a:gd name="csX11" fmla="*/ 298553 w 1566053"/>
                    <a:gd name="csY11" fmla="*/ 180506 h 289189"/>
                    <a:gd name="csX12" fmla="*/ 353630 w 1566053"/>
                    <a:gd name="csY12" fmla="*/ 204851 h 289189"/>
                    <a:gd name="csX13" fmla="*/ 412765 w 1566053"/>
                    <a:gd name="csY13" fmla="*/ 227363 h 289189"/>
                    <a:gd name="csX14" fmla="*/ 476838 w 1566053"/>
                    <a:gd name="csY14" fmla="*/ 247532 h 289189"/>
                    <a:gd name="csX15" fmla="*/ 546726 w 1566053"/>
                    <a:gd name="csY15" fmla="*/ 264645 h 289189"/>
                    <a:gd name="csX16" fmla="*/ 623196 w 1566053"/>
                    <a:gd name="csY16" fmla="*/ 278091 h 289189"/>
                    <a:gd name="csX17" fmla="*/ 705920 w 1566053"/>
                    <a:gd name="csY17" fmla="*/ 286851 h 289189"/>
                    <a:gd name="csX18" fmla="*/ 783049 w 1566053"/>
                    <a:gd name="csY18" fmla="*/ 289602 h 289189"/>
                    <a:gd name="csX19" fmla="*/ 869723 w 1566053"/>
                    <a:gd name="csY19" fmla="*/ 286138 h 289189"/>
                    <a:gd name="csX20" fmla="*/ 951789 w 1566053"/>
                    <a:gd name="csY20" fmla="*/ 276869 h 289189"/>
                    <a:gd name="csX21" fmla="*/ 1027491 w 1566053"/>
                    <a:gd name="csY21" fmla="*/ 262913 h 289189"/>
                    <a:gd name="csX22" fmla="*/ 1096721 w 1566053"/>
                    <a:gd name="csY22" fmla="*/ 245393 h 289189"/>
                    <a:gd name="csX23" fmla="*/ 1160135 w 1566053"/>
                    <a:gd name="csY23" fmla="*/ 225020 h 289189"/>
                    <a:gd name="csX24" fmla="*/ 1218832 w 1566053"/>
                    <a:gd name="csY24" fmla="*/ 202305 h 289189"/>
                    <a:gd name="csX25" fmla="*/ 1273579 w 1566053"/>
                    <a:gd name="csY25" fmla="*/ 177756 h 289189"/>
                    <a:gd name="csX26" fmla="*/ 1324925 w 1566053"/>
                    <a:gd name="csY26" fmla="*/ 151883 h 289189"/>
                    <a:gd name="csX27" fmla="*/ 1372980 w 1566053"/>
                    <a:gd name="csY27" fmla="*/ 125398 h 289189"/>
                    <a:gd name="csX28" fmla="*/ 1417304 w 1566053"/>
                    <a:gd name="csY28" fmla="*/ 99219 h 289189"/>
                    <a:gd name="csX29" fmla="*/ 1457240 w 1566053"/>
                    <a:gd name="csY29" fmla="*/ 74263 h 289189"/>
                    <a:gd name="csX30" fmla="*/ 1491800 w 1566053"/>
                    <a:gd name="csY30" fmla="*/ 51751 h 289189"/>
                    <a:gd name="csX31" fmla="*/ 1519996 w 1566053"/>
                    <a:gd name="csY31" fmla="*/ 32804 h 289189"/>
                    <a:gd name="csX32" fmla="*/ 1541061 w 1566053"/>
                    <a:gd name="csY32" fmla="*/ 18136 h 289189"/>
                    <a:gd name="csX33" fmla="*/ 1555105 w 1566053"/>
                    <a:gd name="csY33" fmla="*/ 8255 h 289189"/>
                    <a:gd name="csX34" fmla="*/ 1562894 w 1566053"/>
                    <a:gd name="csY34" fmla="*/ 2755 h 289189"/>
                    <a:gd name="csX35" fmla="*/ 1565747 w 1566053"/>
                    <a:gd name="csY35" fmla="*/ 616 h 289189"/>
                    <a:gd name="csX36" fmla="*/ 1566076 w 1566053"/>
                    <a:gd name="csY36" fmla="*/ 412 h 2891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6053" h="289189">
                      <a:moveTo>
                        <a:pt x="22" y="412"/>
                      </a:moveTo>
                      <a:lnTo>
                        <a:pt x="571" y="717"/>
                      </a:lnTo>
                      <a:lnTo>
                        <a:pt x="3862" y="3162"/>
                      </a:lnTo>
                      <a:lnTo>
                        <a:pt x="12200" y="9172"/>
                      </a:lnTo>
                      <a:lnTo>
                        <a:pt x="27012" y="19562"/>
                      </a:lnTo>
                      <a:lnTo>
                        <a:pt x="48955" y="34638"/>
                      </a:lnTo>
                      <a:lnTo>
                        <a:pt x="77919" y="54094"/>
                      </a:lnTo>
                      <a:lnTo>
                        <a:pt x="113027" y="76911"/>
                      </a:lnTo>
                      <a:lnTo>
                        <a:pt x="153621" y="102071"/>
                      </a:lnTo>
                      <a:lnTo>
                        <a:pt x="198385" y="128352"/>
                      </a:lnTo>
                      <a:lnTo>
                        <a:pt x="246768" y="154735"/>
                      </a:lnTo>
                      <a:lnTo>
                        <a:pt x="298553" y="180506"/>
                      </a:lnTo>
                      <a:lnTo>
                        <a:pt x="353630" y="204851"/>
                      </a:lnTo>
                      <a:lnTo>
                        <a:pt x="412765" y="227363"/>
                      </a:lnTo>
                      <a:lnTo>
                        <a:pt x="476838" y="247532"/>
                      </a:lnTo>
                      <a:lnTo>
                        <a:pt x="546726" y="264645"/>
                      </a:lnTo>
                      <a:lnTo>
                        <a:pt x="623196" y="278091"/>
                      </a:lnTo>
                      <a:lnTo>
                        <a:pt x="705920" y="286851"/>
                      </a:lnTo>
                      <a:lnTo>
                        <a:pt x="783049" y="289602"/>
                      </a:lnTo>
                      <a:lnTo>
                        <a:pt x="869723" y="286138"/>
                      </a:lnTo>
                      <a:lnTo>
                        <a:pt x="951789" y="276869"/>
                      </a:lnTo>
                      <a:lnTo>
                        <a:pt x="1027491" y="262913"/>
                      </a:lnTo>
                      <a:lnTo>
                        <a:pt x="1096721" y="245393"/>
                      </a:lnTo>
                      <a:lnTo>
                        <a:pt x="1160135" y="225020"/>
                      </a:lnTo>
                      <a:lnTo>
                        <a:pt x="1218832" y="202305"/>
                      </a:lnTo>
                      <a:lnTo>
                        <a:pt x="1273579" y="177756"/>
                      </a:lnTo>
                      <a:lnTo>
                        <a:pt x="1324925" y="151883"/>
                      </a:lnTo>
                      <a:lnTo>
                        <a:pt x="1372980" y="125398"/>
                      </a:lnTo>
                      <a:lnTo>
                        <a:pt x="1417304" y="99219"/>
                      </a:lnTo>
                      <a:lnTo>
                        <a:pt x="1457240" y="74263"/>
                      </a:lnTo>
                      <a:lnTo>
                        <a:pt x="1491800" y="51751"/>
                      </a:lnTo>
                      <a:lnTo>
                        <a:pt x="1519996" y="32804"/>
                      </a:lnTo>
                      <a:lnTo>
                        <a:pt x="1541061" y="18136"/>
                      </a:lnTo>
                      <a:lnTo>
                        <a:pt x="1555105" y="8255"/>
                      </a:lnTo>
                      <a:lnTo>
                        <a:pt x="1562894" y="2755"/>
                      </a:lnTo>
                      <a:lnTo>
                        <a:pt x="1565747" y="616"/>
                      </a:lnTo>
                      <a:lnTo>
                        <a:pt x="1566076" y="412"/>
                      </a:lnTo>
                    </a:path>
                  </a:pathLst>
                </a:custGeom>
                <a:noFill/>
                <a:ln w="8220" cap="rnd">
                  <a:solidFill>
                    <a:srgbClr val="A52A2A"/>
                  </a:solidFill>
                  <a:prstDash val="solid"/>
                  <a:round/>
                </a:ln>
              </p:spPr>
              <p:txBody>
                <a:bodyPr/>
                <a:lstStyle/>
                <a:p>
                  <a:endParaRPr lang="zh-CN" altLang="en-US" sz="2190"/>
                </a:p>
              </p:txBody>
            </p:sp>
            <p:sp>
              <p:nvSpPr>
                <p:cNvPr id="92" name="任意多边形: 形状 91"/>
                <p:cNvSpPr/>
                <p:nvPr/>
              </p:nvSpPr>
              <p:spPr>
                <a:xfrm>
                  <a:off x="2534814" y="7930827"/>
                  <a:ext cx="1284637" cy="330444"/>
                </a:xfrm>
                <a:custGeom>
                  <a:avLst/>
                  <a:gdLst>
                    <a:gd name="csX0" fmla="*/ 22 w 1284637"/>
                    <a:gd name="csY0" fmla="*/ 412 h 330444"/>
                    <a:gd name="csX1" fmla="*/ 461 w 1284637"/>
                    <a:gd name="csY1" fmla="*/ 921 h 330444"/>
                    <a:gd name="csX2" fmla="*/ 3862 w 1284637"/>
                    <a:gd name="csY2" fmla="*/ 4283 h 330444"/>
                    <a:gd name="csX3" fmla="*/ 12091 w 1284637"/>
                    <a:gd name="csY3" fmla="*/ 12533 h 330444"/>
                    <a:gd name="csX4" fmla="*/ 26683 w 1284637"/>
                    <a:gd name="csY4" fmla="*/ 26693 h 330444"/>
                    <a:gd name="csX5" fmla="*/ 47857 w 1284637"/>
                    <a:gd name="csY5" fmla="*/ 46963 h 330444"/>
                    <a:gd name="csX6" fmla="*/ 75505 w 1284637"/>
                    <a:gd name="csY6" fmla="*/ 72429 h 330444"/>
                    <a:gd name="csX7" fmla="*/ 108748 w 1284637"/>
                    <a:gd name="csY7" fmla="*/ 101868 h 330444"/>
                    <a:gd name="csX8" fmla="*/ 146490 w 1284637"/>
                    <a:gd name="csY8" fmla="*/ 133649 h 330444"/>
                    <a:gd name="csX9" fmla="*/ 187852 w 1284637"/>
                    <a:gd name="csY9" fmla="*/ 166041 h 330444"/>
                    <a:gd name="csX10" fmla="*/ 232286 w 1284637"/>
                    <a:gd name="csY10" fmla="*/ 197925 h 330444"/>
                    <a:gd name="csX11" fmla="*/ 280012 w 1284637"/>
                    <a:gd name="csY11" fmla="*/ 228178 h 330444"/>
                    <a:gd name="csX12" fmla="*/ 331248 w 1284637"/>
                    <a:gd name="csY12" fmla="*/ 256190 h 330444"/>
                    <a:gd name="csX13" fmla="*/ 386983 w 1284637"/>
                    <a:gd name="csY13" fmla="*/ 281147 h 330444"/>
                    <a:gd name="csX14" fmla="*/ 448203 w 1284637"/>
                    <a:gd name="csY14" fmla="*/ 302335 h 330444"/>
                    <a:gd name="csX15" fmla="*/ 515567 w 1284637"/>
                    <a:gd name="csY15" fmla="*/ 318734 h 330444"/>
                    <a:gd name="csX16" fmla="*/ 588746 w 1284637"/>
                    <a:gd name="csY16" fmla="*/ 328615 h 330444"/>
                    <a:gd name="csX17" fmla="*/ 642286 w 1284637"/>
                    <a:gd name="csY17" fmla="*/ 330856 h 330444"/>
                    <a:gd name="csX18" fmla="*/ 718318 w 1284637"/>
                    <a:gd name="csY18" fmla="*/ 326476 h 330444"/>
                    <a:gd name="csX19" fmla="*/ 789851 w 1284637"/>
                    <a:gd name="csY19" fmla="*/ 314354 h 330444"/>
                    <a:gd name="csX20" fmla="*/ 855350 w 1284637"/>
                    <a:gd name="csY20" fmla="*/ 296528 h 330444"/>
                    <a:gd name="csX21" fmla="*/ 914815 w 1284637"/>
                    <a:gd name="csY21" fmla="*/ 274017 h 330444"/>
                    <a:gd name="csX22" fmla="*/ 969123 w 1284637"/>
                    <a:gd name="csY22" fmla="*/ 248143 h 330444"/>
                    <a:gd name="csX23" fmla="*/ 1019263 w 1284637"/>
                    <a:gd name="csY23" fmla="*/ 219316 h 330444"/>
                    <a:gd name="csX24" fmla="*/ 1065891 w 1284637"/>
                    <a:gd name="csY24" fmla="*/ 188451 h 330444"/>
                    <a:gd name="csX25" fmla="*/ 1109557 w 1284637"/>
                    <a:gd name="csY25" fmla="*/ 156365 h 330444"/>
                    <a:gd name="csX26" fmla="*/ 1149822 w 1284637"/>
                    <a:gd name="csY26" fmla="*/ 123972 h 330444"/>
                    <a:gd name="csX27" fmla="*/ 1186247 w 1284637"/>
                    <a:gd name="csY27" fmla="*/ 92802 h 330444"/>
                    <a:gd name="csX28" fmla="*/ 1217954 w 1284637"/>
                    <a:gd name="csY28" fmla="*/ 64382 h 330444"/>
                    <a:gd name="csX29" fmla="*/ 1243737 w 1284637"/>
                    <a:gd name="csY29" fmla="*/ 40240 h 330444"/>
                    <a:gd name="csX30" fmla="*/ 1263047 w 1284637"/>
                    <a:gd name="csY30" fmla="*/ 21803 h 330444"/>
                    <a:gd name="csX31" fmla="*/ 1275554 w 1284637"/>
                    <a:gd name="csY31" fmla="*/ 9478 h 330444"/>
                    <a:gd name="csX32" fmla="*/ 1282246 w 1284637"/>
                    <a:gd name="csY32" fmla="*/ 2857 h 330444"/>
                    <a:gd name="csX33" fmla="*/ 1284441 w 1284637"/>
                    <a:gd name="csY33" fmla="*/ 514 h 330444"/>
                    <a:gd name="csX34" fmla="*/ 1284660 w 1284637"/>
                    <a:gd name="csY34" fmla="*/ 412 h 330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84637" h="330444">
                      <a:moveTo>
                        <a:pt x="22" y="412"/>
                      </a:moveTo>
                      <a:lnTo>
                        <a:pt x="461" y="921"/>
                      </a:lnTo>
                      <a:lnTo>
                        <a:pt x="3862" y="4283"/>
                      </a:lnTo>
                      <a:lnTo>
                        <a:pt x="12091" y="12533"/>
                      </a:lnTo>
                      <a:lnTo>
                        <a:pt x="26683" y="26693"/>
                      </a:lnTo>
                      <a:lnTo>
                        <a:pt x="47857" y="46963"/>
                      </a:lnTo>
                      <a:lnTo>
                        <a:pt x="75505" y="72429"/>
                      </a:lnTo>
                      <a:lnTo>
                        <a:pt x="108748" y="101868"/>
                      </a:lnTo>
                      <a:lnTo>
                        <a:pt x="146490" y="133649"/>
                      </a:lnTo>
                      <a:lnTo>
                        <a:pt x="187852" y="166041"/>
                      </a:lnTo>
                      <a:lnTo>
                        <a:pt x="232286" y="197925"/>
                      </a:lnTo>
                      <a:lnTo>
                        <a:pt x="280012" y="228178"/>
                      </a:lnTo>
                      <a:lnTo>
                        <a:pt x="331248" y="256190"/>
                      </a:lnTo>
                      <a:lnTo>
                        <a:pt x="386983" y="281147"/>
                      </a:lnTo>
                      <a:lnTo>
                        <a:pt x="448203" y="302335"/>
                      </a:lnTo>
                      <a:lnTo>
                        <a:pt x="515567" y="318734"/>
                      </a:lnTo>
                      <a:lnTo>
                        <a:pt x="588746" y="328615"/>
                      </a:lnTo>
                      <a:lnTo>
                        <a:pt x="642286" y="330856"/>
                      </a:lnTo>
                      <a:lnTo>
                        <a:pt x="718318" y="326476"/>
                      </a:lnTo>
                      <a:lnTo>
                        <a:pt x="789851" y="314354"/>
                      </a:lnTo>
                      <a:lnTo>
                        <a:pt x="855350" y="296528"/>
                      </a:lnTo>
                      <a:lnTo>
                        <a:pt x="914815" y="274017"/>
                      </a:lnTo>
                      <a:lnTo>
                        <a:pt x="969123" y="248143"/>
                      </a:lnTo>
                      <a:lnTo>
                        <a:pt x="1019263" y="219316"/>
                      </a:lnTo>
                      <a:lnTo>
                        <a:pt x="1065891" y="188451"/>
                      </a:lnTo>
                      <a:lnTo>
                        <a:pt x="1109557" y="156365"/>
                      </a:lnTo>
                      <a:lnTo>
                        <a:pt x="1149822" y="123972"/>
                      </a:lnTo>
                      <a:lnTo>
                        <a:pt x="1186247" y="92802"/>
                      </a:lnTo>
                      <a:lnTo>
                        <a:pt x="1217954" y="64382"/>
                      </a:lnTo>
                      <a:lnTo>
                        <a:pt x="1243737" y="40240"/>
                      </a:lnTo>
                      <a:lnTo>
                        <a:pt x="1263047" y="21803"/>
                      </a:lnTo>
                      <a:lnTo>
                        <a:pt x="1275554" y="9478"/>
                      </a:lnTo>
                      <a:lnTo>
                        <a:pt x="1282246" y="2857"/>
                      </a:lnTo>
                      <a:lnTo>
                        <a:pt x="1284441" y="514"/>
                      </a:lnTo>
                      <a:lnTo>
                        <a:pt x="1284660" y="412"/>
                      </a:lnTo>
                    </a:path>
                  </a:pathLst>
                </a:custGeom>
                <a:noFill/>
                <a:ln w="8220" cap="rnd">
                  <a:solidFill>
                    <a:srgbClr val="A52A2A"/>
                  </a:solidFill>
                  <a:prstDash val="solid"/>
                  <a:round/>
                </a:ln>
              </p:spPr>
              <p:txBody>
                <a:bodyPr/>
                <a:lstStyle/>
                <a:p>
                  <a:endParaRPr lang="zh-CN" altLang="en-US" sz="2190"/>
                </a:p>
              </p:txBody>
            </p:sp>
            <p:sp>
              <p:nvSpPr>
                <p:cNvPr id="93" name="任意多边形: 形状 92"/>
                <p:cNvSpPr/>
                <p:nvPr/>
              </p:nvSpPr>
              <p:spPr>
                <a:xfrm>
                  <a:off x="3654113" y="7930827"/>
                  <a:ext cx="165338" cy="371800"/>
                </a:xfrm>
                <a:custGeom>
                  <a:avLst/>
                  <a:gdLst>
                    <a:gd name="csX0" fmla="*/ 22 w 165338"/>
                    <a:gd name="csY0" fmla="*/ 412 h 371800"/>
                    <a:gd name="csX1" fmla="*/ 132 w 165338"/>
                    <a:gd name="csY1" fmla="*/ 1736 h 371800"/>
                    <a:gd name="csX2" fmla="*/ 1119 w 165338"/>
                    <a:gd name="csY2" fmla="*/ 10394 h 371800"/>
                    <a:gd name="csX3" fmla="*/ 3423 w 165338"/>
                    <a:gd name="csY3" fmla="*/ 30359 h 371800"/>
                    <a:gd name="csX4" fmla="*/ 7373 w 165338"/>
                    <a:gd name="csY4" fmla="*/ 62548 h 371800"/>
                    <a:gd name="csX5" fmla="*/ 12640 w 165338"/>
                    <a:gd name="csY5" fmla="*/ 104312 h 371800"/>
                    <a:gd name="csX6" fmla="*/ 19003 w 165338"/>
                    <a:gd name="csY6" fmla="*/ 151781 h 371800"/>
                    <a:gd name="csX7" fmla="*/ 26354 w 165338"/>
                    <a:gd name="csY7" fmla="*/ 200573 h 371800"/>
                    <a:gd name="csX8" fmla="*/ 34253 w 165338"/>
                    <a:gd name="csY8" fmla="*/ 247430 h 371800"/>
                    <a:gd name="csX9" fmla="*/ 43030 w 165338"/>
                    <a:gd name="csY9" fmla="*/ 290009 h 371800"/>
                    <a:gd name="csX10" fmla="*/ 52904 w 165338"/>
                    <a:gd name="csY10" fmla="*/ 326476 h 371800"/>
                    <a:gd name="csX11" fmla="*/ 63985 w 165338"/>
                    <a:gd name="csY11" fmla="*/ 354386 h 371800"/>
                    <a:gd name="csX12" fmla="*/ 76602 w 165338"/>
                    <a:gd name="csY12" fmla="*/ 370175 h 371800"/>
                    <a:gd name="csX13" fmla="*/ 82637 w 165338"/>
                    <a:gd name="csY13" fmla="*/ 372213 h 371800"/>
                    <a:gd name="csX14" fmla="*/ 95693 w 165338"/>
                    <a:gd name="csY14" fmla="*/ 363452 h 371800"/>
                    <a:gd name="csX15" fmla="*/ 107432 w 165338"/>
                    <a:gd name="csY15" fmla="*/ 340533 h 371800"/>
                    <a:gd name="csX16" fmla="*/ 117855 w 165338"/>
                    <a:gd name="csY16" fmla="*/ 307733 h 371800"/>
                    <a:gd name="csX17" fmla="*/ 127071 w 165338"/>
                    <a:gd name="csY17" fmla="*/ 267701 h 371800"/>
                    <a:gd name="csX18" fmla="*/ 135409 w 165338"/>
                    <a:gd name="csY18" fmla="*/ 222576 h 371800"/>
                    <a:gd name="csX19" fmla="*/ 142979 w 165338"/>
                    <a:gd name="csY19" fmla="*/ 174292 h 371800"/>
                    <a:gd name="csX20" fmla="*/ 149782 w 165338"/>
                    <a:gd name="csY20" fmla="*/ 125806 h 371800"/>
                    <a:gd name="csX21" fmla="*/ 155706 w 165338"/>
                    <a:gd name="csY21" fmla="*/ 80884 h 371800"/>
                    <a:gd name="csX22" fmla="*/ 160204 w 165338"/>
                    <a:gd name="csY22" fmla="*/ 43806 h 371800"/>
                    <a:gd name="csX23" fmla="*/ 163276 w 165338"/>
                    <a:gd name="csY23" fmla="*/ 18034 h 371800"/>
                    <a:gd name="csX24" fmla="*/ 164812 w 165338"/>
                    <a:gd name="csY24" fmla="*/ 4486 h 371800"/>
                    <a:gd name="csX25" fmla="*/ 165251 w 165338"/>
                    <a:gd name="csY25" fmla="*/ 514 h 371800"/>
                    <a:gd name="csX26" fmla="*/ 165361 w 165338"/>
                    <a:gd name="csY26" fmla="*/ 412 h 371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65338" h="371800">
                      <a:moveTo>
                        <a:pt x="22" y="412"/>
                      </a:moveTo>
                      <a:lnTo>
                        <a:pt x="132" y="1736"/>
                      </a:lnTo>
                      <a:lnTo>
                        <a:pt x="1119" y="10394"/>
                      </a:lnTo>
                      <a:lnTo>
                        <a:pt x="3423" y="30359"/>
                      </a:lnTo>
                      <a:lnTo>
                        <a:pt x="7373" y="62548"/>
                      </a:lnTo>
                      <a:lnTo>
                        <a:pt x="12640" y="104312"/>
                      </a:lnTo>
                      <a:lnTo>
                        <a:pt x="19003" y="151781"/>
                      </a:lnTo>
                      <a:lnTo>
                        <a:pt x="26354" y="200573"/>
                      </a:lnTo>
                      <a:lnTo>
                        <a:pt x="34253" y="247430"/>
                      </a:lnTo>
                      <a:lnTo>
                        <a:pt x="43030" y="290009"/>
                      </a:lnTo>
                      <a:lnTo>
                        <a:pt x="52904" y="326476"/>
                      </a:lnTo>
                      <a:lnTo>
                        <a:pt x="63985" y="354386"/>
                      </a:lnTo>
                      <a:lnTo>
                        <a:pt x="76602" y="370175"/>
                      </a:lnTo>
                      <a:lnTo>
                        <a:pt x="82637" y="372213"/>
                      </a:lnTo>
                      <a:lnTo>
                        <a:pt x="95693" y="363452"/>
                      </a:lnTo>
                      <a:lnTo>
                        <a:pt x="107432" y="340533"/>
                      </a:lnTo>
                      <a:lnTo>
                        <a:pt x="117855" y="307733"/>
                      </a:lnTo>
                      <a:lnTo>
                        <a:pt x="127071" y="267701"/>
                      </a:lnTo>
                      <a:lnTo>
                        <a:pt x="135409" y="222576"/>
                      </a:lnTo>
                      <a:lnTo>
                        <a:pt x="142979" y="174292"/>
                      </a:lnTo>
                      <a:lnTo>
                        <a:pt x="149782" y="125806"/>
                      </a:lnTo>
                      <a:lnTo>
                        <a:pt x="155706" y="80884"/>
                      </a:lnTo>
                      <a:lnTo>
                        <a:pt x="160204" y="43806"/>
                      </a:lnTo>
                      <a:lnTo>
                        <a:pt x="163276" y="18034"/>
                      </a:lnTo>
                      <a:lnTo>
                        <a:pt x="164812" y="4486"/>
                      </a:lnTo>
                      <a:lnTo>
                        <a:pt x="165251" y="514"/>
                      </a:lnTo>
                      <a:lnTo>
                        <a:pt x="165361" y="412"/>
                      </a:lnTo>
                    </a:path>
                  </a:pathLst>
                </a:custGeom>
                <a:noFill/>
                <a:ln w="8220" cap="rnd">
                  <a:solidFill>
                    <a:srgbClr val="A52A2A"/>
                  </a:solidFill>
                  <a:prstDash val="solid"/>
                  <a:round/>
                </a:ln>
              </p:spPr>
              <p:txBody>
                <a:bodyPr/>
                <a:lstStyle/>
                <a:p>
                  <a:endParaRPr lang="zh-CN" altLang="en-US" sz="2190"/>
                </a:p>
              </p:txBody>
            </p:sp>
            <p:sp>
              <p:nvSpPr>
                <p:cNvPr id="94" name="任意多边形: 形状 93"/>
                <p:cNvSpPr/>
                <p:nvPr/>
              </p:nvSpPr>
              <p:spPr>
                <a:xfrm>
                  <a:off x="3664317" y="7930827"/>
                  <a:ext cx="155135" cy="413055"/>
                </a:xfrm>
                <a:custGeom>
                  <a:avLst/>
                  <a:gdLst>
                    <a:gd name="csX0" fmla="*/ 22 w 155135"/>
                    <a:gd name="csY0" fmla="*/ 412 h 413055"/>
                    <a:gd name="csX1" fmla="*/ 132 w 155135"/>
                    <a:gd name="csY1" fmla="*/ 1736 h 413055"/>
                    <a:gd name="csX2" fmla="*/ 900 w 155135"/>
                    <a:gd name="csY2" fmla="*/ 9987 h 413055"/>
                    <a:gd name="csX3" fmla="*/ 2875 w 155135"/>
                    <a:gd name="csY3" fmla="*/ 29647 h 413055"/>
                    <a:gd name="csX4" fmla="*/ 6056 w 155135"/>
                    <a:gd name="csY4" fmla="*/ 61530 h 413055"/>
                    <a:gd name="csX5" fmla="*/ 10555 w 155135"/>
                    <a:gd name="csY5" fmla="*/ 103905 h 413055"/>
                    <a:gd name="csX6" fmla="*/ 16040 w 155135"/>
                    <a:gd name="csY6" fmla="*/ 152901 h 413055"/>
                    <a:gd name="csX7" fmla="*/ 22294 w 155135"/>
                    <a:gd name="csY7" fmla="*/ 204444 h 413055"/>
                    <a:gd name="csX8" fmla="*/ 29206 w 155135"/>
                    <a:gd name="csY8" fmla="*/ 255070 h 413055"/>
                    <a:gd name="csX9" fmla="*/ 36667 w 155135"/>
                    <a:gd name="csY9" fmla="*/ 302233 h 413055"/>
                    <a:gd name="csX10" fmla="*/ 45005 w 155135"/>
                    <a:gd name="csY10" fmla="*/ 343997 h 413055"/>
                    <a:gd name="csX11" fmla="*/ 54330 w 155135"/>
                    <a:gd name="csY11" fmla="*/ 378528 h 413055"/>
                    <a:gd name="csX12" fmla="*/ 64863 w 155135"/>
                    <a:gd name="csY12" fmla="*/ 402975 h 413055"/>
                    <a:gd name="csX13" fmla="*/ 76383 w 155135"/>
                    <a:gd name="csY13" fmla="*/ 413365 h 413055"/>
                    <a:gd name="csX14" fmla="*/ 77480 w 155135"/>
                    <a:gd name="csY14" fmla="*/ 413467 h 413055"/>
                    <a:gd name="csX15" fmla="*/ 89110 w 155135"/>
                    <a:gd name="csY15" fmla="*/ 404605 h 413055"/>
                    <a:gd name="csX16" fmla="*/ 99752 w 155135"/>
                    <a:gd name="csY16" fmla="*/ 381381 h 413055"/>
                    <a:gd name="csX17" fmla="*/ 109187 w 155135"/>
                    <a:gd name="csY17" fmla="*/ 347765 h 413055"/>
                    <a:gd name="csX18" fmla="*/ 117635 w 155135"/>
                    <a:gd name="csY18" fmla="*/ 306613 h 413055"/>
                    <a:gd name="csX19" fmla="*/ 125205 w 155135"/>
                    <a:gd name="csY19" fmla="*/ 259857 h 413055"/>
                    <a:gd name="csX20" fmla="*/ 132117 w 155135"/>
                    <a:gd name="csY20" fmla="*/ 209435 h 413055"/>
                    <a:gd name="csX21" fmla="*/ 138481 w 155135"/>
                    <a:gd name="csY21" fmla="*/ 157892 h 413055"/>
                    <a:gd name="csX22" fmla="*/ 144076 w 155135"/>
                    <a:gd name="csY22" fmla="*/ 108387 h 413055"/>
                    <a:gd name="csX23" fmla="*/ 148574 w 155135"/>
                    <a:gd name="csY23" fmla="*/ 65197 h 413055"/>
                    <a:gd name="csX24" fmla="*/ 151975 w 155135"/>
                    <a:gd name="csY24" fmla="*/ 32193 h 413055"/>
                    <a:gd name="csX25" fmla="*/ 154060 w 155135"/>
                    <a:gd name="csY25" fmla="*/ 11413 h 413055"/>
                    <a:gd name="csX26" fmla="*/ 154938 w 155135"/>
                    <a:gd name="csY26" fmla="*/ 2143 h 413055"/>
                    <a:gd name="csX27" fmla="*/ 155157 w 155135"/>
                    <a:gd name="csY27" fmla="*/ 412 h 413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055">
                      <a:moveTo>
                        <a:pt x="22" y="412"/>
                      </a:moveTo>
                      <a:lnTo>
                        <a:pt x="132" y="1736"/>
                      </a:lnTo>
                      <a:lnTo>
                        <a:pt x="900" y="9987"/>
                      </a:lnTo>
                      <a:lnTo>
                        <a:pt x="2875" y="29647"/>
                      </a:lnTo>
                      <a:lnTo>
                        <a:pt x="6056" y="61530"/>
                      </a:lnTo>
                      <a:lnTo>
                        <a:pt x="10555" y="103905"/>
                      </a:lnTo>
                      <a:lnTo>
                        <a:pt x="16040" y="152901"/>
                      </a:lnTo>
                      <a:lnTo>
                        <a:pt x="22294" y="204444"/>
                      </a:lnTo>
                      <a:lnTo>
                        <a:pt x="29206" y="255070"/>
                      </a:lnTo>
                      <a:lnTo>
                        <a:pt x="36667" y="302233"/>
                      </a:lnTo>
                      <a:lnTo>
                        <a:pt x="45005" y="343997"/>
                      </a:lnTo>
                      <a:lnTo>
                        <a:pt x="54330" y="378528"/>
                      </a:lnTo>
                      <a:lnTo>
                        <a:pt x="64863" y="402975"/>
                      </a:lnTo>
                      <a:lnTo>
                        <a:pt x="76383" y="413365"/>
                      </a:lnTo>
                      <a:lnTo>
                        <a:pt x="77480" y="413467"/>
                      </a:lnTo>
                      <a:lnTo>
                        <a:pt x="89110" y="404605"/>
                      </a:lnTo>
                      <a:lnTo>
                        <a:pt x="99752" y="381381"/>
                      </a:lnTo>
                      <a:lnTo>
                        <a:pt x="109187" y="347765"/>
                      </a:lnTo>
                      <a:lnTo>
                        <a:pt x="117635" y="306613"/>
                      </a:lnTo>
                      <a:lnTo>
                        <a:pt x="125205" y="259857"/>
                      </a:lnTo>
                      <a:lnTo>
                        <a:pt x="132117" y="209435"/>
                      </a:lnTo>
                      <a:lnTo>
                        <a:pt x="138481" y="157892"/>
                      </a:lnTo>
                      <a:lnTo>
                        <a:pt x="144076" y="108387"/>
                      </a:lnTo>
                      <a:lnTo>
                        <a:pt x="148574" y="65197"/>
                      </a:lnTo>
                      <a:lnTo>
                        <a:pt x="151975" y="32193"/>
                      </a:lnTo>
                      <a:lnTo>
                        <a:pt x="154060" y="11413"/>
                      </a:lnTo>
                      <a:lnTo>
                        <a:pt x="154938" y="2143"/>
                      </a:lnTo>
                      <a:lnTo>
                        <a:pt x="155157" y="412"/>
                      </a:lnTo>
                    </a:path>
                  </a:pathLst>
                </a:custGeom>
                <a:noFill/>
                <a:ln w="8220" cap="rnd">
                  <a:solidFill>
                    <a:srgbClr val="A52A2A"/>
                  </a:solidFill>
                  <a:prstDash val="solid"/>
                  <a:round/>
                </a:ln>
              </p:spPr>
              <p:txBody>
                <a:bodyPr/>
                <a:lstStyle/>
                <a:p>
                  <a:endParaRPr lang="zh-CN" altLang="en-US" sz="2190"/>
                </a:p>
              </p:txBody>
            </p:sp>
            <p:sp>
              <p:nvSpPr>
                <p:cNvPr id="95" name="任意多边形: 形状 94"/>
                <p:cNvSpPr/>
                <p:nvPr/>
              </p:nvSpPr>
              <p:spPr>
                <a:xfrm>
                  <a:off x="3836787" y="7930827"/>
                  <a:ext cx="62755" cy="41254"/>
                </a:xfrm>
                <a:custGeom>
                  <a:avLst/>
                  <a:gdLst>
                    <a:gd name="csX0" fmla="*/ 22 w 62755"/>
                    <a:gd name="csY0" fmla="*/ 412 h 41254"/>
                    <a:gd name="csX1" fmla="*/ 790 w 62755"/>
                    <a:gd name="csY1" fmla="*/ 2449 h 41254"/>
                    <a:gd name="csX2" fmla="*/ 4849 w 62755"/>
                    <a:gd name="csY2" fmla="*/ 11821 h 41254"/>
                    <a:gd name="csX3" fmla="*/ 11432 w 62755"/>
                    <a:gd name="csY3" fmla="*/ 25165 h 41254"/>
                    <a:gd name="csX4" fmla="*/ 19990 w 62755"/>
                    <a:gd name="csY4" fmla="*/ 36471 h 41254"/>
                    <a:gd name="csX5" fmla="*/ 31400 w 62755"/>
                    <a:gd name="csY5" fmla="*/ 41666 h 41254"/>
                    <a:gd name="csX6" fmla="*/ 42810 w 62755"/>
                    <a:gd name="csY6" fmla="*/ 36471 h 41254"/>
                    <a:gd name="csX7" fmla="*/ 51368 w 62755"/>
                    <a:gd name="csY7" fmla="*/ 25165 h 41254"/>
                    <a:gd name="csX8" fmla="*/ 57951 w 62755"/>
                    <a:gd name="csY8" fmla="*/ 11821 h 41254"/>
                    <a:gd name="csX9" fmla="*/ 62010 w 62755"/>
                    <a:gd name="csY9" fmla="*/ 2449 h 41254"/>
                    <a:gd name="csX10" fmla="*/ 62778 w 62755"/>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41254">
                      <a:moveTo>
                        <a:pt x="22" y="412"/>
                      </a:moveTo>
                      <a:lnTo>
                        <a:pt x="790" y="2449"/>
                      </a:lnTo>
                      <a:lnTo>
                        <a:pt x="4849" y="11821"/>
                      </a:lnTo>
                      <a:lnTo>
                        <a:pt x="11432" y="25165"/>
                      </a:lnTo>
                      <a:lnTo>
                        <a:pt x="19990" y="36471"/>
                      </a:lnTo>
                      <a:lnTo>
                        <a:pt x="31400" y="41666"/>
                      </a:lnTo>
                      <a:lnTo>
                        <a:pt x="42810" y="36471"/>
                      </a:lnTo>
                      <a:lnTo>
                        <a:pt x="51368" y="25165"/>
                      </a:lnTo>
                      <a:lnTo>
                        <a:pt x="57951" y="11821"/>
                      </a:lnTo>
                      <a:lnTo>
                        <a:pt x="62010" y="2449"/>
                      </a:lnTo>
                      <a:lnTo>
                        <a:pt x="62778" y="412"/>
                      </a:lnTo>
                    </a:path>
                  </a:pathLst>
                </a:custGeom>
                <a:noFill/>
                <a:ln w="3069" cap="rnd">
                  <a:solidFill>
                    <a:srgbClr val="A52A2A"/>
                  </a:solidFill>
                  <a:prstDash val="solid"/>
                  <a:round/>
                </a:ln>
              </p:spPr>
              <p:txBody>
                <a:bodyPr/>
                <a:lstStyle/>
                <a:p>
                  <a:endParaRPr lang="zh-CN" altLang="en-US" sz="2190"/>
                </a:p>
              </p:txBody>
            </p:sp>
            <p:sp>
              <p:nvSpPr>
                <p:cNvPr id="96" name="任意多边形: 形状 95"/>
                <p:cNvSpPr/>
                <p:nvPr/>
              </p:nvSpPr>
              <p:spPr>
                <a:xfrm>
                  <a:off x="3912709" y="7930827"/>
                  <a:ext cx="643800" cy="41254"/>
                </a:xfrm>
                <a:custGeom>
                  <a:avLst/>
                  <a:gdLst>
                    <a:gd name="csX0" fmla="*/ 22 w 643800"/>
                    <a:gd name="csY0" fmla="*/ 412 h 41254"/>
                    <a:gd name="csX1" fmla="*/ 900 w 643800"/>
                    <a:gd name="csY1" fmla="*/ 616 h 41254"/>
                    <a:gd name="csX2" fmla="*/ 6166 w 643800"/>
                    <a:gd name="csY2" fmla="*/ 1940 h 41254"/>
                    <a:gd name="csX3" fmla="*/ 18345 w 643800"/>
                    <a:gd name="csY3" fmla="*/ 4894 h 41254"/>
                    <a:gd name="csX4" fmla="*/ 38093 w 643800"/>
                    <a:gd name="csY4" fmla="*/ 9478 h 41254"/>
                    <a:gd name="csX5" fmla="*/ 63986 w 643800"/>
                    <a:gd name="csY5" fmla="*/ 15080 h 41254"/>
                    <a:gd name="csX6" fmla="*/ 94595 w 643800"/>
                    <a:gd name="csY6" fmla="*/ 21192 h 41254"/>
                    <a:gd name="csX7" fmla="*/ 128717 w 643800"/>
                    <a:gd name="csY7" fmla="*/ 27100 h 41254"/>
                    <a:gd name="csX8" fmla="*/ 166677 w 643800"/>
                    <a:gd name="csY8" fmla="*/ 32397 h 41254"/>
                    <a:gd name="csX9" fmla="*/ 209795 w 643800"/>
                    <a:gd name="csY9" fmla="*/ 36981 h 41254"/>
                    <a:gd name="csX10" fmla="*/ 259605 w 643800"/>
                    <a:gd name="csY10" fmla="*/ 40240 h 41254"/>
                    <a:gd name="csX11" fmla="*/ 315559 w 643800"/>
                    <a:gd name="csY11" fmla="*/ 41666 h 41254"/>
                    <a:gd name="csX12" fmla="*/ 321813 w 643800"/>
                    <a:gd name="csY12" fmla="*/ 41666 h 41254"/>
                    <a:gd name="csX13" fmla="*/ 378315 w 643800"/>
                    <a:gd name="csY13" fmla="*/ 40444 h 41254"/>
                    <a:gd name="csX14" fmla="*/ 428784 w 643800"/>
                    <a:gd name="csY14" fmla="*/ 37388 h 41254"/>
                    <a:gd name="csX15" fmla="*/ 472559 w 643800"/>
                    <a:gd name="csY15" fmla="*/ 33008 h 41254"/>
                    <a:gd name="csX16" fmla="*/ 511069 w 643800"/>
                    <a:gd name="csY16" fmla="*/ 27711 h 41254"/>
                    <a:gd name="csX17" fmla="*/ 545629 w 643800"/>
                    <a:gd name="csY17" fmla="*/ 21803 h 41254"/>
                    <a:gd name="csX18" fmla="*/ 576568 w 643800"/>
                    <a:gd name="csY18" fmla="*/ 15691 h 41254"/>
                    <a:gd name="csX19" fmla="*/ 603119 w 643800"/>
                    <a:gd name="csY19" fmla="*/ 9987 h 41254"/>
                    <a:gd name="csX20" fmla="*/ 623635 w 643800"/>
                    <a:gd name="csY20" fmla="*/ 5301 h 41254"/>
                    <a:gd name="csX21" fmla="*/ 636691 w 643800"/>
                    <a:gd name="csY21" fmla="*/ 2143 h 41254"/>
                    <a:gd name="csX22" fmla="*/ 642616 w 643800"/>
                    <a:gd name="csY22" fmla="*/ 616 h 41254"/>
                    <a:gd name="csX23" fmla="*/ 643822 w 643800"/>
                    <a:gd name="csY23"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41254">
                      <a:moveTo>
                        <a:pt x="22" y="412"/>
                      </a:moveTo>
                      <a:lnTo>
                        <a:pt x="900" y="616"/>
                      </a:lnTo>
                      <a:lnTo>
                        <a:pt x="6166" y="1940"/>
                      </a:lnTo>
                      <a:lnTo>
                        <a:pt x="18345" y="4894"/>
                      </a:lnTo>
                      <a:lnTo>
                        <a:pt x="38093" y="9478"/>
                      </a:lnTo>
                      <a:lnTo>
                        <a:pt x="63986" y="15080"/>
                      </a:lnTo>
                      <a:lnTo>
                        <a:pt x="94595" y="21192"/>
                      </a:lnTo>
                      <a:lnTo>
                        <a:pt x="128717" y="27100"/>
                      </a:lnTo>
                      <a:lnTo>
                        <a:pt x="166677" y="32397"/>
                      </a:lnTo>
                      <a:lnTo>
                        <a:pt x="209795" y="36981"/>
                      </a:lnTo>
                      <a:lnTo>
                        <a:pt x="259605" y="40240"/>
                      </a:lnTo>
                      <a:lnTo>
                        <a:pt x="315559" y="41666"/>
                      </a:lnTo>
                      <a:lnTo>
                        <a:pt x="321813" y="41666"/>
                      </a:lnTo>
                      <a:lnTo>
                        <a:pt x="378315" y="40444"/>
                      </a:lnTo>
                      <a:lnTo>
                        <a:pt x="428784" y="37388"/>
                      </a:lnTo>
                      <a:lnTo>
                        <a:pt x="472559" y="33008"/>
                      </a:lnTo>
                      <a:lnTo>
                        <a:pt x="511069" y="27711"/>
                      </a:lnTo>
                      <a:lnTo>
                        <a:pt x="545629" y="21803"/>
                      </a:lnTo>
                      <a:lnTo>
                        <a:pt x="576568" y="15691"/>
                      </a:lnTo>
                      <a:lnTo>
                        <a:pt x="603119" y="9987"/>
                      </a:lnTo>
                      <a:lnTo>
                        <a:pt x="623635" y="5301"/>
                      </a:lnTo>
                      <a:lnTo>
                        <a:pt x="636691" y="2143"/>
                      </a:lnTo>
                      <a:lnTo>
                        <a:pt x="642616" y="616"/>
                      </a:lnTo>
                      <a:lnTo>
                        <a:pt x="643822" y="412"/>
                      </a:lnTo>
                    </a:path>
                  </a:pathLst>
                </a:custGeom>
                <a:noFill/>
                <a:ln w="2411" cap="rnd">
                  <a:solidFill>
                    <a:srgbClr val="A52A2A"/>
                  </a:solidFill>
                  <a:prstDash val="solid"/>
                  <a:round/>
                </a:ln>
              </p:spPr>
              <p:txBody>
                <a:bodyPr/>
                <a:lstStyle/>
                <a:p>
                  <a:endParaRPr lang="zh-CN" altLang="en-US" sz="2190"/>
                </a:p>
              </p:txBody>
            </p:sp>
            <p:sp>
              <p:nvSpPr>
                <p:cNvPr id="97" name="任意多边形: 形状 96"/>
                <p:cNvSpPr/>
                <p:nvPr/>
              </p:nvSpPr>
              <p:spPr>
                <a:xfrm>
                  <a:off x="4570223" y="7930827"/>
                  <a:ext cx="126061" cy="41254"/>
                </a:xfrm>
                <a:custGeom>
                  <a:avLst/>
                  <a:gdLst>
                    <a:gd name="csX0" fmla="*/ 22 w 126061"/>
                    <a:gd name="csY0" fmla="*/ 412 h 41254"/>
                    <a:gd name="csX1" fmla="*/ 1339 w 126061"/>
                    <a:gd name="csY1" fmla="*/ 2041 h 41254"/>
                    <a:gd name="csX2" fmla="*/ 7922 w 126061"/>
                    <a:gd name="csY2" fmla="*/ 9987 h 41254"/>
                    <a:gd name="csX3" fmla="*/ 19551 w 126061"/>
                    <a:gd name="csY3" fmla="*/ 22109 h 41254"/>
                    <a:gd name="csX4" fmla="*/ 34363 w 126061"/>
                    <a:gd name="csY4" fmla="*/ 33416 h 41254"/>
                    <a:gd name="csX5" fmla="*/ 53672 w 126061"/>
                    <a:gd name="csY5" fmla="*/ 40750 h 41254"/>
                    <a:gd name="csX6" fmla="*/ 63108 w 126061"/>
                    <a:gd name="csY6" fmla="*/ 41666 h 41254"/>
                    <a:gd name="csX7" fmla="*/ 84502 w 126061"/>
                    <a:gd name="csY7" fmla="*/ 37184 h 41254"/>
                    <a:gd name="csX8" fmla="*/ 100849 w 126061"/>
                    <a:gd name="csY8" fmla="*/ 27100 h 41254"/>
                    <a:gd name="csX9" fmla="*/ 113905 w 126061"/>
                    <a:gd name="csY9" fmla="*/ 14774 h 41254"/>
                    <a:gd name="csX10" fmla="*/ 122792 w 126061"/>
                    <a:gd name="csY10" fmla="*/ 4486 h 41254"/>
                    <a:gd name="csX11" fmla="*/ 126084 w 126061"/>
                    <a:gd name="csY11" fmla="*/ 514 h 41254"/>
                    <a:gd name="csX12" fmla="*/ 126084 w 126061"/>
                    <a:gd name="csY12"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6061" h="41254">
                      <a:moveTo>
                        <a:pt x="22" y="412"/>
                      </a:moveTo>
                      <a:lnTo>
                        <a:pt x="1339" y="2041"/>
                      </a:lnTo>
                      <a:lnTo>
                        <a:pt x="7922" y="9987"/>
                      </a:lnTo>
                      <a:lnTo>
                        <a:pt x="19551" y="22109"/>
                      </a:lnTo>
                      <a:lnTo>
                        <a:pt x="34363" y="33416"/>
                      </a:lnTo>
                      <a:lnTo>
                        <a:pt x="53672" y="40750"/>
                      </a:lnTo>
                      <a:lnTo>
                        <a:pt x="63108" y="41666"/>
                      </a:lnTo>
                      <a:lnTo>
                        <a:pt x="84502" y="37184"/>
                      </a:lnTo>
                      <a:lnTo>
                        <a:pt x="100849" y="27100"/>
                      </a:lnTo>
                      <a:lnTo>
                        <a:pt x="113905" y="14774"/>
                      </a:lnTo>
                      <a:lnTo>
                        <a:pt x="122792" y="4486"/>
                      </a:lnTo>
                      <a:lnTo>
                        <a:pt x="126084" y="514"/>
                      </a:lnTo>
                      <a:lnTo>
                        <a:pt x="126084" y="412"/>
                      </a:lnTo>
                    </a:path>
                  </a:pathLst>
                </a:custGeom>
                <a:noFill/>
                <a:ln w="2411" cap="rnd">
                  <a:solidFill>
                    <a:srgbClr val="A52A2A"/>
                  </a:solidFill>
                  <a:prstDash val="solid"/>
                  <a:round/>
                </a:ln>
              </p:spPr>
              <p:txBody>
                <a:bodyPr/>
                <a:lstStyle/>
                <a:p>
                  <a:endParaRPr lang="zh-CN" altLang="en-US" sz="2190"/>
                </a:p>
              </p:txBody>
            </p:sp>
            <p:sp>
              <p:nvSpPr>
                <p:cNvPr id="98" name="任意多边形: 形状 97"/>
                <p:cNvSpPr/>
                <p:nvPr/>
              </p:nvSpPr>
              <p:spPr>
                <a:xfrm>
                  <a:off x="4709120" y="7930827"/>
                  <a:ext cx="122001" cy="41254"/>
                </a:xfrm>
                <a:custGeom>
                  <a:avLst/>
                  <a:gdLst>
                    <a:gd name="csX0" fmla="*/ 22 w 122001"/>
                    <a:gd name="csY0" fmla="*/ 412 h 41254"/>
                    <a:gd name="csX1" fmla="*/ 1229 w 122001"/>
                    <a:gd name="csY1" fmla="*/ 2041 h 41254"/>
                    <a:gd name="csX2" fmla="*/ 7922 w 122001"/>
                    <a:gd name="csY2" fmla="*/ 10191 h 41254"/>
                    <a:gd name="csX3" fmla="*/ 19332 w 122001"/>
                    <a:gd name="csY3" fmla="*/ 22516 h 41254"/>
                    <a:gd name="csX4" fmla="*/ 33924 w 122001"/>
                    <a:gd name="csY4" fmla="*/ 33925 h 41254"/>
                    <a:gd name="csX5" fmla="*/ 53014 w 122001"/>
                    <a:gd name="csY5" fmla="*/ 41055 h 41254"/>
                    <a:gd name="csX6" fmla="*/ 61023 w 122001"/>
                    <a:gd name="csY6" fmla="*/ 41666 h 41254"/>
                    <a:gd name="csX7" fmla="*/ 81978 w 122001"/>
                    <a:gd name="csY7" fmla="*/ 37082 h 41254"/>
                    <a:gd name="csX8" fmla="*/ 97887 w 122001"/>
                    <a:gd name="csY8" fmla="*/ 26896 h 41254"/>
                    <a:gd name="csX9" fmla="*/ 110504 w 122001"/>
                    <a:gd name="csY9" fmla="*/ 14367 h 41254"/>
                    <a:gd name="csX10" fmla="*/ 119062 w 122001"/>
                    <a:gd name="csY10" fmla="*/ 4181 h 41254"/>
                    <a:gd name="csX11" fmla="*/ 122024 w 122001"/>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41254">
                      <a:moveTo>
                        <a:pt x="22" y="412"/>
                      </a:moveTo>
                      <a:lnTo>
                        <a:pt x="1229" y="2041"/>
                      </a:lnTo>
                      <a:lnTo>
                        <a:pt x="7922" y="10191"/>
                      </a:lnTo>
                      <a:lnTo>
                        <a:pt x="19332" y="22516"/>
                      </a:lnTo>
                      <a:lnTo>
                        <a:pt x="33924" y="33925"/>
                      </a:lnTo>
                      <a:lnTo>
                        <a:pt x="53014" y="41055"/>
                      </a:lnTo>
                      <a:lnTo>
                        <a:pt x="61023" y="41666"/>
                      </a:lnTo>
                      <a:lnTo>
                        <a:pt x="81978" y="37082"/>
                      </a:lnTo>
                      <a:lnTo>
                        <a:pt x="97887" y="26896"/>
                      </a:lnTo>
                      <a:lnTo>
                        <a:pt x="110504" y="14367"/>
                      </a:lnTo>
                      <a:lnTo>
                        <a:pt x="119062" y="4181"/>
                      </a:lnTo>
                      <a:lnTo>
                        <a:pt x="122024" y="412"/>
                      </a:lnTo>
                    </a:path>
                  </a:pathLst>
                </a:custGeom>
                <a:noFill/>
                <a:ln w="1644" cap="rnd">
                  <a:solidFill>
                    <a:srgbClr val="A52A2A"/>
                  </a:solidFill>
                  <a:prstDash val="solid"/>
                  <a:round/>
                </a:ln>
              </p:spPr>
              <p:txBody>
                <a:bodyPr/>
                <a:lstStyle/>
                <a:p>
                  <a:endParaRPr lang="zh-CN" altLang="en-US" sz="2190"/>
                </a:p>
              </p:txBody>
            </p:sp>
            <p:sp>
              <p:nvSpPr>
                <p:cNvPr id="99" name="任意多边形: 形状 98"/>
                <p:cNvSpPr/>
                <p:nvPr/>
              </p:nvSpPr>
              <p:spPr>
                <a:xfrm>
                  <a:off x="4838802" y="7930827"/>
                  <a:ext cx="258704" cy="41254"/>
                </a:xfrm>
                <a:custGeom>
                  <a:avLst/>
                  <a:gdLst>
                    <a:gd name="csX0" fmla="*/ 22 w 258704"/>
                    <a:gd name="csY0" fmla="*/ 412 h 41254"/>
                    <a:gd name="csX1" fmla="*/ 1229 w 258704"/>
                    <a:gd name="csY1" fmla="*/ 1125 h 41254"/>
                    <a:gd name="csX2" fmla="*/ 7922 w 258704"/>
                    <a:gd name="csY2" fmla="*/ 5199 h 41254"/>
                    <a:gd name="csX3" fmla="*/ 21636 w 258704"/>
                    <a:gd name="csY3" fmla="*/ 12839 h 41254"/>
                    <a:gd name="csX4" fmla="*/ 40178 w 258704"/>
                    <a:gd name="csY4" fmla="*/ 22211 h 41254"/>
                    <a:gd name="csX5" fmla="*/ 62340 w 258704"/>
                    <a:gd name="csY5" fmla="*/ 30971 h 41254"/>
                    <a:gd name="csX6" fmla="*/ 89000 w 258704"/>
                    <a:gd name="csY6" fmla="*/ 37898 h 41254"/>
                    <a:gd name="csX7" fmla="*/ 121914 w 258704"/>
                    <a:gd name="csY7" fmla="*/ 41564 h 41254"/>
                    <a:gd name="csX8" fmla="*/ 129375 w 258704"/>
                    <a:gd name="csY8" fmla="*/ 41666 h 41254"/>
                    <a:gd name="csX9" fmla="*/ 163386 w 258704"/>
                    <a:gd name="csY9" fmla="*/ 39018 h 41254"/>
                    <a:gd name="csX10" fmla="*/ 191253 w 258704"/>
                    <a:gd name="csY10" fmla="*/ 32600 h 41254"/>
                    <a:gd name="csX11" fmla="*/ 214183 w 258704"/>
                    <a:gd name="csY11" fmla="*/ 24044 h 41254"/>
                    <a:gd name="csX12" fmla="*/ 233603 w 258704"/>
                    <a:gd name="csY12" fmla="*/ 14774 h 41254"/>
                    <a:gd name="csX13" fmla="*/ 248524 w 258704"/>
                    <a:gd name="csY13" fmla="*/ 6524 h 41254"/>
                    <a:gd name="csX14" fmla="*/ 256752 w 258704"/>
                    <a:gd name="csY14" fmla="*/ 1634 h 41254"/>
                    <a:gd name="csX15" fmla="*/ 258727 w 258704"/>
                    <a:gd name="csY15"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41254">
                      <a:moveTo>
                        <a:pt x="22" y="412"/>
                      </a:moveTo>
                      <a:lnTo>
                        <a:pt x="1229" y="1125"/>
                      </a:lnTo>
                      <a:lnTo>
                        <a:pt x="7922" y="5199"/>
                      </a:lnTo>
                      <a:lnTo>
                        <a:pt x="21636" y="12839"/>
                      </a:lnTo>
                      <a:lnTo>
                        <a:pt x="40178" y="22211"/>
                      </a:lnTo>
                      <a:lnTo>
                        <a:pt x="62340" y="30971"/>
                      </a:lnTo>
                      <a:lnTo>
                        <a:pt x="89000" y="37898"/>
                      </a:lnTo>
                      <a:lnTo>
                        <a:pt x="121914" y="41564"/>
                      </a:lnTo>
                      <a:lnTo>
                        <a:pt x="129375" y="41666"/>
                      </a:lnTo>
                      <a:lnTo>
                        <a:pt x="163386" y="39018"/>
                      </a:lnTo>
                      <a:lnTo>
                        <a:pt x="191253" y="32600"/>
                      </a:lnTo>
                      <a:lnTo>
                        <a:pt x="214183" y="24044"/>
                      </a:lnTo>
                      <a:lnTo>
                        <a:pt x="233603" y="14774"/>
                      </a:lnTo>
                      <a:lnTo>
                        <a:pt x="248524" y="6524"/>
                      </a:lnTo>
                      <a:lnTo>
                        <a:pt x="256752" y="1634"/>
                      </a:lnTo>
                      <a:lnTo>
                        <a:pt x="258727" y="412"/>
                      </a:lnTo>
                    </a:path>
                  </a:pathLst>
                </a:custGeom>
                <a:noFill/>
                <a:ln w="1644" cap="rnd">
                  <a:solidFill>
                    <a:srgbClr val="A52A2A"/>
                  </a:solidFill>
                  <a:prstDash val="solid"/>
                  <a:round/>
                </a:ln>
              </p:spPr>
              <p:txBody>
                <a:bodyPr/>
                <a:lstStyle/>
                <a:p>
                  <a:endParaRPr lang="zh-CN" altLang="en-US" sz="2190"/>
                </a:p>
              </p:txBody>
            </p:sp>
            <p:sp>
              <p:nvSpPr>
                <p:cNvPr id="100" name="任意多边形: 形状 99"/>
                <p:cNvSpPr/>
                <p:nvPr/>
              </p:nvSpPr>
              <p:spPr>
                <a:xfrm>
                  <a:off x="5108807" y="7930827"/>
                  <a:ext cx="100278" cy="41254"/>
                </a:xfrm>
                <a:custGeom>
                  <a:avLst/>
                  <a:gdLst>
                    <a:gd name="csX0" fmla="*/ 22 w 100278"/>
                    <a:gd name="csY0" fmla="*/ 412 h 41254"/>
                    <a:gd name="csX1" fmla="*/ 1339 w 100278"/>
                    <a:gd name="csY1" fmla="*/ 2347 h 41254"/>
                    <a:gd name="csX2" fmla="*/ 7483 w 100278"/>
                    <a:gd name="csY2" fmla="*/ 11617 h 41254"/>
                    <a:gd name="csX3" fmla="*/ 17906 w 100278"/>
                    <a:gd name="csY3" fmla="*/ 24757 h 41254"/>
                    <a:gd name="csX4" fmla="*/ 31401 w 100278"/>
                    <a:gd name="csY4" fmla="*/ 36166 h 41254"/>
                    <a:gd name="csX5" fmla="*/ 49284 w 100278"/>
                    <a:gd name="csY5" fmla="*/ 41666 h 41254"/>
                    <a:gd name="csX6" fmla="*/ 50162 w 100278"/>
                    <a:gd name="csY6" fmla="*/ 41666 h 41254"/>
                    <a:gd name="csX7" fmla="*/ 68264 w 100278"/>
                    <a:gd name="csY7" fmla="*/ 36573 h 41254"/>
                    <a:gd name="csX8" fmla="*/ 81869 w 100278"/>
                    <a:gd name="csY8" fmla="*/ 25368 h 41254"/>
                    <a:gd name="csX9" fmla="*/ 92401 w 100278"/>
                    <a:gd name="csY9" fmla="*/ 12228 h 41254"/>
                    <a:gd name="csX10" fmla="*/ 98874 w 100278"/>
                    <a:gd name="csY10" fmla="*/ 2653 h 41254"/>
                    <a:gd name="csX11" fmla="*/ 100301 w 100278"/>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00278" h="41254">
                      <a:moveTo>
                        <a:pt x="22" y="412"/>
                      </a:moveTo>
                      <a:lnTo>
                        <a:pt x="1339" y="2347"/>
                      </a:lnTo>
                      <a:lnTo>
                        <a:pt x="7483" y="11617"/>
                      </a:lnTo>
                      <a:lnTo>
                        <a:pt x="17906" y="24757"/>
                      </a:lnTo>
                      <a:lnTo>
                        <a:pt x="31401" y="36166"/>
                      </a:lnTo>
                      <a:lnTo>
                        <a:pt x="49284" y="41666"/>
                      </a:lnTo>
                      <a:lnTo>
                        <a:pt x="50162" y="41666"/>
                      </a:lnTo>
                      <a:lnTo>
                        <a:pt x="68264" y="36573"/>
                      </a:lnTo>
                      <a:lnTo>
                        <a:pt x="81869" y="25368"/>
                      </a:lnTo>
                      <a:lnTo>
                        <a:pt x="92401" y="12228"/>
                      </a:lnTo>
                      <a:lnTo>
                        <a:pt x="98874" y="2653"/>
                      </a:lnTo>
                      <a:lnTo>
                        <a:pt x="100301" y="412"/>
                      </a:lnTo>
                    </a:path>
                  </a:pathLst>
                </a:custGeom>
                <a:noFill/>
                <a:ln w="1644" cap="rnd">
                  <a:solidFill>
                    <a:srgbClr val="A52A2A"/>
                  </a:solidFill>
                  <a:prstDash val="solid"/>
                  <a:round/>
                </a:ln>
              </p:spPr>
              <p:txBody>
                <a:bodyPr/>
                <a:lstStyle/>
                <a:p>
                  <a:endParaRPr lang="zh-CN" altLang="en-US" sz="2190"/>
                </a:p>
              </p:txBody>
            </p:sp>
            <p:sp>
              <p:nvSpPr>
                <p:cNvPr id="101" name="任意多边形: 形状 100"/>
                <p:cNvSpPr/>
                <p:nvPr/>
              </p:nvSpPr>
              <p:spPr>
                <a:xfrm>
                  <a:off x="5216656" y="7930827"/>
                  <a:ext cx="14372" cy="41254"/>
                </a:xfrm>
                <a:custGeom>
                  <a:avLst/>
                  <a:gdLst>
                    <a:gd name="csX0" fmla="*/ 22 w 14372"/>
                    <a:gd name="csY0" fmla="*/ 412 h 41254"/>
                    <a:gd name="csX1" fmla="*/ 242 w 14372"/>
                    <a:gd name="csY1" fmla="*/ 2449 h 41254"/>
                    <a:gd name="csX2" fmla="*/ 1120 w 14372"/>
                    <a:gd name="csY2" fmla="*/ 11821 h 41254"/>
                    <a:gd name="csX3" fmla="*/ 2655 w 14372"/>
                    <a:gd name="csY3" fmla="*/ 25165 h 41254"/>
                    <a:gd name="csX4" fmla="*/ 4521 w 14372"/>
                    <a:gd name="csY4" fmla="*/ 36471 h 41254"/>
                    <a:gd name="csX5" fmla="*/ 7154 w 14372"/>
                    <a:gd name="csY5" fmla="*/ 41666 h 41254"/>
                    <a:gd name="csX6" fmla="*/ 9787 w 14372"/>
                    <a:gd name="csY6" fmla="*/ 36471 h 41254"/>
                    <a:gd name="csX7" fmla="*/ 11762 w 14372"/>
                    <a:gd name="csY7" fmla="*/ 25165 h 41254"/>
                    <a:gd name="csX8" fmla="*/ 13298 w 14372"/>
                    <a:gd name="csY8" fmla="*/ 11821 h 41254"/>
                    <a:gd name="csX9" fmla="*/ 14175 w 14372"/>
                    <a:gd name="csY9" fmla="*/ 2449 h 41254"/>
                    <a:gd name="csX10" fmla="*/ 14395 w 14372"/>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41254">
                      <a:moveTo>
                        <a:pt x="22" y="412"/>
                      </a:moveTo>
                      <a:lnTo>
                        <a:pt x="242" y="2449"/>
                      </a:lnTo>
                      <a:lnTo>
                        <a:pt x="1120" y="11821"/>
                      </a:lnTo>
                      <a:lnTo>
                        <a:pt x="2655" y="25165"/>
                      </a:lnTo>
                      <a:lnTo>
                        <a:pt x="4521" y="36471"/>
                      </a:lnTo>
                      <a:lnTo>
                        <a:pt x="7154" y="41666"/>
                      </a:lnTo>
                      <a:lnTo>
                        <a:pt x="9787" y="36471"/>
                      </a:lnTo>
                      <a:lnTo>
                        <a:pt x="11762" y="25165"/>
                      </a:lnTo>
                      <a:lnTo>
                        <a:pt x="13298" y="11821"/>
                      </a:lnTo>
                      <a:lnTo>
                        <a:pt x="14175" y="2449"/>
                      </a:lnTo>
                      <a:lnTo>
                        <a:pt x="14395" y="412"/>
                      </a:lnTo>
                    </a:path>
                  </a:pathLst>
                </a:custGeom>
                <a:noFill/>
                <a:ln w="1644" cap="rnd">
                  <a:solidFill>
                    <a:srgbClr val="A52A2A"/>
                  </a:solidFill>
                  <a:prstDash val="solid"/>
                  <a:round/>
                </a:ln>
              </p:spPr>
              <p:txBody>
                <a:bodyPr/>
                <a:lstStyle/>
                <a:p>
                  <a:endParaRPr lang="zh-CN" altLang="en-US" sz="2190"/>
                </a:p>
              </p:txBody>
            </p:sp>
            <p:sp>
              <p:nvSpPr>
                <p:cNvPr id="102" name="任意多边形: 形状 101"/>
                <p:cNvSpPr/>
                <p:nvPr/>
              </p:nvSpPr>
              <p:spPr>
                <a:xfrm>
                  <a:off x="5249351" y="7930827"/>
                  <a:ext cx="201653" cy="41254"/>
                </a:xfrm>
                <a:custGeom>
                  <a:avLst/>
                  <a:gdLst>
                    <a:gd name="csX0" fmla="*/ 22 w 201653"/>
                    <a:gd name="csY0" fmla="*/ 412 h 41254"/>
                    <a:gd name="csX1" fmla="*/ 1229 w 201653"/>
                    <a:gd name="csY1" fmla="*/ 1329 h 41254"/>
                    <a:gd name="csX2" fmla="*/ 8141 w 201653"/>
                    <a:gd name="csY2" fmla="*/ 6625 h 41254"/>
                    <a:gd name="csX3" fmla="*/ 21416 w 201653"/>
                    <a:gd name="csY3" fmla="*/ 15997 h 41254"/>
                    <a:gd name="csX4" fmla="*/ 38861 w 201653"/>
                    <a:gd name="csY4" fmla="*/ 26285 h 41254"/>
                    <a:gd name="csX5" fmla="*/ 59926 w 201653"/>
                    <a:gd name="csY5" fmla="*/ 35249 h 41254"/>
                    <a:gd name="csX6" fmla="*/ 86476 w 201653"/>
                    <a:gd name="csY6" fmla="*/ 40851 h 41254"/>
                    <a:gd name="csX7" fmla="*/ 100849 w 201653"/>
                    <a:gd name="csY7" fmla="*/ 41666 h 41254"/>
                    <a:gd name="csX8" fmla="*/ 130033 w 201653"/>
                    <a:gd name="csY8" fmla="*/ 38407 h 41254"/>
                    <a:gd name="csX9" fmla="*/ 153402 w 201653"/>
                    <a:gd name="csY9" fmla="*/ 30767 h 41254"/>
                    <a:gd name="csX10" fmla="*/ 172492 w 201653"/>
                    <a:gd name="csY10" fmla="*/ 20886 h 41254"/>
                    <a:gd name="csX11" fmla="*/ 187962 w 201653"/>
                    <a:gd name="csY11" fmla="*/ 10700 h 41254"/>
                    <a:gd name="csX12" fmla="*/ 198055 w 201653"/>
                    <a:gd name="csY12" fmla="*/ 3264 h 41254"/>
                    <a:gd name="csX13" fmla="*/ 201457 w 201653"/>
                    <a:gd name="csY13" fmla="*/ 514 h 41254"/>
                    <a:gd name="csX14" fmla="*/ 201676 w 201653"/>
                    <a:gd name="csY14"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41254">
                      <a:moveTo>
                        <a:pt x="22" y="412"/>
                      </a:moveTo>
                      <a:lnTo>
                        <a:pt x="1229" y="1329"/>
                      </a:lnTo>
                      <a:lnTo>
                        <a:pt x="8141" y="6625"/>
                      </a:lnTo>
                      <a:lnTo>
                        <a:pt x="21416" y="15997"/>
                      </a:lnTo>
                      <a:lnTo>
                        <a:pt x="38861" y="26285"/>
                      </a:lnTo>
                      <a:lnTo>
                        <a:pt x="59926" y="35249"/>
                      </a:lnTo>
                      <a:lnTo>
                        <a:pt x="86476" y="40851"/>
                      </a:lnTo>
                      <a:lnTo>
                        <a:pt x="100849" y="41666"/>
                      </a:lnTo>
                      <a:lnTo>
                        <a:pt x="130033" y="38407"/>
                      </a:lnTo>
                      <a:lnTo>
                        <a:pt x="153402" y="30767"/>
                      </a:lnTo>
                      <a:lnTo>
                        <a:pt x="172492" y="20886"/>
                      </a:lnTo>
                      <a:lnTo>
                        <a:pt x="187962" y="10700"/>
                      </a:lnTo>
                      <a:lnTo>
                        <a:pt x="198055" y="3264"/>
                      </a:lnTo>
                      <a:lnTo>
                        <a:pt x="201457" y="514"/>
                      </a:lnTo>
                      <a:lnTo>
                        <a:pt x="201676" y="412"/>
                      </a:lnTo>
                    </a:path>
                  </a:pathLst>
                </a:custGeom>
                <a:noFill/>
                <a:ln w="1644" cap="rnd">
                  <a:solidFill>
                    <a:srgbClr val="A52A2A"/>
                  </a:solidFill>
                  <a:prstDash val="solid"/>
                  <a:round/>
                </a:ln>
              </p:spPr>
              <p:txBody>
                <a:bodyPr/>
                <a:lstStyle/>
                <a:p>
                  <a:endParaRPr lang="zh-CN" altLang="en-US" sz="2190"/>
                </a:p>
              </p:txBody>
            </p:sp>
            <p:sp>
              <p:nvSpPr>
                <p:cNvPr id="103" name="任意多边形: 形状 102"/>
                <p:cNvSpPr/>
                <p:nvPr/>
              </p:nvSpPr>
              <p:spPr>
                <a:xfrm>
                  <a:off x="5453309" y="7930827"/>
                  <a:ext cx="275710" cy="41254"/>
                </a:xfrm>
                <a:custGeom>
                  <a:avLst/>
                  <a:gdLst>
                    <a:gd name="csX0" fmla="*/ 22 w 275710"/>
                    <a:gd name="csY0" fmla="*/ 412 h 41254"/>
                    <a:gd name="csX1" fmla="*/ 1229 w 275710"/>
                    <a:gd name="csY1" fmla="*/ 1023 h 41254"/>
                    <a:gd name="csX2" fmla="*/ 7922 w 275710"/>
                    <a:gd name="csY2" fmla="*/ 4792 h 41254"/>
                    <a:gd name="csX3" fmla="*/ 21526 w 275710"/>
                    <a:gd name="csY3" fmla="*/ 12126 h 41254"/>
                    <a:gd name="csX4" fmla="*/ 40397 w 275710"/>
                    <a:gd name="csY4" fmla="*/ 21090 h 41254"/>
                    <a:gd name="csX5" fmla="*/ 62888 w 275710"/>
                    <a:gd name="csY5" fmla="*/ 29748 h 41254"/>
                    <a:gd name="csX6" fmla="*/ 89658 w 275710"/>
                    <a:gd name="csY6" fmla="*/ 36879 h 41254"/>
                    <a:gd name="csX7" fmla="*/ 122572 w 275710"/>
                    <a:gd name="csY7" fmla="*/ 41157 h 41254"/>
                    <a:gd name="csX8" fmla="*/ 137932 w 275710"/>
                    <a:gd name="csY8" fmla="*/ 41666 h 41254"/>
                    <a:gd name="csX9" fmla="*/ 173260 w 275710"/>
                    <a:gd name="csY9" fmla="*/ 39120 h 41254"/>
                    <a:gd name="csX10" fmla="*/ 202334 w 275710"/>
                    <a:gd name="csY10" fmla="*/ 33008 h 41254"/>
                    <a:gd name="csX11" fmla="*/ 226471 w 275710"/>
                    <a:gd name="csY11" fmla="*/ 24859 h 41254"/>
                    <a:gd name="csX12" fmla="*/ 246878 w 275710"/>
                    <a:gd name="csY12" fmla="*/ 15793 h 41254"/>
                    <a:gd name="csX13" fmla="*/ 263006 w 275710"/>
                    <a:gd name="csY13" fmla="*/ 7542 h 41254"/>
                    <a:gd name="csX14" fmla="*/ 272661 w 275710"/>
                    <a:gd name="csY14" fmla="*/ 2143 h 41254"/>
                    <a:gd name="csX15" fmla="*/ 275623 w 275710"/>
                    <a:gd name="csY15" fmla="*/ 412 h 41254"/>
                    <a:gd name="csX16" fmla="*/ 275733 w 275710"/>
                    <a:gd name="csY16"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75710" h="41254">
                      <a:moveTo>
                        <a:pt x="22" y="412"/>
                      </a:moveTo>
                      <a:lnTo>
                        <a:pt x="1229" y="1023"/>
                      </a:lnTo>
                      <a:lnTo>
                        <a:pt x="7922" y="4792"/>
                      </a:lnTo>
                      <a:lnTo>
                        <a:pt x="21526" y="12126"/>
                      </a:lnTo>
                      <a:lnTo>
                        <a:pt x="40397" y="21090"/>
                      </a:lnTo>
                      <a:lnTo>
                        <a:pt x="62888" y="29748"/>
                      </a:lnTo>
                      <a:lnTo>
                        <a:pt x="89658" y="36879"/>
                      </a:lnTo>
                      <a:lnTo>
                        <a:pt x="122572" y="41157"/>
                      </a:lnTo>
                      <a:lnTo>
                        <a:pt x="137932" y="41666"/>
                      </a:lnTo>
                      <a:lnTo>
                        <a:pt x="173260" y="39120"/>
                      </a:lnTo>
                      <a:lnTo>
                        <a:pt x="202334" y="33008"/>
                      </a:lnTo>
                      <a:lnTo>
                        <a:pt x="226471" y="24859"/>
                      </a:lnTo>
                      <a:lnTo>
                        <a:pt x="246878" y="15793"/>
                      </a:lnTo>
                      <a:lnTo>
                        <a:pt x="263006" y="7542"/>
                      </a:lnTo>
                      <a:lnTo>
                        <a:pt x="272661" y="2143"/>
                      </a:lnTo>
                      <a:lnTo>
                        <a:pt x="275623" y="412"/>
                      </a:lnTo>
                      <a:lnTo>
                        <a:pt x="275733" y="412"/>
                      </a:lnTo>
                    </a:path>
                  </a:pathLst>
                </a:custGeom>
                <a:noFill/>
                <a:ln w="8220" cap="rnd">
                  <a:solidFill>
                    <a:srgbClr val="A52A2A"/>
                  </a:solidFill>
                  <a:prstDash val="solid"/>
                  <a:round/>
                </a:ln>
              </p:spPr>
              <p:txBody>
                <a:bodyPr/>
                <a:lstStyle/>
                <a:p>
                  <a:endParaRPr lang="zh-CN" altLang="en-US" sz="2190"/>
                </a:p>
              </p:txBody>
            </p:sp>
            <p:sp>
              <p:nvSpPr>
                <p:cNvPr id="104" name="任意多边形: 形状 103"/>
                <p:cNvSpPr/>
                <p:nvPr/>
              </p:nvSpPr>
              <p:spPr>
                <a:xfrm>
                  <a:off x="5462415" y="7930827"/>
                  <a:ext cx="266275" cy="82611"/>
                </a:xfrm>
                <a:custGeom>
                  <a:avLst/>
                  <a:gdLst>
                    <a:gd name="csX0" fmla="*/ 22 w 266275"/>
                    <a:gd name="csY0" fmla="*/ 412 h 82611"/>
                    <a:gd name="csX1" fmla="*/ 1010 w 266275"/>
                    <a:gd name="csY1" fmla="*/ 1532 h 82611"/>
                    <a:gd name="csX2" fmla="*/ 6605 w 266275"/>
                    <a:gd name="csY2" fmla="*/ 8255 h 82611"/>
                    <a:gd name="csX3" fmla="*/ 18454 w 266275"/>
                    <a:gd name="csY3" fmla="*/ 21396 h 82611"/>
                    <a:gd name="csX4" fmla="*/ 35131 w 266275"/>
                    <a:gd name="csY4" fmla="*/ 38305 h 82611"/>
                    <a:gd name="csX5" fmla="*/ 55099 w 266275"/>
                    <a:gd name="csY5" fmla="*/ 55214 h 82611"/>
                    <a:gd name="csX6" fmla="*/ 78358 w 266275"/>
                    <a:gd name="csY6" fmla="*/ 69679 h 82611"/>
                    <a:gd name="csX7" fmla="*/ 106664 w 266275"/>
                    <a:gd name="csY7" fmla="*/ 79967 h 82611"/>
                    <a:gd name="csX8" fmla="*/ 133105 w 266275"/>
                    <a:gd name="csY8" fmla="*/ 83023 h 82611"/>
                    <a:gd name="csX9" fmla="*/ 165690 w 266275"/>
                    <a:gd name="csY9" fmla="*/ 78337 h 82611"/>
                    <a:gd name="csX10" fmla="*/ 192899 w 266275"/>
                    <a:gd name="csY10" fmla="*/ 67030 h 82611"/>
                    <a:gd name="csX11" fmla="*/ 215390 w 266275"/>
                    <a:gd name="csY11" fmla="*/ 51853 h 82611"/>
                    <a:gd name="csX12" fmla="*/ 234810 w 266275"/>
                    <a:gd name="csY12" fmla="*/ 34740 h 82611"/>
                    <a:gd name="csX13" fmla="*/ 250608 w 266275"/>
                    <a:gd name="csY13" fmla="*/ 18340 h 82611"/>
                    <a:gd name="csX14" fmla="*/ 261251 w 266275"/>
                    <a:gd name="csY14" fmla="*/ 6320 h 82611"/>
                    <a:gd name="csX15" fmla="*/ 265749 w 266275"/>
                    <a:gd name="csY15" fmla="*/ 1023 h 82611"/>
                    <a:gd name="csX16" fmla="*/ 266297 w 266275"/>
                    <a:gd name="csY16" fmla="*/ 412 h 82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66275" h="82611">
                      <a:moveTo>
                        <a:pt x="22" y="412"/>
                      </a:moveTo>
                      <a:lnTo>
                        <a:pt x="1010" y="1532"/>
                      </a:lnTo>
                      <a:lnTo>
                        <a:pt x="6605" y="8255"/>
                      </a:lnTo>
                      <a:lnTo>
                        <a:pt x="18454" y="21396"/>
                      </a:lnTo>
                      <a:lnTo>
                        <a:pt x="35131" y="38305"/>
                      </a:lnTo>
                      <a:lnTo>
                        <a:pt x="55099" y="55214"/>
                      </a:lnTo>
                      <a:lnTo>
                        <a:pt x="78358" y="69679"/>
                      </a:lnTo>
                      <a:lnTo>
                        <a:pt x="106664" y="79967"/>
                      </a:lnTo>
                      <a:lnTo>
                        <a:pt x="133105" y="83023"/>
                      </a:lnTo>
                      <a:lnTo>
                        <a:pt x="165690" y="78337"/>
                      </a:lnTo>
                      <a:lnTo>
                        <a:pt x="192899" y="67030"/>
                      </a:lnTo>
                      <a:lnTo>
                        <a:pt x="215390" y="51853"/>
                      </a:lnTo>
                      <a:lnTo>
                        <a:pt x="234810" y="34740"/>
                      </a:lnTo>
                      <a:lnTo>
                        <a:pt x="250608" y="18340"/>
                      </a:lnTo>
                      <a:lnTo>
                        <a:pt x="261251" y="6320"/>
                      </a:lnTo>
                      <a:lnTo>
                        <a:pt x="265749" y="1023"/>
                      </a:lnTo>
                      <a:lnTo>
                        <a:pt x="266297" y="412"/>
                      </a:lnTo>
                    </a:path>
                  </a:pathLst>
                </a:custGeom>
                <a:noFill/>
                <a:ln w="2411" cap="rnd">
                  <a:solidFill>
                    <a:srgbClr val="A52A2A"/>
                  </a:solidFill>
                  <a:prstDash val="solid"/>
                  <a:round/>
                </a:ln>
              </p:spPr>
              <p:txBody>
                <a:bodyPr/>
                <a:lstStyle/>
                <a:p>
                  <a:endParaRPr lang="zh-CN" altLang="en-US" sz="2190"/>
                </a:p>
              </p:txBody>
            </p:sp>
            <p:sp>
              <p:nvSpPr>
                <p:cNvPr id="105" name="任意多边形: 形状 104"/>
                <p:cNvSpPr/>
                <p:nvPr/>
              </p:nvSpPr>
              <p:spPr>
                <a:xfrm>
                  <a:off x="5736480" y="7930827"/>
                  <a:ext cx="157658" cy="41254"/>
                </a:xfrm>
                <a:custGeom>
                  <a:avLst/>
                  <a:gdLst>
                    <a:gd name="csX0" fmla="*/ 22 w 157658"/>
                    <a:gd name="csY0" fmla="*/ 412 h 41254"/>
                    <a:gd name="csX1" fmla="*/ 1339 w 157658"/>
                    <a:gd name="csY1" fmla="*/ 1634 h 41254"/>
                    <a:gd name="csX2" fmla="*/ 8141 w 157658"/>
                    <a:gd name="csY2" fmla="*/ 8357 h 41254"/>
                    <a:gd name="csX3" fmla="*/ 20649 w 157658"/>
                    <a:gd name="csY3" fmla="*/ 19256 h 41254"/>
                    <a:gd name="csX4" fmla="*/ 36777 w 157658"/>
                    <a:gd name="csY4" fmla="*/ 30258 h 41254"/>
                    <a:gd name="csX5" fmla="*/ 56964 w 157658"/>
                    <a:gd name="csY5" fmla="*/ 38712 h 41254"/>
                    <a:gd name="csX6" fmla="*/ 78907 w 157658"/>
                    <a:gd name="csY6" fmla="*/ 41666 h 41254"/>
                    <a:gd name="csX7" fmla="*/ 103811 w 157658"/>
                    <a:gd name="csY7" fmla="*/ 37796 h 41254"/>
                    <a:gd name="csX8" fmla="*/ 123340 w 157658"/>
                    <a:gd name="csY8" fmla="*/ 28832 h 41254"/>
                    <a:gd name="csX9" fmla="*/ 138920 w 157658"/>
                    <a:gd name="csY9" fmla="*/ 17627 h 41254"/>
                    <a:gd name="csX10" fmla="*/ 150879 w 157658"/>
                    <a:gd name="csY10" fmla="*/ 7135 h 41254"/>
                    <a:gd name="csX11" fmla="*/ 156913 w 157658"/>
                    <a:gd name="csY11" fmla="*/ 1227 h 41254"/>
                    <a:gd name="csX12" fmla="*/ 157681 w 157658"/>
                    <a:gd name="csY12"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41254">
                      <a:moveTo>
                        <a:pt x="22" y="412"/>
                      </a:moveTo>
                      <a:lnTo>
                        <a:pt x="1339" y="1634"/>
                      </a:lnTo>
                      <a:lnTo>
                        <a:pt x="8141" y="8357"/>
                      </a:lnTo>
                      <a:lnTo>
                        <a:pt x="20649" y="19256"/>
                      </a:lnTo>
                      <a:lnTo>
                        <a:pt x="36777" y="30258"/>
                      </a:lnTo>
                      <a:lnTo>
                        <a:pt x="56964" y="38712"/>
                      </a:lnTo>
                      <a:lnTo>
                        <a:pt x="78907" y="41666"/>
                      </a:lnTo>
                      <a:lnTo>
                        <a:pt x="103811" y="37796"/>
                      </a:lnTo>
                      <a:lnTo>
                        <a:pt x="123340" y="28832"/>
                      </a:lnTo>
                      <a:lnTo>
                        <a:pt x="138920" y="17627"/>
                      </a:lnTo>
                      <a:lnTo>
                        <a:pt x="150879" y="7135"/>
                      </a:lnTo>
                      <a:lnTo>
                        <a:pt x="156913" y="1227"/>
                      </a:lnTo>
                      <a:lnTo>
                        <a:pt x="157681" y="412"/>
                      </a:lnTo>
                    </a:path>
                  </a:pathLst>
                </a:custGeom>
                <a:noFill/>
                <a:ln w="1644" cap="rnd">
                  <a:solidFill>
                    <a:srgbClr val="A52A2A"/>
                  </a:solidFill>
                  <a:prstDash val="solid"/>
                  <a:round/>
                </a:ln>
              </p:spPr>
              <p:txBody>
                <a:bodyPr/>
                <a:lstStyle/>
                <a:p>
                  <a:endParaRPr lang="zh-CN" altLang="en-US" sz="2190"/>
                </a:p>
              </p:txBody>
            </p:sp>
            <p:sp>
              <p:nvSpPr>
                <p:cNvPr id="106" name="任意多边形: 形状 105"/>
                <p:cNvSpPr/>
                <p:nvPr/>
              </p:nvSpPr>
              <p:spPr>
                <a:xfrm>
                  <a:off x="5908730" y="7930827"/>
                  <a:ext cx="52662" cy="41254"/>
                </a:xfrm>
                <a:custGeom>
                  <a:avLst/>
                  <a:gdLst>
                    <a:gd name="csX0" fmla="*/ 22 w 52662"/>
                    <a:gd name="csY0" fmla="*/ 412 h 41254"/>
                    <a:gd name="csX1" fmla="*/ 681 w 52662"/>
                    <a:gd name="csY1" fmla="*/ 2449 h 41254"/>
                    <a:gd name="csX2" fmla="*/ 3972 w 52662"/>
                    <a:gd name="csY2" fmla="*/ 11821 h 41254"/>
                    <a:gd name="csX3" fmla="*/ 9567 w 52662"/>
                    <a:gd name="csY3" fmla="*/ 25165 h 41254"/>
                    <a:gd name="csX4" fmla="*/ 16809 w 52662"/>
                    <a:gd name="csY4" fmla="*/ 36471 h 41254"/>
                    <a:gd name="csX5" fmla="*/ 26354 w 52662"/>
                    <a:gd name="csY5" fmla="*/ 41666 h 41254"/>
                    <a:gd name="csX6" fmla="*/ 36009 w 52662"/>
                    <a:gd name="csY6" fmla="*/ 36471 h 41254"/>
                    <a:gd name="csX7" fmla="*/ 43140 w 52662"/>
                    <a:gd name="csY7" fmla="*/ 25165 h 41254"/>
                    <a:gd name="csX8" fmla="*/ 48735 w 52662"/>
                    <a:gd name="csY8" fmla="*/ 11821 h 41254"/>
                    <a:gd name="csX9" fmla="*/ 52027 w 52662"/>
                    <a:gd name="csY9" fmla="*/ 2449 h 41254"/>
                    <a:gd name="csX10" fmla="*/ 52685 w 52662"/>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41254">
                      <a:moveTo>
                        <a:pt x="22" y="412"/>
                      </a:moveTo>
                      <a:lnTo>
                        <a:pt x="681" y="2449"/>
                      </a:lnTo>
                      <a:lnTo>
                        <a:pt x="3972" y="11821"/>
                      </a:lnTo>
                      <a:lnTo>
                        <a:pt x="9567" y="25165"/>
                      </a:lnTo>
                      <a:lnTo>
                        <a:pt x="16809" y="36471"/>
                      </a:lnTo>
                      <a:lnTo>
                        <a:pt x="26354" y="41666"/>
                      </a:lnTo>
                      <a:lnTo>
                        <a:pt x="36009" y="36471"/>
                      </a:lnTo>
                      <a:lnTo>
                        <a:pt x="43140" y="25165"/>
                      </a:lnTo>
                      <a:lnTo>
                        <a:pt x="48735" y="11821"/>
                      </a:lnTo>
                      <a:lnTo>
                        <a:pt x="52027" y="2449"/>
                      </a:lnTo>
                      <a:lnTo>
                        <a:pt x="52685" y="412"/>
                      </a:lnTo>
                    </a:path>
                  </a:pathLst>
                </a:custGeom>
                <a:noFill/>
                <a:ln w="1644" cap="rnd">
                  <a:solidFill>
                    <a:srgbClr val="A52A2A"/>
                  </a:solidFill>
                  <a:prstDash val="solid"/>
                  <a:round/>
                </a:ln>
              </p:spPr>
              <p:txBody>
                <a:bodyPr/>
                <a:lstStyle/>
                <a:p>
                  <a:endParaRPr lang="zh-CN" altLang="en-US" sz="2190"/>
                </a:p>
              </p:txBody>
            </p:sp>
            <p:sp>
              <p:nvSpPr>
                <p:cNvPr id="107" name="任意多边形: 形状 106"/>
                <p:cNvSpPr/>
                <p:nvPr/>
              </p:nvSpPr>
              <p:spPr>
                <a:xfrm>
                  <a:off x="5976314" y="7930827"/>
                  <a:ext cx="118929" cy="41254"/>
                </a:xfrm>
                <a:custGeom>
                  <a:avLst/>
                  <a:gdLst>
                    <a:gd name="csX0" fmla="*/ 22 w 118929"/>
                    <a:gd name="csY0" fmla="*/ 412 h 41254"/>
                    <a:gd name="csX1" fmla="*/ 1339 w 118929"/>
                    <a:gd name="csY1" fmla="*/ 2143 h 41254"/>
                    <a:gd name="csX2" fmla="*/ 7812 w 118929"/>
                    <a:gd name="csY2" fmla="*/ 10394 h 41254"/>
                    <a:gd name="csX3" fmla="*/ 19112 w 118929"/>
                    <a:gd name="csY3" fmla="*/ 22822 h 41254"/>
                    <a:gd name="csX4" fmla="*/ 33595 w 118929"/>
                    <a:gd name="csY4" fmla="*/ 34230 h 41254"/>
                    <a:gd name="csX5" fmla="*/ 52575 w 118929"/>
                    <a:gd name="csY5" fmla="*/ 41157 h 41254"/>
                    <a:gd name="csX6" fmla="*/ 59487 w 118929"/>
                    <a:gd name="csY6" fmla="*/ 41666 h 41254"/>
                    <a:gd name="csX7" fmla="*/ 80003 w 118929"/>
                    <a:gd name="csY7" fmla="*/ 36981 h 41254"/>
                    <a:gd name="csX8" fmla="*/ 95583 w 118929"/>
                    <a:gd name="csY8" fmla="*/ 26693 h 41254"/>
                    <a:gd name="csX9" fmla="*/ 107980 w 118929"/>
                    <a:gd name="csY9" fmla="*/ 14062 h 41254"/>
                    <a:gd name="csX10" fmla="*/ 116209 w 118929"/>
                    <a:gd name="csY10" fmla="*/ 3977 h 41254"/>
                    <a:gd name="csX11" fmla="*/ 118952 w 118929"/>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8929" h="41254">
                      <a:moveTo>
                        <a:pt x="22" y="412"/>
                      </a:moveTo>
                      <a:lnTo>
                        <a:pt x="1339" y="2143"/>
                      </a:lnTo>
                      <a:lnTo>
                        <a:pt x="7812" y="10394"/>
                      </a:lnTo>
                      <a:lnTo>
                        <a:pt x="19112" y="22822"/>
                      </a:lnTo>
                      <a:lnTo>
                        <a:pt x="33595" y="34230"/>
                      </a:lnTo>
                      <a:lnTo>
                        <a:pt x="52575" y="41157"/>
                      </a:lnTo>
                      <a:lnTo>
                        <a:pt x="59487" y="41666"/>
                      </a:lnTo>
                      <a:lnTo>
                        <a:pt x="80003" y="36981"/>
                      </a:lnTo>
                      <a:lnTo>
                        <a:pt x="95583" y="26693"/>
                      </a:lnTo>
                      <a:lnTo>
                        <a:pt x="107980" y="14062"/>
                      </a:lnTo>
                      <a:lnTo>
                        <a:pt x="116209" y="3977"/>
                      </a:lnTo>
                      <a:lnTo>
                        <a:pt x="118952" y="412"/>
                      </a:lnTo>
                    </a:path>
                  </a:pathLst>
                </a:custGeom>
                <a:noFill/>
                <a:ln w="1644" cap="rnd">
                  <a:solidFill>
                    <a:srgbClr val="A52A2A"/>
                  </a:solidFill>
                  <a:prstDash val="solid"/>
                  <a:round/>
                </a:ln>
              </p:spPr>
              <p:txBody>
                <a:bodyPr/>
                <a:lstStyle/>
                <a:p>
                  <a:endParaRPr lang="zh-CN" altLang="en-US" sz="2190"/>
                </a:p>
              </p:txBody>
            </p:sp>
            <p:sp>
              <p:nvSpPr>
                <p:cNvPr id="108" name="任意多边形: 形状 107"/>
                <p:cNvSpPr/>
                <p:nvPr/>
              </p:nvSpPr>
              <p:spPr>
                <a:xfrm>
                  <a:off x="6105886" y="7930827"/>
                  <a:ext cx="18650" cy="41254"/>
                </a:xfrm>
                <a:custGeom>
                  <a:avLst/>
                  <a:gdLst>
                    <a:gd name="csX0" fmla="*/ 22 w 18650"/>
                    <a:gd name="csY0" fmla="*/ 412 h 41254"/>
                    <a:gd name="csX1" fmla="*/ 241 w 18650"/>
                    <a:gd name="csY1" fmla="*/ 2449 h 41254"/>
                    <a:gd name="csX2" fmla="*/ 1449 w 18650"/>
                    <a:gd name="csY2" fmla="*/ 11821 h 41254"/>
                    <a:gd name="csX3" fmla="*/ 3423 w 18650"/>
                    <a:gd name="csY3" fmla="*/ 25165 h 41254"/>
                    <a:gd name="csX4" fmla="*/ 5947 w 18650"/>
                    <a:gd name="csY4" fmla="*/ 36471 h 41254"/>
                    <a:gd name="csX5" fmla="*/ 9348 w 18650"/>
                    <a:gd name="csY5" fmla="*/ 41666 h 41254"/>
                    <a:gd name="csX6" fmla="*/ 12749 w 18650"/>
                    <a:gd name="csY6" fmla="*/ 36471 h 41254"/>
                    <a:gd name="csX7" fmla="*/ 15272 w 18650"/>
                    <a:gd name="csY7" fmla="*/ 25165 h 41254"/>
                    <a:gd name="csX8" fmla="*/ 17248 w 18650"/>
                    <a:gd name="csY8" fmla="*/ 11821 h 41254"/>
                    <a:gd name="csX9" fmla="*/ 18454 w 18650"/>
                    <a:gd name="csY9" fmla="*/ 2449 h 41254"/>
                    <a:gd name="csX10" fmla="*/ 18673 w 18650"/>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41254">
                      <a:moveTo>
                        <a:pt x="22" y="412"/>
                      </a:moveTo>
                      <a:lnTo>
                        <a:pt x="241" y="2449"/>
                      </a:lnTo>
                      <a:lnTo>
                        <a:pt x="1449" y="11821"/>
                      </a:lnTo>
                      <a:lnTo>
                        <a:pt x="3423" y="25165"/>
                      </a:lnTo>
                      <a:lnTo>
                        <a:pt x="5947" y="36471"/>
                      </a:lnTo>
                      <a:lnTo>
                        <a:pt x="9348" y="41666"/>
                      </a:lnTo>
                      <a:lnTo>
                        <a:pt x="12749" y="36471"/>
                      </a:lnTo>
                      <a:lnTo>
                        <a:pt x="15272" y="25165"/>
                      </a:lnTo>
                      <a:lnTo>
                        <a:pt x="17248" y="11821"/>
                      </a:lnTo>
                      <a:lnTo>
                        <a:pt x="18454" y="2449"/>
                      </a:lnTo>
                      <a:lnTo>
                        <a:pt x="18673" y="412"/>
                      </a:lnTo>
                    </a:path>
                  </a:pathLst>
                </a:custGeom>
                <a:noFill/>
                <a:ln w="1644" cap="rnd">
                  <a:solidFill>
                    <a:srgbClr val="A52A2A"/>
                  </a:solidFill>
                  <a:prstDash val="solid"/>
                  <a:round/>
                </a:ln>
              </p:spPr>
              <p:txBody>
                <a:bodyPr/>
                <a:lstStyle/>
                <a:p>
                  <a:endParaRPr lang="zh-CN" altLang="en-US" sz="2190"/>
                </a:p>
              </p:txBody>
            </p:sp>
            <p:sp>
              <p:nvSpPr>
                <p:cNvPr id="109" name="任意多边形: 形状 108"/>
                <p:cNvSpPr/>
                <p:nvPr/>
              </p:nvSpPr>
              <p:spPr>
                <a:xfrm>
                  <a:off x="6131230" y="7930827"/>
                  <a:ext cx="174992" cy="41254"/>
                </a:xfrm>
                <a:custGeom>
                  <a:avLst/>
                  <a:gdLst>
                    <a:gd name="csX0" fmla="*/ 22 w 174992"/>
                    <a:gd name="csY0" fmla="*/ 412 h 41254"/>
                    <a:gd name="csX1" fmla="*/ 1339 w 174992"/>
                    <a:gd name="csY1" fmla="*/ 1532 h 41254"/>
                    <a:gd name="csX2" fmla="*/ 8251 w 174992"/>
                    <a:gd name="csY2" fmla="*/ 7644 h 41254"/>
                    <a:gd name="csX3" fmla="*/ 21087 w 174992"/>
                    <a:gd name="csY3" fmla="*/ 17830 h 41254"/>
                    <a:gd name="csX4" fmla="*/ 37764 w 174992"/>
                    <a:gd name="csY4" fmla="*/ 28628 h 41254"/>
                    <a:gd name="csX5" fmla="*/ 58280 w 174992"/>
                    <a:gd name="csY5" fmla="*/ 37286 h 41254"/>
                    <a:gd name="csX6" fmla="*/ 84501 w 174992"/>
                    <a:gd name="csY6" fmla="*/ 41666 h 41254"/>
                    <a:gd name="csX7" fmla="*/ 87464 w 174992"/>
                    <a:gd name="csY7" fmla="*/ 41666 h 41254"/>
                    <a:gd name="csX8" fmla="*/ 114234 w 174992"/>
                    <a:gd name="csY8" fmla="*/ 37999 h 41254"/>
                    <a:gd name="csX9" fmla="*/ 135299 w 174992"/>
                    <a:gd name="csY9" fmla="*/ 29647 h 41254"/>
                    <a:gd name="csX10" fmla="*/ 152305 w 174992"/>
                    <a:gd name="csY10" fmla="*/ 19053 h 41254"/>
                    <a:gd name="csX11" fmla="*/ 165690 w 174992"/>
                    <a:gd name="csY11" fmla="*/ 8561 h 41254"/>
                    <a:gd name="csX12" fmla="*/ 173370 w 174992"/>
                    <a:gd name="csY12" fmla="*/ 1940 h 41254"/>
                    <a:gd name="csX13" fmla="*/ 175015 w 174992"/>
                    <a:gd name="csY13"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74992" h="41254">
                      <a:moveTo>
                        <a:pt x="22" y="412"/>
                      </a:moveTo>
                      <a:lnTo>
                        <a:pt x="1339" y="1532"/>
                      </a:lnTo>
                      <a:lnTo>
                        <a:pt x="8251" y="7644"/>
                      </a:lnTo>
                      <a:lnTo>
                        <a:pt x="21087" y="17830"/>
                      </a:lnTo>
                      <a:lnTo>
                        <a:pt x="37764" y="28628"/>
                      </a:lnTo>
                      <a:lnTo>
                        <a:pt x="58280" y="37286"/>
                      </a:lnTo>
                      <a:lnTo>
                        <a:pt x="84501" y="41666"/>
                      </a:lnTo>
                      <a:lnTo>
                        <a:pt x="87464" y="41666"/>
                      </a:lnTo>
                      <a:lnTo>
                        <a:pt x="114234" y="37999"/>
                      </a:lnTo>
                      <a:lnTo>
                        <a:pt x="135299" y="29647"/>
                      </a:lnTo>
                      <a:lnTo>
                        <a:pt x="152305" y="19053"/>
                      </a:lnTo>
                      <a:lnTo>
                        <a:pt x="165690" y="8561"/>
                      </a:lnTo>
                      <a:lnTo>
                        <a:pt x="173370" y="1940"/>
                      </a:lnTo>
                      <a:lnTo>
                        <a:pt x="175015" y="412"/>
                      </a:lnTo>
                    </a:path>
                  </a:pathLst>
                </a:custGeom>
                <a:noFill/>
                <a:ln w="1644" cap="rnd">
                  <a:solidFill>
                    <a:srgbClr val="A52A2A"/>
                  </a:solidFill>
                  <a:prstDash val="solid"/>
                  <a:round/>
                </a:ln>
              </p:spPr>
              <p:txBody>
                <a:bodyPr/>
                <a:lstStyle/>
                <a:p>
                  <a:endParaRPr lang="zh-CN" altLang="en-US" sz="2190"/>
                </a:p>
              </p:txBody>
            </p:sp>
            <p:sp>
              <p:nvSpPr>
                <p:cNvPr id="110" name="任意多边形: 形状 109"/>
                <p:cNvSpPr/>
                <p:nvPr/>
              </p:nvSpPr>
              <p:spPr>
                <a:xfrm>
                  <a:off x="6311489" y="7930827"/>
                  <a:ext cx="83163" cy="41254"/>
                </a:xfrm>
                <a:custGeom>
                  <a:avLst/>
                  <a:gdLst>
                    <a:gd name="csX0" fmla="*/ 22 w 83163"/>
                    <a:gd name="csY0" fmla="*/ 412 h 41254"/>
                    <a:gd name="csX1" fmla="*/ 1119 w 83163"/>
                    <a:gd name="csY1" fmla="*/ 2449 h 41254"/>
                    <a:gd name="csX2" fmla="*/ 6386 w 83163"/>
                    <a:gd name="csY2" fmla="*/ 11821 h 41254"/>
                    <a:gd name="csX3" fmla="*/ 15163 w 83163"/>
                    <a:gd name="csY3" fmla="*/ 25165 h 41254"/>
                    <a:gd name="csX4" fmla="*/ 26463 w 83163"/>
                    <a:gd name="csY4" fmla="*/ 36471 h 41254"/>
                    <a:gd name="csX5" fmla="*/ 41604 w 83163"/>
                    <a:gd name="csY5" fmla="*/ 41666 h 41254"/>
                    <a:gd name="csX6" fmla="*/ 56744 w 83163"/>
                    <a:gd name="csY6" fmla="*/ 36471 h 41254"/>
                    <a:gd name="csX7" fmla="*/ 68154 w 83163"/>
                    <a:gd name="csY7" fmla="*/ 25165 h 41254"/>
                    <a:gd name="csX8" fmla="*/ 76932 w 83163"/>
                    <a:gd name="csY8" fmla="*/ 11821 h 41254"/>
                    <a:gd name="csX9" fmla="*/ 82198 w 83163"/>
                    <a:gd name="csY9" fmla="*/ 2449 h 41254"/>
                    <a:gd name="csX10" fmla="*/ 83186 w 83163"/>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41254">
                      <a:moveTo>
                        <a:pt x="22" y="412"/>
                      </a:moveTo>
                      <a:lnTo>
                        <a:pt x="1119" y="2449"/>
                      </a:lnTo>
                      <a:lnTo>
                        <a:pt x="6386" y="11821"/>
                      </a:lnTo>
                      <a:lnTo>
                        <a:pt x="15163" y="25165"/>
                      </a:lnTo>
                      <a:lnTo>
                        <a:pt x="26463" y="36471"/>
                      </a:lnTo>
                      <a:lnTo>
                        <a:pt x="41604" y="41666"/>
                      </a:lnTo>
                      <a:lnTo>
                        <a:pt x="56744" y="36471"/>
                      </a:lnTo>
                      <a:lnTo>
                        <a:pt x="68154" y="25165"/>
                      </a:lnTo>
                      <a:lnTo>
                        <a:pt x="76932" y="11821"/>
                      </a:lnTo>
                      <a:lnTo>
                        <a:pt x="82198" y="2449"/>
                      </a:lnTo>
                      <a:lnTo>
                        <a:pt x="83186" y="412"/>
                      </a:lnTo>
                    </a:path>
                  </a:pathLst>
                </a:custGeom>
                <a:noFill/>
                <a:ln w="1644" cap="rnd">
                  <a:solidFill>
                    <a:srgbClr val="A52A2A"/>
                  </a:solidFill>
                  <a:prstDash val="solid"/>
                  <a:round/>
                </a:ln>
              </p:spPr>
              <p:txBody>
                <a:bodyPr/>
                <a:lstStyle/>
                <a:p>
                  <a:endParaRPr lang="zh-CN" altLang="en-US" sz="2190"/>
                </a:p>
              </p:txBody>
            </p:sp>
          </p:grpSp>
        </p:grpSp>
        <p:sp>
          <p:nvSpPr>
            <p:cNvPr id="1887" name="文本框 1886"/>
            <p:cNvSpPr txBox="1"/>
            <p:nvPr/>
          </p:nvSpPr>
          <p:spPr>
            <a:xfrm>
              <a:off x="475312" y="439767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k</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1888" name="文本框 1887"/>
            <p:cNvSpPr txBox="1"/>
            <p:nvPr/>
          </p:nvSpPr>
          <p:spPr>
            <a:xfrm>
              <a:off x="475312" y="9040886"/>
              <a:ext cx="6573188" cy="1628481"/>
            </a:xfrm>
            <a:prstGeom prst="rect">
              <a:avLst/>
            </a:prstGeom>
            <a:noFill/>
          </p:spPr>
          <p:txBody>
            <a:bodyPr vert="horz" wrap="square" rtlCol="0">
              <a:spAutoFit/>
            </a:bodyPr>
            <a:lstStyle/>
            <a:p>
              <a:pPr algn="just"/>
              <a:r>
                <a:rPr lang="en-US" altLang="zh-CN" sz="905" b="1" dirty="0">
                  <a:latin typeface="Times New Roman" panose="02020603050405020304" pitchFamily="18" charset="0"/>
                  <a:cs typeface="Times New Roman" panose="02020603050405020304" pitchFamily="18" charset="0"/>
                </a:rPr>
                <a:t>Figure 3. Multi-omics characterization and survival analyses of novel translated isoforms. </a:t>
              </a:r>
              <a:r>
                <a:rPr lang="en-US" altLang="zh-CN" sz="1000" dirty="0">
                  <a:solidFill>
                    <a:srgbClr val="000000"/>
                  </a:solidFill>
                  <a:effectLst/>
                  <a:latin typeface="Times New Roman" panose="02020603050405020304" pitchFamily="18" charset="0"/>
                  <a:ea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rPr>
                <a:t>a-c</a:t>
              </a:r>
              <a:r>
                <a:rPr lang="en-US" altLang="zh-CN" sz="1000" dirty="0">
                  <a:solidFill>
                    <a:srgbClr val="000000"/>
                  </a:solidFill>
                  <a:effectLst/>
                  <a:latin typeface="Times New Roman" panose="02020603050405020304" pitchFamily="18" charset="0"/>
                  <a:ea typeface="Times New Roman" panose="02020603050405020304" pitchFamily="18" charset="0"/>
                </a:rPr>
                <a:t>) Summaries of </a:t>
              </a:r>
              <a:r>
                <a:rPr lang="en-US" altLang="zh-CN" sz="1000" b="1" dirty="0">
                  <a:solidFill>
                    <a:srgbClr val="000000"/>
                  </a:solidFill>
                  <a:effectLst/>
                  <a:latin typeface="Times New Roman" panose="02020603050405020304" pitchFamily="18" charset="0"/>
                  <a:ea typeface="Times New Roman" panose="02020603050405020304" pitchFamily="18" charset="0"/>
                </a:rPr>
                <a:t>(a)</a:t>
              </a:r>
              <a:r>
                <a:rPr lang="en-US" altLang="zh-CN" sz="1000" dirty="0">
                  <a:solidFill>
                    <a:srgbClr val="000000"/>
                  </a:solidFill>
                  <a:effectLst/>
                  <a:latin typeface="Times New Roman" panose="02020603050405020304" pitchFamily="18" charset="0"/>
                  <a:ea typeface="Times New Roman" panose="02020603050405020304" pitchFamily="18" charset="0"/>
                </a:rPr>
                <a:t> ORF identity to </a:t>
              </a:r>
              <a:r>
                <a:rPr lang="en-US" altLang="zh-CN" sz="1000" dirty="0" err="1">
                  <a:solidFill>
                    <a:srgbClr val="000000"/>
                  </a:solidFill>
                  <a:effectLst/>
                  <a:latin typeface="Times New Roman" panose="02020603050405020304" pitchFamily="18" charset="0"/>
                  <a:ea typeface="Times New Roman" panose="02020603050405020304" pitchFamily="18" charset="0"/>
                </a:rPr>
                <a:t>UniProt</a:t>
              </a:r>
              <a:r>
                <a:rPr lang="en-US" altLang="zh-CN" sz="1000" dirty="0">
                  <a:solidFill>
                    <a:srgbClr val="000000"/>
                  </a:solidFill>
                  <a:effectLst/>
                  <a:latin typeface="Times New Roman" panose="02020603050405020304" pitchFamily="18" charset="0"/>
                  <a:ea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(b)</a:t>
              </a:r>
              <a:r>
                <a:rPr lang="en-US" altLang="zh-CN" sz="1000" dirty="0">
                  <a:solidFill>
                    <a:srgbClr val="000000"/>
                  </a:solidFill>
                  <a:effectLst/>
                  <a:latin typeface="Times New Roman" panose="02020603050405020304" pitchFamily="18" charset="0"/>
                  <a:ea typeface="Times New Roman" panose="02020603050405020304" pitchFamily="18" charset="0"/>
                </a:rPr>
                <a:t> ORF coding probability, and </a:t>
              </a:r>
              <a:r>
                <a:rPr lang="en-US" altLang="zh-CN" sz="1000" b="1" dirty="0">
                  <a:solidFill>
                    <a:srgbClr val="000000"/>
                  </a:solidFill>
                  <a:effectLst/>
                  <a:latin typeface="Times New Roman" panose="02020603050405020304" pitchFamily="18" charset="0"/>
                  <a:ea typeface="Times New Roman" panose="02020603050405020304" pitchFamily="18" charset="0"/>
                </a:rPr>
                <a:t>(c)</a:t>
              </a:r>
              <a:r>
                <a:rPr lang="en-US" altLang="zh-CN" sz="1000" dirty="0">
                  <a:solidFill>
                    <a:srgbClr val="000000"/>
                  </a:solidFill>
                  <a:effectLst/>
                  <a:latin typeface="Times New Roman" panose="02020603050405020304" pitchFamily="18" charset="0"/>
                  <a:ea typeface="Times New Roman" panose="02020603050405020304" pitchFamily="18" charset="0"/>
                </a:rPr>
                <a:t> the number of validated isoforms across ISM, NIC, NNC, and </a:t>
              </a:r>
              <a:r>
                <a:rPr lang="en-US" altLang="zh-CN" sz="1000" dirty="0">
                  <a:solidFill>
                    <a:srgbClr val="000000"/>
                  </a:solidFill>
                  <a:effectLst/>
                  <a:latin typeface="Times New Roman" panose="02020603050405020304" pitchFamily="18" charset="0"/>
                  <a:ea typeface="DengXian" panose="02010600030101010101" pitchFamily="2" charset="-122"/>
                </a:rPr>
                <a:t>o</a:t>
              </a:r>
              <a:r>
                <a:rPr lang="en-US" altLang="zh-CN" sz="1000" dirty="0">
                  <a:solidFill>
                    <a:srgbClr val="000000"/>
                  </a:solidFill>
                  <a:effectLst/>
                  <a:latin typeface="Times New Roman" panose="02020603050405020304" pitchFamily="18" charset="0"/>
                  <a:ea typeface="Times New Roman" panose="02020603050405020304" pitchFamily="18" charset="0"/>
                </a:rPr>
                <a:t>ther transcript categories. </a:t>
              </a:r>
              <a:r>
                <a:rPr lang="en-US" altLang="zh-CN" sz="1000" b="1" dirty="0">
                  <a:solidFill>
                    <a:srgbClr val="000000"/>
                  </a:solidFill>
                  <a:effectLst/>
                  <a:latin typeface="Times New Roman" panose="02020603050405020304" pitchFamily="18" charset="0"/>
                  <a:ea typeface="Times New Roman" panose="02020603050405020304" pitchFamily="18" charset="0"/>
                </a:rPr>
                <a:t>(d-f)</a:t>
              </a:r>
              <a:r>
                <a:rPr lang="en-US" altLang="zh-CN" sz="1000" dirty="0">
                  <a:solidFill>
                    <a:srgbClr val="000000"/>
                  </a:solidFill>
                  <a:effectLst/>
                  <a:latin typeface="Times New Roman" panose="02020603050405020304" pitchFamily="18" charset="0"/>
                  <a:ea typeface="Times New Roman" panose="02020603050405020304" pitchFamily="18" charset="0"/>
                </a:rPr>
                <a:t> Stacked bar plots representing the annotation status for functional Domains </a:t>
              </a:r>
              <a:r>
                <a:rPr lang="en-US" altLang="zh-CN" sz="1000" b="1" dirty="0">
                  <a:solidFill>
                    <a:srgbClr val="000000"/>
                  </a:solidFill>
                  <a:effectLst/>
                  <a:latin typeface="Times New Roman" panose="02020603050405020304" pitchFamily="18" charset="0"/>
                  <a:ea typeface="Times New Roman" panose="02020603050405020304" pitchFamily="18" charset="0"/>
                </a:rPr>
                <a:t>(d)</a:t>
              </a:r>
              <a:r>
                <a:rPr lang="en-US" altLang="zh-CN" sz="1000" dirty="0">
                  <a:solidFill>
                    <a:srgbClr val="000000"/>
                  </a:solidFill>
                  <a:effectLst/>
                  <a:latin typeface="Times New Roman" panose="02020603050405020304" pitchFamily="18" charset="0"/>
                  <a:ea typeface="Times New Roman" panose="02020603050405020304" pitchFamily="18" charset="0"/>
                </a:rPr>
                <a:t>, EC numbers </a:t>
              </a:r>
              <a:r>
                <a:rPr lang="en-US" altLang="zh-CN" sz="1000" b="1" dirty="0">
                  <a:solidFill>
                    <a:srgbClr val="000000"/>
                  </a:solidFill>
                  <a:effectLst/>
                  <a:latin typeface="Times New Roman" panose="02020603050405020304" pitchFamily="18" charset="0"/>
                  <a:ea typeface="Times New Roman" panose="02020603050405020304" pitchFamily="18" charset="0"/>
                </a:rPr>
                <a:t>(e)</a:t>
              </a:r>
              <a:r>
                <a:rPr lang="en-US" altLang="zh-CN" sz="1000" dirty="0">
                  <a:solidFill>
                    <a:srgbClr val="000000"/>
                  </a:solidFill>
                  <a:effectLst/>
                  <a:latin typeface="Times New Roman" panose="02020603050405020304" pitchFamily="18" charset="0"/>
                  <a:ea typeface="Times New Roman" panose="02020603050405020304" pitchFamily="18" charset="0"/>
                </a:rPr>
                <a:t>, and PTMs </a:t>
              </a:r>
              <a:r>
                <a:rPr lang="en-US" altLang="zh-CN" sz="1000" b="1" dirty="0">
                  <a:solidFill>
                    <a:srgbClr val="000000"/>
                  </a:solidFill>
                  <a:effectLst/>
                  <a:latin typeface="Times New Roman" panose="02020603050405020304" pitchFamily="18" charset="0"/>
                  <a:ea typeface="Times New Roman" panose="02020603050405020304" pitchFamily="18" charset="0"/>
                </a:rPr>
                <a:t>(f)</a:t>
              </a:r>
              <a:r>
                <a:rPr lang="en-US" altLang="zh-CN" sz="1000" dirty="0">
                  <a:solidFill>
                    <a:srgbClr val="000000"/>
                  </a:solidFill>
                  <a:effectLst/>
                  <a:latin typeface="Times New Roman" panose="02020603050405020304" pitchFamily="18" charset="0"/>
                  <a:ea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(g-j)</a:t>
              </a:r>
              <a:r>
                <a:rPr lang="en-US" altLang="zh-CN" sz="1000" dirty="0">
                  <a:solidFill>
                    <a:srgbClr val="000000"/>
                  </a:solidFill>
                  <a:effectLst/>
                  <a:latin typeface="Times New Roman" panose="02020603050405020304" pitchFamily="18" charset="0"/>
                  <a:ea typeface="Times New Roman" panose="02020603050405020304" pitchFamily="18" charset="0"/>
                </a:rPr>
                <a:t> Kaplan-Meier overall survival (OS) analyses showing the prognostic relevance of PLAT-ISM </a:t>
              </a:r>
              <a:r>
                <a:rPr lang="en-US" altLang="zh-CN" sz="1000" b="1" dirty="0">
                  <a:solidFill>
                    <a:srgbClr val="000000"/>
                  </a:solidFill>
                  <a:effectLst/>
                  <a:latin typeface="Times New Roman" panose="02020603050405020304" pitchFamily="18" charset="0"/>
                  <a:ea typeface="Times New Roman" panose="02020603050405020304" pitchFamily="18" charset="0"/>
                </a:rPr>
                <a:t>(g)</a:t>
              </a:r>
              <a:r>
                <a:rPr lang="en-US" altLang="zh-CN" sz="1000" dirty="0">
                  <a:solidFill>
                    <a:srgbClr val="000000"/>
                  </a:solidFill>
                  <a:effectLst/>
                  <a:latin typeface="Times New Roman" panose="02020603050405020304" pitchFamily="18" charset="0"/>
                  <a:ea typeface="Times New Roman" panose="02020603050405020304" pitchFamily="18" charset="0"/>
                </a:rPr>
                <a:t>, ITGA3-ISM </a:t>
              </a:r>
              <a:r>
                <a:rPr lang="en-US" altLang="zh-CN" sz="1000" b="1" dirty="0">
                  <a:solidFill>
                    <a:srgbClr val="000000"/>
                  </a:solidFill>
                  <a:effectLst/>
                  <a:latin typeface="Times New Roman" panose="02020603050405020304" pitchFamily="18" charset="0"/>
                  <a:ea typeface="Times New Roman" panose="02020603050405020304" pitchFamily="18" charset="0"/>
                </a:rPr>
                <a:t>(h)</a:t>
              </a:r>
              <a:r>
                <a:rPr lang="en-US" altLang="zh-CN" sz="1000" dirty="0">
                  <a:solidFill>
                    <a:srgbClr val="000000"/>
                  </a:solidFill>
                  <a:effectLst/>
                  <a:latin typeface="Times New Roman" panose="02020603050405020304" pitchFamily="18" charset="0"/>
                  <a:ea typeface="Times New Roman" panose="02020603050405020304" pitchFamily="18" charset="0"/>
                </a:rPr>
                <a:t>, PLAU-ISM </a:t>
              </a:r>
              <a:r>
                <a:rPr lang="en-US" altLang="zh-CN" sz="1000" b="1" dirty="0">
                  <a:solidFill>
                    <a:srgbClr val="000000"/>
                  </a:solidFill>
                  <a:effectLst/>
                  <a:latin typeface="Times New Roman" panose="02020603050405020304" pitchFamily="18" charset="0"/>
                  <a:ea typeface="Times New Roman" panose="02020603050405020304" pitchFamily="18" charset="0"/>
                </a:rPr>
                <a:t>(</a:t>
              </a:r>
              <a:r>
                <a:rPr lang="en-US" altLang="zh-CN" sz="1000" b="1" dirty="0" err="1">
                  <a:solidFill>
                    <a:srgbClr val="000000"/>
                  </a:solidFill>
                  <a:effectLst/>
                  <a:latin typeface="Times New Roman" panose="02020603050405020304" pitchFamily="18" charset="0"/>
                  <a:ea typeface="Times New Roman" panose="02020603050405020304" pitchFamily="18" charset="0"/>
                </a:rPr>
                <a:t>i</a:t>
              </a:r>
              <a:r>
                <a:rPr lang="en-US" altLang="zh-CN" sz="1000" b="1" dirty="0">
                  <a:solidFill>
                    <a:srgbClr val="000000"/>
                  </a:solidFill>
                  <a:effectLst/>
                  <a:latin typeface="Times New Roman" panose="02020603050405020304" pitchFamily="18" charset="0"/>
                  <a:ea typeface="Times New Roman" panose="02020603050405020304" pitchFamily="18" charset="0"/>
                </a:rPr>
                <a:t>)</a:t>
              </a:r>
              <a:r>
                <a:rPr lang="en-US" altLang="zh-CN" sz="1000" dirty="0">
                  <a:solidFill>
                    <a:srgbClr val="000000"/>
                  </a:solidFill>
                  <a:effectLst/>
                  <a:latin typeface="Times New Roman" panose="02020603050405020304" pitchFamily="18" charset="0"/>
                  <a:ea typeface="Times New Roman" panose="02020603050405020304" pitchFamily="18" charset="0"/>
                </a:rPr>
                <a:t>, and TGM2-ISM </a:t>
              </a:r>
              <a:r>
                <a:rPr lang="en-US" altLang="zh-CN" sz="1000" b="1" dirty="0">
                  <a:solidFill>
                    <a:srgbClr val="000000"/>
                  </a:solidFill>
                  <a:effectLst/>
                  <a:latin typeface="Times New Roman" panose="02020603050405020304" pitchFamily="18" charset="0"/>
                  <a:ea typeface="Times New Roman" panose="02020603050405020304" pitchFamily="18" charset="0"/>
                </a:rPr>
                <a:t>(j)</a:t>
              </a:r>
              <a:r>
                <a:rPr lang="en-US" altLang="zh-CN" sz="1000" dirty="0">
                  <a:solidFill>
                    <a:srgbClr val="000000"/>
                  </a:solidFill>
                  <a:effectLst/>
                  <a:latin typeface="Times New Roman" panose="02020603050405020304" pitchFamily="18" charset="0"/>
                  <a:ea typeface="Times New Roman" panose="02020603050405020304" pitchFamily="18" charset="0"/>
                </a:rPr>
                <a:t>. Log-rank p-values are displayed. KM overall survival (OS) analyses using TCGA-PDAC cohort (n = 178 patients); patients stratified by median isoform expression (high vs. low); two-sided log-rank test; numbers at risk provided below each curve.</a:t>
              </a:r>
              <a:r>
                <a:rPr lang="en-US" altLang="zh-CN" sz="1000" b="1" dirty="0">
                  <a:solidFill>
                    <a:srgbClr val="000000"/>
                  </a:solidFill>
                  <a:effectLst/>
                  <a:latin typeface="Times New Roman" panose="02020603050405020304" pitchFamily="18" charset="0"/>
                  <a:ea typeface="Times New Roman" panose="02020603050405020304" pitchFamily="18" charset="0"/>
                </a:rPr>
                <a:t> (k)</a:t>
              </a:r>
              <a:r>
                <a:rPr lang="en-US" altLang="zh-CN" sz="1000" dirty="0">
                  <a:solidFill>
                    <a:srgbClr val="000000"/>
                  </a:solidFill>
                  <a:effectLst/>
                  <a:latin typeface="Times New Roman" panose="02020603050405020304" pitchFamily="18" charset="0"/>
                  <a:ea typeface="Times New Roman" panose="02020603050405020304" pitchFamily="18" charset="0"/>
                </a:rPr>
                <a:t> Sashimi plots detailing alternative splicing architectures, exon-intron boundaries, and junction read coverage for key transcripts, highlighting the structural variation among isoforms.</a:t>
              </a:r>
              <a:endParaRPr lang="zh-CN" altLang="en-US" sz="905" dirty="0">
                <a:latin typeface="Times New Roman" panose="02020603050405020304" pitchFamily="18" charset="0"/>
                <a:cs typeface="Times New Roman" panose="02020603050405020304" pitchFamily="18" charset="0"/>
              </a:endParaRPr>
            </a:p>
          </p:txBody>
        </p:sp>
        <p:grpSp>
          <p:nvGrpSpPr>
            <p:cNvPr id="1889" name="图形 1749"/>
            <p:cNvGrpSpPr/>
            <p:nvPr/>
          </p:nvGrpSpPr>
          <p:grpSpPr>
            <a:xfrm>
              <a:off x="2628575" y="3163834"/>
              <a:ext cx="2583272" cy="251905"/>
              <a:chOff x="2628575" y="3163834"/>
              <a:chExt cx="2583272" cy="251905"/>
            </a:xfrm>
          </p:grpSpPr>
          <p:sp>
            <p:nvSpPr>
              <p:cNvPr id="1913" name="任意多边形: 形状 1912"/>
              <p:cNvSpPr/>
              <p:nvPr/>
            </p:nvSpPr>
            <p:spPr>
              <a:xfrm>
                <a:off x="262857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F9E4B7"/>
              </a:solidFill>
              <a:ln w="9525" cap="flat">
                <a:noFill/>
                <a:prstDash val="solid"/>
                <a:miter/>
              </a:ln>
            </p:spPr>
            <p:txBody>
              <a:bodyPr/>
              <a:lstStyle/>
              <a:p>
                <a:endParaRPr lang="zh-CN" altLang="en-US" sz="2190"/>
              </a:p>
            </p:txBody>
          </p:sp>
          <p:sp>
            <p:nvSpPr>
              <p:cNvPr id="1914" name="文本框 1913"/>
              <p:cNvSpPr txBox="1"/>
              <p:nvPr/>
            </p:nvSpPr>
            <p:spPr>
              <a:xfrm>
                <a:off x="2727635" y="3163834"/>
                <a:ext cx="560232" cy="251905"/>
              </a:xfrm>
              <a:prstGeom prst="rect">
                <a:avLst/>
              </a:prstGeom>
              <a:noFill/>
            </p:spPr>
            <p:txBody>
              <a:bodyPr wrap="none" rtlCol="0">
                <a:spAutoFit/>
              </a:bodyPr>
              <a:lstStyle/>
              <a:p>
                <a:pPr algn="l"/>
                <a:r>
                  <a:rPr lang="zh-CN" altLang="en-US" sz="885" dirty="0">
                    <a:solidFill>
                      <a:srgbClr val="000000"/>
                    </a:solidFill>
                    <a:latin typeface="Arial" panose="020B0604020202090204"/>
                    <a:cs typeface="Arial" panose="020B0604020202090204"/>
                    <a:sym typeface="Arial" panose="020B0604020202090204"/>
                    <a:rtl val="0"/>
                  </a:rPr>
                  <a:t>Switch</a:t>
                </a:r>
              </a:p>
            </p:txBody>
          </p:sp>
          <p:sp>
            <p:nvSpPr>
              <p:cNvPr id="1915" name="任意多边形: 形状 1914"/>
              <p:cNvSpPr/>
              <p:nvPr/>
            </p:nvSpPr>
            <p:spPr>
              <a:xfrm>
                <a:off x="3342950"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F2B88D"/>
              </a:solidFill>
              <a:ln w="9525" cap="flat">
                <a:noFill/>
                <a:prstDash val="solid"/>
                <a:miter/>
              </a:ln>
            </p:spPr>
            <p:txBody>
              <a:bodyPr/>
              <a:lstStyle/>
              <a:p>
                <a:endParaRPr lang="zh-CN" altLang="en-US" sz="2190"/>
              </a:p>
            </p:txBody>
          </p:sp>
          <p:sp>
            <p:nvSpPr>
              <p:cNvPr id="1916" name="文本框 1915"/>
              <p:cNvSpPr txBox="1"/>
              <p:nvPr/>
            </p:nvSpPr>
            <p:spPr>
              <a:xfrm>
                <a:off x="3442010" y="3163834"/>
                <a:ext cx="457963"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Gain</a:t>
                </a:r>
              </a:p>
            </p:txBody>
          </p:sp>
          <p:sp>
            <p:nvSpPr>
              <p:cNvPr id="1917" name="任意多边形: 形状 1916"/>
              <p:cNvSpPr/>
              <p:nvPr/>
            </p:nvSpPr>
            <p:spPr>
              <a:xfrm>
                <a:off x="396207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415C6D"/>
              </a:solidFill>
              <a:ln w="9525" cap="flat">
                <a:noFill/>
                <a:prstDash val="solid"/>
                <a:miter/>
              </a:ln>
            </p:spPr>
            <p:txBody>
              <a:bodyPr/>
              <a:lstStyle/>
              <a:p>
                <a:endParaRPr lang="zh-CN" altLang="en-US" sz="2190"/>
              </a:p>
            </p:txBody>
          </p:sp>
          <p:sp>
            <p:nvSpPr>
              <p:cNvPr id="1918" name="文本框 1917"/>
              <p:cNvSpPr txBox="1"/>
              <p:nvPr/>
            </p:nvSpPr>
            <p:spPr>
              <a:xfrm>
                <a:off x="4061135" y="3163834"/>
                <a:ext cx="456228"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Loss</a:t>
                </a:r>
              </a:p>
            </p:txBody>
          </p:sp>
          <p:sp>
            <p:nvSpPr>
              <p:cNvPr id="1919" name="任意多边形: 形状 1918"/>
              <p:cNvSpPr/>
              <p:nvPr/>
            </p:nvSpPr>
            <p:spPr>
              <a:xfrm>
                <a:off x="462882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DF7D6C"/>
              </a:solidFill>
              <a:ln w="9525" cap="flat">
                <a:noFill/>
                <a:prstDash val="solid"/>
                <a:miter/>
              </a:ln>
            </p:spPr>
            <p:txBody>
              <a:bodyPr/>
              <a:lstStyle/>
              <a:p>
                <a:endParaRPr lang="zh-CN" altLang="en-US" sz="2190"/>
              </a:p>
            </p:txBody>
          </p:sp>
          <p:sp>
            <p:nvSpPr>
              <p:cNvPr id="64" name="文本框 63"/>
              <p:cNvSpPr txBox="1"/>
              <p:nvPr/>
            </p:nvSpPr>
            <p:spPr>
              <a:xfrm>
                <a:off x="4727885" y="3163834"/>
                <a:ext cx="483962"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Keep</a:t>
                </a:r>
              </a:p>
            </p:txBody>
          </p:sp>
        </p:grpSp>
        <p:grpSp>
          <p:nvGrpSpPr>
            <p:cNvPr id="1890" name="图形 1789"/>
            <p:cNvGrpSpPr/>
            <p:nvPr/>
          </p:nvGrpSpPr>
          <p:grpSpPr>
            <a:xfrm>
              <a:off x="1596499" y="1466490"/>
              <a:ext cx="5039088" cy="326493"/>
              <a:chOff x="1288312" y="1431658"/>
              <a:chExt cx="5201484" cy="431284"/>
            </a:xfrm>
          </p:grpSpPr>
          <p:sp>
            <p:nvSpPr>
              <p:cNvPr id="1891" name="文本框 1890"/>
              <p:cNvSpPr txBox="1"/>
              <p:nvPr/>
            </p:nvSpPr>
            <p:spPr>
              <a:xfrm>
                <a:off x="1288312" y="1431658"/>
                <a:ext cx="1295777" cy="266653"/>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ORF identity to UniProt (%)</a:t>
                </a:r>
              </a:p>
            </p:txBody>
          </p:sp>
          <p:sp>
            <p:nvSpPr>
              <p:cNvPr id="1892" name="任意多边形: 形状 1891"/>
              <p:cNvSpPr/>
              <p:nvPr/>
            </p:nvSpPr>
            <p:spPr>
              <a:xfrm>
                <a:off x="24939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666666"/>
              </a:solidFill>
              <a:ln w="9525" cap="flat">
                <a:noFill/>
                <a:prstDash val="solid"/>
                <a:miter/>
              </a:ln>
            </p:spPr>
            <p:txBody>
              <a:bodyPr/>
              <a:lstStyle/>
              <a:p>
                <a:endParaRPr lang="zh-CN" altLang="en-US" sz="2190"/>
              </a:p>
            </p:txBody>
          </p:sp>
          <p:sp>
            <p:nvSpPr>
              <p:cNvPr id="1893" name="文本框 1892"/>
              <p:cNvSpPr txBox="1"/>
              <p:nvPr/>
            </p:nvSpPr>
            <p:spPr>
              <a:xfrm>
                <a:off x="2593022" y="1431658"/>
                <a:ext cx="420832"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(0,99]</a:t>
                </a:r>
              </a:p>
            </p:txBody>
          </p:sp>
          <p:sp>
            <p:nvSpPr>
              <p:cNvPr id="1894" name="任意多边形: 形状 1893"/>
              <p:cNvSpPr/>
              <p:nvPr/>
            </p:nvSpPr>
            <p:spPr>
              <a:xfrm>
                <a:off x="32559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999999"/>
              </a:solidFill>
              <a:ln w="9525" cap="flat">
                <a:noFill/>
                <a:prstDash val="solid"/>
                <a:miter/>
              </a:ln>
            </p:spPr>
            <p:txBody>
              <a:bodyPr/>
              <a:lstStyle/>
              <a:p>
                <a:endParaRPr lang="zh-CN" altLang="en-US" sz="2190"/>
              </a:p>
            </p:txBody>
          </p:sp>
          <p:sp>
            <p:nvSpPr>
              <p:cNvPr id="1895" name="文本框 1894"/>
              <p:cNvSpPr txBox="1"/>
              <p:nvPr/>
            </p:nvSpPr>
            <p:spPr>
              <a:xfrm>
                <a:off x="3355022" y="1431658"/>
                <a:ext cx="583655"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(99,99.99]</a:t>
                </a:r>
              </a:p>
            </p:txBody>
          </p:sp>
          <p:sp>
            <p:nvSpPr>
              <p:cNvPr id="1896" name="任意多边形: 形状 1895"/>
              <p:cNvSpPr/>
              <p:nvPr/>
            </p:nvSpPr>
            <p:spPr>
              <a:xfrm>
                <a:off x="42084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CCCCCC"/>
              </a:solidFill>
              <a:ln w="9525" cap="flat">
                <a:noFill/>
                <a:prstDash val="solid"/>
                <a:miter/>
              </a:ln>
            </p:spPr>
            <p:txBody>
              <a:bodyPr/>
              <a:lstStyle/>
              <a:p>
                <a:endParaRPr lang="zh-CN" altLang="en-US" sz="2190"/>
              </a:p>
            </p:txBody>
          </p:sp>
          <p:sp>
            <p:nvSpPr>
              <p:cNvPr id="1897" name="文本框 1896"/>
              <p:cNvSpPr txBox="1"/>
              <p:nvPr/>
            </p:nvSpPr>
            <p:spPr>
              <a:xfrm>
                <a:off x="4307522" y="1431658"/>
                <a:ext cx="630175"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(99.99,100]</a:t>
                </a:r>
              </a:p>
            </p:txBody>
          </p:sp>
          <p:sp>
            <p:nvSpPr>
              <p:cNvPr id="1898" name="任意多边形: 形状 1897"/>
              <p:cNvSpPr/>
              <p:nvPr/>
            </p:nvSpPr>
            <p:spPr>
              <a:xfrm>
                <a:off x="5303837"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AEE0E0"/>
              </a:solidFill>
              <a:ln w="9525" cap="flat">
                <a:noFill/>
                <a:prstDash val="solid"/>
                <a:miter/>
              </a:ln>
            </p:spPr>
            <p:txBody>
              <a:bodyPr/>
              <a:lstStyle/>
              <a:p>
                <a:endParaRPr lang="zh-CN" altLang="en-US" sz="2190"/>
              </a:p>
            </p:txBody>
          </p:sp>
          <p:sp>
            <p:nvSpPr>
              <p:cNvPr id="1899" name="文本框 1898"/>
              <p:cNvSpPr txBox="1"/>
              <p:nvPr/>
            </p:nvSpPr>
            <p:spPr>
              <a:xfrm>
                <a:off x="5402897" y="1431658"/>
                <a:ext cx="354631"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ISM</a:t>
                </a:r>
              </a:p>
            </p:txBody>
          </p:sp>
          <p:sp>
            <p:nvSpPr>
              <p:cNvPr id="1900" name="任意多边形: 形状 1899"/>
              <p:cNvSpPr/>
              <p:nvPr/>
            </p:nvSpPr>
            <p:spPr>
              <a:xfrm>
                <a:off x="5970587"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4682B4"/>
              </a:solidFill>
              <a:ln w="9525" cap="flat">
                <a:noFill/>
                <a:prstDash val="solid"/>
                <a:miter/>
              </a:ln>
            </p:spPr>
            <p:txBody>
              <a:bodyPr/>
              <a:lstStyle/>
              <a:p>
                <a:endParaRPr lang="zh-CN" altLang="en-US" sz="2190"/>
              </a:p>
            </p:txBody>
          </p:sp>
          <p:sp>
            <p:nvSpPr>
              <p:cNvPr id="1901" name="文本框 1900"/>
              <p:cNvSpPr txBox="1"/>
              <p:nvPr/>
            </p:nvSpPr>
            <p:spPr>
              <a:xfrm>
                <a:off x="6069646" y="1431658"/>
                <a:ext cx="351052"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NIC</a:t>
                </a:r>
              </a:p>
            </p:txBody>
          </p:sp>
          <p:sp>
            <p:nvSpPr>
              <p:cNvPr id="1902" name="文本框 1901"/>
              <p:cNvSpPr txBox="1"/>
              <p:nvPr/>
            </p:nvSpPr>
            <p:spPr>
              <a:xfrm>
                <a:off x="1578738" y="1596289"/>
                <a:ext cx="995183" cy="266653"/>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ORF probability (%)</a:t>
                </a:r>
              </a:p>
            </p:txBody>
          </p:sp>
          <p:sp>
            <p:nvSpPr>
              <p:cNvPr id="1903" name="任意多边形: 形状 1902"/>
              <p:cNvSpPr/>
              <p:nvPr/>
            </p:nvSpPr>
            <p:spPr>
              <a:xfrm>
                <a:off x="2490346" y="1657719"/>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CCCCCC"/>
              </a:solidFill>
              <a:ln w="9525" cap="flat">
                <a:noFill/>
                <a:prstDash val="solid"/>
                <a:miter/>
              </a:ln>
            </p:spPr>
            <p:txBody>
              <a:bodyPr/>
              <a:lstStyle/>
              <a:p>
                <a:endParaRPr lang="zh-CN" altLang="en-US" sz="2190"/>
              </a:p>
            </p:txBody>
          </p:sp>
          <p:sp>
            <p:nvSpPr>
              <p:cNvPr id="1904" name="文本框 1903"/>
              <p:cNvSpPr txBox="1"/>
              <p:nvPr/>
            </p:nvSpPr>
            <p:spPr>
              <a:xfrm>
                <a:off x="2590126" y="1588269"/>
                <a:ext cx="444093"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(0,0.9]</a:t>
                </a:r>
              </a:p>
            </p:txBody>
          </p:sp>
          <p:sp>
            <p:nvSpPr>
              <p:cNvPr id="1905" name="任意多边形: 形状 1904"/>
              <p:cNvSpPr/>
              <p:nvPr/>
            </p:nvSpPr>
            <p:spPr>
              <a:xfrm>
                <a:off x="3249451" y="1650309"/>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999999"/>
              </a:solidFill>
              <a:ln w="9525" cap="flat">
                <a:noFill/>
                <a:prstDash val="solid"/>
                <a:miter/>
              </a:ln>
            </p:spPr>
            <p:txBody>
              <a:bodyPr/>
              <a:lstStyle/>
              <a:p>
                <a:endParaRPr lang="zh-CN" altLang="en-US" sz="2190"/>
              </a:p>
            </p:txBody>
          </p:sp>
          <p:sp>
            <p:nvSpPr>
              <p:cNvPr id="1906" name="文本框 1905"/>
              <p:cNvSpPr txBox="1"/>
              <p:nvPr/>
            </p:nvSpPr>
            <p:spPr>
              <a:xfrm>
                <a:off x="3372394" y="1588167"/>
                <a:ext cx="560395"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(0.9,0.99]</a:t>
                </a:r>
              </a:p>
            </p:txBody>
          </p:sp>
          <p:sp>
            <p:nvSpPr>
              <p:cNvPr id="1907" name="任意多边形: 形状 1906"/>
              <p:cNvSpPr/>
              <p:nvPr/>
            </p:nvSpPr>
            <p:spPr>
              <a:xfrm>
                <a:off x="4206300"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666666"/>
              </a:solidFill>
              <a:ln w="9525" cap="flat">
                <a:noFill/>
                <a:prstDash val="solid"/>
                <a:miter/>
              </a:ln>
            </p:spPr>
            <p:txBody>
              <a:bodyPr/>
              <a:lstStyle/>
              <a:p>
                <a:endParaRPr lang="zh-CN" altLang="en-US" sz="2190"/>
              </a:p>
            </p:txBody>
          </p:sp>
          <p:sp>
            <p:nvSpPr>
              <p:cNvPr id="1908" name="文本框 1907"/>
              <p:cNvSpPr txBox="1"/>
              <p:nvPr/>
            </p:nvSpPr>
            <p:spPr>
              <a:xfrm>
                <a:off x="4324895" y="1588167"/>
                <a:ext cx="490614"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(0.99,1]</a:t>
                </a:r>
              </a:p>
            </p:txBody>
          </p:sp>
          <p:sp>
            <p:nvSpPr>
              <p:cNvPr id="1909" name="任意多边形: 形状 1908"/>
              <p:cNvSpPr/>
              <p:nvPr/>
            </p:nvSpPr>
            <p:spPr>
              <a:xfrm>
                <a:off x="5299501"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E32F3A"/>
              </a:solidFill>
              <a:ln w="9525" cap="flat">
                <a:noFill/>
                <a:prstDash val="solid"/>
                <a:miter/>
              </a:ln>
            </p:spPr>
            <p:txBody>
              <a:bodyPr/>
              <a:lstStyle/>
              <a:p>
                <a:endParaRPr lang="zh-CN" altLang="en-US" sz="2190"/>
              </a:p>
            </p:txBody>
          </p:sp>
          <p:sp>
            <p:nvSpPr>
              <p:cNvPr id="1910" name="文本框 1909"/>
              <p:cNvSpPr txBox="1"/>
              <p:nvPr/>
            </p:nvSpPr>
            <p:spPr>
              <a:xfrm>
                <a:off x="5405792" y="1588167"/>
                <a:ext cx="388626"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NNC</a:t>
                </a:r>
              </a:p>
            </p:txBody>
          </p:sp>
          <p:sp>
            <p:nvSpPr>
              <p:cNvPr id="1911" name="任意多边形: 形状 1910"/>
              <p:cNvSpPr/>
              <p:nvPr/>
            </p:nvSpPr>
            <p:spPr>
              <a:xfrm>
                <a:off x="5962634"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BFBFBF"/>
              </a:solidFill>
              <a:ln w="9525" cap="flat">
                <a:noFill/>
                <a:prstDash val="solid"/>
                <a:miter/>
              </a:ln>
            </p:spPr>
            <p:txBody>
              <a:bodyPr/>
              <a:lstStyle/>
              <a:p>
                <a:endParaRPr lang="zh-CN" altLang="en-US" sz="2190"/>
              </a:p>
            </p:txBody>
          </p:sp>
          <p:sp>
            <p:nvSpPr>
              <p:cNvPr id="1912" name="文本框 1911"/>
              <p:cNvSpPr txBox="1"/>
              <p:nvPr/>
            </p:nvSpPr>
            <p:spPr>
              <a:xfrm>
                <a:off x="6072542" y="1588167"/>
                <a:ext cx="417254"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Other</a:t>
                </a: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nvSpPr>
        <p:spPr>
          <a:xfrm>
            <a:off x="224914" y="7613342"/>
            <a:ext cx="6533074" cy="2446824"/>
          </a:xfrm>
          <a:prstGeom prst="rect">
            <a:avLst/>
          </a:prstGeom>
          <a:noFill/>
        </p:spPr>
        <p:txBody>
          <a:bodyPr wrap="square">
            <a:spAutoFit/>
          </a:bodyPr>
          <a:lstStyle/>
          <a:p>
            <a:pPr algn="just"/>
            <a:r>
              <a:rPr lang="en-US" altLang="zh-CN" sz="900" b="1" dirty="0">
                <a:latin typeface="Times New Roman" panose="02020603050405020304" pitchFamily="18" charset="0"/>
                <a:cs typeface="Times New Roman" panose="02020603050405020304" pitchFamily="18" charset="0"/>
              </a:rPr>
              <a:t>Figure 4 Novel isoforms show preferred presentation among non-canonical neoantigens through immunopeptidome and comprehensive multi-omics profiling.</a:t>
            </a:r>
            <a:r>
              <a:rPr lang="en-US" altLang="zh-CN" sz="900" dirty="0">
                <a:latin typeface="Times New Roman" panose="02020603050405020304" pitchFamily="18" charset="0"/>
                <a:cs typeface="Times New Roman" panose="02020603050405020304" pitchFamily="18" charset="0"/>
              </a:rPr>
              <a:t>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Schematic of the study design integrating long-read (LR) sequencing-enhanced databases with MHC-I immunoprecipitation followed by liquid chromatography-tandem mass spectrometry (LC-MS/MS) across five PDAC cell lines (AsPC-1, KLM-1, MIA PaCa-2, PK-8, and S2-VP10), followed by computational characterization and candidate validation. Cell lines were processed with HLA-I immunoaffinity purification using the W6/32 antibody (5 × 10^7 cells per line), and database searching was performed using </a:t>
            </a:r>
            <a:r>
              <a:rPr lang="en-US" altLang="zh-CN" sz="9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MaxQuant</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(v2.1) at a 1% false discovery rate (FDR).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Scatter plots of observed versus </a:t>
            </a:r>
            <a:r>
              <a:rPr lang="en-US" altLang="zh-CN" sz="9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DeepLC</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-predicted retention times for immunopeptides across 10 open reading frame (ORF) types. Pearson correlation coefficients (R) and two-tailed P-values are shown for each ORF category, with the dashed identity line representing perfect agreement. An R &gt; 0.75 was accepted as the threshold for confident cross-database identification.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Boxplots of source ORF length, PEP, Elution Score, and hydrophobicity by ORF category. Brackets indicate two-sided Wilcoxon rank-sum test significance compared to the Canonical category (exact P-values are shown; ns, not significant, is omitted). A total of n = 45,892 unique MHC-I peptides were included after quality filtering (Score ≥ 80, PEP ≤ 0.147, length 8–14 aa); box limits represent Q1 and Q3, and whiskers extend to 1.5× the IQR.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Forest plots of enrichment Odds Ratios (95% confidence intervals [CI]) for all MHC-I-presented proteins and high-affinity HLA-A24:02 binders per ORF type.</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(e)</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Representative MS/MS spectra of three HLA-A24:02-presented neoepitopes (QYGGDLTNTF, VYGSIFSF, and EYDSSFPNW) with annotated b- and y-series fragment ions confirming sequence identity.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(f) </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HLA-A*24:02–peptide docking structures (PDB code: 8FU4) for QYGGDLTNTF, VYGSIFSF, and EYDSSFPNW, highlighting key contact residues and interaction distances (Å).</a:t>
            </a:r>
            <a:endParaRPr lang="zh-CN" altLang="zh-CN" sz="9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endParaRPr lang="zh-CN" altLang="en-US" sz="900" dirty="0">
              <a:latin typeface="Times New Roman" panose="02020603050405020304" pitchFamily="18" charset="0"/>
              <a:cs typeface="Times New Roman" panose="02020603050405020304" pitchFamily="18" charset="0"/>
            </a:endParaRPr>
          </a:p>
        </p:txBody>
      </p:sp>
      <p:sp>
        <p:nvSpPr>
          <p:cNvPr id="15" name="文本框 14"/>
          <p:cNvSpPr txBox="1"/>
          <p:nvPr/>
        </p:nvSpPr>
        <p:spPr>
          <a:xfrm>
            <a:off x="335440" y="5791100"/>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f</a:t>
            </a:r>
            <a:endParaRPr kumimoji="1" lang="zh-CN" altLang="en-US" sz="2000" dirty="0">
              <a:latin typeface="Arial" panose="020B0604020202090204" pitchFamily="34" charset="0"/>
              <a:cs typeface="Arial" panose="020B0604020202090204" pitchFamily="34" charset="0"/>
            </a:endParaRPr>
          </a:p>
        </p:txBody>
      </p:sp>
      <p:pic>
        <p:nvPicPr>
          <p:cNvPr id="17" name="图片 16"/>
          <p:cNvPicPr>
            <a:picLocks noChangeAspect="1"/>
          </p:cNvPicPr>
          <p:nvPr/>
        </p:nvPicPr>
        <p:blipFill rotWithShape="1">
          <a:blip r:embed="rId3" cstate="print">
            <a:extLst>
              <a:ext uri="{28A0092B-C50C-407E-A947-70E740481C1C}">
                <a14:useLocalDpi xmlns:a14="http://schemas.microsoft.com/office/drawing/2010/main" val="0"/>
              </a:ext>
            </a:extLst>
          </a:blip>
          <a:srcRect l="42818" r="29384"/>
          <a:stretch>
            <a:fillRect/>
          </a:stretch>
        </p:blipFill>
        <p:spPr>
          <a:xfrm>
            <a:off x="5432796" y="5991155"/>
            <a:ext cx="1053551" cy="1514794"/>
          </a:xfrm>
          <a:prstGeom prst="rect">
            <a:avLst/>
          </a:prstGeom>
        </p:spPr>
      </p:pic>
      <p:sp>
        <p:nvSpPr>
          <p:cNvPr id="18" name="文本框 17"/>
          <p:cNvSpPr txBox="1"/>
          <p:nvPr/>
        </p:nvSpPr>
        <p:spPr>
          <a:xfrm>
            <a:off x="6039672" y="7151311"/>
            <a:ext cx="447151" cy="169277"/>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ARG-171</a:t>
            </a:r>
            <a:endParaRPr lang="zh-CN" altLang="en-US" sz="500" dirty="0">
              <a:latin typeface="Arial" panose="020B0604020202090204" pitchFamily="34" charset="0"/>
              <a:cs typeface="Arial" panose="020B0604020202090204" pitchFamily="34" charset="0"/>
            </a:endParaRPr>
          </a:p>
        </p:txBody>
      </p:sp>
      <p:sp>
        <p:nvSpPr>
          <p:cNvPr id="19" name="文本框 18"/>
          <p:cNvSpPr txBox="1"/>
          <p:nvPr/>
        </p:nvSpPr>
        <p:spPr>
          <a:xfrm>
            <a:off x="5095952" y="7402636"/>
            <a:ext cx="1225352" cy="192360"/>
          </a:xfrm>
          <a:prstGeom prst="rect">
            <a:avLst/>
          </a:prstGeom>
          <a:noFill/>
        </p:spPr>
        <p:txBody>
          <a:bodyPr wrap="square">
            <a:spAutoFit/>
          </a:bodyPr>
          <a:lstStyle>
            <a:defPPr>
              <a:defRPr lang="en-US"/>
            </a:defPPr>
            <a:lvl1pPr algn="ctr">
              <a:defRPr sz="1200"/>
            </a:lvl1pPr>
          </a:lstStyle>
          <a:p>
            <a:r>
              <a:rPr lang="zh-CN" altLang="en-US" sz="650" dirty="0">
                <a:latin typeface="Arial" panose="020B0604020202090204" pitchFamily="34" charset="0"/>
                <a:cs typeface="Arial" panose="020B0604020202090204" pitchFamily="34" charset="0"/>
              </a:rPr>
              <a:t>HLA-A24.02-</a:t>
            </a:r>
            <a:r>
              <a:rPr lang="en-US" altLang="zh-CN" sz="650" dirty="0">
                <a:latin typeface="Arial" panose="020B0604020202090204" pitchFamily="34" charset="0"/>
                <a:cs typeface="Arial" panose="020B0604020202090204" pitchFamily="34" charset="0"/>
              </a:rPr>
              <a:t>EYDSSFPNW</a:t>
            </a:r>
            <a:endParaRPr lang="zh-CN" altLang="en-US" sz="650" dirty="0">
              <a:latin typeface="Arial" panose="020B0604020202090204" pitchFamily="34" charset="0"/>
              <a:cs typeface="Arial" panose="020B0604020202090204" pitchFamily="34" charset="0"/>
            </a:endParaRPr>
          </a:p>
        </p:txBody>
      </p:sp>
      <p:sp>
        <p:nvSpPr>
          <p:cNvPr id="20" name="文本框 19"/>
          <p:cNvSpPr txBox="1"/>
          <p:nvPr/>
        </p:nvSpPr>
        <p:spPr>
          <a:xfrm>
            <a:off x="2640125" y="7419673"/>
            <a:ext cx="1144551" cy="192360"/>
          </a:xfrm>
          <a:prstGeom prst="rect">
            <a:avLst/>
          </a:prstGeom>
          <a:noFill/>
        </p:spPr>
        <p:txBody>
          <a:bodyPr wrap="square">
            <a:spAutoFit/>
          </a:bodyPr>
          <a:lstStyle>
            <a:defPPr>
              <a:defRPr lang="en-US"/>
            </a:defPPr>
            <a:lvl1pPr algn="ctr">
              <a:defRPr sz="700"/>
            </a:lvl1pPr>
          </a:lstStyle>
          <a:p>
            <a:r>
              <a:rPr lang="zh-CN" altLang="en-US" sz="650" dirty="0">
                <a:latin typeface="Arial" panose="020B0604020202090204" pitchFamily="34" charset="0"/>
                <a:cs typeface="Arial" panose="020B0604020202090204" pitchFamily="34" charset="0"/>
              </a:rPr>
              <a:t>HLA-A24.02-</a:t>
            </a:r>
            <a:r>
              <a:rPr lang="en-US" altLang="zh-CN" sz="650" dirty="0">
                <a:latin typeface="Arial" panose="020B0604020202090204" pitchFamily="34" charset="0"/>
                <a:cs typeface="Arial" panose="020B0604020202090204" pitchFamily="34" charset="0"/>
              </a:rPr>
              <a:t>VYGSIFSF</a:t>
            </a:r>
            <a:endParaRPr lang="zh-CN" altLang="en-US" sz="650" dirty="0">
              <a:latin typeface="Arial" panose="020B0604020202090204" pitchFamily="34" charset="0"/>
              <a:cs typeface="Arial" panose="020B0604020202090204" pitchFamily="34" charset="0"/>
            </a:endParaRPr>
          </a:p>
        </p:txBody>
      </p:sp>
      <p:sp>
        <p:nvSpPr>
          <p:cNvPr id="21" name="文本框 20"/>
          <p:cNvSpPr txBox="1"/>
          <p:nvPr/>
        </p:nvSpPr>
        <p:spPr>
          <a:xfrm>
            <a:off x="667167" y="7402637"/>
            <a:ext cx="1249671" cy="192360"/>
          </a:xfrm>
          <a:prstGeom prst="rect">
            <a:avLst/>
          </a:prstGeom>
          <a:noFill/>
        </p:spPr>
        <p:txBody>
          <a:bodyPr wrap="square">
            <a:spAutoFit/>
          </a:bodyPr>
          <a:lstStyle>
            <a:defPPr>
              <a:defRPr lang="en-US"/>
            </a:defPPr>
            <a:lvl1pPr algn="ctr">
              <a:defRPr sz="700"/>
            </a:lvl1pPr>
          </a:lstStyle>
          <a:p>
            <a:r>
              <a:rPr lang="zh-CN" altLang="en-US" sz="650" dirty="0">
                <a:latin typeface="Arial" panose="020B0604020202090204" pitchFamily="34" charset="0"/>
                <a:cs typeface="Arial" panose="020B0604020202090204" pitchFamily="34" charset="0"/>
              </a:rPr>
              <a:t>HLA</a:t>
            </a:r>
            <a:r>
              <a:rPr lang="en-US" altLang="zh-CN" sz="650" dirty="0">
                <a:latin typeface="Arial" panose="020B0604020202090204" pitchFamily="34" charset="0"/>
                <a:cs typeface="Arial" panose="020B0604020202090204" pitchFamily="34" charset="0"/>
              </a:rPr>
              <a:t>-</a:t>
            </a:r>
            <a:r>
              <a:rPr lang="zh-CN" altLang="en-US" sz="650" dirty="0">
                <a:latin typeface="Arial" panose="020B0604020202090204" pitchFamily="34" charset="0"/>
                <a:cs typeface="Arial" panose="020B0604020202090204" pitchFamily="34" charset="0"/>
              </a:rPr>
              <a:t>A24.02</a:t>
            </a:r>
            <a:r>
              <a:rPr lang="en-US" altLang="zh-CN" sz="650" dirty="0">
                <a:latin typeface="Arial" panose="020B0604020202090204" pitchFamily="34" charset="0"/>
                <a:cs typeface="Arial" panose="020B0604020202090204" pitchFamily="34" charset="0"/>
              </a:rPr>
              <a:t> </a:t>
            </a:r>
            <a:r>
              <a:rPr lang="fr-FR" altLang="zh-CN" sz="650" dirty="0">
                <a:latin typeface="Arial" panose="020B0604020202090204" pitchFamily="34" charset="0"/>
                <a:cs typeface="Arial" panose="020B0604020202090204" pitchFamily="34" charset="0"/>
              </a:rPr>
              <a:t>QYGGDLTNTF</a:t>
            </a:r>
            <a:endParaRPr lang="zh-CN" altLang="en-US" sz="650" dirty="0">
              <a:latin typeface="Arial" panose="020B0604020202090204" pitchFamily="34" charset="0"/>
              <a:cs typeface="Arial" panose="020B0604020202090204" pitchFamily="34" charset="0"/>
            </a:endParaRPr>
          </a:p>
        </p:txBody>
      </p:sp>
      <p:grpSp>
        <p:nvGrpSpPr>
          <p:cNvPr id="22" name="组合 21"/>
          <p:cNvGrpSpPr/>
          <p:nvPr/>
        </p:nvGrpSpPr>
        <p:grpSpPr>
          <a:xfrm>
            <a:off x="4331143" y="5895380"/>
            <a:ext cx="2225099" cy="1514794"/>
            <a:chOff x="4506312" y="7577381"/>
            <a:chExt cx="2386868" cy="1725437"/>
          </a:xfrm>
        </p:grpSpPr>
        <p:pic>
          <p:nvPicPr>
            <p:cNvPr id="23" name="图片 22"/>
            <p:cNvPicPr>
              <a:picLocks noChangeAspect="1"/>
            </p:cNvPicPr>
            <p:nvPr/>
          </p:nvPicPr>
          <p:blipFill rotWithShape="1">
            <a:blip r:embed="rId4" cstate="print">
              <a:extLst>
                <a:ext uri="{28A0092B-C50C-407E-A947-70E740481C1C}">
                  <a14:useLocalDpi xmlns:a14="http://schemas.microsoft.com/office/drawing/2010/main" val="0"/>
                </a:ext>
              </a:extLst>
            </a:blip>
            <a:srcRect l="26517" r="30444"/>
            <a:stretch>
              <a:fillRect/>
            </a:stretch>
          </p:blipFill>
          <p:spPr>
            <a:xfrm>
              <a:off x="4506312" y="7935489"/>
              <a:ext cx="1118451" cy="1103218"/>
            </a:xfrm>
            <a:prstGeom prst="rect">
              <a:avLst/>
            </a:prstGeom>
          </p:spPr>
        </p:pic>
        <p:sp>
          <p:nvSpPr>
            <p:cNvPr id="24" name="矩形: 圆角 883"/>
            <p:cNvSpPr/>
            <p:nvPr/>
          </p:nvSpPr>
          <p:spPr>
            <a:xfrm>
              <a:off x="5056483" y="8087478"/>
              <a:ext cx="315358" cy="865749"/>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25" name="直接连接符 884"/>
            <p:cNvCxnSpPr/>
            <p:nvPr/>
          </p:nvCxnSpPr>
          <p:spPr>
            <a:xfrm flipV="1">
              <a:off x="5369631" y="8022794"/>
              <a:ext cx="297425" cy="9761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矩形: 圆角 885"/>
            <p:cNvSpPr/>
            <p:nvPr/>
          </p:nvSpPr>
          <p:spPr>
            <a:xfrm>
              <a:off x="5689017" y="7577381"/>
              <a:ext cx="1064865" cy="1725437"/>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27" name="直接连接符 886"/>
            <p:cNvCxnSpPr/>
            <p:nvPr/>
          </p:nvCxnSpPr>
          <p:spPr>
            <a:xfrm>
              <a:off x="5369078" y="8917631"/>
              <a:ext cx="284198" cy="8905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文本框 27"/>
            <p:cNvSpPr txBox="1"/>
            <p:nvPr/>
          </p:nvSpPr>
          <p:spPr>
            <a:xfrm>
              <a:off x="6335816" y="8719973"/>
              <a:ext cx="554408"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THR-164</a:t>
              </a:r>
              <a:endParaRPr lang="zh-CN" altLang="en-US" sz="500" dirty="0">
                <a:latin typeface="Arial" panose="020B0604020202090204" pitchFamily="34" charset="0"/>
                <a:cs typeface="Arial" panose="020B0604020202090204" pitchFamily="34" charset="0"/>
              </a:endParaRPr>
            </a:p>
          </p:txBody>
        </p:sp>
        <p:sp>
          <p:nvSpPr>
            <p:cNvPr id="29" name="文本框 28"/>
            <p:cNvSpPr txBox="1"/>
            <p:nvPr/>
          </p:nvSpPr>
          <p:spPr>
            <a:xfrm>
              <a:off x="5693761" y="8870354"/>
              <a:ext cx="440060"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sp>
          <p:nvSpPr>
            <p:cNvPr id="30" name="文本框 29"/>
            <p:cNvSpPr txBox="1"/>
            <p:nvPr/>
          </p:nvSpPr>
          <p:spPr>
            <a:xfrm>
              <a:off x="5646724" y="8736253"/>
              <a:ext cx="433608"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LYS-67</a:t>
              </a:r>
              <a:endParaRPr lang="zh-CN" altLang="en-US" sz="500" dirty="0">
                <a:latin typeface="Arial" panose="020B0604020202090204" pitchFamily="34" charset="0"/>
                <a:cs typeface="Arial" panose="020B0604020202090204" pitchFamily="34" charset="0"/>
              </a:endParaRPr>
            </a:p>
          </p:txBody>
        </p:sp>
        <p:sp>
          <p:nvSpPr>
            <p:cNvPr id="31" name="文本框 30"/>
            <p:cNvSpPr txBox="1"/>
            <p:nvPr/>
          </p:nvSpPr>
          <p:spPr>
            <a:xfrm>
              <a:off x="6389378" y="8549316"/>
              <a:ext cx="503800"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TYR-160</a:t>
              </a:r>
              <a:endParaRPr lang="zh-CN" altLang="en-US" sz="500" dirty="0">
                <a:latin typeface="Arial" panose="020B0604020202090204" pitchFamily="34" charset="0"/>
                <a:cs typeface="Arial" panose="020B0604020202090204" pitchFamily="34" charset="0"/>
              </a:endParaRPr>
            </a:p>
          </p:txBody>
        </p:sp>
        <p:sp>
          <p:nvSpPr>
            <p:cNvPr id="32" name="文本框 31"/>
            <p:cNvSpPr txBox="1"/>
            <p:nvPr/>
          </p:nvSpPr>
          <p:spPr>
            <a:xfrm>
              <a:off x="6346429" y="8215977"/>
              <a:ext cx="54675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GLN-157</a:t>
              </a:r>
              <a:endParaRPr lang="zh-CN" altLang="en-US" sz="500" dirty="0">
                <a:latin typeface="Arial" panose="020B0604020202090204" pitchFamily="34" charset="0"/>
                <a:cs typeface="Arial" panose="020B0604020202090204" pitchFamily="34" charset="0"/>
              </a:endParaRPr>
            </a:p>
          </p:txBody>
        </p:sp>
        <p:sp>
          <p:nvSpPr>
            <p:cNvPr id="33" name="文本框 32"/>
            <p:cNvSpPr txBox="1"/>
            <p:nvPr/>
          </p:nvSpPr>
          <p:spPr>
            <a:xfrm>
              <a:off x="6302818" y="8079695"/>
              <a:ext cx="49030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HIS-115</a:t>
              </a:r>
              <a:endParaRPr lang="zh-CN" altLang="en-US" sz="500" dirty="0">
                <a:latin typeface="Arial" panose="020B0604020202090204" pitchFamily="34" charset="0"/>
                <a:cs typeface="Arial" panose="020B0604020202090204" pitchFamily="34" charset="0"/>
              </a:endParaRPr>
            </a:p>
          </p:txBody>
        </p:sp>
        <p:sp>
          <p:nvSpPr>
            <p:cNvPr id="34" name="文本框 33"/>
            <p:cNvSpPr txBox="1"/>
            <p:nvPr/>
          </p:nvSpPr>
          <p:spPr>
            <a:xfrm>
              <a:off x="5626830" y="7837168"/>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ASN-78</a:t>
              </a:r>
              <a:endParaRPr lang="zh-CN" altLang="en-US" sz="500" dirty="0">
                <a:latin typeface="Arial" panose="020B0604020202090204" pitchFamily="34" charset="0"/>
                <a:cs typeface="Arial" panose="020B0604020202090204" pitchFamily="34" charset="0"/>
              </a:endParaRPr>
            </a:p>
          </p:txBody>
        </p:sp>
        <p:sp>
          <p:nvSpPr>
            <p:cNvPr id="35" name="文本框 34"/>
            <p:cNvSpPr txBox="1"/>
            <p:nvPr/>
          </p:nvSpPr>
          <p:spPr>
            <a:xfrm>
              <a:off x="6295987" y="7843433"/>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THR144</a:t>
              </a:r>
              <a:endParaRPr lang="zh-CN" altLang="en-US" sz="500" dirty="0">
                <a:latin typeface="Arial" panose="020B0604020202090204" pitchFamily="34" charset="0"/>
                <a:cs typeface="Arial" panose="020B0604020202090204" pitchFamily="34" charset="0"/>
              </a:endParaRPr>
            </a:p>
          </p:txBody>
        </p:sp>
        <p:sp>
          <p:nvSpPr>
            <p:cNvPr id="36" name="文本框 35"/>
            <p:cNvSpPr txBox="1"/>
            <p:nvPr/>
          </p:nvSpPr>
          <p:spPr>
            <a:xfrm>
              <a:off x="6042491" y="7600906"/>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LYS147</a:t>
              </a:r>
              <a:endParaRPr lang="zh-CN" altLang="en-US" sz="500" dirty="0">
                <a:latin typeface="Arial" panose="020B0604020202090204" pitchFamily="34" charset="0"/>
                <a:cs typeface="Arial" panose="020B0604020202090204" pitchFamily="34" charset="0"/>
              </a:endParaRPr>
            </a:p>
          </p:txBody>
        </p:sp>
        <p:sp>
          <p:nvSpPr>
            <p:cNvPr id="37" name="文本框 36"/>
            <p:cNvSpPr txBox="1"/>
            <p:nvPr/>
          </p:nvSpPr>
          <p:spPr>
            <a:xfrm>
              <a:off x="6117855" y="7729855"/>
              <a:ext cx="44201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3.65</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38" name="文本框 37"/>
            <p:cNvSpPr txBox="1"/>
            <p:nvPr/>
          </p:nvSpPr>
          <p:spPr>
            <a:xfrm>
              <a:off x="5834348" y="7749711"/>
              <a:ext cx="41126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39" name="文本框 38"/>
            <p:cNvSpPr txBox="1"/>
            <p:nvPr/>
          </p:nvSpPr>
          <p:spPr>
            <a:xfrm>
              <a:off x="5864415" y="8192451"/>
              <a:ext cx="39547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3.04</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0" name="文本框 39"/>
            <p:cNvSpPr txBox="1"/>
            <p:nvPr/>
          </p:nvSpPr>
          <p:spPr>
            <a:xfrm>
              <a:off x="5876620" y="7917197"/>
              <a:ext cx="39279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1" name="文本框 40"/>
            <p:cNvSpPr txBox="1"/>
            <p:nvPr/>
          </p:nvSpPr>
          <p:spPr>
            <a:xfrm>
              <a:off x="6144265" y="8079370"/>
              <a:ext cx="38227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2" name="文本框 41"/>
            <p:cNvSpPr txBox="1"/>
            <p:nvPr/>
          </p:nvSpPr>
          <p:spPr>
            <a:xfrm>
              <a:off x="5981157" y="8308082"/>
              <a:ext cx="56443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3.16</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3" name="文本框 42"/>
            <p:cNvSpPr txBox="1"/>
            <p:nvPr/>
          </p:nvSpPr>
          <p:spPr>
            <a:xfrm>
              <a:off x="6431916" y="8900090"/>
              <a:ext cx="42317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2.91</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4" name="文本框 43"/>
            <p:cNvSpPr txBox="1"/>
            <p:nvPr/>
          </p:nvSpPr>
          <p:spPr>
            <a:xfrm>
              <a:off x="5919412" y="8527074"/>
              <a:ext cx="388096"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2.33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5" name="文本框 44"/>
            <p:cNvSpPr txBox="1"/>
            <p:nvPr/>
          </p:nvSpPr>
          <p:spPr>
            <a:xfrm>
              <a:off x="5940870" y="9042576"/>
              <a:ext cx="375683"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2.75</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46" name="组合 45"/>
          <p:cNvGrpSpPr/>
          <p:nvPr/>
        </p:nvGrpSpPr>
        <p:grpSpPr>
          <a:xfrm>
            <a:off x="2353126" y="5880875"/>
            <a:ext cx="2166872" cy="1457297"/>
            <a:chOff x="2379887" y="7584520"/>
            <a:chExt cx="2324507" cy="1659945"/>
          </a:xfrm>
        </p:grpSpPr>
        <p:pic>
          <p:nvPicPr>
            <p:cNvPr id="47" name="图片 46"/>
            <p:cNvPicPr>
              <a:picLocks noChangeAspect="1"/>
            </p:cNvPicPr>
            <p:nvPr/>
          </p:nvPicPr>
          <p:blipFill rotWithShape="1">
            <a:blip r:embed="rId5" cstate="print">
              <a:extLst>
                <a:ext uri="{28A0092B-C50C-407E-A947-70E740481C1C}">
                  <a14:useLocalDpi xmlns:a14="http://schemas.microsoft.com/office/drawing/2010/main" val="0"/>
                </a:ext>
              </a:extLst>
            </a:blip>
            <a:srcRect l="28052" r="28560"/>
            <a:stretch>
              <a:fillRect/>
            </a:stretch>
          </p:blipFill>
          <p:spPr>
            <a:xfrm>
              <a:off x="2379887" y="7931075"/>
              <a:ext cx="1044886" cy="1022360"/>
            </a:xfrm>
            <a:prstGeom prst="rect">
              <a:avLst/>
            </a:prstGeom>
          </p:spPr>
        </p:pic>
        <p:pic>
          <p:nvPicPr>
            <p:cNvPr id="48" name="图片 47"/>
            <p:cNvPicPr>
              <a:picLocks noChangeAspect="1"/>
            </p:cNvPicPr>
            <p:nvPr/>
          </p:nvPicPr>
          <p:blipFill rotWithShape="1">
            <a:blip r:embed="rId6" cstate="print">
              <a:extLst>
                <a:ext uri="{28A0092B-C50C-407E-A947-70E740481C1C}">
                  <a14:useLocalDpi xmlns:a14="http://schemas.microsoft.com/office/drawing/2010/main" val="0"/>
                </a:ext>
              </a:extLst>
            </a:blip>
            <a:srcRect l="35169" r="39779"/>
            <a:stretch>
              <a:fillRect/>
            </a:stretch>
          </p:blipFill>
          <p:spPr>
            <a:xfrm>
              <a:off x="3480333" y="7651885"/>
              <a:ext cx="904527" cy="1532787"/>
            </a:xfrm>
            <a:prstGeom prst="rect">
              <a:avLst/>
            </a:prstGeom>
          </p:spPr>
        </p:pic>
        <p:sp>
          <p:nvSpPr>
            <p:cNvPr id="49" name="矩形: 圆角 862"/>
            <p:cNvSpPr/>
            <p:nvPr/>
          </p:nvSpPr>
          <p:spPr>
            <a:xfrm>
              <a:off x="2735480" y="8095539"/>
              <a:ext cx="315358" cy="644460"/>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50" name="直接连接符 863"/>
            <p:cNvCxnSpPr/>
            <p:nvPr/>
          </p:nvCxnSpPr>
          <p:spPr>
            <a:xfrm flipV="1">
              <a:off x="3040931" y="8027867"/>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1" name="矩形: 圆角 864"/>
            <p:cNvSpPr/>
            <p:nvPr/>
          </p:nvSpPr>
          <p:spPr>
            <a:xfrm>
              <a:off x="3406949" y="7584520"/>
              <a:ext cx="1129712" cy="1659945"/>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52" name="直接连接符 865"/>
            <p:cNvCxnSpPr/>
            <p:nvPr/>
          </p:nvCxnSpPr>
          <p:spPr>
            <a:xfrm>
              <a:off x="3044587" y="8724350"/>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文本框 52"/>
            <p:cNvSpPr txBox="1"/>
            <p:nvPr/>
          </p:nvSpPr>
          <p:spPr>
            <a:xfrm>
              <a:off x="3668388" y="7687751"/>
              <a:ext cx="53066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TYR-85</a:t>
              </a:r>
              <a:endParaRPr lang="zh-CN" altLang="en-US" sz="500" dirty="0">
                <a:latin typeface="Arial" panose="020B0604020202090204" pitchFamily="34" charset="0"/>
                <a:cs typeface="Arial" panose="020B0604020202090204" pitchFamily="34" charset="0"/>
              </a:endParaRPr>
            </a:p>
          </p:txBody>
        </p:sp>
        <p:sp>
          <p:nvSpPr>
            <p:cNvPr id="54" name="文本框 53"/>
            <p:cNvSpPr txBox="1"/>
            <p:nvPr/>
          </p:nvSpPr>
          <p:spPr>
            <a:xfrm>
              <a:off x="3883624" y="7803480"/>
              <a:ext cx="53929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THR-144</a:t>
              </a:r>
              <a:endParaRPr lang="zh-CN" altLang="en-US" sz="500" dirty="0">
                <a:latin typeface="Arial" panose="020B0604020202090204" pitchFamily="34" charset="0"/>
                <a:cs typeface="Arial" panose="020B0604020202090204" pitchFamily="34" charset="0"/>
              </a:endParaRPr>
            </a:p>
          </p:txBody>
        </p:sp>
        <p:sp>
          <p:nvSpPr>
            <p:cNvPr id="55" name="文本框 54"/>
            <p:cNvSpPr txBox="1"/>
            <p:nvPr/>
          </p:nvSpPr>
          <p:spPr>
            <a:xfrm>
              <a:off x="4106011" y="7911775"/>
              <a:ext cx="51404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LYS-147</a:t>
              </a:r>
              <a:endParaRPr lang="zh-CN" altLang="en-US" sz="500" dirty="0">
                <a:latin typeface="Arial" panose="020B0604020202090204" pitchFamily="34" charset="0"/>
                <a:cs typeface="Arial" panose="020B0604020202090204" pitchFamily="34" charset="0"/>
              </a:endParaRPr>
            </a:p>
          </p:txBody>
        </p:sp>
        <p:sp>
          <p:nvSpPr>
            <p:cNvPr id="56" name="文本框 55"/>
            <p:cNvSpPr txBox="1"/>
            <p:nvPr/>
          </p:nvSpPr>
          <p:spPr>
            <a:xfrm>
              <a:off x="4128162" y="8120154"/>
              <a:ext cx="57623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TRP-148</a:t>
              </a:r>
              <a:endParaRPr lang="zh-CN" altLang="en-US" sz="500" dirty="0">
                <a:latin typeface="Arial" panose="020B0604020202090204" pitchFamily="34" charset="0"/>
                <a:cs typeface="Arial" panose="020B0604020202090204" pitchFamily="34" charset="0"/>
              </a:endParaRPr>
            </a:p>
          </p:txBody>
        </p:sp>
        <p:sp>
          <p:nvSpPr>
            <p:cNvPr id="57" name="文本框 56"/>
            <p:cNvSpPr txBox="1"/>
            <p:nvPr/>
          </p:nvSpPr>
          <p:spPr>
            <a:xfrm>
              <a:off x="4121352" y="8678269"/>
              <a:ext cx="527075"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GLN-157</a:t>
              </a:r>
              <a:endParaRPr lang="zh-CN" altLang="en-US" sz="500" dirty="0">
                <a:latin typeface="Arial" panose="020B0604020202090204" pitchFamily="34" charset="0"/>
                <a:cs typeface="Arial" panose="020B0604020202090204" pitchFamily="34" charset="0"/>
              </a:endParaRPr>
            </a:p>
          </p:txBody>
        </p:sp>
        <p:sp>
          <p:nvSpPr>
            <p:cNvPr id="58" name="文本框 57"/>
            <p:cNvSpPr txBox="1"/>
            <p:nvPr/>
          </p:nvSpPr>
          <p:spPr>
            <a:xfrm>
              <a:off x="3849982" y="9002984"/>
              <a:ext cx="45609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sp>
          <p:nvSpPr>
            <p:cNvPr id="59" name="文本框 58"/>
            <p:cNvSpPr txBox="1"/>
            <p:nvPr/>
          </p:nvSpPr>
          <p:spPr>
            <a:xfrm>
              <a:off x="3399943" y="8353866"/>
              <a:ext cx="490435"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HIS-71</a:t>
              </a:r>
              <a:endParaRPr lang="zh-CN" altLang="en-US" sz="500" dirty="0">
                <a:latin typeface="Arial" panose="020B0604020202090204" pitchFamily="34" charset="0"/>
                <a:cs typeface="Arial" panose="020B0604020202090204" pitchFamily="34" charset="0"/>
              </a:endParaRPr>
            </a:p>
          </p:txBody>
        </p:sp>
        <p:sp>
          <p:nvSpPr>
            <p:cNvPr id="60" name="文本框 59"/>
            <p:cNvSpPr txBox="1"/>
            <p:nvPr/>
          </p:nvSpPr>
          <p:spPr>
            <a:xfrm>
              <a:off x="4161043" y="8261116"/>
              <a:ext cx="49101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GLN-156</a:t>
              </a:r>
              <a:endParaRPr lang="zh-CN" altLang="en-US" sz="500" dirty="0">
                <a:latin typeface="Arial" panose="020B0604020202090204" pitchFamily="34" charset="0"/>
                <a:cs typeface="Arial" panose="020B0604020202090204" pitchFamily="34" charset="0"/>
              </a:endParaRPr>
            </a:p>
          </p:txBody>
        </p:sp>
        <p:sp>
          <p:nvSpPr>
            <p:cNvPr id="61" name="文本框 60"/>
            <p:cNvSpPr txBox="1"/>
            <p:nvPr/>
          </p:nvSpPr>
          <p:spPr>
            <a:xfrm>
              <a:off x="3534028" y="7906618"/>
              <a:ext cx="41734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62" name="文本框 61"/>
            <p:cNvSpPr txBox="1"/>
            <p:nvPr/>
          </p:nvSpPr>
          <p:spPr>
            <a:xfrm>
              <a:off x="3514033" y="8086038"/>
              <a:ext cx="40192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2.75</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63" name="文本框 62"/>
            <p:cNvSpPr txBox="1"/>
            <p:nvPr/>
          </p:nvSpPr>
          <p:spPr>
            <a:xfrm>
              <a:off x="3652921" y="8229630"/>
              <a:ext cx="42356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2" name="文本框 8301"/>
            <p:cNvSpPr txBox="1"/>
            <p:nvPr/>
          </p:nvSpPr>
          <p:spPr>
            <a:xfrm>
              <a:off x="3898685" y="8188590"/>
              <a:ext cx="322986" cy="280460"/>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3.01</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4" name="文本框 8303"/>
            <p:cNvSpPr txBox="1"/>
            <p:nvPr/>
          </p:nvSpPr>
          <p:spPr>
            <a:xfrm>
              <a:off x="3981090" y="8300477"/>
              <a:ext cx="40972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3.90</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6" name="文本框 8305"/>
            <p:cNvSpPr txBox="1"/>
            <p:nvPr/>
          </p:nvSpPr>
          <p:spPr>
            <a:xfrm>
              <a:off x="4100701" y="8564996"/>
              <a:ext cx="36834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8" name="文本框 8307"/>
            <p:cNvSpPr txBox="1"/>
            <p:nvPr/>
          </p:nvSpPr>
          <p:spPr>
            <a:xfrm>
              <a:off x="3551670" y="8676350"/>
              <a:ext cx="40343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3.17</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10" name="文本框 8309"/>
            <p:cNvSpPr txBox="1"/>
            <p:nvPr/>
          </p:nvSpPr>
          <p:spPr>
            <a:xfrm>
              <a:off x="3794422" y="8894135"/>
              <a:ext cx="40462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3.07</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8312" name="组合 8311"/>
          <p:cNvGrpSpPr/>
          <p:nvPr/>
        </p:nvGrpSpPr>
        <p:grpSpPr>
          <a:xfrm>
            <a:off x="245239" y="5878036"/>
            <a:ext cx="2232928" cy="1457297"/>
            <a:chOff x="117686" y="7581570"/>
            <a:chExt cx="2395679" cy="1659945"/>
          </a:xfrm>
        </p:grpSpPr>
        <p:grpSp>
          <p:nvGrpSpPr>
            <p:cNvPr id="8354" name="组合 8353"/>
            <p:cNvGrpSpPr/>
            <p:nvPr/>
          </p:nvGrpSpPr>
          <p:grpSpPr>
            <a:xfrm>
              <a:off x="1256680" y="7724837"/>
              <a:ext cx="1256685" cy="1390922"/>
              <a:chOff x="1366942" y="7665668"/>
              <a:chExt cx="1283450" cy="1420546"/>
            </a:xfrm>
          </p:grpSpPr>
          <p:pic>
            <p:nvPicPr>
              <p:cNvPr id="8367" name="图片 8366"/>
              <p:cNvPicPr>
                <a:picLocks noChangeAspect="1"/>
              </p:cNvPicPr>
              <p:nvPr/>
            </p:nvPicPr>
            <p:blipFill>
              <a:blip r:embed="rId7"/>
              <a:stretch>
                <a:fillRect/>
              </a:stretch>
            </p:blipFill>
            <p:spPr>
              <a:xfrm>
                <a:off x="1569781" y="7737619"/>
                <a:ext cx="889547" cy="1348595"/>
              </a:xfrm>
              <a:prstGeom prst="rect">
                <a:avLst/>
              </a:prstGeom>
            </p:spPr>
          </p:pic>
          <p:sp>
            <p:nvSpPr>
              <p:cNvPr id="8368" name="文本框 8367"/>
              <p:cNvSpPr txBox="1"/>
              <p:nvPr/>
            </p:nvSpPr>
            <p:spPr>
              <a:xfrm>
                <a:off x="2119519" y="8863740"/>
                <a:ext cx="530873"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THR-164</a:t>
                </a:r>
                <a:endParaRPr lang="zh-CN" altLang="en-US" sz="500" dirty="0">
                  <a:latin typeface="Arial" panose="020B0604020202090204" pitchFamily="34" charset="0"/>
                  <a:cs typeface="Arial" panose="020B0604020202090204" pitchFamily="34" charset="0"/>
                </a:endParaRPr>
              </a:p>
            </p:txBody>
          </p:sp>
          <p:sp>
            <p:nvSpPr>
              <p:cNvPr id="8369" name="文本框 8368"/>
              <p:cNvSpPr txBox="1"/>
              <p:nvPr/>
            </p:nvSpPr>
            <p:spPr>
              <a:xfrm>
                <a:off x="2110696" y="8486354"/>
                <a:ext cx="530873"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TYR-160</a:t>
                </a:r>
                <a:endParaRPr lang="zh-CN" altLang="en-US" sz="500" dirty="0">
                  <a:latin typeface="Arial" panose="020B0604020202090204" pitchFamily="34" charset="0"/>
                  <a:cs typeface="Arial" panose="020B0604020202090204" pitchFamily="34" charset="0"/>
                </a:endParaRPr>
              </a:p>
            </p:txBody>
          </p:sp>
          <p:sp>
            <p:nvSpPr>
              <p:cNvPr id="8370" name="文本框 8369"/>
              <p:cNvSpPr txBox="1"/>
              <p:nvPr/>
            </p:nvSpPr>
            <p:spPr>
              <a:xfrm>
                <a:off x="1758187" y="7665668"/>
                <a:ext cx="535727"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ASN-78</a:t>
                </a:r>
                <a:endParaRPr lang="zh-CN" altLang="en-US" sz="500" dirty="0">
                  <a:latin typeface="Arial" panose="020B0604020202090204" pitchFamily="34" charset="0"/>
                  <a:cs typeface="Arial" panose="020B0604020202090204" pitchFamily="34" charset="0"/>
                </a:endParaRPr>
              </a:p>
            </p:txBody>
          </p:sp>
          <p:sp>
            <p:nvSpPr>
              <p:cNvPr id="8371" name="文本框 8370"/>
              <p:cNvSpPr txBox="1"/>
              <p:nvPr/>
            </p:nvSpPr>
            <p:spPr>
              <a:xfrm>
                <a:off x="1514814" y="7920772"/>
                <a:ext cx="569956"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THR-74</a:t>
                </a:r>
                <a:endParaRPr lang="zh-CN" altLang="en-US" sz="500" dirty="0">
                  <a:latin typeface="Arial" panose="020B0604020202090204" pitchFamily="34" charset="0"/>
                  <a:cs typeface="Arial" panose="020B0604020202090204" pitchFamily="34" charset="0"/>
                </a:endParaRPr>
              </a:p>
            </p:txBody>
          </p:sp>
          <p:sp>
            <p:nvSpPr>
              <p:cNvPr id="8372" name="文本框 8371"/>
              <p:cNvSpPr txBox="1"/>
              <p:nvPr/>
            </p:nvSpPr>
            <p:spPr>
              <a:xfrm>
                <a:off x="1474370" y="8157314"/>
                <a:ext cx="513124"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HIS-71</a:t>
                </a:r>
                <a:endParaRPr lang="zh-CN" altLang="en-US" sz="500" dirty="0">
                  <a:latin typeface="Arial" panose="020B0604020202090204" pitchFamily="34" charset="0"/>
                  <a:cs typeface="Arial" panose="020B0604020202090204" pitchFamily="34" charset="0"/>
                </a:endParaRPr>
              </a:p>
            </p:txBody>
          </p:sp>
          <p:sp>
            <p:nvSpPr>
              <p:cNvPr id="8373" name="文本框 8372"/>
              <p:cNvSpPr txBox="1"/>
              <p:nvPr/>
            </p:nvSpPr>
            <p:spPr>
              <a:xfrm>
                <a:off x="1386142" y="8373878"/>
                <a:ext cx="479757"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LYS-67</a:t>
                </a:r>
                <a:endParaRPr lang="zh-CN" altLang="en-US" sz="500" dirty="0">
                  <a:latin typeface="Arial" panose="020B0604020202090204" pitchFamily="34" charset="0"/>
                  <a:cs typeface="Arial" panose="020B0604020202090204" pitchFamily="34" charset="0"/>
                </a:endParaRPr>
              </a:p>
            </p:txBody>
          </p:sp>
          <p:sp>
            <p:nvSpPr>
              <p:cNvPr id="8374" name="文本框 8373"/>
              <p:cNvSpPr txBox="1"/>
              <p:nvPr/>
            </p:nvSpPr>
            <p:spPr>
              <a:xfrm>
                <a:off x="1366942" y="8715109"/>
                <a:ext cx="489231"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grpSp>
        <p:pic>
          <p:nvPicPr>
            <p:cNvPr id="8355" name="图片 8354"/>
            <p:cNvPicPr>
              <a:picLocks noChangeAspect="1"/>
            </p:cNvPicPr>
            <p:nvPr/>
          </p:nvPicPr>
          <p:blipFill rotWithShape="1">
            <a:blip r:embed="rId8" cstate="print">
              <a:extLst>
                <a:ext uri="{28A0092B-C50C-407E-A947-70E740481C1C}">
                  <a14:useLocalDpi xmlns:a14="http://schemas.microsoft.com/office/drawing/2010/main" val="0"/>
                </a:ext>
              </a:extLst>
            </a:blip>
            <a:srcRect l="26073" r="33782"/>
            <a:stretch>
              <a:fillRect/>
            </a:stretch>
          </p:blipFill>
          <p:spPr>
            <a:xfrm>
              <a:off x="117686" y="7807603"/>
              <a:ext cx="1110260" cy="1174040"/>
            </a:xfrm>
            <a:prstGeom prst="rect">
              <a:avLst/>
            </a:prstGeom>
          </p:spPr>
        </p:pic>
        <p:sp>
          <p:nvSpPr>
            <p:cNvPr id="8356" name="矩形: 圆角 841"/>
            <p:cNvSpPr/>
            <p:nvPr/>
          </p:nvSpPr>
          <p:spPr>
            <a:xfrm>
              <a:off x="598985" y="8114321"/>
              <a:ext cx="369497" cy="644460"/>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8357" name="直接连接符 842"/>
            <p:cNvCxnSpPr/>
            <p:nvPr/>
          </p:nvCxnSpPr>
          <p:spPr>
            <a:xfrm flipV="1">
              <a:off x="904436" y="8031105"/>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358" name="矩形: 圆角 843"/>
            <p:cNvSpPr/>
            <p:nvPr/>
          </p:nvSpPr>
          <p:spPr>
            <a:xfrm>
              <a:off x="1250175" y="7581570"/>
              <a:ext cx="1129712" cy="1659945"/>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8359" name="直接连接符 844"/>
            <p:cNvCxnSpPr/>
            <p:nvPr/>
          </p:nvCxnSpPr>
          <p:spPr>
            <a:xfrm>
              <a:off x="968245" y="8740000"/>
              <a:ext cx="303107" cy="71629"/>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360" name="文本框 8359"/>
            <p:cNvSpPr txBox="1"/>
            <p:nvPr/>
          </p:nvSpPr>
          <p:spPr>
            <a:xfrm>
              <a:off x="1993665" y="7882193"/>
              <a:ext cx="39924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1" name="文本框 8360"/>
            <p:cNvSpPr txBox="1"/>
            <p:nvPr/>
          </p:nvSpPr>
          <p:spPr>
            <a:xfrm>
              <a:off x="1805462" y="8124809"/>
              <a:ext cx="44934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2.87</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2" name="文本框 8361"/>
            <p:cNvSpPr txBox="1"/>
            <p:nvPr/>
          </p:nvSpPr>
          <p:spPr>
            <a:xfrm>
              <a:off x="1911341" y="8385315"/>
              <a:ext cx="43394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2.82</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3" name="文本框 8362"/>
            <p:cNvSpPr txBox="1"/>
            <p:nvPr/>
          </p:nvSpPr>
          <p:spPr>
            <a:xfrm>
              <a:off x="1850251" y="8746080"/>
              <a:ext cx="37597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2.72</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4" name="文本框 8363"/>
            <p:cNvSpPr txBox="1"/>
            <p:nvPr/>
          </p:nvSpPr>
          <p:spPr>
            <a:xfrm>
              <a:off x="1563920" y="8784977"/>
              <a:ext cx="41942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3.29</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5" name="文本框 8364"/>
            <p:cNvSpPr txBox="1"/>
            <p:nvPr/>
          </p:nvSpPr>
          <p:spPr>
            <a:xfrm>
              <a:off x="1697235" y="8570677"/>
              <a:ext cx="322986" cy="280460"/>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2.86</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6" name="文本框 8365"/>
            <p:cNvSpPr txBox="1"/>
            <p:nvPr/>
          </p:nvSpPr>
          <p:spPr>
            <a:xfrm>
              <a:off x="1847670" y="8975847"/>
              <a:ext cx="37569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2.19</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10240" name="组合 10239"/>
          <p:cNvGrpSpPr/>
          <p:nvPr/>
        </p:nvGrpSpPr>
        <p:grpSpPr>
          <a:xfrm>
            <a:off x="256857" y="630964"/>
            <a:ext cx="6408668" cy="5264416"/>
            <a:chOff x="189125" y="630964"/>
            <a:chExt cx="6408668" cy="5264416"/>
          </a:xfrm>
        </p:grpSpPr>
        <p:sp>
          <p:nvSpPr>
            <p:cNvPr id="2" name="文本框 1"/>
            <p:cNvSpPr txBox="1"/>
            <p:nvPr/>
          </p:nvSpPr>
          <p:spPr>
            <a:xfrm>
              <a:off x="267707" y="630964"/>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a</a:t>
              </a:r>
              <a:endParaRPr kumimoji="1" lang="zh-CN" altLang="en-US" sz="2000" dirty="0">
                <a:latin typeface="Arial" panose="020B0604020202090204" pitchFamily="34" charset="0"/>
                <a:cs typeface="Arial" panose="020B0604020202090204" pitchFamily="34" charset="0"/>
              </a:endParaRPr>
            </a:p>
          </p:txBody>
        </p:sp>
        <p:sp>
          <p:nvSpPr>
            <p:cNvPr id="10" name="文本框 9"/>
            <p:cNvSpPr txBox="1"/>
            <p:nvPr/>
          </p:nvSpPr>
          <p:spPr>
            <a:xfrm>
              <a:off x="234689" y="4559616"/>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e</a:t>
              </a:r>
              <a:endParaRPr kumimoji="1" lang="zh-CN" altLang="en-US" sz="2000" dirty="0">
                <a:latin typeface="Arial" panose="020B0604020202090204" pitchFamily="34" charset="0"/>
                <a:cs typeface="Arial" panose="020B0604020202090204" pitchFamily="34" charset="0"/>
              </a:endParaRPr>
            </a:p>
          </p:txBody>
        </p:sp>
        <p:pic>
          <p:nvPicPr>
            <p:cNvPr id="7991" name="图片 7990"/>
            <p:cNvPicPr>
              <a:picLocks noChangeAspect="1"/>
            </p:cNvPicPr>
            <p:nvPr/>
          </p:nvPicPr>
          <p:blipFill>
            <a:blip r:embed="rId9"/>
            <a:srcRect r="14730"/>
            <a:stretch>
              <a:fillRect/>
            </a:stretch>
          </p:blipFill>
          <p:spPr>
            <a:xfrm>
              <a:off x="3156689" y="811104"/>
              <a:ext cx="3441104" cy="3100919"/>
            </a:xfrm>
            <a:custGeom>
              <a:avLst/>
              <a:gdLst>
                <a:gd name="csX0" fmla="*/ 0 w 3100919"/>
                <a:gd name="csY0" fmla="*/ 0 h 3100919"/>
                <a:gd name="csX1" fmla="*/ 3100920 w 3100919"/>
                <a:gd name="csY1" fmla="*/ 0 h 3100919"/>
                <a:gd name="csX2" fmla="*/ 3100920 w 3100919"/>
                <a:gd name="csY2" fmla="*/ 3100920 h 3100919"/>
                <a:gd name="csX3" fmla="*/ 0 w 3100919"/>
                <a:gd name="csY3" fmla="*/ 3100920 h 3100919"/>
              </a:gdLst>
              <a:ahLst/>
              <a:cxnLst>
                <a:cxn ang="0">
                  <a:pos x="csX0" y="csY0"/>
                </a:cxn>
                <a:cxn ang="0">
                  <a:pos x="csX1" y="csY1"/>
                </a:cxn>
                <a:cxn ang="0">
                  <a:pos x="csX2" y="csY2"/>
                </a:cxn>
                <a:cxn ang="0">
                  <a:pos x="csX3" y="csY3"/>
                </a:cxn>
              </a:cxnLst>
              <a:rect l="l" t="t" r="r" b="b"/>
              <a:pathLst>
                <a:path w="3100919" h="3100919">
                  <a:moveTo>
                    <a:pt x="0" y="0"/>
                  </a:moveTo>
                  <a:lnTo>
                    <a:pt x="3100920" y="0"/>
                  </a:lnTo>
                  <a:lnTo>
                    <a:pt x="3100920" y="3100920"/>
                  </a:lnTo>
                  <a:lnTo>
                    <a:pt x="0" y="3100920"/>
                  </a:lnTo>
                  <a:close/>
                </a:path>
              </a:pathLst>
            </a:custGeom>
          </p:spPr>
        </p:pic>
        <p:sp>
          <p:nvSpPr>
            <p:cNvPr id="8204" name="文本框 8203"/>
            <p:cNvSpPr txBox="1"/>
            <p:nvPr/>
          </p:nvSpPr>
          <p:spPr>
            <a:xfrm rot="18900000">
              <a:off x="3185851" y="3470208"/>
              <a:ext cx="570990"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Overlap uORF</a:t>
              </a:r>
            </a:p>
          </p:txBody>
        </p:sp>
        <p:sp>
          <p:nvSpPr>
            <p:cNvPr id="8205" name="文本框 8204"/>
            <p:cNvSpPr txBox="1"/>
            <p:nvPr/>
          </p:nvSpPr>
          <p:spPr>
            <a:xfrm rot="18900000">
              <a:off x="3301374" y="3446254"/>
              <a:ext cx="500458"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09" name="文本框 8208"/>
            <p:cNvSpPr txBox="1"/>
            <p:nvPr/>
          </p:nvSpPr>
          <p:spPr>
            <a:xfrm rot="18900000">
              <a:off x="3512132" y="3445031"/>
              <a:ext cx="49725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12" name="文本框 8211"/>
            <p:cNvSpPr txBox="1"/>
            <p:nvPr/>
          </p:nvSpPr>
          <p:spPr>
            <a:xfrm rot="18900000">
              <a:off x="3135259" y="3466378"/>
              <a:ext cx="570990"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sp>
          <p:nvSpPr>
            <p:cNvPr id="6" name="文本框 5"/>
            <p:cNvSpPr txBox="1"/>
            <p:nvPr/>
          </p:nvSpPr>
          <p:spPr>
            <a:xfrm>
              <a:off x="2928141" y="716648"/>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b</a:t>
              </a:r>
              <a:endParaRPr kumimoji="1" lang="zh-CN" altLang="en-US" sz="2000" dirty="0">
                <a:latin typeface="Arial" panose="020B0604020202090204" pitchFamily="34" charset="0"/>
                <a:cs typeface="Arial" panose="020B0604020202090204" pitchFamily="34" charset="0"/>
              </a:endParaRPr>
            </a:p>
          </p:txBody>
        </p:sp>
        <p:sp>
          <p:nvSpPr>
            <p:cNvPr id="8253" name="文本框 8252"/>
            <p:cNvSpPr txBox="1"/>
            <p:nvPr/>
          </p:nvSpPr>
          <p:spPr>
            <a:xfrm>
              <a:off x="3152964" y="3724922"/>
              <a:ext cx="5100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ORF Types</a:t>
              </a:r>
            </a:p>
          </p:txBody>
        </p:sp>
        <p:sp>
          <p:nvSpPr>
            <p:cNvPr id="8254" name="文本框 8253"/>
            <p:cNvSpPr txBox="1"/>
            <p:nvPr/>
          </p:nvSpPr>
          <p:spPr>
            <a:xfrm>
              <a:off x="3114853" y="3793613"/>
              <a:ext cx="574196"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Novel isoform</a:t>
              </a:r>
            </a:p>
          </p:txBody>
        </p:sp>
        <p:sp>
          <p:nvSpPr>
            <p:cNvPr id="8255" name="文本框 8254"/>
            <p:cNvSpPr txBox="1"/>
            <p:nvPr/>
          </p:nvSpPr>
          <p:spPr>
            <a:xfrm>
              <a:off x="3214140" y="3873846"/>
              <a:ext cx="46839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Canonical</a:t>
              </a:r>
            </a:p>
          </p:txBody>
        </p:sp>
        <p:sp>
          <p:nvSpPr>
            <p:cNvPr id="8256" name="文本框 8255"/>
            <p:cNvSpPr txBox="1"/>
            <p:nvPr/>
          </p:nvSpPr>
          <p:spPr>
            <a:xfrm>
              <a:off x="3032597" y="3949057"/>
              <a:ext cx="66075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 Overlap dORF</a:t>
              </a:r>
            </a:p>
          </p:txBody>
        </p:sp>
        <p:sp>
          <p:nvSpPr>
            <p:cNvPr id="8257" name="文本框 8256"/>
            <p:cNvSpPr txBox="1"/>
            <p:nvPr/>
          </p:nvSpPr>
          <p:spPr>
            <a:xfrm>
              <a:off x="3036561" y="4035500"/>
              <a:ext cx="66075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5' Overlap uORF</a:t>
              </a:r>
            </a:p>
          </p:txBody>
        </p:sp>
        <p:sp>
          <p:nvSpPr>
            <p:cNvPr id="8258" name="文本框 8257"/>
            <p:cNvSpPr txBox="1"/>
            <p:nvPr/>
          </p:nvSpPr>
          <p:spPr>
            <a:xfrm>
              <a:off x="3141453" y="4109337"/>
              <a:ext cx="54213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Pseudogene</a:t>
              </a:r>
            </a:p>
          </p:txBody>
        </p:sp>
        <p:sp>
          <p:nvSpPr>
            <p:cNvPr id="8259" name="文本框 8258"/>
            <p:cNvSpPr txBox="1"/>
            <p:nvPr/>
          </p:nvSpPr>
          <p:spPr>
            <a:xfrm>
              <a:off x="3270103" y="4183175"/>
              <a:ext cx="402674"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lncRNA</a:t>
              </a:r>
            </a:p>
          </p:txBody>
        </p:sp>
        <p:sp>
          <p:nvSpPr>
            <p:cNvPr id="8260" name="文本框 8259"/>
            <p:cNvSpPr txBox="1"/>
            <p:nvPr/>
          </p:nvSpPr>
          <p:spPr>
            <a:xfrm>
              <a:off x="3252291" y="4257012"/>
              <a:ext cx="42030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5' uORF</a:t>
              </a:r>
            </a:p>
          </p:txBody>
        </p:sp>
        <p:sp>
          <p:nvSpPr>
            <p:cNvPr id="8261" name="文本框 8260"/>
            <p:cNvSpPr txBox="1"/>
            <p:nvPr/>
          </p:nvSpPr>
          <p:spPr>
            <a:xfrm>
              <a:off x="3252293" y="4330849"/>
              <a:ext cx="42030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3' dORF</a:t>
              </a:r>
            </a:p>
          </p:txBody>
        </p:sp>
        <p:sp>
          <p:nvSpPr>
            <p:cNvPr id="8262" name="文本框 8261"/>
            <p:cNvSpPr txBox="1"/>
            <p:nvPr/>
          </p:nvSpPr>
          <p:spPr>
            <a:xfrm>
              <a:off x="3114853" y="4403351"/>
              <a:ext cx="56457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Out-of-Frame</a:t>
              </a:r>
            </a:p>
          </p:txBody>
        </p:sp>
        <p:sp>
          <p:nvSpPr>
            <p:cNvPr id="8263" name="文本框 8262"/>
            <p:cNvSpPr txBox="1"/>
            <p:nvPr/>
          </p:nvSpPr>
          <p:spPr>
            <a:xfrm>
              <a:off x="3323543" y="4478498"/>
              <a:ext cx="343364"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Other</a:t>
              </a:r>
            </a:p>
          </p:txBody>
        </p:sp>
        <p:sp>
          <p:nvSpPr>
            <p:cNvPr id="8264" name="文本框 8263"/>
            <p:cNvSpPr txBox="1"/>
            <p:nvPr/>
          </p:nvSpPr>
          <p:spPr>
            <a:xfrm>
              <a:off x="3571220" y="3740177"/>
              <a:ext cx="53251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OR(95% CI)</a:t>
              </a:r>
            </a:p>
          </p:txBody>
        </p:sp>
        <p:sp>
          <p:nvSpPr>
            <p:cNvPr id="8265" name="文本框 8264"/>
            <p:cNvSpPr txBox="1"/>
            <p:nvPr/>
          </p:nvSpPr>
          <p:spPr>
            <a:xfrm>
              <a:off x="3539830" y="3814015"/>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3.12(2.12~4.44)</a:t>
              </a:r>
            </a:p>
          </p:txBody>
        </p:sp>
        <p:sp>
          <p:nvSpPr>
            <p:cNvPr id="8266" name="文本框 8265"/>
            <p:cNvSpPr txBox="1"/>
            <p:nvPr/>
          </p:nvSpPr>
          <p:spPr>
            <a:xfrm>
              <a:off x="3539830" y="3887852"/>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2.95(2.59~3.36)</a:t>
              </a:r>
            </a:p>
          </p:txBody>
        </p:sp>
        <p:sp>
          <p:nvSpPr>
            <p:cNvPr id="8267" name="文本框 8266"/>
            <p:cNvSpPr txBox="1"/>
            <p:nvPr/>
          </p:nvSpPr>
          <p:spPr>
            <a:xfrm>
              <a:off x="3539830" y="3961689"/>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0.51(0.29~0.83)</a:t>
              </a:r>
            </a:p>
          </p:txBody>
        </p:sp>
        <p:sp>
          <p:nvSpPr>
            <p:cNvPr id="8268" name="文本框 8267"/>
            <p:cNvSpPr txBox="1"/>
            <p:nvPr/>
          </p:nvSpPr>
          <p:spPr>
            <a:xfrm>
              <a:off x="3550452" y="4035500"/>
              <a:ext cx="598241"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0.23(0.1~0.45)</a:t>
              </a:r>
            </a:p>
          </p:txBody>
        </p:sp>
        <p:sp>
          <p:nvSpPr>
            <p:cNvPr id="8269" name="文本框 8268"/>
            <p:cNvSpPr txBox="1"/>
            <p:nvPr/>
          </p:nvSpPr>
          <p:spPr>
            <a:xfrm>
              <a:off x="3539830" y="4109337"/>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0.15(0.02~0.53)</a:t>
              </a:r>
            </a:p>
          </p:txBody>
        </p:sp>
        <p:sp>
          <p:nvSpPr>
            <p:cNvPr id="8270" name="文本框 8269"/>
            <p:cNvSpPr txBox="1"/>
            <p:nvPr/>
          </p:nvSpPr>
          <p:spPr>
            <a:xfrm>
              <a:off x="3550452" y="4183175"/>
              <a:ext cx="598241"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0.1(0.05~0.19)</a:t>
              </a:r>
            </a:p>
          </p:txBody>
        </p:sp>
        <p:sp>
          <p:nvSpPr>
            <p:cNvPr id="8271" name="文本框 8270"/>
            <p:cNvSpPr txBox="1"/>
            <p:nvPr/>
          </p:nvSpPr>
          <p:spPr>
            <a:xfrm>
              <a:off x="3539830" y="4257012"/>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0.05(0.01~0.15)</a:t>
              </a:r>
            </a:p>
          </p:txBody>
        </p:sp>
        <p:sp>
          <p:nvSpPr>
            <p:cNvPr id="8272" name="文本框 8271"/>
            <p:cNvSpPr txBox="1"/>
            <p:nvPr/>
          </p:nvSpPr>
          <p:spPr>
            <a:xfrm>
              <a:off x="3577002" y="4330849"/>
              <a:ext cx="5100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0.02(0~0.1)</a:t>
              </a:r>
            </a:p>
          </p:txBody>
        </p:sp>
        <p:sp>
          <p:nvSpPr>
            <p:cNvPr id="8273" name="文本框 8272"/>
            <p:cNvSpPr txBox="1"/>
            <p:nvPr/>
          </p:nvSpPr>
          <p:spPr>
            <a:xfrm>
              <a:off x="3566380" y="4404660"/>
              <a:ext cx="545342"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0.02(0~0.07)</a:t>
              </a:r>
            </a:p>
          </p:txBody>
        </p:sp>
        <p:sp>
          <p:nvSpPr>
            <p:cNvPr id="8274" name="文本框 8273"/>
            <p:cNvSpPr txBox="1"/>
            <p:nvPr/>
          </p:nvSpPr>
          <p:spPr>
            <a:xfrm>
              <a:off x="3592930" y="4478498"/>
              <a:ext cx="4571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0(0~0.91)</a:t>
              </a:r>
            </a:p>
          </p:txBody>
        </p:sp>
        <p:sp>
          <p:nvSpPr>
            <p:cNvPr id="8275" name="文本框 8274"/>
            <p:cNvSpPr txBox="1"/>
            <p:nvPr/>
          </p:nvSpPr>
          <p:spPr>
            <a:xfrm>
              <a:off x="4048923" y="3737620"/>
              <a:ext cx="429926"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P values</a:t>
              </a:r>
            </a:p>
          </p:txBody>
        </p:sp>
        <p:sp>
          <p:nvSpPr>
            <p:cNvPr id="8276" name="文本框 8275"/>
            <p:cNvSpPr txBox="1"/>
            <p:nvPr/>
          </p:nvSpPr>
          <p:spPr>
            <a:xfrm>
              <a:off x="4111211" y="3811458"/>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77" name="文本框 8276"/>
            <p:cNvSpPr txBox="1"/>
            <p:nvPr/>
          </p:nvSpPr>
          <p:spPr>
            <a:xfrm>
              <a:off x="4111211" y="3885295"/>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78" name="文本框 8277"/>
            <p:cNvSpPr txBox="1"/>
            <p:nvPr/>
          </p:nvSpPr>
          <p:spPr>
            <a:xfrm>
              <a:off x="4074038" y="3959132"/>
              <a:ext cx="343364"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0.005</a:t>
              </a:r>
            </a:p>
          </p:txBody>
        </p:sp>
        <p:sp>
          <p:nvSpPr>
            <p:cNvPr id="8279" name="文本框 8278"/>
            <p:cNvSpPr txBox="1"/>
            <p:nvPr/>
          </p:nvSpPr>
          <p:spPr>
            <a:xfrm>
              <a:off x="4111211" y="4032943"/>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0" name="文本框 8279"/>
            <p:cNvSpPr txBox="1"/>
            <p:nvPr/>
          </p:nvSpPr>
          <p:spPr>
            <a:xfrm>
              <a:off x="4111211" y="4106780"/>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1" name="文本框 8280"/>
            <p:cNvSpPr txBox="1"/>
            <p:nvPr/>
          </p:nvSpPr>
          <p:spPr>
            <a:xfrm>
              <a:off x="4111211" y="4180618"/>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2" name="文本框 8281"/>
            <p:cNvSpPr txBox="1"/>
            <p:nvPr/>
          </p:nvSpPr>
          <p:spPr>
            <a:xfrm>
              <a:off x="4111211" y="4254455"/>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3" name="文本框 8282"/>
            <p:cNvSpPr txBox="1"/>
            <p:nvPr/>
          </p:nvSpPr>
          <p:spPr>
            <a:xfrm>
              <a:off x="4111211" y="4328292"/>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4" name="文本框 8283"/>
            <p:cNvSpPr txBox="1"/>
            <p:nvPr/>
          </p:nvSpPr>
          <p:spPr>
            <a:xfrm>
              <a:off x="4111211" y="4402103"/>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5" name="文本框 8284"/>
            <p:cNvSpPr txBox="1"/>
            <p:nvPr/>
          </p:nvSpPr>
          <p:spPr>
            <a:xfrm>
              <a:off x="4074038" y="4475941"/>
              <a:ext cx="343364"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0.039</a:t>
              </a:r>
            </a:p>
          </p:txBody>
        </p:sp>
        <p:sp>
          <p:nvSpPr>
            <p:cNvPr id="8286" name="任意多边形: 形状 8285"/>
            <p:cNvSpPr/>
            <p:nvPr/>
          </p:nvSpPr>
          <p:spPr>
            <a:xfrm>
              <a:off x="4567133" y="3832262"/>
              <a:ext cx="2273" cy="738320"/>
            </a:xfrm>
            <a:custGeom>
              <a:avLst/>
              <a:gdLst>
                <a:gd name="csX0" fmla="*/ 0 w 2273"/>
                <a:gd name="csY0" fmla="*/ 738320 h 738320"/>
                <a:gd name="csX1" fmla="*/ 0 w 2273"/>
                <a:gd name="csY1" fmla="*/ 0 h 738320"/>
              </a:gdLst>
              <a:ahLst/>
              <a:cxnLst>
                <a:cxn ang="0">
                  <a:pos x="csX0" y="csY0"/>
                </a:cxn>
                <a:cxn ang="0">
                  <a:pos x="csX1" y="csY1"/>
                </a:cxn>
              </a:cxnLst>
              <a:rect l="l" t="t" r="r" b="b"/>
              <a:pathLst>
                <a:path w="2273" h="738320">
                  <a:moveTo>
                    <a:pt x="0" y="738320"/>
                  </a:moveTo>
                  <a:lnTo>
                    <a:pt x="0" y="0"/>
                  </a:lnTo>
                </a:path>
              </a:pathLst>
            </a:custGeom>
            <a:noFill/>
            <a:ln w="1698" cap="rnd">
              <a:solidFill>
                <a:srgbClr val="D3D3D3"/>
              </a:solidFill>
              <a:prstDash val="solid"/>
              <a:round/>
            </a:ln>
          </p:spPr>
          <p:txBody>
            <a:bodyPr/>
            <a:lstStyle/>
            <a:p>
              <a:endParaRPr lang="zh-CN" altLang="en-US"/>
            </a:p>
          </p:txBody>
        </p:sp>
        <p:sp>
          <p:nvSpPr>
            <p:cNvPr id="8287" name="任意多边形: 形状 8286"/>
            <p:cNvSpPr/>
            <p:nvPr/>
          </p:nvSpPr>
          <p:spPr>
            <a:xfrm>
              <a:off x="4378617" y="4465484"/>
              <a:ext cx="565568" cy="2607"/>
            </a:xfrm>
            <a:custGeom>
              <a:avLst/>
              <a:gdLst>
                <a:gd name="csX0" fmla="*/ 0 w 565568"/>
                <a:gd name="csY0" fmla="*/ 0 h 2607"/>
                <a:gd name="csX1" fmla="*/ 565569 w 565568"/>
                <a:gd name="csY1" fmla="*/ 0 h 2607"/>
              </a:gdLst>
              <a:ahLst/>
              <a:cxnLst>
                <a:cxn ang="0">
                  <a:pos x="csX0" y="csY0"/>
                </a:cxn>
                <a:cxn ang="0">
                  <a:pos x="csX1" y="csY1"/>
                </a:cxn>
              </a:cxnLst>
              <a:rect l="l" t="t" r="r" b="b"/>
              <a:pathLst>
                <a:path w="565568" h="2607">
                  <a:moveTo>
                    <a:pt x="0" y="0"/>
                  </a:moveTo>
                  <a:lnTo>
                    <a:pt x="565569" y="0"/>
                  </a:lnTo>
                </a:path>
              </a:pathLst>
            </a:custGeom>
            <a:noFill/>
            <a:ln w="1698" cap="rnd">
              <a:solidFill>
                <a:srgbClr val="000000"/>
              </a:solidFill>
              <a:prstDash val="solid"/>
              <a:round/>
            </a:ln>
          </p:spPr>
          <p:txBody>
            <a:bodyPr/>
            <a:lstStyle/>
            <a:p>
              <a:endParaRPr lang="zh-CN" altLang="en-US"/>
            </a:p>
          </p:txBody>
        </p:sp>
        <p:sp>
          <p:nvSpPr>
            <p:cNvPr id="8288" name="任意多边形: 形状 8287"/>
            <p:cNvSpPr/>
            <p:nvPr/>
          </p:nvSpPr>
          <p:spPr>
            <a:xfrm>
              <a:off x="437861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89" name="任意多边形: 形状 8288"/>
            <p:cNvSpPr/>
            <p:nvPr/>
          </p:nvSpPr>
          <p:spPr>
            <a:xfrm>
              <a:off x="4425730"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0" name="任意多边形: 形状 8289"/>
            <p:cNvSpPr/>
            <p:nvPr/>
          </p:nvSpPr>
          <p:spPr>
            <a:xfrm>
              <a:off x="4472864"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1" name="任意多边形: 形状 8290"/>
            <p:cNvSpPr/>
            <p:nvPr/>
          </p:nvSpPr>
          <p:spPr>
            <a:xfrm>
              <a:off x="4519999"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2" name="任意多边形: 形状 8291"/>
            <p:cNvSpPr/>
            <p:nvPr/>
          </p:nvSpPr>
          <p:spPr>
            <a:xfrm>
              <a:off x="4567133"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3" name="任意多边形: 形状 8292"/>
            <p:cNvSpPr/>
            <p:nvPr/>
          </p:nvSpPr>
          <p:spPr>
            <a:xfrm>
              <a:off x="461426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4" name="任意多边形: 形状 8293"/>
            <p:cNvSpPr/>
            <p:nvPr/>
          </p:nvSpPr>
          <p:spPr>
            <a:xfrm>
              <a:off x="4661402"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5" name="任意多边形: 形状 8294"/>
            <p:cNvSpPr/>
            <p:nvPr/>
          </p:nvSpPr>
          <p:spPr>
            <a:xfrm>
              <a:off x="4708537"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6" name="任意多边形: 形状 8295"/>
            <p:cNvSpPr/>
            <p:nvPr/>
          </p:nvSpPr>
          <p:spPr>
            <a:xfrm>
              <a:off x="4755671"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7" name="任意多边形: 形状 8296"/>
            <p:cNvSpPr/>
            <p:nvPr/>
          </p:nvSpPr>
          <p:spPr>
            <a:xfrm>
              <a:off x="4802783"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8" name="任意多边形: 形状 8297"/>
            <p:cNvSpPr/>
            <p:nvPr/>
          </p:nvSpPr>
          <p:spPr>
            <a:xfrm>
              <a:off x="484991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9" name="任意多边形: 形状 8298"/>
            <p:cNvSpPr/>
            <p:nvPr/>
          </p:nvSpPr>
          <p:spPr>
            <a:xfrm>
              <a:off x="4897052"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300" name="任意多边形: 形状 8299"/>
            <p:cNvSpPr/>
            <p:nvPr/>
          </p:nvSpPr>
          <p:spPr>
            <a:xfrm>
              <a:off x="4944187"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301" name="文本框 8300"/>
            <p:cNvSpPr txBox="1"/>
            <p:nvPr/>
          </p:nvSpPr>
          <p:spPr>
            <a:xfrm>
              <a:off x="4270468" y="4435545"/>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a:t>
              </a:r>
            </a:p>
          </p:txBody>
        </p:sp>
        <p:sp>
          <p:nvSpPr>
            <p:cNvPr id="8303" name="文本框 8302"/>
            <p:cNvSpPr txBox="1"/>
            <p:nvPr/>
          </p:nvSpPr>
          <p:spPr>
            <a:xfrm>
              <a:off x="4336160" y="4442787"/>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0.5</a:t>
              </a:r>
            </a:p>
          </p:txBody>
        </p:sp>
        <p:sp>
          <p:nvSpPr>
            <p:cNvPr id="8305" name="文本框 8304"/>
            <p:cNvSpPr txBox="1"/>
            <p:nvPr/>
          </p:nvSpPr>
          <p:spPr>
            <a:xfrm>
              <a:off x="4454997" y="4439740"/>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1</a:t>
              </a:r>
            </a:p>
          </p:txBody>
        </p:sp>
        <p:sp>
          <p:nvSpPr>
            <p:cNvPr id="8307" name="文本框 8306"/>
            <p:cNvSpPr txBox="1"/>
            <p:nvPr/>
          </p:nvSpPr>
          <p:spPr>
            <a:xfrm>
              <a:off x="4521382" y="4437963"/>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1.5</a:t>
              </a:r>
            </a:p>
          </p:txBody>
        </p:sp>
        <p:sp>
          <p:nvSpPr>
            <p:cNvPr id="8309" name="文本框 8308"/>
            <p:cNvSpPr txBox="1"/>
            <p:nvPr/>
          </p:nvSpPr>
          <p:spPr>
            <a:xfrm>
              <a:off x="4649037" y="4443312"/>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2</a:t>
              </a:r>
            </a:p>
          </p:txBody>
        </p:sp>
        <p:sp>
          <p:nvSpPr>
            <p:cNvPr id="8311" name="文本框 8310"/>
            <p:cNvSpPr txBox="1"/>
            <p:nvPr/>
          </p:nvSpPr>
          <p:spPr>
            <a:xfrm>
              <a:off x="4709194" y="4442787"/>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2.5</a:t>
              </a:r>
            </a:p>
          </p:txBody>
        </p:sp>
        <p:sp>
          <p:nvSpPr>
            <p:cNvPr id="8313" name="文本框 8312"/>
            <p:cNvSpPr txBox="1"/>
            <p:nvPr/>
          </p:nvSpPr>
          <p:spPr>
            <a:xfrm>
              <a:off x="4838782" y="4438216"/>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a:t>
              </a:r>
            </a:p>
          </p:txBody>
        </p:sp>
        <p:sp>
          <p:nvSpPr>
            <p:cNvPr id="8314" name="任意多边形: 形状 8313"/>
            <p:cNvSpPr/>
            <p:nvPr/>
          </p:nvSpPr>
          <p:spPr>
            <a:xfrm>
              <a:off x="4778271" y="3869182"/>
              <a:ext cx="437398" cy="2607"/>
            </a:xfrm>
            <a:custGeom>
              <a:avLst/>
              <a:gdLst>
                <a:gd name="csX0" fmla="*/ 0 w 437398"/>
                <a:gd name="csY0" fmla="*/ 0 h 2607"/>
                <a:gd name="csX1" fmla="*/ 437398 w 437398"/>
                <a:gd name="csY1" fmla="*/ 0 h 2607"/>
              </a:gdLst>
              <a:ahLst/>
              <a:cxnLst>
                <a:cxn ang="0">
                  <a:pos x="csX0" y="csY0"/>
                </a:cxn>
                <a:cxn ang="0">
                  <a:pos x="csX1" y="csY1"/>
                </a:cxn>
              </a:cxnLst>
              <a:rect l="l" t="t" r="r" b="b"/>
              <a:pathLst>
                <a:path w="437398" h="2607">
                  <a:moveTo>
                    <a:pt x="0" y="0"/>
                  </a:moveTo>
                  <a:lnTo>
                    <a:pt x="437398" y="0"/>
                  </a:lnTo>
                </a:path>
              </a:pathLst>
            </a:custGeom>
            <a:noFill/>
            <a:ln w="3395" cap="rnd">
              <a:solidFill>
                <a:srgbClr val="79976B"/>
              </a:solidFill>
              <a:prstDash val="solid"/>
              <a:round/>
            </a:ln>
          </p:spPr>
          <p:txBody>
            <a:bodyPr/>
            <a:lstStyle/>
            <a:p>
              <a:endParaRPr lang="zh-CN" altLang="en-US"/>
            </a:p>
          </p:txBody>
        </p:sp>
        <p:sp>
          <p:nvSpPr>
            <p:cNvPr id="8315" name="任意多边形: 形状 8314"/>
            <p:cNvSpPr/>
            <p:nvPr/>
          </p:nvSpPr>
          <p:spPr>
            <a:xfrm>
              <a:off x="4778272" y="386401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16" name="任意多边形: 形状 8315"/>
            <p:cNvSpPr/>
            <p:nvPr/>
          </p:nvSpPr>
          <p:spPr>
            <a:xfrm>
              <a:off x="5215671" y="386401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17" name="任意多边形: 形状 8316"/>
            <p:cNvSpPr/>
            <p:nvPr/>
          </p:nvSpPr>
          <p:spPr>
            <a:xfrm>
              <a:off x="4963262" y="3865114"/>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18" name="任意多边形: 形状 8317"/>
            <p:cNvSpPr/>
            <p:nvPr/>
          </p:nvSpPr>
          <p:spPr>
            <a:xfrm>
              <a:off x="4866879" y="3943019"/>
              <a:ext cx="145178" cy="2607"/>
            </a:xfrm>
            <a:custGeom>
              <a:avLst/>
              <a:gdLst>
                <a:gd name="csX0" fmla="*/ 0 w 145178"/>
                <a:gd name="csY0" fmla="*/ 0 h 2607"/>
                <a:gd name="csX1" fmla="*/ 145178 w 145178"/>
                <a:gd name="csY1" fmla="*/ 0 h 2607"/>
              </a:gdLst>
              <a:ahLst/>
              <a:cxnLst>
                <a:cxn ang="0">
                  <a:pos x="csX0" y="csY0"/>
                </a:cxn>
                <a:cxn ang="0">
                  <a:pos x="csX1" y="csY1"/>
                </a:cxn>
              </a:cxnLst>
              <a:rect l="l" t="t" r="r" b="b"/>
              <a:pathLst>
                <a:path w="145178" h="2607">
                  <a:moveTo>
                    <a:pt x="0" y="0"/>
                  </a:moveTo>
                  <a:lnTo>
                    <a:pt x="145178" y="0"/>
                  </a:lnTo>
                </a:path>
              </a:pathLst>
            </a:custGeom>
            <a:noFill/>
            <a:ln w="3395" cap="rnd">
              <a:solidFill>
                <a:srgbClr val="79976B"/>
              </a:solidFill>
              <a:prstDash val="solid"/>
              <a:round/>
            </a:ln>
          </p:spPr>
          <p:txBody>
            <a:bodyPr/>
            <a:lstStyle/>
            <a:p>
              <a:endParaRPr lang="zh-CN" altLang="en-US"/>
            </a:p>
          </p:txBody>
        </p:sp>
        <p:sp>
          <p:nvSpPr>
            <p:cNvPr id="8319" name="任意多边形: 形状 8318"/>
            <p:cNvSpPr/>
            <p:nvPr/>
          </p:nvSpPr>
          <p:spPr>
            <a:xfrm>
              <a:off x="4866880" y="393783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0" name="任意多边形: 形状 8319"/>
            <p:cNvSpPr/>
            <p:nvPr/>
          </p:nvSpPr>
          <p:spPr>
            <a:xfrm>
              <a:off x="5012058" y="393783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1" name="任意多边形: 形状 8320"/>
            <p:cNvSpPr/>
            <p:nvPr/>
          </p:nvSpPr>
          <p:spPr>
            <a:xfrm>
              <a:off x="4931203" y="3938951"/>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22" name="任意多边形: 形状 8321"/>
            <p:cNvSpPr/>
            <p:nvPr/>
          </p:nvSpPr>
          <p:spPr>
            <a:xfrm>
              <a:off x="4433279" y="4016830"/>
              <a:ext cx="101795" cy="2607"/>
            </a:xfrm>
            <a:custGeom>
              <a:avLst/>
              <a:gdLst>
                <a:gd name="csX0" fmla="*/ 0 w 101795"/>
                <a:gd name="csY0" fmla="*/ 0 h 2607"/>
                <a:gd name="csX1" fmla="*/ 101795 w 101795"/>
                <a:gd name="csY1" fmla="*/ 0 h 2607"/>
              </a:gdLst>
              <a:ahLst/>
              <a:cxnLst>
                <a:cxn ang="0">
                  <a:pos x="csX0" y="csY0"/>
                </a:cxn>
                <a:cxn ang="0">
                  <a:pos x="csX1" y="csY1"/>
                </a:cxn>
              </a:cxnLst>
              <a:rect l="l" t="t" r="r" b="b"/>
              <a:pathLst>
                <a:path w="101795" h="2607">
                  <a:moveTo>
                    <a:pt x="0" y="0"/>
                  </a:moveTo>
                  <a:lnTo>
                    <a:pt x="101795" y="0"/>
                  </a:lnTo>
                </a:path>
              </a:pathLst>
            </a:custGeom>
            <a:noFill/>
            <a:ln w="3395" cap="rnd">
              <a:solidFill>
                <a:srgbClr val="79976B"/>
              </a:solidFill>
              <a:prstDash val="solid"/>
              <a:round/>
            </a:ln>
          </p:spPr>
          <p:txBody>
            <a:bodyPr/>
            <a:lstStyle/>
            <a:p>
              <a:endParaRPr lang="zh-CN" altLang="en-US"/>
            </a:p>
          </p:txBody>
        </p:sp>
        <p:sp>
          <p:nvSpPr>
            <p:cNvPr id="8323" name="任意多边形: 形状 8322"/>
            <p:cNvSpPr/>
            <p:nvPr/>
          </p:nvSpPr>
          <p:spPr>
            <a:xfrm>
              <a:off x="4433279" y="401166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4" name="任意多边形: 形状 8323"/>
            <p:cNvSpPr/>
            <p:nvPr/>
          </p:nvSpPr>
          <p:spPr>
            <a:xfrm>
              <a:off x="4535074" y="401166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5" name="任意多边形: 形状 8324"/>
            <p:cNvSpPr/>
            <p:nvPr/>
          </p:nvSpPr>
          <p:spPr>
            <a:xfrm>
              <a:off x="4471204" y="4012762"/>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26" name="任意多边形: 形状 8325"/>
            <p:cNvSpPr/>
            <p:nvPr/>
          </p:nvSpPr>
          <p:spPr>
            <a:xfrm>
              <a:off x="4397467" y="4090668"/>
              <a:ext cx="65983" cy="2607"/>
            </a:xfrm>
            <a:custGeom>
              <a:avLst/>
              <a:gdLst>
                <a:gd name="csX0" fmla="*/ 0 w 65983"/>
                <a:gd name="csY0" fmla="*/ 0 h 2607"/>
                <a:gd name="csX1" fmla="*/ 65984 w 65983"/>
                <a:gd name="csY1" fmla="*/ 0 h 2607"/>
              </a:gdLst>
              <a:ahLst/>
              <a:cxnLst>
                <a:cxn ang="0">
                  <a:pos x="csX0" y="csY0"/>
                </a:cxn>
                <a:cxn ang="0">
                  <a:pos x="csX1" y="csY1"/>
                </a:cxn>
              </a:cxnLst>
              <a:rect l="l" t="t" r="r" b="b"/>
              <a:pathLst>
                <a:path w="65983" h="2607">
                  <a:moveTo>
                    <a:pt x="0" y="0"/>
                  </a:moveTo>
                  <a:lnTo>
                    <a:pt x="65984" y="0"/>
                  </a:lnTo>
                </a:path>
              </a:pathLst>
            </a:custGeom>
            <a:noFill/>
            <a:ln w="3395" cap="rnd">
              <a:solidFill>
                <a:srgbClr val="79976B"/>
              </a:solidFill>
              <a:prstDash val="solid"/>
              <a:round/>
            </a:ln>
          </p:spPr>
          <p:txBody>
            <a:bodyPr/>
            <a:lstStyle/>
            <a:p>
              <a:endParaRPr lang="zh-CN" altLang="en-US"/>
            </a:p>
          </p:txBody>
        </p:sp>
        <p:sp>
          <p:nvSpPr>
            <p:cNvPr id="8327" name="任意多边形: 形状 8326"/>
            <p:cNvSpPr/>
            <p:nvPr/>
          </p:nvSpPr>
          <p:spPr>
            <a:xfrm>
              <a:off x="4397467" y="408550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28" name="任意多边形: 形状 8327"/>
            <p:cNvSpPr/>
            <p:nvPr/>
          </p:nvSpPr>
          <p:spPr>
            <a:xfrm>
              <a:off x="4463451" y="408550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29" name="任意多边形: 形状 8328"/>
            <p:cNvSpPr/>
            <p:nvPr/>
          </p:nvSpPr>
          <p:spPr>
            <a:xfrm>
              <a:off x="4418430" y="4086599"/>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0" name="任意多边形: 形状 8329"/>
            <p:cNvSpPr/>
            <p:nvPr/>
          </p:nvSpPr>
          <p:spPr>
            <a:xfrm>
              <a:off x="4382369" y="4164505"/>
              <a:ext cx="96156" cy="2607"/>
            </a:xfrm>
            <a:custGeom>
              <a:avLst/>
              <a:gdLst>
                <a:gd name="csX0" fmla="*/ 0 w 96156"/>
                <a:gd name="csY0" fmla="*/ 0 h 2607"/>
                <a:gd name="csX1" fmla="*/ 96156 w 96156"/>
                <a:gd name="csY1" fmla="*/ 0 h 2607"/>
              </a:gdLst>
              <a:ahLst/>
              <a:cxnLst>
                <a:cxn ang="0">
                  <a:pos x="csX0" y="csY0"/>
                </a:cxn>
                <a:cxn ang="0">
                  <a:pos x="csX1" y="csY1"/>
                </a:cxn>
              </a:cxnLst>
              <a:rect l="l" t="t" r="r" b="b"/>
              <a:pathLst>
                <a:path w="96156" h="2607">
                  <a:moveTo>
                    <a:pt x="0" y="0"/>
                  </a:moveTo>
                  <a:lnTo>
                    <a:pt x="96156" y="0"/>
                  </a:lnTo>
                </a:path>
              </a:pathLst>
            </a:custGeom>
            <a:noFill/>
            <a:ln w="3395" cap="rnd">
              <a:solidFill>
                <a:srgbClr val="79976B"/>
              </a:solidFill>
              <a:prstDash val="solid"/>
              <a:round/>
            </a:ln>
          </p:spPr>
          <p:txBody>
            <a:bodyPr/>
            <a:lstStyle/>
            <a:p>
              <a:endParaRPr lang="zh-CN" altLang="en-US"/>
            </a:p>
          </p:txBody>
        </p:sp>
        <p:sp>
          <p:nvSpPr>
            <p:cNvPr id="8331" name="任意多边形: 形状 8330"/>
            <p:cNvSpPr/>
            <p:nvPr/>
          </p:nvSpPr>
          <p:spPr>
            <a:xfrm>
              <a:off x="4382370" y="415934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2" name="任意多边形: 形状 8331"/>
            <p:cNvSpPr/>
            <p:nvPr/>
          </p:nvSpPr>
          <p:spPr>
            <a:xfrm>
              <a:off x="4478526" y="415934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3" name="任意多边形: 形状 8332"/>
            <p:cNvSpPr/>
            <p:nvPr/>
          </p:nvSpPr>
          <p:spPr>
            <a:xfrm>
              <a:off x="4403333" y="4160437"/>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4" name="任意多边形: 形状 8333"/>
            <p:cNvSpPr/>
            <p:nvPr/>
          </p:nvSpPr>
          <p:spPr>
            <a:xfrm>
              <a:off x="4388030" y="4238342"/>
              <a:ext cx="26398" cy="2607"/>
            </a:xfrm>
            <a:custGeom>
              <a:avLst/>
              <a:gdLst>
                <a:gd name="csX0" fmla="*/ 0 w 26398"/>
                <a:gd name="csY0" fmla="*/ 0 h 2607"/>
                <a:gd name="csX1" fmla="*/ 26398 w 26398"/>
                <a:gd name="csY1" fmla="*/ 0 h 2607"/>
              </a:gdLst>
              <a:ahLst/>
              <a:cxnLst>
                <a:cxn ang="0">
                  <a:pos x="csX0" y="csY0"/>
                </a:cxn>
                <a:cxn ang="0">
                  <a:pos x="csX1" y="csY1"/>
                </a:cxn>
              </a:cxnLst>
              <a:rect l="l" t="t" r="r" b="b"/>
              <a:pathLst>
                <a:path w="26398" h="2607">
                  <a:moveTo>
                    <a:pt x="0" y="0"/>
                  </a:moveTo>
                  <a:lnTo>
                    <a:pt x="26398" y="0"/>
                  </a:lnTo>
                </a:path>
              </a:pathLst>
            </a:custGeom>
            <a:noFill/>
            <a:ln w="3395" cap="rnd">
              <a:solidFill>
                <a:srgbClr val="79976B"/>
              </a:solidFill>
              <a:prstDash val="solid"/>
              <a:round/>
            </a:ln>
          </p:spPr>
          <p:txBody>
            <a:bodyPr/>
            <a:lstStyle/>
            <a:p>
              <a:endParaRPr lang="zh-CN" altLang="en-US"/>
            </a:p>
          </p:txBody>
        </p:sp>
        <p:sp>
          <p:nvSpPr>
            <p:cNvPr id="8335" name="任意多边形: 形状 8334"/>
            <p:cNvSpPr/>
            <p:nvPr/>
          </p:nvSpPr>
          <p:spPr>
            <a:xfrm>
              <a:off x="4388031" y="423317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6" name="任意多边形: 形状 8335"/>
            <p:cNvSpPr/>
            <p:nvPr/>
          </p:nvSpPr>
          <p:spPr>
            <a:xfrm>
              <a:off x="4414429" y="423317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7" name="任意多边形: 形状 8336"/>
            <p:cNvSpPr/>
            <p:nvPr/>
          </p:nvSpPr>
          <p:spPr>
            <a:xfrm>
              <a:off x="4393919" y="4234274"/>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8" name="任意多边形: 形状 8337"/>
            <p:cNvSpPr/>
            <p:nvPr/>
          </p:nvSpPr>
          <p:spPr>
            <a:xfrm>
              <a:off x="4380482" y="4312179"/>
              <a:ext cx="26398" cy="2607"/>
            </a:xfrm>
            <a:custGeom>
              <a:avLst/>
              <a:gdLst>
                <a:gd name="csX0" fmla="*/ 0 w 26398"/>
                <a:gd name="csY0" fmla="*/ 0 h 2607"/>
                <a:gd name="csX1" fmla="*/ 26398 w 26398"/>
                <a:gd name="csY1" fmla="*/ 0 h 2607"/>
              </a:gdLst>
              <a:ahLst/>
              <a:cxnLst>
                <a:cxn ang="0">
                  <a:pos x="csX0" y="csY0"/>
                </a:cxn>
                <a:cxn ang="0">
                  <a:pos x="csX1" y="csY1"/>
                </a:cxn>
              </a:cxnLst>
              <a:rect l="l" t="t" r="r" b="b"/>
              <a:pathLst>
                <a:path w="26398" h="2607">
                  <a:moveTo>
                    <a:pt x="0" y="0"/>
                  </a:moveTo>
                  <a:lnTo>
                    <a:pt x="26398" y="0"/>
                  </a:lnTo>
                </a:path>
              </a:pathLst>
            </a:custGeom>
            <a:noFill/>
            <a:ln w="3395" cap="rnd">
              <a:solidFill>
                <a:srgbClr val="79976B"/>
              </a:solidFill>
              <a:prstDash val="solid"/>
              <a:round/>
            </a:ln>
          </p:spPr>
          <p:txBody>
            <a:bodyPr/>
            <a:lstStyle/>
            <a:p>
              <a:endParaRPr lang="zh-CN" altLang="en-US"/>
            </a:p>
          </p:txBody>
        </p:sp>
        <p:sp>
          <p:nvSpPr>
            <p:cNvPr id="8339" name="任意多边形: 形状 8338"/>
            <p:cNvSpPr/>
            <p:nvPr/>
          </p:nvSpPr>
          <p:spPr>
            <a:xfrm>
              <a:off x="4380483" y="430699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0" name="任意多边形: 形状 8339"/>
            <p:cNvSpPr/>
            <p:nvPr/>
          </p:nvSpPr>
          <p:spPr>
            <a:xfrm>
              <a:off x="4406881" y="430699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1" name="任意多边形: 形状 8340"/>
            <p:cNvSpPr/>
            <p:nvPr/>
          </p:nvSpPr>
          <p:spPr>
            <a:xfrm>
              <a:off x="4384483" y="4308111"/>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42" name="任意多边形: 形状 8341"/>
            <p:cNvSpPr/>
            <p:nvPr/>
          </p:nvSpPr>
          <p:spPr>
            <a:xfrm>
              <a:off x="4378618" y="4385991"/>
              <a:ext cx="18849" cy="2607"/>
            </a:xfrm>
            <a:custGeom>
              <a:avLst/>
              <a:gdLst>
                <a:gd name="csX0" fmla="*/ 0 w 18849"/>
                <a:gd name="csY0" fmla="*/ 0 h 2607"/>
                <a:gd name="csX1" fmla="*/ 18849 w 18849"/>
                <a:gd name="csY1" fmla="*/ 0 h 2607"/>
              </a:gdLst>
              <a:ahLst/>
              <a:cxnLst>
                <a:cxn ang="0">
                  <a:pos x="csX0" y="csY0"/>
                </a:cxn>
                <a:cxn ang="0">
                  <a:pos x="csX1" y="csY1"/>
                </a:cxn>
              </a:cxnLst>
              <a:rect l="l" t="t" r="r" b="b"/>
              <a:pathLst>
                <a:path w="18849" h="2607">
                  <a:moveTo>
                    <a:pt x="0" y="0"/>
                  </a:moveTo>
                  <a:lnTo>
                    <a:pt x="18849" y="0"/>
                  </a:lnTo>
                </a:path>
              </a:pathLst>
            </a:custGeom>
            <a:noFill/>
            <a:ln w="3395" cap="rnd">
              <a:solidFill>
                <a:srgbClr val="79976B"/>
              </a:solidFill>
              <a:prstDash val="solid"/>
              <a:round/>
            </a:ln>
          </p:spPr>
          <p:txBody>
            <a:bodyPr/>
            <a:lstStyle/>
            <a:p>
              <a:endParaRPr lang="zh-CN" altLang="en-US"/>
            </a:p>
          </p:txBody>
        </p:sp>
        <p:sp>
          <p:nvSpPr>
            <p:cNvPr id="8343" name="任意多边形: 形状 8342"/>
            <p:cNvSpPr/>
            <p:nvPr/>
          </p:nvSpPr>
          <p:spPr>
            <a:xfrm>
              <a:off x="4378618" y="438082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4" name="任意多边形: 形状 8343"/>
            <p:cNvSpPr/>
            <p:nvPr/>
          </p:nvSpPr>
          <p:spPr>
            <a:xfrm>
              <a:off x="4397467" y="438082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5" name="任意多边形: 形状 8344"/>
            <p:cNvSpPr/>
            <p:nvPr/>
          </p:nvSpPr>
          <p:spPr>
            <a:xfrm>
              <a:off x="4378822" y="4381922"/>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46" name="任意多边形: 形状 8345"/>
            <p:cNvSpPr/>
            <p:nvPr/>
          </p:nvSpPr>
          <p:spPr>
            <a:xfrm>
              <a:off x="4378618" y="4459828"/>
              <a:ext cx="13187" cy="2607"/>
            </a:xfrm>
            <a:custGeom>
              <a:avLst/>
              <a:gdLst>
                <a:gd name="csX0" fmla="*/ 0 w 13187"/>
                <a:gd name="csY0" fmla="*/ 0 h 2607"/>
                <a:gd name="csX1" fmla="*/ 13188 w 13187"/>
                <a:gd name="csY1" fmla="*/ 0 h 2607"/>
              </a:gdLst>
              <a:ahLst/>
              <a:cxnLst>
                <a:cxn ang="0">
                  <a:pos x="csX0" y="csY0"/>
                </a:cxn>
                <a:cxn ang="0">
                  <a:pos x="csX1" y="csY1"/>
                </a:cxn>
              </a:cxnLst>
              <a:rect l="l" t="t" r="r" b="b"/>
              <a:pathLst>
                <a:path w="13187" h="2607">
                  <a:moveTo>
                    <a:pt x="0" y="0"/>
                  </a:moveTo>
                  <a:lnTo>
                    <a:pt x="13188" y="0"/>
                  </a:lnTo>
                </a:path>
              </a:pathLst>
            </a:custGeom>
            <a:noFill/>
            <a:ln w="3395" cap="rnd">
              <a:solidFill>
                <a:srgbClr val="79976B"/>
              </a:solidFill>
              <a:prstDash val="solid"/>
              <a:round/>
            </a:ln>
          </p:spPr>
          <p:txBody>
            <a:bodyPr/>
            <a:lstStyle/>
            <a:p>
              <a:endParaRPr lang="zh-CN" altLang="en-US"/>
            </a:p>
          </p:txBody>
        </p:sp>
        <p:sp>
          <p:nvSpPr>
            <p:cNvPr id="8347" name="任意多边形: 形状 8346"/>
            <p:cNvSpPr/>
            <p:nvPr/>
          </p:nvSpPr>
          <p:spPr>
            <a:xfrm>
              <a:off x="4378618" y="445466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48" name="任意多边形: 形状 8347"/>
            <p:cNvSpPr/>
            <p:nvPr/>
          </p:nvSpPr>
          <p:spPr>
            <a:xfrm>
              <a:off x="4391806" y="445466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49" name="任意多边形: 形状 8348"/>
            <p:cNvSpPr/>
            <p:nvPr/>
          </p:nvSpPr>
          <p:spPr>
            <a:xfrm>
              <a:off x="4378822" y="4455760"/>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50" name="任意多边形: 形状 8349"/>
            <p:cNvSpPr/>
            <p:nvPr/>
          </p:nvSpPr>
          <p:spPr>
            <a:xfrm>
              <a:off x="4378618" y="4428565"/>
              <a:ext cx="171553" cy="2607"/>
            </a:xfrm>
            <a:custGeom>
              <a:avLst/>
              <a:gdLst>
                <a:gd name="csX0" fmla="*/ 0 w 171553"/>
                <a:gd name="csY0" fmla="*/ 0 h 2607"/>
                <a:gd name="csX1" fmla="*/ 171553 w 171553"/>
                <a:gd name="csY1" fmla="*/ 0 h 2607"/>
              </a:gdLst>
              <a:ahLst/>
              <a:cxnLst>
                <a:cxn ang="0">
                  <a:pos x="csX0" y="csY0"/>
                </a:cxn>
                <a:cxn ang="0">
                  <a:pos x="csX1" y="csY1"/>
                </a:cxn>
              </a:cxnLst>
              <a:rect l="l" t="t" r="r" b="b"/>
              <a:pathLst>
                <a:path w="171553" h="2607">
                  <a:moveTo>
                    <a:pt x="0" y="0"/>
                  </a:moveTo>
                  <a:lnTo>
                    <a:pt x="171553" y="0"/>
                  </a:lnTo>
                </a:path>
              </a:pathLst>
            </a:custGeom>
            <a:noFill/>
            <a:ln w="3395" cap="rnd">
              <a:solidFill>
                <a:srgbClr val="79976B"/>
              </a:solidFill>
              <a:prstDash val="solid"/>
              <a:round/>
            </a:ln>
          </p:spPr>
          <p:txBody>
            <a:bodyPr/>
            <a:lstStyle/>
            <a:p>
              <a:endParaRPr lang="zh-CN" altLang="en-US"/>
            </a:p>
          </p:txBody>
        </p:sp>
        <p:sp>
          <p:nvSpPr>
            <p:cNvPr id="8351" name="任意多边形: 形状 8350"/>
            <p:cNvSpPr/>
            <p:nvPr/>
          </p:nvSpPr>
          <p:spPr>
            <a:xfrm>
              <a:off x="4378618" y="442340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52" name="任意多边形: 形状 8351"/>
            <p:cNvSpPr/>
            <p:nvPr/>
          </p:nvSpPr>
          <p:spPr>
            <a:xfrm>
              <a:off x="4550171" y="442340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53" name="任意多边形: 形状 8352"/>
            <p:cNvSpPr/>
            <p:nvPr/>
          </p:nvSpPr>
          <p:spPr>
            <a:xfrm>
              <a:off x="4375070" y="4424497"/>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grpSp>
          <p:nvGrpSpPr>
            <p:cNvPr id="8573" name="组合 8572"/>
            <p:cNvGrpSpPr/>
            <p:nvPr/>
          </p:nvGrpSpPr>
          <p:grpSpPr>
            <a:xfrm>
              <a:off x="3012039" y="854012"/>
              <a:ext cx="3389043" cy="2766217"/>
              <a:chOff x="2889728" y="852423"/>
              <a:chExt cx="3113351" cy="2766217"/>
            </a:xfrm>
          </p:grpSpPr>
          <p:sp>
            <p:nvSpPr>
              <p:cNvPr id="7992" name="文本框 7991"/>
              <p:cNvSpPr txBox="1"/>
              <p:nvPr/>
            </p:nvSpPr>
            <p:spPr>
              <a:xfrm>
                <a:off x="3224716" y="1015388"/>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0.72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023" name="文本框 8022"/>
              <p:cNvSpPr txBox="1"/>
              <p:nvPr/>
            </p:nvSpPr>
            <p:spPr>
              <a:xfrm>
                <a:off x="4064387" y="1122278"/>
                <a:ext cx="188788"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a:t>
                </a:r>
              </a:p>
            </p:txBody>
          </p:sp>
          <p:sp>
            <p:nvSpPr>
              <p:cNvPr id="8060" name="文本框 8059"/>
              <p:cNvSpPr txBox="1"/>
              <p:nvPr/>
            </p:nvSpPr>
            <p:spPr>
              <a:xfrm>
                <a:off x="4906120" y="1835349"/>
                <a:ext cx="210877"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&lt;</a:t>
                </a:r>
              </a:p>
            </p:txBody>
          </p:sp>
          <p:sp>
            <p:nvSpPr>
              <p:cNvPr id="8062" name="文本框 8061"/>
              <p:cNvSpPr txBox="1"/>
              <p:nvPr/>
            </p:nvSpPr>
            <p:spPr>
              <a:xfrm>
                <a:off x="3371965" y="1577273"/>
                <a:ext cx="411150"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lncRNA</a:t>
                </a:r>
              </a:p>
            </p:txBody>
          </p:sp>
          <p:sp>
            <p:nvSpPr>
              <p:cNvPr id="8063" name="文本框 8062"/>
              <p:cNvSpPr txBox="1"/>
              <p:nvPr/>
            </p:nvSpPr>
            <p:spPr>
              <a:xfrm>
                <a:off x="3755940" y="1574035"/>
                <a:ext cx="604061"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Novel isoform</a:t>
                </a:r>
              </a:p>
            </p:txBody>
          </p:sp>
          <p:sp>
            <p:nvSpPr>
              <p:cNvPr id="8064" name="文本框 8063"/>
              <p:cNvSpPr txBox="1"/>
              <p:nvPr/>
            </p:nvSpPr>
            <p:spPr>
              <a:xfrm>
                <a:off x="4397117" y="1560703"/>
                <a:ext cx="346356"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Other</a:t>
                </a:r>
              </a:p>
            </p:txBody>
          </p:sp>
          <p:sp>
            <p:nvSpPr>
              <p:cNvPr id="8065" name="文本框 8064"/>
              <p:cNvSpPr txBox="1"/>
              <p:nvPr/>
            </p:nvSpPr>
            <p:spPr>
              <a:xfrm>
                <a:off x="4790905" y="1573917"/>
                <a:ext cx="593753"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Out-of-Frame</a:t>
                </a:r>
              </a:p>
            </p:txBody>
          </p:sp>
          <p:sp>
            <p:nvSpPr>
              <p:cNvPr id="8066" name="文本框 8065"/>
              <p:cNvSpPr txBox="1"/>
              <p:nvPr/>
            </p:nvSpPr>
            <p:spPr>
              <a:xfrm>
                <a:off x="5365406" y="1566496"/>
                <a:ext cx="570192"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Pseudogene</a:t>
                </a:r>
              </a:p>
            </p:txBody>
          </p:sp>
          <p:sp>
            <p:nvSpPr>
              <p:cNvPr id="8067" name="文本框 8066"/>
              <p:cNvSpPr txBox="1"/>
              <p:nvPr/>
            </p:nvSpPr>
            <p:spPr>
              <a:xfrm>
                <a:off x="3188539" y="868847"/>
                <a:ext cx="430295"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3' dORF</a:t>
                </a:r>
              </a:p>
            </p:txBody>
          </p:sp>
          <p:sp>
            <p:nvSpPr>
              <p:cNvPr id="8068" name="文本框 8067"/>
              <p:cNvSpPr txBox="1"/>
              <p:nvPr/>
            </p:nvSpPr>
            <p:spPr>
              <a:xfrm>
                <a:off x="3697006" y="853770"/>
                <a:ext cx="698308"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3' Overlap dORF</a:t>
                </a:r>
              </a:p>
            </p:txBody>
          </p:sp>
          <p:sp>
            <p:nvSpPr>
              <p:cNvPr id="8069" name="文本框 8068"/>
              <p:cNvSpPr txBox="1"/>
              <p:nvPr/>
            </p:nvSpPr>
            <p:spPr>
              <a:xfrm>
                <a:off x="4341345" y="868847"/>
                <a:ext cx="490671" cy="276999"/>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5' Overlap</a:t>
                </a:r>
                <a:endParaRPr lang="en-US" altLang="zh-CN" sz="600" dirty="0">
                  <a:solidFill>
                    <a:srgbClr val="1A1A1A"/>
                  </a:solidFill>
                  <a:latin typeface="Arial" panose="020B0604020202090204"/>
                  <a:cs typeface="Arial" panose="020B0604020202090204"/>
                  <a:sym typeface="Arial" panose="020B0604020202090204"/>
                  <a:rtl val="0"/>
                </a:endParaRPr>
              </a:p>
              <a:p>
                <a:pPr algn="ctr"/>
                <a:r>
                  <a:rPr lang="zh-CN" altLang="en-US" sz="600" dirty="0">
                    <a:solidFill>
                      <a:srgbClr val="1A1A1A"/>
                    </a:solidFill>
                    <a:latin typeface="Arial" panose="020B0604020202090204"/>
                    <a:cs typeface="Arial" panose="020B0604020202090204"/>
                    <a:sym typeface="Arial" panose="020B0604020202090204"/>
                    <a:rtl val="0"/>
                  </a:rPr>
                  <a:t> uORF</a:t>
                </a:r>
              </a:p>
            </p:txBody>
          </p:sp>
          <p:sp>
            <p:nvSpPr>
              <p:cNvPr id="8070" name="文本框 8069"/>
              <p:cNvSpPr txBox="1"/>
              <p:nvPr/>
            </p:nvSpPr>
            <p:spPr>
              <a:xfrm>
                <a:off x="4867737" y="853770"/>
                <a:ext cx="430295"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5' uORF</a:t>
                </a:r>
              </a:p>
            </p:txBody>
          </p:sp>
          <p:sp>
            <p:nvSpPr>
              <p:cNvPr id="8071" name="文本框 8070"/>
              <p:cNvSpPr txBox="1"/>
              <p:nvPr/>
            </p:nvSpPr>
            <p:spPr>
              <a:xfrm>
                <a:off x="5321466" y="853770"/>
                <a:ext cx="487726"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Canonical</a:t>
                </a:r>
              </a:p>
            </p:txBody>
          </p:sp>
          <p:sp>
            <p:nvSpPr>
              <p:cNvPr id="8097" name="文本框 8096"/>
              <p:cNvSpPr txBox="1"/>
              <p:nvPr/>
            </p:nvSpPr>
            <p:spPr>
              <a:xfrm>
                <a:off x="3000568" y="1351282"/>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2.5</a:t>
                </a:r>
              </a:p>
            </p:txBody>
          </p:sp>
          <p:sp>
            <p:nvSpPr>
              <p:cNvPr id="8098" name="文本框 8097"/>
              <p:cNvSpPr txBox="1"/>
              <p:nvPr/>
            </p:nvSpPr>
            <p:spPr>
              <a:xfrm>
                <a:off x="3000568" y="1184981"/>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5.0</a:t>
                </a:r>
              </a:p>
            </p:txBody>
          </p:sp>
          <p:sp>
            <p:nvSpPr>
              <p:cNvPr id="8099" name="文本框 8098"/>
              <p:cNvSpPr txBox="1"/>
              <p:nvPr/>
            </p:nvSpPr>
            <p:spPr>
              <a:xfrm>
                <a:off x="3000568" y="1018724"/>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7.5</a:t>
                </a:r>
              </a:p>
            </p:txBody>
          </p:sp>
          <p:sp>
            <p:nvSpPr>
              <p:cNvPr id="8100" name="文本框 8099"/>
              <p:cNvSpPr txBox="1"/>
              <p:nvPr/>
            </p:nvSpPr>
            <p:spPr>
              <a:xfrm>
                <a:off x="2980439" y="852423"/>
                <a:ext cx="308068"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10.0</a:t>
                </a:r>
              </a:p>
            </p:txBody>
          </p:sp>
          <p:sp>
            <p:nvSpPr>
              <p:cNvPr id="8101" name="文本框 8100"/>
              <p:cNvSpPr txBox="1"/>
              <p:nvPr/>
            </p:nvSpPr>
            <p:spPr>
              <a:xfrm>
                <a:off x="3000568" y="2064398"/>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2.5</a:t>
                </a:r>
              </a:p>
            </p:txBody>
          </p:sp>
          <p:sp>
            <p:nvSpPr>
              <p:cNvPr id="8102" name="文本框 8101"/>
              <p:cNvSpPr txBox="1"/>
              <p:nvPr/>
            </p:nvSpPr>
            <p:spPr>
              <a:xfrm>
                <a:off x="3000568" y="1898096"/>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5.0</a:t>
                </a:r>
              </a:p>
            </p:txBody>
          </p:sp>
          <p:sp>
            <p:nvSpPr>
              <p:cNvPr id="8103" name="文本框 8102"/>
              <p:cNvSpPr txBox="1"/>
              <p:nvPr/>
            </p:nvSpPr>
            <p:spPr>
              <a:xfrm>
                <a:off x="3000568" y="1731795"/>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7.5</a:t>
                </a:r>
              </a:p>
            </p:txBody>
          </p:sp>
          <p:sp>
            <p:nvSpPr>
              <p:cNvPr id="8104" name="文本框 8103"/>
              <p:cNvSpPr txBox="1"/>
              <p:nvPr/>
            </p:nvSpPr>
            <p:spPr>
              <a:xfrm>
                <a:off x="2980439" y="1565493"/>
                <a:ext cx="308068"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10.0</a:t>
                </a:r>
              </a:p>
            </p:txBody>
          </p:sp>
          <p:sp>
            <p:nvSpPr>
              <p:cNvPr id="8105" name="文本框 8104"/>
              <p:cNvSpPr txBox="1"/>
              <p:nvPr/>
            </p:nvSpPr>
            <p:spPr>
              <a:xfrm>
                <a:off x="4207443" y="2367165"/>
                <a:ext cx="627623"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Retention time</a:t>
                </a:r>
              </a:p>
            </p:txBody>
          </p:sp>
          <p:sp>
            <p:nvSpPr>
              <p:cNvPr id="8106" name="文本框 8105"/>
              <p:cNvSpPr txBox="1"/>
              <p:nvPr/>
            </p:nvSpPr>
            <p:spPr>
              <a:xfrm rot="16200000">
                <a:off x="2474252" y="1670065"/>
                <a:ext cx="1000595"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Predicted retention time</a:t>
                </a:r>
              </a:p>
            </p:txBody>
          </p:sp>
          <p:sp>
            <p:nvSpPr>
              <p:cNvPr id="8107" name="文本框 8106"/>
              <p:cNvSpPr txBox="1"/>
              <p:nvPr/>
            </p:nvSpPr>
            <p:spPr>
              <a:xfrm>
                <a:off x="3270162" y="2903902"/>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08" name="文本框 8107"/>
              <p:cNvSpPr txBox="1"/>
              <p:nvPr/>
            </p:nvSpPr>
            <p:spPr>
              <a:xfrm>
                <a:off x="3289660" y="2855857"/>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09" name="文本框 8108"/>
              <p:cNvSpPr txBox="1"/>
              <p:nvPr/>
            </p:nvSpPr>
            <p:spPr>
              <a:xfrm>
                <a:off x="3309159" y="2807767"/>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0" name="文本框 8109"/>
              <p:cNvSpPr txBox="1"/>
              <p:nvPr/>
            </p:nvSpPr>
            <p:spPr>
              <a:xfrm>
                <a:off x="3328612" y="2759722"/>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1" name="文本框 8110"/>
              <p:cNvSpPr txBox="1"/>
              <p:nvPr/>
            </p:nvSpPr>
            <p:spPr>
              <a:xfrm>
                <a:off x="3348110" y="2711678"/>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2" name="文本框 8111"/>
              <p:cNvSpPr txBox="1"/>
              <p:nvPr/>
            </p:nvSpPr>
            <p:spPr>
              <a:xfrm>
                <a:off x="3367609" y="266363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3" name="文本框 8112"/>
              <p:cNvSpPr txBox="1"/>
              <p:nvPr/>
            </p:nvSpPr>
            <p:spPr>
              <a:xfrm>
                <a:off x="3387107" y="2615588"/>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4" name="文本框 8113"/>
              <p:cNvSpPr txBox="1"/>
              <p:nvPr/>
            </p:nvSpPr>
            <p:spPr>
              <a:xfrm>
                <a:off x="3406560" y="2567544"/>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5" name="文本框 8114"/>
              <p:cNvSpPr txBox="1"/>
              <p:nvPr/>
            </p:nvSpPr>
            <p:spPr>
              <a:xfrm>
                <a:off x="3441654" y="2519454"/>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0.0008</a:t>
                </a:r>
              </a:p>
            </p:txBody>
          </p:sp>
          <p:sp>
            <p:nvSpPr>
              <p:cNvPr id="8117" name="文本框 8116"/>
              <p:cNvSpPr txBox="1"/>
              <p:nvPr/>
            </p:nvSpPr>
            <p:spPr>
              <a:xfrm>
                <a:off x="3035500" y="2978740"/>
                <a:ext cx="4082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100000</a:t>
                </a:r>
              </a:p>
            </p:txBody>
          </p:sp>
          <p:sp>
            <p:nvSpPr>
              <p:cNvPr id="8118" name="文本框 8117"/>
              <p:cNvSpPr txBox="1"/>
              <p:nvPr/>
            </p:nvSpPr>
            <p:spPr>
              <a:xfrm>
                <a:off x="3035500" y="2843925"/>
                <a:ext cx="4082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200000</a:t>
                </a:r>
              </a:p>
            </p:txBody>
          </p:sp>
          <p:sp>
            <p:nvSpPr>
              <p:cNvPr id="8119" name="文本框 8118"/>
              <p:cNvSpPr txBox="1"/>
              <p:nvPr/>
            </p:nvSpPr>
            <p:spPr>
              <a:xfrm>
                <a:off x="3035500" y="2740461"/>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300000</a:t>
                </a:r>
              </a:p>
            </p:txBody>
          </p:sp>
          <p:sp>
            <p:nvSpPr>
              <p:cNvPr id="8120" name="文本框 8119"/>
              <p:cNvSpPr txBox="1"/>
              <p:nvPr/>
            </p:nvSpPr>
            <p:spPr>
              <a:xfrm>
                <a:off x="3035500" y="2653194"/>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400000</a:t>
                </a:r>
              </a:p>
            </p:txBody>
          </p:sp>
          <p:sp>
            <p:nvSpPr>
              <p:cNvPr id="8121" name="文本框 8120"/>
              <p:cNvSpPr txBox="1"/>
              <p:nvPr/>
            </p:nvSpPr>
            <p:spPr>
              <a:xfrm>
                <a:off x="3035500" y="2576376"/>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500000</a:t>
                </a:r>
              </a:p>
            </p:txBody>
          </p:sp>
          <p:sp>
            <p:nvSpPr>
              <p:cNvPr id="8132" name="文本框 8131"/>
              <p:cNvSpPr txBox="1"/>
              <p:nvPr/>
            </p:nvSpPr>
            <p:spPr>
              <a:xfrm rot="16200000">
                <a:off x="2617935" y="3011255"/>
                <a:ext cx="845103"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Source ORF length</a:t>
                </a:r>
              </a:p>
            </p:txBody>
          </p:sp>
          <p:sp>
            <p:nvSpPr>
              <p:cNvPr id="8133" name="文本框 8132"/>
              <p:cNvSpPr txBox="1"/>
              <p:nvPr/>
            </p:nvSpPr>
            <p:spPr>
              <a:xfrm>
                <a:off x="4064387" y="2467505"/>
                <a:ext cx="38758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0.0020</a:t>
                </a:r>
              </a:p>
            </p:txBody>
          </p:sp>
          <p:sp>
            <p:nvSpPr>
              <p:cNvPr id="8135" name="文本框 8134"/>
              <p:cNvSpPr txBox="1"/>
              <p:nvPr/>
            </p:nvSpPr>
            <p:spPr>
              <a:xfrm>
                <a:off x="3792471" y="3008990"/>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0.05</a:t>
                </a:r>
              </a:p>
            </p:txBody>
          </p:sp>
          <p:sp>
            <p:nvSpPr>
              <p:cNvPr id="8136" name="文本框 8135"/>
              <p:cNvSpPr txBox="1"/>
              <p:nvPr/>
            </p:nvSpPr>
            <p:spPr>
              <a:xfrm>
                <a:off x="3785451" y="2787975"/>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0.10</a:t>
                </a:r>
              </a:p>
            </p:txBody>
          </p:sp>
          <p:sp>
            <p:nvSpPr>
              <p:cNvPr id="8137" name="文本框 8136"/>
              <p:cNvSpPr txBox="1"/>
              <p:nvPr/>
            </p:nvSpPr>
            <p:spPr>
              <a:xfrm>
                <a:off x="3787813" y="2604682"/>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0.15</a:t>
                </a:r>
              </a:p>
            </p:txBody>
          </p:sp>
          <p:sp>
            <p:nvSpPr>
              <p:cNvPr id="8148" name="文本框 8147"/>
              <p:cNvSpPr txBox="1"/>
              <p:nvPr/>
            </p:nvSpPr>
            <p:spPr>
              <a:xfrm rot="16200000">
                <a:off x="3645698" y="2860682"/>
                <a:ext cx="338554"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PEP</a:t>
                </a:r>
              </a:p>
            </p:txBody>
          </p:sp>
          <p:sp>
            <p:nvSpPr>
              <p:cNvPr id="8149" name="文本框 8148"/>
              <p:cNvSpPr txBox="1"/>
              <p:nvPr/>
            </p:nvSpPr>
            <p:spPr>
              <a:xfrm>
                <a:off x="4625111" y="2823034"/>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0.0400</a:t>
                </a:r>
              </a:p>
            </p:txBody>
          </p:sp>
          <p:sp>
            <p:nvSpPr>
              <p:cNvPr id="8150" name="文本框 8149"/>
              <p:cNvSpPr txBox="1"/>
              <p:nvPr/>
            </p:nvSpPr>
            <p:spPr>
              <a:xfrm>
                <a:off x="4665306" y="2767796"/>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0.0040</a:t>
                </a:r>
              </a:p>
            </p:txBody>
          </p:sp>
          <p:sp>
            <p:nvSpPr>
              <p:cNvPr id="8151" name="文本框 8150"/>
              <p:cNvSpPr txBox="1"/>
              <p:nvPr/>
            </p:nvSpPr>
            <p:spPr>
              <a:xfrm>
                <a:off x="4669164" y="271251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2" name="文本框 8151"/>
              <p:cNvSpPr txBox="1"/>
              <p:nvPr/>
            </p:nvSpPr>
            <p:spPr>
              <a:xfrm>
                <a:off x="4688662" y="2657275"/>
                <a:ext cx="35666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&lt; 0.0001</a:t>
                </a:r>
              </a:p>
            </p:txBody>
          </p:sp>
          <p:sp>
            <p:nvSpPr>
              <p:cNvPr id="8153" name="文本框 8152"/>
              <p:cNvSpPr txBox="1"/>
              <p:nvPr/>
            </p:nvSpPr>
            <p:spPr>
              <a:xfrm>
                <a:off x="4766360" y="2600220"/>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4" name="文本框 8153"/>
              <p:cNvSpPr txBox="1"/>
              <p:nvPr/>
            </p:nvSpPr>
            <p:spPr>
              <a:xfrm>
                <a:off x="4785858" y="254498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5" name="文本框 8154"/>
              <p:cNvSpPr txBox="1"/>
              <p:nvPr/>
            </p:nvSpPr>
            <p:spPr>
              <a:xfrm>
                <a:off x="4820907" y="2489699"/>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0.0070</a:t>
                </a:r>
              </a:p>
            </p:txBody>
          </p:sp>
          <p:sp>
            <p:nvSpPr>
              <p:cNvPr id="8157" name="文本框 8156"/>
              <p:cNvSpPr txBox="1"/>
              <p:nvPr/>
            </p:nvSpPr>
            <p:spPr>
              <a:xfrm>
                <a:off x="4465144" y="2877117"/>
                <a:ext cx="28892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100</a:t>
                </a:r>
              </a:p>
            </p:txBody>
          </p:sp>
          <p:sp>
            <p:nvSpPr>
              <p:cNvPr id="8158" name="文本框 8157"/>
              <p:cNvSpPr txBox="1"/>
              <p:nvPr/>
            </p:nvSpPr>
            <p:spPr>
              <a:xfrm>
                <a:off x="4465144" y="2722984"/>
                <a:ext cx="28892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200</a:t>
                </a:r>
              </a:p>
            </p:txBody>
          </p:sp>
          <p:sp>
            <p:nvSpPr>
              <p:cNvPr id="8159" name="文本框 8158"/>
              <p:cNvSpPr txBox="1"/>
              <p:nvPr/>
            </p:nvSpPr>
            <p:spPr>
              <a:xfrm>
                <a:off x="4465144" y="2604682"/>
                <a:ext cx="28892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300</a:t>
                </a:r>
              </a:p>
            </p:txBody>
          </p:sp>
          <p:sp>
            <p:nvSpPr>
              <p:cNvPr id="8160" name="文本框 8159"/>
              <p:cNvSpPr txBox="1"/>
              <p:nvPr/>
            </p:nvSpPr>
            <p:spPr>
              <a:xfrm>
                <a:off x="4465144" y="2504974"/>
                <a:ext cx="28892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400</a:t>
                </a:r>
              </a:p>
            </p:txBody>
          </p:sp>
          <p:sp>
            <p:nvSpPr>
              <p:cNvPr id="8171" name="文本框 8170"/>
              <p:cNvSpPr txBox="1"/>
              <p:nvPr/>
            </p:nvSpPr>
            <p:spPr>
              <a:xfrm rot="16200000">
                <a:off x="4205174" y="2869828"/>
                <a:ext cx="631904"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Elution score</a:t>
                </a:r>
              </a:p>
            </p:txBody>
          </p:sp>
          <p:sp>
            <p:nvSpPr>
              <p:cNvPr id="8172" name="文本框 8171"/>
              <p:cNvSpPr txBox="1"/>
              <p:nvPr/>
            </p:nvSpPr>
            <p:spPr>
              <a:xfrm>
                <a:off x="5342943" y="2858401"/>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0.0007</a:t>
                </a:r>
              </a:p>
            </p:txBody>
          </p:sp>
          <p:sp>
            <p:nvSpPr>
              <p:cNvPr id="8173" name="文本框 8172"/>
              <p:cNvSpPr txBox="1"/>
              <p:nvPr/>
            </p:nvSpPr>
            <p:spPr>
              <a:xfrm>
                <a:off x="5362442" y="2807732"/>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0.0220</a:t>
                </a:r>
              </a:p>
            </p:txBody>
          </p:sp>
          <p:sp>
            <p:nvSpPr>
              <p:cNvPr id="8174" name="文本框 8173"/>
              <p:cNvSpPr txBox="1"/>
              <p:nvPr/>
            </p:nvSpPr>
            <p:spPr>
              <a:xfrm>
                <a:off x="5366299" y="275706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75" name="文本框 8174"/>
              <p:cNvSpPr txBox="1"/>
              <p:nvPr/>
            </p:nvSpPr>
            <p:spPr>
              <a:xfrm>
                <a:off x="5402736" y="2706440"/>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0.0110</a:t>
                </a:r>
              </a:p>
            </p:txBody>
          </p:sp>
          <p:sp>
            <p:nvSpPr>
              <p:cNvPr id="8176" name="文本框 8175"/>
              <p:cNvSpPr txBox="1"/>
              <p:nvPr/>
            </p:nvSpPr>
            <p:spPr>
              <a:xfrm>
                <a:off x="5440390" y="2655771"/>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0.0290</a:t>
                </a:r>
              </a:p>
            </p:txBody>
          </p:sp>
          <p:sp>
            <p:nvSpPr>
              <p:cNvPr id="8177" name="文本框 8176"/>
              <p:cNvSpPr txBox="1"/>
              <p:nvPr/>
            </p:nvSpPr>
            <p:spPr>
              <a:xfrm>
                <a:off x="5479341" y="2605103"/>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0.0030</a:t>
                </a:r>
              </a:p>
            </p:txBody>
          </p:sp>
          <p:sp>
            <p:nvSpPr>
              <p:cNvPr id="8178" name="文本框 8177"/>
              <p:cNvSpPr txBox="1"/>
              <p:nvPr/>
            </p:nvSpPr>
            <p:spPr>
              <a:xfrm>
                <a:off x="5518338" y="2554479"/>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0.0090</a:t>
                </a:r>
              </a:p>
            </p:txBody>
          </p:sp>
          <p:sp>
            <p:nvSpPr>
              <p:cNvPr id="8179" name="文本框 8178"/>
              <p:cNvSpPr txBox="1"/>
              <p:nvPr/>
            </p:nvSpPr>
            <p:spPr>
              <a:xfrm>
                <a:off x="5217611" y="3050807"/>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180" name="文本框 8179"/>
              <p:cNvSpPr txBox="1"/>
              <p:nvPr/>
            </p:nvSpPr>
            <p:spPr>
              <a:xfrm>
                <a:off x="5217611" y="2844921"/>
                <a:ext cx="2094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5</a:t>
                </a:r>
              </a:p>
            </p:txBody>
          </p:sp>
          <p:sp>
            <p:nvSpPr>
              <p:cNvPr id="8181" name="文本框 8180"/>
              <p:cNvSpPr txBox="1"/>
              <p:nvPr/>
            </p:nvSpPr>
            <p:spPr>
              <a:xfrm>
                <a:off x="5187914" y="2666778"/>
                <a:ext cx="249164"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a:t>
                </a:r>
              </a:p>
            </p:txBody>
          </p:sp>
          <p:sp>
            <p:nvSpPr>
              <p:cNvPr id="8192" name="文本框 8191"/>
              <p:cNvSpPr txBox="1"/>
              <p:nvPr/>
            </p:nvSpPr>
            <p:spPr>
              <a:xfrm rot="16200000">
                <a:off x="4876375" y="2851813"/>
                <a:ext cx="697627"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Hydrophobicity</a:t>
                </a:r>
              </a:p>
            </p:txBody>
          </p:sp>
          <p:sp>
            <p:nvSpPr>
              <p:cNvPr id="8193" name="文本框 8192"/>
              <p:cNvSpPr txBox="1"/>
              <p:nvPr/>
            </p:nvSpPr>
            <p:spPr>
              <a:xfrm>
                <a:off x="3766225" y="1014537"/>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0.80</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4" name="文本框 8193"/>
              <p:cNvSpPr txBox="1"/>
              <p:nvPr/>
            </p:nvSpPr>
            <p:spPr>
              <a:xfrm>
                <a:off x="4262126" y="103985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0.76</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5" name="文本框 8194"/>
              <p:cNvSpPr txBox="1"/>
              <p:nvPr/>
            </p:nvSpPr>
            <p:spPr>
              <a:xfrm>
                <a:off x="4773506" y="102460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0.81</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6" name="文本框 8195"/>
              <p:cNvSpPr txBox="1"/>
              <p:nvPr/>
            </p:nvSpPr>
            <p:spPr>
              <a:xfrm>
                <a:off x="5294735" y="99705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7" name="文本框 8196"/>
              <p:cNvSpPr txBox="1"/>
              <p:nvPr/>
            </p:nvSpPr>
            <p:spPr>
              <a:xfrm>
                <a:off x="3240916" y="1736800"/>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8" name="文本框 8197"/>
              <p:cNvSpPr txBox="1"/>
              <p:nvPr/>
            </p:nvSpPr>
            <p:spPr>
              <a:xfrm>
                <a:off x="3749153" y="173179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0.81</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9" name="文本框 8198"/>
              <p:cNvSpPr txBox="1"/>
              <p:nvPr/>
            </p:nvSpPr>
            <p:spPr>
              <a:xfrm>
                <a:off x="4232097" y="172473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0.98</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0" name="文本框 8199"/>
              <p:cNvSpPr txBox="1"/>
              <p:nvPr/>
            </p:nvSpPr>
            <p:spPr>
              <a:xfrm>
                <a:off x="4713770" y="173179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0.48</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1" name="文本框 8200"/>
              <p:cNvSpPr txBox="1"/>
              <p:nvPr/>
            </p:nvSpPr>
            <p:spPr>
              <a:xfrm>
                <a:off x="5271494" y="1713171"/>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0.84</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2" name="文本框 8201"/>
              <p:cNvSpPr txBox="1"/>
              <p:nvPr/>
            </p:nvSpPr>
            <p:spPr>
              <a:xfrm>
                <a:off x="3249931" y="2289900"/>
                <a:ext cx="2534643" cy="169277"/>
              </a:xfrm>
              <a:prstGeom prst="rect">
                <a:avLst/>
              </a:prstGeom>
              <a:noFill/>
            </p:spPr>
            <p:txBody>
              <a:bodyPr wrap="none" rtlCol="0">
                <a:spAutoFit/>
              </a:bodyPr>
              <a:lstStyle/>
              <a:p>
                <a:r>
                  <a:rPr lang="en-US" altLang="zh-CN" sz="500" dirty="0">
                    <a:latin typeface="Arial" panose="020B0604020202090204" pitchFamily="34" charset="0"/>
                    <a:cs typeface="Arial" panose="020B0604020202090204" pitchFamily="34" charset="0"/>
                  </a:rPr>
                  <a:t>0    30  60  90120 0   30   60  90120 0   30  60  90120  0   30   60 90 120 0  30  60   90  120 </a:t>
                </a:r>
                <a:endParaRPr lang="zh-CN" altLang="en-US" sz="500" dirty="0">
                  <a:latin typeface="Arial" panose="020B0604020202090204" pitchFamily="34" charset="0"/>
                  <a:cs typeface="Arial" panose="020B0604020202090204" pitchFamily="34" charset="0"/>
                </a:endParaRPr>
              </a:p>
            </p:txBody>
          </p:sp>
          <p:sp>
            <p:nvSpPr>
              <p:cNvPr id="8203" name="文本框 8202"/>
              <p:cNvSpPr txBox="1"/>
              <p:nvPr/>
            </p:nvSpPr>
            <p:spPr>
              <a:xfrm rot="18900000">
                <a:off x="3269437" y="3414182"/>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Canonical</a:t>
                </a:r>
              </a:p>
            </p:txBody>
          </p:sp>
          <p:sp>
            <p:nvSpPr>
              <p:cNvPr id="8206" name="文本框 8205"/>
              <p:cNvSpPr txBox="1"/>
              <p:nvPr/>
            </p:nvSpPr>
            <p:spPr>
              <a:xfrm rot="18900000">
                <a:off x="3363349" y="3393921"/>
                <a:ext cx="32868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lncRNA</a:t>
                </a:r>
              </a:p>
            </p:txBody>
          </p:sp>
          <p:sp>
            <p:nvSpPr>
              <p:cNvPr id="8207" name="文本框 8206"/>
              <p:cNvSpPr txBox="1"/>
              <p:nvPr/>
            </p:nvSpPr>
            <p:spPr>
              <a:xfrm rot="18900000">
                <a:off x="3315486" y="3437319"/>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08" name="文本框 8207"/>
              <p:cNvSpPr txBox="1"/>
              <p:nvPr/>
            </p:nvSpPr>
            <p:spPr>
              <a:xfrm rot="18900000">
                <a:off x="3506359" y="3398794"/>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dORF</a:t>
                </a:r>
              </a:p>
            </p:txBody>
          </p:sp>
          <p:sp>
            <p:nvSpPr>
              <p:cNvPr id="8210" name="文本框 8209"/>
              <p:cNvSpPr txBox="1"/>
              <p:nvPr/>
            </p:nvSpPr>
            <p:spPr>
              <a:xfrm rot="18900000">
                <a:off x="3563916" y="3407168"/>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uORF</a:t>
                </a:r>
              </a:p>
            </p:txBody>
          </p:sp>
          <p:sp>
            <p:nvSpPr>
              <p:cNvPr id="8211" name="文本框 8210"/>
              <p:cNvSpPr txBox="1"/>
              <p:nvPr/>
            </p:nvSpPr>
            <p:spPr>
              <a:xfrm rot="18900000">
                <a:off x="3655857" y="3401540"/>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Other</a:t>
                </a:r>
              </a:p>
            </p:txBody>
          </p:sp>
          <p:grpSp>
            <p:nvGrpSpPr>
              <p:cNvPr id="8213" name="组合 8212"/>
              <p:cNvGrpSpPr/>
              <p:nvPr/>
            </p:nvGrpSpPr>
            <p:grpSpPr>
              <a:xfrm>
                <a:off x="3789204" y="3373631"/>
                <a:ext cx="857444" cy="245009"/>
                <a:chOff x="604290" y="7396158"/>
                <a:chExt cx="857444" cy="245009"/>
              </a:xfrm>
            </p:grpSpPr>
            <p:sp>
              <p:nvSpPr>
                <p:cNvPr id="8215" name="文本框 8214"/>
                <p:cNvSpPr txBox="1"/>
                <p:nvPr/>
              </p:nvSpPr>
              <p:spPr>
                <a:xfrm rot="18900000">
                  <a:off x="634436" y="7403522"/>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3' dORF</a:t>
                  </a:r>
                </a:p>
              </p:txBody>
            </p:sp>
            <p:sp>
              <p:nvSpPr>
                <p:cNvPr id="8216" name="文本框 8215"/>
                <p:cNvSpPr txBox="1"/>
                <p:nvPr/>
              </p:nvSpPr>
              <p:spPr>
                <a:xfrm rot="18900000">
                  <a:off x="604290" y="7437376"/>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Pseudogene</a:t>
                  </a:r>
                </a:p>
              </p:txBody>
            </p:sp>
            <p:sp>
              <p:nvSpPr>
                <p:cNvPr id="8217" name="文本框 8216"/>
                <p:cNvSpPr txBox="1"/>
                <p:nvPr/>
              </p:nvSpPr>
              <p:spPr>
                <a:xfrm rot="18900000">
                  <a:off x="750779" y="7400007"/>
                  <a:ext cx="328684"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lncRNA</a:t>
                  </a:r>
                </a:p>
              </p:txBody>
            </p:sp>
            <p:sp>
              <p:nvSpPr>
                <p:cNvPr id="8218" name="文本框 8217"/>
                <p:cNvSpPr txBox="1"/>
                <p:nvPr/>
              </p:nvSpPr>
              <p:spPr>
                <a:xfrm rot="18900000">
                  <a:off x="628349" y="7487279"/>
                  <a:ext cx="524541"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5' Overlap uORF</a:t>
                  </a:r>
                </a:p>
              </p:txBody>
            </p:sp>
            <p:sp>
              <p:nvSpPr>
                <p:cNvPr id="8219" name="文本框 8218"/>
                <p:cNvSpPr txBox="1"/>
                <p:nvPr/>
              </p:nvSpPr>
              <p:spPr>
                <a:xfrm rot="18900000">
                  <a:off x="750599" y="7450809"/>
                  <a:ext cx="456801"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Out-of-Frame</a:t>
                  </a:r>
                </a:p>
              </p:txBody>
            </p:sp>
            <p:sp>
              <p:nvSpPr>
                <p:cNvPr id="8220" name="文本框 8219"/>
                <p:cNvSpPr txBox="1"/>
                <p:nvPr/>
              </p:nvSpPr>
              <p:spPr>
                <a:xfrm rot="18900000">
                  <a:off x="749322" y="7480014"/>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3' Overlap dORF</a:t>
                  </a:r>
                </a:p>
              </p:txBody>
            </p:sp>
            <p:sp>
              <p:nvSpPr>
                <p:cNvPr id="8221" name="文本框 8220"/>
                <p:cNvSpPr txBox="1"/>
                <p:nvPr/>
              </p:nvSpPr>
              <p:spPr>
                <a:xfrm rot="18900000">
                  <a:off x="858628" y="7452637"/>
                  <a:ext cx="459747"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Novel isoform</a:t>
                  </a:r>
                </a:p>
              </p:txBody>
            </p:sp>
            <p:sp>
              <p:nvSpPr>
                <p:cNvPr id="8222" name="文本框 8221"/>
                <p:cNvSpPr txBox="1"/>
                <p:nvPr/>
              </p:nvSpPr>
              <p:spPr>
                <a:xfrm rot="18900000">
                  <a:off x="990764" y="7421044"/>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Canonical</a:t>
                  </a:r>
                </a:p>
              </p:txBody>
            </p:sp>
            <p:sp>
              <p:nvSpPr>
                <p:cNvPr id="8223" name="文本框 8222"/>
                <p:cNvSpPr txBox="1"/>
                <p:nvPr/>
              </p:nvSpPr>
              <p:spPr>
                <a:xfrm rot="18900000">
                  <a:off x="1067961" y="7421021"/>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5' uORF</a:t>
                  </a:r>
                </a:p>
              </p:txBody>
            </p:sp>
            <p:sp>
              <p:nvSpPr>
                <p:cNvPr id="8224" name="文本框 8223"/>
                <p:cNvSpPr txBox="1"/>
                <p:nvPr/>
              </p:nvSpPr>
              <p:spPr>
                <a:xfrm rot="18900000">
                  <a:off x="1172809" y="7396158"/>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Other</a:t>
                  </a:r>
                </a:p>
              </p:txBody>
            </p:sp>
          </p:grpSp>
          <p:grpSp>
            <p:nvGrpSpPr>
              <p:cNvPr id="8225" name="组合 8224"/>
              <p:cNvGrpSpPr/>
              <p:nvPr/>
            </p:nvGrpSpPr>
            <p:grpSpPr>
              <a:xfrm>
                <a:off x="4396616" y="3360709"/>
                <a:ext cx="922258" cy="241107"/>
                <a:chOff x="2851397" y="7403610"/>
                <a:chExt cx="922258" cy="241107"/>
              </a:xfrm>
            </p:grpSpPr>
            <p:sp>
              <p:nvSpPr>
                <p:cNvPr id="8226" name="文本框 8225"/>
                <p:cNvSpPr txBox="1"/>
                <p:nvPr/>
              </p:nvSpPr>
              <p:spPr>
                <a:xfrm rot="18900000">
                  <a:off x="2851397" y="7441996"/>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27" name="文本框 8226"/>
                <p:cNvSpPr txBox="1"/>
                <p:nvPr/>
              </p:nvSpPr>
              <p:spPr>
                <a:xfrm rot="18900000">
                  <a:off x="3049772" y="7490829"/>
                  <a:ext cx="524541"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5' Overlap uORF</a:t>
                  </a:r>
                </a:p>
              </p:txBody>
            </p:sp>
            <p:sp>
              <p:nvSpPr>
                <p:cNvPr id="8228" name="文本框 8227"/>
                <p:cNvSpPr txBox="1"/>
                <p:nvPr/>
              </p:nvSpPr>
              <p:spPr>
                <a:xfrm rot="18900000">
                  <a:off x="3102827" y="7489239"/>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grpSp>
              <p:nvGrpSpPr>
                <p:cNvPr id="8229" name="组合 8228"/>
                <p:cNvGrpSpPr/>
                <p:nvPr/>
              </p:nvGrpSpPr>
              <p:grpSpPr>
                <a:xfrm>
                  <a:off x="2992740" y="7403610"/>
                  <a:ext cx="780915" cy="214955"/>
                  <a:chOff x="2977791" y="7403610"/>
                  <a:chExt cx="780915" cy="214955"/>
                </a:xfrm>
              </p:grpSpPr>
              <p:sp>
                <p:nvSpPr>
                  <p:cNvPr id="8230" name="文本框 8229"/>
                  <p:cNvSpPr txBox="1"/>
                  <p:nvPr/>
                </p:nvSpPr>
                <p:spPr>
                  <a:xfrm rot="18900000">
                    <a:off x="3011917" y="7403610"/>
                    <a:ext cx="28892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Other</a:t>
                    </a:r>
                  </a:p>
                </p:txBody>
              </p:sp>
              <p:sp>
                <p:nvSpPr>
                  <p:cNvPr id="8231" name="文本框 8230"/>
                  <p:cNvSpPr txBox="1"/>
                  <p:nvPr/>
                </p:nvSpPr>
                <p:spPr>
                  <a:xfrm rot="18900000">
                    <a:off x="2984951" y="7433162"/>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Canonical</a:t>
                    </a:r>
                  </a:p>
                </p:txBody>
              </p:sp>
              <p:sp>
                <p:nvSpPr>
                  <p:cNvPr id="8232" name="文本框 8231"/>
                  <p:cNvSpPr txBox="1"/>
                  <p:nvPr/>
                </p:nvSpPr>
                <p:spPr>
                  <a:xfrm rot="18900000">
                    <a:off x="2977791" y="7464424"/>
                    <a:ext cx="45680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33" name="文本框 8232"/>
                  <p:cNvSpPr txBox="1"/>
                  <p:nvPr/>
                </p:nvSpPr>
                <p:spPr>
                  <a:xfrm rot="18900000">
                    <a:off x="3150955" y="7414685"/>
                    <a:ext cx="3286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lncRNA</a:t>
                    </a:r>
                  </a:p>
                </p:txBody>
              </p:sp>
              <p:sp>
                <p:nvSpPr>
                  <p:cNvPr id="8234" name="文本框 8233"/>
                  <p:cNvSpPr txBox="1"/>
                  <p:nvPr/>
                </p:nvSpPr>
                <p:spPr>
                  <a:xfrm rot="18900000">
                    <a:off x="3293374" y="7432378"/>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uORF</a:t>
                    </a:r>
                  </a:p>
                </p:txBody>
              </p:sp>
              <p:sp>
                <p:nvSpPr>
                  <p:cNvPr id="8235" name="文本框 8234"/>
                  <p:cNvSpPr txBox="1"/>
                  <p:nvPr/>
                </p:nvSpPr>
                <p:spPr>
                  <a:xfrm rot="18900000">
                    <a:off x="3248591" y="7464677"/>
                    <a:ext cx="45974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36" name="文本框 8235"/>
                  <p:cNvSpPr txBox="1"/>
                  <p:nvPr/>
                </p:nvSpPr>
                <p:spPr>
                  <a:xfrm rot="18900000">
                    <a:off x="3413822" y="7421255"/>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3' dORF</a:t>
                    </a:r>
                  </a:p>
                </p:txBody>
              </p:sp>
            </p:grpSp>
          </p:grpSp>
          <p:grpSp>
            <p:nvGrpSpPr>
              <p:cNvPr id="8237" name="组合 8236"/>
              <p:cNvGrpSpPr/>
              <p:nvPr/>
            </p:nvGrpSpPr>
            <p:grpSpPr>
              <a:xfrm>
                <a:off x="4991640" y="3369051"/>
                <a:ext cx="1011439" cy="248407"/>
                <a:chOff x="4998136" y="7413025"/>
                <a:chExt cx="1011439" cy="248407"/>
              </a:xfrm>
            </p:grpSpPr>
            <p:sp>
              <p:nvSpPr>
                <p:cNvPr id="8238" name="文本框 8237"/>
                <p:cNvSpPr txBox="1"/>
                <p:nvPr/>
              </p:nvSpPr>
              <p:spPr>
                <a:xfrm rot="18900000">
                  <a:off x="4998136" y="7507544"/>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Overlap uORF</a:t>
                  </a:r>
                </a:p>
              </p:txBody>
            </p:sp>
            <p:sp>
              <p:nvSpPr>
                <p:cNvPr id="8239" name="文本框 8238"/>
                <p:cNvSpPr txBox="1"/>
                <p:nvPr/>
              </p:nvSpPr>
              <p:spPr>
                <a:xfrm rot="18900000">
                  <a:off x="5144594" y="7464809"/>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40" name="文本框 8239"/>
                <p:cNvSpPr txBox="1"/>
                <p:nvPr/>
              </p:nvSpPr>
              <p:spPr>
                <a:xfrm rot="18900000">
                  <a:off x="5175824" y="7477694"/>
                  <a:ext cx="459747"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41" name="文本框 8240"/>
                <p:cNvSpPr txBox="1"/>
                <p:nvPr/>
              </p:nvSpPr>
              <p:spPr>
                <a:xfrm rot="18900000">
                  <a:off x="5339237" y="7442567"/>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5' uORF</a:t>
                  </a:r>
                </a:p>
              </p:txBody>
            </p:sp>
            <p:sp>
              <p:nvSpPr>
                <p:cNvPr id="8242" name="文本框 8241"/>
                <p:cNvSpPr txBox="1"/>
                <p:nvPr/>
              </p:nvSpPr>
              <p:spPr>
                <a:xfrm rot="18900000">
                  <a:off x="5367999" y="7445159"/>
                  <a:ext cx="380226"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Canonical</a:t>
                  </a:r>
                </a:p>
              </p:txBody>
            </p:sp>
            <p:sp>
              <p:nvSpPr>
                <p:cNvPr id="8243" name="文本框 8242"/>
                <p:cNvSpPr txBox="1"/>
                <p:nvPr/>
              </p:nvSpPr>
              <p:spPr>
                <a:xfrm rot="18900000">
                  <a:off x="5462156" y="7434163"/>
                  <a:ext cx="3286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lncRNA</a:t>
                  </a:r>
                </a:p>
              </p:txBody>
            </p:sp>
            <p:sp>
              <p:nvSpPr>
                <p:cNvPr id="8244" name="文本框 8243"/>
                <p:cNvSpPr txBox="1"/>
                <p:nvPr/>
              </p:nvSpPr>
              <p:spPr>
                <a:xfrm rot="18900000">
                  <a:off x="5403885" y="7474437"/>
                  <a:ext cx="45680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45" name="文本框 8244"/>
                <p:cNvSpPr txBox="1"/>
                <p:nvPr/>
              </p:nvSpPr>
              <p:spPr>
                <a:xfrm rot="18900000">
                  <a:off x="5399769" y="7499838"/>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sp>
              <p:nvSpPr>
                <p:cNvPr id="8246" name="文本框 8245"/>
                <p:cNvSpPr txBox="1"/>
                <p:nvPr/>
              </p:nvSpPr>
              <p:spPr>
                <a:xfrm rot="18900000">
                  <a:off x="5653719" y="7413025"/>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Other</a:t>
                  </a:r>
                </a:p>
              </p:txBody>
            </p:sp>
            <p:sp>
              <p:nvSpPr>
                <p:cNvPr id="8247" name="文本框 8246"/>
                <p:cNvSpPr txBox="1"/>
                <p:nvPr/>
              </p:nvSpPr>
              <p:spPr>
                <a:xfrm rot="18900000">
                  <a:off x="5664691" y="7438359"/>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dORF</a:t>
                  </a:r>
                </a:p>
              </p:txBody>
            </p:sp>
          </p:grpSp>
          <p:sp>
            <p:nvSpPr>
              <p:cNvPr id="8460" name="文本框 8459"/>
              <p:cNvSpPr txBox="1"/>
              <p:nvPr/>
            </p:nvSpPr>
            <p:spPr>
              <a:xfrm>
                <a:off x="4533814" y="3242339"/>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461" name="文本框 8460"/>
              <p:cNvSpPr txBox="1"/>
              <p:nvPr/>
            </p:nvSpPr>
            <p:spPr>
              <a:xfrm>
                <a:off x="3914358" y="3238697"/>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462" name="文本框 8461"/>
              <p:cNvSpPr txBox="1"/>
              <p:nvPr/>
            </p:nvSpPr>
            <p:spPr>
              <a:xfrm>
                <a:off x="3217978" y="3253396"/>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grpSp>
        <p:sp>
          <p:nvSpPr>
            <p:cNvPr id="8463" name="文本框 8462"/>
            <p:cNvSpPr txBox="1"/>
            <p:nvPr/>
          </p:nvSpPr>
          <p:spPr>
            <a:xfrm>
              <a:off x="2974749" y="2246078"/>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c</a:t>
              </a:r>
              <a:endParaRPr kumimoji="1" lang="zh-CN" altLang="en-US" sz="2000" dirty="0">
                <a:latin typeface="Arial" panose="020B0604020202090204" pitchFamily="34" charset="0"/>
                <a:cs typeface="Arial" panose="020B0604020202090204" pitchFamily="34" charset="0"/>
              </a:endParaRPr>
            </a:p>
          </p:txBody>
        </p:sp>
        <p:sp>
          <p:nvSpPr>
            <p:cNvPr id="8464" name="文本框 8463"/>
            <p:cNvSpPr txBox="1"/>
            <p:nvPr/>
          </p:nvSpPr>
          <p:spPr>
            <a:xfrm>
              <a:off x="2951018" y="3455862"/>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d</a:t>
              </a:r>
              <a:endParaRPr kumimoji="1" lang="zh-CN" altLang="en-US" sz="2000" dirty="0">
                <a:latin typeface="Arial" panose="020B0604020202090204" pitchFamily="34" charset="0"/>
                <a:cs typeface="Arial" panose="020B0604020202090204" pitchFamily="34" charset="0"/>
              </a:endParaRPr>
            </a:p>
          </p:txBody>
        </p:sp>
        <p:grpSp>
          <p:nvGrpSpPr>
            <p:cNvPr id="8467" name="图形 8465"/>
            <p:cNvGrpSpPr/>
            <p:nvPr/>
          </p:nvGrpSpPr>
          <p:grpSpPr>
            <a:xfrm>
              <a:off x="5125535" y="3658006"/>
              <a:ext cx="1174536" cy="1060512"/>
              <a:chOff x="4801142" y="3720001"/>
              <a:chExt cx="1388031" cy="1060512"/>
            </a:xfrm>
          </p:grpSpPr>
          <p:sp>
            <p:nvSpPr>
              <p:cNvPr id="8468" name="任意多边形: 形状 8467"/>
              <p:cNvSpPr/>
              <p:nvPr/>
            </p:nvSpPr>
            <p:spPr>
              <a:xfrm>
                <a:off x="5135958" y="3720001"/>
                <a:ext cx="1053215" cy="1003326"/>
              </a:xfrm>
              <a:custGeom>
                <a:avLst/>
                <a:gdLst>
                  <a:gd name="csX0" fmla="*/ 0 w 1053215"/>
                  <a:gd name="csY0" fmla="*/ 0 h 1003326"/>
                  <a:gd name="csX1" fmla="*/ 1053215 w 1053215"/>
                  <a:gd name="csY1" fmla="*/ 0 h 1003326"/>
                  <a:gd name="csX2" fmla="*/ 1053215 w 1053215"/>
                  <a:gd name="csY2" fmla="*/ 1003326 h 1003326"/>
                  <a:gd name="csX3" fmla="*/ 0 w 1053215"/>
                  <a:gd name="csY3" fmla="*/ 1003326 h 1003326"/>
                </a:gdLst>
                <a:ahLst/>
                <a:cxnLst>
                  <a:cxn ang="0">
                    <a:pos x="csX0" y="csY0"/>
                  </a:cxn>
                  <a:cxn ang="0">
                    <a:pos x="csX1" y="csY1"/>
                  </a:cxn>
                  <a:cxn ang="0">
                    <a:pos x="csX2" y="csY2"/>
                  </a:cxn>
                  <a:cxn ang="0">
                    <a:pos x="csX3" y="csY3"/>
                  </a:cxn>
                </a:cxnLst>
                <a:rect l="l" t="t" r="r" b="b"/>
                <a:pathLst>
                  <a:path w="1053215" h="1003326">
                    <a:moveTo>
                      <a:pt x="0" y="0"/>
                    </a:moveTo>
                    <a:lnTo>
                      <a:pt x="1053215" y="0"/>
                    </a:lnTo>
                    <a:lnTo>
                      <a:pt x="1053215" y="1003326"/>
                    </a:lnTo>
                    <a:lnTo>
                      <a:pt x="0" y="1003326"/>
                    </a:lnTo>
                    <a:close/>
                  </a:path>
                </a:pathLst>
              </a:custGeom>
              <a:solidFill>
                <a:srgbClr val="FFFFFF"/>
              </a:solidFill>
              <a:ln w="1617" cap="rnd">
                <a:noFill/>
                <a:prstDash val="solid"/>
                <a:round/>
              </a:ln>
            </p:spPr>
            <p:txBody>
              <a:bodyPr/>
              <a:lstStyle/>
              <a:p>
                <a:endParaRPr lang="zh-CN" altLang="en-US"/>
              </a:p>
            </p:txBody>
          </p:sp>
          <p:grpSp>
            <p:nvGrpSpPr>
              <p:cNvPr id="8469" name="图形 8465"/>
              <p:cNvGrpSpPr/>
              <p:nvPr/>
            </p:nvGrpSpPr>
            <p:grpSpPr>
              <a:xfrm>
                <a:off x="4801142" y="3734837"/>
                <a:ext cx="1366625" cy="1045676"/>
                <a:chOff x="4801142" y="3734837"/>
                <a:chExt cx="1366625" cy="1045676"/>
              </a:xfrm>
            </p:grpSpPr>
            <p:sp>
              <p:nvSpPr>
                <p:cNvPr id="8482" name="文本框 8481"/>
                <p:cNvSpPr txBox="1"/>
                <p:nvPr/>
              </p:nvSpPr>
              <p:spPr>
                <a:xfrm>
                  <a:off x="4801142" y="3825245"/>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3.47(3.28~3.67)</a:t>
                  </a:r>
                </a:p>
              </p:txBody>
            </p:sp>
            <p:sp>
              <p:nvSpPr>
                <p:cNvPr id="8483" name="文本框 8482"/>
                <p:cNvSpPr txBox="1"/>
                <p:nvPr/>
              </p:nvSpPr>
              <p:spPr>
                <a:xfrm>
                  <a:off x="4807815" y="3898261"/>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2.93(2.87~2.99)</a:t>
                  </a:r>
                </a:p>
              </p:txBody>
            </p:sp>
            <p:sp>
              <p:nvSpPr>
                <p:cNvPr id="8484" name="文本框 8483"/>
                <p:cNvSpPr txBox="1"/>
                <p:nvPr/>
              </p:nvSpPr>
              <p:spPr>
                <a:xfrm>
                  <a:off x="4810205" y="3977189"/>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0.51(0.47~0.55)</a:t>
                  </a:r>
                </a:p>
              </p:txBody>
            </p:sp>
            <p:sp>
              <p:nvSpPr>
                <p:cNvPr id="8485" name="文本框 8484"/>
                <p:cNvSpPr txBox="1"/>
                <p:nvPr/>
              </p:nvSpPr>
              <p:spPr>
                <a:xfrm>
                  <a:off x="4811388" y="4134962"/>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0.22(0.18~0.26)</a:t>
                  </a:r>
                </a:p>
              </p:txBody>
            </p:sp>
            <p:sp>
              <p:nvSpPr>
                <p:cNvPr id="8486" name="文本框 8485"/>
                <p:cNvSpPr txBox="1"/>
                <p:nvPr/>
              </p:nvSpPr>
              <p:spPr>
                <a:xfrm>
                  <a:off x="4810199" y="4056146"/>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0.17(0.15~0.19)</a:t>
                  </a:r>
                </a:p>
              </p:txBody>
            </p:sp>
            <p:sp>
              <p:nvSpPr>
                <p:cNvPr id="8487" name="文本框 8486"/>
                <p:cNvSpPr txBox="1"/>
                <p:nvPr/>
              </p:nvSpPr>
              <p:spPr>
                <a:xfrm>
                  <a:off x="4834284" y="4213946"/>
                  <a:ext cx="706983"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0.1(0.09~0.11)</a:t>
                  </a:r>
                </a:p>
              </p:txBody>
            </p:sp>
            <p:sp>
              <p:nvSpPr>
                <p:cNvPr id="8488" name="文本框 8487"/>
                <p:cNvSpPr txBox="1"/>
                <p:nvPr/>
              </p:nvSpPr>
              <p:spPr>
                <a:xfrm>
                  <a:off x="4834008" y="4529492"/>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0.04(0.02~0.09)</a:t>
                  </a:r>
                </a:p>
              </p:txBody>
            </p:sp>
            <p:sp>
              <p:nvSpPr>
                <p:cNvPr id="8489" name="文本框 8488"/>
                <p:cNvSpPr txBox="1"/>
                <p:nvPr/>
              </p:nvSpPr>
              <p:spPr>
                <a:xfrm>
                  <a:off x="4820921" y="4292930"/>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0.03(0.03~0.04)</a:t>
                  </a:r>
                </a:p>
              </p:txBody>
            </p:sp>
            <p:sp>
              <p:nvSpPr>
                <p:cNvPr id="8490" name="文本框 8489"/>
                <p:cNvSpPr txBox="1"/>
                <p:nvPr/>
              </p:nvSpPr>
              <p:spPr>
                <a:xfrm>
                  <a:off x="4837584" y="4450703"/>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0.03(0.02~0.03)</a:t>
                  </a:r>
                </a:p>
              </p:txBody>
            </p:sp>
            <p:sp>
              <p:nvSpPr>
                <p:cNvPr id="8491" name="文本框 8490"/>
                <p:cNvSpPr txBox="1"/>
                <p:nvPr/>
              </p:nvSpPr>
              <p:spPr>
                <a:xfrm>
                  <a:off x="4825674" y="4371887"/>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0.01(0.01~0.02)</a:t>
                  </a:r>
                </a:p>
              </p:txBody>
            </p:sp>
            <p:sp>
              <p:nvSpPr>
                <p:cNvPr id="8492" name="文本框 8491"/>
                <p:cNvSpPr txBox="1"/>
                <p:nvPr/>
              </p:nvSpPr>
              <p:spPr>
                <a:xfrm>
                  <a:off x="5305319" y="3734837"/>
                  <a:ext cx="508074"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P values</a:t>
                  </a:r>
                </a:p>
              </p:txBody>
            </p:sp>
            <p:sp>
              <p:nvSpPr>
                <p:cNvPr id="8493" name="文本框 8492"/>
                <p:cNvSpPr txBox="1"/>
                <p:nvPr/>
              </p:nvSpPr>
              <p:spPr>
                <a:xfrm>
                  <a:off x="5416099" y="3819333"/>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4" name="文本框 8493"/>
                <p:cNvSpPr txBox="1"/>
                <p:nvPr/>
              </p:nvSpPr>
              <p:spPr>
                <a:xfrm>
                  <a:off x="5416099" y="3898261"/>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5" name="文本框 8494"/>
                <p:cNvSpPr txBox="1"/>
                <p:nvPr/>
              </p:nvSpPr>
              <p:spPr>
                <a:xfrm>
                  <a:off x="5416099" y="3977189"/>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6" name="文本框 8495"/>
                <p:cNvSpPr txBox="1"/>
                <p:nvPr/>
              </p:nvSpPr>
              <p:spPr>
                <a:xfrm>
                  <a:off x="5416099" y="4134962"/>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7" name="文本框 8496"/>
                <p:cNvSpPr txBox="1"/>
                <p:nvPr/>
              </p:nvSpPr>
              <p:spPr>
                <a:xfrm>
                  <a:off x="5416099" y="4056146"/>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8" name="文本框 8497"/>
                <p:cNvSpPr txBox="1"/>
                <p:nvPr/>
              </p:nvSpPr>
              <p:spPr>
                <a:xfrm>
                  <a:off x="5416099" y="4213946"/>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9" name="文本框 8498"/>
                <p:cNvSpPr txBox="1"/>
                <p:nvPr/>
              </p:nvSpPr>
              <p:spPr>
                <a:xfrm>
                  <a:off x="5416099" y="4529492"/>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0" name="文本框 8499"/>
                <p:cNvSpPr txBox="1"/>
                <p:nvPr/>
              </p:nvSpPr>
              <p:spPr>
                <a:xfrm>
                  <a:off x="5416099" y="4292930"/>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1" name="文本框 8500"/>
                <p:cNvSpPr txBox="1"/>
                <p:nvPr/>
              </p:nvSpPr>
              <p:spPr>
                <a:xfrm>
                  <a:off x="5416099" y="4450703"/>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2" name="文本框 8501"/>
                <p:cNvSpPr txBox="1"/>
                <p:nvPr/>
              </p:nvSpPr>
              <p:spPr>
                <a:xfrm>
                  <a:off x="5416099" y="4371887"/>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3" name="任意多边形: 形状 8502"/>
                <p:cNvSpPr/>
                <p:nvPr/>
              </p:nvSpPr>
              <p:spPr>
                <a:xfrm>
                  <a:off x="5730829" y="3838421"/>
                  <a:ext cx="1625" cy="789227"/>
                </a:xfrm>
                <a:custGeom>
                  <a:avLst/>
                  <a:gdLst>
                    <a:gd name="csX0" fmla="*/ 0 w 1625"/>
                    <a:gd name="csY0" fmla="*/ 789227 h 789227"/>
                    <a:gd name="csX1" fmla="*/ 0 w 1625"/>
                    <a:gd name="csY1" fmla="*/ 0 h 789227"/>
                  </a:gdLst>
                  <a:ahLst/>
                  <a:cxnLst>
                    <a:cxn ang="0">
                      <a:pos x="csX0" y="csY0"/>
                    </a:cxn>
                    <a:cxn ang="0">
                      <a:pos x="csX1" y="csY1"/>
                    </a:cxn>
                  </a:cxnLst>
                  <a:rect l="l" t="t" r="r" b="b"/>
                  <a:pathLst>
                    <a:path w="1625" h="789227">
                      <a:moveTo>
                        <a:pt x="0" y="789227"/>
                      </a:moveTo>
                      <a:lnTo>
                        <a:pt x="0" y="0"/>
                      </a:lnTo>
                    </a:path>
                  </a:pathLst>
                </a:custGeom>
                <a:noFill/>
                <a:ln w="1213" cap="rnd">
                  <a:solidFill>
                    <a:srgbClr val="D3D3D3"/>
                  </a:solidFill>
                  <a:prstDash val="solid"/>
                  <a:round/>
                </a:ln>
              </p:spPr>
              <p:txBody>
                <a:bodyPr/>
                <a:lstStyle/>
                <a:p>
                  <a:endParaRPr lang="zh-CN" altLang="en-US"/>
                </a:p>
              </p:txBody>
            </p:sp>
            <p:sp>
              <p:nvSpPr>
                <p:cNvPr id="8504" name="任意多边形: 形状 8503"/>
                <p:cNvSpPr/>
                <p:nvPr/>
              </p:nvSpPr>
              <p:spPr>
                <a:xfrm>
                  <a:off x="5567792" y="4627648"/>
                  <a:ext cx="489111" cy="2787"/>
                </a:xfrm>
                <a:custGeom>
                  <a:avLst/>
                  <a:gdLst>
                    <a:gd name="csX0" fmla="*/ 0 w 489111"/>
                    <a:gd name="csY0" fmla="*/ 0 h 2787"/>
                    <a:gd name="csX1" fmla="*/ 489111 w 489111"/>
                    <a:gd name="csY1" fmla="*/ 0 h 2787"/>
                  </a:gdLst>
                  <a:ahLst/>
                  <a:cxnLst>
                    <a:cxn ang="0">
                      <a:pos x="csX0" y="csY0"/>
                    </a:cxn>
                    <a:cxn ang="0">
                      <a:pos x="csX1" y="csY1"/>
                    </a:cxn>
                  </a:cxnLst>
                  <a:rect l="l" t="t" r="r" b="b"/>
                  <a:pathLst>
                    <a:path w="489111" h="2787">
                      <a:moveTo>
                        <a:pt x="0" y="0"/>
                      </a:moveTo>
                      <a:lnTo>
                        <a:pt x="489111" y="0"/>
                      </a:lnTo>
                    </a:path>
                  </a:pathLst>
                </a:custGeom>
                <a:noFill/>
                <a:ln w="1213" cap="rnd">
                  <a:solidFill>
                    <a:srgbClr val="000000"/>
                  </a:solidFill>
                  <a:prstDash val="solid"/>
                  <a:round/>
                </a:ln>
              </p:spPr>
              <p:txBody>
                <a:bodyPr/>
                <a:lstStyle/>
                <a:p>
                  <a:endParaRPr lang="zh-CN" altLang="en-US"/>
                </a:p>
              </p:txBody>
            </p:sp>
            <p:sp>
              <p:nvSpPr>
                <p:cNvPr id="8505" name="任意多边形: 形状 8504"/>
                <p:cNvSpPr/>
                <p:nvPr/>
              </p:nvSpPr>
              <p:spPr>
                <a:xfrm>
                  <a:off x="5567792"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6" name="任意多边形: 形状 8505"/>
                <p:cNvSpPr/>
                <p:nvPr/>
              </p:nvSpPr>
              <p:spPr>
                <a:xfrm>
                  <a:off x="560853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7" name="任意多边形: 形状 8506"/>
                <p:cNvSpPr/>
                <p:nvPr/>
              </p:nvSpPr>
              <p:spPr>
                <a:xfrm>
                  <a:off x="5649302"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8" name="任意多边形: 形状 8507"/>
                <p:cNvSpPr/>
                <p:nvPr/>
              </p:nvSpPr>
              <p:spPr>
                <a:xfrm>
                  <a:off x="569006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9" name="任意多边形: 形状 8508"/>
                <p:cNvSpPr/>
                <p:nvPr/>
              </p:nvSpPr>
              <p:spPr>
                <a:xfrm>
                  <a:off x="573082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0" name="任意多边形: 形状 8509"/>
                <p:cNvSpPr/>
                <p:nvPr/>
              </p:nvSpPr>
              <p:spPr>
                <a:xfrm>
                  <a:off x="577157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1" name="任意多边形: 形状 8510"/>
                <p:cNvSpPr/>
                <p:nvPr/>
              </p:nvSpPr>
              <p:spPr>
                <a:xfrm>
                  <a:off x="581233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2" name="任意多边形: 形状 8511"/>
                <p:cNvSpPr/>
                <p:nvPr/>
              </p:nvSpPr>
              <p:spPr>
                <a:xfrm>
                  <a:off x="5853103"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3" name="任意多边形: 形状 8512"/>
                <p:cNvSpPr/>
                <p:nvPr/>
              </p:nvSpPr>
              <p:spPr>
                <a:xfrm>
                  <a:off x="589386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4" name="任意多边形: 形状 8513"/>
                <p:cNvSpPr/>
                <p:nvPr/>
              </p:nvSpPr>
              <p:spPr>
                <a:xfrm>
                  <a:off x="593462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5" name="任意多边形: 形状 8514"/>
                <p:cNvSpPr/>
                <p:nvPr/>
              </p:nvSpPr>
              <p:spPr>
                <a:xfrm>
                  <a:off x="597537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6" name="任意多边形: 形状 8515"/>
                <p:cNvSpPr/>
                <p:nvPr/>
              </p:nvSpPr>
              <p:spPr>
                <a:xfrm>
                  <a:off x="6016140"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7" name="任意多边形: 形状 8516"/>
                <p:cNvSpPr/>
                <p:nvPr/>
              </p:nvSpPr>
              <p:spPr>
                <a:xfrm>
                  <a:off x="6056903"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8" name="文本框 8517"/>
                <p:cNvSpPr txBox="1"/>
                <p:nvPr/>
              </p:nvSpPr>
              <p:spPr>
                <a:xfrm>
                  <a:off x="5472555" y="4611236"/>
                  <a:ext cx="259909"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a:t>
                  </a:r>
                </a:p>
              </p:txBody>
            </p:sp>
            <p:sp>
              <p:nvSpPr>
                <p:cNvPr id="8531" name="任意多边形: 形状 8530"/>
                <p:cNvSpPr/>
                <p:nvPr/>
              </p:nvSpPr>
              <p:spPr>
                <a:xfrm>
                  <a:off x="6102559" y="3877885"/>
                  <a:ext cx="63582" cy="2787"/>
                </a:xfrm>
                <a:custGeom>
                  <a:avLst/>
                  <a:gdLst>
                    <a:gd name="csX0" fmla="*/ 0 w 63582"/>
                    <a:gd name="csY0" fmla="*/ 0 h 2787"/>
                    <a:gd name="csX1" fmla="*/ 63583 w 63582"/>
                    <a:gd name="csY1" fmla="*/ 0 h 2787"/>
                  </a:gdLst>
                  <a:ahLst/>
                  <a:cxnLst>
                    <a:cxn ang="0">
                      <a:pos x="csX0" y="csY0"/>
                    </a:cxn>
                    <a:cxn ang="0">
                      <a:pos x="csX1" y="csY1"/>
                    </a:cxn>
                  </a:cxnLst>
                  <a:rect l="l" t="t" r="r" b="b"/>
                  <a:pathLst>
                    <a:path w="63582" h="2787">
                      <a:moveTo>
                        <a:pt x="0" y="0"/>
                      </a:moveTo>
                      <a:lnTo>
                        <a:pt x="63583" y="0"/>
                      </a:lnTo>
                    </a:path>
                  </a:pathLst>
                </a:custGeom>
                <a:noFill/>
                <a:ln w="2425" cap="rnd">
                  <a:solidFill>
                    <a:srgbClr val="79976B"/>
                  </a:solidFill>
                  <a:prstDash val="solid"/>
                  <a:round/>
                </a:ln>
              </p:spPr>
              <p:txBody>
                <a:bodyPr/>
                <a:lstStyle/>
                <a:p>
                  <a:endParaRPr lang="zh-CN" altLang="en-US"/>
                </a:p>
              </p:txBody>
            </p:sp>
            <p:sp>
              <p:nvSpPr>
                <p:cNvPr id="8532" name="任意多边形: 形状 8531"/>
                <p:cNvSpPr/>
                <p:nvPr/>
              </p:nvSpPr>
              <p:spPr>
                <a:xfrm>
                  <a:off x="6102559" y="387236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33" name="任意多边形: 形状 8532"/>
                <p:cNvSpPr/>
                <p:nvPr/>
              </p:nvSpPr>
              <p:spPr>
                <a:xfrm>
                  <a:off x="6166142" y="387236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34" name="任意多边形: 形状 8533"/>
                <p:cNvSpPr/>
                <p:nvPr/>
              </p:nvSpPr>
              <p:spPr>
                <a:xfrm>
                  <a:off x="6130986" y="3873537"/>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35" name="任意多边形: 形状 8534"/>
                <p:cNvSpPr/>
                <p:nvPr/>
              </p:nvSpPr>
              <p:spPr>
                <a:xfrm>
                  <a:off x="6035709" y="3956813"/>
                  <a:ext cx="19568" cy="2787"/>
                </a:xfrm>
                <a:custGeom>
                  <a:avLst/>
                  <a:gdLst>
                    <a:gd name="csX0" fmla="*/ 0 w 19568"/>
                    <a:gd name="csY0" fmla="*/ 0 h 2787"/>
                    <a:gd name="csX1" fmla="*/ 19569 w 19568"/>
                    <a:gd name="csY1" fmla="*/ 0 h 2787"/>
                  </a:gdLst>
                  <a:ahLst/>
                  <a:cxnLst>
                    <a:cxn ang="0">
                      <a:pos x="csX0" y="csY0"/>
                    </a:cxn>
                    <a:cxn ang="0">
                      <a:pos x="csX1" y="csY1"/>
                    </a:cxn>
                  </a:cxnLst>
                  <a:rect l="l" t="t" r="r" b="b"/>
                  <a:pathLst>
                    <a:path w="19568" h="2787">
                      <a:moveTo>
                        <a:pt x="0" y="0"/>
                      </a:moveTo>
                      <a:lnTo>
                        <a:pt x="19569" y="0"/>
                      </a:lnTo>
                    </a:path>
                  </a:pathLst>
                </a:custGeom>
                <a:noFill/>
                <a:ln w="2425" cap="rnd">
                  <a:solidFill>
                    <a:srgbClr val="79976B"/>
                  </a:solidFill>
                  <a:prstDash val="solid"/>
                  <a:round/>
                </a:ln>
              </p:spPr>
              <p:txBody>
                <a:bodyPr/>
                <a:lstStyle/>
                <a:p>
                  <a:endParaRPr lang="zh-CN" altLang="en-US"/>
                </a:p>
              </p:txBody>
            </p:sp>
            <p:sp>
              <p:nvSpPr>
                <p:cNvPr id="8536" name="任意多边形: 形状 8535"/>
                <p:cNvSpPr/>
                <p:nvPr/>
              </p:nvSpPr>
              <p:spPr>
                <a:xfrm>
                  <a:off x="6035709" y="3951267"/>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37" name="任意多边形: 形状 8536"/>
                <p:cNvSpPr/>
                <p:nvPr/>
              </p:nvSpPr>
              <p:spPr>
                <a:xfrm>
                  <a:off x="6055278" y="3951267"/>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38" name="任意多边形: 形状 8537"/>
                <p:cNvSpPr/>
                <p:nvPr/>
              </p:nvSpPr>
              <p:spPr>
                <a:xfrm>
                  <a:off x="6042958" y="3952466"/>
                  <a:ext cx="5071" cy="8695"/>
                </a:xfrm>
                <a:custGeom>
                  <a:avLst/>
                  <a:gdLst>
                    <a:gd name="csX0" fmla="*/ 5071 w 5071"/>
                    <a:gd name="csY0" fmla="*/ 4348 h 8695"/>
                    <a:gd name="csX1" fmla="*/ 2535 w 5071"/>
                    <a:gd name="csY1" fmla="*/ 8695 h 8695"/>
                    <a:gd name="csX2" fmla="*/ 0 w 5071"/>
                    <a:gd name="csY2" fmla="*/ 4348 h 8695"/>
                    <a:gd name="csX3" fmla="*/ 2535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5" y="8695"/>
                      </a:cubicBezTo>
                      <a:cubicBezTo>
                        <a:pt x="1135" y="8695"/>
                        <a:pt x="0" y="6749"/>
                        <a:pt x="0" y="4348"/>
                      </a:cubicBezTo>
                      <a:cubicBezTo>
                        <a:pt x="0" y="1947"/>
                        <a:pt x="1135" y="0"/>
                        <a:pt x="2535"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39" name="任意多边形: 形状 8538"/>
                <p:cNvSpPr/>
                <p:nvPr/>
              </p:nvSpPr>
              <p:spPr>
                <a:xfrm>
                  <a:off x="5644410" y="4035714"/>
                  <a:ext cx="13051" cy="2787"/>
                </a:xfrm>
                <a:custGeom>
                  <a:avLst/>
                  <a:gdLst>
                    <a:gd name="csX0" fmla="*/ 0 w 13051"/>
                    <a:gd name="csY0" fmla="*/ 0 h 2787"/>
                    <a:gd name="csX1" fmla="*/ 13051 w 13051"/>
                    <a:gd name="csY1" fmla="*/ 0 h 2787"/>
                  </a:gdLst>
                  <a:ahLst/>
                  <a:cxnLst>
                    <a:cxn ang="0">
                      <a:pos x="csX0" y="csY0"/>
                    </a:cxn>
                    <a:cxn ang="0">
                      <a:pos x="csX1" y="csY1"/>
                    </a:cxn>
                  </a:cxnLst>
                  <a:rect l="l" t="t" r="r" b="b"/>
                  <a:pathLst>
                    <a:path w="13051" h="2787">
                      <a:moveTo>
                        <a:pt x="0" y="0"/>
                      </a:moveTo>
                      <a:lnTo>
                        <a:pt x="13051" y="0"/>
                      </a:lnTo>
                    </a:path>
                  </a:pathLst>
                </a:custGeom>
                <a:noFill/>
                <a:ln w="2425" cap="rnd">
                  <a:solidFill>
                    <a:srgbClr val="79976B"/>
                  </a:solidFill>
                  <a:prstDash val="solid"/>
                  <a:round/>
                </a:ln>
              </p:spPr>
              <p:txBody>
                <a:bodyPr/>
                <a:lstStyle/>
                <a:p>
                  <a:endParaRPr lang="zh-CN" altLang="en-US"/>
                </a:p>
              </p:txBody>
            </p:sp>
            <p:sp>
              <p:nvSpPr>
                <p:cNvPr id="8540" name="任意多边形: 形状 8539"/>
                <p:cNvSpPr/>
                <p:nvPr/>
              </p:nvSpPr>
              <p:spPr>
                <a:xfrm>
                  <a:off x="5644410" y="4030195"/>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41" name="任意多边形: 形状 8540"/>
                <p:cNvSpPr/>
                <p:nvPr/>
              </p:nvSpPr>
              <p:spPr>
                <a:xfrm>
                  <a:off x="5657461" y="4030195"/>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42" name="任意多边形: 形状 8541"/>
                <p:cNvSpPr/>
                <p:nvPr/>
              </p:nvSpPr>
              <p:spPr>
                <a:xfrm>
                  <a:off x="5648392" y="4031366"/>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43" name="任意多边形: 形状 8542"/>
                <p:cNvSpPr/>
                <p:nvPr/>
              </p:nvSpPr>
              <p:spPr>
                <a:xfrm>
                  <a:off x="5597129" y="4114642"/>
                  <a:ext cx="13051" cy="2787"/>
                </a:xfrm>
                <a:custGeom>
                  <a:avLst/>
                  <a:gdLst>
                    <a:gd name="csX0" fmla="*/ 0 w 13051"/>
                    <a:gd name="csY0" fmla="*/ 0 h 2787"/>
                    <a:gd name="csX1" fmla="*/ 13051 w 13051"/>
                    <a:gd name="csY1" fmla="*/ 0 h 2787"/>
                  </a:gdLst>
                  <a:ahLst/>
                  <a:cxnLst>
                    <a:cxn ang="0">
                      <a:pos x="csX0" y="csY0"/>
                    </a:cxn>
                    <a:cxn ang="0">
                      <a:pos x="csX1" y="csY1"/>
                    </a:cxn>
                  </a:cxnLst>
                  <a:rect l="l" t="t" r="r" b="b"/>
                  <a:pathLst>
                    <a:path w="13051" h="2787">
                      <a:moveTo>
                        <a:pt x="0" y="0"/>
                      </a:moveTo>
                      <a:lnTo>
                        <a:pt x="13051" y="0"/>
                      </a:lnTo>
                    </a:path>
                  </a:pathLst>
                </a:custGeom>
                <a:noFill/>
                <a:ln w="2425" cap="rnd">
                  <a:solidFill>
                    <a:srgbClr val="79976B"/>
                  </a:solidFill>
                  <a:prstDash val="solid"/>
                  <a:round/>
                </a:ln>
              </p:spPr>
              <p:txBody>
                <a:bodyPr/>
                <a:lstStyle/>
                <a:p>
                  <a:endParaRPr lang="zh-CN" altLang="en-US"/>
                </a:p>
              </p:txBody>
            </p:sp>
            <p:sp>
              <p:nvSpPr>
                <p:cNvPr id="8544" name="任意多边形: 形状 8543"/>
                <p:cNvSpPr/>
                <p:nvPr/>
              </p:nvSpPr>
              <p:spPr>
                <a:xfrm>
                  <a:off x="5597129" y="4109124"/>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5" name="任意多边形: 形状 8544"/>
                <p:cNvSpPr/>
                <p:nvPr/>
              </p:nvSpPr>
              <p:spPr>
                <a:xfrm>
                  <a:off x="5610181" y="4109124"/>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6" name="任意多边形: 形状 8545"/>
                <p:cNvSpPr/>
                <p:nvPr/>
              </p:nvSpPr>
              <p:spPr>
                <a:xfrm>
                  <a:off x="5601111" y="4189167"/>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47" name="任意多边形: 形状 8546"/>
                <p:cNvSpPr/>
                <p:nvPr/>
              </p:nvSpPr>
              <p:spPr>
                <a:xfrm>
                  <a:off x="5592237" y="4193570"/>
                  <a:ext cx="6517" cy="2787"/>
                </a:xfrm>
                <a:custGeom>
                  <a:avLst/>
                  <a:gdLst>
                    <a:gd name="csX0" fmla="*/ 0 w 6517"/>
                    <a:gd name="csY0" fmla="*/ 0 h 2787"/>
                    <a:gd name="csX1" fmla="*/ 6518 w 6517"/>
                    <a:gd name="csY1" fmla="*/ 0 h 2787"/>
                  </a:gdLst>
                  <a:ahLst/>
                  <a:cxnLst>
                    <a:cxn ang="0">
                      <a:pos x="csX0" y="csY0"/>
                    </a:cxn>
                    <a:cxn ang="0">
                      <a:pos x="csX1" y="csY1"/>
                    </a:cxn>
                  </a:cxnLst>
                  <a:rect l="l" t="t" r="r" b="b"/>
                  <a:pathLst>
                    <a:path w="6517" h="2787">
                      <a:moveTo>
                        <a:pt x="0" y="0"/>
                      </a:moveTo>
                      <a:lnTo>
                        <a:pt x="6518" y="0"/>
                      </a:lnTo>
                    </a:path>
                  </a:pathLst>
                </a:custGeom>
                <a:noFill/>
                <a:ln w="2425" cap="rnd">
                  <a:solidFill>
                    <a:srgbClr val="79976B"/>
                  </a:solidFill>
                  <a:prstDash val="solid"/>
                  <a:round/>
                </a:ln>
              </p:spPr>
              <p:txBody>
                <a:bodyPr/>
                <a:lstStyle/>
                <a:p>
                  <a:endParaRPr lang="zh-CN" altLang="en-US"/>
                </a:p>
              </p:txBody>
            </p:sp>
            <p:sp>
              <p:nvSpPr>
                <p:cNvPr id="8548" name="任意多边形: 形状 8547"/>
                <p:cNvSpPr/>
                <p:nvPr/>
              </p:nvSpPr>
              <p:spPr>
                <a:xfrm>
                  <a:off x="5592237" y="4188052"/>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9" name="任意多边形: 形状 8548"/>
                <p:cNvSpPr/>
                <p:nvPr/>
              </p:nvSpPr>
              <p:spPr>
                <a:xfrm>
                  <a:off x="5598754" y="4188052"/>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0" name="任意多边形: 形状 8549"/>
                <p:cNvSpPr/>
                <p:nvPr/>
              </p:nvSpPr>
              <p:spPr>
                <a:xfrm>
                  <a:off x="5592968" y="4110350"/>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1" name="任意多边形: 形状 8550"/>
                <p:cNvSpPr/>
                <p:nvPr/>
              </p:nvSpPr>
              <p:spPr>
                <a:xfrm>
                  <a:off x="5582452" y="4272499"/>
                  <a:ext cx="3266" cy="2787"/>
                </a:xfrm>
                <a:custGeom>
                  <a:avLst/>
                  <a:gdLst>
                    <a:gd name="csX0" fmla="*/ 0 w 3266"/>
                    <a:gd name="csY0" fmla="*/ 0 h 2787"/>
                    <a:gd name="csX1" fmla="*/ 3267 w 3266"/>
                    <a:gd name="csY1" fmla="*/ 0 h 2787"/>
                  </a:gdLst>
                  <a:ahLst/>
                  <a:cxnLst>
                    <a:cxn ang="0">
                      <a:pos x="csX0" y="csY0"/>
                    </a:cxn>
                    <a:cxn ang="0">
                      <a:pos x="csX1" y="csY1"/>
                    </a:cxn>
                  </a:cxnLst>
                  <a:rect l="l" t="t" r="r" b="b"/>
                  <a:pathLst>
                    <a:path w="3266" h="2787">
                      <a:moveTo>
                        <a:pt x="0" y="0"/>
                      </a:moveTo>
                      <a:lnTo>
                        <a:pt x="3267" y="0"/>
                      </a:lnTo>
                    </a:path>
                  </a:pathLst>
                </a:custGeom>
                <a:noFill/>
                <a:ln w="2425" cap="rnd">
                  <a:solidFill>
                    <a:srgbClr val="79976B"/>
                  </a:solidFill>
                  <a:prstDash val="solid"/>
                  <a:round/>
                </a:ln>
              </p:spPr>
              <p:txBody>
                <a:bodyPr/>
                <a:lstStyle/>
                <a:p>
                  <a:endParaRPr lang="zh-CN" altLang="en-US"/>
                </a:p>
              </p:txBody>
            </p:sp>
            <p:sp>
              <p:nvSpPr>
                <p:cNvPr id="8552" name="任意多边形: 形状 8551"/>
                <p:cNvSpPr/>
                <p:nvPr/>
              </p:nvSpPr>
              <p:spPr>
                <a:xfrm>
                  <a:off x="5582452" y="4266980"/>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3" name="任意多边形: 形状 8552"/>
                <p:cNvSpPr/>
                <p:nvPr/>
              </p:nvSpPr>
              <p:spPr>
                <a:xfrm>
                  <a:off x="5585719" y="4266980"/>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4" name="任意多边形: 形状 8553"/>
                <p:cNvSpPr/>
                <p:nvPr/>
              </p:nvSpPr>
              <p:spPr>
                <a:xfrm>
                  <a:off x="5581558" y="4268151"/>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5" name="任意多边形: 形状 8554"/>
                <p:cNvSpPr/>
                <p:nvPr/>
              </p:nvSpPr>
              <p:spPr>
                <a:xfrm>
                  <a:off x="5571043" y="4351427"/>
                  <a:ext cx="11409" cy="2787"/>
                </a:xfrm>
                <a:custGeom>
                  <a:avLst/>
                  <a:gdLst>
                    <a:gd name="csX0" fmla="*/ 0 w 11409"/>
                    <a:gd name="csY0" fmla="*/ 0 h 2787"/>
                    <a:gd name="csX1" fmla="*/ 11410 w 11409"/>
                    <a:gd name="csY1" fmla="*/ 0 h 2787"/>
                  </a:gdLst>
                  <a:ahLst/>
                  <a:cxnLst>
                    <a:cxn ang="0">
                      <a:pos x="csX0" y="csY0"/>
                    </a:cxn>
                    <a:cxn ang="0">
                      <a:pos x="csX1" y="csY1"/>
                    </a:cxn>
                  </a:cxnLst>
                  <a:rect l="l" t="t" r="r" b="b"/>
                  <a:pathLst>
                    <a:path w="11409" h="2787">
                      <a:moveTo>
                        <a:pt x="0" y="0"/>
                      </a:moveTo>
                      <a:lnTo>
                        <a:pt x="11410" y="0"/>
                      </a:lnTo>
                    </a:path>
                  </a:pathLst>
                </a:custGeom>
                <a:noFill/>
                <a:ln w="2425" cap="rnd">
                  <a:solidFill>
                    <a:srgbClr val="79976B"/>
                  </a:solidFill>
                  <a:prstDash val="solid"/>
                  <a:round/>
                </a:ln>
              </p:spPr>
              <p:txBody>
                <a:bodyPr/>
                <a:lstStyle/>
                <a:p>
                  <a:endParaRPr lang="zh-CN" altLang="en-US"/>
                </a:p>
              </p:txBody>
            </p:sp>
            <p:sp>
              <p:nvSpPr>
                <p:cNvPr id="8556" name="任意多边形: 形状 8555"/>
                <p:cNvSpPr/>
                <p:nvPr/>
              </p:nvSpPr>
              <p:spPr>
                <a:xfrm>
                  <a:off x="5571043" y="4345881"/>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57" name="任意多边形: 形状 8556"/>
                <p:cNvSpPr/>
                <p:nvPr/>
              </p:nvSpPr>
              <p:spPr>
                <a:xfrm>
                  <a:off x="5582452" y="4345881"/>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58" name="任意多边形: 形状 8557"/>
                <p:cNvSpPr/>
                <p:nvPr/>
              </p:nvSpPr>
              <p:spPr>
                <a:xfrm>
                  <a:off x="5571774" y="4583697"/>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9" name="任意多边形: 形状 8558"/>
                <p:cNvSpPr/>
                <p:nvPr/>
              </p:nvSpPr>
              <p:spPr>
                <a:xfrm>
                  <a:off x="5572684" y="4430327"/>
                  <a:ext cx="1625" cy="2787"/>
                </a:xfrm>
                <a:custGeom>
                  <a:avLst/>
                  <a:gdLst>
                    <a:gd name="csX0" fmla="*/ 0 w 1625"/>
                    <a:gd name="csY0" fmla="*/ 0 h 2787"/>
                    <a:gd name="csX1" fmla="*/ 1625 w 1625"/>
                    <a:gd name="csY1" fmla="*/ 0 h 2787"/>
                  </a:gdLst>
                  <a:ahLst/>
                  <a:cxnLst>
                    <a:cxn ang="0">
                      <a:pos x="csX0" y="csY0"/>
                    </a:cxn>
                    <a:cxn ang="0">
                      <a:pos x="csX1" y="csY1"/>
                    </a:cxn>
                  </a:cxnLst>
                  <a:rect l="l" t="t" r="r" b="b"/>
                  <a:pathLst>
                    <a:path w="1625" h="2787">
                      <a:moveTo>
                        <a:pt x="0" y="0"/>
                      </a:moveTo>
                      <a:lnTo>
                        <a:pt x="1625" y="0"/>
                      </a:lnTo>
                    </a:path>
                  </a:pathLst>
                </a:custGeom>
                <a:noFill/>
                <a:ln w="2425" cap="rnd">
                  <a:solidFill>
                    <a:srgbClr val="79976B"/>
                  </a:solidFill>
                  <a:prstDash val="solid"/>
                  <a:round/>
                </a:ln>
              </p:spPr>
              <p:txBody>
                <a:bodyPr/>
                <a:lstStyle/>
                <a:p>
                  <a:endParaRPr lang="zh-CN" altLang="en-US"/>
                </a:p>
              </p:txBody>
            </p:sp>
            <p:sp>
              <p:nvSpPr>
                <p:cNvPr id="8560" name="任意多边形: 形状 8559"/>
                <p:cNvSpPr/>
                <p:nvPr/>
              </p:nvSpPr>
              <p:spPr>
                <a:xfrm>
                  <a:off x="5572684" y="4424809"/>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61" name="任意多边形: 形状 8560"/>
                <p:cNvSpPr/>
                <p:nvPr/>
              </p:nvSpPr>
              <p:spPr>
                <a:xfrm>
                  <a:off x="5574310" y="4424809"/>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62" name="任意多边形: 形状 8561"/>
                <p:cNvSpPr/>
                <p:nvPr/>
              </p:nvSpPr>
              <p:spPr>
                <a:xfrm>
                  <a:off x="5570149" y="4347107"/>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63" name="任意多边形: 形状 8562"/>
                <p:cNvSpPr/>
                <p:nvPr/>
              </p:nvSpPr>
              <p:spPr>
                <a:xfrm>
                  <a:off x="5571043" y="4509256"/>
                  <a:ext cx="1641" cy="2787"/>
                </a:xfrm>
                <a:custGeom>
                  <a:avLst/>
                  <a:gdLst>
                    <a:gd name="csX0" fmla="*/ 0 w 1641"/>
                    <a:gd name="csY0" fmla="*/ 0 h 2787"/>
                    <a:gd name="csX1" fmla="*/ 1642 w 1641"/>
                    <a:gd name="csY1" fmla="*/ 0 h 2787"/>
                  </a:gdLst>
                  <a:ahLst/>
                  <a:cxnLst>
                    <a:cxn ang="0">
                      <a:pos x="csX0" y="csY0"/>
                    </a:cxn>
                    <a:cxn ang="0">
                      <a:pos x="csX1" y="csY1"/>
                    </a:cxn>
                  </a:cxnLst>
                  <a:rect l="l" t="t" r="r" b="b"/>
                  <a:pathLst>
                    <a:path w="1641" h="2787">
                      <a:moveTo>
                        <a:pt x="0" y="0"/>
                      </a:moveTo>
                      <a:lnTo>
                        <a:pt x="1642" y="0"/>
                      </a:lnTo>
                    </a:path>
                  </a:pathLst>
                </a:custGeom>
                <a:noFill/>
                <a:ln w="2425" cap="rnd">
                  <a:solidFill>
                    <a:srgbClr val="79976B"/>
                  </a:solidFill>
                  <a:prstDash val="solid"/>
                  <a:round/>
                </a:ln>
              </p:spPr>
              <p:txBody>
                <a:bodyPr/>
                <a:lstStyle/>
                <a:p>
                  <a:endParaRPr lang="zh-CN" altLang="en-US"/>
                </a:p>
              </p:txBody>
            </p:sp>
            <p:sp>
              <p:nvSpPr>
                <p:cNvPr id="8564" name="任意多边形: 形状 8563"/>
                <p:cNvSpPr/>
                <p:nvPr/>
              </p:nvSpPr>
              <p:spPr>
                <a:xfrm>
                  <a:off x="5571043" y="450373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5" name="任意多边形: 形状 8564"/>
                <p:cNvSpPr/>
                <p:nvPr/>
              </p:nvSpPr>
              <p:spPr>
                <a:xfrm>
                  <a:off x="5572684" y="450373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6" name="任意多边形: 形状 8565"/>
                <p:cNvSpPr/>
                <p:nvPr/>
              </p:nvSpPr>
              <p:spPr>
                <a:xfrm>
                  <a:off x="5570149" y="4504908"/>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67" name="任意多边形: 形状 8566"/>
                <p:cNvSpPr/>
                <p:nvPr/>
              </p:nvSpPr>
              <p:spPr>
                <a:xfrm>
                  <a:off x="5569417" y="4588184"/>
                  <a:ext cx="1625" cy="2787"/>
                </a:xfrm>
                <a:custGeom>
                  <a:avLst/>
                  <a:gdLst>
                    <a:gd name="csX0" fmla="*/ 0 w 1625"/>
                    <a:gd name="csY0" fmla="*/ 0 h 2787"/>
                    <a:gd name="csX1" fmla="*/ 1625 w 1625"/>
                    <a:gd name="csY1" fmla="*/ 0 h 2787"/>
                  </a:gdLst>
                  <a:ahLst/>
                  <a:cxnLst>
                    <a:cxn ang="0">
                      <a:pos x="csX0" y="csY0"/>
                    </a:cxn>
                    <a:cxn ang="0">
                      <a:pos x="csX1" y="csY1"/>
                    </a:cxn>
                  </a:cxnLst>
                  <a:rect l="l" t="t" r="r" b="b"/>
                  <a:pathLst>
                    <a:path w="1625" h="2787">
                      <a:moveTo>
                        <a:pt x="0" y="0"/>
                      </a:moveTo>
                      <a:lnTo>
                        <a:pt x="1625" y="0"/>
                      </a:lnTo>
                    </a:path>
                  </a:pathLst>
                </a:custGeom>
                <a:noFill/>
                <a:ln w="2425" cap="rnd">
                  <a:solidFill>
                    <a:srgbClr val="79976B"/>
                  </a:solidFill>
                  <a:prstDash val="solid"/>
                  <a:round/>
                </a:ln>
              </p:spPr>
              <p:txBody>
                <a:bodyPr/>
                <a:lstStyle/>
                <a:p>
                  <a:endParaRPr lang="zh-CN" altLang="en-US"/>
                </a:p>
              </p:txBody>
            </p:sp>
            <p:sp>
              <p:nvSpPr>
                <p:cNvPr id="8568" name="任意多边形: 形状 8567"/>
                <p:cNvSpPr/>
                <p:nvPr/>
              </p:nvSpPr>
              <p:spPr>
                <a:xfrm>
                  <a:off x="5569417" y="4582666"/>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9" name="任意多边形: 形状 8568"/>
                <p:cNvSpPr/>
                <p:nvPr/>
              </p:nvSpPr>
              <p:spPr>
                <a:xfrm>
                  <a:off x="5571043" y="4582666"/>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70" name="任意多边形: 形状 8569"/>
                <p:cNvSpPr/>
                <p:nvPr/>
              </p:nvSpPr>
              <p:spPr>
                <a:xfrm>
                  <a:off x="5566882" y="4426091"/>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grpSp>
        </p:grpSp>
        <p:sp>
          <p:nvSpPr>
            <p:cNvPr id="8571" name="文本框 8570"/>
            <p:cNvSpPr txBox="1"/>
            <p:nvPr/>
          </p:nvSpPr>
          <p:spPr>
            <a:xfrm>
              <a:off x="5829790" y="4443082"/>
              <a:ext cx="219932" cy="169277"/>
            </a:xfrm>
            <a:prstGeom prst="rect">
              <a:avLst/>
            </a:prstGeom>
            <a:noFill/>
          </p:spPr>
          <p:txBody>
            <a:bodyPr wrap="none" rtlCol="0">
              <a:spAutoFit/>
            </a:bodyPr>
            <a:lstStyle/>
            <a:p>
              <a:pPr algn="l"/>
              <a:r>
                <a:rPr lang="en-US" altLang="zh-CN" sz="500" dirty="0">
                  <a:solidFill>
                    <a:srgbClr val="000000"/>
                  </a:solidFill>
                  <a:latin typeface="Arial" panose="020B0604020202090204"/>
                  <a:cs typeface="Arial" panose="020B0604020202090204"/>
                  <a:sym typeface="Arial" panose="020B0604020202090204"/>
                  <a:rtl val="0"/>
                </a:rPr>
                <a:t>1</a:t>
              </a:r>
              <a:endParaRPr lang="zh-CN" altLang="en-US" sz="500" dirty="0">
                <a:solidFill>
                  <a:srgbClr val="000000"/>
                </a:solidFill>
                <a:latin typeface="Arial" panose="020B0604020202090204"/>
                <a:cs typeface="Arial" panose="020B0604020202090204"/>
                <a:sym typeface="Arial" panose="020B0604020202090204"/>
                <a:rtl val="0"/>
              </a:endParaRPr>
            </a:p>
          </p:txBody>
        </p:sp>
        <p:sp>
          <p:nvSpPr>
            <p:cNvPr id="8572" name="文本框 8571"/>
            <p:cNvSpPr txBox="1"/>
            <p:nvPr/>
          </p:nvSpPr>
          <p:spPr>
            <a:xfrm>
              <a:off x="6108396" y="4444072"/>
              <a:ext cx="219932" cy="169277"/>
            </a:xfrm>
            <a:prstGeom prst="rect">
              <a:avLst/>
            </a:prstGeom>
            <a:noFill/>
          </p:spPr>
          <p:txBody>
            <a:bodyPr wrap="none" rtlCol="0">
              <a:spAutoFit/>
            </a:bodyPr>
            <a:lstStyle/>
            <a:p>
              <a:pPr algn="l"/>
              <a:r>
                <a:rPr lang="en-US" altLang="zh-CN" sz="500" dirty="0">
                  <a:solidFill>
                    <a:srgbClr val="000000"/>
                  </a:solidFill>
                  <a:latin typeface="Arial" panose="020B0604020202090204"/>
                  <a:cs typeface="Arial" panose="020B0604020202090204"/>
                  <a:sym typeface="Arial" panose="020B0604020202090204"/>
                  <a:rtl val="0"/>
                </a:rPr>
                <a:t>3</a:t>
              </a:r>
              <a:endParaRPr lang="zh-CN" altLang="en-US" sz="500" dirty="0">
                <a:solidFill>
                  <a:srgbClr val="000000"/>
                </a:solidFill>
                <a:latin typeface="Arial" panose="020B0604020202090204"/>
                <a:cs typeface="Arial" panose="020B0604020202090204"/>
                <a:sym typeface="Arial" panose="020B0604020202090204"/>
                <a:rtl val="0"/>
              </a:endParaRPr>
            </a:p>
          </p:txBody>
        </p:sp>
        <p:grpSp>
          <p:nvGrpSpPr>
            <p:cNvPr id="11" name="组合 10"/>
            <p:cNvGrpSpPr/>
            <p:nvPr/>
          </p:nvGrpSpPr>
          <p:grpSpPr>
            <a:xfrm>
              <a:off x="335440" y="4807301"/>
              <a:ext cx="6145959" cy="1088079"/>
              <a:chOff x="210141" y="4806721"/>
              <a:chExt cx="6454826" cy="1088079"/>
            </a:xfrm>
          </p:grpSpPr>
          <p:sp>
            <p:nvSpPr>
              <p:cNvPr id="5" name="文本框 4"/>
              <p:cNvSpPr txBox="1"/>
              <p:nvPr/>
            </p:nvSpPr>
            <p:spPr>
              <a:xfrm>
                <a:off x="4504538" y="4809586"/>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3.2e+03</a:t>
                </a:r>
              </a:p>
            </p:txBody>
          </p:sp>
          <p:sp>
            <p:nvSpPr>
              <p:cNvPr id="7" name="文本框 6"/>
              <p:cNvSpPr txBox="1"/>
              <p:nvPr/>
            </p:nvSpPr>
            <p:spPr>
              <a:xfrm rot="16200000">
                <a:off x="4466369" y="49264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90</a:t>
                </a:r>
              </a:p>
            </p:txBody>
          </p:sp>
          <p:sp>
            <p:nvSpPr>
              <p:cNvPr id="8" name="文本框 7"/>
              <p:cNvSpPr txBox="1"/>
              <p:nvPr/>
            </p:nvSpPr>
            <p:spPr>
              <a:xfrm rot="16200000">
                <a:off x="4459154" y="4861193"/>
                <a:ext cx="227948" cy="124201"/>
              </a:xfrm>
              <a:prstGeom prst="rect">
                <a:avLst/>
              </a:prstGeom>
              <a:noFill/>
            </p:spPr>
            <p:txBody>
              <a:bodyPr wrap="none" rtlCol="0">
                <a:spAutoFit/>
              </a:bodyPr>
              <a:lstStyle/>
              <a:p>
                <a:pPr algn="l"/>
                <a:r>
                  <a:rPr lang="zh-CN" altLang="en-US" sz="205" dirty="0">
                    <a:solidFill>
                      <a:srgbClr val="000000"/>
                    </a:solidFill>
                    <a:latin typeface="Arial" panose="020B0604020202090204"/>
                    <a:cs typeface="Arial" panose="020B0604020202090204"/>
                    <a:sym typeface="Arial" panose="020B0604020202090204"/>
                    <a:rtl val="0"/>
                  </a:rPr>
                  <a:t>100</a:t>
                </a:r>
              </a:p>
            </p:txBody>
          </p:sp>
          <p:sp>
            <p:nvSpPr>
              <p:cNvPr id="9" name="文本框 8"/>
              <p:cNvSpPr txBox="1"/>
              <p:nvPr/>
            </p:nvSpPr>
            <p:spPr>
              <a:xfrm>
                <a:off x="6294353" y="5538206"/>
                <a:ext cx="370614"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1200</a:t>
                </a:r>
              </a:p>
            </p:txBody>
          </p:sp>
          <p:sp>
            <p:nvSpPr>
              <p:cNvPr id="16" name="文本框 15"/>
              <p:cNvSpPr txBox="1"/>
              <p:nvPr/>
            </p:nvSpPr>
            <p:spPr>
              <a:xfrm>
                <a:off x="677591" y="5686389"/>
                <a:ext cx="1641124" cy="192360"/>
              </a:xfrm>
              <a:prstGeom prst="rect">
                <a:avLst/>
              </a:prstGeom>
              <a:noFill/>
            </p:spPr>
            <p:txBody>
              <a:bodyPr wrap="square">
                <a:spAutoFit/>
              </a:bodyPr>
              <a:lstStyle/>
              <a:p>
                <a:pPr algn="ctr"/>
                <a:r>
                  <a:rPr lang="zh-CN" altLang="en-US" sz="650" dirty="0"/>
                  <a:t>HLA</a:t>
                </a:r>
                <a:r>
                  <a:rPr lang="en-US" altLang="zh-CN" sz="650" dirty="0"/>
                  <a:t>-</a:t>
                </a:r>
                <a:r>
                  <a:rPr lang="zh-CN" altLang="en-US" sz="650" dirty="0"/>
                  <a:t>A24.02</a:t>
                </a:r>
                <a:r>
                  <a:rPr lang="en-US" altLang="zh-CN" sz="650" dirty="0"/>
                  <a:t> </a:t>
                </a:r>
                <a:r>
                  <a:rPr lang="fr-FR" altLang="zh-CN" sz="650" dirty="0"/>
                  <a:t>QYGGDLTNTF</a:t>
                </a:r>
                <a:endParaRPr lang="zh-CN" altLang="en-US" sz="650" dirty="0"/>
              </a:p>
            </p:txBody>
          </p:sp>
          <p:sp>
            <p:nvSpPr>
              <p:cNvPr id="8376" name="文本框 8375"/>
              <p:cNvSpPr txBox="1"/>
              <p:nvPr/>
            </p:nvSpPr>
            <p:spPr>
              <a:xfrm>
                <a:off x="1158080" y="5608952"/>
                <a:ext cx="383096"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8377" name="文本框 8376"/>
              <p:cNvSpPr txBox="1"/>
              <p:nvPr/>
            </p:nvSpPr>
            <p:spPr>
              <a:xfrm>
                <a:off x="3116231" y="5700721"/>
                <a:ext cx="1144551" cy="192360"/>
              </a:xfrm>
              <a:prstGeom prst="rect">
                <a:avLst/>
              </a:prstGeom>
              <a:noFill/>
            </p:spPr>
            <p:txBody>
              <a:bodyPr wrap="square">
                <a:spAutoFit/>
              </a:bodyPr>
              <a:lstStyle>
                <a:defPPr>
                  <a:defRPr lang="en-US"/>
                </a:defPPr>
                <a:lvl1pPr algn="ctr">
                  <a:defRPr sz="590"/>
                </a:lvl1pPr>
              </a:lstStyle>
              <a:p>
                <a:r>
                  <a:rPr lang="zh-CN" altLang="en-US" sz="650" dirty="0"/>
                  <a:t>HLA-A24.02-</a:t>
                </a:r>
                <a:r>
                  <a:rPr lang="en-US" altLang="zh-CN" sz="650" dirty="0"/>
                  <a:t>VYGSIFSF</a:t>
                </a:r>
                <a:endParaRPr lang="zh-CN" altLang="en-US" sz="650" dirty="0"/>
              </a:p>
            </p:txBody>
          </p:sp>
          <p:sp>
            <p:nvSpPr>
              <p:cNvPr id="8378" name="文本框 8377"/>
              <p:cNvSpPr txBox="1"/>
              <p:nvPr/>
            </p:nvSpPr>
            <p:spPr>
              <a:xfrm>
                <a:off x="4870171" y="5702440"/>
                <a:ext cx="1225352" cy="192360"/>
              </a:xfrm>
              <a:prstGeom prst="rect">
                <a:avLst/>
              </a:prstGeom>
              <a:noFill/>
            </p:spPr>
            <p:txBody>
              <a:bodyPr wrap="square">
                <a:spAutoFit/>
              </a:bodyPr>
              <a:lstStyle>
                <a:defPPr>
                  <a:defRPr lang="en-US"/>
                </a:defPPr>
                <a:lvl1pPr algn="ctr">
                  <a:defRPr sz="590"/>
                </a:lvl1pPr>
              </a:lstStyle>
              <a:p>
                <a:r>
                  <a:rPr lang="zh-CN" altLang="en-US" sz="650" dirty="0"/>
                  <a:t>HLA-A24.02-</a:t>
                </a:r>
                <a:r>
                  <a:rPr lang="en-US" altLang="zh-CN" sz="650" dirty="0"/>
                  <a:t>EYDSSFPNW</a:t>
                </a:r>
                <a:endParaRPr lang="zh-CN" altLang="en-US" sz="650" dirty="0"/>
              </a:p>
            </p:txBody>
          </p:sp>
          <p:sp>
            <p:nvSpPr>
              <p:cNvPr id="8379" name="任意多边形: 形状 3363"/>
              <p:cNvSpPr/>
              <p:nvPr/>
            </p:nvSpPr>
            <p:spPr>
              <a:xfrm>
                <a:off x="4605177"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3175" cap="flat">
                <a:solidFill>
                  <a:srgbClr val="000000"/>
                </a:solidFill>
                <a:prstDash val="solid"/>
                <a:miter/>
              </a:ln>
            </p:spPr>
            <p:txBody>
              <a:bodyPr rtlCol="0" anchor="ctr"/>
              <a:lstStyle/>
              <a:p>
                <a:endParaRPr lang="zh-CN" altLang="en-US"/>
              </a:p>
            </p:txBody>
          </p:sp>
          <p:sp>
            <p:nvSpPr>
              <p:cNvPr id="8380" name="任意多边形: 形状 3365"/>
              <p:cNvSpPr/>
              <p:nvPr/>
            </p:nvSpPr>
            <p:spPr>
              <a:xfrm>
                <a:off x="4605178" y="5576178"/>
                <a:ext cx="1876579" cy="13112"/>
              </a:xfrm>
              <a:custGeom>
                <a:avLst/>
                <a:gdLst>
                  <a:gd name="connsiteX0" fmla="*/ 0 w 1876579"/>
                  <a:gd name="connsiteY0" fmla="*/ 0 h 13112"/>
                  <a:gd name="connsiteX1" fmla="*/ 1876579 w 1876579"/>
                  <a:gd name="connsiteY1" fmla="*/ 0 h 13112"/>
                </a:gdLst>
                <a:ahLst/>
                <a:cxnLst>
                  <a:cxn ang="0">
                    <a:pos x="connsiteX0" y="connsiteY0"/>
                  </a:cxn>
                  <a:cxn ang="0">
                    <a:pos x="connsiteX1" y="connsiteY1"/>
                  </a:cxn>
                </a:cxnLst>
                <a:rect l="l" t="t" r="r" b="b"/>
                <a:pathLst>
                  <a:path w="1876579" h="13112">
                    <a:moveTo>
                      <a:pt x="0" y="0"/>
                    </a:moveTo>
                    <a:lnTo>
                      <a:pt x="1876579" y="0"/>
                    </a:lnTo>
                  </a:path>
                </a:pathLst>
              </a:custGeom>
              <a:noFill/>
              <a:ln w="3175" cap="flat">
                <a:solidFill>
                  <a:srgbClr val="000000"/>
                </a:solidFill>
                <a:prstDash val="solid"/>
                <a:miter/>
              </a:ln>
            </p:spPr>
            <p:txBody>
              <a:bodyPr rtlCol="0" anchor="ctr"/>
              <a:lstStyle/>
              <a:p>
                <a:endParaRPr lang="zh-CN" altLang="en-US"/>
              </a:p>
            </p:txBody>
          </p:sp>
          <p:sp>
            <p:nvSpPr>
              <p:cNvPr id="8381" name="任意多边形: 形状 3367"/>
              <p:cNvSpPr/>
              <p:nvPr/>
            </p:nvSpPr>
            <p:spPr>
              <a:xfrm>
                <a:off x="462195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382" name="任意多边形: 形状 3368"/>
              <p:cNvSpPr/>
              <p:nvPr/>
            </p:nvSpPr>
            <p:spPr>
              <a:xfrm>
                <a:off x="463243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383" name="任意多边形: 形状 3369"/>
              <p:cNvSpPr/>
              <p:nvPr/>
            </p:nvSpPr>
            <p:spPr>
              <a:xfrm>
                <a:off x="4665982" y="55321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192" name="任意多边形: 形状 3370"/>
              <p:cNvSpPr/>
              <p:nvPr/>
            </p:nvSpPr>
            <p:spPr>
              <a:xfrm>
                <a:off x="471001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3" name="任意多边形: 形状 3371"/>
              <p:cNvSpPr/>
              <p:nvPr/>
            </p:nvSpPr>
            <p:spPr>
              <a:xfrm>
                <a:off x="47225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94" name="任意多边形: 形状 3372"/>
              <p:cNvSpPr/>
              <p:nvPr/>
            </p:nvSpPr>
            <p:spPr>
              <a:xfrm>
                <a:off x="4724691"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195" name="任意多边形: 形状 3373"/>
              <p:cNvSpPr/>
              <p:nvPr/>
            </p:nvSpPr>
            <p:spPr>
              <a:xfrm>
                <a:off x="47540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6" name="任意多边形: 形状 3374"/>
              <p:cNvSpPr/>
              <p:nvPr/>
            </p:nvSpPr>
            <p:spPr>
              <a:xfrm>
                <a:off x="477920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97" name="任意多边形: 形状 3375"/>
              <p:cNvSpPr/>
              <p:nvPr/>
            </p:nvSpPr>
            <p:spPr>
              <a:xfrm>
                <a:off x="477920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8" name="任意多边形: 形状 3376"/>
              <p:cNvSpPr/>
              <p:nvPr/>
            </p:nvSpPr>
            <p:spPr>
              <a:xfrm>
                <a:off x="478130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199" name="任意多边形: 形状 3377"/>
              <p:cNvSpPr/>
              <p:nvPr/>
            </p:nvSpPr>
            <p:spPr>
              <a:xfrm>
                <a:off x="478759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00" name="任意多边形: 形状 3378"/>
              <p:cNvSpPr/>
              <p:nvPr/>
            </p:nvSpPr>
            <p:spPr>
              <a:xfrm>
                <a:off x="47896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1" name="任意多边形: 形状 3379"/>
              <p:cNvSpPr/>
              <p:nvPr/>
            </p:nvSpPr>
            <p:spPr>
              <a:xfrm>
                <a:off x="4798076"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02" name="任意多边形: 形状 3380"/>
              <p:cNvSpPr/>
              <p:nvPr/>
            </p:nvSpPr>
            <p:spPr>
              <a:xfrm>
                <a:off x="4806465"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3" name="任意多边形: 形状 3381"/>
              <p:cNvSpPr/>
              <p:nvPr/>
            </p:nvSpPr>
            <p:spPr>
              <a:xfrm>
                <a:off x="481065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204" name="任意多边形: 形状 3382"/>
              <p:cNvSpPr/>
              <p:nvPr/>
            </p:nvSpPr>
            <p:spPr>
              <a:xfrm>
                <a:off x="481485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05" name="任意多边形: 形状 3383"/>
              <p:cNvSpPr/>
              <p:nvPr/>
            </p:nvSpPr>
            <p:spPr>
              <a:xfrm>
                <a:off x="482533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06" name="任意多边形: 形状 3384"/>
              <p:cNvSpPr/>
              <p:nvPr/>
            </p:nvSpPr>
            <p:spPr>
              <a:xfrm>
                <a:off x="4827432"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207" name="任意多边形: 形状 3385"/>
              <p:cNvSpPr/>
              <p:nvPr/>
            </p:nvSpPr>
            <p:spPr>
              <a:xfrm>
                <a:off x="4852592"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8" name="任意多边形: 形状 3386"/>
              <p:cNvSpPr/>
              <p:nvPr/>
            </p:nvSpPr>
            <p:spPr>
              <a:xfrm>
                <a:off x="485678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209" name="任意多边形: 形状 3387"/>
              <p:cNvSpPr/>
              <p:nvPr/>
            </p:nvSpPr>
            <p:spPr>
              <a:xfrm>
                <a:off x="485888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10" name="任意多边形: 形状 3388"/>
              <p:cNvSpPr/>
              <p:nvPr/>
            </p:nvSpPr>
            <p:spPr>
              <a:xfrm>
                <a:off x="488194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18" name="任意多边形: 形状 3389"/>
              <p:cNvSpPr/>
              <p:nvPr/>
            </p:nvSpPr>
            <p:spPr>
              <a:xfrm>
                <a:off x="488614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19" name="任意多边形: 形状 3390"/>
              <p:cNvSpPr/>
              <p:nvPr/>
            </p:nvSpPr>
            <p:spPr>
              <a:xfrm>
                <a:off x="4902914"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20" name="任意多边形: 形状 3391"/>
              <p:cNvSpPr/>
              <p:nvPr/>
            </p:nvSpPr>
            <p:spPr>
              <a:xfrm>
                <a:off x="4905011"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221" name="任意多边形: 形状 3392"/>
              <p:cNvSpPr/>
              <p:nvPr/>
            </p:nvSpPr>
            <p:spPr>
              <a:xfrm>
                <a:off x="491759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222" name="任意多边形: 形状 3393"/>
              <p:cNvSpPr/>
              <p:nvPr/>
            </p:nvSpPr>
            <p:spPr>
              <a:xfrm>
                <a:off x="492388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23" name="任意多边形: 形状 3394"/>
              <p:cNvSpPr/>
              <p:nvPr/>
            </p:nvSpPr>
            <p:spPr>
              <a:xfrm>
                <a:off x="4930171"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224" name="任意多边形: 形状 3395"/>
              <p:cNvSpPr/>
              <p:nvPr/>
            </p:nvSpPr>
            <p:spPr>
              <a:xfrm>
                <a:off x="493226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25" name="任意多边形: 形状 3396"/>
              <p:cNvSpPr/>
              <p:nvPr/>
            </p:nvSpPr>
            <p:spPr>
              <a:xfrm>
                <a:off x="493436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26" name="任意多边形: 形状 3397"/>
              <p:cNvSpPr/>
              <p:nvPr/>
            </p:nvSpPr>
            <p:spPr>
              <a:xfrm>
                <a:off x="4936461"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28" name="任意多边形: 形状 3398"/>
              <p:cNvSpPr/>
              <p:nvPr/>
            </p:nvSpPr>
            <p:spPr>
              <a:xfrm>
                <a:off x="4940656"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231" name="任意多边形: 形状 3399"/>
              <p:cNvSpPr/>
              <p:nvPr/>
            </p:nvSpPr>
            <p:spPr>
              <a:xfrm>
                <a:off x="494275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32" name="任意多边形: 形状 3400"/>
              <p:cNvSpPr/>
              <p:nvPr/>
            </p:nvSpPr>
            <p:spPr>
              <a:xfrm>
                <a:off x="49490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39" name="任意多边形: 形状 3401"/>
              <p:cNvSpPr/>
              <p:nvPr/>
            </p:nvSpPr>
            <p:spPr>
              <a:xfrm>
                <a:off x="4984687"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241" name="任意多边形: 形状 3402"/>
              <p:cNvSpPr/>
              <p:nvPr/>
            </p:nvSpPr>
            <p:spPr>
              <a:xfrm>
                <a:off x="4986784"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242" name="任意多边形: 形状 3403"/>
              <p:cNvSpPr/>
              <p:nvPr/>
            </p:nvSpPr>
            <p:spPr>
              <a:xfrm>
                <a:off x="498678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43" name="任意多边形: 形状 3404"/>
              <p:cNvSpPr/>
              <p:nvPr/>
            </p:nvSpPr>
            <p:spPr>
              <a:xfrm>
                <a:off x="499726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53" name="任意多边形: 形状 3405"/>
              <p:cNvSpPr/>
              <p:nvPr/>
            </p:nvSpPr>
            <p:spPr>
              <a:xfrm>
                <a:off x="5001460"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8448" name="任意多边形: 形状 3406"/>
              <p:cNvSpPr/>
              <p:nvPr/>
            </p:nvSpPr>
            <p:spPr>
              <a:xfrm>
                <a:off x="5001460"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8449" name="任意多边形: 形状 3407"/>
              <p:cNvSpPr/>
              <p:nvPr/>
            </p:nvSpPr>
            <p:spPr>
              <a:xfrm>
                <a:off x="500355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50" name="任意多边形: 形状 3408"/>
              <p:cNvSpPr/>
              <p:nvPr/>
            </p:nvSpPr>
            <p:spPr>
              <a:xfrm>
                <a:off x="500984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451" name="任意多边形: 形状 3409"/>
              <p:cNvSpPr/>
              <p:nvPr/>
            </p:nvSpPr>
            <p:spPr>
              <a:xfrm>
                <a:off x="501404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2" name="任意多边形: 形状 3410"/>
              <p:cNvSpPr/>
              <p:nvPr/>
            </p:nvSpPr>
            <p:spPr>
              <a:xfrm>
                <a:off x="501613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453" name="任意多边形: 形状 3411"/>
              <p:cNvSpPr/>
              <p:nvPr/>
            </p:nvSpPr>
            <p:spPr>
              <a:xfrm>
                <a:off x="503081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54" name="任意多边形: 形状 3412"/>
              <p:cNvSpPr/>
              <p:nvPr/>
            </p:nvSpPr>
            <p:spPr>
              <a:xfrm>
                <a:off x="503081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55" name="任意多边形: 形状 3413"/>
              <p:cNvSpPr/>
              <p:nvPr/>
            </p:nvSpPr>
            <p:spPr>
              <a:xfrm>
                <a:off x="5030816"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2088" cap="rnd">
                <a:solidFill>
                  <a:srgbClr val="000000"/>
                </a:solidFill>
                <a:prstDash val="solid"/>
                <a:round/>
              </a:ln>
            </p:spPr>
            <p:txBody>
              <a:bodyPr rtlCol="0" anchor="ctr"/>
              <a:lstStyle/>
              <a:p>
                <a:endParaRPr lang="zh-CN" altLang="en-US"/>
              </a:p>
            </p:txBody>
          </p:sp>
          <p:sp>
            <p:nvSpPr>
              <p:cNvPr id="8456" name="任意多边形: 形状 3414"/>
              <p:cNvSpPr/>
              <p:nvPr/>
            </p:nvSpPr>
            <p:spPr>
              <a:xfrm>
                <a:off x="5032912" y="5412632"/>
                <a:ext cx="13112" cy="163546"/>
              </a:xfrm>
              <a:custGeom>
                <a:avLst/>
                <a:gdLst>
                  <a:gd name="connsiteX0" fmla="*/ 0 w 13112"/>
                  <a:gd name="connsiteY0" fmla="*/ 163547 h 163546"/>
                  <a:gd name="connsiteX1" fmla="*/ 0 w 13112"/>
                  <a:gd name="connsiteY1" fmla="*/ 0 h 163546"/>
                </a:gdLst>
                <a:ahLst/>
                <a:cxnLst>
                  <a:cxn ang="0">
                    <a:pos x="connsiteX0" y="connsiteY0"/>
                  </a:cxn>
                  <a:cxn ang="0">
                    <a:pos x="connsiteX1" y="connsiteY1"/>
                  </a:cxn>
                </a:cxnLst>
                <a:rect l="l" t="t" r="r" b="b"/>
                <a:pathLst>
                  <a:path w="13112" h="163546">
                    <a:moveTo>
                      <a:pt x="0" y="163547"/>
                    </a:moveTo>
                    <a:lnTo>
                      <a:pt x="0" y="0"/>
                    </a:lnTo>
                  </a:path>
                </a:pathLst>
              </a:custGeom>
              <a:noFill/>
              <a:ln w="2088" cap="rnd">
                <a:solidFill>
                  <a:srgbClr val="000000"/>
                </a:solidFill>
                <a:prstDash val="solid"/>
                <a:round/>
              </a:ln>
            </p:spPr>
            <p:txBody>
              <a:bodyPr rtlCol="0" anchor="ctr"/>
              <a:lstStyle/>
              <a:p>
                <a:endParaRPr lang="zh-CN" altLang="en-US"/>
              </a:p>
            </p:txBody>
          </p:sp>
          <p:sp>
            <p:nvSpPr>
              <p:cNvPr id="8457" name="任意多边形: 形状 3415"/>
              <p:cNvSpPr/>
              <p:nvPr/>
            </p:nvSpPr>
            <p:spPr>
              <a:xfrm>
                <a:off x="503291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8" name="任意多边形: 形状 3416"/>
              <p:cNvSpPr/>
              <p:nvPr/>
            </p:nvSpPr>
            <p:spPr>
              <a:xfrm>
                <a:off x="503291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9" name="任意多边形: 形状 3417"/>
              <p:cNvSpPr/>
              <p:nvPr/>
            </p:nvSpPr>
            <p:spPr>
              <a:xfrm>
                <a:off x="503291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65" name="任意多边形: 形状 3418"/>
              <p:cNvSpPr/>
              <p:nvPr/>
            </p:nvSpPr>
            <p:spPr>
              <a:xfrm>
                <a:off x="503500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66" name="任意多边形: 形状 3419"/>
              <p:cNvSpPr/>
              <p:nvPr/>
            </p:nvSpPr>
            <p:spPr>
              <a:xfrm>
                <a:off x="5037106"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470" name="任意多边形: 形状 3420"/>
              <p:cNvSpPr/>
              <p:nvPr/>
            </p:nvSpPr>
            <p:spPr>
              <a:xfrm>
                <a:off x="503710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8471" name="任意多边形: 形状 3421"/>
              <p:cNvSpPr/>
              <p:nvPr/>
            </p:nvSpPr>
            <p:spPr>
              <a:xfrm>
                <a:off x="5039202"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2" name="任意多边形: 形状 3422"/>
              <p:cNvSpPr/>
              <p:nvPr/>
            </p:nvSpPr>
            <p:spPr>
              <a:xfrm>
                <a:off x="505807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8473" name="任意多边形: 形状 3423"/>
              <p:cNvSpPr/>
              <p:nvPr/>
            </p:nvSpPr>
            <p:spPr>
              <a:xfrm>
                <a:off x="506226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74" name="任意多边形: 形状 3424"/>
              <p:cNvSpPr/>
              <p:nvPr/>
            </p:nvSpPr>
            <p:spPr>
              <a:xfrm>
                <a:off x="506436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5" name="任意多边形: 形状 3425"/>
              <p:cNvSpPr/>
              <p:nvPr/>
            </p:nvSpPr>
            <p:spPr>
              <a:xfrm>
                <a:off x="5066460"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76" name="任意多边形: 形状 3426"/>
              <p:cNvSpPr/>
              <p:nvPr/>
            </p:nvSpPr>
            <p:spPr>
              <a:xfrm>
                <a:off x="507484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77" name="任意多边形: 形状 3427"/>
              <p:cNvSpPr/>
              <p:nvPr/>
            </p:nvSpPr>
            <p:spPr>
              <a:xfrm>
                <a:off x="507904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8" name="任意多边形: 形状 3428"/>
              <p:cNvSpPr/>
              <p:nvPr/>
            </p:nvSpPr>
            <p:spPr>
              <a:xfrm>
                <a:off x="5081138"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479" name="任意多边形: 形状 3429"/>
              <p:cNvSpPr/>
              <p:nvPr/>
            </p:nvSpPr>
            <p:spPr>
              <a:xfrm>
                <a:off x="508533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80" name="任意多边形: 形状 3430"/>
              <p:cNvSpPr/>
              <p:nvPr/>
            </p:nvSpPr>
            <p:spPr>
              <a:xfrm>
                <a:off x="5093718"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8481" name="任意多边形: 形状 3431"/>
              <p:cNvSpPr/>
              <p:nvPr/>
            </p:nvSpPr>
            <p:spPr>
              <a:xfrm>
                <a:off x="510420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59" name="任意多边形: 形状 3432"/>
              <p:cNvSpPr/>
              <p:nvPr/>
            </p:nvSpPr>
            <p:spPr>
              <a:xfrm>
                <a:off x="510839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63" name="任意多边形: 形状 3433"/>
              <p:cNvSpPr/>
              <p:nvPr/>
            </p:nvSpPr>
            <p:spPr>
              <a:xfrm>
                <a:off x="511049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277" name="任意多边形: 形状 3434"/>
              <p:cNvSpPr/>
              <p:nvPr/>
            </p:nvSpPr>
            <p:spPr>
              <a:xfrm>
                <a:off x="5123072"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78" name="任意多边形: 形状 3435"/>
              <p:cNvSpPr/>
              <p:nvPr/>
            </p:nvSpPr>
            <p:spPr>
              <a:xfrm>
                <a:off x="5135652"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79" name="任意多边形: 形状 3436"/>
              <p:cNvSpPr/>
              <p:nvPr/>
            </p:nvSpPr>
            <p:spPr>
              <a:xfrm>
                <a:off x="5139845"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80" name="任意多边形: 形状 3437"/>
              <p:cNvSpPr/>
              <p:nvPr/>
            </p:nvSpPr>
            <p:spPr>
              <a:xfrm>
                <a:off x="514194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81" name="任意多边形: 形状 3438"/>
              <p:cNvSpPr/>
              <p:nvPr/>
            </p:nvSpPr>
            <p:spPr>
              <a:xfrm>
                <a:off x="517129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282" name="任意多边形: 形状 3439"/>
              <p:cNvSpPr/>
              <p:nvPr/>
            </p:nvSpPr>
            <p:spPr>
              <a:xfrm>
                <a:off x="5183877"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83" name="任意多边形: 形状 3440"/>
              <p:cNvSpPr/>
              <p:nvPr/>
            </p:nvSpPr>
            <p:spPr>
              <a:xfrm>
                <a:off x="518597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84" name="任意多边形: 形状 3441"/>
              <p:cNvSpPr/>
              <p:nvPr/>
            </p:nvSpPr>
            <p:spPr>
              <a:xfrm>
                <a:off x="519645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85" name="任意多边形: 形状 3442"/>
              <p:cNvSpPr/>
              <p:nvPr/>
            </p:nvSpPr>
            <p:spPr>
              <a:xfrm>
                <a:off x="5198554"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286" name="任意多边形: 形状 3443"/>
              <p:cNvSpPr/>
              <p:nvPr/>
            </p:nvSpPr>
            <p:spPr>
              <a:xfrm>
                <a:off x="520274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87" name="任意多边形: 形状 3444"/>
              <p:cNvSpPr/>
              <p:nvPr/>
            </p:nvSpPr>
            <p:spPr>
              <a:xfrm>
                <a:off x="5204845"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88" name="任意多边形: 形状 3445"/>
              <p:cNvSpPr/>
              <p:nvPr/>
            </p:nvSpPr>
            <p:spPr>
              <a:xfrm>
                <a:off x="520903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89" name="任意多边形: 形状 3446"/>
              <p:cNvSpPr/>
              <p:nvPr/>
            </p:nvSpPr>
            <p:spPr>
              <a:xfrm>
                <a:off x="520903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90" name="任意多边形: 形状 3447"/>
              <p:cNvSpPr/>
              <p:nvPr/>
            </p:nvSpPr>
            <p:spPr>
              <a:xfrm>
                <a:off x="521323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91" name="任意多边形: 形状 3448"/>
              <p:cNvSpPr/>
              <p:nvPr/>
            </p:nvSpPr>
            <p:spPr>
              <a:xfrm>
                <a:off x="5215329"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92" name="任意多边形: 形状 3449"/>
              <p:cNvSpPr/>
              <p:nvPr/>
            </p:nvSpPr>
            <p:spPr>
              <a:xfrm>
                <a:off x="5223716"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93" name="任意多边形: 形状 3450"/>
              <p:cNvSpPr/>
              <p:nvPr/>
            </p:nvSpPr>
            <p:spPr>
              <a:xfrm>
                <a:off x="523000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94" name="任意多边形: 形状 3451"/>
              <p:cNvSpPr/>
              <p:nvPr/>
            </p:nvSpPr>
            <p:spPr>
              <a:xfrm>
                <a:off x="5232103" y="5540534"/>
                <a:ext cx="13112" cy="35645"/>
              </a:xfrm>
              <a:custGeom>
                <a:avLst/>
                <a:gdLst>
                  <a:gd name="connsiteX0" fmla="*/ 0 w 13112"/>
                  <a:gd name="connsiteY0" fmla="*/ 35645 h 35645"/>
                  <a:gd name="connsiteX1" fmla="*/ 0 w 13112"/>
                  <a:gd name="connsiteY1" fmla="*/ 0 h 35645"/>
                </a:gdLst>
                <a:ahLst/>
                <a:cxnLst>
                  <a:cxn ang="0">
                    <a:pos x="connsiteX0" y="connsiteY0"/>
                  </a:cxn>
                  <a:cxn ang="0">
                    <a:pos x="connsiteX1" y="connsiteY1"/>
                  </a:cxn>
                </a:cxnLst>
                <a:rect l="l" t="t" r="r" b="b"/>
                <a:pathLst>
                  <a:path w="13112" h="35645">
                    <a:moveTo>
                      <a:pt x="0" y="35645"/>
                    </a:moveTo>
                    <a:lnTo>
                      <a:pt x="0" y="0"/>
                    </a:lnTo>
                  </a:path>
                </a:pathLst>
              </a:custGeom>
              <a:noFill/>
              <a:ln w="2088" cap="rnd">
                <a:solidFill>
                  <a:srgbClr val="000000"/>
                </a:solidFill>
                <a:prstDash val="solid"/>
                <a:round/>
              </a:ln>
            </p:spPr>
            <p:txBody>
              <a:bodyPr rtlCol="0" anchor="ctr"/>
              <a:lstStyle/>
              <a:p>
                <a:endParaRPr lang="zh-CN" altLang="en-US"/>
              </a:p>
            </p:txBody>
          </p:sp>
          <p:sp>
            <p:nvSpPr>
              <p:cNvPr id="295" name="任意多边形: 形状 3452"/>
              <p:cNvSpPr/>
              <p:nvPr/>
            </p:nvSpPr>
            <p:spPr>
              <a:xfrm>
                <a:off x="523210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96" name="任意多边形: 形状 3453"/>
              <p:cNvSpPr/>
              <p:nvPr/>
            </p:nvSpPr>
            <p:spPr>
              <a:xfrm>
                <a:off x="523420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97" name="任意多边形: 形状 3454"/>
              <p:cNvSpPr/>
              <p:nvPr/>
            </p:nvSpPr>
            <p:spPr>
              <a:xfrm>
                <a:off x="524258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298" name="任意多边形: 形状 3455"/>
              <p:cNvSpPr/>
              <p:nvPr/>
            </p:nvSpPr>
            <p:spPr>
              <a:xfrm>
                <a:off x="5244683"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299" name="任意多边形: 形状 3456"/>
              <p:cNvSpPr/>
              <p:nvPr/>
            </p:nvSpPr>
            <p:spPr>
              <a:xfrm>
                <a:off x="5246780"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300" name="任意多边形: 形状 3457"/>
              <p:cNvSpPr/>
              <p:nvPr/>
            </p:nvSpPr>
            <p:spPr>
              <a:xfrm>
                <a:off x="524887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301" name="任意多边形: 形状 3458"/>
              <p:cNvSpPr/>
              <p:nvPr/>
            </p:nvSpPr>
            <p:spPr>
              <a:xfrm>
                <a:off x="52614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02" name="任意多边形: 形状 3459"/>
              <p:cNvSpPr/>
              <p:nvPr/>
            </p:nvSpPr>
            <p:spPr>
              <a:xfrm>
                <a:off x="5263553" y="55258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303" name="任意多边形: 形状 3460"/>
              <p:cNvSpPr/>
              <p:nvPr/>
            </p:nvSpPr>
            <p:spPr>
              <a:xfrm>
                <a:off x="5265650"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04" name="任意多边形: 形状 3461"/>
              <p:cNvSpPr/>
              <p:nvPr/>
            </p:nvSpPr>
            <p:spPr>
              <a:xfrm>
                <a:off x="5267747"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05" name="任意多边形: 形状 3462"/>
              <p:cNvSpPr/>
              <p:nvPr/>
            </p:nvSpPr>
            <p:spPr>
              <a:xfrm>
                <a:off x="5278230"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06" name="任意多边形: 形状 3463"/>
              <p:cNvSpPr/>
              <p:nvPr/>
            </p:nvSpPr>
            <p:spPr>
              <a:xfrm>
                <a:off x="527823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07" name="任意多边形: 形状 3464"/>
              <p:cNvSpPr/>
              <p:nvPr/>
            </p:nvSpPr>
            <p:spPr>
              <a:xfrm>
                <a:off x="528032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08" name="任意多边形: 形状 3465"/>
              <p:cNvSpPr/>
              <p:nvPr/>
            </p:nvSpPr>
            <p:spPr>
              <a:xfrm>
                <a:off x="5295005" y="5460858"/>
                <a:ext cx="13112" cy="115321"/>
              </a:xfrm>
              <a:custGeom>
                <a:avLst/>
                <a:gdLst>
                  <a:gd name="connsiteX0" fmla="*/ 0 w 13112"/>
                  <a:gd name="connsiteY0" fmla="*/ 115321 h 115321"/>
                  <a:gd name="connsiteX1" fmla="*/ 0 w 13112"/>
                  <a:gd name="connsiteY1" fmla="*/ 0 h 115321"/>
                </a:gdLst>
                <a:ahLst/>
                <a:cxnLst>
                  <a:cxn ang="0">
                    <a:pos x="connsiteX0" y="connsiteY0"/>
                  </a:cxn>
                  <a:cxn ang="0">
                    <a:pos x="connsiteX1" y="connsiteY1"/>
                  </a:cxn>
                </a:cxnLst>
                <a:rect l="l" t="t" r="r" b="b"/>
                <a:pathLst>
                  <a:path w="13112" h="115321">
                    <a:moveTo>
                      <a:pt x="0" y="115321"/>
                    </a:moveTo>
                    <a:lnTo>
                      <a:pt x="0" y="0"/>
                    </a:lnTo>
                  </a:path>
                </a:pathLst>
              </a:custGeom>
              <a:noFill/>
              <a:ln w="2088" cap="rnd">
                <a:solidFill>
                  <a:srgbClr val="000000"/>
                </a:solidFill>
                <a:prstDash val="solid"/>
                <a:round/>
              </a:ln>
            </p:spPr>
            <p:txBody>
              <a:bodyPr rtlCol="0" anchor="ctr"/>
              <a:lstStyle/>
              <a:p>
                <a:endParaRPr lang="zh-CN" altLang="en-US"/>
              </a:p>
            </p:txBody>
          </p:sp>
          <p:sp>
            <p:nvSpPr>
              <p:cNvPr id="309" name="任意多边形: 形状 3466"/>
              <p:cNvSpPr/>
              <p:nvPr/>
            </p:nvSpPr>
            <p:spPr>
              <a:xfrm>
                <a:off x="5295005" y="5494404"/>
                <a:ext cx="13112" cy="81774"/>
              </a:xfrm>
              <a:custGeom>
                <a:avLst/>
                <a:gdLst>
                  <a:gd name="connsiteX0" fmla="*/ 0 w 13112"/>
                  <a:gd name="connsiteY0" fmla="*/ 81774 h 81774"/>
                  <a:gd name="connsiteX1" fmla="*/ 0 w 13112"/>
                  <a:gd name="connsiteY1" fmla="*/ 0 h 81774"/>
                </a:gdLst>
                <a:ahLst/>
                <a:cxnLst>
                  <a:cxn ang="0">
                    <a:pos x="connsiteX0" y="connsiteY0"/>
                  </a:cxn>
                  <a:cxn ang="0">
                    <a:pos x="connsiteX1" y="connsiteY1"/>
                  </a:cxn>
                </a:cxnLst>
                <a:rect l="l" t="t" r="r" b="b"/>
                <a:pathLst>
                  <a:path w="13112" h="81774">
                    <a:moveTo>
                      <a:pt x="0" y="81774"/>
                    </a:moveTo>
                    <a:lnTo>
                      <a:pt x="0" y="0"/>
                    </a:lnTo>
                  </a:path>
                </a:pathLst>
              </a:custGeom>
              <a:noFill/>
              <a:ln w="2088" cap="rnd">
                <a:solidFill>
                  <a:srgbClr val="000000"/>
                </a:solidFill>
                <a:prstDash val="solid"/>
                <a:round/>
              </a:ln>
            </p:spPr>
            <p:txBody>
              <a:bodyPr rtlCol="0" anchor="ctr"/>
              <a:lstStyle/>
              <a:p>
                <a:endParaRPr lang="zh-CN" altLang="en-US"/>
              </a:p>
            </p:txBody>
          </p:sp>
          <p:sp>
            <p:nvSpPr>
              <p:cNvPr id="310" name="任意多边形: 形状 3467"/>
              <p:cNvSpPr/>
              <p:nvPr/>
            </p:nvSpPr>
            <p:spPr>
              <a:xfrm>
                <a:off x="5297102"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311" name="任意多边形: 形状 3468"/>
              <p:cNvSpPr/>
              <p:nvPr/>
            </p:nvSpPr>
            <p:spPr>
              <a:xfrm>
                <a:off x="529919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12" name="任意多边形: 形状 3469"/>
              <p:cNvSpPr/>
              <p:nvPr/>
            </p:nvSpPr>
            <p:spPr>
              <a:xfrm>
                <a:off x="5301295"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13" name="任意多边形: 形状 3470"/>
              <p:cNvSpPr/>
              <p:nvPr/>
            </p:nvSpPr>
            <p:spPr>
              <a:xfrm>
                <a:off x="530129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14" name="任意多边形: 形状 3471"/>
              <p:cNvSpPr/>
              <p:nvPr/>
            </p:nvSpPr>
            <p:spPr>
              <a:xfrm>
                <a:off x="5305489"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15" name="任意多边形: 形状 3472"/>
              <p:cNvSpPr/>
              <p:nvPr/>
            </p:nvSpPr>
            <p:spPr>
              <a:xfrm>
                <a:off x="5309682"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316" name="任意多边形: 形状 3473"/>
              <p:cNvSpPr/>
              <p:nvPr/>
            </p:nvSpPr>
            <p:spPr>
              <a:xfrm>
                <a:off x="5311779"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317" name="任意多边形: 形状 3474"/>
              <p:cNvSpPr/>
              <p:nvPr/>
            </p:nvSpPr>
            <p:spPr>
              <a:xfrm>
                <a:off x="5315972"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18" name="任意多边形: 形状 3475"/>
              <p:cNvSpPr/>
              <p:nvPr/>
            </p:nvSpPr>
            <p:spPr>
              <a:xfrm>
                <a:off x="5322262"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319" name="任意多边形: 形状 3476"/>
              <p:cNvSpPr/>
              <p:nvPr/>
            </p:nvSpPr>
            <p:spPr>
              <a:xfrm>
                <a:off x="532645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519" name="任意多边形: 形状 3477"/>
              <p:cNvSpPr/>
              <p:nvPr/>
            </p:nvSpPr>
            <p:spPr>
              <a:xfrm>
                <a:off x="5328553"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8520" name="任意多边形: 形状 3478"/>
              <p:cNvSpPr/>
              <p:nvPr/>
            </p:nvSpPr>
            <p:spPr>
              <a:xfrm>
                <a:off x="5330649"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521" name="任意多边形: 形状 3479"/>
              <p:cNvSpPr/>
              <p:nvPr/>
            </p:nvSpPr>
            <p:spPr>
              <a:xfrm>
                <a:off x="534532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8522" name="任意多边形: 形状 3480"/>
              <p:cNvSpPr/>
              <p:nvPr/>
            </p:nvSpPr>
            <p:spPr>
              <a:xfrm>
                <a:off x="5355811"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523" name="任意多边形: 形状 3481"/>
              <p:cNvSpPr/>
              <p:nvPr/>
            </p:nvSpPr>
            <p:spPr>
              <a:xfrm>
                <a:off x="535581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524" name="任意多边形: 形状 3482"/>
              <p:cNvSpPr/>
              <p:nvPr/>
            </p:nvSpPr>
            <p:spPr>
              <a:xfrm>
                <a:off x="5360004"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8525" name="任意多边形: 形状 3483"/>
              <p:cNvSpPr/>
              <p:nvPr/>
            </p:nvSpPr>
            <p:spPr>
              <a:xfrm>
                <a:off x="5372585"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526" name="任意多边形: 形状 3484"/>
              <p:cNvSpPr/>
              <p:nvPr/>
            </p:nvSpPr>
            <p:spPr>
              <a:xfrm>
                <a:off x="540403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27" name="任意多边形: 形状 3485"/>
              <p:cNvSpPr/>
              <p:nvPr/>
            </p:nvSpPr>
            <p:spPr>
              <a:xfrm>
                <a:off x="5412422"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28" name="任意多边形: 形状 3486"/>
              <p:cNvSpPr/>
              <p:nvPr/>
            </p:nvSpPr>
            <p:spPr>
              <a:xfrm>
                <a:off x="541452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529" name="任意多边形: 形状 3487"/>
              <p:cNvSpPr/>
              <p:nvPr/>
            </p:nvSpPr>
            <p:spPr>
              <a:xfrm>
                <a:off x="541871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30" name="任意多边形: 形状 3488"/>
              <p:cNvSpPr/>
              <p:nvPr/>
            </p:nvSpPr>
            <p:spPr>
              <a:xfrm>
                <a:off x="542081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74" name="任意多边形: 形状 3489"/>
              <p:cNvSpPr/>
              <p:nvPr/>
            </p:nvSpPr>
            <p:spPr>
              <a:xfrm>
                <a:off x="542290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575" name="任意多边形: 形状 3490"/>
              <p:cNvSpPr/>
              <p:nvPr/>
            </p:nvSpPr>
            <p:spPr>
              <a:xfrm>
                <a:off x="542919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00" name="任意多边形: 形状 3491"/>
              <p:cNvSpPr/>
              <p:nvPr/>
            </p:nvSpPr>
            <p:spPr>
              <a:xfrm>
                <a:off x="5437584"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3201" name="任意多边形: 形状 3492"/>
              <p:cNvSpPr/>
              <p:nvPr/>
            </p:nvSpPr>
            <p:spPr>
              <a:xfrm>
                <a:off x="544597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2" name="任意多边形: 形状 3493"/>
              <p:cNvSpPr/>
              <p:nvPr/>
            </p:nvSpPr>
            <p:spPr>
              <a:xfrm>
                <a:off x="5450164"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3203" name="任意多边形: 形状 3494"/>
              <p:cNvSpPr/>
              <p:nvPr/>
            </p:nvSpPr>
            <p:spPr>
              <a:xfrm>
                <a:off x="545226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04" name="任意多边形: 形状 3495"/>
              <p:cNvSpPr/>
              <p:nvPr/>
            </p:nvSpPr>
            <p:spPr>
              <a:xfrm>
                <a:off x="545435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05" name="任意多边形: 形状 3496"/>
              <p:cNvSpPr/>
              <p:nvPr/>
            </p:nvSpPr>
            <p:spPr>
              <a:xfrm>
                <a:off x="5464841"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6" name="任意多边形: 形状 3497"/>
              <p:cNvSpPr/>
              <p:nvPr/>
            </p:nvSpPr>
            <p:spPr>
              <a:xfrm>
                <a:off x="547532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7" name="任意多边形: 形状 3498"/>
              <p:cNvSpPr/>
              <p:nvPr/>
            </p:nvSpPr>
            <p:spPr>
              <a:xfrm>
                <a:off x="547742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08" name="任意多边形: 形状 3499"/>
              <p:cNvSpPr/>
              <p:nvPr/>
            </p:nvSpPr>
            <p:spPr>
              <a:xfrm>
                <a:off x="547742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09" name="任意多边形: 形状 3500"/>
              <p:cNvSpPr/>
              <p:nvPr/>
            </p:nvSpPr>
            <p:spPr>
              <a:xfrm>
                <a:off x="5487906"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210" name="任意多边形: 形状 3501"/>
              <p:cNvSpPr/>
              <p:nvPr/>
            </p:nvSpPr>
            <p:spPr>
              <a:xfrm>
                <a:off x="549000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11" name="任意多边形: 形状 3502"/>
              <p:cNvSpPr/>
              <p:nvPr/>
            </p:nvSpPr>
            <p:spPr>
              <a:xfrm>
                <a:off x="549419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12" name="任意多边形: 形状 3503"/>
              <p:cNvSpPr/>
              <p:nvPr/>
            </p:nvSpPr>
            <p:spPr>
              <a:xfrm>
                <a:off x="5496293"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3213" name="任意多边形: 形状 3504"/>
              <p:cNvSpPr/>
              <p:nvPr/>
            </p:nvSpPr>
            <p:spPr>
              <a:xfrm>
                <a:off x="549838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14" name="任意多边形: 形状 3505"/>
              <p:cNvSpPr/>
              <p:nvPr/>
            </p:nvSpPr>
            <p:spPr>
              <a:xfrm>
                <a:off x="5508873"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3215" name="任意多边形: 形状 3506"/>
              <p:cNvSpPr/>
              <p:nvPr/>
            </p:nvSpPr>
            <p:spPr>
              <a:xfrm>
                <a:off x="5510970"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3216" name="任意多边形: 形状 3507"/>
              <p:cNvSpPr/>
              <p:nvPr/>
            </p:nvSpPr>
            <p:spPr>
              <a:xfrm>
                <a:off x="551306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17" name="任意多边形: 形状 3508"/>
              <p:cNvSpPr/>
              <p:nvPr/>
            </p:nvSpPr>
            <p:spPr>
              <a:xfrm>
                <a:off x="5525646" y="55111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3218" name="任意多边形: 形状 3509"/>
              <p:cNvSpPr/>
              <p:nvPr/>
            </p:nvSpPr>
            <p:spPr>
              <a:xfrm>
                <a:off x="55277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219" name="任意多边形: 形状 3510"/>
              <p:cNvSpPr/>
              <p:nvPr/>
            </p:nvSpPr>
            <p:spPr>
              <a:xfrm>
                <a:off x="5527743"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3220" name="任意多边形: 形状 3511"/>
              <p:cNvSpPr/>
              <p:nvPr/>
            </p:nvSpPr>
            <p:spPr>
              <a:xfrm>
                <a:off x="552984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21" name="任意多边形: 形状 3512"/>
              <p:cNvSpPr/>
              <p:nvPr/>
            </p:nvSpPr>
            <p:spPr>
              <a:xfrm>
                <a:off x="5540323" y="5502792"/>
                <a:ext cx="13112" cy="73387"/>
              </a:xfrm>
              <a:custGeom>
                <a:avLst/>
                <a:gdLst>
                  <a:gd name="connsiteX0" fmla="*/ 0 w 13112"/>
                  <a:gd name="connsiteY0" fmla="*/ 73387 h 73387"/>
                  <a:gd name="connsiteX1" fmla="*/ 0 w 13112"/>
                  <a:gd name="connsiteY1" fmla="*/ 0 h 73387"/>
                </a:gdLst>
                <a:ahLst/>
                <a:cxnLst>
                  <a:cxn ang="0">
                    <a:pos x="connsiteX0" y="connsiteY0"/>
                  </a:cxn>
                  <a:cxn ang="0">
                    <a:pos x="connsiteX1" y="connsiteY1"/>
                  </a:cxn>
                </a:cxnLst>
                <a:rect l="l" t="t" r="r" b="b"/>
                <a:pathLst>
                  <a:path w="13112" h="73387">
                    <a:moveTo>
                      <a:pt x="0" y="73387"/>
                    </a:moveTo>
                    <a:lnTo>
                      <a:pt x="0" y="0"/>
                    </a:lnTo>
                  </a:path>
                </a:pathLst>
              </a:custGeom>
              <a:noFill/>
              <a:ln w="2088" cap="rnd">
                <a:solidFill>
                  <a:srgbClr val="000000"/>
                </a:solidFill>
                <a:prstDash val="solid"/>
                <a:round/>
              </a:ln>
            </p:spPr>
            <p:txBody>
              <a:bodyPr rtlCol="0" anchor="ctr"/>
              <a:lstStyle/>
              <a:p>
                <a:endParaRPr lang="zh-CN" altLang="en-US"/>
              </a:p>
            </p:txBody>
          </p:sp>
          <p:sp>
            <p:nvSpPr>
              <p:cNvPr id="3222" name="任意多边形: 形状 3513"/>
              <p:cNvSpPr/>
              <p:nvPr/>
            </p:nvSpPr>
            <p:spPr>
              <a:xfrm>
                <a:off x="554242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23" name="任意多边形: 形状 3514"/>
              <p:cNvSpPr/>
              <p:nvPr/>
            </p:nvSpPr>
            <p:spPr>
              <a:xfrm>
                <a:off x="5544517"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3224" name="任意多边形: 形状 3515"/>
              <p:cNvSpPr/>
              <p:nvPr/>
            </p:nvSpPr>
            <p:spPr>
              <a:xfrm>
                <a:off x="555709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25" name="任意多边形: 形状 3516"/>
              <p:cNvSpPr/>
              <p:nvPr/>
            </p:nvSpPr>
            <p:spPr>
              <a:xfrm>
                <a:off x="5559195" y="5408438"/>
                <a:ext cx="13112" cy="167740"/>
              </a:xfrm>
              <a:custGeom>
                <a:avLst/>
                <a:gdLst>
                  <a:gd name="connsiteX0" fmla="*/ 0 w 13112"/>
                  <a:gd name="connsiteY0" fmla="*/ 167740 h 167740"/>
                  <a:gd name="connsiteX1" fmla="*/ 0 w 13112"/>
                  <a:gd name="connsiteY1" fmla="*/ 0 h 167740"/>
                </a:gdLst>
                <a:ahLst/>
                <a:cxnLst>
                  <a:cxn ang="0">
                    <a:pos x="connsiteX0" y="connsiteY0"/>
                  </a:cxn>
                  <a:cxn ang="0">
                    <a:pos x="connsiteX1" y="connsiteY1"/>
                  </a:cxn>
                </a:cxnLst>
                <a:rect l="l" t="t" r="r" b="b"/>
                <a:pathLst>
                  <a:path w="13112" h="167740">
                    <a:moveTo>
                      <a:pt x="0" y="167740"/>
                    </a:moveTo>
                    <a:lnTo>
                      <a:pt x="0" y="0"/>
                    </a:lnTo>
                  </a:path>
                </a:pathLst>
              </a:custGeom>
              <a:noFill/>
              <a:ln w="2088" cap="rnd">
                <a:solidFill>
                  <a:srgbClr val="000000"/>
                </a:solidFill>
                <a:prstDash val="solid"/>
                <a:round/>
              </a:ln>
            </p:spPr>
            <p:txBody>
              <a:bodyPr rtlCol="0" anchor="ctr"/>
              <a:lstStyle/>
              <a:p>
                <a:endParaRPr lang="zh-CN" altLang="en-US"/>
              </a:p>
            </p:txBody>
          </p:sp>
          <p:sp>
            <p:nvSpPr>
              <p:cNvPr id="3226" name="任意多边形: 形状 3517"/>
              <p:cNvSpPr/>
              <p:nvPr/>
            </p:nvSpPr>
            <p:spPr>
              <a:xfrm>
                <a:off x="555919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27" name="任意多边形: 形状 3518"/>
              <p:cNvSpPr/>
              <p:nvPr/>
            </p:nvSpPr>
            <p:spPr>
              <a:xfrm>
                <a:off x="5561292"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28" name="任意多边形: 形状 3519"/>
              <p:cNvSpPr/>
              <p:nvPr/>
            </p:nvSpPr>
            <p:spPr>
              <a:xfrm>
                <a:off x="556129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3229" name="任意多边形: 形状 3520"/>
              <p:cNvSpPr/>
              <p:nvPr/>
            </p:nvSpPr>
            <p:spPr>
              <a:xfrm>
                <a:off x="5565485"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39" name="任意多边形: 形状 3521"/>
              <p:cNvSpPr/>
              <p:nvPr/>
            </p:nvSpPr>
            <p:spPr>
              <a:xfrm>
                <a:off x="5590645" y="5444084"/>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00"/>
                </a:solidFill>
                <a:prstDash val="solid"/>
                <a:round/>
              </a:ln>
            </p:spPr>
            <p:txBody>
              <a:bodyPr rtlCol="0" anchor="ctr"/>
              <a:lstStyle/>
              <a:p>
                <a:endParaRPr lang="zh-CN" altLang="en-US"/>
              </a:p>
            </p:txBody>
          </p:sp>
          <p:sp>
            <p:nvSpPr>
              <p:cNvPr id="3240" name="任意多边形: 形状 3522"/>
              <p:cNvSpPr/>
              <p:nvPr/>
            </p:nvSpPr>
            <p:spPr>
              <a:xfrm>
                <a:off x="5592742"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3259" name="任意多边形: 形状 3523"/>
              <p:cNvSpPr/>
              <p:nvPr/>
            </p:nvSpPr>
            <p:spPr>
              <a:xfrm>
                <a:off x="559483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60" name="任意多边形: 形状 3524"/>
              <p:cNvSpPr/>
              <p:nvPr/>
            </p:nvSpPr>
            <p:spPr>
              <a:xfrm>
                <a:off x="560532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3261" name="任意多边形: 形状 3525"/>
              <p:cNvSpPr/>
              <p:nvPr/>
            </p:nvSpPr>
            <p:spPr>
              <a:xfrm>
                <a:off x="560741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62" name="任意多边形: 形状 3526"/>
              <p:cNvSpPr/>
              <p:nvPr/>
            </p:nvSpPr>
            <p:spPr>
              <a:xfrm>
                <a:off x="561161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63" name="任意多边形: 形状 3527"/>
              <p:cNvSpPr/>
              <p:nvPr/>
            </p:nvSpPr>
            <p:spPr>
              <a:xfrm>
                <a:off x="561580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72" name="任意多边形: 形状 3528"/>
              <p:cNvSpPr/>
              <p:nvPr/>
            </p:nvSpPr>
            <p:spPr>
              <a:xfrm>
                <a:off x="561790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73" name="任意多边形: 形状 3529"/>
              <p:cNvSpPr/>
              <p:nvPr/>
            </p:nvSpPr>
            <p:spPr>
              <a:xfrm>
                <a:off x="56241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74" name="任意多边形: 形状 3530"/>
              <p:cNvSpPr/>
              <p:nvPr/>
            </p:nvSpPr>
            <p:spPr>
              <a:xfrm>
                <a:off x="562629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75" name="任意多边形: 形状 3531"/>
              <p:cNvSpPr/>
              <p:nvPr/>
            </p:nvSpPr>
            <p:spPr>
              <a:xfrm>
                <a:off x="5626291"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476" name="任意多边形: 形状 3532"/>
              <p:cNvSpPr/>
              <p:nvPr/>
            </p:nvSpPr>
            <p:spPr>
              <a:xfrm>
                <a:off x="564725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77" name="任意多边形: 形状 3533"/>
              <p:cNvSpPr/>
              <p:nvPr/>
            </p:nvSpPr>
            <p:spPr>
              <a:xfrm>
                <a:off x="564935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78" name="任意多边形: 形状 3534"/>
              <p:cNvSpPr/>
              <p:nvPr/>
            </p:nvSpPr>
            <p:spPr>
              <a:xfrm>
                <a:off x="565354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79" name="任意多边形: 形状 3535"/>
              <p:cNvSpPr/>
              <p:nvPr/>
            </p:nvSpPr>
            <p:spPr>
              <a:xfrm>
                <a:off x="5657741"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480" name="任意多边形: 形状 3536"/>
              <p:cNvSpPr/>
              <p:nvPr/>
            </p:nvSpPr>
            <p:spPr>
              <a:xfrm>
                <a:off x="5668225"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481" name="任意多边形: 形状 3537"/>
              <p:cNvSpPr/>
              <p:nvPr/>
            </p:nvSpPr>
            <p:spPr>
              <a:xfrm>
                <a:off x="566822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2" name="任意多边形: 形状 3538"/>
              <p:cNvSpPr/>
              <p:nvPr/>
            </p:nvSpPr>
            <p:spPr>
              <a:xfrm>
                <a:off x="567032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83" name="任意多边形: 形状 3539"/>
              <p:cNvSpPr/>
              <p:nvPr/>
            </p:nvSpPr>
            <p:spPr>
              <a:xfrm>
                <a:off x="568080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84" name="任意多边形: 形状 3540"/>
              <p:cNvSpPr/>
              <p:nvPr/>
            </p:nvSpPr>
            <p:spPr>
              <a:xfrm>
                <a:off x="568499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5" name="任意多边形: 形状 3541"/>
              <p:cNvSpPr/>
              <p:nvPr/>
            </p:nvSpPr>
            <p:spPr>
              <a:xfrm>
                <a:off x="569129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86" name="任意多边形: 形状 3542"/>
              <p:cNvSpPr/>
              <p:nvPr/>
            </p:nvSpPr>
            <p:spPr>
              <a:xfrm>
                <a:off x="5695483"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1487" name="任意多边形: 形状 3543"/>
              <p:cNvSpPr/>
              <p:nvPr/>
            </p:nvSpPr>
            <p:spPr>
              <a:xfrm>
                <a:off x="570177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488" name="任意多边形: 形状 3544"/>
              <p:cNvSpPr/>
              <p:nvPr/>
            </p:nvSpPr>
            <p:spPr>
              <a:xfrm>
                <a:off x="571225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9" name="任意多边形: 形状 3545"/>
              <p:cNvSpPr/>
              <p:nvPr/>
            </p:nvSpPr>
            <p:spPr>
              <a:xfrm>
                <a:off x="5714354"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1490" name="任意多边形: 形状 3546"/>
              <p:cNvSpPr/>
              <p:nvPr/>
            </p:nvSpPr>
            <p:spPr>
              <a:xfrm>
                <a:off x="571854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1" name="任意多边形: 形状 3547"/>
              <p:cNvSpPr/>
              <p:nvPr/>
            </p:nvSpPr>
            <p:spPr>
              <a:xfrm>
                <a:off x="5720644"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92" name="任意多边形: 形状 3548"/>
              <p:cNvSpPr/>
              <p:nvPr/>
            </p:nvSpPr>
            <p:spPr>
              <a:xfrm>
                <a:off x="572483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493" name="任意多边形: 形状 3549"/>
              <p:cNvSpPr/>
              <p:nvPr/>
            </p:nvSpPr>
            <p:spPr>
              <a:xfrm>
                <a:off x="572903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4" name="任意多边形: 形状 3550"/>
              <p:cNvSpPr/>
              <p:nvPr/>
            </p:nvSpPr>
            <p:spPr>
              <a:xfrm>
                <a:off x="573112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495" name="任意多边形: 形状 3551"/>
              <p:cNvSpPr/>
              <p:nvPr/>
            </p:nvSpPr>
            <p:spPr>
              <a:xfrm>
                <a:off x="5733224" y="55321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1496" name="任意多边形: 形状 3552"/>
              <p:cNvSpPr/>
              <p:nvPr/>
            </p:nvSpPr>
            <p:spPr>
              <a:xfrm>
                <a:off x="5733224"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7" name="任意多边形: 形状 3553"/>
              <p:cNvSpPr/>
              <p:nvPr/>
            </p:nvSpPr>
            <p:spPr>
              <a:xfrm>
                <a:off x="574790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8" name="任意多边形: 形状 3554"/>
              <p:cNvSpPr/>
              <p:nvPr/>
            </p:nvSpPr>
            <p:spPr>
              <a:xfrm>
                <a:off x="5756289"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99" name="任意多边形: 形状 3555"/>
              <p:cNvSpPr/>
              <p:nvPr/>
            </p:nvSpPr>
            <p:spPr>
              <a:xfrm>
                <a:off x="576467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1500" name="任意多边形: 形状 3556"/>
              <p:cNvSpPr/>
              <p:nvPr/>
            </p:nvSpPr>
            <p:spPr>
              <a:xfrm>
                <a:off x="576467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01" name="任意多边形: 形状 3557"/>
              <p:cNvSpPr/>
              <p:nvPr/>
            </p:nvSpPr>
            <p:spPr>
              <a:xfrm>
                <a:off x="577935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02" name="任意多边形: 形状 3558"/>
              <p:cNvSpPr/>
              <p:nvPr/>
            </p:nvSpPr>
            <p:spPr>
              <a:xfrm>
                <a:off x="577935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03" name="任意多边形: 形状 3559"/>
              <p:cNvSpPr/>
              <p:nvPr/>
            </p:nvSpPr>
            <p:spPr>
              <a:xfrm>
                <a:off x="5783546"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504" name="任意多边形: 形状 3560"/>
              <p:cNvSpPr/>
              <p:nvPr/>
            </p:nvSpPr>
            <p:spPr>
              <a:xfrm>
                <a:off x="578773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05" name="任意多边形: 形状 3561"/>
              <p:cNvSpPr/>
              <p:nvPr/>
            </p:nvSpPr>
            <p:spPr>
              <a:xfrm>
                <a:off x="5791933"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06" name="任意多边形: 形状 3562"/>
              <p:cNvSpPr/>
              <p:nvPr/>
            </p:nvSpPr>
            <p:spPr>
              <a:xfrm>
                <a:off x="580451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07" name="任意多边形: 形状 3563"/>
              <p:cNvSpPr/>
              <p:nvPr/>
            </p:nvSpPr>
            <p:spPr>
              <a:xfrm>
                <a:off x="581080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08" name="任意多边形: 形状 3564"/>
              <p:cNvSpPr/>
              <p:nvPr/>
            </p:nvSpPr>
            <p:spPr>
              <a:xfrm>
                <a:off x="58149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09" name="任意多边形: 形状 3565"/>
              <p:cNvSpPr/>
              <p:nvPr/>
            </p:nvSpPr>
            <p:spPr>
              <a:xfrm>
                <a:off x="58191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10" name="任意多边形: 形状 3566"/>
              <p:cNvSpPr/>
              <p:nvPr/>
            </p:nvSpPr>
            <p:spPr>
              <a:xfrm>
                <a:off x="58401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11" name="任意多边形: 形状 3567"/>
              <p:cNvSpPr/>
              <p:nvPr/>
            </p:nvSpPr>
            <p:spPr>
              <a:xfrm>
                <a:off x="585064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2" name="任意多边形: 形状 3568"/>
              <p:cNvSpPr/>
              <p:nvPr/>
            </p:nvSpPr>
            <p:spPr>
              <a:xfrm>
                <a:off x="585692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13" name="任意多边形: 形状 3569"/>
              <p:cNvSpPr/>
              <p:nvPr/>
            </p:nvSpPr>
            <p:spPr>
              <a:xfrm>
                <a:off x="586322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14" name="任意多边形: 形状 3570"/>
              <p:cNvSpPr/>
              <p:nvPr/>
            </p:nvSpPr>
            <p:spPr>
              <a:xfrm>
                <a:off x="586951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5" name="任意多边形: 形状 3571"/>
              <p:cNvSpPr/>
              <p:nvPr/>
            </p:nvSpPr>
            <p:spPr>
              <a:xfrm>
                <a:off x="587579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16" name="任意多边形: 形状 3572"/>
              <p:cNvSpPr/>
              <p:nvPr/>
            </p:nvSpPr>
            <p:spPr>
              <a:xfrm>
                <a:off x="587999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17" name="任意多边形: 形状 3573"/>
              <p:cNvSpPr/>
              <p:nvPr/>
            </p:nvSpPr>
            <p:spPr>
              <a:xfrm>
                <a:off x="58862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8" name="任意多边形: 形状 3574"/>
              <p:cNvSpPr/>
              <p:nvPr/>
            </p:nvSpPr>
            <p:spPr>
              <a:xfrm>
                <a:off x="590305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19" name="任意多边形: 形状 3575"/>
              <p:cNvSpPr/>
              <p:nvPr/>
            </p:nvSpPr>
            <p:spPr>
              <a:xfrm>
                <a:off x="590515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20" name="任意多边形: 形状 3576"/>
              <p:cNvSpPr/>
              <p:nvPr/>
            </p:nvSpPr>
            <p:spPr>
              <a:xfrm>
                <a:off x="591773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21" name="任意多边形: 形状 3577"/>
              <p:cNvSpPr/>
              <p:nvPr/>
            </p:nvSpPr>
            <p:spPr>
              <a:xfrm>
                <a:off x="593031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2" name="任意多边形: 形状 3578"/>
              <p:cNvSpPr/>
              <p:nvPr/>
            </p:nvSpPr>
            <p:spPr>
              <a:xfrm>
                <a:off x="5938711"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1523" name="任意多边形: 形状 3579"/>
              <p:cNvSpPr/>
              <p:nvPr/>
            </p:nvSpPr>
            <p:spPr>
              <a:xfrm>
                <a:off x="5942894"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24" name="任意多边形: 形状 3580"/>
              <p:cNvSpPr/>
              <p:nvPr/>
            </p:nvSpPr>
            <p:spPr>
              <a:xfrm>
                <a:off x="5947090"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25" name="任意多边形: 形状 3581"/>
              <p:cNvSpPr/>
              <p:nvPr/>
            </p:nvSpPr>
            <p:spPr>
              <a:xfrm>
                <a:off x="596176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26" name="任意多边形: 形状 3582"/>
              <p:cNvSpPr/>
              <p:nvPr/>
            </p:nvSpPr>
            <p:spPr>
              <a:xfrm>
                <a:off x="596805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527" name="任意多边形: 形状 3583"/>
              <p:cNvSpPr/>
              <p:nvPr/>
            </p:nvSpPr>
            <p:spPr>
              <a:xfrm>
                <a:off x="597015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8" name="任意多边形: 形状 3584"/>
              <p:cNvSpPr/>
              <p:nvPr/>
            </p:nvSpPr>
            <p:spPr>
              <a:xfrm>
                <a:off x="597015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9" name="任意多边形: 形状 3585"/>
              <p:cNvSpPr/>
              <p:nvPr/>
            </p:nvSpPr>
            <p:spPr>
              <a:xfrm>
                <a:off x="5972253"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2171" name="任意多边形: 形状 3586"/>
              <p:cNvSpPr/>
              <p:nvPr/>
            </p:nvSpPr>
            <p:spPr>
              <a:xfrm>
                <a:off x="597644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172" name="任意多边形: 形状 3587"/>
              <p:cNvSpPr/>
              <p:nvPr/>
            </p:nvSpPr>
            <p:spPr>
              <a:xfrm>
                <a:off x="597644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36" name="任意多边形: 形状 3588"/>
              <p:cNvSpPr/>
              <p:nvPr/>
            </p:nvSpPr>
            <p:spPr>
              <a:xfrm>
                <a:off x="599741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37" name="任意多边形: 形状 3589"/>
              <p:cNvSpPr/>
              <p:nvPr/>
            </p:nvSpPr>
            <p:spPr>
              <a:xfrm>
                <a:off x="600161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38" name="任意多边形: 形状 3590"/>
              <p:cNvSpPr/>
              <p:nvPr/>
            </p:nvSpPr>
            <p:spPr>
              <a:xfrm>
                <a:off x="600999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39" name="任意多边形: 形状 3591"/>
              <p:cNvSpPr/>
              <p:nvPr/>
            </p:nvSpPr>
            <p:spPr>
              <a:xfrm>
                <a:off x="603515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0" name="任意多边形: 形状 3592"/>
              <p:cNvSpPr/>
              <p:nvPr/>
            </p:nvSpPr>
            <p:spPr>
              <a:xfrm>
                <a:off x="603725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41" name="任意多边形: 形状 3593"/>
              <p:cNvSpPr/>
              <p:nvPr/>
            </p:nvSpPr>
            <p:spPr>
              <a:xfrm>
                <a:off x="6037252"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42" name="任意多边形: 形状 3594"/>
              <p:cNvSpPr/>
              <p:nvPr/>
            </p:nvSpPr>
            <p:spPr>
              <a:xfrm>
                <a:off x="60435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3" name="任意多边形: 形状 3595"/>
              <p:cNvSpPr/>
              <p:nvPr/>
            </p:nvSpPr>
            <p:spPr>
              <a:xfrm>
                <a:off x="60435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4" name="任意多边形: 形状 3596"/>
              <p:cNvSpPr/>
              <p:nvPr/>
            </p:nvSpPr>
            <p:spPr>
              <a:xfrm>
                <a:off x="6102251"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45" name="任意多边形: 形状 3597"/>
              <p:cNvSpPr/>
              <p:nvPr/>
            </p:nvSpPr>
            <p:spPr>
              <a:xfrm>
                <a:off x="610854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46" name="任意多边形: 形状 3598"/>
              <p:cNvSpPr/>
              <p:nvPr/>
            </p:nvSpPr>
            <p:spPr>
              <a:xfrm>
                <a:off x="613998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47" name="任意多边形: 形状 3599"/>
              <p:cNvSpPr/>
              <p:nvPr/>
            </p:nvSpPr>
            <p:spPr>
              <a:xfrm>
                <a:off x="617772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48" name="任意多边形: 形状 3600"/>
              <p:cNvSpPr/>
              <p:nvPr/>
            </p:nvSpPr>
            <p:spPr>
              <a:xfrm>
                <a:off x="6219674"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7949" name="任意多边形: 形状 3601"/>
              <p:cNvSpPr/>
              <p:nvPr/>
            </p:nvSpPr>
            <p:spPr>
              <a:xfrm>
                <a:off x="622385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0" name="任意多边形: 形状 3602"/>
              <p:cNvSpPr/>
              <p:nvPr/>
            </p:nvSpPr>
            <p:spPr>
              <a:xfrm>
                <a:off x="622595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51" name="任意多边形: 形状 3603"/>
              <p:cNvSpPr/>
              <p:nvPr/>
            </p:nvSpPr>
            <p:spPr>
              <a:xfrm>
                <a:off x="62385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52" name="任意多边形: 形状 3604"/>
              <p:cNvSpPr/>
              <p:nvPr/>
            </p:nvSpPr>
            <p:spPr>
              <a:xfrm>
                <a:off x="625111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53" name="任意多边形: 形状 3605"/>
              <p:cNvSpPr/>
              <p:nvPr/>
            </p:nvSpPr>
            <p:spPr>
              <a:xfrm>
                <a:off x="6253216"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7954" name="任意多边形: 形状 3606"/>
              <p:cNvSpPr/>
              <p:nvPr/>
            </p:nvSpPr>
            <p:spPr>
              <a:xfrm>
                <a:off x="6255315"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7955" name="任意多边形: 形状 3607"/>
              <p:cNvSpPr/>
              <p:nvPr/>
            </p:nvSpPr>
            <p:spPr>
              <a:xfrm>
                <a:off x="625741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56" name="任意多边形: 形状 3608"/>
              <p:cNvSpPr/>
              <p:nvPr/>
            </p:nvSpPr>
            <p:spPr>
              <a:xfrm>
                <a:off x="62699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7" name="任意多边形: 形状 3609"/>
              <p:cNvSpPr/>
              <p:nvPr/>
            </p:nvSpPr>
            <p:spPr>
              <a:xfrm>
                <a:off x="62699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8" name="任意多边形: 形状 3610"/>
              <p:cNvSpPr/>
              <p:nvPr/>
            </p:nvSpPr>
            <p:spPr>
              <a:xfrm>
                <a:off x="627208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9" name="任意多边形: 形状 3611"/>
              <p:cNvSpPr/>
              <p:nvPr/>
            </p:nvSpPr>
            <p:spPr>
              <a:xfrm>
                <a:off x="628047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60" name="任意多边形: 形状 3612"/>
              <p:cNvSpPr/>
              <p:nvPr/>
            </p:nvSpPr>
            <p:spPr>
              <a:xfrm>
                <a:off x="6301444"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7961" name="任意多边形: 形状 3613"/>
              <p:cNvSpPr/>
              <p:nvPr/>
            </p:nvSpPr>
            <p:spPr>
              <a:xfrm>
                <a:off x="630354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7962" name="任意多边形: 形状 3614"/>
              <p:cNvSpPr/>
              <p:nvPr/>
            </p:nvSpPr>
            <p:spPr>
              <a:xfrm>
                <a:off x="6305641"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63" name="任意多边形: 形状 3615"/>
              <p:cNvSpPr/>
              <p:nvPr/>
            </p:nvSpPr>
            <p:spPr>
              <a:xfrm>
                <a:off x="631611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64" name="任意多边形: 形状 3616"/>
              <p:cNvSpPr/>
              <p:nvPr/>
            </p:nvSpPr>
            <p:spPr>
              <a:xfrm>
                <a:off x="633288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65" name="任意多边形: 形状 3617"/>
              <p:cNvSpPr/>
              <p:nvPr/>
            </p:nvSpPr>
            <p:spPr>
              <a:xfrm>
                <a:off x="6332889" y="5471342"/>
                <a:ext cx="13112" cy="104837"/>
              </a:xfrm>
              <a:custGeom>
                <a:avLst/>
                <a:gdLst>
                  <a:gd name="connsiteX0" fmla="*/ 0 w 13112"/>
                  <a:gd name="connsiteY0" fmla="*/ 104838 h 104837"/>
                  <a:gd name="connsiteX1" fmla="*/ 0 w 13112"/>
                  <a:gd name="connsiteY1" fmla="*/ 0 h 104837"/>
                </a:gdLst>
                <a:ahLst/>
                <a:cxnLst>
                  <a:cxn ang="0">
                    <a:pos x="connsiteX0" y="connsiteY0"/>
                  </a:cxn>
                  <a:cxn ang="0">
                    <a:pos x="connsiteX1" y="connsiteY1"/>
                  </a:cxn>
                </a:cxnLst>
                <a:rect l="l" t="t" r="r" b="b"/>
                <a:pathLst>
                  <a:path w="13112" h="104837">
                    <a:moveTo>
                      <a:pt x="0" y="104838"/>
                    </a:moveTo>
                    <a:lnTo>
                      <a:pt x="0" y="0"/>
                    </a:lnTo>
                  </a:path>
                </a:pathLst>
              </a:custGeom>
              <a:noFill/>
              <a:ln w="2088" cap="rnd">
                <a:solidFill>
                  <a:srgbClr val="000000"/>
                </a:solidFill>
                <a:prstDash val="solid"/>
                <a:round/>
              </a:ln>
            </p:spPr>
            <p:txBody>
              <a:bodyPr rtlCol="0" anchor="ctr"/>
              <a:lstStyle/>
              <a:p>
                <a:endParaRPr lang="zh-CN" altLang="en-US"/>
              </a:p>
            </p:txBody>
          </p:sp>
          <p:sp>
            <p:nvSpPr>
              <p:cNvPr id="7966" name="任意多边形: 形状 3618"/>
              <p:cNvSpPr/>
              <p:nvPr/>
            </p:nvSpPr>
            <p:spPr>
              <a:xfrm>
                <a:off x="6334986" y="5477632"/>
                <a:ext cx="13112" cy="98547"/>
              </a:xfrm>
              <a:custGeom>
                <a:avLst/>
                <a:gdLst>
                  <a:gd name="connsiteX0" fmla="*/ 0 w 13112"/>
                  <a:gd name="connsiteY0" fmla="*/ 98548 h 98547"/>
                  <a:gd name="connsiteX1" fmla="*/ 0 w 13112"/>
                  <a:gd name="connsiteY1" fmla="*/ 0 h 98547"/>
                </a:gdLst>
                <a:ahLst/>
                <a:cxnLst>
                  <a:cxn ang="0">
                    <a:pos x="connsiteX0" y="connsiteY0"/>
                  </a:cxn>
                  <a:cxn ang="0">
                    <a:pos x="connsiteX1" y="connsiteY1"/>
                  </a:cxn>
                </a:cxnLst>
                <a:rect l="l" t="t" r="r" b="b"/>
                <a:pathLst>
                  <a:path w="13112" h="98547">
                    <a:moveTo>
                      <a:pt x="0" y="98548"/>
                    </a:moveTo>
                    <a:lnTo>
                      <a:pt x="0" y="0"/>
                    </a:lnTo>
                  </a:path>
                </a:pathLst>
              </a:custGeom>
              <a:noFill/>
              <a:ln w="2088" cap="rnd">
                <a:solidFill>
                  <a:srgbClr val="000000"/>
                </a:solidFill>
                <a:prstDash val="solid"/>
                <a:round/>
              </a:ln>
            </p:spPr>
            <p:txBody>
              <a:bodyPr rtlCol="0" anchor="ctr"/>
              <a:lstStyle/>
              <a:p>
                <a:endParaRPr lang="zh-CN" altLang="en-US"/>
              </a:p>
            </p:txBody>
          </p:sp>
          <p:sp>
            <p:nvSpPr>
              <p:cNvPr id="7967" name="任意多边形: 形状 3619"/>
              <p:cNvSpPr/>
              <p:nvPr/>
            </p:nvSpPr>
            <p:spPr>
              <a:xfrm>
                <a:off x="633498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68" name="任意多边形: 形状 3620"/>
              <p:cNvSpPr/>
              <p:nvPr/>
            </p:nvSpPr>
            <p:spPr>
              <a:xfrm>
                <a:off x="633708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69" name="任意多边形: 形状 3621"/>
              <p:cNvSpPr/>
              <p:nvPr/>
            </p:nvSpPr>
            <p:spPr>
              <a:xfrm>
                <a:off x="633918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70" name="任意多边形: 形状 3622"/>
              <p:cNvSpPr/>
              <p:nvPr/>
            </p:nvSpPr>
            <p:spPr>
              <a:xfrm>
                <a:off x="633918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71" name="任意多边形: 形状 3623"/>
              <p:cNvSpPr/>
              <p:nvPr/>
            </p:nvSpPr>
            <p:spPr>
              <a:xfrm>
                <a:off x="6341281"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72" name="任意多边形: 形状 3624"/>
              <p:cNvSpPr/>
              <p:nvPr/>
            </p:nvSpPr>
            <p:spPr>
              <a:xfrm>
                <a:off x="63957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73" name="任意多边形: 形状 3625"/>
              <p:cNvSpPr/>
              <p:nvPr/>
            </p:nvSpPr>
            <p:spPr>
              <a:xfrm>
                <a:off x="64167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74" name="任意多边形: 形状 3626"/>
              <p:cNvSpPr/>
              <p:nvPr/>
            </p:nvSpPr>
            <p:spPr>
              <a:xfrm>
                <a:off x="460517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5" name="任意多边形: 形状 3627"/>
              <p:cNvSpPr/>
              <p:nvPr/>
            </p:nvSpPr>
            <p:spPr>
              <a:xfrm>
                <a:off x="46450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6" name="任意多边形: 形状 3628"/>
              <p:cNvSpPr/>
              <p:nvPr/>
            </p:nvSpPr>
            <p:spPr>
              <a:xfrm>
                <a:off x="460937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7" name="任意多边形: 形状 3629"/>
              <p:cNvSpPr/>
              <p:nvPr/>
            </p:nvSpPr>
            <p:spPr>
              <a:xfrm>
                <a:off x="4645015"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78" name="任意多边形: 形状 3630"/>
              <p:cNvSpPr/>
              <p:nvPr/>
            </p:nvSpPr>
            <p:spPr>
              <a:xfrm>
                <a:off x="46450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9" name="任意多边形: 形状 3631"/>
              <p:cNvSpPr/>
              <p:nvPr/>
            </p:nvSpPr>
            <p:spPr>
              <a:xfrm>
                <a:off x="468066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0" name="任意多边形: 形状 3632"/>
              <p:cNvSpPr/>
              <p:nvPr/>
            </p:nvSpPr>
            <p:spPr>
              <a:xfrm>
                <a:off x="471630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1" name="任意多边形: 形状 3633"/>
              <p:cNvSpPr/>
              <p:nvPr/>
            </p:nvSpPr>
            <p:spPr>
              <a:xfrm>
                <a:off x="475194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2" name="任意多边形: 形状 3634"/>
              <p:cNvSpPr/>
              <p:nvPr/>
            </p:nvSpPr>
            <p:spPr>
              <a:xfrm>
                <a:off x="478759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3" name="文本框 7982"/>
              <p:cNvSpPr txBox="1"/>
              <p:nvPr/>
            </p:nvSpPr>
            <p:spPr>
              <a:xfrm>
                <a:off x="4532607"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200</a:t>
                </a:r>
              </a:p>
            </p:txBody>
          </p:sp>
          <p:sp>
            <p:nvSpPr>
              <p:cNvPr id="7984" name="任意多边形: 形状 3636"/>
              <p:cNvSpPr/>
              <p:nvPr/>
            </p:nvSpPr>
            <p:spPr>
              <a:xfrm>
                <a:off x="4823238"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85" name="任意多边形: 形状 3637"/>
              <p:cNvSpPr/>
              <p:nvPr/>
            </p:nvSpPr>
            <p:spPr>
              <a:xfrm>
                <a:off x="482323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6" name="任意多边形: 形状 3638"/>
              <p:cNvSpPr/>
              <p:nvPr/>
            </p:nvSpPr>
            <p:spPr>
              <a:xfrm>
                <a:off x="4858882"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7" name="任意多边形: 形状 3639"/>
              <p:cNvSpPr/>
              <p:nvPr/>
            </p:nvSpPr>
            <p:spPr>
              <a:xfrm>
                <a:off x="489452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8" name="任意多边形: 形状 3640"/>
              <p:cNvSpPr/>
              <p:nvPr/>
            </p:nvSpPr>
            <p:spPr>
              <a:xfrm>
                <a:off x="493017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9" name="任意多边形: 形状 3641"/>
              <p:cNvSpPr/>
              <p:nvPr/>
            </p:nvSpPr>
            <p:spPr>
              <a:xfrm>
                <a:off x="496581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3" name="任意多边形: 形状 3643"/>
              <p:cNvSpPr/>
              <p:nvPr/>
            </p:nvSpPr>
            <p:spPr>
              <a:xfrm>
                <a:off x="500146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94" name="任意多边形: 形状 3644"/>
              <p:cNvSpPr/>
              <p:nvPr/>
            </p:nvSpPr>
            <p:spPr>
              <a:xfrm>
                <a:off x="500146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5" name="任意多边形: 形状 3645"/>
              <p:cNvSpPr/>
              <p:nvPr/>
            </p:nvSpPr>
            <p:spPr>
              <a:xfrm>
                <a:off x="503710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6" name="任意多边形: 形状 3646"/>
              <p:cNvSpPr/>
              <p:nvPr/>
            </p:nvSpPr>
            <p:spPr>
              <a:xfrm>
                <a:off x="50727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7" name="任意多边形: 形状 3647"/>
              <p:cNvSpPr/>
              <p:nvPr/>
            </p:nvSpPr>
            <p:spPr>
              <a:xfrm>
                <a:off x="510839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8" name="任意多边形: 形状 3648"/>
              <p:cNvSpPr/>
              <p:nvPr/>
            </p:nvSpPr>
            <p:spPr>
              <a:xfrm>
                <a:off x="514403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9" name="文本框 7998"/>
              <p:cNvSpPr txBox="1"/>
              <p:nvPr/>
            </p:nvSpPr>
            <p:spPr>
              <a:xfrm>
                <a:off x="4889053"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8000" name="任意多边形: 形状 3650"/>
              <p:cNvSpPr/>
              <p:nvPr/>
            </p:nvSpPr>
            <p:spPr>
              <a:xfrm>
                <a:off x="5181781"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01" name="任意多边形: 形状 3651"/>
              <p:cNvSpPr/>
              <p:nvPr/>
            </p:nvSpPr>
            <p:spPr>
              <a:xfrm>
                <a:off x="518178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2" name="任意多边形: 形状 3652"/>
              <p:cNvSpPr/>
              <p:nvPr/>
            </p:nvSpPr>
            <p:spPr>
              <a:xfrm>
                <a:off x="521742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3" name="任意多边形: 形状 3653"/>
              <p:cNvSpPr/>
              <p:nvPr/>
            </p:nvSpPr>
            <p:spPr>
              <a:xfrm>
                <a:off x="525307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4" name="任意多边形: 形状 3654"/>
              <p:cNvSpPr/>
              <p:nvPr/>
            </p:nvSpPr>
            <p:spPr>
              <a:xfrm>
                <a:off x="52887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5" name="任意多边形: 形状 3655"/>
              <p:cNvSpPr/>
              <p:nvPr/>
            </p:nvSpPr>
            <p:spPr>
              <a:xfrm>
                <a:off x="532435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7" name="任意多边形: 形状 3657"/>
              <p:cNvSpPr/>
              <p:nvPr/>
            </p:nvSpPr>
            <p:spPr>
              <a:xfrm>
                <a:off x="5360004"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08" name="任意多边形: 形状 3658"/>
              <p:cNvSpPr/>
              <p:nvPr/>
            </p:nvSpPr>
            <p:spPr>
              <a:xfrm>
                <a:off x="536000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9" name="任意多边形: 形状 3659"/>
              <p:cNvSpPr/>
              <p:nvPr/>
            </p:nvSpPr>
            <p:spPr>
              <a:xfrm>
                <a:off x="539564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0" name="任意多边形: 形状 3660"/>
              <p:cNvSpPr/>
              <p:nvPr/>
            </p:nvSpPr>
            <p:spPr>
              <a:xfrm>
                <a:off x="543129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1" name="任意多边形: 形状 3661"/>
              <p:cNvSpPr/>
              <p:nvPr/>
            </p:nvSpPr>
            <p:spPr>
              <a:xfrm>
                <a:off x="546693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2" name="任意多边形: 形状 3662"/>
              <p:cNvSpPr/>
              <p:nvPr/>
            </p:nvSpPr>
            <p:spPr>
              <a:xfrm>
                <a:off x="550258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3" name="文本框 8012"/>
              <p:cNvSpPr txBox="1"/>
              <p:nvPr/>
            </p:nvSpPr>
            <p:spPr>
              <a:xfrm>
                <a:off x="5247596"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600</a:t>
                </a:r>
              </a:p>
            </p:txBody>
          </p:sp>
          <p:sp>
            <p:nvSpPr>
              <p:cNvPr id="8014" name="任意多边形: 形状 3664"/>
              <p:cNvSpPr/>
              <p:nvPr/>
            </p:nvSpPr>
            <p:spPr>
              <a:xfrm>
                <a:off x="5538227"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15" name="任意多边形: 形状 3665"/>
              <p:cNvSpPr/>
              <p:nvPr/>
            </p:nvSpPr>
            <p:spPr>
              <a:xfrm>
                <a:off x="553822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6" name="任意多边形: 形状 3666"/>
              <p:cNvSpPr/>
              <p:nvPr/>
            </p:nvSpPr>
            <p:spPr>
              <a:xfrm>
                <a:off x="5573872"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7" name="任意多边形: 形状 3667"/>
              <p:cNvSpPr/>
              <p:nvPr/>
            </p:nvSpPr>
            <p:spPr>
              <a:xfrm>
                <a:off x="560951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8" name="任意多边形: 形状 3668"/>
              <p:cNvSpPr/>
              <p:nvPr/>
            </p:nvSpPr>
            <p:spPr>
              <a:xfrm>
                <a:off x="564516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9" name="任意多边形: 形状 3669"/>
              <p:cNvSpPr/>
              <p:nvPr/>
            </p:nvSpPr>
            <p:spPr>
              <a:xfrm>
                <a:off x="568080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1" name="任意多边形: 形状 3671"/>
              <p:cNvSpPr/>
              <p:nvPr/>
            </p:nvSpPr>
            <p:spPr>
              <a:xfrm>
                <a:off x="571645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22" name="任意多边形: 形状 3672"/>
              <p:cNvSpPr/>
              <p:nvPr/>
            </p:nvSpPr>
            <p:spPr>
              <a:xfrm>
                <a:off x="57164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4" name="任意多边形: 形状 3673"/>
              <p:cNvSpPr/>
              <p:nvPr/>
            </p:nvSpPr>
            <p:spPr>
              <a:xfrm>
                <a:off x="575419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5" name="任意多边形: 形状 3674"/>
              <p:cNvSpPr/>
              <p:nvPr/>
            </p:nvSpPr>
            <p:spPr>
              <a:xfrm>
                <a:off x="578983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6" name="任意多边形: 形状 3675"/>
              <p:cNvSpPr/>
              <p:nvPr/>
            </p:nvSpPr>
            <p:spPr>
              <a:xfrm>
                <a:off x="582548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7" name="任意多边形: 形状 3676"/>
              <p:cNvSpPr/>
              <p:nvPr/>
            </p:nvSpPr>
            <p:spPr>
              <a:xfrm>
                <a:off x="586112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8" name="文本框 8027"/>
              <p:cNvSpPr txBox="1"/>
              <p:nvPr/>
            </p:nvSpPr>
            <p:spPr>
              <a:xfrm>
                <a:off x="5604043"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8029" name="任意多边形: 形状 3678"/>
              <p:cNvSpPr/>
              <p:nvPr/>
            </p:nvSpPr>
            <p:spPr>
              <a:xfrm>
                <a:off x="5896764"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30" name="任意多边形: 形状 3679"/>
              <p:cNvSpPr/>
              <p:nvPr/>
            </p:nvSpPr>
            <p:spPr>
              <a:xfrm>
                <a:off x="589676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1" name="任意多边形: 形状 3680"/>
              <p:cNvSpPr/>
              <p:nvPr/>
            </p:nvSpPr>
            <p:spPr>
              <a:xfrm>
                <a:off x="593241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2" name="任意多边形: 形状 3681"/>
              <p:cNvSpPr/>
              <p:nvPr/>
            </p:nvSpPr>
            <p:spPr>
              <a:xfrm>
                <a:off x="596805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3" name="任意多边形: 形状 3682"/>
              <p:cNvSpPr/>
              <p:nvPr/>
            </p:nvSpPr>
            <p:spPr>
              <a:xfrm>
                <a:off x="600371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4" name="任意多边形: 形状 3683"/>
              <p:cNvSpPr/>
              <p:nvPr/>
            </p:nvSpPr>
            <p:spPr>
              <a:xfrm>
                <a:off x="60393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6" name="任意多边形: 形状 3685"/>
              <p:cNvSpPr/>
              <p:nvPr/>
            </p:nvSpPr>
            <p:spPr>
              <a:xfrm>
                <a:off x="607499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37" name="任意多边形: 形状 3686"/>
              <p:cNvSpPr/>
              <p:nvPr/>
            </p:nvSpPr>
            <p:spPr>
              <a:xfrm>
                <a:off x="607499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8" name="任意多边形: 形状 3687"/>
              <p:cNvSpPr/>
              <p:nvPr/>
            </p:nvSpPr>
            <p:spPr>
              <a:xfrm>
                <a:off x="611064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9" name="任意多边形: 形状 3688"/>
              <p:cNvSpPr/>
              <p:nvPr/>
            </p:nvSpPr>
            <p:spPr>
              <a:xfrm>
                <a:off x="614628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0" name="任意多边形: 形状 3689"/>
              <p:cNvSpPr/>
              <p:nvPr/>
            </p:nvSpPr>
            <p:spPr>
              <a:xfrm>
                <a:off x="618192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1" name="任意多边形: 形状 3690"/>
              <p:cNvSpPr/>
              <p:nvPr/>
            </p:nvSpPr>
            <p:spPr>
              <a:xfrm>
                <a:off x="621757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2" name="文本框 8041"/>
              <p:cNvSpPr txBox="1"/>
              <p:nvPr/>
            </p:nvSpPr>
            <p:spPr>
              <a:xfrm>
                <a:off x="5935801" y="5549684"/>
                <a:ext cx="370614"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1000</a:t>
                </a:r>
              </a:p>
            </p:txBody>
          </p:sp>
          <p:sp>
            <p:nvSpPr>
              <p:cNvPr id="8043" name="任意多边形: 形状 3692"/>
              <p:cNvSpPr/>
              <p:nvPr/>
            </p:nvSpPr>
            <p:spPr>
              <a:xfrm>
                <a:off x="6253216"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44" name="任意多边形: 形状 3693"/>
              <p:cNvSpPr/>
              <p:nvPr/>
            </p:nvSpPr>
            <p:spPr>
              <a:xfrm>
                <a:off x="625321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5" name="任意多边形: 形状 3694"/>
              <p:cNvSpPr/>
              <p:nvPr/>
            </p:nvSpPr>
            <p:spPr>
              <a:xfrm>
                <a:off x="628885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6" name="任意多边形: 形状 3695"/>
              <p:cNvSpPr/>
              <p:nvPr/>
            </p:nvSpPr>
            <p:spPr>
              <a:xfrm>
                <a:off x="632451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7" name="任意多边形: 形状 3696"/>
              <p:cNvSpPr/>
              <p:nvPr/>
            </p:nvSpPr>
            <p:spPr>
              <a:xfrm>
                <a:off x="636224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8" name="任意多边形: 形状 3697"/>
              <p:cNvSpPr/>
              <p:nvPr/>
            </p:nvSpPr>
            <p:spPr>
              <a:xfrm>
                <a:off x="639788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50" name="任意多边形: 形状 3699"/>
              <p:cNvSpPr/>
              <p:nvPr/>
            </p:nvSpPr>
            <p:spPr>
              <a:xfrm>
                <a:off x="6433541"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51" name="任意多边形: 形状 3700"/>
              <p:cNvSpPr/>
              <p:nvPr/>
            </p:nvSpPr>
            <p:spPr>
              <a:xfrm>
                <a:off x="643354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52" name="任意多边形: 形状 3702"/>
              <p:cNvSpPr/>
              <p:nvPr/>
            </p:nvSpPr>
            <p:spPr>
              <a:xfrm>
                <a:off x="4590500" y="557617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3" name="任意多边形: 形状 3703"/>
              <p:cNvSpPr/>
              <p:nvPr/>
            </p:nvSpPr>
            <p:spPr>
              <a:xfrm>
                <a:off x="4596790" y="556359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4" name="任意多边形: 形状 3704"/>
              <p:cNvSpPr/>
              <p:nvPr/>
            </p:nvSpPr>
            <p:spPr>
              <a:xfrm>
                <a:off x="4596790" y="555101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5" name="任意多边形: 形状 3705"/>
              <p:cNvSpPr/>
              <p:nvPr/>
            </p:nvSpPr>
            <p:spPr>
              <a:xfrm>
                <a:off x="4596790" y="553843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6" name="任意多边形: 形状 3706"/>
              <p:cNvSpPr/>
              <p:nvPr/>
            </p:nvSpPr>
            <p:spPr>
              <a:xfrm>
                <a:off x="4596790" y="552585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7" name="文本框 8056"/>
              <p:cNvSpPr txBox="1"/>
              <p:nvPr/>
            </p:nvSpPr>
            <p:spPr>
              <a:xfrm rot="16200000">
                <a:off x="4473583" y="5518006"/>
                <a:ext cx="199093"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0</a:t>
                </a:r>
              </a:p>
            </p:txBody>
          </p:sp>
          <p:sp>
            <p:nvSpPr>
              <p:cNvPr id="8058" name="任意多边形: 形状 3708"/>
              <p:cNvSpPr/>
              <p:nvPr/>
            </p:nvSpPr>
            <p:spPr>
              <a:xfrm>
                <a:off x="4590500" y="5511179"/>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9" name="任意多边形: 形状 3709"/>
              <p:cNvSpPr/>
              <p:nvPr/>
            </p:nvSpPr>
            <p:spPr>
              <a:xfrm>
                <a:off x="4596790" y="549859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61" name="任意多边形: 形状 3710"/>
              <p:cNvSpPr/>
              <p:nvPr/>
            </p:nvSpPr>
            <p:spPr>
              <a:xfrm>
                <a:off x="4596790" y="548601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2" name="任意多边形: 形状 3711"/>
              <p:cNvSpPr/>
              <p:nvPr/>
            </p:nvSpPr>
            <p:spPr>
              <a:xfrm>
                <a:off x="4596790" y="547343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3" name="任意多边形: 形状 3712"/>
              <p:cNvSpPr/>
              <p:nvPr/>
            </p:nvSpPr>
            <p:spPr>
              <a:xfrm>
                <a:off x="4596790" y="546085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4" name="文本框 8073"/>
              <p:cNvSpPr txBox="1"/>
              <p:nvPr/>
            </p:nvSpPr>
            <p:spPr>
              <a:xfrm rot="16200000">
                <a:off x="4466369" y="5446451"/>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a:t>
                </a:r>
              </a:p>
            </p:txBody>
          </p:sp>
          <p:sp>
            <p:nvSpPr>
              <p:cNvPr id="8075" name="任意多边形: 形状 3714"/>
              <p:cNvSpPr/>
              <p:nvPr/>
            </p:nvSpPr>
            <p:spPr>
              <a:xfrm>
                <a:off x="4590500" y="5446180"/>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6" name="任意多边形: 形状 3715"/>
              <p:cNvSpPr/>
              <p:nvPr/>
            </p:nvSpPr>
            <p:spPr>
              <a:xfrm>
                <a:off x="4596790" y="543359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7" name="任意多边形: 形状 3716"/>
              <p:cNvSpPr/>
              <p:nvPr/>
            </p:nvSpPr>
            <p:spPr>
              <a:xfrm>
                <a:off x="4596790" y="542101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8" name="任意多边形: 形状 3717"/>
              <p:cNvSpPr/>
              <p:nvPr/>
            </p:nvSpPr>
            <p:spPr>
              <a:xfrm>
                <a:off x="4596790" y="540843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9" name="任意多边形: 形状 3718"/>
              <p:cNvSpPr/>
              <p:nvPr/>
            </p:nvSpPr>
            <p:spPr>
              <a:xfrm>
                <a:off x="4596790" y="539585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0" name="文本框 8079"/>
              <p:cNvSpPr txBox="1"/>
              <p:nvPr/>
            </p:nvSpPr>
            <p:spPr>
              <a:xfrm rot="16200000">
                <a:off x="4466369" y="53814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20</a:t>
                </a:r>
              </a:p>
            </p:txBody>
          </p:sp>
          <p:sp>
            <p:nvSpPr>
              <p:cNvPr id="8081" name="任意多边形: 形状 3720"/>
              <p:cNvSpPr/>
              <p:nvPr/>
            </p:nvSpPr>
            <p:spPr>
              <a:xfrm>
                <a:off x="4590500" y="5381181"/>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2" name="任意多边形: 形状 3721"/>
              <p:cNvSpPr/>
              <p:nvPr/>
            </p:nvSpPr>
            <p:spPr>
              <a:xfrm>
                <a:off x="4596790" y="536860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3" name="任意多边形: 形状 3722"/>
              <p:cNvSpPr/>
              <p:nvPr/>
            </p:nvSpPr>
            <p:spPr>
              <a:xfrm>
                <a:off x="4596790" y="53560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4" name="任意多边形: 形状 3723"/>
              <p:cNvSpPr/>
              <p:nvPr/>
            </p:nvSpPr>
            <p:spPr>
              <a:xfrm>
                <a:off x="4596790" y="534343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5" name="任意多边形: 形状 3724"/>
              <p:cNvSpPr/>
              <p:nvPr/>
            </p:nvSpPr>
            <p:spPr>
              <a:xfrm>
                <a:off x="4596790" y="533085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6" name="文本框 8085"/>
              <p:cNvSpPr txBox="1"/>
              <p:nvPr/>
            </p:nvSpPr>
            <p:spPr>
              <a:xfrm rot="16200000">
                <a:off x="4466369" y="5316453"/>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30</a:t>
                </a:r>
              </a:p>
            </p:txBody>
          </p:sp>
          <p:sp>
            <p:nvSpPr>
              <p:cNvPr id="8087" name="任意多边形: 形状 3726"/>
              <p:cNvSpPr/>
              <p:nvPr/>
            </p:nvSpPr>
            <p:spPr>
              <a:xfrm>
                <a:off x="4590500" y="5316182"/>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8" name="任意多边形: 形状 3727"/>
              <p:cNvSpPr/>
              <p:nvPr/>
            </p:nvSpPr>
            <p:spPr>
              <a:xfrm>
                <a:off x="4596790" y="530360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9" name="任意多边形: 形状 3728"/>
              <p:cNvSpPr/>
              <p:nvPr/>
            </p:nvSpPr>
            <p:spPr>
              <a:xfrm>
                <a:off x="4596790" y="52910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0" name="任意多边形: 形状 3729"/>
              <p:cNvSpPr/>
              <p:nvPr/>
            </p:nvSpPr>
            <p:spPr>
              <a:xfrm>
                <a:off x="4596790" y="52784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1" name="任意多边形: 形状 3730"/>
              <p:cNvSpPr/>
              <p:nvPr/>
            </p:nvSpPr>
            <p:spPr>
              <a:xfrm>
                <a:off x="4596790" y="526586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2" name="文本框 8091"/>
              <p:cNvSpPr txBox="1"/>
              <p:nvPr/>
            </p:nvSpPr>
            <p:spPr>
              <a:xfrm rot="16200000">
                <a:off x="4466369" y="52514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40</a:t>
                </a:r>
              </a:p>
            </p:txBody>
          </p:sp>
          <p:sp>
            <p:nvSpPr>
              <p:cNvPr id="8093" name="任意多边形: 形状 3732"/>
              <p:cNvSpPr/>
              <p:nvPr/>
            </p:nvSpPr>
            <p:spPr>
              <a:xfrm>
                <a:off x="4590500" y="5251183"/>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4" name="任意多边形: 形状 3733"/>
              <p:cNvSpPr/>
              <p:nvPr/>
            </p:nvSpPr>
            <p:spPr>
              <a:xfrm>
                <a:off x="4596790" y="523860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5" name="任意多边形: 形状 3734"/>
              <p:cNvSpPr/>
              <p:nvPr/>
            </p:nvSpPr>
            <p:spPr>
              <a:xfrm>
                <a:off x="4596790" y="522602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6" name="任意多边形: 形状 3735"/>
              <p:cNvSpPr/>
              <p:nvPr/>
            </p:nvSpPr>
            <p:spPr>
              <a:xfrm>
                <a:off x="4596790" y="521344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16" name="任意多边形: 形状 3736"/>
              <p:cNvSpPr/>
              <p:nvPr/>
            </p:nvSpPr>
            <p:spPr>
              <a:xfrm>
                <a:off x="4596790" y="520086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2" name="文本框 8121"/>
              <p:cNvSpPr txBox="1"/>
              <p:nvPr/>
            </p:nvSpPr>
            <p:spPr>
              <a:xfrm rot="16200000">
                <a:off x="4466369" y="51864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50</a:t>
                </a:r>
              </a:p>
            </p:txBody>
          </p:sp>
          <p:sp>
            <p:nvSpPr>
              <p:cNvPr id="8123" name="任意多边形: 形状 3738"/>
              <p:cNvSpPr/>
              <p:nvPr/>
            </p:nvSpPr>
            <p:spPr>
              <a:xfrm>
                <a:off x="4590500" y="5186184"/>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4" name="任意多边形: 形状 3739"/>
              <p:cNvSpPr/>
              <p:nvPr/>
            </p:nvSpPr>
            <p:spPr>
              <a:xfrm>
                <a:off x="4596790" y="517360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5" name="任意多边形: 形状 3740"/>
              <p:cNvSpPr/>
              <p:nvPr/>
            </p:nvSpPr>
            <p:spPr>
              <a:xfrm>
                <a:off x="4596790" y="516102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6" name="任意多边形: 形状 3741"/>
              <p:cNvSpPr/>
              <p:nvPr/>
            </p:nvSpPr>
            <p:spPr>
              <a:xfrm>
                <a:off x="4596790" y="514844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7" name="任意多边形: 形状 3742"/>
              <p:cNvSpPr/>
              <p:nvPr/>
            </p:nvSpPr>
            <p:spPr>
              <a:xfrm>
                <a:off x="4596790" y="513586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5" name="文本框 2584"/>
              <p:cNvSpPr txBox="1"/>
              <p:nvPr/>
            </p:nvSpPr>
            <p:spPr>
              <a:xfrm rot="16200000">
                <a:off x="4466369" y="5121455"/>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60</a:t>
                </a:r>
              </a:p>
            </p:txBody>
          </p:sp>
          <p:sp>
            <p:nvSpPr>
              <p:cNvPr id="2586" name="任意多边形: 形状 3744"/>
              <p:cNvSpPr/>
              <p:nvPr/>
            </p:nvSpPr>
            <p:spPr>
              <a:xfrm>
                <a:off x="4590500" y="5121185"/>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7" name="任意多边形: 形状 3745"/>
              <p:cNvSpPr/>
              <p:nvPr/>
            </p:nvSpPr>
            <p:spPr>
              <a:xfrm>
                <a:off x="4596790" y="510860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8" name="任意多边形: 形状 3746"/>
              <p:cNvSpPr/>
              <p:nvPr/>
            </p:nvSpPr>
            <p:spPr>
              <a:xfrm>
                <a:off x="4596790" y="50960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9" name="任意多边形: 形状 3747"/>
              <p:cNvSpPr/>
              <p:nvPr/>
            </p:nvSpPr>
            <p:spPr>
              <a:xfrm>
                <a:off x="4596790" y="508344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0" name="任意多边形: 形状 3748"/>
              <p:cNvSpPr/>
              <p:nvPr/>
            </p:nvSpPr>
            <p:spPr>
              <a:xfrm>
                <a:off x="4596790" y="507086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1" name="文本框 2590"/>
              <p:cNvSpPr txBox="1"/>
              <p:nvPr/>
            </p:nvSpPr>
            <p:spPr>
              <a:xfrm rot="16200000">
                <a:off x="4466369" y="5056456"/>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70</a:t>
                </a:r>
              </a:p>
            </p:txBody>
          </p:sp>
          <p:sp>
            <p:nvSpPr>
              <p:cNvPr id="2592" name="任意多边形: 形状 3750"/>
              <p:cNvSpPr/>
              <p:nvPr/>
            </p:nvSpPr>
            <p:spPr>
              <a:xfrm>
                <a:off x="4590500" y="5056186"/>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3" name="任意多边形: 形状 3751"/>
              <p:cNvSpPr/>
              <p:nvPr/>
            </p:nvSpPr>
            <p:spPr>
              <a:xfrm>
                <a:off x="4596790" y="504360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4" name="任意多边形: 形状 3752"/>
              <p:cNvSpPr/>
              <p:nvPr/>
            </p:nvSpPr>
            <p:spPr>
              <a:xfrm>
                <a:off x="4596790" y="503102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5" name="任意多边形: 形状 3753"/>
              <p:cNvSpPr/>
              <p:nvPr/>
            </p:nvSpPr>
            <p:spPr>
              <a:xfrm>
                <a:off x="4596790" y="501844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6" name="任意多边形: 形状 3754"/>
              <p:cNvSpPr/>
              <p:nvPr/>
            </p:nvSpPr>
            <p:spPr>
              <a:xfrm>
                <a:off x="4596790" y="500586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7" name="文本框 2596"/>
              <p:cNvSpPr txBox="1"/>
              <p:nvPr/>
            </p:nvSpPr>
            <p:spPr>
              <a:xfrm rot="16200000">
                <a:off x="4466369" y="4991457"/>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80</a:t>
                </a:r>
              </a:p>
            </p:txBody>
          </p:sp>
          <p:sp>
            <p:nvSpPr>
              <p:cNvPr id="2598" name="任意多边形: 形状 3756"/>
              <p:cNvSpPr/>
              <p:nvPr/>
            </p:nvSpPr>
            <p:spPr>
              <a:xfrm>
                <a:off x="4590500" y="4991187"/>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9" name="任意多边形: 形状 3757"/>
              <p:cNvSpPr/>
              <p:nvPr/>
            </p:nvSpPr>
            <p:spPr>
              <a:xfrm>
                <a:off x="4596790" y="497860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0" name="任意多边形: 形状 3758"/>
              <p:cNvSpPr/>
              <p:nvPr/>
            </p:nvSpPr>
            <p:spPr>
              <a:xfrm>
                <a:off x="4596790" y="496602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1" name="任意多边形: 形状 3759"/>
              <p:cNvSpPr/>
              <p:nvPr/>
            </p:nvSpPr>
            <p:spPr>
              <a:xfrm>
                <a:off x="4596790" y="495344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2" name="任意多边形: 形状 3760"/>
              <p:cNvSpPr/>
              <p:nvPr/>
            </p:nvSpPr>
            <p:spPr>
              <a:xfrm>
                <a:off x="4596790" y="494086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3" name="任意多边形: 形状 3762"/>
              <p:cNvSpPr/>
              <p:nvPr/>
            </p:nvSpPr>
            <p:spPr>
              <a:xfrm>
                <a:off x="4590500" y="492618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4" name="文本框 2603"/>
              <p:cNvSpPr txBox="1"/>
              <p:nvPr/>
            </p:nvSpPr>
            <p:spPr>
              <a:xfrm rot="16200000">
                <a:off x="4602975" y="5206658"/>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b2+ 293.12</a:t>
                </a:r>
              </a:p>
            </p:txBody>
          </p:sp>
          <p:sp>
            <p:nvSpPr>
              <p:cNvPr id="2605" name="任意多边形: 形状 3766"/>
              <p:cNvSpPr/>
              <p:nvPr/>
            </p:nvSpPr>
            <p:spPr>
              <a:xfrm>
                <a:off x="481065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FF"/>
                </a:solidFill>
                <a:prstDash val="solid"/>
                <a:round/>
              </a:ln>
            </p:spPr>
            <p:txBody>
              <a:bodyPr rtlCol="0" anchor="ctr"/>
              <a:lstStyle/>
              <a:p>
                <a:endParaRPr lang="zh-CN" altLang="en-US"/>
              </a:p>
            </p:txBody>
          </p:sp>
          <p:sp>
            <p:nvSpPr>
              <p:cNvPr id="2606" name="任意多边形: 形状 3767"/>
              <p:cNvSpPr/>
              <p:nvPr/>
            </p:nvSpPr>
            <p:spPr>
              <a:xfrm>
                <a:off x="4810658" y="55615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07" name="文本框 2606"/>
              <p:cNvSpPr txBox="1"/>
              <p:nvPr/>
            </p:nvSpPr>
            <p:spPr>
              <a:xfrm rot="16200000">
                <a:off x="4672877" y="5060876"/>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y2+ 319.14</a:t>
                </a:r>
              </a:p>
            </p:txBody>
          </p:sp>
          <p:sp>
            <p:nvSpPr>
              <p:cNvPr id="2608" name="任意多边形: 形状 3769"/>
              <p:cNvSpPr/>
              <p:nvPr/>
            </p:nvSpPr>
            <p:spPr>
              <a:xfrm>
                <a:off x="485678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FF0000"/>
                </a:solidFill>
                <a:prstDash val="solid"/>
                <a:round/>
              </a:ln>
            </p:spPr>
            <p:txBody>
              <a:bodyPr rtlCol="0" anchor="ctr"/>
              <a:lstStyle/>
              <a:p>
                <a:endParaRPr lang="zh-CN" altLang="en-US"/>
              </a:p>
            </p:txBody>
          </p:sp>
          <p:sp>
            <p:nvSpPr>
              <p:cNvPr id="2609" name="任意多边形: 形状 3770"/>
              <p:cNvSpPr/>
              <p:nvPr/>
            </p:nvSpPr>
            <p:spPr>
              <a:xfrm>
                <a:off x="4856785" y="55615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0" name="文本框 2609"/>
              <p:cNvSpPr txBox="1"/>
              <p:nvPr/>
            </p:nvSpPr>
            <p:spPr>
              <a:xfrm rot="16200000">
                <a:off x="4799320" y="5209663"/>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b3+ 408.14</a:t>
                </a:r>
              </a:p>
            </p:txBody>
          </p:sp>
          <p:sp>
            <p:nvSpPr>
              <p:cNvPr id="2611" name="任意多边形: 形状 3772"/>
              <p:cNvSpPr/>
              <p:nvPr/>
            </p:nvSpPr>
            <p:spPr>
              <a:xfrm>
                <a:off x="501613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FF"/>
                </a:solidFill>
                <a:prstDash val="solid"/>
                <a:round/>
              </a:ln>
            </p:spPr>
            <p:txBody>
              <a:bodyPr rtlCol="0" anchor="ctr"/>
              <a:lstStyle/>
              <a:p>
                <a:endParaRPr lang="zh-CN" altLang="en-US"/>
              </a:p>
            </p:txBody>
          </p:sp>
          <p:sp>
            <p:nvSpPr>
              <p:cNvPr id="2612" name="任意多边形: 形状 3773"/>
              <p:cNvSpPr/>
              <p:nvPr/>
            </p:nvSpPr>
            <p:spPr>
              <a:xfrm>
                <a:off x="5016139" y="556359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3" name="文本框 2612"/>
              <p:cNvSpPr txBox="1"/>
              <p:nvPr/>
            </p:nvSpPr>
            <p:spPr>
              <a:xfrm rot="16200000">
                <a:off x="4854467" y="505956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y3+ 416.19</a:t>
                </a:r>
              </a:p>
            </p:txBody>
          </p:sp>
          <p:sp>
            <p:nvSpPr>
              <p:cNvPr id="2614" name="任意多边形: 形状 3775"/>
              <p:cNvSpPr/>
              <p:nvPr/>
            </p:nvSpPr>
            <p:spPr>
              <a:xfrm>
                <a:off x="5030816"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2088" cap="rnd">
                <a:solidFill>
                  <a:srgbClr val="FF0000"/>
                </a:solidFill>
                <a:prstDash val="solid"/>
                <a:round/>
              </a:ln>
            </p:spPr>
            <p:txBody>
              <a:bodyPr rtlCol="0" anchor="ctr"/>
              <a:lstStyle/>
              <a:p>
                <a:endParaRPr lang="zh-CN" altLang="en-US"/>
              </a:p>
            </p:txBody>
          </p:sp>
          <p:sp>
            <p:nvSpPr>
              <p:cNvPr id="2615" name="文本框 2614"/>
              <p:cNvSpPr txBox="1"/>
              <p:nvPr/>
            </p:nvSpPr>
            <p:spPr>
              <a:xfrm rot="16200000">
                <a:off x="4973465" y="5217673"/>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b4+ 495.17</a:t>
                </a:r>
              </a:p>
            </p:txBody>
          </p:sp>
          <p:sp>
            <p:nvSpPr>
              <p:cNvPr id="2616" name="任意多边形: 形状 3777"/>
              <p:cNvSpPr/>
              <p:nvPr/>
            </p:nvSpPr>
            <p:spPr>
              <a:xfrm>
                <a:off x="517129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FF"/>
                </a:solidFill>
                <a:prstDash val="solid"/>
                <a:round/>
              </a:ln>
            </p:spPr>
            <p:txBody>
              <a:bodyPr rtlCol="0" anchor="ctr"/>
              <a:lstStyle/>
              <a:p>
                <a:endParaRPr lang="zh-CN" altLang="en-US"/>
              </a:p>
            </p:txBody>
          </p:sp>
          <p:sp>
            <p:nvSpPr>
              <p:cNvPr id="2617" name="任意多边形: 形状 3778"/>
              <p:cNvSpPr/>
              <p:nvPr/>
            </p:nvSpPr>
            <p:spPr>
              <a:xfrm>
                <a:off x="5171297" y="557198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8" name="文本框 2617"/>
              <p:cNvSpPr txBox="1"/>
              <p:nvPr/>
            </p:nvSpPr>
            <p:spPr>
              <a:xfrm rot="16200000">
                <a:off x="5069697" y="507584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y4+ 563.26</a:t>
                </a:r>
              </a:p>
            </p:txBody>
          </p:sp>
          <p:sp>
            <p:nvSpPr>
              <p:cNvPr id="2619" name="任意多边形: 形状 3780"/>
              <p:cNvSpPr/>
              <p:nvPr/>
            </p:nvSpPr>
            <p:spPr>
              <a:xfrm>
                <a:off x="5295005" y="5460858"/>
                <a:ext cx="13112" cy="115321"/>
              </a:xfrm>
              <a:custGeom>
                <a:avLst/>
                <a:gdLst>
                  <a:gd name="connsiteX0" fmla="*/ 0 w 13112"/>
                  <a:gd name="connsiteY0" fmla="*/ 115321 h 115321"/>
                  <a:gd name="connsiteX1" fmla="*/ 0 w 13112"/>
                  <a:gd name="connsiteY1" fmla="*/ 0 h 115321"/>
                </a:gdLst>
                <a:ahLst/>
                <a:cxnLst>
                  <a:cxn ang="0">
                    <a:pos x="connsiteX0" y="connsiteY0"/>
                  </a:cxn>
                  <a:cxn ang="0">
                    <a:pos x="connsiteX1" y="connsiteY1"/>
                  </a:cxn>
                </a:cxnLst>
                <a:rect l="l" t="t" r="r" b="b"/>
                <a:pathLst>
                  <a:path w="13112" h="115321">
                    <a:moveTo>
                      <a:pt x="0" y="115321"/>
                    </a:moveTo>
                    <a:lnTo>
                      <a:pt x="0" y="0"/>
                    </a:lnTo>
                  </a:path>
                </a:pathLst>
              </a:custGeom>
              <a:noFill/>
              <a:ln w="2088" cap="rnd">
                <a:solidFill>
                  <a:srgbClr val="FF0000"/>
                </a:solidFill>
                <a:prstDash val="solid"/>
                <a:round/>
              </a:ln>
            </p:spPr>
            <p:txBody>
              <a:bodyPr rtlCol="0" anchor="ctr"/>
              <a:lstStyle/>
              <a:p>
                <a:endParaRPr lang="zh-CN" altLang="en-US"/>
              </a:p>
            </p:txBody>
          </p:sp>
          <p:sp>
            <p:nvSpPr>
              <p:cNvPr id="2620" name="任意多边形: 形状 3781"/>
              <p:cNvSpPr/>
              <p:nvPr/>
            </p:nvSpPr>
            <p:spPr>
              <a:xfrm>
                <a:off x="5295005" y="546085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21" name="文本框 2620"/>
              <p:cNvSpPr txBox="1"/>
              <p:nvPr/>
            </p:nvSpPr>
            <p:spPr>
              <a:xfrm rot="16200000">
                <a:off x="5138128" y="521456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b5+ 582.21</a:t>
                </a:r>
              </a:p>
            </p:txBody>
          </p:sp>
          <p:sp>
            <p:nvSpPr>
              <p:cNvPr id="2622" name="任意多边形: 形状 3783"/>
              <p:cNvSpPr/>
              <p:nvPr/>
            </p:nvSpPr>
            <p:spPr>
              <a:xfrm>
                <a:off x="5328553"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FF"/>
                </a:solidFill>
                <a:prstDash val="solid"/>
                <a:round/>
              </a:ln>
            </p:spPr>
            <p:txBody>
              <a:bodyPr rtlCol="0" anchor="ctr"/>
              <a:lstStyle/>
              <a:p>
                <a:endParaRPr lang="zh-CN" altLang="en-US"/>
              </a:p>
            </p:txBody>
          </p:sp>
          <p:sp>
            <p:nvSpPr>
              <p:cNvPr id="2623" name="任意多边形: 形状 3784"/>
              <p:cNvSpPr/>
              <p:nvPr/>
            </p:nvSpPr>
            <p:spPr>
              <a:xfrm>
                <a:off x="5328553" y="550908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28" name="文本框 8127"/>
              <p:cNvSpPr txBox="1"/>
              <p:nvPr/>
            </p:nvSpPr>
            <p:spPr>
              <a:xfrm rot="16200000">
                <a:off x="5228830" y="506907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y5+ 650.30</a:t>
                </a:r>
              </a:p>
            </p:txBody>
          </p:sp>
          <p:sp>
            <p:nvSpPr>
              <p:cNvPr id="8129" name="任意多边形: 形状 3786"/>
              <p:cNvSpPr/>
              <p:nvPr/>
            </p:nvSpPr>
            <p:spPr>
              <a:xfrm>
                <a:off x="5450164"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FF0000"/>
                </a:solidFill>
                <a:prstDash val="solid"/>
                <a:round/>
              </a:ln>
            </p:spPr>
            <p:txBody>
              <a:bodyPr rtlCol="0" anchor="ctr"/>
              <a:lstStyle/>
              <a:p>
                <a:endParaRPr lang="zh-CN" altLang="en-US"/>
              </a:p>
            </p:txBody>
          </p:sp>
          <p:sp>
            <p:nvSpPr>
              <p:cNvPr id="8130" name="任意多边形: 形状 3787"/>
              <p:cNvSpPr/>
              <p:nvPr/>
            </p:nvSpPr>
            <p:spPr>
              <a:xfrm>
                <a:off x="5450164" y="554263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31" name="文本框 8130"/>
              <p:cNvSpPr txBox="1"/>
              <p:nvPr/>
            </p:nvSpPr>
            <p:spPr>
              <a:xfrm rot="16200000">
                <a:off x="5363611" y="5214568"/>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b6+ 729.28</a:t>
                </a:r>
              </a:p>
            </p:txBody>
          </p:sp>
          <p:sp>
            <p:nvSpPr>
              <p:cNvPr id="8134" name="任意多边形: 形状 3789"/>
              <p:cNvSpPr/>
              <p:nvPr/>
            </p:nvSpPr>
            <p:spPr>
              <a:xfrm>
                <a:off x="5590645" y="5444084"/>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FF"/>
                </a:solidFill>
                <a:prstDash val="solid"/>
                <a:round/>
              </a:ln>
            </p:spPr>
            <p:txBody>
              <a:bodyPr rtlCol="0" anchor="ctr"/>
              <a:lstStyle/>
              <a:p>
                <a:endParaRPr lang="zh-CN" altLang="en-US"/>
              </a:p>
            </p:txBody>
          </p:sp>
          <p:sp>
            <p:nvSpPr>
              <p:cNvPr id="8138" name="任意多边形: 形状 3790"/>
              <p:cNvSpPr/>
              <p:nvPr/>
            </p:nvSpPr>
            <p:spPr>
              <a:xfrm>
                <a:off x="5590645" y="544408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39" name="文本框 8138"/>
              <p:cNvSpPr txBox="1"/>
              <p:nvPr/>
            </p:nvSpPr>
            <p:spPr>
              <a:xfrm rot="16200000">
                <a:off x="5402917" y="506934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y6+ 737.33</a:t>
                </a:r>
              </a:p>
            </p:txBody>
          </p:sp>
          <p:sp>
            <p:nvSpPr>
              <p:cNvPr id="8140" name="任意多边形: 形状 3792"/>
              <p:cNvSpPr/>
              <p:nvPr/>
            </p:nvSpPr>
            <p:spPr>
              <a:xfrm>
                <a:off x="560532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FF0000"/>
                </a:solidFill>
                <a:prstDash val="solid"/>
                <a:round/>
              </a:ln>
            </p:spPr>
            <p:txBody>
              <a:bodyPr rtlCol="0" anchor="ctr"/>
              <a:lstStyle/>
              <a:p>
                <a:endParaRPr lang="zh-CN" altLang="en-US"/>
              </a:p>
            </p:txBody>
          </p:sp>
          <p:sp>
            <p:nvSpPr>
              <p:cNvPr id="8141" name="任意多边形: 形状 3793"/>
              <p:cNvSpPr/>
              <p:nvPr/>
            </p:nvSpPr>
            <p:spPr>
              <a:xfrm>
                <a:off x="5605322" y="555730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42" name="文本框 8141"/>
              <p:cNvSpPr txBox="1"/>
              <p:nvPr/>
            </p:nvSpPr>
            <p:spPr>
              <a:xfrm rot="16200000">
                <a:off x="5553300" y="5213085"/>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b7+ 826.33</a:t>
                </a:r>
              </a:p>
            </p:txBody>
          </p:sp>
          <p:sp>
            <p:nvSpPr>
              <p:cNvPr id="8143" name="任意多边形: 形状 3795"/>
              <p:cNvSpPr/>
              <p:nvPr/>
            </p:nvSpPr>
            <p:spPr>
              <a:xfrm>
                <a:off x="576467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FF"/>
                </a:solidFill>
                <a:prstDash val="solid"/>
                <a:round/>
              </a:ln>
            </p:spPr>
            <p:txBody>
              <a:bodyPr rtlCol="0" anchor="ctr"/>
              <a:lstStyle/>
              <a:p>
                <a:endParaRPr lang="zh-CN" altLang="en-US"/>
              </a:p>
            </p:txBody>
          </p:sp>
          <p:sp>
            <p:nvSpPr>
              <p:cNvPr id="8144" name="任意多边形: 形状 3796"/>
              <p:cNvSpPr/>
              <p:nvPr/>
            </p:nvSpPr>
            <p:spPr>
              <a:xfrm>
                <a:off x="5764676" y="555521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45" name="文本框 8144"/>
              <p:cNvSpPr txBox="1"/>
              <p:nvPr/>
            </p:nvSpPr>
            <p:spPr>
              <a:xfrm rot="16200000">
                <a:off x="5622830" y="5078799"/>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y7+ 852.35</a:t>
                </a:r>
              </a:p>
            </p:txBody>
          </p:sp>
          <p:sp>
            <p:nvSpPr>
              <p:cNvPr id="8146" name="任意多边形: 形状 3798"/>
              <p:cNvSpPr/>
              <p:nvPr/>
            </p:nvSpPr>
            <p:spPr>
              <a:xfrm>
                <a:off x="581080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FF0000"/>
                </a:solidFill>
                <a:prstDash val="solid"/>
                <a:round/>
              </a:ln>
            </p:spPr>
            <p:txBody>
              <a:bodyPr rtlCol="0" anchor="ctr"/>
              <a:lstStyle/>
              <a:p>
                <a:endParaRPr lang="zh-CN" altLang="en-US"/>
              </a:p>
            </p:txBody>
          </p:sp>
          <p:sp>
            <p:nvSpPr>
              <p:cNvPr id="8147" name="任意多边形: 形状 3799"/>
              <p:cNvSpPr/>
              <p:nvPr/>
            </p:nvSpPr>
            <p:spPr>
              <a:xfrm>
                <a:off x="5810803" y="5563597"/>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56" name="文本框 8155"/>
              <p:cNvSpPr txBox="1"/>
              <p:nvPr/>
            </p:nvSpPr>
            <p:spPr>
              <a:xfrm rot="16200000">
                <a:off x="5747342" y="5226065"/>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b8+ 940.36</a:t>
                </a:r>
              </a:p>
            </p:txBody>
          </p:sp>
          <p:sp>
            <p:nvSpPr>
              <p:cNvPr id="8161" name="任意多边形: 形状 3801"/>
              <p:cNvSpPr/>
              <p:nvPr/>
            </p:nvSpPr>
            <p:spPr>
              <a:xfrm>
                <a:off x="596805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FF"/>
                </a:solidFill>
                <a:prstDash val="solid"/>
                <a:round/>
              </a:ln>
            </p:spPr>
            <p:txBody>
              <a:bodyPr rtlCol="0" anchor="ctr"/>
              <a:lstStyle/>
              <a:p>
                <a:endParaRPr lang="zh-CN" altLang="en-US"/>
              </a:p>
            </p:txBody>
          </p:sp>
          <p:sp>
            <p:nvSpPr>
              <p:cNvPr id="8162" name="任意多边形: 形状 3802"/>
              <p:cNvSpPr/>
              <p:nvPr/>
            </p:nvSpPr>
            <p:spPr>
              <a:xfrm>
                <a:off x="5968057" y="555940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3" name="文本框 8162"/>
              <p:cNvSpPr txBox="1"/>
              <p:nvPr/>
            </p:nvSpPr>
            <p:spPr>
              <a:xfrm rot="16200000">
                <a:off x="5865551" y="5103216"/>
                <a:ext cx="444352"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y8+ 1015.42</a:t>
                </a:r>
              </a:p>
            </p:txBody>
          </p:sp>
          <p:sp>
            <p:nvSpPr>
              <p:cNvPr id="8164" name="任意多边形: 形状 3804"/>
              <p:cNvSpPr/>
              <p:nvPr/>
            </p:nvSpPr>
            <p:spPr>
              <a:xfrm>
                <a:off x="6102251"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FF0000"/>
                </a:solidFill>
                <a:prstDash val="solid"/>
                <a:round/>
              </a:ln>
            </p:spPr>
            <p:txBody>
              <a:bodyPr rtlCol="0" anchor="ctr"/>
              <a:lstStyle/>
              <a:p>
                <a:endParaRPr lang="zh-CN" altLang="en-US"/>
              </a:p>
            </p:txBody>
          </p:sp>
          <p:sp>
            <p:nvSpPr>
              <p:cNvPr id="8165" name="任意多边形: 形状 3805"/>
              <p:cNvSpPr/>
              <p:nvPr/>
            </p:nvSpPr>
            <p:spPr>
              <a:xfrm>
                <a:off x="6102251" y="5569887"/>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6" name="文本框 8165"/>
              <p:cNvSpPr txBox="1"/>
              <p:nvPr/>
            </p:nvSpPr>
            <p:spPr>
              <a:xfrm rot="16200000">
                <a:off x="6145613" y="5202701"/>
                <a:ext cx="402674" cy="140038"/>
              </a:xfrm>
              <a:prstGeom prst="rect">
                <a:avLst/>
              </a:prstGeom>
              <a:noFill/>
            </p:spPr>
            <p:txBody>
              <a:bodyPr wrap="none" rtlCol="0">
                <a:spAutoFit/>
              </a:bodyPr>
              <a:lstStyle/>
              <a:p>
                <a:pPr algn="l"/>
                <a:r>
                  <a:rPr lang="zh-CN" altLang="en-US" sz="310">
                    <a:solidFill>
                      <a:srgbClr val="808080"/>
                    </a:solidFill>
                    <a:latin typeface="Times New Roman" panose="02020503050405090304"/>
                    <a:cs typeface="Times New Roman" panose="02020503050405090304"/>
                    <a:sym typeface="Times New Roman" panose="02020503050405090304"/>
                    <a:rtl val="0"/>
                  </a:rPr>
                  <a:t>[M]+ 1144.47</a:t>
                </a:r>
              </a:p>
            </p:txBody>
          </p:sp>
          <p:sp>
            <p:nvSpPr>
              <p:cNvPr id="8167" name="任意多边形: 形状 3807"/>
              <p:cNvSpPr/>
              <p:nvPr/>
            </p:nvSpPr>
            <p:spPr>
              <a:xfrm>
                <a:off x="6332889" y="5471342"/>
                <a:ext cx="13112" cy="104837"/>
              </a:xfrm>
              <a:custGeom>
                <a:avLst/>
                <a:gdLst>
                  <a:gd name="connsiteX0" fmla="*/ 0 w 13112"/>
                  <a:gd name="connsiteY0" fmla="*/ 104838 h 104837"/>
                  <a:gd name="connsiteX1" fmla="*/ 0 w 13112"/>
                  <a:gd name="connsiteY1" fmla="*/ 0 h 104837"/>
                </a:gdLst>
                <a:ahLst/>
                <a:cxnLst>
                  <a:cxn ang="0">
                    <a:pos x="connsiteX0" y="connsiteY0"/>
                  </a:cxn>
                  <a:cxn ang="0">
                    <a:pos x="connsiteX1" y="connsiteY1"/>
                  </a:cxn>
                </a:cxnLst>
                <a:rect l="l" t="t" r="r" b="b"/>
                <a:pathLst>
                  <a:path w="13112" h="104837">
                    <a:moveTo>
                      <a:pt x="0" y="104838"/>
                    </a:moveTo>
                    <a:lnTo>
                      <a:pt x="0" y="0"/>
                    </a:lnTo>
                  </a:path>
                </a:pathLst>
              </a:custGeom>
              <a:noFill/>
              <a:ln w="2088" cap="rnd">
                <a:solidFill>
                  <a:srgbClr val="808080"/>
                </a:solidFill>
                <a:prstDash val="solid"/>
                <a:round/>
              </a:ln>
            </p:spPr>
            <p:txBody>
              <a:bodyPr rtlCol="0" anchor="ctr"/>
              <a:lstStyle/>
              <a:p>
                <a:endParaRPr lang="zh-CN" altLang="en-US"/>
              </a:p>
            </p:txBody>
          </p:sp>
          <p:sp>
            <p:nvSpPr>
              <p:cNvPr id="8168" name="任意多边形: 形状 3808"/>
              <p:cNvSpPr/>
              <p:nvPr/>
            </p:nvSpPr>
            <p:spPr>
              <a:xfrm>
                <a:off x="6332889" y="5471341"/>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9" name="任意多边形: 形状 3810"/>
              <p:cNvSpPr/>
              <p:nvPr/>
            </p:nvSpPr>
            <p:spPr>
              <a:xfrm>
                <a:off x="6232249"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170" name="任意多边形: 形状 3811"/>
              <p:cNvSpPr/>
              <p:nvPr/>
            </p:nvSpPr>
            <p:spPr>
              <a:xfrm>
                <a:off x="6215479" y="4989091"/>
                <a:ext cx="16771" cy="16773"/>
              </a:xfrm>
              <a:custGeom>
                <a:avLst/>
                <a:gdLst>
                  <a:gd name="connsiteX0" fmla="*/ 16771 w 16771"/>
                  <a:gd name="connsiteY0" fmla="*/ 0 h 16773"/>
                  <a:gd name="connsiteX1" fmla="*/ 0 w 16771"/>
                  <a:gd name="connsiteY1" fmla="*/ 16774 h 16773"/>
                </a:gdLst>
                <a:ahLst/>
                <a:cxnLst>
                  <a:cxn ang="0">
                    <a:pos x="connsiteX0" y="connsiteY0"/>
                  </a:cxn>
                  <a:cxn ang="0">
                    <a:pos x="connsiteX1" y="connsiteY1"/>
                  </a:cxn>
                </a:cxnLst>
                <a:rect l="l" t="t" r="r" b="b"/>
                <a:pathLst>
                  <a:path w="16771"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grpSp>
            <p:nvGrpSpPr>
              <p:cNvPr id="8182" name="图形 1963"/>
              <p:cNvGrpSpPr/>
              <p:nvPr/>
            </p:nvGrpSpPr>
            <p:grpSpPr>
              <a:xfrm>
                <a:off x="6124038" y="4885984"/>
                <a:ext cx="260014" cy="220613"/>
                <a:chOff x="6124038" y="4989495"/>
                <a:chExt cx="260014" cy="220613"/>
              </a:xfrm>
              <a:solidFill>
                <a:srgbClr val="000000"/>
              </a:solidFill>
            </p:grpSpPr>
            <p:sp>
              <p:nvSpPr>
                <p:cNvPr id="8183" name="文本框 8182"/>
                <p:cNvSpPr txBox="1"/>
                <p:nvPr/>
              </p:nvSpPr>
              <p:spPr>
                <a:xfrm>
                  <a:off x="6124038" y="5056220"/>
                  <a:ext cx="245580"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b8</a:t>
                  </a:r>
                </a:p>
              </p:txBody>
            </p:sp>
            <p:sp>
              <p:nvSpPr>
                <p:cNvPr id="8184" name="文本框 8183"/>
                <p:cNvSpPr txBox="1"/>
                <p:nvPr/>
              </p:nvSpPr>
              <p:spPr>
                <a:xfrm>
                  <a:off x="6151296" y="4989495"/>
                  <a:ext cx="23275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W</a:t>
                  </a:r>
                </a:p>
              </p:txBody>
            </p:sp>
          </p:grpSp>
          <p:sp>
            <p:nvSpPr>
              <p:cNvPr id="8185" name="任意多边形: 形状 3815"/>
              <p:cNvSpPr/>
              <p:nvPr/>
            </p:nvSpPr>
            <p:spPr>
              <a:xfrm>
                <a:off x="6163054"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186" name="任意多边形: 形状 3816"/>
              <p:cNvSpPr/>
              <p:nvPr/>
            </p:nvSpPr>
            <p:spPr>
              <a:xfrm>
                <a:off x="6146283"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187" name="文本框 8186"/>
              <p:cNvSpPr txBox="1"/>
              <p:nvPr/>
            </p:nvSpPr>
            <p:spPr>
              <a:xfrm>
                <a:off x="6054843"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7</a:t>
                </a:r>
              </a:p>
            </p:txBody>
          </p:sp>
          <p:sp>
            <p:nvSpPr>
              <p:cNvPr id="8188" name="任意多边形: 形状 3818"/>
              <p:cNvSpPr/>
              <p:nvPr/>
            </p:nvSpPr>
            <p:spPr>
              <a:xfrm>
                <a:off x="6163054"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189" name="文本框 8188"/>
              <p:cNvSpPr txBox="1"/>
              <p:nvPr/>
            </p:nvSpPr>
            <p:spPr>
              <a:xfrm>
                <a:off x="6088385"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y2</a:t>
                </a:r>
              </a:p>
            </p:txBody>
          </p:sp>
          <p:sp>
            <p:nvSpPr>
              <p:cNvPr id="8190" name="文本框 8189"/>
              <p:cNvSpPr txBox="1"/>
              <p:nvPr/>
            </p:nvSpPr>
            <p:spPr>
              <a:xfrm>
                <a:off x="6082095" y="4885983"/>
                <a:ext cx="22153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N</a:t>
                </a:r>
              </a:p>
            </p:txBody>
          </p:sp>
          <p:sp>
            <p:nvSpPr>
              <p:cNvPr id="8191" name="任意多边形: 形状 3821"/>
              <p:cNvSpPr/>
              <p:nvPr/>
            </p:nvSpPr>
            <p:spPr>
              <a:xfrm>
                <a:off x="6093859"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214" name="任意多边形: 形状 3822"/>
              <p:cNvSpPr/>
              <p:nvPr/>
            </p:nvSpPr>
            <p:spPr>
              <a:xfrm>
                <a:off x="6077088"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248" name="文本框 8247"/>
              <p:cNvSpPr txBox="1"/>
              <p:nvPr/>
            </p:nvSpPr>
            <p:spPr>
              <a:xfrm>
                <a:off x="5985648"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6</a:t>
                </a:r>
              </a:p>
            </p:txBody>
          </p:sp>
          <p:sp>
            <p:nvSpPr>
              <p:cNvPr id="8249" name="任意多边形: 形状 3824"/>
              <p:cNvSpPr/>
              <p:nvPr/>
            </p:nvSpPr>
            <p:spPr>
              <a:xfrm>
                <a:off x="6093859" y="4919898"/>
                <a:ext cx="16784" cy="16773"/>
              </a:xfrm>
              <a:custGeom>
                <a:avLst/>
                <a:gdLst>
                  <a:gd name="connsiteX0" fmla="*/ 0 w 16784"/>
                  <a:gd name="connsiteY0" fmla="*/ 16774 h 16773"/>
                  <a:gd name="connsiteX1" fmla="*/ 16784 w 16784"/>
                  <a:gd name="connsiteY1" fmla="*/ 0 h 16773"/>
                </a:gdLst>
                <a:ahLst/>
                <a:cxnLst>
                  <a:cxn ang="0">
                    <a:pos x="connsiteX0" y="connsiteY0"/>
                  </a:cxn>
                  <a:cxn ang="0">
                    <a:pos x="connsiteX1" y="connsiteY1"/>
                  </a:cxn>
                </a:cxnLst>
                <a:rect l="l" t="t" r="r" b="b"/>
                <a:pathLst>
                  <a:path w="16784" h="16773">
                    <a:moveTo>
                      <a:pt x="0" y="16774"/>
                    </a:moveTo>
                    <a:lnTo>
                      <a:pt x="16784" y="0"/>
                    </a:lnTo>
                  </a:path>
                </a:pathLst>
              </a:custGeom>
              <a:noFill/>
              <a:ln w="2088" cap="rnd">
                <a:solidFill>
                  <a:srgbClr val="000000"/>
                </a:solidFill>
                <a:prstDash val="solid"/>
                <a:round/>
              </a:ln>
            </p:spPr>
            <p:txBody>
              <a:bodyPr rtlCol="0" anchor="ctr"/>
              <a:lstStyle/>
              <a:p>
                <a:endParaRPr lang="zh-CN" altLang="en-US" sz="400"/>
              </a:p>
            </p:txBody>
          </p:sp>
          <p:sp>
            <p:nvSpPr>
              <p:cNvPr id="8250" name="文本框 8249"/>
              <p:cNvSpPr txBox="1"/>
              <p:nvPr/>
            </p:nvSpPr>
            <p:spPr>
              <a:xfrm>
                <a:off x="601920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y3</a:t>
                </a:r>
              </a:p>
            </p:txBody>
          </p:sp>
          <p:sp>
            <p:nvSpPr>
              <p:cNvPr id="8251" name="文本框 8250"/>
              <p:cNvSpPr txBox="1"/>
              <p:nvPr/>
            </p:nvSpPr>
            <p:spPr>
              <a:xfrm>
                <a:off x="6012913"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P</a:t>
                </a:r>
              </a:p>
            </p:txBody>
          </p:sp>
          <p:sp>
            <p:nvSpPr>
              <p:cNvPr id="8252" name="任意多边形: 形状 3827"/>
              <p:cNvSpPr/>
              <p:nvPr/>
            </p:nvSpPr>
            <p:spPr>
              <a:xfrm>
                <a:off x="6024677"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76" name="任意多边形: 形状 3828"/>
              <p:cNvSpPr/>
              <p:nvPr/>
            </p:nvSpPr>
            <p:spPr>
              <a:xfrm>
                <a:off x="6007893" y="4989091"/>
                <a:ext cx="16784" cy="16773"/>
              </a:xfrm>
              <a:custGeom>
                <a:avLst/>
                <a:gdLst>
                  <a:gd name="connsiteX0" fmla="*/ 16784 w 16784"/>
                  <a:gd name="connsiteY0" fmla="*/ 0 h 16773"/>
                  <a:gd name="connsiteX1" fmla="*/ 0 w 16784"/>
                  <a:gd name="connsiteY1" fmla="*/ 16774 h 16773"/>
                </a:gdLst>
                <a:ahLst/>
                <a:cxnLst>
                  <a:cxn ang="0">
                    <a:pos x="connsiteX0" y="connsiteY0"/>
                  </a:cxn>
                  <a:cxn ang="0">
                    <a:pos x="connsiteX1" y="connsiteY1"/>
                  </a:cxn>
                </a:cxnLst>
                <a:rect l="l" t="t" r="r" b="b"/>
                <a:pathLst>
                  <a:path w="16784" h="16773">
                    <a:moveTo>
                      <a:pt x="16784"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77" name="文本框 8576"/>
              <p:cNvSpPr txBox="1"/>
              <p:nvPr/>
            </p:nvSpPr>
            <p:spPr>
              <a:xfrm>
                <a:off x="5916453"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5</a:t>
                </a:r>
              </a:p>
            </p:txBody>
          </p:sp>
          <p:sp>
            <p:nvSpPr>
              <p:cNvPr id="8578" name="任意多边形: 形状 3830"/>
              <p:cNvSpPr/>
              <p:nvPr/>
            </p:nvSpPr>
            <p:spPr>
              <a:xfrm>
                <a:off x="6024677"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79" name="文本框 8578"/>
              <p:cNvSpPr txBox="1"/>
              <p:nvPr/>
            </p:nvSpPr>
            <p:spPr>
              <a:xfrm>
                <a:off x="5950008"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y4</a:t>
                </a:r>
              </a:p>
            </p:txBody>
          </p:sp>
          <p:sp>
            <p:nvSpPr>
              <p:cNvPr id="8580" name="文本框 8579"/>
              <p:cNvSpPr txBox="1"/>
              <p:nvPr/>
            </p:nvSpPr>
            <p:spPr>
              <a:xfrm>
                <a:off x="5943718" y="4885983"/>
                <a:ext cx="21672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F</a:t>
                </a:r>
              </a:p>
            </p:txBody>
          </p:sp>
          <p:sp>
            <p:nvSpPr>
              <p:cNvPr id="8581" name="任意多边形: 形状 3833"/>
              <p:cNvSpPr/>
              <p:nvPr/>
            </p:nvSpPr>
            <p:spPr>
              <a:xfrm>
                <a:off x="5955482"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82" name="任意多边形: 形状 3834"/>
              <p:cNvSpPr/>
              <p:nvPr/>
            </p:nvSpPr>
            <p:spPr>
              <a:xfrm>
                <a:off x="5938711"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83" name="文本框 8582"/>
              <p:cNvSpPr txBox="1"/>
              <p:nvPr/>
            </p:nvSpPr>
            <p:spPr>
              <a:xfrm>
                <a:off x="5847271"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4</a:t>
                </a:r>
              </a:p>
            </p:txBody>
          </p:sp>
          <p:sp>
            <p:nvSpPr>
              <p:cNvPr id="8584" name="任意多边形: 形状 3836"/>
              <p:cNvSpPr/>
              <p:nvPr/>
            </p:nvSpPr>
            <p:spPr>
              <a:xfrm>
                <a:off x="5955482"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85" name="文本框 8584"/>
              <p:cNvSpPr txBox="1"/>
              <p:nvPr/>
            </p:nvSpPr>
            <p:spPr>
              <a:xfrm>
                <a:off x="588081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y5</a:t>
                </a:r>
              </a:p>
            </p:txBody>
          </p:sp>
          <p:sp>
            <p:nvSpPr>
              <p:cNvPr id="8586" name="文本框 8585"/>
              <p:cNvSpPr txBox="1"/>
              <p:nvPr/>
            </p:nvSpPr>
            <p:spPr>
              <a:xfrm>
                <a:off x="5874523"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S</a:t>
                </a:r>
              </a:p>
            </p:txBody>
          </p:sp>
          <p:sp>
            <p:nvSpPr>
              <p:cNvPr id="8587" name="任意多边形: 形状 3839"/>
              <p:cNvSpPr/>
              <p:nvPr/>
            </p:nvSpPr>
            <p:spPr>
              <a:xfrm>
                <a:off x="5886287"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88" name="任意多边形: 形状 3840"/>
              <p:cNvSpPr/>
              <p:nvPr/>
            </p:nvSpPr>
            <p:spPr>
              <a:xfrm>
                <a:off x="5869516"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89" name="文本框 8588"/>
              <p:cNvSpPr txBox="1"/>
              <p:nvPr/>
            </p:nvSpPr>
            <p:spPr>
              <a:xfrm>
                <a:off x="5778076"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3</a:t>
                </a:r>
              </a:p>
            </p:txBody>
          </p:sp>
          <p:sp>
            <p:nvSpPr>
              <p:cNvPr id="8590" name="任意多边形: 形状 3842"/>
              <p:cNvSpPr/>
              <p:nvPr/>
            </p:nvSpPr>
            <p:spPr>
              <a:xfrm>
                <a:off x="5886287"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91" name="文本框 8590"/>
              <p:cNvSpPr txBox="1"/>
              <p:nvPr/>
            </p:nvSpPr>
            <p:spPr>
              <a:xfrm>
                <a:off x="5811618"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y6</a:t>
                </a:r>
              </a:p>
            </p:txBody>
          </p:sp>
          <p:sp>
            <p:nvSpPr>
              <p:cNvPr id="8592" name="文本框 8591"/>
              <p:cNvSpPr txBox="1"/>
              <p:nvPr/>
            </p:nvSpPr>
            <p:spPr>
              <a:xfrm>
                <a:off x="5805328"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S</a:t>
                </a:r>
              </a:p>
            </p:txBody>
          </p:sp>
          <p:sp>
            <p:nvSpPr>
              <p:cNvPr id="8593" name="任意多边形: 形状 3845"/>
              <p:cNvSpPr/>
              <p:nvPr/>
            </p:nvSpPr>
            <p:spPr>
              <a:xfrm>
                <a:off x="5817092"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94" name="任意多边形: 形状 3846"/>
              <p:cNvSpPr/>
              <p:nvPr/>
            </p:nvSpPr>
            <p:spPr>
              <a:xfrm>
                <a:off x="5800320" y="4989091"/>
                <a:ext cx="16772" cy="16773"/>
              </a:xfrm>
              <a:custGeom>
                <a:avLst/>
                <a:gdLst>
                  <a:gd name="connsiteX0" fmla="*/ 16772 w 16772"/>
                  <a:gd name="connsiteY0" fmla="*/ 0 h 16773"/>
                  <a:gd name="connsiteX1" fmla="*/ 0 w 16772"/>
                  <a:gd name="connsiteY1" fmla="*/ 16774 h 16773"/>
                </a:gdLst>
                <a:ahLst/>
                <a:cxnLst>
                  <a:cxn ang="0">
                    <a:pos x="connsiteX0" y="connsiteY0"/>
                  </a:cxn>
                  <a:cxn ang="0">
                    <a:pos x="connsiteX1" y="connsiteY1"/>
                  </a:cxn>
                </a:cxnLst>
                <a:rect l="l" t="t" r="r" b="b"/>
                <a:pathLst>
                  <a:path w="16772" h="16773">
                    <a:moveTo>
                      <a:pt x="16772"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95" name="文本框 8594"/>
              <p:cNvSpPr txBox="1"/>
              <p:nvPr/>
            </p:nvSpPr>
            <p:spPr>
              <a:xfrm>
                <a:off x="5708880"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2</a:t>
                </a:r>
              </a:p>
            </p:txBody>
          </p:sp>
          <p:sp>
            <p:nvSpPr>
              <p:cNvPr id="8596" name="任意多边形: 形状 3848"/>
              <p:cNvSpPr/>
              <p:nvPr/>
            </p:nvSpPr>
            <p:spPr>
              <a:xfrm>
                <a:off x="5817092"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97" name="文本框 8596"/>
              <p:cNvSpPr txBox="1"/>
              <p:nvPr/>
            </p:nvSpPr>
            <p:spPr>
              <a:xfrm>
                <a:off x="574242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y7</a:t>
                </a:r>
              </a:p>
            </p:txBody>
          </p:sp>
          <p:sp>
            <p:nvSpPr>
              <p:cNvPr id="8598" name="文本框 8597"/>
              <p:cNvSpPr txBox="1"/>
              <p:nvPr/>
            </p:nvSpPr>
            <p:spPr>
              <a:xfrm>
                <a:off x="5736133" y="4885983"/>
                <a:ext cx="22153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D</a:t>
                </a:r>
              </a:p>
            </p:txBody>
          </p:sp>
          <p:sp>
            <p:nvSpPr>
              <p:cNvPr id="8599" name="任意多边形: 形状 3851"/>
              <p:cNvSpPr/>
              <p:nvPr/>
            </p:nvSpPr>
            <p:spPr>
              <a:xfrm>
                <a:off x="5747901"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600" name="任意多边形: 形状 3852"/>
              <p:cNvSpPr/>
              <p:nvPr/>
            </p:nvSpPr>
            <p:spPr>
              <a:xfrm>
                <a:off x="5747901" y="4919898"/>
                <a:ext cx="16774" cy="16773"/>
              </a:xfrm>
              <a:custGeom>
                <a:avLst/>
                <a:gdLst>
                  <a:gd name="connsiteX0" fmla="*/ 0 w 16774"/>
                  <a:gd name="connsiteY0" fmla="*/ 16774 h 16773"/>
                  <a:gd name="connsiteX1" fmla="*/ 16775 w 16774"/>
                  <a:gd name="connsiteY1" fmla="*/ 0 h 16773"/>
                </a:gdLst>
                <a:ahLst/>
                <a:cxnLst>
                  <a:cxn ang="0">
                    <a:pos x="connsiteX0" y="connsiteY0"/>
                  </a:cxn>
                  <a:cxn ang="0">
                    <a:pos x="connsiteX1" y="connsiteY1"/>
                  </a:cxn>
                </a:cxnLst>
                <a:rect l="l" t="t" r="r" b="b"/>
                <a:pathLst>
                  <a:path w="16774" h="16773">
                    <a:moveTo>
                      <a:pt x="0" y="16774"/>
                    </a:moveTo>
                    <a:lnTo>
                      <a:pt x="16775" y="0"/>
                    </a:lnTo>
                  </a:path>
                </a:pathLst>
              </a:custGeom>
              <a:noFill/>
              <a:ln w="2088" cap="rnd">
                <a:solidFill>
                  <a:srgbClr val="000000"/>
                </a:solidFill>
                <a:prstDash val="solid"/>
                <a:round/>
              </a:ln>
            </p:spPr>
            <p:txBody>
              <a:bodyPr rtlCol="0" anchor="ctr"/>
              <a:lstStyle/>
              <a:p>
                <a:endParaRPr lang="zh-CN" altLang="en-US" sz="400"/>
              </a:p>
            </p:txBody>
          </p:sp>
          <p:grpSp>
            <p:nvGrpSpPr>
              <p:cNvPr id="8601" name="图形 1963"/>
              <p:cNvGrpSpPr/>
              <p:nvPr/>
            </p:nvGrpSpPr>
            <p:grpSpPr>
              <a:xfrm>
                <a:off x="5507594" y="4831097"/>
                <a:ext cx="408016" cy="208774"/>
                <a:chOff x="5507594" y="4934609"/>
                <a:chExt cx="408016" cy="208774"/>
              </a:xfrm>
              <a:solidFill>
                <a:srgbClr val="000000"/>
              </a:solidFill>
            </p:grpSpPr>
            <p:sp>
              <p:nvSpPr>
                <p:cNvPr id="8602" name="文本框 8601"/>
                <p:cNvSpPr txBox="1"/>
                <p:nvPr/>
              </p:nvSpPr>
              <p:spPr>
                <a:xfrm>
                  <a:off x="5673236" y="4934609"/>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y8</a:t>
                  </a:r>
                </a:p>
              </p:txBody>
            </p:sp>
            <p:sp>
              <p:nvSpPr>
                <p:cNvPr id="8603" name="文本框 8602"/>
                <p:cNvSpPr txBox="1"/>
                <p:nvPr/>
              </p:nvSpPr>
              <p:spPr>
                <a:xfrm>
                  <a:off x="5666945" y="4989495"/>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Y</a:t>
                  </a:r>
                </a:p>
              </p:txBody>
            </p:sp>
            <p:sp>
              <p:nvSpPr>
                <p:cNvPr id="8604" name="文本框 8603"/>
                <p:cNvSpPr txBox="1"/>
                <p:nvPr/>
              </p:nvSpPr>
              <p:spPr>
                <a:xfrm>
                  <a:off x="5597753" y="4989495"/>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E</a:t>
                  </a:r>
                </a:p>
              </p:txBody>
            </p:sp>
            <p:sp>
              <p:nvSpPr>
                <p:cNvPr id="8605" name="文本框 8604"/>
                <p:cNvSpPr txBox="1"/>
                <p:nvPr/>
              </p:nvSpPr>
              <p:spPr>
                <a:xfrm>
                  <a:off x="5553721" y="4940544"/>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8606" name="文本框 8605"/>
                <p:cNvSpPr txBox="1"/>
                <p:nvPr/>
              </p:nvSpPr>
              <p:spPr>
                <a:xfrm>
                  <a:off x="5507594" y="4940544"/>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8607" name="文本框 8606"/>
              <p:cNvSpPr txBox="1"/>
              <p:nvPr/>
            </p:nvSpPr>
            <p:spPr>
              <a:xfrm rot="16200000">
                <a:off x="269780" y="5446614"/>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10</a:t>
                </a:r>
              </a:p>
            </p:txBody>
          </p:sp>
          <p:sp>
            <p:nvSpPr>
              <p:cNvPr id="8608" name="文本框 8607"/>
              <p:cNvSpPr txBox="1"/>
              <p:nvPr/>
            </p:nvSpPr>
            <p:spPr>
              <a:xfrm rot="16200000">
                <a:off x="275391" y="5516634"/>
                <a:ext cx="195887"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0</a:t>
                </a:r>
              </a:p>
            </p:txBody>
          </p:sp>
          <p:sp>
            <p:nvSpPr>
              <p:cNvPr id="8609" name="文本框 8608"/>
              <p:cNvSpPr txBox="1"/>
              <p:nvPr/>
            </p:nvSpPr>
            <p:spPr>
              <a:xfrm rot="16200000">
                <a:off x="269780" y="5381860"/>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20</a:t>
                </a:r>
              </a:p>
            </p:txBody>
          </p:sp>
          <p:sp>
            <p:nvSpPr>
              <p:cNvPr id="8610" name="文本框 8609"/>
              <p:cNvSpPr txBox="1"/>
              <p:nvPr/>
            </p:nvSpPr>
            <p:spPr>
              <a:xfrm rot="16200000">
                <a:off x="264169" y="4864828"/>
                <a:ext cx="218330"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100</a:t>
                </a:r>
              </a:p>
            </p:txBody>
          </p:sp>
          <p:sp>
            <p:nvSpPr>
              <p:cNvPr id="8611" name="文本框 8610"/>
              <p:cNvSpPr txBox="1"/>
              <p:nvPr/>
            </p:nvSpPr>
            <p:spPr>
              <a:xfrm>
                <a:off x="319426" y="4815938"/>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5.3e+03</a:t>
                </a:r>
              </a:p>
            </p:txBody>
          </p:sp>
          <p:sp>
            <p:nvSpPr>
              <p:cNvPr id="8612" name="文本框 8611"/>
              <p:cNvSpPr txBox="1"/>
              <p:nvPr/>
            </p:nvSpPr>
            <p:spPr>
              <a:xfrm>
                <a:off x="1020816" y="5534191"/>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600</a:t>
                </a:r>
              </a:p>
            </p:txBody>
          </p:sp>
          <p:sp>
            <p:nvSpPr>
              <p:cNvPr id="8614" name="文本框 8613"/>
              <p:cNvSpPr txBox="1"/>
              <p:nvPr/>
            </p:nvSpPr>
            <p:spPr>
              <a:xfrm>
                <a:off x="1381844" y="5534191"/>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8615" name="任意多边形: 形状 1965"/>
              <p:cNvSpPr/>
              <p:nvPr/>
            </p:nvSpPr>
            <p:spPr>
              <a:xfrm>
                <a:off x="402960"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3175" cap="flat">
                <a:solidFill>
                  <a:srgbClr val="000000"/>
                </a:solidFill>
                <a:prstDash val="solid"/>
                <a:miter/>
              </a:ln>
            </p:spPr>
            <p:txBody>
              <a:bodyPr rtlCol="0" anchor="ctr"/>
              <a:lstStyle/>
              <a:p>
                <a:endParaRPr lang="zh-CN" altLang="en-US"/>
              </a:p>
            </p:txBody>
          </p:sp>
          <p:sp>
            <p:nvSpPr>
              <p:cNvPr id="8616" name="任意多边形: 形状 1967"/>
              <p:cNvSpPr/>
              <p:nvPr/>
            </p:nvSpPr>
            <p:spPr>
              <a:xfrm>
                <a:off x="402960" y="5570383"/>
                <a:ext cx="1867727" cy="10531"/>
              </a:xfrm>
              <a:custGeom>
                <a:avLst/>
                <a:gdLst>
                  <a:gd name="connsiteX0" fmla="*/ 0 w 1867727"/>
                  <a:gd name="connsiteY0" fmla="*/ 0 h 10531"/>
                  <a:gd name="connsiteX1" fmla="*/ 1867727 w 1867727"/>
                  <a:gd name="connsiteY1" fmla="*/ 0 h 10531"/>
                </a:gdLst>
                <a:ahLst/>
                <a:cxnLst>
                  <a:cxn ang="0">
                    <a:pos x="connsiteX0" y="connsiteY0"/>
                  </a:cxn>
                  <a:cxn ang="0">
                    <a:pos x="connsiteX1" y="connsiteY1"/>
                  </a:cxn>
                </a:cxnLst>
                <a:rect l="l" t="t" r="r" b="b"/>
                <a:pathLst>
                  <a:path w="1867727" h="10531">
                    <a:moveTo>
                      <a:pt x="0" y="0"/>
                    </a:moveTo>
                    <a:lnTo>
                      <a:pt x="1867727" y="0"/>
                    </a:lnTo>
                  </a:path>
                </a:pathLst>
              </a:custGeom>
              <a:noFill/>
              <a:ln w="3175" cap="flat">
                <a:solidFill>
                  <a:srgbClr val="000000"/>
                </a:solidFill>
                <a:prstDash val="solid"/>
                <a:miter/>
              </a:ln>
            </p:spPr>
            <p:txBody>
              <a:bodyPr rtlCol="0" anchor="ctr"/>
              <a:lstStyle/>
              <a:p>
                <a:endParaRPr lang="zh-CN" altLang="en-US"/>
              </a:p>
            </p:txBody>
          </p:sp>
          <p:sp>
            <p:nvSpPr>
              <p:cNvPr id="8617" name="任意多边形: 形状 1969"/>
              <p:cNvSpPr/>
              <p:nvPr/>
            </p:nvSpPr>
            <p:spPr>
              <a:xfrm>
                <a:off x="45304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18" name="任意多边形: 形状 1970"/>
              <p:cNvSpPr/>
              <p:nvPr/>
            </p:nvSpPr>
            <p:spPr>
              <a:xfrm>
                <a:off x="4551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19" name="任意多边形: 形状 1971"/>
              <p:cNvSpPr/>
              <p:nvPr/>
            </p:nvSpPr>
            <p:spPr>
              <a:xfrm>
                <a:off x="50312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620" name="任意多边形: 形状 1972"/>
              <p:cNvSpPr/>
              <p:nvPr/>
            </p:nvSpPr>
            <p:spPr>
              <a:xfrm>
                <a:off x="509388"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21" name="任意多边形: 形状 1973"/>
              <p:cNvSpPr/>
              <p:nvPr/>
            </p:nvSpPr>
            <p:spPr>
              <a:xfrm>
                <a:off x="50938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2" name="任意多边形: 形状 1974"/>
              <p:cNvSpPr/>
              <p:nvPr/>
            </p:nvSpPr>
            <p:spPr>
              <a:xfrm>
                <a:off x="5344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3" name="任意多边形: 形状 1975"/>
              <p:cNvSpPr/>
              <p:nvPr/>
            </p:nvSpPr>
            <p:spPr>
              <a:xfrm>
                <a:off x="5386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4" name="任意多边形: 形状 1976"/>
              <p:cNvSpPr/>
              <p:nvPr/>
            </p:nvSpPr>
            <p:spPr>
              <a:xfrm>
                <a:off x="54069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25" name="任意多边形: 形状 1977"/>
              <p:cNvSpPr/>
              <p:nvPr/>
            </p:nvSpPr>
            <p:spPr>
              <a:xfrm>
                <a:off x="54486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6" name="任意多边形: 形状 1978"/>
              <p:cNvSpPr/>
              <p:nvPr/>
            </p:nvSpPr>
            <p:spPr>
              <a:xfrm>
                <a:off x="57199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7" name="任意多边形: 形状 1979"/>
              <p:cNvSpPr/>
              <p:nvPr/>
            </p:nvSpPr>
            <p:spPr>
              <a:xfrm>
                <a:off x="57825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628" name="任意多边形: 形状 1980"/>
              <p:cNvSpPr/>
              <p:nvPr/>
            </p:nvSpPr>
            <p:spPr>
              <a:xfrm>
                <a:off x="59077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29" name="任意多边形: 形状 1981"/>
              <p:cNvSpPr/>
              <p:nvPr/>
            </p:nvSpPr>
            <p:spPr>
              <a:xfrm>
                <a:off x="6179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30" name="任意多边形: 形状 1982"/>
              <p:cNvSpPr/>
              <p:nvPr/>
            </p:nvSpPr>
            <p:spPr>
              <a:xfrm>
                <a:off x="62416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31" name="任意多边形: 形状 1983"/>
              <p:cNvSpPr/>
              <p:nvPr/>
            </p:nvSpPr>
            <p:spPr>
              <a:xfrm>
                <a:off x="64503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2" name="任意多边形: 形状 1984"/>
              <p:cNvSpPr/>
              <p:nvPr/>
            </p:nvSpPr>
            <p:spPr>
              <a:xfrm>
                <a:off x="65755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33" name="任意多边形: 形状 1985"/>
              <p:cNvSpPr/>
              <p:nvPr/>
            </p:nvSpPr>
            <p:spPr>
              <a:xfrm>
                <a:off x="6596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34" name="任意多边形: 形状 1986"/>
              <p:cNvSpPr/>
              <p:nvPr/>
            </p:nvSpPr>
            <p:spPr>
              <a:xfrm>
                <a:off x="663815"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35" name="任意多边形: 形状 1987"/>
              <p:cNvSpPr/>
              <p:nvPr/>
            </p:nvSpPr>
            <p:spPr>
              <a:xfrm>
                <a:off x="66798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6" name="任意多边形: 形状 1988"/>
              <p:cNvSpPr/>
              <p:nvPr/>
            </p:nvSpPr>
            <p:spPr>
              <a:xfrm>
                <a:off x="67007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7" name="任意多边形: 形状 1989"/>
              <p:cNvSpPr/>
              <p:nvPr/>
            </p:nvSpPr>
            <p:spPr>
              <a:xfrm>
                <a:off x="67216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38" name="任意多边形: 形状 1990"/>
              <p:cNvSpPr/>
              <p:nvPr/>
            </p:nvSpPr>
            <p:spPr>
              <a:xfrm>
                <a:off x="68885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39" name="任意多边形: 形状 1991"/>
              <p:cNvSpPr/>
              <p:nvPr/>
            </p:nvSpPr>
            <p:spPr>
              <a:xfrm>
                <a:off x="6930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0" name="任意多边形: 形状 1992"/>
              <p:cNvSpPr/>
              <p:nvPr/>
            </p:nvSpPr>
            <p:spPr>
              <a:xfrm>
                <a:off x="69511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41" name="任意多边形: 形状 1993"/>
              <p:cNvSpPr/>
              <p:nvPr/>
            </p:nvSpPr>
            <p:spPr>
              <a:xfrm>
                <a:off x="69511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42" name="任意多边形: 形状 1994"/>
              <p:cNvSpPr/>
              <p:nvPr/>
            </p:nvSpPr>
            <p:spPr>
              <a:xfrm>
                <a:off x="71181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3" name="任意多边形: 形状 1995"/>
              <p:cNvSpPr/>
              <p:nvPr/>
            </p:nvSpPr>
            <p:spPr>
              <a:xfrm>
                <a:off x="71181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44" name="任意多边形: 形状 1996"/>
              <p:cNvSpPr/>
              <p:nvPr/>
            </p:nvSpPr>
            <p:spPr>
              <a:xfrm>
                <a:off x="7138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45" name="任意多边形: 形状 1997"/>
              <p:cNvSpPr/>
              <p:nvPr/>
            </p:nvSpPr>
            <p:spPr>
              <a:xfrm>
                <a:off x="71598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6" name="任意多边形: 形状 1998"/>
              <p:cNvSpPr/>
              <p:nvPr/>
            </p:nvSpPr>
            <p:spPr>
              <a:xfrm>
                <a:off x="71807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7" name="任意多边形: 形状 1999"/>
              <p:cNvSpPr/>
              <p:nvPr/>
            </p:nvSpPr>
            <p:spPr>
              <a:xfrm>
                <a:off x="7264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48" name="任意多边形: 形状 2000"/>
              <p:cNvSpPr/>
              <p:nvPr/>
            </p:nvSpPr>
            <p:spPr>
              <a:xfrm>
                <a:off x="7493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9" name="任意多边形: 形状 2001"/>
              <p:cNvSpPr/>
              <p:nvPr/>
            </p:nvSpPr>
            <p:spPr>
              <a:xfrm>
                <a:off x="75354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50" name="任意多边形: 形状 2002"/>
              <p:cNvSpPr/>
              <p:nvPr/>
            </p:nvSpPr>
            <p:spPr>
              <a:xfrm>
                <a:off x="75354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51" name="任意多边形: 形状 2003"/>
              <p:cNvSpPr/>
              <p:nvPr/>
            </p:nvSpPr>
            <p:spPr>
              <a:xfrm>
                <a:off x="75980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52" name="任意多边形: 形状 2004"/>
              <p:cNvSpPr/>
              <p:nvPr/>
            </p:nvSpPr>
            <p:spPr>
              <a:xfrm>
                <a:off x="761896"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53" name="任意多边形: 形状 2005"/>
              <p:cNvSpPr/>
              <p:nvPr/>
            </p:nvSpPr>
            <p:spPr>
              <a:xfrm>
                <a:off x="782764"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654" name="任意多边形: 形状 2006"/>
              <p:cNvSpPr/>
              <p:nvPr/>
            </p:nvSpPr>
            <p:spPr>
              <a:xfrm>
                <a:off x="7931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55" name="任意多边形: 形状 2007"/>
              <p:cNvSpPr/>
              <p:nvPr/>
            </p:nvSpPr>
            <p:spPr>
              <a:xfrm>
                <a:off x="7973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656" name="任意多边形: 形状 2008"/>
              <p:cNvSpPr/>
              <p:nvPr/>
            </p:nvSpPr>
            <p:spPr>
              <a:xfrm>
                <a:off x="805720"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57" name="任意多边形: 形状 2009"/>
              <p:cNvSpPr/>
              <p:nvPr/>
            </p:nvSpPr>
            <p:spPr>
              <a:xfrm>
                <a:off x="814067"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658" name="任意多边形: 形状 2010"/>
              <p:cNvSpPr/>
              <p:nvPr/>
            </p:nvSpPr>
            <p:spPr>
              <a:xfrm>
                <a:off x="82867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59" name="任意多边形: 形状 2011"/>
              <p:cNvSpPr/>
              <p:nvPr/>
            </p:nvSpPr>
            <p:spPr>
              <a:xfrm>
                <a:off x="83076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0" name="任意多边形: 形状 2012"/>
              <p:cNvSpPr/>
              <p:nvPr/>
            </p:nvSpPr>
            <p:spPr>
              <a:xfrm>
                <a:off x="83284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61" name="任意多边形: 形状 2013"/>
              <p:cNvSpPr/>
              <p:nvPr/>
            </p:nvSpPr>
            <p:spPr>
              <a:xfrm>
                <a:off x="8349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2" name="任意多边形: 形状 2014"/>
              <p:cNvSpPr/>
              <p:nvPr/>
            </p:nvSpPr>
            <p:spPr>
              <a:xfrm>
                <a:off x="84119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63" name="任意多边形: 形状 2015"/>
              <p:cNvSpPr/>
              <p:nvPr/>
            </p:nvSpPr>
            <p:spPr>
              <a:xfrm>
                <a:off x="8474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64" name="任意多边形: 形状 2016"/>
              <p:cNvSpPr/>
              <p:nvPr/>
            </p:nvSpPr>
            <p:spPr>
              <a:xfrm>
                <a:off x="84954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5" name="任意多边形: 形状 2017"/>
              <p:cNvSpPr/>
              <p:nvPr/>
            </p:nvSpPr>
            <p:spPr>
              <a:xfrm>
                <a:off x="85163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66" name="任意多边形: 形状 2018"/>
              <p:cNvSpPr/>
              <p:nvPr/>
            </p:nvSpPr>
            <p:spPr>
              <a:xfrm>
                <a:off x="85997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7" name="任意多边形: 形状 2019"/>
              <p:cNvSpPr/>
              <p:nvPr/>
            </p:nvSpPr>
            <p:spPr>
              <a:xfrm>
                <a:off x="86415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668" name="任意多边形: 形状 2020"/>
              <p:cNvSpPr/>
              <p:nvPr/>
            </p:nvSpPr>
            <p:spPr>
              <a:xfrm>
                <a:off x="86623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69" name="任意多边形: 形状 2021"/>
              <p:cNvSpPr/>
              <p:nvPr/>
            </p:nvSpPr>
            <p:spPr>
              <a:xfrm>
                <a:off x="87041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0" name="任意多边形: 形状 2022"/>
              <p:cNvSpPr/>
              <p:nvPr/>
            </p:nvSpPr>
            <p:spPr>
              <a:xfrm>
                <a:off x="87458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71" name="任意多边形: 形状 2023"/>
              <p:cNvSpPr/>
              <p:nvPr/>
            </p:nvSpPr>
            <p:spPr>
              <a:xfrm>
                <a:off x="887107"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72" name="任意多边形: 形状 2024"/>
              <p:cNvSpPr/>
              <p:nvPr/>
            </p:nvSpPr>
            <p:spPr>
              <a:xfrm>
                <a:off x="88919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73" name="任意多边形: 形状 2025"/>
              <p:cNvSpPr/>
              <p:nvPr/>
            </p:nvSpPr>
            <p:spPr>
              <a:xfrm>
                <a:off x="8954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4" name="任意多边形: 形状 2026"/>
              <p:cNvSpPr/>
              <p:nvPr/>
            </p:nvSpPr>
            <p:spPr>
              <a:xfrm>
                <a:off x="897541"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675" name="任意多边形: 形状 2027"/>
              <p:cNvSpPr/>
              <p:nvPr/>
            </p:nvSpPr>
            <p:spPr>
              <a:xfrm>
                <a:off x="899628"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676" name="任意多边形: 形状 2028"/>
              <p:cNvSpPr/>
              <p:nvPr/>
            </p:nvSpPr>
            <p:spPr>
              <a:xfrm>
                <a:off x="90171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77" name="任意多边形: 形状 2029"/>
              <p:cNvSpPr/>
              <p:nvPr/>
            </p:nvSpPr>
            <p:spPr>
              <a:xfrm>
                <a:off x="90171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78" name="任意多边形: 形状 2030"/>
              <p:cNvSpPr/>
              <p:nvPr/>
            </p:nvSpPr>
            <p:spPr>
              <a:xfrm>
                <a:off x="91423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9" name="任意多边形: 形状 2031"/>
              <p:cNvSpPr/>
              <p:nvPr/>
            </p:nvSpPr>
            <p:spPr>
              <a:xfrm>
                <a:off x="9142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0" name="任意多边形: 形状 2032"/>
              <p:cNvSpPr/>
              <p:nvPr/>
            </p:nvSpPr>
            <p:spPr>
              <a:xfrm>
                <a:off x="922583"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681" name="任意多边形: 形状 2033"/>
              <p:cNvSpPr/>
              <p:nvPr/>
            </p:nvSpPr>
            <p:spPr>
              <a:xfrm>
                <a:off x="92675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2" name="任意多边形: 形状 2034"/>
              <p:cNvSpPr/>
              <p:nvPr/>
            </p:nvSpPr>
            <p:spPr>
              <a:xfrm>
                <a:off x="92884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3" name="任意多边形: 形状 2035"/>
              <p:cNvSpPr/>
              <p:nvPr/>
            </p:nvSpPr>
            <p:spPr>
              <a:xfrm>
                <a:off x="933017"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000000"/>
                </a:solidFill>
                <a:prstDash val="solid"/>
                <a:round/>
              </a:ln>
            </p:spPr>
            <p:txBody>
              <a:bodyPr rtlCol="0" anchor="ctr"/>
              <a:lstStyle/>
              <a:p>
                <a:endParaRPr lang="zh-CN" altLang="en-US"/>
              </a:p>
            </p:txBody>
          </p:sp>
          <p:sp>
            <p:nvSpPr>
              <p:cNvPr id="8684" name="任意多边形: 形状 2036"/>
              <p:cNvSpPr/>
              <p:nvPr/>
            </p:nvSpPr>
            <p:spPr>
              <a:xfrm>
                <a:off x="935104"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000000"/>
                </a:solidFill>
                <a:prstDash val="solid"/>
                <a:round/>
              </a:ln>
            </p:spPr>
            <p:txBody>
              <a:bodyPr rtlCol="0" anchor="ctr"/>
              <a:lstStyle/>
              <a:p>
                <a:endParaRPr lang="zh-CN" altLang="en-US"/>
              </a:p>
            </p:txBody>
          </p:sp>
          <p:sp>
            <p:nvSpPr>
              <p:cNvPr id="8685" name="任意多边形: 形状 2037"/>
              <p:cNvSpPr/>
              <p:nvPr/>
            </p:nvSpPr>
            <p:spPr>
              <a:xfrm>
                <a:off x="937191"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686" name="任意多边形: 形状 2038"/>
              <p:cNvSpPr/>
              <p:nvPr/>
            </p:nvSpPr>
            <p:spPr>
              <a:xfrm>
                <a:off x="94553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687" name="任意多边形: 形状 2039"/>
              <p:cNvSpPr/>
              <p:nvPr/>
            </p:nvSpPr>
            <p:spPr>
              <a:xfrm>
                <a:off x="95388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88" name="任意多边形: 形状 2040"/>
              <p:cNvSpPr/>
              <p:nvPr/>
            </p:nvSpPr>
            <p:spPr>
              <a:xfrm>
                <a:off x="95388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89" name="任意多边形: 形状 2041"/>
              <p:cNvSpPr/>
              <p:nvPr/>
            </p:nvSpPr>
            <p:spPr>
              <a:xfrm>
                <a:off x="95806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0" name="任意多边形: 形状 2042"/>
              <p:cNvSpPr/>
              <p:nvPr/>
            </p:nvSpPr>
            <p:spPr>
              <a:xfrm>
                <a:off x="96014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1" name="任意多边形: 形状 2043"/>
              <p:cNvSpPr/>
              <p:nvPr/>
            </p:nvSpPr>
            <p:spPr>
              <a:xfrm>
                <a:off x="966406"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000000"/>
                </a:solidFill>
                <a:prstDash val="solid"/>
                <a:round/>
              </a:ln>
            </p:spPr>
            <p:txBody>
              <a:bodyPr rtlCol="0" anchor="ctr"/>
              <a:lstStyle/>
              <a:p>
                <a:endParaRPr lang="zh-CN" altLang="en-US"/>
              </a:p>
            </p:txBody>
          </p:sp>
          <p:sp>
            <p:nvSpPr>
              <p:cNvPr id="8692" name="任意多边形: 形状 2044"/>
              <p:cNvSpPr/>
              <p:nvPr/>
            </p:nvSpPr>
            <p:spPr>
              <a:xfrm>
                <a:off x="96849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3" name="任意多边形: 形状 2045"/>
              <p:cNvSpPr/>
              <p:nvPr/>
            </p:nvSpPr>
            <p:spPr>
              <a:xfrm>
                <a:off x="972667"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694" name="任意多边形: 形状 2046"/>
              <p:cNvSpPr/>
              <p:nvPr/>
            </p:nvSpPr>
            <p:spPr>
              <a:xfrm>
                <a:off x="9747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5" name="任意多边形: 形状 2047"/>
              <p:cNvSpPr/>
              <p:nvPr/>
            </p:nvSpPr>
            <p:spPr>
              <a:xfrm>
                <a:off x="97684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96" name="任意多边形: 形状 2048"/>
              <p:cNvSpPr/>
              <p:nvPr/>
            </p:nvSpPr>
            <p:spPr>
              <a:xfrm>
                <a:off x="97892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7" name="任意多边形: 形状 2049"/>
              <p:cNvSpPr/>
              <p:nvPr/>
            </p:nvSpPr>
            <p:spPr>
              <a:xfrm>
                <a:off x="98310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8" name="任意多边形: 形状 2050"/>
              <p:cNvSpPr/>
              <p:nvPr/>
            </p:nvSpPr>
            <p:spPr>
              <a:xfrm>
                <a:off x="99353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9" name="任意多边形: 形状 2051"/>
              <p:cNvSpPr/>
              <p:nvPr/>
            </p:nvSpPr>
            <p:spPr>
              <a:xfrm>
                <a:off x="9935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00" name="任意多边形: 形状 2052"/>
              <p:cNvSpPr/>
              <p:nvPr/>
            </p:nvSpPr>
            <p:spPr>
              <a:xfrm>
                <a:off x="99770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01" name="任意多边形: 形状 2053"/>
              <p:cNvSpPr/>
              <p:nvPr/>
            </p:nvSpPr>
            <p:spPr>
              <a:xfrm>
                <a:off x="1003969"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702" name="任意多边形: 形状 2054"/>
              <p:cNvSpPr/>
              <p:nvPr/>
            </p:nvSpPr>
            <p:spPr>
              <a:xfrm>
                <a:off x="100396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03" name="任意多边形: 形状 2055"/>
              <p:cNvSpPr/>
              <p:nvPr/>
            </p:nvSpPr>
            <p:spPr>
              <a:xfrm>
                <a:off x="10060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4" name="任意多边形: 形状 2056"/>
              <p:cNvSpPr/>
              <p:nvPr/>
            </p:nvSpPr>
            <p:spPr>
              <a:xfrm>
                <a:off x="1006057" y="5374031"/>
                <a:ext cx="10531" cy="196351"/>
              </a:xfrm>
              <a:custGeom>
                <a:avLst/>
                <a:gdLst>
                  <a:gd name="connsiteX0" fmla="*/ 0 w 10531"/>
                  <a:gd name="connsiteY0" fmla="*/ 196352 h 196351"/>
                  <a:gd name="connsiteX1" fmla="*/ 0 w 10531"/>
                  <a:gd name="connsiteY1" fmla="*/ 0 h 196351"/>
                </a:gdLst>
                <a:ahLst/>
                <a:cxnLst>
                  <a:cxn ang="0">
                    <a:pos x="connsiteX0" y="connsiteY0"/>
                  </a:cxn>
                  <a:cxn ang="0">
                    <a:pos x="connsiteX1" y="connsiteY1"/>
                  </a:cxn>
                </a:cxnLst>
                <a:rect l="l" t="t" r="r" b="b"/>
                <a:pathLst>
                  <a:path w="10531" h="196351">
                    <a:moveTo>
                      <a:pt x="0" y="196352"/>
                    </a:moveTo>
                    <a:lnTo>
                      <a:pt x="0" y="0"/>
                    </a:lnTo>
                  </a:path>
                </a:pathLst>
              </a:custGeom>
              <a:noFill/>
              <a:ln w="2079" cap="rnd">
                <a:solidFill>
                  <a:srgbClr val="000000"/>
                </a:solidFill>
                <a:prstDash val="solid"/>
                <a:round/>
              </a:ln>
            </p:spPr>
            <p:txBody>
              <a:bodyPr rtlCol="0" anchor="ctr"/>
              <a:lstStyle/>
              <a:p>
                <a:endParaRPr lang="zh-CN" altLang="en-US"/>
              </a:p>
            </p:txBody>
          </p:sp>
          <p:sp>
            <p:nvSpPr>
              <p:cNvPr id="8705" name="任意多边形: 形状 2057"/>
              <p:cNvSpPr/>
              <p:nvPr/>
            </p:nvSpPr>
            <p:spPr>
              <a:xfrm>
                <a:off x="1008143" y="5493095"/>
                <a:ext cx="10531" cy="77287"/>
              </a:xfrm>
              <a:custGeom>
                <a:avLst/>
                <a:gdLst>
                  <a:gd name="connsiteX0" fmla="*/ 0 w 10531"/>
                  <a:gd name="connsiteY0" fmla="*/ 77287 h 77287"/>
                  <a:gd name="connsiteX1" fmla="*/ 0 w 10531"/>
                  <a:gd name="connsiteY1" fmla="*/ 0 h 77287"/>
                </a:gdLst>
                <a:ahLst/>
                <a:cxnLst>
                  <a:cxn ang="0">
                    <a:pos x="connsiteX0" y="connsiteY0"/>
                  </a:cxn>
                  <a:cxn ang="0">
                    <a:pos x="connsiteX1" y="connsiteY1"/>
                  </a:cxn>
                </a:cxnLst>
                <a:rect l="l" t="t" r="r" b="b"/>
                <a:pathLst>
                  <a:path w="10531" h="77287">
                    <a:moveTo>
                      <a:pt x="0" y="77287"/>
                    </a:moveTo>
                    <a:lnTo>
                      <a:pt x="0" y="0"/>
                    </a:lnTo>
                  </a:path>
                </a:pathLst>
              </a:custGeom>
              <a:noFill/>
              <a:ln w="2079" cap="rnd">
                <a:solidFill>
                  <a:srgbClr val="000000"/>
                </a:solidFill>
                <a:prstDash val="solid"/>
                <a:round/>
              </a:ln>
            </p:spPr>
            <p:txBody>
              <a:bodyPr rtlCol="0" anchor="ctr"/>
              <a:lstStyle/>
              <a:p>
                <a:endParaRPr lang="zh-CN" altLang="en-US"/>
              </a:p>
            </p:txBody>
          </p:sp>
          <p:sp>
            <p:nvSpPr>
              <p:cNvPr id="8706" name="任意多边形: 形状 2058"/>
              <p:cNvSpPr/>
              <p:nvPr/>
            </p:nvSpPr>
            <p:spPr>
              <a:xfrm>
                <a:off x="100814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7" name="任意多边形: 形状 2059"/>
              <p:cNvSpPr/>
              <p:nvPr/>
            </p:nvSpPr>
            <p:spPr>
              <a:xfrm>
                <a:off x="100814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8" name="任意多边形: 形状 2060"/>
              <p:cNvSpPr/>
              <p:nvPr/>
            </p:nvSpPr>
            <p:spPr>
              <a:xfrm>
                <a:off x="1008143"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09" name="任意多边形: 形状 2061"/>
              <p:cNvSpPr/>
              <p:nvPr/>
            </p:nvSpPr>
            <p:spPr>
              <a:xfrm>
                <a:off x="101231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0" name="任意多边形: 形状 2062"/>
              <p:cNvSpPr/>
              <p:nvPr/>
            </p:nvSpPr>
            <p:spPr>
              <a:xfrm>
                <a:off x="1029012"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11" name="任意多边形: 形状 2063"/>
              <p:cNvSpPr/>
              <p:nvPr/>
            </p:nvSpPr>
            <p:spPr>
              <a:xfrm>
                <a:off x="1035272"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712" name="任意多边形: 形状 2064"/>
              <p:cNvSpPr/>
              <p:nvPr/>
            </p:nvSpPr>
            <p:spPr>
              <a:xfrm>
                <a:off x="103736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3" name="任意多边形: 形状 2065"/>
              <p:cNvSpPr/>
              <p:nvPr/>
            </p:nvSpPr>
            <p:spPr>
              <a:xfrm>
                <a:off x="1037360"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14" name="任意多边形: 形状 2066"/>
              <p:cNvSpPr/>
              <p:nvPr/>
            </p:nvSpPr>
            <p:spPr>
              <a:xfrm>
                <a:off x="103944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15" name="任意多边形: 形状 2067"/>
              <p:cNvSpPr/>
              <p:nvPr/>
            </p:nvSpPr>
            <p:spPr>
              <a:xfrm>
                <a:off x="103944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16" name="任意多边形: 形状 2068"/>
              <p:cNvSpPr/>
              <p:nvPr/>
            </p:nvSpPr>
            <p:spPr>
              <a:xfrm>
                <a:off x="104153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17" name="任意多边形: 形状 2069"/>
              <p:cNvSpPr/>
              <p:nvPr/>
            </p:nvSpPr>
            <p:spPr>
              <a:xfrm>
                <a:off x="104153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8" name="任意多边形: 形状 2070"/>
              <p:cNvSpPr/>
              <p:nvPr/>
            </p:nvSpPr>
            <p:spPr>
              <a:xfrm>
                <a:off x="10436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19" name="任意多边形: 形状 2071"/>
              <p:cNvSpPr/>
              <p:nvPr/>
            </p:nvSpPr>
            <p:spPr>
              <a:xfrm>
                <a:off x="104779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20" name="任意多边形: 形状 2072"/>
              <p:cNvSpPr/>
              <p:nvPr/>
            </p:nvSpPr>
            <p:spPr>
              <a:xfrm>
                <a:off x="104988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21" name="任意多边形: 形状 2073"/>
              <p:cNvSpPr/>
              <p:nvPr/>
            </p:nvSpPr>
            <p:spPr>
              <a:xfrm>
                <a:off x="1049880"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22" name="任意多边形: 形状 2074"/>
              <p:cNvSpPr/>
              <p:nvPr/>
            </p:nvSpPr>
            <p:spPr>
              <a:xfrm>
                <a:off x="105196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3" name="任意多边形: 形状 2075"/>
              <p:cNvSpPr/>
              <p:nvPr/>
            </p:nvSpPr>
            <p:spPr>
              <a:xfrm>
                <a:off x="106031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4" name="任意多边形: 形状 2076"/>
              <p:cNvSpPr/>
              <p:nvPr/>
            </p:nvSpPr>
            <p:spPr>
              <a:xfrm>
                <a:off x="106240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25" name="任意多边形: 形状 2077"/>
              <p:cNvSpPr/>
              <p:nvPr/>
            </p:nvSpPr>
            <p:spPr>
              <a:xfrm>
                <a:off x="1070749"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26" name="任意多边形: 形状 2078"/>
              <p:cNvSpPr/>
              <p:nvPr/>
            </p:nvSpPr>
            <p:spPr>
              <a:xfrm>
                <a:off x="107283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27" name="任意多边形: 形状 2079"/>
              <p:cNvSpPr/>
              <p:nvPr/>
            </p:nvSpPr>
            <p:spPr>
              <a:xfrm>
                <a:off x="107492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8" name="任意多边形: 形状 2080"/>
              <p:cNvSpPr/>
              <p:nvPr/>
            </p:nvSpPr>
            <p:spPr>
              <a:xfrm>
                <a:off x="107909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29" name="任意多边形: 形状 2081"/>
              <p:cNvSpPr/>
              <p:nvPr/>
            </p:nvSpPr>
            <p:spPr>
              <a:xfrm>
                <a:off x="108118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30" name="任意多边形: 形状 2082"/>
              <p:cNvSpPr/>
              <p:nvPr/>
            </p:nvSpPr>
            <p:spPr>
              <a:xfrm>
                <a:off x="108326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31" name="任意多边形: 形状 2083"/>
              <p:cNvSpPr/>
              <p:nvPr/>
            </p:nvSpPr>
            <p:spPr>
              <a:xfrm>
                <a:off x="108535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32" name="任意多边形: 形状 2084"/>
              <p:cNvSpPr/>
              <p:nvPr/>
            </p:nvSpPr>
            <p:spPr>
              <a:xfrm>
                <a:off x="109579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33" name="任意多边形: 形状 2085"/>
              <p:cNvSpPr/>
              <p:nvPr/>
            </p:nvSpPr>
            <p:spPr>
              <a:xfrm>
                <a:off x="1102051"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734" name="任意多边形: 形状 2086"/>
              <p:cNvSpPr/>
              <p:nvPr/>
            </p:nvSpPr>
            <p:spPr>
              <a:xfrm>
                <a:off x="1104138"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35" name="任意多边形: 形状 2087"/>
              <p:cNvSpPr/>
              <p:nvPr/>
            </p:nvSpPr>
            <p:spPr>
              <a:xfrm>
                <a:off x="1106225"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36" name="任意多边形: 形状 2088"/>
              <p:cNvSpPr/>
              <p:nvPr/>
            </p:nvSpPr>
            <p:spPr>
              <a:xfrm>
                <a:off x="110831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37" name="任意多边形: 形状 2089"/>
              <p:cNvSpPr/>
              <p:nvPr/>
            </p:nvSpPr>
            <p:spPr>
              <a:xfrm>
                <a:off x="111039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38" name="任意多边形: 形状 2090"/>
              <p:cNvSpPr/>
              <p:nvPr/>
            </p:nvSpPr>
            <p:spPr>
              <a:xfrm>
                <a:off x="1118746"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39" name="任意多边形: 形状 2091"/>
              <p:cNvSpPr/>
              <p:nvPr/>
            </p:nvSpPr>
            <p:spPr>
              <a:xfrm>
                <a:off x="112292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40" name="任意多边形: 形状 2092"/>
              <p:cNvSpPr/>
              <p:nvPr/>
            </p:nvSpPr>
            <p:spPr>
              <a:xfrm>
                <a:off x="112500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1" name="任意多边形: 形状 2093"/>
              <p:cNvSpPr/>
              <p:nvPr/>
            </p:nvSpPr>
            <p:spPr>
              <a:xfrm>
                <a:off x="112709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42" name="任意多边形: 形状 2094"/>
              <p:cNvSpPr/>
              <p:nvPr/>
            </p:nvSpPr>
            <p:spPr>
              <a:xfrm>
                <a:off x="1129180"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43" name="任意多边形: 形状 2095"/>
              <p:cNvSpPr/>
              <p:nvPr/>
            </p:nvSpPr>
            <p:spPr>
              <a:xfrm>
                <a:off x="112918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4" name="任意多边形: 形状 2096"/>
              <p:cNvSpPr/>
              <p:nvPr/>
            </p:nvSpPr>
            <p:spPr>
              <a:xfrm>
                <a:off x="113126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45" name="任意多边形: 形状 2097"/>
              <p:cNvSpPr/>
              <p:nvPr/>
            </p:nvSpPr>
            <p:spPr>
              <a:xfrm>
                <a:off x="113335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46" name="任意多边形: 形状 2098"/>
              <p:cNvSpPr/>
              <p:nvPr/>
            </p:nvSpPr>
            <p:spPr>
              <a:xfrm>
                <a:off x="1137528"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747" name="任意多边形: 形状 2099"/>
              <p:cNvSpPr/>
              <p:nvPr/>
            </p:nvSpPr>
            <p:spPr>
              <a:xfrm>
                <a:off x="1139614"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748" name="任意多边形: 形状 2100"/>
              <p:cNvSpPr/>
              <p:nvPr/>
            </p:nvSpPr>
            <p:spPr>
              <a:xfrm>
                <a:off x="114170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9" name="任意多边形: 形状 2101"/>
              <p:cNvSpPr/>
              <p:nvPr/>
            </p:nvSpPr>
            <p:spPr>
              <a:xfrm>
                <a:off x="114378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50" name="任意多边形: 形状 2102"/>
              <p:cNvSpPr/>
              <p:nvPr/>
            </p:nvSpPr>
            <p:spPr>
              <a:xfrm>
                <a:off x="114587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51" name="任意多边形: 形状 2103"/>
              <p:cNvSpPr/>
              <p:nvPr/>
            </p:nvSpPr>
            <p:spPr>
              <a:xfrm>
                <a:off x="115213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52" name="任意多边形: 形状 2104"/>
              <p:cNvSpPr/>
              <p:nvPr/>
            </p:nvSpPr>
            <p:spPr>
              <a:xfrm>
                <a:off x="115213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53" name="任意多边形: 形状 2105"/>
              <p:cNvSpPr/>
              <p:nvPr/>
            </p:nvSpPr>
            <p:spPr>
              <a:xfrm>
                <a:off x="115422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54" name="任意多边形: 形状 2106"/>
              <p:cNvSpPr/>
              <p:nvPr/>
            </p:nvSpPr>
            <p:spPr>
              <a:xfrm>
                <a:off x="115630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55" name="任意多边形: 形状 2107"/>
              <p:cNvSpPr/>
              <p:nvPr/>
            </p:nvSpPr>
            <p:spPr>
              <a:xfrm>
                <a:off x="115630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56" name="任意多边形: 形状 2108"/>
              <p:cNvSpPr/>
              <p:nvPr/>
            </p:nvSpPr>
            <p:spPr>
              <a:xfrm>
                <a:off x="1158396" y="5516073"/>
                <a:ext cx="10531" cy="54309"/>
              </a:xfrm>
              <a:custGeom>
                <a:avLst/>
                <a:gdLst>
                  <a:gd name="connsiteX0" fmla="*/ 0 w 10531"/>
                  <a:gd name="connsiteY0" fmla="*/ 54310 h 54309"/>
                  <a:gd name="connsiteX1" fmla="*/ 0 w 10531"/>
                  <a:gd name="connsiteY1" fmla="*/ 0 h 54309"/>
                </a:gdLst>
                <a:ahLst/>
                <a:cxnLst>
                  <a:cxn ang="0">
                    <a:pos x="connsiteX0" y="connsiteY0"/>
                  </a:cxn>
                  <a:cxn ang="0">
                    <a:pos x="connsiteX1" y="connsiteY1"/>
                  </a:cxn>
                </a:cxnLst>
                <a:rect l="l" t="t" r="r" b="b"/>
                <a:pathLst>
                  <a:path w="10531" h="54309">
                    <a:moveTo>
                      <a:pt x="0" y="54310"/>
                    </a:moveTo>
                    <a:lnTo>
                      <a:pt x="0" y="0"/>
                    </a:lnTo>
                  </a:path>
                </a:pathLst>
              </a:custGeom>
              <a:noFill/>
              <a:ln w="2079" cap="rnd">
                <a:solidFill>
                  <a:srgbClr val="000000"/>
                </a:solidFill>
                <a:prstDash val="solid"/>
                <a:round/>
              </a:ln>
            </p:spPr>
            <p:txBody>
              <a:bodyPr rtlCol="0" anchor="ctr"/>
              <a:lstStyle/>
              <a:p>
                <a:endParaRPr lang="zh-CN" altLang="en-US"/>
              </a:p>
            </p:txBody>
          </p:sp>
          <p:sp>
            <p:nvSpPr>
              <p:cNvPr id="8757" name="任意多边形: 形状 2109"/>
              <p:cNvSpPr/>
              <p:nvPr/>
            </p:nvSpPr>
            <p:spPr>
              <a:xfrm>
                <a:off x="1160483"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758" name="任意多边形: 形状 2110"/>
              <p:cNvSpPr/>
              <p:nvPr/>
            </p:nvSpPr>
            <p:spPr>
              <a:xfrm>
                <a:off x="116256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59" name="任意多边形: 形状 2111"/>
              <p:cNvSpPr/>
              <p:nvPr/>
            </p:nvSpPr>
            <p:spPr>
              <a:xfrm>
                <a:off x="11667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60" name="任意多边形: 形状 2112"/>
              <p:cNvSpPr/>
              <p:nvPr/>
            </p:nvSpPr>
            <p:spPr>
              <a:xfrm>
                <a:off x="116674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61" name="任意多边形: 形状 2113"/>
              <p:cNvSpPr/>
              <p:nvPr/>
            </p:nvSpPr>
            <p:spPr>
              <a:xfrm>
                <a:off x="1170917"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000000"/>
                </a:solidFill>
                <a:prstDash val="solid"/>
                <a:round/>
              </a:ln>
            </p:spPr>
            <p:txBody>
              <a:bodyPr rtlCol="0" anchor="ctr"/>
              <a:lstStyle/>
              <a:p>
                <a:endParaRPr lang="zh-CN" altLang="en-US"/>
              </a:p>
            </p:txBody>
          </p:sp>
          <p:sp>
            <p:nvSpPr>
              <p:cNvPr id="8762" name="任意多边形: 形状 2114"/>
              <p:cNvSpPr/>
              <p:nvPr/>
            </p:nvSpPr>
            <p:spPr>
              <a:xfrm>
                <a:off x="1170917"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63" name="任意多边形: 形状 2115"/>
              <p:cNvSpPr/>
              <p:nvPr/>
            </p:nvSpPr>
            <p:spPr>
              <a:xfrm>
                <a:off x="117300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64" name="任意多边形: 形状 2116"/>
              <p:cNvSpPr/>
              <p:nvPr/>
            </p:nvSpPr>
            <p:spPr>
              <a:xfrm>
                <a:off x="1175091"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65" name="任意多边形: 形状 2117"/>
              <p:cNvSpPr/>
              <p:nvPr/>
            </p:nvSpPr>
            <p:spPr>
              <a:xfrm>
                <a:off x="1177177"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66" name="任意多边形: 形状 2118"/>
              <p:cNvSpPr/>
              <p:nvPr/>
            </p:nvSpPr>
            <p:spPr>
              <a:xfrm>
                <a:off x="117926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67" name="任意多边形: 形状 2119"/>
              <p:cNvSpPr/>
              <p:nvPr/>
            </p:nvSpPr>
            <p:spPr>
              <a:xfrm>
                <a:off x="1183438"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768" name="任意多边形: 形状 2120"/>
              <p:cNvSpPr/>
              <p:nvPr/>
            </p:nvSpPr>
            <p:spPr>
              <a:xfrm>
                <a:off x="118343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69" name="任意多边形: 形状 2121"/>
              <p:cNvSpPr/>
              <p:nvPr/>
            </p:nvSpPr>
            <p:spPr>
              <a:xfrm>
                <a:off x="118552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70" name="任意多边形: 形状 2122"/>
              <p:cNvSpPr/>
              <p:nvPr/>
            </p:nvSpPr>
            <p:spPr>
              <a:xfrm>
                <a:off x="118761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71" name="任意多边形: 形状 2123"/>
              <p:cNvSpPr/>
              <p:nvPr/>
            </p:nvSpPr>
            <p:spPr>
              <a:xfrm>
                <a:off x="1189699"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772" name="任意多边形: 形状 2124"/>
              <p:cNvSpPr/>
              <p:nvPr/>
            </p:nvSpPr>
            <p:spPr>
              <a:xfrm>
                <a:off x="1191786"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773" name="任意多边形: 形状 2125"/>
              <p:cNvSpPr/>
              <p:nvPr/>
            </p:nvSpPr>
            <p:spPr>
              <a:xfrm>
                <a:off x="1193872"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74" name="任意多边形: 形状 2126"/>
              <p:cNvSpPr/>
              <p:nvPr/>
            </p:nvSpPr>
            <p:spPr>
              <a:xfrm>
                <a:off x="120430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75" name="任意多边形: 形状 2127"/>
              <p:cNvSpPr/>
              <p:nvPr/>
            </p:nvSpPr>
            <p:spPr>
              <a:xfrm>
                <a:off x="1208480" y="5530693"/>
                <a:ext cx="10531" cy="39688"/>
              </a:xfrm>
              <a:custGeom>
                <a:avLst/>
                <a:gdLst>
                  <a:gd name="connsiteX0" fmla="*/ 0 w 10531"/>
                  <a:gd name="connsiteY0" fmla="*/ 39688 h 39688"/>
                  <a:gd name="connsiteX1" fmla="*/ 0 w 10531"/>
                  <a:gd name="connsiteY1" fmla="*/ 0 h 39688"/>
                </a:gdLst>
                <a:ahLst/>
                <a:cxnLst>
                  <a:cxn ang="0">
                    <a:pos x="connsiteX0" y="connsiteY0"/>
                  </a:cxn>
                  <a:cxn ang="0">
                    <a:pos x="connsiteX1" y="connsiteY1"/>
                  </a:cxn>
                </a:cxnLst>
                <a:rect l="l" t="t" r="r" b="b"/>
                <a:pathLst>
                  <a:path w="10531" h="39688">
                    <a:moveTo>
                      <a:pt x="0" y="39688"/>
                    </a:moveTo>
                    <a:lnTo>
                      <a:pt x="0" y="0"/>
                    </a:lnTo>
                  </a:path>
                </a:pathLst>
              </a:custGeom>
              <a:noFill/>
              <a:ln w="2079" cap="rnd">
                <a:solidFill>
                  <a:srgbClr val="000000"/>
                </a:solidFill>
                <a:prstDash val="solid"/>
                <a:round/>
              </a:ln>
            </p:spPr>
            <p:txBody>
              <a:bodyPr rtlCol="0" anchor="ctr"/>
              <a:lstStyle/>
              <a:p>
                <a:endParaRPr lang="zh-CN" altLang="en-US"/>
              </a:p>
            </p:txBody>
          </p:sp>
          <p:sp>
            <p:nvSpPr>
              <p:cNvPr id="8776" name="任意多边形: 形状 2128"/>
              <p:cNvSpPr/>
              <p:nvPr/>
            </p:nvSpPr>
            <p:spPr>
              <a:xfrm>
                <a:off x="1210567" y="5430429"/>
                <a:ext cx="10531" cy="139952"/>
              </a:xfrm>
              <a:custGeom>
                <a:avLst/>
                <a:gdLst>
                  <a:gd name="connsiteX0" fmla="*/ 0 w 10531"/>
                  <a:gd name="connsiteY0" fmla="*/ 139952 h 139952"/>
                  <a:gd name="connsiteX1" fmla="*/ 0 w 10531"/>
                  <a:gd name="connsiteY1" fmla="*/ 0 h 139952"/>
                </a:gdLst>
                <a:ahLst/>
                <a:cxnLst>
                  <a:cxn ang="0">
                    <a:pos x="connsiteX0" y="connsiteY0"/>
                  </a:cxn>
                  <a:cxn ang="0">
                    <a:pos x="connsiteX1" y="connsiteY1"/>
                  </a:cxn>
                </a:cxnLst>
                <a:rect l="l" t="t" r="r" b="b"/>
                <a:pathLst>
                  <a:path w="10531" h="139952">
                    <a:moveTo>
                      <a:pt x="0" y="139952"/>
                    </a:moveTo>
                    <a:lnTo>
                      <a:pt x="0" y="0"/>
                    </a:lnTo>
                  </a:path>
                </a:pathLst>
              </a:custGeom>
              <a:noFill/>
              <a:ln w="2079" cap="rnd">
                <a:solidFill>
                  <a:srgbClr val="000000"/>
                </a:solidFill>
                <a:prstDash val="solid"/>
                <a:round/>
              </a:ln>
            </p:spPr>
            <p:txBody>
              <a:bodyPr rtlCol="0" anchor="ctr"/>
              <a:lstStyle/>
              <a:p>
                <a:endParaRPr lang="zh-CN" altLang="en-US"/>
              </a:p>
            </p:txBody>
          </p:sp>
          <p:sp>
            <p:nvSpPr>
              <p:cNvPr id="8777" name="任意多边形: 形状 2129"/>
              <p:cNvSpPr/>
              <p:nvPr/>
            </p:nvSpPr>
            <p:spPr>
              <a:xfrm>
                <a:off x="1210567"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778" name="任意多边形: 形状 2130"/>
              <p:cNvSpPr/>
              <p:nvPr/>
            </p:nvSpPr>
            <p:spPr>
              <a:xfrm>
                <a:off x="12126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79" name="任意多边形: 形状 2131"/>
              <p:cNvSpPr/>
              <p:nvPr/>
            </p:nvSpPr>
            <p:spPr>
              <a:xfrm>
                <a:off x="121265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0" name="任意多边形: 形状 2132"/>
              <p:cNvSpPr/>
              <p:nvPr/>
            </p:nvSpPr>
            <p:spPr>
              <a:xfrm>
                <a:off x="121474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81" name="任意多边形: 形状 2133"/>
              <p:cNvSpPr/>
              <p:nvPr/>
            </p:nvSpPr>
            <p:spPr>
              <a:xfrm>
                <a:off x="121682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82" name="任意多边形: 形状 2134"/>
              <p:cNvSpPr/>
              <p:nvPr/>
            </p:nvSpPr>
            <p:spPr>
              <a:xfrm>
                <a:off x="121891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3" name="任意多边形: 形状 2135"/>
              <p:cNvSpPr/>
              <p:nvPr/>
            </p:nvSpPr>
            <p:spPr>
              <a:xfrm>
                <a:off x="1221002"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84" name="任意多边形: 形状 2136"/>
              <p:cNvSpPr/>
              <p:nvPr/>
            </p:nvSpPr>
            <p:spPr>
              <a:xfrm>
                <a:off x="122308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5" name="任意多边形: 形状 2137"/>
              <p:cNvSpPr/>
              <p:nvPr/>
            </p:nvSpPr>
            <p:spPr>
              <a:xfrm>
                <a:off x="123143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86" name="任意多边形: 形状 2138"/>
              <p:cNvSpPr/>
              <p:nvPr/>
            </p:nvSpPr>
            <p:spPr>
              <a:xfrm>
                <a:off x="1235609"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87" name="任意多边形: 形状 2139"/>
              <p:cNvSpPr/>
              <p:nvPr/>
            </p:nvSpPr>
            <p:spPr>
              <a:xfrm>
                <a:off x="1239783" y="5382387"/>
                <a:ext cx="10531" cy="187995"/>
              </a:xfrm>
              <a:custGeom>
                <a:avLst/>
                <a:gdLst>
                  <a:gd name="connsiteX0" fmla="*/ 0 w 10531"/>
                  <a:gd name="connsiteY0" fmla="*/ 187996 h 187995"/>
                  <a:gd name="connsiteX1" fmla="*/ 0 w 10531"/>
                  <a:gd name="connsiteY1" fmla="*/ 0 h 187995"/>
                </a:gdLst>
                <a:ahLst/>
                <a:cxnLst>
                  <a:cxn ang="0">
                    <a:pos x="connsiteX0" y="connsiteY0"/>
                  </a:cxn>
                  <a:cxn ang="0">
                    <a:pos x="connsiteX1" y="connsiteY1"/>
                  </a:cxn>
                </a:cxnLst>
                <a:rect l="l" t="t" r="r" b="b"/>
                <a:pathLst>
                  <a:path w="10531" h="187995">
                    <a:moveTo>
                      <a:pt x="0" y="187996"/>
                    </a:moveTo>
                    <a:lnTo>
                      <a:pt x="0" y="0"/>
                    </a:lnTo>
                  </a:path>
                </a:pathLst>
              </a:custGeom>
              <a:noFill/>
              <a:ln w="2079" cap="rnd">
                <a:solidFill>
                  <a:srgbClr val="000000"/>
                </a:solidFill>
                <a:prstDash val="solid"/>
                <a:round/>
              </a:ln>
            </p:spPr>
            <p:txBody>
              <a:bodyPr rtlCol="0" anchor="ctr"/>
              <a:lstStyle/>
              <a:p>
                <a:endParaRPr lang="zh-CN" altLang="en-US"/>
              </a:p>
            </p:txBody>
          </p:sp>
          <p:sp>
            <p:nvSpPr>
              <p:cNvPr id="8788" name="任意多边形: 形状 2140"/>
              <p:cNvSpPr/>
              <p:nvPr/>
            </p:nvSpPr>
            <p:spPr>
              <a:xfrm>
                <a:off x="1241870" y="5497273"/>
                <a:ext cx="10531" cy="73109"/>
              </a:xfrm>
              <a:custGeom>
                <a:avLst/>
                <a:gdLst>
                  <a:gd name="connsiteX0" fmla="*/ 0 w 10531"/>
                  <a:gd name="connsiteY0" fmla="*/ 73109 h 73109"/>
                  <a:gd name="connsiteX1" fmla="*/ 0 w 10531"/>
                  <a:gd name="connsiteY1" fmla="*/ 0 h 73109"/>
                </a:gdLst>
                <a:ahLst/>
                <a:cxnLst>
                  <a:cxn ang="0">
                    <a:pos x="connsiteX0" y="connsiteY0"/>
                  </a:cxn>
                  <a:cxn ang="0">
                    <a:pos x="connsiteX1" y="connsiteY1"/>
                  </a:cxn>
                </a:cxnLst>
                <a:rect l="l" t="t" r="r" b="b"/>
                <a:pathLst>
                  <a:path w="10531" h="73109">
                    <a:moveTo>
                      <a:pt x="0" y="73109"/>
                    </a:moveTo>
                    <a:lnTo>
                      <a:pt x="0" y="0"/>
                    </a:lnTo>
                  </a:path>
                </a:pathLst>
              </a:custGeom>
              <a:noFill/>
              <a:ln w="2079" cap="rnd">
                <a:solidFill>
                  <a:srgbClr val="000000"/>
                </a:solidFill>
                <a:prstDash val="solid"/>
                <a:round/>
              </a:ln>
            </p:spPr>
            <p:txBody>
              <a:bodyPr rtlCol="0" anchor="ctr"/>
              <a:lstStyle/>
              <a:p>
                <a:endParaRPr lang="zh-CN" altLang="en-US"/>
              </a:p>
            </p:txBody>
          </p:sp>
          <p:sp>
            <p:nvSpPr>
              <p:cNvPr id="8789" name="任意多边形: 形状 2141"/>
              <p:cNvSpPr/>
              <p:nvPr/>
            </p:nvSpPr>
            <p:spPr>
              <a:xfrm>
                <a:off x="12439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0" name="任意多边形: 形状 2142"/>
              <p:cNvSpPr/>
              <p:nvPr/>
            </p:nvSpPr>
            <p:spPr>
              <a:xfrm>
                <a:off x="124604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91" name="任意多边形: 形状 2143"/>
              <p:cNvSpPr/>
              <p:nvPr/>
            </p:nvSpPr>
            <p:spPr>
              <a:xfrm>
                <a:off x="1252303"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792" name="任意多边形: 形状 2144"/>
              <p:cNvSpPr/>
              <p:nvPr/>
            </p:nvSpPr>
            <p:spPr>
              <a:xfrm>
                <a:off x="12543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3" name="任意多边形: 形状 2145"/>
              <p:cNvSpPr/>
              <p:nvPr/>
            </p:nvSpPr>
            <p:spPr>
              <a:xfrm>
                <a:off x="1254391" y="5526517"/>
                <a:ext cx="10531" cy="43865"/>
              </a:xfrm>
              <a:custGeom>
                <a:avLst/>
                <a:gdLst>
                  <a:gd name="connsiteX0" fmla="*/ 0 w 10531"/>
                  <a:gd name="connsiteY0" fmla="*/ 43865 h 43865"/>
                  <a:gd name="connsiteX1" fmla="*/ 0 w 10531"/>
                  <a:gd name="connsiteY1" fmla="*/ 0 h 43865"/>
                </a:gdLst>
                <a:ahLst/>
                <a:cxnLst>
                  <a:cxn ang="0">
                    <a:pos x="connsiteX0" y="connsiteY0"/>
                  </a:cxn>
                  <a:cxn ang="0">
                    <a:pos x="connsiteX1" y="connsiteY1"/>
                  </a:cxn>
                </a:cxnLst>
                <a:rect l="l" t="t" r="r" b="b"/>
                <a:pathLst>
                  <a:path w="10531" h="43865">
                    <a:moveTo>
                      <a:pt x="0" y="43865"/>
                    </a:moveTo>
                    <a:lnTo>
                      <a:pt x="0" y="0"/>
                    </a:lnTo>
                  </a:path>
                </a:pathLst>
              </a:custGeom>
              <a:noFill/>
              <a:ln w="2079" cap="rnd">
                <a:solidFill>
                  <a:srgbClr val="000000"/>
                </a:solidFill>
                <a:prstDash val="solid"/>
                <a:round/>
              </a:ln>
            </p:spPr>
            <p:txBody>
              <a:bodyPr rtlCol="0" anchor="ctr"/>
              <a:lstStyle/>
              <a:p>
                <a:endParaRPr lang="zh-CN" altLang="en-US"/>
              </a:p>
            </p:txBody>
          </p:sp>
          <p:sp>
            <p:nvSpPr>
              <p:cNvPr id="8794" name="任意多边形: 形状 2146"/>
              <p:cNvSpPr/>
              <p:nvPr/>
            </p:nvSpPr>
            <p:spPr>
              <a:xfrm>
                <a:off x="1256477"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95" name="任意多边形: 形状 2147"/>
              <p:cNvSpPr/>
              <p:nvPr/>
            </p:nvSpPr>
            <p:spPr>
              <a:xfrm>
                <a:off x="125856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96" name="任意多边形: 形状 2148"/>
              <p:cNvSpPr/>
              <p:nvPr/>
            </p:nvSpPr>
            <p:spPr>
              <a:xfrm>
                <a:off x="126065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7" name="任意多边形: 形状 2149"/>
              <p:cNvSpPr/>
              <p:nvPr/>
            </p:nvSpPr>
            <p:spPr>
              <a:xfrm>
                <a:off x="126482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8" name="任意多边形: 形状 2150"/>
              <p:cNvSpPr/>
              <p:nvPr/>
            </p:nvSpPr>
            <p:spPr>
              <a:xfrm>
                <a:off x="1273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9" name="任意多边形: 形状 2151"/>
              <p:cNvSpPr/>
              <p:nvPr/>
            </p:nvSpPr>
            <p:spPr>
              <a:xfrm>
                <a:off x="128360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00" name="任意多边形: 形状 2152"/>
              <p:cNvSpPr/>
              <p:nvPr/>
            </p:nvSpPr>
            <p:spPr>
              <a:xfrm>
                <a:off x="1285694"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801" name="任意多边形: 形状 2153"/>
              <p:cNvSpPr/>
              <p:nvPr/>
            </p:nvSpPr>
            <p:spPr>
              <a:xfrm>
                <a:off x="128778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02" name="任意多边形: 形状 2154"/>
              <p:cNvSpPr/>
              <p:nvPr/>
            </p:nvSpPr>
            <p:spPr>
              <a:xfrm>
                <a:off x="1287780"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03" name="任意多边形: 形状 2155"/>
              <p:cNvSpPr/>
              <p:nvPr/>
            </p:nvSpPr>
            <p:spPr>
              <a:xfrm>
                <a:off x="12919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4" name="任意多边形: 形状 2156"/>
              <p:cNvSpPr/>
              <p:nvPr/>
            </p:nvSpPr>
            <p:spPr>
              <a:xfrm>
                <a:off x="129404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05" name="任意多边形: 形状 2157"/>
              <p:cNvSpPr/>
              <p:nvPr/>
            </p:nvSpPr>
            <p:spPr>
              <a:xfrm>
                <a:off x="129612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6" name="任意多边形: 形状 2158"/>
              <p:cNvSpPr/>
              <p:nvPr/>
            </p:nvSpPr>
            <p:spPr>
              <a:xfrm>
                <a:off x="129821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07" name="任意多边形: 形状 2159"/>
              <p:cNvSpPr/>
              <p:nvPr/>
            </p:nvSpPr>
            <p:spPr>
              <a:xfrm>
                <a:off x="130238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8" name="任意多边形: 形状 2160"/>
              <p:cNvSpPr/>
              <p:nvPr/>
            </p:nvSpPr>
            <p:spPr>
              <a:xfrm>
                <a:off x="13044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09" name="任意多边形: 形状 2161"/>
              <p:cNvSpPr/>
              <p:nvPr/>
            </p:nvSpPr>
            <p:spPr>
              <a:xfrm>
                <a:off x="130656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10" name="任意多边形: 形状 2162"/>
              <p:cNvSpPr/>
              <p:nvPr/>
            </p:nvSpPr>
            <p:spPr>
              <a:xfrm>
                <a:off x="1308648"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11" name="任意多边形: 形状 2163"/>
              <p:cNvSpPr/>
              <p:nvPr/>
            </p:nvSpPr>
            <p:spPr>
              <a:xfrm>
                <a:off x="131073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12" name="任意多边形: 形状 2164"/>
              <p:cNvSpPr/>
              <p:nvPr/>
            </p:nvSpPr>
            <p:spPr>
              <a:xfrm>
                <a:off x="1312822"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13" name="任意多边形: 形状 2165"/>
              <p:cNvSpPr/>
              <p:nvPr/>
            </p:nvSpPr>
            <p:spPr>
              <a:xfrm>
                <a:off x="131699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4" name="任意多边形: 形状 2166"/>
              <p:cNvSpPr/>
              <p:nvPr/>
            </p:nvSpPr>
            <p:spPr>
              <a:xfrm>
                <a:off x="13253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5" name="任意多边形: 形状 2167"/>
              <p:cNvSpPr/>
              <p:nvPr/>
            </p:nvSpPr>
            <p:spPr>
              <a:xfrm>
                <a:off x="1327430"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816" name="任意多边形: 形状 2168"/>
              <p:cNvSpPr/>
              <p:nvPr/>
            </p:nvSpPr>
            <p:spPr>
              <a:xfrm>
                <a:off x="132951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7" name="任意多边形: 形状 2169"/>
              <p:cNvSpPr/>
              <p:nvPr/>
            </p:nvSpPr>
            <p:spPr>
              <a:xfrm>
                <a:off x="132951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8" name="任意多边形: 形状 2170"/>
              <p:cNvSpPr/>
              <p:nvPr/>
            </p:nvSpPr>
            <p:spPr>
              <a:xfrm>
                <a:off x="133369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19" name="任意多边形: 形状 2171"/>
              <p:cNvSpPr/>
              <p:nvPr/>
            </p:nvSpPr>
            <p:spPr>
              <a:xfrm>
                <a:off x="133577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0" name="任意多边形: 形状 2172"/>
              <p:cNvSpPr/>
              <p:nvPr/>
            </p:nvSpPr>
            <p:spPr>
              <a:xfrm>
                <a:off x="133995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1" name="任意多边形: 形状 2173"/>
              <p:cNvSpPr/>
              <p:nvPr/>
            </p:nvSpPr>
            <p:spPr>
              <a:xfrm>
                <a:off x="1342039"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000000"/>
                </a:solidFill>
                <a:prstDash val="solid"/>
                <a:round/>
              </a:ln>
            </p:spPr>
            <p:txBody>
              <a:bodyPr rtlCol="0" anchor="ctr"/>
              <a:lstStyle/>
              <a:p>
                <a:endParaRPr lang="zh-CN" altLang="en-US"/>
              </a:p>
            </p:txBody>
          </p:sp>
          <p:sp>
            <p:nvSpPr>
              <p:cNvPr id="8822" name="任意多边形: 形状 2174"/>
              <p:cNvSpPr/>
              <p:nvPr/>
            </p:nvSpPr>
            <p:spPr>
              <a:xfrm>
                <a:off x="134412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23" name="任意多边形: 形状 2175"/>
              <p:cNvSpPr/>
              <p:nvPr/>
            </p:nvSpPr>
            <p:spPr>
              <a:xfrm>
                <a:off x="134412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24" name="任意多边形: 形状 2176"/>
              <p:cNvSpPr/>
              <p:nvPr/>
            </p:nvSpPr>
            <p:spPr>
              <a:xfrm>
                <a:off x="134621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5" name="任意多边形: 形状 2177"/>
              <p:cNvSpPr/>
              <p:nvPr/>
            </p:nvSpPr>
            <p:spPr>
              <a:xfrm>
                <a:off x="1346211"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26" name="任意多边形: 形状 2178"/>
              <p:cNvSpPr/>
              <p:nvPr/>
            </p:nvSpPr>
            <p:spPr>
              <a:xfrm>
                <a:off x="13482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7" name="任意多边形: 形状 2179"/>
              <p:cNvSpPr/>
              <p:nvPr/>
            </p:nvSpPr>
            <p:spPr>
              <a:xfrm>
                <a:off x="13566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8" name="任意多边形: 形状 2180"/>
              <p:cNvSpPr/>
              <p:nvPr/>
            </p:nvSpPr>
            <p:spPr>
              <a:xfrm>
                <a:off x="135872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829" name="任意多边形: 形状 2181"/>
              <p:cNvSpPr/>
              <p:nvPr/>
            </p:nvSpPr>
            <p:spPr>
              <a:xfrm>
                <a:off x="1358728" y="5451317"/>
                <a:ext cx="10531" cy="119064"/>
              </a:xfrm>
              <a:custGeom>
                <a:avLst/>
                <a:gdLst>
                  <a:gd name="connsiteX0" fmla="*/ 0 w 10531"/>
                  <a:gd name="connsiteY0" fmla="*/ 119064 h 119064"/>
                  <a:gd name="connsiteX1" fmla="*/ 0 w 10531"/>
                  <a:gd name="connsiteY1" fmla="*/ 0 h 119064"/>
                </a:gdLst>
                <a:ahLst/>
                <a:cxnLst>
                  <a:cxn ang="0">
                    <a:pos x="connsiteX0" y="connsiteY0"/>
                  </a:cxn>
                  <a:cxn ang="0">
                    <a:pos x="connsiteX1" y="connsiteY1"/>
                  </a:cxn>
                </a:cxnLst>
                <a:rect l="l" t="t" r="r" b="b"/>
                <a:pathLst>
                  <a:path w="10531" h="119064">
                    <a:moveTo>
                      <a:pt x="0" y="119064"/>
                    </a:moveTo>
                    <a:lnTo>
                      <a:pt x="0" y="0"/>
                    </a:lnTo>
                  </a:path>
                </a:pathLst>
              </a:custGeom>
              <a:noFill/>
              <a:ln w="2079" cap="rnd">
                <a:solidFill>
                  <a:srgbClr val="000000"/>
                </a:solidFill>
                <a:prstDash val="solid"/>
                <a:round/>
              </a:ln>
            </p:spPr>
            <p:txBody>
              <a:bodyPr rtlCol="0" anchor="ctr"/>
              <a:lstStyle/>
              <a:p>
                <a:endParaRPr lang="zh-CN" altLang="en-US"/>
              </a:p>
            </p:txBody>
          </p:sp>
          <p:sp>
            <p:nvSpPr>
              <p:cNvPr id="8830" name="任意多边形: 形状 2182"/>
              <p:cNvSpPr/>
              <p:nvPr/>
            </p:nvSpPr>
            <p:spPr>
              <a:xfrm>
                <a:off x="1360824" y="5507717"/>
                <a:ext cx="10531" cy="62665"/>
              </a:xfrm>
              <a:custGeom>
                <a:avLst/>
                <a:gdLst>
                  <a:gd name="connsiteX0" fmla="*/ 0 w 10531"/>
                  <a:gd name="connsiteY0" fmla="*/ 62666 h 62665"/>
                  <a:gd name="connsiteX1" fmla="*/ 0 w 10531"/>
                  <a:gd name="connsiteY1" fmla="*/ 0 h 62665"/>
                </a:gdLst>
                <a:ahLst/>
                <a:cxnLst>
                  <a:cxn ang="0">
                    <a:pos x="connsiteX0" y="connsiteY0"/>
                  </a:cxn>
                  <a:cxn ang="0">
                    <a:pos x="connsiteX1" y="connsiteY1"/>
                  </a:cxn>
                </a:cxnLst>
                <a:rect l="l" t="t" r="r" b="b"/>
                <a:pathLst>
                  <a:path w="10531" h="62665">
                    <a:moveTo>
                      <a:pt x="0" y="62666"/>
                    </a:moveTo>
                    <a:lnTo>
                      <a:pt x="0" y="0"/>
                    </a:lnTo>
                  </a:path>
                </a:pathLst>
              </a:custGeom>
              <a:noFill/>
              <a:ln w="2079" cap="rnd">
                <a:solidFill>
                  <a:srgbClr val="000000"/>
                </a:solidFill>
                <a:prstDash val="solid"/>
                <a:round/>
              </a:ln>
            </p:spPr>
            <p:txBody>
              <a:bodyPr rtlCol="0" anchor="ctr"/>
              <a:lstStyle/>
              <a:p>
                <a:endParaRPr lang="zh-CN" altLang="en-US"/>
              </a:p>
            </p:txBody>
          </p:sp>
          <p:sp>
            <p:nvSpPr>
              <p:cNvPr id="8831" name="任意多边形: 形状 2183"/>
              <p:cNvSpPr/>
              <p:nvPr/>
            </p:nvSpPr>
            <p:spPr>
              <a:xfrm>
                <a:off x="1362910"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32" name="任意多边形: 形状 2184"/>
              <p:cNvSpPr/>
              <p:nvPr/>
            </p:nvSpPr>
            <p:spPr>
              <a:xfrm>
                <a:off x="136499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33" name="任意多边形: 形状 2185"/>
              <p:cNvSpPr/>
              <p:nvPr/>
            </p:nvSpPr>
            <p:spPr>
              <a:xfrm>
                <a:off x="136708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34" name="任意多边形: 形状 2186"/>
              <p:cNvSpPr/>
              <p:nvPr/>
            </p:nvSpPr>
            <p:spPr>
              <a:xfrm>
                <a:off x="136916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35" name="任意多边形: 形状 2187"/>
              <p:cNvSpPr/>
              <p:nvPr/>
            </p:nvSpPr>
            <p:spPr>
              <a:xfrm>
                <a:off x="1373336"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36" name="任意多边形: 形状 2188"/>
              <p:cNvSpPr/>
              <p:nvPr/>
            </p:nvSpPr>
            <p:spPr>
              <a:xfrm>
                <a:off x="137333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37" name="任意多边形: 形状 2189"/>
              <p:cNvSpPr/>
              <p:nvPr/>
            </p:nvSpPr>
            <p:spPr>
              <a:xfrm>
                <a:off x="137543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38" name="任意多边形: 形状 2190"/>
              <p:cNvSpPr/>
              <p:nvPr/>
            </p:nvSpPr>
            <p:spPr>
              <a:xfrm>
                <a:off x="1377517"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39" name="任意多边形: 形状 2191"/>
              <p:cNvSpPr/>
              <p:nvPr/>
            </p:nvSpPr>
            <p:spPr>
              <a:xfrm>
                <a:off x="137960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40" name="任意多边形: 形状 2192"/>
              <p:cNvSpPr/>
              <p:nvPr/>
            </p:nvSpPr>
            <p:spPr>
              <a:xfrm>
                <a:off x="1390040"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841" name="任意多边形: 形状 2193"/>
              <p:cNvSpPr/>
              <p:nvPr/>
            </p:nvSpPr>
            <p:spPr>
              <a:xfrm>
                <a:off x="139212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42" name="任意多边形: 形状 2194"/>
              <p:cNvSpPr/>
              <p:nvPr/>
            </p:nvSpPr>
            <p:spPr>
              <a:xfrm>
                <a:off x="1392125" y="5338522"/>
                <a:ext cx="10531" cy="231861"/>
              </a:xfrm>
              <a:custGeom>
                <a:avLst/>
                <a:gdLst>
                  <a:gd name="connsiteX0" fmla="*/ 0 w 10531"/>
                  <a:gd name="connsiteY0" fmla="*/ 231861 h 231861"/>
                  <a:gd name="connsiteX1" fmla="*/ 0 w 10531"/>
                  <a:gd name="connsiteY1" fmla="*/ 0 h 231861"/>
                </a:gdLst>
                <a:ahLst/>
                <a:cxnLst>
                  <a:cxn ang="0">
                    <a:pos x="connsiteX0" y="connsiteY0"/>
                  </a:cxn>
                  <a:cxn ang="0">
                    <a:pos x="connsiteX1" y="connsiteY1"/>
                  </a:cxn>
                </a:cxnLst>
                <a:rect l="l" t="t" r="r" b="b"/>
                <a:pathLst>
                  <a:path w="10531" h="231861">
                    <a:moveTo>
                      <a:pt x="0" y="231861"/>
                    </a:moveTo>
                    <a:lnTo>
                      <a:pt x="0" y="0"/>
                    </a:lnTo>
                  </a:path>
                </a:pathLst>
              </a:custGeom>
              <a:noFill/>
              <a:ln w="2079" cap="rnd">
                <a:solidFill>
                  <a:srgbClr val="000000"/>
                </a:solidFill>
                <a:prstDash val="solid"/>
                <a:round/>
              </a:ln>
            </p:spPr>
            <p:txBody>
              <a:bodyPr rtlCol="0" anchor="ctr"/>
              <a:lstStyle/>
              <a:p>
                <a:endParaRPr lang="zh-CN" altLang="en-US"/>
              </a:p>
            </p:txBody>
          </p:sp>
          <p:sp>
            <p:nvSpPr>
              <p:cNvPr id="8843" name="任意多边形: 形状 2195"/>
              <p:cNvSpPr/>
              <p:nvPr/>
            </p:nvSpPr>
            <p:spPr>
              <a:xfrm>
                <a:off x="1394210" y="5507717"/>
                <a:ext cx="10531" cy="62665"/>
              </a:xfrm>
              <a:custGeom>
                <a:avLst/>
                <a:gdLst>
                  <a:gd name="connsiteX0" fmla="*/ 0 w 10531"/>
                  <a:gd name="connsiteY0" fmla="*/ 62666 h 62665"/>
                  <a:gd name="connsiteX1" fmla="*/ 0 w 10531"/>
                  <a:gd name="connsiteY1" fmla="*/ 0 h 62665"/>
                </a:gdLst>
                <a:ahLst/>
                <a:cxnLst>
                  <a:cxn ang="0">
                    <a:pos x="connsiteX0" y="connsiteY0"/>
                  </a:cxn>
                  <a:cxn ang="0">
                    <a:pos x="connsiteX1" y="connsiteY1"/>
                  </a:cxn>
                </a:cxnLst>
                <a:rect l="l" t="t" r="r" b="b"/>
                <a:pathLst>
                  <a:path w="10531" h="62665">
                    <a:moveTo>
                      <a:pt x="0" y="62666"/>
                    </a:moveTo>
                    <a:lnTo>
                      <a:pt x="0" y="0"/>
                    </a:lnTo>
                  </a:path>
                </a:pathLst>
              </a:custGeom>
              <a:noFill/>
              <a:ln w="2079" cap="rnd">
                <a:solidFill>
                  <a:srgbClr val="000000"/>
                </a:solidFill>
                <a:prstDash val="solid"/>
                <a:round/>
              </a:ln>
            </p:spPr>
            <p:txBody>
              <a:bodyPr rtlCol="0" anchor="ctr"/>
              <a:lstStyle/>
              <a:p>
                <a:endParaRPr lang="zh-CN" altLang="en-US"/>
              </a:p>
            </p:txBody>
          </p:sp>
          <p:sp>
            <p:nvSpPr>
              <p:cNvPr id="8844" name="任意多边形: 形状 2196"/>
              <p:cNvSpPr/>
              <p:nvPr/>
            </p:nvSpPr>
            <p:spPr>
              <a:xfrm>
                <a:off x="139629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45" name="任意多边形: 形状 2197"/>
              <p:cNvSpPr/>
              <p:nvPr/>
            </p:nvSpPr>
            <p:spPr>
              <a:xfrm>
                <a:off x="13983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46" name="任意多边形: 形状 2198"/>
              <p:cNvSpPr/>
              <p:nvPr/>
            </p:nvSpPr>
            <p:spPr>
              <a:xfrm>
                <a:off x="13983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47" name="任意多边形: 形状 2199"/>
              <p:cNvSpPr/>
              <p:nvPr/>
            </p:nvSpPr>
            <p:spPr>
              <a:xfrm>
                <a:off x="1398381"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48" name="任意多边形: 形状 2200"/>
              <p:cNvSpPr/>
              <p:nvPr/>
            </p:nvSpPr>
            <p:spPr>
              <a:xfrm>
                <a:off x="140464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49" name="任意多边形: 形状 2201"/>
              <p:cNvSpPr/>
              <p:nvPr/>
            </p:nvSpPr>
            <p:spPr>
              <a:xfrm>
                <a:off x="140673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0" name="任意多边形: 形状 2202"/>
              <p:cNvSpPr/>
              <p:nvPr/>
            </p:nvSpPr>
            <p:spPr>
              <a:xfrm>
                <a:off x="14109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1" name="任意多边形: 形状 2203"/>
              <p:cNvSpPr/>
              <p:nvPr/>
            </p:nvSpPr>
            <p:spPr>
              <a:xfrm>
                <a:off x="14213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52" name="任意多边形: 形状 2204"/>
              <p:cNvSpPr/>
              <p:nvPr/>
            </p:nvSpPr>
            <p:spPr>
              <a:xfrm>
                <a:off x="1423426" y="5440873"/>
                <a:ext cx="10531" cy="129508"/>
              </a:xfrm>
              <a:custGeom>
                <a:avLst/>
                <a:gdLst>
                  <a:gd name="connsiteX0" fmla="*/ 0 w 10531"/>
                  <a:gd name="connsiteY0" fmla="*/ 129509 h 129508"/>
                  <a:gd name="connsiteX1" fmla="*/ 0 w 10531"/>
                  <a:gd name="connsiteY1" fmla="*/ 0 h 129508"/>
                </a:gdLst>
                <a:ahLst/>
                <a:cxnLst>
                  <a:cxn ang="0">
                    <a:pos x="connsiteX0" y="connsiteY0"/>
                  </a:cxn>
                  <a:cxn ang="0">
                    <a:pos x="connsiteX1" y="connsiteY1"/>
                  </a:cxn>
                </a:cxnLst>
                <a:rect l="l" t="t" r="r" b="b"/>
                <a:pathLst>
                  <a:path w="10531" h="129508">
                    <a:moveTo>
                      <a:pt x="0" y="129509"/>
                    </a:moveTo>
                    <a:lnTo>
                      <a:pt x="0" y="0"/>
                    </a:lnTo>
                  </a:path>
                </a:pathLst>
              </a:custGeom>
              <a:noFill/>
              <a:ln w="2079" cap="rnd">
                <a:solidFill>
                  <a:srgbClr val="000000"/>
                </a:solidFill>
                <a:prstDash val="solid"/>
                <a:round/>
              </a:ln>
            </p:spPr>
            <p:txBody>
              <a:bodyPr rtlCol="0" anchor="ctr"/>
              <a:lstStyle/>
              <a:p>
                <a:endParaRPr lang="zh-CN" altLang="en-US"/>
              </a:p>
            </p:txBody>
          </p:sp>
          <p:sp>
            <p:nvSpPr>
              <p:cNvPr id="8853" name="任意多边形: 形状 2205"/>
              <p:cNvSpPr/>
              <p:nvPr/>
            </p:nvSpPr>
            <p:spPr>
              <a:xfrm>
                <a:off x="1425511"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854" name="任意多边形: 形状 2206"/>
              <p:cNvSpPr/>
              <p:nvPr/>
            </p:nvSpPr>
            <p:spPr>
              <a:xfrm>
                <a:off x="1425511"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55" name="任意多边形: 形状 2207"/>
              <p:cNvSpPr/>
              <p:nvPr/>
            </p:nvSpPr>
            <p:spPr>
              <a:xfrm>
                <a:off x="143594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56" name="任意多边形: 形状 2208"/>
              <p:cNvSpPr/>
              <p:nvPr/>
            </p:nvSpPr>
            <p:spPr>
              <a:xfrm>
                <a:off x="144011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7" name="任意多边形: 形状 2209"/>
              <p:cNvSpPr/>
              <p:nvPr/>
            </p:nvSpPr>
            <p:spPr>
              <a:xfrm>
                <a:off x="14463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58" name="任意多边形: 形状 2210"/>
              <p:cNvSpPr/>
              <p:nvPr/>
            </p:nvSpPr>
            <p:spPr>
              <a:xfrm>
                <a:off x="1448471"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859" name="任意多边形: 形状 2211"/>
              <p:cNvSpPr/>
              <p:nvPr/>
            </p:nvSpPr>
            <p:spPr>
              <a:xfrm>
                <a:off x="145055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60" name="任意多边形: 形状 2212"/>
              <p:cNvSpPr/>
              <p:nvPr/>
            </p:nvSpPr>
            <p:spPr>
              <a:xfrm>
                <a:off x="145264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61" name="任意多边形: 形状 2213"/>
              <p:cNvSpPr/>
              <p:nvPr/>
            </p:nvSpPr>
            <p:spPr>
              <a:xfrm>
                <a:off x="145264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62" name="任意多边形: 形状 2214"/>
              <p:cNvSpPr/>
              <p:nvPr/>
            </p:nvSpPr>
            <p:spPr>
              <a:xfrm>
                <a:off x="146098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63" name="任意多边形: 形状 2215"/>
              <p:cNvSpPr/>
              <p:nvPr/>
            </p:nvSpPr>
            <p:spPr>
              <a:xfrm>
                <a:off x="147350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64" name="任意多边形: 形状 2216"/>
              <p:cNvSpPr/>
              <p:nvPr/>
            </p:nvSpPr>
            <p:spPr>
              <a:xfrm>
                <a:off x="14797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65" name="任意多边形: 形状 2217"/>
              <p:cNvSpPr/>
              <p:nvPr/>
            </p:nvSpPr>
            <p:spPr>
              <a:xfrm>
                <a:off x="1481857"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866" name="任意多边形: 形状 2218"/>
              <p:cNvSpPr/>
              <p:nvPr/>
            </p:nvSpPr>
            <p:spPr>
              <a:xfrm>
                <a:off x="148394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67" name="任意多边形: 形状 2219"/>
              <p:cNvSpPr/>
              <p:nvPr/>
            </p:nvSpPr>
            <p:spPr>
              <a:xfrm>
                <a:off x="148602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68" name="任意多边形: 形状 2220"/>
              <p:cNvSpPr/>
              <p:nvPr/>
            </p:nvSpPr>
            <p:spPr>
              <a:xfrm>
                <a:off x="148811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69" name="任意多边形: 形状 2221"/>
              <p:cNvSpPr/>
              <p:nvPr/>
            </p:nvSpPr>
            <p:spPr>
              <a:xfrm>
                <a:off x="149229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0" name="任意多边形: 形状 2222"/>
              <p:cNvSpPr/>
              <p:nvPr/>
            </p:nvSpPr>
            <p:spPr>
              <a:xfrm>
                <a:off x="150272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1" name="任意多边形: 形状 2223"/>
              <p:cNvSpPr/>
              <p:nvPr/>
            </p:nvSpPr>
            <p:spPr>
              <a:xfrm>
                <a:off x="150898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72" name="任意多边形: 形状 2224"/>
              <p:cNvSpPr/>
              <p:nvPr/>
            </p:nvSpPr>
            <p:spPr>
              <a:xfrm>
                <a:off x="1515243"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73" name="任意多边形: 形状 2225"/>
              <p:cNvSpPr/>
              <p:nvPr/>
            </p:nvSpPr>
            <p:spPr>
              <a:xfrm>
                <a:off x="151732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74" name="任意多边形: 形状 2226"/>
              <p:cNvSpPr/>
              <p:nvPr/>
            </p:nvSpPr>
            <p:spPr>
              <a:xfrm>
                <a:off x="151732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5" name="任意多边形: 形状 2227"/>
              <p:cNvSpPr/>
              <p:nvPr/>
            </p:nvSpPr>
            <p:spPr>
              <a:xfrm>
                <a:off x="151942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76" name="任意多边形: 形状 2228"/>
              <p:cNvSpPr/>
              <p:nvPr/>
            </p:nvSpPr>
            <p:spPr>
              <a:xfrm>
                <a:off x="151942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77" name="任意多边形: 形状 2229"/>
              <p:cNvSpPr/>
              <p:nvPr/>
            </p:nvSpPr>
            <p:spPr>
              <a:xfrm>
                <a:off x="152151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78" name="任意多边形: 形状 2230"/>
              <p:cNvSpPr/>
              <p:nvPr/>
            </p:nvSpPr>
            <p:spPr>
              <a:xfrm>
                <a:off x="153193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79" name="任意多边形: 形状 2231"/>
              <p:cNvSpPr/>
              <p:nvPr/>
            </p:nvSpPr>
            <p:spPr>
              <a:xfrm>
                <a:off x="1534032"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880" name="任意多边形: 形状 2232"/>
              <p:cNvSpPr/>
              <p:nvPr/>
            </p:nvSpPr>
            <p:spPr>
              <a:xfrm>
                <a:off x="153403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81" name="任意多边形: 形状 2233"/>
              <p:cNvSpPr/>
              <p:nvPr/>
            </p:nvSpPr>
            <p:spPr>
              <a:xfrm>
                <a:off x="1536118"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82" name="任意多边形: 形状 2234"/>
              <p:cNvSpPr/>
              <p:nvPr/>
            </p:nvSpPr>
            <p:spPr>
              <a:xfrm>
                <a:off x="153820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83" name="任意多边形: 形状 2235"/>
              <p:cNvSpPr/>
              <p:nvPr/>
            </p:nvSpPr>
            <p:spPr>
              <a:xfrm>
                <a:off x="154445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84" name="任意多边形: 形状 2236"/>
              <p:cNvSpPr/>
              <p:nvPr/>
            </p:nvSpPr>
            <p:spPr>
              <a:xfrm>
                <a:off x="1546544"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885" name="任意多边形: 形状 2237"/>
              <p:cNvSpPr/>
              <p:nvPr/>
            </p:nvSpPr>
            <p:spPr>
              <a:xfrm>
                <a:off x="154864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86" name="任意多边形: 形状 2238"/>
              <p:cNvSpPr/>
              <p:nvPr/>
            </p:nvSpPr>
            <p:spPr>
              <a:xfrm>
                <a:off x="1550725"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887" name="任意多边形: 形状 2239"/>
              <p:cNvSpPr/>
              <p:nvPr/>
            </p:nvSpPr>
            <p:spPr>
              <a:xfrm>
                <a:off x="1552811" y="5501449"/>
                <a:ext cx="10531" cy="68932"/>
              </a:xfrm>
              <a:custGeom>
                <a:avLst/>
                <a:gdLst>
                  <a:gd name="connsiteX0" fmla="*/ 0 w 10531"/>
                  <a:gd name="connsiteY0" fmla="*/ 68932 h 68932"/>
                  <a:gd name="connsiteX1" fmla="*/ 0 w 10531"/>
                  <a:gd name="connsiteY1" fmla="*/ 0 h 68932"/>
                </a:gdLst>
                <a:ahLst/>
                <a:cxnLst>
                  <a:cxn ang="0">
                    <a:pos x="connsiteX0" y="connsiteY0"/>
                  </a:cxn>
                  <a:cxn ang="0">
                    <a:pos x="connsiteX1" y="connsiteY1"/>
                  </a:cxn>
                </a:cxnLst>
                <a:rect l="l" t="t" r="r" b="b"/>
                <a:pathLst>
                  <a:path w="10531" h="68932">
                    <a:moveTo>
                      <a:pt x="0" y="68932"/>
                    </a:moveTo>
                    <a:lnTo>
                      <a:pt x="0" y="0"/>
                    </a:lnTo>
                  </a:path>
                </a:pathLst>
              </a:custGeom>
              <a:noFill/>
              <a:ln w="2079" cap="rnd">
                <a:solidFill>
                  <a:srgbClr val="000000"/>
                </a:solidFill>
                <a:prstDash val="solid"/>
                <a:round/>
              </a:ln>
            </p:spPr>
            <p:txBody>
              <a:bodyPr rtlCol="0" anchor="ctr"/>
              <a:lstStyle/>
              <a:p>
                <a:endParaRPr lang="zh-CN" altLang="en-US"/>
              </a:p>
            </p:txBody>
          </p:sp>
          <p:sp>
            <p:nvSpPr>
              <p:cNvPr id="8888" name="任意多边形: 形状 2240"/>
              <p:cNvSpPr/>
              <p:nvPr/>
            </p:nvSpPr>
            <p:spPr>
              <a:xfrm>
                <a:off x="155489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89" name="任意多边形: 形状 2241"/>
              <p:cNvSpPr/>
              <p:nvPr/>
            </p:nvSpPr>
            <p:spPr>
              <a:xfrm>
                <a:off x="155698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90" name="任意多边形: 形状 2242"/>
              <p:cNvSpPr/>
              <p:nvPr/>
            </p:nvSpPr>
            <p:spPr>
              <a:xfrm>
                <a:off x="1563248"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891" name="任意多边形: 形状 2243"/>
              <p:cNvSpPr/>
              <p:nvPr/>
            </p:nvSpPr>
            <p:spPr>
              <a:xfrm>
                <a:off x="1565333" y="5518161"/>
                <a:ext cx="10531" cy="52221"/>
              </a:xfrm>
              <a:custGeom>
                <a:avLst/>
                <a:gdLst>
                  <a:gd name="connsiteX0" fmla="*/ 0 w 10531"/>
                  <a:gd name="connsiteY0" fmla="*/ 52221 h 52221"/>
                  <a:gd name="connsiteX1" fmla="*/ 0 w 10531"/>
                  <a:gd name="connsiteY1" fmla="*/ 0 h 52221"/>
                </a:gdLst>
                <a:ahLst/>
                <a:cxnLst>
                  <a:cxn ang="0">
                    <a:pos x="connsiteX0" y="connsiteY0"/>
                  </a:cxn>
                  <a:cxn ang="0">
                    <a:pos x="connsiteX1" y="connsiteY1"/>
                  </a:cxn>
                </a:cxnLst>
                <a:rect l="l" t="t" r="r" b="b"/>
                <a:pathLst>
                  <a:path w="10531" h="52221">
                    <a:moveTo>
                      <a:pt x="0" y="52221"/>
                    </a:moveTo>
                    <a:lnTo>
                      <a:pt x="0" y="0"/>
                    </a:lnTo>
                  </a:path>
                </a:pathLst>
              </a:custGeom>
              <a:noFill/>
              <a:ln w="2079" cap="rnd">
                <a:solidFill>
                  <a:srgbClr val="000000"/>
                </a:solidFill>
                <a:prstDash val="solid"/>
                <a:round/>
              </a:ln>
            </p:spPr>
            <p:txBody>
              <a:bodyPr rtlCol="0" anchor="ctr"/>
              <a:lstStyle/>
              <a:p>
                <a:endParaRPr lang="zh-CN" altLang="en-US"/>
              </a:p>
            </p:txBody>
          </p:sp>
          <p:sp>
            <p:nvSpPr>
              <p:cNvPr id="8892" name="任意多边形: 形状 2244"/>
              <p:cNvSpPr/>
              <p:nvPr/>
            </p:nvSpPr>
            <p:spPr>
              <a:xfrm>
                <a:off x="1567418" y="5503539"/>
                <a:ext cx="10531" cy="66842"/>
              </a:xfrm>
              <a:custGeom>
                <a:avLst/>
                <a:gdLst>
                  <a:gd name="connsiteX0" fmla="*/ 0 w 10531"/>
                  <a:gd name="connsiteY0" fmla="*/ 66843 h 66842"/>
                  <a:gd name="connsiteX1" fmla="*/ 0 w 10531"/>
                  <a:gd name="connsiteY1" fmla="*/ 0 h 66842"/>
                </a:gdLst>
                <a:ahLst/>
                <a:cxnLst>
                  <a:cxn ang="0">
                    <a:pos x="connsiteX0" y="connsiteY0"/>
                  </a:cxn>
                  <a:cxn ang="0">
                    <a:pos x="connsiteX1" y="connsiteY1"/>
                  </a:cxn>
                </a:cxnLst>
                <a:rect l="l" t="t" r="r" b="b"/>
                <a:pathLst>
                  <a:path w="10531" h="66842">
                    <a:moveTo>
                      <a:pt x="0" y="66843"/>
                    </a:moveTo>
                    <a:lnTo>
                      <a:pt x="0" y="0"/>
                    </a:lnTo>
                  </a:path>
                </a:pathLst>
              </a:custGeom>
              <a:noFill/>
              <a:ln w="2079" cap="rnd">
                <a:solidFill>
                  <a:srgbClr val="000000"/>
                </a:solidFill>
                <a:prstDash val="solid"/>
                <a:round/>
              </a:ln>
            </p:spPr>
            <p:txBody>
              <a:bodyPr rtlCol="0" anchor="ctr"/>
              <a:lstStyle/>
              <a:p>
                <a:endParaRPr lang="zh-CN" altLang="en-US"/>
              </a:p>
            </p:txBody>
          </p:sp>
          <p:sp>
            <p:nvSpPr>
              <p:cNvPr id="8893" name="任意多边形: 形状 2245"/>
              <p:cNvSpPr/>
              <p:nvPr/>
            </p:nvSpPr>
            <p:spPr>
              <a:xfrm>
                <a:off x="156950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4" name="任意多边形: 形状 2246"/>
              <p:cNvSpPr/>
              <p:nvPr/>
            </p:nvSpPr>
            <p:spPr>
              <a:xfrm>
                <a:off x="157367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5" name="任意多边形: 形状 2247"/>
              <p:cNvSpPr/>
              <p:nvPr/>
            </p:nvSpPr>
            <p:spPr>
              <a:xfrm>
                <a:off x="157576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96" name="任意多边形: 形状 2248"/>
              <p:cNvSpPr/>
              <p:nvPr/>
            </p:nvSpPr>
            <p:spPr>
              <a:xfrm>
                <a:off x="157785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97" name="任意多边形: 形状 2249"/>
              <p:cNvSpPr/>
              <p:nvPr/>
            </p:nvSpPr>
            <p:spPr>
              <a:xfrm>
                <a:off x="15799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98" name="任意多边形: 形状 2250"/>
              <p:cNvSpPr/>
              <p:nvPr/>
            </p:nvSpPr>
            <p:spPr>
              <a:xfrm>
                <a:off x="158202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9" name="任意多边形: 形状 2251"/>
              <p:cNvSpPr/>
              <p:nvPr/>
            </p:nvSpPr>
            <p:spPr>
              <a:xfrm>
                <a:off x="1584111" y="5472207"/>
                <a:ext cx="10531" cy="98175"/>
              </a:xfrm>
              <a:custGeom>
                <a:avLst/>
                <a:gdLst>
                  <a:gd name="connsiteX0" fmla="*/ 0 w 10531"/>
                  <a:gd name="connsiteY0" fmla="*/ 98175 h 98175"/>
                  <a:gd name="connsiteX1" fmla="*/ 0 w 10531"/>
                  <a:gd name="connsiteY1" fmla="*/ 0 h 98175"/>
                </a:gdLst>
                <a:ahLst/>
                <a:cxnLst>
                  <a:cxn ang="0">
                    <a:pos x="connsiteX0" y="connsiteY0"/>
                  </a:cxn>
                  <a:cxn ang="0">
                    <a:pos x="connsiteX1" y="connsiteY1"/>
                  </a:cxn>
                </a:cxnLst>
                <a:rect l="l" t="t" r="r" b="b"/>
                <a:pathLst>
                  <a:path w="10531" h="98175">
                    <a:moveTo>
                      <a:pt x="0" y="98175"/>
                    </a:moveTo>
                    <a:lnTo>
                      <a:pt x="0" y="0"/>
                    </a:lnTo>
                  </a:path>
                </a:pathLst>
              </a:custGeom>
              <a:noFill/>
              <a:ln w="2079" cap="rnd">
                <a:solidFill>
                  <a:srgbClr val="000000"/>
                </a:solidFill>
                <a:prstDash val="solid"/>
                <a:round/>
              </a:ln>
            </p:spPr>
            <p:txBody>
              <a:bodyPr rtlCol="0" anchor="ctr"/>
              <a:lstStyle/>
              <a:p>
                <a:endParaRPr lang="zh-CN" altLang="en-US"/>
              </a:p>
            </p:txBody>
          </p:sp>
          <p:sp>
            <p:nvSpPr>
              <p:cNvPr id="8900" name="任意多边形: 形状 2252"/>
              <p:cNvSpPr/>
              <p:nvPr/>
            </p:nvSpPr>
            <p:spPr>
              <a:xfrm>
                <a:off x="1586197" y="5524427"/>
                <a:ext cx="10531" cy="45954"/>
              </a:xfrm>
              <a:custGeom>
                <a:avLst/>
                <a:gdLst>
                  <a:gd name="connsiteX0" fmla="*/ 0 w 10531"/>
                  <a:gd name="connsiteY0" fmla="*/ 45955 h 45954"/>
                  <a:gd name="connsiteX1" fmla="*/ 0 w 10531"/>
                  <a:gd name="connsiteY1" fmla="*/ 0 h 45954"/>
                </a:gdLst>
                <a:ahLst/>
                <a:cxnLst>
                  <a:cxn ang="0">
                    <a:pos x="connsiteX0" y="connsiteY0"/>
                  </a:cxn>
                  <a:cxn ang="0">
                    <a:pos x="connsiteX1" y="connsiteY1"/>
                  </a:cxn>
                </a:cxnLst>
                <a:rect l="l" t="t" r="r" b="b"/>
                <a:pathLst>
                  <a:path w="10531" h="45954">
                    <a:moveTo>
                      <a:pt x="0" y="45955"/>
                    </a:moveTo>
                    <a:lnTo>
                      <a:pt x="0" y="0"/>
                    </a:lnTo>
                  </a:path>
                </a:pathLst>
              </a:custGeom>
              <a:noFill/>
              <a:ln w="2079" cap="rnd">
                <a:solidFill>
                  <a:srgbClr val="000000"/>
                </a:solidFill>
                <a:prstDash val="solid"/>
                <a:round/>
              </a:ln>
            </p:spPr>
            <p:txBody>
              <a:bodyPr rtlCol="0" anchor="ctr"/>
              <a:lstStyle/>
              <a:p>
                <a:endParaRPr lang="zh-CN" altLang="en-US"/>
              </a:p>
            </p:txBody>
          </p:sp>
          <p:sp>
            <p:nvSpPr>
              <p:cNvPr id="8901" name="任意多边形: 形状 2253"/>
              <p:cNvSpPr/>
              <p:nvPr/>
            </p:nvSpPr>
            <p:spPr>
              <a:xfrm>
                <a:off x="158619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02" name="任意多边形: 形状 2254"/>
              <p:cNvSpPr/>
              <p:nvPr/>
            </p:nvSpPr>
            <p:spPr>
              <a:xfrm>
                <a:off x="158828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03" name="任意多边形: 形状 2255"/>
              <p:cNvSpPr/>
              <p:nvPr/>
            </p:nvSpPr>
            <p:spPr>
              <a:xfrm>
                <a:off x="1596634"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904" name="任意多边形: 形状 2256"/>
              <p:cNvSpPr/>
              <p:nvPr/>
            </p:nvSpPr>
            <p:spPr>
              <a:xfrm>
                <a:off x="1598719" y="5501449"/>
                <a:ext cx="10531" cy="68932"/>
              </a:xfrm>
              <a:custGeom>
                <a:avLst/>
                <a:gdLst>
                  <a:gd name="connsiteX0" fmla="*/ 0 w 10531"/>
                  <a:gd name="connsiteY0" fmla="*/ 68932 h 68932"/>
                  <a:gd name="connsiteX1" fmla="*/ 0 w 10531"/>
                  <a:gd name="connsiteY1" fmla="*/ 0 h 68932"/>
                </a:gdLst>
                <a:ahLst/>
                <a:cxnLst>
                  <a:cxn ang="0">
                    <a:pos x="connsiteX0" y="connsiteY0"/>
                  </a:cxn>
                  <a:cxn ang="0">
                    <a:pos x="connsiteX1" y="connsiteY1"/>
                  </a:cxn>
                </a:cxnLst>
                <a:rect l="l" t="t" r="r" b="b"/>
                <a:pathLst>
                  <a:path w="10531" h="68932">
                    <a:moveTo>
                      <a:pt x="0" y="68932"/>
                    </a:moveTo>
                    <a:lnTo>
                      <a:pt x="0" y="0"/>
                    </a:lnTo>
                  </a:path>
                </a:pathLst>
              </a:custGeom>
              <a:noFill/>
              <a:ln w="2079" cap="rnd">
                <a:solidFill>
                  <a:srgbClr val="000000"/>
                </a:solidFill>
                <a:prstDash val="solid"/>
                <a:round/>
              </a:ln>
            </p:spPr>
            <p:txBody>
              <a:bodyPr rtlCol="0" anchor="ctr"/>
              <a:lstStyle/>
              <a:p>
                <a:endParaRPr lang="zh-CN" altLang="en-US"/>
              </a:p>
            </p:txBody>
          </p:sp>
          <p:sp>
            <p:nvSpPr>
              <p:cNvPr id="8905" name="任意多边形: 形状 2257"/>
              <p:cNvSpPr/>
              <p:nvPr/>
            </p:nvSpPr>
            <p:spPr>
              <a:xfrm>
                <a:off x="1600805" y="5509805"/>
                <a:ext cx="10531" cy="60576"/>
              </a:xfrm>
              <a:custGeom>
                <a:avLst/>
                <a:gdLst>
                  <a:gd name="connsiteX0" fmla="*/ 0 w 10531"/>
                  <a:gd name="connsiteY0" fmla="*/ 60576 h 60576"/>
                  <a:gd name="connsiteX1" fmla="*/ 0 w 10531"/>
                  <a:gd name="connsiteY1" fmla="*/ 0 h 60576"/>
                </a:gdLst>
                <a:ahLst/>
                <a:cxnLst>
                  <a:cxn ang="0">
                    <a:pos x="connsiteX0" y="connsiteY0"/>
                  </a:cxn>
                  <a:cxn ang="0">
                    <a:pos x="connsiteX1" y="connsiteY1"/>
                  </a:cxn>
                </a:cxnLst>
                <a:rect l="l" t="t" r="r" b="b"/>
                <a:pathLst>
                  <a:path w="10531" h="60576">
                    <a:moveTo>
                      <a:pt x="0" y="60576"/>
                    </a:moveTo>
                    <a:lnTo>
                      <a:pt x="0" y="0"/>
                    </a:lnTo>
                  </a:path>
                </a:pathLst>
              </a:custGeom>
              <a:noFill/>
              <a:ln w="2079" cap="rnd">
                <a:solidFill>
                  <a:srgbClr val="000000"/>
                </a:solidFill>
                <a:prstDash val="solid"/>
                <a:round/>
              </a:ln>
            </p:spPr>
            <p:txBody>
              <a:bodyPr rtlCol="0" anchor="ctr"/>
              <a:lstStyle/>
              <a:p>
                <a:endParaRPr lang="zh-CN" altLang="en-US"/>
              </a:p>
            </p:txBody>
          </p:sp>
          <p:sp>
            <p:nvSpPr>
              <p:cNvPr id="8906" name="任意多边形: 形状 2258"/>
              <p:cNvSpPr/>
              <p:nvPr/>
            </p:nvSpPr>
            <p:spPr>
              <a:xfrm>
                <a:off x="160080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907" name="任意多边形: 形状 2259"/>
              <p:cNvSpPr/>
              <p:nvPr/>
            </p:nvSpPr>
            <p:spPr>
              <a:xfrm>
                <a:off x="16049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08" name="任意多边形: 形状 2260"/>
              <p:cNvSpPr/>
              <p:nvPr/>
            </p:nvSpPr>
            <p:spPr>
              <a:xfrm>
                <a:off x="160915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09" name="任意多边形: 形状 2261"/>
              <p:cNvSpPr/>
              <p:nvPr/>
            </p:nvSpPr>
            <p:spPr>
              <a:xfrm>
                <a:off x="161124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10" name="任意多边形: 形状 2262"/>
              <p:cNvSpPr/>
              <p:nvPr/>
            </p:nvSpPr>
            <p:spPr>
              <a:xfrm>
                <a:off x="161124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11" name="任意多边形: 形状 2263"/>
              <p:cNvSpPr/>
              <p:nvPr/>
            </p:nvSpPr>
            <p:spPr>
              <a:xfrm>
                <a:off x="161958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12" name="任意多边形: 形状 2264"/>
              <p:cNvSpPr/>
              <p:nvPr/>
            </p:nvSpPr>
            <p:spPr>
              <a:xfrm>
                <a:off x="16258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3" name="任意多边形: 形状 2265"/>
              <p:cNvSpPr/>
              <p:nvPr/>
            </p:nvSpPr>
            <p:spPr>
              <a:xfrm>
                <a:off x="1627935" y="5513983"/>
                <a:ext cx="10531" cy="56398"/>
              </a:xfrm>
              <a:custGeom>
                <a:avLst/>
                <a:gdLst>
                  <a:gd name="connsiteX0" fmla="*/ 0 w 10531"/>
                  <a:gd name="connsiteY0" fmla="*/ 56398 h 56398"/>
                  <a:gd name="connsiteX1" fmla="*/ 0 w 10531"/>
                  <a:gd name="connsiteY1" fmla="*/ 0 h 56398"/>
                </a:gdLst>
                <a:ahLst/>
                <a:cxnLst>
                  <a:cxn ang="0">
                    <a:pos x="connsiteX0" y="connsiteY0"/>
                  </a:cxn>
                  <a:cxn ang="0">
                    <a:pos x="connsiteX1" y="connsiteY1"/>
                  </a:cxn>
                </a:cxnLst>
                <a:rect l="l" t="t" r="r" b="b"/>
                <a:pathLst>
                  <a:path w="10531" h="56398">
                    <a:moveTo>
                      <a:pt x="0" y="56398"/>
                    </a:moveTo>
                    <a:lnTo>
                      <a:pt x="0" y="0"/>
                    </a:lnTo>
                  </a:path>
                </a:pathLst>
              </a:custGeom>
              <a:noFill/>
              <a:ln w="2079" cap="rnd">
                <a:solidFill>
                  <a:srgbClr val="000000"/>
                </a:solidFill>
                <a:prstDash val="solid"/>
                <a:round/>
              </a:ln>
            </p:spPr>
            <p:txBody>
              <a:bodyPr rtlCol="0" anchor="ctr"/>
              <a:lstStyle/>
              <a:p>
                <a:endParaRPr lang="zh-CN" altLang="en-US"/>
              </a:p>
            </p:txBody>
          </p:sp>
          <p:sp>
            <p:nvSpPr>
              <p:cNvPr id="8914" name="任意多边形: 形状 2266"/>
              <p:cNvSpPr/>
              <p:nvPr/>
            </p:nvSpPr>
            <p:spPr>
              <a:xfrm>
                <a:off x="1630020"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15" name="任意多边形: 形状 2267"/>
              <p:cNvSpPr/>
              <p:nvPr/>
            </p:nvSpPr>
            <p:spPr>
              <a:xfrm>
                <a:off x="163210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16" name="任意多边形: 形状 2268"/>
              <p:cNvSpPr/>
              <p:nvPr/>
            </p:nvSpPr>
            <p:spPr>
              <a:xfrm>
                <a:off x="16341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7" name="任意多边形: 形状 2269"/>
              <p:cNvSpPr/>
              <p:nvPr/>
            </p:nvSpPr>
            <p:spPr>
              <a:xfrm>
                <a:off x="16383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8" name="任意多边形: 形状 2270"/>
              <p:cNvSpPr/>
              <p:nvPr/>
            </p:nvSpPr>
            <p:spPr>
              <a:xfrm>
                <a:off x="164045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19" name="任意多边形: 形状 2271"/>
              <p:cNvSpPr/>
              <p:nvPr/>
            </p:nvSpPr>
            <p:spPr>
              <a:xfrm>
                <a:off x="165506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20" name="任意多边形: 形状 2272"/>
              <p:cNvSpPr/>
              <p:nvPr/>
            </p:nvSpPr>
            <p:spPr>
              <a:xfrm>
                <a:off x="166550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1" name="任意多边形: 形状 2273"/>
              <p:cNvSpPr/>
              <p:nvPr/>
            </p:nvSpPr>
            <p:spPr>
              <a:xfrm>
                <a:off x="166967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2" name="任意多边形: 形状 2274"/>
              <p:cNvSpPr/>
              <p:nvPr/>
            </p:nvSpPr>
            <p:spPr>
              <a:xfrm>
                <a:off x="167592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3" name="任意多边形: 形状 2275"/>
              <p:cNvSpPr/>
              <p:nvPr/>
            </p:nvSpPr>
            <p:spPr>
              <a:xfrm>
                <a:off x="169053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24" name="任意多边形: 形状 2276"/>
              <p:cNvSpPr/>
              <p:nvPr/>
            </p:nvSpPr>
            <p:spPr>
              <a:xfrm>
                <a:off x="169680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25" name="任意多边形: 形状 2277"/>
              <p:cNvSpPr/>
              <p:nvPr/>
            </p:nvSpPr>
            <p:spPr>
              <a:xfrm>
                <a:off x="1698888"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26" name="任意多边形: 形状 2278"/>
              <p:cNvSpPr/>
              <p:nvPr/>
            </p:nvSpPr>
            <p:spPr>
              <a:xfrm>
                <a:off x="170097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927" name="任意多边形: 形状 2279"/>
              <p:cNvSpPr/>
              <p:nvPr/>
            </p:nvSpPr>
            <p:spPr>
              <a:xfrm>
                <a:off x="170305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28" name="任意多边形: 形状 2280"/>
              <p:cNvSpPr/>
              <p:nvPr/>
            </p:nvSpPr>
            <p:spPr>
              <a:xfrm>
                <a:off x="170305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29" name="任意多边形: 形状 2281"/>
              <p:cNvSpPr/>
              <p:nvPr/>
            </p:nvSpPr>
            <p:spPr>
              <a:xfrm>
                <a:off x="1715581"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930" name="任意多边形: 形状 2282"/>
              <p:cNvSpPr/>
              <p:nvPr/>
            </p:nvSpPr>
            <p:spPr>
              <a:xfrm>
                <a:off x="172810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1" name="任意多边形: 形状 2283"/>
              <p:cNvSpPr/>
              <p:nvPr/>
            </p:nvSpPr>
            <p:spPr>
              <a:xfrm>
                <a:off x="1730189"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932" name="任意多边形: 形状 2284"/>
              <p:cNvSpPr/>
              <p:nvPr/>
            </p:nvSpPr>
            <p:spPr>
              <a:xfrm>
                <a:off x="173227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33" name="任意多边形: 形状 2285"/>
              <p:cNvSpPr/>
              <p:nvPr/>
            </p:nvSpPr>
            <p:spPr>
              <a:xfrm>
                <a:off x="173436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4" name="任意多边形: 形状 2286"/>
              <p:cNvSpPr/>
              <p:nvPr/>
            </p:nvSpPr>
            <p:spPr>
              <a:xfrm>
                <a:off x="1748968"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935" name="任意多边形: 形状 2287"/>
              <p:cNvSpPr/>
              <p:nvPr/>
            </p:nvSpPr>
            <p:spPr>
              <a:xfrm>
                <a:off x="1748968"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936" name="任意多边形: 形状 2288"/>
              <p:cNvSpPr/>
              <p:nvPr/>
            </p:nvSpPr>
            <p:spPr>
              <a:xfrm>
                <a:off x="175106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37" name="任意多边形: 形状 2289"/>
              <p:cNvSpPr/>
              <p:nvPr/>
            </p:nvSpPr>
            <p:spPr>
              <a:xfrm>
                <a:off x="17531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8" name="任意多边形: 形状 2290"/>
              <p:cNvSpPr/>
              <p:nvPr/>
            </p:nvSpPr>
            <p:spPr>
              <a:xfrm>
                <a:off x="17531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9" name="任意多边形: 形状 2291"/>
              <p:cNvSpPr/>
              <p:nvPr/>
            </p:nvSpPr>
            <p:spPr>
              <a:xfrm>
                <a:off x="175731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40" name="任意多边形: 形状 2292"/>
              <p:cNvSpPr/>
              <p:nvPr/>
            </p:nvSpPr>
            <p:spPr>
              <a:xfrm>
                <a:off x="1761490"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941" name="任意多边形: 形状 2293"/>
              <p:cNvSpPr/>
              <p:nvPr/>
            </p:nvSpPr>
            <p:spPr>
              <a:xfrm>
                <a:off x="177609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42" name="任意多边形: 形状 2294"/>
              <p:cNvSpPr/>
              <p:nvPr/>
            </p:nvSpPr>
            <p:spPr>
              <a:xfrm>
                <a:off x="1778183" y="5470117"/>
                <a:ext cx="10531" cy="100264"/>
              </a:xfrm>
              <a:custGeom>
                <a:avLst/>
                <a:gdLst>
                  <a:gd name="connsiteX0" fmla="*/ 0 w 10531"/>
                  <a:gd name="connsiteY0" fmla="*/ 100265 h 100264"/>
                  <a:gd name="connsiteX1" fmla="*/ 0 w 10531"/>
                  <a:gd name="connsiteY1" fmla="*/ 0 h 100264"/>
                </a:gdLst>
                <a:ahLst/>
                <a:cxnLst>
                  <a:cxn ang="0">
                    <a:pos x="connsiteX0" y="connsiteY0"/>
                  </a:cxn>
                  <a:cxn ang="0">
                    <a:pos x="connsiteX1" y="connsiteY1"/>
                  </a:cxn>
                </a:cxnLst>
                <a:rect l="l" t="t" r="r" b="b"/>
                <a:pathLst>
                  <a:path w="10531" h="100264">
                    <a:moveTo>
                      <a:pt x="0" y="100265"/>
                    </a:moveTo>
                    <a:lnTo>
                      <a:pt x="0" y="0"/>
                    </a:lnTo>
                  </a:path>
                </a:pathLst>
              </a:custGeom>
              <a:noFill/>
              <a:ln w="2079" cap="rnd">
                <a:solidFill>
                  <a:srgbClr val="000000"/>
                </a:solidFill>
                <a:prstDash val="solid"/>
                <a:round/>
              </a:ln>
            </p:spPr>
            <p:txBody>
              <a:bodyPr rtlCol="0" anchor="ctr"/>
              <a:lstStyle/>
              <a:p>
                <a:endParaRPr lang="zh-CN" altLang="en-US"/>
              </a:p>
            </p:txBody>
          </p:sp>
          <p:sp>
            <p:nvSpPr>
              <p:cNvPr id="8943" name="任意多边形: 形状 2295"/>
              <p:cNvSpPr/>
              <p:nvPr/>
            </p:nvSpPr>
            <p:spPr>
              <a:xfrm>
                <a:off x="178027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44" name="任意多边形: 形状 2296"/>
              <p:cNvSpPr/>
              <p:nvPr/>
            </p:nvSpPr>
            <p:spPr>
              <a:xfrm>
                <a:off x="1780279" y="5298833"/>
                <a:ext cx="10531" cy="271549"/>
              </a:xfrm>
              <a:custGeom>
                <a:avLst/>
                <a:gdLst>
                  <a:gd name="connsiteX0" fmla="*/ 0 w 10531"/>
                  <a:gd name="connsiteY0" fmla="*/ 271550 h 271549"/>
                  <a:gd name="connsiteX1" fmla="*/ 0 w 10531"/>
                  <a:gd name="connsiteY1" fmla="*/ 0 h 271549"/>
                </a:gdLst>
                <a:ahLst/>
                <a:cxnLst>
                  <a:cxn ang="0">
                    <a:pos x="connsiteX0" y="connsiteY0"/>
                  </a:cxn>
                  <a:cxn ang="0">
                    <a:pos x="connsiteX1" y="connsiteY1"/>
                  </a:cxn>
                </a:cxnLst>
                <a:rect l="l" t="t" r="r" b="b"/>
                <a:pathLst>
                  <a:path w="10531" h="271549">
                    <a:moveTo>
                      <a:pt x="0" y="271550"/>
                    </a:moveTo>
                    <a:lnTo>
                      <a:pt x="0" y="0"/>
                    </a:lnTo>
                  </a:path>
                </a:pathLst>
              </a:custGeom>
              <a:noFill/>
              <a:ln w="2079" cap="rnd">
                <a:solidFill>
                  <a:srgbClr val="000000"/>
                </a:solidFill>
                <a:prstDash val="solid"/>
                <a:round/>
              </a:ln>
            </p:spPr>
            <p:txBody>
              <a:bodyPr rtlCol="0" anchor="ctr"/>
              <a:lstStyle/>
              <a:p>
                <a:endParaRPr lang="zh-CN" altLang="en-US"/>
              </a:p>
            </p:txBody>
          </p:sp>
          <p:sp>
            <p:nvSpPr>
              <p:cNvPr id="8945" name="任意多边形: 形状 2297"/>
              <p:cNvSpPr/>
              <p:nvPr/>
            </p:nvSpPr>
            <p:spPr>
              <a:xfrm>
                <a:off x="1782364" y="5463851"/>
                <a:ext cx="10531" cy="106531"/>
              </a:xfrm>
              <a:custGeom>
                <a:avLst/>
                <a:gdLst>
                  <a:gd name="connsiteX0" fmla="*/ 0 w 10531"/>
                  <a:gd name="connsiteY0" fmla="*/ 106531 h 106531"/>
                  <a:gd name="connsiteX1" fmla="*/ 0 w 10531"/>
                  <a:gd name="connsiteY1" fmla="*/ 0 h 106531"/>
                </a:gdLst>
                <a:ahLst/>
                <a:cxnLst>
                  <a:cxn ang="0">
                    <a:pos x="connsiteX0" y="connsiteY0"/>
                  </a:cxn>
                  <a:cxn ang="0">
                    <a:pos x="connsiteX1" y="connsiteY1"/>
                  </a:cxn>
                </a:cxnLst>
                <a:rect l="l" t="t" r="r" b="b"/>
                <a:pathLst>
                  <a:path w="10531" h="106531">
                    <a:moveTo>
                      <a:pt x="0" y="106531"/>
                    </a:moveTo>
                    <a:lnTo>
                      <a:pt x="0" y="0"/>
                    </a:lnTo>
                  </a:path>
                </a:pathLst>
              </a:custGeom>
              <a:noFill/>
              <a:ln w="2079" cap="rnd">
                <a:solidFill>
                  <a:srgbClr val="000000"/>
                </a:solidFill>
                <a:prstDash val="solid"/>
                <a:round/>
              </a:ln>
            </p:spPr>
            <p:txBody>
              <a:bodyPr rtlCol="0" anchor="ctr"/>
              <a:lstStyle/>
              <a:p>
                <a:endParaRPr lang="zh-CN" altLang="en-US"/>
              </a:p>
            </p:txBody>
          </p:sp>
          <p:sp>
            <p:nvSpPr>
              <p:cNvPr id="8946" name="任意多边形: 形状 2298"/>
              <p:cNvSpPr/>
              <p:nvPr/>
            </p:nvSpPr>
            <p:spPr>
              <a:xfrm>
                <a:off x="178444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47" name="任意多边形: 形状 2299"/>
              <p:cNvSpPr/>
              <p:nvPr/>
            </p:nvSpPr>
            <p:spPr>
              <a:xfrm>
                <a:off x="18011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48" name="任意多边形: 形状 2300"/>
              <p:cNvSpPr/>
              <p:nvPr/>
            </p:nvSpPr>
            <p:spPr>
              <a:xfrm>
                <a:off x="1811580" y="5445051"/>
                <a:ext cx="10531" cy="125330"/>
              </a:xfrm>
              <a:custGeom>
                <a:avLst/>
                <a:gdLst>
                  <a:gd name="connsiteX0" fmla="*/ 0 w 10531"/>
                  <a:gd name="connsiteY0" fmla="*/ 125331 h 125330"/>
                  <a:gd name="connsiteX1" fmla="*/ 0 w 10531"/>
                  <a:gd name="connsiteY1" fmla="*/ 0 h 125330"/>
                </a:gdLst>
                <a:ahLst/>
                <a:cxnLst>
                  <a:cxn ang="0">
                    <a:pos x="connsiteX0" y="connsiteY0"/>
                  </a:cxn>
                  <a:cxn ang="0">
                    <a:pos x="connsiteX1" y="connsiteY1"/>
                  </a:cxn>
                </a:cxnLst>
                <a:rect l="l" t="t" r="r" b="b"/>
                <a:pathLst>
                  <a:path w="10531" h="125330">
                    <a:moveTo>
                      <a:pt x="0" y="125331"/>
                    </a:moveTo>
                    <a:lnTo>
                      <a:pt x="0" y="0"/>
                    </a:lnTo>
                  </a:path>
                </a:pathLst>
              </a:custGeom>
              <a:noFill/>
              <a:ln w="2079" cap="rnd">
                <a:solidFill>
                  <a:srgbClr val="000000"/>
                </a:solidFill>
                <a:prstDash val="solid"/>
                <a:round/>
              </a:ln>
            </p:spPr>
            <p:txBody>
              <a:bodyPr rtlCol="0" anchor="ctr"/>
              <a:lstStyle/>
              <a:p>
                <a:endParaRPr lang="zh-CN" altLang="en-US"/>
              </a:p>
            </p:txBody>
          </p:sp>
          <p:sp>
            <p:nvSpPr>
              <p:cNvPr id="8949" name="任意多边形: 形状 2301"/>
              <p:cNvSpPr/>
              <p:nvPr/>
            </p:nvSpPr>
            <p:spPr>
              <a:xfrm>
                <a:off x="181158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50" name="任意多边形: 形状 2302"/>
              <p:cNvSpPr/>
              <p:nvPr/>
            </p:nvSpPr>
            <p:spPr>
              <a:xfrm>
                <a:off x="1813665" y="5461763"/>
                <a:ext cx="10531" cy="108619"/>
              </a:xfrm>
              <a:custGeom>
                <a:avLst/>
                <a:gdLst>
                  <a:gd name="connsiteX0" fmla="*/ 0 w 10531"/>
                  <a:gd name="connsiteY0" fmla="*/ 108620 h 108619"/>
                  <a:gd name="connsiteX1" fmla="*/ 0 w 10531"/>
                  <a:gd name="connsiteY1" fmla="*/ 0 h 108619"/>
                </a:gdLst>
                <a:ahLst/>
                <a:cxnLst>
                  <a:cxn ang="0">
                    <a:pos x="connsiteX0" y="connsiteY0"/>
                  </a:cxn>
                  <a:cxn ang="0">
                    <a:pos x="connsiteX1" y="connsiteY1"/>
                  </a:cxn>
                </a:cxnLst>
                <a:rect l="l" t="t" r="r" b="b"/>
                <a:pathLst>
                  <a:path w="10531" h="108619">
                    <a:moveTo>
                      <a:pt x="0" y="108620"/>
                    </a:moveTo>
                    <a:lnTo>
                      <a:pt x="0" y="0"/>
                    </a:lnTo>
                  </a:path>
                </a:pathLst>
              </a:custGeom>
              <a:noFill/>
              <a:ln w="2079" cap="rnd">
                <a:solidFill>
                  <a:srgbClr val="000000"/>
                </a:solidFill>
                <a:prstDash val="solid"/>
                <a:round/>
              </a:ln>
            </p:spPr>
            <p:txBody>
              <a:bodyPr rtlCol="0" anchor="ctr"/>
              <a:lstStyle/>
              <a:p>
                <a:endParaRPr lang="zh-CN" altLang="en-US"/>
              </a:p>
            </p:txBody>
          </p:sp>
          <p:sp>
            <p:nvSpPr>
              <p:cNvPr id="8951" name="任意多边形: 形状 2303"/>
              <p:cNvSpPr/>
              <p:nvPr/>
            </p:nvSpPr>
            <p:spPr>
              <a:xfrm>
                <a:off x="1815750"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952" name="任意多边形: 形状 2304"/>
              <p:cNvSpPr/>
              <p:nvPr/>
            </p:nvSpPr>
            <p:spPr>
              <a:xfrm>
                <a:off x="18428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53" name="任意多边形: 形状 2305"/>
              <p:cNvSpPr/>
              <p:nvPr/>
            </p:nvSpPr>
            <p:spPr>
              <a:xfrm>
                <a:off x="184288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54" name="任意多边形: 形状 2306"/>
              <p:cNvSpPr/>
              <p:nvPr/>
            </p:nvSpPr>
            <p:spPr>
              <a:xfrm>
                <a:off x="1847051"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955" name="任意多边形: 形状 2307"/>
              <p:cNvSpPr/>
              <p:nvPr/>
            </p:nvSpPr>
            <p:spPr>
              <a:xfrm>
                <a:off x="187418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56" name="任意多边形: 形状 2308"/>
              <p:cNvSpPr/>
              <p:nvPr/>
            </p:nvSpPr>
            <p:spPr>
              <a:xfrm>
                <a:off x="1878352"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000000"/>
                </a:solidFill>
                <a:prstDash val="solid"/>
                <a:round/>
              </a:ln>
            </p:spPr>
            <p:txBody>
              <a:bodyPr rtlCol="0" anchor="ctr"/>
              <a:lstStyle/>
              <a:p>
                <a:endParaRPr lang="zh-CN" altLang="en-US"/>
              </a:p>
            </p:txBody>
          </p:sp>
          <p:sp>
            <p:nvSpPr>
              <p:cNvPr id="8957" name="任意多边形: 形状 2309"/>
              <p:cNvSpPr/>
              <p:nvPr/>
            </p:nvSpPr>
            <p:spPr>
              <a:xfrm>
                <a:off x="1880448"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58" name="任意多边形: 形状 2310"/>
              <p:cNvSpPr/>
              <p:nvPr/>
            </p:nvSpPr>
            <p:spPr>
              <a:xfrm>
                <a:off x="190548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59" name="任意多边形: 形状 2311"/>
              <p:cNvSpPr/>
              <p:nvPr/>
            </p:nvSpPr>
            <p:spPr>
              <a:xfrm>
                <a:off x="191591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60" name="任意多边形: 形状 2312"/>
              <p:cNvSpPr/>
              <p:nvPr/>
            </p:nvSpPr>
            <p:spPr>
              <a:xfrm>
                <a:off x="191800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1" name="任意多边形: 形状 2313"/>
              <p:cNvSpPr/>
              <p:nvPr/>
            </p:nvSpPr>
            <p:spPr>
              <a:xfrm>
                <a:off x="193261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2" name="任意多边形: 形状 2314"/>
              <p:cNvSpPr/>
              <p:nvPr/>
            </p:nvSpPr>
            <p:spPr>
              <a:xfrm>
                <a:off x="193469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63" name="任意多边形: 形状 2315"/>
              <p:cNvSpPr/>
              <p:nvPr/>
            </p:nvSpPr>
            <p:spPr>
              <a:xfrm>
                <a:off x="1936783"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64" name="任意多边形: 形状 2316"/>
              <p:cNvSpPr/>
              <p:nvPr/>
            </p:nvSpPr>
            <p:spPr>
              <a:xfrm>
                <a:off x="196391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5" name="任意多边形: 形状 2317"/>
              <p:cNvSpPr/>
              <p:nvPr/>
            </p:nvSpPr>
            <p:spPr>
              <a:xfrm>
                <a:off x="19659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6" name="任意多边形: 形状 2318"/>
              <p:cNvSpPr/>
              <p:nvPr/>
            </p:nvSpPr>
            <p:spPr>
              <a:xfrm>
                <a:off x="196809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967" name="任意多边形: 形状 2319"/>
              <p:cNvSpPr/>
              <p:nvPr/>
            </p:nvSpPr>
            <p:spPr>
              <a:xfrm>
                <a:off x="198270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8" name="任意多边形: 形状 2320"/>
              <p:cNvSpPr/>
              <p:nvPr/>
            </p:nvSpPr>
            <p:spPr>
              <a:xfrm>
                <a:off x="199312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9" name="任意多边形: 形状 2321"/>
              <p:cNvSpPr/>
              <p:nvPr/>
            </p:nvSpPr>
            <p:spPr>
              <a:xfrm>
                <a:off x="201400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70" name="任意多边形: 形状 2322"/>
              <p:cNvSpPr/>
              <p:nvPr/>
            </p:nvSpPr>
            <p:spPr>
              <a:xfrm>
                <a:off x="201608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971" name="任意多边形: 形状 2323"/>
              <p:cNvSpPr/>
              <p:nvPr/>
            </p:nvSpPr>
            <p:spPr>
              <a:xfrm>
                <a:off x="2018174"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72" name="任意多边形: 形状 2324"/>
              <p:cNvSpPr/>
              <p:nvPr/>
            </p:nvSpPr>
            <p:spPr>
              <a:xfrm>
                <a:off x="202234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73" name="任意多边形: 形状 2325"/>
              <p:cNvSpPr/>
              <p:nvPr/>
            </p:nvSpPr>
            <p:spPr>
              <a:xfrm>
                <a:off x="202652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74" name="任意多边形: 形状 2326"/>
              <p:cNvSpPr/>
              <p:nvPr/>
            </p:nvSpPr>
            <p:spPr>
              <a:xfrm>
                <a:off x="202861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75" name="任意多边形: 形状 2327"/>
              <p:cNvSpPr/>
              <p:nvPr/>
            </p:nvSpPr>
            <p:spPr>
              <a:xfrm>
                <a:off x="2030696"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76" name="任意多边形: 形状 2328"/>
              <p:cNvSpPr/>
              <p:nvPr/>
            </p:nvSpPr>
            <p:spPr>
              <a:xfrm>
                <a:off x="203278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77" name="任意多边形: 形状 2329"/>
              <p:cNvSpPr/>
              <p:nvPr/>
            </p:nvSpPr>
            <p:spPr>
              <a:xfrm>
                <a:off x="2045304"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978" name="任意多边形: 形状 2330"/>
              <p:cNvSpPr/>
              <p:nvPr/>
            </p:nvSpPr>
            <p:spPr>
              <a:xfrm>
                <a:off x="2045304"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79" name="任意多边形: 形状 2331"/>
              <p:cNvSpPr/>
              <p:nvPr/>
            </p:nvSpPr>
            <p:spPr>
              <a:xfrm>
                <a:off x="2045304" y="5465941"/>
                <a:ext cx="10531" cy="104441"/>
              </a:xfrm>
              <a:custGeom>
                <a:avLst/>
                <a:gdLst>
                  <a:gd name="connsiteX0" fmla="*/ 0 w 10531"/>
                  <a:gd name="connsiteY0" fmla="*/ 104442 h 104441"/>
                  <a:gd name="connsiteX1" fmla="*/ 0 w 10531"/>
                  <a:gd name="connsiteY1" fmla="*/ 0 h 104441"/>
                </a:gdLst>
                <a:ahLst/>
                <a:cxnLst>
                  <a:cxn ang="0">
                    <a:pos x="connsiteX0" y="connsiteY0"/>
                  </a:cxn>
                  <a:cxn ang="0">
                    <a:pos x="connsiteX1" y="connsiteY1"/>
                  </a:cxn>
                </a:cxnLst>
                <a:rect l="l" t="t" r="r" b="b"/>
                <a:pathLst>
                  <a:path w="10531" h="104441">
                    <a:moveTo>
                      <a:pt x="0" y="104442"/>
                    </a:moveTo>
                    <a:lnTo>
                      <a:pt x="0" y="0"/>
                    </a:lnTo>
                  </a:path>
                </a:pathLst>
              </a:custGeom>
              <a:noFill/>
              <a:ln w="2079" cap="rnd">
                <a:solidFill>
                  <a:srgbClr val="000000"/>
                </a:solidFill>
                <a:prstDash val="solid"/>
                <a:round/>
              </a:ln>
            </p:spPr>
            <p:txBody>
              <a:bodyPr rtlCol="0" anchor="ctr"/>
              <a:lstStyle/>
              <a:p>
                <a:endParaRPr lang="zh-CN" altLang="en-US"/>
              </a:p>
            </p:txBody>
          </p:sp>
          <p:sp>
            <p:nvSpPr>
              <p:cNvPr id="8980" name="任意多边形: 形状 2332"/>
              <p:cNvSpPr/>
              <p:nvPr/>
            </p:nvSpPr>
            <p:spPr>
              <a:xfrm>
                <a:off x="2047389" y="5384475"/>
                <a:ext cx="10531" cy="185907"/>
              </a:xfrm>
              <a:custGeom>
                <a:avLst/>
                <a:gdLst>
                  <a:gd name="connsiteX0" fmla="*/ 0 w 10531"/>
                  <a:gd name="connsiteY0" fmla="*/ 185907 h 185907"/>
                  <a:gd name="connsiteX1" fmla="*/ 0 w 10531"/>
                  <a:gd name="connsiteY1" fmla="*/ 0 h 185907"/>
                </a:gdLst>
                <a:ahLst/>
                <a:cxnLst>
                  <a:cxn ang="0">
                    <a:pos x="connsiteX0" y="connsiteY0"/>
                  </a:cxn>
                  <a:cxn ang="0">
                    <a:pos x="connsiteX1" y="connsiteY1"/>
                  </a:cxn>
                </a:cxnLst>
                <a:rect l="l" t="t" r="r" b="b"/>
                <a:pathLst>
                  <a:path w="10531" h="185907">
                    <a:moveTo>
                      <a:pt x="0" y="185907"/>
                    </a:moveTo>
                    <a:lnTo>
                      <a:pt x="0" y="0"/>
                    </a:lnTo>
                  </a:path>
                </a:pathLst>
              </a:custGeom>
              <a:noFill/>
              <a:ln w="2079" cap="rnd">
                <a:solidFill>
                  <a:srgbClr val="000000"/>
                </a:solidFill>
                <a:prstDash val="solid"/>
                <a:round/>
              </a:ln>
            </p:spPr>
            <p:txBody>
              <a:bodyPr rtlCol="0" anchor="ctr"/>
              <a:lstStyle/>
              <a:p>
                <a:endParaRPr lang="zh-CN" altLang="en-US"/>
              </a:p>
            </p:txBody>
          </p:sp>
          <p:sp>
            <p:nvSpPr>
              <p:cNvPr id="8981" name="任意多边形: 形状 2333"/>
              <p:cNvSpPr/>
              <p:nvPr/>
            </p:nvSpPr>
            <p:spPr>
              <a:xfrm>
                <a:off x="20494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2" name="任意多边形: 形状 2334"/>
              <p:cNvSpPr/>
              <p:nvPr/>
            </p:nvSpPr>
            <p:spPr>
              <a:xfrm>
                <a:off x="2049475"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983" name="任意多边形: 形状 2335"/>
              <p:cNvSpPr/>
              <p:nvPr/>
            </p:nvSpPr>
            <p:spPr>
              <a:xfrm>
                <a:off x="205156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84" name="任意多边形: 形状 2336"/>
              <p:cNvSpPr/>
              <p:nvPr/>
            </p:nvSpPr>
            <p:spPr>
              <a:xfrm>
                <a:off x="205365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5" name="任意多边形: 形状 2337"/>
              <p:cNvSpPr/>
              <p:nvPr/>
            </p:nvSpPr>
            <p:spPr>
              <a:xfrm>
                <a:off x="205365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6" name="任意多边形: 形状 2338"/>
              <p:cNvSpPr/>
              <p:nvPr/>
            </p:nvSpPr>
            <p:spPr>
              <a:xfrm>
                <a:off x="205574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87" name="任意多边形: 形状 2339"/>
              <p:cNvSpPr/>
              <p:nvPr/>
            </p:nvSpPr>
            <p:spPr>
              <a:xfrm>
                <a:off x="205574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88" name="任意多边形: 形状 2340"/>
              <p:cNvSpPr/>
              <p:nvPr/>
            </p:nvSpPr>
            <p:spPr>
              <a:xfrm>
                <a:off x="207660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9" name="任意多边形: 形状 2341"/>
              <p:cNvSpPr/>
              <p:nvPr/>
            </p:nvSpPr>
            <p:spPr>
              <a:xfrm>
                <a:off x="2076605" y="5348965"/>
                <a:ext cx="10531" cy="221417"/>
              </a:xfrm>
              <a:custGeom>
                <a:avLst/>
                <a:gdLst>
                  <a:gd name="connsiteX0" fmla="*/ 0 w 10531"/>
                  <a:gd name="connsiteY0" fmla="*/ 221418 h 221417"/>
                  <a:gd name="connsiteX1" fmla="*/ 0 w 10531"/>
                  <a:gd name="connsiteY1" fmla="*/ 0 h 221417"/>
                </a:gdLst>
                <a:ahLst/>
                <a:cxnLst>
                  <a:cxn ang="0">
                    <a:pos x="connsiteX0" y="connsiteY0"/>
                  </a:cxn>
                  <a:cxn ang="0">
                    <a:pos x="connsiteX1" y="connsiteY1"/>
                  </a:cxn>
                </a:cxnLst>
                <a:rect l="l" t="t" r="r" b="b"/>
                <a:pathLst>
                  <a:path w="10531" h="221417">
                    <a:moveTo>
                      <a:pt x="0" y="221418"/>
                    </a:moveTo>
                    <a:lnTo>
                      <a:pt x="0" y="0"/>
                    </a:lnTo>
                  </a:path>
                </a:pathLst>
              </a:custGeom>
              <a:noFill/>
              <a:ln w="2079" cap="rnd">
                <a:solidFill>
                  <a:srgbClr val="000000"/>
                </a:solidFill>
                <a:prstDash val="solid"/>
                <a:round/>
              </a:ln>
            </p:spPr>
            <p:txBody>
              <a:bodyPr rtlCol="0" anchor="ctr"/>
              <a:lstStyle/>
              <a:p>
                <a:endParaRPr lang="zh-CN" altLang="en-US"/>
              </a:p>
            </p:txBody>
          </p:sp>
          <p:sp>
            <p:nvSpPr>
              <p:cNvPr id="8990" name="任意多边形: 形状 2342"/>
              <p:cNvSpPr/>
              <p:nvPr/>
            </p:nvSpPr>
            <p:spPr>
              <a:xfrm>
                <a:off x="2078690" y="5328077"/>
                <a:ext cx="10531" cy="242305"/>
              </a:xfrm>
              <a:custGeom>
                <a:avLst/>
                <a:gdLst>
                  <a:gd name="connsiteX0" fmla="*/ 0 w 10531"/>
                  <a:gd name="connsiteY0" fmla="*/ 242306 h 242305"/>
                  <a:gd name="connsiteX1" fmla="*/ 0 w 10531"/>
                  <a:gd name="connsiteY1" fmla="*/ 0 h 242305"/>
                </a:gdLst>
                <a:ahLst/>
                <a:cxnLst>
                  <a:cxn ang="0">
                    <a:pos x="connsiteX0" y="connsiteY0"/>
                  </a:cxn>
                  <a:cxn ang="0">
                    <a:pos x="connsiteX1" y="connsiteY1"/>
                  </a:cxn>
                </a:cxnLst>
                <a:rect l="l" t="t" r="r" b="b"/>
                <a:pathLst>
                  <a:path w="10531" h="242305">
                    <a:moveTo>
                      <a:pt x="0" y="242306"/>
                    </a:moveTo>
                    <a:lnTo>
                      <a:pt x="0" y="0"/>
                    </a:lnTo>
                  </a:path>
                </a:pathLst>
              </a:custGeom>
              <a:noFill/>
              <a:ln w="2079" cap="rnd">
                <a:solidFill>
                  <a:srgbClr val="000000"/>
                </a:solidFill>
                <a:prstDash val="solid"/>
                <a:round/>
              </a:ln>
            </p:spPr>
            <p:txBody>
              <a:bodyPr rtlCol="0" anchor="ctr"/>
              <a:lstStyle/>
              <a:p>
                <a:endParaRPr lang="zh-CN" altLang="en-US"/>
              </a:p>
            </p:txBody>
          </p:sp>
          <p:sp>
            <p:nvSpPr>
              <p:cNvPr id="8991" name="任意多边形: 形状 2343"/>
              <p:cNvSpPr/>
              <p:nvPr/>
            </p:nvSpPr>
            <p:spPr>
              <a:xfrm>
                <a:off x="207869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92" name="任意多边形: 形状 2344"/>
              <p:cNvSpPr/>
              <p:nvPr/>
            </p:nvSpPr>
            <p:spPr>
              <a:xfrm>
                <a:off x="207869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3" name="任意多边形: 形状 2345"/>
              <p:cNvSpPr/>
              <p:nvPr/>
            </p:nvSpPr>
            <p:spPr>
              <a:xfrm>
                <a:off x="20807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94" name="任意多边形: 形状 2346"/>
              <p:cNvSpPr/>
              <p:nvPr/>
            </p:nvSpPr>
            <p:spPr>
              <a:xfrm>
                <a:off x="2080775" y="5493095"/>
                <a:ext cx="10531" cy="77287"/>
              </a:xfrm>
              <a:custGeom>
                <a:avLst/>
                <a:gdLst>
                  <a:gd name="connsiteX0" fmla="*/ 0 w 10531"/>
                  <a:gd name="connsiteY0" fmla="*/ 77287 h 77287"/>
                  <a:gd name="connsiteX1" fmla="*/ 0 w 10531"/>
                  <a:gd name="connsiteY1" fmla="*/ 0 h 77287"/>
                </a:gdLst>
                <a:ahLst/>
                <a:cxnLst>
                  <a:cxn ang="0">
                    <a:pos x="connsiteX0" y="connsiteY0"/>
                  </a:cxn>
                  <a:cxn ang="0">
                    <a:pos x="connsiteX1" y="connsiteY1"/>
                  </a:cxn>
                </a:cxnLst>
                <a:rect l="l" t="t" r="r" b="b"/>
                <a:pathLst>
                  <a:path w="10531" h="77287">
                    <a:moveTo>
                      <a:pt x="0" y="77287"/>
                    </a:moveTo>
                    <a:lnTo>
                      <a:pt x="0" y="0"/>
                    </a:lnTo>
                  </a:path>
                </a:pathLst>
              </a:custGeom>
              <a:noFill/>
              <a:ln w="2079" cap="rnd">
                <a:solidFill>
                  <a:srgbClr val="000000"/>
                </a:solidFill>
                <a:prstDash val="solid"/>
                <a:round/>
              </a:ln>
            </p:spPr>
            <p:txBody>
              <a:bodyPr rtlCol="0" anchor="ctr"/>
              <a:lstStyle/>
              <a:p>
                <a:endParaRPr lang="zh-CN" altLang="en-US"/>
              </a:p>
            </p:txBody>
          </p:sp>
          <p:sp>
            <p:nvSpPr>
              <p:cNvPr id="8995" name="任意多边形: 形状 2347"/>
              <p:cNvSpPr/>
              <p:nvPr/>
            </p:nvSpPr>
            <p:spPr>
              <a:xfrm>
                <a:off x="208287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96" name="任意多边形: 形状 2348"/>
              <p:cNvSpPr/>
              <p:nvPr/>
            </p:nvSpPr>
            <p:spPr>
              <a:xfrm>
                <a:off x="20849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97" name="任意多边形: 形状 2349"/>
              <p:cNvSpPr/>
              <p:nvPr/>
            </p:nvSpPr>
            <p:spPr>
              <a:xfrm>
                <a:off x="209329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8" name="任意多边形: 形状 2350"/>
              <p:cNvSpPr/>
              <p:nvPr/>
            </p:nvSpPr>
            <p:spPr>
              <a:xfrm>
                <a:off x="210165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9" name="任意多边形: 形状 2351"/>
              <p:cNvSpPr/>
              <p:nvPr/>
            </p:nvSpPr>
            <p:spPr>
              <a:xfrm>
                <a:off x="210790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0" name="任意多边形: 形状 2352"/>
              <p:cNvSpPr/>
              <p:nvPr/>
            </p:nvSpPr>
            <p:spPr>
              <a:xfrm>
                <a:off x="2109991"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2079" cap="rnd">
                <a:solidFill>
                  <a:srgbClr val="000000"/>
                </a:solidFill>
                <a:prstDash val="solid"/>
                <a:round/>
              </a:ln>
            </p:spPr>
            <p:txBody>
              <a:bodyPr rtlCol="0" anchor="ctr"/>
              <a:lstStyle/>
              <a:p>
                <a:endParaRPr lang="zh-CN" altLang="en-US"/>
              </a:p>
            </p:txBody>
          </p:sp>
          <p:sp>
            <p:nvSpPr>
              <p:cNvPr id="9001" name="任意多边形: 形状 2353"/>
              <p:cNvSpPr/>
              <p:nvPr/>
            </p:nvSpPr>
            <p:spPr>
              <a:xfrm>
                <a:off x="21099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2" name="任意多边形: 形状 2354"/>
              <p:cNvSpPr/>
              <p:nvPr/>
            </p:nvSpPr>
            <p:spPr>
              <a:xfrm>
                <a:off x="210999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03" name="任意多边形: 形状 2355"/>
              <p:cNvSpPr/>
              <p:nvPr/>
            </p:nvSpPr>
            <p:spPr>
              <a:xfrm>
                <a:off x="2112087" y="5177679"/>
                <a:ext cx="10531" cy="392702"/>
              </a:xfrm>
              <a:custGeom>
                <a:avLst/>
                <a:gdLst>
                  <a:gd name="connsiteX0" fmla="*/ 0 w 10531"/>
                  <a:gd name="connsiteY0" fmla="*/ 392702 h 392702"/>
                  <a:gd name="connsiteX1" fmla="*/ 0 w 10531"/>
                  <a:gd name="connsiteY1" fmla="*/ 0 h 392702"/>
                </a:gdLst>
                <a:ahLst/>
                <a:cxnLst>
                  <a:cxn ang="0">
                    <a:pos x="connsiteX0" y="connsiteY0"/>
                  </a:cxn>
                  <a:cxn ang="0">
                    <a:pos x="connsiteX1" y="connsiteY1"/>
                  </a:cxn>
                </a:cxnLst>
                <a:rect l="l" t="t" r="r" b="b"/>
                <a:pathLst>
                  <a:path w="10531" h="392702">
                    <a:moveTo>
                      <a:pt x="0" y="392702"/>
                    </a:moveTo>
                    <a:lnTo>
                      <a:pt x="0" y="0"/>
                    </a:lnTo>
                  </a:path>
                </a:pathLst>
              </a:custGeom>
              <a:noFill/>
              <a:ln w="2079" cap="rnd">
                <a:solidFill>
                  <a:srgbClr val="000000"/>
                </a:solidFill>
                <a:prstDash val="solid"/>
                <a:round/>
              </a:ln>
            </p:spPr>
            <p:txBody>
              <a:bodyPr rtlCol="0" anchor="ctr"/>
              <a:lstStyle/>
              <a:p>
                <a:endParaRPr lang="zh-CN" altLang="en-US"/>
              </a:p>
            </p:txBody>
          </p:sp>
          <p:sp>
            <p:nvSpPr>
              <p:cNvPr id="9004" name="任意多边形: 形状 2356"/>
              <p:cNvSpPr/>
              <p:nvPr/>
            </p:nvSpPr>
            <p:spPr>
              <a:xfrm>
                <a:off x="211208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5" name="任意多边形: 形状 2357"/>
              <p:cNvSpPr/>
              <p:nvPr/>
            </p:nvSpPr>
            <p:spPr>
              <a:xfrm>
                <a:off x="211208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6" name="任意多边形: 形状 2358"/>
              <p:cNvSpPr/>
              <p:nvPr/>
            </p:nvSpPr>
            <p:spPr>
              <a:xfrm>
                <a:off x="2112087" y="5486829"/>
                <a:ext cx="10531" cy="83553"/>
              </a:xfrm>
              <a:custGeom>
                <a:avLst/>
                <a:gdLst>
                  <a:gd name="connsiteX0" fmla="*/ 0 w 10531"/>
                  <a:gd name="connsiteY0" fmla="*/ 83554 h 83553"/>
                  <a:gd name="connsiteX1" fmla="*/ 0 w 10531"/>
                  <a:gd name="connsiteY1" fmla="*/ 0 h 83553"/>
                </a:gdLst>
                <a:ahLst/>
                <a:cxnLst>
                  <a:cxn ang="0">
                    <a:pos x="connsiteX0" y="connsiteY0"/>
                  </a:cxn>
                  <a:cxn ang="0">
                    <a:pos x="connsiteX1" y="connsiteY1"/>
                  </a:cxn>
                </a:cxnLst>
                <a:rect l="l" t="t" r="r" b="b"/>
                <a:pathLst>
                  <a:path w="10531" h="83553">
                    <a:moveTo>
                      <a:pt x="0" y="83554"/>
                    </a:moveTo>
                    <a:lnTo>
                      <a:pt x="0" y="0"/>
                    </a:lnTo>
                  </a:path>
                </a:pathLst>
              </a:custGeom>
              <a:noFill/>
              <a:ln w="2079" cap="rnd">
                <a:solidFill>
                  <a:srgbClr val="000000"/>
                </a:solidFill>
                <a:prstDash val="solid"/>
                <a:round/>
              </a:ln>
            </p:spPr>
            <p:txBody>
              <a:bodyPr rtlCol="0" anchor="ctr"/>
              <a:lstStyle/>
              <a:p>
                <a:endParaRPr lang="zh-CN" altLang="en-US"/>
              </a:p>
            </p:txBody>
          </p:sp>
          <p:sp>
            <p:nvSpPr>
              <p:cNvPr id="9007" name="任意多边形: 形状 2359"/>
              <p:cNvSpPr/>
              <p:nvPr/>
            </p:nvSpPr>
            <p:spPr>
              <a:xfrm>
                <a:off x="211417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9008" name="任意多边形: 形状 2360"/>
              <p:cNvSpPr/>
              <p:nvPr/>
            </p:nvSpPr>
            <p:spPr>
              <a:xfrm>
                <a:off x="211417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09" name="任意多边形: 形状 2361"/>
              <p:cNvSpPr/>
              <p:nvPr/>
            </p:nvSpPr>
            <p:spPr>
              <a:xfrm>
                <a:off x="2114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0" name="任意多边形: 形状 2362"/>
              <p:cNvSpPr/>
              <p:nvPr/>
            </p:nvSpPr>
            <p:spPr>
              <a:xfrm>
                <a:off x="2114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1" name="任意多边形: 形状 2363"/>
              <p:cNvSpPr/>
              <p:nvPr/>
            </p:nvSpPr>
            <p:spPr>
              <a:xfrm>
                <a:off x="21162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2" name="任意多边形: 形状 2364"/>
              <p:cNvSpPr/>
              <p:nvPr/>
            </p:nvSpPr>
            <p:spPr>
              <a:xfrm>
                <a:off x="2118343"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13" name="任意多边形: 形状 2365"/>
              <p:cNvSpPr/>
              <p:nvPr/>
            </p:nvSpPr>
            <p:spPr>
              <a:xfrm>
                <a:off x="212459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14" name="任意多边形: 形状 2366"/>
              <p:cNvSpPr/>
              <p:nvPr/>
            </p:nvSpPr>
            <p:spPr>
              <a:xfrm>
                <a:off x="40296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5" name="任意多边形: 形状 2367"/>
              <p:cNvSpPr/>
              <p:nvPr/>
            </p:nvSpPr>
            <p:spPr>
              <a:xfrm>
                <a:off x="45513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6" name="任意多边形: 形状 2368"/>
              <p:cNvSpPr/>
              <p:nvPr/>
            </p:nvSpPr>
            <p:spPr>
              <a:xfrm>
                <a:off x="41965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7" name="任意多边形: 形状 2369"/>
              <p:cNvSpPr/>
              <p:nvPr/>
            </p:nvSpPr>
            <p:spPr>
              <a:xfrm>
                <a:off x="455130"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18" name="任意多边形: 形状 2370"/>
              <p:cNvSpPr/>
              <p:nvPr/>
            </p:nvSpPr>
            <p:spPr>
              <a:xfrm>
                <a:off x="45513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9" name="任意多边形: 形状 2371"/>
              <p:cNvSpPr/>
              <p:nvPr/>
            </p:nvSpPr>
            <p:spPr>
              <a:xfrm>
                <a:off x="49269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0" name="任意多边形: 形状 2372"/>
              <p:cNvSpPr/>
              <p:nvPr/>
            </p:nvSpPr>
            <p:spPr>
              <a:xfrm>
                <a:off x="52817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1" name="任意多边形: 形状 2373"/>
              <p:cNvSpPr/>
              <p:nvPr/>
            </p:nvSpPr>
            <p:spPr>
              <a:xfrm>
                <a:off x="56364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2" name="任意多边形: 形状 2374"/>
              <p:cNvSpPr/>
              <p:nvPr/>
            </p:nvSpPr>
            <p:spPr>
              <a:xfrm>
                <a:off x="60121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3" name="文本框 9022"/>
              <p:cNvSpPr txBox="1"/>
              <p:nvPr/>
            </p:nvSpPr>
            <p:spPr>
              <a:xfrm>
                <a:off x="296682" y="5534191"/>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200</a:t>
                </a:r>
              </a:p>
            </p:txBody>
          </p:sp>
          <p:sp>
            <p:nvSpPr>
              <p:cNvPr id="9024" name="任意多边形: 形状 2376"/>
              <p:cNvSpPr/>
              <p:nvPr/>
            </p:nvSpPr>
            <p:spPr>
              <a:xfrm>
                <a:off x="636686"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25" name="任意多边形: 形状 2377"/>
              <p:cNvSpPr/>
              <p:nvPr/>
            </p:nvSpPr>
            <p:spPr>
              <a:xfrm>
                <a:off x="63668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6" name="任意多边形: 形状 2378"/>
              <p:cNvSpPr/>
              <p:nvPr/>
            </p:nvSpPr>
            <p:spPr>
              <a:xfrm>
                <a:off x="67216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7" name="任意多边形: 形状 2379"/>
              <p:cNvSpPr/>
              <p:nvPr/>
            </p:nvSpPr>
            <p:spPr>
              <a:xfrm>
                <a:off x="70972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8" name="任意多边形: 形状 2380"/>
              <p:cNvSpPr/>
              <p:nvPr/>
            </p:nvSpPr>
            <p:spPr>
              <a:xfrm>
                <a:off x="74520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9" name="任意多边形: 形状 2381"/>
              <p:cNvSpPr/>
              <p:nvPr/>
            </p:nvSpPr>
            <p:spPr>
              <a:xfrm>
                <a:off x="78067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1" name="任意多边形: 形状 2383"/>
              <p:cNvSpPr/>
              <p:nvPr/>
            </p:nvSpPr>
            <p:spPr>
              <a:xfrm>
                <a:off x="818241"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32" name="任意多边形: 形状 2384"/>
              <p:cNvSpPr/>
              <p:nvPr/>
            </p:nvSpPr>
            <p:spPr>
              <a:xfrm>
                <a:off x="81824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3" name="任意多边形: 形状 2385"/>
              <p:cNvSpPr/>
              <p:nvPr/>
            </p:nvSpPr>
            <p:spPr>
              <a:xfrm>
                <a:off x="85371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4" name="任意多边形: 形状 2386"/>
              <p:cNvSpPr/>
              <p:nvPr/>
            </p:nvSpPr>
            <p:spPr>
              <a:xfrm>
                <a:off x="88919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5" name="任意多边形: 形状 2387"/>
              <p:cNvSpPr/>
              <p:nvPr/>
            </p:nvSpPr>
            <p:spPr>
              <a:xfrm>
                <a:off x="92467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6" name="任意多边形: 形状 2388"/>
              <p:cNvSpPr/>
              <p:nvPr/>
            </p:nvSpPr>
            <p:spPr>
              <a:xfrm>
                <a:off x="96223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7" name="文本框 9036"/>
              <p:cNvSpPr txBox="1"/>
              <p:nvPr/>
            </p:nvSpPr>
            <p:spPr>
              <a:xfrm>
                <a:off x="659792" y="5534191"/>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9038" name="任意多边形: 形状 2390"/>
              <p:cNvSpPr/>
              <p:nvPr/>
            </p:nvSpPr>
            <p:spPr>
              <a:xfrm>
                <a:off x="997709"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39" name="任意多边形: 形状 2391"/>
              <p:cNvSpPr/>
              <p:nvPr/>
            </p:nvSpPr>
            <p:spPr>
              <a:xfrm>
                <a:off x="99770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0" name="任意多边形: 形状 2392"/>
              <p:cNvSpPr/>
              <p:nvPr/>
            </p:nvSpPr>
            <p:spPr>
              <a:xfrm>
                <a:off x="103318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1" name="任意多边形: 形状 2393"/>
              <p:cNvSpPr/>
              <p:nvPr/>
            </p:nvSpPr>
            <p:spPr>
              <a:xfrm>
                <a:off x="107074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2" name="任意多边形: 形状 2394"/>
              <p:cNvSpPr/>
              <p:nvPr/>
            </p:nvSpPr>
            <p:spPr>
              <a:xfrm>
                <a:off x="110622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3" name="任意多边形: 形状 2395"/>
              <p:cNvSpPr/>
              <p:nvPr/>
            </p:nvSpPr>
            <p:spPr>
              <a:xfrm>
                <a:off x="114170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5" name="任意多边形: 形状 2397"/>
              <p:cNvSpPr/>
              <p:nvPr/>
            </p:nvSpPr>
            <p:spPr>
              <a:xfrm>
                <a:off x="1179265"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46" name="任意多边形: 形状 2398"/>
              <p:cNvSpPr/>
              <p:nvPr/>
            </p:nvSpPr>
            <p:spPr>
              <a:xfrm>
                <a:off x="117926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7" name="任意多边形: 形状 2399"/>
              <p:cNvSpPr/>
              <p:nvPr/>
            </p:nvSpPr>
            <p:spPr>
              <a:xfrm>
                <a:off x="121474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8" name="任意多边形: 形状 2400"/>
              <p:cNvSpPr/>
              <p:nvPr/>
            </p:nvSpPr>
            <p:spPr>
              <a:xfrm>
                <a:off x="125021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9" name="任意多边形: 形状 2401"/>
              <p:cNvSpPr/>
              <p:nvPr/>
            </p:nvSpPr>
            <p:spPr>
              <a:xfrm>
                <a:off x="128778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0" name="任意多边形: 形状 2402"/>
              <p:cNvSpPr/>
              <p:nvPr/>
            </p:nvSpPr>
            <p:spPr>
              <a:xfrm>
                <a:off x="132325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1" name="任意多边形: 形状 2404"/>
              <p:cNvSpPr/>
              <p:nvPr/>
            </p:nvSpPr>
            <p:spPr>
              <a:xfrm>
                <a:off x="1358728"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52" name="任意多边形: 形状 2405"/>
              <p:cNvSpPr/>
              <p:nvPr/>
            </p:nvSpPr>
            <p:spPr>
              <a:xfrm>
                <a:off x="135872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3" name="任意多边形: 形状 2406"/>
              <p:cNvSpPr/>
              <p:nvPr/>
            </p:nvSpPr>
            <p:spPr>
              <a:xfrm>
                <a:off x="139421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4" name="任意多边形: 形状 2407"/>
              <p:cNvSpPr/>
              <p:nvPr/>
            </p:nvSpPr>
            <p:spPr>
              <a:xfrm>
                <a:off x="143176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5" name="任意多边形: 形状 2408"/>
              <p:cNvSpPr/>
              <p:nvPr/>
            </p:nvSpPr>
            <p:spPr>
              <a:xfrm>
                <a:off x="146724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6" name="任意多边形: 形状 2409"/>
              <p:cNvSpPr/>
              <p:nvPr/>
            </p:nvSpPr>
            <p:spPr>
              <a:xfrm>
                <a:off x="150272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7" name="任意多边形: 形状 2411"/>
              <p:cNvSpPr/>
              <p:nvPr/>
            </p:nvSpPr>
            <p:spPr>
              <a:xfrm>
                <a:off x="1540288"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58" name="任意多边形: 形状 2412"/>
              <p:cNvSpPr/>
              <p:nvPr/>
            </p:nvSpPr>
            <p:spPr>
              <a:xfrm>
                <a:off x="154028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9" name="任意多边形: 形状 2413"/>
              <p:cNvSpPr/>
              <p:nvPr/>
            </p:nvSpPr>
            <p:spPr>
              <a:xfrm>
                <a:off x="157576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0" name="任意多边形: 形状 2414"/>
              <p:cNvSpPr/>
              <p:nvPr/>
            </p:nvSpPr>
            <p:spPr>
              <a:xfrm>
                <a:off x="161124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1" name="任意多边形: 形状 2415"/>
              <p:cNvSpPr/>
              <p:nvPr/>
            </p:nvSpPr>
            <p:spPr>
              <a:xfrm>
                <a:off x="164879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2" name="任意多边形: 形状 2416"/>
              <p:cNvSpPr/>
              <p:nvPr/>
            </p:nvSpPr>
            <p:spPr>
              <a:xfrm>
                <a:off x="168428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3" name="任意多边形: 形状 2418"/>
              <p:cNvSpPr/>
              <p:nvPr/>
            </p:nvSpPr>
            <p:spPr>
              <a:xfrm>
                <a:off x="1719752"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64" name="任意多边形: 形状 2419"/>
              <p:cNvSpPr/>
              <p:nvPr/>
            </p:nvSpPr>
            <p:spPr>
              <a:xfrm>
                <a:off x="171975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5" name="任意多边形: 形状 2420"/>
              <p:cNvSpPr/>
              <p:nvPr/>
            </p:nvSpPr>
            <p:spPr>
              <a:xfrm>
                <a:off x="175731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6" name="任意多边形: 形状 2421"/>
              <p:cNvSpPr/>
              <p:nvPr/>
            </p:nvSpPr>
            <p:spPr>
              <a:xfrm>
                <a:off x="179279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7" name="任意多边形: 形状 2422"/>
              <p:cNvSpPr/>
              <p:nvPr/>
            </p:nvSpPr>
            <p:spPr>
              <a:xfrm>
                <a:off x="182827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8" name="任意多边形: 形状 2423"/>
              <p:cNvSpPr/>
              <p:nvPr/>
            </p:nvSpPr>
            <p:spPr>
              <a:xfrm>
                <a:off x="186374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0" name="任意多边形: 形状 2425"/>
              <p:cNvSpPr/>
              <p:nvPr/>
            </p:nvSpPr>
            <p:spPr>
              <a:xfrm>
                <a:off x="1901312"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71" name="任意多边形: 形状 2426"/>
              <p:cNvSpPr/>
              <p:nvPr/>
            </p:nvSpPr>
            <p:spPr>
              <a:xfrm>
                <a:off x="190131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2" name="任意多边形: 形状 2427"/>
              <p:cNvSpPr/>
              <p:nvPr/>
            </p:nvSpPr>
            <p:spPr>
              <a:xfrm>
                <a:off x="193678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3" name="任意多边形: 形状 2428"/>
              <p:cNvSpPr/>
              <p:nvPr/>
            </p:nvSpPr>
            <p:spPr>
              <a:xfrm>
                <a:off x="197226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4" name="任意多边形: 形状 2429"/>
              <p:cNvSpPr/>
              <p:nvPr/>
            </p:nvSpPr>
            <p:spPr>
              <a:xfrm>
                <a:off x="200983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5" name="任意多边形: 形状 2430"/>
              <p:cNvSpPr/>
              <p:nvPr/>
            </p:nvSpPr>
            <p:spPr>
              <a:xfrm>
                <a:off x="204530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6" name="文本框 9075"/>
              <p:cNvSpPr txBox="1"/>
              <p:nvPr/>
            </p:nvSpPr>
            <p:spPr>
              <a:xfrm>
                <a:off x="1742867" y="5534191"/>
                <a:ext cx="370614"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1000</a:t>
                </a:r>
              </a:p>
            </p:txBody>
          </p:sp>
          <p:sp>
            <p:nvSpPr>
              <p:cNvPr id="9077" name="任意多边形: 形状 2432"/>
              <p:cNvSpPr/>
              <p:nvPr/>
            </p:nvSpPr>
            <p:spPr>
              <a:xfrm>
                <a:off x="2080775"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78" name="任意多边形: 形状 2433"/>
              <p:cNvSpPr/>
              <p:nvPr/>
            </p:nvSpPr>
            <p:spPr>
              <a:xfrm>
                <a:off x="208077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9" name="任意多边形: 形状 2434"/>
              <p:cNvSpPr/>
              <p:nvPr/>
            </p:nvSpPr>
            <p:spPr>
              <a:xfrm>
                <a:off x="211834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0" name="任意多边形: 形状 2435"/>
              <p:cNvSpPr/>
              <p:nvPr/>
            </p:nvSpPr>
            <p:spPr>
              <a:xfrm>
                <a:off x="215381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1" name="任意多边形: 形状 2436"/>
              <p:cNvSpPr/>
              <p:nvPr/>
            </p:nvSpPr>
            <p:spPr>
              <a:xfrm>
                <a:off x="218929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2" name="任意多边形: 形状 2437"/>
              <p:cNvSpPr/>
              <p:nvPr/>
            </p:nvSpPr>
            <p:spPr>
              <a:xfrm>
                <a:off x="222686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4" name="任意多边形: 形状 2439"/>
              <p:cNvSpPr/>
              <p:nvPr/>
            </p:nvSpPr>
            <p:spPr>
              <a:xfrm>
                <a:off x="388352" y="5570383"/>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5" name="任意多边形: 形状 2440"/>
              <p:cNvSpPr/>
              <p:nvPr/>
            </p:nvSpPr>
            <p:spPr>
              <a:xfrm>
                <a:off x="394612" y="555785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6" name="任意多边形: 形状 2441"/>
              <p:cNvSpPr/>
              <p:nvPr/>
            </p:nvSpPr>
            <p:spPr>
              <a:xfrm>
                <a:off x="394612" y="5545317"/>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7" name="任意多边形: 形状 2442"/>
              <p:cNvSpPr/>
              <p:nvPr/>
            </p:nvSpPr>
            <p:spPr>
              <a:xfrm>
                <a:off x="394612" y="5532784"/>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8" name="任意多边形: 形状 2443"/>
              <p:cNvSpPr/>
              <p:nvPr/>
            </p:nvSpPr>
            <p:spPr>
              <a:xfrm>
                <a:off x="394612" y="552025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9" name="任意多边形: 形状 2445"/>
              <p:cNvSpPr/>
              <p:nvPr/>
            </p:nvSpPr>
            <p:spPr>
              <a:xfrm>
                <a:off x="388352" y="5505628"/>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0" name="任意多边形: 形状 2446"/>
              <p:cNvSpPr/>
              <p:nvPr/>
            </p:nvSpPr>
            <p:spPr>
              <a:xfrm>
                <a:off x="394612" y="549309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1" name="任意多边形: 形状 2447"/>
              <p:cNvSpPr/>
              <p:nvPr/>
            </p:nvSpPr>
            <p:spPr>
              <a:xfrm>
                <a:off x="394612" y="548056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2" name="任意多边形: 形状 2448"/>
              <p:cNvSpPr/>
              <p:nvPr/>
            </p:nvSpPr>
            <p:spPr>
              <a:xfrm>
                <a:off x="394612" y="546802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3" name="任意多边形: 形状 2449"/>
              <p:cNvSpPr/>
              <p:nvPr/>
            </p:nvSpPr>
            <p:spPr>
              <a:xfrm>
                <a:off x="394612" y="545549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4" name="任意多边形: 形状 2451"/>
              <p:cNvSpPr/>
              <p:nvPr/>
            </p:nvSpPr>
            <p:spPr>
              <a:xfrm>
                <a:off x="388352" y="5440874"/>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5" name="任意多边形: 形状 2452"/>
              <p:cNvSpPr/>
              <p:nvPr/>
            </p:nvSpPr>
            <p:spPr>
              <a:xfrm>
                <a:off x="394612" y="542834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6" name="任意多边形: 形状 2453"/>
              <p:cNvSpPr/>
              <p:nvPr/>
            </p:nvSpPr>
            <p:spPr>
              <a:xfrm>
                <a:off x="394612" y="541580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7" name="任意多边形: 形状 2454"/>
              <p:cNvSpPr/>
              <p:nvPr/>
            </p:nvSpPr>
            <p:spPr>
              <a:xfrm>
                <a:off x="394612" y="540327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8" name="任意多边形: 形状 2455"/>
              <p:cNvSpPr/>
              <p:nvPr/>
            </p:nvSpPr>
            <p:spPr>
              <a:xfrm>
                <a:off x="394612" y="539074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9" name="任意多边形: 形状 2457"/>
              <p:cNvSpPr/>
              <p:nvPr/>
            </p:nvSpPr>
            <p:spPr>
              <a:xfrm>
                <a:off x="388352" y="5376120"/>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0" name="任意多边形: 形状 2458"/>
              <p:cNvSpPr/>
              <p:nvPr/>
            </p:nvSpPr>
            <p:spPr>
              <a:xfrm>
                <a:off x="394612" y="536358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1" name="任意多边形: 形状 2459"/>
              <p:cNvSpPr/>
              <p:nvPr/>
            </p:nvSpPr>
            <p:spPr>
              <a:xfrm>
                <a:off x="394612" y="535105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2" name="任意多边形: 形状 2460"/>
              <p:cNvSpPr/>
              <p:nvPr/>
            </p:nvSpPr>
            <p:spPr>
              <a:xfrm>
                <a:off x="394612" y="533852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3" name="任意多边形: 形状 2461"/>
              <p:cNvSpPr/>
              <p:nvPr/>
            </p:nvSpPr>
            <p:spPr>
              <a:xfrm>
                <a:off x="394612" y="532598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4" name="文本框 9103"/>
              <p:cNvSpPr txBox="1"/>
              <p:nvPr/>
            </p:nvSpPr>
            <p:spPr>
              <a:xfrm rot="16200000">
                <a:off x="269780" y="5317105"/>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30</a:t>
                </a:r>
              </a:p>
            </p:txBody>
          </p:sp>
          <p:sp>
            <p:nvSpPr>
              <p:cNvPr id="9105" name="任意多边形: 形状 2463"/>
              <p:cNvSpPr/>
              <p:nvPr/>
            </p:nvSpPr>
            <p:spPr>
              <a:xfrm>
                <a:off x="388352" y="5311366"/>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6" name="任意多边形: 形状 2464"/>
              <p:cNvSpPr/>
              <p:nvPr/>
            </p:nvSpPr>
            <p:spPr>
              <a:xfrm>
                <a:off x="394612" y="529883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7" name="任意多边形: 形状 2465"/>
              <p:cNvSpPr/>
              <p:nvPr/>
            </p:nvSpPr>
            <p:spPr>
              <a:xfrm>
                <a:off x="394612" y="528630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8" name="任意多边形: 形状 2466"/>
              <p:cNvSpPr/>
              <p:nvPr/>
            </p:nvSpPr>
            <p:spPr>
              <a:xfrm>
                <a:off x="394612" y="5273767"/>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9" name="任意多边形: 形状 2467"/>
              <p:cNvSpPr/>
              <p:nvPr/>
            </p:nvSpPr>
            <p:spPr>
              <a:xfrm>
                <a:off x="394612" y="5261234"/>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0" name="文本框 9109"/>
              <p:cNvSpPr txBox="1"/>
              <p:nvPr/>
            </p:nvSpPr>
            <p:spPr>
              <a:xfrm rot="16200000">
                <a:off x="269780" y="5252352"/>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40</a:t>
                </a:r>
              </a:p>
            </p:txBody>
          </p:sp>
          <p:sp>
            <p:nvSpPr>
              <p:cNvPr id="9111" name="任意多边形: 形状 2469"/>
              <p:cNvSpPr/>
              <p:nvPr/>
            </p:nvSpPr>
            <p:spPr>
              <a:xfrm>
                <a:off x="388352" y="5246612"/>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2" name="任意多边形: 形状 2470"/>
              <p:cNvSpPr/>
              <p:nvPr/>
            </p:nvSpPr>
            <p:spPr>
              <a:xfrm>
                <a:off x="394612" y="523407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3" name="任意多边形: 形状 2471"/>
              <p:cNvSpPr/>
              <p:nvPr/>
            </p:nvSpPr>
            <p:spPr>
              <a:xfrm>
                <a:off x="394612" y="522154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4" name="任意多边形: 形状 2472"/>
              <p:cNvSpPr/>
              <p:nvPr/>
            </p:nvSpPr>
            <p:spPr>
              <a:xfrm>
                <a:off x="394612" y="520901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5" name="任意多边形: 形状 2473"/>
              <p:cNvSpPr/>
              <p:nvPr/>
            </p:nvSpPr>
            <p:spPr>
              <a:xfrm>
                <a:off x="394612" y="519648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6" name="文本框 9115"/>
              <p:cNvSpPr txBox="1"/>
              <p:nvPr/>
            </p:nvSpPr>
            <p:spPr>
              <a:xfrm rot="16200000">
                <a:off x="269780" y="5187597"/>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50</a:t>
                </a:r>
              </a:p>
            </p:txBody>
          </p:sp>
          <p:sp>
            <p:nvSpPr>
              <p:cNvPr id="9117" name="任意多边形: 形状 2475"/>
              <p:cNvSpPr/>
              <p:nvPr/>
            </p:nvSpPr>
            <p:spPr>
              <a:xfrm>
                <a:off x="388352" y="5181858"/>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8" name="任意多边形: 形状 2476"/>
              <p:cNvSpPr/>
              <p:nvPr/>
            </p:nvSpPr>
            <p:spPr>
              <a:xfrm>
                <a:off x="394612" y="516932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9" name="任意多边形: 形状 2477"/>
              <p:cNvSpPr/>
              <p:nvPr/>
            </p:nvSpPr>
            <p:spPr>
              <a:xfrm>
                <a:off x="394612" y="515679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0" name="任意多边形: 形状 2478"/>
              <p:cNvSpPr/>
              <p:nvPr/>
            </p:nvSpPr>
            <p:spPr>
              <a:xfrm>
                <a:off x="394612" y="514425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1" name="任意多边形: 形状 2479"/>
              <p:cNvSpPr/>
              <p:nvPr/>
            </p:nvSpPr>
            <p:spPr>
              <a:xfrm>
                <a:off x="394612" y="513172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2" name="文本框 9121"/>
              <p:cNvSpPr txBox="1"/>
              <p:nvPr/>
            </p:nvSpPr>
            <p:spPr>
              <a:xfrm rot="16200000">
                <a:off x="269780" y="5122843"/>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60</a:t>
                </a:r>
              </a:p>
            </p:txBody>
          </p:sp>
          <p:sp>
            <p:nvSpPr>
              <p:cNvPr id="9123" name="任意多边形: 形状 2481"/>
              <p:cNvSpPr/>
              <p:nvPr/>
            </p:nvSpPr>
            <p:spPr>
              <a:xfrm>
                <a:off x="388352" y="5117104"/>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4" name="任意多边形: 形状 2482"/>
              <p:cNvSpPr/>
              <p:nvPr/>
            </p:nvSpPr>
            <p:spPr>
              <a:xfrm>
                <a:off x="394612" y="510457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5" name="任意多边形: 形状 2483"/>
              <p:cNvSpPr/>
              <p:nvPr/>
            </p:nvSpPr>
            <p:spPr>
              <a:xfrm>
                <a:off x="394612" y="509203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6" name="任意多边形: 形状 2484"/>
              <p:cNvSpPr/>
              <p:nvPr/>
            </p:nvSpPr>
            <p:spPr>
              <a:xfrm>
                <a:off x="394612" y="507950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7" name="任意多边形: 形状 2485"/>
              <p:cNvSpPr/>
              <p:nvPr/>
            </p:nvSpPr>
            <p:spPr>
              <a:xfrm>
                <a:off x="394612" y="506697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8" name="文本框 9127"/>
              <p:cNvSpPr txBox="1"/>
              <p:nvPr/>
            </p:nvSpPr>
            <p:spPr>
              <a:xfrm rot="16200000">
                <a:off x="269780" y="5058090"/>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70</a:t>
                </a:r>
              </a:p>
            </p:txBody>
          </p:sp>
          <p:sp>
            <p:nvSpPr>
              <p:cNvPr id="9129" name="任意多边形: 形状 2487"/>
              <p:cNvSpPr/>
              <p:nvPr/>
            </p:nvSpPr>
            <p:spPr>
              <a:xfrm>
                <a:off x="388352" y="5052349"/>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0" name="任意多边形: 形状 2488"/>
              <p:cNvSpPr/>
              <p:nvPr/>
            </p:nvSpPr>
            <p:spPr>
              <a:xfrm>
                <a:off x="394612" y="503981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1" name="任意多边形: 形状 2489"/>
              <p:cNvSpPr/>
              <p:nvPr/>
            </p:nvSpPr>
            <p:spPr>
              <a:xfrm>
                <a:off x="394612" y="502728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2" name="任意多边形: 形状 2490"/>
              <p:cNvSpPr/>
              <p:nvPr/>
            </p:nvSpPr>
            <p:spPr>
              <a:xfrm>
                <a:off x="394612" y="501475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3" name="任意多边形: 形状 2491"/>
              <p:cNvSpPr/>
              <p:nvPr/>
            </p:nvSpPr>
            <p:spPr>
              <a:xfrm>
                <a:off x="394612" y="500221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4" name="文本框 9133"/>
              <p:cNvSpPr txBox="1"/>
              <p:nvPr/>
            </p:nvSpPr>
            <p:spPr>
              <a:xfrm rot="16200000">
                <a:off x="269780" y="4993335"/>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80</a:t>
                </a:r>
              </a:p>
            </p:txBody>
          </p:sp>
          <p:sp>
            <p:nvSpPr>
              <p:cNvPr id="9135" name="任意多边形: 形状 2493"/>
              <p:cNvSpPr/>
              <p:nvPr/>
            </p:nvSpPr>
            <p:spPr>
              <a:xfrm>
                <a:off x="388352" y="4987596"/>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6" name="任意多边形: 形状 2494"/>
              <p:cNvSpPr/>
              <p:nvPr/>
            </p:nvSpPr>
            <p:spPr>
              <a:xfrm>
                <a:off x="394612" y="497506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7" name="任意多边形: 形状 2495"/>
              <p:cNvSpPr/>
              <p:nvPr/>
            </p:nvSpPr>
            <p:spPr>
              <a:xfrm>
                <a:off x="394612" y="496252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8" name="任意多边形: 形状 2496"/>
              <p:cNvSpPr/>
              <p:nvPr/>
            </p:nvSpPr>
            <p:spPr>
              <a:xfrm>
                <a:off x="394612" y="494999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9" name="任意多边形: 形状 2497"/>
              <p:cNvSpPr/>
              <p:nvPr/>
            </p:nvSpPr>
            <p:spPr>
              <a:xfrm>
                <a:off x="394612" y="493746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40" name="文本框 9139"/>
              <p:cNvSpPr txBox="1"/>
              <p:nvPr/>
            </p:nvSpPr>
            <p:spPr>
              <a:xfrm rot="16200000">
                <a:off x="269780" y="4928581"/>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90</a:t>
                </a:r>
              </a:p>
            </p:txBody>
          </p:sp>
          <p:sp>
            <p:nvSpPr>
              <p:cNvPr id="9141" name="任意多边形: 形状 2499"/>
              <p:cNvSpPr/>
              <p:nvPr/>
            </p:nvSpPr>
            <p:spPr>
              <a:xfrm>
                <a:off x="388352" y="4922842"/>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42" name="文本框 9141"/>
              <p:cNvSpPr txBox="1"/>
              <p:nvPr/>
            </p:nvSpPr>
            <p:spPr>
              <a:xfrm rot="16200000">
                <a:off x="377639" y="5106719"/>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y2+ 267.14</a:t>
                </a:r>
              </a:p>
            </p:txBody>
          </p:sp>
          <p:sp>
            <p:nvSpPr>
              <p:cNvPr id="9143" name="任意多边形: 形状 2503"/>
              <p:cNvSpPr/>
              <p:nvPr/>
            </p:nvSpPr>
            <p:spPr>
              <a:xfrm>
                <a:off x="57825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FF0000"/>
                </a:solidFill>
                <a:prstDash val="solid"/>
                <a:round/>
              </a:ln>
            </p:spPr>
            <p:txBody>
              <a:bodyPr rtlCol="0" anchor="ctr"/>
              <a:lstStyle/>
              <a:p>
                <a:endParaRPr lang="zh-CN" altLang="en-US"/>
              </a:p>
            </p:txBody>
          </p:sp>
          <p:sp>
            <p:nvSpPr>
              <p:cNvPr id="9144" name="任意多边形: 形状 2504"/>
              <p:cNvSpPr/>
              <p:nvPr/>
            </p:nvSpPr>
            <p:spPr>
              <a:xfrm>
                <a:off x="578255" y="554949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45" name="文本框 9144"/>
              <p:cNvSpPr txBox="1"/>
              <p:nvPr/>
            </p:nvSpPr>
            <p:spPr>
              <a:xfrm rot="16200000">
                <a:off x="517639" y="528194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b3+ 349.15</a:t>
                </a:r>
              </a:p>
            </p:txBody>
          </p:sp>
          <p:sp>
            <p:nvSpPr>
              <p:cNvPr id="9146" name="任意多边形: 形状 2506"/>
              <p:cNvSpPr/>
              <p:nvPr/>
            </p:nvSpPr>
            <p:spPr>
              <a:xfrm>
                <a:off x="7264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FF"/>
                </a:solidFill>
                <a:prstDash val="solid"/>
                <a:round/>
              </a:ln>
            </p:spPr>
            <p:txBody>
              <a:bodyPr rtlCol="0" anchor="ctr"/>
              <a:lstStyle/>
              <a:p>
                <a:endParaRPr lang="zh-CN" altLang="en-US"/>
              </a:p>
            </p:txBody>
          </p:sp>
          <p:sp>
            <p:nvSpPr>
              <p:cNvPr id="9147" name="任意多边形: 形状 2507"/>
              <p:cNvSpPr/>
              <p:nvPr/>
            </p:nvSpPr>
            <p:spPr>
              <a:xfrm>
                <a:off x="726420" y="555576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48" name="文本框 9147"/>
              <p:cNvSpPr txBox="1"/>
              <p:nvPr/>
            </p:nvSpPr>
            <p:spPr>
              <a:xfrm rot="16200000">
                <a:off x="575825" y="5108951"/>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y3+ 381.18</a:t>
                </a:r>
              </a:p>
            </p:txBody>
          </p:sp>
          <p:sp>
            <p:nvSpPr>
              <p:cNvPr id="9149" name="任意多边形: 形状 2509"/>
              <p:cNvSpPr/>
              <p:nvPr/>
            </p:nvSpPr>
            <p:spPr>
              <a:xfrm>
                <a:off x="782764"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FF0000"/>
                </a:solidFill>
                <a:prstDash val="solid"/>
                <a:round/>
              </a:ln>
            </p:spPr>
            <p:txBody>
              <a:bodyPr rtlCol="0" anchor="ctr"/>
              <a:lstStyle/>
              <a:p>
                <a:endParaRPr lang="zh-CN" altLang="en-US"/>
              </a:p>
            </p:txBody>
          </p:sp>
          <p:sp>
            <p:nvSpPr>
              <p:cNvPr id="9150" name="任意多边形: 形状 2510"/>
              <p:cNvSpPr/>
              <p:nvPr/>
            </p:nvSpPr>
            <p:spPr>
              <a:xfrm>
                <a:off x="782764" y="5536961"/>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1" name="文本框 9150"/>
              <p:cNvSpPr txBox="1"/>
              <p:nvPr/>
            </p:nvSpPr>
            <p:spPr>
              <a:xfrm rot="16200000">
                <a:off x="638599" y="5283369"/>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b4+ 406.17</a:t>
                </a:r>
              </a:p>
            </p:txBody>
          </p:sp>
          <p:sp>
            <p:nvSpPr>
              <p:cNvPr id="9152" name="任意多边形: 形状 2512"/>
              <p:cNvSpPr/>
              <p:nvPr/>
            </p:nvSpPr>
            <p:spPr>
              <a:xfrm>
                <a:off x="82867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FF"/>
                </a:solidFill>
                <a:prstDash val="solid"/>
                <a:round/>
              </a:ln>
            </p:spPr>
            <p:txBody>
              <a:bodyPr rtlCol="0" anchor="ctr"/>
              <a:lstStyle/>
              <a:p>
                <a:endParaRPr lang="zh-CN" altLang="en-US"/>
              </a:p>
            </p:txBody>
          </p:sp>
          <p:sp>
            <p:nvSpPr>
              <p:cNvPr id="9153" name="任意多边形: 形状 2513"/>
              <p:cNvSpPr/>
              <p:nvPr/>
            </p:nvSpPr>
            <p:spPr>
              <a:xfrm>
                <a:off x="828675" y="555576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4" name="文本框 9153"/>
              <p:cNvSpPr txBox="1"/>
              <p:nvPr/>
            </p:nvSpPr>
            <p:spPr>
              <a:xfrm rot="16200000">
                <a:off x="742295" y="5106592"/>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y4+ 482.23</a:t>
                </a:r>
              </a:p>
            </p:txBody>
          </p:sp>
          <p:sp>
            <p:nvSpPr>
              <p:cNvPr id="9155" name="任意多边形: 形状 2515"/>
              <p:cNvSpPr/>
              <p:nvPr/>
            </p:nvSpPr>
            <p:spPr>
              <a:xfrm>
                <a:off x="966406"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FF0000"/>
                </a:solidFill>
                <a:prstDash val="solid"/>
                <a:round/>
              </a:ln>
            </p:spPr>
            <p:txBody>
              <a:bodyPr rtlCol="0" anchor="ctr"/>
              <a:lstStyle/>
              <a:p>
                <a:endParaRPr lang="zh-CN" altLang="en-US"/>
              </a:p>
            </p:txBody>
          </p:sp>
          <p:sp>
            <p:nvSpPr>
              <p:cNvPr id="9156" name="任意多边形: 形状 2516"/>
              <p:cNvSpPr/>
              <p:nvPr/>
            </p:nvSpPr>
            <p:spPr>
              <a:xfrm>
                <a:off x="966406" y="5505628"/>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7" name="文本框 9156"/>
              <p:cNvSpPr txBox="1"/>
              <p:nvPr/>
            </p:nvSpPr>
            <p:spPr>
              <a:xfrm rot="16200000">
                <a:off x="832568" y="5280707"/>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b5+ 521.20</a:t>
                </a:r>
              </a:p>
            </p:txBody>
          </p:sp>
          <p:sp>
            <p:nvSpPr>
              <p:cNvPr id="9158" name="任意多边形: 形状 2518"/>
              <p:cNvSpPr/>
              <p:nvPr/>
            </p:nvSpPr>
            <p:spPr>
              <a:xfrm>
                <a:off x="1035272"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FF"/>
                </a:solidFill>
                <a:prstDash val="solid"/>
                <a:round/>
              </a:ln>
            </p:spPr>
            <p:txBody>
              <a:bodyPr rtlCol="0" anchor="ctr"/>
              <a:lstStyle/>
              <a:p>
                <a:endParaRPr lang="zh-CN" altLang="en-US"/>
              </a:p>
            </p:txBody>
          </p:sp>
          <p:sp>
            <p:nvSpPr>
              <p:cNvPr id="9159" name="任意多边形: 形状 2519"/>
              <p:cNvSpPr/>
              <p:nvPr/>
            </p:nvSpPr>
            <p:spPr>
              <a:xfrm>
                <a:off x="1035272" y="5511895"/>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0" name="文本框 9159"/>
              <p:cNvSpPr txBox="1"/>
              <p:nvPr/>
            </p:nvSpPr>
            <p:spPr>
              <a:xfrm rot="16200000">
                <a:off x="874597" y="5173911"/>
                <a:ext cx="476412"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[M]++ 558.26</a:t>
                </a:r>
              </a:p>
            </p:txBody>
          </p:sp>
          <p:sp>
            <p:nvSpPr>
              <p:cNvPr id="9161" name="任意多边形: 形状 2521"/>
              <p:cNvSpPr/>
              <p:nvPr/>
            </p:nvSpPr>
            <p:spPr>
              <a:xfrm>
                <a:off x="1102051"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808080"/>
                </a:solidFill>
                <a:prstDash val="solid"/>
                <a:round/>
              </a:ln>
            </p:spPr>
            <p:txBody>
              <a:bodyPr rtlCol="0" anchor="ctr"/>
              <a:lstStyle/>
              <a:p>
                <a:endParaRPr lang="zh-CN" altLang="en-US"/>
              </a:p>
            </p:txBody>
          </p:sp>
          <p:sp>
            <p:nvSpPr>
              <p:cNvPr id="9162" name="任意多边形: 形状 2522"/>
              <p:cNvSpPr/>
              <p:nvPr/>
            </p:nvSpPr>
            <p:spPr>
              <a:xfrm>
                <a:off x="1102051" y="5528606"/>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3" name="文本框 9162"/>
              <p:cNvSpPr txBox="1"/>
              <p:nvPr/>
            </p:nvSpPr>
            <p:spPr>
              <a:xfrm rot="16200000">
                <a:off x="946697" y="5114676"/>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y5+ 595.31</a:t>
                </a:r>
              </a:p>
            </p:txBody>
          </p:sp>
          <p:sp>
            <p:nvSpPr>
              <p:cNvPr id="9164" name="任意多边形: 形状 2524"/>
              <p:cNvSpPr/>
              <p:nvPr/>
            </p:nvSpPr>
            <p:spPr>
              <a:xfrm>
                <a:off x="1170917"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FF0000"/>
                </a:solidFill>
                <a:prstDash val="solid"/>
                <a:round/>
              </a:ln>
            </p:spPr>
            <p:txBody>
              <a:bodyPr rtlCol="0" anchor="ctr"/>
              <a:lstStyle/>
              <a:p>
                <a:endParaRPr lang="zh-CN" altLang="en-US"/>
              </a:p>
            </p:txBody>
          </p:sp>
          <p:sp>
            <p:nvSpPr>
              <p:cNvPr id="9165" name="任意多边形: 形状 2525"/>
              <p:cNvSpPr/>
              <p:nvPr/>
            </p:nvSpPr>
            <p:spPr>
              <a:xfrm>
                <a:off x="1170917" y="5534872"/>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6" name="文本框 9165"/>
              <p:cNvSpPr txBox="1"/>
              <p:nvPr/>
            </p:nvSpPr>
            <p:spPr>
              <a:xfrm rot="16200000">
                <a:off x="1055828" y="5270903"/>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b6+ 634.28</a:t>
                </a:r>
              </a:p>
            </p:txBody>
          </p:sp>
          <p:sp>
            <p:nvSpPr>
              <p:cNvPr id="9167" name="任意多边形: 形状 2527"/>
              <p:cNvSpPr/>
              <p:nvPr/>
            </p:nvSpPr>
            <p:spPr>
              <a:xfrm>
                <a:off x="1239783" y="5382387"/>
                <a:ext cx="10531" cy="187995"/>
              </a:xfrm>
              <a:custGeom>
                <a:avLst/>
                <a:gdLst>
                  <a:gd name="connsiteX0" fmla="*/ 0 w 10531"/>
                  <a:gd name="connsiteY0" fmla="*/ 187996 h 187995"/>
                  <a:gd name="connsiteX1" fmla="*/ 0 w 10531"/>
                  <a:gd name="connsiteY1" fmla="*/ 0 h 187995"/>
                </a:gdLst>
                <a:ahLst/>
                <a:cxnLst>
                  <a:cxn ang="0">
                    <a:pos x="connsiteX0" y="connsiteY0"/>
                  </a:cxn>
                  <a:cxn ang="0">
                    <a:pos x="connsiteX1" y="connsiteY1"/>
                  </a:cxn>
                </a:cxnLst>
                <a:rect l="l" t="t" r="r" b="b"/>
                <a:pathLst>
                  <a:path w="10531" h="187995">
                    <a:moveTo>
                      <a:pt x="0" y="187996"/>
                    </a:moveTo>
                    <a:lnTo>
                      <a:pt x="0" y="0"/>
                    </a:lnTo>
                  </a:path>
                </a:pathLst>
              </a:custGeom>
              <a:noFill/>
              <a:ln w="2079" cap="rnd">
                <a:solidFill>
                  <a:srgbClr val="0000FF"/>
                </a:solidFill>
                <a:prstDash val="solid"/>
                <a:round/>
              </a:ln>
            </p:spPr>
            <p:txBody>
              <a:bodyPr rtlCol="0" anchor="ctr"/>
              <a:lstStyle/>
              <a:p>
                <a:endParaRPr lang="zh-CN" altLang="en-US"/>
              </a:p>
            </p:txBody>
          </p:sp>
          <p:sp>
            <p:nvSpPr>
              <p:cNvPr id="9168" name="任意多边形: 形状 2528"/>
              <p:cNvSpPr/>
              <p:nvPr/>
            </p:nvSpPr>
            <p:spPr>
              <a:xfrm>
                <a:off x="1239783" y="5382387"/>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9" name="文本框 9168"/>
              <p:cNvSpPr txBox="1"/>
              <p:nvPr/>
            </p:nvSpPr>
            <p:spPr>
              <a:xfrm rot="16200000">
                <a:off x="1153152" y="5112818"/>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y6+ 710.33</a:t>
                </a:r>
              </a:p>
            </p:txBody>
          </p:sp>
          <p:sp>
            <p:nvSpPr>
              <p:cNvPr id="9170" name="任意多边形: 形状 2530"/>
              <p:cNvSpPr/>
              <p:nvPr/>
            </p:nvSpPr>
            <p:spPr>
              <a:xfrm>
                <a:off x="1377517"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FF0000"/>
                </a:solidFill>
                <a:prstDash val="solid"/>
                <a:round/>
              </a:ln>
            </p:spPr>
            <p:txBody>
              <a:bodyPr rtlCol="0" anchor="ctr"/>
              <a:lstStyle/>
              <a:p>
                <a:endParaRPr lang="zh-CN" altLang="en-US"/>
              </a:p>
            </p:txBody>
          </p:sp>
          <p:sp>
            <p:nvSpPr>
              <p:cNvPr id="9171" name="任意多边形: 形状 2531"/>
              <p:cNvSpPr/>
              <p:nvPr/>
            </p:nvSpPr>
            <p:spPr>
              <a:xfrm>
                <a:off x="1377517" y="553905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2" name="文本框 9171"/>
              <p:cNvSpPr txBox="1"/>
              <p:nvPr/>
            </p:nvSpPr>
            <p:spPr>
              <a:xfrm rot="16200000">
                <a:off x="1232060" y="5267522"/>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b7+ 735.34</a:t>
                </a:r>
              </a:p>
            </p:txBody>
          </p:sp>
          <p:sp>
            <p:nvSpPr>
              <p:cNvPr id="9173" name="任意多边形: 形状 2533"/>
              <p:cNvSpPr/>
              <p:nvPr/>
            </p:nvSpPr>
            <p:spPr>
              <a:xfrm>
                <a:off x="1423426" y="5440873"/>
                <a:ext cx="10531" cy="129508"/>
              </a:xfrm>
              <a:custGeom>
                <a:avLst/>
                <a:gdLst>
                  <a:gd name="connsiteX0" fmla="*/ 0 w 10531"/>
                  <a:gd name="connsiteY0" fmla="*/ 129509 h 129508"/>
                  <a:gd name="connsiteX1" fmla="*/ 0 w 10531"/>
                  <a:gd name="connsiteY1" fmla="*/ 0 h 129508"/>
                </a:gdLst>
                <a:ahLst/>
                <a:cxnLst>
                  <a:cxn ang="0">
                    <a:pos x="connsiteX0" y="connsiteY0"/>
                  </a:cxn>
                  <a:cxn ang="0">
                    <a:pos x="connsiteX1" y="connsiteY1"/>
                  </a:cxn>
                </a:cxnLst>
                <a:rect l="l" t="t" r="r" b="b"/>
                <a:pathLst>
                  <a:path w="10531" h="129508">
                    <a:moveTo>
                      <a:pt x="0" y="129509"/>
                    </a:moveTo>
                    <a:lnTo>
                      <a:pt x="0" y="0"/>
                    </a:lnTo>
                  </a:path>
                </a:pathLst>
              </a:custGeom>
              <a:noFill/>
              <a:ln w="2079" cap="rnd">
                <a:solidFill>
                  <a:srgbClr val="0000FF"/>
                </a:solidFill>
                <a:prstDash val="solid"/>
                <a:round/>
              </a:ln>
            </p:spPr>
            <p:txBody>
              <a:bodyPr rtlCol="0" anchor="ctr"/>
              <a:lstStyle/>
              <a:p>
                <a:endParaRPr lang="zh-CN" altLang="en-US"/>
              </a:p>
            </p:txBody>
          </p:sp>
          <p:sp>
            <p:nvSpPr>
              <p:cNvPr id="9174" name="任意多边形: 形状 2534"/>
              <p:cNvSpPr/>
              <p:nvPr/>
            </p:nvSpPr>
            <p:spPr>
              <a:xfrm>
                <a:off x="1423426" y="544087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5" name="文本框 9174"/>
              <p:cNvSpPr txBox="1"/>
              <p:nvPr/>
            </p:nvSpPr>
            <p:spPr>
              <a:xfrm rot="16200000">
                <a:off x="1274666" y="5114373"/>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y7+ 767.36</a:t>
                </a:r>
              </a:p>
            </p:txBody>
          </p:sp>
          <p:sp>
            <p:nvSpPr>
              <p:cNvPr id="9176" name="任意多边形: 形状 2536"/>
              <p:cNvSpPr/>
              <p:nvPr/>
            </p:nvSpPr>
            <p:spPr>
              <a:xfrm>
                <a:off x="14797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FF0000"/>
                </a:solidFill>
                <a:prstDash val="solid"/>
                <a:round/>
              </a:ln>
            </p:spPr>
            <p:txBody>
              <a:bodyPr rtlCol="0" anchor="ctr"/>
              <a:lstStyle/>
              <a:p>
                <a:endParaRPr lang="zh-CN" altLang="en-US"/>
              </a:p>
            </p:txBody>
          </p:sp>
          <p:sp>
            <p:nvSpPr>
              <p:cNvPr id="9177" name="任意多边形: 形状 2537"/>
              <p:cNvSpPr/>
              <p:nvPr/>
            </p:nvSpPr>
            <p:spPr>
              <a:xfrm>
                <a:off x="1479772" y="5528605"/>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8" name="文本框 9177"/>
              <p:cNvSpPr txBox="1"/>
              <p:nvPr/>
            </p:nvSpPr>
            <p:spPr>
              <a:xfrm rot="16200000">
                <a:off x="1381146" y="511281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y8+ 824.38</a:t>
                </a:r>
              </a:p>
            </p:txBody>
          </p:sp>
          <p:sp>
            <p:nvSpPr>
              <p:cNvPr id="9179" name="任意多边形: 形状 2539"/>
              <p:cNvSpPr/>
              <p:nvPr/>
            </p:nvSpPr>
            <p:spPr>
              <a:xfrm>
                <a:off x="1584111" y="5472207"/>
                <a:ext cx="10531" cy="98175"/>
              </a:xfrm>
              <a:custGeom>
                <a:avLst/>
                <a:gdLst>
                  <a:gd name="connsiteX0" fmla="*/ 0 w 10531"/>
                  <a:gd name="connsiteY0" fmla="*/ 98175 h 98175"/>
                  <a:gd name="connsiteX1" fmla="*/ 0 w 10531"/>
                  <a:gd name="connsiteY1" fmla="*/ 0 h 98175"/>
                </a:gdLst>
                <a:ahLst/>
                <a:cxnLst>
                  <a:cxn ang="0">
                    <a:pos x="connsiteX0" y="connsiteY0"/>
                  </a:cxn>
                  <a:cxn ang="0">
                    <a:pos x="connsiteX1" y="connsiteY1"/>
                  </a:cxn>
                </a:cxnLst>
                <a:rect l="l" t="t" r="r" b="b"/>
                <a:pathLst>
                  <a:path w="10531" h="98175">
                    <a:moveTo>
                      <a:pt x="0" y="98175"/>
                    </a:moveTo>
                    <a:lnTo>
                      <a:pt x="0" y="0"/>
                    </a:lnTo>
                  </a:path>
                </a:pathLst>
              </a:custGeom>
              <a:noFill/>
              <a:ln w="2079" cap="rnd">
                <a:solidFill>
                  <a:srgbClr val="FF0000"/>
                </a:solidFill>
                <a:prstDash val="solid"/>
                <a:round/>
              </a:ln>
            </p:spPr>
            <p:txBody>
              <a:bodyPr rtlCol="0" anchor="ctr"/>
              <a:lstStyle/>
              <a:p>
                <a:endParaRPr lang="zh-CN" altLang="en-US"/>
              </a:p>
            </p:txBody>
          </p:sp>
          <p:sp>
            <p:nvSpPr>
              <p:cNvPr id="9180" name="任意多边形: 形状 2540"/>
              <p:cNvSpPr/>
              <p:nvPr/>
            </p:nvSpPr>
            <p:spPr>
              <a:xfrm>
                <a:off x="1584111" y="5472207"/>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1" name="文本框 9180"/>
              <p:cNvSpPr txBox="1"/>
              <p:nvPr/>
            </p:nvSpPr>
            <p:spPr>
              <a:xfrm rot="16200000">
                <a:off x="1428372" y="5265869"/>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b8+ 849.38</a:t>
                </a:r>
              </a:p>
            </p:txBody>
          </p:sp>
          <p:sp>
            <p:nvSpPr>
              <p:cNvPr id="9182" name="任意多边形: 形状 2542"/>
              <p:cNvSpPr/>
              <p:nvPr/>
            </p:nvSpPr>
            <p:spPr>
              <a:xfrm>
                <a:off x="1627935" y="5513983"/>
                <a:ext cx="10531" cy="56398"/>
              </a:xfrm>
              <a:custGeom>
                <a:avLst/>
                <a:gdLst>
                  <a:gd name="connsiteX0" fmla="*/ 0 w 10531"/>
                  <a:gd name="connsiteY0" fmla="*/ 56398 h 56398"/>
                  <a:gd name="connsiteX1" fmla="*/ 0 w 10531"/>
                  <a:gd name="connsiteY1" fmla="*/ 0 h 56398"/>
                </a:gdLst>
                <a:ahLst/>
                <a:cxnLst>
                  <a:cxn ang="0">
                    <a:pos x="connsiteX0" y="connsiteY0"/>
                  </a:cxn>
                  <a:cxn ang="0">
                    <a:pos x="connsiteX1" y="connsiteY1"/>
                  </a:cxn>
                </a:cxnLst>
                <a:rect l="l" t="t" r="r" b="b"/>
                <a:pathLst>
                  <a:path w="10531" h="56398">
                    <a:moveTo>
                      <a:pt x="0" y="56398"/>
                    </a:moveTo>
                    <a:lnTo>
                      <a:pt x="0" y="0"/>
                    </a:lnTo>
                  </a:path>
                </a:pathLst>
              </a:custGeom>
              <a:noFill/>
              <a:ln w="2079" cap="rnd">
                <a:solidFill>
                  <a:srgbClr val="0000FF"/>
                </a:solidFill>
                <a:prstDash val="solid"/>
                <a:round/>
              </a:ln>
            </p:spPr>
            <p:txBody>
              <a:bodyPr rtlCol="0" anchor="ctr"/>
              <a:lstStyle/>
              <a:p>
                <a:endParaRPr lang="zh-CN" altLang="en-US"/>
              </a:p>
            </p:txBody>
          </p:sp>
          <p:sp>
            <p:nvSpPr>
              <p:cNvPr id="9183" name="任意多边形: 形状 2543"/>
              <p:cNvSpPr/>
              <p:nvPr/>
            </p:nvSpPr>
            <p:spPr>
              <a:xfrm>
                <a:off x="1627935" y="551398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4" name="文本框 9183"/>
              <p:cNvSpPr txBox="1"/>
              <p:nvPr/>
            </p:nvSpPr>
            <p:spPr>
              <a:xfrm rot="16200000">
                <a:off x="1616824" y="5260959"/>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b9+ 950.43</a:t>
                </a:r>
              </a:p>
            </p:txBody>
          </p:sp>
          <p:sp>
            <p:nvSpPr>
              <p:cNvPr id="9185" name="任意多边形: 形状 2545"/>
              <p:cNvSpPr/>
              <p:nvPr/>
            </p:nvSpPr>
            <p:spPr>
              <a:xfrm>
                <a:off x="1811580" y="5445051"/>
                <a:ext cx="10531" cy="125330"/>
              </a:xfrm>
              <a:custGeom>
                <a:avLst/>
                <a:gdLst>
                  <a:gd name="connsiteX0" fmla="*/ 0 w 10531"/>
                  <a:gd name="connsiteY0" fmla="*/ 125331 h 125330"/>
                  <a:gd name="connsiteX1" fmla="*/ 0 w 10531"/>
                  <a:gd name="connsiteY1" fmla="*/ 0 h 125330"/>
                </a:gdLst>
                <a:ahLst/>
                <a:cxnLst>
                  <a:cxn ang="0">
                    <a:pos x="connsiteX0" y="connsiteY0"/>
                  </a:cxn>
                  <a:cxn ang="0">
                    <a:pos x="connsiteX1" y="connsiteY1"/>
                  </a:cxn>
                </a:cxnLst>
                <a:rect l="l" t="t" r="r" b="b"/>
                <a:pathLst>
                  <a:path w="10531" h="125330">
                    <a:moveTo>
                      <a:pt x="0" y="125331"/>
                    </a:moveTo>
                    <a:lnTo>
                      <a:pt x="0" y="0"/>
                    </a:lnTo>
                  </a:path>
                </a:pathLst>
              </a:custGeom>
              <a:noFill/>
              <a:ln w="2079" cap="rnd">
                <a:solidFill>
                  <a:srgbClr val="0000FF"/>
                </a:solidFill>
                <a:prstDash val="solid"/>
                <a:round/>
              </a:ln>
            </p:spPr>
            <p:txBody>
              <a:bodyPr rtlCol="0" anchor="ctr"/>
              <a:lstStyle/>
              <a:p>
                <a:endParaRPr lang="zh-CN" altLang="en-US"/>
              </a:p>
            </p:txBody>
          </p:sp>
          <p:sp>
            <p:nvSpPr>
              <p:cNvPr id="9186" name="任意多边形: 形状 2546"/>
              <p:cNvSpPr/>
              <p:nvPr/>
            </p:nvSpPr>
            <p:spPr>
              <a:xfrm>
                <a:off x="1811580" y="5445052"/>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7" name="文本框 9186"/>
              <p:cNvSpPr txBox="1"/>
              <p:nvPr/>
            </p:nvSpPr>
            <p:spPr>
              <a:xfrm rot="16200000">
                <a:off x="1672105" y="512279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y9+ 987.45</a:t>
                </a:r>
              </a:p>
            </p:txBody>
          </p:sp>
          <p:sp>
            <p:nvSpPr>
              <p:cNvPr id="9188" name="任意多边形: 形状 2548"/>
              <p:cNvSpPr/>
              <p:nvPr/>
            </p:nvSpPr>
            <p:spPr>
              <a:xfrm>
                <a:off x="1878352"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FF0000"/>
                </a:solidFill>
                <a:prstDash val="solid"/>
                <a:round/>
              </a:ln>
            </p:spPr>
            <p:txBody>
              <a:bodyPr rtlCol="0" anchor="ctr"/>
              <a:lstStyle/>
              <a:p>
                <a:endParaRPr lang="zh-CN" altLang="en-US"/>
              </a:p>
            </p:txBody>
          </p:sp>
          <p:sp>
            <p:nvSpPr>
              <p:cNvPr id="9189" name="任意多边形: 形状 2549"/>
              <p:cNvSpPr/>
              <p:nvPr/>
            </p:nvSpPr>
            <p:spPr>
              <a:xfrm>
                <a:off x="1878352" y="5522339"/>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90" name="文本框 9189"/>
              <p:cNvSpPr txBox="1"/>
              <p:nvPr/>
            </p:nvSpPr>
            <p:spPr>
              <a:xfrm rot="16200000">
                <a:off x="1905830" y="5191995"/>
                <a:ext cx="473206"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[M]+ 1115.50</a:t>
                </a:r>
              </a:p>
            </p:txBody>
          </p:sp>
          <p:sp>
            <p:nvSpPr>
              <p:cNvPr id="9191" name="任意多边形: 形状 2551"/>
              <p:cNvSpPr/>
              <p:nvPr/>
            </p:nvSpPr>
            <p:spPr>
              <a:xfrm>
                <a:off x="2109991"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2079" cap="rnd">
                <a:solidFill>
                  <a:srgbClr val="808080"/>
                </a:solidFill>
                <a:prstDash val="solid"/>
                <a:round/>
              </a:ln>
            </p:spPr>
            <p:txBody>
              <a:bodyPr rtlCol="0" anchor="ctr"/>
              <a:lstStyle/>
              <a:p>
                <a:endParaRPr lang="zh-CN" altLang="en-US"/>
              </a:p>
            </p:txBody>
          </p:sp>
          <p:sp>
            <p:nvSpPr>
              <p:cNvPr id="9192" name="任意多边形: 形状 2553"/>
              <p:cNvSpPr/>
              <p:nvPr/>
            </p:nvSpPr>
            <p:spPr>
              <a:xfrm>
                <a:off x="2022344"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193" name="任意多边形: 形状 2554"/>
              <p:cNvSpPr/>
              <p:nvPr/>
            </p:nvSpPr>
            <p:spPr>
              <a:xfrm>
                <a:off x="2005651" y="4985506"/>
                <a:ext cx="16693" cy="16710"/>
              </a:xfrm>
              <a:custGeom>
                <a:avLst/>
                <a:gdLst>
                  <a:gd name="connsiteX0" fmla="*/ 16693 w 16693"/>
                  <a:gd name="connsiteY0" fmla="*/ 0 h 16710"/>
                  <a:gd name="connsiteX1" fmla="*/ 0 w 16693"/>
                  <a:gd name="connsiteY1" fmla="*/ 16711 h 16710"/>
                </a:gdLst>
                <a:ahLst/>
                <a:cxnLst>
                  <a:cxn ang="0">
                    <a:pos x="connsiteX0" y="connsiteY0"/>
                  </a:cxn>
                  <a:cxn ang="0">
                    <a:pos x="connsiteX1" y="connsiteY1"/>
                  </a:cxn>
                </a:cxnLst>
                <a:rect l="l" t="t" r="r" b="b"/>
                <a:pathLst>
                  <a:path w="16693"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grpSp>
            <p:nvGrpSpPr>
              <p:cNvPr id="9194" name="图形 1957"/>
              <p:cNvGrpSpPr/>
              <p:nvPr/>
            </p:nvGrpSpPr>
            <p:grpSpPr>
              <a:xfrm>
                <a:off x="1914211" y="4881982"/>
                <a:ext cx="250267" cy="213597"/>
                <a:chOff x="1914210" y="4985493"/>
                <a:chExt cx="250267" cy="213597"/>
              </a:xfrm>
              <a:solidFill>
                <a:srgbClr val="000000"/>
              </a:solidFill>
            </p:grpSpPr>
            <p:sp>
              <p:nvSpPr>
                <p:cNvPr id="9195" name="文本框 9194"/>
                <p:cNvSpPr txBox="1"/>
                <p:nvPr/>
              </p:nvSpPr>
              <p:spPr>
                <a:xfrm>
                  <a:off x="1914210" y="5060591"/>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b9</a:t>
                  </a:r>
                </a:p>
              </p:txBody>
            </p:sp>
            <p:sp>
              <p:nvSpPr>
                <p:cNvPr id="9196" name="文本框 9195"/>
                <p:cNvSpPr txBox="1"/>
                <p:nvPr/>
              </p:nvSpPr>
              <p:spPr>
                <a:xfrm>
                  <a:off x="1941339" y="4985493"/>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grpSp>
          <p:sp>
            <p:nvSpPr>
              <p:cNvPr id="9197" name="任意多边形: 形状 2558"/>
              <p:cNvSpPr/>
              <p:nvPr/>
            </p:nvSpPr>
            <p:spPr>
              <a:xfrm>
                <a:off x="1953487"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198" name="任意多边形: 形状 2559"/>
              <p:cNvSpPr/>
              <p:nvPr/>
            </p:nvSpPr>
            <p:spPr>
              <a:xfrm>
                <a:off x="1936783" y="4985506"/>
                <a:ext cx="16703" cy="16710"/>
              </a:xfrm>
              <a:custGeom>
                <a:avLst/>
                <a:gdLst>
                  <a:gd name="connsiteX0" fmla="*/ 16704 w 16703"/>
                  <a:gd name="connsiteY0" fmla="*/ 0 h 16710"/>
                  <a:gd name="connsiteX1" fmla="*/ 0 w 16703"/>
                  <a:gd name="connsiteY1" fmla="*/ 16711 h 16710"/>
                </a:gdLst>
                <a:ahLst/>
                <a:cxnLst>
                  <a:cxn ang="0">
                    <a:pos x="connsiteX0" y="connsiteY0"/>
                  </a:cxn>
                  <a:cxn ang="0">
                    <a:pos x="connsiteX1" y="connsiteY1"/>
                  </a:cxn>
                </a:cxnLst>
                <a:rect l="l" t="t" r="r" b="b"/>
                <a:pathLst>
                  <a:path w="16703" h="16710">
                    <a:moveTo>
                      <a:pt x="16704"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199" name="文本框 9198"/>
              <p:cNvSpPr txBox="1"/>
              <p:nvPr/>
            </p:nvSpPr>
            <p:spPr>
              <a:xfrm>
                <a:off x="1845342"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b8</a:t>
                </a:r>
              </a:p>
            </p:txBody>
          </p:sp>
          <p:sp>
            <p:nvSpPr>
              <p:cNvPr id="9200" name="任意多边形: 形状 2561"/>
              <p:cNvSpPr/>
              <p:nvPr/>
            </p:nvSpPr>
            <p:spPr>
              <a:xfrm>
                <a:off x="1953487"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01" name="文本框 9200"/>
              <p:cNvSpPr txBox="1"/>
              <p:nvPr/>
            </p:nvSpPr>
            <p:spPr>
              <a:xfrm>
                <a:off x="1878739"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y2</a:t>
                </a:r>
              </a:p>
            </p:txBody>
          </p:sp>
          <p:sp>
            <p:nvSpPr>
              <p:cNvPr id="9202" name="文本框 9201"/>
              <p:cNvSpPr txBox="1"/>
              <p:nvPr/>
            </p:nvSpPr>
            <p:spPr>
              <a:xfrm>
                <a:off x="1872478"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T</a:t>
                </a:r>
              </a:p>
            </p:txBody>
          </p:sp>
          <p:sp>
            <p:nvSpPr>
              <p:cNvPr id="9203" name="任意多边形: 形状 2564"/>
              <p:cNvSpPr/>
              <p:nvPr/>
            </p:nvSpPr>
            <p:spPr>
              <a:xfrm>
                <a:off x="1884619"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04" name="任意多边形: 形状 2565"/>
              <p:cNvSpPr/>
              <p:nvPr/>
            </p:nvSpPr>
            <p:spPr>
              <a:xfrm>
                <a:off x="1867925"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05" name="文本框 9204"/>
              <p:cNvSpPr txBox="1"/>
              <p:nvPr/>
            </p:nvSpPr>
            <p:spPr>
              <a:xfrm>
                <a:off x="1776484"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b7</a:t>
                </a:r>
              </a:p>
            </p:txBody>
          </p:sp>
          <p:sp>
            <p:nvSpPr>
              <p:cNvPr id="9206" name="任意多边形: 形状 2567"/>
              <p:cNvSpPr/>
              <p:nvPr/>
            </p:nvSpPr>
            <p:spPr>
              <a:xfrm>
                <a:off x="1884619"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07" name="文本框 9206"/>
              <p:cNvSpPr txBox="1"/>
              <p:nvPr/>
            </p:nvSpPr>
            <p:spPr>
              <a:xfrm>
                <a:off x="1809871"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y3</a:t>
                </a:r>
              </a:p>
            </p:txBody>
          </p:sp>
          <p:sp>
            <p:nvSpPr>
              <p:cNvPr id="9208" name="文本框 9207"/>
              <p:cNvSpPr txBox="1"/>
              <p:nvPr/>
            </p:nvSpPr>
            <p:spPr>
              <a:xfrm>
                <a:off x="1803610" y="4881982"/>
                <a:ext cx="231154"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N</a:t>
                </a:r>
              </a:p>
            </p:txBody>
          </p:sp>
          <p:sp>
            <p:nvSpPr>
              <p:cNvPr id="9209" name="任意多边形: 形状 2570"/>
              <p:cNvSpPr/>
              <p:nvPr/>
            </p:nvSpPr>
            <p:spPr>
              <a:xfrm>
                <a:off x="1815750"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10" name="任意多边形: 形状 2571"/>
              <p:cNvSpPr/>
              <p:nvPr/>
            </p:nvSpPr>
            <p:spPr>
              <a:xfrm>
                <a:off x="1799056"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11" name="文本框 9210"/>
              <p:cNvSpPr txBox="1"/>
              <p:nvPr/>
            </p:nvSpPr>
            <p:spPr>
              <a:xfrm>
                <a:off x="1707616"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b6</a:t>
                </a:r>
              </a:p>
            </p:txBody>
          </p:sp>
          <p:sp>
            <p:nvSpPr>
              <p:cNvPr id="9212" name="任意多边形: 形状 2573"/>
              <p:cNvSpPr/>
              <p:nvPr/>
            </p:nvSpPr>
            <p:spPr>
              <a:xfrm>
                <a:off x="1815750"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13" name="文本框 9212"/>
              <p:cNvSpPr txBox="1"/>
              <p:nvPr/>
            </p:nvSpPr>
            <p:spPr>
              <a:xfrm>
                <a:off x="1741002"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y4</a:t>
                </a:r>
              </a:p>
            </p:txBody>
          </p:sp>
          <p:sp>
            <p:nvSpPr>
              <p:cNvPr id="9214" name="文本框 9213"/>
              <p:cNvSpPr txBox="1"/>
              <p:nvPr/>
            </p:nvSpPr>
            <p:spPr>
              <a:xfrm>
                <a:off x="1734742"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T</a:t>
                </a:r>
              </a:p>
            </p:txBody>
          </p:sp>
          <p:sp>
            <p:nvSpPr>
              <p:cNvPr id="9215" name="任意多边形: 形状 2576"/>
              <p:cNvSpPr/>
              <p:nvPr/>
            </p:nvSpPr>
            <p:spPr>
              <a:xfrm>
                <a:off x="1746882"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16" name="任意多边形: 形状 2577"/>
              <p:cNvSpPr/>
              <p:nvPr/>
            </p:nvSpPr>
            <p:spPr>
              <a:xfrm>
                <a:off x="1730188"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17" name="文本框 9216"/>
              <p:cNvSpPr txBox="1"/>
              <p:nvPr/>
            </p:nvSpPr>
            <p:spPr>
              <a:xfrm>
                <a:off x="1638748"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b5</a:t>
                </a:r>
              </a:p>
            </p:txBody>
          </p:sp>
          <p:sp>
            <p:nvSpPr>
              <p:cNvPr id="9218" name="任意多边形: 形状 2579"/>
              <p:cNvSpPr/>
              <p:nvPr/>
            </p:nvSpPr>
            <p:spPr>
              <a:xfrm>
                <a:off x="1746882"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19" name="文本框 9218"/>
              <p:cNvSpPr txBox="1"/>
              <p:nvPr/>
            </p:nvSpPr>
            <p:spPr>
              <a:xfrm>
                <a:off x="1672134"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y5</a:t>
                </a:r>
              </a:p>
            </p:txBody>
          </p:sp>
          <p:sp>
            <p:nvSpPr>
              <p:cNvPr id="9220" name="文本框 9219"/>
              <p:cNvSpPr txBox="1"/>
              <p:nvPr/>
            </p:nvSpPr>
            <p:spPr>
              <a:xfrm>
                <a:off x="1665874"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L</a:t>
                </a:r>
              </a:p>
            </p:txBody>
          </p:sp>
          <p:sp>
            <p:nvSpPr>
              <p:cNvPr id="9221" name="任意多边形: 形状 2582"/>
              <p:cNvSpPr/>
              <p:nvPr/>
            </p:nvSpPr>
            <p:spPr>
              <a:xfrm>
                <a:off x="1678025"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22" name="任意多边形: 形状 2583"/>
              <p:cNvSpPr/>
              <p:nvPr/>
            </p:nvSpPr>
            <p:spPr>
              <a:xfrm>
                <a:off x="1661321" y="4985506"/>
                <a:ext cx="16703" cy="16710"/>
              </a:xfrm>
              <a:custGeom>
                <a:avLst/>
                <a:gdLst>
                  <a:gd name="connsiteX0" fmla="*/ 16704 w 16703"/>
                  <a:gd name="connsiteY0" fmla="*/ 0 h 16710"/>
                  <a:gd name="connsiteX1" fmla="*/ 0 w 16703"/>
                  <a:gd name="connsiteY1" fmla="*/ 16711 h 16710"/>
                </a:gdLst>
                <a:ahLst/>
                <a:cxnLst>
                  <a:cxn ang="0">
                    <a:pos x="connsiteX0" y="connsiteY0"/>
                  </a:cxn>
                  <a:cxn ang="0">
                    <a:pos x="connsiteX1" y="connsiteY1"/>
                  </a:cxn>
                </a:cxnLst>
                <a:rect l="l" t="t" r="r" b="b"/>
                <a:pathLst>
                  <a:path w="16703" h="16710">
                    <a:moveTo>
                      <a:pt x="16704"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23" name="文本框 9222"/>
              <p:cNvSpPr txBox="1"/>
              <p:nvPr/>
            </p:nvSpPr>
            <p:spPr>
              <a:xfrm>
                <a:off x="1569880"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b4</a:t>
                </a:r>
              </a:p>
            </p:txBody>
          </p:sp>
          <p:sp>
            <p:nvSpPr>
              <p:cNvPr id="9224" name="任意多边形: 形状 2585"/>
              <p:cNvSpPr/>
              <p:nvPr/>
            </p:nvSpPr>
            <p:spPr>
              <a:xfrm>
                <a:off x="1678025"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25" name="文本框 9224"/>
              <p:cNvSpPr txBox="1"/>
              <p:nvPr/>
            </p:nvSpPr>
            <p:spPr>
              <a:xfrm>
                <a:off x="1603277"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y6</a:t>
                </a:r>
              </a:p>
            </p:txBody>
          </p:sp>
          <p:sp>
            <p:nvSpPr>
              <p:cNvPr id="9226" name="文本框 9225"/>
              <p:cNvSpPr txBox="1"/>
              <p:nvPr/>
            </p:nvSpPr>
            <p:spPr>
              <a:xfrm>
                <a:off x="1597016" y="4881982"/>
                <a:ext cx="231154"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D</a:t>
                </a:r>
              </a:p>
            </p:txBody>
          </p:sp>
          <p:sp>
            <p:nvSpPr>
              <p:cNvPr id="9227" name="任意多边形: 形状 2588"/>
              <p:cNvSpPr/>
              <p:nvPr/>
            </p:nvSpPr>
            <p:spPr>
              <a:xfrm>
                <a:off x="1609156"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28" name="任意多边形: 形状 2589"/>
              <p:cNvSpPr/>
              <p:nvPr/>
            </p:nvSpPr>
            <p:spPr>
              <a:xfrm>
                <a:off x="1592463" y="4985506"/>
                <a:ext cx="16693" cy="16710"/>
              </a:xfrm>
              <a:custGeom>
                <a:avLst/>
                <a:gdLst>
                  <a:gd name="connsiteX0" fmla="*/ 16693 w 16693"/>
                  <a:gd name="connsiteY0" fmla="*/ 0 h 16710"/>
                  <a:gd name="connsiteX1" fmla="*/ 0 w 16693"/>
                  <a:gd name="connsiteY1" fmla="*/ 16711 h 16710"/>
                </a:gdLst>
                <a:ahLst/>
                <a:cxnLst>
                  <a:cxn ang="0">
                    <a:pos x="connsiteX0" y="connsiteY0"/>
                  </a:cxn>
                  <a:cxn ang="0">
                    <a:pos x="connsiteX1" y="connsiteY1"/>
                  </a:cxn>
                </a:cxnLst>
                <a:rect l="l" t="t" r="r" b="b"/>
                <a:pathLst>
                  <a:path w="16693"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29" name="文本框 9228"/>
              <p:cNvSpPr txBox="1"/>
              <p:nvPr/>
            </p:nvSpPr>
            <p:spPr>
              <a:xfrm>
                <a:off x="1501022"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b3</a:t>
                </a:r>
              </a:p>
            </p:txBody>
          </p:sp>
          <p:sp>
            <p:nvSpPr>
              <p:cNvPr id="9230" name="任意多边形: 形状 2591"/>
              <p:cNvSpPr/>
              <p:nvPr/>
            </p:nvSpPr>
            <p:spPr>
              <a:xfrm>
                <a:off x="1609156"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31" name="文本框 9230"/>
              <p:cNvSpPr txBox="1"/>
              <p:nvPr/>
            </p:nvSpPr>
            <p:spPr>
              <a:xfrm>
                <a:off x="1534408"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y7</a:t>
                </a:r>
              </a:p>
            </p:txBody>
          </p:sp>
          <p:sp>
            <p:nvSpPr>
              <p:cNvPr id="9232" name="文本框 9231"/>
              <p:cNvSpPr txBox="1"/>
              <p:nvPr/>
            </p:nvSpPr>
            <p:spPr>
              <a:xfrm>
                <a:off x="1528148" y="4881982"/>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233" name="任意多边形: 形状 2594"/>
              <p:cNvSpPr/>
              <p:nvPr/>
            </p:nvSpPr>
            <p:spPr>
              <a:xfrm>
                <a:off x="1540288"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34" name="任意多边形: 形状 2595"/>
              <p:cNvSpPr/>
              <p:nvPr/>
            </p:nvSpPr>
            <p:spPr>
              <a:xfrm>
                <a:off x="1540288"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35" name="文本框 9234"/>
              <p:cNvSpPr txBox="1"/>
              <p:nvPr/>
            </p:nvSpPr>
            <p:spPr>
              <a:xfrm>
                <a:off x="1465540"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y8</a:t>
                </a:r>
              </a:p>
            </p:txBody>
          </p:sp>
          <p:sp>
            <p:nvSpPr>
              <p:cNvPr id="9236" name="文本框 9235"/>
              <p:cNvSpPr txBox="1"/>
              <p:nvPr/>
            </p:nvSpPr>
            <p:spPr>
              <a:xfrm>
                <a:off x="1459280" y="4881982"/>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237" name="任意多边形: 形状 2598"/>
              <p:cNvSpPr/>
              <p:nvPr/>
            </p:nvSpPr>
            <p:spPr>
              <a:xfrm>
                <a:off x="1471420"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38" name="任意多边形: 形状 2599"/>
              <p:cNvSpPr/>
              <p:nvPr/>
            </p:nvSpPr>
            <p:spPr>
              <a:xfrm>
                <a:off x="1471420"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grpSp>
            <p:nvGrpSpPr>
              <p:cNvPr id="9239" name="图形 1957"/>
              <p:cNvGrpSpPr/>
              <p:nvPr/>
            </p:nvGrpSpPr>
            <p:grpSpPr>
              <a:xfrm>
                <a:off x="1231812" y="4830758"/>
                <a:ext cx="391204" cy="220501"/>
                <a:chOff x="1231812" y="4934269"/>
                <a:chExt cx="391204" cy="220501"/>
              </a:xfrm>
              <a:solidFill>
                <a:srgbClr val="000000"/>
              </a:solidFill>
            </p:grpSpPr>
            <p:sp>
              <p:nvSpPr>
                <p:cNvPr id="9240" name="文本框 9239"/>
                <p:cNvSpPr txBox="1"/>
                <p:nvPr/>
              </p:nvSpPr>
              <p:spPr>
                <a:xfrm>
                  <a:off x="1396672" y="4939438"/>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y9</a:t>
                  </a:r>
                </a:p>
              </p:txBody>
            </p:sp>
            <p:sp>
              <p:nvSpPr>
                <p:cNvPr id="9241" name="文本框 9240"/>
                <p:cNvSpPr txBox="1"/>
                <p:nvPr/>
              </p:nvSpPr>
              <p:spPr>
                <a:xfrm>
                  <a:off x="1390412" y="4985493"/>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Y</a:t>
                  </a:r>
                </a:p>
              </p:txBody>
            </p:sp>
            <p:sp>
              <p:nvSpPr>
                <p:cNvPr id="9242" name="文本框 9241"/>
                <p:cNvSpPr txBox="1"/>
                <p:nvPr/>
              </p:nvSpPr>
              <p:spPr>
                <a:xfrm>
                  <a:off x="1321546" y="4985493"/>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Q</a:t>
                  </a:r>
                </a:p>
              </p:txBody>
            </p:sp>
            <p:sp>
              <p:nvSpPr>
                <p:cNvPr id="9243" name="文本框 9242"/>
                <p:cNvSpPr txBox="1"/>
                <p:nvPr/>
              </p:nvSpPr>
              <p:spPr>
                <a:xfrm>
                  <a:off x="1277722" y="4934269"/>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9244" name="文本框 9243"/>
                <p:cNvSpPr txBox="1"/>
                <p:nvPr/>
              </p:nvSpPr>
              <p:spPr>
                <a:xfrm>
                  <a:off x="1231812" y="4934269"/>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9245" name="文本框 9244"/>
              <p:cNvSpPr txBox="1"/>
              <p:nvPr/>
            </p:nvSpPr>
            <p:spPr>
              <a:xfrm rot="16200000">
                <a:off x="-111118" y="5149705"/>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sp>
            <p:nvSpPr>
              <p:cNvPr id="9246" name="文本框 9245"/>
              <p:cNvSpPr txBox="1"/>
              <p:nvPr/>
            </p:nvSpPr>
            <p:spPr>
              <a:xfrm rot="16200000">
                <a:off x="2408441" y="4923859"/>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90</a:t>
                </a:r>
              </a:p>
            </p:txBody>
          </p:sp>
          <p:sp>
            <p:nvSpPr>
              <p:cNvPr id="9247" name="文本框 9246"/>
              <p:cNvSpPr txBox="1"/>
              <p:nvPr/>
            </p:nvSpPr>
            <p:spPr>
              <a:xfrm rot="16200000">
                <a:off x="2401226" y="4858594"/>
                <a:ext cx="227948"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100</a:t>
                </a:r>
              </a:p>
            </p:txBody>
          </p:sp>
          <p:sp>
            <p:nvSpPr>
              <p:cNvPr id="9248" name="文本框 9247"/>
              <p:cNvSpPr txBox="1"/>
              <p:nvPr/>
            </p:nvSpPr>
            <p:spPr>
              <a:xfrm>
                <a:off x="2460712" y="4814920"/>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5.4e+03</a:t>
                </a:r>
              </a:p>
            </p:txBody>
          </p:sp>
          <p:sp>
            <p:nvSpPr>
              <p:cNvPr id="9249" name="文本框 9248"/>
              <p:cNvSpPr txBox="1"/>
              <p:nvPr/>
            </p:nvSpPr>
            <p:spPr>
              <a:xfrm rot="16200000">
                <a:off x="2408441" y="53788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20</a:t>
                </a:r>
              </a:p>
            </p:txBody>
          </p:sp>
          <p:sp>
            <p:nvSpPr>
              <p:cNvPr id="9250" name="文本框 9249"/>
              <p:cNvSpPr txBox="1"/>
              <p:nvPr/>
            </p:nvSpPr>
            <p:spPr>
              <a:xfrm rot="16200000">
                <a:off x="2415655" y="5515406"/>
                <a:ext cx="199093"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0</a:t>
                </a:r>
              </a:p>
            </p:txBody>
          </p:sp>
          <p:sp>
            <p:nvSpPr>
              <p:cNvPr id="9251" name="任意多边形: 形状 2616"/>
              <p:cNvSpPr/>
              <p:nvPr/>
            </p:nvSpPr>
            <p:spPr>
              <a:xfrm>
                <a:off x="2547249" y="4906815"/>
                <a:ext cx="13112" cy="666763"/>
              </a:xfrm>
              <a:custGeom>
                <a:avLst/>
                <a:gdLst>
                  <a:gd name="connsiteX0" fmla="*/ 0 w 13112"/>
                  <a:gd name="connsiteY0" fmla="*/ 666764 h 666763"/>
                  <a:gd name="connsiteX1" fmla="*/ 0 w 13112"/>
                  <a:gd name="connsiteY1" fmla="*/ 0 h 666763"/>
                </a:gdLst>
                <a:ahLst/>
                <a:cxnLst>
                  <a:cxn ang="0">
                    <a:pos x="connsiteX0" y="connsiteY0"/>
                  </a:cxn>
                  <a:cxn ang="0">
                    <a:pos x="connsiteX1" y="connsiteY1"/>
                  </a:cxn>
                </a:cxnLst>
                <a:rect l="l" t="t" r="r" b="b"/>
                <a:pathLst>
                  <a:path w="13112" h="666763">
                    <a:moveTo>
                      <a:pt x="0" y="666764"/>
                    </a:moveTo>
                    <a:lnTo>
                      <a:pt x="0" y="0"/>
                    </a:lnTo>
                  </a:path>
                </a:pathLst>
              </a:custGeom>
              <a:noFill/>
              <a:ln w="3175" cap="flat">
                <a:solidFill>
                  <a:srgbClr val="000000"/>
                </a:solidFill>
                <a:prstDash val="solid"/>
                <a:miter/>
              </a:ln>
            </p:spPr>
            <p:txBody>
              <a:bodyPr rtlCol="0" anchor="ctr"/>
              <a:lstStyle/>
              <a:p>
                <a:endParaRPr lang="zh-CN" altLang="en-US"/>
              </a:p>
            </p:txBody>
          </p:sp>
          <p:sp>
            <p:nvSpPr>
              <p:cNvPr id="9252" name="任意多边形: 形状 2618"/>
              <p:cNvSpPr/>
              <p:nvPr/>
            </p:nvSpPr>
            <p:spPr>
              <a:xfrm>
                <a:off x="2547250" y="5573578"/>
                <a:ext cx="1876579" cy="13112"/>
              </a:xfrm>
              <a:custGeom>
                <a:avLst/>
                <a:gdLst>
                  <a:gd name="connsiteX0" fmla="*/ 0 w 1876579"/>
                  <a:gd name="connsiteY0" fmla="*/ 0 h 13112"/>
                  <a:gd name="connsiteX1" fmla="*/ 1876579 w 1876579"/>
                  <a:gd name="connsiteY1" fmla="*/ 0 h 13112"/>
                </a:gdLst>
                <a:ahLst/>
                <a:cxnLst>
                  <a:cxn ang="0">
                    <a:pos x="connsiteX0" y="connsiteY0"/>
                  </a:cxn>
                  <a:cxn ang="0">
                    <a:pos x="connsiteX1" y="connsiteY1"/>
                  </a:cxn>
                </a:cxnLst>
                <a:rect l="l" t="t" r="r" b="b"/>
                <a:pathLst>
                  <a:path w="1876579" h="13112">
                    <a:moveTo>
                      <a:pt x="0" y="0"/>
                    </a:moveTo>
                    <a:lnTo>
                      <a:pt x="1876579" y="0"/>
                    </a:lnTo>
                  </a:path>
                </a:pathLst>
              </a:custGeom>
              <a:noFill/>
              <a:ln w="3175" cap="flat">
                <a:solidFill>
                  <a:srgbClr val="000000"/>
                </a:solidFill>
                <a:prstDash val="solid"/>
                <a:miter/>
              </a:ln>
            </p:spPr>
            <p:txBody>
              <a:bodyPr rtlCol="0" anchor="ctr"/>
              <a:lstStyle/>
              <a:p>
                <a:endParaRPr lang="zh-CN" altLang="en-US"/>
              </a:p>
            </p:txBody>
          </p:sp>
          <p:sp>
            <p:nvSpPr>
              <p:cNvPr id="9253" name="任意多边形: 形状 2620"/>
              <p:cNvSpPr/>
              <p:nvPr/>
            </p:nvSpPr>
            <p:spPr>
              <a:xfrm>
                <a:off x="254724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254" name="任意多边形: 形状 2621"/>
              <p:cNvSpPr/>
              <p:nvPr/>
            </p:nvSpPr>
            <p:spPr>
              <a:xfrm>
                <a:off x="2551442"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55" name="任意多边形: 形状 2622"/>
              <p:cNvSpPr/>
              <p:nvPr/>
            </p:nvSpPr>
            <p:spPr>
              <a:xfrm>
                <a:off x="2555636" y="5466646"/>
                <a:ext cx="13112" cy="106933"/>
              </a:xfrm>
              <a:custGeom>
                <a:avLst/>
                <a:gdLst>
                  <a:gd name="connsiteX0" fmla="*/ 0 w 13112"/>
                  <a:gd name="connsiteY0" fmla="*/ 106933 h 106933"/>
                  <a:gd name="connsiteX1" fmla="*/ 0 w 13112"/>
                  <a:gd name="connsiteY1" fmla="*/ 0 h 106933"/>
                </a:gdLst>
                <a:ahLst/>
                <a:cxnLst>
                  <a:cxn ang="0">
                    <a:pos x="connsiteX0" y="connsiteY0"/>
                  </a:cxn>
                  <a:cxn ang="0">
                    <a:pos x="connsiteX1" y="connsiteY1"/>
                  </a:cxn>
                </a:cxnLst>
                <a:rect l="l" t="t" r="r" b="b"/>
                <a:pathLst>
                  <a:path w="13112" h="106933">
                    <a:moveTo>
                      <a:pt x="0" y="106933"/>
                    </a:moveTo>
                    <a:lnTo>
                      <a:pt x="0" y="0"/>
                    </a:lnTo>
                  </a:path>
                </a:pathLst>
              </a:custGeom>
              <a:noFill/>
              <a:ln w="2088" cap="rnd">
                <a:solidFill>
                  <a:srgbClr val="000000"/>
                </a:solidFill>
                <a:prstDash val="solid"/>
                <a:round/>
              </a:ln>
            </p:spPr>
            <p:txBody>
              <a:bodyPr rtlCol="0" anchor="ctr"/>
              <a:lstStyle/>
              <a:p>
                <a:endParaRPr lang="zh-CN" altLang="en-US"/>
              </a:p>
            </p:txBody>
          </p:sp>
          <p:sp>
            <p:nvSpPr>
              <p:cNvPr id="9256" name="任意多边形: 形状 2623"/>
              <p:cNvSpPr/>
              <p:nvPr/>
            </p:nvSpPr>
            <p:spPr>
              <a:xfrm>
                <a:off x="2557732"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257" name="任意多边形: 形状 2624"/>
              <p:cNvSpPr/>
              <p:nvPr/>
            </p:nvSpPr>
            <p:spPr>
              <a:xfrm>
                <a:off x="2568216"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258" name="任意多边形: 形状 2625"/>
              <p:cNvSpPr/>
              <p:nvPr/>
            </p:nvSpPr>
            <p:spPr>
              <a:xfrm>
                <a:off x="25703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59" name="任意多边形: 形状 2626"/>
              <p:cNvSpPr/>
              <p:nvPr/>
            </p:nvSpPr>
            <p:spPr>
              <a:xfrm>
                <a:off x="2578700"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60" name="任意多边形: 形状 2627"/>
              <p:cNvSpPr/>
              <p:nvPr/>
            </p:nvSpPr>
            <p:spPr>
              <a:xfrm>
                <a:off x="258079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1" name="任意多边形: 形状 2628"/>
              <p:cNvSpPr/>
              <p:nvPr/>
            </p:nvSpPr>
            <p:spPr>
              <a:xfrm>
                <a:off x="258708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62" name="任意多边形: 形状 2629"/>
              <p:cNvSpPr/>
              <p:nvPr/>
            </p:nvSpPr>
            <p:spPr>
              <a:xfrm>
                <a:off x="260176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000000"/>
                </a:solidFill>
                <a:prstDash val="solid"/>
                <a:round/>
              </a:ln>
            </p:spPr>
            <p:txBody>
              <a:bodyPr rtlCol="0" anchor="ctr"/>
              <a:lstStyle/>
              <a:p>
                <a:endParaRPr lang="zh-CN" altLang="en-US"/>
              </a:p>
            </p:txBody>
          </p:sp>
          <p:sp>
            <p:nvSpPr>
              <p:cNvPr id="9263" name="任意多边形: 形状 2630"/>
              <p:cNvSpPr/>
              <p:nvPr/>
            </p:nvSpPr>
            <p:spPr>
              <a:xfrm>
                <a:off x="2614345"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264" name="任意多边形: 形状 2631"/>
              <p:cNvSpPr/>
              <p:nvPr/>
            </p:nvSpPr>
            <p:spPr>
              <a:xfrm>
                <a:off x="261644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65" name="任意多边形: 形状 2632"/>
              <p:cNvSpPr/>
              <p:nvPr/>
            </p:nvSpPr>
            <p:spPr>
              <a:xfrm>
                <a:off x="261644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66" name="任意多边形: 形状 2633"/>
              <p:cNvSpPr/>
              <p:nvPr/>
            </p:nvSpPr>
            <p:spPr>
              <a:xfrm>
                <a:off x="261853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7" name="任意多边形: 形状 2634"/>
              <p:cNvSpPr/>
              <p:nvPr/>
            </p:nvSpPr>
            <p:spPr>
              <a:xfrm>
                <a:off x="262063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68" name="任意多边形: 形状 2635"/>
              <p:cNvSpPr/>
              <p:nvPr/>
            </p:nvSpPr>
            <p:spPr>
              <a:xfrm>
                <a:off x="262273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9" name="任意多边形: 形状 2636"/>
              <p:cNvSpPr/>
              <p:nvPr/>
            </p:nvSpPr>
            <p:spPr>
              <a:xfrm>
                <a:off x="2622732" y="5516966"/>
                <a:ext cx="13112" cy="56612"/>
              </a:xfrm>
              <a:custGeom>
                <a:avLst/>
                <a:gdLst>
                  <a:gd name="connsiteX0" fmla="*/ 0 w 13112"/>
                  <a:gd name="connsiteY0" fmla="*/ 56612 h 56612"/>
                  <a:gd name="connsiteX1" fmla="*/ 0 w 13112"/>
                  <a:gd name="connsiteY1" fmla="*/ 0 h 56612"/>
                </a:gdLst>
                <a:ahLst/>
                <a:cxnLst>
                  <a:cxn ang="0">
                    <a:pos x="connsiteX0" y="connsiteY0"/>
                  </a:cxn>
                  <a:cxn ang="0">
                    <a:pos x="connsiteX1" y="connsiteY1"/>
                  </a:cxn>
                </a:cxnLst>
                <a:rect l="l" t="t" r="r" b="b"/>
                <a:pathLst>
                  <a:path w="13112" h="56612">
                    <a:moveTo>
                      <a:pt x="0" y="56612"/>
                    </a:moveTo>
                    <a:lnTo>
                      <a:pt x="0" y="0"/>
                    </a:lnTo>
                  </a:path>
                </a:pathLst>
              </a:custGeom>
              <a:noFill/>
              <a:ln w="2088" cap="rnd">
                <a:solidFill>
                  <a:srgbClr val="000000"/>
                </a:solidFill>
                <a:prstDash val="solid"/>
                <a:round/>
              </a:ln>
            </p:spPr>
            <p:txBody>
              <a:bodyPr rtlCol="0" anchor="ctr"/>
              <a:lstStyle/>
              <a:p>
                <a:endParaRPr lang="zh-CN" altLang="en-US"/>
              </a:p>
            </p:txBody>
          </p:sp>
          <p:sp>
            <p:nvSpPr>
              <p:cNvPr id="9270" name="任意多边形: 形状 2637"/>
              <p:cNvSpPr/>
              <p:nvPr/>
            </p:nvSpPr>
            <p:spPr>
              <a:xfrm>
                <a:off x="2624829"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71" name="任意多边形: 形状 2638"/>
              <p:cNvSpPr/>
              <p:nvPr/>
            </p:nvSpPr>
            <p:spPr>
              <a:xfrm>
                <a:off x="262692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72" name="任意多边形: 形状 2639"/>
              <p:cNvSpPr/>
              <p:nvPr/>
            </p:nvSpPr>
            <p:spPr>
              <a:xfrm>
                <a:off x="2629022" y="5435193"/>
                <a:ext cx="13112" cy="138384"/>
              </a:xfrm>
              <a:custGeom>
                <a:avLst/>
                <a:gdLst>
                  <a:gd name="connsiteX0" fmla="*/ 0 w 13112"/>
                  <a:gd name="connsiteY0" fmla="*/ 138385 h 138384"/>
                  <a:gd name="connsiteX1" fmla="*/ 0 w 13112"/>
                  <a:gd name="connsiteY1" fmla="*/ 0 h 138384"/>
                </a:gdLst>
                <a:ahLst/>
                <a:cxnLst>
                  <a:cxn ang="0">
                    <a:pos x="connsiteX0" y="connsiteY0"/>
                  </a:cxn>
                  <a:cxn ang="0">
                    <a:pos x="connsiteX1" y="connsiteY1"/>
                  </a:cxn>
                </a:cxnLst>
                <a:rect l="l" t="t" r="r" b="b"/>
                <a:pathLst>
                  <a:path w="13112" h="138384">
                    <a:moveTo>
                      <a:pt x="0" y="138385"/>
                    </a:moveTo>
                    <a:lnTo>
                      <a:pt x="0" y="0"/>
                    </a:lnTo>
                  </a:path>
                </a:pathLst>
              </a:custGeom>
              <a:noFill/>
              <a:ln w="2088" cap="rnd">
                <a:solidFill>
                  <a:srgbClr val="000000"/>
                </a:solidFill>
                <a:prstDash val="solid"/>
                <a:round/>
              </a:ln>
            </p:spPr>
            <p:txBody>
              <a:bodyPr rtlCol="0" anchor="ctr"/>
              <a:lstStyle/>
              <a:p>
                <a:endParaRPr lang="zh-CN" altLang="en-US"/>
              </a:p>
            </p:txBody>
          </p:sp>
          <p:sp>
            <p:nvSpPr>
              <p:cNvPr id="9273" name="任意多边形: 形状 2640"/>
              <p:cNvSpPr/>
              <p:nvPr/>
            </p:nvSpPr>
            <p:spPr>
              <a:xfrm>
                <a:off x="2631119"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274" name="任意多边形: 形状 2641"/>
              <p:cNvSpPr/>
              <p:nvPr/>
            </p:nvSpPr>
            <p:spPr>
              <a:xfrm>
                <a:off x="263111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75" name="任意多边形: 形状 2642"/>
              <p:cNvSpPr/>
              <p:nvPr/>
            </p:nvSpPr>
            <p:spPr>
              <a:xfrm>
                <a:off x="263321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76" name="任意多边形: 形状 2643"/>
              <p:cNvSpPr/>
              <p:nvPr/>
            </p:nvSpPr>
            <p:spPr>
              <a:xfrm>
                <a:off x="263321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77" name="任意多边形: 形状 2644"/>
              <p:cNvSpPr/>
              <p:nvPr/>
            </p:nvSpPr>
            <p:spPr>
              <a:xfrm>
                <a:off x="263950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78" name="任意多边形: 形状 2645"/>
              <p:cNvSpPr/>
              <p:nvPr/>
            </p:nvSpPr>
            <p:spPr>
              <a:xfrm>
                <a:off x="265418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79" name="任意多边形: 形状 2646"/>
              <p:cNvSpPr/>
              <p:nvPr/>
            </p:nvSpPr>
            <p:spPr>
              <a:xfrm>
                <a:off x="2656279"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80" name="任意多边形: 形状 2647"/>
              <p:cNvSpPr/>
              <p:nvPr/>
            </p:nvSpPr>
            <p:spPr>
              <a:xfrm>
                <a:off x="266885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81" name="任意多边形: 形状 2648"/>
              <p:cNvSpPr/>
              <p:nvPr/>
            </p:nvSpPr>
            <p:spPr>
              <a:xfrm>
                <a:off x="267514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82" name="任意多边形: 形状 2649"/>
              <p:cNvSpPr/>
              <p:nvPr/>
            </p:nvSpPr>
            <p:spPr>
              <a:xfrm>
                <a:off x="2677246"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283" name="任意多边形: 形状 2650"/>
              <p:cNvSpPr/>
              <p:nvPr/>
            </p:nvSpPr>
            <p:spPr>
              <a:xfrm>
                <a:off x="26793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84" name="任意多边形: 形状 2651"/>
              <p:cNvSpPr/>
              <p:nvPr/>
            </p:nvSpPr>
            <p:spPr>
              <a:xfrm>
                <a:off x="267934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85" name="任意多边形: 形状 2652"/>
              <p:cNvSpPr/>
              <p:nvPr/>
            </p:nvSpPr>
            <p:spPr>
              <a:xfrm>
                <a:off x="26793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86" name="任意多边形: 形状 2653"/>
              <p:cNvSpPr/>
              <p:nvPr/>
            </p:nvSpPr>
            <p:spPr>
              <a:xfrm>
                <a:off x="268563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87" name="任意多边形: 形状 2654"/>
              <p:cNvSpPr/>
              <p:nvPr/>
            </p:nvSpPr>
            <p:spPr>
              <a:xfrm>
                <a:off x="268773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88" name="任意多边形: 形状 2655"/>
              <p:cNvSpPr/>
              <p:nvPr/>
            </p:nvSpPr>
            <p:spPr>
              <a:xfrm>
                <a:off x="269611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89" name="任意多边形: 形状 2656"/>
              <p:cNvSpPr/>
              <p:nvPr/>
            </p:nvSpPr>
            <p:spPr>
              <a:xfrm>
                <a:off x="2698214" y="5393258"/>
                <a:ext cx="13112" cy="180320"/>
              </a:xfrm>
              <a:custGeom>
                <a:avLst/>
                <a:gdLst>
                  <a:gd name="connsiteX0" fmla="*/ 0 w 13112"/>
                  <a:gd name="connsiteY0" fmla="*/ 180320 h 180320"/>
                  <a:gd name="connsiteX1" fmla="*/ 0 w 13112"/>
                  <a:gd name="connsiteY1" fmla="*/ 0 h 180320"/>
                </a:gdLst>
                <a:ahLst/>
                <a:cxnLst>
                  <a:cxn ang="0">
                    <a:pos x="connsiteX0" y="connsiteY0"/>
                  </a:cxn>
                  <a:cxn ang="0">
                    <a:pos x="connsiteX1" y="connsiteY1"/>
                  </a:cxn>
                </a:cxnLst>
                <a:rect l="l" t="t" r="r" b="b"/>
                <a:pathLst>
                  <a:path w="13112" h="180320">
                    <a:moveTo>
                      <a:pt x="0" y="180320"/>
                    </a:moveTo>
                    <a:lnTo>
                      <a:pt x="0" y="0"/>
                    </a:lnTo>
                  </a:path>
                </a:pathLst>
              </a:custGeom>
              <a:noFill/>
              <a:ln w="2088" cap="rnd">
                <a:solidFill>
                  <a:srgbClr val="000000"/>
                </a:solidFill>
                <a:prstDash val="solid"/>
                <a:round/>
              </a:ln>
            </p:spPr>
            <p:txBody>
              <a:bodyPr rtlCol="0" anchor="ctr"/>
              <a:lstStyle/>
              <a:p>
                <a:endParaRPr lang="zh-CN" altLang="en-US"/>
              </a:p>
            </p:txBody>
          </p:sp>
          <p:sp>
            <p:nvSpPr>
              <p:cNvPr id="9290" name="任意多边形: 形状 2657"/>
              <p:cNvSpPr/>
              <p:nvPr/>
            </p:nvSpPr>
            <p:spPr>
              <a:xfrm>
                <a:off x="2700311"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91" name="任意多边形: 形状 2658"/>
              <p:cNvSpPr/>
              <p:nvPr/>
            </p:nvSpPr>
            <p:spPr>
              <a:xfrm>
                <a:off x="270240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92" name="任意多边形: 形状 2659"/>
              <p:cNvSpPr/>
              <p:nvPr/>
            </p:nvSpPr>
            <p:spPr>
              <a:xfrm>
                <a:off x="270660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93" name="任意多边形: 形状 2660"/>
              <p:cNvSpPr/>
              <p:nvPr/>
            </p:nvSpPr>
            <p:spPr>
              <a:xfrm>
                <a:off x="2708698"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94" name="任意多边形: 形状 2661"/>
              <p:cNvSpPr/>
              <p:nvPr/>
            </p:nvSpPr>
            <p:spPr>
              <a:xfrm>
                <a:off x="271079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95" name="任意多边形: 形状 2662"/>
              <p:cNvSpPr/>
              <p:nvPr/>
            </p:nvSpPr>
            <p:spPr>
              <a:xfrm>
                <a:off x="272337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296" name="任意多边形: 形状 2663"/>
              <p:cNvSpPr/>
              <p:nvPr/>
            </p:nvSpPr>
            <p:spPr>
              <a:xfrm>
                <a:off x="272966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97" name="任意多边形: 形状 2664"/>
              <p:cNvSpPr/>
              <p:nvPr/>
            </p:nvSpPr>
            <p:spPr>
              <a:xfrm>
                <a:off x="273176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298" name="任意多边形: 形状 2665"/>
              <p:cNvSpPr/>
              <p:nvPr/>
            </p:nvSpPr>
            <p:spPr>
              <a:xfrm>
                <a:off x="2733858"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99" name="任意多边形: 形状 2666"/>
              <p:cNvSpPr/>
              <p:nvPr/>
            </p:nvSpPr>
            <p:spPr>
              <a:xfrm>
                <a:off x="2735955"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00" name="任意多边形: 形状 2667"/>
              <p:cNvSpPr/>
              <p:nvPr/>
            </p:nvSpPr>
            <p:spPr>
              <a:xfrm>
                <a:off x="273805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01" name="任意多边形: 形状 2668"/>
              <p:cNvSpPr/>
              <p:nvPr/>
            </p:nvSpPr>
            <p:spPr>
              <a:xfrm>
                <a:off x="2740148"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02" name="任意多边形: 形状 2669"/>
              <p:cNvSpPr/>
              <p:nvPr/>
            </p:nvSpPr>
            <p:spPr>
              <a:xfrm>
                <a:off x="274224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03" name="任意多边形: 形状 2670"/>
              <p:cNvSpPr/>
              <p:nvPr/>
            </p:nvSpPr>
            <p:spPr>
              <a:xfrm>
                <a:off x="2744342" y="5479225"/>
                <a:ext cx="13112" cy="94352"/>
              </a:xfrm>
              <a:custGeom>
                <a:avLst/>
                <a:gdLst>
                  <a:gd name="connsiteX0" fmla="*/ 0 w 13112"/>
                  <a:gd name="connsiteY0" fmla="*/ 94353 h 94352"/>
                  <a:gd name="connsiteX1" fmla="*/ 0 w 13112"/>
                  <a:gd name="connsiteY1" fmla="*/ 0 h 94352"/>
                </a:gdLst>
                <a:ahLst/>
                <a:cxnLst>
                  <a:cxn ang="0">
                    <a:pos x="connsiteX0" y="connsiteY0"/>
                  </a:cxn>
                  <a:cxn ang="0">
                    <a:pos x="connsiteX1" y="connsiteY1"/>
                  </a:cxn>
                </a:cxnLst>
                <a:rect l="l" t="t" r="r" b="b"/>
                <a:pathLst>
                  <a:path w="13112" h="94352">
                    <a:moveTo>
                      <a:pt x="0" y="94353"/>
                    </a:moveTo>
                    <a:lnTo>
                      <a:pt x="0" y="0"/>
                    </a:lnTo>
                  </a:path>
                </a:pathLst>
              </a:custGeom>
              <a:noFill/>
              <a:ln w="2088" cap="rnd">
                <a:solidFill>
                  <a:srgbClr val="000000"/>
                </a:solidFill>
                <a:prstDash val="solid"/>
                <a:round/>
              </a:ln>
            </p:spPr>
            <p:txBody>
              <a:bodyPr rtlCol="0" anchor="ctr"/>
              <a:lstStyle/>
              <a:p>
                <a:endParaRPr lang="zh-CN" altLang="en-US"/>
              </a:p>
            </p:txBody>
          </p:sp>
          <p:sp>
            <p:nvSpPr>
              <p:cNvPr id="9304" name="任意多边形: 形状 2671"/>
              <p:cNvSpPr/>
              <p:nvPr/>
            </p:nvSpPr>
            <p:spPr>
              <a:xfrm>
                <a:off x="274853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05" name="任意多边形: 形状 2672"/>
              <p:cNvSpPr/>
              <p:nvPr/>
            </p:nvSpPr>
            <p:spPr>
              <a:xfrm>
                <a:off x="274853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06" name="任意多边形: 形状 2673"/>
              <p:cNvSpPr/>
              <p:nvPr/>
            </p:nvSpPr>
            <p:spPr>
              <a:xfrm>
                <a:off x="275273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07" name="任意多边形: 形状 2674"/>
              <p:cNvSpPr/>
              <p:nvPr/>
            </p:nvSpPr>
            <p:spPr>
              <a:xfrm>
                <a:off x="275273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08" name="任意多边形: 形状 2675"/>
              <p:cNvSpPr/>
              <p:nvPr/>
            </p:nvSpPr>
            <p:spPr>
              <a:xfrm>
                <a:off x="2754827"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09" name="任意多边形: 形状 2676"/>
              <p:cNvSpPr/>
              <p:nvPr/>
            </p:nvSpPr>
            <p:spPr>
              <a:xfrm>
                <a:off x="275692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0" name="任意多边形: 形状 2677"/>
              <p:cNvSpPr/>
              <p:nvPr/>
            </p:nvSpPr>
            <p:spPr>
              <a:xfrm>
                <a:off x="27590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1" name="任意多边形: 形状 2678"/>
              <p:cNvSpPr/>
              <p:nvPr/>
            </p:nvSpPr>
            <p:spPr>
              <a:xfrm>
                <a:off x="2763213"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12" name="任意多边形: 形状 2679"/>
              <p:cNvSpPr/>
              <p:nvPr/>
            </p:nvSpPr>
            <p:spPr>
              <a:xfrm>
                <a:off x="2765310"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313" name="任意多边形: 形状 2680"/>
              <p:cNvSpPr/>
              <p:nvPr/>
            </p:nvSpPr>
            <p:spPr>
              <a:xfrm>
                <a:off x="276950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14" name="任意多边形: 形状 2681"/>
              <p:cNvSpPr/>
              <p:nvPr/>
            </p:nvSpPr>
            <p:spPr>
              <a:xfrm>
                <a:off x="277369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5" name="任意多边形: 形状 2682"/>
              <p:cNvSpPr/>
              <p:nvPr/>
            </p:nvSpPr>
            <p:spPr>
              <a:xfrm>
                <a:off x="2775794" y="5399549"/>
                <a:ext cx="13112" cy="174028"/>
              </a:xfrm>
              <a:custGeom>
                <a:avLst/>
                <a:gdLst>
                  <a:gd name="connsiteX0" fmla="*/ 0 w 13112"/>
                  <a:gd name="connsiteY0" fmla="*/ 174029 h 174028"/>
                  <a:gd name="connsiteX1" fmla="*/ 0 w 13112"/>
                  <a:gd name="connsiteY1" fmla="*/ 0 h 174028"/>
                </a:gdLst>
                <a:ahLst/>
                <a:cxnLst>
                  <a:cxn ang="0">
                    <a:pos x="connsiteX0" y="connsiteY0"/>
                  </a:cxn>
                  <a:cxn ang="0">
                    <a:pos x="connsiteX1" y="connsiteY1"/>
                  </a:cxn>
                </a:cxnLst>
                <a:rect l="l" t="t" r="r" b="b"/>
                <a:pathLst>
                  <a:path w="13112" h="174028">
                    <a:moveTo>
                      <a:pt x="0" y="174029"/>
                    </a:moveTo>
                    <a:lnTo>
                      <a:pt x="0" y="0"/>
                    </a:lnTo>
                  </a:path>
                </a:pathLst>
              </a:custGeom>
              <a:noFill/>
              <a:ln w="2088" cap="rnd">
                <a:solidFill>
                  <a:srgbClr val="000000"/>
                </a:solidFill>
                <a:prstDash val="solid"/>
                <a:round/>
              </a:ln>
            </p:spPr>
            <p:txBody>
              <a:bodyPr rtlCol="0" anchor="ctr"/>
              <a:lstStyle/>
              <a:p>
                <a:endParaRPr lang="zh-CN" altLang="en-US"/>
              </a:p>
            </p:txBody>
          </p:sp>
          <p:sp>
            <p:nvSpPr>
              <p:cNvPr id="9316" name="任意多边形: 形状 2683"/>
              <p:cNvSpPr/>
              <p:nvPr/>
            </p:nvSpPr>
            <p:spPr>
              <a:xfrm>
                <a:off x="277579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17" name="任意多边形: 形状 2684"/>
              <p:cNvSpPr/>
              <p:nvPr/>
            </p:nvSpPr>
            <p:spPr>
              <a:xfrm>
                <a:off x="2777890"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18" name="任意多边形: 形状 2685"/>
              <p:cNvSpPr/>
              <p:nvPr/>
            </p:nvSpPr>
            <p:spPr>
              <a:xfrm>
                <a:off x="27841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19" name="任意多边形: 形状 2686"/>
              <p:cNvSpPr/>
              <p:nvPr/>
            </p:nvSpPr>
            <p:spPr>
              <a:xfrm>
                <a:off x="27862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0" name="任意多边形: 形状 2687"/>
              <p:cNvSpPr/>
              <p:nvPr/>
            </p:nvSpPr>
            <p:spPr>
              <a:xfrm>
                <a:off x="2792567"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321" name="任意多边形: 形状 2688"/>
              <p:cNvSpPr/>
              <p:nvPr/>
            </p:nvSpPr>
            <p:spPr>
              <a:xfrm>
                <a:off x="279885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2" name="任意多边形: 形状 2689"/>
              <p:cNvSpPr/>
              <p:nvPr/>
            </p:nvSpPr>
            <p:spPr>
              <a:xfrm>
                <a:off x="279885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23" name="任意多边形: 形状 2690"/>
              <p:cNvSpPr/>
              <p:nvPr/>
            </p:nvSpPr>
            <p:spPr>
              <a:xfrm>
                <a:off x="2800954"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324" name="任意多边形: 形状 2691"/>
              <p:cNvSpPr/>
              <p:nvPr/>
            </p:nvSpPr>
            <p:spPr>
              <a:xfrm>
                <a:off x="280305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25" name="任意多边形: 形状 2692"/>
              <p:cNvSpPr/>
              <p:nvPr/>
            </p:nvSpPr>
            <p:spPr>
              <a:xfrm>
                <a:off x="2803051" y="5496000"/>
                <a:ext cx="13112" cy="77579"/>
              </a:xfrm>
              <a:custGeom>
                <a:avLst/>
                <a:gdLst>
                  <a:gd name="connsiteX0" fmla="*/ 0 w 13112"/>
                  <a:gd name="connsiteY0" fmla="*/ 77579 h 77579"/>
                  <a:gd name="connsiteX1" fmla="*/ 0 w 13112"/>
                  <a:gd name="connsiteY1" fmla="*/ 0 h 77579"/>
                </a:gdLst>
                <a:ahLst/>
                <a:cxnLst>
                  <a:cxn ang="0">
                    <a:pos x="connsiteX0" y="connsiteY0"/>
                  </a:cxn>
                  <a:cxn ang="0">
                    <a:pos x="connsiteX1" y="connsiteY1"/>
                  </a:cxn>
                </a:cxnLst>
                <a:rect l="l" t="t" r="r" b="b"/>
                <a:pathLst>
                  <a:path w="13112" h="77579">
                    <a:moveTo>
                      <a:pt x="0" y="77579"/>
                    </a:moveTo>
                    <a:lnTo>
                      <a:pt x="0" y="0"/>
                    </a:lnTo>
                  </a:path>
                </a:pathLst>
              </a:custGeom>
              <a:noFill/>
              <a:ln w="2088" cap="rnd">
                <a:solidFill>
                  <a:srgbClr val="000000"/>
                </a:solidFill>
                <a:prstDash val="solid"/>
                <a:round/>
              </a:ln>
            </p:spPr>
            <p:txBody>
              <a:bodyPr rtlCol="0" anchor="ctr"/>
              <a:lstStyle/>
              <a:p>
                <a:endParaRPr lang="zh-CN" altLang="en-US"/>
              </a:p>
            </p:txBody>
          </p:sp>
          <p:sp>
            <p:nvSpPr>
              <p:cNvPr id="9326" name="任意多边形: 形状 2693"/>
              <p:cNvSpPr/>
              <p:nvPr/>
            </p:nvSpPr>
            <p:spPr>
              <a:xfrm>
                <a:off x="2807244"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27" name="任意多边形: 形状 2694"/>
              <p:cNvSpPr/>
              <p:nvPr/>
            </p:nvSpPr>
            <p:spPr>
              <a:xfrm>
                <a:off x="281143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28" name="任意多边形: 形状 2695"/>
              <p:cNvSpPr/>
              <p:nvPr/>
            </p:nvSpPr>
            <p:spPr>
              <a:xfrm>
                <a:off x="281353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9" name="任意多边形: 形状 2696"/>
              <p:cNvSpPr/>
              <p:nvPr/>
            </p:nvSpPr>
            <p:spPr>
              <a:xfrm>
                <a:off x="2815631"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330" name="任意多边形: 形状 2697"/>
              <p:cNvSpPr/>
              <p:nvPr/>
            </p:nvSpPr>
            <p:spPr>
              <a:xfrm>
                <a:off x="2819826"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31" name="任意多边形: 形状 2698"/>
              <p:cNvSpPr/>
              <p:nvPr/>
            </p:nvSpPr>
            <p:spPr>
              <a:xfrm>
                <a:off x="282192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32" name="任意多边形: 形状 2699"/>
              <p:cNvSpPr/>
              <p:nvPr/>
            </p:nvSpPr>
            <p:spPr>
              <a:xfrm>
                <a:off x="2824019"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333" name="任意多边形: 形状 2700"/>
              <p:cNvSpPr/>
              <p:nvPr/>
            </p:nvSpPr>
            <p:spPr>
              <a:xfrm>
                <a:off x="282611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34" name="任意多边形: 形状 2701"/>
              <p:cNvSpPr/>
              <p:nvPr/>
            </p:nvSpPr>
            <p:spPr>
              <a:xfrm>
                <a:off x="282821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35" name="任意多边形: 形状 2702"/>
              <p:cNvSpPr/>
              <p:nvPr/>
            </p:nvSpPr>
            <p:spPr>
              <a:xfrm>
                <a:off x="283240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36" name="任意多边形: 形状 2703"/>
              <p:cNvSpPr/>
              <p:nvPr/>
            </p:nvSpPr>
            <p:spPr>
              <a:xfrm>
                <a:off x="2834503"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37" name="任意多边形: 形状 2704"/>
              <p:cNvSpPr/>
              <p:nvPr/>
            </p:nvSpPr>
            <p:spPr>
              <a:xfrm>
                <a:off x="283659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38" name="任意多边形: 形状 2705"/>
              <p:cNvSpPr/>
              <p:nvPr/>
            </p:nvSpPr>
            <p:spPr>
              <a:xfrm>
                <a:off x="2840793"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39" name="任意多边形: 形状 2706"/>
              <p:cNvSpPr/>
              <p:nvPr/>
            </p:nvSpPr>
            <p:spPr>
              <a:xfrm>
                <a:off x="284288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40" name="任意多边形: 形状 2707"/>
              <p:cNvSpPr/>
              <p:nvPr/>
            </p:nvSpPr>
            <p:spPr>
              <a:xfrm>
                <a:off x="28428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41" name="任意多边形: 形状 2708"/>
              <p:cNvSpPr/>
              <p:nvPr/>
            </p:nvSpPr>
            <p:spPr>
              <a:xfrm>
                <a:off x="284708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000000"/>
                </a:solidFill>
                <a:prstDash val="solid"/>
                <a:round/>
              </a:ln>
            </p:spPr>
            <p:txBody>
              <a:bodyPr rtlCol="0" anchor="ctr"/>
              <a:lstStyle/>
              <a:p>
                <a:endParaRPr lang="zh-CN" altLang="en-US"/>
              </a:p>
            </p:txBody>
          </p:sp>
          <p:sp>
            <p:nvSpPr>
              <p:cNvPr id="9342" name="任意多边形: 形状 2709"/>
              <p:cNvSpPr/>
              <p:nvPr/>
            </p:nvSpPr>
            <p:spPr>
              <a:xfrm>
                <a:off x="284918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43" name="任意多边形: 形状 2710"/>
              <p:cNvSpPr/>
              <p:nvPr/>
            </p:nvSpPr>
            <p:spPr>
              <a:xfrm>
                <a:off x="28491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44" name="任意多边形: 形状 2711"/>
              <p:cNvSpPr/>
              <p:nvPr/>
            </p:nvSpPr>
            <p:spPr>
              <a:xfrm>
                <a:off x="2853373"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45" name="任意多边形: 形状 2712"/>
              <p:cNvSpPr/>
              <p:nvPr/>
            </p:nvSpPr>
            <p:spPr>
              <a:xfrm>
                <a:off x="285547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46" name="任意多边形: 形状 2713"/>
              <p:cNvSpPr/>
              <p:nvPr/>
            </p:nvSpPr>
            <p:spPr>
              <a:xfrm>
                <a:off x="286595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47" name="任意多边形: 形状 2714"/>
              <p:cNvSpPr/>
              <p:nvPr/>
            </p:nvSpPr>
            <p:spPr>
              <a:xfrm>
                <a:off x="2870147"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348" name="任意多边形: 形状 2715"/>
              <p:cNvSpPr/>
              <p:nvPr/>
            </p:nvSpPr>
            <p:spPr>
              <a:xfrm>
                <a:off x="2874340"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349" name="任意多边形: 形状 2716"/>
              <p:cNvSpPr/>
              <p:nvPr/>
            </p:nvSpPr>
            <p:spPr>
              <a:xfrm>
                <a:off x="287434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50" name="任意多边形: 形状 2717"/>
              <p:cNvSpPr/>
              <p:nvPr/>
            </p:nvSpPr>
            <p:spPr>
              <a:xfrm>
                <a:off x="287643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51" name="任意多边形: 形状 2718"/>
              <p:cNvSpPr/>
              <p:nvPr/>
            </p:nvSpPr>
            <p:spPr>
              <a:xfrm>
                <a:off x="2878533"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52" name="任意多边形: 形状 2719"/>
              <p:cNvSpPr/>
              <p:nvPr/>
            </p:nvSpPr>
            <p:spPr>
              <a:xfrm>
                <a:off x="287853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53" name="任意多边形: 形状 2720"/>
              <p:cNvSpPr/>
              <p:nvPr/>
            </p:nvSpPr>
            <p:spPr>
              <a:xfrm>
                <a:off x="2880630"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354" name="任意多边形: 形状 2721"/>
              <p:cNvSpPr/>
              <p:nvPr/>
            </p:nvSpPr>
            <p:spPr>
              <a:xfrm>
                <a:off x="2882728" y="5464548"/>
                <a:ext cx="13112" cy="109031"/>
              </a:xfrm>
              <a:custGeom>
                <a:avLst/>
                <a:gdLst>
                  <a:gd name="connsiteX0" fmla="*/ 0 w 13112"/>
                  <a:gd name="connsiteY0" fmla="*/ 109031 h 109031"/>
                  <a:gd name="connsiteX1" fmla="*/ 0 w 13112"/>
                  <a:gd name="connsiteY1" fmla="*/ 0 h 109031"/>
                </a:gdLst>
                <a:ahLst/>
                <a:cxnLst>
                  <a:cxn ang="0">
                    <a:pos x="connsiteX0" y="connsiteY0"/>
                  </a:cxn>
                  <a:cxn ang="0">
                    <a:pos x="connsiteX1" y="connsiteY1"/>
                  </a:cxn>
                </a:cxnLst>
                <a:rect l="l" t="t" r="r" b="b"/>
                <a:pathLst>
                  <a:path w="13112" h="109031">
                    <a:moveTo>
                      <a:pt x="0" y="109031"/>
                    </a:moveTo>
                    <a:lnTo>
                      <a:pt x="0" y="0"/>
                    </a:lnTo>
                  </a:path>
                </a:pathLst>
              </a:custGeom>
              <a:noFill/>
              <a:ln w="2088" cap="rnd">
                <a:solidFill>
                  <a:srgbClr val="000000"/>
                </a:solidFill>
                <a:prstDash val="solid"/>
                <a:round/>
              </a:ln>
            </p:spPr>
            <p:txBody>
              <a:bodyPr rtlCol="0" anchor="ctr"/>
              <a:lstStyle/>
              <a:p>
                <a:endParaRPr lang="zh-CN" altLang="en-US"/>
              </a:p>
            </p:txBody>
          </p:sp>
          <p:sp>
            <p:nvSpPr>
              <p:cNvPr id="9355" name="任意多边形: 形状 2722"/>
              <p:cNvSpPr/>
              <p:nvPr/>
            </p:nvSpPr>
            <p:spPr>
              <a:xfrm>
                <a:off x="288482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56" name="任意多边形: 形状 2723"/>
              <p:cNvSpPr/>
              <p:nvPr/>
            </p:nvSpPr>
            <p:spPr>
              <a:xfrm>
                <a:off x="288482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57" name="任意多边形: 形状 2724"/>
              <p:cNvSpPr/>
              <p:nvPr/>
            </p:nvSpPr>
            <p:spPr>
              <a:xfrm>
                <a:off x="2886922"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58" name="任意多边形: 形状 2725"/>
              <p:cNvSpPr/>
              <p:nvPr/>
            </p:nvSpPr>
            <p:spPr>
              <a:xfrm>
                <a:off x="288901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59" name="任意多边形: 形状 2726"/>
              <p:cNvSpPr/>
              <p:nvPr/>
            </p:nvSpPr>
            <p:spPr>
              <a:xfrm>
                <a:off x="2891115" y="55232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9360" name="任意多边形: 形状 2727"/>
              <p:cNvSpPr/>
              <p:nvPr/>
            </p:nvSpPr>
            <p:spPr>
              <a:xfrm>
                <a:off x="2897405"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61" name="任意多边形: 形状 2728"/>
              <p:cNvSpPr/>
              <p:nvPr/>
            </p:nvSpPr>
            <p:spPr>
              <a:xfrm>
                <a:off x="289950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2" name="任意多边形: 形状 2729"/>
              <p:cNvSpPr/>
              <p:nvPr/>
            </p:nvSpPr>
            <p:spPr>
              <a:xfrm>
                <a:off x="2899502"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363" name="任意多边形: 形状 2730"/>
              <p:cNvSpPr/>
              <p:nvPr/>
            </p:nvSpPr>
            <p:spPr>
              <a:xfrm>
                <a:off x="2912082"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364" name="任意多边形: 形状 2731"/>
              <p:cNvSpPr/>
              <p:nvPr/>
            </p:nvSpPr>
            <p:spPr>
              <a:xfrm>
                <a:off x="291417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5" name="任意多边形: 形状 2732"/>
              <p:cNvSpPr/>
              <p:nvPr/>
            </p:nvSpPr>
            <p:spPr>
              <a:xfrm>
                <a:off x="2916275" y="5489710"/>
                <a:ext cx="13112" cy="83869"/>
              </a:xfrm>
              <a:custGeom>
                <a:avLst/>
                <a:gdLst>
                  <a:gd name="connsiteX0" fmla="*/ 0 w 13112"/>
                  <a:gd name="connsiteY0" fmla="*/ 83869 h 83869"/>
                  <a:gd name="connsiteX1" fmla="*/ 0 w 13112"/>
                  <a:gd name="connsiteY1" fmla="*/ 0 h 83869"/>
                </a:gdLst>
                <a:ahLst/>
                <a:cxnLst>
                  <a:cxn ang="0">
                    <a:pos x="connsiteX0" y="connsiteY0"/>
                  </a:cxn>
                  <a:cxn ang="0">
                    <a:pos x="connsiteX1" y="connsiteY1"/>
                  </a:cxn>
                </a:cxnLst>
                <a:rect l="l" t="t" r="r" b="b"/>
                <a:pathLst>
                  <a:path w="13112" h="83869">
                    <a:moveTo>
                      <a:pt x="0" y="83869"/>
                    </a:moveTo>
                    <a:lnTo>
                      <a:pt x="0" y="0"/>
                    </a:lnTo>
                  </a:path>
                </a:pathLst>
              </a:custGeom>
              <a:noFill/>
              <a:ln w="2088" cap="rnd">
                <a:solidFill>
                  <a:srgbClr val="000000"/>
                </a:solidFill>
                <a:prstDash val="solid"/>
                <a:round/>
              </a:ln>
            </p:spPr>
            <p:txBody>
              <a:bodyPr rtlCol="0" anchor="ctr"/>
              <a:lstStyle/>
              <a:p>
                <a:endParaRPr lang="zh-CN" altLang="en-US"/>
              </a:p>
            </p:txBody>
          </p:sp>
          <p:sp>
            <p:nvSpPr>
              <p:cNvPr id="9366" name="任意多边形: 形状 2733"/>
              <p:cNvSpPr/>
              <p:nvPr/>
            </p:nvSpPr>
            <p:spPr>
              <a:xfrm>
                <a:off x="292046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367" name="任意多边形: 形状 2734"/>
              <p:cNvSpPr/>
              <p:nvPr/>
            </p:nvSpPr>
            <p:spPr>
              <a:xfrm>
                <a:off x="2922565" y="5493903"/>
                <a:ext cx="13112" cy="79675"/>
              </a:xfrm>
              <a:custGeom>
                <a:avLst/>
                <a:gdLst>
                  <a:gd name="connsiteX0" fmla="*/ 0 w 13112"/>
                  <a:gd name="connsiteY0" fmla="*/ 79676 h 79675"/>
                  <a:gd name="connsiteX1" fmla="*/ 0 w 13112"/>
                  <a:gd name="connsiteY1" fmla="*/ 0 h 79675"/>
                </a:gdLst>
                <a:ahLst/>
                <a:cxnLst>
                  <a:cxn ang="0">
                    <a:pos x="connsiteX0" y="connsiteY0"/>
                  </a:cxn>
                  <a:cxn ang="0">
                    <a:pos x="connsiteX1" y="connsiteY1"/>
                  </a:cxn>
                </a:cxnLst>
                <a:rect l="l" t="t" r="r" b="b"/>
                <a:pathLst>
                  <a:path w="13112" h="79675">
                    <a:moveTo>
                      <a:pt x="0" y="79676"/>
                    </a:moveTo>
                    <a:lnTo>
                      <a:pt x="0" y="0"/>
                    </a:lnTo>
                  </a:path>
                </a:pathLst>
              </a:custGeom>
              <a:noFill/>
              <a:ln w="2088" cap="rnd">
                <a:solidFill>
                  <a:srgbClr val="000000"/>
                </a:solidFill>
                <a:prstDash val="solid"/>
                <a:round/>
              </a:ln>
            </p:spPr>
            <p:txBody>
              <a:bodyPr rtlCol="0" anchor="ctr"/>
              <a:lstStyle/>
              <a:p>
                <a:endParaRPr lang="zh-CN" altLang="en-US"/>
              </a:p>
            </p:txBody>
          </p:sp>
          <p:sp>
            <p:nvSpPr>
              <p:cNvPr id="9368" name="任意多边形: 形状 2735"/>
              <p:cNvSpPr/>
              <p:nvPr/>
            </p:nvSpPr>
            <p:spPr>
              <a:xfrm>
                <a:off x="292466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9" name="任意多边形: 形状 2736"/>
              <p:cNvSpPr/>
              <p:nvPr/>
            </p:nvSpPr>
            <p:spPr>
              <a:xfrm>
                <a:off x="292466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70" name="任意多边形: 形状 2737"/>
              <p:cNvSpPr/>
              <p:nvPr/>
            </p:nvSpPr>
            <p:spPr>
              <a:xfrm>
                <a:off x="2926759" y="5456161"/>
                <a:ext cx="13112" cy="117417"/>
              </a:xfrm>
              <a:custGeom>
                <a:avLst/>
                <a:gdLst>
                  <a:gd name="connsiteX0" fmla="*/ 0 w 13112"/>
                  <a:gd name="connsiteY0" fmla="*/ 117418 h 117417"/>
                  <a:gd name="connsiteX1" fmla="*/ 0 w 13112"/>
                  <a:gd name="connsiteY1" fmla="*/ 0 h 117417"/>
                </a:gdLst>
                <a:ahLst/>
                <a:cxnLst>
                  <a:cxn ang="0">
                    <a:pos x="connsiteX0" y="connsiteY0"/>
                  </a:cxn>
                  <a:cxn ang="0">
                    <a:pos x="connsiteX1" y="connsiteY1"/>
                  </a:cxn>
                </a:cxnLst>
                <a:rect l="l" t="t" r="r" b="b"/>
                <a:pathLst>
                  <a:path w="13112" h="117417">
                    <a:moveTo>
                      <a:pt x="0" y="117418"/>
                    </a:moveTo>
                    <a:lnTo>
                      <a:pt x="0" y="0"/>
                    </a:lnTo>
                  </a:path>
                </a:pathLst>
              </a:custGeom>
              <a:noFill/>
              <a:ln w="2088" cap="rnd">
                <a:solidFill>
                  <a:srgbClr val="000000"/>
                </a:solidFill>
                <a:prstDash val="solid"/>
                <a:round/>
              </a:ln>
            </p:spPr>
            <p:txBody>
              <a:bodyPr rtlCol="0" anchor="ctr"/>
              <a:lstStyle/>
              <a:p>
                <a:endParaRPr lang="zh-CN" altLang="en-US"/>
              </a:p>
            </p:txBody>
          </p:sp>
          <p:sp>
            <p:nvSpPr>
              <p:cNvPr id="9371" name="任意多边形: 形状 2738"/>
              <p:cNvSpPr/>
              <p:nvPr/>
            </p:nvSpPr>
            <p:spPr>
              <a:xfrm>
                <a:off x="292885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72" name="任意多边形: 形状 2739"/>
              <p:cNvSpPr/>
              <p:nvPr/>
            </p:nvSpPr>
            <p:spPr>
              <a:xfrm>
                <a:off x="2930952"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373" name="任意多边形: 形状 2740"/>
              <p:cNvSpPr/>
              <p:nvPr/>
            </p:nvSpPr>
            <p:spPr>
              <a:xfrm>
                <a:off x="293095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74" name="任意多边形: 形状 2741"/>
              <p:cNvSpPr/>
              <p:nvPr/>
            </p:nvSpPr>
            <p:spPr>
              <a:xfrm>
                <a:off x="293304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75" name="任意多边形: 形状 2742"/>
              <p:cNvSpPr/>
              <p:nvPr/>
            </p:nvSpPr>
            <p:spPr>
              <a:xfrm>
                <a:off x="2935146" y="5493903"/>
                <a:ext cx="13112" cy="79675"/>
              </a:xfrm>
              <a:custGeom>
                <a:avLst/>
                <a:gdLst>
                  <a:gd name="connsiteX0" fmla="*/ 0 w 13112"/>
                  <a:gd name="connsiteY0" fmla="*/ 79676 h 79675"/>
                  <a:gd name="connsiteX1" fmla="*/ 0 w 13112"/>
                  <a:gd name="connsiteY1" fmla="*/ 0 h 79675"/>
                </a:gdLst>
                <a:ahLst/>
                <a:cxnLst>
                  <a:cxn ang="0">
                    <a:pos x="connsiteX0" y="connsiteY0"/>
                  </a:cxn>
                  <a:cxn ang="0">
                    <a:pos x="connsiteX1" y="connsiteY1"/>
                  </a:cxn>
                </a:cxnLst>
                <a:rect l="l" t="t" r="r" b="b"/>
                <a:pathLst>
                  <a:path w="13112" h="79675">
                    <a:moveTo>
                      <a:pt x="0" y="79676"/>
                    </a:moveTo>
                    <a:lnTo>
                      <a:pt x="0" y="0"/>
                    </a:lnTo>
                  </a:path>
                </a:pathLst>
              </a:custGeom>
              <a:noFill/>
              <a:ln w="2088" cap="rnd">
                <a:solidFill>
                  <a:srgbClr val="000000"/>
                </a:solidFill>
                <a:prstDash val="solid"/>
                <a:round/>
              </a:ln>
            </p:spPr>
            <p:txBody>
              <a:bodyPr rtlCol="0" anchor="ctr"/>
              <a:lstStyle/>
              <a:p>
                <a:endParaRPr lang="zh-CN" altLang="en-US"/>
              </a:p>
            </p:txBody>
          </p:sp>
          <p:sp>
            <p:nvSpPr>
              <p:cNvPr id="9376" name="任意多边形: 形状 2743"/>
              <p:cNvSpPr/>
              <p:nvPr/>
            </p:nvSpPr>
            <p:spPr>
              <a:xfrm>
                <a:off x="2937242"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77" name="任意多边形: 形状 2744"/>
              <p:cNvSpPr/>
              <p:nvPr/>
            </p:nvSpPr>
            <p:spPr>
              <a:xfrm>
                <a:off x="293933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78" name="任意多边形: 形状 2745"/>
              <p:cNvSpPr/>
              <p:nvPr/>
            </p:nvSpPr>
            <p:spPr>
              <a:xfrm>
                <a:off x="294143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79" name="任意多边形: 形状 2746"/>
              <p:cNvSpPr/>
              <p:nvPr/>
            </p:nvSpPr>
            <p:spPr>
              <a:xfrm>
                <a:off x="2947726"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380" name="任意多边形: 形状 2747"/>
              <p:cNvSpPr/>
              <p:nvPr/>
            </p:nvSpPr>
            <p:spPr>
              <a:xfrm>
                <a:off x="2951919"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81" name="任意多边形: 形状 2748"/>
              <p:cNvSpPr/>
              <p:nvPr/>
            </p:nvSpPr>
            <p:spPr>
              <a:xfrm>
                <a:off x="295191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2" name="任意多边形: 形状 2749"/>
              <p:cNvSpPr/>
              <p:nvPr/>
            </p:nvSpPr>
            <p:spPr>
              <a:xfrm>
                <a:off x="2954017" y="4906815"/>
                <a:ext cx="13112" cy="666763"/>
              </a:xfrm>
              <a:custGeom>
                <a:avLst/>
                <a:gdLst>
                  <a:gd name="connsiteX0" fmla="*/ 0 w 13112"/>
                  <a:gd name="connsiteY0" fmla="*/ 666764 h 666763"/>
                  <a:gd name="connsiteX1" fmla="*/ 0 w 13112"/>
                  <a:gd name="connsiteY1" fmla="*/ 0 h 666763"/>
                </a:gdLst>
                <a:ahLst/>
                <a:cxnLst>
                  <a:cxn ang="0">
                    <a:pos x="connsiteX0" y="connsiteY0"/>
                  </a:cxn>
                  <a:cxn ang="0">
                    <a:pos x="connsiteX1" y="connsiteY1"/>
                  </a:cxn>
                </a:cxnLst>
                <a:rect l="l" t="t" r="r" b="b"/>
                <a:pathLst>
                  <a:path w="13112" h="666763">
                    <a:moveTo>
                      <a:pt x="0" y="666764"/>
                    </a:moveTo>
                    <a:lnTo>
                      <a:pt x="0" y="0"/>
                    </a:lnTo>
                  </a:path>
                </a:pathLst>
              </a:custGeom>
              <a:noFill/>
              <a:ln w="2088" cap="rnd">
                <a:solidFill>
                  <a:srgbClr val="000000"/>
                </a:solidFill>
                <a:prstDash val="solid"/>
                <a:round/>
              </a:ln>
            </p:spPr>
            <p:txBody>
              <a:bodyPr rtlCol="0" anchor="ctr"/>
              <a:lstStyle/>
              <a:p>
                <a:endParaRPr lang="zh-CN" altLang="en-US"/>
              </a:p>
            </p:txBody>
          </p:sp>
          <p:sp>
            <p:nvSpPr>
              <p:cNvPr id="9383" name="任意多边形: 形状 2750"/>
              <p:cNvSpPr/>
              <p:nvPr/>
            </p:nvSpPr>
            <p:spPr>
              <a:xfrm>
                <a:off x="295401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84" name="任意多边形: 形状 2751"/>
              <p:cNvSpPr/>
              <p:nvPr/>
            </p:nvSpPr>
            <p:spPr>
              <a:xfrm>
                <a:off x="295611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85" name="任意多边形: 形状 2752"/>
              <p:cNvSpPr/>
              <p:nvPr/>
            </p:nvSpPr>
            <p:spPr>
              <a:xfrm>
                <a:off x="2956114" y="5397451"/>
                <a:ext cx="13112" cy="176126"/>
              </a:xfrm>
              <a:custGeom>
                <a:avLst/>
                <a:gdLst>
                  <a:gd name="connsiteX0" fmla="*/ 0 w 13112"/>
                  <a:gd name="connsiteY0" fmla="*/ 176127 h 176126"/>
                  <a:gd name="connsiteX1" fmla="*/ 0 w 13112"/>
                  <a:gd name="connsiteY1" fmla="*/ 0 h 176126"/>
                </a:gdLst>
                <a:ahLst/>
                <a:cxnLst>
                  <a:cxn ang="0">
                    <a:pos x="connsiteX0" y="connsiteY0"/>
                  </a:cxn>
                  <a:cxn ang="0">
                    <a:pos x="connsiteX1" y="connsiteY1"/>
                  </a:cxn>
                </a:cxnLst>
                <a:rect l="l" t="t" r="r" b="b"/>
                <a:pathLst>
                  <a:path w="13112" h="176126">
                    <a:moveTo>
                      <a:pt x="0" y="176127"/>
                    </a:moveTo>
                    <a:lnTo>
                      <a:pt x="0" y="0"/>
                    </a:lnTo>
                  </a:path>
                </a:pathLst>
              </a:custGeom>
              <a:noFill/>
              <a:ln w="2088" cap="rnd">
                <a:solidFill>
                  <a:srgbClr val="000000"/>
                </a:solidFill>
                <a:prstDash val="solid"/>
                <a:round/>
              </a:ln>
            </p:spPr>
            <p:txBody>
              <a:bodyPr rtlCol="0" anchor="ctr"/>
              <a:lstStyle/>
              <a:p>
                <a:endParaRPr lang="zh-CN" altLang="en-US"/>
              </a:p>
            </p:txBody>
          </p:sp>
          <p:sp>
            <p:nvSpPr>
              <p:cNvPr id="9386" name="任意多边形: 形状 2753"/>
              <p:cNvSpPr/>
              <p:nvPr/>
            </p:nvSpPr>
            <p:spPr>
              <a:xfrm>
                <a:off x="295611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7" name="任意多边形: 形状 2754"/>
              <p:cNvSpPr/>
              <p:nvPr/>
            </p:nvSpPr>
            <p:spPr>
              <a:xfrm>
                <a:off x="295611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8" name="任意多边形: 形状 2755"/>
              <p:cNvSpPr/>
              <p:nvPr/>
            </p:nvSpPr>
            <p:spPr>
              <a:xfrm>
                <a:off x="2958211"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89" name="任意多边形: 形状 2756"/>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0" name="任意多边形: 形状 2757"/>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1" name="任意多边形: 形状 2758"/>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2" name="任意多边形: 形状 2759"/>
              <p:cNvSpPr/>
              <p:nvPr/>
            </p:nvSpPr>
            <p:spPr>
              <a:xfrm>
                <a:off x="2964501"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393" name="任意多边形: 形状 2760"/>
              <p:cNvSpPr/>
              <p:nvPr/>
            </p:nvSpPr>
            <p:spPr>
              <a:xfrm>
                <a:off x="2966597"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394" name="任意多边形: 形状 2761"/>
              <p:cNvSpPr/>
              <p:nvPr/>
            </p:nvSpPr>
            <p:spPr>
              <a:xfrm>
                <a:off x="296659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95" name="任意多边形: 形状 2762"/>
              <p:cNvSpPr/>
              <p:nvPr/>
            </p:nvSpPr>
            <p:spPr>
              <a:xfrm>
                <a:off x="297079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96" name="任意多边形: 形状 2763"/>
              <p:cNvSpPr/>
              <p:nvPr/>
            </p:nvSpPr>
            <p:spPr>
              <a:xfrm>
                <a:off x="2979178"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97" name="任意多边形: 形状 2764"/>
              <p:cNvSpPr/>
              <p:nvPr/>
            </p:nvSpPr>
            <p:spPr>
              <a:xfrm>
                <a:off x="2981274"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398" name="任意多边形: 形状 2765"/>
              <p:cNvSpPr/>
              <p:nvPr/>
            </p:nvSpPr>
            <p:spPr>
              <a:xfrm>
                <a:off x="2983371"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99" name="任意多边形: 形状 2766"/>
              <p:cNvSpPr/>
              <p:nvPr/>
            </p:nvSpPr>
            <p:spPr>
              <a:xfrm>
                <a:off x="2987564"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00" name="任意多边形: 形状 2767"/>
              <p:cNvSpPr/>
              <p:nvPr/>
            </p:nvSpPr>
            <p:spPr>
              <a:xfrm>
                <a:off x="2989661" y="5301002"/>
                <a:ext cx="13112" cy="272576"/>
              </a:xfrm>
              <a:custGeom>
                <a:avLst/>
                <a:gdLst>
                  <a:gd name="connsiteX0" fmla="*/ 0 w 13112"/>
                  <a:gd name="connsiteY0" fmla="*/ 272576 h 272576"/>
                  <a:gd name="connsiteX1" fmla="*/ 0 w 13112"/>
                  <a:gd name="connsiteY1" fmla="*/ 0 h 272576"/>
                </a:gdLst>
                <a:ahLst/>
                <a:cxnLst>
                  <a:cxn ang="0">
                    <a:pos x="connsiteX0" y="connsiteY0"/>
                  </a:cxn>
                  <a:cxn ang="0">
                    <a:pos x="connsiteX1" y="connsiteY1"/>
                  </a:cxn>
                </a:cxnLst>
                <a:rect l="l" t="t" r="r" b="b"/>
                <a:pathLst>
                  <a:path w="13112" h="272576">
                    <a:moveTo>
                      <a:pt x="0" y="272576"/>
                    </a:moveTo>
                    <a:lnTo>
                      <a:pt x="0" y="0"/>
                    </a:lnTo>
                  </a:path>
                </a:pathLst>
              </a:custGeom>
              <a:noFill/>
              <a:ln w="2088" cap="rnd">
                <a:solidFill>
                  <a:srgbClr val="000000"/>
                </a:solidFill>
                <a:prstDash val="solid"/>
                <a:round/>
              </a:ln>
            </p:spPr>
            <p:txBody>
              <a:bodyPr rtlCol="0" anchor="ctr"/>
              <a:lstStyle/>
              <a:p>
                <a:endParaRPr lang="zh-CN" altLang="en-US"/>
              </a:p>
            </p:txBody>
          </p:sp>
          <p:sp>
            <p:nvSpPr>
              <p:cNvPr id="9401" name="任意多边形: 形状 2768"/>
              <p:cNvSpPr/>
              <p:nvPr/>
            </p:nvSpPr>
            <p:spPr>
              <a:xfrm>
                <a:off x="298966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02" name="任意多边形: 形状 2769"/>
              <p:cNvSpPr/>
              <p:nvPr/>
            </p:nvSpPr>
            <p:spPr>
              <a:xfrm>
                <a:off x="299175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03" name="任意多边形: 形状 2770"/>
              <p:cNvSpPr/>
              <p:nvPr/>
            </p:nvSpPr>
            <p:spPr>
              <a:xfrm>
                <a:off x="2991758"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404" name="任意多边形: 形状 2771"/>
              <p:cNvSpPr/>
              <p:nvPr/>
            </p:nvSpPr>
            <p:spPr>
              <a:xfrm>
                <a:off x="299385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05" name="任意多边形: 形状 2772"/>
              <p:cNvSpPr/>
              <p:nvPr/>
            </p:nvSpPr>
            <p:spPr>
              <a:xfrm>
                <a:off x="299385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06" name="任意多边形: 形状 2773"/>
              <p:cNvSpPr/>
              <p:nvPr/>
            </p:nvSpPr>
            <p:spPr>
              <a:xfrm>
                <a:off x="2993855" y="5355517"/>
                <a:ext cx="13112" cy="218060"/>
              </a:xfrm>
              <a:custGeom>
                <a:avLst/>
                <a:gdLst>
                  <a:gd name="connsiteX0" fmla="*/ 0 w 13112"/>
                  <a:gd name="connsiteY0" fmla="*/ 218061 h 218060"/>
                  <a:gd name="connsiteX1" fmla="*/ 0 w 13112"/>
                  <a:gd name="connsiteY1" fmla="*/ 0 h 218060"/>
                </a:gdLst>
                <a:ahLst/>
                <a:cxnLst>
                  <a:cxn ang="0">
                    <a:pos x="connsiteX0" y="connsiteY0"/>
                  </a:cxn>
                  <a:cxn ang="0">
                    <a:pos x="connsiteX1" y="connsiteY1"/>
                  </a:cxn>
                </a:cxnLst>
                <a:rect l="l" t="t" r="r" b="b"/>
                <a:pathLst>
                  <a:path w="13112" h="218060">
                    <a:moveTo>
                      <a:pt x="0" y="218061"/>
                    </a:moveTo>
                    <a:lnTo>
                      <a:pt x="0" y="0"/>
                    </a:lnTo>
                  </a:path>
                </a:pathLst>
              </a:custGeom>
              <a:noFill/>
              <a:ln w="2088" cap="rnd">
                <a:solidFill>
                  <a:srgbClr val="000000"/>
                </a:solidFill>
                <a:prstDash val="solid"/>
                <a:round/>
              </a:ln>
            </p:spPr>
            <p:txBody>
              <a:bodyPr rtlCol="0" anchor="ctr"/>
              <a:lstStyle/>
              <a:p>
                <a:endParaRPr lang="zh-CN" altLang="en-US"/>
              </a:p>
            </p:txBody>
          </p:sp>
          <p:sp>
            <p:nvSpPr>
              <p:cNvPr id="9407" name="任意多边形: 形状 2774"/>
              <p:cNvSpPr/>
              <p:nvPr/>
            </p:nvSpPr>
            <p:spPr>
              <a:xfrm>
                <a:off x="2998048"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408" name="任意多边形: 形状 2775"/>
              <p:cNvSpPr/>
              <p:nvPr/>
            </p:nvSpPr>
            <p:spPr>
              <a:xfrm>
                <a:off x="3000145" y="5030522"/>
                <a:ext cx="13112" cy="543056"/>
              </a:xfrm>
              <a:custGeom>
                <a:avLst/>
                <a:gdLst>
                  <a:gd name="connsiteX0" fmla="*/ 0 w 13112"/>
                  <a:gd name="connsiteY0" fmla="*/ 543056 h 543056"/>
                  <a:gd name="connsiteX1" fmla="*/ 0 w 13112"/>
                  <a:gd name="connsiteY1" fmla="*/ 0 h 543056"/>
                </a:gdLst>
                <a:ahLst/>
                <a:cxnLst>
                  <a:cxn ang="0">
                    <a:pos x="connsiteX0" y="connsiteY0"/>
                  </a:cxn>
                  <a:cxn ang="0">
                    <a:pos x="connsiteX1" y="connsiteY1"/>
                  </a:cxn>
                </a:cxnLst>
                <a:rect l="l" t="t" r="r" b="b"/>
                <a:pathLst>
                  <a:path w="13112" h="543056">
                    <a:moveTo>
                      <a:pt x="0" y="543056"/>
                    </a:moveTo>
                    <a:lnTo>
                      <a:pt x="0" y="0"/>
                    </a:lnTo>
                  </a:path>
                </a:pathLst>
              </a:custGeom>
              <a:noFill/>
              <a:ln w="2088" cap="rnd">
                <a:solidFill>
                  <a:srgbClr val="000000"/>
                </a:solidFill>
                <a:prstDash val="solid"/>
                <a:round/>
              </a:ln>
            </p:spPr>
            <p:txBody>
              <a:bodyPr rtlCol="0" anchor="ctr"/>
              <a:lstStyle/>
              <a:p>
                <a:endParaRPr lang="zh-CN" altLang="en-US"/>
              </a:p>
            </p:txBody>
          </p:sp>
          <p:sp>
            <p:nvSpPr>
              <p:cNvPr id="9409" name="任意多边形: 形状 2776"/>
              <p:cNvSpPr/>
              <p:nvPr/>
            </p:nvSpPr>
            <p:spPr>
              <a:xfrm>
                <a:off x="300014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10" name="任意多边形: 形状 2777"/>
              <p:cNvSpPr/>
              <p:nvPr/>
            </p:nvSpPr>
            <p:spPr>
              <a:xfrm>
                <a:off x="300224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11" name="任意多边形: 形状 2778"/>
              <p:cNvSpPr/>
              <p:nvPr/>
            </p:nvSpPr>
            <p:spPr>
              <a:xfrm>
                <a:off x="3002241"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000000"/>
                </a:solidFill>
                <a:prstDash val="solid"/>
                <a:round/>
              </a:ln>
            </p:spPr>
            <p:txBody>
              <a:bodyPr rtlCol="0" anchor="ctr"/>
              <a:lstStyle/>
              <a:p>
                <a:endParaRPr lang="zh-CN" altLang="en-US"/>
              </a:p>
            </p:txBody>
          </p:sp>
          <p:sp>
            <p:nvSpPr>
              <p:cNvPr id="9412" name="任意多边形: 形状 2779"/>
              <p:cNvSpPr/>
              <p:nvPr/>
            </p:nvSpPr>
            <p:spPr>
              <a:xfrm>
                <a:off x="300433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13" name="任意多边形: 形状 2780"/>
              <p:cNvSpPr/>
              <p:nvPr/>
            </p:nvSpPr>
            <p:spPr>
              <a:xfrm>
                <a:off x="300433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14" name="任意多边形: 形状 2781"/>
              <p:cNvSpPr/>
              <p:nvPr/>
            </p:nvSpPr>
            <p:spPr>
              <a:xfrm>
                <a:off x="300433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15" name="任意多边形: 形状 2782"/>
              <p:cNvSpPr/>
              <p:nvPr/>
            </p:nvSpPr>
            <p:spPr>
              <a:xfrm>
                <a:off x="3008532"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416" name="任意多边形: 形状 2783"/>
              <p:cNvSpPr/>
              <p:nvPr/>
            </p:nvSpPr>
            <p:spPr>
              <a:xfrm>
                <a:off x="300853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17" name="任意多边形: 形状 2784"/>
              <p:cNvSpPr/>
              <p:nvPr/>
            </p:nvSpPr>
            <p:spPr>
              <a:xfrm>
                <a:off x="301062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18" name="任意多边形: 形状 2785"/>
              <p:cNvSpPr/>
              <p:nvPr/>
            </p:nvSpPr>
            <p:spPr>
              <a:xfrm>
                <a:off x="301482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19" name="任意多边形: 形状 2786"/>
              <p:cNvSpPr/>
              <p:nvPr/>
            </p:nvSpPr>
            <p:spPr>
              <a:xfrm>
                <a:off x="301691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20" name="任意多边形: 形状 2787"/>
              <p:cNvSpPr/>
              <p:nvPr/>
            </p:nvSpPr>
            <p:spPr>
              <a:xfrm>
                <a:off x="3016918"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21" name="任意多边形: 形状 2788"/>
              <p:cNvSpPr/>
              <p:nvPr/>
            </p:nvSpPr>
            <p:spPr>
              <a:xfrm>
                <a:off x="302321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22" name="任意多边形: 形状 2789"/>
              <p:cNvSpPr/>
              <p:nvPr/>
            </p:nvSpPr>
            <p:spPr>
              <a:xfrm>
                <a:off x="302530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23" name="任意多边形: 形状 2790"/>
              <p:cNvSpPr/>
              <p:nvPr/>
            </p:nvSpPr>
            <p:spPr>
              <a:xfrm>
                <a:off x="3025306"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24" name="任意多边形: 形状 2791"/>
              <p:cNvSpPr/>
              <p:nvPr/>
            </p:nvSpPr>
            <p:spPr>
              <a:xfrm>
                <a:off x="302740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25" name="任意多边形: 形状 2792"/>
              <p:cNvSpPr/>
              <p:nvPr/>
            </p:nvSpPr>
            <p:spPr>
              <a:xfrm>
                <a:off x="3031597"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26" name="任意多边形: 形状 2793"/>
              <p:cNvSpPr/>
              <p:nvPr/>
            </p:nvSpPr>
            <p:spPr>
              <a:xfrm>
                <a:off x="303369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27" name="任意多边形: 形状 2794"/>
              <p:cNvSpPr/>
              <p:nvPr/>
            </p:nvSpPr>
            <p:spPr>
              <a:xfrm>
                <a:off x="3035790" y="5370194"/>
                <a:ext cx="13112" cy="203384"/>
              </a:xfrm>
              <a:custGeom>
                <a:avLst/>
                <a:gdLst>
                  <a:gd name="connsiteX0" fmla="*/ 0 w 13112"/>
                  <a:gd name="connsiteY0" fmla="*/ 203384 h 203384"/>
                  <a:gd name="connsiteX1" fmla="*/ 0 w 13112"/>
                  <a:gd name="connsiteY1" fmla="*/ 0 h 203384"/>
                </a:gdLst>
                <a:ahLst/>
                <a:cxnLst>
                  <a:cxn ang="0">
                    <a:pos x="connsiteX0" y="connsiteY0"/>
                  </a:cxn>
                  <a:cxn ang="0">
                    <a:pos x="connsiteX1" y="connsiteY1"/>
                  </a:cxn>
                </a:cxnLst>
                <a:rect l="l" t="t" r="r" b="b"/>
                <a:pathLst>
                  <a:path w="13112" h="203384">
                    <a:moveTo>
                      <a:pt x="0" y="203384"/>
                    </a:moveTo>
                    <a:lnTo>
                      <a:pt x="0" y="0"/>
                    </a:lnTo>
                  </a:path>
                </a:pathLst>
              </a:custGeom>
              <a:noFill/>
              <a:ln w="2088" cap="rnd">
                <a:solidFill>
                  <a:srgbClr val="000000"/>
                </a:solidFill>
                <a:prstDash val="solid"/>
                <a:round/>
              </a:ln>
            </p:spPr>
            <p:txBody>
              <a:bodyPr rtlCol="0" anchor="ctr"/>
              <a:lstStyle/>
              <a:p>
                <a:endParaRPr lang="zh-CN" altLang="en-US"/>
              </a:p>
            </p:txBody>
          </p:sp>
          <p:sp>
            <p:nvSpPr>
              <p:cNvPr id="9428" name="任意多边形: 形状 2795"/>
              <p:cNvSpPr/>
              <p:nvPr/>
            </p:nvSpPr>
            <p:spPr>
              <a:xfrm>
                <a:off x="3037887"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429" name="任意多边形: 形状 2796"/>
              <p:cNvSpPr/>
              <p:nvPr/>
            </p:nvSpPr>
            <p:spPr>
              <a:xfrm>
                <a:off x="30399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0" name="任意多边形: 形状 2797"/>
              <p:cNvSpPr/>
              <p:nvPr/>
            </p:nvSpPr>
            <p:spPr>
              <a:xfrm>
                <a:off x="30441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31" name="任意多边形: 形状 2798"/>
              <p:cNvSpPr/>
              <p:nvPr/>
            </p:nvSpPr>
            <p:spPr>
              <a:xfrm>
                <a:off x="30462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2" name="任意多边形: 形状 2799"/>
              <p:cNvSpPr/>
              <p:nvPr/>
            </p:nvSpPr>
            <p:spPr>
              <a:xfrm>
                <a:off x="3048370"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33" name="任意多边形: 形状 2800"/>
              <p:cNvSpPr/>
              <p:nvPr/>
            </p:nvSpPr>
            <p:spPr>
              <a:xfrm>
                <a:off x="305046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4" name="任意多边形: 形状 2801"/>
              <p:cNvSpPr/>
              <p:nvPr/>
            </p:nvSpPr>
            <p:spPr>
              <a:xfrm>
                <a:off x="305046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35" name="任意多边形: 形状 2802"/>
              <p:cNvSpPr/>
              <p:nvPr/>
            </p:nvSpPr>
            <p:spPr>
              <a:xfrm>
                <a:off x="3056757"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436" name="任意多边形: 形状 2803"/>
              <p:cNvSpPr/>
              <p:nvPr/>
            </p:nvSpPr>
            <p:spPr>
              <a:xfrm>
                <a:off x="305885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37" name="任意多边形: 形状 2804"/>
              <p:cNvSpPr/>
              <p:nvPr/>
            </p:nvSpPr>
            <p:spPr>
              <a:xfrm>
                <a:off x="3060950"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438" name="任意多边形: 形状 2805"/>
              <p:cNvSpPr/>
              <p:nvPr/>
            </p:nvSpPr>
            <p:spPr>
              <a:xfrm>
                <a:off x="306514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39" name="任意多边形: 形状 2806"/>
              <p:cNvSpPr/>
              <p:nvPr/>
            </p:nvSpPr>
            <p:spPr>
              <a:xfrm>
                <a:off x="306724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40" name="任意多边形: 形状 2807"/>
              <p:cNvSpPr/>
              <p:nvPr/>
            </p:nvSpPr>
            <p:spPr>
              <a:xfrm>
                <a:off x="306724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41" name="任意多边形: 形状 2808"/>
              <p:cNvSpPr/>
              <p:nvPr/>
            </p:nvSpPr>
            <p:spPr>
              <a:xfrm>
                <a:off x="306933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42" name="任意多边形: 形状 2809"/>
              <p:cNvSpPr/>
              <p:nvPr/>
            </p:nvSpPr>
            <p:spPr>
              <a:xfrm>
                <a:off x="3071434"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443" name="任意多边形: 形状 2810"/>
              <p:cNvSpPr/>
              <p:nvPr/>
            </p:nvSpPr>
            <p:spPr>
              <a:xfrm>
                <a:off x="3075627"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44" name="任意多边形: 形状 2811"/>
              <p:cNvSpPr/>
              <p:nvPr/>
            </p:nvSpPr>
            <p:spPr>
              <a:xfrm>
                <a:off x="3077724"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445" name="任意多边形: 形状 2812"/>
              <p:cNvSpPr/>
              <p:nvPr/>
            </p:nvSpPr>
            <p:spPr>
              <a:xfrm>
                <a:off x="307982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46" name="任意多边形: 形状 2813"/>
              <p:cNvSpPr/>
              <p:nvPr/>
            </p:nvSpPr>
            <p:spPr>
              <a:xfrm>
                <a:off x="3081917"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47" name="任意多边形: 形状 2814"/>
              <p:cNvSpPr/>
              <p:nvPr/>
            </p:nvSpPr>
            <p:spPr>
              <a:xfrm>
                <a:off x="308611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48" name="任意多边形: 形状 2815"/>
              <p:cNvSpPr/>
              <p:nvPr/>
            </p:nvSpPr>
            <p:spPr>
              <a:xfrm>
                <a:off x="3088209"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49" name="任意多边形: 形状 2816"/>
              <p:cNvSpPr/>
              <p:nvPr/>
            </p:nvSpPr>
            <p:spPr>
              <a:xfrm>
                <a:off x="309030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50" name="任意多边形: 形状 2817"/>
              <p:cNvSpPr/>
              <p:nvPr/>
            </p:nvSpPr>
            <p:spPr>
              <a:xfrm>
                <a:off x="3094499"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451" name="任意多边形: 形状 2818"/>
              <p:cNvSpPr/>
              <p:nvPr/>
            </p:nvSpPr>
            <p:spPr>
              <a:xfrm>
                <a:off x="3098692"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452" name="任意多边形: 形状 2819"/>
              <p:cNvSpPr/>
              <p:nvPr/>
            </p:nvSpPr>
            <p:spPr>
              <a:xfrm>
                <a:off x="310078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53" name="任意多边形: 形状 2820"/>
              <p:cNvSpPr/>
              <p:nvPr/>
            </p:nvSpPr>
            <p:spPr>
              <a:xfrm>
                <a:off x="31028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54" name="任意多边形: 形状 2821"/>
              <p:cNvSpPr/>
              <p:nvPr/>
            </p:nvSpPr>
            <p:spPr>
              <a:xfrm>
                <a:off x="3102886"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455" name="任意多边形: 形状 2822"/>
              <p:cNvSpPr/>
              <p:nvPr/>
            </p:nvSpPr>
            <p:spPr>
              <a:xfrm>
                <a:off x="310498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56" name="任意多边形: 形状 2823"/>
              <p:cNvSpPr/>
              <p:nvPr/>
            </p:nvSpPr>
            <p:spPr>
              <a:xfrm>
                <a:off x="310707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57" name="任意多边形: 形状 2824"/>
              <p:cNvSpPr/>
              <p:nvPr/>
            </p:nvSpPr>
            <p:spPr>
              <a:xfrm>
                <a:off x="310917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58" name="任意多边形: 形状 2825"/>
              <p:cNvSpPr/>
              <p:nvPr/>
            </p:nvSpPr>
            <p:spPr>
              <a:xfrm>
                <a:off x="31112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59" name="任意多边形: 形状 2826"/>
              <p:cNvSpPr/>
              <p:nvPr/>
            </p:nvSpPr>
            <p:spPr>
              <a:xfrm>
                <a:off x="3115466"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60" name="任意多边形: 形状 2827"/>
              <p:cNvSpPr/>
              <p:nvPr/>
            </p:nvSpPr>
            <p:spPr>
              <a:xfrm>
                <a:off x="311965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61" name="任意多边形: 形状 2828"/>
              <p:cNvSpPr/>
              <p:nvPr/>
            </p:nvSpPr>
            <p:spPr>
              <a:xfrm>
                <a:off x="3123853"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62" name="任意多边形: 形状 2829"/>
              <p:cNvSpPr/>
              <p:nvPr/>
            </p:nvSpPr>
            <p:spPr>
              <a:xfrm>
                <a:off x="3125949"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463" name="任意多边形: 形状 2830"/>
              <p:cNvSpPr/>
              <p:nvPr/>
            </p:nvSpPr>
            <p:spPr>
              <a:xfrm>
                <a:off x="3128046"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464" name="任意多边形: 形状 2831"/>
              <p:cNvSpPr/>
              <p:nvPr/>
            </p:nvSpPr>
            <p:spPr>
              <a:xfrm>
                <a:off x="31301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65" name="任意多边形: 形状 2832"/>
              <p:cNvSpPr/>
              <p:nvPr/>
            </p:nvSpPr>
            <p:spPr>
              <a:xfrm>
                <a:off x="3132240" y="5475032"/>
                <a:ext cx="13112" cy="98546"/>
              </a:xfrm>
              <a:custGeom>
                <a:avLst/>
                <a:gdLst>
                  <a:gd name="connsiteX0" fmla="*/ 0 w 13112"/>
                  <a:gd name="connsiteY0" fmla="*/ 98546 h 98546"/>
                  <a:gd name="connsiteX1" fmla="*/ 0 w 13112"/>
                  <a:gd name="connsiteY1" fmla="*/ 0 h 98546"/>
                </a:gdLst>
                <a:ahLst/>
                <a:cxnLst>
                  <a:cxn ang="0">
                    <a:pos x="connsiteX0" y="connsiteY0"/>
                  </a:cxn>
                  <a:cxn ang="0">
                    <a:pos x="connsiteX1" y="connsiteY1"/>
                  </a:cxn>
                </a:cxnLst>
                <a:rect l="l" t="t" r="r" b="b"/>
                <a:pathLst>
                  <a:path w="13112" h="98546">
                    <a:moveTo>
                      <a:pt x="0" y="98546"/>
                    </a:moveTo>
                    <a:lnTo>
                      <a:pt x="0" y="0"/>
                    </a:lnTo>
                  </a:path>
                </a:pathLst>
              </a:custGeom>
              <a:noFill/>
              <a:ln w="2088" cap="rnd">
                <a:solidFill>
                  <a:srgbClr val="000000"/>
                </a:solidFill>
                <a:prstDash val="solid"/>
                <a:round/>
              </a:ln>
            </p:spPr>
            <p:txBody>
              <a:bodyPr rtlCol="0" anchor="ctr"/>
              <a:lstStyle/>
              <a:p>
                <a:endParaRPr lang="zh-CN" altLang="en-US"/>
              </a:p>
            </p:txBody>
          </p:sp>
          <p:sp>
            <p:nvSpPr>
              <p:cNvPr id="9466" name="任意多边形: 形状 2833"/>
              <p:cNvSpPr/>
              <p:nvPr/>
            </p:nvSpPr>
            <p:spPr>
              <a:xfrm>
                <a:off x="3134336"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467" name="任意多边形: 形状 2834"/>
              <p:cNvSpPr/>
              <p:nvPr/>
            </p:nvSpPr>
            <p:spPr>
              <a:xfrm>
                <a:off x="313853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68" name="任意多边形: 形状 2835"/>
              <p:cNvSpPr/>
              <p:nvPr/>
            </p:nvSpPr>
            <p:spPr>
              <a:xfrm>
                <a:off x="314272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69" name="任意多边形: 形状 2836"/>
              <p:cNvSpPr/>
              <p:nvPr/>
            </p:nvSpPr>
            <p:spPr>
              <a:xfrm>
                <a:off x="314482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0" name="任意多边形: 形状 2837"/>
              <p:cNvSpPr/>
              <p:nvPr/>
            </p:nvSpPr>
            <p:spPr>
              <a:xfrm>
                <a:off x="3146917"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71" name="任意多边形: 形状 2838"/>
              <p:cNvSpPr/>
              <p:nvPr/>
            </p:nvSpPr>
            <p:spPr>
              <a:xfrm>
                <a:off x="314901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2" name="任意多边形: 形状 2839"/>
              <p:cNvSpPr/>
              <p:nvPr/>
            </p:nvSpPr>
            <p:spPr>
              <a:xfrm>
                <a:off x="31490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3" name="任意多边形: 形状 2840"/>
              <p:cNvSpPr/>
              <p:nvPr/>
            </p:nvSpPr>
            <p:spPr>
              <a:xfrm>
                <a:off x="315320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4" name="任意多边形: 形状 2841"/>
              <p:cNvSpPr/>
              <p:nvPr/>
            </p:nvSpPr>
            <p:spPr>
              <a:xfrm>
                <a:off x="3155305" y="5519064"/>
                <a:ext cx="13112" cy="54515"/>
              </a:xfrm>
              <a:custGeom>
                <a:avLst/>
                <a:gdLst>
                  <a:gd name="connsiteX0" fmla="*/ 0 w 13112"/>
                  <a:gd name="connsiteY0" fmla="*/ 54516 h 54515"/>
                  <a:gd name="connsiteX1" fmla="*/ 0 w 13112"/>
                  <a:gd name="connsiteY1" fmla="*/ 0 h 54515"/>
                </a:gdLst>
                <a:ahLst/>
                <a:cxnLst>
                  <a:cxn ang="0">
                    <a:pos x="connsiteX0" y="connsiteY0"/>
                  </a:cxn>
                  <a:cxn ang="0">
                    <a:pos x="connsiteX1" y="connsiteY1"/>
                  </a:cxn>
                </a:cxnLst>
                <a:rect l="l" t="t" r="r" b="b"/>
                <a:pathLst>
                  <a:path w="13112" h="54515">
                    <a:moveTo>
                      <a:pt x="0" y="54516"/>
                    </a:moveTo>
                    <a:lnTo>
                      <a:pt x="0" y="0"/>
                    </a:lnTo>
                  </a:path>
                </a:pathLst>
              </a:custGeom>
              <a:noFill/>
              <a:ln w="2088" cap="rnd">
                <a:solidFill>
                  <a:srgbClr val="000000"/>
                </a:solidFill>
                <a:prstDash val="solid"/>
                <a:round/>
              </a:ln>
            </p:spPr>
            <p:txBody>
              <a:bodyPr rtlCol="0" anchor="ctr"/>
              <a:lstStyle/>
              <a:p>
                <a:endParaRPr lang="zh-CN" altLang="en-US"/>
              </a:p>
            </p:txBody>
          </p:sp>
          <p:sp>
            <p:nvSpPr>
              <p:cNvPr id="9475" name="任意多边形: 形状 2842"/>
              <p:cNvSpPr/>
              <p:nvPr/>
            </p:nvSpPr>
            <p:spPr>
              <a:xfrm>
                <a:off x="315949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6" name="任意多边形: 形状 2843"/>
              <p:cNvSpPr/>
              <p:nvPr/>
            </p:nvSpPr>
            <p:spPr>
              <a:xfrm>
                <a:off x="316159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7" name="任意多边形: 形状 2844"/>
              <p:cNvSpPr/>
              <p:nvPr/>
            </p:nvSpPr>
            <p:spPr>
              <a:xfrm>
                <a:off x="3165788"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78" name="任意多边形: 形状 2845"/>
              <p:cNvSpPr/>
              <p:nvPr/>
            </p:nvSpPr>
            <p:spPr>
              <a:xfrm>
                <a:off x="316788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79" name="任意多边形: 形状 2846"/>
              <p:cNvSpPr/>
              <p:nvPr/>
            </p:nvSpPr>
            <p:spPr>
              <a:xfrm>
                <a:off x="3169982"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480" name="任意多边形: 形状 2847"/>
              <p:cNvSpPr/>
              <p:nvPr/>
            </p:nvSpPr>
            <p:spPr>
              <a:xfrm>
                <a:off x="3172078" y="5284228"/>
                <a:ext cx="13112" cy="289350"/>
              </a:xfrm>
              <a:custGeom>
                <a:avLst/>
                <a:gdLst>
                  <a:gd name="connsiteX0" fmla="*/ 0 w 13112"/>
                  <a:gd name="connsiteY0" fmla="*/ 289350 h 289350"/>
                  <a:gd name="connsiteX1" fmla="*/ 0 w 13112"/>
                  <a:gd name="connsiteY1" fmla="*/ 0 h 289350"/>
                </a:gdLst>
                <a:ahLst/>
                <a:cxnLst>
                  <a:cxn ang="0">
                    <a:pos x="connsiteX0" y="connsiteY0"/>
                  </a:cxn>
                  <a:cxn ang="0">
                    <a:pos x="connsiteX1" y="connsiteY1"/>
                  </a:cxn>
                </a:cxnLst>
                <a:rect l="l" t="t" r="r" b="b"/>
                <a:pathLst>
                  <a:path w="13112" h="289350">
                    <a:moveTo>
                      <a:pt x="0" y="289350"/>
                    </a:moveTo>
                    <a:lnTo>
                      <a:pt x="0" y="0"/>
                    </a:lnTo>
                  </a:path>
                </a:pathLst>
              </a:custGeom>
              <a:noFill/>
              <a:ln w="2088" cap="rnd">
                <a:solidFill>
                  <a:srgbClr val="000000"/>
                </a:solidFill>
                <a:prstDash val="solid"/>
                <a:round/>
              </a:ln>
            </p:spPr>
            <p:txBody>
              <a:bodyPr rtlCol="0" anchor="ctr"/>
              <a:lstStyle/>
              <a:p>
                <a:endParaRPr lang="zh-CN" altLang="en-US"/>
              </a:p>
            </p:txBody>
          </p:sp>
          <p:sp>
            <p:nvSpPr>
              <p:cNvPr id="9481" name="任意多边形: 形状 2848"/>
              <p:cNvSpPr/>
              <p:nvPr/>
            </p:nvSpPr>
            <p:spPr>
              <a:xfrm>
                <a:off x="317417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82" name="任意多边形: 形状 2849"/>
              <p:cNvSpPr/>
              <p:nvPr/>
            </p:nvSpPr>
            <p:spPr>
              <a:xfrm>
                <a:off x="31741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3" name="任意多边形: 形状 2850"/>
              <p:cNvSpPr/>
              <p:nvPr/>
            </p:nvSpPr>
            <p:spPr>
              <a:xfrm>
                <a:off x="317417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84" name="任意多边形: 形状 2851"/>
              <p:cNvSpPr/>
              <p:nvPr/>
            </p:nvSpPr>
            <p:spPr>
              <a:xfrm>
                <a:off x="3176272" y="5410034"/>
                <a:ext cx="13112" cy="163545"/>
              </a:xfrm>
              <a:custGeom>
                <a:avLst/>
                <a:gdLst>
                  <a:gd name="connsiteX0" fmla="*/ 0 w 13112"/>
                  <a:gd name="connsiteY0" fmla="*/ 163545 h 163545"/>
                  <a:gd name="connsiteX1" fmla="*/ 0 w 13112"/>
                  <a:gd name="connsiteY1" fmla="*/ 0 h 163545"/>
                </a:gdLst>
                <a:ahLst/>
                <a:cxnLst>
                  <a:cxn ang="0">
                    <a:pos x="connsiteX0" y="connsiteY0"/>
                  </a:cxn>
                  <a:cxn ang="0">
                    <a:pos x="connsiteX1" y="connsiteY1"/>
                  </a:cxn>
                </a:cxnLst>
                <a:rect l="l" t="t" r="r" b="b"/>
                <a:pathLst>
                  <a:path w="13112" h="163545">
                    <a:moveTo>
                      <a:pt x="0" y="163545"/>
                    </a:moveTo>
                    <a:lnTo>
                      <a:pt x="0" y="0"/>
                    </a:lnTo>
                  </a:path>
                </a:pathLst>
              </a:custGeom>
              <a:noFill/>
              <a:ln w="2088" cap="rnd">
                <a:solidFill>
                  <a:srgbClr val="000000"/>
                </a:solidFill>
                <a:prstDash val="solid"/>
                <a:round/>
              </a:ln>
            </p:spPr>
            <p:txBody>
              <a:bodyPr rtlCol="0" anchor="ctr"/>
              <a:lstStyle/>
              <a:p>
                <a:endParaRPr lang="zh-CN" altLang="en-US"/>
              </a:p>
            </p:txBody>
          </p:sp>
          <p:sp>
            <p:nvSpPr>
              <p:cNvPr id="9485" name="任意多边形: 形状 2852"/>
              <p:cNvSpPr/>
              <p:nvPr/>
            </p:nvSpPr>
            <p:spPr>
              <a:xfrm>
                <a:off x="317627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6" name="任意多边形: 形状 2853"/>
              <p:cNvSpPr/>
              <p:nvPr/>
            </p:nvSpPr>
            <p:spPr>
              <a:xfrm>
                <a:off x="317627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87" name="任意多边形: 形状 2854"/>
              <p:cNvSpPr/>
              <p:nvPr/>
            </p:nvSpPr>
            <p:spPr>
              <a:xfrm>
                <a:off x="317627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8" name="任意多边形: 形状 2855"/>
              <p:cNvSpPr/>
              <p:nvPr/>
            </p:nvSpPr>
            <p:spPr>
              <a:xfrm>
                <a:off x="3178368" y="5460354"/>
                <a:ext cx="13112" cy="113224"/>
              </a:xfrm>
              <a:custGeom>
                <a:avLst/>
                <a:gdLst>
                  <a:gd name="connsiteX0" fmla="*/ 0 w 13112"/>
                  <a:gd name="connsiteY0" fmla="*/ 113225 h 113224"/>
                  <a:gd name="connsiteX1" fmla="*/ 0 w 13112"/>
                  <a:gd name="connsiteY1" fmla="*/ 0 h 113224"/>
                </a:gdLst>
                <a:ahLst/>
                <a:cxnLst>
                  <a:cxn ang="0">
                    <a:pos x="connsiteX0" y="connsiteY0"/>
                  </a:cxn>
                  <a:cxn ang="0">
                    <a:pos x="connsiteX1" y="connsiteY1"/>
                  </a:cxn>
                </a:cxnLst>
                <a:rect l="l" t="t" r="r" b="b"/>
                <a:pathLst>
                  <a:path w="13112" h="113224">
                    <a:moveTo>
                      <a:pt x="0" y="113225"/>
                    </a:moveTo>
                    <a:lnTo>
                      <a:pt x="0" y="0"/>
                    </a:lnTo>
                  </a:path>
                </a:pathLst>
              </a:custGeom>
              <a:noFill/>
              <a:ln w="2088" cap="rnd">
                <a:solidFill>
                  <a:srgbClr val="000000"/>
                </a:solidFill>
                <a:prstDash val="solid"/>
                <a:round/>
              </a:ln>
            </p:spPr>
            <p:txBody>
              <a:bodyPr rtlCol="0" anchor="ctr"/>
              <a:lstStyle/>
              <a:p>
                <a:endParaRPr lang="zh-CN" altLang="en-US"/>
              </a:p>
            </p:txBody>
          </p:sp>
          <p:sp>
            <p:nvSpPr>
              <p:cNvPr id="9489" name="任意多边形: 形状 2856"/>
              <p:cNvSpPr/>
              <p:nvPr/>
            </p:nvSpPr>
            <p:spPr>
              <a:xfrm>
                <a:off x="317836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0" name="任意多边形: 形状 2857"/>
              <p:cNvSpPr/>
              <p:nvPr/>
            </p:nvSpPr>
            <p:spPr>
              <a:xfrm>
                <a:off x="318046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1" name="任意多边形: 形状 2858"/>
              <p:cNvSpPr/>
              <p:nvPr/>
            </p:nvSpPr>
            <p:spPr>
              <a:xfrm>
                <a:off x="3180465"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92" name="任意多边形: 形状 2859"/>
              <p:cNvSpPr/>
              <p:nvPr/>
            </p:nvSpPr>
            <p:spPr>
              <a:xfrm>
                <a:off x="3182562"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93" name="任意多边形: 形状 2860"/>
              <p:cNvSpPr/>
              <p:nvPr/>
            </p:nvSpPr>
            <p:spPr>
              <a:xfrm>
                <a:off x="3186755"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494" name="任意多边形: 形状 2861"/>
              <p:cNvSpPr/>
              <p:nvPr/>
            </p:nvSpPr>
            <p:spPr>
              <a:xfrm>
                <a:off x="318885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95" name="任意多边形: 形状 2862"/>
              <p:cNvSpPr/>
              <p:nvPr/>
            </p:nvSpPr>
            <p:spPr>
              <a:xfrm>
                <a:off x="319094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96" name="任意多边形: 形状 2863"/>
              <p:cNvSpPr/>
              <p:nvPr/>
            </p:nvSpPr>
            <p:spPr>
              <a:xfrm>
                <a:off x="319094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7" name="任意多边形: 形状 2864"/>
              <p:cNvSpPr/>
              <p:nvPr/>
            </p:nvSpPr>
            <p:spPr>
              <a:xfrm>
                <a:off x="319304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98" name="任意多边形: 形状 2865"/>
              <p:cNvSpPr/>
              <p:nvPr/>
            </p:nvSpPr>
            <p:spPr>
              <a:xfrm>
                <a:off x="3199335"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99" name="任意多边形: 形状 2866"/>
              <p:cNvSpPr/>
              <p:nvPr/>
            </p:nvSpPr>
            <p:spPr>
              <a:xfrm>
                <a:off x="320143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00" name="任意多边形: 形状 2867"/>
              <p:cNvSpPr/>
              <p:nvPr/>
            </p:nvSpPr>
            <p:spPr>
              <a:xfrm>
                <a:off x="3203529"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501" name="任意多边形: 形状 2868"/>
              <p:cNvSpPr/>
              <p:nvPr/>
            </p:nvSpPr>
            <p:spPr>
              <a:xfrm>
                <a:off x="3205625"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502" name="任意多边形: 形状 2869"/>
              <p:cNvSpPr/>
              <p:nvPr/>
            </p:nvSpPr>
            <p:spPr>
              <a:xfrm>
                <a:off x="320981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03" name="任意多边形: 形状 2870"/>
              <p:cNvSpPr/>
              <p:nvPr/>
            </p:nvSpPr>
            <p:spPr>
              <a:xfrm>
                <a:off x="3214012"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04" name="任意多边形: 形状 2871"/>
              <p:cNvSpPr/>
              <p:nvPr/>
            </p:nvSpPr>
            <p:spPr>
              <a:xfrm>
                <a:off x="321610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05" name="任意多边形: 形状 2872"/>
              <p:cNvSpPr/>
              <p:nvPr/>
            </p:nvSpPr>
            <p:spPr>
              <a:xfrm>
                <a:off x="321610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06" name="任意多边形: 形状 2873"/>
              <p:cNvSpPr/>
              <p:nvPr/>
            </p:nvSpPr>
            <p:spPr>
              <a:xfrm>
                <a:off x="321820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07" name="任意多边形: 形状 2874"/>
              <p:cNvSpPr/>
              <p:nvPr/>
            </p:nvSpPr>
            <p:spPr>
              <a:xfrm>
                <a:off x="3220302" y="5028425"/>
                <a:ext cx="13112" cy="545152"/>
              </a:xfrm>
              <a:custGeom>
                <a:avLst/>
                <a:gdLst>
                  <a:gd name="connsiteX0" fmla="*/ 0 w 13112"/>
                  <a:gd name="connsiteY0" fmla="*/ 545153 h 545152"/>
                  <a:gd name="connsiteX1" fmla="*/ 0 w 13112"/>
                  <a:gd name="connsiteY1" fmla="*/ 0 h 545152"/>
                </a:gdLst>
                <a:ahLst/>
                <a:cxnLst>
                  <a:cxn ang="0">
                    <a:pos x="connsiteX0" y="connsiteY0"/>
                  </a:cxn>
                  <a:cxn ang="0">
                    <a:pos x="connsiteX1" y="connsiteY1"/>
                  </a:cxn>
                </a:cxnLst>
                <a:rect l="l" t="t" r="r" b="b"/>
                <a:pathLst>
                  <a:path w="13112" h="545152">
                    <a:moveTo>
                      <a:pt x="0" y="545153"/>
                    </a:moveTo>
                    <a:lnTo>
                      <a:pt x="0" y="0"/>
                    </a:lnTo>
                  </a:path>
                </a:pathLst>
              </a:custGeom>
              <a:noFill/>
              <a:ln w="2088" cap="rnd">
                <a:solidFill>
                  <a:srgbClr val="000000"/>
                </a:solidFill>
                <a:prstDash val="solid"/>
                <a:round/>
              </a:ln>
            </p:spPr>
            <p:txBody>
              <a:bodyPr rtlCol="0" anchor="ctr"/>
              <a:lstStyle/>
              <a:p>
                <a:endParaRPr lang="zh-CN" altLang="en-US"/>
              </a:p>
            </p:txBody>
          </p:sp>
          <p:sp>
            <p:nvSpPr>
              <p:cNvPr id="9508" name="任意多边形: 形状 2875"/>
              <p:cNvSpPr/>
              <p:nvPr/>
            </p:nvSpPr>
            <p:spPr>
              <a:xfrm>
                <a:off x="322030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09" name="任意多边形: 形状 2876"/>
              <p:cNvSpPr/>
              <p:nvPr/>
            </p:nvSpPr>
            <p:spPr>
              <a:xfrm>
                <a:off x="322239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10" name="任意多边形: 形状 2877"/>
              <p:cNvSpPr/>
              <p:nvPr/>
            </p:nvSpPr>
            <p:spPr>
              <a:xfrm>
                <a:off x="3222399" y="5441483"/>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00"/>
                </a:solidFill>
                <a:prstDash val="solid"/>
                <a:round/>
              </a:ln>
            </p:spPr>
            <p:txBody>
              <a:bodyPr rtlCol="0" anchor="ctr"/>
              <a:lstStyle/>
              <a:p>
                <a:endParaRPr lang="zh-CN" altLang="en-US"/>
              </a:p>
            </p:txBody>
          </p:sp>
          <p:sp>
            <p:nvSpPr>
              <p:cNvPr id="9511" name="任意多边形: 形状 2878"/>
              <p:cNvSpPr/>
              <p:nvPr/>
            </p:nvSpPr>
            <p:spPr>
              <a:xfrm>
                <a:off x="3224497"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12" name="任意多边形: 形状 2879"/>
              <p:cNvSpPr/>
              <p:nvPr/>
            </p:nvSpPr>
            <p:spPr>
              <a:xfrm>
                <a:off x="322659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13" name="任意多边形: 形状 2880"/>
              <p:cNvSpPr/>
              <p:nvPr/>
            </p:nvSpPr>
            <p:spPr>
              <a:xfrm>
                <a:off x="322659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14" name="任意多边形: 形状 2881"/>
              <p:cNvSpPr/>
              <p:nvPr/>
            </p:nvSpPr>
            <p:spPr>
              <a:xfrm>
                <a:off x="3226594"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515" name="任意多边形: 形状 2882"/>
              <p:cNvSpPr/>
              <p:nvPr/>
            </p:nvSpPr>
            <p:spPr>
              <a:xfrm>
                <a:off x="322869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16" name="任意多边形: 形状 2883"/>
              <p:cNvSpPr/>
              <p:nvPr/>
            </p:nvSpPr>
            <p:spPr>
              <a:xfrm>
                <a:off x="3230787"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17" name="任意多边形: 形状 2884"/>
              <p:cNvSpPr/>
              <p:nvPr/>
            </p:nvSpPr>
            <p:spPr>
              <a:xfrm>
                <a:off x="323288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18" name="任意多边形: 形状 2885"/>
              <p:cNvSpPr/>
              <p:nvPr/>
            </p:nvSpPr>
            <p:spPr>
              <a:xfrm>
                <a:off x="3234981"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519" name="任意多边形: 形状 2886"/>
              <p:cNvSpPr/>
              <p:nvPr/>
            </p:nvSpPr>
            <p:spPr>
              <a:xfrm>
                <a:off x="323707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20" name="任意多边形: 形状 2887"/>
              <p:cNvSpPr/>
              <p:nvPr/>
            </p:nvSpPr>
            <p:spPr>
              <a:xfrm>
                <a:off x="323917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21" name="任意多边形: 形状 2888"/>
              <p:cNvSpPr/>
              <p:nvPr/>
            </p:nvSpPr>
            <p:spPr>
              <a:xfrm>
                <a:off x="324336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22" name="任意多边形: 形状 2889"/>
              <p:cNvSpPr/>
              <p:nvPr/>
            </p:nvSpPr>
            <p:spPr>
              <a:xfrm>
                <a:off x="3245464" y="5053586"/>
                <a:ext cx="13112" cy="519992"/>
              </a:xfrm>
              <a:custGeom>
                <a:avLst/>
                <a:gdLst>
                  <a:gd name="connsiteX0" fmla="*/ 0 w 13112"/>
                  <a:gd name="connsiteY0" fmla="*/ 519993 h 519992"/>
                  <a:gd name="connsiteX1" fmla="*/ 0 w 13112"/>
                  <a:gd name="connsiteY1" fmla="*/ 0 h 519992"/>
                </a:gdLst>
                <a:ahLst/>
                <a:cxnLst>
                  <a:cxn ang="0">
                    <a:pos x="connsiteX0" y="connsiteY0"/>
                  </a:cxn>
                  <a:cxn ang="0">
                    <a:pos x="connsiteX1" y="connsiteY1"/>
                  </a:cxn>
                </a:cxnLst>
                <a:rect l="l" t="t" r="r" b="b"/>
                <a:pathLst>
                  <a:path w="13112" h="519992">
                    <a:moveTo>
                      <a:pt x="0" y="519993"/>
                    </a:moveTo>
                    <a:lnTo>
                      <a:pt x="0" y="0"/>
                    </a:lnTo>
                  </a:path>
                </a:pathLst>
              </a:custGeom>
              <a:noFill/>
              <a:ln w="2088" cap="rnd">
                <a:solidFill>
                  <a:srgbClr val="000000"/>
                </a:solidFill>
                <a:prstDash val="solid"/>
                <a:round/>
              </a:ln>
            </p:spPr>
            <p:txBody>
              <a:bodyPr rtlCol="0" anchor="ctr"/>
              <a:lstStyle/>
              <a:p>
                <a:endParaRPr lang="zh-CN" altLang="en-US"/>
              </a:p>
            </p:txBody>
          </p:sp>
          <p:sp>
            <p:nvSpPr>
              <p:cNvPr id="9523" name="任意多边形: 形状 2890"/>
              <p:cNvSpPr/>
              <p:nvPr/>
            </p:nvSpPr>
            <p:spPr>
              <a:xfrm>
                <a:off x="324546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24" name="任意多边形: 形状 2891"/>
              <p:cNvSpPr/>
              <p:nvPr/>
            </p:nvSpPr>
            <p:spPr>
              <a:xfrm>
                <a:off x="3247561" y="5466646"/>
                <a:ext cx="13112" cy="106933"/>
              </a:xfrm>
              <a:custGeom>
                <a:avLst/>
                <a:gdLst>
                  <a:gd name="connsiteX0" fmla="*/ 0 w 13112"/>
                  <a:gd name="connsiteY0" fmla="*/ 106933 h 106933"/>
                  <a:gd name="connsiteX1" fmla="*/ 0 w 13112"/>
                  <a:gd name="connsiteY1" fmla="*/ 0 h 106933"/>
                </a:gdLst>
                <a:ahLst/>
                <a:cxnLst>
                  <a:cxn ang="0">
                    <a:pos x="connsiteX0" y="connsiteY0"/>
                  </a:cxn>
                  <a:cxn ang="0">
                    <a:pos x="connsiteX1" y="connsiteY1"/>
                  </a:cxn>
                </a:cxnLst>
                <a:rect l="l" t="t" r="r" b="b"/>
                <a:pathLst>
                  <a:path w="13112" h="106933">
                    <a:moveTo>
                      <a:pt x="0" y="106933"/>
                    </a:moveTo>
                    <a:lnTo>
                      <a:pt x="0" y="0"/>
                    </a:lnTo>
                  </a:path>
                </a:pathLst>
              </a:custGeom>
              <a:noFill/>
              <a:ln w="2088" cap="rnd">
                <a:solidFill>
                  <a:srgbClr val="000000"/>
                </a:solidFill>
                <a:prstDash val="solid"/>
                <a:round/>
              </a:ln>
            </p:spPr>
            <p:txBody>
              <a:bodyPr rtlCol="0" anchor="ctr"/>
              <a:lstStyle/>
              <a:p>
                <a:endParaRPr lang="zh-CN" altLang="en-US"/>
              </a:p>
            </p:txBody>
          </p:sp>
          <p:sp>
            <p:nvSpPr>
              <p:cNvPr id="9525" name="任意多边形: 形状 2892"/>
              <p:cNvSpPr/>
              <p:nvPr/>
            </p:nvSpPr>
            <p:spPr>
              <a:xfrm>
                <a:off x="3249657" y="5418420"/>
                <a:ext cx="13112" cy="155158"/>
              </a:xfrm>
              <a:custGeom>
                <a:avLst/>
                <a:gdLst>
                  <a:gd name="connsiteX0" fmla="*/ 0 w 13112"/>
                  <a:gd name="connsiteY0" fmla="*/ 155159 h 155158"/>
                  <a:gd name="connsiteX1" fmla="*/ 0 w 13112"/>
                  <a:gd name="connsiteY1" fmla="*/ 0 h 155158"/>
                </a:gdLst>
                <a:ahLst/>
                <a:cxnLst>
                  <a:cxn ang="0">
                    <a:pos x="connsiteX0" y="connsiteY0"/>
                  </a:cxn>
                  <a:cxn ang="0">
                    <a:pos x="connsiteX1" y="connsiteY1"/>
                  </a:cxn>
                </a:cxnLst>
                <a:rect l="l" t="t" r="r" b="b"/>
                <a:pathLst>
                  <a:path w="13112" h="155158">
                    <a:moveTo>
                      <a:pt x="0" y="155159"/>
                    </a:moveTo>
                    <a:lnTo>
                      <a:pt x="0" y="0"/>
                    </a:lnTo>
                  </a:path>
                </a:pathLst>
              </a:custGeom>
              <a:noFill/>
              <a:ln w="2088" cap="rnd">
                <a:solidFill>
                  <a:srgbClr val="000000"/>
                </a:solidFill>
                <a:prstDash val="solid"/>
                <a:round/>
              </a:ln>
            </p:spPr>
            <p:txBody>
              <a:bodyPr rtlCol="0" anchor="ctr"/>
              <a:lstStyle/>
              <a:p>
                <a:endParaRPr lang="zh-CN" altLang="en-US"/>
              </a:p>
            </p:txBody>
          </p:sp>
          <p:sp>
            <p:nvSpPr>
              <p:cNvPr id="9526" name="任意多边形: 形状 2893"/>
              <p:cNvSpPr/>
              <p:nvPr/>
            </p:nvSpPr>
            <p:spPr>
              <a:xfrm>
                <a:off x="325175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27" name="任意多边形: 形状 2894"/>
              <p:cNvSpPr/>
              <p:nvPr/>
            </p:nvSpPr>
            <p:spPr>
              <a:xfrm>
                <a:off x="3253851"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528" name="任意多边形: 形状 2895"/>
              <p:cNvSpPr/>
              <p:nvPr/>
            </p:nvSpPr>
            <p:spPr>
              <a:xfrm>
                <a:off x="3255948"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529" name="任意多边形: 形状 2896"/>
              <p:cNvSpPr/>
              <p:nvPr/>
            </p:nvSpPr>
            <p:spPr>
              <a:xfrm>
                <a:off x="326014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30" name="任意多边形: 形状 2897"/>
              <p:cNvSpPr/>
              <p:nvPr/>
            </p:nvSpPr>
            <p:spPr>
              <a:xfrm>
                <a:off x="3262238" y="5472935"/>
                <a:ext cx="13112" cy="100642"/>
              </a:xfrm>
              <a:custGeom>
                <a:avLst/>
                <a:gdLst>
                  <a:gd name="connsiteX0" fmla="*/ 0 w 13112"/>
                  <a:gd name="connsiteY0" fmla="*/ 100643 h 100642"/>
                  <a:gd name="connsiteX1" fmla="*/ 0 w 13112"/>
                  <a:gd name="connsiteY1" fmla="*/ 0 h 100642"/>
                </a:gdLst>
                <a:ahLst/>
                <a:cxnLst>
                  <a:cxn ang="0">
                    <a:pos x="connsiteX0" y="connsiteY0"/>
                  </a:cxn>
                  <a:cxn ang="0">
                    <a:pos x="connsiteX1" y="connsiteY1"/>
                  </a:cxn>
                </a:cxnLst>
                <a:rect l="l" t="t" r="r" b="b"/>
                <a:pathLst>
                  <a:path w="13112" h="100642">
                    <a:moveTo>
                      <a:pt x="0" y="100643"/>
                    </a:moveTo>
                    <a:lnTo>
                      <a:pt x="0" y="0"/>
                    </a:lnTo>
                  </a:path>
                </a:pathLst>
              </a:custGeom>
              <a:noFill/>
              <a:ln w="2088" cap="rnd">
                <a:solidFill>
                  <a:srgbClr val="000000"/>
                </a:solidFill>
                <a:prstDash val="solid"/>
                <a:round/>
              </a:ln>
            </p:spPr>
            <p:txBody>
              <a:bodyPr rtlCol="0" anchor="ctr"/>
              <a:lstStyle/>
              <a:p>
                <a:endParaRPr lang="zh-CN" altLang="en-US"/>
              </a:p>
            </p:txBody>
          </p:sp>
          <p:sp>
            <p:nvSpPr>
              <p:cNvPr id="9531" name="任意多边形: 形状 2898"/>
              <p:cNvSpPr/>
              <p:nvPr/>
            </p:nvSpPr>
            <p:spPr>
              <a:xfrm>
                <a:off x="3266431"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532" name="任意多边形: 形状 2899"/>
              <p:cNvSpPr/>
              <p:nvPr/>
            </p:nvSpPr>
            <p:spPr>
              <a:xfrm>
                <a:off x="3272721" y="5491806"/>
                <a:ext cx="13112" cy="81772"/>
              </a:xfrm>
              <a:custGeom>
                <a:avLst/>
                <a:gdLst>
                  <a:gd name="connsiteX0" fmla="*/ 0 w 13112"/>
                  <a:gd name="connsiteY0" fmla="*/ 81773 h 81772"/>
                  <a:gd name="connsiteX1" fmla="*/ 0 w 13112"/>
                  <a:gd name="connsiteY1" fmla="*/ 0 h 81772"/>
                </a:gdLst>
                <a:ahLst/>
                <a:cxnLst>
                  <a:cxn ang="0">
                    <a:pos x="connsiteX0" y="connsiteY0"/>
                  </a:cxn>
                  <a:cxn ang="0">
                    <a:pos x="connsiteX1" y="connsiteY1"/>
                  </a:cxn>
                </a:cxnLst>
                <a:rect l="l" t="t" r="r" b="b"/>
                <a:pathLst>
                  <a:path w="13112" h="81772">
                    <a:moveTo>
                      <a:pt x="0" y="81773"/>
                    </a:moveTo>
                    <a:lnTo>
                      <a:pt x="0" y="0"/>
                    </a:lnTo>
                  </a:path>
                </a:pathLst>
              </a:custGeom>
              <a:noFill/>
              <a:ln w="2088" cap="rnd">
                <a:solidFill>
                  <a:srgbClr val="000000"/>
                </a:solidFill>
                <a:prstDash val="solid"/>
                <a:round/>
              </a:ln>
            </p:spPr>
            <p:txBody>
              <a:bodyPr rtlCol="0" anchor="ctr"/>
              <a:lstStyle/>
              <a:p>
                <a:endParaRPr lang="zh-CN" altLang="en-US"/>
              </a:p>
            </p:txBody>
          </p:sp>
          <p:sp>
            <p:nvSpPr>
              <p:cNvPr id="9533" name="任意多边形: 形状 2900"/>
              <p:cNvSpPr/>
              <p:nvPr/>
            </p:nvSpPr>
            <p:spPr>
              <a:xfrm>
                <a:off x="3276915"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534" name="任意多边形: 形状 2901"/>
              <p:cNvSpPr/>
              <p:nvPr/>
            </p:nvSpPr>
            <p:spPr>
              <a:xfrm>
                <a:off x="328110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35" name="任意多边形: 形状 2902"/>
              <p:cNvSpPr/>
              <p:nvPr/>
            </p:nvSpPr>
            <p:spPr>
              <a:xfrm>
                <a:off x="328320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36" name="任意多边形: 形状 2903"/>
              <p:cNvSpPr/>
              <p:nvPr/>
            </p:nvSpPr>
            <p:spPr>
              <a:xfrm>
                <a:off x="328739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37" name="任意多边形: 形状 2904"/>
              <p:cNvSpPr/>
              <p:nvPr/>
            </p:nvSpPr>
            <p:spPr>
              <a:xfrm>
                <a:off x="328949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538" name="任意多边形: 形状 2905"/>
              <p:cNvSpPr/>
              <p:nvPr/>
            </p:nvSpPr>
            <p:spPr>
              <a:xfrm>
                <a:off x="3291591" y="5254874"/>
                <a:ext cx="13112" cy="318705"/>
              </a:xfrm>
              <a:custGeom>
                <a:avLst/>
                <a:gdLst>
                  <a:gd name="connsiteX0" fmla="*/ 0 w 13112"/>
                  <a:gd name="connsiteY0" fmla="*/ 318705 h 318705"/>
                  <a:gd name="connsiteX1" fmla="*/ 0 w 13112"/>
                  <a:gd name="connsiteY1" fmla="*/ 0 h 318705"/>
                </a:gdLst>
                <a:ahLst/>
                <a:cxnLst>
                  <a:cxn ang="0">
                    <a:pos x="connsiteX0" y="connsiteY0"/>
                  </a:cxn>
                  <a:cxn ang="0">
                    <a:pos x="connsiteX1" y="connsiteY1"/>
                  </a:cxn>
                </a:cxnLst>
                <a:rect l="l" t="t" r="r" b="b"/>
                <a:pathLst>
                  <a:path w="13112" h="318705">
                    <a:moveTo>
                      <a:pt x="0" y="318705"/>
                    </a:moveTo>
                    <a:lnTo>
                      <a:pt x="0" y="0"/>
                    </a:lnTo>
                  </a:path>
                </a:pathLst>
              </a:custGeom>
              <a:noFill/>
              <a:ln w="2088" cap="rnd">
                <a:solidFill>
                  <a:srgbClr val="000000"/>
                </a:solidFill>
                <a:prstDash val="solid"/>
                <a:round/>
              </a:ln>
            </p:spPr>
            <p:txBody>
              <a:bodyPr rtlCol="0" anchor="ctr"/>
              <a:lstStyle/>
              <a:p>
                <a:endParaRPr lang="zh-CN" altLang="en-US"/>
              </a:p>
            </p:txBody>
          </p:sp>
          <p:sp>
            <p:nvSpPr>
              <p:cNvPr id="9539" name="任意多边形: 形状 2906"/>
              <p:cNvSpPr/>
              <p:nvPr/>
            </p:nvSpPr>
            <p:spPr>
              <a:xfrm>
                <a:off x="329369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40" name="任意多边形: 形状 2907"/>
              <p:cNvSpPr/>
              <p:nvPr/>
            </p:nvSpPr>
            <p:spPr>
              <a:xfrm>
                <a:off x="3293690" y="5468742"/>
                <a:ext cx="13112" cy="104836"/>
              </a:xfrm>
              <a:custGeom>
                <a:avLst/>
                <a:gdLst>
                  <a:gd name="connsiteX0" fmla="*/ 0 w 13112"/>
                  <a:gd name="connsiteY0" fmla="*/ 104836 h 104836"/>
                  <a:gd name="connsiteX1" fmla="*/ 0 w 13112"/>
                  <a:gd name="connsiteY1" fmla="*/ 0 h 104836"/>
                </a:gdLst>
                <a:ahLst/>
                <a:cxnLst>
                  <a:cxn ang="0">
                    <a:pos x="connsiteX0" y="connsiteY0"/>
                  </a:cxn>
                  <a:cxn ang="0">
                    <a:pos x="connsiteX1" y="connsiteY1"/>
                  </a:cxn>
                </a:cxnLst>
                <a:rect l="l" t="t" r="r" b="b"/>
                <a:pathLst>
                  <a:path w="13112" h="104836">
                    <a:moveTo>
                      <a:pt x="0" y="104836"/>
                    </a:moveTo>
                    <a:lnTo>
                      <a:pt x="0" y="0"/>
                    </a:lnTo>
                  </a:path>
                </a:pathLst>
              </a:custGeom>
              <a:noFill/>
              <a:ln w="2088" cap="rnd">
                <a:solidFill>
                  <a:srgbClr val="000000"/>
                </a:solidFill>
                <a:prstDash val="solid"/>
                <a:round/>
              </a:ln>
            </p:spPr>
            <p:txBody>
              <a:bodyPr rtlCol="0" anchor="ctr"/>
              <a:lstStyle/>
              <a:p>
                <a:endParaRPr lang="zh-CN" altLang="en-US"/>
              </a:p>
            </p:txBody>
          </p:sp>
          <p:sp>
            <p:nvSpPr>
              <p:cNvPr id="9541" name="任意多边形: 形状 2908"/>
              <p:cNvSpPr/>
              <p:nvPr/>
            </p:nvSpPr>
            <p:spPr>
              <a:xfrm>
                <a:off x="32957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42" name="任意多边形: 形状 2909"/>
              <p:cNvSpPr/>
              <p:nvPr/>
            </p:nvSpPr>
            <p:spPr>
              <a:xfrm>
                <a:off x="3297883"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543" name="任意多边形: 形状 2910"/>
              <p:cNvSpPr/>
              <p:nvPr/>
            </p:nvSpPr>
            <p:spPr>
              <a:xfrm>
                <a:off x="3299980" y="5502290"/>
                <a:ext cx="13112" cy="71289"/>
              </a:xfrm>
              <a:custGeom>
                <a:avLst/>
                <a:gdLst>
                  <a:gd name="connsiteX0" fmla="*/ 0 w 13112"/>
                  <a:gd name="connsiteY0" fmla="*/ 71289 h 71289"/>
                  <a:gd name="connsiteX1" fmla="*/ 0 w 13112"/>
                  <a:gd name="connsiteY1" fmla="*/ 0 h 71289"/>
                </a:gdLst>
                <a:ahLst/>
                <a:cxnLst>
                  <a:cxn ang="0">
                    <a:pos x="connsiteX0" y="connsiteY0"/>
                  </a:cxn>
                  <a:cxn ang="0">
                    <a:pos x="connsiteX1" y="connsiteY1"/>
                  </a:cxn>
                </a:cxnLst>
                <a:rect l="l" t="t" r="r" b="b"/>
                <a:pathLst>
                  <a:path w="13112" h="71289">
                    <a:moveTo>
                      <a:pt x="0" y="71289"/>
                    </a:moveTo>
                    <a:lnTo>
                      <a:pt x="0" y="0"/>
                    </a:lnTo>
                  </a:path>
                </a:pathLst>
              </a:custGeom>
              <a:noFill/>
              <a:ln w="2088" cap="rnd">
                <a:solidFill>
                  <a:srgbClr val="000000"/>
                </a:solidFill>
                <a:prstDash val="solid"/>
                <a:round/>
              </a:ln>
            </p:spPr>
            <p:txBody>
              <a:bodyPr rtlCol="0" anchor="ctr"/>
              <a:lstStyle/>
              <a:p>
                <a:endParaRPr lang="zh-CN" altLang="en-US"/>
              </a:p>
            </p:txBody>
          </p:sp>
          <p:sp>
            <p:nvSpPr>
              <p:cNvPr id="9544" name="任意多边形: 形状 2911"/>
              <p:cNvSpPr/>
              <p:nvPr/>
            </p:nvSpPr>
            <p:spPr>
              <a:xfrm>
                <a:off x="329998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45" name="任意多边形: 形状 2912"/>
              <p:cNvSpPr/>
              <p:nvPr/>
            </p:nvSpPr>
            <p:spPr>
              <a:xfrm>
                <a:off x="3302076"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546" name="任意多边形: 形状 2913"/>
              <p:cNvSpPr/>
              <p:nvPr/>
            </p:nvSpPr>
            <p:spPr>
              <a:xfrm>
                <a:off x="33041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47" name="任意多边形: 形状 2914"/>
              <p:cNvSpPr/>
              <p:nvPr/>
            </p:nvSpPr>
            <p:spPr>
              <a:xfrm>
                <a:off x="330627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48" name="任意多边形: 形状 2915"/>
              <p:cNvSpPr/>
              <p:nvPr/>
            </p:nvSpPr>
            <p:spPr>
              <a:xfrm>
                <a:off x="3306270" y="5519064"/>
                <a:ext cx="13112" cy="54515"/>
              </a:xfrm>
              <a:custGeom>
                <a:avLst/>
                <a:gdLst>
                  <a:gd name="connsiteX0" fmla="*/ 0 w 13112"/>
                  <a:gd name="connsiteY0" fmla="*/ 54516 h 54515"/>
                  <a:gd name="connsiteX1" fmla="*/ 0 w 13112"/>
                  <a:gd name="connsiteY1" fmla="*/ 0 h 54515"/>
                </a:gdLst>
                <a:ahLst/>
                <a:cxnLst>
                  <a:cxn ang="0">
                    <a:pos x="connsiteX0" y="connsiteY0"/>
                  </a:cxn>
                  <a:cxn ang="0">
                    <a:pos x="connsiteX1" y="connsiteY1"/>
                  </a:cxn>
                </a:cxnLst>
                <a:rect l="l" t="t" r="r" b="b"/>
                <a:pathLst>
                  <a:path w="13112" h="54515">
                    <a:moveTo>
                      <a:pt x="0" y="54516"/>
                    </a:moveTo>
                    <a:lnTo>
                      <a:pt x="0" y="0"/>
                    </a:lnTo>
                  </a:path>
                </a:pathLst>
              </a:custGeom>
              <a:noFill/>
              <a:ln w="2088" cap="rnd">
                <a:solidFill>
                  <a:srgbClr val="000000"/>
                </a:solidFill>
                <a:prstDash val="solid"/>
                <a:round/>
              </a:ln>
            </p:spPr>
            <p:txBody>
              <a:bodyPr rtlCol="0" anchor="ctr"/>
              <a:lstStyle/>
              <a:p>
                <a:endParaRPr lang="zh-CN" altLang="en-US"/>
              </a:p>
            </p:txBody>
          </p:sp>
          <p:sp>
            <p:nvSpPr>
              <p:cNvPr id="9549" name="任意多边形: 形状 2916"/>
              <p:cNvSpPr/>
              <p:nvPr/>
            </p:nvSpPr>
            <p:spPr>
              <a:xfrm>
                <a:off x="3310463"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50" name="任意多边形: 形状 2917"/>
              <p:cNvSpPr/>
              <p:nvPr/>
            </p:nvSpPr>
            <p:spPr>
              <a:xfrm>
                <a:off x="332094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51" name="任意多边形: 形状 2918"/>
              <p:cNvSpPr/>
              <p:nvPr/>
            </p:nvSpPr>
            <p:spPr>
              <a:xfrm>
                <a:off x="332304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52" name="任意多边形: 形状 2919"/>
              <p:cNvSpPr/>
              <p:nvPr/>
            </p:nvSpPr>
            <p:spPr>
              <a:xfrm>
                <a:off x="332514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53" name="任意多边形: 形状 2920"/>
              <p:cNvSpPr/>
              <p:nvPr/>
            </p:nvSpPr>
            <p:spPr>
              <a:xfrm>
                <a:off x="3327237"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554" name="任意多边形: 形状 2921"/>
              <p:cNvSpPr/>
              <p:nvPr/>
            </p:nvSpPr>
            <p:spPr>
              <a:xfrm>
                <a:off x="3331430"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555" name="任意多边形: 形状 2922"/>
              <p:cNvSpPr/>
              <p:nvPr/>
            </p:nvSpPr>
            <p:spPr>
              <a:xfrm>
                <a:off x="333143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56" name="任意多边形: 形状 2923"/>
              <p:cNvSpPr/>
              <p:nvPr/>
            </p:nvSpPr>
            <p:spPr>
              <a:xfrm>
                <a:off x="3333527" y="5420517"/>
                <a:ext cx="13112" cy="153061"/>
              </a:xfrm>
              <a:custGeom>
                <a:avLst/>
                <a:gdLst>
                  <a:gd name="connsiteX0" fmla="*/ 0 w 13112"/>
                  <a:gd name="connsiteY0" fmla="*/ 153062 h 153061"/>
                  <a:gd name="connsiteX1" fmla="*/ 0 w 13112"/>
                  <a:gd name="connsiteY1" fmla="*/ 0 h 153061"/>
                </a:gdLst>
                <a:ahLst/>
                <a:cxnLst>
                  <a:cxn ang="0">
                    <a:pos x="connsiteX0" y="connsiteY0"/>
                  </a:cxn>
                  <a:cxn ang="0">
                    <a:pos x="connsiteX1" y="connsiteY1"/>
                  </a:cxn>
                </a:cxnLst>
                <a:rect l="l" t="t" r="r" b="b"/>
                <a:pathLst>
                  <a:path w="13112" h="153061">
                    <a:moveTo>
                      <a:pt x="0" y="153062"/>
                    </a:moveTo>
                    <a:lnTo>
                      <a:pt x="0" y="0"/>
                    </a:lnTo>
                  </a:path>
                </a:pathLst>
              </a:custGeom>
              <a:noFill/>
              <a:ln w="2088" cap="rnd">
                <a:solidFill>
                  <a:srgbClr val="000000"/>
                </a:solidFill>
                <a:prstDash val="solid"/>
                <a:round/>
              </a:ln>
            </p:spPr>
            <p:txBody>
              <a:bodyPr rtlCol="0" anchor="ctr"/>
              <a:lstStyle/>
              <a:p>
                <a:endParaRPr lang="zh-CN" altLang="en-US"/>
              </a:p>
            </p:txBody>
          </p:sp>
          <p:sp>
            <p:nvSpPr>
              <p:cNvPr id="9557" name="任意多边形: 形状 2924"/>
              <p:cNvSpPr/>
              <p:nvPr/>
            </p:nvSpPr>
            <p:spPr>
              <a:xfrm>
                <a:off x="3335624"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558" name="任意多边形: 形状 2925"/>
              <p:cNvSpPr/>
              <p:nvPr/>
            </p:nvSpPr>
            <p:spPr>
              <a:xfrm>
                <a:off x="33377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59" name="任意多边形: 形状 2926"/>
              <p:cNvSpPr/>
              <p:nvPr/>
            </p:nvSpPr>
            <p:spPr>
              <a:xfrm>
                <a:off x="33377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60" name="任意多边形: 形状 2927"/>
              <p:cNvSpPr/>
              <p:nvPr/>
            </p:nvSpPr>
            <p:spPr>
              <a:xfrm>
                <a:off x="3344010" y="5418420"/>
                <a:ext cx="13112" cy="155158"/>
              </a:xfrm>
              <a:custGeom>
                <a:avLst/>
                <a:gdLst>
                  <a:gd name="connsiteX0" fmla="*/ 0 w 13112"/>
                  <a:gd name="connsiteY0" fmla="*/ 155159 h 155158"/>
                  <a:gd name="connsiteX1" fmla="*/ 0 w 13112"/>
                  <a:gd name="connsiteY1" fmla="*/ 0 h 155158"/>
                </a:gdLst>
                <a:ahLst/>
                <a:cxnLst>
                  <a:cxn ang="0">
                    <a:pos x="connsiteX0" y="connsiteY0"/>
                  </a:cxn>
                  <a:cxn ang="0">
                    <a:pos x="connsiteX1" y="connsiteY1"/>
                  </a:cxn>
                </a:cxnLst>
                <a:rect l="l" t="t" r="r" b="b"/>
                <a:pathLst>
                  <a:path w="13112" h="155158">
                    <a:moveTo>
                      <a:pt x="0" y="155159"/>
                    </a:moveTo>
                    <a:lnTo>
                      <a:pt x="0" y="0"/>
                    </a:lnTo>
                  </a:path>
                </a:pathLst>
              </a:custGeom>
              <a:noFill/>
              <a:ln w="2088" cap="rnd">
                <a:solidFill>
                  <a:srgbClr val="000000"/>
                </a:solidFill>
                <a:prstDash val="solid"/>
                <a:round/>
              </a:ln>
            </p:spPr>
            <p:txBody>
              <a:bodyPr rtlCol="0" anchor="ctr"/>
              <a:lstStyle/>
              <a:p>
                <a:endParaRPr lang="zh-CN" altLang="en-US"/>
              </a:p>
            </p:txBody>
          </p:sp>
          <p:sp>
            <p:nvSpPr>
              <p:cNvPr id="9561" name="任意多边形: 形状 2928"/>
              <p:cNvSpPr/>
              <p:nvPr/>
            </p:nvSpPr>
            <p:spPr>
              <a:xfrm>
                <a:off x="3346107"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562" name="任意多边形: 形状 2929"/>
              <p:cNvSpPr/>
              <p:nvPr/>
            </p:nvSpPr>
            <p:spPr>
              <a:xfrm>
                <a:off x="334820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63" name="任意多边形: 形状 2930"/>
              <p:cNvSpPr/>
              <p:nvPr/>
            </p:nvSpPr>
            <p:spPr>
              <a:xfrm>
                <a:off x="33482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64" name="任意多边形: 形状 2931"/>
              <p:cNvSpPr/>
              <p:nvPr/>
            </p:nvSpPr>
            <p:spPr>
              <a:xfrm>
                <a:off x="335449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565" name="任意多边形: 形状 2932"/>
              <p:cNvSpPr/>
              <p:nvPr/>
            </p:nvSpPr>
            <p:spPr>
              <a:xfrm>
                <a:off x="3356592"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566" name="任意多边形: 形状 2933"/>
              <p:cNvSpPr/>
              <p:nvPr/>
            </p:nvSpPr>
            <p:spPr>
              <a:xfrm>
                <a:off x="335659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67" name="任意多边形: 形状 2934"/>
              <p:cNvSpPr/>
              <p:nvPr/>
            </p:nvSpPr>
            <p:spPr>
              <a:xfrm>
                <a:off x="335868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68" name="任意多边形: 形状 2935"/>
              <p:cNvSpPr/>
              <p:nvPr/>
            </p:nvSpPr>
            <p:spPr>
              <a:xfrm>
                <a:off x="33586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69" name="任意多边形: 形状 2936"/>
              <p:cNvSpPr/>
              <p:nvPr/>
            </p:nvSpPr>
            <p:spPr>
              <a:xfrm>
                <a:off x="33586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70" name="任意多边形: 形状 2937"/>
              <p:cNvSpPr/>
              <p:nvPr/>
            </p:nvSpPr>
            <p:spPr>
              <a:xfrm>
                <a:off x="336078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571" name="任意多边形: 形状 2938"/>
              <p:cNvSpPr/>
              <p:nvPr/>
            </p:nvSpPr>
            <p:spPr>
              <a:xfrm>
                <a:off x="336497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72" name="任意多边形: 形状 2939"/>
              <p:cNvSpPr/>
              <p:nvPr/>
            </p:nvSpPr>
            <p:spPr>
              <a:xfrm>
                <a:off x="336707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73" name="任意多边形: 形状 2940"/>
              <p:cNvSpPr/>
              <p:nvPr/>
            </p:nvSpPr>
            <p:spPr>
              <a:xfrm>
                <a:off x="3369172" y="5420517"/>
                <a:ext cx="13112" cy="153061"/>
              </a:xfrm>
              <a:custGeom>
                <a:avLst/>
                <a:gdLst>
                  <a:gd name="connsiteX0" fmla="*/ 0 w 13112"/>
                  <a:gd name="connsiteY0" fmla="*/ 153062 h 153061"/>
                  <a:gd name="connsiteX1" fmla="*/ 0 w 13112"/>
                  <a:gd name="connsiteY1" fmla="*/ 0 h 153061"/>
                </a:gdLst>
                <a:ahLst/>
                <a:cxnLst>
                  <a:cxn ang="0">
                    <a:pos x="connsiteX0" y="connsiteY0"/>
                  </a:cxn>
                  <a:cxn ang="0">
                    <a:pos x="connsiteX1" y="connsiteY1"/>
                  </a:cxn>
                </a:cxnLst>
                <a:rect l="l" t="t" r="r" b="b"/>
                <a:pathLst>
                  <a:path w="13112" h="153061">
                    <a:moveTo>
                      <a:pt x="0" y="153062"/>
                    </a:moveTo>
                    <a:lnTo>
                      <a:pt x="0" y="0"/>
                    </a:lnTo>
                  </a:path>
                </a:pathLst>
              </a:custGeom>
              <a:noFill/>
              <a:ln w="2088" cap="rnd">
                <a:solidFill>
                  <a:srgbClr val="000000"/>
                </a:solidFill>
                <a:prstDash val="solid"/>
                <a:round/>
              </a:ln>
            </p:spPr>
            <p:txBody>
              <a:bodyPr rtlCol="0" anchor="ctr"/>
              <a:lstStyle/>
              <a:p>
                <a:endParaRPr lang="zh-CN" altLang="en-US"/>
              </a:p>
            </p:txBody>
          </p:sp>
          <p:sp>
            <p:nvSpPr>
              <p:cNvPr id="9574" name="任意多边形: 形状 2941"/>
              <p:cNvSpPr/>
              <p:nvPr/>
            </p:nvSpPr>
            <p:spPr>
              <a:xfrm>
                <a:off x="337126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75" name="任意多边形: 形状 2942"/>
              <p:cNvSpPr/>
              <p:nvPr/>
            </p:nvSpPr>
            <p:spPr>
              <a:xfrm>
                <a:off x="337336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76" name="任意多边形: 形状 2943"/>
              <p:cNvSpPr/>
              <p:nvPr/>
            </p:nvSpPr>
            <p:spPr>
              <a:xfrm>
                <a:off x="337336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77" name="任意多边形: 形状 2944"/>
              <p:cNvSpPr/>
              <p:nvPr/>
            </p:nvSpPr>
            <p:spPr>
              <a:xfrm>
                <a:off x="3373366"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578" name="任意多边形: 形状 2945"/>
              <p:cNvSpPr/>
              <p:nvPr/>
            </p:nvSpPr>
            <p:spPr>
              <a:xfrm>
                <a:off x="337755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79" name="任意多边形: 形状 2946"/>
              <p:cNvSpPr/>
              <p:nvPr/>
            </p:nvSpPr>
            <p:spPr>
              <a:xfrm>
                <a:off x="3379656" y="5449870"/>
                <a:ext cx="13112" cy="123708"/>
              </a:xfrm>
              <a:custGeom>
                <a:avLst/>
                <a:gdLst>
                  <a:gd name="connsiteX0" fmla="*/ 0 w 13112"/>
                  <a:gd name="connsiteY0" fmla="*/ 123708 h 123708"/>
                  <a:gd name="connsiteX1" fmla="*/ 0 w 13112"/>
                  <a:gd name="connsiteY1" fmla="*/ 0 h 123708"/>
                </a:gdLst>
                <a:ahLst/>
                <a:cxnLst>
                  <a:cxn ang="0">
                    <a:pos x="connsiteX0" y="connsiteY0"/>
                  </a:cxn>
                  <a:cxn ang="0">
                    <a:pos x="connsiteX1" y="connsiteY1"/>
                  </a:cxn>
                </a:cxnLst>
                <a:rect l="l" t="t" r="r" b="b"/>
                <a:pathLst>
                  <a:path w="13112" h="123708">
                    <a:moveTo>
                      <a:pt x="0" y="123708"/>
                    </a:moveTo>
                    <a:lnTo>
                      <a:pt x="0" y="0"/>
                    </a:lnTo>
                  </a:path>
                </a:pathLst>
              </a:custGeom>
              <a:noFill/>
              <a:ln w="2088" cap="rnd">
                <a:solidFill>
                  <a:srgbClr val="000000"/>
                </a:solidFill>
                <a:prstDash val="solid"/>
                <a:round/>
              </a:ln>
            </p:spPr>
            <p:txBody>
              <a:bodyPr rtlCol="0" anchor="ctr"/>
              <a:lstStyle/>
              <a:p>
                <a:endParaRPr lang="zh-CN" altLang="en-US"/>
              </a:p>
            </p:txBody>
          </p:sp>
          <p:sp>
            <p:nvSpPr>
              <p:cNvPr id="9580" name="任意多边形: 形状 2947"/>
              <p:cNvSpPr/>
              <p:nvPr/>
            </p:nvSpPr>
            <p:spPr>
              <a:xfrm>
                <a:off x="3381752" y="55232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9581" name="任意多边形: 形状 2948"/>
              <p:cNvSpPr/>
              <p:nvPr/>
            </p:nvSpPr>
            <p:spPr>
              <a:xfrm>
                <a:off x="3383849"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582" name="任意多边形: 形状 2949"/>
              <p:cNvSpPr/>
              <p:nvPr/>
            </p:nvSpPr>
            <p:spPr>
              <a:xfrm>
                <a:off x="338804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83" name="任意多边形: 形状 2950"/>
              <p:cNvSpPr/>
              <p:nvPr/>
            </p:nvSpPr>
            <p:spPr>
              <a:xfrm>
                <a:off x="339013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84" name="任意多边形: 形状 2951"/>
              <p:cNvSpPr/>
              <p:nvPr/>
            </p:nvSpPr>
            <p:spPr>
              <a:xfrm>
                <a:off x="339433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85" name="任意多边形: 形状 2952"/>
              <p:cNvSpPr/>
              <p:nvPr/>
            </p:nvSpPr>
            <p:spPr>
              <a:xfrm>
                <a:off x="339852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86" name="任意多边形: 形状 2953"/>
              <p:cNvSpPr/>
              <p:nvPr/>
            </p:nvSpPr>
            <p:spPr>
              <a:xfrm>
                <a:off x="3400623"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587" name="任意多边形: 形状 2954"/>
              <p:cNvSpPr/>
              <p:nvPr/>
            </p:nvSpPr>
            <p:spPr>
              <a:xfrm>
                <a:off x="340271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588" name="任意多边形: 形状 2955"/>
              <p:cNvSpPr/>
              <p:nvPr/>
            </p:nvSpPr>
            <p:spPr>
              <a:xfrm>
                <a:off x="3404816"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89" name="任意多边形: 形状 2956"/>
              <p:cNvSpPr/>
              <p:nvPr/>
            </p:nvSpPr>
            <p:spPr>
              <a:xfrm>
                <a:off x="340691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0" name="任意多边形: 形状 2957"/>
              <p:cNvSpPr/>
              <p:nvPr/>
            </p:nvSpPr>
            <p:spPr>
              <a:xfrm>
                <a:off x="34069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91" name="任意多边形: 形状 2958"/>
              <p:cNvSpPr/>
              <p:nvPr/>
            </p:nvSpPr>
            <p:spPr>
              <a:xfrm>
                <a:off x="341110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2" name="任意多边形: 形状 2959"/>
              <p:cNvSpPr/>
              <p:nvPr/>
            </p:nvSpPr>
            <p:spPr>
              <a:xfrm>
                <a:off x="3415300" y="5372292"/>
                <a:ext cx="13112" cy="201287"/>
              </a:xfrm>
              <a:custGeom>
                <a:avLst/>
                <a:gdLst>
                  <a:gd name="connsiteX0" fmla="*/ 0 w 13112"/>
                  <a:gd name="connsiteY0" fmla="*/ 201287 h 201287"/>
                  <a:gd name="connsiteX1" fmla="*/ 0 w 13112"/>
                  <a:gd name="connsiteY1" fmla="*/ 0 h 201287"/>
                </a:gdLst>
                <a:ahLst/>
                <a:cxnLst>
                  <a:cxn ang="0">
                    <a:pos x="connsiteX0" y="connsiteY0"/>
                  </a:cxn>
                  <a:cxn ang="0">
                    <a:pos x="connsiteX1" y="connsiteY1"/>
                  </a:cxn>
                </a:cxnLst>
                <a:rect l="l" t="t" r="r" b="b"/>
                <a:pathLst>
                  <a:path w="13112" h="201287">
                    <a:moveTo>
                      <a:pt x="0" y="201287"/>
                    </a:moveTo>
                    <a:lnTo>
                      <a:pt x="0" y="0"/>
                    </a:lnTo>
                  </a:path>
                </a:pathLst>
              </a:custGeom>
              <a:noFill/>
              <a:ln w="2088" cap="rnd">
                <a:solidFill>
                  <a:srgbClr val="000000"/>
                </a:solidFill>
                <a:prstDash val="solid"/>
                <a:round/>
              </a:ln>
            </p:spPr>
            <p:txBody>
              <a:bodyPr rtlCol="0" anchor="ctr"/>
              <a:lstStyle/>
              <a:p>
                <a:endParaRPr lang="zh-CN" altLang="en-US"/>
              </a:p>
            </p:txBody>
          </p:sp>
          <p:sp>
            <p:nvSpPr>
              <p:cNvPr id="9593" name="任意多边形: 形状 2960"/>
              <p:cNvSpPr/>
              <p:nvPr/>
            </p:nvSpPr>
            <p:spPr>
              <a:xfrm>
                <a:off x="3417396"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594" name="任意多边形: 形状 2961"/>
              <p:cNvSpPr/>
              <p:nvPr/>
            </p:nvSpPr>
            <p:spPr>
              <a:xfrm>
                <a:off x="342159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95" name="任意多边形: 形状 2962"/>
              <p:cNvSpPr/>
              <p:nvPr/>
            </p:nvSpPr>
            <p:spPr>
              <a:xfrm>
                <a:off x="3423686" y="5443580"/>
                <a:ext cx="13112" cy="129998"/>
              </a:xfrm>
              <a:custGeom>
                <a:avLst/>
                <a:gdLst>
                  <a:gd name="connsiteX0" fmla="*/ 0 w 13112"/>
                  <a:gd name="connsiteY0" fmla="*/ 129998 h 129998"/>
                  <a:gd name="connsiteX1" fmla="*/ 0 w 13112"/>
                  <a:gd name="connsiteY1" fmla="*/ 0 h 129998"/>
                </a:gdLst>
                <a:ahLst/>
                <a:cxnLst>
                  <a:cxn ang="0">
                    <a:pos x="connsiteX0" y="connsiteY0"/>
                  </a:cxn>
                  <a:cxn ang="0">
                    <a:pos x="connsiteX1" y="connsiteY1"/>
                  </a:cxn>
                </a:cxnLst>
                <a:rect l="l" t="t" r="r" b="b"/>
                <a:pathLst>
                  <a:path w="13112" h="129998">
                    <a:moveTo>
                      <a:pt x="0" y="129998"/>
                    </a:moveTo>
                    <a:lnTo>
                      <a:pt x="0" y="0"/>
                    </a:lnTo>
                  </a:path>
                </a:pathLst>
              </a:custGeom>
              <a:noFill/>
              <a:ln w="2088" cap="rnd">
                <a:solidFill>
                  <a:srgbClr val="000000"/>
                </a:solidFill>
                <a:prstDash val="solid"/>
                <a:round/>
              </a:ln>
            </p:spPr>
            <p:txBody>
              <a:bodyPr rtlCol="0" anchor="ctr"/>
              <a:lstStyle/>
              <a:p>
                <a:endParaRPr lang="zh-CN" altLang="en-US"/>
              </a:p>
            </p:txBody>
          </p:sp>
          <p:sp>
            <p:nvSpPr>
              <p:cNvPr id="9596" name="任意多边形: 形状 2963"/>
              <p:cNvSpPr/>
              <p:nvPr/>
            </p:nvSpPr>
            <p:spPr>
              <a:xfrm>
                <a:off x="3425784"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597" name="任意多边形: 形状 2964"/>
              <p:cNvSpPr/>
              <p:nvPr/>
            </p:nvSpPr>
            <p:spPr>
              <a:xfrm>
                <a:off x="34278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8" name="任意多边形: 形状 2965"/>
              <p:cNvSpPr/>
              <p:nvPr/>
            </p:nvSpPr>
            <p:spPr>
              <a:xfrm>
                <a:off x="3427880"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599" name="任意多边形: 形状 2966"/>
              <p:cNvSpPr/>
              <p:nvPr/>
            </p:nvSpPr>
            <p:spPr>
              <a:xfrm>
                <a:off x="342997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00" name="任意多边形: 形状 2967"/>
              <p:cNvSpPr/>
              <p:nvPr/>
            </p:nvSpPr>
            <p:spPr>
              <a:xfrm>
                <a:off x="343207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01" name="任意多边形: 形状 2968"/>
              <p:cNvSpPr/>
              <p:nvPr/>
            </p:nvSpPr>
            <p:spPr>
              <a:xfrm>
                <a:off x="3436268"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02" name="任意多边形: 形状 2969"/>
              <p:cNvSpPr/>
              <p:nvPr/>
            </p:nvSpPr>
            <p:spPr>
              <a:xfrm>
                <a:off x="343836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03" name="任意多边形: 形状 2970"/>
              <p:cNvSpPr/>
              <p:nvPr/>
            </p:nvSpPr>
            <p:spPr>
              <a:xfrm>
                <a:off x="343836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04" name="任意多边形: 形状 2971"/>
              <p:cNvSpPr/>
              <p:nvPr/>
            </p:nvSpPr>
            <p:spPr>
              <a:xfrm>
                <a:off x="344046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05" name="任意多边形: 形状 2972"/>
              <p:cNvSpPr/>
              <p:nvPr/>
            </p:nvSpPr>
            <p:spPr>
              <a:xfrm>
                <a:off x="344465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06" name="任意多边形: 形状 2973"/>
              <p:cNvSpPr/>
              <p:nvPr/>
            </p:nvSpPr>
            <p:spPr>
              <a:xfrm>
                <a:off x="344675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07" name="任意多边形: 形状 2974"/>
              <p:cNvSpPr/>
              <p:nvPr/>
            </p:nvSpPr>
            <p:spPr>
              <a:xfrm>
                <a:off x="344884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08" name="任意多边形: 形状 2975"/>
              <p:cNvSpPr/>
              <p:nvPr/>
            </p:nvSpPr>
            <p:spPr>
              <a:xfrm>
                <a:off x="345094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09" name="任意多边形: 形状 2976"/>
              <p:cNvSpPr/>
              <p:nvPr/>
            </p:nvSpPr>
            <p:spPr>
              <a:xfrm>
                <a:off x="345933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0" name="任意多边形: 形状 2977"/>
              <p:cNvSpPr/>
              <p:nvPr/>
            </p:nvSpPr>
            <p:spPr>
              <a:xfrm>
                <a:off x="346142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1" name="任意多边形: 形状 2978"/>
              <p:cNvSpPr/>
              <p:nvPr/>
            </p:nvSpPr>
            <p:spPr>
              <a:xfrm>
                <a:off x="346771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2" name="任意多边形: 形状 2979"/>
              <p:cNvSpPr/>
              <p:nvPr/>
            </p:nvSpPr>
            <p:spPr>
              <a:xfrm>
                <a:off x="3469815" y="5479225"/>
                <a:ext cx="13112" cy="94352"/>
              </a:xfrm>
              <a:custGeom>
                <a:avLst/>
                <a:gdLst>
                  <a:gd name="connsiteX0" fmla="*/ 0 w 13112"/>
                  <a:gd name="connsiteY0" fmla="*/ 94353 h 94352"/>
                  <a:gd name="connsiteX1" fmla="*/ 0 w 13112"/>
                  <a:gd name="connsiteY1" fmla="*/ 0 h 94352"/>
                </a:gdLst>
                <a:ahLst/>
                <a:cxnLst>
                  <a:cxn ang="0">
                    <a:pos x="connsiteX0" y="connsiteY0"/>
                  </a:cxn>
                  <a:cxn ang="0">
                    <a:pos x="connsiteX1" y="connsiteY1"/>
                  </a:cxn>
                </a:cxnLst>
                <a:rect l="l" t="t" r="r" b="b"/>
                <a:pathLst>
                  <a:path w="13112" h="94352">
                    <a:moveTo>
                      <a:pt x="0" y="94353"/>
                    </a:moveTo>
                    <a:lnTo>
                      <a:pt x="0" y="0"/>
                    </a:lnTo>
                  </a:path>
                </a:pathLst>
              </a:custGeom>
              <a:noFill/>
              <a:ln w="2088" cap="rnd">
                <a:solidFill>
                  <a:srgbClr val="000000"/>
                </a:solidFill>
                <a:prstDash val="solid"/>
                <a:round/>
              </a:ln>
            </p:spPr>
            <p:txBody>
              <a:bodyPr rtlCol="0" anchor="ctr"/>
              <a:lstStyle/>
              <a:p>
                <a:endParaRPr lang="zh-CN" altLang="en-US"/>
              </a:p>
            </p:txBody>
          </p:sp>
          <p:sp>
            <p:nvSpPr>
              <p:cNvPr id="9613" name="任意多边形: 形状 2980"/>
              <p:cNvSpPr/>
              <p:nvPr/>
            </p:nvSpPr>
            <p:spPr>
              <a:xfrm>
                <a:off x="3471912"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14" name="任意多边形: 形状 2981"/>
              <p:cNvSpPr/>
              <p:nvPr/>
            </p:nvSpPr>
            <p:spPr>
              <a:xfrm>
                <a:off x="347400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15" name="任意多边形: 形状 2982"/>
              <p:cNvSpPr/>
              <p:nvPr/>
            </p:nvSpPr>
            <p:spPr>
              <a:xfrm>
                <a:off x="347400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16" name="任意多边形: 形状 2983"/>
              <p:cNvSpPr/>
              <p:nvPr/>
            </p:nvSpPr>
            <p:spPr>
              <a:xfrm>
                <a:off x="3478202"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617" name="任意多边形: 形状 2984"/>
              <p:cNvSpPr/>
              <p:nvPr/>
            </p:nvSpPr>
            <p:spPr>
              <a:xfrm>
                <a:off x="348029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18" name="任意多边形: 形状 2985"/>
              <p:cNvSpPr/>
              <p:nvPr/>
            </p:nvSpPr>
            <p:spPr>
              <a:xfrm>
                <a:off x="3482395"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19" name="任意多边形: 形状 2986"/>
              <p:cNvSpPr/>
              <p:nvPr/>
            </p:nvSpPr>
            <p:spPr>
              <a:xfrm>
                <a:off x="3484492"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620" name="任意多边形: 形状 2987"/>
              <p:cNvSpPr/>
              <p:nvPr/>
            </p:nvSpPr>
            <p:spPr>
              <a:xfrm>
                <a:off x="348658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21" name="任意多边形: 形状 2988"/>
              <p:cNvSpPr/>
              <p:nvPr/>
            </p:nvSpPr>
            <p:spPr>
              <a:xfrm>
                <a:off x="34865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22" name="任意多边形: 形状 2989"/>
              <p:cNvSpPr/>
              <p:nvPr/>
            </p:nvSpPr>
            <p:spPr>
              <a:xfrm>
                <a:off x="34886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3" name="任意多边形: 形状 2990"/>
              <p:cNvSpPr/>
              <p:nvPr/>
            </p:nvSpPr>
            <p:spPr>
              <a:xfrm>
                <a:off x="349078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4" name="任意多边形: 形状 2991"/>
              <p:cNvSpPr/>
              <p:nvPr/>
            </p:nvSpPr>
            <p:spPr>
              <a:xfrm>
                <a:off x="3499170"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25" name="任意多边形: 形状 2992"/>
              <p:cNvSpPr/>
              <p:nvPr/>
            </p:nvSpPr>
            <p:spPr>
              <a:xfrm>
                <a:off x="3501267"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26" name="任意多边形: 形状 2993"/>
              <p:cNvSpPr/>
              <p:nvPr/>
            </p:nvSpPr>
            <p:spPr>
              <a:xfrm>
                <a:off x="350336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27" name="任意多边形: 形状 2994"/>
              <p:cNvSpPr/>
              <p:nvPr/>
            </p:nvSpPr>
            <p:spPr>
              <a:xfrm>
                <a:off x="350546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8" name="任意多边形: 形状 2995"/>
              <p:cNvSpPr/>
              <p:nvPr/>
            </p:nvSpPr>
            <p:spPr>
              <a:xfrm>
                <a:off x="3507557" y="5445678"/>
                <a:ext cx="13112" cy="127901"/>
              </a:xfrm>
              <a:custGeom>
                <a:avLst/>
                <a:gdLst>
                  <a:gd name="connsiteX0" fmla="*/ 0 w 13112"/>
                  <a:gd name="connsiteY0" fmla="*/ 127901 h 127901"/>
                  <a:gd name="connsiteX1" fmla="*/ 0 w 13112"/>
                  <a:gd name="connsiteY1" fmla="*/ 0 h 127901"/>
                </a:gdLst>
                <a:ahLst/>
                <a:cxnLst>
                  <a:cxn ang="0">
                    <a:pos x="connsiteX0" y="connsiteY0"/>
                  </a:cxn>
                  <a:cxn ang="0">
                    <a:pos x="connsiteX1" y="connsiteY1"/>
                  </a:cxn>
                </a:cxnLst>
                <a:rect l="l" t="t" r="r" b="b"/>
                <a:pathLst>
                  <a:path w="13112" h="127901">
                    <a:moveTo>
                      <a:pt x="0" y="127901"/>
                    </a:moveTo>
                    <a:lnTo>
                      <a:pt x="0" y="0"/>
                    </a:lnTo>
                  </a:path>
                </a:pathLst>
              </a:custGeom>
              <a:noFill/>
              <a:ln w="2088" cap="rnd">
                <a:solidFill>
                  <a:srgbClr val="000000"/>
                </a:solidFill>
                <a:prstDash val="solid"/>
                <a:round/>
              </a:ln>
            </p:spPr>
            <p:txBody>
              <a:bodyPr rtlCol="0" anchor="ctr"/>
              <a:lstStyle/>
              <a:p>
                <a:endParaRPr lang="zh-CN" altLang="en-US"/>
              </a:p>
            </p:txBody>
          </p:sp>
          <p:sp>
            <p:nvSpPr>
              <p:cNvPr id="9629" name="任意多边形: 形状 2996"/>
              <p:cNvSpPr/>
              <p:nvPr/>
            </p:nvSpPr>
            <p:spPr>
              <a:xfrm>
                <a:off x="350965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0" name="任意多边形: 形状 2997"/>
              <p:cNvSpPr/>
              <p:nvPr/>
            </p:nvSpPr>
            <p:spPr>
              <a:xfrm>
                <a:off x="3511750"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631" name="任意多边形: 形状 2998"/>
              <p:cNvSpPr/>
              <p:nvPr/>
            </p:nvSpPr>
            <p:spPr>
              <a:xfrm>
                <a:off x="351175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2" name="任意多边形: 形状 2999"/>
              <p:cNvSpPr/>
              <p:nvPr/>
            </p:nvSpPr>
            <p:spPr>
              <a:xfrm>
                <a:off x="351384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3" name="任意多边形: 形状 3000"/>
              <p:cNvSpPr/>
              <p:nvPr/>
            </p:nvSpPr>
            <p:spPr>
              <a:xfrm>
                <a:off x="351384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34" name="任意多边形: 形状 3001"/>
              <p:cNvSpPr/>
              <p:nvPr/>
            </p:nvSpPr>
            <p:spPr>
              <a:xfrm>
                <a:off x="3515944"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35" name="任意多边形: 形状 3002"/>
              <p:cNvSpPr/>
              <p:nvPr/>
            </p:nvSpPr>
            <p:spPr>
              <a:xfrm>
                <a:off x="3518041"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636" name="任意多边形: 形状 3003"/>
              <p:cNvSpPr/>
              <p:nvPr/>
            </p:nvSpPr>
            <p:spPr>
              <a:xfrm>
                <a:off x="3522234"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637" name="任意多边形: 形状 3004"/>
              <p:cNvSpPr/>
              <p:nvPr/>
            </p:nvSpPr>
            <p:spPr>
              <a:xfrm>
                <a:off x="352223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38" name="任意多边形: 形状 3005"/>
              <p:cNvSpPr/>
              <p:nvPr/>
            </p:nvSpPr>
            <p:spPr>
              <a:xfrm>
                <a:off x="3524331"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39" name="任意多边形: 形状 3006"/>
              <p:cNvSpPr/>
              <p:nvPr/>
            </p:nvSpPr>
            <p:spPr>
              <a:xfrm>
                <a:off x="3526427"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40" name="任意多边形: 形状 3007"/>
              <p:cNvSpPr/>
              <p:nvPr/>
            </p:nvSpPr>
            <p:spPr>
              <a:xfrm>
                <a:off x="353062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41" name="任意多边形: 形状 3008"/>
              <p:cNvSpPr/>
              <p:nvPr/>
            </p:nvSpPr>
            <p:spPr>
              <a:xfrm>
                <a:off x="353271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42" name="任意多边形: 形状 3009"/>
              <p:cNvSpPr/>
              <p:nvPr/>
            </p:nvSpPr>
            <p:spPr>
              <a:xfrm>
                <a:off x="353900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43" name="任意多边形: 形状 3010"/>
              <p:cNvSpPr/>
              <p:nvPr/>
            </p:nvSpPr>
            <p:spPr>
              <a:xfrm>
                <a:off x="3547394"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44" name="任意多边形: 形状 3011"/>
              <p:cNvSpPr/>
              <p:nvPr/>
            </p:nvSpPr>
            <p:spPr>
              <a:xfrm>
                <a:off x="3549491"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45" name="任意多边形: 形状 3012"/>
              <p:cNvSpPr/>
              <p:nvPr/>
            </p:nvSpPr>
            <p:spPr>
              <a:xfrm>
                <a:off x="3551588"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646" name="任意多边形: 形状 3013"/>
              <p:cNvSpPr/>
              <p:nvPr/>
            </p:nvSpPr>
            <p:spPr>
              <a:xfrm>
                <a:off x="3555781" y="5407936"/>
                <a:ext cx="13112" cy="165642"/>
              </a:xfrm>
              <a:custGeom>
                <a:avLst/>
                <a:gdLst>
                  <a:gd name="connsiteX0" fmla="*/ 0 w 13112"/>
                  <a:gd name="connsiteY0" fmla="*/ 165642 h 165642"/>
                  <a:gd name="connsiteX1" fmla="*/ 0 w 13112"/>
                  <a:gd name="connsiteY1" fmla="*/ 0 h 165642"/>
                </a:gdLst>
                <a:ahLst/>
                <a:cxnLst>
                  <a:cxn ang="0">
                    <a:pos x="connsiteX0" y="connsiteY0"/>
                  </a:cxn>
                  <a:cxn ang="0">
                    <a:pos x="connsiteX1" y="connsiteY1"/>
                  </a:cxn>
                </a:cxnLst>
                <a:rect l="l" t="t" r="r" b="b"/>
                <a:pathLst>
                  <a:path w="13112" h="165642">
                    <a:moveTo>
                      <a:pt x="0" y="165642"/>
                    </a:moveTo>
                    <a:lnTo>
                      <a:pt x="0" y="0"/>
                    </a:lnTo>
                  </a:path>
                </a:pathLst>
              </a:custGeom>
              <a:noFill/>
              <a:ln w="2088" cap="rnd">
                <a:solidFill>
                  <a:srgbClr val="000000"/>
                </a:solidFill>
                <a:prstDash val="solid"/>
                <a:round/>
              </a:ln>
            </p:spPr>
            <p:txBody>
              <a:bodyPr rtlCol="0" anchor="ctr"/>
              <a:lstStyle/>
              <a:p>
                <a:endParaRPr lang="zh-CN" altLang="en-US"/>
              </a:p>
            </p:txBody>
          </p:sp>
          <p:sp>
            <p:nvSpPr>
              <p:cNvPr id="9647" name="任意多边形: 形状 3014"/>
              <p:cNvSpPr/>
              <p:nvPr/>
            </p:nvSpPr>
            <p:spPr>
              <a:xfrm>
                <a:off x="355578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48" name="任意多边形: 形状 3015"/>
              <p:cNvSpPr/>
              <p:nvPr/>
            </p:nvSpPr>
            <p:spPr>
              <a:xfrm>
                <a:off x="3557878" y="5454064"/>
                <a:ext cx="13112" cy="119514"/>
              </a:xfrm>
              <a:custGeom>
                <a:avLst/>
                <a:gdLst>
                  <a:gd name="connsiteX0" fmla="*/ 0 w 13112"/>
                  <a:gd name="connsiteY0" fmla="*/ 119515 h 119514"/>
                  <a:gd name="connsiteX1" fmla="*/ 0 w 13112"/>
                  <a:gd name="connsiteY1" fmla="*/ 0 h 119514"/>
                </a:gdLst>
                <a:ahLst/>
                <a:cxnLst>
                  <a:cxn ang="0">
                    <a:pos x="connsiteX0" y="connsiteY0"/>
                  </a:cxn>
                  <a:cxn ang="0">
                    <a:pos x="connsiteX1" y="connsiteY1"/>
                  </a:cxn>
                </a:cxnLst>
                <a:rect l="l" t="t" r="r" b="b"/>
                <a:pathLst>
                  <a:path w="13112" h="119514">
                    <a:moveTo>
                      <a:pt x="0" y="119515"/>
                    </a:moveTo>
                    <a:lnTo>
                      <a:pt x="0" y="0"/>
                    </a:lnTo>
                  </a:path>
                </a:pathLst>
              </a:custGeom>
              <a:noFill/>
              <a:ln w="2088" cap="rnd">
                <a:solidFill>
                  <a:srgbClr val="000000"/>
                </a:solidFill>
                <a:prstDash val="solid"/>
                <a:round/>
              </a:ln>
            </p:spPr>
            <p:txBody>
              <a:bodyPr rtlCol="0" anchor="ctr"/>
              <a:lstStyle/>
              <a:p>
                <a:endParaRPr lang="zh-CN" altLang="en-US"/>
              </a:p>
            </p:txBody>
          </p:sp>
          <p:sp>
            <p:nvSpPr>
              <p:cNvPr id="9649" name="任意多边形: 形状 3016"/>
              <p:cNvSpPr/>
              <p:nvPr/>
            </p:nvSpPr>
            <p:spPr>
              <a:xfrm>
                <a:off x="355787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0" name="任意多边形: 形状 3017"/>
              <p:cNvSpPr/>
              <p:nvPr/>
            </p:nvSpPr>
            <p:spPr>
              <a:xfrm>
                <a:off x="35599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51" name="任意多边形: 形状 3018"/>
              <p:cNvSpPr/>
              <p:nvPr/>
            </p:nvSpPr>
            <p:spPr>
              <a:xfrm>
                <a:off x="3559975"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652" name="任意多边形: 形状 3019"/>
              <p:cNvSpPr/>
              <p:nvPr/>
            </p:nvSpPr>
            <p:spPr>
              <a:xfrm>
                <a:off x="35620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3" name="任意多边形: 形状 3020"/>
              <p:cNvSpPr/>
              <p:nvPr/>
            </p:nvSpPr>
            <p:spPr>
              <a:xfrm>
                <a:off x="356207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4" name="任意多边形: 形状 3021"/>
              <p:cNvSpPr/>
              <p:nvPr/>
            </p:nvSpPr>
            <p:spPr>
              <a:xfrm>
                <a:off x="356626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5" name="任意多边形: 形状 3022"/>
              <p:cNvSpPr/>
              <p:nvPr/>
            </p:nvSpPr>
            <p:spPr>
              <a:xfrm>
                <a:off x="3568363"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56" name="任意多边形: 形状 3023"/>
              <p:cNvSpPr/>
              <p:nvPr/>
            </p:nvSpPr>
            <p:spPr>
              <a:xfrm>
                <a:off x="357045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7" name="任意多边形: 形状 3024"/>
              <p:cNvSpPr/>
              <p:nvPr/>
            </p:nvSpPr>
            <p:spPr>
              <a:xfrm>
                <a:off x="357465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8" name="任意多边形: 形状 3025"/>
              <p:cNvSpPr/>
              <p:nvPr/>
            </p:nvSpPr>
            <p:spPr>
              <a:xfrm>
                <a:off x="358094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59" name="任意多边形: 形状 3026"/>
              <p:cNvSpPr/>
              <p:nvPr/>
            </p:nvSpPr>
            <p:spPr>
              <a:xfrm>
                <a:off x="359142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60" name="任意多边形: 形状 3027"/>
              <p:cNvSpPr/>
              <p:nvPr/>
            </p:nvSpPr>
            <p:spPr>
              <a:xfrm>
                <a:off x="3593523"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661" name="任意多边形: 形状 3028"/>
              <p:cNvSpPr/>
              <p:nvPr/>
            </p:nvSpPr>
            <p:spPr>
              <a:xfrm>
                <a:off x="3595620"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62" name="任意多边形: 形状 3029"/>
              <p:cNvSpPr/>
              <p:nvPr/>
            </p:nvSpPr>
            <p:spPr>
              <a:xfrm>
                <a:off x="359771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63" name="任意多边形: 形状 3030"/>
              <p:cNvSpPr/>
              <p:nvPr/>
            </p:nvSpPr>
            <p:spPr>
              <a:xfrm>
                <a:off x="3599813" y="5259067"/>
                <a:ext cx="13112" cy="314511"/>
              </a:xfrm>
              <a:custGeom>
                <a:avLst/>
                <a:gdLst>
                  <a:gd name="connsiteX0" fmla="*/ 0 w 13112"/>
                  <a:gd name="connsiteY0" fmla="*/ 314512 h 314511"/>
                  <a:gd name="connsiteX1" fmla="*/ 0 w 13112"/>
                  <a:gd name="connsiteY1" fmla="*/ 0 h 314511"/>
                </a:gdLst>
                <a:ahLst/>
                <a:cxnLst>
                  <a:cxn ang="0">
                    <a:pos x="connsiteX0" y="connsiteY0"/>
                  </a:cxn>
                  <a:cxn ang="0">
                    <a:pos x="connsiteX1" y="connsiteY1"/>
                  </a:cxn>
                </a:cxnLst>
                <a:rect l="l" t="t" r="r" b="b"/>
                <a:pathLst>
                  <a:path w="13112" h="314511">
                    <a:moveTo>
                      <a:pt x="0" y="314512"/>
                    </a:moveTo>
                    <a:lnTo>
                      <a:pt x="0" y="0"/>
                    </a:lnTo>
                  </a:path>
                </a:pathLst>
              </a:custGeom>
              <a:noFill/>
              <a:ln w="2088" cap="rnd">
                <a:solidFill>
                  <a:srgbClr val="000000"/>
                </a:solidFill>
                <a:prstDash val="solid"/>
                <a:round/>
              </a:ln>
            </p:spPr>
            <p:txBody>
              <a:bodyPr rtlCol="0" anchor="ctr"/>
              <a:lstStyle/>
              <a:p>
                <a:endParaRPr lang="zh-CN" altLang="en-US"/>
              </a:p>
            </p:txBody>
          </p:sp>
          <p:sp>
            <p:nvSpPr>
              <p:cNvPr id="9664" name="任意多边形: 形状 3031"/>
              <p:cNvSpPr/>
              <p:nvPr/>
            </p:nvSpPr>
            <p:spPr>
              <a:xfrm>
                <a:off x="35998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65" name="任意多边形: 形状 3032"/>
              <p:cNvSpPr/>
              <p:nvPr/>
            </p:nvSpPr>
            <p:spPr>
              <a:xfrm>
                <a:off x="3601910" y="5500193"/>
                <a:ext cx="13112" cy="73385"/>
              </a:xfrm>
              <a:custGeom>
                <a:avLst/>
                <a:gdLst>
                  <a:gd name="connsiteX0" fmla="*/ 0 w 13112"/>
                  <a:gd name="connsiteY0" fmla="*/ 73386 h 73385"/>
                  <a:gd name="connsiteX1" fmla="*/ 0 w 13112"/>
                  <a:gd name="connsiteY1" fmla="*/ 0 h 73385"/>
                </a:gdLst>
                <a:ahLst/>
                <a:cxnLst>
                  <a:cxn ang="0">
                    <a:pos x="connsiteX0" y="connsiteY0"/>
                  </a:cxn>
                  <a:cxn ang="0">
                    <a:pos x="connsiteX1" y="connsiteY1"/>
                  </a:cxn>
                </a:cxnLst>
                <a:rect l="l" t="t" r="r" b="b"/>
                <a:pathLst>
                  <a:path w="13112" h="73385">
                    <a:moveTo>
                      <a:pt x="0" y="73386"/>
                    </a:moveTo>
                    <a:lnTo>
                      <a:pt x="0" y="0"/>
                    </a:lnTo>
                  </a:path>
                </a:pathLst>
              </a:custGeom>
              <a:noFill/>
              <a:ln w="2088" cap="rnd">
                <a:solidFill>
                  <a:srgbClr val="000000"/>
                </a:solidFill>
                <a:prstDash val="solid"/>
                <a:round/>
              </a:ln>
            </p:spPr>
            <p:txBody>
              <a:bodyPr rtlCol="0" anchor="ctr"/>
              <a:lstStyle/>
              <a:p>
                <a:endParaRPr lang="zh-CN" altLang="en-US"/>
              </a:p>
            </p:txBody>
          </p:sp>
          <p:sp>
            <p:nvSpPr>
              <p:cNvPr id="9666" name="任意多边形: 形状 3033"/>
              <p:cNvSpPr/>
              <p:nvPr/>
            </p:nvSpPr>
            <p:spPr>
              <a:xfrm>
                <a:off x="3604007"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67" name="任意多边形: 形状 3034"/>
              <p:cNvSpPr/>
              <p:nvPr/>
            </p:nvSpPr>
            <p:spPr>
              <a:xfrm>
                <a:off x="3606103"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68" name="任意多边形: 形状 3035"/>
              <p:cNvSpPr/>
              <p:nvPr/>
            </p:nvSpPr>
            <p:spPr>
              <a:xfrm>
                <a:off x="361029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69" name="任意多边形: 形状 3036"/>
              <p:cNvSpPr/>
              <p:nvPr/>
            </p:nvSpPr>
            <p:spPr>
              <a:xfrm>
                <a:off x="361449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70" name="任意多边形: 形状 3037"/>
              <p:cNvSpPr/>
              <p:nvPr/>
            </p:nvSpPr>
            <p:spPr>
              <a:xfrm>
                <a:off x="3616587"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71" name="任意多边形: 形状 3038"/>
              <p:cNvSpPr/>
              <p:nvPr/>
            </p:nvSpPr>
            <p:spPr>
              <a:xfrm>
                <a:off x="361868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72" name="任意多边形: 形状 3039"/>
              <p:cNvSpPr/>
              <p:nvPr/>
            </p:nvSpPr>
            <p:spPr>
              <a:xfrm>
                <a:off x="362078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73" name="任意多边形: 形状 3040"/>
              <p:cNvSpPr/>
              <p:nvPr/>
            </p:nvSpPr>
            <p:spPr>
              <a:xfrm>
                <a:off x="36228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74" name="任意多边形: 形状 3041"/>
              <p:cNvSpPr/>
              <p:nvPr/>
            </p:nvSpPr>
            <p:spPr>
              <a:xfrm>
                <a:off x="3624974" y="5328260"/>
                <a:ext cx="13112" cy="245319"/>
              </a:xfrm>
              <a:custGeom>
                <a:avLst/>
                <a:gdLst>
                  <a:gd name="connsiteX0" fmla="*/ 0 w 13112"/>
                  <a:gd name="connsiteY0" fmla="*/ 245319 h 245319"/>
                  <a:gd name="connsiteX1" fmla="*/ 0 w 13112"/>
                  <a:gd name="connsiteY1" fmla="*/ 0 h 245319"/>
                </a:gdLst>
                <a:ahLst/>
                <a:cxnLst>
                  <a:cxn ang="0">
                    <a:pos x="connsiteX0" y="connsiteY0"/>
                  </a:cxn>
                  <a:cxn ang="0">
                    <a:pos x="connsiteX1" y="connsiteY1"/>
                  </a:cxn>
                </a:cxnLst>
                <a:rect l="l" t="t" r="r" b="b"/>
                <a:pathLst>
                  <a:path w="13112" h="245319">
                    <a:moveTo>
                      <a:pt x="0" y="245319"/>
                    </a:moveTo>
                    <a:lnTo>
                      <a:pt x="0" y="0"/>
                    </a:lnTo>
                  </a:path>
                </a:pathLst>
              </a:custGeom>
              <a:noFill/>
              <a:ln w="2088" cap="rnd">
                <a:solidFill>
                  <a:srgbClr val="000000"/>
                </a:solidFill>
                <a:prstDash val="solid"/>
                <a:round/>
              </a:ln>
            </p:spPr>
            <p:txBody>
              <a:bodyPr rtlCol="0" anchor="ctr"/>
              <a:lstStyle/>
              <a:p>
                <a:endParaRPr lang="zh-CN" altLang="en-US"/>
              </a:p>
            </p:txBody>
          </p:sp>
          <p:sp>
            <p:nvSpPr>
              <p:cNvPr id="9675" name="任意多边形: 形状 3042"/>
              <p:cNvSpPr/>
              <p:nvPr/>
            </p:nvSpPr>
            <p:spPr>
              <a:xfrm>
                <a:off x="3627070" y="5443580"/>
                <a:ext cx="13112" cy="129998"/>
              </a:xfrm>
              <a:custGeom>
                <a:avLst/>
                <a:gdLst>
                  <a:gd name="connsiteX0" fmla="*/ 0 w 13112"/>
                  <a:gd name="connsiteY0" fmla="*/ 129998 h 129998"/>
                  <a:gd name="connsiteX1" fmla="*/ 0 w 13112"/>
                  <a:gd name="connsiteY1" fmla="*/ 0 h 129998"/>
                </a:gdLst>
                <a:ahLst/>
                <a:cxnLst>
                  <a:cxn ang="0">
                    <a:pos x="connsiteX0" y="connsiteY0"/>
                  </a:cxn>
                  <a:cxn ang="0">
                    <a:pos x="connsiteX1" y="connsiteY1"/>
                  </a:cxn>
                </a:cxnLst>
                <a:rect l="l" t="t" r="r" b="b"/>
                <a:pathLst>
                  <a:path w="13112" h="129998">
                    <a:moveTo>
                      <a:pt x="0" y="129998"/>
                    </a:moveTo>
                    <a:lnTo>
                      <a:pt x="0" y="0"/>
                    </a:lnTo>
                  </a:path>
                </a:pathLst>
              </a:custGeom>
              <a:noFill/>
              <a:ln w="2088" cap="rnd">
                <a:solidFill>
                  <a:srgbClr val="000000"/>
                </a:solidFill>
                <a:prstDash val="solid"/>
                <a:round/>
              </a:ln>
            </p:spPr>
            <p:txBody>
              <a:bodyPr rtlCol="0" anchor="ctr"/>
              <a:lstStyle/>
              <a:p>
                <a:endParaRPr lang="zh-CN" altLang="en-US"/>
              </a:p>
            </p:txBody>
          </p:sp>
          <p:sp>
            <p:nvSpPr>
              <p:cNvPr id="9676" name="任意多边形: 形状 3043"/>
              <p:cNvSpPr/>
              <p:nvPr/>
            </p:nvSpPr>
            <p:spPr>
              <a:xfrm>
                <a:off x="3629167"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77" name="任意多边形: 形状 3044"/>
              <p:cNvSpPr/>
              <p:nvPr/>
            </p:nvSpPr>
            <p:spPr>
              <a:xfrm>
                <a:off x="363336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78" name="任意多边形: 形状 3045"/>
              <p:cNvSpPr/>
              <p:nvPr/>
            </p:nvSpPr>
            <p:spPr>
              <a:xfrm>
                <a:off x="363965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79" name="任意多边形: 形状 3046"/>
              <p:cNvSpPr/>
              <p:nvPr/>
            </p:nvSpPr>
            <p:spPr>
              <a:xfrm>
                <a:off x="3639652"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680" name="任意多边形: 形状 3047"/>
              <p:cNvSpPr/>
              <p:nvPr/>
            </p:nvSpPr>
            <p:spPr>
              <a:xfrm>
                <a:off x="364174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81" name="任意多边形: 形状 3048"/>
              <p:cNvSpPr/>
              <p:nvPr/>
            </p:nvSpPr>
            <p:spPr>
              <a:xfrm>
                <a:off x="3641749"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82" name="任意多边形: 形状 3049"/>
              <p:cNvSpPr/>
              <p:nvPr/>
            </p:nvSpPr>
            <p:spPr>
              <a:xfrm>
                <a:off x="3645942"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000000"/>
                </a:solidFill>
                <a:prstDash val="solid"/>
                <a:round/>
              </a:ln>
            </p:spPr>
            <p:txBody>
              <a:bodyPr rtlCol="0" anchor="ctr"/>
              <a:lstStyle/>
              <a:p>
                <a:endParaRPr lang="zh-CN" altLang="en-US"/>
              </a:p>
            </p:txBody>
          </p:sp>
          <p:sp>
            <p:nvSpPr>
              <p:cNvPr id="9683" name="任意多边形: 形状 3050"/>
              <p:cNvSpPr/>
              <p:nvPr/>
            </p:nvSpPr>
            <p:spPr>
              <a:xfrm>
                <a:off x="364594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84" name="任意多边形: 形状 3051"/>
              <p:cNvSpPr/>
              <p:nvPr/>
            </p:nvSpPr>
            <p:spPr>
              <a:xfrm>
                <a:off x="3648039"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685" name="任意多边形: 形状 3052"/>
              <p:cNvSpPr/>
              <p:nvPr/>
            </p:nvSpPr>
            <p:spPr>
              <a:xfrm>
                <a:off x="365013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6" name="任意多边形: 形状 3053"/>
              <p:cNvSpPr/>
              <p:nvPr/>
            </p:nvSpPr>
            <p:spPr>
              <a:xfrm>
                <a:off x="365223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7" name="任意多边形: 形状 3054"/>
              <p:cNvSpPr/>
              <p:nvPr/>
            </p:nvSpPr>
            <p:spPr>
              <a:xfrm>
                <a:off x="365642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88" name="任意多边形: 形状 3055"/>
              <p:cNvSpPr/>
              <p:nvPr/>
            </p:nvSpPr>
            <p:spPr>
              <a:xfrm>
                <a:off x="366061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9" name="任意多边形: 形状 3056"/>
              <p:cNvSpPr/>
              <p:nvPr/>
            </p:nvSpPr>
            <p:spPr>
              <a:xfrm>
                <a:off x="366271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90" name="任意多边形: 形状 3057"/>
              <p:cNvSpPr/>
              <p:nvPr/>
            </p:nvSpPr>
            <p:spPr>
              <a:xfrm>
                <a:off x="366690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1" name="任意多边形: 形状 3058"/>
              <p:cNvSpPr/>
              <p:nvPr/>
            </p:nvSpPr>
            <p:spPr>
              <a:xfrm>
                <a:off x="3671102" y="5288422"/>
                <a:ext cx="13112" cy="285156"/>
              </a:xfrm>
              <a:custGeom>
                <a:avLst/>
                <a:gdLst>
                  <a:gd name="connsiteX0" fmla="*/ 0 w 13112"/>
                  <a:gd name="connsiteY0" fmla="*/ 285157 h 285156"/>
                  <a:gd name="connsiteX1" fmla="*/ 0 w 13112"/>
                  <a:gd name="connsiteY1" fmla="*/ 0 h 285156"/>
                </a:gdLst>
                <a:ahLst/>
                <a:cxnLst>
                  <a:cxn ang="0">
                    <a:pos x="connsiteX0" y="connsiteY0"/>
                  </a:cxn>
                  <a:cxn ang="0">
                    <a:pos x="connsiteX1" y="connsiteY1"/>
                  </a:cxn>
                </a:cxnLst>
                <a:rect l="l" t="t" r="r" b="b"/>
                <a:pathLst>
                  <a:path w="13112" h="285156">
                    <a:moveTo>
                      <a:pt x="0" y="285157"/>
                    </a:moveTo>
                    <a:lnTo>
                      <a:pt x="0" y="0"/>
                    </a:lnTo>
                  </a:path>
                </a:pathLst>
              </a:custGeom>
              <a:noFill/>
              <a:ln w="2088" cap="rnd">
                <a:solidFill>
                  <a:srgbClr val="000000"/>
                </a:solidFill>
                <a:prstDash val="solid"/>
                <a:round/>
              </a:ln>
            </p:spPr>
            <p:txBody>
              <a:bodyPr rtlCol="0" anchor="ctr"/>
              <a:lstStyle/>
              <a:p>
                <a:endParaRPr lang="zh-CN" altLang="en-US"/>
              </a:p>
            </p:txBody>
          </p:sp>
          <p:sp>
            <p:nvSpPr>
              <p:cNvPr id="9692" name="任意多边形: 形状 3059"/>
              <p:cNvSpPr/>
              <p:nvPr/>
            </p:nvSpPr>
            <p:spPr>
              <a:xfrm>
                <a:off x="367110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3" name="任意多边形: 形状 3060"/>
              <p:cNvSpPr/>
              <p:nvPr/>
            </p:nvSpPr>
            <p:spPr>
              <a:xfrm>
                <a:off x="3673199"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694" name="任意多边形: 形状 3061"/>
              <p:cNvSpPr/>
              <p:nvPr/>
            </p:nvSpPr>
            <p:spPr>
              <a:xfrm>
                <a:off x="3677393"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95" name="任意多边形: 形状 3062"/>
              <p:cNvSpPr/>
              <p:nvPr/>
            </p:nvSpPr>
            <p:spPr>
              <a:xfrm>
                <a:off x="36794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6" name="任意多边形: 形状 3063"/>
              <p:cNvSpPr/>
              <p:nvPr/>
            </p:nvSpPr>
            <p:spPr>
              <a:xfrm>
                <a:off x="368158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97" name="任意多边形: 形状 3064"/>
              <p:cNvSpPr/>
              <p:nvPr/>
            </p:nvSpPr>
            <p:spPr>
              <a:xfrm>
                <a:off x="3685779"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98" name="任意多边形: 形状 3065"/>
              <p:cNvSpPr/>
              <p:nvPr/>
            </p:nvSpPr>
            <p:spPr>
              <a:xfrm>
                <a:off x="370255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99" name="任意多边形: 形状 3066"/>
              <p:cNvSpPr/>
              <p:nvPr/>
            </p:nvSpPr>
            <p:spPr>
              <a:xfrm>
                <a:off x="370465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0" name="任意多边形: 形状 3067"/>
              <p:cNvSpPr/>
              <p:nvPr/>
            </p:nvSpPr>
            <p:spPr>
              <a:xfrm>
                <a:off x="370674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1" name="任意多边形: 形状 3068"/>
              <p:cNvSpPr/>
              <p:nvPr/>
            </p:nvSpPr>
            <p:spPr>
              <a:xfrm>
                <a:off x="371094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02" name="任意多边形: 形状 3069"/>
              <p:cNvSpPr/>
              <p:nvPr/>
            </p:nvSpPr>
            <p:spPr>
              <a:xfrm>
                <a:off x="371932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03" name="任意多边形: 形状 3070"/>
              <p:cNvSpPr/>
              <p:nvPr/>
            </p:nvSpPr>
            <p:spPr>
              <a:xfrm>
                <a:off x="372561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04" name="任意多边形: 形状 3071"/>
              <p:cNvSpPr/>
              <p:nvPr/>
            </p:nvSpPr>
            <p:spPr>
              <a:xfrm>
                <a:off x="372981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5" name="任意多边形: 形状 3072"/>
              <p:cNvSpPr/>
              <p:nvPr/>
            </p:nvSpPr>
            <p:spPr>
              <a:xfrm>
                <a:off x="3734005"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706" name="任意多边形: 形状 3073"/>
              <p:cNvSpPr/>
              <p:nvPr/>
            </p:nvSpPr>
            <p:spPr>
              <a:xfrm>
                <a:off x="373610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07" name="任意多边形: 形状 3074"/>
              <p:cNvSpPr/>
              <p:nvPr/>
            </p:nvSpPr>
            <p:spPr>
              <a:xfrm>
                <a:off x="374029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08" name="任意多边形: 形状 3075"/>
              <p:cNvSpPr/>
              <p:nvPr/>
            </p:nvSpPr>
            <p:spPr>
              <a:xfrm>
                <a:off x="37528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09" name="任意多边形: 形状 3076"/>
              <p:cNvSpPr/>
              <p:nvPr/>
            </p:nvSpPr>
            <p:spPr>
              <a:xfrm>
                <a:off x="375287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10" name="任意多边形: 形状 3077"/>
              <p:cNvSpPr/>
              <p:nvPr/>
            </p:nvSpPr>
            <p:spPr>
              <a:xfrm>
                <a:off x="375706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11" name="任意多边形: 形状 3078"/>
              <p:cNvSpPr/>
              <p:nvPr/>
            </p:nvSpPr>
            <p:spPr>
              <a:xfrm>
                <a:off x="3759164"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712" name="任意多边形: 形状 3079"/>
              <p:cNvSpPr/>
              <p:nvPr/>
            </p:nvSpPr>
            <p:spPr>
              <a:xfrm>
                <a:off x="376126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13" name="任意多边形: 形状 3080"/>
              <p:cNvSpPr/>
              <p:nvPr/>
            </p:nvSpPr>
            <p:spPr>
              <a:xfrm>
                <a:off x="376336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14" name="任意多边形: 形状 3081"/>
              <p:cNvSpPr/>
              <p:nvPr/>
            </p:nvSpPr>
            <p:spPr>
              <a:xfrm>
                <a:off x="376545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15" name="任意多边形: 形状 3082"/>
              <p:cNvSpPr/>
              <p:nvPr/>
            </p:nvSpPr>
            <p:spPr>
              <a:xfrm>
                <a:off x="3778033" y="5487612"/>
                <a:ext cx="13112" cy="85966"/>
              </a:xfrm>
              <a:custGeom>
                <a:avLst/>
                <a:gdLst>
                  <a:gd name="connsiteX0" fmla="*/ 0 w 13112"/>
                  <a:gd name="connsiteY0" fmla="*/ 85966 h 85966"/>
                  <a:gd name="connsiteX1" fmla="*/ 0 w 13112"/>
                  <a:gd name="connsiteY1" fmla="*/ 0 h 85966"/>
                </a:gdLst>
                <a:ahLst/>
                <a:cxnLst>
                  <a:cxn ang="0">
                    <a:pos x="connsiteX0" y="connsiteY0"/>
                  </a:cxn>
                  <a:cxn ang="0">
                    <a:pos x="connsiteX1" y="connsiteY1"/>
                  </a:cxn>
                </a:cxnLst>
                <a:rect l="l" t="t" r="r" b="b"/>
                <a:pathLst>
                  <a:path w="13112" h="85966">
                    <a:moveTo>
                      <a:pt x="0" y="85966"/>
                    </a:moveTo>
                    <a:lnTo>
                      <a:pt x="0" y="0"/>
                    </a:lnTo>
                  </a:path>
                </a:pathLst>
              </a:custGeom>
              <a:noFill/>
              <a:ln w="2088" cap="rnd">
                <a:solidFill>
                  <a:srgbClr val="000000"/>
                </a:solidFill>
                <a:prstDash val="solid"/>
                <a:round/>
              </a:ln>
            </p:spPr>
            <p:txBody>
              <a:bodyPr rtlCol="0" anchor="ctr"/>
              <a:lstStyle/>
              <a:p>
                <a:endParaRPr lang="zh-CN" altLang="en-US"/>
              </a:p>
            </p:txBody>
          </p:sp>
          <p:sp>
            <p:nvSpPr>
              <p:cNvPr id="9716" name="任意多边形: 形状 3083"/>
              <p:cNvSpPr/>
              <p:nvPr/>
            </p:nvSpPr>
            <p:spPr>
              <a:xfrm>
                <a:off x="3780131"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17" name="任意多边形: 形状 3084"/>
              <p:cNvSpPr/>
              <p:nvPr/>
            </p:nvSpPr>
            <p:spPr>
              <a:xfrm>
                <a:off x="378222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18" name="任意多边形: 形状 3085"/>
              <p:cNvSpPr/>
              <p:nvPr/>
            </p:nvSpPr>
            <p:spPr>
              <a:xfrm>
                <a:off x="3803196" y="5502290"/>
                <a:ext cx="13112" cy="71289"/>
              </a:xfrm>
              <a:custGeom>
                <a:avLst/>
                <a:gdLst>
                  <a:gd name="connsiteX0" fmla="*/ 0 w 13112"/>
                  <a:gd name="connsiteY0" fmla="*/ 71289 h 71289"/>
                  <a:gd name="connsiteX1" fmla="*/ 0 w 13112"/>
                  <a:gd name="connsiteY1" fmla="*/ 0 h 71289"/>
                </a:gdLst>
                <a:ahLst/>
                <a:cxnLst>
                  <a:cxn ang="0">
                    <a:pos x="connsiteX0" y="connsiteY0"/>
                  </a:cxn>
                  <a:cxn ang="0">
                    <a:pos x="connsiteX1" y="connsiteY1"/>
                  </a:cxn>
                </a:cxnLst>
                <a:rect l="l" t="t" r="r" b="b"/>
                <a:pathLst>
                  <a:path w="13112" h="71289">
                    <a:moveTo>
                      <a:pt x="0" y="71289"/>
                    </a:moveTo>
                    <a:lnTo>
                      <a:pt x="0" y="0"/>
                    </a:lnTo>
                  </a:path>
                </a:pathLst>
              </a:custGeom>
              <a:noFill/>
              <a:ln w="2088" cap="rnd">
                <a:solidFill>
                  <a:srgbClr val="000000"/>
                </a:solidFill>
                <a:prstDash val="solid"/>
                <a:round/>
              </a:ln>
            </p:spPr>
            <p:txBody>
              <a:bodyPr rtlCol="0" anchor="ctr"/>
              <a:lstStyle/>
              <a:p>
                <a:endParaRPr lang="zh-CN" altLang="en-US"/>
              </a:p>
            </p:txBody>
          </p:sp>
          <p:sp>
            <p:nvSpPr>
              <p:cNvPr id="9719" name="任意多边形: 形状 3086"/>
              <p:cNvSpPr/>
              <p:nvPr/>
            </p:nvSpPr>
            <p:spPr>
              <a:xfrm>
                <a:off x="380529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20" name="任意多边形: 形状 3087"/>
              <p:cNvSpPr/>
              <p:nvPr/>
            </p:nvSpPr>
            <p:spPr>
              <a:xfrm>
                <a:off x="380739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21" name="任意多边形: 形状 3088"/>
              <p:cNvSpPr/>
              <p:nvPr/>
            </p:nvSpPr>
            <p:spPr>
              <a:xfrm>
                <a:off x="3807392"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722" name="任意多边形: 形状 3089"/>
              <p:cNvSpPr/>
              <p:nvPr/>
            </p:nvSpPr>
            <p:spPr>
              <a:xfrm>
                <a:off x="3824163" y="5462452"/>
                <a:ext cx="13112" cy="111127"/>
              </a:xfrm>
              <a:custGeom>
                <a:avLst/>
                <a:gdLst>
                  <a:gd name="connsiteX0" fmla="*/ 0 w 13112"/>
                  <a:gd name="connsiteY0" fmla="*/ 111128 h 111127"/>
                  <a:gd name="connsiteX1" fmla="*/ 0 w 13112"/>
                  <a:gd name="connsiteY1" fmla="*/ 0 h 111127"/>
                </a:gdLst>
                <a:ahLst/>
                <a:cxnLst>
                  <a:cxn ang="0">
                    <a:pos x="connsiteX0" y="connsiteY0"/>
                  </a:cxn>
                  <a:cxn ang="0">
                    <a:pos x="connsiteX1" y="connsiteY1"/>
                  </a:cxn>
                </a:cxnLst>
                <a:rect l="l" t="t" r="r" b="b"/>
                <a:pathLst>
                  <a:path w="13112" h="111127">
                    <a:moveTo>
                      <a:pt x="0" y="111128"/>
                    </a:moveTo>
                    <a:lnTo>
                      <a:pt x="0" y="0"/>
                    </a:lnTo>
                  </a:path>
                </a:pathLst>
              </a:custGeom>
              <a:noFill/>
              <a:ln w="2088" cap="rnd">
                <a:solidFill>
                  <a:srgbClr val="000000"/>
                </a:solidFill>
                <a:prstDash val="solid"/>
                <a:round/>
              </a:ln>
            </p:spPr>
            <p:txBody>
              <a:bodyPr rtlCol="0" anchor="ctr"/>
              <a:lstStyle/>
              <a:p>
                <a:endParaRPr lang="zh-CN" altLang="en-US"/>
              </a:p>
            </p:txBody>
          </p:sp>
          <p:sp>
            <p:nvSpPr>
              <p:cNvPr id="9723" name="任意多边形: 形状 3090"/>
              <p:cNvSpPr/>
              <p:nvPr/>
            </p:nvSpPr>
            <p:spPr>
              <a:xfrm>
                <a:off x="382416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24" name="任意多边形: 形状 3091"/>
              <p:cNvSpPr/>
              <p:nvPr/>
            </p:nvSpPr>
            <p:spPr>
              <a:xfrm>
                <a:off x="3826261"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725" name="任意多边形: 形状 3092"/>
              <p:cNvSpPr/>
              <p:nvPr/>
            </p:nvSpPr>
            <p:spPr>
              <a:xfrm>
                <a:off x="3849326" y="5437290"/>
                <a:ext cx="13112" cy="136288"/>
              </a:xfrm>
              <a:custGeom>
                <a:avLst/>
                <a:gdLst>
                  <a:gd name="connsiteX0" fmla="*/ 0 w 13112"/>
                  <a:gd name="connsiteY0" fmla="*/ 136288 h 136288"/>
                  <a:gd name="connsiteX1" fmla="*/ 0 w 13112"/>
                  <a:gd name="connsiteY1" fmla="*/ 0 h 136288"/>
                </a:gdLst>
                <a:ahLst/>
                <a:cxnLst>
                  <a:cxn ang="0">
                    <a:pos x="connsiteX0" y="connsiteY0"/>
                  </a:cxn>
                  <a:cxn ang="0">
                    <a:pos x="connsiteX1" y="connsiteY1"/>
                  </a:cxn>
                </a:cxnLst>
                <a:rect l="l" t="t" r="r" b="b"/>
                <a:pathLst>
                  <a:path w="13112" h="136288">
                    <a:moveTo>
                      <a:pt x="0" y="136288"/>
                    </a:moveTo>
                    <a:lnTo>
                      <a:pt x="0" y="0"/>
                    </a:lnTo>
                  </a:path>
                </a:pathLst>
              </a:custGeom>
              <a:noFill/>
              <a:ln w="2088" cap="rnd">
                <a:solidFill>
                  <a:srgbClr val="000000"/>
                </a:solidFill>
                <a:prstDash val="solid"/>
                <a:round/>
              </a:ln>
            </p:spPr>
            <p:txBody>
              <a:bodyPr rtlCol="0" anchor="ctr"/>
              <a:lstStyle/>
              <a:p>
                <a:endParaRPr lang="zh-CN" altLang="en-US"/>
              </a:p>
            </p:txBody>
          </p:sp>
          <p:sp>
            <p:nvSpPr>
              <p:cNvPr id="9726" name="任意多边形: 形状 3093"/>
              <p:cNvSpPr/>
              <p:nvPr/>
            </p:nvSpPr>
            <p:spPr>
              <a:xfrm>
                <a:off x="384932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27" name="任意多边形: 形状 3094"/>
              <p:cNvSpPr/>
              <p:nvPr/>
            </p:nvSpPr>
            <p:spPr>
              <a:xfrm>
                <a:off x="3851424"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28" name="任意多边形: 形状 3095"/>
              <p:cNvSpPr/>
              <p:nvPr/>
            </p:nvSpPr>
            <p:spPr>
              <a:xfrm>
                <a:off x="385562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29" name="任意多边形: 形状 3096"/>
              <p:cNvSpPr/>
              <p:nvPr/>
            </p:nvSpPr>
            <p:spPr>
              <a:xfrm>
                <a:off x="386399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0" name="任意多边形: 形状 3097"/>
              <p:cNvSpPr/>
              <p:nvPr/>
            </p:nvSpPr>
            <p:spPr>
              <a:xfrm>
                <a:off x="388078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1" name="任意多边形: 形状 3098"/>
              <p:cNvSpPr/>
              <p:nvPr/>
            </p:nvSpPr>
            <p:spPr>
              <a:xfrm>
                <a:off x="388078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2" name="任意多边形: 形状 3099"/>
              <p:cNvSpPr/>
              <p:nvPr/>
            </p:nvSpPr>
            <p:spPr>
              <a:xfrm>
                <a:off x="3895456"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733" name="任意多边形: 形状 3100"/>
              <p:cNvSpPr/>
              <p:nvPr/>
            </p:nvSpPr>
            <p:spPr>
              <a:xfrm>
                <a:off x="389755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34" name="任意多边形: 形状 3101"/>
              <p:cNvSpPr/>
              <p:nvPr/>
            </p:nvSpPr>
            <p:spPr>
              <a:xfrm>
                <a:off x="389755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35" name="任意多边形: 形状 3102"/>
              <p:cNvSpPr/>
              <p:nvPr/>
            </p:nvSpPr>
            <p:spPr>
              <a:xfrm>
                <a:off x="389965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6" name="任意多边形: 形状 3103"/>
              <p:cNvSpPr/>
              <p:nvPr/>
            </p:nvSpPr>
            <p:spPr>
              <a:xfrm>
                <a:off x="3901750"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737" name="任意多边形: 形状 3104"/>
              <p:cNvSpPr/>
              <p:nvPr/>
            </p:nvSpPr>
            <p:spPr>
              <a:xfrm>
                <a:off x="390383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8" name="任意多边形: 形状 3105"/>
              <p:cNvSpPr/>
              <p:nvPr/>
            </p:nvSpPr>
            <p:spPr>
              <a:xfrm>
                <a:off x="390803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9" name="任意多边形: 形状 3106"/>
              <p:cNvSpPr/>
              <p:nvPr/>
            </p:nvSpPr>
            <p:spPr>
              <a:xfrm>
                <a:off x="393529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40" name="任意多边形: 形状 3107"/>
              <p:cNvSpPr/>
              <p:nvPr/>
            </p:nvSpPr>
            <p:spPr>
              <a:xfrm>
                <a:off x="3937390"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41" name="任意多边形: 形状 3108"/>
              <p:cNvSpPr/>
              <p:nvPr/>
            </p:nvSpPr>
            <p:spPr>
              <a:xfrm>
                <a:off x="393948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42" name="任意多边形: 形状 3109"/>
              <p:cNvSpPr/>
              <p:nvPr/>
            </p:nvSpPr>
            <p:spPr>
              <a:xfrm>
                <a:off x="3941586"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743" name="任意多边形: 形状 3110"/>
              <p:cNvSpPr/>
              <p:nvPr/>
            </p:nvSpPr>
            <p:spPr>
              <a:xfrm>
                <a:off x="394578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44" name="任意多边形: 形状 3111"/>
              <p:cNvSpPr/>
              <p:nvPr/>
            </p:nvSpPr>
            <p:spPr>
              <a:xfrm>
                <a:off x="394786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45" name="任意多边形: 形状 3112"/>
              <p:cNvSpPr/>
              <p:nvPr/>
            </p:nvSpPr>
            <p:spPr>
              <a:xfrm>
                <a:off x="3973030"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46" name="任意多边形: 形状 3113"/>
              <p:cNvSpPr/>
              <p:nvPr/>
            </p:nvSpPr>
            <p:spPr>
              <a:xfrm>
                <a:off x="397512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47" name="任意多边形: 形状 3114"/>
              <p:cNvSpPr/>
              <p:nvPr/>
            </p:nvSpPr>
            <p:spPr>
              <a:xfrm>
                <a:off x="398352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48" name="任意多边形: 形状 3115"/>
              <p:cNvSpPr/>
              <p:nvPr/>
            </p:nvSpPr>
            <p:spPr>
              <a:xfrm>
                <a:off x="398561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49" name="任意多边形: 形状 3116"/>
              <p:cNvSpPr/>
              <p:nvPr/>
            </p:nvSpPr>
            <p:spPr>
              <a:xfrm>
                <a:off x="4019160"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750" name="任意多边形: 形状 3117"/>
              <p:cNvSpPr/>
              <p:nvPr/>
            </p:nvSpPr>
            <p:spPr>
              <a:xfrm>
                <a:off x="4023356"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751" name="任意多边形: 形状 3118"/>
              <p:cNvSpPr/>
              <p:nvPr/>
            </p:nvSpPr>
            <p:spPr>
              <a:xfrm>
                <a:off x="405061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52" name="任意多边形: 形状 3119"/>
              <p:cNvSpPr/>
              <p:nvPr/>
            </p:nvSpPr>
            <p:spPr>
              <a:xfrm>
                <a:off x="4065290" y="5483420"/>
                <a:ext cx="13112" cy="90159"/>
              </a:xfrm>
              <a:custGeom>
                <a:avLst/>
                <a:gdLst>
                  <a:gd name="connsiteX0" fmla="*/ 0 w 13112"/>
                  <a:gd name="connsiteY0" fmla="*/ 90160 h 90159"/>
                  <a:gd name="connsiteX1" fmla="*/ 0 w 13112"/>
                  <a:gd name="connsiteY1" fmla="*/ 0 h 90159"/>
                </a:gdLst>
                <a:ahLst/>
                <a:cxnLst>
                  <a:cxn ang="0">
                    <a:pos x="connsiteX0" y="connsiteY0"/>
                  </a:cxn>
                  <a:cxn ang="0">
                    <a:pos x="connsiteX1" y="connsiteY1"/>
                  </a:cxn>
                </a:cxnLst>
                <a:rect l="l" t="t" r="r" b="b"/>
                <a:pathLst>
                  <a:path w="13112" h="90159">
                    <a:moveTo>
                      <a:pt x="0" y="90160"/>
                    </a:moveTo>
                    <a:lnTo>
                      <a:pt x="0" y="0"/>
                    </a:lnTo>
                  </a:path>
                </a:pathLst>
              </a:custGeom>
              <a:noFill/>
              <a:ln w="2088" cap="rnd">
                <a:solidFill>
                  <a:srgbClr val="000000"/>
                </a:solidFill>
                <a:prstDash val="solid"/>
                <a:round/>
              </a:ln>
            </p:spPr>
            <p:txBody>
              <a:bodyPr rtlCol="0" anchor="ctr"/>
              <a:lstStyle/>
              <a:p>
                <a:endParaRPr lang="zh-CN" altLang="en-US"/>
              </a:p>
            </p:txBody>
          </p:sp>
          <p:sp>
            <p:nvSpPr>
              <p:cNvPr id="9753" name="任意多边形: 形状 3120"/>
              <p:cNvSpPr/>
              <p:nvPr/>
            </p:nvSpPr>
            <p:spPr>
              <a:xfrm>
                <a:off x="4069486"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754" name="任意多边形: 形状 3121"/>
              <p:cNvSpPr/>
              <p:nvPr/>
            </p:nvSpPr>
            <p:spPr>
              <a:xfrm>
                <a:off x="407158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55" name="任意多边形: 形状 3122"/>
              <p:cNvSpPr/>
              <p:nvPr/>
            </p:nvSpPr>
            <p:spPr>
              <a:xfrm>
                <a:off x="408625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56" name="任意多边形: 形状 3123"/>
              <p:cNvSpPr/>
              <p:nvPr/>
            </p:nvSpPr>
            <p:spPr>
              <a:xfrm>
                <a:off x="4092551"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757" name="任意多边形: 形状 3124"/>
              <p:cNvSpPr/>
              <p:nvPr/>
            </p:nvSpPr>
            <p:spPr>
              <a:xfrm>
                <a:off x="409255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58" name="任意多边形: 形状 3125"/>
              <p:cNvSpPr/>
              <p:nvPr/>
            </p:nvSpPr>
            <p:spPr>
              <a:xfrm>
                <a:off x="409464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59" name="任意多边形: 形状 3126"/>
              <p:cNvSpPr/>
              <p:nvPr/>
            </p:nvSpPr>
            <p:spPr>
              <a:xfrm>
                <a:off x="411351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60" name="任意多边形: 形状 3127"/>
              <p:cNvSpPr/>
              <p:nvPr/>
            </p:nvSpPr>
            <p:spPr>
              <a:xfrm>
                <a:off x="415755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1" name="任意多边形: 形状 3128"/>
              <p:cNvSpPr/>
              <p:nvPr/>
            </p:nvSpPr>
            <p:spPr>
              <a:xfrm>
                <a:off x="4159648"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762" name="任意多边形: 形状 3129"/>
              <p:cNvSpPr/>
              <p:nvPr/>
            </p:nvSpPr>
            <p:spPr>
              <a:xfrm>
                <a:off x="418271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3" name="任意多边形: 形状 3130"/>
              <p:cNvSpPr/>
              <p:nvPr/>
            </p:nvSpPr>
            <p:spPr>
              <a:xfrm>
                <a:off x="418479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64" name="任意多边形: 形状 3131"/>
              <p:cNvSpPr/>
              <p:nvPr/>
            </p:nvSpPr>
            <p:spPr>
              <a:xfrm>
                <a:off x="420996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65" name="任意多边形: 形状 3132"/>
              <p:cNvSpPr/>
              <p:nvPr/>
            </p:nvSpPr>
            <p:spPr>
              <a:xfrm>
                <a:off x="4228830"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766" name="任意多边形: 形状 3133"/>
              <p:cNvSpPr/>
              <p:nvPr/>
            </p:nvSpPr>
            <p:spPr>
              <a:xfrm>
                <a:off x="4230928"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767" name="任意多边形: 形状 3134"/>
              <p:cNvSpPr/>
              <p:nvPr/>
            </p:nvSpPr>
            <p:spPr>
              <a:xfrm>
                <a:off x="423512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8" name="任意多边形: 形状 3135"/>
              <p:cNvSpPr/>
              <p:nvPr/>
            </p:nvSpPr>
            <p:spPr>
              <a:xfrm>
                <a:off x="4274961"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69" name="任意多边形: 形状 3136"/>
              <p:cNvSpPr/>
              <p:nvPr/>
            </p:nvSpPr>
            <p:spPr>
              <a:xfrm>
                <a:off x="427705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70" name="任意多边形: 形状 3137"/>
              <p:cNvSpPr/>
              <p:nvPr/>
            </p:nvSpPr>
            <p:spPr>
              <a:xfrm>
                <a:off x="427705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1" name="任意多边形: 形状 3138"/>
              <p:cNvSpPr/>
              <p:nvPr/>
            </p:nvSpPr>
            <p:spPr>
              <a:xfrm>
                <a:off x="4277058" y="5516966"/>
                <a:ext cx="13112" cy="56612"/>
              </a:xfrm>
              <a:custGeom>
                <a:avLst/>
                <a:gdLst>
                  <a:gd name="connsiteX0" fmla="*/ 0 w 13112"/>
                  <a:gd name="connsiteY0" fmla="*/ 56612 h 56612"/>
                  <a:gd name="connsiteX1" fmla="*/ 0 w 13112"/>
                  <a:gd name="connsiteY1" fmla="*/ 0 h 56612"/>
                </a:gdLst>
                <a:ahLst/>
                <a:cxnLst>
                  <a:cxn ang="0">
                    <a:pos x="connsiteX0" y="connsiteY0"/>
                  </a:cxn>
                  <a:cxn ang="0">
                    <a:pos x="connsiteX1" y="connsiteY1"/>
                  </a:cxn>
                </a:cxnLst>
                <a:rect l="l" t="t" r="r" b="b"/>
                <a:pathLst>
                  <a:path w="13112" h="56612">
                    <a:moveTo>
                      <a:pt x="0" y="56612"/>
                    </a:moveTo>
                    <a:lnTo>
                      <a:pt x="0" y="0"/>
                    </a:lnTo>
                  </a:path>
                </a:pathLst>
              </a:custGeom>
              <a:noFill/>
              <a:ln w="2088" cap="rnd">
                <a:solidFill>
                  <a:srgbClr val="000000"/>
                </a:solidFill>
                <a:prstDash val="solid"/>
                <a:round/>
              </a:ln>
            </p:spPr>
            <p:txBody>
              <a:bodyPr rtlCol="0" anchor="ctr"/>
              <a:lstStyle/>
              <a:p>
                <a:endParaRPr lang="zh-CN" altLang="en-US"/>
              </a:p>
            </p:txBody>
          </p:sp>
          <p:sp>
            <p:nvSpPr>
              <p:cNvPr id="9772" name="任意多边形: 形状 3139"/>
              <p:cNvSpPr/>
              <p:nvPr/>
            </p:nvSpPr>
            <p:spPr>
              <a:xfrm>
                <a:off x="431899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3" name="任意多边形: 形状 3140"/>
              <p:cNvSpPr/>
              <p:nvPr/>
            </p:nvSpPr>
            <p:spPr>
              <a:xfrm>
                <a:off x="4321091" y="5244390"/>
                <a:ext cx="13112" cy="329188"/>
              </a:xfrm>
              <a:custGeom>
                <a:avLst/>
                <a:gdLst>
                  <a:gd name="connsiteX0" fmla="*/ 0 w 13112"/>
                  <a:gd name="connsiteY0" fmla="*/ 329189 h 329188"/>
                  <a:gd name="connsiteX1" fmla="*/ 0 w 13112"/>
                  <a:gd name="connsiteY1" fmla="*/ 0 h 329188"/>
                </a:gdLst>
                <a:ahLst/>
                <a:cxnLst>
                  <a:cxn ang="0">
                    <a:pos x="connsiteX0" y="connsiteY0"/>
                  </a:cxn>
                  <a:cxn ang="0">
                    <a:pos x="connsiteX1" y="connsiteY1"/>
                  </a:cxn>
                </a:cxnLst>
                <a:rect l="l" t="t" r="r" b="b"/>
                <a:pathLst>
                  <a:path w="13112" h="329188">
                    <a:moveTo>
                      <a:pt x="0" y="329189"/>
                    </a:moveTo>
                    <a:lnTo>
                      <a:pt x="0" y="0"/>
                    </a:lnTo>
                  </a:path>
                </a:pathLst>
              </a:custGeom>
              <a:noFill/>
              <a:ln w="2088" cap="rnd">
                <a:solidFill>
                  <a:srgbClr val="000000"/>
                </a:solidFill>
                <a:prstDash val="solid"/>
                <a:round/>
              </a:ln>
            </p:spPr>
            <p:txBody>
              <a:bodyPr rtlCol="0" anchor="ctr"/>
              <a:lstStyle/>
              <a:p>
                <a:endParaRPr lang="zh-CN" altLang="en-US"/>
              </a:p>
            </p:txBody>
          </p:sp>
          <p:sp>
            <p:nvSpPr>
              <p:cNvPr id="9774" name="任意多边形: 形状 3141"/>
              <p:cNvSpPr/>
              <p:nvPr/>
            </p:nvSpPr>
            <p:spPr>
              <a:xfrm>
                <a:off x="432318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75" name="任意多边形: 形状 3142"/>
              <p:cNvSpPr/>
              <p:nvPr/>
            </p:nvSpPr>
            <p:spPr>
              <a:xfrm>
                <a:off x="432318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76" name="任意多边形: 形状 3143"/>
              <p:cNvSpPr/>
              <p:nvPr/>
            </p:nvSpPr>
            <p:spPr>
              <a:xfrm>
                <a:off x="4325287" y="5397451"/>
                <a:ext cx="13112" cy="176126"/>
              </a:xfrm>
              <a:custGeom>
                <a:avLst/>
                <a:gdLst>
                  <a:gd name="connsiteX0" fmla="*/ 0 w 13112"/>
                  <a:gd name="connsiteY0" fmla="*/ 176127 h 176126"/>
                  <a:gd name="connsiteX1" fmla="*/ 0 w 13112"/>
                  <a:gd name="connsiteY1" fmla="*/ 0 h 176126"/>
                </a:gdLst>
                <a:ahLst/>
                <a:cxnLst>
                  <a:cxn ang="0">
                    <a:pos x="connsiteX0" y="connsiteY0"/>
                  </a:cxn>
                  <a:cxn ang="0">
                    <a:pos x="connsiteX1" y="connsiteY1"/>
                  </a:cxn>
                </a:cxnLst>
                <a:rect l="l" t="t" r="r" b="b"/>
                <a:pathLst>
                  <a:path w="13112" h="176126">
                    <a:moveTo>
                      <a:pt x="0" y="176127"/>
                    </a:moveTo>
                    <a:lnTo>
                      <a:pt x="0" y="0"/>
                    </a:lnTo>
                  </a:path>
                </a:pathLst>
              </a:custGeom>
              <a:noFill/>
              <a:ln w="2088" cap="rnd">
                <a:solidFill>
                  <a:srgbClr val="000000"/>
                </a:solidFill>
                <a:prstDash val="solid"/>
                <a:round/>
              </a:ln>
            </p:spPr>
            <p:txBody>
              <a:bodyPr rtlCol="0" anchor="ctr"/>
              <a:lstStyle/>
              <a:p>
                <a:endParaRPr lang="zh-CN" altLang="en-US"/>
              </a:p>
            </p:txBody>
          </p:sp>
          <p:sp>
            <p:nvSpPr>
              <p:cNvPr id="9777" name="任意多边形: 形状 3144"/>
              <p:cNvSpPr/>
              <p:nvPr/>
            </p:nvSpPr>
            <p:spPr>
              <a:xfrm>
                <a:off x="432528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8" name="任意多边形: 形状 3145"/>
              <p:cNvSpPr/>
              <p:nvPr/>
            </p:nvSpPr>
            <p:spPr>
              <a:xfrm>
                <a:off x="43252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79" name="任意多边形: 形状 3146"/>
              <p:cNvSpPr/>
              <p:nvPr/>
            </p:nvSpPr>
            <p:spPr>
              <a:xfrm>
                <a:off x="4327385"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780" name="任意多边形: 形状 3147"/>
              <p:cNvSpPr/>
              <p:nvPr/>
            </p:nvSpPr>
            <p:spPr>
              <a:xfrm>
                <a:off x="43294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81" name="任意多边形: 形状 3148"/>
              <p:cNvSpPr/>
              <p:nvPr/>
            </p:nvSpPr>
            <p:spPr>
              <a:xfrm>
                <a:off x="43294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82" name="任意多边形: 形状 3149"/>
              <p:cNvSpPr/>
              <p:nvPr/>
            </p:nvSpPr>
            <p:spPr>
              <a:xfrm>
                <a:off x="433786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83" name="任意多边形: 形状 3150"/>
              <p:cNvSpPr/>
              <p:nvPr/>
            </p:nvSpPr>
            <p:spPr>
              <a:xfrm>
                <a:off x="254724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4" name="任意多边形: 形状 3151"/>
              <p:cNvSpPr/>
              <p:nvPr/>
            </p:nvSpPr>
            <p:spPr>
              <a:xfrm>
                <a:off x="272337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5" name="任意多边形: 形状 3152"/>
              <p:cNvSpPr/>
              <p:nvPr/>
            </p:nvSpPr>
            <p:spPr>
              <a:xfrm>
                <a:off x="267095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6" name="任意多边形: 形状 3153"/>
              <p:cNvSpPr/>
              <p:nvPr/>
            </p:nvSpPr>
            <p:spPr>
              <a:xfrm>
                <a:off x="262063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7" name="任意多边形: 形状 3154"/>
              <p:cNvSpPr/>
              <p:nvPr/>
            </p:nvSpPr>
            <p:spPr>
              <a:xfrm>
                <a:off x="256821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8" name="任意多边形: 形状 3155"/>
              <p:cNvSpPr/>
              <p:nvPr/>
            </p:nvSpPr>
            <p:spPr>
              <a:xfrm>
                <a:off x="2723375"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789" name="任意多边形: 形状 3156"/>
              <p:cNvSpPr/>
              <p:nvPr/>
            </p:nvSpPr>
            <p:spPr>
              <a:xfrm>
                <a:off x="272337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0" name="任意多边形: 形状 3157"/>
              <p:cNvSpPr/>
              <p:nvPr/>
            </p:nvSpPr>
            <p:spPr>
              <a:xfrm>
                <a:off x="277579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1" name="任意多边形: 形状 3158"/>
              <p:cNvSpPr/>
              <p:nvPr/>
            </p:nvSpPr>
            <p:spPr>
              <a:xfrm>
                <a:off x="282611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2" name="任意多边形: 形状 3159"/>
              <p:cNvSpPr/>
              <p:nvPr/>
            </p:nvSpPr>
            <p:spPr>
              <a:xfrm>
                <a:off x="28785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3" name="任意多边形: 形状 3160"/>
              <p:cNvSpPr/>
              <p:nvPr/>
            </p:nvSpPr>
            <p:spPr>
              <a:xfrm>
                <a:off x="292885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4" name="文本框 9793"/>
              <p:cNvSpPr txBox="1"/>
              <p:nvPr/>
            </p:nvSpPr>
            <p:spPr>
              <a:xfrm>
                <a:off x="2610968" y="5547084"/>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300</a:t>
                </a:r>
              </a:p>
            </p:txBody>
          </p:sp>
          <p:sp>
            <p:nvSpPr>
              <p:cNvPr id="9795" name="任意多边形: 形状 3162"/>
              <p:cNvSpPr/>
              <p:nvPr/>
            </p:nvSpPr>
            <p:spPr>
              <a:xfrm>
                <a:off x="29812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796" name="任意多边形: 形状 3163"/>
              <p:cNvSpPr/>
              <p:nvPr/>
            </p:nvSpPr>
            <p:spPr>
              <a:xfrm>
                <a:off x="29812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7" name="任意多边形: 形状 3164"/>
              <p:cNvSpPr/>
              <p:nvPr/>
            </p:nvSpPr>
            <p:spPr>
              <a:xfrm>
                <a:off x="303369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8" name="任意多边形: 形状 3165"/>
              <p:cNvSpPr/>
              <p:nvPr/>
            </p:nvSpPr>
            <p:spPr>
              <a:xfrm>
                <a:off x="30840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9" name="任意多边形: 形状 3166"/>
              <p:cNvSpPr/>
              <p:nvPr/>
            </p:nvSpPr>
            <p:spPr>
              <a:xfrm>
                <a:off x="31364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0" name="任意多边形: 形状 3167"/>
              <p:cNvSpPr/>
              <p:nvPr/>
            </p:nvSpPr>
            <p:spPr>
              <a:xfrm>
                <a:off x="318675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1" name="文本框 9800"/>
              <p:cNvSpPr txBox="1"/>
              <p:nvPr/>
            </p:nvSpPr>
            <p:spPr>
              <a:xfrm>
                <a:off x="2868867"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9802" name="任意多边形: 形状 3169"/>
              <p:cNvSpPr/>
              <p:nvPr/>
            </p:nvSpPr>
            <p:spPr>
              <a:xfrm>
                <a:off x="32391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03" name="任意多边形: 形状 3170"/>
              <p:cNvSpPr/>
              <p:nvPr/>
            </p:nvSpPr>
            <p:spPr>
              <a:xfrm>
                <a:off x="32391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4" name="任意多边形: 形状 3171"/>
              <p:cNvSpPr/>
              <p:nvPr/>
            </p:nvSpPr>
            <p:spPr>
              <a:xfrm>
                <a:off x="329159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5" name="任意多边形: 形状 3172"/>
              <p:cNvSpPr/>
              <p:nvPr/>
            </p:nvSpPr>
            <p:spPr>
              <a:xfrm>
                <a:off x="33419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6" name="任意多边形: 形状 3173"/>
              <p:cNvSpPr/>
              <p:nvPr/>
            </p:nvSpPr>
            <p:spPr>
              <a:xfrm>
                <a:off x="33943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7" name="任意多边形: 形状 3174"/>
              <p:cNvSpPr/>
              <p:nvPr/>
            </p:nvSpPr>
            <p:spPr>
              <a:xfrm>
                <a:off x="344675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8" name="文本框 9807"/>
              <p:cNvSpPr txBox="1"/>
              <p:nvPr/>
            </p:nvSpPr>
            <p:spPr>
              <a:xfrm>
                <a:off x="3126766"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500</a:t>
                </a:r>
              </a:p>
            </p:txBody>
          </p:sp>
          <p:sp>
            <p:nvSpPr>
              <p:cNvPr id="9809" name="任意多边形: 形状 3176"/>
              <p:cNvSpPr/>
              <p:nvPr/>
            </p:nvSpPr>
            <p:spPr>
              <a:xfrm>
                <a:off x="34970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10" name="任意多边形: 形状 3177"/>
              <p:cNvSpPr/>
              <p:nvPr/>
            </p:nvSpPr>
            <p:spPr>
              <a:xfrm>
                <a:off x="34970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1" name="任意多边形: 形状 3178"/>
              <p:cNvSpPr/>
              <p:nvPr/>
            </p:nvSpPr>
            <p:spPr>
              <a:xfrm>
                <a:off x="354949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2" name="任意多边形: 形状 3179"/>
              <p:cNvSpPr/>
              <p:nvPr/>
            </p:nvSpPr>
            <p:spPr>
              <a:xfrm>
                <a:off x="359981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3" name="任意多边形: 形状 3180"/>
              <p:cNvSpPr/>
              <p:nvPr/>
            </p:nvSpPr>
            <p:spPr>
              <a:xfrm>
                <a:off x="365223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4" name="任意多边形: 形状 3181"/>
              <p:cNvSpPr/>
              <p:nvPr/>
            </p:nvSpPr>
            <p:spPr>
              <a:xfrm>
                <a:off x="370465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5" name="文本框 9814"/>
              <p:cNvSpPr txBox="1"/>
              <p:nvPr/>
            </p:nvSpPr>
            <p:spPr>
              <a:xfrm>
                <a:off x="3384665"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600</a:t>
                </a:r>
              </a:p>
            </p:txBody>
          </p:sp>
          <p:sp>
            <p:nvSpPr>
              <p:cNvPr id="9816" name="任意多边形: 形状 3183"/>
              <p:cNvSpPr/>
              <p:nvPr/>
            </p:nvSpPr>
            <p:spPr>
              <a:xfrm>
                <a:off x="3754968"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17" name="任意多边形: 形状 3184"/>
              <p:cNvSpPr/>
              <p:nvPr/>
            </p:nvSpPr>
            <p:spPr>
              <a:xfrm>
                <a:off x="3754968"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8" name="任意多边形: 形状 3185"/>
              <p:cNvSpPr/>
              <p:nvPr/>
            </p:nvSpPr>
            <p:spPr>
              <a:xfrm>
                <a:off x="380739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9" name="任意多边形: 形状 3186"/>
              <p:cNvSpPr/>
              <p:nvPr/>
            </p:nvSpPr>
            <p:spPr>
              <a:xfrm>
                <a:off x="3857718"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0" name="任意多边形: 形状 3187"/>
              <p:cNvSpPr/>
              <p:nvPr/>
            </p:nvSpPr>
            <p:spPr>
              <a:xfrm>
                <a:off x="391012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1" name="任意多边形: 形状 3188"/>
              <p:cNvSpPr/>
              <p:nvPr/>
            </p:nvSpPr>
            <p:spPr>
              <a:xfrm>
                <a:off x="396255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2" name="文本框 9821"/>
              <p:cNvSpPr txBox="1"/>
              <p:nvPr/>
            </p:nvSpPr>
            <p:spPr>
              <a:xfrm>
                <a:off x="3642565"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700</a:t>
                </a:r>
              </a:p>
            </p:txBody>
          </p:sp>
          <p:sp>
            <p:nvSpPr>
              <p:cNvPr id="9823" name="任意多边形: 形状 3190"/>
              <p:cNvSpPr/>
              <p:nvPr/>
            </p:nvSpPr>
            <p:spPr>
              <a:xfrm>
                <a:off x="4012866"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24" name="任意多边形: 形状 3191"/>
              <p:cNvSpPr/>
              <p:nvPr/>
            </p:nvSpPr>
            <p:spPr>
              <a:xfrm>
                <a:off x="401286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5" name="任意多边形: 形状 3192"/>
              <p:cNvSpPr/>
              <p:nvPr/>
            </p:nvSpPr>
            <p:spPr>
              <a:xfrm>
                <a:off x="4065290"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6" name="任意多边形: 形状 3193"/>
              <p:cNvSpPr/>
              <p:nvPr/>
            </p:nvSpPr>
            <p:spPr>
              <a:xfrm>
                <a:off x="41177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7" name="任意多边形: 形状 3194"/>
              <p:cNvSpPr/>
              <p:nvPr/>
            </p:nvSpPr>
            <p:spPr>
              <a:xfrm>
                <a:off x="4168027"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8" name="任意多边形: 形状 3195"/>
              <p:cNvSpPr/>
              <p:nvPr/>
            </p:nvSpPr>
            <p:spPr>
              <a:xfrm>
                <a:off x="422045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9" name="文本框 9828"/>
              <p:cNvSpPr txBox="1"/>
              <p:nvPr/>
            </p:nvSpPr>
            <p:spPr>
              <a:xfrm>
                <a:off x="3900459"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9830" name="任意多边形: 形状 3197"/>
              <p:cNvSpPr/>
              <p:nvPr/>
            </p:nvSpPr>
            <p:spPr>
              <a:xfrm>
                <a:off x="427076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31" name="任意多边形: 形状 3198"/>
              <p:cNvSpPr/>
              <p:nvPr/>
            </p:nvSpPr>
            <p:spPr>
              <a:xfrm>
                <a:off x="427076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2" name="任意多边形: 形状 3199"/>
              <p:cNvSpPr/>
              <p:nvPr/>
            </p:nvSpPr>
            <p:spPr>
              <a:xfrm>
                <a:off x="432318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3" name="任意多边形: 形状 3200"/>
              <p:cNvSpPr/>
              <p:nvPr/>
            </p:nvSpPr>
            <p:spPr>
              <a:xfrm>
                <a:off x="437561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4" name="文本框 9833"/>
              <p:cNvSpPr txBox="1"/>
              <p:nvPr/>
            </p:nvSpPr>
            <p:spPr>
              <a:xfrm>
                <a:off x="4158357" y="5547084"/>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900</a:t>
                </a:r>
              </a:p>
            </p:txBody>
          </p:sp>
          <p:sp>
            <p:nvSpPr>
              <p:cNvPr id="9835" name="任意多边形: 形状 3202"/>
              <p:cNvSpPr/>
              <p:nvPr/>
            </p:nvSpPr>
            <p:spPr>
              <a:xfrm>
                <a:off x="2532572" y="557357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6" name="任意多边形: 形状 3203"/>
              <p:cNvSpPr/>
              <p:nvPr/>
            </p:nvSpPr>
            <p:spPr>
              <a:xfrm>
                <a:off x="2538862" y="556099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7" name="任意多边形: 形状 3204"/>
              <p:cNvSpPr/>
              <p:nvPr/>
            </p:nvSpPr>
            <p:spPr>
              <a:xfrm>
                <a:off x="2538862" y="554841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8" name="任意多边形: 形状 3205"/>
              <p:cNvSpPr/>
              <p:nvPr/>
            </p:nvSpPr>
            <p:spPr>
              <a:xfrm>
                <a:off x="2538862" y="553583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9" name="任意多边形: 形状 3206"/>
              <p:cNvSpPr/>
              <p:nvPr/>
            </p:nvSpPr>
            <p:spPr>
              <a:xfrm>
                <a:off x="2538862" y="552325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0" name="任意多边形: 形状 3208"/>
              <p:cNvSpPr/>
              <p:nvPr/>
            </p:nvSpPr>
            <p:spPr>
              <a:xfrm>
                <a:off x="2532572" y="5508579"/>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1" name="任意多边形: 形状 3209"/>
              <p:cNvSpPr/>
              <p:nvPr/>
            </p:nvSpPr>
            <p:spPr>
              <a:xfrm>
                <a:off x="2538862" y="549599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2" name="任意多边形: 形状 3210"/>
              <p:cNvSpPr/>
              <p:nvPr/>
            </p:nvSpPr>
            <p:spPr>
              <a:xfrm>
                <a:off x="2538862" y="548341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3" name="任意多边形: 形状 3211"/>
              <p:cNvSpPr/>
              <p:nvPr/>
            </p:nvSpPr>
            <p:spPr>
              <a:xfrm>
                <a:off x="2538862" y="547083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4" name="任意多边形: 形状 3212"/>
              <p:cNvSpPr/>
              <p:nvPr/>
            </p:nvSpPr>
            <p:spPr>
              <a:xfrm>
                <a:off x="2538862" y="545825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5" name="文本框 9844"/>
              <p:cNvSpPr txBox="1"/>
              <p:nvPr/>
            </p:nvSpPr>
            <p:spPr>
              <a:xfrm rot="16200000">
                <a:off x="2408441" y="5443851"/>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a:t>
                </a:r>
              </a:p>
            </p:txBody>
          </p:sp>
          <p:sp>
            <p:nvSpPr>
              <p:cNvPr id="9846" name="任意多边形: 形状 3214"/>
              <p:cNvSpPr/>
              <p:nvPr/>
            </p:nvSpPr>
            <p:spPr>
              <a:xfrm>
                <a:off x="2532572" y="5443580"/>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7" name="任意多边形: 形状 3215"/>
              <p:cNvSpPr/>
              <p:nvPr/>
            </p:nvSpPr>
            <p:spPr>
              <a:xfrm>
                <a:off x="2538862" y="543100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8" name="任意多边形: 形状 3216"/>
              <p:cNvSpPr/>
              <p:nvPr/>
            </p:nvSpPr>
            <p:spPr>
              <a:xfrm>
                <a:off x="2538862" y="54184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9" name="任意多边形: 形状 3217"/>
              <p:cNvSpPr/>
              <p:nvPr/>
            </p:nvSpPr>
            <p:spPr>
              <a:xfrm>
                <a:off x="2538862" y="54058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0" name="任意多边形: 形状 3218"/>
              <p:cNvSpPr/>
              <p:nvPr/>
            </p:nvSpPr>
            <p:spPr>
              <a:xfrm>
                <a:off x="2538862" y="539325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1" name="任意多边形: 形状 3220"/>
              <p:cNvSpPr/>
              <p:nvPr/>
            </p:nvSpPr>
            <p:spPr>
              <a:xfrm>
                <a:off x="2532572" y="5378581"/>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2" name="任意多边形: 形状 3221"/>
              <p:cNvSpPr/>
              <p:nvPr/>
            </p:nvSpPr>
            <p:spPr>
              <a:xfrm>
                <a:off x="2538862" y="536600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3" name="任意多边形: 形状 3222"/>
              <p:cNvSpPr/>
              <p:nvPr/>
            </p:nvSpPr>
            <p:spPr>
              <a:xfrm>
                <a:off x="2538862" y="535342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4" name="任意多边形: 形状 3223"/>
              <p:cNvSpPr/>
              <p:nvPr/>
            </p:nvSpPr>
            <p:spPr>
              <a:xfrm>
                <a:off x="2538862" y="53408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5" name="任意多边形: 形状 3224"/>
              <p:cNvSpPr/>
              <p:nvPr/>
            </p:nvSpPr>
            <p:spPr>
              <a:xfrm>
                <a:off x="2538862" y="532825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6" name="文本框 9855"/>
              <p:cNvSpPr txBox="1"/>
              <p:nvPr/>
            </p:nvSpPr>
            <p:spPr>
              <a:xfrm rot="16200000">
                <a:off x="2408441" y="53138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30</a:t>
                </a:r>
              </a:p>
            </p:txBody>
          </p:sp>
          <p:sp>
            <p:nvSpPr>
              <p:cNvPr id="9857" name="任意多边形: 形状 3226"/>
              <p:cNvSpPr/>
              <p:nvPr/>
            </p:nvSpPr>
            <p:spPr>
              <a:xfrm>
                <a:off x="2532572" y="5313582"/>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8" name="任意多边形: 形状 3227"/>
              <p:cNvSpPr/>
              <p:nvPr/>
            </p:nvSpPr>
            <p:spPr>
              <a:xfrm>
                <a:off x="2538862" y="530100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9" name="任意多边形: 形状 3228"/>
              <p:cNvSpPr/>
              <p:nvPr/>
            </p:nvSpPr>
            <p:spPr>
              <a:xfrm>
                <a:off x="2538862" y="528842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0" name="任意多边形: 形状 3229"/>
              <p:cNvSpPr/>
              <p:nvPr/>
            </p:nvSpPr>
            <p:spPr>
              <a:xfrm>
                <a:off x="2538862" y="527584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1" name="任意多边形: 形状 3230"/>
              <p:cNvSpPr/>
              <p:nvPr/>
            </p:nvSpPr>
            <p:spPr>
              <a:xfrm>
                <a:off x="2538862" y="526326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2" name="文本框 9861"/>
              <p:cNvSpPr txBox="1"/>
              <p:nvPr/>
            </p:nvSpPr>
            <p:spPr>
              <a:xfrm rot="16200000">
                <a:off x="2408441" y="5248853"/>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40</a:t>
                </a:r>
              </a:p>
            </p:txBody>
          </p:sp>
          <p:sp>
            <p:nvSpPr>
              <p:cNvPr id="9863" name="任意多边形: 形状 3232"/>
              <p:cNvSpPr/>
              <p:nvPr/>
            </p:nvSpPr>
            <p:spPr>
              <a:xfrm>
                <a:off x="2532572" y="5248583"/>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4" name="任意多边形: 形状 3233"/>
              <p:cNvSpPr/>
              <p:nvPr/>
            </p:nvSpPr>
            <p:spPr>
              <a:xfrm>
                <a:off x="2538862" y="523600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5" name="任意多边形: 形状 3234"/>
              <p:cNvSpPr/>
              <p:nvPr/>
            </p:nvSpPr>
            <p:spPr>
              <a:xfrm>
                <a:off x="2538862" y="52234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6" name="任意多边形: 形状 3235"/>
              <p:cNvSpPr/>
              <p:nvPr/>
            </p:nvSpPr>
            <p:spPr>
              <a:xfrm>
                <a:off x="2538862" y="521084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7" name="任意多边形: 形状 3236"/>
              <p:cNvSpPr/>
              <p:nvPr/>
            </p:nvSpPr>
            <p:spPr>
              <a:xfrm>
                <a:off x="2538862" y="519826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8" name="文本框 9867"/>
              <p:cNvSpPr txBox="1"/>
              <p:nvPr/>
            </p:nvSpPr>
            <p:spPr>
              <a:xfrm rot="16200000">
                <a:off x="2408441" y="51838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50</a:t>
                </a:r>
              </a:p>
            </p:txBody>
          </p:sp>
          <p:sp>
            <p:nvSpPr>
              <p:cNvPr id="9869" name="任意多边形: 形状 3238"/>
              <p:cNvSpPr/>
              <p:nvPr/>
            </p:nvSpPr>
            <p:spPr>
              <a:xfrm>
                <a:off x="2532572" y="5183584"/>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0" name="任意多边形: 形状 3239"/>
              <p:cNvSpPr/>
              <p:nvPr/>
            </p:nvSpPr>
            <p:spPr>
              <a:xfrm>
                <a:off x="2538862" y="517100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1" name="任意多边形: 形状 3240"/>
              <p:cNvSpPr/>
              <p:nvPr/>
            </p:nvSpPr>
            <p:spPr>
              <a:xfrm>
                <a:off x="2538862" y="51584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2" name="任意多边形: 形状 3241"/>
              <p:cNvSpPr/>
              <p:nvPr/>
            </p:nvSpPr>
            <p:spPr>
              <a:xfrm>
                <a:off x="2538862" y="514584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3" name="任意多边形: 形状 3242"/>
              <p:cNvSpPr/>
              <p:nvPr/>
            </p:nvSpPr>
            <p:spPr>
              <a:xfrm>
                <a:off x="2538862" y="513326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4" name="文本框 9873"/>
              <p:cNvSpPr txBox="1"/>
              <p:nvPr/>
            </p:nvSpPr>
            <p:spPr>
              <a:xfrm rot="16200000">
                <a:off x="2408441" y="5118855"/>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60</a:t>
                </a:r>
              </a:p>
            </p:txBody>
          </p:sp>
          <p:sp>
            <p:nvSpPr>
              <p:cNvPr id="9875" name="任意多边形: 形状 3244"/>
              <p:cNvSpPr/>
              <p:nvPr/>
            </p:nvSpPr>
            <p:spPr>
              <a:xfrm>
                <a:off x="2532572" y="5118585"/>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6" name="任意多边形: 形状 3245"/>
              <p:cNvSpPr/>
              <p:nvPr/>
            </p:nvSpPr>
            <p:spPr>
              <a:xfrm>
                <a:off x="2538862" y="510600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7" name="任意多边形: 形状 3246"/>
              <p:cNvSpPr/>
              <p:nvPr/>
            </p:nvSpPr>
            <p:spPr>
              <a:xfrm>
                <a:off x="2538862" y="509342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8" name="任意多边形: 形状 3247"/>
              <p:cNvSpPr/>
              <p:nvPr/>
            </p:nvSpPr>
            <p:spPr>
              <a:xfrm>
                <a:off x="2538862" y="508084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9" name="任意多边形: 形状 3248"/>
              <p:cNvSpPr/>
              <p:nvPr/>
            </p:nvSpPr>
            <p:spPr>
              <a:xfrm>
                <a:off x="2538862" y="506826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0" name="文本框 9879"/>
              <p:cNvSpPr txBox="1"/>
              <p:nvPr/>
            </p:nvSpPr>
            <p:spPr>
              <a:xfrm rot="16200000">
                <a:off x="2408441" y="50538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70</a:t>
                </a:r>
              </a:p>
            </p:txBody>
          </p:sp>
          <p:sp>
            <p:nvSpPr>
              <p:cNvPr id="9881" name="任意多边形: 形状 3250"/>
              <p:cNvSpPr/>
              <p:nvPr/>
            </p:nvSpPr>
            <p:spPr>
              <a:xfrm>
                <a:off x="2532572" y="5053586"/>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2" name="任意多边形: 形状 3251"/>
              <p:cNvSpPr/>
              <p:nvPr/>
            </p:nvSpPr>
            <p:spPr>
              <a:xfrm>
                <a:off x="2538862" y="504100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3" name="任意多边形: 形状 3252"/>
              <p:cNvSpPr/>
              <p:nvPr/>
            </p:nvSpPr>
            <p:spPr>
              <a:xfrm>
                <a:off x="2538862" y="502842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4" name="任意多边形: 形状 3253"/>
              <p:cNvSpPr/>
              <p:nvPr/>
            </p:nvSpPr>
            <p:spPr>
              <a:xfrm>
                <a:off x="2538862" y="501584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5" name="任意多边形: 形状 3254"/>
              <p:cNvSpPr/>
              <p:nvPr/>
            </p:nvSpPr>
            <p:spPr>
              <a:xfrm>
                <a:off x="2538862" y="500326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6" name="文本框 9885"/>
              <p:cNvSpPr txBox="1"/>
              <p:nvPr/>
            </p:nvSpPr>
            <p:spPr>
              <a:xfrm rot="16200000">
                <a:off x="2408441" y="49888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80</a:t>
                </a:r>
              </a:p>
            </p:txBody>
          </p:sp>
          <p:sp>
            <p:nvSpPr>
              <p:cNvPr id="9887" name="任意多边形: 形状 3256"/>
              <p:cNvSpPr/>
              <p:nvPr/>
            </p:nvSpPr>
            <p:spPr>
              <a:xfrm>
                <a:off x="2532572" y="4988587"/>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8" name="任意多边形: 形状 3257"/>
              <p:cNvSpPr/>
              <p:nvPr/>
            </p:nvSpPr>
            <p:spPr>
              <a:xfrm>
                <a:off x="2538862" y="497600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9" name="任意多边形: 形状 3258"/>
              <p:cNvSpPr/>
              <p:nvPr/>
            </p:nvSpPr>
            <p:spPr>
              <a:xfrm>
                <a:off x="2538862" y="496342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0" name="任意多边形: 形状 3259"/>
              <p:cNvSpPr/>
              <p:nvPr/>
            </p:nvSpPr>
            <p:spPr>
              <a:xfrm>
                <a:off x="2538862" y="495084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1" name="任意多边形: 形状 3260"/>
              <p:cNvSpPr/>
              <p:nvPr/>
            </p:nvSpPr>
            <p:spPr>
              <a:xfrm>
                <a:off x="2538862" y="493826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2" name="任意多边形: 形状 3262"/>
              <p:cNvSpPr/>
              <p:nvPr/>
            </p:nvSpPr>
            <p:spPr>
              <a:xfrm>
                <a:off x="2532572" y="492358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3" name="文本框 9892"/>
              <p:cNvSpPr txBox="1"/>
              <p:nvPr/>
            </p:nvSpPr>
            <p:spPr>
              <a:xfrm rot="16200000">
                <a:off x="2387011" y="5065194"/>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y2+ 253.12</a:t>
                </a:r>
              </a:p>
            </p:txBody>
          </p:sp>
          <p:sp>
            <p:nvSpPr>
              <p:cNvPr id="9894" name="任意多边形: 形状 3266"/>
              <p:cNvSpPr/>
              <p:nvPr/>
            </p:nvSpPr>
            <p:spPr>
              <a:xfrm>
                <a:off x="260176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FF0000"/>
                </a:solidFill>
                <a:prstDash val="solid"/>
                <a:round/>
              </a:ln>
            </p:spPr>
            <p:txBody>
              <a:bodyPr rtlCol="0" anchor="ctr"/>
              <a:lstStyle/>
              <a:p>
                <a:endParaRPr lang="zh-CN" altLang="en-US"/>
              </a:p>
            </p:txBody>
          </p:sp>
          <p:sp>
            <p:nvSpPr>
              <p:cNvPr id="9895" name="任意多边形: 形状 3267"/>
              <p:cNvSpPr/>
              <p:nvPr/>
            </p:nvSpPr>
            <p:spPr>
              <a:xfrm>
                <a:off x="2601763" y="54813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896" name="文本框 9895"/>
              <p:cNvSpPr txBox="1"/>
              <p:nvPr/>
            </p:nvSpPr>
            <p:spPr>
              <a:xfrm rot="16200000">
                <a:off x="2442572" y="5194961"/>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b2+ 263.14</a:t>
                </a:r>
              </a:p>
            </p:txBody>
          </p:sp>
          <p:sp>
            <p:nvSpPr>
              <p:cNvPr id="9897" name="任意多边形: 形状 3269"/>
              <p:cNvSpPr/>
              <p:nvPr/>
            </p:nvSpPr>
            <p:spPr>
              <a:xfrm>
                <a:off x="2629022" y="5435193"/>
                <a:ext cx="13112" cy="138384"/>
              </a:xfrm>
              <a:custGeom>
                <a:avLst/>
                <a:gdLst>
                  <a:gd name="connsiteX0" fmla="*/ 0 w 13112"/>
                  <a:gd name="connsiteY0" fmla="*/ 138385 h 138384"/>
                  <a:gd name="connsiteX1" fmla="*/ 0 w 13112"/>
                  <a:gd name="connsiteY1" fmla="*/ 0 h 138384"/>
                </a:gdLst>
                <a:ahLst/>
                <a:cxnLst>
                  <a:cxn ang="0">
                    <a:pos x="connsiteX0" y="connsiteY0"/>
                  </a:cxn>
                  <a:cxn ang="0">
                    <a:pos x="connsiteX1" y="connsiteY1"/>
                  </a:cxn>
                </a:cxnLst>
                <a:rect l="l" t="t" r="r" b="b"/>
                <a:pathLst>
                  <a:path w="13112" h="138384">
                    <a:moveTo>
                      <a:pt x="0" y="138385"/>
                    </a:moveTo>
                    <a:lnTo>
                      <a:pt x="0" y="0"/>
                    </a:lnTo>
                  </a:path>
                </a:pathLst>
              </a:custGeom>
              <a:noFill/>
              <a:ln w="2088" cap="rnd">
                <a:solidFill>
                  <a:srgbClr val="0000FF"/>
                </a:solidFill>
                <a:prstDash val="solid"/>
                <a:round/>
              </a:ln>
            </p:spPr>
            <p:txBody>
              <a:bodyPr rtlCol="0" anchor="ctr"/>
              <a:lstStyle/>
              <a:p>
                <a:endParaRPr lang="zh-CN" altLang="en-US"/>
              </a:p>
            </p:txBody>
          </p:sp>
          <p:sp>
            <p:nvSpPr>
              <p:cNvPr id="9898" name="任意多边形: 形状 3270"/>
              <p:cNvSpPr/>
              <p:nvPr/>
            </p:nvSpPr>
            <p:spPr>
              <a:xfrm>
                <a:off x="2629022" y="543519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899" name="文本框 9898"/>
              <p:cNvSpPr txBox="1"/>
              <p:nvPr/>
            </p:nvSpPr>
            <p:spPr>
              <a:xfrm rot="16200000">
                <a:off x="2572788" y="5200397"/>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b3+ 320.16</a:t>
                </a:r>
              </a:p>
            </p:txBody>
          </p:sp>
          <p:sp>
            <p:nvSpPr>
              <p:cNvPr id="9900" name="任意多边形: 形状 3272"/>
              <p:cNvSpPr/>
              <p:nvPr/>
            </p:nvSpPr>
            <p:spPr>
              <a:xfrm>
                <a:off x="2775794" y="5399549"/>
                <a:ext cx="13112" cy="174028"/>
              </a:xfrm>
              <a:custGeom>
                <a:avLst/>
                <a:gdLst>
                  <a:gd name="connsiteX0" fmla="*/ 0 w 13112"/>
                  <a:gd name="connsiteY0" fmla="*/ 174029 h 174028"/>
                  <a:gd name="connsiteX1" fmla="*/ 0 w 13112"/>
                  <a:gd name="connsiteY1" fmla="*/ 0 h 174028"/>
                </a:gdLst>
                <a:ahLst/>
                <a:cxnLst>
                  <a:cxn ang="0">
                    <a:pos x="connsiteX0" y="connsiteY0"/>
                  </a:cxn>
                  <a:cxn ang="0">
                    <a:pos x="connsiteX1" y="connsiteY1"/>
                  </a:cxn>
                </a:cxnLst>
                <a:rect l="l" t="t" r="r" b="b"/>
                <a:pathLst>
                  <a:path w="13112" h="174028">
                    <a:moveTo>
                      <a:pt x="0" y="174029"/>
                    </a:moveTo>
                    <a:lnTo>
                      <a:pt x="0" y="0"/>
                    </a:lnTo>
                  </a:path>
                </a:pathLst>
              </a:custGeom>
              <a:noFill/>
              <a:ln w="2088" cap="rnd">
                <a:solidFill>
                  <a:srgbClr val="0000FF"/>
                </a:solidFill>
                <a:prstDash val="solid"/>
                <a:round/>
              </a:ln>
            </p:spPr>
            <p:txBody>
              <a:bodyPr rtlCol="0" anchor="ctr"/>
              <a:lstStyle/>
              <a:p>
                <a:endParaRPr lang="zh-CN" altLang="en-US"/>
              </a:p>
            </p:txBody>
          </p:sp>
          <p:sp>
            <p:nvSpPr>
              <p:cNvPr id="9901" name="任意多边形: 形状 3273"/>
              <p:cNvSpPr/>
              <p:nvPr/>
            </p:nvSpPr>
            <p:spPr>
              <a:xfrm>
                <a:off x="2775794" y="539954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2" name="文本框 9901"/>
              <p:cNvSpPr txBox="1"/>
              <p:nvPr/>
            </p:nvSpPr>
            <p:spPr>
              <a:xfrm rot="16200000">
                <a:off x="2622984" y="5229112"/>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b6+ 334.18</a:t>
                </a:r>
              </a:p>
            </p:txBody>
          </p:sp>
          <p:sp>
            <p:nvSpPr>
              <p:cNvPr id="9903" name="任意多边形: 形状 3275"/>
              <p:cNvSpPr/>
              <p:nvPr/>
            </p:nvSpPr>
            <p:spPr>
              <a:xfrm>
                <a:off x="281143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FF"/>
                </a:solidFill>
                <a:prstDash val="solid"/>
                <a:round/>
              </a:ln>
            </p:spPr>
            <p:txBody>
              <a:bodyPr rtlCol="0" anchor="ctr"/>
              <a:lstStyle/>
              <a:p>
                <a:endParaRPr lang="zh-CN" altLang="en-US"/>
              </a:p>
            </p:txBody>
          </p:sp>
          <p:sp>
            <p:nvSpPr>
              <p:cNvPr id="9904" name="任意多边形: 形状 3276"/>
              <p:cNvSpPr/>
              <p:nvPr/>
            </p:nvSpPr>
            <p:spPr>
              <a:xfrm>
                <a:off x="2811438" y="5556805"/>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5" name="文本框 9904"/>
              <p:cNvSpPr txBox="1"/>
              <p:nvPr/>
            </p:nvSpPr>
            <p:spPr>
              <a:xfrm rot="16200000">
                <a:off x="2767909" y="505029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y3+ 400.19</a:t>
                </a:r>
              </a:p>
            </p:txBody>
          </p:sp>
          <p:sp>
            <p:nvSpPr>
              <p:cNvPr id="9906" name="任意多边形: 形状 3278"/>
              <p:cNvSpPr/>
              <p:nvPr/>
            </p:nvSpPr>
            <p:spPr>
              <a:xfrm>
                <a:off x="2981274"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FF0000"/>
                </a:solidFill>
                <a:prstDash val="solid"/>
                <a:round/>
              </a:ln>
            </p:spPr>
            <p:txBody>
              <a:bodyPr rtlCol="0" anchor="ctr"/>
              <a:lstStyle/>
              <a:p>
                <a:endParaRPr lang="zh-CN" altLang="en-US"/>
              </a:p>
            </p:txBody>
          </p:sp>
          <p:sp>
            <p:nvSpPr>
              <p:cNvPr id="9907" name="任意多边形: 形状 3279"/>
              <p:cNvSpPr/>
              <p:nvPr/>
            </p:nvSpPr>
            <p:spPr>
              <a:xfrm>
                <a:off x="2981274" y="54310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8" name="文本框 9907"/>
              <p:cNvSpPr txBox="1"/>
              <p:nvPr/>
            </p:nvSpPr>
            <p:spPr>
              <a:xfrm rot="16200000">
                <a:off x="2814003" y="520357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b4+ 407.19</a:t>
                </a:r>
              </a:p>
            </p:txBody>
          </p:sp>
          <p:sp>
            <p:nvSpPr>
              <p:cNvPr id="9909" name="任意多边形: 形状 3281"/>
              <p:cNvSpPr/>
              <p:nvPr/>
            </p:nvSpPr>
            <p:spPr>
              <a:xfrm>
                <a:off x="3000145" y="5030522"/>
                <a:ext cx="13112" cy="543056"/>
              </a:xfrm>
              <a:custGeom>
                <a:avLst/>
                <a:gdLst>
                  <a:gd name="connsiteX0" fmla="*/ 0 w 13112"/>
                  <a:gd name="connsiteY0" fmla="*/ 543056 h 543056"/>
                  <a:gd name="connsiteX1" fmla="*/ 0 w 13112"/>
                  <a:gd name="connsiteY1" fmla="*/ 0 h 543056"/>
                </a:gdLst>
                <a:ahLst/>
                <a:cxnLst>
                  <a:cxn ang="0">
                    <a:pos x="connsiteX0" y="connsiteY0"/>
                  </a:cxn>
                  <a:cxn ang="0">
                    <a:pos x="connsiteX1" y="connsiteY1"/>
                  </a:cxn>
                </a:cxnLst>
                <a:rect l="l" t="t" r="r" b="b"/>
                <a:pathLst>
                  <a:path w="13112" h="543056">
                    <a:moveTo>
                      <a:pt x="0" y="543056"/>
                    </a:moveTo>
                    <a:lnTo>
                      <a:pt x="0" y="0"/>
                    </a:lnTo>
                  </a:path>
                </a:pathLst>
              </a:custGeom>
              <a:noFill/>
              <a:ln w="2088" cap="rnd">
                <a:solidFill>
                  <a:srgbClr val="0000FF"/>
                </a:solidFill>
                <a:prstDash val="solid"/>
                <a:round/>
              </a:ln>
            </p:spPr>
            <p:txBody>
              <a:bodyPr rtlCol="0" anchor="ctr"/>
              <a:lstStyle/>
              <a:p>
                <a:endParaRPr lang="zh-CN" altLang="en-US"/>
              </a:p>
            </p:txBody>
          </p:sp>
          <p:sp>
            <p:nvSpPr>
              <p:cNvPr id="9910" name="任意多边形: 形状 3282"/>
              <p:cNvSpPr/>
              <p:nvPr/>
            </p:nvSpPr>
            <p:spPr>
              <a:xfrm>
                <a:off x="3000145" y="50305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1" name="文本框 9910"/>
              <p:cNvSpPr txBox="1"/>
              <p:nvPr/>
            </p:nvSpPr>
            <p:spPr>
              <a:xfrm rot="16200000">
                <a:off x="3057913" y="5052949"/>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y4+ 513.27</a:t>
                </a:r>
              </a:p>
            </p:txBody>
          </p:sp>
          <p:sp>
            <p:nvSpPr>
              <p:cNvPr id="9912" name="任意多边形: 形状 3284"/>
              <p:cNvSpPr/>
              <p:nvPr/>
            </p:nvSpPr>
            <p:spPr>
              <a:xfrm>
                <a:off x="3272721" y="5491806"/>
                <a:ext cx="13112" cy="81772"/>
              </a:xfrm>
              <a:custGeom>
                <a:avLst/>
                <a:gdLst>
                  <a:gd name="connsiteX0" fmla="*/ 0 w 13112"/>
                  <a:gd name="connsiteY0" fmla="*/ 81773 h 81772"/>
                  <a:gd name="connsiteX1" fmla="*/ 0 w 13112"/>
                  <a:gd name="connsiteY1" fmla="*/ 0 h 81772"/>
                </a:gdLst>
                <a:ahLst/>
                <a:cxnLst>
                  <a:cxn ang="0">
                    <a:pos x="connsiteX0" y="connsiteY0"/>
                  </a:cxn>
                  <a:cxn ang="0">
                    <a:pos x="connsiteX1" y="connsiteY1"/>
                  </a:cxn>
                </a:cxnLst>
                <a:rect l="l" t="t" r="r" b="b"/>
                <a:pathLst>
                  <a:path w="13112" h="81772">
                    <a:moveTo>
                      <a:pt x="0" y="81773"/>
                    </a:moveTo>
                    <a:lnTo>
                      <a:pt x="0" y="0"/>
                    </a:lnTo>
                  </a:path>
                </a:pathLst>
              </a:custGeom>
              <a:noFill/>
              <a:ln w="2088" cap="rnd">
                <a:solidFill>
                  <a:srgbClr val="FF0000"/>
                </a:solidFill>
                <a:prstDash val="solid"/>
                <a:round/>
              </a:ln>
            </p:spPr>
            <p:txBody>
              <a:bodyPr rtlCol="0" anchor="ctr"/>
              <a:lstStyle/>
              <a:p>
                <a:endParaRPr lang="zh-CN" altLang="en-US"/>
              </a:p>
            </p:txBody>
          </p:sp>
          <p:sp>
            <p:nvSpPr>
              <p:cNvPr id="9913" name="任意多边形: 形状 3285"/>
              <p:cNvSpPr/>
              <p:nvPr/>
            </p:nvSpPr>
            <p:spPr>
              <a:xfrm>
                <a:off x="3272721" y="5491806"/>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4" name="文本框 9913"/>
              <p:cNvSpPr txBox="1"/>
              <p:nvPr/>
            </p:nvSpPr>
            <p:spPr>
              <a:xfrm rot="16200000">
                <a:off x="3124742" y="5188226"/>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b5+ 520.28</a:t>
                </a:r>
              </a:p>
            </p:txBody>
          </p:sp>
          <p:sp>
            <p:nvSpPr>
              <p:cNvPr id="9915" name="任意多边形: 形状 3287"/>
              <p:cNvSpPr/>
              <p:nvPr/>
            </p:nvSpPr>
            <p:spPr>
              <a:xfrm>
                <a:off x="3291591" y="5254874"/>
                <a:ext cx="13112" cy="318705"/>
              </a:xfrm>
              <a:custGeom>
                <a:avLst/>
                <a:gdLst>
                  <a:gd name="connsiteX0" fmla="*/ 0 w 13112"/>
                  <a:gd name="connsiteY0" fmla="*/ 318705 h 318705"/>
                  <a:gd name="connsiteX1" fmla="*/ 0 w 13112"/>
                  <a:gd name="connsiteY1" fmla="*/ 0 h 318705"/>
                </a:gdLst>
                <a:ahLst/>
                <a:cxnLst>
                  <a:cxn ang="0">
                    <a:pos x="connsiteX0" y="connsiteY0"/>
                  </a:cxn>
                  <a:cxn ang="0">
                    <a:pos x="connsiteX1" y="connsiteY1"/>
                  </a:cxn>
                </a:cxnLst>
                <a:rect l="l" t="t" r="r" b="b"/>
                <a:pathLst>
                  <a:path w="13112" h="318705">
                    <a:moveTo>
                      <a:pt x="0" y="318705"/>
                    </a:moveTo>
                    <a:lnTo>
                      <a:pt x="0" y="0"/>
                    </a:lnTo>
                  </a:path>
                </a:pathLst>
              </a:custGeom>
              <a:noFill/>
              <a:ln w="2088" cap="rnd">
                <a:solidFill>
                  <a:srgbClr val="0000FF"/>
                </a:solidFill>
                <a:prstDash val="solid"/>
                <a:round/>
              </a:ln>
            </p:spPr>
            <p:txBody>
              <a:bodyPr rtlCol="0" anchor="ctr"/>
              <a:lstStyle/>
              <a:p>
                <a:endParaRPr lang="zh-CN" altLang="en-US"/>
              </a:p>
            </p:txBody>
          </p:sp>
          <p:sp>
            <p:nvSpPr>
              <p:cNvPr id="9916" name="任意多边形: 形状 3288"/>
              <p:cNvSpPr/>
              <p:nvPr/>
            </p:nvSpPr>
            <p:spPr>
              <a:xfrm>
                <a:off x="3291591" y="525487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7" name="文本框 9916"/>
              <p:cNvSpPr txBox="1"/>
              <p:nvPr/>
            </p:nvSpPr>
            <p:spPr>
              <a:xfrm rot="16200000">
                <a:off x="3267594" y="5051960"/>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y5+ 600.31</a:t>
                </a:r>
              </a:p>
            </p:txBody>
          </p:sp>
          <p:sp>
            <p:nvSpPr>
              <p:cNvPr id="9918" name="任意多边形: 形状 3290"/>
              <p:cNvSpPr/>
              <p:nvPr/>
            </p:nvSpPr>
            <p:spPr>
              <a:xfrm>
                <a:off x="3499170"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FF0000"/>
                </a:solidFill>
                <a:prstDash val="solid"/>
                <a:round/>
              </a:ln>
            </p:spPr>
            <p:txBody>
              <a:bodyPr rtlCol="0" anchor="ctr"/>
              <a:lstStyle/>
              <a:p>
                <a:endParaRPr lang="zh-CN" altLang="en-US"/>
              </a:p>
            </p:txBody>
          </p:sp>
          <p:sp>
            <p:nvSpPr>
              <p:cNvPr id="9919" name="任意多边形: 形状 3291"/>
              <p:cNvSpPr/>
              <p:nvPr/>
            </p:nvSpPr>
            <p:spPr>
              <a:xfrm>
                <a:off x="3499170" y="551486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0" name="文本框 9919"/>
              <p:cNvSpPr txBox="1"/>
              <p:nvPr/>
            </p:nvSpPr>
            <p:spPr>
              <a:xfrm rot="16200000">
                <a:off x="3426201" y="5051112"/>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y6+ 657.33</a:t>
                </a:r>
              </a:p>
            </p:txBody>
          </p:sp>
          <p:sp>
            <p:nvSpPr>
              <p:cNvPr id="9921" name="任意多边形: 形状 3293"/>
              <p:cNvSpPr/>
              <p:nvPr/>
            </p:nvSpPr>
            <p:spPr>
              <a:xfrm>
                <a:off x="3645942"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FF0000"/>
                </a:solidFill>
                <a:prstDash val="solid"/>
                <a:round/>
              </a:ln>
            </p:spPr>
            <p:txBody>
              <a:bodyPr rtlCol="0" anchor="ctr"/>
              <a:lstStyle/>
              <a:p>
                <a:endParaRPr lang="zh-CN" altLang="en-US"/>
              </a:p>
            </p:txBody>
          </p:sp>
          <p:sp>
            <p:nvSpPr>
              <p:cNvPr id="9922" name="任意多边形: 形状 3294"/>
              <p:cNvSpPr/>
              <p:nvPr/>
            </p:nvSpPr>
            <p:spPr>
              <a:xfrm>
                <a:off x="3645942" y="5498096"/>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3" name="文本框 9922"/>
              <p:cNvSpPr txBox="1"/>
              <p:nvPr/>
            </p:nvSpPr>
            <p:spPr>
              <a:xfrm rot="16200000">
                <a:off x="3494123" y="5201481"/>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b6+ 667.34</a:t>
                </a:r>
              </a:p>
            </p:txBody>
          </p:sp>
          <p:sp>
            <p:nvSpPr>
              <p:cNvPr id="9924" name="任意多边形: 形状 3296"/>
              <p:cNvSpPr/>
              <p:nvPr/>
            </p:nvSpPr>
            <p:spPr>
              <a:xfrm>
                <a:off x="3671102" y="5288422"/>
                <a:ext cx="13112" cy="285156"/>
              </a:xfrm>
              <a:custGeom>
                <a:avLst/>
                <a:gdLst>
                  <a:gd name="connsiteX0" fmla="*/ 0 w 13112"/>
                  <a:gd name="connsiteY0" fmla="*/ 285157 h 285156"/>
                  <a:gd name="connsiteX1" fmla="*/ 0 w 13112"/>
                  <a:gd name="connsiteY1" fmla="*/ 0 h 285156"/>
                </a:gdLst>
                <a:ahLst/>
                <a:cxnLst>
                  <a:cxn ang="0">
                    <a:pos x="connsiteX0" y="connsiteY0"/>
                  </a:cxn>
                  <a:cxn ang="0">
                    <a:pos x="connsiteX1" y="connsiteY1"/>
                  </a:cxn>
                </a:cxnLst>
                <a:rect l="l" t="t" r="r" b="b"/>
                <a:pathLst>
                  <a:path w="13112" h="285156">
                    <a:moveTo>
                      <a:pt x="0" y="285157"/>
                    </a:moveTo>
                    <a:lnTo>
                      <a:pt x="0" y="0"/>
                    </a:lnTo>
                  </a:path>
                </a:pathLst>
              </a:custGeom>
              <a:noFill/>
              <a:ln w="2088" cap="rnd">
                <a:solidFill>
                  <a:srgbClr val="0000FF"/>
                </a:solidFill>
                <a:prstDash val="solid"/>
                <a:round/>
              </a:ln>
            </p:spPr>
            <p:txBody>
              <a:bodyPr rtlCol="0" anchor="ctr"/>
              <a:lstStyle/>
              <a:p>
                <a:endParaRPr lang="zh-CN" altLang="en-US"/>
              </a:p>
            </p:txBody>
          </p:sp>
          <p:sp>
            <p:nvSpPr>
              <p:cNvPr id="9925" name="任意多边形: 形状 3297"/>
              <p:cNvSpPr/>
              <p:nvPr/>
            </p:nvSpPr>
            <p:spPr>
              <a:xfrm>
                <a:off x="3671102" y="52884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6" name="文本框 9925"/>
              <p:cNvSpPr txBox="1"/>
              <p:nvPr/>
            </p:nvSpPr>
            <p:spPr>
              <a:xfrm rot="16200000">
                <a:off x="3687792" y="5200397"/>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b7+ 754.38</a:t>
                </a:r>
              </a:p>
            </p:txBody>
          </p:sp>
          <p:sp>
            <p:nvSpPr>
              <p:cNvPr id="9927" name="任意多边形: 形状 3299"/>
              <p:cNvSpPr/>
              <p:nvPr/>
            </p:nvSpPr>
            <p:spPr>
              <a:xfrm>
                <a:off x="3895456"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FF"/>
                </a:solidFill>
                <a:prstDash val="solid"/>
                <a:round/>
              </a:ln>
            </p:spPr>
            <p:txBody>
              <a:bodyPr rtlCol="0" anchor="ctr"/>
              <a:lstStyle/>
              <a:p>
                <a:endParaRPr lang="zh-CN" altLang="en-US"/>
              </a:p>
            </p:txBody>
          </p:sp>
          <p:sp>
            <p:nvSpPr>
              <p:cNvPr id="9928" name="任意多边形: 形状 3300"/>
              <p:cNvSpPr/>
              <p:nvPr/>
            </p:nvSpPr>
            <p:spPr>
              <a:xfrm>
                <a:off x="3895456" y="54310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9" name="文本框 9928"/>
              <p:cNvSpPr txBox="1"/>
              <p:nvPr/>
            </p:nvSpPr>
            <p:spPr>
              <a:xfrm rot="16200000">
                <a:off x="3842482" y="5093846"/>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y7+ 820.39</a:t>
                </a:r>
              </a:p>
            </p:txBody>
          </p:sp>
          <p:sp>
            <p:nvSpPr>
              <p:cNvPr id="9930" name="任意多边形: 形状 3302"/>
              <p:cNvSpPr/>
              <p:nvPr/>
            </p:nvSpPr>
            <p:spPr>
              <a:xfrm>
                <a:off x="4065290" y="5483420"/>
                <a:ext cx="13112" cy="90159"/>
              </a:xfrm>
              <a:custGeom>
                <a:avLst/>
                <a:gdLst>
                  <a:gd name="connsiteX0" fmla="*/ 0 w 13112"/>
                  <a:gd name="connsiteY0" fmla="*/ 90160 h 90159"/>
                  <a:gd name="connsiteX1" fmla="*/ 0 w 13112"/>
                  <a:gd name="connsiteY1" fmla="*/ 0 h 90159"/>
                </a:gdLst>
                <a:ahLst/>
                <a:cxnLst>
                  <a:cxn ang="0">
                    <a:pos x="connsiteX0" y="connsiteY0"/>
                  </a:cxn>
                  <a:cxn ang="0">
                    <a:pos x="connsiteX1" y="connsiteY1"/>
                  </a:cxn>
                </a:cxnLst>
                <a:rect l="l" t="t" r="r" b="b"/>
                <a:pathLst>
                  <a:path w="13112" h="90159">
                    <a:moveTo>
                      <a:pt x="0" y="90160"/>
                    </a:moveTo>
                    <a:lnTo>
                      <a:pt x="0" y="0"/>
                    </a:lnTo>
                  </a:path>
                </a:pathLst>
              </a:custGeom>
              <a:noFill/>
              <a:ln w="2088" cap="rnd">
                <a:solidFill>
                  <a:srgbClr val="FF0000"/>
                </a:solidFill>
                <a:prstDash val="solid"/>
                <a:round/>
              </a:ln>
            </p:spPr>
            <p:txBody>
              <a:bodyPr rtlCol="0" anchor="ctr"/>
              <a:lstStyle/>
              <a:p>
                <a:endParaRPr lang="zh-CN" altLang="en-US"/>
              </a:p>
            </p:txBody>
          </p:sp>
          <p:sp>
            <p:nvSpPr>
              <p:cNvPr id="9931" name="任意多边形: 形状 3303"/>
              <p:cNvSpPr/>
              <p:nvPr/>
            </p:nvSpPr>
            <p:spPr>
              <a:xfrm>
                <a:off x="4065290" y="548341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32" name="文本框 9931"/>
              <p:cNvSpPr txBox="1"/>
              <p:nvPr/>
            </p:nvSpPr>
            <p:spPr>
              <a:xfrm rot="16200000">
                <a:off x="4147713" y="5189045"/>
                <a:ext cx="447558"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[M]+ 919.46</a:t>
                </a:r>
              </a:p>
            </p:txBody>
          </p:sp>
          <p:sp>
            <p:nvSpPr>
              <p:cNvPr id="9933" name="任意多边形: 形状 3305"/>
              <p:cNvSpPr/>
              <p:nvPr/>
            </p:nvSpPr>
            <p:spPr>
              <a:xfrm>
                <a:off x="4321091" y="5244390"/>
                <a:ext cx="13112" cy="329188"/>
              </a:xfrm>
              <a:custGeom>
                <a:avLst/>
                <a:gdLst>
                  <a:gd name="connsiteX0" fmla="*/ 0 w 13112"/>
                  <a:gd name="connsiteY0" fmla="*/ 329189 h 329188"/>
                  <a:gd name="connsiteX1" fmla="*/ 0 w 13112"/>
                  <a:gd name="connsiteY1" fmla="*/ 0 h 329188"/>
                </a:gdLst>
                <a:ahLst/>
                <a:cxnLst>
                  <a:cxn ang="0">
                    <a:pos x="connsiteX0" y="connsiteY0"/>
                  </a:cxn>
                  <a:cxn ang="0">
                    <a:pos x="connsiteX1" y="connsiteY1"/>
                  </a:cxn>
                </a:cxnLst>
                <a:rect l="l" t="t" r="r" b="b"/>
                <a:pathLst>
                  <a:path w="13112" h="329188">
                    <a:moveTo>
                      <a:pt x="0" y="329189"/>
                    </a:moveTo>
                    <a:lnTo>
                      <a:pt x="0" y="0"/>
                    </a:lnTo>
                  </a:path>
                </a:pathLst>
              </a:custGeom>
              <a:noFill/>
              <a:ln w="2088" cap="rnd">
                <a:solidFill>
                  <a:srgbClr val="808080"/>
                </a:solidFill>
                <a:prstDash val="solid"/>
                <a:round/>
              </a:ln>
            </p:spPr>
            <p:txBody>
              <a:bodyPr rtlCol="0" anchor="ctr"/>
              <a:lstStyle/>
              <a:p>
                <a:endParaRPr lang="zh-CN" altLang="en-US"/>
              </a:p>
            </p:txBody>
          </p:sp>
          <p:sp>
            <p:nvSpPr>
              <p:cNvPr id="9934" name="任意多边形: 形状 3306"/>
              <p:cNvSpPr/>
              <p:nvPr/>
            </p:nvSpPr>
            <p:spPr>
              <a:xfrm>
                <a:off x="4321091" y="524439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35" name="任意多边形: 形状 3308"/>
              <p:cNvSpPr/>
              <p:nvPr/>
            </p:nvSpPr>
            <p:spPr>
              <a:xfrm>
                <a:off x="4174321"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36" name="任意多边形: 形状 3309"/>
              <p:cNvSpPr/>
              <p:nvPr/>
            </p:nvSpPr>
            <p:spPr>
              <a:xfrm>
                <a:off x="4157551" y="4986490"/>
                <a:ext cx="16771" cy="16774"/>
              </a:xfrm>
              <a:custGeom>
                <a:avLst/>
                <a:gdLst>
                  <a:gd name="connsiteX0" fmla="*/ 16771 w 16771"/>
                  <a:gd name="connsiteY0" fmla="*/ 0 h 16774"/>
                  <a:gd name="connsiteX1" fmla="*/ 0 w 16771"/>
                  <a:gd name="connsiteY1" fmla="*/ 16775 h 16774"/>
                </a:gdLst>
                <a:ahLst/>
                <a:cxnLst>
                  <a:cxn ang="0">
                    <a:pos x="connsiteX0" y="connsiteY0"/>
                  </a:cxn>
                  <a:cxn ang="0">
                    <a:pos x="connsiteX1" y="connsiteY1"/>
                  </a:cxn>
                </a:cxnLst>
                <a:rect l="l" t="t" r="r" b="b"/>
                <a:pathLst>
                  <a:path w="16771"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grpSp>
            <p:nvGrpSpPr>
              <p:cNvPr id="9937" name="图形 1961"/>
              <p:cNvGrpSpPr/>
              <p:nvPr/>
            </p:nvGrpSpPr>
            <p:grpSpPr>
              <a:xfrm>
                <a:off x="4066110" y="4883385"/>
                <a:ext cx="250396" cy="220613"/>
                <a:chOff x="4066110" y="4986896"/>
                <a:chExt cx="250396" cy="220613"/>
              </a:xfrm>
              <a:solidFill>
                <a:srgbClr val="000000"/>
              </a:solidFill>
            </p:grpSpPr>
            <p:sp>
              <p:nvSpPr>
                <p:cNvPr id="9938" name="文本框 9937"/>
                <p:cNvSpPr txBox="1"/>
                <p:nvPr/>
              </p:nvSpPr>
              <p:spPr>
                <a:xfrm>
                  <a:off x="4066110" y="5053621"/>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7</a:t>
                  </a:r>
                </a:p>
              </p:txBody>
            </p:sp>
            <p:sp>
              <p:nvSpPr>
                <p:cNvPr id="9939" name="文本框 9938"/>
                <p:cNvSpPr txBox="1"/>
                <p:nvPr/>
              </p:nvSpPr>
              <p:spPr>
                <a:xfrm>
                  <a:off x="4093368" y="4986896"/>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grpSp>
          <p:sp>
            <p:nvSpPr>
              <p:cNvPr id="9940" name="任意多边形: 形状 3313"/>
              <p:cNvSpPr/>
              <p:nvPr/>
            </p:nvSpPr>
            <p:spPr>
              <a:xfrm>
                <a:off x="4105126"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41" name="任意多边形: 形状 3314"/>
              <p:cNvSpPr/>
              <p:nvPr/>
            </p:nvSpPr>
            <p:spPr>
              <a:xfrm>
                <a:off x="4088355"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42" name="文本框 9941"/>
              <p:cNvSpPr txBox="1"/>
              <p:nvPr/>
            </p:nvSpPr>
            <p:spPr>
              <a:xfrm>
                <a:off x="3996915"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6</a:t>
                </a:r>
              </a:p>
            </p:txBody>
          </p:sp>
          <p:sp>
            <p:nvSpPr>
              <p:cNvPr id="9943" name="任意多边形: 形状 3316"/>
              <p:cNvSpPr/>
              <p:nvPr/>
            </p:nvSpPr>
            <p:spPr>
              <a:xfrm>
                <a:off x="4105126"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44" name="文本框 9943"/>
              <p:cNvSpPr txBox="1"/>
              <p:nvPr/>
            </p:nvSpPr>
            <p:spPr>
              <a:xfrm>
                <a:off x="4030457"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2</a:t>
                </a:r>
              </a:p>
            </p:txBody>
          </p:sp>
          <p:sp>
            <p:nvSpPr>
              <p:cNvPr id="9945" name="文本框 9944"/>
              <p:cNvSpPr txBox="1"/>
              <p:nvPr/>
            </p:nvSpPr>
            <p:spPr>
              <a:xfrm>
                <a:off x="4024167" y="4883385"/>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S</a:t>
                </a:r>
              </a:p>
            </p:txBody>
          </p:sp>
          <p:sp>
            <p:nvSpPr>
              <p:cNvPr id="9946" name="任意多边形: 形状 3319"/>
              <p:cNvSpPr/>
              <p:nvPr/>
            </p:nvSpPr>
            <p:spPr>
              <a:xfrm>
                <a:off x="4035931"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47" name="任意多边形: 形状 3320"/>
              <p:cNvSpPr/>
              <p:nvPr/>
            </p:nvSpPr>
            <p:spPr>
              <a:xfrm>
                <a:off x="4019160"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48" name="文本框 9947"/>
              <p:cNvSpPr txBox="1"/>
              <p:nvPr/>
            </p:nvSpPr>
            <p:spPr>
              <a:xfrm>
                <a:off x="3927720"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5</a:t>
                </a:r>
              </a:p>
            </p:txBody>
          </p:sp>
          <p:sp>
            <p:nvSpPr>
              <p:cNvPr id="9949" name="任意多边形: 形状 3322"/>
              <p:cNvSpPr/>
              <p:nvPr/>
            </p:nvSpPr>
            <p:spPr>
              <a:xfrm>
                <a:off x="4035931" y="4917298"/>
                <a:ext cx="16784" cy="16774"/>
              </a:xfrm>
              <a:custGeom>
                <a:avLst/>
                <a:gdLst>
                  <a:gd name="connsiteX0" fmla="*/ 0 w 16784"/>
                  <a:gd name="connsiteY0" fmla="*/ 16774 h 16774"/>
                  <a:gd name="connsiteX1" fmla="*/ 16784 w 16784"/>
                  <a:gd name="connsiteY1" fmla="*/ 0 h 16774"/>
                </a:gdLst>
                <a:ahLst/>
                <a:cxnLst>
                  <a:cxn ang="0">
                    <a:pos x="connsiteX0" y="connsiteY0"/>
                  </a:cxn>
                  <a:cxn ang="0">
                    <a:pos x="connsiteX1" y="connsiteY1"/>
                  </a:cxn>
                </a:cxnLst>
                <a:rect l="l" t="t" r="r" b="b"/>
                <a:pathLst>
                  <a:path w="16784" h="16774">
                    <a:moveTo>
                      <a:pt x="0" y="16774"/>
                    </a:moveTo>
                    <a:lnTo>
                      <a:pt x="16784" y="0"/>
                    </a:lnTo>
                  </a:path>
                </a:pathLst>
              </a:custGeom>
              <a:noFill/>
              <a:ln w="2088" cap="rnd">
                <a:solidFill>
                  <a:srgbClr val="000000"/>
                </a:solidFill>
                <a:prstDash val="solid"/>
                <a:round/>
              </a:ln>
            </p:spPr>
            <p:txBody>
              <a:bodyPr rtlCol="0" anchor="ctr"/>
              <a:lstStyle/>
              <a:p>
                <a:endParaRPr lang="zh-CN" altLang="en-US" sz="2800"/>
              </a:p>
            </p:txBody>
          </p:sp>
          <p:sp>
            <p:nvSpPr>
              <p:cNvPr id="9950" name="文本框 9949"/>
              <p:cNvSpPr txBox="1"/>
              <p:nvPr/>
            </p:nvSpPr>
            <p:spPr>
              <a:xfrm>
                <a:off x="3961275"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3</a:t>
                </a:r>
              </a:p>
            </p:txBody>
          </p:sp>
          <p:sp>
            <p:nvSpPr>
              <p:cNvPr id="9951" name="文本框 9950"/>
              <p:cNvSpPr txBox="1"/>
              <p:nvPr/>
            </p:nvSpPr>
            <p:spPr>
              <a:xfrm>
                <a:off x="3954985" y="4883385"/>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sp>
            <p:nvSpPr>
              <p:cNvPr id="9952" name="任意多边形: 形状 3325"/>
              <p:cNvSpPr/>
              <p:nvPr/>
            </p:nvSpPr>
            <p:spPr>
              <a:xfrm>
                <a:off x="3966749"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53" name="任意多边形: 形状 3326"/>
              <p:cNvSpPr/>
              <p:nvPr/>
            </p:nvSpPr>
            <p:spPr>
              <a:xfrm>
                <a:off x="3949965" y="4986490"/>
                <a:ext cx="16784" cy="16774"/>
              </a:xfrm>
              <a:custGeom>
                <a:avLst/>
                <a:gdLst>
                  <a:gd name="connsiteX0" fmla="*/ 16784 w 16784"/>
                  <a:gd name="connsiteY0" fmla="*/ 0 h 16774"/>
                  <a:gd name="connsiteX1" fmla="*/ 0 w 16784"/>
                  <a:gd name="connsiteY1" fmla="*/ 16775 h 16774"/>
                </a:gdLst>
                <a:ahLst/>
                <a:cxnLst>
                  <a:cxn ang="0">
                    <a:pos x="connsiteX0" y="connsiteY0"/>
                  </a:cxn>
                  <a:cxn ang="0">
                    <a:pos x="connsiteX1" y="connsiteY1"/>
                  </a:cxn>
                </a:cxnLst>
                <a:rect l="l" t="t" r="r" b="b"/>
                <a:pathLst>
                  <a:path w="16784" h="16774">
                    <a:moveTo>
                      <a:pt x="16784"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54" name="文本框 9953"/>
              <p:cNvSpPr txBox="1"/>
              <p:nvPr/>
            </p:nvSpPr>
            <p:spPr>
              <a:xfrm>
                <a:off x="3858525"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4</a:t>
                </a:r>
              </a:p>
            </p:txBody>
          </p:sp>
          <p:sp>
            <p:nvSpPr>
              <p:cNvPr id="9955" name="任意多边形: 形状 3328"/>
              <p:cNvSpPr/>
              <p:nvPr/>
            </p:nvSpPr>
            <p:spPr>
              <a:xfrm>
                <a:off x="3966749"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56" name="文本框 9955"/>
              <p:cNvSpPr txBox="1"/>
              <p:nvPr/>
            </p:nvSpPr>
            <p:spPr>
              <a:xfrm>
                <a:off x="3892080"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4</a:t>
                </a:r>
              </a:p>
            </p:txBody>
          </p:sp>
          <p:sp>
            <p:nvSpPr>
              <p:cNvPr id="9957" name="文本框 9956"/>
              <p:cNvSpPr txBox="1"/>
              <p:nvPr/>
            </p:nvSpPr>
            <p:spPr>
              <a:xfrm>
                <a:off x="3885791" y="4883385"/>
                <a:ext cx="202299"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I</a:t>
                </a:r>
              </a:p>
            </p:txBody>
          </p:sp>
          <p:sp>
            <p:nvSpPr>
              <p:cNvPr id="9958" name="任意多边形: 形状 3331"/>
              <p:cNvSpPr/>
              <p:nvPr/>
            </p:nvSpPr>
            <p:spPr>
              <a:xfrm>
                <a:off x="3897554"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59" name="任意多边形: 形状 3332"/>
              <p:cNvSpPr/>
              <p:nvPr/>
            </p:nvSpPr>
            <p:spPr>
              <a:xfrm>
                <a:off x="3880783"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60" name="文本框 9959"/>
              <p:cNvSpPr txBox="1"/>
              <p:nvPr/>
            </p:nvSpPr>
            <p:spPr>
              <a:xfrm>
                <a:off x="3789343"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3</a:t>
                </a:r>
              </a:p>
            </p:txBody>
          </p:sp>
          <p:sp>
            <p:nvSpPr>
              <p:cNvPr id="9961" name="任意多边形: 形状 3334"/>
              <p:cNvSpPr/>
              <p:nvPr/>
            </p:nvSpPr>
            <p:spPr>
              <a:xfrm>
                <a:off x="3897554"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62" name="文本框 9961"/>
              <p:cNvSpPr txBox="1"/>
              <p:nvPr/>
            </p:nvSpPr>
            <p:spPr>
              <a:xfrm>
                <a:off x="3822885"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5</a:t>
                </a:r>
              </a:p>
            </p:txBody>
          </p:sp>
          <p:sp>
            <p:nvSpPr>
              <p:cNvPr id="9963" name="文本框 9962"/>
              <p:cNvSpPr txBox="1"/>
              <p:nvPr/>
            </p:nvSpPr>
            <p:spPr>
              <a:xfrm>
                <a:off x="3816595" y="4883385"/>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S</a:t>
                </a:r>
              </a:p>
            </p:txBody>
          </p:sp>
          <p:sp>
            <p:nvSpPr>
              <p:cNvPr id="9964" name="任意多边形: 形状 3337"/>
              <p:cNvSpPr/>
              <p:nvPr/>
            </p:nvSpPr>
            <p:spPr>
              <a:xfrm>
                <a:off x="3828359"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65" name="任意多边形: 形状 3338"/>
              <p:cNvSpPr/>
              <p:nvPr/>
            </p:nvSpPr>
            <p:spPr>
              <a:xfrm>
                <a:off x="3811588"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66" name="文本框 9965"/>
              <p:cNvSpPr txBox="1"/>
              <p:nvPr/>
            </p:nvSpPr>
            <p:spPr>
              <a:xfrm>
                <a:off x="3720148"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2</a:t>
                </a:r>
              </a:p>
            </p:txBody>
          </p:sp>
          <p:sp>
            <p:nvSpPr>
              <p:cNvPr id="9967" name="任意多边形: 形状 3340"/>
              <p:cNvSpPr/>
              <p:nvPr/>
            </p:nvSpPr>
            <p:spPr>
              <a:xfrm>
                <a:off x="3828359"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68" name="文本框 9967"/>
              <p:cNvSpPr txBox="1"/>
              <p:nvPr/>
            </p:nvSpPr>
            <p:spPr>
              <a:xfrm>
                <a:off x="3753690"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6</a:t>
                </a:r>
              </a:p>
            </p:txBody>
          </p:sp>
          <p:sp>
            <p:nvSpPr>
              <p:cNvPr id="9969" name="文本框 9968"/>
              <p:cNvSpPr txBox="1"/>
              <p:nvPr/>
            </p:nvSpPr>
            <p:spPr>
              <a:xfrm>
                <a:off x="3747400" y="4883385"/>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970" name="任意多边形: 形状 3343"/>
              <p:cNvSpPr/>
              <p:nvPr/>
            </p:nvSpPr>
            <p:spPr>
              <a:xfrm>
                <a:off x="3759164"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71" name="任意多边形: 形状 3344"/>
              <p:cNvSpPr/>
              <p:nvPr/>
            </p:nvSpPr>
            <p:spPr>
              <a:xfrm>
                <a:off x="3759164"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grpSp>
            <p:nvGrpSpPr>
              <p:cNvPr id="9972" name="图形 1961"/>
              <p:cNvGrpSpPr/>
              <p:nvPr/>
            </p:nvGrpSpPr>
            <p:grpSpPr>
              <a:xfrm>
                <a:off x="3518853" y="4828499"/>
                <a:ext cx="400002" cy="224163"/>
                <a:chOff x="3518853" y="4932010"/>
                <a:chExt cx="400002" cy="224163"/>
              </a:xfrm>
              <a:solidFill>
                <a:srgbClr val="000000"/>
              </a:solidFill>
            </p:grpSpPr>
            <p:sp>
              <p:nvSpPr>
                <p:cNvPr id="9973" name="文本框 9972"/>
                <p:cNvSpPr txBox="1"/>
                <p:nvPr/>
              </p:nvSpPr>
              <p:spPr>
                <a:xfrm>
                  <a:off x="3684495" y="4932010"/>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7</a:t>
                  </a:r>
                </a:p>
              </p:txBody>
            </p:sp>
            <p:sp>
              <p:nvSpPr>
                <p:cNvPr id="9974" name="文本框 9973"/>
                <p:cNvSpPr txBox="1"/>
                <p:nvPr/>
              </p:nvSpPr>
              <p:spPr>
                <a:xfrm>
                  <a:off x="3678205" y="4986896"/>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Y</a:t>
                  </a:r>
                </a:p>
              </p:txBody>
            </p:sp>
            <p:sp>
              <p:nvSpPr>
                <p:cNvPr id="9975" name="文本框 9974"/>
                <p:cNvSpPr txBox="1"/>
                <p:nvPr/>
              </p:nvSpPr>
              <p:spPr>
                <a:xfrm>
                  <a:off x="3609012" y="4986896"/>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V</a:t>
                  </a:r>
                </a:p>
              </p:txBody>
            </p:sp>
            <p:sp>
              <p:nvSpPr>
                <p:cNvPr id="9976" name="文本框 9975"/>
                <p:cNvSpPr txBox="1"/>
                <p:nvPr/>
              </p:nvSpPr>
              <p:spPr>
                <a:xfrm>
                  <a:off x="3564981" y="4937945"/>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9977" name="文本框 9976"/>
                <p:cNvSpPr txBox="1"/>
                <p:nvPr/>
              </p:nvSpPr>
              <p:spPr>
                <a:xfrm>
                  <a:off x="3518853" y="4937945"/>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9978" name="文本框 9977"/>
              <p:cNvSpPr txBox="1"/>
              <p:nvPr/>
            </p:nvSpPr>
            <p:spPr>
              <a:xfrm rot="16200000">
                <a:off x="2032381" y="5149758"/>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sp>
            <p:nvSpPr>
              <p:cNvPr id="9979" name="文本框 9978"/>
              <p:cNvSpPr txBox="1"/>
              <p:nvPr/>
            </p:nvSpPr>
            <p:spPr>
              <a:xfrm>
                <a:off x="3493145" y="5624932"/>
                <a:ext cx="431794"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9980" name="文本框 9979"/>
              <p:cNvSpPr txBox="1"/>
              <p:nvPr/>
            </p:nvSpPr>
            <p:spPr>
              <a:xfrm>
                <a:off x="5450020" y="5627805"/>
                <a:ext cx="423730"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9981" name="文本框 9980"/>
              <p:cNvSpPr txBox="1"/>
              <p:nvPr/>
            </p:nvSpPr>
            <p:spPr>
              <a:xfrm rot="16200000">
                <a:off x="4079818" y="5168695"/>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grpSp>
        <p:sp>
          <p:nvSpPr>
            <p:cNvPr id="8375" name="文本框 8374"/>
            <p:cNvSpPr txBox="1"/>
            <p:nvPr/>
          </p:nvSpPr>
          <p:spPr>
            <a:xfrm>
              <a:off x="2613933" y="1794652"/>
              <a:ext cx="418664" cy="300082"/>
            </a:xfrm>
            <a:prstGeom prst="rect">
              <a:avLst/>
            </a:prstGeom>
            <a:noFill/>
          </p:spPr>
          <p:txBody>
            <a:bodyPr wrap="square" lIns="0" tIns="0" rIns="0" bIns="0" rtlCol="0">
              <a:spAutoFit/>
            </a:bodyPr>
            <a:lstStyle/>
            <a:p>
              <a:r>
                <a:rPr lang="en-US" altLang="zh-CN" sz="650" dirty="0">
                  <a:latin typeface="Arial" panose="020B0604020202090204" pitchFamily="34" charset="0"/>
                  <a:cs typeface="Arial" panose="020B0604020202090204" pitchFamily="34" charset="0"/>
                </a:rPr>
                <a:t>MHC-I IP and LC-MS/MS</a:t>
              </a:r>
              <a:endParaRPr lang="zh-CN" altLang="en-US" sz="650" dirty="0">
                <a:latin typeface="Arial" panose="020B0604020202090204" pitchFamily="34" charset="0"/>
                <a:cs typeface="Arial" panose="020B0604020202090204" pitchFamily="34" charset="0"/>
              </a:endParaRPr>
            </a:p>
          </p:txBody>
        </p:sp>
        <p:sp>
          <p:nvSpPr>
            <p:cNvPr id="211" name="文本框 210"/>
            <p:cNvSpPr txBox="1"/>
            <p:nvPr/>
          </p:nvSpPr>
          <p:spPr>
            <a:xfrm>
              <a:off x="1040954" y="2875712"/>
              <a:ext cx="472918"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Identified </a:t>
              </a:r>
            </a:p>
            <a:p>
              <a:pPr algn="ctr"/>
              <a:r>
                <a:rPr lang="en-US" altLang="zh-CN" sz="650" dirty="0">
                  <a:latin typeface="Arial" panose="020B0604020202090204" pitchFamily="34" charset="0"/>
                  <a:cs typeface="Arial" panose="020B0604020202090204" pitchFamily="34" charset="0"/>
                </a:rPr>
                <a:t>peptides</a:t>
              </a:r>
              <a:endParaRPr lang="zh-CN" altLang="en-US" sz="650" dirty="0">
                <a:latin typeface="Arial" panose="020B0604020202090204" pitchFamily="34" charset="0"/>
                <a:cs typeface="Arial" panose="020B0604020202090204" pitchFamily="34" charset="0"/>
              </a:endParaRPr>
            </a:p>
          </p:txBody>
        </p:sp>
        <p:pic>
          <p:nvPicPr>
            <p:cNvPr id="212" name="Picture 543" descr="已生成图片"/>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3198" t="16113" r="2146" b="16842"/>
            <a:stretch>
              <a:fillRect/>
            </a:stretch>
          </p:blipFill>
          <p:spPr bwMode="auto">
            <a:xfrm>
              <a:off x="1389213" y="2898572"/>
              <a:ext cx="758502" cy="522602"/>
            </a:xfrm>
            <a:prstGeom prst="rect">
              <a:avLst/>
            </a:prstGeom>
            <a:noFill/>
            <a:extLst>
              <a:ext uri="{909E8E84-426E-40DD-AFC4-6F175D3DCCD1}">
                <a14:hiddenFill xmlns:a14="http://schemas.microsoft.com/office/drawing/2010/main">
                  <a:solidFill>
                    <a:srgbClr val="FFFFFF"/>
                  </a:solidFill>
                </a14:hiddenFill>
              </a:ext>
            </a:extLst>
          </p:spPr>
        </p:pic>
        <p:sp>
          <p:nvSpPr>
            <p:cNvPr id="213" name="文本框 212"/>
            <p:cNvSpPr txBox="1"/>
            <p:nvPr/>
          </p:nvSpPr>
          <p:spPr>
            <a:xfrm>
              <a:off x="752430" y="3256018"/>
              <a:ext cx="628854"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Computational </a:t>
              </a:r>
            </a:p>
            <a:p>
              <a:pPr algn="ctr"/>
              <a:r>
                <a:rPr lang="en-US" altLang="zh-CN" sz="650" dirty="0">
                  <a:latin typeface="Arial" panose="020B0604020202090204" pitchFamily="34" charset="0"/>
                  <a:cs typeface="Arial" panose="020B0604020202090204" pitchFamily="34" charset="0"/>
                </a:rPr>
                <a:t>characterization</a:t>
              </a:r>
              <a:endParaRPr lang="zh-CN" altLang="en-US" sz="650" dirty="0">
                <a:latin typeface="Arial" panose="020B0604020202090204" pitchFamily="34" charset="0"/>
                <a:cs typeface="Arial" panose="020B0604020202090204" pitchFamily="34" charset="0"/>
              </a:endParaRPr>
            </a:p>
          </p:txBody>
        </p:sp>
        <p:pic>
          <p:nvPicPr>
            <p:cNvPr id="214" name="图片 213"/>
            <p:cNvPicPr>
              <a:picLocks noChangeAspect="1"/>
            </p:cNvPicPr>
            <p:nvPr/>
          </p:nvPicPr>
          <p:blipFill>
            <a:blip r:embed="rId11"/>
            <a:stretch>
              <a:fillRect/>
            </a:stretch>
          </p:blipFill>
          <p:spPr>
            <a:xfrm>
              <a:off x="892499" y="1267125"/>
              <a:ext cx="991866" cy="842607"/>
            </a:xfrm>
            <a:prstGeom prst="rect">
              <a:avLst/>
            </a:prstGeom>
          </p:spPr>
        </p:pic>
        <p:sp>
          <p:nvSpPr>
            <p:cNvPr id="215" name="save-floppy-disc-interface-symbol_37181"/>
            <p:cNvSpPr/>
            <p:nvPr/>
          </p:nvSpPr>
          <p:spPr>
            <a:xfrm>
              <a:off x="447614" y="1710668"/>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650" dirty="0" err="1">
                  <a:solidFill>
                    <a:schemeClr val="tx1"/>
                  </a:solidFill>
                  <a:latin typeface="Arial" panose="020B0604020202090204" pitchFamily="34" charset="0"/>
                  <a:cs typeface="Arial" panose="020B0604020202090204" pitchFamily="34" charset="0"/>
                </a:rPr>
                <a:t>nuORFdb</a:t>
              </a:r>
              <a:endParaRPr lang="en-US" sz="650" dirty="0">
                <a:solidFill>
                  <a:schemeClr val="tx1"/>
                </a:solidFill>
                <a:latin typeface="Arial" panose="020B0604020202090204" pitchFamily="34" charset="0"/>
                <a:cs typeface="Arial" panose="020B0604020202090204" pitchFamily="34" charset="0"/>
              </a:endParaRPr>
            </a:p>
          </p:txBody>
        </p:sp>
        <p:sp>
          <p:nvSpPr>
            <p:cNvPr id="216" name="save-floppy-disc-interface-symbol_37181"/>
            <p:cNvSpPr/>
            <p:nvPr/>
          </p:nvSpPr>
          <p:spPr>
            <a:xfrm>
              <a:off x="437355" y="1267125"/>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650" dirty="0">
                  <a:solidFill>
                    <a:schemeClr val="tx1"/>
                  </a:solidFill>
                  <a:latin typeface="Arial" panose="020B0604020202090204" pitchFamily="34" charset="0"/>
                  <a:cs typeface="Arial" panose="020B0604020202090204" pitchFamily="34" charset="0"/>
                </a:rPr>
                <a:t>Uniprot</a:t>
              </a:r>
            </a:p>
          </p:txBody>
        </p:sp>
        <p:pic>
          <p:nvPicPr>
            <p:cNvPr id="217" name="图片 216"/>
            <p:cNvPicPr>
              <a:picLocks noChangeAspect="1"/>
            </p:cNvPicPr>
            <p:nvPr/>
          </p:nvPicPr>
          <p:blipFill>
            <a:blip r:embed="rId12"/>
            <a:stretch>
              <a:fillRect/>
            </a:stretch>
          </p:blipFill>
          <p:spPr>
            <a:xfrm>
              <a:off x="892499" y="2103379"/>
              <a:ext cx="828835" cy="493349"/>
            </a:xfrm>
            <a:prstGeom prst="rect">
              <a:avLst/>
            </a:prstGeom>
          </p:spPr>
        </p:pic>
        <p:sp>
          <p:nvSpPr>
            <p:cNvPr id="227" name="save-floppy-disc-interface-symbol_37181"/>
            <p:cNvSpPr/>
            <p:nvPr/>
          </p:nvSpPr>
          <p:spPr>
            <a:xfrm>
              <a:off x="461087" y="2150180"/>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650" dirty="0">
                  <a:solidFill>
                    <a:schemeClr val="tx1"/>
                  </a:solidFill>
                  <a:latin typeface="Arial" panose="020B0604020202090204" pitchFamily="34" charset="0"/>
                  <a:cs typeface="Arial" panose="020B0604020202090204" pitchFamily="34" charset="0"/>
                </a:rPr>
                <a:t>LRDB</a:t>
              </a:r>
              <a:endParaRPr lang="en-US" sz="650" dirty="0">
                <a:solidFill>
                  <a:schemeClr val="tx1"/>
                </a:solidFill>
                <a:latin typeface="Arial" panose="020B0604020202090204" pitchFamily="34" charset="0"/>
                <a:cs typeface="Arial" panose="020B0604020202090204" pitchFamily="34" charset="0"/>
              </a:endParaRPr>
            </a:p>
          </p:txBody>
        </p:sp>
        <p:pic>
          <p:nvPicPr>
            <p:cNvPr id="229" name="Picture 54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0205" y="2702600"/>
              <a:ext cx="733181" cy="475465"/>
            </a:xfrm>
            <a:prstGeom prst="rect">
              <a:avLst/>
            </a:prstGeom>
            <a:noFill/>
            <a:extLst>
              <a:ext uri="{909E8E84-426E-40DD-AFC4-6F175D3DCCD1}">
                <a14:hiddenFill xmlns:a14="http://schemas.microsoft.com/office/drawing/2010/main">
                  <a:solidFill>
                    <a:srgbClr val="FFFFFF"/>
                  </a:solidFill>
                </a14:hiddenFill>
              </a:ext>
            </a:extLst>
          </p:spPr>
        </p:pic>
        <p:sp>
          <p:nvSpPr>
            <p:cNvPr id="230" name="矩形: 圆角 1618"/>
            <p:cNvSpPr/>
            <p:nvPr/>
          </p:nvSpPr>
          <p:spPr>
            <a:xfrm>
              <a:off x="380206" y="969219"/>
              <a:ext cx="1507345" cy="1674175"/>
            </a:xfrm>
            <a:prstGeom prst="roundRect">
              <a:avLst>
                <a:gd name="adj" fmla="val 8555"/>
              </a:avLst>
            </a:prstGeom>
            <a:noFill/>
            <a:ln w="19050">
              <a:solidFill>
                <a:schemeClr val="bg2">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pPr algn="ctr"/>
              <a:r>
                <a:rPr lang="en-US" altLang="zh-CN" sz="800" b="1" dirty="0">
                  <a:solidFill>
                    <a:schemeClr val="tx1"/>
                  </a:solidFill>
                  <a:latin typeface="Arial" panose="020B0604020202090204" pitchFamily="34" charset="0"/>
                  <a:cs typeface="Arial" panose="020B0604020202090204" pitchFamily="34" charset="0"/>
                </a:rPr>
                <a:t>LR sequencing enhanced reference database</a:t>
              </a:r>
              <a:endParaRPr lang="zh-CN" altLang="en-US" sz="800" b="1" dirty="0">
                <a:solidFill>
                  <a:schemeClr val="tx1"/>
                </a:solidFill>
                <a:latin typeface="Arial" panose="020B0604020202090204" pitchFamily="34" charset="0"/>
                <a:cs typeface="Arial" panose="020B0604020202090204" pitchFamily="34" charset="0"/>
              </a:endParaRPr>
            </a:p>
          </p:txBody>
        </p:sp>
        <p:grpSp>
          <p:nvGrpSpPr>
            <p:cNvPr id="233" name="组合 232"/>
            <p:cNvGrpSpPr/>
            <p:nvPr/>
          </p:nvGrpSpPr>
          <p:grpSpPr>
            <a:xfrm>
              <a:off x="2103995" y="2082513"/>
              <a:ext cx="500532" cy="358867"/>
              <a:chOff x="5362574" y="2824163"/>
              <a:chExt cx="766763" cy="565150"/>
            </a:xfrm>
          </p:grpSpPr>
          <p:sp>
            <p:nvSpPr>
              <p:cNvPr id="1022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4" name="组合 233"/>
            <p:cNvGrpSpPr/>
            <p:nvPr/>
          </p:nvGrpSpPr>
          <p:grpSpPr>
            <a:xfrm>
              <a:off x="2203480" y="2179286"/>
              <a:ext cx="500532" cy="358867"/>
              <a:chOff x="5362574" y="2824163"/>
              <a:chExt cx="766763" cy="565150"/>
            </a:xfrm>
          </p:grpSpPr>
          <p:sp>
            <p:nvSpPr>
              <p:cNvPr id="1021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5" name="组合 234"/>
            <p:cNvGrpSpPr/>
            <p:nvPr/>
          </p:nvGrpSpPr>
          <p:grpSpPr>
            <a:xfrm>
              <a:off x="2302965" y="2276059"/>
              <a:ext cx="500532" cy="358867"/>
              <a:chOff x="5362574" y="2824163"/>
              <a:chExt cx="766763" cy="565150"/>
            </a:xfrm>
          </p:grpSpPr>
          <p:sp>
            <p:nvSpPr>
              <p:cNvPr id="1020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6" name="组合 235"/>
            <p:cNvGrpSpPr/>
            <p:nvPr/>
          </p:nvGrpSpPr>
          <p:grpSpPr>
            <a:xfrm>
              <a:off x="2402449" y="2372832"/>
              <a:ext cx="500532" cy="358867"/>
              <a:chOff x="5362574" y="2824163"/>
              <a:chExt cx="766763" cy="565150"/>
            </a:xfrm>
          </p:grpSpPr>
          <p:sp>
            <p:nvSpPr>
              <p:cNvPr id="1019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sp>
          <p:nvSpPr>
            <p:cNvPr id="2159" name="任意多边形: 形状 1855"/>
            <p:cNvSpPr/>
            <p:nvPr/>
          </p:nvSpPr>
          <p:spPr>
            <a:xfrm>
              <a:off x="795728" y="3936780"/>
              <a:ext cx="400795" cy="171836"/>
            </a:xfrm>
            <a:custGeom>
              <a:avLst/>
              <a:gdLst>
                <a:gd name="connsiteX0" fmla="*/ 33254 w 613976"/>
                <a:gd name="connsiteY0" fmla="*/ 192171 h 270610"/>
                <a:gd name="connsiteX1" fmla="*/ 74586 w 613976"/>
                <a:gd name="connsiteY1" fmla="*/ 154235 h 270610"/>
                <a:gd name="connsiteX2" fmla="*/ 79901 w 613976"/>
                <a:gd name="connsiteY2" fmla="*/ 76846 h 270610"/>
                <a:gd name="connsiteX3" fmla="*/ 66784 w 613976"/>
                <a:gd name="connsiteY3" fmla="*/ 37252 h 270610"/>
                <a:gd name="connsiteX4" fmla="*/ 102740 w 613976"/>
                <a:gd name="connsiteY4" fmla="*/ 407 h 270610"/>
                <a:gd name="connsiteX5" fmla="*/ 270068 w 613976"/>
                <a:gd name="connsiteY5" fmla="*/ 246 h 270610"/>
                <a:gd name="connsiteX6" fmla="*/ 473999 w 613976"/>
                <a:gd name="connsiteY6" fmla="*/ 3 h 270610"/>
                <a:gd name="connsiteX7" fmla="*/ 517311 w 613976"/>
                <a:gd name="connsiteY7" fmla="*/ 13363 h 270610"/>
                <a:gd name="connsiteX8" fmla="*/ 591587 w 613976"/>
                <a:gd name="connsiteY8" fmla="*/ 93925 h 270610"/>
                <a:gd name="connsiteX9" fmla="*/ 608565 w 613976"/>
                <a:gd name="connsiteY9" fmla="*/ 165674 h 270610"/>
                <a:gd name="connsiteX10" fmla="*/ 608605 w 613976"/>
                <a:gd name="connsiteY10" fmla="*/ 191929 h 270610"/>
                <a:gd name="connsiteX11" fmla="*/ 608929 w 613976"/>
                <a:gd name="connsiteY11" fmla="*/ 201529 h 270610"/>
                <a:gd name="connsiteX12" fmla="*/ 613961 w 613976"/>
                <a:gd name="connsiteY12" fmla="*/ 263355 h 270610"/>
                <a:gd name="connsiteX13" fmla="*/ 612263 w 613976"/>
                <a:gd name="connsiteY13" fmla="*/ 268044 h 270610"/>
                <a:gd name="connsiteX14" fmla="*/ 579723 w 613976"/>
                <a:gd name="connsiteY14" fmla="*/ 270611 h 270610"/>
                <a:gd name="connsiteX15" fmla="*/ 575196 w 613976"/>
                <a:gd name="connsiteY15" fmla="*/ 261172 h 270610"/>
                <a:gd name="connsiteX16" fmla="*/ 550195 w 613976"/>
                <a:gd name="connsiteY16" fmla="*/ 238010 h 270610"/>
                <a:gd name="connsiteX17" fmla="*/ 524385 w 613976"/>
                <a:gd name="connsiteY17" fmla="*/ 261839 h 270610"/>
                <a:gd name="connsiteX18" fmla="*/ 521071 w 613976"/>
                <a:gd name="connsiteY18" fmla="*/ 269883 h 270610"/>
                <a:gd name="connsiteX19" fmla="*/ 498313 w 613976"/>
                <a:gd name="connsiteY19" fmla="*/ 268549 h 270610"/>
                <a:gd name="connsiteX20" fmla="*/ 494291 w 613976"/>
                <a:gd name="connsiteY20" fmla="*/ 258747 h 270610"/>
                <a:gd name="connsiteX21" fmla="*/ 470078 w 613976"/>
                <a:gd name="connsiteY21" fmla="*/ 239485 h 270610"/>
                <a:gd name="connsiteX22" fmla="*/ 444955 w 613976"/>
                <a:gd name="connsiteY22" fmla="*/ 259697 h 270610"/>
                <a:gd name="connsiteX23" fmla="*/ 441620 w 613976"/>
                <a:gd name="connsiteY23" fmla="*/ 268650 h 270610"/>
                <a:gd name="connsiteX24" fmla="*/ 420015 w 613976"/>
                <a:gd name="connsiteY24" fmla="*/ 268812 h 270610"/>
                <a:gd name="connsiteX25" fmla="*/ 415386 w 613976"/>
                <a:gd name="connsiteY25" fmla="*/ 258282 h 270610"/>
                <a:gd name="connsiteX26" fmla="*/ 391760 w 613976"/>
                <a:gd name="connsiteY26" fmla="*/ 238778 h 270610"/>
                <a:gd name="connsiteX27" fmla="*/ 365162 w 613976"/>
                <a:gd name="connsiteY27" fmla="*/ 258828 h 270610"/>
                <a:gd name="connsiteX28" fmla="*/ 361463 w 613976"/>
                <a:gd name="connsiteY28" fmla="*/ 269863 h 270610"/>
                <a:gd name="connsiteX29" fmla="*/ 340383 w 613976"/>
                <a:gd name="connsiteY29" fmla="*/ 268347 h 270610"/>
                <a:gd name="connsiteX30" fmla="*/ 336239 w 613976"/>
                <a:gd name="connsiteY30" fmla="*/ 257352 h 270610"/>
                <a:gd name="connsiteX31" fmla="*/ 311602 w 613976"/>
                <a:gd name="connsiteY31" fmla="*/ 239526 h 270610"/>
                <a:gd name="connsiteX32" fmla="*/ 288278 w 613976"/>
                <a:gd name="connsiteY32" fmla="*/ 257797 h 270610"/>
                <a:gd name="connsiteX33" fmla="*/ 282276 w 613976"/>
                <a:gd name="connsiteY33" fmla="*/ 268792 h 270610"/>
                <a:gd name="connsiteX34" fmla="*/ 264207 w 613976"/>
                <a:gd name="connsiteY34" fmla="*/ 268711 h 270610"/>
                <a:gd name="connsiteX35" fmla="*/ 259781 w 613976"/>
                <a:gd name="connsiteY35" fmla="*/ 258059 h 270610"/>
                <a:gd name="connsiteX36" fmla="*/ 234274 w 613976"/>
                <a:gd name="connsiteY36" fmla="*/ 237545 h 270610"/>
                <a:gd name="connsiteX37" fmla="*/ 208889 w 613976"/>
                <a:gd name="connsiteY37" fmla="*/ 259959 h 270610"/>
                <a:gd name="connsiteX38" fmla="*/ 206524 w 613976"/>
                <a:gd name="connsiteY38" fmla="*/ 269539 h 270610"/>
                <a:gd name="connsiteX39" fmla="*/ 183867 w 613976"/>
                <a:gd name="connsiteY39" fmla="*/ 263901 h 270610"/>
                <a:gd name="connsiteX40" fmla="*/ 180290 w 613976"/>
                <a:gd name="connsiteY40" fmla="*/ 256786 h 270610"/>
                <a:gd name="connsiteX41" fmla="*/ 152399 w 613976"/>
                <a:gd name="connsiteY41" fmla="*/ 239667 h 270610"/>
                <a:gd name="connsiteX42" fmla="*/ 130368 w 613976"/>
                <a:gd name="connsiteY42" fmla="*/ 261960 h 270610"/>
                <a:gd name="connsiteX43" fmla="*/ 127114 w 613976"/>
                <a:gd name="connsiteY43" fmla="*/ 270065 h 270610"/>
                <a:gd name="connsiteX44" fmla="*/ 106196 w 613976"/>
                <a:gd name="connsiteY44" fmla="*/ 268488 h 270610"/>
                <a:gd name="connsiteX45" fmla="*/ 101365 w 613976"/>
                <a:gd name="connsiteY45" fmla="*/ 256685 h 270610"/>
                <a:gd name="connsiteX46" fmla="*/ 76991 w 613976"/>
                <a:gd name="connsiteY46" fmla="*/ 237869 h 270610"/>
                <a:gd name="connsiteX47" fmla="*/ 51767 w 613976"/>
                <a:gd name="connsiteY47" fmla="*/ 260040 h 270610"/>
                <a:gd name="connsiteX48" fmla="*/ 49119 w 613976"/>
                <a:gd name="connsiteY48" fmla="*/ 269600 h 270610"/>
                <a:gd name="connsiteX49" fmla="*/ 38165 w 613976"/>
                <a:gd name="connsiteY49" fmla="*/ 269014 h 270610"/>
                <a:gd name="connsiteX50" fmla="*/ 6777 w 613976"/>
                <a:gd name="connsiteY50" fmla="*/ 262506 h 270610"/>
                <a:gd name="connsiteX51" fmla="*/ 3887 w 613976"/>
                <a:gd name="connsiteY51" fmla="*/ 228652 h 270610"/>
                <a:gd name="connsiteX52" fmla="*/ 24260 w 613976"/>
                <a:gd name="connsiteY52" fmla="*/ 197972 h 270610"/>
                <a:gd name="connsiteX53" fmla="*/ 33234 w 613976"/>
                <a:gd name="connsiteY53" fmla="*/ 192191 h 27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13976" h="270610">
                  <a:moveTo>
                    <a:pt x="33254" y="192171"/>
                  </a:moveTo>
                  <a:cubicBezTo>
                    <a:pt x="48998" y="181661"/>
                    <a:pt x="63611" y="169434"/>
                    <a:pt x="74586" y="154235"/>
                  </a:cubicBezTo>
                  <a:cubicBezTo>
                    <a:pt x="92048" y="130062"/>
                    <a:pt x="91603" y="103525"/>
                    <a:pt x="79901" y="76846"/>
                  </a:cubicBezTo>
                  <a:cubicBezTo>
                    <a:pt x="74303" y="64052"/>
                    <a:pt x="65976" y="52512"/>
                    <a:pt x="66784" y="37252"/>
                  </a:cubicBezTo>
                  <a:cubicBezTo>
                    <a:pt x="67875" y="16293"/>
                    <a:pt x="81680" y="589"/>
                    <a:pt x="102740" y="407"/>
                  </a:cubicBezTo>
                  <a:cubicBezTo>
                    <a:pt x="158502" y="-37"/>
                    <a:pt x="214285" y="246"/>
                    <a:pt x="270068" y="246"/>
                  </a:cubicBezTo>
                  <a:cubicBezTo>
                    <a:pt x="338038" y="246"/>
                    <a:pt x="406029" y="589"/>
                    <a:pt x="473999" y="3"/>
                  </a:cubicBezTo>
                  <a:cubicBezTo>
                    <a:pt x="490329" y="-138"/>
                    <a:pt x="504194" y="4349"/>
                    <a:pt x="517311" y="13363"/>
                  </a:cubicBezTo>
                  <a:cubicBezTo>
                    <a:pt x="548174" y="34625"/>
                    <a:pt x="574327" y="60334"/>
                    <a:pt x="591587" y="93925"/>
                  </a:cubicBezTo>
                  <a:cubicBezTo>
                    <a:pt x="603088" y="116298"/>
                    <a:pt x="608302" y="140491"/>
                    <a:pt x="608565" y="165674"/>
                  </a:cubicBezTo>
                  <a:cubicBezTo>
                    <a:pt x="608666" y="174426"/>
                    <a:pt x="608605" y="183177"/>
                    <a:pt x="608605" y="191929"/>
                  </a:cubicBezTo>
                  <a:cubicBezTo>
                    <a:pt x="609252" y="195102"/>
                    <a:pt x="609393" y="198295"/>
                    <a:pt x="608929" y="201529"/>
                  </a:cubicBezTo>
                  <a:cubicBezTo>
                    <a:pt x="602946" y="222751"/>
                    <a:pt x="604462" y="243366"/>
                    <a:pt x="613961" y="263355"/>
                  </a:cubicBezTo>
                  <a:cubicBezTo>
                    <a:pt x="614062" y="265174"/>
                    <a:pt x="613698" y="266811"/>
                    <a:pt x="612263" y="268044"/>
                  </a:cubicBezTo>
                  <a:cubicBezTo>
                    <a:pt x="601632" y="271662"/>
                    <a:pt x="590577" y="269903"/>
                    <a:pt x="579723" y="270611"/>
                  </a:cubicBezTo>
                  <a:cubicBezTo>
                    <a:pt x="575560" y="268751"/>
                    <a:pt x="575984" y="264648"/>
                    <a:pt x="575196" y="261172"/>
                  </a:cubicBezTo>
                  <a:cubicBezTo>
                    <a:pt x="571922" y="246640"/>
                    <a:pt x="562140" y="237545"/>
                    <a:pt x="550195" y="238010"/>
                  </a:cubicBezTo>
                  <a:cubicBezTo>
                    <a:pt x="537118" y="238515"/>
                    <a:pt x="527053" y="247792"/>
                    <a:pt x="524385" y="261839"/>
                  </a:cubicBezTo>
                  <a:cubicBezTo>
                    <a:pt x="523840" y="264749"/>
                    <a:pt x="524021" y="267963"/>
                    <a:pt x="521071" y="269883"/>
                  </a:cubicBezTo>
                  <a:cubicBezTo>
                    <a:pt x="513431" y="270267"/>
                    <a:pt x="505791" y="270813"/>
                    <a:pt x="498313" y="268549"/>
                  </a:cubicBezTo>
                  <a:cubicBezTo>
                    <a:pt x="494695" y="266225"/>
                    <a:pt x="495119" y="262223"/>
                    <a:pt x="494291" y="258747"/>
                  </a:cubicBezTo>
                  <a:cubicBezTo>
                    <a:pt x="491279" y="245953"/>
                    <a:pt x="482791" y="239182"/>
                    <a:pt x="470078" y="239485"/>
                  </a:cubicBezTo>
                  <a:cubicBezTo>
                    <a:pt x="457345" y="239789"/>
                    <a:pt x="447462" y="247752"/>
                    <a:pt x="444955" y="259697"/>
                  </a:cubicBezTo>
                  <a:cubicBezTo>
                    <a:pt x="444288" y="262829"/>
                    <a:pt x="445178" y="266568"/>
                    <a:pt x="441620" y="268650"/>
                  </a:cubicBezTo>
                  <a:cubicBezTo>
                    <a:pt x="434425" y="270793"/>
                    <a:pt x="427230" y="270671"/>
                    <a:pt x="420015" y="268812"/>
                  </a:cubicBezTo>
                  <a:cubicBezTo>
                    <a:pt x="415730" y="266508"/>
                    <a:pt x="416316" y="262041"/>
                    <a:pt x="415386" y="258282"/>
                  </a:cubicBezTo>
                  <a:cubicBezTo>
                    <a:pt x="412476" y="246580"/>
                    <a:pt x="403078" y="238778"/>
                    <a:pt x="391760" y="238778"/>
                  </a:cubicBezTo>
                  <a:cubicBezTo>
                    <a:pt x="378178" y="238778"/>
                    <a:pt x="368032" y="246479"/>
                    <a:pt x="365162" y="258828"/>
                  </a:cubicBezTo>
                  <a:cubicBezTo>
                    <a:pt x="364272" y="262607"/>
                    <a:pt x="365283" y="267053"/>
                    <a:pt x="361463" y="269863"/>
                  </a:cubicBezTo>
                  <a:cubicBezTo>
                    <a:pt x="354369" y="270287"/>
                    <a:pt x="347255" y="270813"/>
                    <a:pt x="340383" y="268347"/>
                  </a:cubicBezTo>
                  <a:cubicBezTo>
                    <a:pt x="336745" y="265558"/>
                    <a:pt x="337371" y="261111"/>
                    <a:pt x="336239" y="257352"/>
                  </a:cubicBezTo>
                  <a:cubicBezTo>
                    <a:pt x="332561" y="245246"/>
                    <a:pt x="324436" y="239324"/>
                    <a:pt x="311602" y="239526"/>
                  </a:cubicBezTo>
                  <a:cubicBezTo>
                    <a:pt x="299819" y="239708"/>
                    <a:pt x="291290" y="246297"/>
                    <a:pt x="288278" y="257797"/>
                  </a:cubicBezTo>
                  <a:cubicBezTo>
                    <a:pt x="287167" y="262001"/>
                    <a:pt x="286944" y="266548"/>
                    <a:pt x="282276" y="268792"/>
                  </a:cubicBezTo>
                  <a:cubicBezTo>
                    <a:pt x="276232" y="270510"/>
                    <a:pt x="270210" y="270631"/>
                    <a:pt x="264207" y="268711"/>
                  </a:cubicBezTo>
                  <a:cubicBezTo>
                    <a:pt x="260063" y="266285"/>
                    <a:pt x="260670" y="261839"/>
                    <a:pt x="259781" y="258059"/>
                  </a:cubicBezTo>
                  <a:cubicBezTo>
                    <a:pt x="256506" y="244073"/>
                    <a:pt x="247836" y="237060"/>
                    <a:pt x="234274" y="237545"/>
                  </a:cubicBezTo>
                  <a:cubicBezTo>
                    <a:pt x="220450" y="238050"/>
                    <a:pt x="211254" y="246175"/>
                    <a:pt x="208889" y="259959"/>
                  </a:cubicBezTo>
                  <a:cubicBezTo>
                    <a:pt x="208323" y="263193"/>
                    <a:pt x="208869" y="266730"/>
                    <a:pt x="206524" y="269539"/>
                  </a:cubicBezTo>
                  <a:cubicBezTo>
                    <a:pt x="198541" y="269398"/>
                    <a:pt x="190941" y="267720"/>
                    <a:pt x="183867" y="263901"/>
                  </a:cubicBezTo>
                  <a:cubicBezTo>
                    <a:pt x="181947" y="261900"/>
                    <a:pt x="181280" y="259272"/>
                    <a:pt x="180290" y="256786"/>
                  </a:cubicBezTo>
                  <a:cubicBezTo>
                    <a:pt x="174651" y="242578"/>
                    <a:pt x="167415" y="238131"/>
                    <a:pt x="152399" y="239667"/>
                  </a:cubicBezTo>
                  <a:cubicBezTo>
                    <a:pt x="140171" y="240920"/>
                    <a:pt x="132955" y="248217"/>
                    <a:pt x="130368" y="261960"/>
                  </a:cubicBezTo>
                  <a:cubicBezTo>
                    <a:pt x="129823" y="264891"/>
                    <a:pt x="129964" y="268064"/>
                    <a:pt x="127114" y="270065"/>
                  </a:cubicBezTo>
                  <a:cubicBezTo>
                    <a:pt x="120040" y="270914"/>
                    <a:pt x="113047" y="270489"/>
                    <a:pt x="106196" y="268488"/>
                  </a:cubicBezTo>
                  <a:cubicBezTo>
                    <a:pt x="102174" y="265558"/>
                    <a:pt x="102699" y="260707"/>
                    <a:pt x="101365" y="256685"/>
                  </a:cubicBezTo>
                  <a:cubicBezTo>
                    <a:pt x="97303" y="244457"/>
                    <a:pt x="87763" y="236999"/>
                    <a:pt x="76991" y="237869"/>
                  </a:cubicBezTo>
                  <a:cubicBezTo>
                    <a:pt x="63611" y="238960"/>
                    <a:pt x="54253" y="247186"/>
                    <a:pt x="51767" y="260040"/>
                  </a:cubicBezTo>
                  <a:cubicBezTo>
                    <a:pt x="51141" y="263294"/>
                    <a:pt x="51545" y="266831"/>
                    <a:pt x="49119" y="269600"/>
                  </a:cubicBezTo>
                  <a:cubicBezTo>
                    <a:pt x="45340" y="271601"/>
                    <a:pt x="41783" y="269863"/>
                    <a:pt x="38165" y="269014"/>
                  </a:cubicBezTo>
                  <a:cubicBezTo>
                    <a:pt x="28039" y="265275"/>
                    <a:pt x="17327" y="264244"/>
                    <a:pt x="6777" y="262506"/>
                  </a:cubicBezTo>
                  <a:cubicBezTo>
                    <a:pt x="-4642" y="252178"/>
                    <a:pt x="1239" y="239829"/>
                    <a:pt x="3887" y="228652"/>
                  </a:cubicBezTo>
                  <a:cubicBezTo>
                    <a:pt x="6797" y="216364"/>
                    <a:pt x="14680" y="206359"/>
                    <a:pt x="24260" y="197972"/>
                  </a:cubicBezTo>
                  <a:cubicBezTo>
                    <a:pt x="26685" y="195183"/>
                    <a:pt x="30222" y="194091"/>
                    <a:pt x="33234" y="192191"/>
                  </a:cubicBezTo>
                  <a:close/>
                </a:path>
              </a:pathLst>
            </a:custGeom>
            <a:solidFill>
              <a:srgbClr val="C6DCE5"/>
            </a:solidFill>
            <a:ln w="0" cap="flat">
              <a:noFill/>
              <a:prstDash val="solid"/>
              <a:miter/>
            </a:ln>
          </p:spPr>
          <p:txBody>
            <a:bodyPr rtlCol="0" anchor="ctr"/>
            <a:lstStyle/>
            <a:p>
              <a:endParaRPr lang="zh-CN" altLang="en-US" sz="650"/>
            </a:p>
          </p:txBody>
        </p:sp>
        <p:sp>
          <p:nvSpPr>
            <p:cNvPr id="2160" name="任意多边形: 形状 1856"/>
            <p:cNvSpPr/>
            <p:nvPr/>
          </p:nvSpPr>
          <p:spPr>
            <a:xfrm>
              <a:off x="1446229" y="4302673"/>
              <a:ext cx="146368" cy="139975"/>
            </a:xfrm>
            <a:custGeom>
              <a:avLst/>
              <a:gdLst>
                <a:gd name="connsiteX0" fmla="*/ 214319 w 224221"/>
                <a:gd name="connsiteY0" fmla="*/ 64845 h 220435"/>
                <a:gd name="connsiteX1" fmla="*/ 216260 w 224221"/>
                <a:gd name="connsiteY1" fmla="*/ 70666 h 220435"/>
                <a:gd name="connsiteX2" fmla="*/ 222323 w 224221"/>
                <a:gd name="connsiteY2" fmla="*/ 98941 h 220435"/>
                <a:gd name="connsiteX3" fmla="*/ 205305 w 224221"/>
                <a:gd name="connsiteY3" fmla="*/ 170206 h 220435"/>
                <a:gd name="connsiteX4" fmla="*/ 204113 w 224221"/>
                <a:gd name="connsiteY4" fmla="*/ 175906 h 220435"/>
                <a:gd name="connsiteX5" fmla="*/ 181840 w 224221"/>
                <a:gd name="connsiteY5" fmla="*/ 198178 h 220435"/>
                <a:gd name="connsiteX6" fmla="*/ 171674 w 224221"/>
                <a:gd name="connsiteY6" fmla="*/ 204302 h 220435"/>
                <a:gd name="connsiteX7" fmla="*/ 143115 w 224221"/>
                <a:gd name="connsiteY7" fmla="*/ 218592 h 220435"/>
                <a:gd name="connsiteX8" fmla="*/ 128583 w 224221"/>
                <a:gd name="connsiteY8" fmla="*/ 218854 h 220435"/>
                <a:gd name="connsiteX9" fmla="*/ 64676 w 224221"/>
                <a:gd name="connsiteY9" fmla="*/ 208183 h 220435"/>
                <a:gd name="connsiteX10" fmla="*/ 66030 w 224221"/>
                <a:gd name="connsiteY10" fmla="*/ 201634 h 220435"/>
                <a:gd name="connsiteX11" fmla="*/ 63786 w 224221"/>
                <a:gd name="connsiteY11" fmla="*/ 190983 h 220435"/>
                <a:gd name="connsiteX12" fmla="*/ 52630 w 224221"/>
                <a:gd name="connsiteY12" fmla="*/ 190821 h 220435"/>
                <a:gd name="connsiteX13" fmla="*/ 44727 w 224221"/>
                <a:gd name="connsiteY13" fmla="*/ 194217 h 220435"/>
                <a:gd name="connsiteX14" fmla="*/ 6548 w 224221"/>
                <a:gd name="connsiteY14" fmla="*/ 138111 h 220435"/>
                <a:gd name="connsiteX15" fmla="*/ 0 w 224221"/>
                <a:gd name="connsiteY15" fmla="*/ 131300 h 220435"/>
                <a:gd name="connsiteX16" fmla="*/ 8671 w 224221"/>
                <a:gd name="connsiteY16" fmla="*/ 126772 h 220435"/>
                <a:gd name="connsiteX17" fmla="*/ 25506 w 224221"/>
                <a:gd name="connsiteY17" fmla="*/ 124125 h 220435"/>
                <a:gd name="connsiteX18" fmla="*/ 33086 w 224221"/>
                <a:gd name="connsiteY18" fmla="*/ 112665 h 220435"/>
                <a:gd name="connsiteX19" fmla="*/ 23425 w 224221"/>
                <a:gd name="connsiteY19" fmla="*/ 104095 h 220435"/>
                <a:gd name="connsiteX20" fmla="*/ 1718 w 224221"/>
                <a:gd name="connsiteY20" fmla="*/ 102721 h 220435"/>
                <a:gd name="connsiteX21" fmla="*/ 121045 w 224221"/>
                <a:gd name="connsiteY21" fmla="*/ 331 h 220435"/>
                <a:gd name="connsiteX22" fmla="*/ 190127 w 224221"/>
                <a:gd name="connsiteY22" fmla="*/ 31396 h 220435"/>
                <a:gd name="connsiteX23" fmla="*/ 201869 w 224221"/>
                <a:gd name="connsiteY23" fmla="*/ 42310 h 220435"/>
                <a:gd name="connsiteX24" fmla="*/ 214319 w 224221"/>
                <a:gd name="connsiteY24" fmla="*/ 64845 h 220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4221" h="220435">
                  <a:moveTo>
                    <a:pt x="214319" y="64845"/>
                  </a:moveTo>
                  <a:cubicBezTo>
                    <a:pt x="214966" y="66785"/>
                    <a:pt x="215613" y="68726"/>
                    <a:pt x="216260" y="70666"/>
                  </a:cubicBezTo>
                  <a:cubicBezTo>
                    <a:pt x="222808" y="79114"/>
                    <a:pt x="226790" y="88128"/>
                    <a:pt x="222323" y="98941"/>
                  </a:cubicBezTo>
                  <a:cubicBezTo>
                    <a:pt x="224344" y="124529"/>
                    <a:pt x="219797" y="148540"/>
                    <a:pt x="205305" y="170206"/>
                  </a:cubicBezTo>
                  <a:cubicBezTo>
                    <a:pt x="204295" y="171702"/>
                    <a:pt x="204477" y="173986"/>
                    <a:pt x="204113" y="175906"/>
                  </a:cubicBezTo>
                  <a:cubicBezTo>
                    <a:pt x="197706" y="184354"/>
                    <a:pt x="191602" y="193105"/>
                    <a:pt x="181840" y="198178"/>
                  </a:cubicBezTo>
                  <a:cubicBezTo>
                    <a:pt x="178445" y="200220"/>
                    <a:pt x="175069" y="202261"/>
                    <a:pt x="171674" y="204302"/>
                  </a:cubicBezTo>
                  <a:cubicBezTo>
                    <a:pt x="164196" y="213155"/>
                    <a:pt x="153160" y="214873"/>
                    <a:pt x="143115" y="218592"/>
                  </a:cubicBezTo>
                  <a:cubicBezTo>
                    <a:pt x="138265" y="216005"/>
                    <a:pt x="133111" y="217965"/>
                    <a:pt x="128583" y="218854"/>
                  </a:cubicBezTo>
                  <a:cubicBezTo>
                    <a:pt x="105785" y="223382"/>
                    <a:pt x="84968" y="217682"/>
                    <a:pt x="64676" y="208183"/>
                  </a:cubicBezTo>
                  <a:cubicBezTo>
                    <a:pt x="63504" y="205677"/>
                    <a:pt x="65100" y="203696"/>
                    <a:pt x="66030" y="201634"/>
                  </a:cubicBezTo>
                  <a:cubicBezTo>
                    <a:pt x="67910" y="197491"/>
                    <a:pt x="67627" y="193793"/>
                    <a:pt x="63786" y="190983"/>
                  </a:cubicBezTo>
                  <a:cubicBezTo>
                    <a:pt x="60189" y="188356"/>
                    <a:pt x="56430" y="188396"/>
                    <a:pt x="52630" y="190821"/>
                  </a:cubicBezTo>
                  <a:cubicBezTo>
                    <a:pt x="50205" y="192378"/>
                    <a:pt x="48224" y="195106"/>
                    <a:pt x="44727" y="194217"/>
                  </a:cubicBezTo>
                  <a:cubicBezTo>
                    <a:pt x="25951" y="179645"/>
                    <a:pt x="12996" y="161030"/>
                    <a:pt x="6548" y="138111"/>
                  </a:cubicBezTo>
                  <a:cubicBezTo>
                    <a:pt x="5477" y="134291"/>
                    <a:pt x="5033" y="130855"/>
                    <a:pt x="0" y="131300"/>
                  </a:cubicBezTo>
                  <a:cubicBezTo>
                    <a:pt x="889" y="126024"/>
                    <a:pt x="5356" y="127055"/>
                    <a:pt x="8671" y="126772"/>
                  </a:cubicBezTo>
                  <a:cubicBezTo>
                    <a:pt x="14370" y="126307"/>
                    <a:pt x="20050" y="125903"/>
                    <a:pt x="25506" y="124125"/>
                  </a:cubicBezTo>
                  <a:cubicBezTo>
                    <a:pt x="31004" y="122326"/>
                    <a:pt x="33793" y="118486"/>
                    <a:pt x="33086" y="112665"/>
                  </a:cubicBezTo>
                  <a:cubicBezTo>
                    <a:pt x="32419" y="107107"/>
                    <a:pt x="28558" y="104985"/>
                    <a:pt x="23425" y="104095"/>
                  </a:cubicBezTo>
                  <a:cubicBezTo>
                    <a:pt x="16230" y="102883"/>
                    <a:pt x="8772" y="106056"/>
                    <a:pt x="1718" y="102721"/>
                  </a:cubicBezTo>
                  <a:cubicBezTo>
                    <a:pt x="7337" y="40491"/>
                    <a:pt x="59017" y="-4317"/>
                    <a:pt x="121045" y="331"/>
                  </a:cubicBezTo>
                  <a:cubicBezTo>
                    <a:pt x="147441" y="2312"/>
                    <a:pt x="171007" y="12296"/>
                    <a:pt x="190127" y="31396"/>
                  </a:cubicBezTo>
                  <a:cubicBezTo>
                    <a:pt x="193906" y="35175"/>
                    <a:pt x="197948" y="38692"/>
                    <a:pt x="201869" y="42310"/>
                  </a:cubicBezTo>
                  <a:cubicBezTo>
                    <a:pt x="208579" y="48414"/>
                    <a:pt x="213430" y="55528"/>
                    <a:pt x="214319" y="64845"/>
                  </a:cubicBezTo>
                  <a:close/>
                </a:path>
              </a:pathLst>
            </a:custGeom>
            <a:solidFill>
              <a:srgbClr val="B0D2DC"/>
            </a:solidFill>
            <a:ln w="0" cap="flat">
              <a:noFill/>
              <a:prstDash val="solid"/>
              <a:miter/>
            </a:ln>
          </p:spPr>
          <p:txBody>
            <a:bodyPr rtlCol="0" anchor="ctr"/>
            <a:lstStyle/>
            <a:p>
              <a:endParaRPr lang="zh-CN" altLang="en-US" sz="650"/>
            </a:p>
          </p:txBody>
        </p:sp>
        <p:sp>
          <p:nvSpPr>
            <p:cNvPr id="2161" name="任意多边形: 形状 1857"/>
            <p:cNvSpPr/>
            <p:nvPr/>
          </p:nvSpPr>
          <p:spPr>
            <a:xfrm>
              <a:off x="1450841" y="3689240"/>
              <a:ext cx="208819" cy="152827"/>
            </a:xfrm>
            <a:custGeom>
              <a:avLst/>
              <a:gdLst>
                <a:gd name="connsiteX0" fmla="*/ 138454 w 319889"/>
                <a:gd name="connsiteY0" fmla="*/ 142 h 240674"/>
                <a:gd name="connsiteX1" fmla="*/ 303600 w 319889"/>
                <a:gd name="connsiteY1" fmla="*/ 0 h 240674"/>
                <a:gd name="connsiteX2" fmla="*/ 319890 w 319889"/>
                <a:gd name="connsiteY2" fmla="*/ 10571 h 240674"/>
                <a:gd name="connsiteX3" fmla="*/ 319304 w 319889"/>
                <a:gd name="connsiteY3" fmla="*/ 16553 h 240674"/>
                <a:gd name="connsiteX4" fmla="*/ 319304 w 319889"/>
                <a:gd name="connsiteY4" fmla="*/ 222323 h 240674"/>
                <a:gd name="connsiteX5" fmla="*/ 319870 w 319889"/>
                <a:gd name="connsiteY5" fmla="*/ 228306 h 240674"/>
                <a:gd name="connsiteX6" fmla="*/ 304732 w 319889"/>
                <a:gd name="connsiteY6" fmla="*/ 236794 h 240674"/>
                <a:gd name="connsiteX7" fmla="*/ 209294 w 319889"/>
                <a:gd name="connsiteY7" fmla="*/ 236653 h 240674"/>
                <a:gd name="connsiteX8" fmla="*/ 195895 w 319889"/>
                <a:gd name="connsiteY8" fmla="*/ 239846 h 240674"/>
                <a:gd name="connsiteX9" fmla="*/ 116404 w 319889"/>
                <a:gd name="connsiteY9" fmla="*/ 240675 h 240674"/>
                <a:gd name="connsiteX10" fmla="*/ 108077 w 319889"/>
                <a:gd name="connsiteY10" fmla="*/ 236835 h 240674"/>
                <a:gd name="connsiteX11" fmla="*/ 15772 w 319889"/>
                <a:gd name="connsiteY11" fmla="*/ 236774 h 240674"/>
                <a:gd name="connsiteX12" fmla="*/ 735 w 319889"/>
                <a:gd name="connsiteY12" fmla="*/ 226972 h 240674"/>
                <a:gd name="connsiteX13" fmla="*/ 68 w 319889"/>
                <a:gd name="connsiteY13" fmla="*/ 154454 h 240674"/>
                <a:gd name="connsiteX14" fmla="*/ 6334 w 319889"/>
                <a:gd name="connsiteY14" fmla="*/ 150513 h 240674"/>
                <a:gd name="connsiteX15" fmla="*/ 13893 w 319889"/>
                <a:gd name="connsiteY15" fmla="*/ 162619 h 240674"/>
                <a:gd name="connsiteX16" fmla="*/ 14034 w 319889"/>
                <a:gd name="connsiteY16" fmla="*/ 185822 h 240674"/>
                <a:gd name="connsiteX17" fmla="*/ 17551 w 319889"/>
                <a:gd name="connsiteY17" fmla="*/ 195725 h 240674"/>
                <a:gd name="connsiteX18" fmla="*/ 32588 w 319889"/>
                <a:gd name="connsiteY18" fmla="*/ 196918 h 240674"/>
                <a:gd name="connsiteX19" fmla="*/ 289796 w 319889"/>
                <a:gd name="connsiteY19" fmla="*/ 196978 h 240674"/>
                <a:gd name="connsiteX20" fmla="*/ 307561 w 319889"/>
                <a:gd name="connsiteY20" fmla="*/ 199282 h 240674"/>
                <a:gd name="connsiteX21" fmla="*/ 307864 w 319889"/>
                <a:gd name="connsiteY21" fmla="*/ 202536 h 240674"/>
                <a:gd name="connsiteX22" fmla="*/ 299901 w 319889"/>
                <a:gd name="connsiteY22" fmla="*/ 203264 h 240674"/>
                <a:gd name="connsiteX23" fmla="*/ 26282 w 319889"/>
                <a:gd name="connsiteY23" fmla="*/ 203244 h 240674"/>
                <a:gd name="connsiteX24" fmla="*/ 19774 w 319889"/>
                <a:gd name="connsiteY24" fmla="*/ 203345 h 240674"/>
                <a:gd name="connsiteX25" fmla="*/ 268675 w 319889"/>
                <a:gd name="connsiteY25" fmla="*/ 203284 h 240674"/>
                <a:gd name="connsiteX26" fmla="*/ 307905 w 319889"/>
                <a:gd name="connsiteY26" fmla="*/ 202536 h 240674"/>
                <a:gd name="connsiteX27" fmla="*/ 307743 w 319889"/>
                <a:gd name="connsiteY27" fmla="*/ 18493 h 240674"/>
                <a:gd name="connsiteX28" fmla="*/ 307784 w 319889"/>
                <a:gd name="connsiteY28" fmla="*/ 17523 h 240674"/>
                <a:gd name="connsiteX29" fmla="*/ 306652 w 319889"/>
                <a:gd name="connsiteY29" fmla="*/ 17786 h 240674"/>
                <a:gd name="connsiteX30" fmla="*/ 293878 w 319889"/>
                <a:gd name="connsiteY30" fmla="*/ 19706 h 240674"/>
                <a:gd name="connsiteX31" fmla="*/ 150136 w 319889"/>
                <a:gd name="connsiteY31" fmla="*/ 19706 h 240674"/>
                <a:gd name="connsiteX32" fmla="*/ 137343 w 319889"/>
                <a:gd name="connsiteY32" fmla="*/ 17786 h 240674"/>
                <a:gd name="connsiteX33" fmla="*/ 138515 w 319889"/>
                <a:gd name="connsiteY33" fmla="*/ 182 h 24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9889" h="240674">
                  <a:moveTo>
                    <a:pt x="138454" y="142"/>
                  </a:moveTo>
                  <a:cubicBezTo>
                    <a:pt x="193509" y="121"/>
                    <a:pt x="248545" y="142"/>
                    <a:pt x="303600" y="0"/>
                  </a:cubicBezTo>
                  <a:cubicBezTo>
                    <a:pt x="311583" y="-20"/>
                    <a:pt x="317182" y="2850"/>
                    <a:pt x="319890" y="10571"/>
                  </a:cubicBezTo>
                  <a:cubicBezTo>
                    <a:pt x="319102" y="12511"/>
                    <a:pt x="319304" y="14532"/>
                    <a:pt x="319304" y="16553"/>
                  </a:cubicBezTo>
                  <a:cubicBezTo>
                    <a:pt x="319304" y="85150"/>
                    <a:pt x="319304" y="153726"/>
                    <a:pt x="319304" y="222323"/>
                  </a:cubicBezTo>
                  <a:cubicBezTo>
                    <a:pt x="319304" y="224324"/>
                    <a:pt x="319122" y="226365"/>
                    <a:pt x="319870" y="228306"/>
                  </a:cubicBezTo>
                  <a:cubicBezTo>
                    <a:pt x="317384" y="235703"/>
                    <a:pt x="311624" y="236835"/>
                    <a:pt x="304732" y="236794"/>
                  </a:cubicBezTo>
                  <a:cubicBezTo>
                    <a:pt x="272919" y="236612"/>
                    <a:pt x="241107" y="236673"/>
                    <a:pt x="209294" y="236653"/>
                  </a:cubicBezTo>
                  <a:cubicBezTo>
                    <a:pt x="205394" y="240048"/>
                    <a:pt x="200583" y="239785"/>
                    <a:pt x="195895" y="239846"/>
                  </a:cubicBezTo>
                  <a:cubicBezTo>
                    <a:pt x="169398" y="240149"/>
                    <a:pt x="142881" y="239220"/>
                    <a:pt x="116404" y="240675"/>
                  </a:cubicBezTo>
                  <a:cubicBezTo>
                    <a:pt x="115979" y="234389"/>
                    <a:pt x="111088" y="236855"/>
                    <a:pt x="108077" y="236835"/>
                  </a:cubicBezTo>
                  <a:cubicBezTo>
                    <a:pt x="77315" y="236673"/>
                    <a:pt x="46534" y="236693"/>
                    <a:pt x="15772" y="236774"/>
                  </a:cubicBezTo>
                  <a:cubicBezTo>
                    <a:pt x="8517" y="236774"/>
                    <a:pt x="2453" y="235319"/>
                    <a:pt x="735" y="226972"/>
                  </a:cubicBezTo>
                  <a:cubicBezTo>
                    <a:pt x="-720" y="202799"/>
                    <a:pt x="513" y="178626"/>
                    <a:pt x="68" y="154454"/>
                  </a:cubicBezTo>
                  <a:cubicBezTo>
                    <a:pt x="-33" y="149300"/>
                    <a:pt x="2373" y="148714"/>
                    <a:pt x="6334" y="150513"/>
                  </a:cubicBezTo>
                  <a:cubicBezTo>
                    <a:pt x="11468" y="152857"/>
                    <a:pt x="13671" y="157142"/>
                    <a:pt x="13893" y="162619"/>
                  </a:cubicBezTo>
                  <a:cubicBezTo>
                    <a:pt x="14196" y="170340"/>
                    <a:pt x="14014" y="178081"/>
                    <a:pt x="14034" y="185822"/>
                  </a:cubicBezTo>
                  <a:cubicBezTo>
                    <a:pt x="14034" y="189561"/>
                    <a:pt x="13913" y="193300"/>
                    <a:pt x="17551" y="195725"/>
                  </a:cubicBezTo>
                  <a:cubicBezTo>
                    <a:pt x="22483" y="197483"/>
                    <a:pt x="27576" y="196918"/>
                    <a:pt x="32588" y="196918"/>
                  </a:cubicBezTo>
                  <a:cubicBezTo>
                    <a:pt x="118324" y="196958"/>
                    <a:pt x="204060" y="196918"/>
                    <a:pt x="289796" y="196978"/>
                  </a:cubicBezTo>
                  <a:cubicBezTo>
                    <a:pt x="295778" y="196978"/>
                    <a:pt x="301963" y="196048"/>
                    <a:pt x="307561" y="199282"/>
                  </a:cubicBezTo>
                  <a:cubicBezTo>
                    <a:pt x="308855" y="200252"/>
                    <a:pt x="308956" y="201344"/>
                    <a:pt x="307864" y="202536"/>
                  </a:cubicBezTo>
                  <a:cubicBezTo>
                    <a:pt x="305297" y="203729"/>
                    <a:pt x="302569" y="203264"/>
                    <a:pt x="299901" y="203264"/>
                  </a:cubicBezTo>
                  <a:cubicBezTo>
                    <a:pt x="208688" y="203284"/>
                    <a:pt x="117475" y="203284"/>
                    <a:pt x="26282" y="203244"/>
                  </a:cubicBezTo>
                  <a:cubicBezTo>
                    <a:pt x="23635" y="203244"/>
                    <a:pt x="20967" y="204133"/>
                    <a:pt x="19774" y="203345"/>
                  </a:cubicBezTo>
                  <a:cubicBezTo>
                    <a:pt x="101771" y="203345"/>
                    <a:pt x="185223" y="203405"/>
                    <a:pt x="268675" y="203284"/>
                  </a:cubicBezTo>
                  <a:cubicBezTo>
                    <a:pt x="281752" y="203264"/>
                    <a:pt x="294869" y="204375"/>
                    <a:pt x="307905" y="202536"/>
                  </a:cubicBezTo>
                  <a:cubicBezTo>
                    <a:pt x="307015" y="141195"/>
                    <a:pt x="307278" y="79834"/>
                    <a:pt x="307743" y="18493"/>
                  </a:cubicBezTo>
                  <a:cubicBezTo>
                    <a:pt x="307743" y="17139"/>
                    <a:pt x="308107" y="18756"/>
                    <a:pt x="307784" y="17523"/>
                  </a:cubicBezTo>
                  <a:cubicBezTo>
                    <a:pt x="307379" y="16048"/>
                    <a:pt x="307117" y="17907"/>
                    <a:pt x="306652" y="17786"/>
                  </a:cubicBezTo>
                  <a:cubicBezTo>
                    <a:pt x="302630" y="20009"/>
                    <a:pt x="298203" y="19706"/>
                    <a:pt x="293878" y="19706"/>
                  </a:cubicBezTo>
                  <a:cubicBezTo>
                    <a:pt x="245957" y="19767"/>
                    <a:pt x="198057" y="19767"/>
                    <a:pt x="150136" y="19706"/>
                  </a:cubicBezTo>
                  <a:cubicBezTo>
                    <a:pt x="145791" y="19706"/>
                    <a:pt x="141385" y="19888"/>
                    <a:pt x="137343" y="17786"/>
                  </a:cubicBezTo>
                  <a:cubicBezTo>
                    <a:pt x="131764" y="11520"/>
                    <a:pt x="133624" y="5760"/>
                    <a:pt x="138515" y="182"/>
                  </a:cubicBezTo>
                  <a:close/>
                </a:path>
              </a:pathLst>
            </a:custGeom>
            <a:solidFill>
              <a:srgbClr val="7694AA"/>
            </a:solidFill>
            <a:ln w="0" cap="flat">
              <a:noFill/>
              <a:prstDash val="solid"/>
              <a:miter/>
            </a:ln>
          </p:spPr>
          <p:txBody>
            <a:bodyPr rtlCol="0" anchor="ctr"/>
            <a:lstStyle/>
            <a:p>
              <a:endParaRPr lang="zh-CN" altLang="en-US" sz="650"/>
            </a:p>
          </p:txBody>
        </p:sp>
        <p:sp>
          <p:nvSpPr>
            <p:cNvPr id="2162" name="任意多边形: 形状 1858"/>
            <p:cNvSpPr/>
            <p:nvPr/>
          </p:nvSpPr>
          <p:spPr>
            <a:xfrm>
              <a:off x="1343871" y="4337020"/>
              <a:ext cx="90562" cy="87638"/>
            </a:xfrm>
            <a:custGeom>
              <a:avLst/>
              <a:gdLst>
                <a:gd name="connsiteX0" fmla="*/ 134872 w 138732"/>
                <a:gd name="connsiteY0" fmla="*/ 79676 h 138014"/>
                <a:gd name="connsiteX1" fmla="*/ 73713 w 138732"/>
                <a:gd name="connsiteY1" fmla="*/ 137622 h 138014"/>
                <a:gd name="connsiteX2" fmla="*/ 71146 w 138732"/>
                <a:gd name="connsiteY2" fmla="*/ 130346 h 138014"/>
                <a:gd name="connsiteX3" fmla="*/ 63304 w 138732"/>
                <a:gd name="connsiteY3" fmla="*/ 121473 h 138014"/>
                <a:gd name="connsiteX4" fmla="*/ 54876 w 138732"/>
                <a:gd name="connsiteY4" fmla="*/ 128486 h 138014"/>
                <a:gd name="connsiteX5" fmla="*/ 51380 w 138732"/>
                <a:gd name="connsiteY5" fmla="*/ 134206 h 138014"/>
                <a:gd name="connsiteX6" fmla="*/ 1155 w 138732"/>
                <a:gd name="connsiteY6" fmla="*/ 80889 h 138014"/>
                <a:gd name="connsiteX7" fmla="*/ 31593 w 138732"/>
                <a:gd name="connsiteY7" fmla="*/ 11059 h 138014"/>
                <a:gd name="connsiteX8" fmla="*/ 109264 w 138732"/>
                <a:gd name="connsiteY8" fmla="*/ 13404 h 138014"/>
                <a:gd name="connsiteX9" fmla="*/ 132103 w 138732"/>
                <a:gd name="connsiteY9" fmla="*/ 44469 h 138014"/>
                <a:gd name="connsiteX10" fmla="*/ 138732 w 138732"/>
                <a:gd name="connsiteY10" fmla="*/ 51260 h 138014"/>
                <a:gd name="connsiteX11" fmla="*/ 131093 w 138732"/>
                <a:gd name="connsiteY11" fmla="*/ 55949 h 138014"/>
                <a:gd name="connsiteX12" fmla="*/ 121068 w 138732"/>
                <a:gd name="connsiteY12" fmla="*/ 60193 h 138014"/>
                <a:gd name="connsiteX13" fmla="*/ 117713 w 138732"/>
                <a:gd name="connsiteY13" fmla="*/ 70117 h 138014"/>
                <a:gd name="connsiteX14" fmla="*/ 124827 w 138732"/>
                <a:gd name="connsiteY14" fmla="*/ 76220 h 138014"/>
                <a:gd name="connsiteX15" fmla="*/ 134892 w 138732"/>
                <a:gd name="connsiteY15" fmla="*/ 79676 h 13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32" h="138014">
                  <a:moveTo>
                    <a:pt x="134872" y="79676"/>
                  </a:moveTo>
                  <a:cubicBezTo>
                    <a:pt x="135579" y="108477"/>
                    <a:pt x="102938" y="142028"/>
                    <a:pt x="73713" y="137622"/>
                  </a:cubicBezTo>
                  <a:cubicBezTo>
                    <a:pt x="71510" y="135682"/>
                    <a:pt x="71712" y="132872"/>
                    <a:pt x="71146" y="130346"/>
                  </a:cubicBezTo>
                  <a:cubicBezTo>
                    <a:pt x="70156" y="125940"/>
                    <a:pt x="68438" y="121877"/>
                    <a:pt x="63304" y="121473"/>
                  </a:cubicBezTo>
                  <a:cubicBezTo>
                    <a:pt x="58555" y="121089"/>
                    <a:pt x="56473" y="124646"/>
                    <a:pt x="54876" y="128486"/>
                  </a:cubicBezTo>
                  <a:cubicBezTo>
                    <a:pt x="54007" y="130568"/>
                    <a:pt x="53744" y="133034"/>
                    <a:pt x="51380" y="134206"/>
                  </a:cubicBezTo>
                  <a:cubicBezTo>
                    <a:pt x="27611" y="129254"/>
                    <a:pt x="4914" y="104819"/>
                    <a:pt x="1155" y="80889"/>
                  </a:cubicBezTo>
                  <a:cubicBezTo>
                    <a:pt x="-3514" y="51037"/>
                    <a:pt x="5844" y="26784"/>
                    <a:pt x="31593" y="11059"/>
                  </a:cubicBezTo>
                  <a:cubicBezTo>
                    <a:pt x="57322" y="-4645"/>
                    <a:pt x="84061" y="-3412"/>
                    <a:pt x="109264" y="13404"/>
                  </a:cubicBezTo>
                  <a:cubicBezTo>
                    <a:pt x="120381" y="20822"/>
                    <a:pt x="128101" y="31574"/>
                    <a:pt x="132103" y="44469"/>
                  </a:cubicBezTo>
                  <a:cubicBezTo>
                    <a:pt x="133295" y="48289"/>
                    <a:pt x="133720" y="51704"/>
                    <a:pt x="138732" y="51260"/>
                  </a:cubicBezTo>
                  <a:cubicBezTo>
                    <a:pt x="138207" y="56070"/>
                    <a:pt x="134023" y="55160"/>
                    <a:pt x="131093" y="55949"/>
                  </a:cubicBezTo>
                  <a:cubicBezTo>
                    <a:pt x="127515" y="56898"/>
                    <a:pt x="123918" y="57646"/>
                    <a:pt x="121068" y="60193"/>
                  </a:cubicBezTo>
                  <a:cubicBezTo>
                    <a:pt x="118077" y="62840"/>
                    <a:pt x="116945" y="66216"/>
                    <a:pt x="117713" y="70117"/>
                  </a:cubicBezTo>
                  <a:cubicBezTo>
                    <a:pt x="118461" y="73957"/>
                    <a:pt x="121371" y="75371"/>
                    <a:pt x="124827" y="76220"/>
                  </a:cubicBezTo>
                  <a:cubicBezTo>
                    <a:pt x="128283" y="77069"/>
                    <a:pt x="132346" y="76160"/>
                    <a:pt x="134892" y="79676"/>
                  </a:cubicBezTo>
                  <a:close/>
                </a:path>
              </a:pathLst>
            </a:custGeom>
            <a:solidFill>
              <a:srgbClr val="B1D2DD"/>
            </a:solidFill>
            <a:ln w="0" cap="flat">
              <a:noFill/>
              <a:prstDash val="solid"/>
              <a:miter/>
            </a:ln>
          </p:spPr>
          <p:txBody>
            <a:bodyPr rtlCol="0" anchor="ctr"/>
            <a:lstStyle/>
            <a:p>
              <a:endParaRPr lang="zh-CN" altLang="en-US" sz="650"/>
            </a:p>
          </p:txBody>
        </p:sp>
        <p:sp>
          <p:nvSpPr>
            <p:cNvPr id="2163" name="任意多边形: 形状 1859"/>
            <p:cNvSpPr/>
            <p:nvPr/>
          </p:nvSpPr>
          <p:spPr>
            <a:xfrm>
              <a:off x="554387" y="4434740"/>
              <a:ext cx="184903" cy="160555"/>
            </a:xfrm>
            <a:custGeom>
              <a:avLst/>
              <a:gdLst>
                <a:gd name="connsiteX0" fmla="*/ 34615 w 283252"/>
                <a:gd name="connsiteY0" fmla="*/ 208317 h 252845"/>
                <a:gd name="connsiteX1" fmla="*/ 36656 w 283252"/>
                <a:gd name="connsiteY1" fmla="*/ 200374 h 252845"/>
                <a:gd name="connsiteX2" fmla="*/ 53957 w 283252"/>
                <a:gd name="connsiteY2" fmla="*/ 198009 h 252845"/>
                <a:gd name="connsiteX3" fmla="*/ 64002 w 283252"/>
                <a:gd name="connsiteY3" fmla="*/ 188954 h 252845"/>
                <a:gd name="connsiteX4" fmla="*/ 66185 w 283252"/>
                <a:gd name="connsiteY4" fmla="*/ 176302 h 252845"/>
                <a:gd name="connsiteX5" fmla="*/ 75765 w 283252"/>
                <a:gd name="connsiteY5" fmla="*/ 177980 h 252845"/>
                <a:gd name="connsiteX6" fmla="*/ 77948 w 283252"/>
                <a:gd name="connsiteY6" fmla="*/ 187681 h 252845"/>
                <a:gd name="connsiteX7" fmla="*/ 90620 w 283252"/>
                <a:gd name="connsiteY7" fmla="*/ 199282 h 252845"/>
                <a:gd name="connsiteX8" fmla="*/ 137005 w 283252"/>
                <a:gd name="connsiteY8" fmla="*/ 199100 h 252845"/>
                <a:gd name="connsiteX9" fmla="*/ 189433 w 283252"/>
                <a:gd name="connsiteY9" fmla="*/ 197928 h 252845"/>
                <a:gd name="connsiteX10" fmla="*/ 189999 w 283252"/>
                <a:gd name="connsiteY10" fmla="*/ 209287 h 252845"/>
                <a:gd name="connsiteX11" fmla="*/ 175285 w 283252"/>
                <a:gd name="connsiteY11" fmla="*/ 211591 h 252845"/>
                <a:gd name="connsiteX12" fmla="*/ 90600 w 283252"/>
                <a:gd name="connsiteY12" fmla="*/ 211712 h 252845"/>
                <a:gd name="connsiteX13" fmla="*/ 79100 w 283252"/>
                <a:gd name="connsiteY13" fmla="*/ 215714 h 252845"/>
                <a:gd name="connsiteX14" fmla="*/ 80110 w 283252"/>
                <a:gd name="connsiteY14" fmla="*/ 239381 h 252845"/>
                <a:gd name="connsiteX15" fmla="*/ 91712 w 283252"/>
                <a:gd name="connsiteY15" fmla="*/ 241463 h 252845"/>
                <a:gd name="connsiteX16" fmla="*/ 221771 w 283252"/>
                <a:gd name="connsiteY16" fmla="*/ 241503 h 252845"/>
                <a:gd name="connsiteX17" fmla="*/ 261081 w 283252"/>
                <a:gd name="connsiteY17" fmla="*/ 241544 h 252845"/>
                <a:gd name="connsiteX18" fmla="*/ 271854 w 283252"/>
                <a:gd name="connsiteY18" fmla="*/ 230690 h 252845"/>
                <a:gd name="connsiteX19" fmla="*/ 253300 w 283252"/>
                <a:gd name="connsiteY19" fmla="*/ 211611 h 252845"/>
                <a:gd name="connsiteX20" fmla="*/ 221043 w 283252"/>
                <a:gd name="connsiteY20" fmla="*/ 211510 h 252845"/>
                <a:gd name="connsiteX21" fmla="*/ 208007 w 283252"/>
                <a:gd name="connsiteY21" fmla="*/ 207427 h 252845"/>
                <a:gd name="connsiteX22" fmla="*/ 209886 w 283252"/>
                <a:gd name="connsiteY22" fmla="*/ 199444 h 252845"/>
                <a:gd name="connsiteX23" fmla="*/ 260192 w 283252"/>
                <a:gd name="connsiteY23" fmla="*/ 199121 h 252845"/>
                <a:gd name="connsiteX24" fmla="*/ 271854 w 283252"/>
                <a:gd name="connsiteY24" fmla="*/ 187580 h 252845"/>
                <a:gd name="connsiteX25" fmla="*/ 271894 w 283252"/>
                <a:gd name="connsiteY25" fmla="*/ 170461 h 252845"/>
                <a:gd name="connsiteX26" fmla="*/ 262153 w 283252"/>
                <a:gd name="connsiteY26" fmla="*/ 160962 h 252845"/>
                <a:gd name="connsiteX27" fmla="*/ 232947 w 283252"/>
                <a:gd name="connsiteY27" fmla="*/ 160942 h 252845"/>
                <a:gd name="connsiteX28" fmla="*/ 220295 w 283252"/>
                <a:gd name="connsiteY28" fmla="*/ 158496 h 252845"/>
                <a:gd name="connsiteX29" fmla="*/ 221609 w 283252"/>
                <a:gd name="connsiteY29" fmla="*/ 146976 h 252845"/>
                <a:gd name="connsiteX30" fmla="*/ 260637 w 283252"/>
                <a:gd name="connsiteY30" fmla="*/ 146753 h 252845"/>
                <a:gd name="connsiteX31" fmla="*/ 272016 w 283252"/>
                <a:gd name="connsiteY31" fmla="*/ 135839 h 252845"/>
                <a:gd name="connsiteX32" fmla="*/ 249217 w 283252"/>
                <a:gd name="connsiteY32" fmla="*/ 112394 h 252845"/>
                <a:gd name="connsiteX33" fmla="*/ 230603 w 283252"/>
                <a:gd name="connsiteY33" fmla="*/ 110050 h 252845"/>
                <a:gd name="connsiteX34" fmla="*/ 231108 w 283252"/>
                <a:gd name="connsiteY34" fmla="*/ 101905 h 252845"/>
                <a:gd name="connsiteX35" fmla="*/ 258454 w 283252"/>
                <a:gd name="connsiteY35" fmla="*/ 98307 h 252845"/>
                <a:gd name="connsiteX36" fmla="*/ 271935 w 283252"/>
                <a:gd name="connsiteY36" fmla="*/ 84624 h 252845"/>
                <a:gd name="connsiteX37" fmla="*/ 250571 w 283252"/>
                <a:gd name="connsiteY37" fmla="*/ 62311 h 252845"/>
                <a:gd name="connsiteX38" fmla="*/ 241598 w 283252"/>
                <a:gd name="connsiteY38" fmla="*/ 58976 h 252845"/>
                <a:gd name="connsiteX39" fmla="*/ 244589 w 283252"/>
                <a:gd name="connsiteY39" fmla="*/ 48062 h 252845"/>
                <a:gd name="connsiteX40" fmla="*/ 271813 w 283252"/>
                <a:gd name="connsiteY40" fmla="*/ 24112 h 252845"/>
                <a:gd name="connsiteX41" fmla="*/ 258939 w 283252"/>
                <a:gd name="connsiteY41" fmla="*/ 11480 h 252845"/>
                <a:gd name="connsiteX42" fmla="*/ 125626 w 283252"/>
                <a:gd name="connsiteY42" fmla="*/ 11601 h 252845"/>
                <a:gd name="connsiteX43" fmla="*/ 85325 w 283252"/>
                <a:gd name="connsiteY43" fmla="*/ 13198 h 252845"/>
                <a:gd name="connsiteX44" fmla="*/ 78231 w 283252"/>
                <a:gd name="connsiteY44" fmla="*/ 19423 h 252845"/>
                <a:gd name="connsiteX45" fmla="*/ 78150 w 283252"/>
                <a:gd name="connsiteY45" fmla="*/ 21444 h 252845"/>
                <a:gd name="connsiteX46" fmla="*/ 104728 w 283252"/>
                <a:gd name="connsiteY46" fmla="*/ 49659 h 252845"/>
                <a:gd name="connsiteX47" fmla="*/ 143695 w 283252"/>
                <a:gd name="connsiteY47" fmla="*/ 51963 h 252845"/>
                <a:gd name="connsiteX48" fmla="*/ 142603 w 283252"/>
                <a:gd name="connsiteY48" fmla="*/ 63342 h 252845"/>
                <a:gd name="connsiteX49" fmla="*/ 87225 w 283252"/>
                <a:gd name="connsiteY49" fmla="*/ 61867 h 252845"/>
                <a:gd name="connsiteX50" fmla="*/ 78049 w 283252"/>
                <a:gd name="connsiteY50" fmla="*/ 70881 h 252845"/>
                <a:gd name="connsiteX51" fmla="*/ 78009 w 283252"/>
                <a:gd name="connsiteY51" fmla="*/ 75933 h 252845"/>
                <a:gd name="connsiteX52" fmla="*/ 94844 w 283252"/>
                <a:gd name="connsiteY52" fmla="*/ 100328 h 252845"/>
                <a:gd name="connsiteX53" fmla="*/ 93793 w 283252"/>
                <a:gd name="connsiteY53" fmla="*/ 109767 h 252845"/>
                <a:gd name="connsiteX54" fmla="*/ 77806 w 283252"/>
                <a:gd name="connsiteY54" fmla="*/ 134222 h 252845"/>
                <a:gd name="connsiteX55" fmla="*/ 81748 w 283252"/>
                <a:gd name="connsiteY55" fmla="*/ 151301 h 252845"/>
                <a:gd name="connsiteX56" fmla="*/ 81485 w 283252"/>
                <a:gd name="connsiteY56" fmla="*/ 157162 h 252845"/>
                <a:gd name="connsiteX57" fmla="*/ 73885 w 283252"/>
                <a:gd name="connsiteY57" fmla="*/ 165186 h 252845"/>
                <a:gd name="connsiteX58" fmla="*/ 64811 w 283252"/>
                <a:gd name="connsiteY58" fmla="*/ 158597 h 252845"/>
                <a:gd name="connsiteX59" fmla="*/ 63517 w 283252"/>
                <a:gd name="connsiteY59" fmla="*/ 152857 h 252845"/>
                <a:gd name="connsiteX60" fmla="*/ 63800 w 283252"/>
                <a:gd name="connsiteY60" fmla="*/ 121692 h 252845"/>
                <a:gd name="connsiteX61" fmla="*/ 53957 w 283252"/>
                <a:gd name="connsiteY61" fmla="*/ 112253 h 252845"/>
                <a:gd name="connsiteX62" fmla="*/ 26430 w 283252"/>
                <a:gd name="connsiteY62" fmla="*/ 109343 h 252845"/>
                <a:gd name="connsiteX63" fmla="*/ 22286 w 283252"/>
                <a:gd name="connsiteY63" fmla="*/ 103218 h 252845"/>
                <a:gd name="connsiteX64" fmla="*/ 31765 w 283252"/>
                <a:gd name="connsiteY64" fmla="*/ 98327 h 252845"/>
                <a:gd name="connsiteX65" fmla="*/ 53937 w 283252"/>
                <a:gd name="connsiteY65" fmla="*/ 98146 h 252845"/>
                <a:gd name="connsiteX66" fmla="*/ 63921 w 283252"/>
                <a:gd name="connsiteY66" fmla="*/ 88727 h 252845"/>
                <a:gd name="connsiteX67" fmla="*/ 40678 w 283252"/>
                <a:gd name="connsiteY67" fmla="*/ 63787 h 252845"/>
                <a:gd name="connsiteX68" fmla="*/ 19517 w 283252"/>
                <a:gd name="connsiteY68" fmla="*/ 63301 h 252845"/>
                <a:gd name="connsiteX69" fmla="*/ 11211 w 283252"/>
                <a:gd name="connsiteY69" fmla="*/ 70355 h 252845"/>
                <a:gd name="connsiteX70" fmla="*/ 6299 w 283252"/>
                <a:gd name="connsiteY70" fmla="*/ 80845 h 252845"/>
                <a:gd name="connsiteX71" fmla="*/ 14 w 283252"/>
                <a:gd name="connsiteY71" fmla="*/ 63685 h 252845"/>
                <a:gd name="connsiteX72" fmla="*/ 74 w 283252"/>
                <a:gd name="connsiteY72" fmla="*/ 8165 h 252845"/>
                <a:gd name="connsiteX73" fmla="*/ 8098 w 283252"/>
                <a:gd name="connsiteY73" fmla="*/ 0 h 252845"/>
                <a:gd name="connsiteX74" fmla="*/ 275613 w 283252"/>
                <a:gd name="connsiteY74" fmla="*/ 0 h 252845"/>
                <a:gd name="connsiteX75" fmla="*/ 283253 w 283252"/>
                <a:gd name="connsiteY75" fmla="*/ 7498 h 252845"/>
                <a:gd name="connsiteX76" fmla="*/ 283253 w 283252"/>
                <a:gd name="connsiteY76" fmla="*/ 245748 h 252845"/>
                <a:gd name="connsiteX77" fmla="*/ 274219 w 283252"/>
                <a:gd name="connsiteY77" fmla="*/ 252842 h 252845"/>
                <a:gd name="connsiteX78" fmla="*/ 171243 w 283252"/>
                <a:gd name="connsiteY78" fmla="*/ 252801 h 252845"/>
                <a:gd name="connsiteX79" fmla="*/ 19821 w 283252"/>
                <a:gd name="connsiteY79" fmla="*/ 252801 h 252845"/>
                <a:gd name="connsiteX80" fmla="*/ 9897 w 283252"/>
                <a:gd name="connsiteY80" fmla="*/ 252801 h 252845"/>
                <a:gd name="connsiteX81" fmla="*/ 14303 w 283252"/>
                <a:gd name="connsiteY81" fmla="*/ 244636 h 252845"/>
                <a:gd name="connsiteX82" fmla="*/ 43973 w 283252"/>
                <a:gd name="connsiteY82" fmla="*/ 241604 h 252845"/>
                <a:gd name="connsiteX83" fmla="*/ 63699 w 283252"/>
                <a:gd name="connsiteY83" fmla="*/ 219776 h 252845"/>
                <a:gd name="connsiteX84" fmla="*/ 54968 w 283252"/>
                <a:gd name="connsiteY84" fmla="*/ 211348 h 252845"/>
                <a:gd name="connsiteX85" fmla="*/ 34555 w 283252"/>
                <a:gd name="connsiteY85" fmla="*/ 208216 h 25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252" h="252845">
                  <a:moveTo>
                    <a:pt x="34615" y="208317"/>
                  </a:moveTo>
                  <a:cubicBezTo>
                    <a:pt x="34170" y="205386"/>
                    <a:pt x="35100" y="202799"/>
                    <a:pt x="36656" y="200374"/>
                  </a:cubicBezTo>
                  <a:cubicBezTo>
                    <a:pt x="41911" y="195907"/>
                    <a:pt x="48177" y="196978"/>
                    <a:pt x="53957" y="198009"/>
                  </a:cubicBezTo>
                  <a:cubicBezTo>
                    <a:pt x="61860" y="199404"/>
                    <a:pt x="64326" y="196291"/>
                    <a:pt x="64002" y="188954"/>
                  </a:cubicBezTo>
                  <a:cubicBezTo>
                    <a:pt x="63820" y="184670"/>
                    <a:pt x="63517" y="180183"/>
                    <a:pt x="66185" y="176302"/>
                  </a:cubicBezTo>
                  <a:cubicBezTo>
                    <a:pt x="69863" y="174039"/>
                    <a:pt x="72895" y="175595"/>
                    <a:pt x="75765" y="177980"/>
                  </a:cubicBezTo>
                  <a:cubicBezTo>
                    <a:pt x="77746" y="180930"/>
                    <a:pt x="77705" y="184326"/>
                    <a:pt x="77948" y="187681"/>
                  </a:cubicBezTo>
                  <a:cubicBezTo>
                    <a:pt x="78696" y="198999"/>
                    <a:pt x="78837" y="199161"/>
                    <a:pt x="90620" y="199282"/>
                  </a:cubicBezTo>
                  <a:cubicBezTo>
                    <a:pt x="106082" y="199464"/>
                    <a:pt x="121523" y="198575"/>
                    <a:pt x="137005" y="199100"/>
                  </a:cubicBezTo>
                  <a:cubicBezTo>
                    <a:pt x="154447" y="199687"/>
                    <a:pt x="171970" y="199100"/>
                    <a:pt x="189433" y="197928"/>
                  </a:cubicBezTo>
                  <a:cubicBezTo>
                    <a:pt x="193435" y="201526"/>
                    <a:pt x="193091" y="205325"/>
                    <a:pt x="189999" y="209287"/>
                  </a:cubicBezTo>
                  <a:cubicBezTo>
                    <a:pt x="185431" y="212137"/>
                    <a:pt x="180277" y="211591"/>
                    <a:pt x="175285" y="211591"/>
                  </a:cubicBezTo>
                  <a:cubicBezTo>
                    <a:pt x="147050" y="211672"/>
                    <a:pt x="118835" y="211530"/>
                    <a:pt x="90600" y="211712"/>
                  </a:cubicBezTo>
                  <a:cubicBezTo>
                    <a:pt x="86497" y="211732"/>
                    <a:pt x="81566" y="210540"/>
                    <a:pt x="79100" y="215714"/>
                  </a:cubicBezTo>
                  <a:cubicBezTo>
                    <a:pt x="77321" y="219433"/>
                    <a:pt x="77948" y="237542"/>
                    <a:pt x="80110" y="239381"/>
                  </a:cubicBezTo>
                  <a:cubicBezTo>
                    <a:pt x="83506" y="242251"/>
                    <a:pt x="87750" y="241463"/>
                    <a:pt x="91712" y="241463"/>
                  </a:cubicBezTo>
                  <a:cubicBezTo>
                    <a:pt x="135065" y="241524"/>
                    <a:pt x="178418" y="241503"/>
                    <a:pt x="221771" y="241503"/>
                  </a:cubicBezTo>
                  <a:cubicBezTo>
                    <a:pt x="234867" y="241503"/>
                    <a:pt x="247984" y="241362"/>
                    <a:pt x="261081" y="241544"/>
                  </a:cubicBezTo>
                  <a:cubicBezTo>
                    <a:pt x="268802" y="241645"/>
                    <a:pt x="271632" y="238310"/>
                    <a:pt x="271854" y="230690"/>
                  </a:cubicBezTo>
                  <a:cubicBezTo>
                    <a:pt x="272400" y="211874"/>
                    <a:pt x="272420" y="211651"/>
                    <a:pt x="253300" y="211611"/>
                  </a:cubicBezTo>
                  <a:cubicBezTo>
                    <a:pt x="242548" y="211611"/>
                    <a:pt x="231795" y="211753"/>
                    <a:pt x="221043" y="211510"/>
                  </a:cubicBezTo>
                  <a:cubicBezTo>
                    <a:pt x="216354" y="211409"/>
                    <a:pt x="211523" y="211429"/>
                    <a:pt x="208007" y="207427"/>
                  </a:cubicBezTo>
                  <a:cubicBezTo>
                    <a:pt x="206390" y="204234"/>
                    <a:pt x="206168" y="201364"/>
                    <a:pt x="209886" y="199444"/>
                  </a:cubicBezTo>
                  <a:cubicBezTo>
                    <a:pt x="226641" y="198696"/>
                    <a:pt x="243417" y="199444"/>
                    <a:pt x="260192" y="199121"/>
                  </a:cubicBezTo>
                  <a:cubicBezTo>
                    <a:pt x="270803" y="198918"/>
                    <a:pt x="271652" y="198049"/>
                    <a:pt x="271854" y="187580"/>
                  </a:cubicBezTo>
                  <a:cubicBezTo>
                    <a:pt x="271955" y="181880"/>
                    <a:pt x="271692" y="176161"/>
                    <a:pt x="271894" y="170461"/>
                  </a:cubicBezTo>
                  <a:cubicBezTo>
                    <a:pt x="272137" y="163508"/>
                    <a:pt x="268822" y="160881"/>
                    <a:pt x="262153" y="160962"/>
                  </a:cubicBezTo>
                  <a:cubicBezTo>
                    <a:pt x="252431" y="161083"/>
                    <a:pt x="242689" y="161063"/>
                    <a:pt x="232947" y="160942"/>
                  </a:cubicBezTo>
                  <a:cubicBezTo>
                    <a:pt x="228602" y="160881"/>
                    <a:pt x="224176" y="161164"/>
                    <a:pt x="220295" y="158496"/>
                  </a:cubicBezTo>
                  <a:cubicBezTo>
                    <a:pt x="217546" y="154292"/>
                    <a:pt x="217122" y="150351"/>
                    <a:pt x="221609" y="146976"/>
                  </a:cubicBezTo>
                  <a:cubicBezTo>
                    <a:pt x="234605" y="145965"/>
                    <a:pt x="247621" y="146652"/>
                    <a:pt x="260637" y="146753"/>
                  </a:cubicBezTo>
                  <a:cubicBezTo>
                    <a:pt x="268539" y="146814"/>
                    <a:pt x="272177" y="144348"/>
                    <a:pt x="272016" y="135839"/>
                  </a:cubicBezTo>
                  <a:cubicBezTo>
                    <a:pt x="271510" y="109262"/>
                    <a:pt x="274421" y="112819"/>
                    <a:pt x="249217" y="112394"/>
                  </a:cubicBezTo>
                  <a:cubicBezTo>
                    <a:pt x="242972" y="112293"/>
                    <a:pt x="236464" y="113607"/>
                    <a:pt x="230603" y="110050"/>
                  </a:cubicBezTo>
                  <a:cubicBezTo>
                    <a:pt x="228380" y="107180"/>
                    <a:pt x="228844" y="104472"/>
                    <a:pt x="231108" y="101905"/>
                  </a:cubicBezTo>
                  <a:cubicBezTo>
                    <a:pt x="239577" y="95983"/>
                    <a:pt x="249258" y="98651"/>
                    <a:pt x="258454" y="98307"/>
                  </a:cubicBezTo>
                  <a:cubicBezTo>
                    <a:pt x="271591" y="97822"/>
                    <a:pt x="272076" y="97802"/>
                    <a:pt x="271935" y="84624"/>
                  </a:cubicBezTo>
                  <a:cubicBezTo>
                    <a:pt x="271712" y="61402"/>
                    <a:pt x="275310" y="60714"/>
                    <a:pt x="250571" y="62311"/>
                  </a:cubicBezTo>
                  <a:cubicBezTo>
                    <a:pt x="247095" y="62534"/>
                    <a:pt x="243861" y="62109"/>
                    <a:pt x="241598" y="58976"/>
                  </a:cubicBezTo>
                  <a:cubicBezTo>
                    <a:pt x="240122" y="54651"/>
                    <a:pt x="238991" y="50427"/>
                    <a:pt x="244589" y="48062"/>
                  </a:cubicBezTo>
                  <a:cubicBezTo>
                    <a:pt x="271813" y="52185"/>
                    <a:pt x="272440" y="51640"/>
                    <a:pt x="271813" y="24112"/>
                  </a:cubicBezTo>
                  <a:cubicBezTo>
                    <a:pt x="271551" y="12531"/>
                    <a:pt x="270702" y="11500"/>
                    <a:pt x="258939" y="11480"/>
                  </a:cubicBezTo>
                  <a:cubicBezTo>
                    <a:pt x="214495" y="11399"/>
                    <a:pt x="170050" y="11197"/>
                    <a:pt x="125626" y="11601"/>
                  </a:cubicBezTo>
                  <a:cubicBezTo>
                    <a:pt x="112206" y="11723"/>
                    <a:pt x="98846" y="14370"/>
                    <a:pt x="85325" y="13198"/>
                  </a:cubicBezTo>
                  <a:cubicBezTo>
                    <a:pt x="80818" y="12814"/>
                    <a:pt x="78231" y="14653"/>
                    <a:pt x="78231" y="19423"/>
                  </a:cubicBezTo>
                  <a:cubicBezTo>
                    <a:pt x="78231" y="20090"/>
                    <a:pt x="78150" y="20777"/>
                    <a:pt x="78150" y="21444"/>
                  </a:cubicBezTo>
                  <a:cubicBezTo>
                    <a:pt x="78393" y="54287"/>
                    <a:pt x="74492" y="48770"/>
                    <a:pt x="104728" y="49659"/>
                  </a:cubicBezTo>
                  <a:cubicBezTo>
                    <a:pt x="117723" y="50043"/>
                    <a:pt x="130942" y="47153"/>
                    <a:pt x="143695" y="51963"/>
                  </a:cubicBezTo>
                  <a:cubicBezTo>
                    <a:pt x="146545" y="56066"/>
                    <a:pt x="147070" y="59946"/>
                    <a:pt x="142603" y="63342"/>
                  </a:cubicBezTo>
                  <a:cubicBezTo>
                    <a:pt x="124211" y="60573"/>
                    <a:pt x="105698" y="62291"/>
                    <a:pt x="87225" y="61867"/>
                  </a:cubicBezTo>
                  <a:cubicBezTo>
                    <a:pt x="80959" y="61725"/>
                    <a:pt x="77786" y="64453"/>
                    <a:pt x="78049" y="70881"/>
                  </a:cubicBezTo>
                  <a:cubicBezTo>
                    <a:pt x="78110" y="72558"/>
                    <a:pt x="78029" y="74236"/>
                    <a:pt x="78009" y="75933"/>
                  </a:cubicBezTo>
                  <a:cubicBezTo>
                    <a:pt x="77928" y="88559"/>
                    <a:pt x="83540" y="96690"/>
                    <a:pt x="94844" y="100328"/>
                  </a:cubicBezTo>
                  <a:cubicBezTo>
                    <a:pt x="97755" y="103845"/>
                    <a:pt x="96037" y="106836"/>
                    <a:pt x="93793" y="109767"/>
                  </a:cubicBezTo>
                  <a:cubicBezTo>
                    <a:pt x="77726" y="115628"/>
                    <a:pt x="77827" y="115628"/>
                    <a:pt x="77806" y="134222"/>
                  </a:cubicBezTo>
                  <a:cubicBezTo>
                    <a:pt x="77806" y="140266"/>
                    <a:pt x="78211" y="146107"/>
                    <a:pt x="81748" y="151301"/>
                  </a:cubicBezTo>
                  <a:cubicBezTo>
                    <a:pt x="82293" y="153282"/>
                    <a:pt x="82111" y="155262"/>
                    <a:pt x="81485" y="157162"/>
                  </a:cubicBezTo>
                  <a:cubicBezTo>
                    <a:pt x="80212" y="161023"/>
                    <a:pt x="78676" y="164964"/>
                    <a:pt x="73885" y="165186"/>
                  </a:cubicBezTo>
                  <a:cubicBezTo>
                    <a:pt x="69378" y="165408"/>
                    <a:pt x="66731" y="162316"/>
                    <a:pt x="64811" y="158597"/>
                  </a:cubicBezTo>
                  <a:cubicBezTo>
                    <a:pt x="63881" y="156819"/>
                    <a:pt x="63436" y="154898"/>
                    <a:pt x="63517" y="152857"/>
                  </a:cubicBezTo>
                  <a:cubicBezTo>
                    <a:pt x="64285" y="142469"/>
                    <a:pt x="63456" y="132080"/>
                    <a:pt x="63800" y="121692"/>
                  </a:cubicBezTo>
                  <a:cubicBezTo>
                    <a:pt x="64022" y="114658"/>
                    <a:pt x="60506" y="112617"/>
                    <a:pt x="53957" y="112253"/>
                  </a:cubicBezTo>
                  <a:cubicBezTo>
                    <a:pt x="44761" y="111748"/>
                    <a:pt x="35100" y="114840"/>
                    <a:pt x="26430" y="109343"/>
                  </a:cubicBezTo>
                  <a:cubicBezTo>
                    <a:pt x="25055" y="107301"/>
                    <a:pt x="23661" y="105260"/>
                    <a:pt x="22286" y="103218"/>
                  </a:cubicBezTo>
                  <a:cubicBezTo>
                    <a:pt x="23357" y="97580"/>
                    <a:pt x="28107" y="98590"/>
                    <a:pt x="31765" y="98327"/>
                  </a:cubicBezTo>
                  <a:cubicBezTo>
                    <a:pt x="39142" y="97802"/>
                    <a:pt x="46560" y="98044"/>
                    <a:pt x="53937" y="98146"/>
                  </a:cubicBezTo>
                  <a:cubicBezTo>
                    <a:pt x="60546" y="98247"/>
                    <a:pt x="63517" y="95700"/>
                    <a:pt x="63921" y="88727"/>
                  </a:cubicBezTo>
                  <a:cubicBezTo>
                    <a:pt x="65377" y="63746"/>
                    <a:pt x="65579" y="63787"/>
                    <a:pt x="40678" y="63787"/>
                  </a:cubicBezTo>
                  <a:cubicBezTo>
                    <a:pt x="33625" y="63787"/>
                    <a:pt x="26531" y="64211"/>
                    <a:pt x="19517" y="63301"/>
                  </a:cubicBezTo>
                  <a:cubicBezTo>
                    <a:pt x="13858" y="62574"/>
                    <a:pt x="11615" y="64777"/>
                    <a:pt x="11211" y="70355"/>
                  </a:cubicBezTo>
                  <a:cubicBezTo>
                    <a:pt x="10928" y="74256"/>
                    <a:pt x="12383" y="79470"/>
                    <a:pt x="6299" y="80845"/>
                  </a:cubicBezTo>
                  <a:cubicBezTo>
                    <a:pt x="1449" y="76136"/>
                    <a:pt x="-168" y="70598"/>
                    <a:pt x="14" y="63685"/>
                  </a:cubicBezTo>
                  <a:cubicBezTo>
                    <a:pt x="519" y="45192"/>
                    <a:pt x="377" y="26679"/>
                    <a:pt x="74" y="8165"/>
                  </a:cubicBezTo>
                  <a:cubicBezTo>
                    <a:pt x="-27" y="2082"/>
                    <a:pt x="1873" y="-20"/>
                    <a:pt x="8098" y="0"/>
                  </a:cubicBezTo>
                  <a:cubicBezTo>
                    <a:pt x="97270" y="162"/>
                    <a:pt x="186441" y="142"/>
                    <a:pt x="275613" y="0"/>
                  </a:cubicBezTo>
                  <a:cubicBezTo>
                    <a:pt x="281232" y="0"/>
                    <a:pt x="283253" y="1759"/>
                    <a:pt x="283253" y="7498"/>
                  </a:cubicBezTo>
                  <a:cubicBezTo>
                    <a:pt x="283112" y="86908"/>
                    <a:pt x="283091" y="166338"/>
                    <a:pt x="283253" y="245748"/>
                  </a:cubicBezTo>
                  <a:cubicBezTo>
                    <a:pt x="283253" y="252983"/>
                    <a:pt x="279292" y="252862"/>
                    <a:pt x="274219" y="252842"/>
                  </a:cubicBezTo>
                  <a:cubicBezTo>
                    <a:pt x="239900" y="252761"/>
                    <a:pt x="205581" y="252801"/>
                    <a:pt x="171243" y="252801"/>
                  </a:cubicBezTo>
                  <a:cubicBezTo>
                    <a:pt x="120775" y="252801"/>
                    <a:pt x="70288" y="252801"/>
                    <a:pt x="19821" y="252801"/>
                  </a:cubicBezTo>
                  <a:cubicBezTo>
                    <a:pt x="16546" y="252801"/>
                    <a:pt x="13292" y="252801"/>
                    <a:pt x="9897" y="252801"/>
                  </a:cubicBezTo>
                  <a:cubicBezTo>
                    <a:pt x="9634" y="248537"/>
                    <a:pt x="13494" y="247466"/>
                    <a:pt x="14303" y="244636"/>
                  </a:cubicBezTo>
                  <a:cubicBezTo>
                    <a:pt x="23721" y="239199"/>
                    <a:pt x="34049" y="241908"/>
                    <a:pt x="43973" y="241604"/>
                  </a:cubicBezTo>
                  <a:cubicBezTo>
                    <a:pt x="64002" y="240978"/>
                    <a:pt x="64083" y="244757"/>
                    <a:pt x="63699" y="219776"/>
                  </a:cubicBezTo>
                  <a:cubicBezTo>
                    <a:pt x="63598" y="213753"/>
                    <a:pt x="60688" y="211672"/>
                    <a:pt x="54968" y="211348"/>
                  </a:cubicBezTo>
                  <a:cubicBezTo>
                    <a:pt x="48116" y="210944"/>
                    <a:pt x="40719" y="213289"/>
                    <a:pt x="34555" y="208216"/>
                  </a:cubicBezTo>
                  <a:close/>
                </a:path>
              </a:pathLst>
            </a:custGeom>
            <a:solidFill>
              <a:srgbClr val="B6D0DB"/>
            </a:solidFill>
            <a:ln w="0" cap="flat">
              <a:noFill/>
              <a:prstDash val="solid"/>
              <a:miter/>
            </a:ln>
          </p:spPr>
          <p:txBody>
            <a:bodyPr rtlCol="0" anchor="ctr"/>
            <a:lstStyle/>
            <a:p>
              <a:endParaRPr lang="zh-CN" altLang="en-US" sz="650"/>
            </a:p>
          </p:txBody>
        </p:sp>
        <p:sp>
          <p:nvSpPr>
            <p:cNvPr id="2164" name="任意多边形: 形状 1860"/>
            <p:cNvSpPr/>
            <p:nvPr/>
          </p:nvSpPr>
          <p:spPr>
            <a:xfrm>
              <a:off x="402682" y="4457943"/>
              <a:ext cx="167717" cy="165546"/>
            </a:xfrm>
            <a:custGeom>
              <a:avLst/>
              <a:gdLst>
                <a:gd name="connsiteX0" fmla="*/ 20 w 256924"/>
                <a:gd name="connsiteY0" fmla="*/ 130827 h 260704"/>
                <a:gd name="connsiteX1" fmla="*/ 126380 w 256924"/>
                <a:gd name="connsiteY1" fmla="*/ 0 h 260704"/>
                <a:gd name="connsiteX2" fmla="*/ 256924 w 256924"/>
                <a:gd name="connsiteY2" fmla="*/ 131333 h 260704"/>
                <a:gd name="connsiteX3" fmla="*/ 128967 w 256924"/>
                <a:gd name="connsiteY3" fmla="*/ 260704 h 260704"/>
                <a:gd name="connsiteX4" fmla="*/ 0 w 256924"/>
                <a:gd name="connsiteY4" fmla="*/ 130827 h 26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24" h="260704">
                  <a:moveTo>
                    <a:pt x="20" y="130827"/>
                  </a:moveTo>
                  <a:cubicBezTo>
                    <a:pt x="20" y="59745"/>
                    <a:pt x="57885" y="-181"/>
                    <a:pt x="126380" y="0"/>
                  </a:cubicBezTo>
                  <a:cubicBezTo>
                    <a:pt x="198595" y="182"/>
                    <a:pt x="256844" y="58795"/>
                    <a:pt x="256924" y="131333"/>
                  </a:cubicBezTo>
                  <a:cubicBezTo>
                    <a:pt x="257005" y="201284"/>
                    <a:pt x="198069" y="260866"/>
                    <a:pt x="128967" y="260704"/>
                  </a:cubicBezTo>
                  <a:cubicBezTo>
                    <a:pt x="57157" y="260543"/>
                    <a:pt x="0" y="202981"/>
                    <a:pt x="0" y="130827"/>
                  </a:cubicBezTo>
                  <a:close/>
                </a:path>
              </a:pathLst>
            </a:custGeom>
            <a:solidFill>
              <a:srgbClr val="66A7BE"/>
            </a:solidFill>
            <a:ln w="0" cap="flat">
              <a:noFill/>
              <a:prstDash val="solid"/>
              <a:miter/>
            </a:ln>
          </p:spPr>
          <p:txBody>
            <a:bodyPr rtlCol="0" anchor="ctr"/>
            <a:lstStyle/>
            <a:p>
              <a:endParaRPr lang="zh-CN" altLang="en-US" sz="650"/>
            </a:p>
          </p:txBody>
        </p:sp>
        <p:sp>
          <p:nvSpPr>
            <p:cNvPr id="2165" name="任意多边形: 形状 1861"/>
            <p:cNvSpPr/>
            <p:nvPr/>
          </p:nvSpPr>
          <p:spPr>
            <a:xfrm>
              <a:off x="411812" y="3684206"/>
              <a:ext cx="33446" cy="157468"/>
            </a:xfrm>
            <a:custGeom>
              <a:avLst/>
              <a:gdLst>
                <a:gd name="connsiteX0" fmla="*/ 20 w 51235"/>
                <a:gd name="connsiteY0" fmla="*/ 244297 h 247983"/>
                <a:gd name="connsiteX1" fmla="*/ 323 w 51235"/>
                <a:gd name="connsiteY1" fmla="*/ 13021 h 247983"/>
                <a:gd name="connsiteX2" fmla="*/ 13501 w 51235"/>
                <a:gd name="connsiteY2" fmla="*/ 247 h 247983"/>
                <a:gd name="connsiteX3" fmla="*/ 40766 w 51235"/>
                <a:gd name="connsiteY3" fmla="*/ 85 h 247983"/>
                <a:gd name="connsiteX4" fmla="*/ 50952 w 51235"/>
                <a:gd name="connsiteY4" fmla="*/ 10130 h 247983"/>
                <a:gd name="connsiteX5" fmla="*/ 50791 w 51235"/>
                <a:gd name="connsiteY5" fmla="*/ 187888 h 247983"/>
                <a:gd name="connsiteX6" fmla="*/ 51235 w 51235"/>
                <a:gd name="connsiteY6" fmla="*/ 244418 h 247983"/>
                <a:gd name="connsiteX7" fmla="*/ 48042 w 51235"/>
                <a:gd name="connsiteY7" fmla="*/ 235808 h 247983"/>
                <a:gd name="connsiteX8" fmla="*/ 47880 w 51235"/>
                <a:gd name="connsiteY8" fmla="*/ 69248 h 247983"/>
                <a:gd name="connsiteX9" fmla="*/ 48042 w 51235"/>
                <a:gd name="connsiteY9" fmla="*/ 13728 h 247983"/>
                <a:gd name="connsiteX10" fmla="*/ 37532 w 51235"/>
                <a:gd name="connsiteY10" fmla="*/ 2935 h 247983"/>
                <a:gd name="connsiteX11" fmla="*/ 29306 w 51235"/>
                <a:gd name="connsiteY11" fmla="*/ 2329 h 247983"/>
                <a:gd name="connsiteX12" fmla="*/ 29630 w 51235"/>
                <a:gd name="connsiteY12" fmla="*/ 3137 h 247983"/>
                <a:gd name="connsiteX13" fmla="*/ 47820 w 51235"/>
                <a:gd name="connsiteY13" fmla="*/ 21711 h 247983"/>
                <a:gd name="connsiteX14" fmla="*/ 47820 w 51235"/>
                <a:gd name="connsiteY14" fmla="*/ 234717 h 247983"/>
                <a:gd name="connsiteX15" fmla="*/ 35390 w 51235"/>
                <a:gd name="connsiteY15" fmla="*/ 247794 h 247983"/>
                <a:gd name="connsiteX16" fmla="*/ 11157 w 51235"/>
                <a:gd name="connsiteY16" fmla="*/ 247794 h 247983"/>
                <a:gd name="connsiteX17" fmla="*/ 0 w 51235"/>
                <a:gd name="connsiteY17" fmla="*/ 244317 h 24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235" h="247983">
                  <a:moveTo>
                    <a:pt x="20" y="244297"/>
                  </a:moveTo>
                  <a:cubicBezTo>
                    <a:pt x="121" y="167212"/>
                    <a:pt x="222" y="90106"/>
                    <a:pt x="323" y="13021"/>
                  </a:cubicBezTo>
                  <a:cubicBezTo>
                    <a:pt x="323" y="4506"/>
                    <a:pt x="4716" y="247"/>
                    <a:pt x="13501" y="247"/>
                  </a:cubicBezTo>
                  <a:cubicBezTo>
                    <a:pt x="22596" y="247"/>
                    <a:pt x="31732" y="773"/>
                    <a:pt x="40766" y="85"/>
                  </a:cubicBezTo>
                  <a:cubicBezTo>
                    <a:pt x="48770" y="-521"/>
                    <a:pt x="51013" y="2026"/>
                    <a:pt x="50952" y="10130"/>
                  </a:cubicBezTo>
                  <a:cubicBezTo>
                    <a:pt x="50609" y="69390"/>
                    <a:pt x="50730" y="128649"/>
                    <a:pt x="50791" y="187888"/>
                  </a:cubicBezTo>
                  <a:cubicBezTo>
                    <a:pt x="50791" y="206724"/>
                    <a:pt x="51074" y="225581"/>
                    <a:pt x="51235" y="244418"/>
                  </a:cubicBezTo>
                  <a:cubicBezTo>
                    <a:pt x="44970" y="243549"/>
                    <a:pt x="48042" y="238658"/>
                    <a:pt x="48042" y="235808"/>
                  </a:cubicBezTo>
                  <a:cubicBezTo>
                    <a:pt x="47840" y="180288"/>
                    <a:pt x="47900" y="124768"/>
                    <a:pt x="47880" y="69248"/>
                  </a:cubicBezTo>
                  <a:cubicBezTo>
                    <a:pt x="47880" y="50735"/>
                    <a:pt x="47516" y="32221"/>
                    <a:pt x="48042" y="13728"/>
                  </a:cubicBezTo>
                  <a:cubicBezTo>
                    <a:pt x="48284" y="5603"/>
                    <a:pt x="46223" y="1783"/>
                    <a:pt x="37532" y="2935"/>
                  </a:cubicBezTo>
                  <a:cubicBezTo>
                    <a:pt x="34884" y="3279"/>
                    <a:pt x="31893" y="3966"/>
                    <a:pt x="29306" y="2329"/>
                  </a:cubicBezTo>
                  <a:cubicBezTo>
                    <a:pt x="29387" y="2551"/>
                    <a:pt x="29508" y="3137"/>
                    <a:pt x="29630" y="3137"/>
                  </a:cubicBezTo>
                  <a:cubicBezTo>
                    <a:pt x="41756" y="3622"/>
                    <a:pt x="47820" y="9813"/>
                    <a:pt x="47820" y="21711"/>
                  </a:cubicBezTo>
                  <a:cubicBezTo>
                    <a:pt x="47820" y="92713"/>
                    <a:pt x="47820" y="163715"/>
                    <a:pt x="47820" y="234717"/>
                  </a:cubicBezTo>
                  <a:cubicBezTo>
                    <a:pt x="47820" y="246237"/>
                    <a:pt x="46789" y="247369"/>
                    <a:pt x="35390" y="247794"/>
                  </a:cubicBezTo>
                  <a:cubicBezTo>
                    <a:pt x="27326" y="248077"/>
                    <a:pt x="19241" y="248016"/>
                    <a:pt x="11157" y="247794"/>
                  </a:cubicBezTo>
                  <a:cubicBezTo>
                    <a:pt x="7175" y="247672"/>
                    <a:pt x="2971" y="247854"/>
                    <a:pt x="0" y="244317"/>
                  </a:cubicBezTo>
                  <a:close/>
                </a:path>
              </a:pathLst>
            </a:custGeom>
            <a:solidFill>
              <a:srgbClr val="85B8CC"/>
            </a:solidFill>
            <a:ln w="0" cap="flat">
              <a:noFill/>
              <a:prstDash val="solid"/>
              <a:miter/>
            </a:ln>
          </p:spPr>
          <p:txBody>
            <a:bodyPr rtlCol="0" anchor="ctr"/>
            <a:lstStyle/>
            <a:p>
              <a:endParaRPr lang="zh-CN" altLang="en-US" sz="650"/>
            </a:p>
          </p:txBody>
        </p:sp>
        <p:sp>
          <p:nvSpPr>
            <p:cNvPr id="2166" name="任意多边形: 形状 1862"/>
            <p:cNvSpPr/>
            <p:nvPr/>
          </p:nvSpPr>
          <p:spPr>
            <a:xfrm>
              <a:off x="579007" y="4447745"/>
              <a:ext cx="137671" cy="124197"/>
            </a:xfrm>
            <a:custGeom>
              <a:avLst/>
              <a:gdLst>
                <a:gd name="connsiteX0" fmla="*/ 104342 w 210898"/>
                <a:gd name="connsiteY0" fmla="*/ 42740 h 195588"/>
                <a:gd name="connsiteX1" fmla="*/ 106121 w 210898"/>
                <a:gd name="connsiteY1" fmla="*/ 32412 h 195588"/>
                <a:gd name="connsiteX2" fmla="*/ 109880 w 210898"/>
                <a:gd name="connsiteY2" fmla="*/ 9977 h 195588"/>
                <a:gd name="connsiteX3" fmla="*/ 133830 w 210898"/>
                <a:gd name="connsiteY3" fmla="*/ 7411 h 195588"/>
                <a:gd name="connsiteX4" fmla="*/ 141106 w 210898"/>
                <a:gd name="connsiteY4" fmla="*/ 31098 h 195588"/>
                <a:gd name="connsiteX5" fmla="*/ 142784 w 210898"/>
                <a:gd name="connsiteY5" fmla="*/ 39021 h 195588"/>
                <a:gd name="connsiteX6" fmla="*/ 162530 w 210898"/>
                <a:gd name="connsiteY6" fmla="*/ 143149 h 195588"/>
                <a:gd name="connsiteX7" fmla="*/ 184641 w 210898"/>
                <a:gd name="connsiteY7" fmla="*/ 41042 h 195588"/>
                <a:gd name="connsiteX8" fmla="*/ 186602 w 210898"/>
                <a:gd name="connsiteY8" fmla="*/ 31381 h 195588"/>
                <a:gd name="connsiteX9" fmla="*/ 189229 w 210898"/>
                <a:gd name="connsiteY9" fmla="*/ 19598 h 195588"/>
                <a:gd name="connsiteX10" fmla="*/ 199436 w 210898"/>
                <a:gd name="connsiteY10" fmla="*/ 8340 h 195588"/>
                <a:gd name="connsiteX11" fmla="*/ 208976 w 210898"/>
                <a:gd name="connsiteY11" fmla="*/ 12524 h 195588"/>
                <a:gd name="connsiteX12" fmla="*/ 206773 w 210898"/>
                <a:gd name="connsiteY12" fmla="*/ 28046 h 195588"/>
                <a:gd name="connsiteX13" fmla="*/ 204792 w 210898"/>
                <a:gd name="connsiteY13" fmla="*/ 38192 h 195588"/>
                <a:gd name="connsiteX14" fmla="*/ 194929 w 210898"/>
                <a:gd name="connsiteY14" fmla="*/ 82819 h 195588"/>
                <a:gd name="connsiteX15" fmla="*/ 192908 w 210898"/>
                <a:gd name="connsiteY15" fmla="*/ 88942 h 195588"/>
                <a:gd name="connsiteX16" fmla="*/ 184096 w 210898"/>
                <a:gd name="connsiteY16" fmla="*/ 126899 h 195588"/>
                <a:gd name="connsiteX17" fmla="*/ 182479 w 210898"/>
                <a:gd name="connsiteY17" fmla="*/ 137166 h 195588"/>
                <a:gd name="connsiteX18" fmla="*/ 172454 w 210898"/>
                <a:gd name="connsiteY18" fmla="*/ 179670 h 195588"/>
                <a:gd name="connsiteX19" fmla="*/ 171039 w 210898"/>
                <a:gd name="connsiteY19" fmla="*/ 186199 h 195588"/>
                <a:gd name="connsiteX20" fmla="*/ 163197 w 210898"/>
                <a:gd name="connsiteY20" fmla="*/ 195395 h 195588"/>
                <a:gd name="connsiteX21" fmla="*/ 152607 w 210898"/>
                <a:gd name="connsiteY21" fmla="*/ 187775 h 195588"/>
                <a:gd name="connsiteX22" fmla="*/ 150687 w 210898"/>
                <a:gd name="connsiteY22" fmla="*/ 177528 h 195588"/>
                <a:gd name="connsiteX23" fmla="*/ 143613 w 210898"/>
                <a:gd name="connsiteY23" fmla="*/ 154851 h 195588"/>
                <a:gd name="connsiteX24" fmla="*/ 140136 w 210898"/>
                <a:gd name="connsiteY24" fmla="*/ 138056 h 195588"/>
                <a:gd name="connsiteX25" fmla="*/ 138297 w 210898"/>
                <a:gd name="connsiteY25" fmla="*/ 126859 h 195588"/>
                <a:gd name="connsiteX26" fmla="*/ 122189 w 210898"/>
                <a:gd name="connsiteY26" fmla="*/ 44377 h 195588"/>
                <a:gd name="connsiteX27" fmla="*/ 113538 w 210898"/>
                <a:gd name="connsiteY27" fmla="*/ 84941 h 195588"/>
                <a:gd name="connsiteX28" fmla="*/ 106707 w 210898"/>
                <a:gd name="connsiteY28" fmla="*/ 113398 h 195588"/>
                <a:gd name="connsiteX29" fmla="*/ 94621 w 210898"/>
                <a:gd name="connsiteY29" fmla="*/ 131063 h 195588"/>
                <a:gd name="connsiteX30" fmla="*/ 86779 w 210898"/>
                <a:gd name="connsiteY30" fmla="*/ 131507 h 195588"/>
                <a:gd name="connsiteX31" fmla="*/ 69013 w 210898"/>
                <a:gd name="connsiteY31" fmla="*/ 104930 h 195588"/>
                <a:gd name="connsiteX32" fmla="*/ 61434 w 210898"/>
                <a:gd name="connsiteY32" fmla="*/ 129567 h 195588"/>
                <a:gd name="connsiteX33" fmla="*/ 59009 w 210898"/>
                <a:gd name="connsiteY33" fmla="*/ 138076 h 195588"/>
                <a:gd name="connsiteX34" fmla="*/ 52339 w 210898"/>
                <a:gd name="connsiteY34" fmla="*/ 152244 h 195588"/>
                <a:gd name="connsiteX35" fmla="*/ 37363 w 210898"/>
                <a:gd name="connsiteY35" fmla="*/ 157782 h 195588"/>
                <a:gd name="connsiteX36" fmla="*/ 29116 w 210898"/>
                <a:gd name="connsiteY36" fmla="*/ 155700 h 195588"/>
                <a:gd name="connsiteX37" fmla="*/ 12725 w 210898"/>
                <a:gd name="connsiteY37" fmla="*/ 159763 h 195588"/>
                <a:gd name="connsiteX38" fmla="*/ 801 w 210898"/>
                <a:gd name="connsiteY38" fmla="*/ 163845 h 195588"/>
                <a:gd name="connsiteX39" fmla="*/ 7309 w 210898"/>
                <a:gd name="connsiteY39" fmla="*/ 139450 h 195588"/>
                <a:gd name="connsiteX40" fmla="*/ 8946 w 210898"/>
                <a:gd name="connsiteY40" fmla="*/ 130759 h 195588"/>
                <a:gd name="connsiteX41" fmla="*/ 18950 w 210898"/>
                <a:gd name="connsiteY41" fmla="*/ 122655 h 195588"/>
                <a:gd name="connsiteX42" fmla="*/ 27459 w 210898"/>
                <a:gd name="connsiteY42" fmla="*/ 133064 h 195588"/>
                <a:gd name="connsiteX43" fmla="*/ 29521 w 210898"/>
                <a:gd name="connsiteY43" fmla="*/ 137591 h 195588"/>
                <a:gd name="connsiteX44" fmla="*/ 37059 w 210898"/>
                <a:gd name="connsiteY44" fmla="*/ 143088 h 195588"/>
                <a:gd name="connsiteX45" fmla="*/ 41465 w 210898"/>
                <a:gd name="connsiteY45" fmla="*/ 135812 h 195588"/>
                <a:gd name="connsiteX46" fmla="*/ 42941 w 210898"/>
                <a:gd name="connsiteY46" fmla="*/ 131022 h 195588"/>
                <a:gd name="connsiteX47" fmla="*/ 55189 w 210898"/>
                <a:gd name="connsiteY47" fmla="*/ 89044 h 195588"/>
                <a:gd name="connsiteX48" fmla="*/ 57493 w 210898"/>
                <a:gd name="connsiteY48" fmla="*/ 80818 h 195588"/>
                <a:gd name="connsiteX49" fmla="*/ 67457 w 210898"/>
                <a:gd name="connsiteY49" fmla="*/ 70611 h 195588"/>
                <a:gd name="connsiteX50" fmla="*/ 80230 w 210898"/>
                <a:gd name="connsiteY50" fmla="*/ 76553 h 195588"/>
                <a:gd name="connsiteX51" fmla="*/ 88618 w 210898"/>
                <a:gd name="connsiteY51" fmla="*/ 101655 h 195588"/>
                <a:gd name="connsiteX52" fmla="*/ 99431 w 210898"/>
                <a:gd name="connsiteY52" fmla="*/ 53391 h 195588"/>
                <a:gd name="connsiteX53" fmla="*/ 104322 w 210898"/>
                <a:gd name="connsiteY53" fmla="*/ 42740 h 195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0898" h="195588">
                  <a:moveTo>
                    <a:pt x="104342" y="42740"/>
                  </a:moveTo>
                  <a:cubicBezTo>
                    <a:pt x="106808" y="39627"/>
                    <a:pt x="105676" y="35868"/>
                    <a:pt x="106121" y="32412"/>
                  </a:cubicBezTo>
                  <a:cubicBezTo>
                    <a:pt x="104807" y="24509"/>
                    <a:pt x="106970" y="17031"/>
                    <a:pt x="109880" y="9977"/>
                  </a:cubicBezTo>
                  <a:cubicBezTo>
                    <a:pt x="114953" y="-2291"/>
                    <a:pt x="126029" y="-3362"/>
                    <a:pt x="133830" y="7411"/>
                  </a:cubicBezTo>
                  <a:cubicBezTo>
                    <a:pt x="138903" y="14404"/>
                    <a:pt x="140035" y="22791"/>
                    <a:pt x="141106" y="31098"/>
                  </a:cubicBezTo>
                  <a:cubicBezTo>
                    <a:pt x="141228" y="33827"/>
                    <a:pt x="142319" y="36353"/>
                    <a:pt x="142784" y="39021"/>
                  </a:cubicBezTo>
                  <a:cubicBezTo>
                    <a:pt x="148888" y="74916"/>
                    <a:pt x="156871" y="110447"/>
                    <a:pt x="162530" y="143149"/>
                  </a:cubicBezTo>
                  <a:cubicBezTo>
                    <a:pt x="168998" y="111013"/>
                    <a:pt x="176557" y="75967"/>
                    <a:pt x="184641" y="41042"/>
                  </a:cubicBezTo>
                  <a:cubicBezTo>
                    <a:pt x="185793" y="37930"/>
                    <a:pt x="185996" y="34615"/>
                    <a:pt x="186602" y="31381"/>
                  </a:cubicBezTo>
                  <a:cubicBezTo>
                    <a:pt x="187410" y="27440"/>
                    <a:pt x="188037" y="23438"/>
                    <a:pt x="189229" y="19598"/>
                  </a:cubicBezTo>
                  <a:cubicBezTo>
                    <a:pt x="190866" y="14282"/>
                    <a:pt x="193312" y="9492"/>
                    <a:pt x="199436" y="8340"/>
                  </a:cubicBezTo>
                  <a:cubicBezTo>
                    <a:pt x="203418" y="7593"/>
                    <a:pt x="206934" y="9068"/>
                    <a:pt x="208976" y="12524"/>
                  </a:cubicBezTo>
                  <a:cubicBezTo>
                    <a:pt x="212270" y="18123"/>
                    <a:pt x="211199" y="23398"/>
                    <a:pt x="206773" y="28046"/>
                  </a:cubicBezTo>
                  <a:cubicBezTo>
                    <a:pt x="204084" y="31038"/>
                    <a:pt x="205297" y="34777"/>
                    <a:pt x="204792" y="38192"/>
                  </a:cubicBezTo>
                  <a:cubicBezTo>
                    <a:pt x="204630" y="53755"/>
                    <a:pt x="201012" y="68549"/>
                    <a:pt x="194929" y="82819"/>
                  </a:cubicBezTo>
                  <a:cubicBezTo>
                    <a:pt x="192605" y="84314"/>
                    <a:pt x="192948" y="86699"/>
                    <a:pt x="192908" y="88942"/>
                  </a:cubicBezTo>
                  <a:cubicBezTo>
                    <a:pt x="194019" y="102545"/>
                    <a:pt x="191533" y="115298"/>
                    <a:pt x="184096" y="126899"/>
                  </a:cubicBezTo>
                  <a:cubicBezTo>
                    <a:pt x="181913" y="130052"/>
                    <a:pt x="182822" y="133710"/>
                    <a:pt x="182479" y="137166"/>
                  </a:cubicBezTo>
                  <a:cubicBezTo>
                    <a:pt x="182075" y="152022"/>
                    <a:pt x="179467" y="166371"/>
                    <a:pt x="172454" y="179670"/>
                  </a:cubicBezTo>
                  <a:cubicBezTo>
                    <a:pt x="170595" y="181550"/>
                    <a:pt x="170756" y="183854"/>
                    <a:pt x="171039" y="186199"/>
                  </a:cubicBezTo>
                  <a:cubicBezTo>
                    <a:pt x="172535" y="192747"/>
                    <a:pt x="167826" y="194667"/>
                    <a:pt x="163197" y="195395"/>
                  </a:cubicBezTo>
                  <a:cubicBezTo>
                    <a:pt x="157761" y="196244"/>
                    <a:pt x="153193" y="194404"/>
                    <a:pt x="152607" y="187775"/>
                  </a:cubicBezTo>
                  <a:cubicBezTo>
                    <a:pt x="152000" y="184359"/>
                    <a:pt x="153294" y="180580"/>
                    <a:pt x="150687" y="177528"/>
                  </a:cubicBezTo>
                  <a:cubicBezTo>
                    <a:pt x="144643" y="171141"/>
                    <a:pt x="145755" y="162471"/>
                    <a:pt x="143613" y="154851"/>
                  </a:cubicBezTo>
                  <a:cubicBezTo>
                    <a:pt x="142056" y="149354"/>
                    <a:pt x="141228" y="143674"/>
                    <a:pt x="140136" y="138056"/>
                  </a:cubicBezTo>
                  <a:cubicBezTo>
                    <a:pt x="139469" y="134337"/>
                    <a:pt x="139692" y="130477"/>
                    <a:pt x="138297" y="126859"/>
                  </a:cubicBezTo>
                  <a:cubicBezTo>
                    <a:pt x="132577" y="98603"/>
                    <a:pt x="127161" y="70288"/>
                    <a:pt x="122189" y="44377"/>
                  </a:cubicBezTo>
                  <a:cubicBezTo>
                    <a:pt x="121360" y="56706"/>
                    <a:pt x="116146" y="70571"/>
                    <a:pt x="113538" y="84941"/>
                  </a:cubicBezTo>
                  <a:cubicBezTo>
                    <a:pt x="111800" y="94480"/>
                    <a:pt x="109274" y="103980"/>
                    <a:pt x="106707" y="113398"/>
                  </a:cubicBezTo>
                  <a:cubicBezTo>
                    <a:pt x="104767" y="120573"/>
                    <a:pt x="102301" y="127667"/>
                    <a:pt x="94621" y="131063"/>
                  </a:cubicBezTo>
                  <a:cubicBezTo>
                    <a:pt x="92054" y="131871"/>
                    <a:pt x="89427" y="131952"/>
                    <a:pt x="86779" y="131507"/>
                  </a:cubicBezTo>
                  <a:cubicBezTo>
                    <a:pt x="74248" y="127121"/>
                    <a:pt x="74450" y="114267"/>
                    <a:pt x="69013" y="104930"/>
                  </a:cubicBezTo>
                  <a:cubicBezTo>
                    <a:pt x="66143" y="113034"/>
                    <a:pt x="64526" y="121543"/>
                    <a:pt x="61434" y="129567"/>
                  </a:cubicBezTo>
                  <a:cubicBezTo>
                    <a:pt x="60201" y="132275"/>
                    <a:pt x="59858" y="135246"/>
                    <a:pt x="59009" y="138076"/>
                  </a:cubicBezTo>
                  <a:cubicBezTo>
                    <a:pt x="57372" y="143088"/>
                    <a:pt x="55694" y="148161"/>
                    <a:pt x="52339" y="152244"/>
                  </a:cubicBezTo>
                  <a:cubicBezTo>
                    <a:pt x="48539" y="156832"/>
                    <a:pt x="44335" y="161319"/>
                    <a:pt x="37363" y="157782"/>
                  </a:cubicBezTo>
                  <a:cubicBezTo>
                    <a:pt x="34614" y="157095"/>
                    <a:pt x="31865" y="156387"/>
                    <a:pt x="29116" y="155700"/>
                  </a:cubicBezTo>
                  <a:cubicBezTo>
                    <a:pt x="22709" y="153174"/>
                    <a:pt x="17414" y="153376"/>
                    <a:pt x="12725" y="159763"/>
                  </a:cubicBezTo>
                  <a:cubicBezTo>
                    <a:pt x="10259" y="163138"/>
                    <a:pt x="6177" y="166634"/>
                    <a:pt x="801" y="163845"/>
                  </a:cubicBezTo>
                  <a:cubicBezTo>
                    <a:pt x="-2433" y="154265"/>
                    <a:pt x="5025" y="147555"/>
                    <a:pt x="7309" y="139450"/>
                  </a:cubicBezTo>
                  <a:cubicBezTo>
                    <a:pt x="6541" y="136317"/>
                    <a:pt x="7814" y="133528"/>
                    <a:pt x="8946" y="130759"/>
                  </a:cubicBezTo>
                  <a:cubicBezTo>
                    <a:pt x="10785" y="126252"/>
                    <a:pt x="13271" y="121988"/>
                    <a:pt x="18950" y="122655"/>
                  </a:cubicBezTo>
                  <a:cubicBezTo>
                    <a:pt x="24751" y="123342"/>
                    <a:pt x="27580" y="127182"/>
                    <a:pt x="27459" y="133064"/>
                  </a:cubicBezTo>
                  <a:cubicBezTo>
                    <a:pt x="28126" y="134579"/>
                    <a:pt x="28611" y="136216"/>
                    <a:pt x="29521" y="137591"/>
                  </a:cubicBezTo>
                  <a:cubicBezTo>
                    <a:pt x="31340" y="140339"/>
                    <a:pt x="33138" y="143917"/>
                    <a:pt x="37059" y="143088"/>
                  </a:cubicBezTo>
                  <a:cubicBezTo>
                    <a:pt x="40455" y="142381"/>
                    <a:pt x="40596" y="138642"/>
                    <a:pt x="41465" y="135812"/>
                  </a:cubicBezTo>
                  <a:cubicBezTo>
                    <a:pt x="41950" y="134216"/>
                    <a:pt x="42456" y="132619"/>
                    <a:pt x="42941" y="131022"/>
                  </a:cubicBezTo>
                  <a:cubicBezTo>
                    <a:pt x="42820" y="115803"/>
                    <a:pt x="47650" y="102019"/>
                    <a:pt x="55189" y="89044"/>
                  </a:cubicBezTo>
                  <a:cubicBezTo>
                    <a:pt x="55957" y="86295"/>
                    <a:pt x="56725" y="83546"/>
                    <a:pt x="57493" y="80818"/>
                  </a:cubicBezTo>
                  <a:cubicBezTo>
                    <a:pt x="57129" y="73825"/>
                    <a:pt x="61980" y="71662"/>
                    <a:pt x="67457" y="70611"/>
                  </a:cubicBezTo>
                  <a:cubicBezTo>
                    <a:pt x="72894" y="69580"/>
                    <a:pt x="77441" y="71622"/>
                    <a:pt x="80230" y="76553"/>
                  </a:cubicBezTo>
                  <a:cubicBezTo>
                    <a:pt x="84758" y="84496"/>
                    <a:pt x="86557" y="93328"/>
                    <a:pt x="88618" y="101655"/>
                  </a:cubicBezTo>
                  <a:cubicBezTo>
                    <a:pt x="91508" y="85790"/>
                    <a:pt x="95773" y="69661"/>
                    <a:pt x="99431" y="53391"/>
                  </a:cubicBezTo>
                  <a:cubicBezTo>
                    <a:pt x="100280" y="49571"/>
                    <a:pt x="100563" y="45307"/>
                    <a:pt x="104322" y="42740"/>
                  </a:cubicBezTo>
                  <a:close/>
                </a:path>
              </a:pathLst>
            </a:custGeom>
            <a:solidFill>
              <a:srgbClr val="67A9BF"/>
            </a:solidFill>
            <a:ln w="0" cap="flat">
              <a:noFill/>
              <a:prstDash val="solid"/>
              <a:miter/>
            </a:ln>
          </p:spPr>
          <p:txBody>
            <a:bodyPr rtlCol="0" anchor="ctr"/>
            <a:lstStyle/>
            <a:p>
              <a:endParaRPr lang="zh-CN" altLang="en-US" sz="650"/>
            </a:p>
          </p:txBody>
        </p:sp>
        <p:sp>
          <p:nvSpPr>
            <p:cNvPr id="2167" name="任意多边形: 形状 1863"/>
            <p:cNvSpPr/>
            <p:nvPr/>
          </p:nvSpPr>
          <p:spPr>
            <a:xfrm>
              <a:off x="553881" y="3706573"/>
              <a:ext cx="31203" cy="135234"/>
            </a:xfrm>
            <a:custGeom>
              <a:avLst/>
              <a:gdLst>
                <a:gd name="connsiteX0" fmla="*/ 47173 w 47799"/>
                <a:gd name="connsiteY0" fmla="*/ 1100 h 212969"/>
                <a:gd name="connsiteX1" fmla="*/ 47537 w 47799"/>
                <a:gd name="connsiteY1" fmla="*/ 196987 h 212969"/>
                <a:gd name="connsiteX2" fmla="*/ 47799 w 47799"/>
                <a:gd name="connsiteY2" fmla="*/ 209093 h 212969"/>
                <a:gd name="connsiteX3" fmla="*/ 26557 w 47799"/>
                <a:gd name="connsiteY3" fmla="*/ 212610 h 212969"/>
                <a:gd name="connsiteX4" fmla="*/ 0 w 47799"/>
                <a:gd name="connsiteY4" fmla="*/ 186477 h 212969"/>
                <a:gd name="connsiteX5" fmla="*/ 0 w 47799"/>
                <a:gd name="connsiteY5" fmla="*/ 10943 h 212969"/>
                <a:gd name="connsiteX6" fmla="*/ 11076 w 47799"/>
                <a:gd name="connsiteY6" fmla="*/ 292 h 212969"/>
                <a:gd name="connsiteX7" fmla="*/ 47153 w 47799"/>
                <a:gd name="connsiteY7" fmla="*/ 1100 h 212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99" h="212969">
                  <a:moveTo>
                    <a:pt x="47173" y="1100"/>
                  </a:moveTo>
                  <a:cubicBezTo>
                    <a:pt x="47294" y="66402"/>
                    <a:pt x="47415" y="131684"/>
                    <a:pt x="47537" y="196987"/>
                  </a:cubicBezTo>
                  <a:cubicBezTo>
                    <a:pt x="47537" y="201029"/>
                    <a:pt x="47719" y="205051"/>
                    <a:pt x="47799" y="209093"/>
                  </a:cubicBezTo>
                  <a:cubicBezTo>
                    <a:pt x="41473" y="214712"/>
                    <a:pt x="33732" y="212549"/>
                    <a:pt x="26557" y="212610"/>
                  </a:cubicBezTo>
                  <a:cubicBezTo>
                    <a:pt x="0" y="212873"/>
                    <a:pt x="0" y="212731"/>
                    <a:pt x="0" y="186477"/>
                  </a:cubicBezTo>
                  <a:cubicBezTo>
                    <a:pt x="0" y="127966"/>
                    <a:pt x="0" y="69454"/>
                    <a:pt x="0" y="10943"/>
                  </a:cubicBezTo>
                  <a:cubicBezTo>
                    <a:pt x="0" y="251"/>
                    <a:pt x="40" y="-12"/>
                    <a:pt x="11076" y="292"/>
                  </a:cubicBezTo>
                  <a:cubicBezTo>
                    <a:pt x="23101" y="615"/>
                    <a:pt x="35167" y="-1002"/>
                    <a:pt x="47153" y="1100"/>
                  </a:cubicBezTo>
                  <a:close/>
                </a:path>
              </a:pathLst>
            </a:custGeom>
            <a:solidFill>
              <a:srgbClr val="86B8CC"/>
            </a:solidFill>
            <a:ln w="0" cap="flat">
              <a:noFill/>
              <a:prstDash val="solid"/>
              <a:miter/>
            </a:ln>
          </p:spPr>
          <p:txBody>
            <a:bodyPr rtlCol="0" anchor="ctr"/>
            <a:lstStyle/>
            <a:p>
              <a:endParaRPr lang="zh-CN" altLang="en-US" sz="650"/>
            </a:p>
          </p:txBody>
        </p:sp>
        <p:sp>
          <p:nvSpPr>
            <p:cNvPr id="2168" name="任意多边形: 形状 1864"/>
            <p:cNvSpPr/>
            <p:nvPr/>
          </p:nvSpPr>
          <p:spPr>
            <a:xfrm>
              <a:off x="1396039" y="3623348"/>
              <a:ext cx="145304" cy="210004"/>
            </a:xfrm>
            <a:custGeom>
              <a:avLst/>
              <a:gdLst>
                <a:gd name="connsiteX0" fmla="*/ 96935 w 222590"/>
                <a:gd name="connsiteY0" fmla="*/ 303979 h 330718"/>
                <a:gd name="connsiteX1" fmla="*/ 95419 w 222590"/>
                <a:gd name="connsiteY1" fmla="*/ 269135 h 330718"/>
                <a:gd name="connsiteX2" fmla="*/ 84667 w 222590"/>
                <a:gd name="connsiteY2" fmla="*/ 254947 h 330718"/>
                <a:gd name="connsiteX3" fmla="*/ 84667 w 222590"/>
                <a:gd name="connsiteY3" fmla="*/ 330719 h 330718"/>
                <a:gd name="connsiteX4" fmla="*/ 83838 w 222590"/>
                <a:gd name="connsiteY4" fmla="*/ 277503 h 330718"/>
                <a:gd name="connsiteX5" fmla="*/ 64253 w 222590"/>
                <a:gd name="connsiteY5" fmla="*/ 236534 h 330718"/>
                <a:gd name="connsiteX6" fmla="*/ 4064 w 222590"/>
                <a:gd name="connsiteY6" fmla="*/ 123958 h 330718"/>
                <a:gd name="connsiteX7" fmla="*/ 204 w 222590"/>
                <a:gd name="connsiteY7" fmla="*/ 46509 h 330718"/>
                <a:gd name="connsiteX8" fmla="*/ 18111 w 222590"/>
                <a:gd name="connsiteY8" fmla="*/ 26682 h 330718"/>
                <a:gd name="connsiteX9" fmla="*/ 107020 w 222590"/>
                <a:gd name="connsiteY9" fmla="*/ 2105 h 330718"/>
                <a:gd name="connsiteX10" fmla="*/ 117429 w 222590"/>
                <a:gd name="connsiteY10" fmla="*/ 812 h 330718"/>
                <a:gd name="connsiteX11" fmla="*/ 211087 w 222590"/>
                <a:gd name="connsiteY11" fmla="*/ 26298 h 330718"/>
                <a:gd name="connsiteX12" fmla="*/ 222588 w 222590"/>
                <a:gd name="connsiteY12" fmla="*/ 40324 h 330718"/>
                <a:gd name="connsiteX13" fmla="*/ 222426 w 222590"/>
                <a:gd name="connsiteY13" fmla="*/ 103909 h 330718"/>
                <a:gd name="connsiteX14" fmla="*/ 220405 w 222590"/>
                <a:gd name="connsiteY14" fmla="*/ 119653 h 330718"/>
                <a:gd name="connsiteX15" fmla="*/ 199324 w 222590"/>
                <a:gd name="connsiteY15" fmla="*/ 193283 h 330718"/>
                <a:gd name="connsiteX16" fmla="*/ 118237 w 222590"/>
                <a:gd name="connsiteY16" fmla="*/ 267094 h 330718"/>
                <a:gd name="connsiteX17" fmla="*/ 100007 w 222590"/>
                <a:gd name="connsiteY17" fmla="*/ 266831 h 330718"/>
                <a:gd name="connsiteX18" fmla="*/ 99805 w 222590"/>
                <a:gd name="connsiteY18" fmla="*/ 292661 h 330718"/>
                <a:gd name="connsiteX19" fmla="*/ 96955 w 222590"/>
                <a:gd name="connsiteY19" fmla="*/ 303979 h 33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2590" h="330718">
                  <a:moveTo>
                    <a:pt x="96935" y="303979"/>
                  </a:moveTo>
                  <a:cubicBezTo>
                    <a:pt x="93155" y="292519"/>
                    <a:pt x="95560" y="280736"/>
                    <a:pt x="95419" y="269135"/>
                  </a:cubicBezTo>
                  <a:cubicBezTo>
                    <a:pt x="95318" y="261697"/>
                    <a:pt x="93357" y="256948"/>
                    <a:pt x="84667" y="254947"/>
                  </a:cubicBezTo>
                  <a:cubicBezTo>
                    <a:pt x="84667" y="280474"/>
                    <a:pt x="84667" y="305596"/>
                    <a:pt x="84667" y="330719"/>
                  </a:cubicBezTo>
                  <a:cubicBezTo>
                    <a:pt x="81776" y="313034"/>
                    <a:pt x="82423" y="295086"/>
                    <a:pt x="83838" y="277503"/>
                  </a:cubicBezTo>
                  <a:cubicBezTo>
                    <a:pt x="85333" y="259009"/>
                    <a:pt x="78199" y="247954"/>
                    <a:pt x="64253" y="236534"/>
                  </a:cubicBezTo>
                  <a:cubicBezTo>
                    <a:pt x="29005" y="207673"/>
                    <a:pt x="9400" y="169393"/>
                    <a:pt x="4064" y="123958"/>
                  </a:cubicBezTo>
                  <a:cubicBezTo>
                    <a:pt x="1053" y="98229"/>
                    <a:pt x="-604" y="72440"/>
                    <a:pt x="204" y="46509"/>
                  </a:cubicBezTo>
                  <a:cubicBezTo>
                    <a:pt x="729" y="29491"/>
                    <a:pt x="1457" y="29026"/>
                    <a:pt x="18111" y="26682"/>
                  </a:cubicBezTo>
                  <a:cubicBezTo>
                    <a:pt x="48792" y="22357"/>
                    <a:pt x="78563" y="14535"/>
                    <a:pt x="107020" y="2105"/>
                  </a:cubicBezTo>
                  <a:cubicBezTo>
                    <a:pt x="110496" y="589"/>
                    <a:pt x="113528" y="-1007"/>
                    <a:pt x="117429" y="812"/>
                  </a:cubicBezTo>
                  <a:cubicBezTo>
                    <a:pt x="147159" y="14777"/>
                    <a:pt x="178426" y="23307"/>
                    <a:pt x="211087" y="26298"/>
                  </a:cubicBezTo>
                  <a:cubicBezTo>
                    <a:pt x="220526" y="27167"/>
                    <a:pt x="222689" y="32098"/>
                    <a:pt x="222588" y="40324"/>
                  </a:cubicBezTo>
                  <a:cubicBezTo>
                    <a:pt x="222345" y="61526"/>
                    <a:pt x="222446" y="82707"/>
                    <a:pt x="222426" y="103909"/>
                  </a:cubicBezTo>
                  <a:cubicBezTo>
                    <a:pt x="221759" y="109164"/>
                    <a:pt x="221072" y="114398"/>
                    <a:pt x="220405" y="119653"/>
                  </a:cubicBezTo>
                  <a:cubicBezTo>
                    <a:pt x="220182" y="146150"/>
                    <a:pt x="212846" y="170969"/>
                    <a:pt x="199324" y="193283"/>
                  </a:cubicBezTo>
                  <a:cubicBezTo>
                    <a:pt x="179720" y="225641"/>
                    <a:pt x="150373" y="248075"/>
                    <a:pt x="118237" y="267094"/>
                  </a:cubicBezTo>
                  <a:cubicBezTo>
                    <a:pt x="112437" y="270530"/>
                    <a:pt x="106717" y="268994"/>
                    <a:pt x="100007" y="266831"/>
                  </a:cubicBezTo>
                  <a:cubicBezTo>
                    <a:pt x="99704" y="276047"/>
                    <a:pt x="100007" y="284374"/>
                    <a:pt x="99805" y="292661"/>
                  </a:cubicBezTo>
                  <a:cubicBezTo>
                    <a:pt x="99724" y="296622"/>
                    <a:pt x="100391" y="300846"/>
                    <a:pt x="96955" y="303979"/>
                  </a:cubicBezTo>
                  <a:close/>
                </a:path>
              </a:pathLst>
            </a:custGeom>
            <a:solidFill>
              <a:srgbClr val="6EAEC3"/>
            </a:solidFill>
            <a:ln w="0" cap="flat">
              <a:noFill/>
              <a:prstDash val="solid"/>
              <a:miter/>
            </a:ln>
          </p:spPr>
          <p:txBody>
            <a:bodyPr rtlCol="0" anchor="ctr"/>
            <a:lstStyle/>
            <a:p>
              <a:endParaRPr lang="zh-CN" altLang="en-US" sz="650"/>
            </a:p>
          </p:txBody>
        </p:sp>
        <p:sp>
          <p:nvSpPr>
            <p:cNvPr id="2169" name="任意多边形: 形状 1866"/>
            <p:cNvSpPr/>
            <p:nvPr/>
          </p:nvSpPr>
          <p:spPr>
            <a:xfrm>
              <a:off x="1148390" y="4102765"/>
              <a:ext cx="104576" cy="53997"/>
            </a:xfrm>
            <a:custGeom>
              <a:avLst/>
              <a:gdLst>
                <a:gd name="connsiteX0" fmla="*/ 84332 w 160200"/>
                <a:gd name="connsiteY0" fmla="*/ 68151 h 85036"/>
                <a:gd name="connsiteX1" fmla="*/ 80673 w 160200"/>
                <a:gd name="connsiteY1" fmla="*/ 71870 h 85036"/>
                <a:gd name="connsiteX2" fmla="*/ 9651 w 160200"/>
                <a:gd name="connsiteY2" fmla="*/ 56934 h 85036"/>
                <a:gd name="connsiteX3" fmla="*/ 4174 w 160200"/>
                <a:gd name="connsiteY3" fmla="*/ 32620 h 85036"/>
                <a:gd name="connsiteX4" fmla="*/ 9247 w 160200"/>
                <a:gd name="connsiteY4" fmla="*/ 29810 h 85036"/>
                <a:gd name="connsiteX5" fmla="*/ 33521 w 160200"/>
                <a:gd name="connsiteY5" fmla="*/ 12712 h 85036"/>
                <a:gd name="connsiteX6" fmla="*/ 38169 w 160200"/>
                <a:gd name="connsiteY6" fmla="*/ 7679 h 85036"/>
                <a:gd name="connsiteX7" fmla="*/ 72023 w 160200"/>
                <a:gd name="connsiteY7" fmla="*/ 5840 h 85036"/>
                <a:gd name="connsiteX8" fmla="*/ 79865 w 160200"/>
                <a:gd name="connsiteY8" fmla="*/ 17077 h 85036"/>
                <a:gd name="connsiteX9" fmla="*/ 114830 w 160200"/>
                <a:gd name="connsiteY9" fmla="*/ 21423 h 85036"/>
                <a:gd name="connsiteX10" fmla="*/ 129645 w 160200"/>
                <a:gd name="connsiteY10" fmla="*/ 343 h 85036"/>
                <a:gd name="connsiteX11" fmla="*/ 157112 w 160200"/>
                <a:gd name="connsiteY11" fmla="*/ 12671 h 85036"/>
                <a:gd name="connsiteX12" fmla="*/ 153454 w 160200"/>
                <a:gd name="connsiteY12" fmla="*/ 41937 h 85036"/>
                <a:gd name="connsiteX13" fmla="*/ 114325 w 160200"/>
                <a:gd name="connsiteY13" fmla="*/ 61017 h 85036"/>
                <a:gd name="connsiteX14" fmla="*/ 84311 w 160200"/>
                <a:gd name="connsiteY14" fmla="*/ 68131 h 8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200" h="85036">
                  <a:moveTo>
                    <a:pt x="84332" y="68151"/>
                  </a:moveTo>
                  <a:cubicBezTo>
                    <a:pt x="83119" y="69384"/>
                    <a:pt x="81886" y="70637"/>
                    <a:pt x="80673" y="71870"/>
                  </a:cubicBezTo>
                  <a:cubicBezTo>
                    <a:pt x="50923" y="97922"/>
                    <a:pt x="19494" y="81268"/>
                    <a:pt x="9651" y="56934"/>
                  </a:cubicBezTo>
                  <a:cubicBezTo>
                    <a:pt x="-1525" y="53094"/>
                    <a:pt x="-2496" y="48769"/>
                    <a:pt x="4174" y="32620"/>
                  </a:cubicBezTo>
                  <a:cubicBezTo>
                    <a:pt x="5427" y="30902"/>
                    <a:pt x="7266" y="30053"/>
                    <a:pt x="9247" y="29810"/>
                  </a:cubicBezTo>
                  <a:cubicBezTo>
                    <a:pt x="20464" y="28517"/>
                    <a:pt x="28023" y="22110"/>
                    <a:pt x="33521" y="12712"/>
                  </a:cubicBezTo>
                  <a:cubicBezTo>
                    <a:pt x="34693" y="10731"/>
                    <a:pt x="35865" y="8670"/>
                    <a:pt x="38169" y="7679"/>
                  </a:cubicBezTo>
                  <a:cubicBezTo>
                    <a:pt x="49326" y="4829"/>
                    <a:pt x="60685" y="5315"/>
                    <a:pt x="72023" y="5840"/>
                  </a:cubicBezTo>
                  <a:cubicBezTo>
                    <a:pt x="76651" y="8184"/>
                    <a:pt x="77480" y="13197"/>
                    <a:pt x="79865" y="17077"/>
                  </a:cubicBezTo>
                  <a:cubicBezTo>
                    <a:pt x="88818" y="31791"/>
                    <a:pt x="102117" y="33186"/>
                    <a:pt x="114830" y="21423"/>
                  </a:cubicBezTo>
                  <a:cubicBezTo>
                    <a:pt x="121399" y="15339"/>
                    <a:pt x="123339" y="6386"/>
                    <a:pt x="129645" y="343"/>
                  </a:cubicBezTo>
                  <a:cubicBezTo>
                    <a:pt x="141327" y="-1153"/>
                    <a:pt x="151311" y="2121"/>
                    <a:pt x="157112" y="12671"/>
                  </a:cubicBezTo>
                  <a:cubicBezTo>
                    <a:pt x="162711" y="22858"/>
                    <a:pt x="160225" y="33004"/>
                    <a:pt x="153454" y="41937"/>
                  </a:cubicBezTo>
                  <a:cubicBezTo>
                    <a:pt x="143692" y="54832"/>
                    <a:pt x="130716" y="61522"/>
                    <a:pt x="114325" y="61017"/>
                  </a:cubicBezTo>
                  <a:cubicBezTo>
                    <a:pt x="103674" y="60693"/>
                    <a:pt x="92760" y="59177"/>
                    <a:pt x="84311" y="68131"/>
                  </a:cubicBezTo>
                  <a:close/>
                </a:path>
              </a:pathLst>
            </a:custGeom>
            <a:solidFill>
              <a:srgbClr val="80C0CB"/>
            </a:solidFill>
            <a:ln w="0" cap="flat">
              <a:noFill/>
              <a:prstDash val="solid"/>
              <a:miter/>
            </a:ln>
          </p:spPr>
          <p:txBody>
            <a:bodyPr rtlCol="0" anchor="ctr"/>
            <a:lstStyle/>
            <a:p>
              <a:endParaRPr lang="zh-CN" altLang="en-US" sz="650"/>
            </a:p>
          </p:txBody>
        </p:sp>
        <p:sp>
          <p:nvSpPr>
            <p:cNvPr id="2170" name="任意多边形: 形状 1867"/>
            <p:cNvSpPr/>
            <p:nvPr/>
          </p:nvSpPr>
          <p:spPr>
            <a:xfrm>
              <a:off x="381808" y="3685687"/>
              <a:ext cx="299435" cy="160701"/>
            </a:xfrm>
            <a:custGeom>
              <a:avLst/>
              <a:gdLst>
                <a:gd name="connsiteX0" fmla="*/ 310771 w 458703"/>
                <a:gd name="connsiteY0" fmla="*/ 33992 h 253075"/>
                <a:gd name="connsiteX1" fmla="*/ 273481 w 458703"/>
                <a:gd name="connsiteY1" fmla="*/ 33911 h 253075"/>
                <a:gd name="connsiteX2" fmla="*/ 264447 w 458703"/>
                <a:gd name="connsiteY2" fmla="*/ 43229 h 253075"/>
                <a:gd name="connsiteX3" fmla="*/ 264447 w 458703"/>
                <a:gd name="connsiteY3" fmla="*/ 233699 h 253075"/>
                <a:gd name="connsiteX4" fmla="*/ 273118 w 458703"/>
                <a:gd name="connsiteY4" fmla="*/ 242309 h 253075"/>
                <a:gd name="connsiteX5" fmla="*/ 311398 w 458703"/>
                <a:gd name="connsiteY5" fmla="*/ 241985 h 253075"/>
                <a:gd name="connsiteX6" fmla="*/ 333125 w 458703"/>
                <a:gd name="connsiteY6" fmla="*/ 220905 h 253075"/>
                <a:gd name="connsiteX7" fmla="*/ 333003 w 458703"/>
                <a:gd name="connsiteY7" fmla="*/ 119000 h 253075"/>
                <a:gd name="connsiteX8" fmla="*/ 341169 w 458703"/>
                <a:gd name="connsiteY8" fmla="*/ 110390 h 253075"/>
                <a:gd name="connsiteX9" fmla="*/ 376478 w 458703"/>
                <a:gd name="connsiteY9" fmla="*/ 110653 h 253075"/>
                <a:gd name="connsiteX10" fmla="*/ 383309 w 458703"/>
                <a:gd name="connsiteY10" fmla="*/ 112917 h 253075"/>
                <a:gd name="connsiteX11" fmla="*/ 382824 w 458703"/>
                <a:gd name="connsiteY11" fmla="*/ 239499 h 253075"/>
                <a:gd name="connsiteX12" fmla="*/ 384178 w 458703"/>
                <a:gd name="connsiteY12" fmla="*/ 242046 h 253075"/>
                <a:gd name="connsiteX13" fmla="*/ 447722 w 458703"/>
                <a:gd name="connsiteY13" fmla="*/ 242248 h 253075"/>
                <a:gd name="connsiteX14" fmla="*/ 458697 w 458703"/>
                <a:gd name="connsiteY14" fmla="*/ 247564 h 253075"/>
                <a:gd name="connsiteX15" fmla="*/ 448086 w 458703"/>
                <a:gd name="connsiteY15" fmla="*/ 252232 h 253075"/>
                <a:gd name="connsiteX16" fmla="*/ 63750 w 458703"/>
                <a:gd name="connsiteY16" fmla="*/ 252374 h 253075"/>
                <a:gd name="connsiteX17" fmla="*/ 8270 w 458703"/>
                <a:gd name="connsiteY17" fmla="*/ 252313 h 253075"/>
                <a:gd name="connsiteX18" fmla="*/ 4 w 458703"/>
                <a:gd name="connsiteY18" fmla="*/ 246978 h 253075"/>
                <a:gd name="connsiteX19" fmla="*/ 8654 w 458703"/>
                <a:gd name="connsiteY19" fmla="*/ 242147 h 253075"/>
                <a:gd name="connsiteX20" fmla="*/ 45964 w 458703"/>
                <a:gd name="connsiteY20" fmla="*/ 241965 h 253075"/>
                <a:gd name="connsiteX21" fmla="*/ 85336 w 458703"/>
                <a:gd name="connsiteY21" fmla="*/ 242268 h 253075"/>
                <a:gd name="connsiteX22" fmla="*/ 92935 w 458703"/>
                <a:gd name="connsiteY22" fmla="*/ 234629 h 253075"/>
                <a:gd name="connsiteX23" fmla="*/ 92975 w 458703"/>
                <a:gd name="connsiteY23" fmla="*/ 9436 h 253075"/>
                <a:gd name="connsiteX24" fmla="*/ 84507 w 458703"/>
                <a:gd name="connsiteY24" fmla="*/ 1634 h 253075"/>
                <a:gd name="connsiteX25" fmla="*/ 67247 w 458703"/>
                <a:gd name="connsiteY25" fmla="*/ 1695 h 253075"/>
                <a:gd name="connsiteX26" fmla="*/ 69571 w 458703"/>
                <a:gd name="connsiteY26" fmla="*/ 179 h 253075"/>
                <a:gd name="connsiteX27" fmla="*/ 94714 w 458703"/>
                <a:gd name="connsiteY27" fmla="*/ 22917 h 253075"/>
                <a:gd name="connsiteX28" fmla="*/ 94815 w 458703"/>
                <a:gd name="connsiteY28" fmla="*/ 230930 h 253075"/>
                <a:gd name="connsiteX29" fmla="*/ 97179 w 458703"/>
                <a:gd name="connsiteY29" fmla="*/ 242046 h 253075"/>
                <a:gd name="connsiteX30" fmla="*/ 118543 w 458703"/>
                <a:gd name="connsiteY30" fmla="*/ 220521 h 253075"/>
                <a:gd name="connsiteX31" fmla="*/ 118320 w 458703"/>
                <a:gd name="connsiteY31" fmla="*/ 82519 h 253075"/>
                <a:gd name="connsiteX32" fmla="*/ 124141 w 458703"/>
                <a:gd name="connsiteY32" fmla="*/ 76375 h 253075"/>
                <a:gd name="connsiteX33" fmla="*/ 167433 w 458703"/>
                <a:gd name="connsiteY33" fmla="*/ 76779 h 253075"/>
                <a:gd name="connsiteX34" fmla="*/ 168464 w 458703"/>
                <a:gd name="connsiteY34" fmla="*/ 87592 h 253075"/>
                <a:gd name="connsiteX35" fmla="*/ 168585 w 458703"/>
                <a:gd name="connsiteY35" fmla="*/ 231415 h 253075"/>
                <a:gd name="connsiteX36" fmla="*/ 169859 w 458703"/>
                <a:gd name="connsiteY36" fmla="*/ 242086 h 253075"/>
                <a:gd name="connsiteX37" fmla="*/ 191323 w 458703"/>
                <a:gd name="connsiteY37" fmla="*/ 220642 h 253075"/>
                <a:gd name="connsiteX38" fmla="*/ 191161 w 458703"/>
                <a:gd name="connsiteY38" fmla="*/ 132037 h 253075"/>
                <a:gd name="connsiteX39" fmla="*/ 197871 w 458703"/>
                <a:gd name="connsiteY39" fmla="*/ 124660 h 253075"/>
                <a:gd name="connsiteX40" fmla="*/ 234110 w 458703"/>
                <a:gd name="connsiteY40" fmla="*/ 124862 h 253075"/>
                <a:gd name="connsiteX41" fmla="*/ 240113 w 458703"/>
                <a:gd name="connsiteY41" fmla="*/ 126943 h 253075"/>
                <a:gd name="connsiteX42" fmla="*/ 227784 w 458703"/>
                <a:gd name="connsiteY42" fmla="*/ 130197 h 253075"/>
                <a:gd name="connsiteX43" fmla="*/ 206623 w 458703"/>
                <a:gd name="connsiteY43" fmla="*/ 130238 h 253075"/>
                <a:gd name="connsiteX44" fmla="*/ 197063 w 458703"/>
                <a:gd name="connsiteY44" fmla="*/ 139959 h 253075"/>
                <a:gd name="connsiteX45" fmla="*/ 197063 w 458703"/>
                <a:gd name="connsiteY45" fmla="*/ 229697 h 253075"/>
                <a:gd name="connsiteX46" fmla="*/ 207007 w 458703"/>
                <a:gd name="connsiteY46" fmla="*/ 238974 h 253075"/>
                <a:gd name="connsiteX47" fmla="*/ 228168 w 458703"/>
                <a:gd name="connsiteY47" fmla="*/ 238974 h 253075"/>
                <a:gd name="connsiteX48" fmla="*/ 240679 w 458703"/>
                <a:gd name="connsiteY48" fmla="*/ 241925 h 253075"/>
                <a:gd name="connsiteX49" fmla="*/ 262103 w 458703"/>
                <a:gd name="connsiteY49" fmla="*/ 220521 h 253075"/>
                <a:gd name="connsiteX50" fmla="*/ 261941 w 458703"/>
                <a:gd name="connsiteY50" fmla="*/ 41006 h 253075"/>
                <a:gd name="connsiteX51" fmla="*/ 271501 w 458703"/>
                <a:gd name="connsiteY51" fmla="*/ 31183 h 253075"/>
                <a:gd name="connsiteX52" fmla="*/ 305759 w 458703"/>
                <a:gd name="connsiteY52" fmla="*/ 31183 h 253075"/>
                <a:gd name="connsiteX53" fmla="*/ 310731 w 458703"/>
                <a:gd name="connsiteY53" fmla="*/ 33952 h 25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8703" h="253075">
                  <a:moveTo>
                    <a:pt x="310771" y="33992"/>
                  </a:moveTo>
                  <a:cubicBezTo>
                    <a:pt x="298341" y="34012"/>
                    <a:pt x="285891" y="34417"/>
                    <a:pt x="273481" y="33911"/>
                  </a:cubicBezTo>
                  <a:cubicBezTo>
                    <a:pt x="266226" y="33628"/>
                    <a:pt x="264427" y="36357"/>
                    <a:pt x="264447" y="43229"/>
                  </a:cubicBezTo>
                  <a:cubicBezTo>
                    <a:pt x="264649" y="106712"/>
                    <a:pt x="264649" y="170216"/>
                    <a:pt x="264447" y="233699"/>
                  </a:cubicBezTo>
                  <a:cubicBezTo>
                    <a:pt x="264427" y="240308"/>
                    <a:pt x="266529" y="242551"/>
                    <a:pt x="273118" y="242309"/>
                  </a:cubicBezTo>
                  <a:cubicBezTo>
                    <a:pt x="285871" y="241844"/>
                    <a:pt x="298644" y="242046"/>
                    <a:pt x="311398" y="241985"/>
                  </a:cubicBezTo>
                  <a:cubicBezTo>
                    <a:pt x="325883" y="242161"/>
                    <a:pt x="333125" y="235134"/>
                    <a:pt x="333125" y="220905"/>
                  </a:cubicBezTo>
                  <a:cubicBezTo>
                    <a:pt x="333125" y="186930"/>
                    <a:pt x="333266" y="152975"/>
                    <a:pt x="333003" y="119000"/>
                  </a:cubicBezTo>
                  <a:cubicBezTo>
                    <a:pt x="332963" y="112796"/>
                    <a:pt x="334155" y="110027"/>
                    <a:pt x="341169" y="110390"/>
                  </a:cubicBezTo>
                  <a:cubicBezTo>
                    <a:pt x="352911" y="110997"/>
                    <a:pt x="364694" y="110492"/>
                    <a:pt x="376478" y="110653"/>
                  </a:cubicBezTo>
                  <a:cubicBezTo>
                    <a:pt x="378863" y="110694"/>
                    <a:pt x="382056" y="109178"/>
                    <a:pt x="383309" y="112917"/>
                  </a:cubicBezTo>
                  <a:cubicBezTo>
                    <a:pt x="382137" y="155118"/>
                    <a:pt x="383026" y="197319"/>
                    <a:pt x="382824" y="239499"/>
                  </a:cubicBezTo>
                  <a:cubicBezTo>
                    <a:pt x="382824" y="240672"/>
                    <a:pt x="383592" y="241278"/>
                    <a:pt x="384178" y="242046"/>
                  </a:cubicBezTo>
                  <a:cubicBezTo>
                    <a:pt x="405359" y="242046"/>
                    <a:pt x="426541" y="241824"/>
                    <a:pt x="447722" y="242248"/>
                  </a:cubicBezTo>
                  <a:cubicBezTo>
                    <a:pt x="451603" y="242329"/>
                    <a:pt x="458959" y="238226"/>
                    <a:pt x="458697" y="247564"/>
                  </a:cubicBezTo>
                  <a:cubicBezTo>
                    <a:pt x="458454" y="256012"/>
                    <a:pt x="451744" y="252232"/>
                    <a:pt x="448086" y="252232"/>
                  </a:cubicBezTo>
                  <a:cubicBezTo>
                    <a:pt x="319967" y="252435"/>
                    <a:pt x="191869" y="252394"/>
                    <a:pt x="63750" y="252374"/>
                  </a:cubicBezTo>
                  <a:cubicBezTo>
                    <a:pt x="45257" y="252374"/>
                    <a:pt x="26764" y="252394"/>
                    <a:pt x="8270" y="252313"/>
                  </a:cubicBezTo>
                  <a:cubicBezTo>
                    <a:pt x="4511" y="252313"/>
                    <a:pt x="-158" y="253769"/>
                    <a:pt x="4" y="246978"/>
                  </a:cubicBezTo>
                  <a:cubicBezTo>
                    <a:pt x="146" y="239924"/>
                    <a:pt x="5198" y="242208"/>
                    <a:pt x="8654" y="242147"/>
                  </a:cubicBezTo>
                  <a:cubicBezTo>
                    <a:pt x="21084" y="241905"/>
                    <a:pt x="33534" y="242006"/>
                    <a:pt x="45964" y="241965"/>
                  </a:cubicBezTo>
                  <a:cubicBezTo>
                    <a:pt x="59081" y="242046"/>
                    <a:pt x="72219" y="241945"/>
                    <a:pt x="85336" y="242268"/>
                  </a:cubicBezTo>
                  <a:cubicBezTo>
                    <a:pt x="91035" y="242410"/>
                    <a:pt x="92935" y="240288"/>
                    <a:pt x="92935" y="234629"/>
                  </a:cubicBezTo>
                  <a:cubicBezTo>
                    <a:pt x="92814" y="159564"/>
                    <a:pt x="92794" y="84500"/>
                    <a:pt x="92975" y="9436"/>
                  </a:cubicBezTo>
                  <a:cubicBezTo>
                    <a:pt x="92975" y="2948"/>
                    <a:pt x="90308" y="1270"/>
                    <a:pt x="84507" y="1634"/>
                  </a:cubicBezTo>
                  <a:cubicBezTo>
                    <a:pt x="79272" y="1958"/>
                    <a:pt x="73977" y="1695"/>
                    <a:pt x="67247" y="1695"/>
                  </a:cubicBezTo>
                  <a:cubicBezTo>
                    <a:pt x="69025" y="523"/>
                    <a:pt x="69288" y="199"/>
                    <a:pt x="69571" y="179"/>
                  </a:cubicBezTo>
                  <a:cubicBezTo>
                    <a:pt x="86346" y="-1290"/>
                    <a:pt x="94727" y="6289"/>
                    <a:pt x="94714" y="22917"/>
                  </a:cubicBezTo>
                  <a:cubicBezTo>
                    <a:pt x="94714" y="92261"/>
                    <a:pt x="94693" y="161606"/>
                    <a:pt x="94815" y="230930"/>
                  </a:cubicBezTo>
                  <a:cubicBezTo>
                    <a:pt x="94815" y="234649"/>
                    <a:pt x="92834" y="239115"/>
                    <a:pt x="97179" y="242046"/>
                  </a:cubicBezTo>
                  <a:cubicBezTo>
                    <a:pt x="111435" y="242020"/>
                    <a:pt x="118556" y="234845"/>
                    <a:pt x="118543" y="220521"/>
                  </a:cubicBezTo>
                  <a:cubicBezTo>
                    <a:pt x="118522" y="174521"/>
                    <a:pt x="118623" y="128520"/>
                    <a:pt x="118320" y="82519"/>
                  </a:cubicBezTo>
                  <a:cubicBezTo>
                    <a:pt x="118280" y="77527"/>
                    <a:pt x="119250" y="76234"/>
                    <a:pt x="124141" y="76375"/>
                  </a:cubicBezTo>
                  <a:cubicBezTo>
                    <a:pt x="138572" y="76759"/>
                    <a:pt x="153003" y="76678"/>
                    <a:pt x="167433" y="76779"/>
                  </a:cubicBezTo>
                  <a:cubicBezTo>
                    <a:pt x="169535" y="80215"/>
                    <a:pt x="168464" y="83995"/>
                    <a:pt x="168464" y="87592"/>
                  </a:cubicBezTo>
                  <a:cubicBezTo>
                    <a:pt x="168545" y="135533"/>
                    <a:pt x="168484" y="183474"/>
                    <a:pt x="168585" y="231415"/>
                  </a:cubicBezTo>
                  <a:cubicBezTo>
                    <a:pt x="168585" y="234952"/>
                    <a:pt x="167272" y="238792"/>
                    <a:pt x="169859" y="242086"/>
                  </a:cubicBezTo>
                  <a:cubicBezTo>
                    <a:pt x="184154" y="242006"/>
                    <a:pt x="191309" y="234857"/>
                    <a:pt x="191323" y="220642"/>
                  </a:cubicBezTo>
                  <a:cubicBezTo>
                    <a:pt x="191323" y="191114"/>
                    <a:pt x="191485" y="161565"/>
                    <a:pt x="191161" y="132037"/>
                  </a:cubicBezTo>
                  <a:cubicBezTo>
                    <a:pt x="191101" y="126620"/>
                    <a:pt x="191747" y="124397"/>
                    <a:pt x="197871" y="124660"/>
                  </a:cubicBezTo>
                  <a:cubicBezTo>
                    <a:pt x="209938" y="125165"/>
                    <a:pt x="222024" y="124761"/>
                    <a:pt x="234110" y="124862"/>
                  </a:cubicBezTo>
                  <a:cubicBezTo>
                    <a:pt x="236232" y="124862"/>
                    <a:pt x="238961" y="123851"/>
                    <a:pt x="240113" y="126943"/>
                  </a:cubicBezTo>
                  <a:cubicBezTo>
                    <a:pt x="236596" y="130298"/>
                    <a:pt x="232129" y="130096"/>
                    <a:pt x="227784" y="130197"/>
                  </a:cubicBezTo>
                  <a:cubicBezTo>
                    <a:pt x="220730" y="130339"/>
                    <a:pt x="213656" y="130379"/>
                    <a:pt x="206623" y="130238"/>
                  </a:cubicBezTo>
                  <a:cubicBezTo>
                    <a:pt x="199751" y="130096"/>
                    <a:pt x="197063" y="133229"/>
                    <a:pt x="197063" y="139959"/>
                  </a:cubicBezTo>
                  <a:cubicBezTo>
                    <a:pt x="197103" y="169872"/>
                    <a:pt x="197103" y="199785"/>
                    <a:pt x="197063" y="229697"/>
                  </a:cubicBezTo>
                  <a:cubicBezTo>
                    <a:pt x="197063" y="236791"/>
                    <a:pt x="200459" y="239115"/>
                    <a:pt x="207007" y="238974"/>
                  </a:cubicBezTo>
                  <a:cubicBezTo>
                    <a:pt x="214061" y="238812"/>
                    <a:pt x="221114" y="238913"/>
                    <a:pt x="228168" y="238974"/>
                  </a:cubicBezTo>
                  <a:cubicBezTo>
                    <a:pt x="232554" y="239014"/>
                    <a:pt x="236940" y="239075"/>
                    <a:pt x="240679" y="241925"/>
                  </a:cubicBezTo>
                  <a:cubicBezTo>
                    <a:pt x="254922" y="242113"/>
                    <a:pt x="262062" y="234978"/>
                    <a:pt x="262103" y="220521"/>
                  </a:cubicBezTo>
                  <a:cubicBezTo>
                    <a:pt x="262103" y="160676"/>
                    <a:pt x="262204" y="100851"/>
                    <a:pt x="261941" y="41006"/>
                  </a:cubicBezTo>
                  <a:cubicBezTo>
                    <a:pt x="261900" y="33709"/>
                    <a:pt x="262790" y="30374"/>
                    <a:pt x="271501" y="31183"/>
                  </a:cubicBezTo>
                  <a:cubicBezTo>
                    <a:pt x="282819" y="32214"/>
                    <a:pt x="294319" y="31324"/>
                    <a:pt x="305759" y="31183"/>
                  </a:cubicBezTo>
                  <a:cubicBezTo>
                    <a:pt x="308063" y="31142"/>
                    <a:pt x="310710" y="30091"/>
                    <a:pt x="310731" y="33952"/>
                  </a:cubicBezTo>
                  <a:close/>
                </a:path>
              </a:pathLst>
            </a:custGeom>
            <a:solidFill>
              <a:srgbClr val="5DA4BD"/>
            </a:solidFill>
            <a:ln w="0" cap="flat">
              <a:noFill/>
              <a:prstDash val="solid"/>
              <a:miter/>
            </a:ln>
          </p:spPr>
          <p:txBody>
            <a:bodyPr rtlCol="0" anchor="ctr"/>
            <a:lstStyle/>
            <a:p>
              <a:endParaRPr lang="zh-CN" altLang="en-US" sz="650"/>
            </a:p>
          </p:txBody>
        </p:sp>
        <p:sp>
          <p:nvSpPr>
            <p:cNvPr id="2173" name="任意多边形: 形状 1868"/>
            <p:cNvSpPr/>
            <p:nvPr/>
          </p:nvSpPr>
          <p:spPr>
            <a:xfrm>
              <a:off x="917967" y="3567622"/>
              <a:ext cx="204801" cy="148053"/>
            </a:xfrm>
            <a:custGeom>
              <a:avLst/>
              <a:gdLst>
                <a:gd name="connsiteX0" fmla="*/ 1077 w 313733"/>
                <a:gd name="connsiteY0" fmla="*/ 222146 h 233157"/>
                <a:gd name="connsiteX1" fmla="*/ 89986 w 313733"/>
                <a:gd name="connsiteY1" fmla="*/ 161048 h 233157"/>
                <a:gd name="connsiteX2" fmla="*/ 117978 w 313733"/>
                <a:gd name="connsiteY2" fmla="*/ 60457 h 233157"/>
                <a:gd name="connsiteX3" fmla="*/ 129761 w 313733"/>
                <a:gd name="connsiteY3" fmla="*/ 24137 h 233157"/>
                <a:gd name="connsiteX4" fmla="*/ 134612 w 313733"/>
                <a:gd name="connsiteY4" fmla="*/ 14193 h 233157"/>
                <a:gd name="connsiteX5" fmla="*/ 170911 w 313733"/>
                <a:gd name="connsiteY5" fmla="*/ 14456 h 233157"/>
                <a:gd name="connsiteX6" fmla="*/ 193224 w 313733"/>
                <a:gd name="connsiteY6" fmla="*/ 75676 h 233157"/>
                <a:gd name="connsiteX7" fmla="*/ 221480 w 313733"/>
                <a:gd name="connsiteY7" fmla="*/ 159471 h 233157"/>
                <a:gd name="connsiteX8" fmla="*/ 308893 w 313733"/>
                <a:gd name="connsiteY8" fmla="*/ 222146 h 233157"/>
                <a:gd name="connsiteX9" fmla="*/ 312410 w 313733"/>
                <a:gd name="connsiteY9" fmla="*/ 227987 h 233157"/>
                <a:gd name="connsiteX10" fmla="*/ 304002 w 313733"/>
                <a:gd name="connsiteY10" fmla="*/ 232878 h 233157"/>
                <a:gd name="connsiteX11" fmla="*/ 276414 w 313733"/>
                <a:gd name="connsiteY11" fmla="*/ 229806 h 233157"/>
                <a:gd name="connsiteX12" fmla="*/ 209313 w 313733"/>
                <a:gd name="connsiteY12" fmla="*/ 163008 h 233157"/>
                <a:gd name="connsiteX13" fmla="*/ 174145 w 313733"/>
                <a:gd name="connsiteY13" fmla="*/ 54737 h 233157"/>
                <a:gd name="connsiteX14" fmla="*/ 162989 w 313733"/>
                <a:gd name="connsiteY14" fmla="*/ 26664 h 233157"/>
                <a:gd name="connsiteX15" fmla="*/ 152580 w 313733"/>
                <a:gd name="connsiteY15" fmla="*/ 15345 h 233157"/>
                <a:gd name="connsiteX16" fmla="*/ 141868 w 313733"/>
                <a:gd name="connsiteY16" fmla="*/ 27371 h 233157"/>
                <a:gd name="connsiteX17" fmla="*/ 124911 w 313733"/>
                <a:gd name="connsiteY17" fmla="*/ 84286 h 233157"/>
                <a:gd name="connsiteX18" fmla="*/ 96393 w 313733"/>
                <a:gd name="connsiteY18" fmla="*/ 175519 h 233157"/>
                <a:gd name="connsiteX19" fmla="*/ 34122 w 313733"/>
                <a:gd name="connsiteY19" fmla="*/ 229826 h 233157"/>
                <a:gd name="connsiteX20" fmla="*/ 7484 w 313733"/>
                <a:gd name="connsiteY20" fmla="*/ 230736 h 233157"/>
                <a:gd name="connsiteX21" fmla="*/ 1077 w 313733"/>
                <a:gd name="connsiteY21" fmla="*/ 222106 h 233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3733" h="233157">
                  <a:moveTo>
                    <a:pt x="1077" y="222146"/>
                  </a:moveTo>
                  <a:cubicBezTo>
                    <a:pt x="45622" y="223460"/>
                    <a:pt x="73211" y="200278"/>
                    <a:pt x="89986" y="161048"/>
                  </a:cubicBezTo>
                  <a:cubicBezTo>
                    <a:pt x="103810" y="128750"/>
                    <a:pt x="109409" y="94189"/>
                    <a:pt x="117978" y="60457"/>
                  </a:cubicBezTo>
                  <a:cubicBezTo>
                    <a:pt x="121131" y="48088"/>
                    <a:pt x="124709" y="35880"/>
                    <a:pt x="129761" y="24137"/>
                  </a:cubicBezTo>
                  <a:cubicBezTo>
                    <a:pt x="131217" y="20762"/>
                    <a:pt x="132712" y="17346"/>
                    <a:pt x="134612" y="14193"/>
                  </a:cubicBezTo>
                  <a:cubicBezTo>
                    <a:pt x="145991" y="-4765"/>
                    <a:pt x="159674" y="-4785"/>
                    <a:pt x="170911" y="14456"/>
                  </a:cubicBezTo>
                  <a:cubicBezTo>
                    <a:pt x="182007" y="33475"/>
                    <a:pt x="187383" y="54676"/>
                    <a:pt x="193224" y="75676"/>
                  </a:cubicBezTo>
                  <a:cubicBezTo>
                    <a:pt x="201127" y="104113"/>
                    <a:pt x="209131" y="132550"/>
                    <a:pt x="221480" y="159471"/>
                  </a:cubicBezTo>
                  <a:cubicBezTo>
                    <a:pt x="238639" y="196923"/>
                    <a:pt x="264368" y="222773"/>
                    <a:pt x="308893" y="222146"/>
                  </a:cubicBezTo>
                  <a:cubicBezTo>
                    <a:pt x="313966" y="222065"/>
                    <a:pt x="314896" y="223844"/>
                    <a:pt x="312410" y="227987"/>
                  </a:cubicBezTo>
                  <a:cubicBezTo>
                    <a:pt x="311743" y="233242"/>
                    <a:pt x="307357" y="232656"/>
                    <a:pt x="304002" y="232878"/>
                  </a:cubicBezTo>
                  <a:cubicBezTo>
                    <a:pt x="294664" y="233485"/>
                    <a:pt x="285327" y="233363"/>
                    <a:pt x="276414" y="229806"/>
                  </a:cubicBezTo>
                  <a:cubicBezTo>
                    <a:pt x="242358" y="219317"/>
                    <a:pt x="223541" y="193487"/>
                    <a:pt x="209313" y="163008"/>
                  </a:cubicBezTo>
                  <a:cubicBezTo>
                    <a:pt x="193144" y="128366"/>
                    <a:pt x="184695" y="91198"/>
                    <a:pt x="174145" y="54737"/>
                  </a:cubicBezTo>
                  <a:cubicBezTo>
                    <a:pt x="171336" y="45015"/>
                    <a:pt x="167637" y="35638"/>
                    <a:pt x="162989" y="26664"/>
                  </a:cubicBezTo>
                  <a:cubicBezTo>
                    <a:pt x="160543" y="21955"/>
                    <a:pt x="158481" y="15467"/>
                    <a:pt x="152580" y="15345"/>
                  </a:cubicBezTo>
                  <a:cubicBezTo>
                    <a:pt x="145849" y="15224"/>
                    <a:pt x="144212" y="22399"/>
                    <a:pt x="141868" y="27371"/>
                  </a:cubicBezTo>
                  <a:cubicBezTo>
                    <a:pt x="133339" y="45460"/>
                    <a:pt x="129236" y="64923"/>
                    <a:pt x="124911" y="84286"/>
                  </a:cubicBezTo>
                  <a:cubicBezTo>
                    <a:pt x="117918" y="115492"/>
                    <a:pt x="110500" y="146577"/>
                    <a:pt x="96393" y="175519"/>
                  </a:cubicBezTo>
                  <a:cubicBezTo>
                    <a:pt x="83336" y="202319"/>
                    <a:pt x="64762" y="223035"/>
                    <a:pt x="34122" y="229826"/>
                  </a:cubicBezTo>
                  <a:cubicBezTo>
                    <a:pt x="25290" y="231827"/>
                    <a:pt x="16356" y="231585"/>
                    <a:pt x="7484" y="230736"/>
                  </a:cubicBezTo>
                  <a:cubicBezTo>
                    <a:pt x="2795" y="230291"/>
                    <a:pt x="-2258" y="229018"/>
                    <a:pt x="1077" y="222106"/>
                  </a:cubicBezTo>
                  <a:close/>
                </a:path>
              </a:pathLst>
            </a:custGeom>
            <a:solidFill>
              <a:srgbClr val="67A8BF"/>
            </a:solidFill>
            <a:ln w="0" cap="flat">
              <a:noFill/>
              <a:prstDash val="solid"/>
              <a:miter/>
            </a:ln>
          </p:spPr>
          <p:txBody>
            <a:bodyPr rtlCol="0" anchor="ctr"/>
            <a:lstStyle/>
            <a:p>
              <a:endParaRPr lang="zh-CN" altLang="en-US" sz="650"/>
            </a:p>
          </p:txBody>
        </p:sp>
        <p:sp>
          <p:nvSpPr>
            <p:cNvPr id="2174" name="任意多边形: 形状 1869"/>
            <p:cNvSpPr/>
            <p:nvPr/>
          </p:nvSpPr>
          <p:spPr>
            <a:xfrm>
              <a:off x="970013" y="4411556"/>
              <a:ext cx="170386" cy="142715"/>
            </a:xfrm>
            <a:custGeom>
              <a:avLst/>
              <a:gdLst>
                <a:gd name="connsiteX0" fmla="*/ 250063 w 261013"/>
                <a:gd name="connsiteY0" fmla="*/ 224677 h 224750"/>
                <a:gd name="connsiteX1" fmla="*/ 1203 w 261013"/>
                <a:gd name="connsiteY1" fmla="*/ 16421 h 224750"/>
                <a:gd name="connsiteX2" fmla="*/ 51 w 261013"/>
                <a:gd name="connsiteY2" fmla="*/ 8498 h 224750"/>
                <a:gd name="connsiteX3" fmla="*/ 6317 w 261013"/>
                <a:gd name="connsiteY3" fmla="*/ 30 h 224750"/>
                <a:gd name="connsiteX4" fmla="*/ 14563 w 261013"/>
                <a:gd name="connsiteY4" fmla="*/ 6841 h 224750"/>
                <a:gd name="connsiteX5" fmla="*/ 31237 w 261013"/>
                <a:gd name="connsiteY5" fmla="*/ 55227 h 224750"/>
                <a:gd name="connsiteX6" fmla="*/ 220777 w 261013"/>
                <a:gd name="connsiteY6" fmla="*/ 204345 h 224750"/>
                <a:gd name="connsiteX7" fmla="*/ 252408 w 261013"/>
                <a:gd name="connsiteY7" fmla="*/ 210165 h 224750"/>
                <a:gd name="connsiteX8" fmla="*/ 260896 w 261013"/>
                <a:gd name="connsiteY8" fmla="*/ 218654 h 224750"/>
                <a:gd name="connsiteX9" fmla="*/ 250063 w 261013"/>
                <a:gd name="connsiteY9" fmla="*/ 224697 h 22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013" h="224750">
                  <a:moveTo>
                    <a:pt x="250063" y="224677"/>
                  </a:moveTo>
                  <a:cubicBezTo>
                    <a:pt x="125138" y="209680"/>
                    <a:pt x="31479" y="139285"/>
                    <a:pt x="1203" y="16421"/>
                  </a:cubicBezTo>
                  <a:cubicBezTo>
                    <a:pt x="577" y="13834"/>
                    <a:pt x="233" y="11146"/>
                    <a:pt x="51" y="8498"/>
                  </a:cubicBezTo>
                  <a:cubicBezTo>
                    <a:pt x="-293" y="3971"/>
                    <a:pt x="1021" y="374"/>
                    <a:pt x="6317" y="30"/>
                  </a:cubicBezTo>
                  <a:cubicBezTo>
                    <a:pt x="11107" y="-293"/>
                    <a:pt x="13492" y="2011"/>
                    <a:pt x="14563" y="6841"/>
                  </a:cubicBezTo>
                  <a:cubicBezTo>
                    <a:pt x="18282" y="23576"/>
                    <a:pt x="24365" y="39543"/>
                    <a:pt x="31237" y="55227"/>
                  </a:cubicBezTo>
                  <a:cubicBezTo>
                    <a:pt x="67839" y="138739"/>
                    <a:pt x="132212" y="186902"/>
                    <a:pt x="220777" y="204345"/>
                  </a:cubicBezTo>
                  <a:cubicBezTo>
                    <a:pt x="231287" y="206406"/>
                    <a:pt x="241797" y="208650"/>
                    <a:pt x="252408" y="210165"/>
                  </a:cubicBezTo>
                  <a:cubicBezTo>
                    <a:pt x="257885" y="210954"/>
                    <a:pt x="261745" y="212409"/>
                    <a:pt x="260896" y="218654"/>
                  </a:cubicBezTo>
                  <a:cubicBezTo>
                    <a:pt x="260007" y="225162"/>
                    <a:pt x="254894" y="224839"/>
                    <a:pt x="250063" y="224697"/>
                  </a:cubicBezTo>
                  <a:close/>
                </a:path>
              </a:pathLst>
            </a:custGeom>
            <a:solidFill>
              <a:srgbClr val="68AAC0"/>
            </a:solidFill>
            <a:ln w="0" cap="flat">
              <a:noFill/>
              <a:prstDash val="solid"/>
              <a:miter/>
            </a:ln>
          </p:spPr>
          <p:txBody>
            <a:bodyPr rtlCol="0" anchor="ctr"/>
            <a:lstStyle/>
            <a:p>
              <a:endParaRPr lang="zh-CN" altLang="en-US" sz="650"/>
            </a:p>
          </p:txBody>
        </p:sp>
        <p:sp>
          <p:nvSpPr>
            <p:cNvPr id="2175" name="任意多边形: 形状 1870"/>
            <p:cNvSpPr/>
            <p:nvPr/>
          </p:nvSpPr>
          <p:spPr>
            <a:xfrm>
              <a:off x="508310" y="3766308"/>
              <a:ext cx="30649" cy="73222"/>
            </a:xfrm>
            <a:custGeom>
              <a:avLst/>
              <a:gdLst>
                <a:gd name="connsiteX0" fmla="*/ 46951 w 46951"/>
                <a:gd name="connsiteY0" fmla="*/ 115002 h 115312"/>
                <a:gd name="connsiteX1" fmla="*/ 7681 w 46951"/>
                <a:gd name="connsiteY1" fmla="*/ 115305 h 115312"/>
                <a:gd name="connsiteX2" fmla="*/ 1 w 46951"/>
                <a:gd name="connsiteY2" fmla="*/ 107806 h 115312"/>
                <a:gd name="connsiteX3" fmla="*/ 1 w 46951"/>
                <a:gd name="connsiteY3" fmla="*/ 7074 h 115312"/>
                <a:gd name="connsiteX4" fmla="*/ 7095 w 46951"/>
                <a:gd name="connsiteY4" fmla="*/ 20 h 115312"/>
                <a:gd name="connsiteX5" fmla="*/ 46385 w 46951"/>
                <a:gd name="connsiteY5" fmla="*/ 0 h 115312"/>
                <a:gd name="connsiteX6" fmla="*/ 46951 w 46951"/>
                <a:gd name="connsiteY6" fmla="*/ 114981 h 11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51" h="115312">
                  <a:moveTo>
                    <a:pt x="46951" y="115002"/>
                  </a:moveTo>
                  <a:cubicBezTo>
                    <a:pt x="33854" y="115082"/>
                    <a:pt x="20757" y="114961"/>
                    <a:pt x="7681" y="115305"/>
                  </a:cubicBezTo>
                  <a:cubicBezTo>
                    <a:pt x="2103" y="115446"/>
                    <a:pt x="-40" y="113546"/>
                    <a:pt x="1" y="107806"/>
                  </a:cubicBezTo>
                  <a:cubicBezTo>
                    <a:pt x="182" y="74236"/>
                    <a:pt x="162" y="40645"/>
                    <a:pt x="1" y="7074"/>
                  </a:cubicBezTo>
                  <a:cubicBezTo>
                    <a:pt x="-20" y="1859"/>
                    <a:pt x="1900" y="-61"/>
                    <a:pt x="7095" y="20"/>
                  </a:cubicBezTo>
                  <a:cubicBezTo>
                    <a:pt x="20192" y="222"/>
                    <a:pt x="33288" y="20"/>
                    <a:pt x="46385" y="0"/>
                  </a:cubicBezTo>
                  <a:cubicBezTo>
                    <a:pt x="46567" y="38320"/>
                    <a:pt x="46769" y="76661"/>
                    <a:pt x="46951" y="114981"/>
                  </a:cubicBezTo>
                  <a:close/>
                </a:path>
              </a:pathLst>
            </a:custGeom>
            <a:solidFill>
              <a:srgbClr val="85B8CC"/>
            </a:solidFill>
            <a:ln w="0" cap="flat">
              <a:noFill/>
              <a:prstDash val="solid"/>
              <a:miter/>
            </a:ln>
          </p:spPr>
          <p:txBody>
            <a:bodyPr rtlCol="0" anchor="ctr"/>
            <a:lstStyle/>
            <a:p>
              <a:endParaRPr lang="zh-CN" altLang="en-US" sz="650"/>
            </a:p>
          </p:txBody>
        </p:sp>
        <p:sp>
          <p:nvSpPr>
            <p:cNvPr id="2560" name="任意多边形: 形状 1871"/>
            <p:cNvSpPr/>
            <p:nvPr/>
          </p:nvSpPr>
          <p:spPr>
            <a:xfrm>
              <a:off x="913182" y="3548341"/>
              <a:ext cx="233504" cy="169557"/>
            </a:xfrm>
            <a:custGeom>
              <a:avLst/>
              <a:gdLst>
                <a:gd name="connsiteX0" fmla="*/ 282896 w 357704"/>
                <a:gd name="connsiteY0" fmla="*/ 256815 h 267022"/>
                <a:gd name="connsiteX1" fmla="*/ 319721 w 357704"/>
                <a:gd name="connsiteY1" fmla="*/ 258372 h 267022"/>
                <a:gd name="connsiteX2" fmla="*/ 351028 w 357704"/>
                <a:gd name="connsiteY2" fmla="*/ 258493 h 267022"/>
                <a:gd name="connsiteX3" fmla="*/ 357698 w 357704"/>
                <a:gd name="connsiteY3" fmla="*/ 262454 h 267022"/>
                <a:gd name="connsiteX4" fmla="*/ 351452 w 357704"/>
                <a:gd name="connsiteY4" fmla="*/ 266860 h 267022"/>
                <a:gd name="connsiteX5" fmla="*/ 346400 w 357704"/>
                <a:gd name="connsiteY5" fmla="*/ 266860 h 267022"/>
                <a:gd name="connsiteX6" fmla="*/ 11986 w 357704"/>
                <a:gd name="connsiteY6" fmla="*/ 267022 h 267022"/>
                <a:gd name="connsiteX7" fmla="*/ 0 w 357704"/>
                <a:gd name="connsiteY7" fmla="*/ 255542 h 267022"/>
                <a:gd name="connsiteX8" fmla="*/ 101 w 357704"/>
                <a:gd name="connsiteY8" fmla="*/ 10037 h 267022"/>
                <a:gd name="connsiteX9" fmla="*/ 344 w 357704"/>
                <a:gd name="connsiteY9" fmla="*/ 2983 h 267022"/>
                <a:gd name="connsiteX10" fmla="*/ 3719 w 357704"/>
                <a:gd name="connsiteY10" fmla="*/ 12 h 267022"/>
                <a:gd name="connsiteX11" fmla="*/ 8105 w 357704"/>
                <a:gd name="connsiteY11" fmla="*/ 2983 h 267022"/>
                <a:gd name="connsiteX12" fmla="*/ 8348 w 357704"/>
                <a:gd name="connsiteY12" fmla="*/ 8016 h 267022"/>
                <a:gd name="connsiteX13" fmla="*/ 8368 w 357704"/>
                <a:gd name="connsiteY13" fmla="*/ 252510 h 267022"/>
                <a:gd name="connsiteX14" fmla="*/ 12713 w 357704"/>
                <a:gd name="connsiteY14" fmla="*/ 258594 h 267022"/>
                <a:gd name="connsiteX15" fmla="*/ 43050 w 357704"/>
                <a:gd name="connsiteY15" fmla="*/ 256997 h 267022"/>
                <a:gd name="connsiteX16" fmla="*/ 255894 w 357704"/>
                <a:gd name="connsiteY16" fmla="*/ 254996 h 267022"/>
                <a:gd name="connsiteX17" fmla="*/ 282856 w 357704"/>
                <a:gd name="connsiteY17" fmla="*/ 256836 h 26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7704" h="267022">
                  <a:moveTo>
                    <a:pt x="282896" y="256815"/>
                  </a:moveTo>
                  <a:cubicBezTo>
                    <a:pt x="295023" y="260656"/>
                    <a:pt x="307251" y="262475"/>
                    <a:pt x="319721" y="258372"/>
                  </a:cubicBezTo>
                  <a:cubicBezTo>
                    <a:pt x="330150" y="258392"/>
                    <a:pt x="340599" y="258372"/>
                    <a:pt x="351028" y="258493"/>
                  </a:cubicBezTo>
                  <a:cubicBezTo>
                    <a:pt x="353918" y="258513"/>
                    <a:pt x="357496" y="257786"/>
                    <a:pt x="357698" y="262454"/>
                  </a:cubicBezTo>
                  <a:cubicBezTo>
                    <a:pt x="357880" y="267083"/>
                    <a:pt x="354504" y="266779"/>
                    <a:pt x="351452" y="266860"/>
                  </a:cubicBezTo>
                  <a:cubicBezTo>
                    <a:pt x="349775" y="266901"/>
                    <a:pt x="348077" y="266860"/>
                    <a:pt x="346400" y="266860"/>
                  </a:cubicBezTo>
                  <a:cubicBezTo>
                    <a:pt x="234935" y="266860"/>
                    <a:pt x="123450" y="266759"/>
                    <a:pt x="11986" y="267022"/>
                  </a:cubicBezTo>
                  <a:cubicBezTo>
                    <a:pt x="3113" y="267042"/>
                    <a:pt x="-40" y="265203"/>
                    <a:pt x="0" y="255542"/>
                  </a:cubicBezTo>
                  <a:cubicBezTo>
                    <a:pt x="364" y="173707"/>
                    <a:pt x="142" y="91872"/>
                    <a:pt x="101" y="10037"/>
                  </a:cubicBezTo>
                  <a:cubicBezTo>
                    <a:pt x="101" y="7692"/>
                    <a:pt x="162" y="5328"/>
                    <a:pt x="344" y="2983"/>
                  </a:cubicBezTo>
                  <a:cubicBezTo>
                    <a:pt x="485" y="982"/>
                    <a:pt x="1860" y="113"/>
                    <a:pt x="3719" y="12"/>
                  </a:cubicBezTo>
                  <a:cubicBezTo>
                    <a:pt x="5902" y="-89"/>
                    <a:pt x="7802" y="396"/>
                    <a:pt x="8105" y="2983"/>
                  </a:cubicBezTo>
                  <a:cubicBezTo>
                    <a:pt x="8307" y="4641"/>
                    <a:pt x="8348" y="6338"/>
                    <a:pt x="8348" y="8016"/>
                  </a:cubicBezTo>
                  <a:cubicBezTo>
                    <a:pt x="8348" y="89507"/>
                    <a:pt x="8368" y="171019"/>
                    <a:pt x="8368" y="252510"/>
                  </a:cubicBezTo>
                  <a:cubicBezTo>
                    <a:pt x="8428" y="255542"/>
                    <a:pt x="8307" y="258796"/>
                    <a:pt x="12713" y="258594"/>
                  </a:cubicBezTo>
                  <a:cubicBezTo>
                    <a:pt x="22819" y="258109"/>
                    <a:pt x="33086" y="260110"/>
                    <a:pt x="43050" y="256997"/>
                  </a:cubicBezTo>
                  <a:cubicBezTo>
                    <a:pt x="113971" y="252915"/>
                    <a:pt x="184953" y="256330"/>
                    <a:pt x="255894" y="254996"/>
                  </a:cubicBezTo>
                  <a:cubicBezTo>
                    <a:pt x="265030" y="254814"/>
                    <a:pt x="273781" y="257604"/>
                    <a:pt x="282856" y="256836"/>
                  </a:cubicBezTo>
                  <a:close/>
                </a:path>
              </a:pathLst>
            </a:custGeom>
            <a:solidFill>
              <a:srgbClr val="BFC1C2"/>
            </a:solidFill>
            <a:ln w="0" cap="flat">
              <a:noFill/>
              <a:prstDash val="solid"/>
              <a:miter/>
            </a:ln>
          </p:spPr>
          <p:txBody>
            <a:bodyPr rtlCol="0" anchor="ctr"/>
            <a:lstStyle/>
            <a:p>
              <a:endParaRPr lang="zh-CN" altLang="en-US" sz="650"/>
            </a:p>
          </p:txBody>
        </p:sp>
        <p:sp>
          <p:nvSpPr>
            <p:cNvPr id="2561" name="任意多边形: 形状 1873"/>
            <p:cNvSpPr/>
            <p:nvPr/>
          </p:nvSpPr>
          <p:spPr>
            <a:xfrm>
              <a:off x="781620" y="4101702"/>
              <a:ext cx="59168" cy="54515"/>
            </a:xfrm>
            <a:custGeom>
              <a:avLst/>
              <a:gdLst>
                <a:gd name="connsiteX0" fmla="*/ 27601 w 90639"/>
                <a:gd name="connsiteY0" fmla="*/ 944 h 85851"/>
                <a:gd name="connsiteX1" fmla="*/ 60566 w 90639"/>
                <a:gd name="connsiteY1" fmla="*/ 7089 h 85851"/>
                <a:gd name="connsiteX2" fmla="*/ 86274 w 90639"/>
                <a:gd name="connsiteY2" fmla="*/ 52079 h 85851"/>
                <a:gd name="connsiteX3" fmla="*/ 90640 w 90639"/>
                <a:gd name="connsiteY3" fmla="*/ 59921 h 85851"/>
                <a:gd name="connsiteX4" fmla="*/ 67458 w 90639"/>
                <a:gd name="connsiteY4" fmla="*/ 82133 h 85851"/>
                <a:gd name="connsiteX5" fmla="*/ 49470 w 90639"/>
                <a:gd name="connsiteY5" fmla="*/ 85852 h 85851"/>
                <a:gd name="connsiteX6" fmla="*/ 94 w 90639"/>
                <a:gd name="connsiteY6" fmla="*/ 23136 h 85851"/>
                <a:gd name="connsiteX7" fmla="*/ 27601 w 90639"/>
                <a:gd name="connsiteY7" fmla="*/ 944 h 8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639" h="85851">
                  <a:moveTo>
                    <a:pt x="27601" y="944"/>
                  </a:moveTo>
                  <a:cubicBezTo>
                    <a:pt x="38980" y="843"/>
                    <a:pt x="50096" y="2299"/>
                    <a:pt x="60566" y="7089"/>
                  </a:cubicBezTo>
                  <a:cubicBezTo>
                    <a:pt x="66164" y="23783"/>
                    <a:pt x="74653" y="38820"/>
                    <a:pt x="86274" y="52079"/>
                  </a:cubicBezTo>
                  <a:cubicBezTo>
                    <a:pt x="88275" y="54342"/>
                    <a:pt x="89670" y="57030"/>
                    <a:pt x="90640" y="59921"/>
                  </a:cubicBezTo>
                  <a:cubicBezTo>
                    <a:pt x="85668" y="70208"/>
                    <a:pt x="77584" y="77242"/>
                    <a:pt x="67458" y="82133"/>
                  </a:cubicBezTo>
                  <a:cubicBezTo>
                    <a:pt x="61597" y="84073"/>
                    <a:pt x="55614" y="85326"/>
                    <a:pt x="49470" y="85852"/>
                  </a:cubicBezTo>
                  <a:cubicBezTo>
                    <a:pt x="19537" y="81365"/>
                    <a:pt x="2135" y="46076"/>
                    <a:pt x="94" y="23136"/>
                  </a:cubicBezTo>
                  <a:cubicBezTo>
                    <a:pt x="-1301" y="7574"/>
                    <a:pt x="13069" y="-3361"/>
                    <a:pt x="27601" y="944"/>
                  </a:cubicBezTo>
                  <a:close/>
                </a:path>
              </a:pathLst>
            </a:custGeom>
            <a:solidFill>
              <a:srgbClr val="81C0CC"/>
            </a:solidFill>
            <a:ln w="0" cap="flat">
              <a:noFill/>
              <a:prstDash val="solid"/>
              <a:miter/>
            </a:ln>
          </p:spPr>
          <p:txBody>
            <a:bodyPr rtlCol="0" anchor="ctr"/>
            <a:lstStyle/>
            <a:p>
              <a:endParaRPr lang="zh-CN" altLang="en-US" sz="650"/>
            </a:p>
          </p:txBody>
        </p:sp>
        <p:sp>
          <p:nvSpPr>
            <p:cNvPr id="2562" name="任意多边形: 形状 1874"/>
            <p:cNvSpPr/>
            <p:nvPr/>
          </p:nvSpPr>
          <p:spPr>
            <a:xfrm>
              <a:off x="1503976" y="3839443"/>
              <a:ext cx="105695" cy="32335"/>
            </a:xfrm>
            <a:custGeom>
              <a:avLst/>
              <a:gdLst>
                <a:gd name="connsiteX0" fmla="*/ 34987 w 161914"/>
                <a:gd name="connsiteY0" fmla="*/ 4112 h 50921"/>
                <a:gd name="connsiteX1" fmla="*/ 46467 w 161914"/>
                <a:gd name="connsiteY1" fmla="*/ 30 h 50921"/>
                <a:gd name="connsiteX2" fmla="*/ 127878 w 161914"/>
                <a:gd name="connsiteY2" fmla="*/ 90 h 50921"/>
                <a:gd name="connsiteX3" fmla="*/ 134002 w 161914"/>
                <a:gd name="connsiteY3" fmla="*/ 32024 h 50921"/>
                <a:gd name="connsiteX4" fmla="*/ 96187 w 161914"/>
                <a:gd name="connsiteY4" fmla="*/ 28992 h 50921"/>
                <a:gd name="connsiteX5" fmla="*/ 58958 w 161914"/>
                <a:gd name="connsiteY5" fmla="*/ 29417 h 50921"/>
                <a:gd name="connsiteX6" fmla="*/ 35209 w 161914"/>
                <a:gd name="connsiteY6" fmla="*/ 32934 h 50921"/>
                <a:gd name="connsiteX7" fmla="*/ 43193 w 161914"/>
                <a:gd name="connsiteY7" fmla="*/ 35379 h 50921"/>
                <a:gd name="connsiteX8" fmla="*/ 119712 w 161914"/>
                <a:gd name="connsiteY8" fmla="*/ 35339 h 50921"/>
                <a:gd name="connsiteX9" fmla="*/ 134002 w 161914"/>
                <a:gd name="connsiteY9" fmla="*/ 31903 h 50921"/>
                <a:gd name="connsiteX10" fmla="*/ 145401 w 161914"/>
                <a:gd name="connsiteY10" fmla="*/ 38471 h 50921"/>
                <a:gd name="connsiteX11" fmla="*/ 155486 w 161914"/>
                <a:gd name="connsiteY11" fmla="*/ 38451 h 50921"/>
                <a:gd name="connsiteX12" fmla="*/ 161913 w 161914"/>
                <a:gd name="connsiteY12" fmla="*/ 44757 h 50921"/>
                <a:gd name="connsiteX13" fmla="*/ 155466 w 161914"/>
                <a:gd name="connsiteY13" fmla="*/ 50699 h 50921"/>
                <a:gd name="connsiteX14" fmla="*/ 150413 w 161914"/>
                <a:gd name="connsiteY14" fmla="*/ 50699 h 50921"/>
                <a:gd name="connsiteX15" fmla="*/ 10996 w 161914"/>
                <a:gd name="connsiteY15" fmla="*/ 50699 h 50921"/>
                <a:gd name="connsiteX16" fmla="*/ 22 w 161914"/>
                <a:gd name="connsiteY16" fmla="*/ 45404 h 50921"/>
                <a:gd name="connsiteX17" fmla="*/ 10693 w 161914"/>
                <a:gd name="connsiteY17" fmla="*/ 38370 h 50921"/>
                <a:gd name="connsiteX18" fmla="*/ 18758 w 161914"/>
                <a:gd name="connsiteY18" fmla="*/ 38471 h 50921"/>
                <a:gd name="connsiteX19" fmla="*/ 28621 w 161914"/>
                <a:gd name="connsiteY19" fmla="*/ 30528 h 50921"/>
                <a:gd name="connsiteX20" fmla="*/ 35007 w 161914"/>
                <a:gd name="connsiteY20" fmla="*/ 4133 h 5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914" h="50921">
                  <a:moveTo>
                    <a:pt x="34987" y="4112"/>
                  </a:moveTo>
                  <a:cubicBezTo>
                    <a:pt x="37615" y="-617"/>
                    <a:pt x="42122" y="30"/>
                    <a:pt x="46467" y="30"/>
                  </a:cubicBezTo>
                  <a:cubicBezTo>
                    <a:pt x="73611" y="70"/>
                    <a:pt x="100754" y="70"/>
                    <a:pt x="127878" y="90"/>
                  </a:cubicBezTo>
                  <a:cubicBezTo>
                    <a:pt x="129333" y="10843"/>
                    <a:pt x="134244" y="20928"/>
                    <a:pt x="134002" y="32024"/>
                  </a:cubicBezTo>
                  <a:cubicBezTo>
                    <a:pt x="121814" y="25597"/>
                    <a:pt x="109081" y="27638"/>
                    <a:pt x="96187" y="28992"/>
                  </a:cubicBezTo>
                  <a:cubicBezTo>
                    <a:pt x="83858" y="30286"/>
                    <a:pt x="71367" y="29316"/>
                    <a:pt x="58958" y="29417"/>
                  </a:cubicBezTo>
                  <a:cubicBezTo>
                    <a:pt x="51277" y="29498"/>
                    <a:pt x="43698" y="30144"/>
                    <a:pt x="35209" y="32934"/>
                  </a:cubicBezTo>
                  <a:cubicBezTo>
                    <a:pt x="38140" y="35783"/>
                    <a:pt x="40788" y="35379"/>
                    <a:pt x="43193" y="35379"/>
                  </a:cubicBezTo>
                  <a:cubicBezTo>
                    <a:pt x="68699" y="35399"/>
                    <a:pt x="94206" y="35480"/>
                    <a:pt x="119712" y="35339"/>
                  </a:cubicBezTo>
                  <a:cubicBezTo>
                    <a:pt x="124664" y="35319"/>
                    <a:pt x="129879" y="35703"/>
                    <a:pt x="134002" y="31903"/>
                  </a:cubicBezTo>
                  <a:cubicBezTo>
                    <a:pt x="136023" y="37158"/>
                    <a:pt x="139681" y="39300"/>
                    <a:pt x="145401" y="38471"/>
                  </a:cubicBezTo>
                  <a:cubicBezTo>
                    <a:pt x="148695" y="38007"/>
                    <a:pt x="152131" y="38350"/>
                    <a:pt x="155486" y="38451"/>
                  </a:cubicBezTo>
                  <a:cubicBezTo>
                    <a:pt x="159508" y="38572"/>
                    <a:pt x="161853" y="40897"/>
                    <a:pt x="161913" y="44757"/>
                  </a:cubicBezTo>
                  <a:cubicBezTo>
                    <a:pt x="161974" y="48759"/>
                    <a:pt x="159609" y="50861"/>
                    <a:pt x="155466" y="50699"/>
                  </a:cubicBezTo>
                  <a:cubicBezTo>
                    <a:pt x="153788" y="50639"/>
                    <a:pt x="152091" y="50699"/>
                    <a:pt x="150413" y="50699"/>
                  </a:cubicBezTo>
                  <a:cubicBezTo>
                    <a:pt x="103948" y="50699"/>
                    <a:pt x="57462" y="50760"/>
                    <a:pt x="10996" y="50699"/>
                  </a:cubicBezTo>
                  <a:cubicBezTo>
                    <a:pt x="6631" y="50699"/>
                    <a:pt x="426" y="52579"/>
                    <a:pt x="22" y="45404"/>
                  </a:cubicBezTo>
                  <a:cubicBezTo>
                    <a:pt x="-403" y="38007"/>
                    <a:pt x="5438" y="38229"/>
                    <a:pt x="10693" y="38370"/>
                  </a:cubicBezTo>
                  <a:cubicBezTo>
                    <a:pt x="13381" y="38451"/>
                    <a:pt x="16150" y="38007"/>
                    <a:pt x="18758" y="38471"/>
                  </a:cubicBezTo>
                  <a:cubicBezTo>
                    <a:pt x="25367" y="39704"/>
                    <a:pt x="27469" y="36268"/>
                    <a:pt x="28621" y="30528"/>
                  </a:cubicBezTo>
                  <a:cubicBezTo>
                    <a:pt x="30419" y="21676"/>
                    <a:pt x="32845" y="12925"/>
                    <a:pt x="35007" y="4133"/>
                  </a:cubicBezTo>
                  <a:close/>
                </a:path>
              </a:pathLst>
            </a:custGeom>
            <a:solidFill>
              <a:srgbClr val="5A7D90"/>
            </a:solidFill>
            <a:ln w="0" cap="flat">
              <a:noFill/>
              <a:prstDash val="solid"/>
              <a:miter/>
            </a:ln>
          </p:spPr>
          <p:txBody>
            <a:bodyPr rtlCol="0" anchor="ctr"/>
            <a:lstStyle/>
            <a:p>
              <a:endParaRPr lang="zh-CN" altLang="en-US" sz="650"/>
            </a:p>
          </p:txBody>
        </p:sp>
        <p:sp>
          <p:nvSpPr>
            <p:cNvPr id="2563" name="任意多边形: 形状 1876"/>
            <p:cNvSpPr/>
            <p:nvPr/>
          </p:nvSpPr>
          <p:spPr>
            <a:xfrm>
              <a:off x="903426" y="4403739"/>
              <a:ext cx="252715" cy="172530"/>
            </a:xfrm>
            <a:custGeom>
              <a:avLst/>
              <a:gdLst>
                <a:gd name="connsiteX0" fmla="*/ 17208 w 387133"/>
                <a:gd name="connsiteY0" fmla="*/ 261220 h 271704"/>
                <a:gd name="connsiteX1" fmla="*/ 19169 w 387133"/>
                <a:gd name="connsiteY1" fmla="*/ 263181 h 271704"/>
                <a:gd name="connsiteX2" fmla="*/ 30042 w 387133"/>
                <a:gd name="connsiteY2" fmla="*/ 264232 h 271704"/>
                <a:gd name="connsiteX3" fmla="*/ 376542 w 387133"/>
                <a:gd name="connsiteY3" fmla="*/ 264434 h 271704"/>
                <a:gd name="connsiteX4" fmla="*/ 387133 w 387133"/>
                <a:gd name="connsiteY4" fmla="*/ 267607 h 271704"/>
                <a:gd name="connsiteX5" fmla="*/ 376926 w 387133"/>
                <a:gd name="connsiteY5" fmla="*/ 270174 h 271704"/>
                <a:gd name="connsiteX6" fmla="*/ 32447 w 387133"/>
                <a:gd name="connsiteY6" fmla="*/ 270315 h 271704"/>
                <a:gd name="connsiteX7" fmla="*/ 21432 w 387133"/>
                <a:gd name="connsiteY7" fmla="*/ 270982 h 271704"/>
                <a:gd name="connsiteX8" fmla="*/ 8841 w 387133"/>
                <a:gd name="connsiteY8" fmla="*/ 260109 h 271704"/>
                <a:gd name="connsiteX9" fmla="*/ 9164 w 387133"/>
                <a:gd name="connsiteY9" fmla="*/ 30187 h 271704"/>
                <a:gd name="connsiteX10" fmla="*/ 271 w 387133"/>
                <a:gd name="connsiteY10" fmla="*/ 20162 h 271704"/>
                <a:gd name="connsiteX11" fmla="*/ 109 w 387133"/>
                <a:gd name="connsiteY11" fmla="*/ 17656 h 271704"/>
                <a:gd name="connsiteX12" fmla="*/ 12883 w 387133"/>
                <a:gd name="connsiteY12" fmla="*/ 52 h 271704"/>
                <a:gd name="connsiteX13" fmla="*/ 30366 w 387133"/>
                <a:gd name="connsiteY13" fmla="*/ 19313 h 271704"/>
                <a:gd name="connsiteX14" fmla="*/ 17147 w 387133"/>
                <a:gd name="connsiteY14" fmla="*/ 20768 h 271704"/>
                <a:gd name="connsiteX15" fmla="*/ 16218 w 387133"/>
                <a:gd name="connsiteY15" fmla="*/ 28650 h 271704"/>
                <a:gd name="connsiteX16" fmla="*/ 16218 w 387133"/>
                <a:gd name="connsiteY16" fmla="*/ 253419 h 271704"/>
                <a:gd name="connsiteX17" fmla="*/ 17228 w 387133"/>
                <a:gd name="connsiteY17" fmla="*/ 261261 h 27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7133" h="271704">
                  <a:moveTo>
                    <a:pt x="17208" y="261220"/>
                  </a:moveTo>
                  <a:cubicBezTo>
                    <a:pt x="17855" y="261867"/>
                    <a:pt x="18522" y="262534"/>
                    <a:pt x="19169" y="263181"/>
                  </a:cubicBezTo>
                  <a:cubicBezTo>
                    <a:pt x="22625" y="265263"/>
                    <a:pt x="26424" y="264232"/>
                    <a:pt x="30042" y="264232"/>
                  </a:cubicBezTo>
                  <a:cubicBezTo>
                    <a:pt x="145549" y="264293"/>
                    <a:pt x="261036" y="264232"/>
                    <a:pt x="376542" y="264434"/>
                  </a:cubicBezTo>
                  <a:cubicBezTo>
                    <a:pt x="380201" y="264434"/>
                    <a:pt x="387093" y="261261"/>
                    <a:pt x="387133" y="267607"/>
                  </a:cubicBezTo>
                  <a:cubicBezTo>
                    <a:pt x="387153" y="272417"/>
                    <a:pt x="380504" y="270174"/>
                    <a:pt x="376926" y="270174"/>
                  </a:cubicBezTo>
                  <a:cubicBezTo>
                    <a:pt x="262107" y="270315"/>
                    <a:pt x="147267" y="270275"/>
                    <a:pt x="32447" y="270315"/>
                  </a:cubicBezTo>
                  <a:cubicBezTo>
                    <a:pt x="28769" y="270315"/>
                    <a:pt x="25030" y="269669"/>
                    <a:pt x="21432" y="270982"/>
                  </a:cubicBezTo>
                  <a:cubicBezTo>
                    <a:pt x="12135" y="273226"/>
                    <a:pt x="8780" y="270417"/>
                    <a:pt x="8841" y="260109"/>
                  </a:cubicBezTo>
                  <a:cubicBezTo>
                    <a:pt x="9285" y="183468"/>
                    <a:pt x="9043" y="106827"/>
                    <a:pt x="9164" y="30187"/>
                  </a:cubicBezTo>
                  <a:cubicBezTo>
                    <a:pt x="9164" y="23658"/>
                    <a:pt x="9568" y="17777"/>
                    <a:pt x="271" y="20162"/>
                  </a:cubicBezTo>
                  <a:cubicBezTo>
                    <a:pt x="170" y="18889"/>
                    <a:pt x="-174" y="18060"/>
                    <a:pt x="109" y="17656"/>
                  </a:cubicBezTo>
                  <a:cubicBezTo>
                    <a:pt x="4515" y="11471"/>
                    <a:pt x="8760" y="-898"/>
                    <a:pt x="12883" y="52"/>
                  </a:cubicBezTo>
                  <a:cubicBezTo>
                    <a:pt x="20806" y="1850"/>
                    <a:pt x="25353" y="11734"/>
                    <a:pt x="30366" y="19313"/>
                  </a:cubicBezTo>
                  <a:cubicBezTo>
                    <a:pt x="25737" y="21678"/>
                    <a:pt x="21149" y="18343"/>
                    <a:pt x="17147" y="20768"/>
                  </a:cubicBezTo>
                  <a:cubicBezTo>
                    <a:pt x="15611" y="23234"/>
                    <a:pt x="16218" y="26003"/>
                    <a:pt x="16218" y="28650"/>
                  </a:cubicBezTo>
                  <a:cubicBezTo>
                    <a:pt x="16177" y="103573"/>
                    <a:pt x="16177" y="178496"/>
                    <a:pt x="16218" y="253419"/>
                  </a:cubicBezTo>
                  <a:cubicBezTo>
                    <a:pt x="16218" y="256046"/>
                    <a:pt x="15551" y="258815"/>
                    <a:pt x="17228" y="261261"/>
                  </a:cubicBezTo>
                  <a:close/>
                </a:path>
              </a:pathLst>
            </a:custGeom>
            <a:solidFill>
              <a:srgbClr val="60A6BE"/>
            </a:solidFill>
            <a:ln w="0" cap="flat">
              <a:noFill/>
              <a:prstDash val="solid"/>
              <a:miter/>
            </a:ln>
          </p:spPr>
          <p:txBody>
            <a:bodyPr rtlCol="0" anchor="ctr"/>
            <a:lstStyle/>
            <a:p>
              <a:endParaRPr lang="zh-CN" altLang="en-US" sz="650"/>
            </a:p>
          </p:txBody>
        </p:sp>
        <p:sp>
          <p:nvSpPr>
            <p:cNvPr id="2564" name="任意多边形: 形状 1877"/>
            <p:cNvSpPr/>
            <p:nvPr/>
          </p:nvSpPr>
          <p:spPr>
            <a:xfrm>
              <a:off x="841018" y="4111157"/>
              <a:ext cx="48340" cy="44967"/>
            </a:xfrm>
            <a:custGeom>
              <a:avLst/>
              <a:gdLst>
                <a:gd name="connsiteX0" fmla="*/ 73985 w 74052"/>
                <a:gd name="connsiteY0" fmla="*/ 52893 h 70815"/>
                <a:gd name="connsiteX1" fmla="*/ 5853 w 74052"/>
                <a:gd name="connsiteY1" fmla="*/ 49436 h 70815"/>
                <a:gd name="connsiteX2" fmla="*/ 1629 w 74052"/>
                <a:gd name="connsiteY2" fmla="*/ 42908 h 70815"/>
                <a:gd name="connsiteX3" fmla="*/ 1993 w 74052"/>
                <a:gd name="connsiteY3" fmla="*/ 16128 h 70815"/>
                <a:gd name="connsiteX4" fmla="*/ 9431 w 74052"/>
                <a:gd name="connsiteY4" fmla="*/ 11884 h 70815"/>
                <a:gd name="connsiteX5" fmla="*/ 30935 w 74052"/>
                <a:gd name="connsiteY5" fmla="*/ 0 h 70815"/>
                <a:gd name="connsiteX6" fmla="*/ 42274 w 74052"/>
                <a:gd name="connsiteY6" fmla="*/ 11945 h 70815"/>
                <a:gd name="connsiteX7" fmla="*/ 68912 w 74052"/>
                <a:gd name="connsiteY7" fmla="*/ 42767 h 70815"/>
                <a:gd name="connsiteX8" fmla="*/ 73985 w 74052"/>
                <a:gd name="connsiteY8" fmla="*/ 52893 h 70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52" h="70815">
                  <a:moveTo>
                    <a:pt x="73985" y="52893"/>
                  </a:moveTo>
                  <a:cubicBezTo>
                    <a:pt x="59979" y="73892"/>
                    <a:pt x="21153" y="80784"/>
                    <a:pt x="5853" y="49436"/>
                  </a:cubicBezTo>
                  <a:cubicBezTo>
                    <a:pt x="4701" y="47092"/>
                    <a:pt x="4156" y="44343"/>
                    <a:pt x="1629" y="42908"/>
                  </a:cubicBezTo>
                  <a:cubicBezTo>
                    <a:pt x="-1706" y="33935"/>
                    <a:pt x="942" y="25042"/>
                    <a:pt x="1993" y="16128"/>
                  </a:cubicBezTo>
                  <a:cubicBezTo>
                    <a:pt x="3489" y="13016"/>
                    <a:pt x="6541" y="12470"/>
                    <a:pt x="9431" y="11884"/>
                  </a:cubicBezTo>
                  <a:cubicBezTo>
                    <a:pt x="17879" y="10207"/>
                    <a:pt x="24084" y="4527"/>
                    <a:pt x="30935" y="0"/>
                  </a:cubicBezTo>
                  <a:cubicBezTo>
                    <a:pt x="36979" y="1799"/>
                    <a:pt x="39364" y="7377"/>
                    <a:pt x="42274" y="11945"/>
                  </a:cubicBezTo>
                  <a:cubicBezTo>
                    <a:pt x="49691" y="23566"/>
                    <a:pt x="58625" y="33732"/>
                    <a:pt x="68912" y="42767"/>
                  </a:cubicBezTo>
                  <a:cubicBezTo>
                    <a:pt x="72065" y="45556"/>
                    <a:pt x="74491" y="48406"/>
                    <a:pt x="73985" y="52893"/>
                  </a:cubicBezTo>
                  <a:close/>
                </a:path>
              </a:pathLst>
            </a:custGeom>
            <a:solidFill>
              <a:srgbClr val="82C1CC"/>
            </a:solidFill>
            <a:ln w="0" cap="flat">
              <a:noFill/>
              <a:prstDash val="solid"/>
              <a:miter/>
            </a:ln>
          </p:spPr>
          <p:txBody>
            <a:bodyPr rtlCol="0" anchor="ctr"/>
            <a:lstStyle/>
            <a:p>
              <a:endParaRPr lang="zh-CN" altLang="en-US" sz="650"/>
            </a:p>
          </p:txBody>
        </p:sp>
        <p:sp>
          <p:nvSpPr>
            <p:cNvPr id="2565" name="任意多边形: 形状 1878"/>
            <p:cNvSpPr/>
            <p:nvPr/>
          </p:nvSpPr>
          <p:spPr>
            <a:xfrm>
              <a:off x="889034" y="4112312"/>
              <a:ext cx="52052" cy="43191"/>
            </a:xfrm>
            <a:custGeom>
              <a:avLst/>
              <a:gdLst>
                <a:gd name="connsiteX0" fmla="*/ 79718 w 79738"/>
                <a:gd name="connsiteY0" fmla="*/ 47294 h 68018"/>
                <a:gd name="connsiteX1" fmla="*/ 12536 w 79738"/>
                <a:gd name="connsiteY1" fmla="*/ 49618 h 68018"/>
                <a:gd name="connsiteX2" fmla="*/ 5200 w 79738"/>
                <a:gd name="connsiteY2" fmla="*/ 41675 h 68018"/>
                <a:gd name="connsiteX3" fmla="*/ 955 w 79738"/>
                <a:gd name="connsiteY3" fmla="*/ 17119 h 68018"/>
                <a:gd name="connsiteX4" fmla="*/ 3542 w 79738"/>
                <a:gd name="connsiteY4" fmla="*/ 14350 h 68018"/>
                <a:gd name="connsiteX5" fmla="*/ 30120 w 79738"/>
                <a:gd name="connsiteY5" fmla="*/ 1738 h 68018"/>
                <a:gd name="connsiteX6" fmla="*/ 34708 w 79738"/>
                <a:gd name="connsiteY6" fmla="*/ 0 h 68018"/>
                <a:gd name="connsiteX7" fmla="*/ 51564 w 79738"/>
                <a:gd name="connsiteY7" fmla="*/ 18210 h 68018"/>
                <a:gd name="connsiteX8" fmla="*/ 73716 w 79738"/>
                <a:gd name="connsiteY8" fmla="*/ 39796 h 68018"/>
                <a:gd name="connsiteX9" fmla="*/ 79739 w 79738"/>
                <a:gd name="connsiteY9" fmla="*/ 47274 h 6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738" h="68018">
                  <a:moveTo>
                    <a:pt x="79718" y="47294"/>
                  </a:moveTo>
                  <a:cubicBezTo>
                    <a:pt x="64600" y="73892"/>
                    <a:pt x="29150" y="75125"/>
                    <a:pt x="12536" y="49618"/>
                  </a:cubicBezTo>
                  <a:cubicBezTo>
                    <a:pt x="10515" y="46526"/>
                    <a:pt x="9060" y="43030"/>
                    <a:pt x="5200" y="41675"/>
                  </a:cubicBezTo>
                  <a:cubicBezTo>
                    <a:pt x="-985" y="34319"/>
                    <a:pt x="-560" y="25810"/>
                    <a:pt x="955" y="17119"/>
                  </a:cubicBezTo>
                  <a:cubicBezTo>
                    <a:pt x="1562" y="15967"/>
                    <a:pt x="2107" y="14451"/>
                    <a:pt x="3542" y="14350"/>
                  </a:cubicBezTo>
                  <a:cubicBezTo>
                    <a:pt x="14093" y="13663"/>
                    <a:pt x="22359" y="8287"/>
                    <a:pt x="30120" y="1738"/>
                  </a:cubicBezTo>
                  <a:cubicBezTo>
                    <a:pt x="31414" y="647"/>
                    <a:pt x="32970" y="61"/>
                    <a:pt x="34708" y="0"/>
                  </a:cubicBezTo>
                  <a:cubicBezTo>
                    <a:pt x="42267" y="4244"/>
                    <a:pt x="46835" y="11480"/>
                    <a:pt x="51564" y="18210"/>
                  </a:cubicBezTo>
                  <a:cubicBezTo>
                    <a:pt x="57668" y="26901"/>
                    <a:pt x="64701" y="34298"/>
                    <a:pt x="73716" y="39796"/>
                  </a:cubicBezTo>
                  <a:cubicBezTo>
                    <a:pt x="76707" y="41615"/>
                    <a:pt x="79072" y="43697"/>
                    <a:pt x="79739" y="47274"/>
                  </a:cubicBezTo>
                  <a:close/>
                </a:path>
              </a:pathLst>
            </a:custGeom>
            <a:solidFill>
              <a:srgbClr val="81C0CC"/>
            </a:solidFill>
            <a:ln w="0" cap="flat">
              <a:noFill/>
              <a:prstDash val="solid"/>
              <a:miter/>
            </a:ln>
          </p:spPr>
          <p:txBody>
            <a:bodyPr rtlCol="0" anchor="ctr"/>
            <a:lstStyle/>
            <a:p>
              <a:endParaRPr lang="zh-CN" altLang="en-US" sz="650"/>
            </a:p>
          </p:txBody>
        </p:sp>
        <p:sp>
          <p:nvSpPr>
            <p:cNvPr id="2566" name="任意多边形: 形状 1879"/>
            <p:cNvSpPr/>
            <p:nvPr/>
          </p:nvSpPr>
          <p:spPr>
            <a:xfrm>
              <a:off x="943113" y="4111145"/>
              <a:ext cx="49846" cy="44906"/>
            </a:xfrm>
            <a:custGeom>
              <a:avLst/>
              <a:gdLst>
                <a:gd name="connsiteX0" fmla="*/ 75779 w 76359"/>
                <a:gd name="connsiteY0" fmla="*/ 54166 h 70718"/>
                <a:gd name="connsiteX1" fmla="*/ 11771 w 76359"/>
                <a:gd name="connsiteY1" fmla="*/ 51599 h 70718"/>
                <a:gd name="connsiteX2" fmla="*/ 2918 w 76359"/>
                <a:gd name="connsiteY2" fmla="*/ 35087 h 70718"/>
                <a:gd name="connsiteX3" fmla="*/ 1140 w 76359"/>
                <a:gd name="connsiteY3" fmla="*/ 20272 h 70718"/>
                <a:gd name="connsiteX4" fmla="*/ 2251 w 76359"/>
                <a:gd name="connsiteY4" fmla="*/ 18675 h 70718"/>
                <a:gd name="connsiteX5" fmla="*/ 34609 w 76359"/>
                <a:gd name="connsiteY5" fmla="*/ 0 h 70718"/>
                <a:gd name="connsiteX6" fmla="*/ 50738 w 76359"/>
                <a:gd name="connsiteY6" fmla="*/ 19989 h 70718"/>
                <a:gd name="connsiteX7" fmla="*/ 73920 w 76359"/>
                <a:gd name="connsiteY7" fmla="*/ 46081 h 70718"/>
                <a:gd name="connsiteX8" fmla="*/ 75759 w 76359"/>
                <a:gd name="connsiteY8" fmla="*/ 54186 h 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359" h="70718">
                  <a:moveTo>
                    <a:pt x="75779" y="54166"/>
                  </a:moveTo>
                  <a:cubicBezTo>
                    <a:pt x="60055" y="77368"/>
                    <a:pt x="25312" y="75873"/>
                    <a:pt x="11771" y="51599"/>
                  </a:cubicBezTo>
                  <a:cubicBezTo>
                    <a:pt x="8719" y="46142"/>
                    <a:pt x="7809" y="39533"/>
                    <a:pt x="2918" y="35087"/>
                  </a:cubicBezTo>
                  <a:cubicBezTo>
                    <a:pt x="-1124" y="30559"/>
                    <a:pt x="-194" y="25446"/>
                    <a:pt x="1140" y="20272"/>
                  </a:cubicBezTo>
                  <a:cubicBezTo>
                    <a:pt x="1423" y="19665"/>
                    <a:pt x="1726" y="18756"/>
                    <a:pt x="2251" y="18675"/>
                  </a:cubicBezTo>
                  <a:cubicBezTo>
                    <a:pt x="15227" y="16230"/>
                    <a:pt x="25029" y="8307"/>
                    <a:pt x="34609" y="0"/>
                  </a:cubicBezTo>
                  <a:cubicBezTo>
                    <a:pt x="42573" y="4527"/>
                    <a:pt x="44675" y="13764"/>
                    <a:pt x="50738" y="19989"/>
                  </a:cubicBezTo>
                  <a:cubicBezTo>
                    <a:pt x="58843" y="28275"/>
                    <a:pt x="67857" y="35855"/>
                    <a:pt x="73920" y="46081"/>
                  </a:cubicBezTo>
                  <a:cubicBezTo>
                    <a:pt x="75537" y="48810"/>
                    <a:pt x="77316" y="50952"/>
                    <a:pt x="75759" y="54186"/>
                  </a:cubicBezTo>
                  <a:close/>
                </a:path>
              </a:pathLst>
            </a:custGeom>
            <a:solidFill>
              <a:srgbClr val="81C0CC"/>
            </a:solidFill>
            <a:ln w="0" cap="flat">
              <a:noFill/>
              <a:prstDash val="solid"/>
              <a:miter/>
            </a:ln>
          </p:spPr>
          <p:txBody>
            <a:bodyPr rtlCol="0" anchor="ctr"/>
            <a:lstStyle/>
            <a:p>
              <a:endParaRPr lang="zh-CN" altLang="en-US" sz="650"/>
            </a:p>
          </p:txBody>
        </p:sp>
        <p:sp>
          <p:nvSpPr>
            <p:cNvPr id="2567" name="任意多边形: 形状 1880"/>
            <p:cNvSpPr/>
            <p:nvPr/>
          </p:nvSpPr>
          <p:spPr>
            <a:xfrm>
              <a:off x="1044489" y="4114362"/>
              <a:ext cx="50638" cy="40846"/>
            </a:xfrm>
            <a:custGeom>
              <a:avLst/>
              <a:gdLst>
                <a:gd name="connsiteX0" fmla="*/ 77563 w 77572"/>
                <a:gd name="connsiteY0" fmla="*/ 43824 h 64325"/>
                <a:gd name="connsiteX1" fmla="*/ 10158 w 77572"/>
                <a:gd name="connsiteY1" fmla="*/ 43884 h 64325"/>
                <a:gd name="connsiteX2" fmla="*/ 3145 w 77572"/>
                <a:gd name="connsiteY2" fmla="*/ 37841 h 64325"/>
                <a:gd name="connsiteX3" fmla="*/ 3145 w 77572"/>
                <a:gd name="connsiteY3" fmla="*/ 16215 h 64325"/>
                <a:gd name="connsiteX4" fmla="*/ 32775 w 77572"/>
                <a:gd name="connsiteY4" fmla="*/ 127 h 64325"/>
                <a:gd name="connsiteX5" fmla="*/ 42921 w 77572"/>
                <a:gd name="connsiteY5" fmla="*/ 5322 h 64325"/>
                <a:gd name="connsiteX6" fmla="*/ 73642 w 77572"/>
                <a:gd name="connsiteY6" fmla="*/ 35254 h 64325"/>
                <a:gd name="connsiteX7" fmla="*/ 77563 w 77572"/>
                <a:gd name="connsiteY7" fmla="*/ 43844 h 6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72" h="64325">
                  <a:moveTo>
                    <a:pt x="77563" y="43824"/>
                  </a:moveTo>
                  <a:cubicBezTo>
                    <a:pt x="60242" y="71129"/>
                    <a:pt x="26388" y="71170"/>
                    <a:pt x="10158" y="43884"/>
                  </a:cubicBezTo>
                  <a:cubicBezTo>
                    <a:pt x="8461" y="41035"/>
                    <a:pt x="7389" y="37639"/>
                    <a:pt x="3145" y="37841"/>
                  </a:cubicBezTo>
                  <a:cubicBezTo>
                    <a:pt x="-1443" y="30626"/>
                    <a:pt x="-634" y="23410"/>
                    <a:pt x="3145" y="16215"/>
                  </a:cubicBezTo>
                  <a:cubicBezTo>
                    <a:pt x="14160" y="12982"/>
                    <a:pt x="23053" y="5766"/>
                    <a:pt x="32775" y="127"/>
                  </a:cubicBezTo>
                  <a:cubicBezTo>
                    <a:pt x="37423" y="-641"/>
                    <a:pt x="40212" y="2189"/>
                    <a:pt x="42921" y="5322"/>
                  </a:cubicBezTo>
                  <a:cubicBezTo>
                    <a:pt x="52258" y="16215"/>
                    <a:pt x="60808" y="27938"/>
                    <a:pt x="73642" y="35254"/>
                  </a:cubicBezTo>
                  <a:cubicBezTo>
                    <a:pt x="77017" y="37174"/>
                    <a:pt x="77664" y="40327"/>
                    <a:pt x="77563" y="43844"/>
                  </a:cubicBezTo>
                  <a:close/>
                </a:path>
              </a:pathLst>
            </a:custGeom>
            <a:solidFill>
              <a:srgbClr val="82C1CC"/>
            </a:solidFill>
            <a:ln w="0" cap="flat">
              <a:noFill/>
              <a:prstDash val="solid"/>
              <a:miter/>
            </a:ln>
          </p:spPr>
          <p:txBody>
            <a:bodyPr rtlCol="0" anchor="ctr"/>
            <a:lstStyle/>
            <a:p>
              <a:endParaRPr lang="zh-CN" altLang="en-US" sz="650"/>
            </a:p>
          </p:txBody>
        </p:sp>
        <p:sp>
          <p:nvSpPr>
            <p:cNvPr id="2568" name="任意多边形: 形状 1881"/>
            <p:cNvSpPr/>
            <p:nvPr/>
          </p:nvSpPr>
          <p:spPr>
            <a:xfrm>
              <a:off x="1096040" y="4113049"/>
              <a:ext cx="50681" cy="41136"/>
            </a:xfrm>
            <a:custGeom>
              <a:avLst/>
              <a:gdLst>
                <a:gd name="connsiteX0" fmla="*/ 77619 w 77638"/>
                <a:gd name="connsiteY0" fmla="*/ 48034 h 64781"/>
                <a:gd name="connsiteX1" fmla="*/ 9386 w 77638"/>
                <a:gd name="connsiteY1" fmla="*/ 43405 h 64781"/>
                <a:gd name="connsiteX2" fmla="*/ 3221 w 77638"/>
                <a:gd name="connsiteY2" fmla="*/ 34310 h 64781"/>
                <a:gd name="connsiteX3" fmla="*/ 1160 w 77638"/>
                <a:gd name="connsiteY3" fmla="*/ 17515 h 64781"/>
                <a:gd name="connsiteX4" fmla="*/ 4515 w 77638"/>
                <a:gd name="connsiteY4" fmla="*/ 13978 h 64781"/>
                <a:gd name="connsiteX5" fmla="*/ 32346 w 77638"/>
                <a:gd name="connsiteY5" fmla="*/ 154 h 64781"/>
                <a:gd name="connsiteX6" fmla="*/ 43179 w 77638"/>
                <a:gd name="connsiteY6" fmla="*/ 5914 h 64781"/>
                <a:gd name="connsiteX7" fmla="*/ 72586 w 77638"/>
                <a:gd name="connsiteY7" fmla="*/ 38555 h 64781"/>
                <a:gd name="connsiteX8" fmla="*/ 77639 w 77638"/>
                <a:gd name="connsiteY8" fmla="*/ 47993 h 6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638" h="64781">
                  <a:moveTo>
                    <a:pt x="77619" y="48034"/>
                  </a:moveTo>
                  <a:cubicBezTo>
                    <a:pt x="66361" y="70266"/>
                    <a:pt x="22867" y="71964"/>
                    <a:pt x="9386" y="43405"/>
                  </a:cubicBezTo>
                  <a:cubicBezTo>
                    <a:pt x="7910" y="40293"/>
                    <a:pt x="8820" y="34856"/>
                    <a:pt x="3221" y="34310"/>
                  </a:cubicBezTo>
                  <a:cubicBezTo>
                    <a:pt x="-1407" y="29197"/>
                    <a:pt x="-33" y="23336"/>
                    <a:pt x="1160" y="17515"/>
                  </a:cubicBezTo>
                  <a:cubicBezTo>
                    <a:pt x="1827" y="15918"/>
                    <a:pt x="2898" y="14342"/>
                    <a:pt x="4515" y="13978"/>
                  </a:cubicBezTo>
                  <a:cubicBezTo>
                    <a:pt x="14944" y="11633"/>
                    <a:pt x="23109" y="4822"/>
                    <a:pt x="32346" y="154"/>
                  </a:cubicBezTo>
                  <a:cubicBezTo>
                    <a:pt x="37439" y="-736"/>
                    <a:pt x="40471" y="2377"/>
                    <a:pt x="43179" y="5914"/>
                  </a:cubicBezTo>
                  <a:cubicBezTo>
                    <a:pt x="52112" y="17576"/>
                    <a:pt x="60176" y="29985"/>
                    <a:pt x="72586" y="38555"/>
                  </a:cubicBezTo>
                  <a:cubicBezTo>
                    <a:pt x="75719" y="40717"/>
                    <a:pt x="77174" y="44194"/>
                    <a:pt x="77639" y="47993"/>
                  </a:cubicBezTo>
                  <a:close/>
                </a:path>
              </a:pathLst>
            </a:custGeom>
            <a:solidFill>
              <a:srgbClr val="82C1CC"/>
            </a:solidFill>
            <a:ln w="0" cap="flat">
              <a:noFill/>
              <a:prstDash val="solid"/>
              <a:miter/>
            </a:ln>
          </p:spPr>
          <p:txBody>
            <a:bodyPr rtlCol="0" anchor="ctr"/>
            <a:lstStyle/>
            <a:p>
              <a:endParaRPr lang="zh-CN" altLang="en-US" sz="650"/>
            </a:p>
          </p:txBody>
        </p:sp>
        <p:sp>
          <p:nvSpPr>
            <p:cNvPr id="2569" name="任意多边形: 形状 1882"/>
            <p:cNvSpPr/>
            <p:nvPr/>
          </p:nvSpPr>
          <p:spPr>
            <a:xfrm>
              <a:off x="992081" y="4112176"/>
              <a:ext cx="50580" cy="42315"/>
            </a:xfrm>
            <a:custGeom>
              <a:avLst/>
              <a:gdLst>
                <a:gd name="connsiteX0" fmla="*/ 77002 w 77483"/>
                <a:gd name="connsiteY0" fmla="*/ 51309 h 66639"/>
                <a:gd name="connsiteX1" fmla="*/ 12043 w 77483"/>
                <a:gd name="connsiteY1" fmla="*/ 49388 h 66639"/>
                <a:gd name="connsiteX2" fmla="*/ 7132 w 77483"/>
                <a:gd name="connsiteY2" fmla="*/ 41931 h 66639"/>
                <a:gd name="connsiteX3" fmla="*/ 2887 w 77483"/>
                <a:gd name="connsiteY3" fmla="*/ 17334 h 66639"/>
                <a:gd name="connsiteX4" fmla="*/ 34012 w 77483"/>
                <a:gd name="connsiteY4" fmla="*/ 13 h 66639"/>
                <a:gd name="connsiteX5" fmla="*/ 40682 w 77483"/>
                <a:gd name="connsiteY5" fmla="*/ 5166 h 66639"/>
                <a:gd name="connsiteX6" fmla="*/ 73404 w 77483"/>
                <a:gd name="connsiteY6" fmla="*/ 41142 h 66639"/>
                <a:gd name="connsiteX7" fmla="*/ 77042 w 77483"/>
                <a:gd name="connsiteY7" fmla="*/ 51329 h 6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3" h="66639">
                  <a:moveTo>
                    <a:pt x="77002" y="51309"/>
                  </a:moveTo>
                  <a:cubicBezTo>
                    <a:pt x="61540" y="72550"/>
                    <a:pt x="27019" y="71540"/>
                    <a:pt x="12043" y="49388"/>
                  </a:cubicBezTo>
                  <a:cubicBezTo>
                    <a:pt x="10386" y="46923"/>
                    <a:pt x="8769" y="44416"/>
                    <a:pt x="7132" y="41931"/>
                  </a:cubicBezTo>
                  <a:cubicBezTo>
                    <a:pt x="-771" y="34958"/>
                    <a:pt x="-1984" y="27924"/>
                    <a:pt x="2887" y="17334"/>
                  </a:cubicBezTo>
                  <a:cubicBezTo>
                    <a:pt x="14731" y="14221"/>
                    <a:pt x="24836" y="7976"/>
                    <a:pt x="34012" y="13"/>
                  </a:cubicBezTo>
                  <a:cubicBezTo>
                    <a:pt x="37731" y="-210"/>
                    <a:pt x="39186" y="2559"/>
                    <a:pt x="40682" y="5166"/>
                  </a:cubicBezTo>
                  <a:cubicBezTo>
                    <a:pt x="48908" y="19597"/>
                    <a:pt x="60105" y="31380"/>
                    <a:pt x="73404" y="41142"/>
                  </a:cubicBezTo>
                  <a:cubicBezTo>
                    <a:pt x="77244" y="43952"/>
                    <a:pt x="78154" y="47105"/>
                    <a:pt x="77042" y="51329"/>
                  </a:cubicBezTo>
                  <a:close/>
                </a:path>
              </a:pathLst>
            </a:custGeom>
            <a:solidFill>
              <a:srgbClr val="82C1CD"/>
            </a:solidFill>
            <a:ln w="0" cap="flat">
              <a:noFill/>
              <a:prstDash val="solid"/>
              <a:miter/>
            </a:ln>
          </p:spPr>
          <p:txBody>
            <a:bodyPr rtlCol="0" anchor="ctr"/>
            <a:lstStyle/>
            <a:p>
              <a:endParaRPr lang="zh-CN" altLang="en-US" sz="650"/>
            </a:p>
          </p:txBody>
        </p:sp>
        <p:sp>
          <p:nvSpPr>
            <p:cNvPr id="2570" name="任意多边形: 形状 1883"/>
            <p:cNvSpPr/>
            <p:nvPr/>
          </p:nvSpPr>
          <p:spPr>
            <a:xfrm>
              <a:off x="630897" y="3861432"/>
              <a:ext cx="104903" cy="104982"/>
            </a:xfrm>
            <a:custGeom>
              <a:avLst/>
              <a:gdLst>
                <a:gd name="connsiteX0" fmla="*/ 34574 w 160701"/>
                <a:gd name="connsiteY0" fmla="*/ 20942 h 165328"/>
                <a:gd name="connsiteX1" fmla="*/ 44295 w 160701"/>
                <a:gd name="connsiteY1" fmla="*/ 42952 h 165328"/>
                <a:gd name="connsiteX2" fmla="*/ 155659 w 160701"/>
                <a:gd name="connsiteY2" fmla="*/ 154477 h 165328"/>
                <a:gd name="connsiteX3" fmla="*/ 159256 w 160701"/>
                <a:gd name="connsiteY3" fmla="*/ 163026 h 165328"/>
                <a:gd name="connsiteX4" fmla="*/ 149656 w 160701"/>
                <a:gd name="connsiteY4" fmla="*/ 160742 h 165328"/>
                <a:gd name="connsiteX5" fmla="*/ 92317 w 160701"/>
                <a:gd name="connsiteY5" fmla="*/ 103949 h 165328"/>
                <a:gd name="connsiteX6" fmla="*/ 27661 w 160701"/>
                <a:gd name="connsiteY6" fmla="*/ 40122 h 165328"/>
                <a:gd name="connsiteX7" fmla="*/ 16828 w 160701"/>
                <a:gd name="connsiteY7" fmla="*/ 36100 h 165328"/>
                <a:gd name="connsiteX8" fmla="*/ 33 w 160701"/>
                <a:gd name="connsiteY8" fmla="*/ 16839 h 165328"/>
                <a:gd name="connsiteX9" fmla="*/ 16970 w 160701"/>
                <a:gd name="connsiteY9" fmla="*/ 3 h 165328"/>
                <a:gd name="connsiteX10" fmla="*/ 34574 w 160701"/>
                <a:gd name="connsiteY10" fmla="*/ 20982 h 165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701" h="165328">
                  <a:moveTo>
                    <a:pt x="34574" y="20942"/>
                  </a:moveTo>
                  <a:cubicBezTo>
                    <a:pt x="28227" y="31310"/>
                    <a:pt x="37888" y="36545"/>
                    <a:pt x="44295" y="42952"/>
                  </a:cubicBezTo>
                  <a:cubicBezTo>
                    <a:pt x="81423" y="80120"/>
                    <a:pt x="118632" y="117207"/>
                    <a:pt x="155659" y="154477"/>
                  </a:cubicBezTo>
                  <a:cubicBezTo>
                    <a:pt x="157741" y="156579"/>
                    <a:pt x="163319" y="158216"/>
                    <a:pt x="159256" y="163026"/>
                  </a:cubicBezTo>
                  <a:cubicBezTo>
                    <a:pt x="154830" y="168220"/>
                    <a:pt x="152243" y="163370"/>
                    <a:pt x="149656" y="160742"/>
                  </a:cubicBezTo>
                  <a:cubicBezTo>
                    <a:pt x="130839" y="141501"/>
                    <a:pt x="110649" y="123736"/>
                    <a:pt x="92317" y="103949"/>
                  </a:cubicBezTo>
                  <a:cubicBezTo>
                    <a:pt x="71742" y="81757"/>
                    <a:pt x="49186" y="61425"/>
                    <a:pt x="27661" y="40122"/>
                  </a:cubicBezTo>
                  <a:cubicBezTo>
                    <a:pt x="24468" y="36949"/>
                    <a:pt x="21073" y="36282"/>
                    <a:pt x="16828" y="36100"/>
                  </a:cubicBezTo>
                  <a:cubicBezTo>
                    <a:pt x="5308" y="35595"/>
                    <a:pt x="-493" y="28703"/>
                    <a:pt x="33" y="16839"/>
                  </a:cubicBezTo>
                  <a:cubicBezTo>
                    <a:pt x="397" y="8431"/>
                    <a:pt x="9067" y="-179"/>
                    <a:pt x="16970" y="3"/>
                  </a:cubicBezTo>
                  <a:cubicBezTo>
                    <a:pt x="26893" y="225"/>
                    <a:pt x="34796" y="9017"/>
                    <a:pt x="34574" y="20982"/>
                  </a:cubicBezTo>
                  <a:close/>
                </a:path>
              </a:pathLst>
            </a:custGeom>
            <a:solidFill>
              <a:srgbClr val="C1C3C4"/>
            </a:solidFill>
            <a:ln w="0" cap="flat">
              <a:noFill/>
              <a:prstDash val="solid"/>
              <a:miter/>
            </a:ln>
          </p:spPr>
          <p:txBody>
            <a:bodyPr rtlCol="0" anchor="ctr"/>
            <a:lstStyle/>
            <a:p>
              <a:endParaRPr lang="zh-CN" altLang="en-US" sz="650"/>
            </a:p>
          </p:txBody>
        </p:sp>
        <p:sp>
          <p:nvSpPr>
            <p:cNvPr id="2571" name="任意多边形: 形状 1884"/>
            <p:cNvSpPr/>
            <p:nvPr/>
          </p:nvSpPr>
          <p:spPr>
            <a:xfrm>
              <a:off x="1324211" y="3861331"/>
              <a:ext cx="110154" cy="105081"/>
            </a:xfrm>
            <a:custGeom>
              <a:avLst/>
              <a:gdLst>
                <a:gd name="connsiteX0" fmla="*/ 151589 w 168744"/>
                <a:gd name="connsiteY0" fmla="*/ 20 h 165483"/>
                <a:gd name="connsiteX1" fmla="*/ 168728 w 168744"/>
                <a:gd name="connsiteY1" fmla="*/ 19019 h 165483"/>
                <a:gd name="connsiteX2" fmla="*/ 148941 w 168744"/>
                <a:gd name="connsiteY2" fmla="*/ 35693 h 165483"/>
                <a:gd name="connsiteX3" fmla="*/ 135784 w 168744"/>
                <a:gd name="connsiteY3" fmla="*/ 39695 h 165483"/>
                <a:gd name="connsiteX4" fmla="*/ 38447 w 168744"/>
                <a:gd name="connsiteY4" fmla="*/ 135092 h 165483"/>
                <a:gd name="connsiteX5" fmla="*/ 11364 w 168744"/>
                <a:gd name="connsiteY5" fmla="*/ 160780 h 165483"/>
                <a:gd name="connsiteX6" fmla="*/ 1723 w 168744"/>
                <a:gd name="connsiteY6" fmla="*/ 163387 h 165483"/>
                <a:gd name="connsiteX7" fmla="*/ 4957 w 168744"/>
                <a:gd name="connsiteY7" fmla="*/ 154878 h 165483"/>
                <a:gd name="connsiteX8" fmla="*/ 126467 w 168744"/>
                <a:gd name="connsiteY8" fmla="*/ 35087 h 165483"/>
                <a:gd name="connsiteX9" fmla="*/ 132914 w 168744"/>
                <a:gd name="connsiteY9" fmla="*/ 18938 h 165483"/>
                <a:gd name="connsiteX10" fmla="*/ 151569 w 168744"/>
                <a:gd name="connsiteY10" fmla="*/ 0 h 16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744" h="165483">
                  <a:moveTo>
                    <a:pt x="151589" y="20"/>
                  </a:moveTo>
                  <a:cubicBezTo>
                    <a:pt x="160603" y="61"/>
                    <a:pt x="169173" y="9560"/>
                    <a:pt x="168728" y="19019"/>
                  </a:cubicBezTo>
                  <a:cubicBezTo>
                    <a:pt x="168263" y="29104"/>
                    <a:pt x="158501" y="38098"/>
                    <a:pt x="148941" y="35693"/>
                  </a:cubicBezTo>
                  <a:cubicBezTo>
                    <a:pt x="142918" y="34177"/>
                    <a:pt x="139765" y="36097"/>
                    <a:pt x="135784" y="39695"/>
                  </a:cubicBezTo>
                  <a:cubicBezTo>
                    <a:pt x="102011" y="70153"/>
                    <a:pt x="71169" y="103582"/>
                    <a:pt x="38447" y="135092"/>
                  </a:cubicBezTo>
                  <a:cubicBezTo>
                    <a:pt x="29493" y="143722"/>
                    <a:pt x="20479" y="152291"/>
                    <a:pt x="11364" y="160780"/>
                  </a:cubicBezTo>
                  <a:cubicBezTo>
                    <a:pt x="8716" y="163246"/>
                    <a:pt x="6412" y="168359"/>
                    <a:pt x="1723" y="163387"/>
                  </a:cubicBezTo>
                  <a:cubicBezTo>
                    <a:pt x="-2865" y="158537"/>
                    <a:pt x="2936" y="156899"/>
                    <a:pt x="4957" y="154878"/>
                  </a:cubicBezTo>
                  <a:cubicBezTo>
                    <a:pt x="45359" y="114840"/>
                    <a:pt x="85923" y="74984"/>
                    <a:pt x="126467" y="35087"/>
                  </a:cubicBezTo>
                  <a:cubicBezTo>
                    <a:pt x="130953" y="30660"/>
                    <a:pt x="135380" y="27164"/>
                    <a:pt x="132914" y="18938"/>
                  </a:cubicBezTo>
                  <a:cubicBezTo>
                    <a:pt x="130610" y="11238"/>
                    <a:pt x="142939" y="-40"/>
                    <a:pt x="151569" y="0"/>
                  </a:cubicBezTo>
                  <a:close/>
                </a:path>
              </a:pathLst>
            </a:custGeom>
            <a:solidFill>
              <a:srgbClr val="C0C2C4"/>
            </a:solidFill>
            <a:ln w="0" cap="flat">
              <a:noFill/>
              <a:prstDash val="solid"/>
              <a:miter/>
            </a:ln>
          </p:spPr>
          <p:txBody>
            <a:bodyPr rtlCol="0" anchor="ctr"/>
            <a:lstStyle/>
            <a:p>
              <a:endParaRPr lang="zh-CN" altLang="en-US" sz="650"/>
            </a:p>
          </p:txBody>
        </p:sp>
        <p:sp>
          <p:nvSpPr>
            <p:cNvPr id="2572" name="任意多边形: 形状 1885"/>
            <p:cNvSpPr/>
            <p:nvPr/>
          </p:nvSpPr>
          <p:spPr>
            <a:xfrm>
              <a:off x="1442056" y="4420636"/>
              <a:ext cx="50132" cy="51847"/>
            </a:xfrm>
            <a:custGeom>
              <a:avLst/>
              <a:gdLst>
                <a:gd name="connsiteX0" fmla="*/ 51120 w 76797"/>
                <a:gd name="connsiteY0" fmla="*/ 8428 h 81650"/>
                <a:gd name="connsiteX1" fmla="*/ 55627 w 76797"/>
                <a:gd name="connsiteY1" fmla="*/ 4487 h 81650"/>
                <a:gd name="connsiteX2" fmla="*/ 72564 w 76797"/>
                <a:gd name="connsiteY2" fmla="*/ 3294 h 81650"/>
                <a:gd name="connsiteX3" fmla="*/ 73433 w 76797"/>
                <a:gd name="connsiteY3" fmla="*/ 19160 h 81650"/>
                <a:gd name="connsiteX4" fmla="*/ 71048 w 76797"/>
                <a:gd name="connsiteY4" fmla="*/ 22394 h 81650"/>
                <a:gd name="connsiteX5" fmla="*/ 44693 w 76797"/>
                <a:gd name="connsiteY5" fmla="*/ 50063 h 81650"/>
                <a:gd name="connsiteX6" fmla="*/ 43318 w 76797"/>
                <a:gd name="connsiteY6" fmla="*/ 57602 h 81650"/>
                <a:gd name="connsiteX7" fmla="*/ 22056 w 76797"/>
                <a:gd name="connsiteY7" fmla="*/ 81633 h 81650"/>
                <a:gd name="connsiteX8" fmla="*/ 26 w 76797"/>
                <a:gd name="connsiteY8" fmla="*/ 61886 h 81650"/>
                <a:gd name="connsiteX9" fmla="*/ 21470 w 76797"/>
                <a:gd name="connsiteY9" fmla="*/ 38199 h 81650"/>
                <a:gd name="connsiteX10" fmla="*/ 30747 w 76797"/>
                <a:gd name="connsiteY10" fmla="*/ 33490 h 81650"/>
                <a:gd name="connsiteX11" fmla="*/ 51100 w 76797"/>
                <a:gd name="connsiteY11" fmla="*/ 8448 h 8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97" h="81650">
                  <a:moveTo>
                    <a:pt x="51120" y="8428"/>
                  </a:moveTo>
                  <a:cubicBezTo>
                    <a:pt x="52636" y="7114"/>
                    <a:pt x="54293" y="5962"/>
                    <a:pt x="55627" y="4487"/>
                  </a:cubicBezTo>
                  <a:cubicBezTo>
                    <a:pt x="60942" y="-1354"/>
                    <a:pt x="66945" y="-1213"/>
                    <a:pt x="72564" y="3294"/>
                  </a:cubicBezTo>
                  <a:cubicBezTo>
                    <a:pt x="78284" y="7882"/>
                    <a:pt x="77839" y="13602"/>
                    <a:pt x="73433" y="19160"/>
                  </a:cubicBezTo>
                  <a:cubicBezTo>
                    <a:pt x="72604" y="20211"/>
                    <a:pt x="71836" y="21303"/>
                    <a:pt x="71048" y="22394"/>
                  </a:cubicBezTo>
                  <a:cubicBezTo>
                    <a:pt x="60680" y="30115"/>
                    <a:pt x="53949" y="41291"/>
                    <a:pt x="44693" y="50063"/>
                  </a:cubicBezTo>
                  <a:cubicBezTo>
                    <a:pt x="42267" y="52367"/>
                    <a:pt x="43278" y="54995"/>
                    <a:pt x="43318" y="57602"/>
                  </a:cubicBezTo>
                  <a:cubicBezTo>
                    <a:pt x="43520" y="72012"/>
                    <a:pt x="35416" y="81148"/>
                    <a:pt x="22056" y="81633"/>
                  </a:cubicBezTo>
                  <a:cubicBezTo>
                    <a:pt x="9404" y="82078"/>
                    <a:pt x="511" y="74114"/>
                    <a:pt x="26" y="61886"/>
                  </a:cubicBezTo>
                  <a:cubicBezTo>
                    <a:pt x="-520" y="48042"/>
                    <a:pt x="7524" y="38765"/>
                    <a:pt x="21470" y="38199"/>
                  </a:cubicBezTo>
                  <a:cubicBezTo>
                    <a:pt x="25735" y="38017"/>
                    <a:pt x="28322" y="36501"/>
                    <a:pt x="30747" y="33490"/>
                  </a:cubicBezTo>
                  <a:cubicBezTo>
                    <a:pt x="37498" y="25102"/>
                    <a:pt x="44309" y="16795"/>
                    <a:pt x="51100" y="8448"/>
                  </a:cubicBezTo>
                  <a:close/>
                </a:path>
              </a:pathLst>
            </a:custGeom>
            <a:solidFill>
              <a:srgbClr val="6AABC1"/>
            </a:solidFill>
            <a:ln w="0" cap="flat">
              <a:noFill/>
              <a:prstDash val="solid"/>
              <a:miter/>
            </a:ln>
          </p:spPr>
          <p:txBody>
            <a:bodyPr rtlCol="0" anchor="ctr"/>
            <a:lstStyle/>
            <a:p>
              <a:endParaRPr lang="zh-CN" altLang="en-US" sz="650"/>
            </a:p>
          </p:txBody>
        </p:sp>
        <p:sp>
          <p:nvSpPr>
            <p:cNvPr id="2573" name="任意多边形: 形状 1886"/>
            <p:cNvSpPr/>
            <p:nvPr/>
          </p:nvSpPr>
          <p:spPr>
            <a:xfrm>
              <a:off x="1368492" y="4412124"/>
              <a:ext cx="34545" cy="57734"/>
            </a:xfrm>
            <a:custGeom>
              <a:avLst/>
              <a:gdLst>
                <a:gd name="connsiteX0" fmla="*/ 13664 w 52919"/>
                <a:gd name="connsiteY0" fmla="*/ 15911 h 90920"/>
                <a:gd name="connsiteX1" fmla="*/ 14856 w 52919"/>
                <a:gd name="connsiteY1" fmla="*/ 8008 h 90920"/>
                <a:gd name="connsiteX2" fmla="*/ 25245 w 52919"/>
                <a:gd name="connsiteY2" fmla="*/ 5 h 90920"/>
                <a:gd name="connsiteX3" fmla="*/ 35613 w 52919"/>
                <a:gd name="connsiteY3" fmla="*/ 9322 h 90920"/>
                <a:gd name="connsiteX4" fmla="*/ 35997 w 52919"/>
                <a:gd name="connsiteY4" fmla="*/ 19327 h 90920"/>
                <a:gd name="connsiteX5" fmla="*/ 33956 w 52919"/>
                <a:gd name="connsiteY5" fmla="*/ 47986 h 90920"/>
                <a:gd name="connsiteX6" fmla="*/ 39231 w 52919"/>
                <a:gd name="connsiteY6" fmla="*/ 52634 h 90920"/>
                <a:gd name="connsiteX7" fmla="*/ 42525 w 52919"/>
                <a:gd name="connsiteY7" fmla="*/ 90207 h 90920"/>
                <a:gd name="connsiteX8" fmla="*/ 38746 w 52919"/>
                <a:gd name="connsiteY8" fmla="*/ 90450 h 90920"/>
                <a:gd name="connsiteX9" fmla="*/ 10167 w 52919"/>
                <a:gd name="connsiteY9" fmla="*/ 89196 h 90920"/>
                <a:gd name="connsiteX10" fmla="*/ 6368 w 52919"/>
                <a:gd name="connsiteY10" fmla="*/ 88610 h 90920"/>
                <a:gd name="connsiteX11" fmla="*/ 9076 w 52919"/>
                <a:gd name="connsiteY11" fmla="*/ 55949 h 90920"/>
                <a:gd name="connsiteX12" fmla="*/ 11926 w 52919"/>
                <a:gd name="connsiteY12" fmla="*/ 49866 h 90920"/>
                <a:gd name="connsiteX13" fmla="*/ 13664 w 52919"/>
                <a:gd name="connsiteY13" fmla="*/ 15911 h 9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19" h="90920">
                  <a:moveTo>
                    <a:pt x="13664" y="15911"/>
                  </a:moveTo>
                  <a:cubicBezTo>
                    <a:pt x="14028" y="13263"/>
                    <a:pt x="14068" y="10514"/>
                    <a:pt x="14856" y="8008"/>
                  </a:cubicBezTo>
                  <a:cubicBezTo>
                    <a:pt x="16433" y="3056"/>
                    <a:pt x="20151" y="-137"/>
                    <a:pt x="25245" y="5"/>
                  </a:cubicBezTo>
                  <a:cubicBezTo>
                    <a:pt x="30803" y="166"/>
                    <a:pt x="34542" y="3804"/>
                    <a:pt x="35613" y="9322"/>
                  </a:cubicBezTo>
                  <a:cubicBezTo>
                    <a:pt x="36240" y="12556"/>
                    <a:pt x="35916" y="15992"/>
                    <a:pt x="35997" y="19327"/>
                  </a:cubicBezTo>
                  <a:cubicBezTo>
                    <a:pt x="32864" y="28704"/>
                    <a:pt x="35047" y="38466"/>
                    <a:pt x="33956" y="47986"/>
                  </a:cubicBezTo>
                  <a:cubicBezTo>
                    <a:pt x="33491" y="51967"/>
                    <a:pt x="37088" y="51503"/>
                    <a:pt x="39231" y="52634"/>
                  </a:cubicBezTo>
                  <a:cubicBezTo>
                    <a:pt x="56107" y="61487"/>
                    <a:pt x="57583" y="78363"/>
                    <a:pt x="42525" y="90207"/>
                  </a:cubicBezTo>
                  <a:cubicBezTo>
                    <a:pt x="41313" y="91036"/>
                    <a:pt x="39898" y="91177"/>
                    <a:pt x="38746" y="90450"/>
                  </a:cubicBezTo>
                  <a:cubicBezTo>
                    <a:pt x="29449" y="84447"/>
                    <a:pt x="19970" y="83942"/>
                    <a:pt x="10167" y="89196"/>
                  </a:cubicBezTo>
                  <a:cubicBezTo>
                    <a:pt x="8934" y="89843"/>
                    <a:pt x="7540" y="89419"/>
                    <a:pt x="6368" y="88610"/>
                  </a:cubicBezTo>
                  <a:cubicBezTo>
                    <a:pt x="-2707" y="74159"/>
                    <a:pt x="-2323" y="69046"/>
                    <a:pt x="9076" y="55949"/>
                  </a:cubicBezTo>
                  <a:cubicBezTo>
                    <a:pt x="10673" y="54110"/>
                    <a:pt x="11804" y="52412"/>
                    <a:pt x="11926" y="49866"/>
                  </a:cubicBezTo>
                  <a:cubicBezTo>
                    <a:pt x="12411" y="38547"/>
                    <a:pt x="13078" y="27229"/>
                    <a:pt x="13664" y="15911"/>
                  </a:cubicBezTo>
                  <a:close/>
                </a:path>
              </a:pathLst>
            </a:custGeom>
            <a:solidFill>
              <a:srgbClr val="69ABC1"/>
            </a:solidFill>
            <a:ln w="0" cap="flat">
              <a:noFill/>
              <a:prstDash val="solid"/>
              <a:miter/>
            </a:ln>
          </p:spPr>
          <p:txBody>
            <a:bodyPr rtlCol="0" anchor="ctr"/>
            <a:lstStyle/>
            <a:p>
              <a:endParaRPr lang="zh-CN" altLang="en-US" sz="650"/>
            </a:p>
          </p:txBody>
        </p:sp>
        <p:sp>
          <p:nvSpPr>
            <p:cNvPr id="2574" name="任意多边形: 形状 1887"/>
            <p:cNvSpPr/>
            <p:nvPr/>
          </p:nvSpPr>
          <p:spPr>
            <a:xfrm>
              <a:off x="643140" y="4216307"/>
              <a:ext cx="92495" cy="92802"/>
            </a:xfrm>
            <a:custGeom>
              <a:avLst/>
              <a:gdLst>
                <a:gd name="connsiteX0" fmla="*/ 17214 w 141692"/>
                <a:gd name="connsiteY0" fmla="*/ 146146 h 146146"/>
                <a:gd name="connsiteX1" fmla="*/ 14 w 141692"/>
                <a:gd name="connsiteY1" fmla="*/ 128401 h 146146"/>
                <a:gd name="connsiteX2" fmla="*/ 20104 w 141692"/>
                <a:gd name="connsiteY2" fmla="*/ 110514 h 146146"/>
                <a:gd name="connsiteX3" fmla="*/ 32291 w 141692"/>
                <a:gd name="connsiteY3" fmla="*/ 106613 h 146146"/>
                <a:gd name="connsiteX4" fmla="*/ 129527 w 141692"/>
                <a:gd name="connsiteY4" fmla="*/ 5456 h 146146"/>
                <a:gd name="connsiteX5" fmla="*/ 133003 w 141692"/>
                <a:gd name="connsiteY5" fmla="*/ 1798 h 146146"/>
                <a:gd name="connsiteX6" fmla="*/ 139612 w 141692"/>
                <a:gd name="connsiteY6" fmla="*/ 2162 h 146146"/>
                <a:gd name="connsiteX7" fmla="*/ 139976 w 141692"/>
                <a:gd name="connsiteY7" fmla="*/ 8771 h 146146"/>
                <a:gd name="connsiteX8" fmla="*/ 120776 w 141692"/>
                <a:gd name="connsiteY8" fmla="*/ 28133 h 146146"/>
                <a:gd name="connsiteX9" fmla="*/ 38415 w 141692"/>
                <a:gd name="connsiteY9" fmla="*/ 114192 h 146146"/>
                <a:gd name="connsiteX10" fmla="*/ 35646 w 141692"/>
                <a:gd name="connsiteY10" fmla="*/ 124783 h 146146"/>
                <a:gd name="connsiteX11" fmla="*/ 17173 w 141692"/>
                <a:gd name="connsiteY11" fmla="*/ 146126 h 14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92" h="146146">
                  <a:moveTo>
                    <a:pt x="17214" y="146146"/>
                  </a:moveTo>
                  <a:cubicBezTo>
                    <a:pt x="8098" y="145944"/>
                    <a:pt x="-390" y="137213"/>
                    <a:pt x="14" y="128401"/>
                  </a:cubicBezTo>
                  <a:cubicBezTo>
                    <a:pt x="479" y="117972"/>
                    <a:pt x="10665" y="108129"/>
                    <a:pt x="20104" y="110514"/>
                  </a:cubicBezTo>
                  <a:cubicBezTo>
                    <a:pt x="25864" y="111969"/>
                    <a:pt x="28835" y="110211"/>
                    <a:pt x="32291" y="106613"/>
                  </a:cubicBezTo>
                  <a:cubicBezTo>
                    <a:pt x="64669" y="72860"/>
                    <a:pt x="97108" y="39168"/>
                    <a:pt x="129527" y="5456"/>
                  </a:cubicBezTo>
                  <a:cubicBezTo>
                    <a:pt x="130699" y="4243"/>
                    <a:pt x="131952" y="3091"/>
                    <a:pt x="133003" y="1798"/>
                  </a:cubicBezTo>
                  <a:cubicBezTo>
                    <a:pt x="135429" y="-1173"/>
                    <a:pt x="137369" y="-41"/>
                    <a:pt x="139612" y="2162"/>
                  </a:cubicBezTo>
                  <a:cubicBezTo>
                    <a:pt x="141876" y="4405"/>
                    <a:pt x="142705" y="6143"/>
                    <a:pt x="139976" y="8771"/>
                  </a:cubicBezTo>
                  <a:cubicBezTo>
                    <a:pt x="133448" y="15097"/>
                    <a:pt x="127061" y="21585"/>
                    <a:pt x="120776" y="28133"/>
                  </a:cubicBezTo>
                  <a:cubicBezTo>
                    <a:pt x="93309" y="56813"/>
                    <a:pt x="65963" y="85593"/>
                    <a:pt x="38415" y="114192"/>
                  </a:cubicBezTo>
                  <a:cubicBezTo>
                    <a:pt x="35262" y="117466"/>
                    <a:pt x="34818" y="120235"/>
                    <a:pt x="35646" y="124783"/>
                  </a:cubicBezTo>
                  <a:cubicBezTo>
                    <a:pt x="37748" y="136222"/>
                    <a:pt x="28451" y="146389"/>
                    <a:pt x="17173" y="146126"/>
                  </a:cubicBezTo>
                  <a:close/>
                </a:path>
              </a:pathLst>
            </a:custGeom>
            <a:solidFill>
              <a:srgbClr val="C0C3C4"/>
            </a:solidFill>
            <a:ln w="0" cap="flat">
              <a:noFill/>
              <a:prstDash val="solid"/>
              <a:miter/>
            </a:ln>
          </p:spPr>
          <p:txBody>
            <a:bodyPr rtlCol="0" anchor="ctr"/>
            <a:lstStyle/>
            <a:p>
              <a:endParaRPr lang="zh-CN" altLang="en-US" sz="650"/>
            </a:p>
          </p:txBody>
        </p:sp>
        <p:sp>
          <p:nvSpPr>
            <p:cNvPr id="2575" name="任意多边形: 形状 1888"/>
            <p:cNvSpPr/>
            <p:nvPr/>
          </p:nvSpPr>
          <p:spPr>
            <a:xfrm>
              <a:off x="1325249" y="4216107"/>
              <a:ext cx="93353" cy="91873"/>
            </a:xfrm>
            <a:custGeom>
              <a:avLst/>
              <a:gdLst>
                <a:gd name="connsiteX0" fmla="*/ 143007 w 143007"/>
                <a:gd name="connsiteY0" fmla="*/ 127139 h 144683"/>
                <a:gd name="connsiteX1" fmla="*/ 125464 w 143007"/>
                <a:gd name="connsiteY1" fmla="*/ 144682 h 144683"/>
                <a:gd name="connsiteX2" fmla="*/ 109093 w 143007"/>
                <a:gd name="connsiteY2" fmla="*/ 126613 h 144683"/>
                <a:gd name="connsiteX3" fmla="*/ 101331 w 143007"/>
                <a:gd name="connsiteY3" fmla="*/ 107999 h 144683"/>
                <a:gd name="connsiteX4" fmla="*/ 7208 w 143007"/>
                <a:gd name="connsiteY4" fmla="*/ 13916 h 144683"/>
                <a:gd name="connsiteX5" fmla="*/ 2216 w 143007"/>
                <a:gd name="connsiteY5" fmla="*/ 8944 h 144683"/>
                <a:gd name="connsiteX6" fmla="*/ 2034 w 143007"/>
                <a:gd name="connsiteY6" fmla="*/ 1365 h 144683"/>
                <a:gd name="connsiteX7" fmla="*/ 8542 w 143007"/>
                <a:gd name="connsiteY7" fmla="*/ 2881 h 144683"/>
                <a:gd name="connsiteX8" fmla="*/ 57029 w 143007"/>
                <a:gd name="connsiteY8" fmla="*/ 51347 h 144683"/>
                <a:gd name="connsiteX9" fmla="*/ 111801 w 143007"/>
                <a:gd name="connsiteY9" fmla="*/ 104866 h 144683"/>
                <a:gd name="connsiteX10" fmla="*/ 126151 w 143007"/>
                <a:gd name="connsiteY10" fmla="*/ 110161 h 144683"/>
                <a:gd name="connsiteX11" fmla="*/ 143007 w 143007"/>
                <a:gd name="connsiteY11" fmla="*/ 127159 h 14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007" h="144683">
                  <a:moveTo>
                    <a:pt x="143007" y="127139"/>
                  </a:moveTo>
                  <a:cubicBezTo>
                    <a:pt x="143068" y="137952"/>
                    <a:pt x="136256" y="144783"/>
                    <a:pt x="125464" y="144682"/>
                  </a:cubicBezTo>
                  <a:cubicBezTo>
                    <a:pt x="114832" y="144581"/>
                    <a:pt x="106809" y="137285"/>
                    <a:pt x="109093" y="126613"/>
                  </a:cubicBezTo>
                  <a:cubicBezTo>
                    <a:pt x="111073" y="117316"/>
                    <a:pt x="106485" y="113153"/>
                    <a:pt x="101331" y="107999"/>
                  </a:cubicBezTo>
                  <a:cubicBezTo>
                    <a:pt x="69944" y="76651"/>
                    <a:pt x="38576" y="45284"/>
                    <a:pt x="7208" y="13916"/>
                  </a:cubicBezTo>
                  <a:cubicBezTo>
                    <a:pt x="5551" y="12259"/>
                    <a:pt x="3954" y="10500"/>
                    <a:pt x="2216" y="8944"/>
                  </a:cubicBezTo>
                  <a:cubicBezTo>
                    <a:pt x="-594" y="6438"/>
                    <a:pt x="-816" y="4134"/>
                    <a:pt x="2034" y="1365"/>
                  </a:cubicBezTo>
                  <a:cubicBezTo>
                    <a:pt x="5207" y="-1707"/>
                    <a:pt x="6784" y="1122"/>
                    <a:pt x="8542" y="2881"/>
                  </a:cubicBezTo>
                  <a:cubicBezTo>
                    <a:pt x="24711" y="19029"/>
                    <a:pt x="40738" y="35340"/>
                    <a:pt x="57029" y="51347"/>
                  </a:cubicBezTo>
                  <a:cubicBezTo>
                    <a:pt x="75219" y="69234"/>
                    <a:pt x="92620" y="87949"/>
                    <a:pt x="111801" y="104866"/>
                  </a:cubicBezTo>
                  <a:cubicBezTo>
                    <a:pt x="116247" y="108787"/>
                    <a:pt x="120451" y="110182"/>
                    <a:pt x="126151" y="110161"/>
                  </a:cubicBezTo>
                  <a:cubicBezTo>
                    <a:pt x="136842" y="110161"/>
                    <a:pt x="142946" y="116710"/>
                    <a:pt x="143007" y="127159"/>
                  </a:cubicBezTo>
                  <a:close/>
                </a:path>
              </a:pathLst>
            </a:custGeom>
            <a:solidFill>
              <a:srgbClr val="BFC2C4"/>
            </a:solidFill>
            <a:ln w="0" cap="flat">
              <a:noFill/>
              <a:prstDash val="solid"/>
              <a:miter/>
            </a:ln>
          </p:spPr>
          <p:txBody>
            <a:bodyPr rtlCol="0" anchor="ctr"/>
            <a:lstStyle/>
            <a:p>
              <a:endParaRPr lang="zh-CN" altLang="en-US" sz="650"/>
            </a:p>
          </p:txBody>
        </p:sp>
        <p:sp>
          <p:nvSpPr>
            <p:cNvPr id="2576" name="任意多边形: 形状 1889"/>
            <p:cNvSpPr/>
            <p:nvPr/>
          </p:nvSpPr>
          <p:spPr>
            <a:xfrm>
              <a:off x="558512" y="4472350"/>
              <a:ext cx="39628" cy="27985"/>
            </a:xfrm>
            <a:custGeom>
              <a:avLst/>
              <a:gdLst>
                <a:gd name="connsiteX0" fmla="*/ 0 w 60706"/>
                <a:gd name="connsiteY0" fmla="*/ 21718 h 44071"/>
                <a:gd name="connsiteX1" fmla="*/ 1900 w 60706"/>
                <a:gd name="connsiteY1" fmla="*/ 6236 h 44071"/>
                <a:gd name="connsiteX2" fmla="*/ 9418 w 60706"/>
                <a:gd name="connsiteY2" fmla="*/ 254 h 44071"/>
                <a:gd name="connsiteX3" fmla="*/ 52549 w 60706"/>
                <a:gd name="connsiteY3" fmla="*/ 395 h 44071"/>
                <a:gd name="connsiteX4" fmla="*/ 60654 w 60706"/>
                <a:gd name="connsiteY4" fmla="*/ 6580 h 44071"/>
                <a:gd name="connsiteX5" fmla="*/ 60694 w 60706"/>
                <a:gd name="connsiteY5" fmla="*/ 34855 h 44071"/>
                <a:gd name="connsiteX6" fmla="*/ 52731 w 60706"/>
                <a:gd name="connsiteY6" fmla="*/ 42111 h 44071"/>
                <a:gd name="connsiteX7" fmla="*/ 25446 w 60706"/>
                <a:gd name="connsiteY7" fmla="*/ 42070 h 44071"/>
                <a:gd name="connsiteX8" fmla="*/ 15987 w 60706"/>
                <a:gd name="connsiteY8" fmla="*/ 44071 h 44071"/>
                <a:gd name="connsiteX9" fmla="*/ 20 w 60706"/>
                <a:gd name="connsiteY9" fmla="*/ 21718 h 4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06" h="44071">
                  <a:moveTo>
                    <a:pt x="0" y="21718"/>
                  </a:moveTo>
                  <a:cubicBezTo>
                    <a:pt x="3961" y="16988"/>
                    <a:pt x="1678" y="11410"/>
                    <a:pt x="1900" y="6236"/>
                  </a:cubicBezTo>
                  <a:cubicBezTo>
                    <a:pt x="2142" y="779"/>
                    <a:pt x="4002" y="-656"/>
                    <a:pt x="9418" y="254"/>
                  </a:cubicBezTo>
                  <a:cubicBezTo>
                    <a:pt x="23748" y="2618"/>
                    <a:pt x="38240" y="2376"/>
                    <a:pt x="52549" y="395"/>
                  </a:cubicBezTo>
                  <a:cubicBezTo>
                    <a:pt x="58329" y="-413"/>
                    <a:pt x="60795" y="435"/>
                    <a:pt x="60654" y="6580"/>
                  </a:cubicBezTo>
                  <a:cubicBezTo>
                    <a:pt x="60452" y="15998"/>
                    <a:pt x="60330" y="25457"/>
                    <a:pt x="60694" y="34855"/>
                  </a:cubicBezTo>
                  <a:cubicBezTo>
                    <a:pt x="60916" y="40939"/>
                    <a:pt x="58067" y="42252"/>
                    <a:pt x="52731" y="42111"/>
                  </a:cubicBezTo>
                  <a:cubicBezTo>
                    <a:pt x="43636" y="41848"/>
                    <a:pt x="34541" y="41949"/>
                    <a:pt x="25446" y="42070"/>
                  </a:cubicBezTo>
                  <a:cubicBezTo>
                    <a:pt x="22212" y="42111"/>
                    <a:pt x="18614" y="40959"/>
                    <a:pt x="15987" y="44071"/>
                  </a:cubicBezTo>
                  <a:cubicBezTo>
                    <a:pt x="10651" y="36613"/>
                    <a:pt x="5336" y="29176"/>
                    <a:pt x="20" y="21718"/>
                  </a:cubicBezTo>
                  <a:close/>
                </a:path>
              </a:pathLst>
            </a:custGeom>
            <a:solidFill>
              <a:srgbClr val="E4EAEC"/>
            </a:solidFill>
            <a:ln w="0" cap="flat">
              <a:noFill/>
              <a:prstDash val="solid"/>
              <a:miter/>
            </a:ln>
          </p:spPr>
          <p:txBody>
            <a:bodyPr rtlCol="0" anchor="ctr"/>
            <a:lstStyle/>
            <a:p>
              <a:endParaRPr lang="zh-CN" altLang="en-US" sz="650"/>
            </a:p>
          </p:txBody>
        </p:sp>
        <p:sp>
          <p:nvSpPr>
            <p:cNvPr id="2577" name="任意多边形: 形状 1890"/>
            <p:cNvSpPr/>
            <p:nvPr/>
          </p:nvSpPr>
          <p:spPr>
            <a:xfrm>
              <a:off x="1007982" y="3805096"/>
              <a:ext cx="23016" cy="101003"/>
            </a:xfrm>
            <a:custGeom>
              <a:avLst/>
              <a:gdLst>
                <a:gd name="connsiteX0" fmla="*/ 12605 w 35258"/>
                <a:gd name="connsiteY0" fmla="*/ 95574 h 159062"/>
                <a:gd name="connsiteX1" fmla="*/ 12605 w 35258"/>
                <a:gd name="connsiteY1" fmla="*/ 52241 h 159062"/>
                <a:gd name="connsiteX2" fmla="*/ 4621 w 35258"/>
                <a:gd name="connsiteY2" fmla="*/ 28210 h 159062"/>
                <a:gd name="connsiteX3" fmla="*/ 7613 w 35258"/>
                <a:gd name="connsiteY3" fmla="*/ 3653 h 159062"/>
                <a:gd name="connsiteX4" fmla="*/ 31442 w 35258"/>
                <a:gd name="connsiteY4" fmla="*/ 7433 h 159062"/>
                <a:gd name="connsiteX5" fmla="*/ 27925 w 35258"/>
                <a:gd name="connsiteY5" fmla="*/ 32131 h 159062"/>
                <a:gd name="connsiteX6" fmla="*/ 22488 w 35258"/>
                <a:gd name="connsiteY6" fmla="*/ 43773 h 159062"/>
                <a:gd name="connsiteX7" fmla="*/ 22468 w 35258"/>
                <a:gd name="connsiteY7" fmla="*/ 149578 h 159062"/>
                <a:gd name="connsiteX8" fmla="*/ 17253 w 35258"/>
                <a:gd name="connsiteY8" fmla="*/ 159057 h 159062"/>
                <a:gd name="connsiteX9" fmla="*/ 12665 w 35258"/>
                <a:gd name="connsiteY9" fmla="*/ 149982 h 159062"/>
                <a:gd name="connsiteX10" fmla="*/ 12585 w 35258"/>
                <a:gd name="connsiteY10" fmla="*/ 95574 h 15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58" h="159062">
                  <a:moveTo>
                    <a:pt x="12605" y="95574"/>
                  </a:moveTo>
                  <a:cubicBezTo>
                    <a:pt x="12605" y="81123"/>
                    <a:pt x="12605" y="66692"/>
                    <a:pt x="12605" y="52241"/>
                  </a:cubicBezTo>
                  <a:cubicBezTo>
                    <a:pt x="12605" y="43409"/>
                    <a:pt x="13534" y="35183"/>
                    <a:pt x="4621" y="28210"/>
                  </a:cubicBezTo>
                  <a:cubicBezTo>
                    <a:pt x="-3099" y="22187"/>
                    <a:pt x="-492" y="9838"/>
                    <a:pt x="7613" y="3653"/>
                  </a:cubicBezTo>
                  <a:cubicBezTo>
                    <a:pt x="15515" y="-2369"/>
                    <a:pt x="25216" y="-833"/>
                    <a:pt x="31442" y="7433"/>
                  </a:cubicBezTo>
                  <a:cubicBezTo>
                    <a:pt x="37505" y="15477"/>
                    <a:pt x="36353" y="27038"/>
                    <a:pt x="27925" y="32131"/>
                  </a:cubicBezTo>
                  <a:cubicBezTo>
                    <a:pt x="22832" y="35203"/>
                    <a:pt x="22468" y="38902"/>
                    <a:pt x="22488" y="43773"/>
                  </a:cubicBezTo>
                  <a:cubicBezTo>
                    <a:pt x="22569" y="79041"/>
                    <a:pt x="22609" y="114310"/>
                    <a:pt x="22468" y="149578"/>
                  </a:cubicBezTo>
                  <a:cubicBezTo>
                    <a:pt x="22468" y="153398"/>
                    <a:pt x="24691" y="159259"/>
                    <a:pt x="17253" y="159057"/>
                  </a:cubicBezTo>
                  <a:cubicBezTo>
                    <a:pt x="10584" y="158875"/>
                    <a:pt x="12706" y="153499"/>
                    <a:pt x="12665" y="149982"/>
                  </a:cubicBezTo>
                  <a:cubicBezTo>
                    <a:pt x="12483" y="131853"/>
                    <a:pt x="12585" y="113703"/>
                    <a:pt x="12585" y="95574"/>
                  </a:cubicBezTo>
                  <a:close/>
                </a:path>
              </a:pathLst>
            </a:custGeom>
            <a:solidFill>
              <a:srgbClr val="C0C3C4"/>
            </a:solidFill>
            <a:ln w="0" cap="flat">
              <a:noFill/>
              <a:prstDash val="solid"/>
              <a:miter/>
            </a:ln>
          </p:spPr>
          <p:txBody>
            <a:bodyPr rtlCol="0" anchor="ctr"/>
            <a:lstStyle/>
            <a:p>
              <a:endParaRPr lang="zh-CN" altLang="en-US" sz="650"/>
            </a:p>
          </p:txBody>
        </p:sp>
        <p:sp>
          <p:nvSpPr>
            <p:cNvPr id="2578" name="任意多边形: 形状 1891"/>
            <p:cNvSpPr/>
            <p:nvPr/>
          </p:nvSpPr>
          <p:spPr>
            <a:xfrm>
              <a:off x="1539639" y="4432391"/>
              <a:ext cx="42097" cy="43738"/>
            </a:xfrm>
            <a:custGeom>
              <a:avLst/>
              <a:gdLst>
                <a:gd name="connsiteX0" fmla="*/ 0 w 64488"/>
                <a:gd name="connsiteY0" fmla="*/ 14289 h 68880"/>
                <a:gd name="connsiteX1" fmla="*/ 28558 w 64488"/>
                <a:gd name="connsiteY1" fmla="*/ 0 h 68880"/>
                <a:gd name="connsiteX2" fmla="*/ 60270 w 64488"/>
                <a:gd name="connsiteY2" fmla="*/ 42747 h 68880"/>
                <a:gd name="connsiteX3" fmla="*/ 60310 w 64488"/>
                <a:gd name="connsiteY3" fmla="*/ 63847 h 68880"/>
                <a:gd name="connsiteX4" fmla="*/ 36340 w 64488"/>
                <a:gd name="connsiteY4" fmla="*/ 61119 h 68880"/>
                <a:gd name="connsiteX5" fmla="*/ 0 w 64488"/>
                <a:gd name="connsiteY5" fmla="*/ 14289 h 68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488" h="68880">
                  <a:moveTo>
                    <a:pt x="0" y="14289"/>
                  </a:moveTo>
                  <a:cubicBezTo>
                    <a:pt x="8307" y="7094"/>
                    <a:pt x="19342" y="5356"/>
                    <a:pt x="28558" y="0"/>
                  </a:cubicBezTo>
                  <a:cubicBezTo>
                    <a:pt x="39149" y="14229"/>
                    <a:pt x="49962" y="28316"/>
                    <a:pt x="60270" y="42747"/>
                  </a:cubicBezTo>
                  <a:cubicBezTo>
                    <a:pt x="65060" y="49457"/>
                    <a:pt x="66657" y="56975"/>
                    <a:pt x="60310" y="63847"/>
                  </a:cubicBezTo>
                  <a:cubicBezTo>
                    <a:pt x="53317" y="71406"/>
                    <a:pt x="43737" y="70416"/>
                    <a:pt x="36340" y="61119"/>
                  </a:cubicBezTo>
                  <a:cubicBezTo>
                    <a:pt x="24031" y="45657"/>
                    <a:pt x="12086" y="29913"/>
                    <a:pt x="0" y="14289"/>
                  </a:cubicBezTo>
                  <a:close/>
                </a:path>
              </a:pathLst>
            </a:custGeom>
            <a:solidFill>
              <a:srgbClr val="69AAC1"/>
            </a:solidFill>
            <a:ln w="0" cap="flat">
              <a:noFill/>
              <a:prstDash val="solid"/>
              <a:miter/>
            </a:ln>
          </p:spPr>
          <p:txBody>
            <a:bodyPr rtlCol="0" anchor="ctr"/>
            <a:lstStyle/>
            <a:p>
              <a:endParaRPr lang="zh-CN" altLang="en-US" sz="650"/>
            </a:p>
          </p:txBody>
        </p:sp>
        <p:sp>
          <p:nvSpPr>
            <p:cNvPr id="2579" name="任意多边形: 形状 1892"/>
            <p:cNvSpPr/>
            <p:nvPr/>
          </p:nvSpPr>
          <p:spPr>
            <a:xfrm>
              <a:off x="1009389" y="4196163"/>
              <a:ext cx="22904" cy="106701"/>
            </a:xfrm>
            <a:custGeom>
              <a:avLst/>
              <a:gdLst>
                <a:gd name="connsiteX0" fmla="*/ 20738 w 35086"/>
                <a:gd name="connsiteY0" fmla="*/ 67131 h 168035"/>
                <a:gd name="connsiteX1" fmla="*/ 20657 w 35086"/>
                <a:gd name="connsiteY1" fmla="*/ 123682 h 168035"/>
                <a:gd name="connsiteX2" fmla="*/ 26781 w 35086"/>
                <a:gd name="connsiteY2" fmla="*/ 135909 h 168035"/>
                <a:gd name="connsiteX3" fmla="*/ 30965 w 35086"/>
                <a:gd name="connsiteY3" fmla="*/ 162204 h 168035"/>
                <a:gd name="connsiteX4" fmla="*/ 5559 w 35086"/>
                <a:gd name="connsiteY4" fmla="*/ 163579 h 168035"/>
                <a:gd name="connsiteX5" fmla="*/ 6610 w 35086"/>
                <a:gd name="connsiteY5" fmla="*/ 136940 h 168035"/>
                <a:gd name="connsiteX6" fmla="*/ 12552 w 35086"/>
                <a:gd name="connsiteY6" fmla="*/ 124329 h 168035"/>
                <a:gd name="connsiteX7" fmla="*/ 12128 w 35086"/>
                <a:gd name="connsiteY7" fmla="*/ 32448 h 168035"/>
                <a:gd name="connsiteX8" fmla="*/ 10693 w 35086"/>
                <a:gd name="connsiteY8" fmla="*/ 6336 h 168035"/>
                <a:gd name="connsiteX9" fmla="*/ 15180 w 35086"/>
                <a:gd name="connsiteY9" fmla="*/ 10 h 168035"/>
                <a:gd name="connsiteX10" fmla="*/ 20516 w 35086"/>
                <a:gd name="connsiteY10" fmla="*/ 6538 h 168035"/>
                <a:gd name="connsiteX11" fmla="*/ 20516 w 35086"/>
                <a:gd name="connsiteY11" fmla="*/ 67111 h 168035"/>
                <a:gd name="connsiteX12" fmla="*/ 20758 w 35086"/>
                <a:gd name="connsiteY12" fmla="*/ 67111 h 16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086" h="168035">
                  <a:moveTo>
                    <a:pt x="20738" y="67131"/>
                  </a:moveTo>
                  <a:cubicBezTo>
                    <a:pt x="20738" y="85988"/>
                    <a:pt x="20859" y="104825"/>
                    <a:pt x="20657" y="123682"/>
                  </a:cubicBezTo>
                  <a:cubicBezTo>
                    <a:pt x="20597" y="129018"/>
                    <a:pt x="21243" y="132777"/>
                    <a:pt x="26781" y="135909"/>
                  </a:cubicBezTo>
                  <a:cubicBezTo>
                    <a:pt x="36159" y="141245"/>
                    <a:pt x="37655" y="154100"/>
                    <a:pt x="30965" y="162204"/>
                  </a:cubicBezTo>
                  <a:cubicBezTo>
                    <a:pt x="25043" y="169379"/>
                    <a:pt x="12573" y="170046"/>
                    <a:pt x="5559" y="163579"/>
                  </a:cubicBezTo>
                  <a:cubicBezTo>
                    <a:pt x="-2020" y="156585"/>
                    <a:pt x="-2020" y="143165"/>
                    <a:pt x="6610" y="136940"/>
                  </a:cubicBezTo>
                  <a:cubicBezTo>
                    <a:pt x="11522" y="133403"/>
                    <a:pt x="12593" y="129705"/>
                    <a:pt x="12552" y="124329"/>
                  </a:cubicBezTo>
                  <a:cubicBezTo>
                    <a:pt x="12310" y="93709"/>
                    <a:pt x="12391" y="63068"/>
                    <a:pt x="12128" y="32448"/>
                  </a:cubicBezTo>
                  <a:cubicBezTo>
                    <a:pt x="12047" y="23737"/>
                    <a:pt x="11117" y="15047"/>
                    <a:pt x="10693" y="6336"/>
                  </a:cubicBezTo>
                  <a:cubicBezTo>
                    <a:pt x="10531" y="3183"/>
                    <a:pt x="10754" y="191"/>
                    <a:pt x="15180" y="10"/>
                  </a:cubicBezTo>
                  <a:cubicBezTo>
                    <a:pt x="20071" y="-193"/>
                    <a:pt x="20536" y="2839"/>
                    <a:pt x="20516" y="6538"/>
                  </a:cubicBezTo>
                  <a:cubicBezTo>
                    <a:pt x="20475" y="26729"/>
                    <a:pt x="20516" y="46920"/>
                    <a:pt x="20516" y="67111"/>
                  </a:cubicBezTo>
                  <a:lnTo>
                    <a:pt x="20758" y="67111"/>
                  </a:lnTo>
                  <a:close/>
                </a:path>
              </a:pathLst>
            </a:custGeom>
            <a:solidFill>
              <a:srgbClr val="BFC2C3"/>
            </a:solidFill>
            <a:ln w="0" cap="flat">
              <a:noFill/>
              <a:prstDash val="solid"/>
              <a:miter/>
            </a:ln>
          </p:spPr>
          <p:txBody>
            <a:bodyPr rtlCol="0" anchor="ctr"/>
            <a:lstStyle/>
            <a:p>
              <a:endParaRPr lang="zh-CN" altLang="en-US" sz="650"/>
            </a:p>
          </p:txBody>
        </p:sp>
        <p:sp>
          <p:nvSpPr>
            <p:cNvPr id="2580" name="任意多边形: 形状 1893"/>
            <p:cNvSpPr/>
            <p:nvPr/>
          </p:nvSpPr>
          <p:spPr>
            <a:xfrm>
              <a:off x="1418358" y="4366699"/>
              <a:ext cx="51716" cy="20914"/>
            </a:xfrm>
            <a:custGeom>
              <a:avLst/>
              <a:gdLst>
                <a:gd name="connsiteX0" fmla="*/ 20766 w 79224"/>
                <a:gd name="connsiteY0" fmla="*/ 32936 h 32936"/>
                <a:gd name="connsiteX1" fmla="*/ 12762 w 79224"/>
                <a:gd name="connsiteY1" fmla="*/ 32775 h 32936"/>
                <a:gd name="connsiteX2" fmla="*/ 251 w 79224"/>
                <a:gd name="connsiteY2" fmla="*/ 24023 h 32936"/>
                <a:gd name="connsiteX3" fmla="*/ 8477 w 79224"/>
                <a:gd name="connsiteY3" fmla="*/ 8744 h 32936"/>
                <a:gd name="connsiteX4" fmla="*/ 24626 w 79224"/>
                <a:gd name="connsiteY4" fmla="*/ 4519 h 32936"/>
                <a:gd name="connsiteX5" fmla="*/ 44393 w 79224"/>
                <a:gd name="connsiteY5" fmla="*/ 1892 h 32936"/>
                <a:gd name="connsiteX6" fmla="*/ 67352 w 79224"/>
                <a:gd name="connsiteY6" fmla="*/ 275 h 32936"/>
                <a:gd name="connsiteX7" fmla="*/ 79176 w 79224"/>
                <a:gd name="connsiteY7" fmla="*/ 12543 h 32936"/>
                <a:gd name="connsiteX8" fmla="*/ 69151 w 79224"/>
                <a:gd name="connsiteY8" fmla="*/ 26610 h 32936"/>
                <a:gd name="connsiteX9" fmla="*/ 42654 w 79224"/>
                <a:gd name="connsiteY9" fmla="*/ 30471 h 32936"/>
                <a:gd name="connsiteX10" fmla="*/ 20745 w 79224"/>
                <a:gd name="connsiteY10" fmla="*/ 32936 h 3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24" h="32936">
                  <a:moveTo>
                    <a:pt x="20766" y="32936"/>
                  </a:moveTo>
                  <a:cubicBezTo>
                    <a:pt x="18098" y="32876"/>
                    <a:pt x="15430" y="32896"/>
                    <a:pt x="12762" y="32775"/>
                  </a:cubicBezTo>
                  <a:cubicBezTo>
                    <a:pt x="6800" y="32471"/>
                    <a:pt x="1363" y="31279"/>
                    <a:pt x="251" y="24023"/>
                  </a:cubicBezTo>
                  <a:cubicBezTo>
                    <a:pt x="-860" y="16868"/>
                    <a:pt x="1686" y="11331"/>
                    <a:pt x="8477" y="8744"/>
                  </a:cubicBezTo>
                  <a:cubicBezTo>
                    <a:pt x="13651" y="6783"/>
                    <a:pt x="19230" y="5894"/>
                    <a:pt x="24626" y="4519"/>
                  </a:cubicBezTo>
                  <a:cubicBezTo>
                    <a:pt x="31215" y="3650"/>
                    <a:pt x="37804" y="2761"/>
                    <a:pt x="44393" y="1892"/>
                  </a:cubicBezTo>
                  <a:cubicBezTo>
                    <a:pt x="51891" y="-675"/>
                    <a:pt x="59672" y="33"/>
                    <a:pt x="67352" y="275"/>
                  </a:cubicBezTo>
                  <a:cubicBezTo>
                    <a:pt x="74871" y="518"/>
                    <a:pt x="78691" y="5045"/>
                    <a:pt x="79176" y="12543"/>
                  </a:cubicBezTo>
                  <a:cubicBezTo>
                    <a:pt x="79681" y="20042"/>
                    <a:pt x="76225" y="24306"/>
                    <a:pt x="69151" y="26610"/>
                  </a:cubicBezTo>
                  <a:cubicBezTo>
                    <a:pt x="60501" y="29440"/>
                    <a:pt x="51163" y="27035"/>
                    <a:pt x="42654" y="30471"/>
                  </a:cubicBezTo>
                  <a:cubicBezTo>
                    <a:pt x="35358" y="31299"/>
                    <a:pt x="28042" y="32108"/>
                    <a:pt x="20745" y="32936"/>
                  </a:cubicBezTo>
                  <a:close/>
                </a:path>
              </a:pathLst>
            </a:custGeom>
            <a:solidFill>
              <a:srgbClr val="6FAFC4"/>
            </a:solidFill>
            <a:ln w="0" cap="flat">
              <a:noFill/>
              <a:prstDash val="solid"/>
              <a:miter/>
            </a:ln>
          </p:spPr>
          <p:txBody>
            <a:bodyPr rtlCol="0" anchor="ctr"/>
            <a:lstStyle/>
            <a:p>
              <a:endParaRPr lang="zh-CN" altLang="en-US" sz="650"/>
            </a:p>
          </p:txBody>
        </p:sp>
        <p:sp>
          <p:nvSpPr>
            <p:cNvPr id="2581" name="任意多边形: 形状 1894"/>
            <p:cNvSpPr/>
            <p:nvPr/>
          </p:nvSpPr>
          <p:spPr>
            <a:xfrm>
              <a:off x="1587400" y="4339501"/>
              <a:ext cx="50584" cy="25987"/>
            </a:xfrm>
            <a:custGeom>
              <a:avLst/>
              <a:gdLst>
                <a:gd name="connsiteX0" fmla="*/ 6063 w 77490"/>
                <a:gd name="connsiteY0" fmla="*/ 40926 h 40925"/>
                <a:gd name="connsiteX1" fmla="*/ 0 w 77490"/>
                <a:gd name="connsiteY1" fmla="*/ 12650 h 40925"/>
                <a:gd name="connsiteX2" fmla="*/ 47153 w 77490"/>
                <a:gd name="connsiteY2" fmla="*/ 3111 h 40925"/>
                <a:gd name="connsiteX3" fmla="*/ 53944 w 77490"/>
                <a:gd name="connsiteY3" fmla="*/ 1231 h 40925"/>
                <a:gd name="connsiteX4" fmla="*/ 76964 w 77490"/>
                <a:gd name="connsiteY4" fmla="*/ 10164 h 40925"/>
                <a:gd name="connsiteX5" fmla="*/ 60836 w 77490"/>
                <a:gd name="connsiteY5" fmla="*/ 28557 h 40925"/>
                <a:gd name="connsiteX6" fmla="*/ 6063 w 77490"/>
                <a:gd name="connsiteY6" fmla="*/ 40926 h 4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90" h="40925">
                  <a:moveTo>
                    <a:pt x="6063" y="40926"/>
                  </a:moveTo>
                  <a:cubicBezTo>
                    <a:pt x="6589" y="30962"/>
                    <a:pt x="1940" y="22089"/>
                    <a:pt x="0" y="12650"/>
                  </a:cubicBezTo>
                  <a:cubicBezTo>
                    <a:pt x="16027" y="10993"/>
                    <a:pt x="31550" y="6890"/>
                    <a:pt x="47153" y="3111"/>
                  </a:cubicBezTo>
                  <a:cubicBezTo>
                    <a:pt x="49437" y="2565"/>
                    <a:pt x="51660" y="1797"/>
                    <a:pt x="53944" y="1231"/>
                  </a:cubicBezTo>
                  <a:cubicBezTo>
                    <a:pt x="66838" y="-1982"/>
                    <a:pt x="74842" y="1130"/>
                    <a:pt x="76964" y="10164"/>
                  </a:cubicBezTo>
                  <a:cubicBezTo>
                    <a:pt x="79187" y="19704"/>
                    <a:pt x="74478" y="25343"/>
                    <a:pt x="60836" y="28557"/>
                  </a:cubicBezTo>
                  <a:cubicBezTo>
                    <a:pt x="42625" y="32862"/>
                    <a:pt x="24334" y="36823"/>
                    <a:pt x="6063" y="40926"/>
                  </a:cubicBezTo>
                  <a:close/>
                </a:path>
              </a:pathLst>
            </a:custGeom>
            <a:solidFill>
              <a:srgbClr val="6AABC1"/>
            </a:solidFill>
            <a:ln w="0" cap="flat">
              <a:noFill/>
              <a:prstDash val="solid"/>
              <a:miter/>
            </a:ln>
          </p:spPr>
          <p:txBody>
            <a:bodyPr rtlCol="0" anchor="ctr"/>
            <a:lstStyle/>
            <a:p>
              <a:endParaRPr lang="zh-CN" altLang="en-US" sz="650"/>
            </a:p>
          </p:txBody>
        </p:sp>
        <p:sp>
          <p:nvSpPr>
            <p:cNvPr id="2582" name="任意多边形: 形状 1895"/>
            <p:cNvSpPr/>
            <p:nvPr/>
          </p:nvSpPr>
          <p:spPr>
            <a:xfrm>
              <a:off x="1564931" y="4414360"/>
              <a:ext cx="42777" cy="38440"/>
            </a:xfrm>
            <a:custGeom>
              <a:avLst/>
              <a:gdLst>
                <a:gd name="connsiteX0" fmla="*/ 0 w 65530"/>
                <a:gd name="connsiteY0" fmla="*/ 22273 h 60536"/>
                <a:gd name="connsiteX1" fmla="*/ 22273 w 65530"/>
                <a:gd name="connsiteY1" fmla="*/ 0 h 60536"/>
                <a:gd name="connsiteX2" fmla="*/ 55540 w 65530"/>
                <a:gd name="connsiteY2" fmla="*/ 30539 h 60536"/>
                <a:gd name="connsiteX3" fmla="*/ 62473 w 65530"/>
                <a:gd name="connsiteY3" fmla="*/ 54206 h 60536"/>
                <a:gd name="connsiteX4" fmla="*/ 36562 w 65530"/>
                <a:gd name="connsiteY4" fmla="*/ 55176 h 60536"/>
                <a:gd name="connsiteX5" fmla="*/ 0 w 65530"/>
                <a:gd name="connsiteY5" fmla="*/ 22273 h 6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30" h="60536">
                  <a:moveTo>
                    <a:pt x="0" y="22273"/>
                  </a:moveTo>
                  <a:cubicBezTo>
                    <a:pt x="7114" y="14532"/>
                    <a:pt x="12976" y="5558"/>
                    <a:pt x="22273" y="0"/>
                  </a:cubicBezTo>
                  <a:cubicBezTo>
                    <a:pt x="32601" y="11015"/>
                    <a:pt x="43515" y="21343"/>
                    <a:pt x="55540" y="30539"/>
                  </a:cubicBezTo>
                  <a:cubicBezTo>
                    <a:pt x="65929" y="38482"/>
                    <a:pt x="68172" y="46647"/>
                    <a:pt x="62473" y="54206"/>
                  </a:cubicBezTo>
                  <a:cubicBezTo>
                    <a:pt x="56652" y="61927"/>
                    <a:pt x="46021" y="62978"/>
                    <a:pt x="36562" y="55176"/>
                  </a:cubicBezTo>
                  <a:cubicBezTo>
                    <a:pt x="23910" y="44768"/>
                    <a:pt x="12147" y="33288"/>
                    <a:pt x="0" y="22273"/>
                  </a:cubicBezTo>
                  <a:close/>
                </a:path>
              </a:pathLst>
            </a:custGeom>
            <a:solidFill>
              <a:srgbClr val="69ABC1"/>
            </a:solidFill>
            <a:ln w="0" cap="flat">
              <a:noFill/>
              <a:prstDash val="solid"/>
              <a:miter/>
            </a:ln>
          </p:spPr>
          <p:txBody>
            <a:bodyPr rtlCol="0" anchor="ctr"/>
            <a:lstStyle/>
            <a:p>
              <a:endParaRPr lang="zh-CN" altLang="en-US" sz="650"/>
            </a:p>
          </p:txBody>
        </p:sp>
        <p:sp>
          <p:nvSpPr>
            <p:cNvPr id="2583" name="任意多边形: 形状 1896"/>
            <p:cNvSpPr/>
            <p:nvPr/>
          </p:nvSpPr>
          <p:spPr>
            <a:xfrm>
              <a:off x="1578006" y="4306001"/>
              <a:ext cx="44307" cy="37862"/>
            </a:xfrm>
            <a:custGeom>
              <a:avLst/>
              <a:gdLst>
                <a:gd name="connsiteX0" fmla="*/ 12450 w 67873"/>
                <a:gd name="connsiteY0" fmla="*/ 59605 h 59625"/>
                <a:gd name="connsiteX1" fmla="*/ 0 w 67873"/>
                <a:gd name="connsiteY1" fmla="*/ 37069 h 59625"/>
                <a:gd name="connsiteX2" fmla="*/ 48143 w 67873"/>
                <a:gd name="connsiteY2" fmla="*/ 2751 h 59625"/>
                <a:gd name="connsiteX3" fmla="*/ 63685 w 67873"/>
                <a:gd name="connsiteY3" fmla="*/ 3782 h 59625"/>
                <a:gd name="connsiteX4" fmla="*/ 66030 w 67873"/>
                <a:gd name="connsiteY4" fmla="*/ 21446 h 59625"/>
                <a:gd name="connsiteX5" fmla="*/ 58572 w 67873"/>
                <a:gd name="connsiteY5" fmla="*/ 29430 h 59625"/>
                <a:gd name="connsiteX6" fmla="*/ 12450 w 67873"/>
                <a:gd name="connsiteY6" fmla="*/ 59625 h 5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73" h="59625">
                  <a:moveTo>
                    <a:pt x="12450" y="59605"/>
                  </a:moveTo>
                  <a:cubicBezTo>
                    <a:pt x="8307" y="52086"/>
                    <a:pt x="4163" y="44588"/>
                    <a:pt x="0" y="37069"/>
                  </a:cubicBezTo>
                  <a:cubicBezTo>
                    <a:pt x="15805" y="25306"/>
                    <a:pt x="33086" y="15605"/>
                    <a:pt x="48143" y="2751"/>
                  </a:cubicBezTo>
                  <a:cubicBezTo>
                    <a:pt x="53054" y="-1453"/>
                    <a:pt x="59077" y="-625"/>
                    <a:pt x="63685" y="3782"/>
                  </a:cubicBezTo>
                  <a:cubicBezTo>
                    <a:pt x="68940" y="8814"/>
                    <a:pt x="68678" y="15161"/>
                    <a:pt x="66030" y="21446"/>
                  </a:cubicBezTo>
                  <a:cubicBezTo>
                    <a:pt x="64554" y="24943"/>
                    <a:pt x="61563" y="27206"/>
                    <a:pt x="58572" y="29430"/>
                  </a:cubicBezTo>
                  <a:cubicBezTo>
                    <a:pt x="43818" y="40424"/>
                    <a:pt x="28639" y="50813"/>
                    <a:pt x="12450" y="59625"/>
                  </a:cubicBezTo>
                  <a:close/>
                </a:path>
              </a:pathLst>
            </a:custGeom>
            <a:solidFill>
              <a:srgbClr val="6AABC1"/>
            </a:solidFill>
            <a:ln w="0" cap="flat">
              <a:noFill/>
              <a:prstDash val="solid"/>
              <a:miter/>
            </a:ln>
          </p:spPr>
          <p:txBody>
            <a:bodyPr rtlCol="0" anchor="ctr"/>
            <a:lstStyle/>
            <a:p>
              <a:endParaRPr lang="zh-CN" altLang="en-US" sz="650"/>
            </a:p>
          </p:txBody>
        </p:sp>
        <p:sp>
          <p:nvSpPr>
            <p:cNvPr id="2584" name="任意多边形: 形状 1897"/>
            <p:cNvSpPr/>
            <p:nvPr/>
          </p:nvSpPr>
          <p:spPr>
            <a:xfrm>
              <a:off x="1367857" y="4464770"/>
              <a:ext cx="33502" cy="29278"/>
            </a:xfrm>
            <a:custGeom>
              <a:avLst/>
              <a:gdLst>
                <a:gd name="connsiteX0" fmla="*/ 7341 w 51322"/>
                <a:gd name="connsiteY0" fmla="*/ 5702 h 46107"/>
                <a:gd name="connsiteX1" fmla="*/ 43498 w 51322"/>
                <a:gd name="connsiteY1" fmla="*/ 7299 h 46107"/>
                <a:gd name="connsiteX2" fmla="*/ 42144 w 51322"/>
                <a:gd name="connsiteY2" fmla="*/ 40263 h 46107"/>
                <a:gd name="connsiteX3" fmla="*/ 10130 w 51322"/>
                <a:gd name="connsiteY3" fmla="*/ 40263 h 46107"/>
                <a:gd name="connsiteX4" fmla="*/ 7341 w 51322"/>
                <a:gd name="connsiteY4" fmla="*/ 5722 h 46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22" h="46107">
                  <a:moveTo>
                    <a:pt x="7341" y="5702"/>
                  </a:moveTo>
                  <a:cubicBezTo>
                    <a:pt x="19770" y="-2119"/>
                    <a:pt x="31837" y="-2180"/>
                    <a:pt x="43498" y="7299"/>
                  </a:cubicBezTo>
                  <a:cubicBezTo>
                    <a:pt x="54332" y="18860"/>
                    <a:pt x="53948" y="27773"/>
                    <a:pt x="42144" y="40263"/>
                  </a:cubicBezTo>
                  <a:cubicBezTo>
                    <a:pt x="34565" y="48267"/>
                    <a:pt x="19366" y="47843"/>
                    <a:pt x="10130" y="40263"/>
                  </a:cubicBezTo>
                  <a:cubicBezTo>
                    <a:pt x="-1552" y="30643"/>
                    <a:pt x="-3978" y="16111"/>
                    <a:pt x="7341" y="5722"/>
                  </a:cubicBezTo>
                  <a:close/>
                </a:path>
              </a:pathLst>
            </a:custGeom>
            <a:solidFill>
              <a:srgbClr val="F0AB9F"/>
            </a:solidFill>
            <a:ln w="0" cap="flat">
              <a:noFill/>
              <a:prstDash val="solid"/>
              <a:miter/>
            </a:ln>
          </p:spPr>
          <p:txBody>
            <a:bodyPr rtlCol="0" anchor="ctr"/>
            <a:lstStyle/>
            <a:p>
              <a:endParaRPr lang="zh-CN" altLang="en-US" sz="650"/>
            </a:p>
          </p:txBody>
        </p:sp>
        <p:sp>
          <p:nvSpPr>
            <p:cNvPr id="9984" name="任意多边形: 形状 1898"/>
            <p:cNvSpPr/>
            <p:nvPr/>
          </p:nvSpPr>
          <p:spPr>
            <a:xfrm>
              <a:off x="563763" y="4566980"/>
              <a:ext cx="34579" cy="23166"/>
            </a:xfrm>
            <a:custGeom>
              <a:avLst/>
              <a:gdLst>
                <a:gd name="connsiteX0" fmla="*/ 20252 w 52972"/>
                <a:gd name="connsiteY0" fmla="*/ 62 h 36482"/>
                <a:gd name="connsiteX1" fmla="*/ 44323 w 52972"/>
                <a:gd name="connsiteY1" fmla="*/ 22 h 36482"/>
                <a:gd name="connsiteX2" fmla="*/ 52691 w 52972"/>
                <a:gd name="connsiteY2" fmla="*/ 7844 h 36482"/>
                <a:gd name="connsiteX3" fmla="*/ 25082 w 52972"/>
                <a:gd name="connsiteY3" fmla="*/ 36483 h 36482"/>
                <a:gd name="connsiteX4" fmla="*/ 0 w 52972"/>
                <a:gd name="connsiteY4" fmla="*/ 36483 h 36482"/>
                <a:gd name="connsiteX5" fmla="*/ 20252 w 52972"/>
                <a:gd name="connsiteY5" fmla="*/ 62 h 3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72" h="36482">
                  <a:moveTo>
                    <a:pt x="20252" y="62"/>
                  </a:moveTo>
                  <a:cubicBezTo>
                    <a:pt x="28275" y="62"/>
                    <a:pt x="36319" y="365"/>
                    <a:pt x="44323" y="22"/>
                  </a:cubicBezTo>
                  <a:cubicBezTo>
                    <a:pt x="50164" y="-221"/>
                    <a:pt x="52488" y="1497"/>
                    <a:pt x="52691" y="7844"/>
                  </a:cubicBezTo>
                  <a:cubicBezTo>
                    <a:pt x="53640" y="36483"/>
                    <a:pt x="53822" y="36483"/>
                    <a:pt x="25082" y="36483"/>
                  </a:cubicBezTo>
                  <a:cubicBezTo>
                    <a:pt x="16715" y="36483"/>
                    <a:pt x="8367" y="36483"/>
                    <a:pt x="0" y="36483"/>
                  </a:cubicBezTo>
                  <a:cubicBezTo>
                    <a:pt x="8367" y="25245"/>
                    <a:pt x="13905" y="12432"/>
                    <a:pt x="20252" y="62"/>
                  </a:cubicBezTo>
                  <a:close/>
                </a:path>
              </a:pathLst>
            </a:custGeom>
            <a:solidFill>
              <a:srgbClr val="E5EAEC"/>
            </a:solidFill>
            <a:ln w="0" cap="flat">
              <a:noFill/>
              <a:prstDash val="solid"/>
              <a:miter/>
            </a:ln>
          </p:spPr>
          <p:txBody>
            <a:bodyPr rtlCol="0" anchor="ctr"/>
            <a:lstStyle/>
            <a:p>
              <a:endParaRPr lang="zh-CN" altLang="en-US" sz="650"/>
            </a:p>
          </p:txBody>
        </p:sp>
        <p:sp>
          <p:nvSpPr>
            <p:cNvPr id="9985" name="任意多边形: 形状 1899"/>
            <p:cNvSpPr/>
            <p:nvPr/>
          </p:nvSpPr>
          <p:spPr>
            <a:xfrm>
              <a:off x="911850" y="4104252"/>
              <a:ext cx="33207" cy="38091"/>
            </a:xfrm>
            <a:custGeom>
              <a:avLst/>
              <a:gdLst>
                <a:gd name="connsiteX0" fmla="*/ 50870 w 50869"/>
                <a:gd name="connsiteY0" fmla="*/ 30155 h 59986"/>
                <a:gd name="connsiteX1" fmla="*/ 50829 w 50869"/>
                <a:gd name="connsiteY1" fmla="*/ 45940 h 59986"/>
                <a:gd name="connsiteX2" fmla="*/ 44766 w 50869"/>
                <a:gd name="connsiteY2" fmla="*/ 59987 h 59986"/>
                <a:gd name="connsiteX3" fmla="*/ 160 w 50869"/>
                <a:gd name="connsiteY3" fmla="*/ 13339 h 59986"/>
                <a:gd name="connsiteX4" fmla="*/ 6102 w 50869"/>
                <a:gd name="connsiteY4" fmla="*/ 0 h 59986"/>
                <a:gd name="connsiteX5" fmla="*/ 27930 w 50869"/>
                <a:gd name="connsiteY5" fmla="*/ 4952 h 59986"/>
                <a:gd name="connsiteX6" fmla="*/ 32033 w 50869"/>
                <a:gd name="connsiteY6" fmla="*/ 9014 h 59986"/>
                <a:gd name="connsiteX7" fmla="*/ 50870 w 50869"/>
                <a:gd name="connsiteY7" fmla="*/ 30155 h 5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69" h="59986">
                  <a:moveTo>
                    <a:pt x="50870" y="30155"/>
                  </a:moveTo>
                  <a:cubicBezTo>
                    <a:pt x="50870" y="35410"/>
                    <a:pt x="50850" y="40665"/>
                    <a:pt x="50829" y="45940"/>
                  </a:cubicBezTo>
                  <a:cubicBezTo>
                    <a:pt x="48505" y="50488"/>
                    <a:pt x="48222" y="55924"/>
                    <a:pt x="44766" y="59987"/>
                  </a:cubicBezTo>
                  <a:cubicBezTo>
                    <a:pt x="25101" y="49012"/>
                    <a:pt x="12933" y="30903"/>
                    <a:pt x="160" y="13339"/>
                  </a:cubicBezTo>
                  <a:cubicBezTo>
                    <a:pt x="-709" y="7620"/>
                    <a:pt x="2060" y="3517"/>
                    <a:pt x="6102" y="0"/>
                  </a:cubicBezTo>
                  <a:cubicBezTo>
                    <a:pt x="13722" y="101"/>
                    <a:pt x="21159" y="1071"/>
                    <a:pt x="27930" y="4952"/>
                  </a:cubicBezTo>
                  <a:cubicBezTo>
                    <a:pt x="30113" y="5477"/>
                    <a:pt x="31285" y="7215"/>
                    <a:pt x="32033" y="9014"/>
                  </a:cubicBezTo>
                  <a:cubicBezTo>
                    <a:pt x="35873" y="18271"/>
                    <a:pt x="42866" y="24637"/>
                    <a:pt x="50870" y="30155"/>
                  </a:cubicBezTo>
                  <a:close/>
                </a:path>
              </a:pathLst>
            </a:custGeom>
            <a:solidFill>
              <a:srgbClr val="69B2BA"/>
            </a:solidFill>
            <a:ln w="0" cap="flat">
              <a:noFill/>
              <a:prstDash val="solid"/>
              <a:miter/>
            </a:ln>
          </p:spPr>
          <p:txBody>
            <a:bodyPr rtlCol="0" anchor="ctr"/>
            <a:lstStyle/>
            <a:p>
              <a:endParaRPr lang="zh-CN" altLang="en-US" sz="650"/>
            </a:p>
          </p:txBody>
        </p:sp>
        <p:sp>
          <p:nvSpPr>
            <p:cNvPr id="9987" name="任意多边形: 形状 1901"/>
            <p:cNvSpPr/>
            <p:nvPr/>
          </p:nvSpPr>
          <p:spPr>
            <a:xfrm>
              <a:off x="915939" y="4570579"/>
              <a:ext cx="241459" cy="5398"/>
            </a:xfrm>
            <a:custGeom>
              <a:avLst/>
              <a:gdLst>
                <a:gd name="connsiteX0" fmla="*/ 2264 w 369890"/>
                <a:gd name="connsiteY0" fmla="*/ 8239 h 8501"/>
                <a:gd name="connsiteX1" fmla="*/ 13926 w 369890"/>
                <a:gd name="connsiteY1" fmla="*/ 6683 h 8501"/>
                <a:gd name="connsiteX2" fmla="*/ 355191 w 369890"/>
                <a:gd name="connsiteY2" fmla="*/ 6521 h 8501"/>
                <a:gd name="connsiteX3" fmla="*/ 367277 w 369890"/>
                <a:gd name="connsiteY3" fmla="*/ 4439 h 8501"/>
                <a:gd name="connsiteX4" fmla="*/ 355777 w 369890"/>
                <a:gd name="connsiteY4" fmla="*/ 2540 h 8501"/>
                <a:gd name="connsiteX5" fmla="*/ 12491 w 369890"/>
                <a:gd name="connsiteY5" fmla="*/ 2378 h 8501"/>
                <a:gd name="connsiteX6" fmla="*/ 0 w 369890"/>
                <a:gd name="connsiteY6" fmla="*/ 417 h 8501"/>
                <a:gd name="connsiteX7" fmla="*/ 180607 w 369890"/>
                <a:gd name="connsiteY7" fmla="*/ 33 h 8501"/>
                <a:gd name="connsiteX8" fmla="*/ 359233 w 369890"/>
                <a:gd name="connsiteY8" fmla="*/ 13 h 8501"/>
                <a:gd name="connsiteX9" fmla="*/ 366287 w 369890"/>
                <a:gd name="connsiteY9" fmla="*/ 13 h 8501"/>
                <a:gd name="connsiteX10" fmla="*/ 369885 w 369890"/>
                <a:gd name="connsiteY10" fmla="*/ 3570 h 8501"/>
                <a:gd name="connsiteX11" fmla="*/ 366530 w 369890"/>
                <a:gd name="connsiteY11" fmla="*/ 8441 h 8501"/>
                <a:gd name="connsiteX12" fmla="*/ 361477 w 369890"/>
                <a:gd name="connsiteY12" fmla="*/ 8502 h 8501"/>
                <a:gd name="connsiteX13" fmla="*/ 6265 w 369890"/>
                <a:gd name="connsiteY13" fmla="*/ 8441 h 8501"/>
                <a:gd name="connsiteX14" fmla="*/ 2243 w 369890"/>
                <a:gd name="connsiteY14" fmla="*/ 8219 h 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890" h="8501">
                  <a:moveTo>
                    <a:pt x="2264" y="8239"/>
                  </a:moveTo>
                  <a:cubicBezTo>
                    <a:pt x="5821" y="5288"/>
                    <a:pt x="10045" y="6683"/>
                    <a:pt x="13926" y="6683"/>
                  </a:cubicBezTo>
                  <a:cubicBezTo>
                    <a:pt x="127674" y="6602"/>
                    <a:pt x="241443" y="6622"/>
                    <a:pt x="355191" y="6521"/>
                  </a:cubicBezTo>
                  <a:cubicBezTo>
                    <a:pt x="358951" y="6521"/>
                    <a:pt x="363114" y="7976"/>
                    <a:pt x="367277" y="4439"/>
                  </a:cubicBezTo>
                  <a:cubicBezTo>
                    <a:pt x="363498" y="1307"/>
                    <a:pt x="359395" y="2540"/>
                    <a:pt x="355777" y="2540"/>
                  </a:cubicBezTo>
                  <a:cubicBezTo>
                    <a:pt x="241342" y="2459"/>
                    <a:pt x="126926" y="2479"/>
                    <a:pt x="12491" y="2378"/>
                  </a:cubicBezTo>
                  <a:cubicBezTo>
                    <a:pt x="8327" y="2378"/>
                    <a:pt x="3678" y="4076"/>
                    <a:pt x="0" y="417"/>
                  </a:cubicBezTo>
                  <a:cubicBezTo>
                    <a:pt x="60209" y="276"/>
                    <a:pt x="120418" y="94"/>
                    <a:pt x="180607" y="33"/>
                  </a:cubicBezTo>
                  <a:cubicBezTo>
                    <a:pt x="240149" y="-27"/>
                    <a:pt x="299691" y="13"/>
                    <a:pt x="359233" y="13"/>
                  </a:cubicBezTo>
                  <a:cubicBezTo>
                    <a:pt x="361598" y="13"/>
                    <a:pt x="363943" y="74"/>
                    <a:pt x="366287" y="13"/>
                  </a:cubicBezTo>
                  <a:cubicBezTo>
                    <a:pt x="368753" y="-27"/>
                    <a:pt x="369986" y="963"/>
                    <a:pt x="369885" y="3570"/>
                  </a:cubicBezTo>
                  <a:cubicBezTo>
                    <a:pt x="369784" y="5976"/>
                    <a:pt x="370026" y="8441"/>
                    <a:pt x="366530" y="8441"/>
                  </a:cubicBezTo>
                  <a:cubicBezTo>
                    <a:pt x="364852" y="8441"/>
                    <a:pt x="363175" y="8502"/>
                    <a:pt x="361477" y="8502"/>
                  </a:cubicBezTo>
                  <a:cubicBezTo>
                    <a:pt x="243080" y="8502"/>
                    <a:pt x="124663" y="8461"/>
                    <a:pt x="6265" y="8441"/>
                  </a:cubicBezTo>
                  <a:cubicBezTo>
                    <a:pt x="4932" y="8441"/>
                    <a:pt x="3577" y="8300"/>
                    <a:pt x="2243" y="8219"/>
                  </a:cubicBezTo>
                  <a:close/>
                </a:path>
              </a:pathLst>
            </a:custGeom>
            <a:solidFill>
              <a:srgbClr val="3592B0"/>
            </a:solidFill>
            <a:ln w="0" cap="flat">
              <a:noFill/>
              <a:prstDash val="solid"/>
              <a:miter/>
            </a:ln>
          </p:spPr>
          <p:txBody>
            <a:bodyPr rtlCol="0" anchor="ctr"/>
            <a:lstStyle/>
            <a:p>
              <a:endParaRPr lang="zh-CN" altLang="en-US" sz="650"/>
            </a:p>
          </p:txBody>
        </p:sp>
        <p:sp>
          <p:nvSpPr>
            <p:cNvPr id="9988" name="任意多边形: 形状 1902"/>
            <p:cNvSpPr/>
            <p:nvPr/>
          </p:nvSpPr>
          <p:spPr>
            <a:xfrm>
              <a:off x="1117133" y="4106284"/>
              <a:ext cx="37557" cy="37266"/>
            </a:xfrm>
            <a:custGeom>
              <a:avLst/>
              <a:gdLst>
                <a:gd name="connsiteX0" fmla="*/ 45306 w 57533"/>
                <a:gd name="connsiteY0" fmla="*/ 58688 h 58687"/>
                <a:gd name="connsiteX1" fmla="*/ 6440 w 57533"/>
                <a:gd name="connsiteY1" fmla="*/ 14890 h 58687"/>
                <a:gd name="connsiteX2" fmla="*/ 255 w 57533"/>
                <a:gd name="connsiteY2" fmla="*/ 12000 h 58687"/>
                <a:gd name="connsiteX3" fmla="*/ 5328 w 57533"/>
                <a:gd name="connsiteY3" fmla="*/ 318 h 58687"/>
                <a:gd name="connsiteX4" fmla="*/ 29258 w 57533"/>
                <a:gd name="connsiteY4" fmla="*/ 1308 h 58687"/>
                <a:gd name="connsiteX5" fmla="*/ 33603 w 57533"/>
                <a:gd name="connsiteY5" fmla="*/ 4825 h 58687"/>
                <a:gd name="connsiteX6" fmla="*/ 53613 w 57533"/>
                <a:gd name="connsiteY6" fmla="*/ 26795 h 58687"/>
                <a:gd name="connsiteX7" fmla="*/ 51510 w 57533"/>
                <a:gd name="connsiteY7" fmla="*/ 37325 h 58687"/>
                <a:gd name="connsiteX8" fmla="*/ 57533 w 57533"/>
                <a:gd name="connsiteY8" fmla="*/ 51351 h 58687"/>
                <a:gd name="connsiteX9" fmla="*/ 45306 w 57533"/>
                <a:gd name="connsiteY9" fmla="*/ 58668 h 5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33" h="58687">
                  <a:moveTo>
                    <a:pt x="45306" y="58688"/>
                  </a:moveTo>
                  <a:cubicBezTo>
                    <a:pt x="31117" y="45187"/>
                    <a:pt x="17232" y="31423"/>
                    <a:pt x="6440" y="14890"/>
                  </a:cubicBezTo>
                  <a:cubicBezTo>
                    <a:pt x="5106" y="12829"/>
                    <a:pt x="2680" y="12222"/>
                    <a:pt x="255" y="12000"/>
                  </a:cubicBezTo>
                  <a:cubicBezTo>
                    <a:pt x="-836" y="6907"/>
                    <a:pt x="1710" y="3370"/>
                    <a:pt x="5328" y="318"/>
                  </a:cubicBezTo>
                  <a:cubicBezTo>
                    <a:pt x="13332" y="116"/>
                    <a:pt x="21355" y="-652"/>
                    <a:pt x="29258" y="1308"/>
                  </a:cubicBezTo>
                  <a:cubicBezTo>
                    <a:pt x="31623" y="1349"/>
                    <a:pt x="32957" y="2966"/>
                    <a:pt x="33603" y="4825"/>
                  </a:cubicBezTo>
                  <a:cubicBezTo>
                    <a:pt x="37161" y="15012"/>
                    <a:pt x="44133" y="22025"/>
                    <a:pt x="53613" y="26795"/>
                  </a:cubicBezTo>
                  <a:cubicBezTo>
                    <a:pt x="52925" y="30311"/>
                    <a:pt x="52420" y="33869"/>
                    <a:pt x="51510" y="37325"/>
                  </a:cubicBezTo>
                  <a:cubicBezTo>
                    <a:pt x="49833" y="43651"/>
                    <a:pt x="50379" y="48885"/>
                    <a:pt x="57533" y="51351"/>
                  </a:cubicBezTo>
                  <a:cubicBezTo>
                    <a:pt x="50217" y="48360"/>
                    <a:pt x="47953" y="53817"/>
                    <a:pt x="45306" y="58668"/>
                  </a:cubicBezTo>
                  <a:close/>
                </a:path>
              </a:pathLst>
            </a:custGeom>
            <a:solidFill>
              <a:srgbClr val="6AB3BB"/>
            </a:solidFill>
            <a:ln w="0" cap="flat">
              <a:noFill/>
              <a:prstDash val="solid"/>
              <a:miter/>
            </a:ln>
          </p:spPr>
          <p:txBody>
            <a:bodyPr rtlCol="0" anchor="ctr"/>
            <a:lstStyle/>
            <a:p>
              <a:endParaRPr lang="zh-CN" altLang="en-US" sz="650"/>
            </a:p>
          </p:txBody>
        </p:sp>
        <p:sp>
          <p:nvSpPr>
            <p:cNvPr id="9990" name="任意多边形: 形状 1904"/>
            <p:cNvSpPr/>
            <p:nvPr/>
          </p:nvSpPr>
          <p:spPr>
            <a:xfrm>
              <a:off x="1014642" y="4106254"/>
              <a:ext cx="33232" cy="38502"/>
            </a:xfrm>
            <a:custGeom>
              <a:avLst/>
              <a:gdLst>
                <a:gd name="connsiteX0" fmla="*/ 42440 w 50908"/>
                <a:gd name="connsiteY0" fmla="*/ 60634 h 60633"/>
                <a:gd name="connsiteX1" fmla="*/ 38802 w 50908"/>
                <a:gd name="connsiteY1" fmla="*/ 53256 h 60633"/>
                <a:gd name="connsiteX2" fmla="*/ 482 w 50908"/>
                <a:gd name="connsiteY2" fmla="*/ 10308 h 60633"/>
                <a:gd name="connsiteX3" fmla="*/ 4625 w 50908"/>
                <a:gd name="connsiteY3" fmla="*/ 0 h 60633"/>
                <a:gd name="connsiteX4" fmla="*/ 26837 w 50908"/>
                <a:gd name="connsiteY4" fmla="*/ 1415 h 60633"/>
                <a:gd name="connsiteX5" fmla="*/ 29364 w 50908"/>
                <a:gd name="connsiteY5" fmla="*/ 2688 h 60633"/>
                <a:gd name="connsiteX6" fmla="*/ 50909 w 50908"/>
                <a:gd name="connsiteY6" fmla="*/ 28518 h 60633"/>
                <a:gd name="connsiteX7" fmla="*/ 48868 w 50908"/>
                <a:gd name="connsiteY7" fmla="*/ 50568 h 60633"/>
                <a:gd name="connsiteX8" fmla="*/ 42440 w 50908"/>
                <a:gd name="connsiteY8" fmla="*/ 60613 h 6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908" h="60633">
                  <a:moveTo>
                    <a:pt x="42440" y="60634"/>
                  </a:moveTo>
                  <a:cubicBezTo>
                    <a:pt x="39773" y="58996"/>
                    <a:pt x="42259" y="55520"/>
                    <a:pt x="38802" y="53256"/>
                  </a:cubicBezTo>
                  <a:cubicBezTo>
                    <a:pt x="22270" y="42443"/>
                    <a:pt x="10204" y="27366"/>
                    <a:pt x="482" y="10308"/>
                  </a:cubicBezTo>
                  <a:cubicBezTo>
                    <a:pt x="-993" y="5720"/>
                    <a:pt x="1068" y="2567"/>
                    <a:pt x="4625" y="0"/>
                  </a:cubicBezTo>
                  <a:cubicBezTo>
                    <a:pt x="12043" y="323"/>
                    <a:pt x="19521" y="-566"/>
                    <a:pt x="26837" y="1415"/>
                  </a:cubicBezTo>
                  <a:cubicBezTo>
                    <a:pt x="27848" y="1536"/>
                    <a:pt x="29081" y="1839"/>
                    <a:pt x="29364" y="2688"/>
                  </a:cubicBezTo>
                  <a:cubicBezTo>
                    <a:pt x="33103" y="14188"/>
                    <a:pt x="41511" y="21747"/>
                    <a:pt x="50909" y="28518"/>
                  </a:cubicBezTo>
                  <a:cubicBezTo>
                    <a:pt x="47170" y="35592"/>
                    <a:pt x="49636" y="43232"/>
                    <a:pt x="48868" y="50568"/>
                  </a:cubicBezTo>
                  <a:cubicBezTo>
                    <a:pt x="46725" y="53923"/>
                    <a:pt x="44583" y="57258"/>
                    <a:pt x="42440" y="60613"/>
                  </a:cubicBezTo>
                  <a:close/>
                </a:path>
              </a:pathLst>
            </a:custGeom>
            <a:solidFill>
              <a:srgbClr val="69B2BA"/>
            </a:solidFill>
            <a:ln w="0" cap="flat">
              <a:noFill/>
              <a:prstDash val="solid"/>
              <a:miter/>
            </a:ln>
          </p:spPr>
          <p:txBody>
            <a:bodyPr rtlCol="0" anchor="ctr"/>
            <a:lstStyle/>
            <a:p>
              <a:endParaRPr lang="zh-CN" altLang="en-US" sz="650"/>
            </a:p>
          </p:txBody>
        </p:sp>
        <p:sp>
          <p:nvSpPr>
            <p:cNvPr id="9991" name="任意多边形: 形状 1905"/>
            <p:cNvSpPr/>
            <p:nvPr/>
          </p:nvSpPr>
          <p:spPr>
            <a:xfrm>
              <a:off x="571653" y="4504093"/>
              <a:ext cx="26569" cy="32190"/>
            </a:xfrm>
            <a:custGeom>
              <a:avLst/>
              <a:gdLst>
                <a:gd name="connsiteX0" fmla="*/ 38725 w 40701"/>
                <a:gd name="connsiteY0" fmla="*/ 44306 h 50693"/>
                <a:gd name="connsiteX1" fmla="*/ 28902 w 40701"/>
                <a:gd name="connsiteY1" fmla="*/ 35798 h 50693"/>
                <a:gd name="connsiteX2" fmla="*/ 21424 w 40701"/>
                <a:gd name="connsiteY2" fmla="*/ 45499 h 50693"/>
                <a:gd name="connsiteX3" fmla="*/ 18594 w 40701"/>
                <a:gd name="connsiteY3" fmla="*/ 50693 h 50693"/>
                <a:gd name="connsiteX4" fmla="*/ 12410 w 40701"/>
                <a:gd name="connsiteY4" fmla="*/ 45600 h 50693"/>
                <a:gd name="connsiteX5" fmla="*/ 0 w 40701"/>
                <a:gd name="connsiteY5" fmla="*/ 226 h 50693"/>
                <a:gd name="connsiteX6" fmla="*/ 32116 w 40701"/>
                <a:gd name="connsiteY6" fmla="*/ 24 h 50693"/>
                <a:gd name="connsiteX7" fmla="*/ 40503 w 40701"/>
                <a:gd name="connsiteY7" fmla="*/ 8755 h 50693"/>
                <a:gd name="connsiteX8" fmla="*/ 38725 w 40701"/>
                <a:gd name="connsiteY8" fmla="*/ 44347 h 50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01" h="50693">
                  <a:moveTo>
                    <a:pt x="38725" y="44306"/>
                  </a:moveTo>
                  <a:cubicBezTo>
                    <a:pt x="36360" y="40365"/>
                    <a:pt x="34703" y="35110"/>
                    <a:pt x="28902" y="35798"/>
                  </a:cubicBezTo>
                  <a:cubicBezTo>
                    <a:pt x="23667" y="36404"/>
                    <a:pt x="23202" y="41659"/>
                    <a:pt x="21424" y="45499"/>
                  </a:cubicBezTo>
                  <a:cubicBezTo>
                    <a:pt x="20595" y="47277"/>
                    <a:pt x="19544" y="48955"/>
                    <a:pt x="18594" y="50693"/>
                  </a:cubicBezTo>
                  <a:cubicBezTo>
                    <a:pt x="15239" y="50552"/>
                    <a:pt x="12349" y="49157"/>
                    <a:pt x="12410" y="45600"/>
                  </a:cubicBezTo>
                  <a:cubicBezTo>
                    <a:pt x="12713" y="29209"/>
                    <a:pt x="5983" y="14838"/>
                    <a:pt x="0" y="226"/>
                  </a:cubicBezTo>
                  <a:cubicBezTo>
                    <a:pt x="10712" y="206"/>
                    <a:pt x="21424" y="489"/>
                    <a:pt x="32116" y="24"/>
                  </a:cubicBezTo>
                  <a:cubicBezTo>
                    <a:pt x="38846" y="-279"/>
                    <a:pt x="41170" y="2308"/>
                    <a:pt x="40503" y="8755"/>
                  </a:cubicBezTo>
                  <a:cubicBezTo>
                    <a:pt x="39311" y="20578"/>
                    <a:pt x="42646" y="32645"/>
                    <a:pt x="38725" y="44347"/>
                  </a:cubicBezTo>
                  <a:close/>
                </a:path>
              </a:pathLst>
            </a:custGeom>
            <a:solidFill>
              <a:srgbClr val="E5EAEC"/>
            </a:solidFill>
            <a:ln w="0" cap="flat">
              <a:noFill/>
              <a:prstDash val="solid"/>
              <a:miter/>
            </a:ln>
          </p:spPr>
          <p:txBody>
            <a:bodyPr rtlCol="0" anchor="ctr"/>
            <a:lstStyle/>
            <a:p>
              <a:endParaRPr lang="zh-CN" altLang="en-US" sz="650"/>
            </a:p>
          </p:txBody>
        </p:sp>
        <p:sp>
          <p:nvSpPr>
            <p:cNvPr id="9992" name="任意多边形: 形状 1906"/>
            <p:cNvSpPr/>
            <p:nvPr/>
          </p:nvSpPr>
          <p:spPr>
            <a:xfrm>
              <a:off x="1065545" y="4106357"/>
              <a:ext cx="32612" cy="35845"/>
            </a:xfrm>
            <a:custGeom>
              <a:avLst/>
              <a:gdLst>
                <a:gd name="connsiteX0" fmla="*/ 49855 w 49958"/>
                <a:gd name="connsiteY0" fmla="*/ 26315 h 56449"/>
                <a:gd name="connsiteX1" fmla="*/ 49956 w 49958"/>
                <a:gd name="connsiteY1" fmla="*/ 44869 h 56449"/>
                <a:gd name="connsiteX2" fmla="*/ 45308 w 49958"/>
                <a:gd name="connsiteY2" fmla="*/ 56450 h 56449"/>
                <a:gd name="connsiteX3" fmla="*/ 40861 w 49958"/>
                <a:gd name="connsiteY3" fmla="*/ 50184 h 56449"/>
                <a:gd name="connsiteX4" fmla="*/ 8463 w 49958"/>
                <a:gd name="connsiteY4" fmla="*/ 18756 h 56449"/>
                <a:gd name="connsiteX5" fmla="*/ 217 w 49958"/>
                <a:gd name="connsiteY5" fmla="*/ 13824 h 56449"/>
                <a:gd name="connsiteX6" fmla="*/ 5654 w 49958"/>
                <a:gd name="connsiteY6" fmla="*/ 0 h 56449"/>
                <a:gd name="connsiteX7" fmla="*/ 28674 w 49958"/>
                <a:gd name="connsiteY7" fmla="*/ 101 h 56449"/>
                <a:gd name="connsiteX8" fmla="*/ 49855 w 49958"/>
                <a:gd name="connsiteY8" fmla="*/ 26335 h 5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58" h="56449">
                  <a:moveTo>
                    <a:pt x="49855" y="26315"/>
                  </a:moveTo>
                  <a:cubicBezTo>
                    <a:pt x="49876" y="32500"/>
                    <a:pt x="49916" y="38684"/>
                    <a:pt x="49956" y="44869"/>
                  </a:cubicBezTo>
                  <a:cubicBezTo>
                    <a:pt x="50037" y="49376"/>
                    <a:pt x="47208" y="52711"/>
                    <a:pt x="45308" y="56450"/>
                  </a:cubicBezTo>
                  <a:cubicBezTo>
                    <a:pt x="43065" y="54934"/>
                    <a:pt x="43691" y="51619"/>
                    <a:pt x="40861" y="50184"/>
                  </a:cubicBezTo>
                  <a:cubicBezTo>
                    <a:pt x="26815" y="43110"/>
                    <a:pt x="17902" y="30620"/>
                    <a:pt x="8463" y="18756"/>
                  </a:cubicBezTo>
                  <a:cubicBezTo>
                    <a:pt x="6280" y="16028"/>
                    <a:pt x="3814" y="14067"/>
                    <a:pt x="217" y="13824"/>
                  </a:cubicBezTo>
                  <a:cubicBezTo>
                    <a:pt x="-592" y="8186"/>
                    <a:pt x="783" y="3396"/>
                    <a:pt x="5654" y="0"/>
                  </a:cubicBezTo>
                  <a:cubicBezTo>
                    <a:pt x="13334" y="40"/>
                    <a:pt x="20994" y="81"/>
                    <a:pt x="28674" y="101"/>
                  </a:cubicBezTo>
                  <a:cubicBezTo>
                    <a:pt x="35647" y="8913"/>
                    <a:pt x="41731" y="18453"/>
                    <a:pt x="49855" y="26335"/>
                  </a:cubicBezTo>
                  <a:close/>
                </a:path>
              </a:pathLst>
            </a:custGeom>
            <a:solidFill>
              <a:srgbClr val="68B2BA"/>
            </a:solidFill>
            <a:ln w="0" cap="flat">
              <a:noFill/>
              <a:prstDash val="solid"/>
              <a:miter/>
            </a:ln>
          </p:spPr>
          <p:txBody>
            <a:bodyPr rtlCol="0" anchor="ctr"/>
            <a:lstStyle/>
            <a:p>
              <a:endParaRPr lang="zh-CN" altLang="en-US" sz="650"/>
            </a:p>
          </p:txBody>
        </p:sp>
        <p:sp>
          <p:nvSpPr>
            <p:cNvPr id="9993" name="任意多边形: 形状 1907"/>
            <p:cNvSpPr/>
            <p:nvPr/>
          </p:nvSpPr>
          <p:spPr>
            <a:xfrm>
              <a:off x="861637" y="4106279"/>
              <a:ext cx="30791" cy="38465"/>
            </a:xfrm>
            <a:custGeom>
              <a:avLst/>
              <a:gdLst>
                <a:gd name="connsiteX0" fmla="*/ 44925 w 47168"/>
                <a:gd name="connsiteY0" fmla="*/ 24943 h 60575"/>
                <a:gd name="connsiteX1" fmla="*/ 47169 w 47168"/>
                <a:gd name="connsiteY1" fmla="*/ 51177 h 60575"/>
                <a:gd name="connsiteX2" fmla="*/ 42399 w 47168"/>
                <a:gd name="connsiteY2" fmla="*/ 60575 h 60575"/>
                <a:gd name="connsiteX3" fmla="*/ 36417 w 47168"/>
                <a:gd name="connsiteY3" fmla="*/ 52996 h 60575"/>
                <a:gd name="connsiteX4" fmla="*/ 218 w 47168"/>
                <a:gd name="connsiteY4" fmla="*/ 8269 h 60575"/>
                <a:gd name="connsiteX5" fmla="*/ 4463 w 47168"/>
                <a:gd name="connsiteY5" fmla="*/ 205 h 60575"/>
                <a:gd name="connsiteX6" fmla="*/ 26392 w 47168"/>
                <a:gd name="connsiteY6" fmla="*/ 1842 h 60575"/>
                <a:gd name="connsiteX7" fmla="*/ 30475 w 47168"/>
                <a:gd name="connsiteY7" fmla="*/ 5722 h 60575"/>
                <a:gd name="connsiteX8" fmla="*/ 44905 w 47168"/>
                <a:gd name="connsiteY8" fmla="*/ 24923 h 6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168" h="60575">
                  <a:moveTo>
                    <a:pt x="44925" y="24943"/>
                  </a:moveTo>
                  <a:cubicBezTo>
                    <a:pt x="43854" y="33836"/>
                    <a:pt x="45976" y="42466"/>
                    <a:pt x="47169" y="51177"/>
                  </a:cubicBezTo>
                  <a:cubicBezTo>
                    <a:pt x="45572" y="54310"/>
                    <a:pt x="43996" y="57443"/>
                    <a:pt x="42399" y="60575"/>
                  </a:cubicBezTo>
                  <a:cubicBezTo>
                    <a:pt x="40479" y="58008"/>
                    <a:pt x="39125" y="55240"/>
                    <a:pt x="36417" y="52996"/>
                  </a:cubicBezTo>
                  <a:cubicBezTo>
                    <a:pt x="21379" y="40566"/>
                    <a:pt x="10445" y="24680"/>
                    <a:pt x="218" y="8269"/>
                  </a:cubicBezTo>
                  <a:cubicBezTo>
                    <a:pt x="-732" y="4328"/>
                    <a:pt x="1552" y="2104"/>
                    <a:pt x="4463" y="205"/>
                  </a:cubicBezTo>
                  <a:cubicBezTo>
                    <a:pt x="11840" y="-139"/>
                    <a:pt x="19197" y="-301"/>
                    <a:pt x="26392" y="1842"/>
                  </a:cubicBezTo>
                  <a:cubicBezTo>
                    <a:pt x="28514" y="2327"/>
                    <a:pt x="29969" y="3863"/>
                    <a:pt x="30475" y="5722"/>
                  </a:cubicBezTo>
                  <a:cubicBezTo>
                    <a:pt x="32738" y="14090"/>
                    <a:pt x="39428" y="19021"/>
                    <a:pt x="44905" y="24923"/>
                  </a:cubicBezTo>
                  <a:close/>
                </a:path>
              </a:pathLst>
            </a:custGeom>
            <a:solidFill>
              <a:srgbClr val="67B1B9"/>
            </a:solidFill>
            <a:ln w="0" cap="flat">
              <a:noFill/>
              <a:prstDash val="solid"/>
              <a:miter/>
            </a:ln>
          </p:spPr>
          <p:txBody>
            <a:bodyPr rtlCol="0" anchor="ctr"/>
            <a:lstStyle/>
            <a:p>
              <a:endParaRPr lang="zh-CN" altLang="en-US" sz="650"/>
            </a:p>
          </p:txBody>
        </p:sp>
        <p:sp>
          <p:nvSpPr>
            <p:cNvPr id="9995" name="任意多边形: 形状 1909"/>
            <p:cNvSpPr/>
            <p:nvPr/>
          </p:nvSpPr>
          <p:spPr>
            <a:xfrm>
              <a:off x="965140" y="4106319"/>
              <a:ext cx="31596" cy="39220"/>
            </a:xfrm>
            <a:custGeom>
              <a:avLst/>
              <a:gdLst>
                <a:gd name="connsiteX0" fmla="*/ 45937 w 48402"/>
                <a:gd name="connsiteY0" fmla="*/ 26618 h 61765"/>
                <a:gd name="connsiteX1" fmla="*/ 48402 w 48402"/>
                <a:gd name="connsiteY1" fmla="*/ 51154 h 61765"/>
                <a:gd name="connsiteX2" fmla="*/ 42036 w 48402"/>
                <a:gd name="connsiteY2" fmla="*/ 61765 h 61765"/>
                <a:gd name="connsiteX3" fmla="*/ 16186 w 48402"/>
                <a:gd name="connsiteY3" fmla="*/ 30195 h 61765"/>
                <a:gd name="connsiteX4" fmla="*/ 1270 w 48402"/>
                <a:gd name="connsiteY4" fmla="*/ 7943 h 61765"/>
                <a:gd name="connsiteX5" fmla="*/ 3614 w 48402"/>
                <a:gd name="connsiteY5" fmla="*/ 0 h 61765"/>
                <a:gd name="connsiteX6" fmla="*/ 23967 w 48402"/>
                <a:gd name="connsiteY6" fmla="*/ 404 h 61765"/>
                <a:gd name="connsiteX7" fmla="*/ 28211 w 48402"/>
                <a:gd name="connsiteY7" fmla="*/ 4386 h 61765"/>
                <a:gd name="connsiteX8" fmla="*/ 45937 w 48402"/>
                <a:gd name="connsiteY8" fmla="*/ 26659 h 6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402" h="61765">
                  <a:moveTo>
                    <a:pt x="45937" y="26618"/>
                  </a:moveTo>
                  <a:cubicBezTo>
                    <a:pt x="41510" y="35329"/>
                    <a:pt x="44562" y="43272"/>
                    <a:pt x="48402" y="51154"/>
                  </a:cubicBezTo>
                  <a:cubicBezTo>
                    <a:pt x="46684" y="54934"/>
                    <a:pt x="45553" y="59057"/>
                    <a:pt x="42036" y="61765"/>
                  </a:cubicBezTo>
                  <a:cubicBezTo>
                    <a:pt x="35912" y="49214"/>
                    <a:pt x="25604" y="40038"/>
                    <a:pt x="16186" y="30195"/>
                  </a:cubicBezTo>
                  <a:cubicBezTo>
                    <a:pt x="9860" y="23566"/>
                    <a:pt x="5191" y="16048"/>
                    <a:pt x="1270" y="7943"/>
                  </a:cubicBezTo>
                  <a:cubicBezTo>
                    <a:pt x="-1075" y="4366"/>
                    <a:pt x="-104" y="1779"/>
                    <a:pt x="3614" y="0"/>
                  </a:cubicBezTo>
                  <a:cubicBezTo>
                    <a:pt x="10405" y="141"/>
                    <a:pt x="17196" y="263"/>
                    <a:pt x="23967" y="404"/>
                  </a:cubicBezTo>
                  <a:cubicBezTo>
                    <a:pt x="26069" y="990"/>
                    <a:pt x="27544" y="2486"/>
                    <a:pt x="28211" y="4386"/>
                  </a:cubicBezTo>
                  <a:cubicBezTo>
                    <a:pt x="31566" y="13865"/>
                    <a:pt x="39186" y="19888"/>
                    <a:pt x="45937" y="26659"/>
                  </a:cubicBezTo>
                  <a:close/>
                </a:path>
              </a:pathLst>
            </a:custGeom>
            <a:solidFill>
              <a:srgbClr val="69B2B9"/>
            </a:solidFill>
            <a:ln w="0" cap="flat">
              <a:noFill/>
              <a:prstDash val="solid"/>
              <a:miter/>
            </a:ln>
          </p:spPr>
          <p:txBody>
            <a:bodyPr rtlCol="0" anchor="ctr"/>
            <a:lstStyle/>
            <a:p>
              <a:endParaRPr lang="zh-CN" altLang="en-US" sz="650"/>
            </a:p>
          </p:txBody>
        </p:sp>
        <p:sp>
          <p:nvSpPr>
            <p:cNvPr id="10003" name="任意多边形: 形状 1917"/>
            <p:cNvSpPr/>
            <p:nvPr/>
          </p:nvSpPr>
          <p:spPr>
            <a:xfrm>
              <a:off x="1034531" y="4599015"/>
              <a:ext cx="26431" cy="40345"/>
            </a:xfrm>
            <a:custGeom>
              <a:avLst/>
              <a:gdLst>
                <a:gd name="connsiteX0" fmla="*/ 32466 w 40490"/>
                <a:gd name="connsiteY0" fmla="*/ 23769 h 63536"/>
                <a:gd name="connsiteX1" fmla="*/ 32466 w 40490"/>
                <a:gd name="connsiteY1" fmla="*/ 4689 h 63536"/>
                <a:gd name="connsiteX2" fmla="*/ 35781 w 40490"/>
                <a:gd name="connsiteY2" fmla="*/ 1 h 63536"/>
                <a:gd name="connsiteX3" fmla="*/ 40490 w 40490"/>
                <a:gd name="connsiteY3" fmla="*/ 4710 h 63536"/>
                <a:gd name="connsiteX4" fmla="*/ 40450 w 40490"/>
                <a:gd name="connsiteY4" fmla="*/ 58209 h 63536"/>
                <a:gd name="connsiteX5" fmla="*/ 34326 w 40490"/>
                <a:gd name="connsiteY5" fmla="*/ 62453 h 63536"/>
                <a:gd name="connsiteX6" fmla="*/ 26080 w 40490"/>
                <a:gd name="connsiteY6" fmla="*/ 61766 h 63536"/>
                <a:gd name="connsiteX7" fmla="*/ 9648 w 40490"/>
                <a:gd name="connsiteY7" fmla="*/ 61382 h 63536"/>
                <a:gd name="connsiteX8" fmla="*/ 3847 w 40490"/>
                <a:gd name="connsiteY8" fmla="*/ 25972 h 63536"/>
                <a:gd name="connsiteX9" fmla="*/ 32466 w 40490"/>
                <a:gd name="connsiteY9" fmla="*/ 23809 h 6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490" h="63536">
                  <a:moveTo>
                    <a:pt x="32466" y="23769"/>
                  </a:moveTo>
                  <a:cubicBezTo>
                    <a:pt x="32466" y="16796"/>
                    <a:pt x="32466" y="10753"/>
                    <a:pt x="32466" y="4689"/>
                  </a:cubicBezTo>
                  <a:cubicBezTo>
                    <a:pt x="32466" y="2365"/>
                    <a:pt x="31981" y="-40"/>
                    <a:pt x="35781" y="1"/>
                  </a:cubicBezTo>
                  <a:cubicBezTo>
                    <a:pt x="39217" y="21"/>
                    <a:pt x="40510" y="1233"/>
                    <a:pt x="40490" y="4710"/>
                  </a:cubicBezTo>
                  <a:cubicBezTo>
                    <a:pt x="40369" y="22536"/>
                    <a:pt x="40288" y="40382"/>
                    <a:pt x="40450" y="58209"/>
                  </a:cubicBezTo>
                  <a:cubicBezTo>
                    <a:pt x="40490" y="63565"/>
                    <a:pt x="35074" y="64272"/>
                    <a:pt x="34326" y="62453"/>
                  </a:cubicBezTo>
                  <a:cubicBezTo>
                    <a:pt x="31395" y="55217"/>
                    <a:pt x="29152" y="60493"/>
                    <a:pt x="26080" y="61766"/>
                  </a:cubicBezTo>
                  <a:cubicBezTo>
                    <a:pt x="20703" y="64009"/>
                    <a:pt x="14943" y="64373"/>
                    <a:pt x="9648" y="61382"/>
                  </a:cubicBezTo>
                  <a:cubicBezTo>
                    <a:pt x="-215" y="55804"/>
                    <a:pt x="-3166" y="37068"/>
                    <a:pt x="3847" y="25972"/>
                  </a:cubicBezTo>
                  <a:cubicBezTo>
                    <a:pt x="9789" y="16574"/>
                    <a:pt x="20259" y="15543"/>
                    <a:pt x="32466" y="23809"/>
                  </a:cubicBezTo>
                  <a:close/>
                </a:path>
              </a:pathLst>
            </a:custGeom>
            <a:solidFill>
              <a:srgbClr val="204458"/>
            </a:solidFill>
            <a:ln w="0" cap="flat">
              <a:noFill/>
              <a:prstDash val="solid"/>
              <a:miter/>
            </a:ln>
          </p:spPr>
          <p:txBody>
            <a:bodyPr rtlCol="0" anchor="ctr"/>
            <a:lstStyle/>
            <a:p>
              <a:endParaRPr lang="zh-CN" altLang="en-US" sz="650"/>
            </a:p>
          </p:txBody>
        </p:sp>
        <p:sp>
          <p:nvSpPr>
            <p:cNvPr id="10009" name="任意多边形: 形状 1923"/>
            <p:cNvSpPr/>
            <p:nvPr/>
          </p:nvSpPr>
          <p:spPr>
            <a:xfrm>
              <a:off x="1003768" y="4598927"/>
              <a:ext cx="27813" cy="40000"/>
            </a:xfrm>
            <a:custGeom>
              <a:avLst/>
              <a:gdLst>
                <a:gd name="connsiteX0" fmla="*/ 7682 w 42606"/>
                <a:gd name="connsiteY0" fmla="*/ 28373 h 62993"/>
                <a:gd name="connsiteX1" fmla="*/ 32400 w 42606"/>
                <a:gd name="connsiteY1" fmla="*/ 704 h 62993"/>
                <a:gd name="connsiteX2" fmla="*/ 42607 w 42606"/>
                <a:gd name="connsiteY2" fmla="*/ 502 h 62993"/>
                <a:gd name="connsiteX3" fmla="*/ 22820 w 42606"/>
                <a:gd name="connsiteY3" fmla="*/ 23259 h 62993"/>
                <a:gd name="connsiteX4" fmla="*/ 22173 w 42606"/>
                <a:gd name="connsiteY4" fmla="*/ 37508 h 62993"/>
                <a:gd name="connsiteX5" fmla="*/ 41071 w 42606"/>
                <a:gd name="connsiteY5" fmla="*/ 62206 h 62993"/>
                <a:gd name="connsiteX6" fmla="*/ 7540 w 42606"/>
                <a:gd name="connsiteY6" fmla="*/ 34194 h 62993"/>
                <a:gd name="connsiteX7" fmla="*/ 7460 w 42606"/>
                <a:gd name="connsiteY7" fmla="*/ 56264 h 62993"/>
                <a:gd name="connsiteX8" fmla="*/ 4104 w 42606"/>
                <a:gd name="connsiteY8" fmla="*/ 62974 h 62993"/>
                <a:gd name="connsiteX9" fmla="*/ 183 w 42606"/>
                <a:gd name="connsiteY9" fmla="*/ 56850 h 62993"/>
                <a:gd name="connsiteX10" fmla="*/ 123 w 42606"/>
                <a:gd name="connsiteY10" fmla="*/ 6444 h 62993"/>
                <a:gd name="connsiteX11" fmla="*/ 4104 w 42606"/>
                <a:gd name="connsiteY11" fmla="*/ 340 h 62993"/>
                <a:gd name="connsiteX12" fmla="*/ 7621 w 42606"/>
                <a:gd name="connsiteY12" fmla="*/ 6989 h 62993"/>
                <a:gd name="connsiteX13" fmla="*/ 7682 w 42606"/>
                <a:gd name="connsiteY13" fmla="*/ 28352 h 62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06" h="62993">
                  <a:moveTo>
                    <a:pt x="7682" y="28373"/>
                  </a:moveTo>
                  <a:cubicBezTo>
                    <a:pt x="16858" y="17924"/>
                    <a:pt x="24295" y="8990"/>
                    <a:pt x="32400" y="704"/>
                  </a:cubicBezTo>
                  <a:cubicBezTo>
                    <a:pt x="33835" y="-752"/>
                    <a:pt x="38039" y="502"/>
                    <a:pt x="42607" y="502"/>
                  </a:cubicBezTo>
                  <a:cubicBezTo>
                    <a:pt x="35452" y="8808"/>
                    <a:pt x="29550" y="16448"/>
                    <a:pt x="22820" y="23259"/>
                  </a:cubicBezTo>
                  <a:cubicBezTo>
                    <a:pt x="17848" y="28292"/>
                    <a:pt x="16110" y="31606"/>
                    <a:pt x="22173" y="37508"/>
                  </a:cubicBezTo>
                  <a:cubicBezTo>
                    <a:pt x="29510" y="44643"/>
                    <a:pt x="35412" y="53273"/>
                    <a:pt x="41071" y="62206"/>
                  </a:cubicBezTo>
                  <a:cubicBezTo>
                    <a:pt x="23608" y="61175"/>
                    <a:pt x="21122" y="42157"/>
                    <a:pt x="7540" y="34194"/>
                  </a:cubicBezTo>
                  <a:cubicBezTo>
                    <a:pt x="7540" y="41934"/>
                    <a:pt x="7702" y="49109"/>
                    <a:pt x="7460" y="56264"/>
                  </a:cubicBezTo>
                  <a:cubicBezTo>
                    <a:pt x="7379" y="58791"/>
                    <a:pt x="9299" y="62651"/>
                    <a:pt x="4104" y="62974"/>
                  </a:cubicBezTo>
                  <a:cubicBezTo>
                    <a:pt x="-1130" y="63298"/>
                    <a:pt x="183" y="59579"/>
                    <a:pt x="183" y="56850"/>
                  </a:cubicBezTo>
                  <a:cubicBezTo>
                    <a:pt x="103" y="40055"/>
                    <a:pt x="82" y="23259"/>
                    <a:pt x="123" y="6444"/>
                  </a:cubicBezTo>
                  <a:cubicBezTo>
                    <a:pt x="123" y="3675"/>
                    <a:pt x="-1090" y="57"/>
                    <a:pt x="4104" y="340"/>
                  </a:cubicBezTo>
                  <a:cubicBezTo>
                    <a:pt x="9238" y="623"/>
                    <a:pt x="7540" y="4402"/>
                    <a:pt x="7621" y="6989"/>
                  </a:cubicBezTo>
                  <a:cubicBezTo>
                    <a:pt x="7823" y="13275"/>
                    <a:pt x="7682" y="19561"/>
                    <a:pt x="7682" y="28352"/>
                  </a:cubicBezTo>
                  <a:close/>
                </a:path>
              </a:pathLst>
            </a:custGeom>
            <a:solidFill>
              <a:srgbClr val="24485C"/>
            </a:solidFill>
            <a:ln w="0" cap="flat">
              <a:noFill/>
              <a:prstDash val="solid"/>
              <a:miter/>
            </a:ln>
          </p:spPr>
          <p:txBody>
            <a:bodyPr rtlCol="0" anchor="ctr"/>
            <a:lstStyle/>
            <a:p>
              <a:endParaRPr lang="zh-CN" altLang="en-US" sz="650"/>
            </a:p>
          </p:txBody>
        </p:sp>
        <p:sp>
          <p:nvSpPr>
            <p:cNvPr id="10023" name="任意多边形: 形状 1937"/>
            <p:cNvSpPr/>
            <p:nvPr/>
          </p:nvSpPr>
          <p:spPr>
            <a:xfrm>
              <a:off x="1071676" y="4610629"/>
              <a:ext cx="25047" cy="28373"/>
            </a:xfrm>
            <a:custGeom>
              <a:avLst/>
              <a:gdLst>
                <a:gd name="connsiteX0" fmla="*/ 37958 w 38369"/>
                <a:gd name="connsiteY0" fmla="*/ 22578 h 44683"/>
                <a:gd name="connsiteX1" fmla="*/ 37978 w 38369"/>
                <a:gd name="connsiteY1" fmla="*/ 38706 h 44683"/>
                <a:gd name="connsiteX2" fmla="*/ 33572 w 38369"/>
                <a:gd name="connsiteY2" fmla="*/ 44668 h 44683"/>
                <a:gd name="connsiteX3" fmla="*/ 30096 w 38369"/>
                <a:gd name="connsiteY3" fmla="*/ 39090 h 44683"/>
                <a:gd name="connsiteX4" fmla="*/ 30096 w 38369"/>
                <a:gd name="connsiteY4" fmla="*/ 38080 h 44683"/>
                <a:gd name="connsiteX5" fmla="*/ 28499 w 38369"/>
                <a:gd name="connsiteY5" fmla="*/ 25973 h 44683"/>
                <a:gd name="connsiteX6" fmla="*/ 10652 w 38369"/>
                <a:gd name="connsiteY6" fmla="*/ 25165 h 44683"/>
                <a:gd name="connsiteX7" fmla="*/ 8066 w 38369"/>
                <a:gd name="connsiteY7" fmla="*/ 29712 h 44683"/>
                <a:gd name="connsiteX8" fmla="*/ 8106 w 38369"/>
                <a:gd name="connsiteY8" fmla="*/ 39798 h 44683"/>
                <a:gd name="connsiteX9" fmla="*/ 3761 w 38369"/>
                <a:gd name="connsiteY9" fmla="*/ 44668 h 44683"/>
                <a:gd name="connsiteX10" fmla="*/ 42 w 38369"/>
                <a:gd name="connsiteY10" fmla="*/ 40121 h 44683"/>
                <a:gd name="connsiteX11" fmla="*/ 1 w 38369"/>
                <a:gd name="connsiteY11" fmla="*/ 4832 h 44683"/>
                <a:gd name="connsiteX12" fmla="*/ 4488 w 38369"/>
                <a:gd name="connsiteY12" fmla="*/ 2 h 44683"/>
                <a:gd name="connsiteX13" fmla="*/ 8106 w 38369"/>
                <a:gd name="connsiteY13" fmla="*/ 4590 h 44683"/>
                <a:gd name="connsiteX14" fmla="*/ 8106 w 38369"/>
                <a:gd name="connsiteY14" fmla="*/ 6611 h 44683"/>
                <a:gd name="connsiteX15" fmla="*/ 9945 w 38369"/>
                <a:gd name="connsiteY15" fmla="*/ 17545 h 44683"/>
                <a:gd name="connsiteX16" fmla="*/ 27913 w 38369"/>
                <a:gd name="connsiteY16" fmla="*/ 17687 h 44683"/>
                <a:gd name="connsiteX17" fmla="*/ 30156 w 38369"/>
                <a:gd name="connsiteY17" fmla="*/ 9097 h 44683"/>
                <a:gd name="connsiteX18" fmla="*/ 34077 w 38369"/>
                <a:gd name="connsiteY18" fmla="*/ 184 h 44683"/>
                <a:gd name="connsiteX19" fmla="*/ 37796 w 38369"/>
                <a:gd name="connsiteY19" fmla="*/ 9501 h 44683"/>
                <a:gd name="connsiteX20" fmla="*/ 37958 w 38369"/>
                <a:gd name="connsiteY20" fmla="*/ 22578 h 44683"/>
                <a:gd name="connsiteX21" fmla="*/ 38018 w 38369"/>
                <a:gd name="connsiteY21" fmla="*/ 22578 h 4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69" h="44683">
                  <a:moveTo>
                    <a:pt x="37958" y="22578"/>
                  </a:moveTo>
                  <a:cubicBezTo>
                    <a:pt x="37958" y="27954"/>
                    <a:pt x="37897" y="33330"/>
                    <a:pt x="37978" y="38706"/>
                  </a:cubicBezTo>
                  <a:cubicBezTo>
                    <a:pt x="38018" y="41899"/>
                    <a:pt x="38261" y="44749"/>
                    <a:pt x="33572" y="44668"/>
                  </a:cubicBezTo>
                  <a:cubicBezTo>
                    <a:pt x="29045" y="44588"/>
                    <a:pt x="30298" y="41515"/>
                    <a:pt x="30096" y="39090"/>
                  </a:cubicBezTo>
                  <a:cubicBezTo>
                    <a:pt x="30075" y="38747"/>
                    <a:pt x="30136" y="38403"/>
                    <a:pt x="30096" y="38080"/>
                  </a:cubicBezTo>
                  <a:cubicBezTo>
                    <a:pt x="29510" y="33896"/>
                    <a:pt x="32218" y="27428"/>
                    <a:pt x="28499" y="25973"/>
                  </a:cubicBezTo>
                  <a:cubicBezTo>
                    <a:pt x="23224" y="23932"/>
                    <a:pt x="16655" y="25043"/>
                    <a:pt x="10652" y="25165"/>
                  </a:cubicBezTo>
                  <a:cubicBezTo>
                    <a:pt x="7924" y="25205"/>
                    <a:pt x="8086" y="27731"/>
                    <a:pt x="8066" y="29712"/>
                  </a:cubicBezTo>
                  <a:cubicBezTo>
                    <a:pt x="8025" y="33067"/>
                    <a:pt x="7924" y="36442"/>
                    <a:pt x="8106" y="39798"/>
                  </a:cubicBezTo>
                  <a:cubicBezTo>
                    <a:pt x="8268" y="43011"/>
                    <a:pt x="7560" y="44871"/>
                    <a:pt x="3761" y="44668"/>
                  </a:cubicBezTo>
                  <a:cubicBezTo>
                    <a:pt x="486" y="44507"/>
                    <a:pt x="21" y="42809"/>
                    <a:pt x="42" y="40121"/>
                  </a:cubicBezTo>
                  <a:cubicBezTo>
                    <a:pt x="102" y="28358"/>
                    <a:pt x="143" y="16595"/>
                    <a:pt x="1" y="4832"/>
                  </a:cubicBezTo>
                  <a:cubicBezTo>
                    <a:pt x="-39" y="1477"/>
                    <a:pt x="870" y="-59"/>
                    <a:pt x="4488" y="2"/>
                  </a:cubicBezTo>
                  <a:cubicBezTo>
                    <a:pt x="7924" y="62"/>
                    <a:pt x="8227" y="2023"/>
                    <a:pt x="8106" y="4590"/>
                  </a:cubicBezTo>
                  <a:cubicBezTo>
                    <a:pt x="8066" y="5257"/>
                    <a:pt x="7985" y="5964"/>
                    <a:pt x="8106" y="6611"/>
                  </a:cubicBezTo>
                  <a:cubicBezTo>
                    <a:pt x="8834" y="10370"/>
                    <a:pt x="5822" y="16312"/>
                    <a:pt x="9945" y="17545"/>
                  </a:cubicBezTo>
                  <a:cubicBezTo>
                    <a:pt x="15503" y="19202"/>
                    <a:pt x="22052" y="18737"/>
                    <a:pt x="27913" y="17687"/>
                  </a:cubicBezTo>
                  <a:cubicBezTo>
                    <a:pt x="32420" y="16878"/>
                    <a:pt x="29004" y="11886"/>
                    <a:pt x="30156" y="9097"/>
                  </a:cubicBezTo>
                  <a:cubicBezTo>
                    <a:pt x="31409" y="6065"/>
                    <a:pt x="26579" y="-79"/>
                    <a:pt x="34077" y="184"/>
                  </a:cubicBezTo>
                  <a:cubicBezTo>
                    <a:pt x="41050" y="426"/>
                    <a:pt x="37311" y="6227"/>
                    <a:pt x="37796" y="9501"/>
                  </a:cubicBezTo>
                  <a:cubicBezTo>
                    <a:pt x="38423" y="13786"/>
                    <a:pt x="37958" y="18212"/>
                    <a:pt x="37958" y="22578"/>
                  </a:cubicBezTo>
                  <a:lnTo>
                    <a:pt x="38018" y="22578"/>
                  </a:lnTo>
                  <a:close/>
                </a:path>
              </a:pathLst>
            </a:custGeom>
            <a:solidFill>
              <a:srgbClr val="22465D"/>
            </a:solidFill>
            <a:ln w="0" cap="flat">
              <a:noFill/>
              <a:prstDash val="solid"/>
              <a:miter/>
            </a:ln>
          </p:spPr>
          <p:txBody>
            <a:bodyPr rtlCol="0" anchor="ctr"/>
            <a:lstStyle/>
            <a:p>
              <a:endParaRPr lang="zh-CN" altLang="en-US" sz="650"/>
            </a:p>
          </p:txBody>
        </p:sp>
        <p:sp>
          <p:nvSpPr>
            <p:cNvPr id="10042" name="任意多边形: 形状 1956"/>
            <p:cNvSpPr/>
            <p:nvPr/>
          </p:nvSpPr>
          <p:spPr>
            <a:xfrm>
              <a:off x="820500" y="4106203"/>
              <a:ext cx="22966" cy="33547"/>
            </a:xfrm>
            <a:custGeom>
              <a:avLst/>
              <a:gdLst>
                <a:gd name="connsiteX0" fmla="*/ 35122 w 35182"/>
                <a:gd name="connsiteY0" fmla="*/ 22919 h 52831"/>
                <a:gd name="connsiteX1" fmla="*/ 33061 w 35182"/>
                <a:gd name="connsiteY1" fmla="*/ 50690 h 52831"/>
                <a:gd name="connsiteX2" fmla="*/ 31080 w 35182"/>
                <a:gd name="connsiteY2" fmla="*/ 52832 h 52831"/>
                <a:gd name="connsiteX3" fmla="*/ 258 w 35182"/>
                <a:gd name="connsiteY3" fmla="*/ 3517 h 52831"/>
                <a:gd name="connsiteX4" fmla="*/ 1006 w 35182"/>
                <a:gd name="connsiteY4" fmla="*/ 0 h 52831"/>
                <a:gd name="connsiteX5" fmla="*/ 10929 w 35182"/>
                <a:gd name="connsiteY5" fmla="*/ 2142 h 52831"/>
                <a:gd name="connsiteX6" fmla="*/ 35122 w 35182"/>
                <a:gd name="connsiteY6" fmla="*/ 22919 h 5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2" h="52831">
                  <a:moveTo>
                    <a:pt x="35122" y="22919"/>
                  </a:moveTo>
                  <a:cubicBezTo>
                    <a:pt x="35142" y="32237"/>
                    <a:pt x="35688" y="41574"/>
                    <a:pt x="33061" y="50690"/>
                  </a:cubicBezTo>
                  <a:cubicBezTo>
                    <a:pt x="32394" y="51397"/>
                    <a:pt x="31727" y="52125"/>
                    <a:pt x="31080" y="52832"/>
                  </a:cubicBezTo>
                  <a:cubicBezTo>
                    <a:pt x="16993" y="38785"/>
                    <a:pt x="5674" y="23000"/>
                    <a:pt x="258" y="3517"/>
                  </a:cubicBezTo>
                  <a:cubicBezTo>
                    <a:pt x="-126" y="2102"/>
                    <a:pt x="-227" y="970"/>
                    <a:pt x="1006" y="0"/>
                  </a:cubicBezTo>
                  <a:cubicBezTo>
                    <a:pt x="4320" y="707"/>
                    <a:pt x="7635" y="1435"/>
                    <a:pt x="10929" y="2142"/>
                  </a:cubicBezTo>
                  <a:cubicBezTo>
                    <a:pt x="18145" y="10065"/>
                    <a:pt x="24734" y="18695"/>
                    <a:pt x="35122" y="22919"/>
                  </a:cubicBezTo>
                  <a:close/>
                </a:path>
              </a:pathLst>
            </a:custGeom>
            <a:solidFill>
              <a:srgbClr val="64B0B7"/>
            </a:solidFill>
            <a:ln w="0" cap="flat">
              <a:noFill/>
              <a:prstDash val="solid"/>
              <a:miter/>
            </a:ln>
          </p:spPr>
          <p:txBody>
            <a:bodyPr rtlCol="0" anchor="ctr"/>
            <a:lstStyle/>
            <a:p>
              <a:endParaRPr lang="zh-CN" altLang="en-US" sz="650"/>
            </a:p>
          </p:txBody>
        </p:sp>
        <p:sp>
          <p:nvSpPr>
            <p:cNvPr id="10052" name="任意多边形: 形状 1966"/>
            <p:cNvSpPr/>
            <p:nvPr/>
          </p:nvSpPr>
          <p:spPr>
            <a:xfrm>
              <a:off x="578338" y="4543083"/>
              <a:ext cx="19795" cy="20123"/>
            </a:xfrm>
            <a:custGeom>
              <a:avLst/>
              <a:gdLst>
                <a:gd name="connsiteX0" fmla="*/ 1845 w 30324"/>
                <a:gd name="connsiteY0" fmla="*/ 13686 h 31690"/>
                <a:gd name="connsiteX1" fmla="*/ 14497 w 30324"/>
                <a:gd name="connsiteY1" fmla="*/ 6288 h 31690"/>
                <a:gd name="connsiteX2" fmla="*/ 30161 w 30324"/>
                <a:gd name="connsiteY2" fmla="*/ 5520 h 31690"/>
                <a:gd name="connsiteX3" fmla="*/ 30302 w 30324"/>
                <a:gd name="connsiteY3" fmla="*/ 24397 h 31690"/>
                <a:gd name="connsiteX4" fmla="*/ 22683 w 30324"/>
                <a:gd name="connsiteY4" fmla="*/ 31229 h 31690"/>
                <a:gd name="connsiteX5" fmla="*/ 6 w 30324"/>
                <a:gd name="connsiteY5" fmla="*/ 29753 h 31690"/>
                <a:gd name="connsiteX6" fmla="*/ 1865 w 30324"/>
                <a:gd name="connsiteY6" fmla="*/ 13665 h 31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24" h="31690">
                  <a:moveTo>
                    <a:pt x="1845" y="13686"/>
                  </a:moveTo>
                  <a:cubicBezTo>
                    <a:pt x="7181" y="13099"/>
                    <a:pt x="11951" y="10452"/>
                    <a:pt x="14497" y="6288"/>
                  </a:cubicBezTo>
                  <a:cubicBezTo>
                    <a:pt x="19813" y="-2382"/>
                    <a:pt x="24583" y="-1554"/>
                    <a:pt x="30161" y="5520"/>
                  </a:cubicBezTo>
                  <a:cubicBezTo>
                    <a:pt x="30181" y="11806"/>
                    <a:pt x="29979" y="18112"/>
                    <a:pt x="30302" y="24397"/>
                  </a:cubicBezTo>
                  <a:cubicBezTo>
                    <a:pt x="30585" y="30137"/>
                    <a:pt x="28120" y="32846"/>
                    <a:pt x="22683" y="31229"/>
                  </a:cubicBezTo>
                  <a:cubicBezTo>
                    <a:pt x="15144" y="29006"/>
                    <a:pt x="7565" y="30077"/>
                    <a:pt x="6" y="29753"/>
                  </a:cubicBezTo>
                  <a:cubicBezTo>
                    <a:pt x="-156" y="24296"/>
                    <a:pt x="3058" y="19244"/>
                    <a:pt x="1865" y="13665"/>
                  </a:cubicBezTo>
                  <a:close/>
                </a:path>
              </a:pathLst>
            </a:custGeom>
            <a:solidFill>
              <a:srgbClr val="E6EBEC"/>
            </a:solidFill>
            <a:ln w="0" cap="flat">
              <a:noFill/>
              <a:prstDash val="solid"/>
              <a:miter/>
            </a:ln>
          </p:spPr>
          <p:txBody>
            <a:bodyPr rtlCol="0" anchor="ctr"/>
            <a:lstStyle/>
            <a:p>
              <a:endParaRPr lang="zh-CN" altLang="en-US" sz="650"/>
            </a:p>
          </p:txBody>
        </p:sp>
        <p:sp>
          <p:nvSpPr>
            <p:cNvPr id="10067" name="任意多边形: 形状 1981"/>
            <p:cNvSpPr/>
            <p:nvPr/>
          </p:nvSpPr>
          <p:spPr>
            <a:xfrm>
              <a:off x="913228" y="4416914"/>
              <a:ext cx="1431" cy="152698"/>
            </a:xfrm>
            <a:custGeom>
              <a:avLst/>
              <a:gdLst>
                <a:gd name="connsiteX0" fmla="*/ 2193 w 2192"/>
                <a:gd name="connsiteY0" fmla="*/ 240472 h 240472"/>
                <a:gd name="connsiteX1" fmla="*/ 293 w 2192"/>
                <a:gd name="connsiteY1" fmla="*/ 230023 h 240472"/>
                <a:gd name="connsiteX2" fmla="*/ 293 w 2192"/>
                <a:gd name="connsiteY2" fmla="*/ 10530 h 240472"/>
                <a:gd name="connsiteX3" fmla="*/ 2112 w 2192"/>
                <a:gd name="connsiteY3" fmla="*/ 0 h 240472"/>
                <a:gd name="connsiteX4" fmla="*/ 2193 w 2192"/>
                <a:gd name="connsiteY4" fmla="*/ 240472 h 240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 h="240472">
                  <a:moveTo>
                    <a:pt x="2193" y="240472"/>
                  </a:moveTo>
                  <a:cubicBezTo>
                    <a:pt x="-1101" y="237481"/>
                    <a:pt x="293" y="233540"/>
                    <a:pt x="293" y="230023"/>
                  </a:cubicBezTo>
                  <a:cubicBezTo>
                    <a:pt x="212" y="156859"/>
                    <a:pt x="212" y="83694"/>
                    <a:pt x="293" y="10530"/>
                  </a:cubicBezTo>
                  <a:cubicBezTo>
                    <a:pt x="293" y="6973"/>
                    <a:pt x="-940" y="3072"/>
                    <a:pt x="2112" y="0"/>
                  </a:cubicBezTo>
                  <a:cubicBezTo>
                    <a:pt x="2132" y="80157"/>
                    <a:pt x="2173" y="160315"/>
                    <a:pt x="2193" y="240472"/>
                  </a:cubicBezTo>
                  <a:close/>
                </a:path>
              </a:pathLst>
            </a:custGeom>
            <a:solidFill>
              <a:srgbClr val="2C8EAE"/>
            </a:solidFill>
            <a:ln w="0" cap="flat">
              <a:noFill/>
              <a:prstDash val="solid"/>
              <a:miter/>
            </a:ln>
          </p:spPr>
          <p:txBody>
            <a:bodyPr rtlCol="0" anchor="ctr"/>
            <a:lstStyle/>
            <a:p>
              <a:endParaRPr lang="zh-CN" altLang="en-US" sz="650"/>
            </a:p>
          </p:txBody>
        </p:sp>
        <p:sp>
          <p:nvSpPr>
            <p:cNvPr id="10073" name="任意多边形: 形状 1987"/>
            <p:cNvSpPr/>
            <p:nvPr/>
          </p:nvSpPr>
          <p:spPr>
            <a:xfrm>
              <a:off x="1658533" y="3695927"/>
              <a:ext cx="1419" cy="138273"/>
            </a:xfrm>
            <a:custGeom>
              <a:avLst/>
              <a:gdLst>
                <a:gd name="connsiteX0" fmla="*/ 1708 w 2173"/>
                <a:gd name="connsiteY0" fmla="*/ 217755 h 217755"/>
                <a:gd name="connsiteX1" fmla="*/ 172 w 2173"/>
                <a:gd name="connsiteY1" fmla="*/ 209105 h 217755"/>
                <a:gd name="connsiteX2" fmla="*/ 172 w 2173"/>
                <a:gd name="connsiteY2" fmla="*/ 8630 h 217755"/>
                <a:gd name="connsiteX3" fmla="*/ 1708 w 2173"/>
                <a:gd name="connsiteY3" fmla="*/ 0 h 217755"/>
                <a:gd name="connsiteX4" fmla="*/ 2173 w 2173"/>
                <a:gd name="connsiteY4" fmla="*/ 161305 h 217755"/>
                <a:gd name="connsiteX5" fmla="*/ 1688 w 2173"/>
                <a:gd name="connsiteY5" fmla="*/ 217735 h 21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17755">
                  <a:moveTo>
                    <a:pt x="1708" y="217755"/>
                  </a:moveTo>
                  <a:cubicBezTo>
                    <a:pt x="-697" y="215209"/>
                    <a:pt x="172" y="212035"/>
                    <a:pt x="172" y="209105"/>
                  </a:cubicBezTo>
                  <a:cubicBezTo>
                    <a:pt x="131" y="142287"/>
                    <a:pt x="131" y="75469"/>
                    <a:pt x="172" y="8630"/>
                  </a:cubicBezTo>
                  <a:cubicBezTo>
                    <a:pt x="172" y="5720"/>
                    <a:pt x="-758" y="2526"/>
                    <a:pt x="1708" y="0"/>
                  </a:cubicBezTo>
                  <a:cubicBezTo>
                    <a:pt x="1870" y="53762"/>
                    <a:pt x="2112" y="107544"/>
                    <a:pt x="2173" y="161305"/>
                  </a:cubicBezTo>
                  <a:cubicBezTo>
                    <a:pt x="2193" y="180122"/>
                    <a:pt x="1849" y="198918"/>
                    <a:pt x="1688" y="217735"/>
                  </a:cubicBezTo>
                  <a:close/>
                </a:path>
              </a:pathLst>
            </a:custGeom>
            <a:solidFill>
              <a:srgbClr val="4E7592"/>
            </a:solidFill>
            <a:ln w="0" cap="flat">
              <a:noFill/>
              <a:prstDash val="solid"/>
              <a:miter/>
            </a:ln>
          </p:spPr>
          <p:txBody>
            <a:bodyPr rtlCol="0" anchor="ctr"/>
            <a:lstStyle/>
            <a:p>
              <a:endParaRPr lang="zh-CN" altLang="en-US" sz="650"/>
            </a:p>
          </p:txBody>
        </p:sp>
        <p:sp>
          <p:nvSpPr>
            <p:cNvPr id="10089" name="任意多边形: 形状 2003"/>
            <p:cNvSpPr/>
            <p:nvPr/>
          </p:nvSpPr>
          <p:spPr>
            <a:xfrm>
              <a:off x="490925" y="3734467"/>
              <a:ext cx="1803" cy="104956"/>
            </a:xfrm>
            <a:custGeom>
              <a:avLst/>
              <a:gdLst>
                <a:gd name="connsiteX0" fmla="*/ 2762 w 2762"/>
                <a:gd name="connsiteY0" fmla="*/ 165287 h 165286"/>
                <a:gd name="connsiteX1" fmla="*/ 378 w 2762"/>
                <a:gd name="connsiteY1" fmla="*/ 155222 h 165286"/>
                <a:gd name="connsiteX2" fmla="*/ 317 w 2762"/>
                <a:gd name="connsiteY2" fmla="*/ 0 h 165286"/>
                <a:gd name="connsiteX3" fmla="*/ 2116 w 2762"/>
                <a:gd name="connsiteY3" fmla="*/ 10308 h 165286"/>
                <a:gd name="connsiteX4" fmla="*/ 2237 w 2762"/>
                <a:gd name="connsiteY4" fmla="*/ 154272 h 165286"/>
                <a:gd name="connsiteX5" fmla="*/ 2742 w 2762"/>
                <a:gd name="connsiteY5" fmla="*/ 165287 h 16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 h="165286">
                  <a:moveTo>
                    <a:pt x="2762" y="165287"/>
                  </a:moveTo>
                  <a:cubicBezTo>
                    <a:pt x="-1401" y="162740"/>
                    <a:pt x="378" y="158617"/>
                    <a:pt x="378" y="155222"/>
                  </a:cubicBezTo>
                  <a:cubicBezTo>
                    <a:pt x="276" y="103481"/>
                    <a:pt x="317" y="51741"/>
                    <a:pt x="317" y="0"/>
                  </a:cubicBezTo>
                  <a:cubicBezTo>
                    <a:pt x="3894" y="2890"/>
                    <a:pt x="2116" y="6892"/>
                    <a:pt x="2116" y="10308"/>
                  </a:cubicBezTo>
                  <a:cubicBezTo>
                    <a:pt x="2257" y="58289"/>
                    <a:pt x="2197" y="106291"/>
                    <a:pt x="2237" y="154272"/>
                  </a:cubicBezTo>
                  <a:cubicBezTo>
                    <a:pt x="2237" y="157950"/>
                    <a:pt x="2560" y="161609"/>
                    <a:pt x="2742" y="165287"/>
                  </a:cubicBezTo>
                  <a:close/>
                </a:path>
              </a:pathLst>
            </a:custGeom>
            <a:solidFill>
              <a:srgbClr val="85B8CC"/>
            </a:solidFill>
            <a:ln w="0" cap="flat">
              <a:noFill/>
              <a:prstDash val="solid"/>
              <a:miter/>
            </a:ln>
          </p:spPr>
          <p:txBody>
            <a:bodyPr rtlCol="0" anchor="ctr"/>
            <a:lstStyle/>
            <a:p>
              <a:endParaRPr lang="zh-CN" altLang="en-US" sz="650"/>
            </a:p>
          </p:txBody>
        </p:sp>
        <p:sp>
          <p:nvSpPr>
            <p:cNvPr id="10094" name="任意多边形: 形状 2008"/>
            <p:cNvSpPr/>
            <p:nvPr/>
          </p:nvSpPr>
          <p:spPr>
            <a:xfrm>
              <a:off x="630969" y="3757389"/>
              <a:ext cx="1638" cy="82009"/>
            </a:xfrm>
            <a:custGeom>
              <a:avLst/>
              <a:gdLst>
                <a:gd name="connsiteX0" fmla="*/ 2509 w 2509"/>
                <a:gd name="connsiteY0" fmla="*/ 129149 h 129149"/>
                <a:gd name="connsiteX1" fmla="*/ 64 w 2509"/>
                <a:gd name="connsiteY1" fmla="*/ 122116 h 129149"/>
                <a:gd name="connsiteX2" fmla="*/ 23 w 2509"/>
                <a:gd name="connsiteY2" fmla="*/ 5599 h 129149"/>
                <a:gd name="connsiteX3" fmla="*/ 1640 w 2509"/>
                <a:gd name="connsiteY3" fmla="*/ 0 h 129149"/>
                <a:gd name="connsiteX4" fmla="*/ 2065 w 2509"/>
                <a:gd name="connsiteY4" fmla="*/ 117063 h 129149"/>
                <a:gd name="connsiteX5" fmla="*/ 2509 w 2509"/>
                <a:gd name="connsiteY5" fmla="*/ 129129 h 12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 h="129149">
                  <a:moveTo>
                    <a:pt x="2509" y="129149"/>
                  </a:moveTo>
                  <a:cubicBezTo>
                    <a:pt x="-623" y="127613"/>
                    <a:pt x="64" y="124683"/>
                    <a:pt x="64" y="122116"/>
                  </a:cubicBezTo>
                  <a:cubicBezTo>
                    <a:pt x="23" y="83270"/>
                    <a:pt x="23" y="44444"/>
                    <a:pt x="23" y="5599"/>
                  </a:cubicBezTo>
                  <a:cubicBezTo>
                    <a:pt x="23" y="3577"/>
                    <a:pt x="23" y="1556"/>
                    <a:pt x="1640" y="0"/>
                  </a:cubicBezTo>
                  <a:cubicBezTo>
                    <a:pt x="1782" y="39028"/>
                    <a:pt x="1903" y="78056"/>
                    <a:pt x="2065" y="117063"/>
                  </a:cubicBezTo>
                  <a:cubicBezTo>
                    <a:pt x="2065" y="121085"/>
                    <a:pt x="2368" y="125107"/>
                    <a:pt x="2509" y="129129"/>
                  </a:cubicBezTo>
                  <a:close/>
                </a:path>
              </a:pathLst>
            </a:custGeom>
            <a:solidFill>
              <a:srgbClr val="86B8CC"/>
            </a:solidFill>
            <a:ln w="0" cap="flat">
              <a:noFill/>
              <a:prstDash val="solid"/>
              <a:miter/>
            </a:ln>
          </p:spPr>
          <p:txBody>
            <a:bodyPr rtlCol="0" anchor="ctr"/>
            <a:lstStyle/>
            <a:p>
              <a:endParaRPr lang="zh-CN" altLang="en-US" sz="650"/>
            </a:p>
          </p:txBody>
        </p:sp>
        <p:sp>
          <p:nvSpPr>
            <p:cNvPr id="10114" name="任意多边形: 形状 2032"/>
            <p:cNvSpPr/>
            <p:nvPr/>
          </p:nvSpPr>
          <p:spPr>
            <a:xfrm>
              <a:off x="930040" y="4085841"/>
              <a:ext cx="37459" cy="37602"/>
            </a:xfrm>
            <a:custGeom>
              <a:avLst/>
              <a:gdLst>
                <a:gd name="connsiteX0" fmla="*/ 57384 w 57384"/>
                <a:gd name="connsiteY0" fmla="*/ 32228 h 59216"/>
                <a:gd name="connsiteX1" fmla="*/ 55040 w 57384"/>
                <a:gd name="connsiteY1" fmla="*/ 40171 h 59216"/>
                <a:gd name="connsiteX2" fmla="*/ 22985 w 57384"/>
                <a:gd name="connsiteY2" fmla="*/ 59150 h 59216"/>
                <a:gd name="connsiteX3" fmla="*/ 45 w 57384"/>
                <a:gd name="connsiteY3" fmla="*/ 33946 h 59216"/>
                <a:gd name="connsiteX4" fmla="*/ 27088 w 57384"/>
                <a:gd name="connsiteY4" fmla="*/ 72 h 59216"/>
                <a:gd name="connsiteX5" fmla="*/ 57364 w 57384"/>
                <a:gd name="connsiteY5" fmla="*/ 32228 h 5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84" h="59216">
                  <a:moveTo>
                    <a:pt x="57384" y="32228"/>
                  </a:moveTo>
                  <a:cubicBezTo>
                    <a:pt x="56596" y="34876"/>
                    <a:pt x="55828" y="37524"/>
                    <a:pt x="55040" y="40171"/>
                  </a:cubicBezTo>
                  <a:cubicBezTo>
                    <a:pt x="47117" y="51146"/>
                    <a:pt x="37982" y="60079"/>
                    <a:pt x="22985" y="59150"/>
                  </a:cubicBezTo>
                  <a:cubicBezTo>
                    <a:pt x="8453" y="57027"/>
                    <a:pt x="4775" y="45002"/>
                    <a:pt x="45" y="33946"/>
                  </a:cubicBezTo>
                  <a:cubicBezTo>
                    <a:pt x="-763" y="13573"/>
                    <a:pt x="9262" y="1022"/>
                    <a:pt x="27088" y="72"/>
                  </a:cubicBezTo>
                  <a:cubicBezTo>
                    <a:pt x="46794" y="-999"/>
                    <a:pt x="56980" y="9834"/>
                    <a:pt x="57364" y="32228"/>
                  </a:cubicBezTo>
                  <a:close/>
                </a:path>
              </a:pathLst>
            </a:custGeom>
            <a:solidFill>
              <a:srgbClr val="E69891"/>
            </a:solidFill>
            <a:ln w="0" cap="flat">
              <a:noFill/>
              <a:prstDash val="solid"/>
              <a:miter/>
            </a:ln>
          </p:spPr>
          <p:txBody>
            <a:bodyPr rtlCol="0" anchor="ctr"/>
            <a:lstStyle/>
            <a:p>
              <a:endParaRPr lang="zh-CN" altLang="en-US" sz="650"/>
            </a:p>
          </p:txBody>
        </p:sp>
        <p:sp>
          <p:nvSpPr>
            <p:cNvPr id="10115" name="任意多边形: 形状 2033"/>
            <p:cNvSpPr/>
            <p:nvPr/>
          </p:nvSpPr>
          <p:spPr>
            <a:xfrm>
              <a:off x="1032162" y="4086386"/>
              <a:ext cx="37133" cy="38068"/>
            </a:xfrm>
            <a:custGeom>
              <a:avLst/>
              <a:gdLst>
                <a:gd name="connsiteX0" fmla="*/ 56791 w 56884"/>
                <a:gd name="connsiteY0" fmla="*/ 31432 h 59950"/>
                <a:gd name="connsiteX1" fmla="*/ 51355 w 56884"/>
                <a:gd name="connsiteY1" fmla="*/ 45256 h 59950"/>
                <a:gd name="connsiteX2" fmla="*/ 24070 w 56884"/>
                <a:gd name="connsiteY2" fmla="*/ 59828 h 59950"/>
                <a:gd name="connsiteX3" fmla="*/ 18 w 56884"/>
                <a:gd name="connsiteY3" fmla="*/ 32725 h 59950"/>
                <a:gd name="connsiteX4" fmla="*/ 29365 w 56884"/>
                <a:gd name="connsiteY4" fmla="*/ 3 h 59950"/>
                <a:gd name="connsiteX5" fmla="*/ 56812 w 56884"/>
                <a:gd name="connsiteY5" fmla="*/ 31432 h 5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884" h="59950">
                  <a:moveTo>
                    <a:pt x="56791" y="31432"/>
                  </a:moveTo>
                  <a:cubicBezTo>
                    <a:pt x="54973" y="36040"/>
                    <a:pt x="53174" y="40648"/>
                    <a:pt x="51355" y="45256"/>
                  </a:cubicBezTo>
                  <a:cubicBezTo>
                    <a:pt x="43796" y="52977"/>
                    <a:pt x="36398" y="61041"/>
                    <a:pt x="24070" y="59828"/>
                  </a:cubicBezTo>
                  <a:cubicBezTo>
                    <a:pt x="9113" y="56958"/>
                    <a:pt x="4546" y="44852"/>
                    <a:pt x="18" y="32725"/>
                  </a:cubicBezTo>
                  <a:cubicBezTo>
                    <a:pt x="-507" y="12595"/>
                    <a:pt x="10286" y="306"/>
                    <a:pt x="29365" y="3"/>
                  </a:cubicBezTo>
                  <a:cubicBezTo>
                    <a:pt x="43331" y="-219"/>
                    <a:pt x="58045" y="10756"/>
                    <a:pt x="56812" y="31432"/>
                  </a:cubicBezTo>
                  <a:close/>
                </a:path>
              </a:pathLst>
            </a:custGeom>
            <a:solidFill>
              <a:srgbClr val="E69790"/>
            </a:solidFill>
            <a:ln w="0" cap="flat">
              <a:noFill/>
              <a:prstDash val="solid"/>
              <a:miter/>
            </a:ln>
          </p:spPr>
          <p:txBody>
            <a:bodyPr rtlCol="0" anchor="ctr"/>
            <a:lstStyle/>
            <a:p>
              <a:endParaRPr lang="zh-CN" altLang="en-US" sz="650"/>
            </a:p>
          </p:txBody>
        </p:sp>
        <p:sp>
          <p:nvSpPr>
            <p:cNvPr id="10116" name="任意多边形: 形状 2035"/>
            <p:cNvSpPr/>
            <p:nvPr/>
          </p:nvSpPr>
          <p:spPr>
            <a:xfrm>
              <a:off x="1136245" y="4086092"/>
              <a:ext cx="37061" cy="37235"/>
            </a:xfrm>
            <a:custGeom>
              <a:avLst/>
              <a:gdLst>
                <a:gd name="connsiteX0" fmla="*/ 24355 w 56773"/>
                <a:gd name="connsiteY0" fmla="*/ 58633 h 58638"/>
                <a:gd name="connsiteX1" fmla="*/ 4750 w 56773"/>
                <a:gd name="connsiteY1" fmla="*/ 42949 h 58638"/>
                <a:gd name="connsiteX2" fmla="*/ 0 w 56773"/>
                <a:gd name="connsiteY2" fmla="*/ 33147 h 58638"/>
                <a:gd name="connsiteX3" fmla="*/ 29286 w 56773"/>
                <a:gd name="connsiteY3" fmla="*/ 0 h 58638"/>
                <a:gd name="connsiteX4" fmla="*/ 56773 w 56773"/>
                <a:gd name="connsiteY4" fmla="*/ 33935 h 58638"/>
                <a:gd name="connsiteX5" fmla="*/ 24334 w 56773"/>
                <a:gd name="connsiteY5" fmla="*/ 58613 h 5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73" h="58638">
                  <a:moveTo>
                    <a:pt x="24355" y="58633"/>
                  </a:moveTo>
                  <a:cubicBezTo>
                    <a:pt x="13441" y="58875"/>
                    <a:pt x="8630" y="51518"/>
                    <a:pt x="4750" y="42949"/>
                  </a:cubicBezTo>
                  <a:cubicBezTo>
                    <a:pt x="3254" y="39634"/>
                    <a:pt x="1597" y="36421"/>
                    <a:pt x="0" y="33147"/>
                  </a:cubicBezTo>
                  <a:cubicBezTo>
                    <a:pt x="-40" y="12935"/>
                    <a:pt x="11318" y="81"/>
                    <a:pt x="29286" y="0"/>
                  </a:cubicBezTo>
                  <a:cubicBezTo>
                    <a:pt x="45314" y="-60"/>
                    <a:pt x="55985" y="13117"/>
                    <a:pt x="56773" y="33935"/>
                  </a:cubicBezTo>
                  <a:cubicBezTo>
                    <a:pt x="50851" y="50488"/>
                    <a:pt x="41413" y="57663"/>
                    <a:pt x="24334" y="58613"/>
                  </a:cubicBezTo>
                  <a:close/>
                </a:path>
              </a:pathLst>
            </a:custGeom>
            <a:solidFill>
              <a:srgbClr val="E69891"/>
            </a:solidFill>
            <a:ln w="0" cap="flat">
              <a:noFill/>
              <a:prstDash val="solid"/>
              <a:miter/>
            </a:ln>
          </p:spPr>
          <p:txBody>
            <a:bodyPr rtlCol="0" anchor="ctr"/>
            <a:lstStyle/>
            <a:p>
              <a:endParaRPr lang="zh-CN" altLang="en-US" sz="650"/>
            </a:p>
          </p:txBody>
        </p:sp>
        <p:sp>
          <p:nvSpPr>
            <p:cNvPr id="10117" name="任意多边形: 形状 2037"/>
            <p:cNvSpPr/>
            <p:nvPr/>
          </p:nvSpPr>
          <p:spPr>
            <a:xfrm>
              <a:off x="1195333" y="4086037"/>
              <a:ext cx="37279" cy="37134"/>
            </a:xfrm>
            <a:custGeom>
              <a:avLst/>
              <a:gdLst>
                <a:gd name="connsiteX0" fmla="*/ 31 w 57107"/>
                <a:gd name="connsiteY0" fmla="*/ 28383 h 58479"/>
                <a:gd name="connsiteX1" fmla="*/ 44455 w 57107"/>
                <a:gd name="connsiteY1" fmla="*/ 4453 h 58479"/>
                <a:gd name="connsiteX2" fmla="*/ 57107 w 57107"/>
                <a:gd name="connsiteY2" fmla="*/ 28100 h 58479"/>
                <a:gd name="connsiteX3" fmla="*/ 42029 w 57107"/>
                <a:gd name="connsiteY3" fmla="*/ 52354 h 58479"/>
                <a:gd name="connsiteX4" fmla="*/ 6822 w 57107"/>
                <a:gd name="connsiteY4" fmla="*/ 46735 h 58479"/>
                <a:gd name="connsiteX5" fmla="*/ 152 w 57107"/>
                <a:gd name="connsiteY5" fmla="*/ 32183 h 58479"/>
                <a:gd name="connsiteX6" fmla="*/ 51 w 57107"/>
                <a:gd name="connsiteY6" fmla="*/ 28383 h 5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07" h="58479">
                  <a:moveTo>
                    <a:pt x="31" y="28383"/>
                  </a:moveTo>
                  <a:cubicBezTo>
                    <a:pt x="-980" y="8859"/>
                    <a:pt x="23152" y="-8442"/>
                    <a:pt x="44455" y="4453"/>
                  </a:cubicBezTo>
                  <a:cubicBezTo>
                    <a:pt x="53368" y="9850"/>
                    <a:pt x="56319" y="18379"/>
                    <a:pt x="57107" y="28100"/>
                  </a:cubicBezTo>
                  <a:cubicBezTo>
                    <a:pt x="55146" y="38084"/>
                    <a:pt x="49447" y="45805"/>
                    <a:pt x="42029" y="52354"/>
                  </a:cubicBezTo>
                  <a:cubicBezTo>
                    <a:pt x="30772" y="62298"/>
                    <a:pt x="15149" y="59933"/>
                    <a:pt x="6822" y="46735"/>
                  </a:cubicBezTo>
                  <a:cubicBezTo>
                    <a:pt x="3992" y="42268"/>
                    <a:pt x="2335" y="37054"/>
                    <a:pt x="152" y="32183"/>
                  </a:cubicBezTo>
                  <a:cubicBezTo>
                    <a:pt x="111" y="30910"/>
                    <a:pt x="91" y="29636"/>
                    <a:pt x="51" y="28383"/>
                  </a:cubicBezTo>
                  <a:close/>
                </a:path>
              </a:pathLst>
            </a:custGeom>
            <a:solidFill>
              <a:srgbClr val="E89A92"/>
            </a:solidFill>
            <a:ln w="0" cap="flat">
              <a:noFill/>
              <a:prstDash val="solid"/>
              <a:miter/>
            </a:ln>
          </p:spPr>
          <p:txBody>
            <a:bodyPr rtlCol="0" anchor="ctr"/>
            <a:lstStyle/>
            <a:p>
              <a:endParaRPr lang="zh-CN" altLang="en-US" sz="650"/>
            </a:p>
          </p:txBody>
        </p:sp>
        <p:sp>
          <p:nvSpPr>
            <p:cNvPr id="10118" name="任意多边形: 形状 2038"/>
            <p:cNvSpPr/>
            <p:nvPr/>
          </p:nvSpPr>
          <p:spPr>
            <a:xfrm>
              <a:off x="980799" y="4086820"/>
              <a:ext cx="36876" cy="36461"/>
            </a:xfrm>
            <a:custGeom>
              <a:avLst/>
              <a:gdLst>
                <a:gd name="connsiteX0" fmla="*/ 21949 w 56490"/>
                <a:gd name="connsiteY0" fmla="*/ 57325 h 57420"/>
                <a:gd name="connsiteX1" fmla="*/ 0 w 56490"/>
                <a:gd name="connsiteY1" fmla="*/ 31091 h 57420"/>
                <a:gd name="connsiteX2" fmla="*/ 3274 w 56490"/>
                <a:gd name="connsiteY2" fmla="*/ 15488 h 57420"/>
                <a:gd name="connsiteX3" fmla="*/ 36481 w 56490"/>
                <a:gd name="connsiteY3" fmla="*/ 653 h 57420"/>
                <a:gd name="connsiteX4" fmla="*/ 56268 w 56490"/>
                <a:gd name="connsiteY4" fmla="*/ 25614 h 57420"/>
                <a:gd name="connsiteX5" fmla="*/ 56490 w 56490"/>
                <a:gd name="connsiteY5" fmla="*/ 30626 h 57420"/>
                <a:gd name="connsiteX6" fmla="*/ 52347 w 56490"/>
                <a:gd name="connsiteY6" fmla="*/ 40934 h 57420"/>
                <a:gd name="connsiteX7" fmla="*/ 21949 w 56490"/>
                <a:gd name="connsiteY7" fmla="*/ 57345 h 5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490" h="57420">
                  <a:moveTo>
                    <a:pt x="21949" y="57325"/>
                  </a:moveTo>
                  <a:cubicBezTo>
                    <a:pt x="9055" y="53243"/>
                    <a:pt x="4669" y="42045"/>
                    <a:pt x="0" y="31091"/>
                  </a:cubicBezTo>
                  <a:cubicBezTo>
                    <a:pt x="2284" y="26160"/>
                    <a:pt x="687" y="20500"/>
                    <a:pt x="3274" y="15488"/>
                  </a:cubicBezTo>
                  <a:cubicBezTo>
                    <a:pt x="9297" y="3705"/>
                    <a:pt x="21666" y="-2035"/>
                    <a:pt x="36481" y="653"/>
                  </a:cubicBezTo>
                  <a:cubicBezTo>
                    <a:pt x="46627" y="2492"/>
                    <a:pt x="55419" y="13588"/>
                    <a:pt x="56268" y="25614"/>
                  </a:cubicBezTo>
                  <a:cubicBezTo>
                    <a:pt x="56389" y="27291"/>
                    <a:pt x="56430" y="28969"/>
                    <a:pt x="56490" y="30626"/>
                  </a:cubicBezTo>
                  <a:cubicBezTo>
                    <a:pt x="55116" y="34062"/>
                    <a:pt x="53721" y="37498"/>
                    <a:pt x="52347" y="40934"/>
                  </a:cubicBezTo>
                  <a:cubicBezTo>
                    <a:pt x="44020" y="49746"/>
                    <a:pt x="35572" y="58315"/>
                    <a:pt x="21949" y="57345"/>
                  </a:cubicBezTo>
                  <a:close/>
                </a:path>
              </a:pathLst>
            </a:custGeom>
            <a:solidFill>
              <a:srgbClr val="E6968F"/>
            </a:solidFill>
            <a:ln w="0" cap="flat">
              <a:noFill/>
              <a:prstDash val="solid"/>
              <a:miter/>
            </a:ln>
          </p:spPr>
          <p:txBody>
            <a:bodyPr rtlCol="0" anchor="ctr"/>
            <a:lstStyle/>
            <a:p>
              <a:endParaRPr lang="zh-CN" altLang="en-US" sz="650"/>
            </a:p>
          </p:txBody>
        </p:sp>
        <p:sp>
          <p:nvSpPr>
            <p:cNvPr id="10119" name="任意多边形: 形状 2039"/>
            <p:cNvSpPr/>
            <p:nvPr/>
          </p:nvSpPr>
          <p:spPr>
            <a:xfrm>
              <a:off x="878878" y="4086826"/>
              <a:ext cx="36955" cy="35682"/>
            </a:xfrm>
            <a:custGeom>
              <a:avLst/>
              <a:gdLst>
                <a:gd name="connsiteX0" fmla="*/ 18513 w 56611"/>
                <a:gd name="connsiteY0" fmla="*/ 55577 h 56193"/>
                <a:gd name="connsiteX1" fmla="*/ 0 w 56611"/>
                <a:gd name="connsiteY1" fmla="*/ 32496 h 56193"/>
                <a:gd name="connsiteX2" fmla="*/ 23687 w 56611"/>
                <a:gd name="connsiteY2" fmla="*/ 441 h 56193"/>
                <a:gd name="connsiteX3" fmla="*/ 56612 w 56611"/>
                <a:gd name="connsiteY3" fmla="*/ 27443 h 56193"/>
                <a:gd name="connsiteX4" fmla="*/ 50669 w 56611"/>
                <a:gd name="connsiteY4" fmla="*/ 40802 h 56193"/>
                <a:gd name="connsiteX5" fmla="*/ 18513 w 56611"/>
                <a:gd name="connsiteY5" fmla="*/ 55597 h 5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611" h="56193">
                  <a:moveTo>
                    <a:pt x="18513" y="55577"/>
                  </a:moveTo>
                  <a:cubicBezTo>
                    <a:pt x="5801" y="53131"/>
                    <a:pt x="4285" y="41712"/>
                    <a:pt x="0" y="32496"/>
                  </a:cubicBezTo>
                  <a:cubicBezTo>
                    <a:pt x="404" y="13255"/>
                    <a:pt x="8347" y="2502"/>
                    <a:pt x="23687" y="441"/>
                  </a:cubicBezTo>
                  <a:cubicBezTo>
                    <a:pt x="43393" y="-2207"/>
                    <a:pt x="54772" y="7110"/>
                    <a:pt x="56612" y="27443"/>
                  </a:cubicBezTo>
                  <a:cubicBezTo>
                    <a:pt x="54631" y="31889"/>
                    <a:pt x="52650" y="36336"/>
                    <a:pt x="50669" y="40802"/>
                  </a:cubicBezTo>
                  <a:cubicBezTo>
                    <a:pt x="41150" y="48341"/>
                    <a:pt x="32985" y="58811"/>
                    <a:pt x="18513" y="55597"/>
                  </a:cubicBezTo>
                  <a:close/>
                </a:path>
              </a:pathLst>
            </a:custGeom>
            <a:solidFill>
              <a:srgbClr val="E6958D"/>
            </a:solidFill>
            <a:ln w="0" cap="flat">
              <a:noFill/>
              <a:prstDash val="solid"/>
              <a:miter/>
            </a:ln>
          </p:spPr>
          <p:txBody>
            <a:bodyPr rtlCol="0" anchor="ctr"/>
            <a:lstStyle/>
            <a:p>
              <a:endParaRPr lang="zh-CN" altLang="en-US" sz="650"/>
            </a:p>
          </p:txBody>
        </p:sp>
        <p:sp>
          <p:nvSpPr>
            <p:cNvPr id="10120" name="任意多边形: 形状 2040"/>
            <p:cNvSpPr/>
            <p:nvPr/>
          </p:nvSpPr>
          <p:spPr>
            <a:xfrm>
              <a:off x="1084229" y="4087010"/>
              <a:ext cx="36394" cy="36056"/>
            </a:xfrm>
            <a:custGeom>
              <a:avLst/>
              <a:gdLst>
                <a:gd name="connsiteX0" fmla="*/ 21232 w 55752"/>
                <a:gd name="connsiteY0" fmla="*/ 56783 h 56782"/>
                <a:gd name="connsiteX1" fmla="*/ 51 w 55752"/>
                <a:gd name="connsiteY1" fmla="*/ 30548 h 56782"/>
                <a:gd name="connsiteX2" fmla="*/ 27195 w 55752"/>
                <a:gd name="connsiteY2" fmla="*/ 30 h 56782"/>
                <a:gd name="connsiteX3" fmla="*/ 55753 w 55752"/>
                <a:gd name="connsiteY3" fmla="*/ 30690 h 56782"/>
                <a:gd name="connsiteX4" fmla="*/ 50680 w 55752"/>
                <a:gd name="connsiteY4" fmla="*/ 42372 h 56782"/>
                <a:gd name="connsiteX5" fmla="*/ 21232 w 55752"/>
                <a:gd name="connsiteY5" fmla="*/ 56783 h 5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52" h="56782">
                  <a:moveTo>
                    <a:pt x="21232" y="56783"/>
                  </a:moveTo>
                  <a:cubicBezTo>
                    <a:pt x="9793" y="51588"/>
                    <a:pt x="3750" y="42008"/>
                    <a:pt x="51" y="30548"/>
                  </a:cubicBezTo>
                  <a:cubicBezTo>
                    <a:pt x="-859" y="13369"/>
                    <a:pt x="10480" y="616"/>
                    <a:pt x="27195" y="30"/>
                  </a:cubicBezTo>
                  <a:cubicBezTo>
                    <a:pt x="45688" y="-617"/>
                    <a:pt x="54965" y="9327"/>
                    <a:pt x="55753" y="30690"/>
                  </a:cubicBezTo>
                  <a:cubicBezTo>
                    <a:pt x="55692" y="35298"/>
                    <a:pt x="52418" y="38491"/>
                    <a:pt x="50680" y="42372"/>
                  </a:cubicBezTo>
                  <a:cubicBezTo>
                    <a:pt x="42232" y="49992"/>
                    <a:pt x="33278" y="56560"/>
                    <a:pt x="21232" y="56783"/>
                  </a:cubicBezTo>
                  <a:close/>
                </a:path>
              </a:pathLst>
            </a:custGeom>
            <a:solidFill>
              <a:srgbClr val="E69790"/>
            </a:solidFill>
            <a:ln w="0" cap="flat">
              <a:noFill/>
              <a:prstDash val="solid"/>
              <a:miter/>
            </a:ln>
          </p:spPr>
          <p:txBody>
            <a:bodyPr rtlCol="0" anchor="ctr"/>
            <a:lstStyle/>
            <a:p>
              <a:endParaRPr lang="zh-CN" altLang="en-US" sz="650"/>
            </a:p>
          </p:txBody>
        </p:sp>
        <p:sp>
          <p:nvSpPr>
            <p:cNvPr id="10121" name="任意多边形: 形状 2041"/>
            <p:cNvSpPr/>
            <p:nvPr/>
          </p:nvSpPr>
          <p:spPr>
            <a:xfrm>
              <a:off x="827627" y="4086092"/>
              <a:ext cx="36935" cy="34666"/>
            </a:xfrm>
            <a:custGeom>
              <a:avLst/>
              <a:gdLst>
                <a:gd name="connsiteX0" fmla="*/ 24203 w 56581"/>
                <a:gd name="connsiteY0" fmla="*/ 54591 h 54593"/>
                <a:gd name="connsiteX1" fmla="*/ 10 w 56581"/>
                <a:gd name="connsiteY1" fmla="*/ 33814 h 54593"/>
                <a:gd name="connsiteX2" fmla="*/ 18645 w 56581"/>
                <a:gd name="connsiteY2" fmla="*/ 1860 h 54593"/>
                <a:gd name="connsiteX3" fmla="*/ 56581 w 56581"/>
                <a:gd name="connsiteY3" fmla="*/ 31995 h 54593"/>
                <a:gd name="connsiteX4" fmla="*/ 52337 w 56581"/>
                <a:gd name="connsiteY4" fmla="*/ 40060 h 54593"/>
                <a:gd name="connsiteX5" fmla="*/ 24203 w 56581"/>
                <a:gd name="connsiteY5" fmla="*/ 54571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1" h="54593">
                  <a:moveTo>
                    <a:pt x="24203" y="54591"/>
                  </a:moveTo>
                  <a:cubicBezTo>
                    <a:pt x="10055" y="54753"/>
                    <a:pt x="5083" y="44243"/>
                    <a:pt x="10" y="33814"/>
                  </a:cubicBezTo>
                  <a:cubicBezTo>
                    <a:pt x="-293" y="16574"/>
                    <a:pt x="6013" y="5761"/>
                    <a:pt x="18645" y="1860"/>
                  </a:cubicBezTo>
                  <a:cubicBezTo>
                    <a:pt x="40534" y="-4910"/>
                    <a:pt x="55733" y="7176"/>
                    <a:pt x="56581" y="31995"/>
                  </a:cubicBezTo>
                  <a:cubicBezTo>
                    <a:pt x="55167" y="34683"/>
                    <a:pt x="53752" y="37371"/>
                    <a:pt x="52337" y="40060"/>
                  </a:cubicBezTo>
                  <a:cubicBezTo>
                    <a:pt x="45223" y="49276"/>
                    <a:pt x="36027" y="54470"/>
                    <a:pt x="24203" y="54571"/>
                  </a:cubicBezTo>
                  <a:close/>
                </a:path>
              </a:pathLst>
            </a:custGeom>
            <a:solidFill>
              <a:srgbClr val="E69890"/>
            </a:solidFill>
            <a:ln w="0" cap="flat">
              <a:noFill/>
              <a:prstDash val="solid"/>
              <a:miter/>
            </a:ln>
          </p:spPr>
          <p:txBody>
            <a:bodyPr rtlCol="0" anchor="ctr"/>
            <a:lstStyle/>
            <a:p>
              <a:endParaRPr lang="zh-CN" altLang="en-US" sz="650"/>
            </a:p>
          </p:txBody>
        </p:sp>
        <p:sp>
          <p:nvSpPr>
            <p:cNvPr id="10122" name="任意多边形: 形状 2042"/>
            <p:cNvSpPr/>
            <p:nvPr/>
          </p:nvSpPr>
          <p:spPr>
            <a:xfrm>
              <a:off x="1490977" y="4343785"/>
              <a:ext cx="56842" cy="56523"/>
            </a:xfrm>
            <a:custGeom>
              <a:avLst/>
              <a:gdLst>
                <a:gd name="connsiteX0" fmla="*/ 189 w 87076"/>
                <a:gd name="connsiteY0" fmla="*/ 43597 h 89013"/>
                <a:gd name="connsiteX1" fmla="*/ 44310 w 87076"/>
                <a:gd name="connsiteY1" fmla="*/ 1 h 89013"/>
                <a:gd name="connsiteX2" fmla="*/ 87076 w 87076"/>
                <a:gd name="connsiteY2" fmla="*/ 45638 h 89013"/>
                <a:gd name="connsiteX3" fmla="*/ 41399 w 87076"/>
                <a:gd name="connsiteY3" fmla="*/ 89011 h 89013"/>
                <a:gd name="connsiteX4" fmla="*/ 189 w 87076"/>
                <a:gd name="connsiteY4" fmla="*/ 43617 h 89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76" h="89013">
                  <a:moveTo>
                    <a:pt x="189" y="43597"/>
                  </a:moveTo>
                  <a:cubicBezTo>
                    <a:pt x="249" y="18131"/>
                    <a:pt x="18399" y="183"/>
                    <a:pt x="44310" y="1"/>
                  </a:cubicBezTo>
                  <a:cubicBezTo>
                    <a:pt x="67290" y="-181"/>
                    <a:pt x="87117" y="21001"/>
                    <a:pt x="87076" y="45638"/>
                  </a:cubicBezTo>
                  <a:cubicBezTo>
                    <a:pt x="87036" y="70619"/>
                    <a:pt x="67633" y="88688"/>
                    <a:pt x="41399" y="89011"/>
                  </a:cubicBezTo>
                  <a:cubicBezTo>
                    <a:pt x="20986" y="89274"/>
                    <a:pt x="-2338" y="68719"/>
                    <a:pt x="189" y="43617"/>
                  </a:cubicBezTo>
                  <a:close/>
                </a:path>
              </a:pathLst>
            </a:custGeom>
            <a:solidFill>
              <a:srgbClr val="88BFCE"/>
            </a:solidFill>
            <a:ln w="0" cap="flat">
              <a:noFill/>
              <a:prstDash val="solid"/>
              <a:miter/>
            </a:ln>
          </p:spPr>
          <p:txBody>
            <a:bodyPr rtlCol="0" anchor="ctr"/>
            <a:lstStyle/>
            <a:p>
              <a:endParaRPr lang="zh-CN" altLang="en-US" sz="650"/>
            </a:p>
          </p:txBody>
        </p:sp>
        <p:sp>
          <p:nvSpPr>
            <p:cNvPr id="10123" name="任意多边形: 形状 2043"/>
            <p:cNvSpPr/>
            <p:nvPr/>
          </p:nvSpPr>
          <p:spPr>
            <a:xfrm>
              <a:off x="1459316" y="3699315"/>
              <a:ext cx="193404" cy="117290"/>
            </a:xfrm>
            <a:custGeom>
              <a:avLst/>
              <a:gdLst>
                <a:gd name="connsiteX0" fmla="*/ 0 w 296274"/>
                <a:gd name="connsiteY0" fmla="*/ 184346 h 184710"/>
                <a:gd name="connsiteX1" fmla="*/ 0 w 296274"/>
                <a:gd name="connsiteY1" fmla="*/ 141175 h 184710"/>
                <a:gd name="connsiteX2" fmla="*/ 28882 w 296274"/>
                <a:gd name="connsiteY2" fmla="*/ 139902 h 184710"/>
                <a:gd name="connsiteX3" fmla="*/ 88484 w 296274"/>
                <a:gd name="connsiteY3" fmla="*/ 89273 h 184710"/>
                <a:gd name="connsiteX4" fmla="*/ 121510 w 296274"/>
                <a:gd name="connsiteY4" fmla="*/ 6427 h 184710"/>
                <a:gd name="connsiteX5" fmla="*/ 123470 w 296274"/>
                <a:gd name="connsiteY5" fmla="*/ 0 h 184710"/>
                <a:gd name="connsiteX6" fmla="*/ 270890 w 296274"/>
                <a:gd name="connsiteY6" fmla="*/ 404 h 184710"/>
                <a:gd name="connsiteX7" fmla="*/ 295123 w 296274"/>
                <a:gd name="connsiteY7" fmla="*/ 667 h 184710"/>
                <a:gd name="connsiteX8" fmla="*/ 296235 w 296274"/>
                <a:gd name="connsiteY8" fmla="*/ 6447 h 184710"/>
                <a:gd name="connsiteX9" fmla="*/ 296235 w 296274"/>
                <a:gd name="connsiteY9" fmla="*/ 178465 h 184710"/>
                <a:gd name="connsiteX10" fmla="*/ 295204 w 296274"/>
                <a:gd name="connsiteY10" fmla="*/ 184265 h 184710"/>
                <a:gd name="connsiteX11" fmla="*/ 213632 w 296274"/>
                <a:gd name="connsiteY11" fmla="*/ 184710 h 184710"/>
                <a:gd name="connsiteX12" fmla="*/ 61 w 296274"/>
                <a:gd name="connsiteY12" fmla="*/ 184346 h 18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6274" h="184710">
                  <a:moveTo>
                    <a:pt x="0" y="184346"/>
                  </a:moveTo>
                  <a:lnTo>
                    <a:pt x="0" y="141175"/>
                  </a:lnTo>
                  <a:cubicBezTo>
                    <a:pt x="11399" y="152473"/>
                    <a:pt x="19989" y="145379"/>
                    <a:pt x="28882" y="139902"/>
                  </a:cubicBezTo>
                  <a:cubicBezTo>
                    <a:pt x="51357" y="126077"/>
                    <a:pt x="71143" y="109161"/>
                    <a:pt x="88484" y="89273"/>
                  </a:cubicBezTo>
                  <a:cubicBezTo>
                    <a:pt x="109221" y="65484"/>
                    <a:pt x="116416" y="36400"/>
                    <a:pt x="121510" y="6427"/>
                  </a:cubicBezTo>
                  <a:cubicBezTo>
                    <a:pt x="121894" y="4184"/>
                    <a:pt x="121146" y="1637"/>
                    <a:pt x="123470" y="0"/>
                  </a:cubicBezTo>
                  <a:cubicBezTo>
                    <a:pt x="172603" y="141"/>
                    <a:pt x="221737" y="263"/>
                    <a:pt x="270890" y="404"/>
                  </a:cubicBezTo>
                  <a:cubicBezTo>
                    <a:pt x="278975" y="424"/>
                    <a:pt x="287039" y="566"/>
                    <a:pt x="295123" y="667"/>
                  </a:cubicBezTo>
                  <a:cubicBezTo>
                    <a:pt x="296599" y="2385"/>
                    <a:pt x="296235" y="4467"/>
                    <a:pt x="296235" y="6447"/>
                  </a:cubicBezTo>
                  <a:cubicBezTo>
                    <a:pt x="296235" y="63786"/>
                    <a:pt x="296235" y="121126"/>
                    <a:pt x="296235" y="178465"/>
                  </a:cubicBezTo>
                  <a:cubicBezTo>
                    <a:pt x="296235" y="180445"/>
                    <a:pt x="296579" y="182527"/>
                    <a:pt x="295204" y="184265"/>
                  </a:cubicBezTo>
                  <a:cubicBezTo>
                    <a:pt x="268020" y="184427"/>
                    <a:pt x="240816" y="184730"/>
                    <a:pt x="213632" y="184710"/>
                  </a:cubicBezTo>
                  <a:cubicBezTo>
                    <a:pt x="142448" y="184669"/>
                    <a:pt x="71244" y="184488"/>
                    <a:pt x="61" y="184346"/>
                  </a:cubicBezTo>
                  <a:close/>
                </a:path>
              </a:pathLst>
            </a:custGeom>
            <a:solidFill>
              <a:srgbClr val="FEFEFD"/>
            </a:solidFill>
            <a:ln w="0" cap="flat">
              <a:noFill/>
              <a:prstDash val="solid"/>
              <a:miter/>
            </a:ln>
          </p:spPr>
          <p:txBody>
            <a:bodyPr rtlCol="0" anchor="ctr"/>
            <a:lstStyle/>
            <a:p>
              <a:endParaRPr lang="zh-CN" altLang="en-US" sz="650"/>
            </a:p>
          </p:txBody>
        </p:sp>
        <p:sp>
          <p:nvSpPr>
            <p:cNvPr id="10124" name="任意多边形: 形状 2044"/>
            <p:cNvSpPr/>
            <p:nvPr/>
          </p:nvSpPr>
          <p:spPr>
            <a:xfrm>
              <a:off x="1460939" y="3817670"/>
              <a:ext cx="191122" cy="1359"/>
            </a:xfrm>
            <a:custGeom>
              <a:avLst/>
              <a:gdLst>
                <a:gd name="connsiteX0" fmla="*/ 292739 w 292779"/>
                <a:gd name="connsiteY0" fmla="*/ 0 h 2140"/>
                <a:gd name="connsiteX1" fmla="*/ 284311 w 292779"/>
                <a:gd name="connsiteY1" fmla="*/ 2021 h 2140"/>
                <a:gd name="connsiteX2" fmla="*/ 5457 w 292779"/>
                <a:gd name="connsiteY2" fmla="*/ 2021 h 2140"/>
                <a:gd name="connsiteX3" fmla="*/ 0 w 292779"/>
                <a:gd name="connsiteY3" fmla="*/ 40 h 2140"/>
                <a:gd name="connsiteX4" fmla="*/ 292779 w 292779"/>
                <a:gd name="connsiteY4" fmla="*/ 40 h 2140"/>
                <a:gd name="connsiteX5" fmla="*/ 292739 w 292779"/>
                <a:gd name="connsiteY5" fmla="*/ 0 h 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779" h="2140">
                  <a:moveTo>
                    <a:pt x="292739" y="0"/>
                  </a:moveTo>
                  <a:cubicBezTo>
                    <a:pt x="290475" y="2910"/>
                    <a:pt x="287221" y="2001"/>
                    <a:pt x="284311" y="2021"/>
                  </a:cubicBezTo>
                  <a:cubicBezTo>
                    <a:pt x="191359" y="2062"/>
                    <a:pt x="98408" y="2041"/>
                    <a:pt x="5457" y="2021"/>
                  </a:cubicBezTo>
                  <a:cubicBezTo>
                    <a:pt x="3618" y="2021"/>
                    <a:pt x="1779" y="1698"/>
                    <a:pt x="0" y="40"/>
                  </a:cubicBezTo>
                  <a:lnTo>
                    <a:pt x="292779" y="40"/>
                  </a:lnTo>
                  <a:lnTo>
                    <a:pt x="292739" y="0"/>
                  </a:lnTo>
                  <a:close/>
                </a:path>
              </a:pathLst>
            </a:custGeom>
            <a:solidFill>
              <a:srgbClr val="507A94"/>
            </a:solidFill>
            <a:ln w="0" cap="flat">
              <a:noFill/>
              <a:prstDash val="solid"/>
              <a:miter/>
            </a:ln>
          </p:spPr>
          <p:txBody>
            <a:bodyPr rtlCol="0" anchor="ctr"/>
            <a:lstStyle/>
            <a:p>
              <a:endParaRPr lang="zh-CN" altLang="en-US" sz="650"/>
            </a:p>
          </p:txBody>
        </p:sp>
        <p:sp>
          <p:nvSpPr>
            <p:cNvPr id="10125" name="任意多边形: 形状 2045"/>
            <p:cNvSpPr/>
            <p:nvPr/>
          </p:nvSpPr>
          <p:spPr>
            <a:xfrm>
              <a:off x="1651956" y="3699701"/>
              <a:ext cx="1638" cy="117981"/>
            </a:xfrm>
            <a:custGeom>
              <a:avLst/>
              <a:gdLst>
                <a:gd name="connsiteX0" fmla="*/ 61 w 2509"/>
                <a:gd name="connsiteY0" fmla="*/ 183658 h 185799"/>
                <a:gd name="connsiteX1" fmla="*/ 0 w 2509"/>
                <a:gd name="connsiteY1" fmla="*/ 59 h 185799"/>
                <a:gd name="connsiteX2" fmla="*/ 2062 w 2509"/>
                <a:gd name="connsiteY2" fmla="*/ 3899 h 185799"/>
                <a:gd name="connsiteX3" fmla="*/ 2142 w 2509"/>
                <a:gd name="connsiteY3" fmla="*/ 178362 h 185799"/>
                <a:gd name="connsiteX4" fmla="*/ 101 w 2509"/>
                <a:gd name="connsiteY4" fmla="*/ 185759 h 185799"/>
                <a:gd name="connsiteX5" fmla="*/ 141 w 2509"/>
                <a:gd name="connsiteY5" fmla="*/ 185800 h 185799"/>
                <a:gd name="connsiteX6" fmla="*/ 40 w 2509"/>
                <a:gd name="connsiteY6" fmla="*/ 183637 h 18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09" h="185799">
                  <a:moveTo>
                    <a:pt x="61" y="183658"/>
                  </a:moveTo>
                  <a:cubicBezTo>
                    <a:pt x="40" y="122458"/>
                    <a:pt x="20" y="61259"/>
                    <a:pt x="0" y="59"/>
                  </a:cubicBezTo>
                  <a:cubicBezTo>
                    <a:pt x="3941" y="-466"/>
                    <a:pt x="2062" y="2646"/>
                    <a:pt x="2062" y="3899"/>
                  </a:cubicBezTo>
                  <a:cubicBezTo>
                    <a:pt x="2163" y="62047"/>
                    <a:pt x="2163" y="120215"/>
                    <a:pt x="2142" y="178362"/>
                  </a:cubicBezTo>
                  <a:cubicBezTo>
                    <a:pt x="2142" y="180990"/>
                    <a:pt x="2729" y="183839"/>
                    <a:pt x="101" y="185759"/>
                  </a:cubicBezTo>
                  <a:cubicBezTo>
                    <a:pt x="101" y="185759"/>
                    <a:pt x="141" y="185800"/>
                    <a:pt x="141" y="185800"/>
                  </a:cubicBezTo>
                  <a:cubicBezTo>
                    <a:pt x="101" y="185072"/>
                    <a:pt x="81" y="184365"/>
                    <a:pt x="40" y="183637"/>
                  </a:cubicBezTo>
                  <a:close/>
                </a:path>
              </a:pathLst>
            </a:custGeom>
            <a:solidFill>
              <a:srgbClr val="4F7894"/>
            </a:solidFill>
            <a:ln w="0" cap="flat">
              <a:noFill/>
              <a:prstDash val="solid"/>
              <a:miter/>
            </a:ln>
          </p:spPr>
          <p:txBody>
            <a:bodyPr rtlCol="0" anchor="ctr"/>
            <a:lstStyle/>
            <a:p>
              <a:endParaRPr lang="zh-CN" altLang="en-US" sz="650"/>
            </a:p>
          </p:txBody>
        </p:sp>
        <p:sp>
          <p:nvSpPr>
            <p:cNvPr id="10126" name="任意多边形: 形状 2046"/>
            <p:cNvSpPr/>
            <p:nvPr/>
          </p:nvSpPr>
          <p:spPr>
            <a:xfrm>
              <a:off x="603190" y="4439989"/>
              <a:ext cx="130901" cy="30226"/>
            </a:xfrm>
            <a:custGeom>
              <a:avLst/>
              <a:gdLst>
                <a:gd name="connsiteX0" fmla="*/ 101656 w 200526"/>
                <a:gd name="connsiteY0" fmla="*/ 44284 h 47600"/>
                <a:gd name="connsiteX1" fmla="*/ 96805 w 200526"/>
                <a:gd name="connsiteY1" fmla="*/ 23971 h 47600"/>
                <a:gd name="connsiteX2" fmla="*/ 84092 w 200526"/>
                <a:gd name="connsiteY2" fmla="*/ 14553 h 47600"/>
                <a:gd name="connsiteX3" fmla="*/ 74047 w 200526"/>
                <a:gd name="connsiteY3" fmla="*/ 25528 h 47600"/>
                <a:gd name="connsiteX4" fmla="*/ 69076 w 200526"/>
                <a:gd name="connsiteY4" fmla="*/ 44627 h 47600"/>
                <a:gd name="connsiteX5" fmla="*/ 9574 w 200526"/>
                <a:gd name="connsiteY5" fmla="*/ 44627 h 47600"/>
                <a:gd name="connsiteX6" fmla="*/ 54 w 200526"/>
                <a:gd name="connsiteY6" fmla="*/ 34764 h 47600"/>
                <a:gd name="connsiteX7" fmla="*/ 196 w 200526"/>
                <a:gd name="connsiteY7" fmla="*/ 6529 h 47600"/>
                <a:gd name="connsiteX8" fmla="*/ 4784 w 200526"/>
                <a:gd name="connsiteY8" fmla="*/ 708 h 47600"/>
                <a:gd name="connsiteX9" fmla="*/ 47773 w 200526"/>
                <a:gd name="connsiteY9" fmla="*/ 324 h 47600"/>
                <a:gd name="connsiteX10" fmla="*/ 189959 w 200526"/>
                <a:gd name="connsiteY10" fmla="*/ 1 h 47600"/>
                <a:gd name="connsiteX11" fmla="*/ 200428 w 200526"/>
                <a:gd name="connsiteY11" fmla="*/ 9925 h 47600"/>
                <a:gd name="connsiteX12" fmla="*/ 200428 w 200526"/>
                <a:gd name="connsiteY12" fmla="*/ 35108 h 47600"/>
                <a:gd name="connsiteX13" fmla="*/ 190545 w 200526"/>
                <a:gd name="connsiteY13" fmla="*/ 44546 h 47600"/>
                <a:gd name="connsiteX14" fmla="*/ 176437 w 200526"/>
                <a:gd name="connsiteY14" fmla="*/ 44486 h 47600"/>
                <a:gd name="connsiteX15" fmla="*/ 169747 w 200526"/>
                <a:gd name="connsiteY15" fmla="*/ 40282 h 47600"/>
                <a:gd name="connsiteX16" fmla="*/ 170859 w 200526"/>
                <a:gd name="connsiteY16" fmla="*/ 33349 h 47600"/>
                <a:gd name="connsiteX17" fmla="*/ 165422 w 200526"/>
                <a:gd name="connsiteY17" fmla="*/ 22516 h 47600"/>
                <a:gd name="connsiteX18" fmla="*/ 155620 w 200526"/>
                <a:gd name="connsiteY18" fmla="*/ 30014 h 47600"/>
                <a:gd name="connsiteX19" fmla="*/ 151679 w 200526"/>
                <a:gd name="connsiteY19" fmla="*/ 44486 h 47600"/>
                <a:gd name="connsiteX20" fmla="*/ 143513 w 200526"/>
                <a:gd name="connsiteY20" fmla="*/ 47538 h 47600"/>
                <a:gd name="connsiteX21" fmla="*/ 109720 w 200526"/>
                <a:gd name="connsiteY21" fmla="*/ 47497 h 47600"/>
                <a:gd name="connsiteX22" fmla="*/ 101636 w 200526"/>
                <a:gd name="connsiteY22" fmla="*/ 44324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0526" h="47600">
                  <a:moveTo>
                    <a:pt x="101656" y="44284"/>
                  </a:moveTo>
                  <a:cubicBezTo>
                    <a:pt x="100100" y="37493"/>
                    <a:pt x="99150" y="30479"/>
                    <a:pt x="96805" y="23971"/>
                  </a:cubicBezTo>
                  <a:cubicBezTo>
                    <a:pt x="94845" y="18555"/>
                    <a:pt x="90641" y="13926"/>
                    <a:pt x="84092" y="14553"/>
                  </a:cubicBezTo>
                  <a:cubicBezTo>
                    <a:pt x="77968" y="15119"/>
                    <a:pt x="75503" y="20010"/>
                    <a:pt x="74047" y="25528"/>
                  </a:cubicBezTo>
                  <a:cubicBezTo>
                    <a:pt x="72370" y="31894"/>
                    <a:pt x="72471" y="38726"/>
                    <a:pt x="69076" y="44627"/>
                  </a:cubicBezTo>
                  <a:cubicBezTo>
                    <a:pt x="49248" y="44566"/>
                    <a:pt x="29401" y="44162"/>
                    <a:pt x="9574" y="44627"/>
                  </a:cubicBezTo>
                  <a:cubicBezTo>
                    <a:pt x="1813" y="44809"/>
                    <a:pt x="-390" y="42141"/>
                    <a:pt x="54" y="34764"/>
                  </a:cubicBezTo>
                  <a:cubicBezTo>
                    <a:pt x="620" y="25386"/>
                    <a:pt x="176" y="15947"/>
                    <a:pt x="196" y="6529"/>
                  </a:cubicBezTo>
                  <a:cubicBezTo>
                    <a:pt x="196" y="3437"/>
                    <a:pt x="176" y="-242"/>
                    <a:pt x="4784" y="708"/>
                  </a:cubicBezTo>
                  <a:cubicBezTo>
                    <a:pt x="19194" y="3659"/>
                    <a:pt x="33443" y="466"/>
                    <a:pt x="47773" y="324"/>
                  </a:cubicBezTo>
                  <a:cubicBezTo>
                    <a:pt x="95168" y="-161"/>
                    <a:pt x="142563" y="264"/>
                    <a:pt x="189959" y="1"/>
                  </a:cubicBezTo>
                  <a:cubicBezTo>
                    <a:pt x="197457" y="-40"/>
                    <a:pt x="201196" y="1375"/>
                    <a:pt x="200428" y="9925"/>
                  </a:cubicBezTo>
                  <a:cubicBezTo>
                    <a:pt x="199680" y="18252"/>
                    <a:pt x="199781" y="26760"/>
                    <a:pt x="200428" y="35108"/>
                  </a:cubicBezTo>
                  <a:cubicBezTo>
                    <a:pt x="201014" y="42970"/>
                    <a:pt x="197841" y="45274"/>
                    <a:pt x="190545" y="44546"/>
                  </a:cubicBezTo>
                  <a:cubicBezTo>
                    <a:pt x="185896" y="44061"/>
                    <a:pt x="181147" y="44425"/>
                    <a:pt x="176437" y="44486"/>
                  </a:cubicBezTo>
                  <a:cubicBezTo>
                    <a:pt x="173264" y="44526"/>
                    <a:pt x="170232" y="44445"/>
                    <a:pt x="169747" y="40282"/>
                  </a:cubicBezTo>
                  <a:cubicBezTo>
                    <a:pt x="170091" y="37957"/>
                    <a:pt x="170172" y="35552"/>
                    <a:pt x="170859" y="33349"/>
                  </a:cubicBezTo>
                  <a:cubicBezTo>
                    <a:pt x="172597" y="27852"/>
                    <a:pt x="171061" y="23769"/>
                    <a:pt x="165422" y="22516"/>
                  </a:cubicBezTo>
                  <a:cubicBezTo>
                    <a:pt x="159783" y="21263"/>
                    <a:pt x="156832" y="24618"/>
                    <a:pt x="155620" y="30014"/>
                  </a:cubicBezTo>
                  <a:cubicBezTo>
                    <a:pt x="154528" y="34885"/>
                    <a:pt x="153013" y="39655"/>
                    <a:pt x="151679" y="44486"/>
                  </a:cubicBezTo>
                  <a:cubicBezTo>
                    <a:pt x="149375" y="46648"/>
                    <a:pt x="146585" y="47517"/>
                    <a:pt x="143513" y="47538"/>
                  </a:cubicBezTo>
                  <a:cubicBezTo>
                    <a:pt x="132256" y="47598"/>
                    <a:pt x="120998" y="47659"/>
                    <a:pt x="109720" y="47497"/>
                  </a:cubicBezTo>
                  <a:cubicBezTo>
                    <a:pt x="106648" y="47457"/>
                    <a:pt x="103819" y="46689"/>
                    <a:pt x="101636" y="44324"/>
                  </a:cubicBezTo>
                  <a:close/>
                </a:path>
              </a:pathLst>
            </a:custGeom>
            <a:solidFill>
              <a:srgbClr val="E5EAEC"/>
            </a:solidFill>
            <a:ln w="0" cap="flat">
              <a:noFill/>
              <a:prstDash val="solid"/>
              <a:miter/>
            </a:ln>
          </p:spPr>
          <p:txBody>
            <a:bodyPr rtlCol="0" anchor="ctr"/>
            <a:lstStyle/>
            <a:p>
              <a:endParaRPr lang="zh-CN" altLang="en-US" sz="650"/>
            </a:p>
          </p:txBody>
        </p:sp>
        <p:sp>
          <p:nvSpPr>
            <p:cNvPr id="10127" name="任意多边形: 形状 2047"/>
            <p:cNvSpPr/>
            <p:nvPr/>
          </p:nvSpPr>
          <p:spPr>
            <a:xfrm>
              <a:off x="603183" y="4565967"/>
              <a:ext cx="130763" cy="24320"/>
            </a:xfrm>
            <a:custGeom>
              <a:avLst/>
              <a:gdLst>
                <a:gd name="connsiteX0" fmla="*/ 115591 w 200315"/>
                <a:gd name="connsiteY0" fmla="*/ 1576 h 38300"/>
                <a:gd name="connsiteX1" fmla="*/ 134023 w 200315"/>
                <a:gd name="connsiteY1" fmla="*/ 0 h 38300"/>
                <a:gd name="connsiteX2" fmla="*/ 180165 w 200315"/>
                <a:gd name="connsiteY2" fmla="*/ 1597 h 38300"/>
                <a:gd name="connsiteX3" fmla="*/ 200316 w 200315"/>
                <a:gd name="connsiteY3" fmla="*/ 21828 h 38300"/>
                <a:gd name="connsiteX4" fmla="*/ 200316 w 200315"/>
                <a:gd name="connsiteY4" fmla="*/ 23849 h 38300"/>
                <a:gd name="connsiteX5" fmla="*/ 186411 w 200315"/>
                <a:gd name="connsiteY5" fmla="*/ 38118 h 38300"/>
                <a:gd name="connsiteX6" fmla="*/ 10755 w 200315"/>
                <a:gd name="connsiteY6" fmla="*/ 38300 h 38300"/>
                <a:gd name="connsiteX7" fmla="*/ 3 w 200315"/>
                <a:gd name="connsiteY7" fmla="*/ 27568 h 38300"/>
                <a:gd name="connsiteX8" fmla="*/ 25732 w 200315"/>
                <a:gd name="connsiteY8" fmla="*/ 1718 h 38300"/>
                <a:gd name="connsiteX9" fmla="*/ 115570 w 200315"/>
                <a:gd name="connsiteY9" fmla="*/ 1597 h 3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315" h="38300">
                  <a:moveTo>
                    <a:pt x="115591" y="1576"/>
                  </a:moveTo>
                  <a:cubicBezTo>
                    <a:pt x="123554" y="10207"/>
                    <a:pt x="127556" y="9863"/>
                    <a:pt x="134023" y="0"/>
                  </a:cubicBezTo>
                  <a:cubicBezTo>
                    <a:pt x="149283" y="3638"/>
                    <a:pt x="164785" y="1253"/>
                    <a:pt x="180165" y="1597"/>
                  </a:cubicBezTo>
                  <a:cubicBezTo>
                    <a:pt x="200296" y="2041"/>
                    <a:pt x="200316" y="1698"/>
                    <a:pt x="200316" y="21828"/>
                  </a:cubicBezTo>
                  <a:cubicBezTo>
                    <a:pt x="200316" y="22495"/>
                    <a:pt x="200316" y="23182"/>
                    <a:pt x="200316" y="23849"/>
                  </a:cubicBezTo>
                  <a:cubicBezTo>
                    <a:pt x="200316" y="33348"/>
                    <a:pt x="195681" y="38104"/>
                    <a:pt x="186411" y="38118"/>
                  </a:cubicBezTo>
                  <a:cubicBezTo>
                    <a:pt x="127859" y="38118"/>
                    <a:pt x="69307" y="37957"/>
                    <a:pt x="10755" y="38300"/>
                  </a:cubicBezTo>
                  <a:cubicBezTo>
                    <a:pt x="2347" y="38341"/>
                    <a:pt x="-98" y="35976"/>
                    <a:pt x="3" y="27568"/>
                  </a:cubicBezTo>
                  <a:cubicBezTo>
                    <a:pt x="347" y="1738"/>
                    <a:pt x="3" y="1738"/>
                    <a:pt x="25732" y="1718"/>
                  </a:cubicBezTo>
                  <a:cubicBezTo>
                    <a:pt x="55685" y="1698"/>
                    <a:pt x="85618" y="1637"/>
                    <a:pt x="115570" y="1597"/>
                  </a:cubicBezTo>
                  <a:close/>
                </a:path>
              </a:pathLst>
            </a:custGeom>
            <a:solidFill>
              <a:srgbClr val="E4EAEB"/>
            </a:solidFill>
            <a:ln w="0" cap="flat">
              <a:noFill/>
              <a:prstDash val="solid"/>
              <a:miter/>
            </a:ln>
          </p:spPr>
          <p:txBody>
            <a:bodyPr rtlCol="0" anchor="ctr"/>
            <a:lstStyle/>
            <a:p>
              <a:endParaRPr lang="zh-CN" altLang="en-US" sz="650"/>
            </a:p>
          </p:txBody>
        </p:sp>
        <p:sp>
          <p:nvSpPr>
            <p:cNvPr id="10128" name="任意多边形: 形状 2048"/>
            <p:cNvSpPr/>
            <p:nvPr/>
          </p:nvSpPr>
          <p:spPr>
            <a:xfrm>
              <a:off x="603117" y="4532840"/>
              <a:ext cx="74256" cy="30429"/>
            </a:xfrm>
            <a:custGeom>
              <a:avLst/>
              <a:gdLst>
                <a:gd name="connsiteX0" fmla="*/ 448 w 113752"/>
                <a:gd name="connsiteY0" fmla="*/ 23734 h 47920"/>
                <a:gd name="connsiteX1" fmla="*/ 20457 w 113752"/>
                <a:gd name="connsiteY1" fmla="*/ 3280 h 47920"/>
                <a:gd name="connsiteX2" fmla="*/ 32806 w 113752"/>
                <a:gd name="connsiteY2" fmla="*/ 66 h 47920"/>
                <a:gd name="connsiteX3" fmla="*/ 93096 w 113752"/>
                <a:gd name="connsiteY3" fmla="*/ 66 h 47920"/>
                <a:gd name="connsiteX4" fmla="*/ 105405 w 113752"/>
                <a:gd name="connsiteY4" fmla="*/ 3361 h 47920"/>
                <a:gd name="connsiteX5" fmla="*/ 113752 w 113752"/>
                <a:gd name="connsiteY5" fmla="*/ 43500 h 47920"/>
                <a:gd name="connsiteX6" fmla="*/ 92793 w 113752"/>
                <a:gd name="connsiteY6" fmla="*/ 47462 h 47920"/>
                <a:gd name="connsiteX7" fmla="*/ 44610 w 113752"/>
                <a:gd name="connsiteY7" fmla="*/ 46875 h 47920"/>
                <a:gd name="connsiteX8" fmla="*/ 10534 w 113752"/>
                <a:gd name="connsiteY8" fmla="*/ 47846 h 47920"/>
                <a:gd name="connsiteX9" fmla="*/ 186 w 113752"/>
                <a:gd name="connsiteY9" fmla="*/ 37861 h 47920"/>
                <a:gd name="connsiteX10" fmla="*/ 428 w 113752"/>
                <a:gd name="connsiteY10" fmla="*/ 23754 h 47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3752" h="47920">
                  <a:moveTo>
                    <a:pt x="448" y="23734"/>
                  </a:moveTo>
                  <a:cubicBezTo>
                    <a:pt x="13808" y="23471"/>
                    <a:pt x="15647" y="11910"/>
                    <a:pt x="20457" y="3280"/>
                  </a:cubicBezTo>
                  <a:cubicBezTo>
                    <a:pt x="24035" y="167"/>
                    <a:pt x="28441" y="26"/>
                    <a:pt x="32806" y="66"/>
                  </a:cubicBezTo>
                  <a:cubicBezTo>
                    <a:pt x="52916" y="268"/>
                    <a:pt x="73006" y="-156"/>
                    <a:pt x="93096" y="66"/>
                  </a:cubicBezTo>
                  <a:cubicBezTo>
                    <a:pt x="97462" y="107"/>
                    <a:pt x="101888" y="127"/>
                    <a:pt x="105405" y="3361"/>
                  </a:cubicBezTo>
                  <a:cubicBezTo>
                    <a:pt x="109467" y="16478"/>
                    <a:pt x="111327" y="30060"/>
                    <a:pt x="113752" y="43500"/>
                  </a:cubicBezTo>
                  <a:cubicBezTo>
                    <a:pt x="107406" y="48129"/>
                    <a:pt x="99726" y="47684"/>
                    <a:pt x="92793" y="47462"/>
                  </a:cubicBezTo>
                  <a:cubicBezTo>
                    <a:pt x="76745" y="46916"/>
                    <a:pt x="60718" y="47846"/>
                    <a:pt x="44610" y="46875"/>
                  </a:cubicBezTo>
                  <a:cubicBezTo>
                    <a:pt x="33514" y="46209"/>
                    <a:pt x="21872" y="47078"/>
                    <a:pt x="10534" y="47846"/>
                  </a:cubicBezTo>
                  <a:cubicBezTo>
                    <a:pt x="2853" y="48371"/>
                    <a:pt x="-906" y="46249"/>
                    <a:pt x="186" y="37861"/>
                  </a:cubicBezTo>
                  <a:cubicBezTo>
                    <a:pt x="792" y="33233"/>
                    <a:pt x="367" y="28463"/>
                    <a:pt x="428" y="23754"/>
                  </a:cubicBezTo>
                  <a:close/>
                </a:path>
              </a:pathLst>
            </a:custGeom>
            <a:solidFill>
              <a:srgbClr val="E4EAEC"/>
            </a:solidFill>
            <a:ln w="0" cap="flat">
              <a:noFill/>
              <a:prstDash val="solid"/>
              <a:miter/>
            </a:ln>
          </p:spPr>
          <p:txBody>
            <a:bodyPr rtlCol="0" anchor="ctr"/>
            <a:lstStyle/>
            <a:p>
              <a:endParaRPr lang="zh-CN" altLang="en-US" sz="650"/>
            </a:p>
          </p:txBody>
        </p:sp>
        <p:sp>
          <p:nvSpPr>
            <p:cNvPr id="10129" name="任意多边形: 形状 2049"/>
            <p:cNvSpPr/>
            <p:nvPr/>
          </p:nvSpPr>
          <p:spPr>
            <a:xfrm>
              <a:off x="603317" y="4472137"/>
              <a:ext cx="43803" cy="45330"/>
            </a:xfrm>
            <a:custGeom>
              <a:avLst/>
              <a:gdLst>
                <a:gd name="connsiteX0" fmla="*/ 67101 w 67101"/>
                <a:gd name="connsiteY0" fmla="*/ 4326 h 71387"/>
                <a:gd name="connsiteX1" fmla="*/ 52185 w 67101"/>
                <a:gd name="connsiteY1" fmla="*/ 71387 h 71387"/>
                <a:gd name="connsiteX2" fmla="*/ 44040 w 67101"/>
                <a:gd name="connsiteY2" fmla="*/ 46386 h 71387"/>
                <a:gd name="connsiteX3" fmla="*/ 33773 w 67101"/>
                <a:gd name="connsiteY3" fmla="*/ 34158 h 71387"/>
                <a:gd name="connsiteX4" fmla="*/ 20252 w 67101"/>
                <a:gd name="connsiteY4" fmla="*/ 42404 h 71387"/>
                <a:gd name="connsiteX5" fmla="*/ 0 w 67101"/>
                <a:gd name="connsiteY5" fmla="*/ 22395 h 71387"/>
                <a:gd name="connsiteX6" fmla="*/ 21990 w 67101"/>
                <a:gd name="connsiteY6" fmla="*/ 42 h 71387"/>
                <a:gd name="connsiteX7" fmla="*/ 58330 w 67101"/>
                <a:gd name="connsiteY7" fmla="*/ 82 h 71387"/>
                <a:gd name="connsiteX8" fmla="*/ 67081 w 67101"/>
                <a:gd name="connsiteY8" fmla="*/ 4367 h 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01" h="71387">
                  <a:moveTo>
                    <a:pt x="67101" y="4326"/>
                  </a:moveTo>
                  <a:cubicBezTo>
                    <a:pt x="62291" y="25973"/>
                    <a:pt x="57481" y="47619"/>
                    <a:pt x="52185" y="71387"/>
                  </a:cubicBezTo>
                  <a:cubicBezTo>
                    <a:pt x="48406" y="61686"/>
                    <a:pt x="46162" y="54086"/>
                    <a:pt x="44040" y="46386"/>
                  </a:cubicBezTo>
                  <a:cubicBezTo>
                    <a:pt x="42646" y="41293"/>
                    <a:pt x="40968" y="35169"/>
                    <a:pt x="33773" y="34158"/>
                  </a:cubicBezTo>
                  <a:cubicBezTo>
                    <a:pt x="26861" y="33188"/>
                    <a:pt x="23344" y="37352"/>
                    <a:pt x="20252" y="42404"/>
                  </a:cubicBezTo>
                  <a:cubicBezTo>
                    <a:pt x="6724" y="42404"/>
                    <a:pt x="-26" y="35735"/>
                    <a:pt x="0" y="22395"/>
                  </a:cubicBezTo>
                  <a:cubicBezTo>
                    <a:pt x="26" y="7494"/>
                    <a:pt x="7357" y="42"/>
                    <a:pt x="21990" y="42"/>
                  </a:cubicBezTo>
                  <a:cubicBezTo>
                    <a:pt x="34096" y="42"/>
                    <a:pt x="46223" y="1"/>
                    <a:pt x="58330" y="82"/>
                  </a:cubicBezTo>
                  <a:cubicBezTo>
                    <a:pt x="61866" y="102"/>
                    <a:pt x="66111" y="-1009"/>
                    <a:pt x="67081" y="4367"/>
                  </a:cubicBezTo>
                  <a:close/>
                </a:path>
              </a:pathLst>
            </a:custGeom>
            <a:solidFill>
              <a:srgbClr val="E3EAEC"/>
            </a:solidFill>
            <a:ln w="0" cap="flat">
              <a:noFill/>
              <a:prstDash val="solid"/>
              <a:miter/>
            </a:ln>
          </p:spPr>
          <p:txBody>
            <a:bodyPr rtlCol="0" anchor="ctr"/>
            <a:lstStyle/>
            <a:p>
              <a:endParaRPr lang="zh-CN" altLang="en-US" sz="650"/>
            </a:p>
          </p:txBody>
        </p:sp>
        <p:sp>
          <p:nvSpPr>
            <p:cNvPr id="10130" name="任意多边形: 形状 2050"/>
            <p:cNvSpPr/>
            <p:nvPr/>
          </p:nvSpPr>
          <p:spPr>
            <a:xfrm>
              <a:off x="691595" y="4534832"/>
              <a:ext cx="42410" cy="28337"/>
            </a:xfrm>
            <a:custGeom>
              <a:avLst/>
              <a:gdLst>
                <a:gd name="connsiteX0" fmla="*/ 0 w 64968"/>
                <a:gd name="connsiteY0" fmla="*/ 42504 h 44626"/>
                <a:gd name="connsiteX1" fmla="*/ 10025 w 64968"/>
                <a:gd name="connsiteY1" fmla="*/ 0 h 44626"/>
                <a:gd name="connsiteX2" fmla="*/ 57278 w 64968"/>
                <a:gd name="connsiteY2" fmla="*/ 202 h 44626"/>
                <a:gd name="connsiteX3" fmla="*/ 64959 w 64968"/>
                <a:gd name="connsiteY3" fmla="*/ 7680 h 44626"/>
                <a:gd name="connsiteX4" fmla="*/ 64918 w 64968"/>
                <a:gd name="connsiteY4" fmla="*/ 37835 h 44626"/>
                <a:gd name="connsiteX5" fmla="*/ 58633 w 64968"/>
                <a:gd name="connsiteY5" fmla="*/ 44626 h 44626"/>
                <a:gd name="connsiteX6" fmla="*/ 4345 w 64968"/>
                <a:gd name="connsiteY6" fmla="*/ 44465 h 44626"/>
                <a:gd name="connsiteX7" fmla="*/ 0 w 64968"/>
                <a:gd name="connsiteY7" fmla="*/ 42504 h 44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968" h="44626">
                  <a:moveTo>
                    <a:pt x="0" y="42504"/>
                  </a:moveTo>
                  <a:cubicBezTo>
                    <a:pt x="2789" y="28195"/>
                    <a:pt x="4952" y="13744"/>
                    <a:pt x="10025" y="0"/>
                  </a:cubicBezTo>
                  <a:cubicBezTo>
                    <a:pt x="25769" y="101"/>
                    <a:pt x="41534" y="364"/>
                    <a:pt x="57278" y="202"/>
                  </a:cubicBezTo>
                  <a:cubicBezTo>
                    <a:pt x="62837" y="141"/>
                    <a:pt x="65141" y="1920"/>
                    <a:pt x="64959" y="7680"/>
                  </a:cubicBezTo>
                  <a:cubicBezTo>
                    <a:pt x="64635" y="17725"/>
                    <a:pt x="64757" y="27790"/>
                    <a:pt x="64918" y="37835"/>
                  </a:cubicBezTo>
                  <a:cubicBezTo>
                    <a:pt x="64999" y="42363"/>
                    <a:pt x="63524" y="44667"/>
                    <a:pt x="58633" y="44626"/>
                  </a:cubicBezTo>
                  <a:cubicBezTo>
                    <a:pt x="40544" y="44505"/>
                    <a:pt x="22434" y="44626"/>
                    <a:pt x="4345" y="44465"/>
                  </a:cubicBezTo>
                  <a:cubicBezTo>
                    <a:pt x="2890" y="44465"/>
                    <a:pt x="1455" y="43191"/>
                    <a:pt x="0" y="42504"/>
                  </a:cubicBezTo>
                  <a:close/>
                </a:path>
              </a:pathLst>
            </a:custGeom>
            <a:solidFill>
              <a:srgbClr val="E4EAEC"/>
            </a:solidFill>
            <a:ln w="0" cap="flat">
              <a:noFill/>
              <a:prstDash val="solid"/>
              <a:miter/>
            </a:ln>
          </p:spPr>
          <p:txBody>
            <a:bodyPr rtlCol="0" anchor="ctr"/>
            <a:lstStyle/>
            <a:p>
              <a:endParaRPr lang="zh-CN" altLang="en-US" sz="650"/>
            </a:p>
          </p:txBody>
        </p:sp>
        <p:sp>
          <p:nvSpPr>
            <p:cNvPr id="10131" name="任意多边形: 形状 2051"/>
            <p:cNvSpPr/>
            <p:nvPr/>
          </p:nvSpPr>
          <p:spPr>
            <a:xfrm>
              <a:off x="559059" y="4439814"/>
              <a:ext cx="39083" cy="29017"/>
            </a:xfrm>
            <a:custGeom>
              <a:avLst/>
              <a:gdLst>
                <a:gd name="connsiteX0" fmla="*/ 28489 w 59871"/>
                <a:gd name="connsiteY0" fmla="*/ 44700 h 45697"/>
                <a:gd name="connsiteX1" fmla="*/ 2902 w 59871"/>
                <a:gd name="connsiteY1" fmla="*/ 42477 h 45697"/>
                <a:gd name="connsiteX2" fmla="*/ 1285 w 59871"/>
                <a:gd name="connsiteY2" fmla="*/ 16102 h 45697"/>
                <a:gd name="connsiteX3" fmla="*/ 19293 w 59871"/>
                <a:gd name="connsiteY3" fmla="*/ 1267 h 45697"/>
                <a:gd name="connsiteX4" fmla="*/ 47265 w 59871"/>
                <a:gd name="connsiteY4" fmla="*/ 883 h 45697"/>
                <a:gd name="connsiteX5" fmla="*/ 59756 w 59871"/>
                <a:gd name="connsiteY5" fmla="*/ 10968 h 45697"/>
                <a:gd name="connsiteX6" fmla="*/ 59857 w 59871"/>
                <a:gd name="connsiteY6" fmla="*/ 37222 h 45697"/>
                <a:gd name="connsiteX7" fmla="*/ 52237 w 59871"/>
                <a:gd name="connsiteY7" fmla="*/ 44802 h 45697"/>
                <a:gd name="connsiteX8" fmla="*/ 28509 w 59871"/>
                <a:gd name="connsiteY8" fmla="*/ 44721 h 4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871" h="45697">
                  <a:moveTo>
                    <a:pt x="28489" y="44700"/>
                  </a:moveTo>
                  <a:cubicBezTo>
                    <a:pt x="20788" y="43488"/>
                    <a:pt x="8945" y="48925"/>
                    <a:pt x="2902" y="42477"/>
                  </a:cubicBezTo>
                  <a:cubicBezTo>
                    <a:pt x="-2576" y="36616"/>
                    <a:pt x="1406" y="25096"/>
                    <a:pt x="1285" y="16102"/>
                  </a:cubicBezTo>
                  <a:cubicBezTo>
                    <a:pt x="1042" y="-330"/>
                    <a:pt x="3083" y="-1745"/>
                    <a:pt x="19293" y="1267"/>
                  </a:cubicBezTo>
                  <a:cubicBezTo>
                    <a:pt x="28590" y="2985"/>
                    <a:pt x="37907" y="2863"/>
                    <a:pt x="47265" y="883"/>
                  </a:cubicBezTo>
                  <a:cubicBezTo>
                    <a:pt x="57957" y="-1381"/>
                    <a:pt x="59715" y="276"/>
                    <a:pt x="59756" y="10968"/>
                  </a:cubicBezTo>
                  <a:cubicBezTo>
                    <a:pt x="59796" y="19720"/>
                    <a:pt x="59513" y="28471"/>
                    <a:pt x="59857" y="37222"/>
                  </a:cubicBezTo>
                  <a:cubicBezTo>
                    <a:pt x="60079" y="42942"/>
                    <a:pt x="57896" y="45044"/>
                    <a:pt x="52237" y="44802"/>
                  </a:cubicBezTo>
                  <a:cubicBezTo>
                    <a:pt x="44840" y="44478"/>
                    <a:pt x="37442" y="44721"/>
                    <a:pt x="28509" y="44721"/>
                  </a:cubicBezTo>
                  <a:close/>
                </a:path>
              </a:pathLst>
            </a:custGeom>
            <a:solidFill>
              <a:srgbClr val="E4EAEC"/>
            </a:solidFill>
            <a:ln w="0" cap="flat">
              <a:noFill/>
              <a:prstDash val="solid"/>
              <a:miter/>
            </a:ln>
          </p:spPr>
          <p:txBody>
            <a:bodyPr rtlCol="0" anchor="ctr"/>
            <a:lstStyle/>
            <a:p>
              <a:endParaRPr lang="zh-CN" altLang="en-US" sz="650"/>
            </a:p>
          </p:txBody>
        </p:sp>
        <p:sp>
          <p:nvSpPr>
            <p:cNvPr id="10132" name="任意多边形: 形状 2052"/>
            <p:cNvSpPr/>
            <p:nvPr/>
          </p:nvSpPr>
          <p:spPr>
            <a:xfrm>
              <a:off x="699195" y="4504131"/>
              <a:ext cx="35541" cy="26614"/>
            </a:xfrm>
            <a:custGeom>
              <a:avLst/>
              <a:gdLst>
                <a:gd name="connsiteX0" fmla="*/ 20 w 54445"/>
                <a:gd name="connsiteY0" fmla="*/ 38082 h 41912"/>
                <a:gd name="connsiteX1" fmla="*/ 8832 w 54445"/>
                <a:gd name="connsiteY1" fmla="*/ 125 h 41912"/>
                <a:gd name="connsiteX2" fmla="*/ 46122 w 54445"/>
                <a:gd name="connsiteY2" fmla="*/ 4 h 41912"/>
                <a:gd name="connsiteX3" fmla="*/ 53216 w 54445"/>
                <a:gd name="connsiteY3" fmla="*/ 6977 h 41912"/>
                <a:gd name="connsiteX4" fmla="*/ 53216 w 54445"/>
                <a:gd name="connsiteY4" fmla="*/ 8998 h 41912"/>
                <a:gd name="connsiteX5" fmla="*/ 51377 w 54445"/>
                <a:gd name="connsiteY5" fmla="*/ 38264 h 41912"/>
                <a:gd name="connsiteX6" fmla="*/ 22394 w 54445"/>
                <a:gd name="connsiteY6" fmla="*/ 40366 h 41912"/>
                <a:gd name="connsiteX7" fmla="*/ 0 w 54445"/>
                <a:gd name="connsiteY7" fmla="*/ 38102 h 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445" h="41912">
                  <a:moveTo>
                    <a:pt x="20" y="38082"/>
                  </a:moveTo>
                  <a:cubicBezTo>
                    <a:pt x="2951" y="25430"/>
                    <a:pt x="5902" y="12778"/>
                    <a:pt x="8832" y="125"/>
                  </a:cubicBezTo>
                  <a:cubicBezTo>
                    <a:pt x="21262" y="125"/>
                    <a:pt x="33692" y="227"/>
                    <a:pt x="46122" y="4"/>
                  </a:cubicBezTo>
                  <a:cubicBezTo>
                    <a:pt x="51235" y="-97"/>
                    <a:pt x="53782" y="1661"/>
                    <a:pt x="53216" y="6977"/>
                  </a:cubicBezTo>
                  <a:cubicBezTo>
                    <a:pt x="53155" y="7644"/>
                    <a:pt x="53256" y="8331"/>
                    <a:pt x="53216" y="8998"/>
                  </a:cubicBezTo>
                  <a:cubicBezTo>
                    <a:pt x="52650" y="19003"/>
                    <a:pt x="57359" y="31736"/>
                    <a:pt x="51377" y="38264"/>
                  </a:cubicBezTo>
                  <a:cubicBezTo>
                    <a:pt x="45233" y="44954"/>
                    <a:pt x="32318" y="40406"/>
                    <a:pt x="22394" y="40366"/>
                  </a:cubicBezTo>
                  <a:cubicBezTo>
                    <a:pt x="14956" y="40346"/>
                    <a:pt x="7013" y="43115"/>
                    <a:pt x="0" y="38102"/>
                  </a:cubicBezTo>
                  <a:close/>
                </a:path>
              </a:pathLst>
            </a:custGeom>
            <a:solidFill>
              <a:srgbClr val="E4EAEC"/>
            </a:solidFill>
            <a:ln w="0" cap="flat">
              <a:noFill/>
              <a:prstDash val="solid"/>
              <a:miter/>
            </a:ln>
          </p:spPr>
          <p:txBody>
            <a:bodyPr rtlCol="0" anchor="ctr"/>
            <a:lstStyle/>
            <a:p>
              <a:endParaRPr lang="zh-CN" altLang="en-US" sz="650"/>
            </a:p>
          </p:txBody>
        </p:sp>
        <p:sp>
          <p:nvSpPr>
            <p:cNvPr id="10133" name="任意多边形: 形状 2053"/>
            <p:cNvSpPr/>
            <p:nvPr/>
          </p:nvSpPr>
          <p:spPr>
            <a:xfrm>
              <a:off x="706280" y="4471984"/>
              <a:ext cx="27768" cy="28337"/>
            </a:xfrm>
            <a:custGeom>
              <a:avLst/>
              <a:gdLst>
                <a:gd name="connsiteX0" fmla="*/ 0 w 42537"/>
                <a:gd name="connsiteY0" fmla="*/ 44626 h 44626"/>
                <a:gd name="connsiteX1" fmla="*/ 9863 w 42537"/>
                <a:gd name="connsiteY1" fmla="*/ 0 h 44626"/>
                <a:gd name="connsiteX2" fmla="*/ 34460 w 42537"/>
                <a:gd name="connsiteY2" fmla="*/ 40 h 44626"/>
                <a:gd name="connsiteX3" fmla="*/ 42504 w 42537"/>
                <a:gd name="connsiteY3" fmla="*/ 8287 h 44626"/>
                <a:gd name="connsiteX4" fmla="*/ 42504 w 42537"/>
                <a:gd name="connsiteY4" fmla="*/ 34339 h 44626"/>
                <a:gd name="connsiteX5" fmla="*/ 33712 w 42537"/>
                <a:gd name="connsiteY5" fmla="*/ 42807 h 44626"/>
                <a:gd name="connsiteX6" fmla="*/ 0 w 42537"/>
                <a:gd name="connsiteY6" fmla="*/ 44626 h 44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37" h="44626">
                  <a:moveTo>
                    <a:pt x="0" y="44626"/>
                  </a:moveTo>
                  <a:cubicBezTo>
                    <a:pt x="1819" y="29427"/>
                    <a:pt x="5235" y="14593"/>
                    <a:pt x="9863" y="0"/>
                  </a:cubicBezTo>
                  <a:cubicBezTo>
                    <a:pt x="18028" y="2365"/>
                    <a:pt x="26234" y="-323"/>
                    <a:pt x="34460" y="40"/>
                  </a:cubicBezTo>
                  <a:cubicBezTo>
                    <a:pt x="40544" y="323"/>
                    <a:pt x="42767" y="2203"/>
                    <a:pt x="42504" y="8287"/>
                  </a:cubicBezTo>
                  <a:cubicBezTo>
                    <a:pt x="42120" y="16957"/>
                    <a:pt x="42039" y="25688"/>
                    <a:pt x="42504" y="34339"/>
                  </a:cubicBezTo>
                  <a:cubicBezTo>
                    <a:pt x="42888" y="41170"/>
                    <a:pt x="39998" y="42585"/>
                    <a:pt x="33712" y="42807"/>
                  </a:cubicBezTo>
                  <a:cubicBezTo>
                    <a:pt x="22475" y="43171"/>
                    <a:pt x="11035" y="40382"/>
                    <a:pt x="0" y="44626"/>
                  </a:cubicBezTo>
                  <a:close/>
                </a:path>
              </a:pathLst>
            </a:custGeom>
            <a:solidFill>
              <a:srgbClr val="E4EAEC"/>
            </a:solidFill>
            <a:ln w="0" cap="flat">
              <a:noFill/>
              <a:prstDash val="solid"/>
              <a:miter/>
            </a:ln>
          </p:spPr>
          <p:txBody>
            <a:bodyPr rtlCol="0" anchor="ctr"/>
            <a:lstStyle/>
            <a:p>
              <a:endParaRPr lang="zh-CN" altLang="en-US" sz="650"/>
            </a:p>
          </p:txBody>
        </p:sp>
        <p:sp>
          <p:nvSpPr>
            <p:cNvPr id="10134" name="任意多边形: 形状 2054"/>
            <p:cNvSpPr/>
            <p:nvPr/>
          </p:nvSpPr>
          <p:spPr>
            <a:xfrm>
              <a:off x="603348" y="4504197"/>
              <a:ext cx="11684" cy="26733"/>
            </a:xfrm>
            <a:custGeom>
              <a:avLst/>
              <a:gdLst>
                <a:gd name="connsiteX0" fmla="*/ 17900 w 17899"/>
                <a:gd name="connsiteY0" fmla="*/ 122 h 42100"/>
                <a:gd name="connsiteX1" fmla="*/ 5652 w 17899"/>
                <a:gd name="connsiteY1" fmla="*/ 42101 h 42100"/>
                <a:gd name="connsiteX2" fmla="*/ 114 w 17899"/>
                <a:gd name="connsiteY2" fmla="*/ 37028 h 42100"/>
                <a:gd name="connsiteX3" fmla="*/ 114 w 17899"/>
                <a:gd name="connsiteY3" fmla="*/ 3942 h 42100"/>
                <a:gd name="connsiteX4" fmla="*/ 5874 w 17899"/>
                <a:gd name="connsiteY4" fmla="*/ 1 h 42100"/>
                <a:gd name="connsiteX5" fmla="*/ 17900 w 17899"/>
                <a:gd name="connsiteY5" fmla="*/ 122 h 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9" h="42100">
                  <a:moveTo>
                    <a:pt x="17900" y="122"/>
                  </a:moveTo>
                  <a:cubicBezTo>
                    <a:pt x="13817" y="14108"/>
                    <a:pt x="9734" y="28115"/>
                    <a:pt x="5652" y="42101"/>
                  </a:cubicBezTo>
                  <a:cubicBezTo>
                    <a:pt x="3267" y="40989"/>
                    <a:pt x="174" y="40302"/>
                    <a:pt x="114" y="37028"/>
                  </a:cubicBezTo>
                  <a:cubicBezTo>
                    <a:pt x="-48" y="25992"/>
                    <a:pt x="-28" y="14977"/>
                    <a:pt x="114" y="3942"/>
                  </a:cubicBezTo>
                  <a:cubicBezTo>
                    <a:pt x="154" y="264"/>
                    <a:pt x="3065" y="-19"/>
                    <a:pt x="5874" y="1"/>
                  </a:cubicBezTo>
                  <a:cubicBezTo>
                    <a:pt x="9876" y="1"/>
                    <a:pt x="13898" y="82"/>
                    <a:pt x="17900" y="122"/>
                  </a:cubicBezTo>
                  <a:close/>
                </a:path>
              </a:pathLst>
            </a:custGeom>
            <a:solidFill>
              <a:srgbClr val="E7ECED"/>
            </a:solidFill>
            <a:ln w="0" cap="flat">
              <a:noFill/>
              <a:prstDash val="solid"/>
              <a:miter/>
            </a:ln>
          </p:spPr>
          <p:txBody>
            <a:bodyPr rtlCol="0" anchor="ctr"/>
            <a:lstStyle/>
            <a:p>
              <a:endParaRPr lang="zh-CN" altLang="en-US" sz="650"/>
            </a:p>
          </p:txBody>
        </p:sp>
        <p:sp>
          <p:nvSpPr>
            <p:cNvPr id="10135" name="任意多边形: 形状 2055"/>
            <p:cNvSpPr/>
            <p:nvPr/>
          </p:nvSpPr>
          <p:spPr>
            <a:xfrm>
              <a:off x="413382" y="4468875"/>
              <a:ext cx="146160" cy="143948"/>
            </a:xfrm>
            <a:custGeom>
              <a:avLst/>
              <a:gdLst>
                <a:gd name="connsiteX0" fmla="*/ 0 w 223901"/>
                <a:gd name="connsiteY0" fmla="*/ 113310 h 226692"/>
                <a:gd name="connsiteX1" fmla="*/ 111303 w 223901"/>
                <a:gd name="connsiteY1" fmla="*/ 6 h 226692"/>
                <a:gd name="connsiteX2" fmla="*/ 223899 w 223901"/>
                <a:gd name="connsiteY2" fmla="*/ 115452 h 226692"/>
                <a:gd name="connsiteX3" fmla="*/ 110232 w 223901"/>
                <a:gd name="connsiteY3" fmla="*/ 226674 h 226692"/>
                <a:gd name="connsiteX4" fmla="*/ 20 w 223901"/>
                <a:gd name="connsiteY4" fmla="*/ 113330 h 22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01" h="226692">
                  <a:moveTo>
                    <a:pt x="0" y="113310"/>
                  </a:moveTo>
                  <a:cubicBezTo>
                    <a:pt x="465" y="53788"/>
                    <a:pt x="46304" y="-661"/>
                    <a:pt x="111303" y="6"/>
                  </a:cubicBezTo>
                  <a:cubicBezTo>
                    <a:pt x="178768" y="693"/>
                    <a:pt x="223515" y="52878"/>
                    <a:pt x="223899" y="115452"/>
                  </a:cubicBezTo>
                  <a:cubicBezTo>
                    <a:pt x="224283" y="176470"/>
                    <a:pt x="170946" y="227806"/>
                    <a:pt x="110232" y="226674"/>
                  </a:cubicBezTo>
                  <a:cubicBezTo>
                    <a:pt x="48972" y="225543"/>
                    <a:pt x="-404" y="174752"/>
                    <a:pt x="20" y="113330"/>
                  </a:cubicBezTo>
                  <a:close/>
                </a:path>
              </a:pathLst>
            </a:custGeom>
            <a:solidFill>
              <a:srgbClr val="FCFCFA"/>
            </a:solidFill>
            <a:ln w="0" cap="flat">
              <a:noFill/>
              <a:prstDash val="solid"/>
              <a:miter/>
            </a:ln>
          </p:spPr>
          <p:txBody>
            <a:bodyPr rtlCol="0" anchor="ctr"/>
            <a:lstStyle/>
            <a:p>
              <a:endParaRPr lang="zh-CN" altLang="en-US" sz="650"/>
            </a:p>
          </p:txBody>
        </p:sp>
        <p:sp>
          <p:nvSpPr>
            <p:cNvPr id="10136" name="任意多边形: 形状 2056"/>
            <p:cNvSpPr/>
            <p:nvPr/>
          </p:nvSpPr>
          <p:spPr>
            <a:xfrm>
              <a:off x="670578" y="4469860"/>
              <a:ext cx="30674" cy="74367"/>
            </a:xfrm>
            <a:custGeom>
              <a:avLst/>
              <a:gdLst>
                <a:gd name="connsiteX0" fmla="*/ 46991 w 46990"/>
                <a:gd name="connsiteY0" fmla="*/ 5771 h 117114"/>
                <a:gd name="connsiteX1" fmla="*/ 23041 w 46990"/>
                <a:gd name="connsiteY1" fmla="*/ 117054 h 117114"/>
                <a:gd name="connsiteX2" fmla="*/ 20939 w 46990"/>
                <a:gd name="connsiteY2" fmla="*/ 117115 h 117114"/>
                <a:gd name="connsiteX3" fmla="*/ 0 w 46990"/>
                <a:gd name="connsiteY3" fmla="*/ 3508 h 117114"/>
                <a:gd name="connsiteX4" fmla="*/ 45879 w 46990"/>
                <a:gd name="connsiteY4" fmla="*/ 3265 h 117114"/>
                <a:gd name="connsiteX5" fmla="*/ 46991 w 46990"/>
                <a:gd name="connsiteY5" fmla="*/ 5792 h 11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90" h="117114">
                  <a:moveTo>
                    <a:pt x="46991" y="5771"/>
                  </a:moveTo>
                  <a:cubicBezTo>
                    <a:pt x="39008" y="42859"/>
                    <a:pt x="31024" y="79967"/>
                    <a:pt x="23041" y="117054"/>
                  </a:cubicBezTo>
                  <a:cubicBezTo>
                    <a:pt x="22333" y="117054"/>
                    <a:pt x="21646" y="117095"/>
                    <a:pt x="20939" y="117115"/>
                  </a:cubicBezTo>
                  <a:cubicBezTo>
                    <a:pt x="13966" y="79239"/>
                    <a:pt x="6993" y="41363"/>
                    <a:pt x="0" y="3508"/>
                  </a:cubicBezTo>
                  <a:cubicBezTo>
                    <a:pt x="15259" y="-1808"/>
                    <a:pt x="30579" y="-413"/>
                    <a:pt x="45879" y="3265"/>
                  </a:cubicBezTo>
                  <a:cubicBezTo>
                    <a:pt x="47052" y="3548"/>
                    <a:pt x="46829" y="4842"/>
                    <a:pt x="46991" y="5792"/>
                  </a:cubicBezTo>
                  <a:close/>
                </a:path>
              </a:pathLst>
            </a:custGeom>
            <a:solidFill>
              <a:srgbClr val="E2E9EB"/>
            </a:solidFill>
            <a:ln w="0" cap="flat">
              <a:noFill/>
              <a:prstDash val="solid"/>
              <a:miter/>
            </a:ln>
          </p:spPr>
          <p:txBody>
            <a:bodyPr rtlCol="0" anchor="ctr"/>
            <a:lstStyle/>
            <a:p>
              <a:endParaRPr lang="zh-CN" altLang="en-US" sz="650"/>
            </a:p>
          </p:txBody>
        </p:sp>
        <p:sp>
          <p:nvSpPr>
            <p:cNvPr id="10137" name="任意多边形: 形状 2057"/>
            <p:cNvSpPr/>
            <p:nvPr/>
          </p:nvSpPr>
          <p:spPr>
            <a:xfrm>
              <a:off x="640383" y="4471625"/>
              <a:ext cx="30774" cy="60232"/>
            </a:xfrm>
            <a:custGeom>
              <a:avLst/>
              <a:gdLst>
                <a:gd name="connsiteX0" fmla="*/ 13 w 47142"/>
                <a:gd name="connsiteY0" fmla="*/ 91860 h 94855"/>
                <a:gd name="connsiteX1" fmla="*/ 9957 w 47142"/>
                <a:gd name="connsiteY1" fmla="*/ 75105 h 94855"/>
                <a:gd name="connsiteX2" fmla="*/ 26025 w 47142"/>
                <a:gd name="connsiteY2" fmla="*/ 6811 h 94855"/>
                <a:gd name="connsiteX3" fmla="*/ 29764 w 47142"/>
                <a:gd name="connsiteY3" fmla="*/ 0 h 94855"/>
                <a:gd name="connsiteX4" fmla="*/ 46741 w 47142"/>
                <a:gd name="connsiteY4" fmla="*/ 89313 h 94855"/>
                <a:gd name="connsiteX5" fmla="*/ 43083 w 47142"/>
                <a:gd name="connsiteY5" fmla="*/ 94649 h 94855"/>
                <a:gd name="connsiteX6" fmla="*/ 2074 w 47142"/>
                <a:gd name="connsiteY6" fmla="*/ 94710 h 94855"/>
                <a:gd name="connsiteX7" fmla="*/ 13 w 47142"/>
                <a:gd name="connsiteY7" fmla="*/ 91880 h 9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42" h="94855">
                  <a:moveTo>
                    <a:pt x="13" y="91860"/>
                  </a:moveTo>
                  <a:cubicBezTo>
                    <a:pt x="6339" y="88060"/>
                    <a:pt x="8380" y="81734"/>
                    <a:pt x="9957" y="75105"/>
                  </a:cubicBezTo>
                  <a:cubicBezTo>
                    <a:pt x="15313" y="52347"/>
                    <a:pt x="20689" y="29569"/>
                    <a:pt x="26025" y="6811"/>
                  </a:cubicBezTo>
                  <a:cubicBezTo>
                    <a:pt x="26550" y="4568"/>
                    <a:pt x="26510" y="2122"/>
                    <a:pt x="29764" y="0"/>
                  </a:cubicBezTo>
                  <a:cubicBezTo>
                    <a:pt x="35483" y="30094"/>
                    <a:pt x="41122" y="59704"/>
                    <a:pt x="46741" y="89313"/>
                  </a:cubicBezTo>
                  <a:cubicBezTo>
                    <a:pt x="47933" y="92749"/>
                    <a:pt x="46397" y="94608"/>
                    <a:pt x="43083" y="94649"/>
                  </a:cubicBezTo>
                  <a:cubicBezTo>
                    <a:pt x="29420" y="94770"/>
                    <a:pt x="15737" y="95013"/>
                    <a:pt x="2074" y="94710"/>
                  </a:cubicBezTo>
                  <a:cubicBezTo>
                    <a:pt x="639" y="94669"/>
                    <a:pt x="-109" y="93416"/>
                    <a:pt x="13" y="91880"/>
                  </a:cubicBezTo>
                  <a:close/>
                </a:path>
              </a:pathLst>
            </a:custGeom>
            <a:solidFill>
              <a:srgbClr val="E3EAEC"/>
            </a:solidFill>
            <a:ln w="0" cap="flat">
              <a:noFill/>
              <a:prstDash val="solid"/>
              <a:miter/>
            </a:ln>
          </p:spPr>
          <p:txBody>
            <a:bodyPr rtlCol="0" anchor="ctr"/>
            <a:lstStyle/>
            <a:p>
              <a:endParaRPr lang="zh-CN" altLang="en-US" sz="650"/>
            </a:p>
          </p:txBody>
        </p:sp>
        <p:sp>
          <p:nvSpPr>
            <p:cNvPr id="10138" name="任意多边形: 形状 2058"/>
            <p:cNvSpPr/>
            <p:nvPr/>
          </p:nvSpPr>
          <p:spPr>
            <a:xfrm>
              <a:off x="616458" y="4528075"/>
              <a:ext cx="55484" cy="6886"/>
            </a:xfrm>
            <a:custGeom>
              <a:avLst/>
              <a:gdLst>
                <a:gd name="connsiteX0" fmla="*/ 36663 w 84996"/>
                <a:gd name="connsiteY0" fmla="*/ 2962 h 10844"/>
                <a:gd name="connsiteX1" fmla="*/ 81208 w 84996"/>
                <a:gd name="connsiteY1" fmla="*/ 3326 h 10844"/>
                <a:gd name="connsiteX2" fmla="*/ 83391 w 84996"/>
                <a:gd name="connsiteY2" fmla="*/ 415 h 10844"/>
                <a:gd name="connsiteX3" fmla="*/ 84968 w 84996"/>
                <a:gd name="connsiteY3" fmla="*/ 10844 h 10844"/>
                <a:gd name="connsiteX4" fmla="*/ 0 w 84996"/>
                <a:gd name="connsiteY4" fmla="*/ 10763 h 10844"/>
                <a:gd name="connsiteX5" fmla="*/ 1981 w 84996"/>
                <a:gd name="connsiteY5" fmla="*/ 2639 h 10844"/>
                <a:gd name="connsiteX6" fmla="*/ 28296 w 84996"/>
                <a:gd name="connsiteY6" fmla="*/ 2861 h 10844"/>
                <a:gd name="connsiteX7" fmla="*/ 36683 w 84996"/>
                <a:gd name="connsiteY7" fmla="*/ 2942 h 1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96" h="10844">
                  <a:moveTo>
                    <a:pt x="36663" y="2962"/>
                  </a:moveTo>
                  <a:cubicBezTo>
                    <a:pt x="51518" y="3124"/>
                    <a:pt x="66353" y="3326"/>
                    <a:pt x="81208" y="3326"/>
                  </a:cubicBezTo>
                  <a:cubicBezTo>
                    <a:pt x="81936" y="3326"/>
                    <a:pt x="82664" y="1426"/>
                    <a:pt x="83391" y="415"/>
                  </a:cubicBezTo>
                  <a:cubicBezTo>
                    <a:pt x="85776" y="3609"/>
                    <a:pt x="84725" y="7328"/>
                    <a:pt x="84968" y="10844"/>
                  </a:cubicBezTo>
                  <a:cubicBezTo>
                    <a:pt x="56652" y="10824"/>
                    <a:pt x="28316" y="10784"/>
                    <a:pt x="0" y="10763"/>
                  </a:cubicBezTo>
                  <a:cubicBezTo>
                    <a:pt x="323" y="7974"/>
                    <a:pt x="-263" y="4963"/>
                    <a:pt x="1981" y="2639"/>
                  </a:cubicBezTo>
                  <a:cubicBezTo>
                    <a:pt x="10793" y="-1868"/>
                    <a:pt x="19544" y="213"/>
                    <a:pt x="28296" y="2861"/>
                  </a:cubicBezTo>
                  <a:cubicBezTo>
                    <a:pt x="31085" y="2881"/>
                    <a:pt x="33874" y="2922"/>
                    <a:pt x="36683" y="2942"/>
                  </a:cubicBezTo>
                  <a:close/>
                </a:path>
              </a:pathLst>
            </a:custGeom>
            <a:solidFill>
              <a:srgbClr val="B7D1DB"/>
            </a:solidFill>
            <a:ln w="0" cap="flat">
              <a:noFill/>
              <a:prstDash val="solid"/>
              <a:miter/>
            </a:ln>
          </p:spPr>
          <p:txBody>
            <a:bodyPr rtlCol="0" anchor="ctr"/>
            <a:lstStyle/>
            <a:p>
              <a:endParaRPr lang="zh-CN" altLang="en-US" sz="650"/>
            </a:p>
          </p:txBody>
        </p:sp>
        <p:sp>
          <p:nvSpPr>
            <p:cNvPr id="10139" name="任意多边形: 形状 2059"/>
            <p:cNvSpPr/>
            <p:nvPr/>
          </p:nvSpPr>
          <p:spPr>
            <a:xfrm>
              <a:off x="617751" y="4509485"/>
              <a:ext cx="17177" cy="20418"/>
            </a:xfrm>
            <a:custGeom>
              <a:avLst/>
              <a:gdLst>
                <a:gd name="connsiteX0" fmla="*/ 26315 w 26314"/>
                <a:gd name="connsiteY0" fmla="*/ 32156 h 32155"/>
                <a:gd name="connsiteX1" fmla="*/ 0 w 26314"/>
                <a:gd name="connsiteY1" fmla="*/ 31934 h 32155"/>
                <a:gd name="connsiteX2" fmla="*/ 9095 w 26314"/>
                <a:gd name="connsiteY2" fmla="*/ 0 h 32155"/>
                <a:gd name="connsiteX3" fmla="*/ 26295 w 26314"/>
                <a:gd name="connsiteY3" fmla="*/ 32156 h 32155"/>
              </a:gdLst>
              <a:ahLst/>
              <a:cxnLst>
                <a:cxn ang="0">
                  <a:pos x="connsiteX0" y="connsiteY0"/>
                </a:cxn>
                <a:cxn ang="0">
                  <a:pos x="connsiteX1" y="connsiteY1"/>
                </a:cxn>
                <a:cxn ang="0">
                  <a:pos x="connsiteX2" y="connsiteY2"/>
                </a:cxn>
                <a:cxn ang="0">
                  <a:pos x="connsiteX3" y="connsiteY3"/>
                </a:cxn>
              </a:cxnLst>
              <a:rect l="l" t="t" r="r" b="b"/>
              <a:pathLst>
                <a:path w="26314" h="32155">
                  <a:moveTo>
                    <a:pt x="26315" y="32156"/>
                  </a:moveTo>
                  <a:cubicBezTo>
                    <a:pt x="17543" y="32075"/>
                    <a:pt x="8772" y="31994"/>
                    <a:pt x="0" y="31934"/>
                  </a:cubicBezTo>
                  <a:cubicBezTo>
                    <a:pt x="2931" y="21626"/>
                    <a:pt x="5861" y="11318"/>
                    <a:pt x="9095" y="0"/>
                  </a:cubicBezTo>
                  <a:cubicBezTo>
                    <a:pt x="15926" y="10772"/>
                    <a:pt x="15259" y="24738"/>
                    <a:pt x="26295" y="32156"/>
                  </a:cubicBezTo>
                  <a:close/>
                </a:path>
              </a:pathLst>
            </a:custGeom>
            <a:solidFill>
              <a:srgbClr val="E7ECEE"/>
            </a:solidFill>
            <a:ln w="0" cap="flat">
              <a:noFill/>
              <a:prstDash val="solid"/>
              <a:miter/>
            </a:ln>
          </p:spPr>
          <p:txBody>
            <a:bodyPr rtlCol="0" anchor="ctr"/>
            <a:lstStyle/>
            <a:p>
              <a:endParaRPr lang="zh-CN" altLang="en-US" sz="650"/>
            </a:p>
          </p:txBody>
        </p:sp>
        <p:sp>
          <p:nvSpPr>
            <p:cNvPr id="10140" name="任意多边形: 形状 2060"/>
            <p:cNvSpPr/>
            <p:nvPr/>
          </p:nvSpPr>
          <p:spPr>
            <a:xfrm>
              <a:off x="669549" y="4468108"/>
              <a:ext cx="32714" cy="5416"/>
            </a:xfrm>
            <a:custGeom>
              <a:avLst/>
              <a:gdLst>
                <a:gd name="connsiteX0" fmla="*/ 48567 w 50115"/>
                <a:gd name="connsiteY0" fmla="*/ 8529 h 8529"/>
                <a:gd name="connsiteX1" fmla="*/ 1576 w 50115"/>
                <a:gd name="connsiteY1" fmla="*/ 6245 h 8529"/>
                <a:gd name="connsiteX2" fmla="*/ 0 w 50115"/>
                <a:gd name="connsiteY2" fmla="*/ 0 h 8529"/>
                <a:gd name="connsiteX3" fmla="*/ 50043 w 50115"/>
                <a:gd name="connsiteY3" fmla="*/ 162 h 8529"/>
                <a:gd name="connsiteX4" fmla="*/ 48588 w 50115"/>
                <a:gd name="connsiteY4" fmla="*/ 8529 h 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5" h="8529">
                  <a:moveTo>
                    <a:pt x="48567" y="8529"/>
                  </a:moveTo>
                  <a:cubicBezTo>
                    <a:pt x="33065" y="4446"/>
                    <a:pt x="17220" y="7195"/>
                    <a:pt x="1576" y="6245"/>
                  </a:cubicBezTo>
                  <a:cubicBezTo>
                    <a:pt x="1051" y="4163"/>
                    <a:pt x="525" y="2082"/>
                    <a:pt x="0" y="0"/>
                  </a:cubicBezTo>
                  <a:cubicBezTo>
                    <a:pt x="16674" y="61"/>
                    <a:pt x="33369" y="101"/>
                    <a:pt x="50043" y="162"/>
                  </a:cubicBezTo>
                  <a:cubicBezTo>
                    <a:pt x="50043" y="3032"/>
                    <a:pt x="50609" y="6023"/>
                    <a:pt x="48588" y="8529"/>
                  </a:cubicBezTo>
                  <a:close/>
                </a:path>
              </a:pathLst>
            </a:custGeom>
            <a:solidFill>
              <a:srgbClr val="B2CFDA"/>
            </a:solidFill>
            <a:ln w="0" cap="flat">
              <a:noFill/>
              <a:prstDash val="solid"/>
              <a:miter/>
            </a:ln>
          </p:spPr>
          <p:txBody>
            <a:bodyPr rtlCol="0" anchor="ctr"/>
            <a:lstStyle/>
            <a:p>
              <a:endParaRPr lang="zh-CN" altLang="en-US" sz="650"/>
            </a:p>
          </p:txBody>
        </p:sp>
        <p:sp>
          <p:nvSpPr>
            <p:cNvPr id="10141" name="任意多边形: 形状 2061"/>
            <p:cNvSpPr/>
            <p:nvPr/>
          </p:nvSpPr>
          <p:spPr>
            <a:xfrm>
              <a:off x="1403820" y="3633654"/>
              <a:ext cx="129664" cy="150777"/>
            </a:xfrm>
            <a:custGeom>
              <a:avLst/>
              <a:gdLst>
                <a:gd name="connsiteX0" fmla="*/ 198380 w 198632"/>
                <a:gd name="connsiteY0" fmla="*/ 57626 h 237446"/>
                <a:gd name="connsiteX1" fmla="*/ 185950 w 198632"/>
                <a:gd name="connsiteY1" fmla="*/ 144898 h 237446"/>
                <a:gd name="connsiteX2" fmla="*/ 136029 w 198632"/>
                <a:gd name="connsiteY2" fmla="*/ 212868 h 237446"/>
                <a:gd name="connsiteX3" fmla="*/ 104944 w 198632"/>
                <a:gd name="connsiteY3" fmla="*/ 234979 h 237446"/>
                <a:gd name="connsiteX4" fmla="*/ 90776 w 198632"/>
                <a:gd name="connsiteY4" fmla="*/ 235565 h 237446"/>
                <a:gd name="connsiteX5" fmla="*/ 4252 w 198632"/>
                <a:gd name="connsiteY5" fmla="*/ 107911 h 237446"/>
                <a:gd name="connsiteX6" fmla="*/ 7 w 198632"/>
                <a:gd name="connsiteY6" fmla="*/ 34666 h 237446"/>
                <a:gd name="connsiteX7" fmla="*/ 11568 w 198632"/>
                <a:gd name="connsiteY7" fmla="*/ 21306 h 237446"/>
                <a:gd name="connsiteX8" fmla="*/ 73839 w 198632"/>
                <a:gd name="connsiteY8" fmla="*/ 6451 h 237446"/>
                <a:gd name="connsiteX9" fmla="*/ 128874 w 198632"/>
                <a:gd name="connsiteY9" fmla="*/ 6673 h 237446"/>
                <a:gd name="connsiteX10" fmla="*/ 188133 w 198632"/>
                <a:gd name="connsiteY10" fmla="*/ 21104 h 237446"/>
                <a:gd name="connsiteX11" fmla="*/ 198542 w 198632"/>
                <a:gd name="connsiteY11" fmla="*/ 32463 h 237446"/>
                <a:gd name="connsiteX12" fmla="*/ 198380 w 198632"/>
                <a:gd name="connsiteY12" fmla="*/ 57626 h 23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632" h="237446">
                  <a:moveTo>
                    <a:pt x="198380" y="57626"/>
                  </a:moveTo>
                  <a:cubicBezTo>
                    <a:pt x="199492" y="86164"/>
                    <a:pt x="193954" y="115652"/>
                    <a:pt x="185950" y="144898"/>
                  </a:cubicBezTo>
                  <a:cubicBezTo>
                    <a:pt x="177967" y="174103"/>
                    <a:pt x="157533" y="193809"/>
                    <a:pt x="136029" y="212868"/>
                  </a:cubicBezTo>
                  <a:cubicBezTo>
                    <a:pt x="126469" y="221336"/>
                    <a:pt x="116120" y="228693"/>
                    <a:pt x="104944" y="234979"/>
                  </a:cubicBezTo>
                  <a:cubicBezTo>
                    <a:pt x="100032" y="237748"/>
                    <a:pt x="95424" y="238516"/>
                    <a:pt x="90776" y="235565"/>
                  </a:cubicBezTo>
                  <a:cubicBezTo>
                    <a:pt x="43502" y="205531"/>
                    <a:pt x="11305" y="165371"/>
                    <a:pt x="4252" y="107911"/>
                  </a:cubicBezTo>
                  <a:cubicBezTo>
                    <a:pt x="1260" y="83557"/>
                    <a:pt x="513" y="59162"/>
                    <a:pt x="7" y="34666"/>
                  </a:cubicBezTo>
                  <a:cubicBezTo>
                    <a:pt x="-195" y="25207"/>
                    <a:pt x="3746" y="21973"/>
                    <a:pt x="11568" y="21306"/>
                  </a:cubicBezTo>
                  <a:cubicBezTo>
                    <a:pt x="33113" y="19487"/>
                    <a:pt x="54517" y="15526"/>
                    <a:pt x="73839" y="6451"/>
                  </a:cubicBezTo>
                  <a:cubicBezTo>
                    <a:pt x="93120" y="-2604"/>
                    <a:pt x="110098" y="-1755"/>
                    <a:pt x="128874" y="6673"/>
                  </a:cubicBezTo>
                  <a:cubicBezTo>
                    <a:pt x="147529" y="15061"/>
                    <a:pt x="167821" y="18578"/>
                    <a:pt x="188133" y="21104"/>
                  </a:cubicBezTo>
                  <a:cubicBezTo>
                    <a:pt x="194883" y="21953"/>
                    <a:pt x="199330" y="24196"/>
                    <a:pt x="198542" y="32463"/>
                  </a:cubicBezTo>
                  <a:cubicBezTo>
                    <a:pt x="197814" y="40143"/>
                    <a:pt x="198380" y="47945"/>
                    <a:pt x="198380" y="57626"/>
                  </a:cubicBezTo>
                  <a:close/>
                </a:path>
              </a:pathLst>
            </a:custGeom>
            <a:solidFill>
              <a:srgbClr val="8BC0D0"/>
            </a:solidFill>
            <a:ln w="0" cap="flat">
              <a:noFill/>
              <a:prstDash val="solid"/>
              <a:miter/>
            </a:ln>
          </p:spPr>
          <p:txBody>
            <a:bodyPr rtlCol="0" anchor="ctr"/>
            <a:lstStyle/>
            <a:p>
              <a:endParaRPr lang="zh-CN" altLang="en-US" sz="650"/>
            </a:p>
          </p:txBody>
        </p:sp>
        <p:sp>
          <p:nvSpPr>
            <p:cNvPr id="10142" name="任意多边形: 形状 2062"/>
            <p:cNvSpPr/>
            <p:nvPr/>
          </p:nvSpPr>
          <p:spPr>
            <a:xfrm>
              <a:off x="460787" y="3735483"/>
              <a:ext cx="29226" cy="104110"/>
            </a:xfrm>
            <a:custGeom>
              <a:avLst/>
              <a:gdLst>
                <a:gd name="connsiteX0" fmla="*/ 44626 w 44771"/>
                <a:gd name="connsiteY0" fmla="*/ 82985 h 163954"/>
                <a:gd name="connsiteX1" fmla="*/ 44768 w 44771"/>
                <a:gd name="connsiteY1" fmla="*/ 154613 h 163954"/>
                <a:gd name="connsiteX2" fmla="*/ 35713 w 44771"/>
                <a:gd name="connsiteY2" fmla="*/ 163910 h 163954"/>
                <a:gd name="connsiteX3" fmla="*/ 8489 w 44771"/>
                <a:gd name="connsiteY3" fmla="*/ 163870 h 163954"/>
                <a:gd name="connsiteX4" fmla="*/ 0 w 44771"/>
                <a:gd name="connsiteY4" fmla="*/ 156109 h 163954"/>
                <a:gd name="connsiteX5" fmla="*/ 20 w 44771"/>
                <a:gd name="connsiteY5" fmla="*/ 7799 h 163954"/>
                <a:gd name="connsiteX6" fmla="*/ 7478 w 44771"/>
                <a:gd name="connsiteY6" fmla="*/ 38 h 163954"/>
                <a:gd name="connsiteX7" fmla="*/ 36724 w 44771"/>
                <a:gd name="connsiteY7" fmla="*/ 18 h 163954"/>
                <a:gd name="connsiteX8" fmla="*/ 44687 w 44771"/>
                <a:gd name="connsiteY8" fmla="*/ 8325 h 163954"/>
                <a:gd name="connsiteX9" fmla="*/ 44606 w 44771"/>
                <a:gd name="connsiteY9" fmla="*/ 82985 h 163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1" h="163954">
                  <a:moveTo>
                    <a:pt x="44626" y="82985"/>
                  </a:moveTo>
                  <a:cubicBezTo>
                    <a:pt x="44626" y="106854"/>
                    <a:pt x="44424" y="130744"/>
                    <a:pt x="44768" y="154613"/>
                  </a:cubicBezTo>
                  <a:cubicBezTo>
                    <a:pt x="44869" y="161485"/>
                    <a:pt x="42989" y="164355"/>
                    <a:pt x="35713" y="163910"/>
                  </a:cubicBezTo>
                  <a:cubicBezTo>
                    <a:pt x="26659" y="163365"/>
                    <a:pt x="17564" y="163546"/>
                    <a:pt x="8489" y="163870"/>
                  </a:cubicBezTo>
                  <a:cubicBezTo>
                    <a:pt x="2749" y="164072"/>
                    <a:pt x="-20" y="162657"/>
                    <a:pt x="0" y="156109"/>
                  </a:cubicBezTo>
                  <a:cubicBezTo>
                    <a:pt x="202" y="106672"/>
                    <a:pt x="162" y="57236"/>
                    <a:pt x="20" y="7799"/>
                  </a:cubicBezTo>
                  <a:cubicBezTo>
                    <a:pt x="20" y="2282"/>
                    <a:pt x="1657" y="-144"/>
                    <a:pt x="7478" y="38"/>
                  </a:cubicBezTo>
                  <a:cubicBezTo>
                    <a:pt x="17220" y="361"/>
                    <a:pt x="27002" y="422"/>
                    <a:pt x="36724" y="18"/>
                  </a:cubicBezTo>
                  <a:cubicBezTo>
                    <a:pt x="43090" y="-245"/>
                    <a:pt x="44748" y="2383"/>
                    <a:pt x="44687" y="8325"/>
                  </a:cubicBezTo>
                  <a:cubicBezTo>
                    <a:pt x="44465" y="33205"/>
                    <a:pt x="44586" y="58085"/>
                    <a:pt x="44606" y="82985"/>
                  </a:cubicBezTo>
                  <a:close/>
                </a:path>
              </a:pathLst>
            </a:custGeom>
            <a:solidFill>
              <a:srgbClr val="85B8CC"/>
            </a:solidFill>
            <a:ln w="0" cap="flat">
              <a:noFill/>
              <a:prstDash val="solid"/>
              <a:miter/>
            </a:ln>
          </p:spPr>
          <p:txBody>
            <a:bodyPr rtlCol="0" anchor="ctr"/>
            <a:lstStyle/>
            <a:p>
              <a:endParaRPr lang="zh-CN" altLang="en-US" sz="650"/>
            </a:p>
          </p:txBody>
        </p:sp>
        <p:sp>
          <p:nvSpPr>
            <p:cNvPr id="10143" name="任意多边形: 形状 2063"/>
            <p:cNvSpPr/>
            <p:nvPr/>
          </p:nvSpPr>
          <p:spPr>
            <a:xfrm>
              <a:off x="600639" y="3757361"/>
              <a:ext cx="29187" cy="82220"/>
            </a:xfrm>
            <a:custGeom>
              <a:avLst/>
              <a:gdLst>
                <a:gd name="connsiteX0" fmla="*/ 44586 w 44711"/>
                <a:gd name="connsiteY0" fmla="*/ 64355 h 129482"/>
                <a:gd name="connsiteX1" fmla="*/ 44707 w 44711"/>
                <a:gd name="connsiteY1" fmla="*/ 120846 h 129482"/>
                <a:gd name="connsiteX2" fmla="*/ 36016 w 44711"/>
                <a:gd name="connsiteY2" fmla="*/ 129456 h 129482"/>
                <a:gd name="connsiteX3" fmla="*/ 7781 w 44711"/>
                <a:gd name="connsiteY3" fmla="*/ 129415 h 129482"/>
                <a:gd name="connsiteX4" fmla="*/ 0 w 44711"/>
                <a:gd name="connsiteY4" fmla="*/ 121998 h 129482"/>
                <a:gd name="connsiteX5" fmla="*/ 41 w 44711"/>
                <a:gd name="connsiteY5" fmla="*/ 7016 h 129482"/>
                <a:gd name="connsiteX6" fmla="*/ 6124 w 44711"/>
                <a:gd name="connsiteY6" fmla="*/ 3 h 129482"/>
                <a:gd name="connsiteX7" fmla="*/ 38401 w 44711"/>
                <a:gd name="connsiteY7" fmla="*/ 3 h 129482"/>
                <a:gd name="connsiteX8" fmla="*/ 44626 w 44711"/>
                <a:gd name="connsiteY8" fmla="*/ 7906 h 129482"/>
                <a:gd name="connsiteX9" fmla="*/ 44586 w 44711"/>
                <a:gd name="connsiteY9" fmla="*/ 64396 h 12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11" h="129482">
                  <a:moveTo>
                    <a:pt x="44586" y="64355"/>
                  </a:moveTo>
                  <a:cubicBezTo>
                    <a:pt x="44586" y="83192"/>
                    <a:pt x="44343" y="102009"/>
                    <a:pt x="44707" y="120846"/>
                  </a:cubicBezTo>
                  <a:cubicBezTo>
                    <a:pt x="44829" y="127495"/>
                    <a:pt x="42585" y="129759"/>
                    <a:pt x="36016" y="129456"/>
                  </a:cubicBezTo>
                  <a:cubicBezTo>
                    <a:pt x="26618" y="129011"/>
                    <a:pt x="17180" y="129132"/>
                    <a:pt x="7781" y="129415"/>
                  </a:cubicBezTo>
                  <a:cubicBezTo>
                    <a:pt x="2284" y="129577"/>
                    <a:pt x="-20" y="127839"/>
                    <a:pt x="0" y="121998"/>
                  </a:cubicBezTo>
                  <a:cubicBezTo>
                    <a:pt x="182" y="83677"/>
                    <a:pt x="121" y="45337"/>
                    <a:pt x="41" y="7016"/>
                  </a:cubicBezTo>
                  <a:cubicBezTo>
                    <a:pt x="41" y="2691"/>
                    <a:pt x="990" y="-78"/>
                    <a:pt x="6124" y="3"/>
                  </a:cubicBezTo>
                  <a:cubicBezTo>
                    <a:pt x="16876" y="165"/>
                    <a:pt x="27649" y="205"/>
                    <a:pt x="38401" y="3"/>
                  </a:cubicBezTo>
                  <a:cubicBezTo>
                    <a:pt x="44364" y="-118"/>
                    <a:pt x="44647" y="3479"/>
                    <a:pt x="44626" y="7906"/>
                  </a:cubicBezTo>
                  <a:cubicBezTo>
                    <a:pt x="44546" y="26742"/>
                    <a:pt x="44586" y="45559"/>
                    <a:pt x="44586" y="64396"/>
                  </a:cubicBezTo>
                  <a:close/>
                </a:path>
              </a:pathLst>
            </a:custGeom>
            <a:solidFill>
              <a:srgbClr val="86B8CC"/>
            </a:solidFill>
            <a:ln w="0" cap="flat">
              <a:noFill/>
              <a:prstDash val="solid"/>
              <a:miter/>
            </a:ln>
          </p:spPr>
          <p:txBody>
            <a:bodyPr rtlCol="0" anchor="ctr"/>
            <a:lstStyle/>
            <a:p>
              <a:endParaRPr lang="zh-CN" altLang="en-US" sz="650"/>
            </a:p>
          </p:txBody>
        </p:sp>
        <p:sp>
          <p:nvSpPr>
            <p:cNvPr id="10144" name="任意多边形: 形状 2064"/>
            <p:cNvSpPr/>
            <p:nvPr/>
          </p:nvSpPr>
          <p:spPr>
            <a:xfrm>
              <a:off x="941297" y="3574166"/>
              <a:ext cx="156555" cy="138399"/>
            </a:xfrm>
            <a:custGeom>
              <a:avLst/>
              <a:gdLst>
                <a:gd name="connsiteX0" fmla="*/ 239826 w 239825"/>
                <a:gd name="connsiteY0" fmla="*/ 216146 h 217953"/>
                <a:gd name="connsiteX1" fmla="*/ 232327 w 239825"/>
                <a:gd name="connsiteY1" fmla="*/ 217783 h 217953"/>
                <a:gd name="connsiteX2" fmla="*/ 7640 w 239825"/>
                <a:gd name="connsiteY2" fmla="*/ 217783 h 217953"/>
                <a:gd name="connsiteX3" fmla="*/ 0 w 239825"/>
                <a:gd name="connsiteY3" fmla="*/ 216308 h 217953"/>
                <a:gd name="connsiteX4" fmla="*/ 58168 w 239825"/>
                <a:gd name="connsiteY4" fmla="*/ 164527 h 217953"/>
                <a:gd name="connsiteX5" fmla="*/ 88545 w 239825"/>
                <a:gd name="connsiteY5" fmla="*/ 64663 h 217953"/>
                <a:gd name="connsiteX6" fmla="*/ 102450 w 239825"/>
                <a:gd name="connsiteY6" fmla="*/ 18501 h 217953"/>
                <a:gd name="connsiteX7" fmla="*/ 108433 w 239825"/>
                <a:gd name="connsiteY7" fmla="*/ 6920 h 217953"/>
                <a:gd name="connsiteX8" fmla="*/ 124784 w 239825"/>
                <a:gd name="connsiteY8" fmla="*/ 6920 h 217953"/>
                <a:gd name="connsiteX9" fmla="*/ 140791 w 239825"/>
                <a:gd name="connsiteY9" fmla="*/ 43704 h 217953"/>
                <a:gd name="connsiteX10" fmla="*/ 175150 w 239825"/>
                <a:gd name="connsiteY10" fmla="*/ 149894 h 217953"/>
                <a:gd name="connsiteX11" fmla="*/ 220565 w 239825"/>
                <a:gd name="connsiteY11" fmla="*/ 207738 h 217953"/>
                <a:gd name="connsiteX12" fmla="*/ 239806 w 239825"/>
                <a:gd name="connsiteY12" fmla="*/ 216126 h 21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825" h="217953">
                  <a:moveTo>
                    <a:pt x="239826" y="216146"/>
                  </a:moveTo>
                  <a:cubicBezTo>
                    <a:pt x="237784" y="218733"/>
                    <a:pt x="234894" y="217783"/>
                    <a:pt x="232327" y="217783"/>
                  </a:cubicBezTo>
                  <a:cubicBezTo>
                    <a:pt x="157425" y="217823"/>
                    <a:pt x="82542" y="217823"/>
                    <a:pt x="7640" y="217783"/>
                  </a:cubicBezTo>
                  <a:cubicBezTo>
                    <a:pt x="5033" y="217783"/>
                    <a:pt x="2203" y="218511"/>
                    <a:pt x="0" y="216308"/>
                  </a:cubicBezTo>
                  <a:cubicBezTo>
                    <a:pt x="28599" y="209395"/>
                    <a:pt x="45799" y="189629"/>
                    <a:pt x="58168" y="164527"/>
                  </a:cubicBezTo>
                  <a:cubicBezTo>
                    <a:pt x="73751" y="132916"/>
                    <a:pt x="80825" y="98679"/>
                    <a:pt x="88545" y="64663"/>
                  </a:cubicBezTo>
                  <a:cubicBezTo>
                    <a:pt x="92102" y="48959"/>
                    <a:pt x="95841" y="33295"/>
                    <a:pt x="102450" y="18501"/>
                  </a:cubicBezTo>
                  <a:cubicBezTo>
                    <a:pt x="104229" y="14539"/>
                    <a:pt x="106008" y="10477"/>
                    <a:pt x="108433" y="6920"/>
                  </a:cubicBezTo>
                  <a:cubicBezTo>
                    <a:pt x="114719" y="-2296"/>
                    <a:pt x="118256" y="-2317"/>
                    <a:pt x="124784" y="6920"/>
                  </a:cubicBezTo>
                  <a:cubicBezTo>
                    <a:pt x="132626" y="18036"/>
                    <a:pt x="136931" y="30850"/>
                    <a:pt x="140791" y="43704"/>
                  </a:cubicBezTo>
                  <a:cubicBezTo>
                    <a:pt x="151503" y="79336"/>
                    <a:pt x="159264" y="115919"/>
                    <a:pt x="175150" y="149894"/>
                  </a:cubicBezTo>
                  <a:cubicBezTo>
                    <a:pt x="185822" y="172692"/>
                    <a:pt x="198433" y="193934"/>
                    <a:pt x="220565" y="207738"/>
                  </a:cubicBezTo>
                  <a:cubicBezTo>
                    <a:pt x="226567" y="211497"/>
                    <a:pt x="232691" y="214913"/>
                    <a:pt x="239806" y="216126"/>
                  </a:cubicBezTo>
                  <a:close/>
                </a:path>
              </a:pathLst>
            </a:custGeom>
            <a:solidFill>
              <a:srgbClr val="FDFAF7"/>
            </a:solidFill>
            <a:ln w="0" cap="flat">
              <a:noFill/>
              <a:prstDash val="solid"/>
              <a:miter/>
            </a:ln>
          </p:spPr>
          <p:txBody>
            <a:bodyPr rtlCol="0" anchor="ctr"/>
            <a:lstStyle/>
            <a:p>
              <a:endParaRPr lang="zh-CN" altLang="en-US" sz="650"/>
            </a:p>
          </p:txBody>
        </p:sp>
        <p:sp>
          <p:nvSpPr>
            <p:cNvPr id="10145" name="任意多边形: 形状 2065"/>
            <p:cNvSpPr/>
            <p:nvPr/>
          </p:nvSpPr>
          <p:spPr>
            <a:xfrm>
              <a:off x="1523815" y="3854749"/>
              <a:ext cx="67648" cy="9279"/>
            </a:xfrm>
            <a:custGeom>
              <a:avLst/>
              <a:gdLst>
                <a:gd name="connsiteX0" fmla="*/ 103590 w 103630"/>
                <a:gd name="connsiteY0" fmla="*/ 7799 h 14613"/>
                <a:gd name="connsiteX1" fmla="*/ 96172 w 103630"/>
                <a:gd name="connsiteY1" fmla="*/ 14489 h 14613"/>
                <a:gd name="connsiteX2" fmla="*/ 5586 w 103630"/>
                <a:gd name="connsiteY2" fmla="*/ 14327 h 14613"/>
                <a:gd name="connsiteX3" fmla="*/ 48 w 103630"/>
                <a:gd name="connsiteY3" fmla="*/ 11154 h 14613"/>
                <a:gd name="connsiteX4" fmla="*/ 5384 w 103630"/>
                <a:gd name="connsiteY4" fmla="*/ 4262 h 14613"/>
                <a:gd name="connsiteX5" fmla="*/ 29313 w 103630"/>
                <a:gd name="connsiteY5" fmla="*/ 2140 h 14613"/>
                <a:gd name="connsiteX6" fmla="*/ 88451 w 103630"/>
                <a:gd name="connsiteY6" fmla="*/ 139 h 14613"/>
                <a:gd name="connsiteX7" fmla="*/ 103630 w 103630"/>
                <a:gd name="connsiteY7" fmla="*/ 7940 h 14613"/>
                <a:gd name="connsiteX8" fmla="*/ 103610 w 103630"/>
                <a:gd name="connsiteY8" fmla="*/ 7799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630" h="14613">
                  <a:moveTo>
                    <a:pt x="103590" y="7799"/>
                  </a:moveTo>
                  <a:cubicBezTo>
                    <a:pt x="104014" y="13236"/>
                    <a:pt x="101083" y="14509"/>
                    <a:pt x="96172" y="14489"/>
                  </a:cubicBezTo>
                  <a:cubicBezTo>
                    <a:pt x="65977" y="14347"/>
                    <a:pt x="35781" y="14448"/>
                    <a:pt x="5586" y="14327"/>
                  </a:cubicBezTo>
                  <a:cubicBezTo>
                    <a:pt x="3463" y="14327"/>
                    <a:pt x="-478" y="16025"/>
                    <a:pt x="48" y="11154"/>
                  </a:cubicBezTo>
                  <a:cubicBezTo>
                    <a:pt x="412" y="7900"/>
                    <a:pt x="391" y="4201"/>
                    <a:pt x="5384" y="4262"/>
                  </a:cubicBezTo>
                  <a:cubicBezTo>
                    <a:pt x="13407" y="4383"/>
                    <a:pt x="21148" y="1796"/>
                    <a:pt x="29313" y="2140"/>
                  </a:cubicBezTo>
                  <a:cubicBezTo>
                    <a:pt x="49060" y="2989"/>
                    <a:pt x="68806" y="2140"/>
                    <a:pt x="88451" y="139"/>
                  </a:cubicBezTo>
                  <a:cubicBezTo>
                    <a:pt x="95606" y="-589"/>
                    <a:pt x="100538" y="1473"/>
                    <a:pt x="103630" y="7940"/>
                  </a:cubicBezTo>
                  <a:cubicBezTo>
                    <a:pt x="103630" y="7940"/>
                    <a:pt x="103610" y="7799"/>
                    <a:pt x="103610" y="7799"/>
                  </a:cubicBezTo>
                  <a:close/>
                </a:path>
              </a:pathLst>
            </a:custGeom>
            <a:solidFill>
              <a:srgbClr val="5F98B3"/>
            </a:solidFill>
            <a:ln w="0" cap="flat">
              <a:noFill/>
              <a:prstDash val="solid"/>
              <a:miter/>
            </a:ln>
          </p:spPr>
          <p:txBody>
            <a:bodyPr rtlCol="0" anchor="ctr"/>
            <a:lstStyle/>
            <a:p>
              <a:endParaRPr lang="zh-CN" altLang="en-US" sz="650"/>
            </a:p>
          </p:txBody>
        </p:sp>
        <p:sp>
          <p:nvSpPr>
            <p:cNvPr id="10154" name="任意多边形: 形状 2074"/>
            <p:cNvSpPr/>
            <p:nvPr/>
          </p:nvSpPr>
          <p:spPr>
            <a:xfrm>
              <a:off x="1039959" y="4614993"/>
              <a:ext cx="15793" cy="19806"/>
            </a:xfrm>
            <a:custGeom>
              <a:avLst/>
              <a:gdLst>
                <a:gd name="connsiteX0" fmla="*/ 24173 w 24193"/>
                <a:gd name="connsiteY0" fmla="*/ 15320 h 31191"/>
                <a:gd name="connsiteX1" fmla="*/ 12309 w 24193"/>
                <a:gd name="connsiteY1" fmla="*/ 31186 h 31191"/>
                <a:gd name="connsiteX2" fmla="*/ 1 w 24193"/>
                <a:gd name="connsiteY2" fmla="*/ 15805 h 31191"/>
                <a:gd name="connsiteX3" fmla="*/ 11663 w 24193"/>
                <a:gd name="connsiteY3" fmla="*/ 0 h 31191"/>
                <a:gd name="connsiteX4" fmla="*/ 24193 w 24193"/>
                <a:gd name="connsiteY4" fmla="*/ 15300 h 3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31191">
                  <a:moveTo>
                    <a:pt x="24173" y="15320"/>
                  </a:moveTo>
                  <a:cubicBezTo>
                    <a:pt x="24254" y="24658"/>
                    <a:pt x="19525" y="30984"/>
                    <a:pt x="12309" y="31186"/>
                  </a:cubicBezTo>
                  <a:cubicBezTo>
                    <a:pt x="5074" y="31408"/>
                    <a:pt x="61" y="25143"/>
                    <a:pt x="1" y="15805"/>
                  </a:cubicBezTo>
                  <a:cubicBezTo>
                    <a:pt x="-60" y="6003"/>
                    <a:pt x="4346" y="41"/>
                    <a:pt x="11663" y="0"/>
                  </a:cubicBezTo>
                  <a:cubicBezTo>
                    <a:pt x="18999" y="-20"/>
                    <a:pt x="24113" y="6205"/>
                    <a:pt x="24193" y="15300"/>
                  </a:cubicBezTo>
                  <a:close/>
                </a:path>
              </a:pathLst>
            </a:custGeom>
            <a:solidFill>
              <a:srgbClr val="FAFAF8"/>
            </a:solidFill>
            <a:ln w="0" cap="flat">
              <a:noFill/>
              <a:prstDash val="solid"/>
              <a:miter/>
            </a:ln>
          </p:spPr>
          <p:txBody>
            <a:bodyPr rtlCol="0" anchor="ctr"/>
            <a:lstStyle/>
            <a:p>
              <a:endParaRPr lang="zh-CN" altLang="en-US" sz="650"/>
            </a:p>
          </p:txBody>
        </p:sp>
        <p:sp>
          <p:nvSpPr>
            <p:cNvPr id="10179" name="任意多边形: 形状 2100"/>
            <p:cNvSpPr/>
            <p:nvPr/>
          </p:nvSpPr>
          <p:spPr>
            <a:xfrm>
              <a:off x="1600314" y="3726353"/>
              <a:ext cx="20091" cy="73554"/>
            </a:xfrm>
            <a:custGeom>
              <a:avLst/>
              <a:gdLst>
                <a:gd name="connsiteX0" fmla="*/ 30645 w 30777"/>
                <a:gd name="connsiteY0" fmla="*/ 58981 h 115834"/>
                <a:gd name="connsiteX1" fmla="*/ 30766 w 30777"/>
                <a:gd name="connsiteY1" fmla="*/ 106396 h 115834"/>
                <a:gd name="connsiteX2" fmla="*/ 21934 w 30777"/>
                <a:gd name="connsiteY2" fmla="*/ 115835 h 115834"/>
                <a:gd name="connsiteX3" fmla="*/ 166 w 30777"/>
                <a:gd name="connsiteY3" fmla="*/ 94229 h 115834"/>
                <a:gd name="connsiteX4" fmla="*/ 4 w 30777"/>
                <a:gd name="connsiteY4" fmla="*/ 10494 h 115834"/>
                <a:gd name="connsiteX5" fmla="*/ 9888 w 30777"/>
                <a:gd name="connsiteY5" fmla="*/ 5 h 115834"/>
                <a:gd name="connsiteX6" fmla="*/ 30645 w 30777"/>
                <a:gd name="connsiteY6" fmla="*/ 20640 h 115834"/>
                <a:gd name="connsiteX7" fmla="*/ 30645 w 30777"/>
                <a:gd name="connsiteY7" fmla="*/ 39800 h 115834"/>
                <a:gd name="connsiteX8" fmla="*/ 30645 w 30777"/>
                <a:gd name="connsiteY8" fmla="*/ 58961 h 115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7" h="115834">
                  <a:moveTo>
                    <a:pt x="30645" y="58981"/>
                  </a:moveTo>
                  <a:cubicBezTo>
                    <a:pt x="30645" y="74786"/>
                    <a:pt x="30382" y="90591"/>
                    <a:pt x="30766" y="106396"/>
                  </a:cubicBezTo>
                  <a:cubicBezTo>
                    <a:pt x="30928" y="113066"/>
                    <a:pt x="29412" y="115855"/>
                    <a:pt x="21934" y="115835"/>
                  </a:cubicBezTo>
                  <a:cubicBezTo>
                    <a:pt x="207" y="115794"/>
                    <a:pt x="186" y="116138"/>
                    <a:pt x="166" y="94229"/>
                  </a:cubicBezTo>
                  <a:cubicBezTo>
                    <a:pt x="166" y="66317"/>
                    <a:pt x="368" y="38406"/>
                    <a:pt x="4" y="10494"/>
                  </a:cubicBezTo>
                  <a:cubicBezTo>
                    <a:pt x="-97" y="2976"/>
                    <a:pt x="1480" y="-137"/>
                    <a:pt x="9888" y="5"/>
                  </a:cubicBezTo>
                  <a:cubicBezTo>
                    <a:pt x="30624" y="409"/>
                    <a:pt x="30624" y="-36"/>
                    <a:pt x="30645" y="20640"/>
                  </a:cubicBezTo>
                  <a:cubicBezTo>
                    <a:pt x="30645" y="27027"/>
                    <a:pt x="30645" y="33414"/>
                    <a:pt x="30645" y="39800"/>
                  </a:cubicBezTo>
                  <a:cubicBezTo>
                    <a:pt x="30645" y="46187"/>
                    <a:pt x="30645" y="52574"/>
                    <a:pt x="30645" y="58961"/>
                  </a:cubicBezTo>
                  <a:close/>
                </a:path>
              </a:pathLst>
            </a:custGeom>
            <a:solidFill>
              <a:srgbClr val="B6CBD5"/>
            </a:solidFill>
            <a:ln w="0" cap="flat">
              <a:noFill/>
              <a:prstDash val="solid"/>
              <a:miter/>
            </a:ln>
          </p:spPr>
          <p:txBody>
            <a:bodyPr rtlCol="0" anchor="ctr"/>
            <a:lstStyle/>
            <a:p>
              <a:endParaRPr lang="zh-CN" altLang="en-US" sz="650"/>
            </a:p>
          </p:txBody>
        </p:sp>
        <p:sp>
          <p:nvSpPr>
            <p:cNvPr id="10180" name="任意多边形: 形状 2101"/>
            <p:cNvSpPr/>
            <p:nvPr/>
          </p:nvSpPr>
          <p:spPr>
            <a:xfrm>
              <a:off x="1566168" y="3740718"/>
              <a:ext cx="20356" cy="59409"/>
            </a:xfrm>
            <a:custGeom>
              <a:avLst/>
              <a:gdLst>
                <a:gd name="connsiteX0" fmla="*/ 31010 w 31184"/>
                <a:gd name="connsiteY0" fmla="*/ 46545 h 93558"/>
                <a:gd name="connsiteX1" fmla="*/ 31171 w 31184"/>
                <a:gd name="connsiteY1" fmla="*/ 86867 h 93558"/>
                <a:gd name="connsiteX2" fmla="*/ 25229 w 31184"/>
                <a:gd name="connsiteY2" fmla="*/ 93172 h 93558"/>
                <a:gd name="connsiteX3" fmla="*/ 147 w 31184"/>
                <a:gd name="connsiteY3" fmla="*/ 70010 h 93558"/>
                <a:gd name="connsiteX4" fmla="*/ 6 w 31184"/>
                <a:gd name="connsiteY4" fmla="*/ 8528 h 93558"/>
                <a:gd name="connsiteX5" fmla="*/ 8697 w 31184"/>
                <a:gd name="connsiteY5" fmla="*/ 39 h 93558"/>
                <a:gd name="connsiteX6" fmla="*/ 31010 w 31184"/>
                <a:gd name="connsiteY6" fmla="*/ 21342 h 93558"/>
                <a:gd name="connsiteX7" fmla="*/ 31010 w 31184"/>
                <a:gd name="connsiteY7" fmla="*/ 46545 h 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84" h="93558">
                  <a:moveTo>
                    <a:pt x="31010" y="46545"/>
                  </a:moveTo>
                  <a:cubicBezTo>
                    <a:pt x="31010" y="59986"/>
                    <a:pt x="30727" y="73426"/>
                    <a:pt x="31171" y="86867"/>
                  </a:cubicBezTo>
                  <a:cubicBezTo>
                    <a:pt x="31333" y="91818"/>
                    <a:pt x="30040" y="92970"/>
                    <a:pt x="25229" y="93172"/>
                  </a:cubicBezTo>
                  <a:cubicBezTo>
                    <a:pt x="147" y="94324"/>
                    <a:pt x="147" y="94466"/>
                    <a:pt x="147" y="70010"/>
                  </a:cubicBezTo>
                  <a:cubicBezTo>
                    <a:pt x="147" y="49516"/>
                    <a:pt x="410" y="29022"/>
                    <a:pt x="6" y="8528"/>
                  </a:cubicBezTo>
                  <a:cubicBezTo>
                    <a:pt x="-136" y="1717"/>
                    <a:pt x="2270" y="100"/>
                    <a:pt x="8697" y="39"/>
                  </a:cubicBezTo>
                  <a:cubicBezTo>
                    <a:pt x="31010" y="-163"/>
                    <a:pt x="31010" y="-385"/>
                    <a:pt x="31010" y="21342"/>
                  </a:cubicBezTo>
                  <a:cubicBezTo>
                    <a:pt x="31010" y="29750"/>
                    <a:pt x="31010" y="38137"/>
                    <a:pt x="31010" y="46545"/>
                  </a:cubicBezTo>
                  <a:close/>
                </a:path>
              </a:pathLst>
            </a:custGeom>
            <a:solidFill>
              <a:srgbClr val="9BBCC8"/>
            </a:solidFill>
            <a:ln w="0" cap="flat">
              <a:noFill/>
              <a:prstDash val="solid"/>
              <a:miter/>
            </a:ln>
          </p:spPr>
          <p:txBody>
            <a:bodyPr rtlCol="0" anchor="ctr"/>
            <a:lstStyle/>
            <a:p>
              <a:endParaRPr lang="zh-CN" altLang="en-US" sz="650"/>
            </a:p>
          </p:txBody>
        </p:sp>
        <p:sp>
          <p:nvSpPr>
            <p:cNvPr id="10181" name="任意多边形: 形状 2102"/>
            <p:cNvSpPr/>
            <p:nvPr/>
          </p:nvSpPr>
          <p:spPr>
            <a:xfrm>
              <a:off x="1532053" y="3763955"/>
              <a:ext cx="21017" cy="35839"/>
            </a:xfrm>
            <a:custGeom>
              <a:avLst/>
              <a:gdLst>
                <a:gd name="connsiteX0" fmla="*/ 0 w 32196"/>
                <a:gd name="connsiteY0" fmla="*/ 28161 h 56440"/>
                <a:gd name="connsiteX1" fmla="*/ 0 w 32196"/>
                <a:gd name="connsiteY1" fmla="*/ 24139 h 56440"/>
                <a:gd name="connsiteX2" fmla="*/ 27507 w 32196"/>
                <a:gd name="connsiteY2" fmla="*/ 1583 h 56440"/>
                <a:gd name="connsiteX3" fmla="*/ 32176 w 32196"/>
                <a:gd name="connsiteY3" fmla="*/ 6717 h 56440"/>
                <a:gd name="connsiteX4" fmla="*/ 32197 w 32196"/>
                <a:gd name="connsiteY4" fmla="*/ 50939 h 56440"/>
                <a:gd name="connsiteX5" fmla="*/ 26861 w 32196"/>
                <a:gd name="connsiteY5" fmla="*/ 56396 h 56440"/>
                <a:gd name="connsiteX6" fmla="*/ 24860 w 32196"/>
                <a:gd name="connsiteY6" fmla="*/ 56396 h 56440"/>
                <a:gd name="connsiteX7" fmla="*/ 0 w 32196"/>
                <a:gd name="connsiteY7" fmla="*/ 28141 h 5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96" h="56440">
                  <a:moveTo>
                    <a:pt x="0" y="28161"/>
                  </a:moveTo>
                  <a:cubicBezTo>
                    <a:pt x="0" y="26827"/>
                    <a:pt x="0" y="25473"/>
                    <a:pt x="0" y="24139"/>
                  </a:cubicBezTo>
                  <a:cubicBezTo>
                    <a:pt x="0" y="532"/>
                    <a:pt x="3982" y="-2641"/>
                    <a:pt x="27507" y="1583"/>
                  </a:cubicBezTo>
                  <a:cubicBezTo>
                    <a:pt x="30862" y="2190"/>
                    <a:pt x="32176" y="3544"/>
                    <a:pt x="32176" y="6717"/>
                  </a:cubicBezTo>
                  <a:cubicBezTo>
                    <a:pt x="32176" y="21451"/>
                    <a:pt x="32136" y="36205"/>
                    <a:pt x="32197" y="50939"/>
                  </a:cubicBezTo>
                  <a:cubicBezTo>
                    <a:pt x="32197" y="54638"/>
                    <a:pt x="30721" y="56618"/>
                    <a:pt x="26861" y="56396"/>
                  </a:cubicBezTo>
                  <a:cubicBezTo>
                    <a:pt x="26194" y="56356"/>
                    <a:pt x="25527" y="56396"/>
                    <a:pt x="24860" y="56396"/>
                  </a:cubicBezTo>
                  <a:cubicBezTo>
                    <a:pt x="8287" y="57178"/>
                    <a:pt x="0" y="47760"/>
                    <a:pt x="0" y="28141"/>
                  </a:cubicBezTo>
                  <a:close/>
                </a:path>
              </a:pathLst>
            </a:custGeom>
            <a:solidFill>
              <a:srgbClr val="B3CAD4"/>
            </a:solidFill>
            <a:ln w="0" cap="flat">
              <a:noFill/>
              <a:prstDash val="solid"/>
              <a:miter/>
            </a:ln>
          </p:spPr>
          <p:txBody>
            <a:bodyPr rtlCol="0" anchor="ctr"/>
            <a:lstStyle/>
            <a:p>
              <a:endParaRPr lang="zh-CN" altLang="en-US" sz="650"/>
            </a:p>
          </p:txBody>
        </p:sp>
        <p:sp>
          <p:nvSpPr>
            <p:cNvPr id="10182" name="任意多边形: 形状 2103"/>
            <p:cNvSpPr/>
            <p:nvPr/>
          </p:nvSpPr>
          <p:spPr>
            <a:xfrm>
              <a:off x="474938" y="4495289"/>
              <a:ext cx="21212" cy="57157"/>
            </a:xfrm>
            <a:custGeom>
              <a:avLst/>
              <a:gdLst>
                <a:gd name="connsiteX0" fmla="*/ 23372 w 32495"/>
                <a:gd name="connsiteY0" fmla="*/ 58170 h 90012"/>
                <a:gd name="connsiteX1" fmla="*/ 32447 w 32495"/>
                <a:gd name="connsiteY1" fmla="*/ 73814 h 90012"/>
                <a:gd name="connsiteX2" fmla="*/ 20321 w 32495"/>
                <a:gd name="connsiteY2" fmla="*/ 89356 h 90012"/>
                <a:gd name="connsiteX3" fmla="*/ 3060 w 32495"/>
                <a:gd name="connsiteY3" fmla="*/ 82262 h 90012"/>
                <a:gd name="connsiteX4" fmla="*/ 4980 w 32495"/>
                <a:gd name="connsiteY4" fmla="*/ 61929 h 90012"/>
                <a:gd name="connsiteX5" fmla="*/ 10599 w 32495"/>
                <a:gd name="connsiteY5" fmla="*/ 45963 h 90012"/>
                <a:gd name="connsiteX6" fmla="*/ 10599 w 32495"/>
                <a:gd name="connsiteY6" fmla="*/ 8592 h 90012"/>
                <a:gd name="connsiteX7" fmla="*/ 18542 w 32495"/>
                <a:gd name="connsiteY7" fmla="*/ 245 h 90012"/>
                <a:gd name="connsiteX8" fmla="*/ 15753 w 32495"/>
                <a:gd name="connsiteY8" fmla="*/ 44811 h 90012"/>
                <a:gd name="connsiteX9" fmla="*/ 23393 w 32495"/>
                <a:gd name="connsiteY9" fmla="*/ 58150 h 9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495" h="90012">
                  <a:moveTo>
                    <a:pt x="23372" y="58170"/>
                  </a:moveTo>
                  <a:cubicBezTo>
                    <a:pt x="29496" y="61586"/>
                    <a:pt x="32953" y="66901"/>
                    <a:pt x="32447" y="73814"/>
                  </a:cubicBezTo>
                  <a:cubicBezTo>
                    <a:pt x="31902" y="81373"/>
                    <a:pt x="28344" y="87133"/>
                    <a:pt x="20321" y="89356"/>
                  </a:cubicBezTo>
                  <a:cubicBezTo>
                    <a:pt x="12600" y="91478"/>
                    <a:pt x="6961" y="88285"/>
                    <a:pt x="3060" y="82262"/>
                  </a:cubicBezTo>
                  <a:cubicBezTo>
                    <a:pt x="-1487" y="75269"/>
                    <a:pt x="-1063" y="67205"/>
                    <a:pt x="4980" y="61929"/>
                  </a:cubicBezTo>
                  <a:cubicBezTo>
                    <a:pt x="10478" y="57119"/>
                    <a:pt x="10680" y="52066"/>
                    <a:pt x="10599" y="45963"/>
                  </a:cubicBezTo>
                  <a:cubicBezTo>
                    <a:pt x="10417" y="33512"/>
                    <a:pt x="10538" y="21042"/>
                    <a:pt x="10599" y="8592"/>
                  </a:cubicBezTo>
                  <a:cubicBezTo>
                    <a:pt x="10599" y="3357"/>
                    <a:pt x="11549" y="-1109"/>
                    <a:pt x="18542" y="245"/>
                  </a:cubicBezTo>
                  <a:cubicBezTo>
                    <a:pt x="14156" y="14898"/>
                    <a:pt x="16278" y="29935"/>
                    <a:pt x="15753" y="44811"/>
                  </a:cubicBezTo>
                  <a:cubicBezTo>
                    <a:pt x="15531" y="51015"/>
                    <a:pt x="19734" y="54350"/>
                    <a:pt x="23393" y="58150"/>
                  </a:cubicBezTo>
                  <a:close/>
                </a:path>
              </a:pathLst>
            </a:custGeom>
            <a:solidFill>
              <a:srgbClr val="67A9BF"/>
            </a:solidFill>
            <a:ln w="0" cap="flat">
              <a:noFill/>
              <a:prstDash val="solid"/>
              <a:miter/>
            </a:ln>
          </p:spPr>
          <p:txBody>
            <a:bodyPr rtlCol="0" anchor="ctr"/>
            <a:lstStyle/>
            <a:p>
              <a:endParaRPr lang="zh-CN" altLang="en-US" sz="650"/>
            </a:p>
          </p:txBody>
        </p:sp>
        <p:sp>
          <p:nvSpPr>
            <p:cNvPr id="10183" name="任意多边形: 形状 2104"/>
            <p:cNvSpPr/>
            <p:nvPr/>
          </p:nvSpPr>
          <p:spPr>
            <a:xfrm>
              <a:off x="483075" y="4495458"/>
              <a:ext cx="7120" cy="36769"/>
            </a:xfrm>
            <a:custGeom>
              <a:avLst/>
              <a:gdLst>
                <a:gd name="connsiteX0" fmla="*/ 10908 w 10907"/>
                <a:gd name="connsiteY0" fmla="*/ 57905 h 57904"/>
                <a:gd name="connsiteX1" fmla="*/ 95 w 10907"/>
                <a:gd name="connsiteY1" fmla="*/ 44000 h 57904"/>
                <a:gd name="connsiteX2" fmla="*/ 176 w 10907"/>
                <a:gd name="connsiteY2" fmla="*/ 11702 h 57904"/>
                <a:gd name="connsiteX3" fmla="*/ 6057 w 10907"/>
                <a:gd name="connsiteY3" fmla="*/ 0 h 57904"/>
                <a:gd name="connsiteX4" fmla="*/ 10382 w 10907"/>
                <a:gd name="connsiteY4" fmla="*/ 11480 h 57904"/>
                <a:gd name="connsiteX5" fmla="*/ 10908 w 10907"/>
                <a:gd name="connsiteY5" fmla="*/ 57905 h 5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7" h="57904">
                  <a:moveTo>
                    <a:pt x="10908" y="57905"/>
                  </a:moveTo>
                  <a:cubicBezTo>
                    <a:pt x="2197" y="57238"/>
                    <a:pt x="-572" y="52650"/>
                    <a:pt x="95" y="44000"/>
                  </a:cubicBezTo>
                  <a:cubicBezTo>
                    <a:pt x="903" y="33288"/>
                    <a:pt x="600" y="22455"/>
                    <a:pt x="176" y="11702"/>
                  </a:cubicBezTo>
                  <a:cubicBezTo>
                    <a:pt x="-47" y="6366"/>
                    <a:pt x="1591" y="2648"/>
                    <a:pt x="6057" y="0"/>
                  </a:cubicBezTo>
                  <a:cubicBezTo>
                    <a:pt x="10827" y="2587"/>
                    <a:pt x="10342" y="7134"/>
                    <a:pt x="10382" y="11480"/>
                  </a:cubicBezTo>
                  <a:cubicBezTo>
                    <a:pt x="10564" y="26962"/>
                    <a:pt x="10726" y="42423"/>
                    <a:pt x="10908" y="57905"/>
                  </a:cubicBezTo>
                  <a:close/>
                </a:path>
              </a:pathLst>
            </a:custGeom>
            <a:solidFill>
              <a:srgbClr val="90C3D0"/>
            </a:solidFill>
            <a:ln w="0" cap="flat">
              <a:noFill/>
              <a:prstDash val="solid"/>
              <a:miter/>
            </a:ln>
          </p:spPr>
          <p:txBody>
            <a:bodyPr rtlCol="0" anchor="ctr"/>
            <a:lstStyle/>
            <a:p>
              <a:endParaRPr lang="zh-CN" altLang="en-US" sz="650"/>
            </a:p>
          </p:txBody>
        </p:sp>
        <p:sp>
          <p:nvSpPr>
            <p:cNvPr id="10184" name="任意多边形: 形状 2105"/>
            <p:cNvSpPr/>
            <p:nvPr/>
          </p:nvSpPr>
          <p:spPr>
            <a:xfrm>
              <a:off x="537849" y="4539715"/>
              <a:ext cx="16653" cy="6090"/>
            </a:xfrm>
            <a:custGeom>
              <a:avLst/>
              <a:gdLst>
                <a:gd name="connsiteX0" fmla="*/ 12695 w 25510"/>
                <a:gd name="connsiteY0" fmla="*/ 9591 h 9591"/>
                <a:gd name="connsiteX1" fmla="*/ 3 w 25510"/>
                <a:gd name="connsiteY1" fmla="*/ 4579 h 9591"/>
                <a:gd name="connsiteX2" fmla="*/ 12473 w 25510"/>
                <a:gd name="connsiteY2" fmla="*/ 900 h 9591"/>
                <a:gd name="connsiteX3" fmla="*/ 25509 w 25510"/>
                <a:gd name="connsiteY3" fmla="*/ 4801 h 9591"/>
                <a:gd name="connsiteX4" fmla="*/ 12716 w 25510"/>
                <a:gd name="connsiteY4" fmla="*/ 9591 h 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10" h="9591">
                  <a:moveTo>
                    <a:pt x="12695" y="9591"/>
                  </a:moveTo>
                  <a:cubicBezTo>
                    <a:pt x="8370" y="7328"/>
                    <a:pt x="-179" y="13027"/>
                    <a:pt x="3" y="4579"/>
                  </a:cubicBezTo>
                  <a:cubicBezTo>
                    <a:pt x="144" y="-2192"/>
                    <a:pt x="8108" y="658"/>
                    <a:pt x="12473" y="900"/>
                  </a:cubicBezTo>
                  <a:cubicBezTo>
                    <a:pt x="17021" y="1143"/>
                    <a:pt x="25388" y="-3041"/>
                    <a:pt x="25509" y="4801"/>
                  </a:cubicBezTo>
                  <a:cubicBezTo>
                    <a:pt x="25631" y="13067"/>
                    <a:pt x="16960" y="7186"/>
                    <a:pt x="12716" y="9591"/>
                  </a:cubicBezTo>
                  <a:close/>
                </a:path>
              </a:pathLst>
            </a:custGeom>
            <a:solidFill>
              <a:srgbClr val="559EB7"/>
            </a:solidFill>
            <a:ln w="0" cap="flat">
              <a:noFill/>
              <a:prstDash val="solid"/>
              <a:miter/>
            </a:ln>
          </p:spPr>
          <p:txBody>
            <a:bodyPr rtlCol="0" anchor="ctr"/>
            <a:lstStyle/>
            <a:p>
              <a:endParaRPr lang="zh-CN" altLang="en-US" sz="650"/>
            </a:p>
          </p:txBody>
        </p:sp>
        <p:sp>
          <p:nvSpPr>
            <p:cNvPr id="10185" name="任意多边形: 形状 2106"/>
            <p:cNvSpPr/>
            <p:nvPr/>
          </p:nvSpPr>
          <p:spPr>
            <a:xfrm>
              <a:off x="417854" y="4539581"/>
              <a:ext cx="16480" cy="6034"/>
            </a:xfrm>
            <a:custGeom>
              <a:avLst/>
              <a:gdLst>
                <a:gd name="connsiteX0" fmla="*/ 12875 w 25245"/>
                <a:gd name="connsiteY0" fmla="*/ 0 h 9503"/>
                <a:gd name="connsiteX1" fmla="*/ 25245 w 25245"/>
                <a:gd name="connsiteY1" fmla="*/ 4265 h 9503"/>
                <a:gd name="connsiteX2" fmla="*/ 12471 w 25245"/>
                <a:gd name="connsiteY2" fmla="*/ 8691 h 9503"/>
                <a:gd name="connsiteX3" fmla="*/ 1 w 25245"/>
                <a:gd name="connsiteY3" fmla="*/ 5053 h 9503"/>
                <a:gd name="connsiteX4" fmla="*/ 12875 w 25245"/>
                <a:gd name="connsiteY4" fmla="*/ 20 h 9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5" h="9503">
                  <a:moveTo>
                    <a:pt x="12875" y="0"/>
                  </a:moveTo>
                  <a:cubicBezTo>
                    <a:pt x="17120" y="1799"/>
                    <a:pt x="25144" y="-2830"/>
                    <a:pt x="25245" y="4265"/>
                  </a:cubicBezTo>
                  <a:cubicBezTo>
                    <a:pt x="25366" y="12511"/>
                    <a:pt x="16978" y="8509"/>
                    <a:pt x="12471" y="8691"/>
                  </a:cubicBezTo>
                  <a:cubicBezTo>
                    <a:pt x="8126" y="8873"/>
                    <a:pt x="82" y="11864"/>
                    <a:pt x="1" y="5053"/>
                  </a:cubicBezTo>
                  <a:cubicBezTo>
                    <a:pt x="-100" y="-2991"/>
                    <a:pt x="8409" y="1920"/>
                    <a:pt x="12875" y="20"/>
                  </a:cubicBezTo>
                  <a:close/>
                </a:path>
              </a:pathLst>
            </a:custGeom>
            <a:solidFill>
              <a:srgbClr val="559DB7"/>
            </a:solidFill>
            <a:ln w="0" cap="flat">
              <a:noFill/>
              <a:prstDash val="solid"/>
              <a:miter/>
            </a:ln>
          </p:spPr>
          <p:txBody>
            <a:bodyPr rtlCol="0" anchor="ctr"/>
            <a:lstStyle/>
            <a:p>
              <a:endParaRPr lang="zh-CN" altLang="en-US" sz="650"/>
            </a:p>
          </p:txBody>
        </p:sp>
        <p:sp>
          <p:nvSpPr>
            <p:cNvPr id="10186" name="任意多边形: 形状 2107"/>
            <p:cNvSpPr/>
            <p:nvPr/>
          </p:nvSpPr>
          <p:spPr>
            <a:xfrm>
              <a:off x="483200" y="4593433"/>
              <a:ext cx="5427" cy="16051"/>
            </a:xfrm>
            <a:custGeom>
              <a:avLst/>
              <a:gdLst>
                <a:gd name="connsiteX0" fmla="*/ 8271 w 8314"/>
                <a:gd name="connsiteY0" fmla="*/ 13216 h 25278"/>
                <a:gd name="connsiteX1" fmla="*/ 8271 w 8314"/>
                <a:gd name="connsiteY1" fmla="*/ 20249 h 25278"/>
                <a:gd name="connsiteX2" fmla="*/ 3562 w 8314"/>
                <a:gd name="connsiteY2" fmla="*/ 25262 h 25278"/>
                <a:gd name="connsiteX3" fmla="*/ 25 w 8314"/>
                <a:gd name="connsiteY3" fmla="*/ 20209 h 25278"/>
                <a:gd name="connsiteX4" fmla="*/ 4 w 8314"/>
                <a:gd name="connsiteY4" fmla="*/ 6122 h 25278"/>
                <a:gd name="connsiteX5" fmla="*/ 3582 w 8314"/>
                <a:gd name="connsiteY5" fmla="*/ 18 h 25278"/>
                <a:gd name="connsiteX6" fmla="*/ 8311 w 8314"/>
                <a:gd name="connsiteY6" fmla="*/ 6162 h 25278"/>
                <a:gd name="connsiteX7" fmla="*/ 8311 w 8314"/>
                <a:gd name="connsiteY7" fmla="*/ 13196 h 2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4" h="25278">
                  <a:moveTo>
                    <a:pt x="8271" y="13216"/>
                  </a:moveTo>
                  <a:cubicBezTo>
                    <a:pt x="8271" y="15560"/>
                    <a:pt x="8251" y="17905"/>
                    <a:pt x="8271" y="20249"/>
                  </a:cubicBezTo>
                  <a:cubicBezTo>
                    <a:pt x="8291" y="23423"/>
                    <a:pt x="7038" y="25484"/>
                    <a:pt x="3562" y="25262"/>
                  </a:cubicBezTo>
                  <a:cubicBezTo>
                    <a:pt x="429" y="25060"/>
                    <a:pt x="25" y="22715"/>
                    <a:pt x="25" y="20209"/>
                  </a:cubicBezTo>
                  <a:cubicBezTo>
                    <a:pt x="25" y="15520"/>
                    <a:pt x="45" y="10811"/>
                    <a:pt x="4" y="6122"/>
                  </a:cubicBezTo>
                  <a:cubicBezTo>
                    <a:pt x="-36" y="3312"/>
                    <a:pt x="126" y="240"/>
                    <a:pt x="3582" y="18"/>
                  </a:cubicBezTo>
                  <a:cubicBezTo>
                    <a:pt x="7584" y="-265"/>
                    <a:pt x="8372" y="2827"/>
                    <a:pt x="8311" y="6162"/>
                  </a:cubicBezTo>
                  <a:cubicBezTo>
                    <a:pt x="8271" y="8507"/>
                    <a:pt x="8311" y="10851"/>
                    <a:pt x="8311" y="13196"/>
                  </a:cubicBezTo>
                  <a:close/>
                </a:path>
              </a:pathLst>
            </a:custGeom>
            <a:solidFill>
              <a:srgbClr val="569DB7"/>
            </a:solidFill>
            <a:ln w="0" cap="flat">
              <a:noFill/>
              <a:prstDash val="solid"/>
              <a:miter/>
            </a:ln>
          </p:spPr>
          <p:txBody>
            <a:bodyPr rtlCol="0" anchor="ctr"/>
            <a:lstStyle/>
            <a:p>
              <a:endParaRPr lang="zh-CN" altLang="en-US" sz="650"/>
            </a:p>
          </p:txBody>
        </p:sp>
        <p:sp>
          <p:nvSpPr>
            <p:cNvPr id="10187" name="任意多边形: 形状 2108"/>
            <p:cNvSpPr/>
            <p:nvPr/>
          </p:nvSpPr>
          <p:spPr>
            <a:xfrm>
              <a:off x="439586" y="4578491"/>
              <a:ext cx="11140" cy="13735"/>
            </a:xfrm>
            <a:custGeom>
              <a:avLst/>
              <a:gdLst>
                <a:gd name="connsiteX0" fmla="*/ 3939 w 17066"/>
                <a:gd name="connsiteY0" fmla="*/ 21630 h 21630"/>
                <a:gd name="connsiteX1" fmla="*/ 524 w 17066"/>
                <a:gd name="connsiteY1" fmla="*/ 16011 h 21630"/>
                <a:gd name="connsiteX2" fmla="*/ 10690 w 17066"/>
                <a:gd name="connsiteY2" fmla="*/ 1379 h 21630"/>
                <a:gd name="connsiteX3" fmla="*/ 16935 w 17066"/>
                <a:gd name="connsiteY3" fmla="*/ 3096 h 21630"/>
                <a:gd name="connsiteX4" fmla="*/ 3919 w 17066"/>
                <a:gd name="connsiteY4" fmla="*/ 21630 h 21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66" h="21630">
                  <a:moveTo>
                    <a:pt x="3939" y="21630"/>
                  </a:moveTo>
                  <a:cubicBezTo>
                    <a:pt x="1110" y="20923"/>
                    <a:pt x="-1033" y="18801"/>
                    <a:pt x="524" y="16011"/>
                  </a:cubicBezTo>
                  <a:cubicBezTo>
                    <a:pt x="3414" y="10857"/>
                    <a:pt x="6850" y="5886"/>
                    <a:pt x="10690" y="1379"/>
                  </a:cubicBezTo>
                  <a:cubicBezTo>
                    <a:pt x="12873" y="-1188"/>
                    <a:pt x="15621" y="85"/>
                    <a:pt x="16935" y="3096"/>
                  </a:cubicBezTo>
                  <a:cubicBezTo>
                    <a:pt x="18370" y="6350"/>
                    <a:pt x="7699" y="21671"/>
                    <a:pt x="3919" y="21630"/>
                  </a:cubicBezTo>
                  <a:close/>
                </a:path>
              </a:pathLst>
            </a:custGeom>
            <a:solidFill>
              <a:srgbClr val="5DA2BA"/>
            </a:solidFill>
            <a:ln w="0" cap="flat">
              <a:noFill/>
              <a:prstDash val="solid"/>
              <a:miter/>
            </a:ln>
          </p:spPr>
          <p:txBody>
            <a:bodyPr rtlCol="0" anchor="ctr"/>
            <a:lstStyle/>
            <a:p>
              <a:endParaRPr lang="zh-CN" altLang="en-US" sz="650"/>
            </a:p>
          </p:txBody>
        </p:sp>
        <p:sp>
          <p:nvSpPr>
            <p:cNvPr id="10188" name="任意多边形: 形状 2109"/>
            <p:cNvSpPr/>
            <p:nvPr/>
          </p:nvSpPr>
          <p:spPr>
            <a:xfrm>
              <a:off x="521447" y="4578968"/>
              <a:ext cx="11548" cy="13758"/>
            </a:xfrm>
            <a:custGeom>
              <a:avLst/>
              <a:gdLst>
                <a:gd name="connsiteX0" fmla="*/ 4008 w 17690"/>
                <a:gd name="connsiteY0" fmla="*/ 20 h 21667"/>
                <a:gd name="connsiteX1" fmla="*/ 17550 w 17690"/>
                <a:gd name="connsiteY1" fmla="*/ 18433 h 21667"/>
                <a:gd name="connsiteX2" fmla="*/ 11163 w 17690"/>
                <a:gd name="connsiteY2" fmla="*/ 20393 h 21667"/>
                <a:gd name="connsiteX3" fmla="*/ 532 w 17690"/>
                <a:gd name="connsiteY3" fmla="*/ 5861 h 21667"/>
                <a:gd name="connsiteX4" fmla="*/ 4008 w 17690"/>
                <a:gd name="connsiteY4" fmla="*/ 0 h 2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90" h="21667">
                  <a:moveTo>
                    <a:pt x="4008" y="20"/>
                  </a:moveTo>
                  <a:cubicBezTo>
                    <a:pt x="7606" y="-182"/>
                    <a:pt x="19086" y="15340"/>
                    <a:pt x="17550" y="18433"/>
                  </a:cubicBezTo>
                  <a:cubicBezTo>
                    <a:pt x="16276" y="20999"/>
                    <a:pt x="13588" y="23122"/>
                    <a:pt x="11163" y="20393"/>
                  </a:cubicBezTo>
                  <a:cubicBezTo>
                    <a:pt x="7181" y="15926"/>
                    <a:pt x="3564" y="11035"/>
                    <a:pt x="532" y="5861"/>
                  </a:cubicBezTo>
                  <a:cubicBezTo>
                    <a:pt x="-1065" y="3133"/>
                    <a:pt x="1179" y="889"/>
                    <a:pt x="4008" y="0"/>
                  </a:cubicBezTo>
                  <a:close/>
                </a:path>
              </a:pathLst>
            </a:custGeom>
            <a:solidFill>
              <a:srgbClr val="5CA1B9"/>
            </a:solidFill>
            <a:ln w="0" cap="flat">
              <a:noFill/>
              <a:prstDash val="solid"/>
              <a:miter/>
            </a:ln>
          </p:spPr>
          <p:txBody>
            <a:bodyPr rtlCol="0" anchor="ctr"/>
            <a:lstStyle/>
            <a:p>
              <a:endParaRPr lang="zh-CN" altLang="en-US" sz="650"/>
            </a:p>
          </p:txBody>
        </p:sp>
        <p:sp>
          <p:nvSpPr>
            <p:cNvPr id="10189" name="任意多边形: 形状 2110"/>
            <p:cNvSpPr/>
            <p:nvPr/>
          </p:nvSpPr>
          <p:spPr>
            <a:xfrm>
              <a:off x="439189" y="4491323"/>
              <a:ext cx="11131" cy="12862"/>
            </a:xfrm>
            <a:custGeom>
              <a:avLst/>
              <a:gdLst>
                <a:gd name="connsiteX0" fmla="*/ 13340 w 17051"/>
                <a:gd name="connsiteY0" fmla="*/ 20256 h 20256"/>
                <a:gd name="connsiteX1" fmla="*/ 102 w 17051"/>
                <a:gd name="connsiteY1" fmla="*/ 2693 h 20256"/>
                <a:gd name="connsiteX2" fmla="*/ 4912 w 17051"/>
                <a:gd name="connsiteY2" fmla="*/ 126 h 20256"/>
                <a:gd name="connsiteX3" fmla="*/ 17039 w 17051"/>
                <a:gd name="connsiteY3" fmla="*/ 16598 h 20256"/>
                <a:gd name="connsiteX4" fmla="*/ 13340 w 17051"/>
                <a:gd name="connsiteY4" fmla="*/ 20256 h 20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51" h="20256">
                  <a:moveTo>
                    <a:pt x="13340" y="20256"/>
                  </a:moveTo>
                  <a:cubicBezTo>
                    <a:pt x="9520" y="20317"/>
                    <a:pt x="-1151" y="5805"/>
                    <a:pt x="102" y="2693"/>
                  </a:cubicBezTo>
                  <a:cubicBezTo>
                    <a:pt x="951" y="571"/>
                    <a:pt x="2608" y="-359"/>
                    <a:pt x="4912" y="126"/>
                  </a:cubicBezTo>
                  <a:cubicBezTo>
                    <a:pt x="7560" y="672"/>
                    <a:pt x="17463" y="14112"/>
                    <a:pt x="17039" y="16598"/>
                  </a:cubicBezTo>
                  <a:cubicBezTo>
                    <a:pt x="16655" y="18862"/>
                    <a:pt x="15260" y="20095"/>
                    <a:pt x="13340" y="20256"/>
                  </a:cubicBezTo>
                  <a:close/>
                </a:path>
              </a:pathLst>
            </a:custGeom>
            <a:solidFill>
              <a:srgbClr val="5AA0B8"/>
            </a:solidFill>
            <a:ln w="0" cap="flat">
              <a:noFill/>
              <a:prstDash val="solid"/>
              <a:miter/>
            </a:ln>
          </p:spPr>
          <p:txBody>
            <a:bodyPr rtlCol="0" anchor="ctr"/>
            <a:lstStyle/>
            <a:p>
              <a:endParaRPr lang="zh-CN" altLang="en-US" sz="650"/>
            </a:p>
          </p:txBody>
        </p:sp>
        <p:sp>
          <p:nvSpPr>
            <p:cNvPr id="10190" name="任意多边形: 形状 2111"/>
            <p:cNvSpPr/>
            <p:nvPr/>
          </p:nvSpPr>
          <p:spPr>
            <a:xfrm>
              <a:off x="521813" y="4491130"/>
              <a:ext cx="11671" cy="13276"/>
            </a:xfrm>
            <a:custGeom>
              <a:avLst/>
              <a:gdLst>
                <a:gd name="connsiteX0" fmla="*/ 17858 w 17878"/>
                <a:gd name="connsiteY0" fmla="*/ 5845 h 20908"/>
                <a:gd name="connsiteX1" fmla="*/ 6641 w 17878"/>
                <a:gd name="connsiteY1" fmla="*/ 20033 h 20908"/>
                <a:gd name="connsiteX2" fmla="*/ 2033 w 17878"/>
                <a:gd name="connsiteY2" fmla="*/ 19953 h 20908"/>
                <a:gd name="connsiteX3" fmla="*/ 335 w 17878"/>
                <a:gd name="connsiteY3" fmla="*/ 15708 h 20908"/>
                <a:gd name="connsiteX4" fmla="*/ 11937 w 17878"/>
                <a:gd name="connsiteY4" fmla="*/ 812 h 20908"/>
                <a:gd name="connsiteX5" fmla="*/ 17879 w 17878"/>
                <a:gd name="connsiteY5" fmla="*/ 5825 h 2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78" h="20908">
                  <a:moveTo>
                    <a:pt x="17858" y="5845"/>
                  </a:moveTo>
                  <a:cubicBezTo>
                    <a:pt x="14463" y="10170"/>
                    <a:pt x="10704" y="15223"/>
                    <a:pt x="6641" y="20033"/>
                  </a:cubicBezTo>
                  <a:cubicBezTo>
                    <a:pt x="5509" y="21367"/>
                    <a:pt x="3428" y="21044"/>
                    <a:pt x="2033" y="19953"/>
                  </a:cubicBezTo>
                  <a:cubicBezTo>
                    <a:pt x="740" y="18942"/>
                    <a:pt x="-655" y="17466"/>
                    <a:pt x="335" y="15708"/>
                  </a:cubicBezTo>
                  <a:cubicBezTo>
                    <a:pt x="3468" y="10190"/>
                    <a:pt x="6702" y="4471"/>
                    <a:pt x="11937" y="812"/>
                  </a:cubicBezTo>
                  <a:cubicBezTo>
                    <a:pt x="14827" y="-1209"/>
                    <a:pt x="17737" y="570"/>
                    <a:pt x="17879" y="5825"/>
                  </a:cubicBezTo>
                  <a:close/>
                </a:path>
              </a:pathLst>
            </a:custGeom>
            <a:solidFill>
              <a:srgbClr val="59A0B9"/>
            </a:solidFill>
            <a:ln w="0" cap="flat">
              <a:noFill/>
              <a:prstDash val="solid"/>
              <a:miter/>
            </a:ln>
          </p:spPr>
          <p:txBody>
            <a:bodyPr rtlCol="0" anchor="ctr"/>
            <a:lstStyle/>
            <a:p>
              <a:endParaRPr lang="zh-CN" altLang="en-US" sz="650"/>
            </a:p>
          </p:txBody>
        </p:sp>
        <p:sp>
          <p:nvSpPr>
            <p:cNvPr id="10191" name="任意多边形: 形状 2112"/>
            <p:cNvSpPr/>
            <p:nvPr/>
          </p:nvSpPr>
          <p:spPr>
            <a:xfrm>
              <a:off x="483011" y="4470886"/>
              <a:ext cx="5698" cy="14579"/>
            </a:xfrm>
            <a:custGeom>
              <a:avLst/>
              <a:gdLst>
                <a:gd name="connsiteX0" fmla="*/ 92 w 8729"/>
                <a:gd name="connsiteY0" fmla="*/ 11653 h 22959"/>
                <a:gd name="connsiteX1" fmla="*/ 112 w 8729"/>
                <a:gd name="connsiteY1" fmla="*/ 6115 h 22959"/>
                <a:gd name="connsiteX2" fmla="*/ 3669 w 8729"/>
                <a:gd name="connsiteY2" fmla="*/ 12 h 22959"/>
                <a:gd name="connsiteX3" fmla="*/ 8500 w 8729"/>
                <a:gd name="connsiteY3" fmla="*/ 6115 h 22959"/>
                <a:gd name="connsiteX4" fmla="*/ 8500 w 8729"/>
                <a:gd name="connsiteY4" fmla="*/ 11128 h 22959"/>
                <a:gd name="connsiteX5" fmla="*/ 3811 w 8729"/>
                <a:gd name="connsiteY5" fmla="*/ 22951 h 22959"/>
                <a:gd name="connsiteX6" fmla="*/ 72 w 8729"/>
                <a:gd name="connsiteY6" fmla="*/ 11653 h 2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9" h="22959">
                  <a:moveTo>
                    <a:pt x="92" y="11653"/>
                  </a:moveTo>
                  <a:cubicBezTo>
                    <a:pt x="92" y="9470"/>
                    <a:pt x="-9" y="7793"/>
                    <a:pt x="112" y="6115"/>
                  </a:cubicBezTo>
                  <a:cubicBezTo>
                    <a:pt x="294" y="3508"/>
                    <a:pt x="-90" y="234"/>
                    <a:pt x="3669" y="12"/>
                  </a:cubicBezTo>
                  <a:cubicBezTo>
                    <a:pt x="7712" y="-211"/>
                    <a:pt x="8480" y="2801"/>
                    <a:pt x="8500" y="6115"/>
                  </a:cubicBezTo>
                  <a:cubicBezTo>
                    <a:pt x="8500" y="7793"/>
                    <a:pt x="8803" y="9511"/>
                    <a:pt x="8500" y="11128"/>
                  </a:cubicBezTo>
                  <a:cubicBezTo>
                    <a:pt x="7691" y="15493"/>
                    <a:pt x="11451" y="23254"/>
                    <a:pt x="3811" y="22951"/>
                  </a:cubicBezTo>
                  <a:cubicBezTo>
                    <a:pt x="-2394" y="22709"/>
                    <a:pt x="1103" y="15291"/>
                    <a:pt x="72" y="11653"/>
                  </a:cubicBezTo>
                  <a:close/>
                </a:path>
              </a:pathLst>
            </a:custGeom>
            <a:solidFill>
              <a:srgbClr val="559DB7"/>
            </a:solidFill>
            <a:ln w="0" cap="flat">
              <a:noFill/>
              <a:prstDash val="solid"/>
              <a:miter/>
            </a:ln>
          </p:spPr>
          <p:txBody>
            <a:bodyPr rtlCol="0" anchor="ctr"/>
            <a:lstStyle/>
            <a:p>
              <a:endParaRPr lang="zh-CN" altLang="en-US" sz="650"/>
            </a:p>
          </p:txBody>
        </p:sp>
        <p:sp>
          <p:nvSpPr>
            <p:cNvPr id="10192" name="任意多边形: 形状 2113"/>
            <p:cNvSpPr/>
            <p:nvPr/>
          </p:nvSpPr>
          <p:spPr>
            <a:xfrm>
              <a:off x="1431631" y="3673909"/>
              <a:ext cx="77550" cy="59188"/>
            </a:xfrm>
            <a:custGeom>
              <a:avLst/>
              <a:gdLst>
                <a:gd name="connsiteX0" fmla="*/ 50 w 118798"/>
                <a:gd name="connsiteY0" fmla="*/ 42495 h 93210"/>
                <a:gd name="connsiteX1" fmla="*/ 5022 w 118798"/>
                <a:gd name="connsiteY1" fmla="*/ 33319 h 93210"/>
                <a:gd name="connsiteX2" fmla="*/ 17189 w 118798"/>
                <a:gd name="connsiteY2" fmla="*/ 35340 h 93210"/>
                <a:gd name="connsiteX3" fmla="*/ 41604 w 118798"/>
                <a:gd name="connsiteY3" fmla="*/ 59392 h 93210"/>
                <a:gd name="connsiteX4" fmla="*/ 53630 w 118798"/>
                <a:gd name="connsiteY4" fmla="*/ 58543 h 93210"/>
                <a:gd name="connsiteX5" fmla="*/ 99145 w 118798"/>
                <a:gd name="connsiteY5" fmla="*/ 6014 h 93210"/>
                <a:gd name="connsiteX6" fmla="*/ 114647 w 118798"/>
                <a:gd name="connsiteY6" fmla="*/ 2558 h 93210"/>
                <a:gd name="connsiteX7" fmla="*/ 114890 w 118798"/>
                <a:gd name="connsiteY7" fmla="*/ 19475 h 93210"/>
                <a:gd name="connsiteX8" fmla="*/ 59047 w 118798"/>
                <a:gd name="connsiteY8" fmla="*/ 85646 h 93210"/>
                <a:gd name="connsiteX9" fmla="*/ 38734 w 118798"/>
                <a:gd name="connsiteY9" fmla="*/ 86535 h 93210"/>
                <a:gd name="connsiteX10" fmla="*/ 4719 w 118798"/>
                <a:gd name="connsiteY10" fmla="*/ 52075 h 93210"/>
                <a:gd name="connsiteX11" fmla="*/ 50 w 118798"/>
                <a:gd name="connsiteY11" fmla="*/ 42515 h 9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8" h="93210">
                  <a:moveTo>
                    <a:pt x="50" y="42495"/>
                  </a:moveTo>
                  <a:cubicBezTo>
                    <a:pt x="-334" y="38332"/>
                    <a:pt x="1505" y="35118"/>
                    <a:pt x="5022" y="33319"/>
                  </a:cubicBezTo>
                  <a:cubicBezTo>
                    <a:pt x="9367" y="31096"/>
                    <a:pt x="13794" y="32167"/>
                    <a:pt x="17189" y="35340"/>
                  </a:cubicBezTo>
                  <a:cubicBezTo>
                    <a:pt x="25536" y="43142"/>
                    <a:pt x="34066" y="50842"/>
                    <a:pt x="41604" y="59392"/>
                  </a:cubicBezTo>
                  <a:cubicBezTo>
                    <a:pt x="46839" y="65334"/>
                    <a:pt x="49365" y="63596"/>
                    <a:pt x="53630" y="58543"/>
                  </a:cubicBezTo>
                  <a:cubicBezTo>
                    <a:pt x="68546" y="40818"/>
                    <a:pt x="83825" y="23396"/>
                    <a:pt x="99145" y="6014"/>
                  </a:cubicBezTo>
                  <a:cubicBezTo>
                    <a:pt x="103289" y="1305"/>
                    <a:pt x="108301" y="-2859"/>
                    <a:pt x="114647" y="2558"/>
                  </a:cubicBezTo>
                  <a:cubicBezTo>
                    <a:pt x="120852" y="7853"/>
                    <a:pt x="119397" y="14058"/>
                    <a:pt x="114890" y="19475"/>
                  </a:cubicBezTo>
                  <a:cubicBezTo>
                    <a:pt x="96417" y="41646"/>
                    <a:pt x="77924" y="63798"/>
                    <a:pt x="59047" y="85646"/>
                  </a:cubicBezTo>
                  <a:cubicBezTo>
                    <a:pt x="50416" y="95651"/>
                    <a:pt x="47748" y="95509"/>
                    <a:pt x="38734" y="86535"/>
                  </a:cubicBezTo>
                  <a:cubicBezTo>
                    <a:pt x="27295" y="75156"/>
                    <a:pt x="16078" y="63535"/>
                    <a:pt x="4719" y="52075"/>
                  </a:cubicBezTo>
                  <a:cubicBezTo>
                    <a:pt x="2051" y="49387"/>
                    <a:pt x="-374" y="46659"/>
                    <a:pt x="50" y="42515"/>
                  </a:cubicBezTo>
                  <a:close/>
                </a:path>
              </a:pathLst>
            </a:custGeom>
            <a:solidFill>
              <a:srgbClr val="FDFDFC"/>
            </a:solidFill>
            <a:ln w="0" cap="flat">
              <a:noFill/>
              <a:prstDash val="solid"/>
              <a:miter/>
            </a:ln>
          </p:spPr>
          <p:txBody>
            <a:bodyPr rtlCol="0" anchor="ctr"/>
            <a:lstStyle/>
            <a:p>
              <a:endParaRPr lang="zh-CN" altLang="en-US" sz="650"/>
            </a:p>
          </p:txBody>
        </p:sp>
        <p:sp>
          <p:nvSpPr>
            <p:cNvPr id="238" name="sketched-down-arrow_37340"/>
            <p:cNvSpPr/>
            <p:nvPr/>
          </p:nvSpPr>
          <p:spPr>
            <a:xfrm>
              <a:off x="2330726" y="1779073"/>
              <a:ext cx="185093" cy="315978"/>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0" name="sketched-down-arrow_37340"/>
            <p:cNvSpPr/>
            <p:nvPr/>
          </p:nvSpPr>
          <p:spPr>
            <a:xfrm rot="1800000">
              <a:off x="2074371" y="2589414"/>
              <a:ext cx="185093" cy="307496"/>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4" name="sketched-down-arrow_37340"/>
            <p:cNvSpPr/>
            <p:nvPr/>
          </p:nvSpPr>
          <p:spPr>
            <a:xfrm rot="19800000">
              <a:off x="1262963" y="2625327"/>
              <a:ext cx="185093" cy="279741"/>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5" name="sketched-down-arrow_37340"/>
            <p:cNvSpPr/>
            <p:nvPr/>
          </p:nvSpPr>
          <p:spPr>
            <a:xfrm rot="7200000">
              <a:off x="1191881" y="2964603"/>
              <a:ext cx="180048" cy="430015"/>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6" name="sketched-down-arrow_37340"/>
            <p:cNvSpPr/>
            <p:nvPr/>
          </p:nvSpPr>
          <p:spPr>
            <a:xfrm>
              <a:off x="588510" y="3199633"/>
              <a:ext cx="185093" cy="315978"/>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7" name="sketched-down-arrow_37340"/>
            <p:cNvSpPr/>
            <p:nvPr/>
          </p:nvSpPr>
          <p:spPr>
            <a:xfrm rot="16200000">
              <a:off x="1869081" y="3926111"/>
              <a:ext cx="180048" cy="505820"/>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grpSp>
          <p:nvGrpSpPr>
            <p:cNvPr id="248" name="组合 247"/>
            <p:cNvGrpSpPr/>
            <p:nvPr/>
          </p:nvGrpSpPr>
          <p:grpSpPr>
            <a:xfrm>
              <a:off x="2135175" y="3899688"/>
              <a:ext cx="891528" cy="859983"/>
              <a:chOff x="2776004" y="4500124"/>
              <a:chExt cx="1365727" cy="1354317"/>
            </a:xfrm>
          </p:grpSpPr>
          <p:grpSp>
            <p:nvGrpSpPr>
              <p:cNvPr id="257" name="组合 256"/>
              <p:cNvGrpSpPr/>
              <p:nvPr/>
            </p:nvGrpSpPr>
            <p:grpSpPr>
              <a:xfrm>
                <a:off x="2776004" y="4500124"/>
                <a:ext cx="801687" cy="1329463"/>
                <a:chOff x="2278697" y="4076636"/>
                <a:chExt cx="801687" cy="1329463"/>
              </a:xfrm>
            </p:grpSpPr>
            <p:grpSp>
              <p:nvGrpSpPr>
                <p:cNvPr id="1531" name="组合 1530"/>
                <p:cNvGrpSpPr/>
                <p:nvPr/>
              </p:nvGrpSpPr>
              <p:grpSpPr>
                <a:xfrm>
                  <a:off x="2431571" y="4246880"/>
                  <a:ext cx="477044" cy="1159219"/>
                  <a:chOff x="4153825" y="6632304"/>
                  <a:chExt cx="477044" cy="1159219"/>
                </a:xfrm>
              </p:grpSpPr>
              <p:sp>
                <p:nvSpPr>
                  <p:cNvPr id="1533" name="Freeform 18"/>
                  <p:cNvSpPr/>
                  <p:nvPr/>
                </p:nvSpPr>
                <p:spPr bwMode="auto">
                  <a:xfrm>
                    <a:off x="4237672" y="6876732"/>
                    <a:ext cx="363538" cy="84138"/>
                  </a:xfrm>
                  <a:custGeom>
                    <a:avLst/>
                    <a:gdLst>
                      <a:gd name="T0" fmla="*/ 206 w 260"/>
                      <a:gd name="T1" fmla="*/ 49 h 60"/>
                      <a:gd name="T2" fmla="*/ 130 w 260"/>
                      <a:gd name="T3" fmla="*/ 60 h 60"/>
                      <a:gd name="T4" fmla="*/ 62 w 260"/>
                      <a:gd name="T5" fmla="*/ 51 h 60"/>
                      <a:gd name="T6" fmla="*/ 29 w 260"/>
                      <a:gd name="T7" fmla="*/ 47 h 60"/>
                      <a:gd name="T8" fmla="*/ 1 w 260"/>
                      <a:gd name="T9" fmla="*/ 25 h 60"/>
                      <a:gd name="T10" fmla="*/ 27 w 260"/>
                      <a:gd name="T11" fmla="*/ 2 h 60"/>
                      <a:gd name="T12" fmla="*/ 99 w 260"/>
                      <a:gd name="T13" fmla="*/ 15 h 60"/>
                      <a:gd name="T14" fmla="*/ 144 w 260"/>
                      <a:gd name="T15" fmla="*/ 14 h 60"/>
                      <a:gd name="T16" fmla="*/ 237 w 260"/>
                      <a:gd name="T17" fmla="*/ 3 h 60"/>
                      <a:gd name="T18" fmla="*/ 260 w 260"/>
                      <a:gd name="T19" fmla="*/ 23 h 60"/>
                      <a:gd name="T20" fmla="*/ 240 w 260"/>
                      <a:gd name="T21" fmla="*/ 49 h 60"/>
                      <a:gd name="T22" fmla="*/ 206 w 260"/>
                      <a:gd name="T23"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0" h="60">
                        <a:moveTo>
                          <a:pt x="206" y="49"/>
                        </a:moveTo>
                        <a:cubicBezTo>
                          <a:pt x="179" y="42"/>
                          <a:pt x="156" y="60"/>
                          <a:pt x="130" y="60"/>
                        </a:cubicBezTo>
                        <a:cubicBezTo>
                          <a:pt x="107" y="60"/>
                          <a:pt x="84" y="57"/>
                          <a:pt x="62" y="51"/>
                        </a:cubicBezTo>
                        <a:cubicBezTo>
                          <a:pt x="51" y="47"/>
                          <a:pt x="40" y="46"/>
                          <a:pt x="29" y="47"/>
                        </a:cubicBezTo>
                        <a:cubicBezTo>
                          <a:pt x="14" y="48"/>
                          <a:pt x="0" y="38"/>
                          <a:pt x="1" y="25"/>
                        </a:cubicBezTo>
                        <a:cubicBezTo>
                          <a:pt x="2" y="10"/>
                          <a:pt x="10" y="3"/>
                          <a:pt x="27" y="2"/>
                        </a:cubicBezTo>
                        <a:cubicBezTo>
                          <a:pt x="53" y="0"/>
                          <a:pt x="76" y="9"/>
                          <a:pt x="99" y="15"/>
                        </a:cubicBezTo>
                        <a:cubicBezTo>
                          <a:pt x="115" y="19"/>
                          <a:pt x="130" y="20"/>
                          <a:pt x="144" y="14"/>
                        </a:cubicBezTo>
                        <a:cubicBezTo>
                          <a:pt x="174" y="0"/>
                          <a:pt x="206" y="10"/>
                          <a:pt x="237" y="3"/>
                        </a:cubicBezTo>
                        <a:cubicBezTo>
                          <a:pt x="247" y="1"/>
                          <a:pt x="259" y="9"/>
                          <a:pt x="260" y="23"/>
                        </a:cubicBezTo>
                        <a:cubicBezTo>
                          <a:pt x="260" y="37"/>
                          <a:pt x="253" y="47"/>
                          <a:pt x="240" y="49"/>
                        </a:cubicBezTo>
                        <a:cubicBezTo>
                          <a:pt x="229" y="51"/>
                          <a:pt x="217" y="49"/>
                          <a:pt x="206" y="49"/>
                        </a:cubicBezTo>
                        <a:close/>
                      </a:path>
                    </a:pathLst>
                  </a:custGeom>
                  <a:solidFill>
                    <a:srgbClr val="CBE6E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534" name="Freeform 104"/>
                  <p:cNvSpPr/>
                  <p:nvPr/>
                </p:nvSpPr>
                <p:spPr bwMode="auto">
                  <a:xfrm>
                    <a:off x="4405947" y="6775132"/>
                    <a:ext cx="58738" cy="66675"/>
                  </a:xfrm>
                  <a:custGeom>
                    <a:avLst/>
                    <a:gdLst>
                      <a:gd name="T0" fmla="*/ 42 w 42"/>
                      <a:gd name="T1" fmla="*/ 31 h 48"/>
                      <a:gd name="T2" fmla="*/ 12 w 42"/>
                      <a:gd name="T3" fmla="*/ 42 h 48"/>
                      <a:gd name="T4" fmla="*/ 5 w 42"/>
                      <a:gd name="T5" fmla="*/ 13 h 48"/>
                      <a:gd name="T6" fmla="*/ 28 w 42"/>
                      <a:gd name="T7" fmla="*/ 3 h 48"/>
                      <a:gd name="T8" fmla="*/ 40 w 42"/>
                      <a:gd name="T9" fmla="*/ 20 h 48"/>
                      <a:gd name="T10" fmla="*/ 29 w 42"/>
                      <a:gd name="T11" fmla="*/ 26 h 48"/>
                      <a:gd name="T12" fmla="*/ 12 w 42"/>
                      <a:gd name="T13" fmla="*/ 29 h 48"/>
                      <a:gd name="T14" fmla="*/ 15 w 42"/>
                      <a:gd name="T15" fmla="*/ 35 h 48"/>
                      <a:gd name="T16" fmla="*/ 33 w 42"/>
                      <a:gd name="T17" fmla="*/ 33 h 48"/>
                      <a:gd name="T18" fmla="*/ 42 w 42"/>
                      <a:gd name="T19"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42" y="31"/>
                        </a:moveTo>
                        <a:cubicBezTo>
                          <a:pt x="33" y="46"/>
                          <a:pt x="23" y="48"/>
                          <a:pt x="12" y="42"/>
                        </a:cubicBezTo>
                        <a:cubicBezTo>
                          <a:pt x="0" y="35"/>
                          <a:pt x="0" y="23"/>
                          <a:pt x="5" y="13"/>
                        </a:cubicBezTo>
                        <a:cubicBezTo>
                          <a:pt x="9" y="3"/>
                          <a:pt x="19" y="0"/>
                          <a:pt x="28" y="3"/>
                        </a:cubicBezTo>
                        <a:cubicBezTo>
                          <a:pt x="36" y="6"/>
                          <a:pt x="41" y="12"/>
                          <a:pt x="40" y="20"/>
                        </a:cubicBezTo>
                        <a:cubicBezTo>
                          <a:pt x="40" y="28"/>
                          <a:pt x="33" y="25"/>
                          <a:pt x="29" y="26"/>
                        </a:cubicBezTo>
                        <a:cubicBezTo>
                          <a:pt x="23" y="27"/>
                          <a:pt x="17" y="23"/>
                          <a:pt x="12" y="29"/>
                        </a:cubicBezTo>
                        <a:cubicBezTo>
                          <a:pt x="10" y="32"/>
                          <a:pt x="13" y="34"/>
                          <a:pt x="15" y="35"/>
                        </a:cubicBezTo>
                        <a:cubicBezTo>
                          <a:pt x="22" y="41"/>
                          <a:pt x="27" y="37"/>
                          <a:pt x="33" y="33"/>
                        </a:cubicBezTo>
                        <a:cubicBezTo>
                          <a:pt x="34" y="32"/>
                          <a:pt x="36" y="32"/>
                          <a:pt x="42" y="31"/>
                        </a:cubicBezTo>
                        <a:close/>
                      </a:path>
                    </a:pathLst>
                  </a:custGeom>
                  <a:solidFill>
                    <a:srgbClr val="3433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535" name="Freeform 108"/>
                  <p:cNvSpPr/>
                  <p:nvPr/>
                </p:nvSpPr>
                <p:spPr bwMode="auto">
                  <a:xfrm>
                    <a:off x="4163060" y="6773545"/>
                    <a:ext cx="60325" cy="68263"/>
                  </a:xfrm>
                  <a:custGeom>
                    <a:avLst/>
                    <a:gdLst>
                      <a:gd name="T0" fmla="*/ 42 w 43"/>
                      <a:gd name="T1" fmla="*/ 32 h 49"/>
                      <a:gd name="T2" fmla="*/ 12 w 43"/>
                      <a:gd name="T3" fmla="*/ 43 h 49"/>
                      <a:gd name="T4" fmla="*/ 6 w 43"/>
                      <a:gd name="T5" fmla="*/ 13 h 49"/>
                      <a:gd name="T6" fmla="*/ 33 w 43"/>
                      <a:gd name="T7" fmla="*/ 6 h 49"/>
                      <a:gd name="T8" fmla="*/ 42 w 43"/>
                      <a:gd name="T9" fmla="*/ 22 h 49"/>
                      <a:gd name="T10" fmla="*/ 28 w 43"/>
                      <a:gd name="T11" fmla="*/ 27 h 49"/>
                      <a:gd name="T12" fmla="*/ 12 w 43"/>
                      <a:gd name="T13" fmla="*/ 28 h 49"/>
                      <a:gd name="T14" fmla="*/ 42 w 43"/>
                      <a:gd name="T15" fmla="*/ 32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9">
                        <a:moveTo>
                          <a:pt x="42" y="32"/>
                        </a:moveTo>
                        <a:cubicBezTo>
                          <a:pt x="34" y="48"/>
                          <a:pt x="23" y="49"/>
                          <a:pt x="12" y="43"/>
                        </a:cubicBezTo>
                        <a:cubicBezTo>
                          <a:pt x="1" y="36"/>
                          <a:pt x="0" y="24"/>
                          <a:pt x="6" y="13"/>
                        </a:cubicBezTo>
                        <a:cubicBezTo>
                          <a:pt x="12" y="3"/>
                          <a:pt x="22" y="0"/>
                          <a:pt x="33" y="6"/>
                        </a:cubicBezTo>
                        <a:cubicBezTo>
                          <a:pt x="39" y="9"/>
                          <a:pt x="43" y="15"/>
                          <a:pt x="42" y="22"/>
                        </a:cubicBezTo>
                        <a:cubicBezTo>
                          <a:pt x="40" y="30"/>
                          <a:pt x="33" y="27"/>
                          <a:pt x="28" y="27"/>
                        </a:cubicBezTo>
                        <a:cubicBezTo>
                          <a:pt x="23" y="28"/>
                          <a:pt x="18" y="28"/>
                          <a:pt x="12" y="28"/>
                        </a:cubicBezTo>
                        <a:cubicBezTo>
                          <a:pt x="19" y="48"/>
                          <a:pt x="30" y="34"/>
                          <a:pt x="42" y="32"/>
                        </a:cubicBezTo>
                        <a:close/>
                      </a:path>
                    </a:pathLst>
                  </a:custGeom>
                  <a:solidFill>
                    <a:srgbClr val="3937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9982" name="Freeform 125"/>
                  <p:cNvSpPr/>
                  <p:nvPr/>
                </p:nvSpPr>
                <p:spPr bwMode="auto">
                  <a:xfrm>
                    <a:off x="4231322" y="6771957"/>
                    <a:ext cx="61913" cy="71438"/>
                  </a:xfrm>
                  <a:custGeom>
                    <a:avLst/>
                    <a:gdLst>
                      <a:gd name="T0" fmla="*/ 4 w 44"/>
                      <a:gd name="T1" fmla="*/ 51 h 51"/>
                      <a:gd name="T2" fmla="*/ 3 w 44"/>
                      <a:gd name="T3" fmla="*/ 6 h 51"/>
                      <a:gd name="T4" fmla="*/ 31 w 44"/>
                      <a:gd name="T5" fmla="*/ 7 h 51"/>
                      <a:gd name="T6" fmla="*/ 39 w 44"/>
                      <a:gd name="T7" fmla="*/ 49 h 51"/>
                      <a:gd name="T8" fmla="*/ 29 w 44"/>
                      <a:gd name="T9" fmla="*/ 25 h 51"/>
                      <a:gd name="T10" fmla="*/ 20 w 44"/>
                      <a:gd name="T11" fmla="*/ 12 h 51"/>
                      <a:gd name="T12" fmla="*/ 10 w 44"/>
                      <a:gd name="T13" fmla="*/ 24 h 51"/>
                      <a:gd name="T14" fmla="*/ 4 w 44"/>
                      <a:gd name="T15" fmla="*/ 51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1">
                        <a:moveTo>
                          <a:pt x="4" y="51"/>
                        </a:moveTo>
                        <a:cubicBezTo>
                          <a:pt x="0" y="33"/>
                          <a:pt x="0" y="19"/>
                          <a:pt x="3" y="6"/>
                        </a:cubicBezTo>
                        <a:cubicBezTo>
                          <a:pt x="12" y="9"/>
                          <a:pt x="22" y="0"/>
                          <a:pt x="31" y="7"/>
                        </a:cubicBezTo>
                        <a:cubicBezTo>
                          <a:pt x="44" y="18"/>
                          <a:pt x="34" y="33"/>
                          <a:pt x="39" y="49"/>
                        </a:cubicBezTo>
                        <a:cubicBezTo>
                          <a:pt x="24" y="41"/>
                          <a:pt x="30" y="32"/>
                          <a:pt x="29" y="25"/>
                        </a:cubicBezTo>
                        <a:cubicBezTo>
                          <a:pt x="28" y="18"/>
                          <a:pt x="28" y="12"/>
                          <a:pt x="20" y="12"/>
                        </a:cubicBezTo>
                        <a:cubicBezTo>
                          <a:pt x="13" y="12"/>
                          <a:pt x="10" y="17"/>
                          <a:pt x="10" y="24"/>
                        </a:cubicBezTo>
                        <a:cubicBezTo>
                          <a:pt x="9" y="32"/>
                          <a:pt x="12" y="40"/>
                          <a:pt x="4" y="51"/>
                        </a:cubicBezTo>
                        <a:close/>
                      </a:path>
                    </a:pathLst>
                  </a:custGeom>
                  <a:solidFill>
                    <a:srgbClr val="3432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9983" name="Freeform 146"/>
                  <p:cNvSpPr/>
                  <p:nvPr/>
                </p:nvSpPr>
                <p:spPr bwMode="auto">
                  <a:xfrm>
                    <a:off x="4350385" y="6752907"/>
                    <a:ext cx="44450" cy="85725"/>
                  </a:xfrm>
                  <a:custGeom>
                    <a:avLst/>
                    <a:gdLst>
                      <a:gd name="T0" fmla="*/ 5 w 32"/>
                      <a:gd name="T1" fmla="*/ 60 h 61"/>
                      <a:gd name="T2" fmla="*/ 1 w 32"/>
                      <a:gd name="T3" fmla="*/ 19 h 61"/>
                      <a:gd name="T4" fmla="*/ 32 w 32"/>
                      <a:gd name="T5" fmla="*/ 4 h 61"/>
                      <a:gd name="T6" fmla="*/ 10 w 32"/>
                      <a:gd name="T7" fmla="*/ 61 h 61"/>
                      <a:gd name="T8" fmla="*/ 5 w 32"/>
                      <a:gd name="T9" fmla="*/ 60 h 61"/>
                    </a:gdLst>
                    <a:ahLst/>
                    <a:cxnLst>
                      <a:cxn ang="0">
                        <a:pos x="T0" y="T1"/>
                      </a:cxn>
                      <a:cxn ang="0">
                        <a:pos x="T2" y="T3"/>
                      </a:cxn>
                      <a:cxn ang="0">
                        <a:pos x="T4" y="T5"/>
                      </a:cxn>
                      <a:cxn ang="0">
                        <a:pos x="T6" y="T7"/>
                      </a:cxn>
                      <a:cxn ang="0">
                        <a:pos x="T8" y="T9"/>
                      </a:cxn>
                    </a:cxnLst>
                    <a:rect l="0" t="0" r="r" b="b"/>
                    <a:pathLst>
                      <a:path w="32" h="61">
                        <a:moveTo>
                          <a:pt x="5" y="60"/>
                        </a:moveTo>
                        <a:cubicBezTo>
                          <a:pt x="4" y="47"/>
                          <a:pt x="0" y="32"/>
                          <a:pt x="1" y="19"/>
                        </a:cubicBezTo>
                        <a:cubicBezTo>
                          <a:pt x="3" y="0"/>
                          <a:pt x="18" y="0"/>
                          <a:pt x="32" y="4"/>
                        </a:cubicBezTo>
                        <a:cubicBezTo>
                          <a:pt x="2" y="14"/>
                          <a:pt x="16" y="41"/>
                          <a:pt x="10" y="61"/>
                        </a:cubicBezTo>
                        <a:cubicBezTo>
                          <a:pt x="9" y="61"/>
                          <a:pt x="7" y="60"/>
                          <a:pt x="5" y="60"/>
                        </a:cubicBezTo>
                        <a:close/>
                      </a:path>
                    </a:pathLst>
                  </a:custGeom>
                  <a:solidFill>
                    <a:srgbClr val="3332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2" name="Freeform 160"/>
                  <p:cNvSpPr/>
                  <p:nvPr/>
                </p:nvSpPr>
                <p:spPr bwMode="auto">
                  <a:xfrm>
                    <a:off x="4286885" y="6762432"/>
                    <a:ext cx="33338" cy="73025"/>
                  </a:xfrm>
                  <a:custGeom>
                    <a:avLst/>
                    <a:gdLst>
                      <a:gd name="T0" fmla="*/ 24 w 24"/>
                      <a:gd name="T1" fmla="*/ 52 h 52"/>
                      <a:gd name="T2" fmla="*/ 12 w 24"/>
                      <a:gd name="T3" fmla="*/ 0 h 52"/>
                      <a:gd name="T4" fmla="*/ 17 w 24"/>
                      <a:gd name="T5" fmla="*/ 24 h 52"/>
                      <a:gd name="T6" fmla="*/ 24 w 24"/>
                      <a:gd name="T7" fmla="*/ 52 h 52"/>
                    </a:gdLst>
                    <a:ahLst/>
                    <a:cxnLst>
                      <a:cxn ang="0">
                        <a:pos x="T0" y="T1"/>
                      </a:cxn>
                      <a:cxn ang="0">
                        <a:pos x="T2" y="T3"/>
                      </a:cxn>
                      <a:cxn ang="0">
                        <a:pos x="T4" y="T5"/>
                      </a:cxn>
                      <a:cxn ang="0">
                        <a:pos x="T6" y="T7"/>
                      </a:cxn>
                    </a:cxnLst>
                    <a:rect l="0" t="0" r="r" b="b"/>
                    <a:pathLst>
                      <a:path w="24" h="52">
                        <a:moveTo>
                          <a:pt x="24" y="52"/>
                        </a:moveTo>
                        <a:cubicBezTo>
                          <a:pt x="7" y="52"/>
                          <a:pt x="0" y="23"/>
                          <a:pt x="12" y="0"/>
                        </a:cubicBezTo>
                        <a:cubicBezTo>
                          <a:pt x="20" y="12"/>
                          <a:pt x="19" y="12"/>
                          <a:pt x="17" y="24"/>
                        </a:cubicBezTo>
                        <a:cubicBezTo>
                          <a:pt x="16" y="34"/>
                          <a:pt x="15" y="44"/>
                          <a:pt x="24" y="52"/>
                        </a:cubicBezTo>
                        <a:close/>
                      </a:path>
                    </a:pathLst>
                  </a:custGeom>
                  <a:solidFill>
                    <a:srgbClr val="3B393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3" name="Freeform 189"/>
                  <p:cNvSpPr/>
                  <p:nvPr/>
                </p:nvSpPr>
                <p:spPr bwMode="auto">
                  <a:xfrm>
                    <a:off x="4326572" y="6779895"/>
                    <a:ext cx="14288" cy="55563"/>
                  </a:xfrm>
                  <a:custGeom>
                    <a:avLst/>
                    <a:gdLst>
                      <a:gd name="T0" fmla="*/ 5 w 10"/>
                      <a:gd name="T1" fmla="*/ 39 h 39"/>
                      <a:gd name="T2" fmla="*/ 5 w 10"/>
                      <a:gd name="T3" fmla="*/ 0 h 39"/>
                      <a:gd name="T4" fmla="*/ 5 w 10"/>
                      <a:gd name="T5" fmla="*/ 39 h 39"/>
                    </a:gdLst>
                    <a:ahLst/>
                    <a:cxnLst>
                      <a:cxn ang="0">
                        <a:pos x="T0" y="T1"/>
                      </a:cxn>
                      <a:cxn ang="0">
                        <a:pos x="T2" y="T3"/>
                      </a:cxn>
                      <a:cxn ang="0">
                        <a:pos x="T4" y="T5"/>
                      </a:cxn>
                    </a:cxnLst>
                    <a:rect l="0" t="0" r="r" b="b"/>
                    <a:pathLst>
                      <a:path w="10" h="39">
                        <a:moveTo>
                          <a:pt x="5" y="39"/>
                        </a:moveTo>
                        <a:cubicBezTo>
                          <a:pt x="0" y="26"/>
                          <a:pt x="1" y="13"/>
                          <a:pt x="5" y="0"/>
                        </a:cubicBezTo>
                        <a:cubicBezTo>
                          <a:pt x="9" y="13"/>
                          <a:pt x="10" y="26"/>
                          <a:pt x="5" y="39"/>
                        </a:cubicBezTo>
                        <a:close/>
                      </a:path>
                    </a:pathLst>
                  </a:custGeom>
                  <a:solidFill>
                    <a:srgbClr val="0B09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4" name="Freeform 200"/>
                  <p:cNvSpPr/>
                  <p:nvPr/>
                </p:nvSpPr>
                <p:spPr bwMode="auto">
                  <a:xfrm>
                    <a:off x="4388485" y="6779895"/>
                    <a:ext cx="6350" cy="55563"/>
                  </a:xfrm>
                  <a:custGeom>
                    <a:avLst/>
                    <a:gdLst>
                      <a:gd name="T0" fmla="*/ 0 w 4"/>
                      <a:gd name="T1" fmla="*/ 39 h 39"/>
                      <a:gd name="T2" fmla="*/ 0 w 4"/>
                      <a:gd name="T3" fmla="*/ 0 h 39"/>
                      <a:gd name="T4" fmla="*/ 4 w 4"/>
                      <a:gd name="T5" fmla="*/ 0 h 39"/>
                      <a:gd name="T6" fmla="*/ 4 w 4"/>
                      <a:gd name="T7" fmla="*/ 39 h 39"/>
                      <a:gd name="T8" fmla="*/ 0 w 4"/>
                      <a:gd name="T9" fmla="*/ 39 h 39"/>
                    </a:gdLst>
                    <a:ahLst/>
                    <a:cxnLst>
                      <a:cxn ang="0">
                        <a:pos x="T0" y="T1"/>
                      </a:cxn>
                      <a:cxn ang="0">
                        <a:pos x="T2" y="T3"/>
                      </a:cxn>
                      <a:cxn ang="0">
                        <a:pos x="T4" y="T5"/>
                      </a:cxn>
                      <a:cxn ang="0">
                        <a:pos x="T6" y="T7"/>
                      </a:cxn>
                      <a:cxn ang="0">
                        <a:pos x="T8" y="T9"/>
                      </a:cxn>
                    </a:cxnLst>
                    <a:rect l="0" t="0" r="r" b="b"/>
                    <a:pathLst>
                      <a:path w="4" h="39">
                        <a:moveTo>
                          <a:pt x="0" y="39"/>
                        </a:moveTo>
                        <a:cubicBezTo>
                          <a:pt x="0" y="26"/>
                          <a:pt x="0" y="13"/>
                          <a:pt x="0" y="0"/>
                        </a:cubicBezTo>
                        <a:cubicBezTo>
                          <a:pt x="1" y="0"/>
                          <a:pt x="2" y="0"/>
                          <a:pt x="4" y="0"/>
                        </a:cubicBezTo>
                        <a:cubicBezTo>
                          <a:pt x="4" y="13"/>
                          <a:pt x="4" y="26"/>
                          <a:pt x="4" y="39"/>
                        </a:cubicBezTo>
                        <a:cubicBezTo>
                          <a:pt x="2" y="39"/>
                          <a:pt x="1" y="39"/>
                          <a:pt x="0" y="39"/>
                        </a:cubicBezTo>
                        <a:close/>
                      </a:path>
                    </a:pathLst>
                  </a:custGeom>
                  <a:solidFill>
                    <a:srgbClr val="08050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5" name="Freeform 283"/>
                  <p:cNvSpPr/>
                  <p:nvPr/>
                </p:nvSpPr>
                <p:spPr bwMode="auto">
                  <a:xfrm>
                    <a:off x="4418648" y="6784657"/>
                    <a:ext cx="34925" cy="15875"/>
                  </a:xfrm>
                  <a:custGeom>
                    <a:avLst/>
                    <a:gdLst>
                      <a:gd name="T0" fmla="*/ 26 w 26"/>
                      <a:gd name="T1" fmla="*/ 11 h 11"/>
                      <a:gd name="T2" fmla="*/ 0 w 26"/>
                      <a:gd name="T3" fmla="*/ 11 h 11"/>
                      <a:gd name="T4" fmla="*/ 26 w 26"/>
                      <a:gd name="T5" fmla="*/ 11 h 11"/>
                    </a:gdLst>
                    <a:ahLst/>
                    <a:cxnLst>
                      <a:cxn ang="0">
                        <a:pos x="T0" y="T1"/>
                      </a:cxn>
                      <a:cxn ang="0">
                        <a:pos x="T2" y="T3"/>
                      </a:cxn>
                      <a:cxn ang="0">
                        <a:pos x="T4" y="T5"/>
                      </a:cxn>
                    </a:cxnLst>
                    <a:rect l="0" t="0" r="r" b="b"/>
                    <a:pathLst>
                      <a:path w="26" h="11">
                        <a:moveTo>
                          <a:pt x="26" y="11"/>
                        </a:moveTo>
                        <a:cubicBezTo>
                          <a:pt x="16" y="11"/>
                          <a:pt x="10" y="11"/>
                          <a:pt x="0" y="11"/>
                        </a:cubicBezTo>
                        <a:cubicBezTo>
                          <a:pt x="9" y="1"/>
                          <a:pt x="15" y="0"/>
                          <a:pt x="26" y="11"/>
                        </a:cubicBezTo>
                        <a:close/>
                      </a:path>
                    </a:pathLst>
                  </a:custGeom>
                  <a:solidFill>
                    <a:srgbClr val="E7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6" name="Freeform 286"/>
                  <p:cNvSpPr/>
                  <p:nvPr/>
                </p:nvSpPr>
                <p:spPr bwMode="auto">
                  <a:xfrm>
                    <a:off x="4180523" y="6784657"/>
                    <a:ext cx="31750" cy="15875"/>
                  </a:xfrm>
                  <a:custGeom>
                    <a:avLst/>
                    <a:gdLst>
                      <a:gd name="T0" fmla="*/ 23 w 23"/>
                      <a:gd name="T1" fmla="*/ 11 h 11"/>
                      <a:gd name="T2" fmla="*/ 0 w 23"/>
                      <a:gd name="T3" fmla="*/ 11 h 11"/>
                      <a:gd name="T4" fmla="*/ 23 w 23"/>
                      <a:gd name="T5" fmla="*/ 11 h 11"/>
                    </a:gdLst>
                    <a:ahLst/>
                    <a:cxnLst>
                      <a:cxn ang="0">
                        <a:pos x="T0" y="T1"/>
                      </a:cxn>
                      <a:cxn ang="0">
                        <a:pos x="T2" y="T3"/>
                      </a:cxn>
                      <a:cxn ang="0">
                        <a:pos x="T4" y="T5"/>
                      </a:cxn>
                    </a:cxnLst>
                    <a:rect l="0" t="0" r="r" b="b"/>
                    <a:pathLst>
                      <a:path w="23" h="11">
                        <a:moveTo>
                          <a:pt x="23" y="11"/>
                        </a:moveTo>
                        <a:cubicBezTo>
                          <a:pt x="13" y="11"/>
                          <a:pt x="6" y="11"/>
                          <a:pt x="0" y="11"/>
                        </a:cubicBezTo>
                        <a:cubicBezTo>
                          <a:pt x="8" y="0"/>
                          <a:pt x="8" y="0"/>
                          <a:pt x="23" y="11"/>
                        </a:cubicBezTo>
                        <a:close/>
                      </a:path>
                    </a:pathLst>
                  </a:custGeom>
                  <a:solidFill>
                    <a:srgbClr val="D0CDC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7" name="任意多边形: 形状 687"/>
                  <p:cNvSpPr/>
                  <p:nvPr/>
                </p:nvSpPr>
                <p:spPr>
                  <a:xfrm>
                    <a:off x="4193969" y="6632304"/>
                    <a:ext cx="427457" cy="165361"/>
                  </a:xfrm>
                  <a:custGeom>
                    <a:avLst/>
                    <a:gdLst>
                      <a:gd name="connsiteX0" fmla="*/ 57640 w 1446038"/>
                      <a:gd name="connsiteY0" fmla="*/ 264558 h 559397"/>
                      <a:gd name="connsiteX1" fmla="*/ 5252 w 1446038"/>
                      <a:gd name="connsiteY1" fmla="*/ 93298 h 559397"/>
                      <a:gd name="connsiteX2" fmla="*/ 44590 w 1446038"/>
                      <a:gd name="connsiteY2" fmla="*/ 2049 h 559397"/>
                      <a:gd name="connsiteX3" fmla="*/ 122219 w 1446038"/>
                      <a:gd name="connsiteY3" fmla="*/ 58913 h 559397"/>
                      <a:gd name="connsiteX4" fmla="*/ 163272 w 1446038"/>
                      <a:gd name="connsiteY4" fmla="*/ 208932 h 559397"/>
                      <a:gd name="connsiteX5" fmla="*/ 194324 w 1446038"/>
                      <a:gd name="connsiteY5" fmla="*/ 268558 h 559397"/>
                      <a:gd name="connsiteX6" fmla="*/ 226232 w 1446038"/>
                      <a:gd name="connsiteY6" fmla="*/ 347235 h 559397"/>
                      <a:gd name="connsiteX7" fmla="*/ 238424 w 1446038"/>
                      <a:gd name="connsiteY7" fmla="*/ 365237 h 559397"/>
                      <a:gd name="connsiteX8" fmla="*/ 249664 w 1446038"/>
                      <a:gd name="connsiteY8" fmla="*/ 347901 h 559397"/>
                      <a:gd name="connsiteX9" fmla="*/ 256141 w 1446038"/>
                      <a:gd name="connsiteY9" fmla="*/ 325994 h 559397"/>
                      <a:gd name="connsiteX10" fmla="*/ 273000 w 1446038"/>
                      <a:gd name="connsiteY10" fmla="*/ 260557 h 559397"/>
                      <a:gd name="connsiteX11" fmla="*/ 303861 w 1446038"/>
                      <a:gd name="connsiteY11" fmla="*/ 189691 h 559397"/>
                      <a:gd name="connsiteX12" fmla="*/ 341866 w 1446038"/>
                      <a:gd name="connsiteY12" fmla="*/ 87678 h 559397"/>
                      <a:gd name="connsiteX13" fmla="*/ 437021 w 1446038"/>
                      <a:gd name="connsiteY13" fmla="*/ 7383 h 559397"/>
                      <a:gd name="connsiteX14" fmla="*/ 532271 w 1446038"/>
                      <a:gd name="connsiteY14" fmla="*/ 87869 h 559397"/>
                      <a:gd name="connsiteX15" fmla="*/ 607042 w 1446038"/>
                      <a:gd name="connsiteY15" fmla="*/ 332661 h 559397"/>
                      <a:gd name="connsiteX16" fmla="*/ 622758 w 1446038"/>
                      <a:gd name="connsiteY16" fmla="*/ 383906 h 559397"/>
                      <a:gd name="connsiteX17" fmla="*/ 664573 w 1446038"/>
                      <a:gd name="connsiteY17" fmla="*/ 259128 h 559397"/>
                      <a:gd name="connsiteX18" fmla="*/ 718675 w 1446038"/>
                      <a:gd name="connsiteY18" fmla="*/ 87393 h 559397"/>
                      <a:gd name="connsiteX19" fmla="*/ 814115 w 1446038"/>
                      <a:gd name="connsiteY19" fmla="*/ 7192 h 559397"/>
                      <a:gd name="connsiteX20" fmla="*/ 909270 w 1446038"/>
                      <a:gd name="connsiteY20" fmla="*/ 87678 h 559397"/>
                      <a:gd name="connsiteX21" fmla="*/ 952609 w 1446038"/>
                      <a:gd name="connsiteY21" fmla="*/ 207217 h 559397"/>
                      <a:gd name="connsiteX22" fmla="*/ 975469 w 1446038"/>
                      <a:gd name="connsiteY22" fmla="*/ 258843 h 559397"/>
                      <a:gd name="connsiteX23" fmla="*/ 998138 w 1446038"/>
                      <a:gd name="connsiteY23" fmla="*/ 337805 h 559397"/>
                      <a:gd name="connsiteX24" fmla="*/ 1002139 w 1446038"/>
                      <a:gd name="connsiteY24" fmla="*/ 370285 h 559397"/>
                      <a:gd name="connsiteX25" fmla="*/ 1004234 w 1446038"/>
                      <a:gd name="connsiteY25" fmla="*/ 369618 h 559397"/>
                      <a:gd name="connsiteX26" fmla="*/ 1010140 w 1446038"/>
                      <a:gd name="connsiteY26" fmla="*/ 328375 h 559397"/>
                      <a:gd name="connsiteX27" fmla="*/ 1026618 w 1446038"/>
                      <a:gd name="connsiteY27" fmla="*/ 261891 h 559397"/>
                      <a:gd name="connsiteX28" fmla="*/ 1056622 w 1446038"/>
                      <a:gd name="connsiteY28" fmla="*/ 189501 h 559397"/>
                      <a:gd name="connsiteX29" fmla="*/ 1093769 w 1446038"/>
                      <a:gd name="connsiteY29" fmla="*/ 92822 h 559397"/>
                      <a:gd name="connsiteX30" fmla="*/ 1184924 w 1446038"/>
                      <a:gd name="connsiteY30" fmla="*/ 7383 h 559397"/>
                      <a:gd name="connsiteX31" fmla="*/ 1290842 w 1446038"/>
                      <a:gd name="connsiteY31" fmla="*/ 74439 h 559397"/>
                      <a:gd name="connsiteX32" fmla="*/ 1416191 w 1446038"/>
                      <a:gd name="connsiteY32" fmla="*/ 399717 h 559397"/>
                      <a:gd name="connsiteX33" fmla="*/ 1439622 w 1446038"/>
                      <a:gd name="connsiteY33" fmla="*/ 466392 h 559397"/>
                      <a:gd name="connsiteX34" fmla="*/ 1418572 w 1446038"/>
                      <a:gd name="connsiteY34" fmla="*/ 549450 h 559397"/>
                      <a:gd name="connsiteX35" fmla="*/ 1397141 w 1446038"/>
                      <a:gd name="connsiteY35" fmla="*/ 559356 h 559397"/>
                      <a:gd name="connsiteX36" fmla="*/ 1303034 w 1446038"/>
                      <a:gd name="connsiteY36" fmla="*/ 486585 h 559397"/>
                      <a:gd name="connsiteX37" fmla="*/ 1264648 w 1446038"/>
                      <a:gd name="connsiteY37" fmla="*/ 346758 h 559397"/>
                      <a:gd name="connsiteX38" fmla="*/ 1229500 w 1446038"/>
                      <a:gd name="connsiteY38" fmla="*/ 242079 h 559397"/>
                      <a:gd name="connsiteX39" fmla="*/ 1211022 w 1446038"/>
                      <a:gd name="connsiteY39" fmla="*/ 194835 h 559397"/>
                      <a:gd name="connsiteX40" fmla="*/ 1188638 w 1446038"/>
                      <a:gd name="connsiteY40" fmla="*/ 202645 h 559397"/>
                      <a:gd name="connsiteX41" fmla="*/ 1170255 w 1446038"/>
                      <a:gd name="connsiteY41" fmla="*/ 275226 h 559397"/>
                      <a:gd name="connsiteX42" fmla="*/ 1151300 w 1446038"/>
                      <a:gd name="connsiteY42" fmla="*/ 343615 h 559397"/>
                      <a:gd name="connsiteX43" fmla="*/ 1105580 w 1446038"/>
                      <a:gd name="connsiteY43" fmla="*/ 473155 h 559397"/>
                      <a:gd name="connsiteX44" fmla="*/ 997091 w 1446038"/>
                      <a:gd name="connsiteY44" fmla="*/ 552975 h 559397"/>
                      <a:gd name="connsiteX45" fmla="*/ 895649 w 1446038"/>
                      <a:gd name="connsiteY45" fmla="*/ 465249 h 559397"/>
                      <a:gd name="connsiteX46" fmla="*/ 883172 w 1446038"/>
                      <a:gd name="connsiteY46" fmla="*/ 434484 h 559397"/>
                      <a:gd name="connsiteX47" fmla="*/ 854501 w 1446038"/>
                      <a:gd name="connsiteY47" fmla="*/ 344949 h 559397"/>
                      <a:gd name="connsiteX48" fmla="*/ 833546 w 1446038"/>
                      <a:gd name="connsiteY48" fmla="*/ 270558 h 559397"/>
                      <a:gd name="connsiteX49" fmla="*/ 814592 w 1446038"/>
                      <a:gd name="connsiteY49" fmla="*/ 193311 h 559397"/>
                      <a:gd name="connsiteX50" fmla="*/ 770491 w 1446038"/>
                      <a:gd name="connsiteY50" fmla="*/ 354474 h 559397"/>
                      <a:gd name="connsiteX51" fmla="*/ 713055 w 1446038"/>
                      <a:gd name="connsiteY51" fmla="*/ 499920 h 559397"/>
                      <a:gd name="connsiteX52" fmla="*/ 609804 w 1446038"/>
                      <a:gd name="connsiteY52" fmla="*/ 552213 h 559397"/>
                      <a:gd name="connsiteX53" fmla="*/ 516173 w 1446038"/>
                      <a:gd name="connsiteY53" fmla="*/ 459058 h 559397"/>
                      <a:gd name="connsiteX54" fmla="*/ 466834 w 1446038"/>
                      <a:gd name="connsiteY54" fmla="*/ 306372 h 559397"/>
                      <a:gd name="connsiteX55" fmla="*/ 446926 w 1446038"/>
                      <a:gd name="connsiteY55" fmla="*/ 232935 h 559397"/>
                      <a:gd name="connsiteX56" fmla="*/ 435878 w 1446038"/>
                      <a:gd name="connsiteY56" fmla="*/ 207027 h 559397"/>
                      <a:gd name="connsiteX57" fmla="*/ 429020 w 1446038"/>
                      <a:gd name="connsiteY57" fmla="*/ 222552 h 559397"/>
                      <a:gd name="connsiteX58" fmla="*/ 417590 w 1446038"/>
                      <a:gd name="connsiteY58" fmla="*/ 267415 h 559397"/>
                      <a:gd name="connsiteX59" fmla="*/ 393301 w 1446038"/>
                      <a:gd name="connsiteY59" fmla="*/ 354569 h 559397"/>
                      <a:gd name="connsiteX60" fmla="*/ 333865 w 1446038"/>
                      <a:gd name="connsiteY60" fmla="*/ 501635 h 559397"/>
                      <a:gd name="connsiteX61" fmla="*/ 150604 w 1446038"/>
                      <a:gd name="connsiteY61" fmla="*/ 498206 h 559397"/>
                      <a:gd name="connsiteX62" fmla="*/ 103931 w 1446038"/>
                      <a:gd name="connsiteY62" fmla="*/ 416958 h 559397"/>
                      <a:gd name="connsiteX63" fmla="*/ 75547 w 1446038"/>
                      <a:gd name="connsiteY63" fmla="*/ 346473 h 559397"/>
                      <a:gd name="connsiteX64" fmla="*/ 59354 w 1446038"/>
                      <a:gd name="connsiteY64" fmla="*/ 296276 h 559397"/>
                      <a:gd name="connsiteX65" fmla="*/ 57544 w 1446038"/>
                      <a:gd name="connsiteY65" fmla="*/ 264748 h 55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46038" h="559397">
                        <a:moveTo>
                          <a:pt x="57640" y="264558"/>
                        </a:moveTo>
                        <a:cubicBezTo>
                          <a:pt x="40304" y="207408"/>
                          <a:pt x="23921" y="149972"/>
                          <a:pt x="5252" y="93298"/>
                        </a:cubicBezTo>
                        <a:cubicBezTo>
                          <a:pt x="-8940" y="50150"/>
                          <a:pt x="6110" y="12526"/>
                          <a:pt x="44590" y="2049"/>
                        </a:cubicBezTo>
                        <a:cubicBezTo>
                          <a:pt x="79833" y="-7572"/>
                          <a:pt x="117171" y="17574"/>
                          <a:pt x="122219" y="58913"/>
                        </a:cubicBezTo>
                        <a:cubicBezTo>
                          <a:pt x="128601" y="111205"/>
                          <a:pt x="146984" y="159592"/>
                          <a:pt x="163272" y="208932"/>
                        </a:cubicBezTo>
                        <a:cubicBezTo>
                          <a:pt x="176226" y="227410"/>
                          <a:pt x="192133" y="244460"/>
                          <a:pt x="194324" y="268558"/>
                        </a:cubicBezTo>
                        <a:cubicBezTo>
                          <a:pt x="203658" y="295323"/>
                          <a:pt x="213755" y="321708"/>
                          <a:pt x="226232" y="347235"/>
                        </a:cubicBezTo>
                        <a:cubicBezTo>
                          <a:pt x="230233" y="353521"/>
                          <a:pt x="231090" y="364665"/>
                          <a:pt x="238424" y="365237"/>
                        </a:cubicBezTo>
                        <a:cubicBezTo>
                          <a:pt x="247759" y="365999"/>
                          <a:pt x="246711" y="354378"/>
                          <a:pt x="249664" y="347901"/>
                        </a:cubicBezTo>
                        <a:cubicBezTo>
                          <a:pt x="252807" y="340948"/>
                          <a:pt x="253855" y="333233"/>
                          <a:pt x="256141" y="325994"/>
                        </a:cubicBezTo>
                        <a:cubicBezTo>
                          <a:pt x="262237" y="304277"/>
                          <a:pt x="268428" y="282655"/>
                          <a:pt x="273000" y="260557"/>
                        </a:cubicBezTo>
                        <a:cubicBezTo>
                          <a:pt x="280334" y="235697"/>
                          <a:pt x="284430" y="209313"/>
                          <a:pt x="303861" y="189691"/>
                        </a:cubicBezTo>
                        <a:cubicBezTo>
                          <a:pt x="316434" y="155592"/>
                          <a:pt x="327483" y="120921"/>
                          <a:pt x="341866" y="87678"/>
                        </a:cubicBezTo>
                        <a:cubicBezTo>
                          <a:pt x="359963" y="45578"/>
                          <a:pt x="384347" y="7383"/>
                          <a:pt x="437021" y="7383"/>
                        </a:cubicBezTo>
                        <a:cubicBezTo>
                          <a:pt x="489789" y="7383"/>
                          <a:pt x="513887" y="46054"/>
                          <a:pt x="532271" y="87869"/>
                        </a:cubicBezTo>
                        <a:cubicBezTo>
                          <a:pt x="566751" y="166450"/>
                          <a:pt x="581610" y="251223"/>
                          <a:pt x="607042" y="332661"/>
                        </a:cubicBezTo>
                        <a:cubicBezTo>
                          <a:pt x="611709" y="347616"/>
                          <a:pt x="616281" y="362665"/>
                          <a:pt x="622758" y="383906"/>
                        </a:cubicBezTo>
                        <a:cubicBezTo>
                          <a:pt x="647142" y="341424"/>
                          <a:pt x="653429" y="299229"/>
                          <a:pt x="664573" y="259128"/>
                        </a:cubicBezTo>
                        <a:cubicBezTo>
                          <a:pt x="680765" y="201216"/>
                          <a:pt x="694386" y="142542"/>
                          <a:pt x="718675" y="87393"/>
                        </a:cubicBezTo>
                        <a:cubicBezTo>
                          <a:pt x="737058" y="45673"/>
                          <a:pt x="760966" y="7097"/>
                          <a:pt x="814115" y="7192"/>
                        </a:cubicBezTo>
                        <a:cubicBezTo>
                          <a:pt x="867170" y="7287"/>
                          <a:pt x="891363" y="45864"/>
                          <a:pt x="909270" y="87678"/>
                        </a:cubicBezTo>
                        <a:cubicBezTo>
                          <a:pt x="925844" y="126636"/>
                          <a:pt x="938321" y="167307"/>
                          <a:pt x="952609" y="207217"/>
                        </a:cubicBezTo>
                        <a:cubicBezTo>
                          <a:pt x="966229" y="221790"/>
                          <a:pt x="972230" y="239697"/>
                          <a:pt x="975469" y="258843"/>
                        </a:cubicBezTo>
                        <a:cubicBezTo>
                          <a:pt x="983470" y="285036"/>
                          <a:pt x="991280" y="311230"/>
                          <a:pt x="998138" y="337805"/>
                        </a:cubicBezTo>
                        <a:cubicBezTo>
                          <a:pt x="1002139" y="348282"/>
                          <a:pt x="1000996" y="359427"/>
                          <a:pt x="1002139" y="370285"/>
                        </a:cubicBezTo>
                        <a:cubicBezTo>
                          <a:pt x="1002901" y="369999"/>
                          <a:pt x="1003663" y="369809"/>
                          <a:pt x="1004234" y="369618"/>
                        </a:cubicBezTo>
                        <a:cubicBezTo>
                          <a:pt x="1000900" y="355045"/>
                          <a:pt x="1006997" y="341901"/>
                          <a:pt x="1010140" y="328375"/>
                        </a:cubicBezTo>
                        <a:cubicBezTo>
                          <a:pt x="1016522" y="306468"/>
                          <a:pt x="1021665" y="284179"/>
                          <a:pt x="1026618" y="261891"/>
                        </a:cubicBezTo>
                        <a:cubicBezTo>
                          <a:pt x="1034429" y="236840"/>
                          <a:pt x="1035476" y="209027"/>
                          <a:pt x="1056622" y="189501"/>
                        </a:cubicBezTo>
                        <a:cubicBezTo>
                          <a:pt x="1068909" y="157306"/>
                          <a:pt x="1080625" y="124731"/>
                          <a:pt x="1093769" y="92822"/>
                        </a:cubicBezTo>
                        <a:cubicBezTo>
                          <a:pt x="1111105" y="50817"/>
                          <a:pt x="1133393" y="12050"/>
                          <a:pt x="1184924" y="7383"/>
                        </a:cubicBezTo>
                        <a:cubicBezTo>
                          <a:pt x="1236359" y="2715"/>
                          <a:pt x="1267315" y="35958"/>
                          <a:pt x="1290842" y="74439"/>
                        </a:cubicBezTo>
                        <a:cubicBezTo>
                          <a:pt x="1352373" y="175023"/>
                          <a:pt x="1379805" y="289132"/>
                          <a:pt x="1416191" y="399717"/>
                        </a:cubicBezTo>
                        <a:cubicBezTo>
                          <a:pt x="1423525" y="422101"/>
                          <a:pt x="1431812" y="444199"/>
                          <a:pt x="1439622" y="466392"/>
                        </a:cubicBezTo>
                        <a:cubicBezTo>
                          <a:pt x="1448575" y="498111"/>
                          <a:pt x="1453148" y="528686"/>
                          <a:pt x="1418572" y="549450"/>
                        </a:cubicBezTo>
                        <a:cubicBezTo>
                          <a:pt x="1411904" y="553832"/>
                          <a:pt x="1404761" y="557166"/>
                          <a:pt x="1397141" y="559356"/>
                        </a:cubicBezTo>
                        <a:cubicBezTo>
                          <a:pt x="1340181" y="560214"/>
                          <a:pt x="1324560" y="548022"/>
                          <a:pt x="1303034" y="486585"/>
                        </a:cubicBezTo>
                        <a:cubicBezTo>
                          <a:pt x="1296938" y="438198"/>
                          <a:pt x="1279602" y="392764"/>
                          <a:pt x="1264648" y="346758"/>
                        </a:cubicBezTo>
                        <a:cubicBezTo>
                          <a:pt x="1254456" y="311325"/>
                          <a:pt x="1242264" y="276559"/>
                          <a:pt x="1229500" y="242079"/>
                        </a:cubicBezTo>
                        <a:cubicBezTo>
                          <a:pt x="1223214" y="226362"/>
                          <a:pt x="1219595" y="209217"/>
                          <a:pt x="1211022" y="194835"/>
                        </a:cubicBezTo>
                        <a:cubicBezTo>
                          <a:pt x="1193972" y="166260"/>
                          <a:pt x="1194068" y="193977"/>
                          <a:pt x="1188638" y="202645"/>
                        </a:cubicBezTo>
                        <a:cubicBezTo>
                          <a:pt x="1180923" y="226458"/>
                          <a:pt x="1177018" y="251127"/>
                          <a:pt x="1170255" y="275226"/>
                        </a:cubicBezTo>
                        <a:cubicBezTo>
                          <a:pt x="1161968" y="297419"/>
                          <a:pt x="1156539" y="320469"/>
                          <a:pt x="1151300" y="343615"/>
                        </a:cubicBezTo>
                        <a:cubicBezTo>
                          <a:pt x="1139870" y="388192"/>
                          <a:pt x="1127774" y="432483"/>
                          <a:pt x="1105580" y="473155"/>
                        </a:cubicBezTo>
                        <a:cubicBezTo>
                          <a:pt x="1081863" y="516589"/>
                          <a:pt x="1052050" y="553832"/>
                          <a:pt x="997091" y="552975"/>
                        </a:cubicBezTo>
                        <a:cubicBezTo>
                          <a:pt x="940322" y="552117"/>
                          <a:pt x="917176" y="508779"/>
                          <a:pt x="895649" y="465249"/>
                        </a:cubicBezTo>
                        <a:cubicBezTo>
                          <a:pt x="890791" y="455343"/>
                          <a:pt x="888506" y="444294"/>
                          <a:pt x="883172" y="434484"/>
                        </a:cubicBezTo>
                        <a:cubicBezTo>
                          <a:pt x="869932" y="405813"/>
                          <a:pt x="864503" y="374667"/>
                          <a:pt x="854501" y="344949"/>
                        </a:cubicBezTo>
                        <a:cubicBezTo>
                          <a:pt x="846977" y="320279"/>
                          <a:pt x="841166" y="295228"/>
                          <a:pt x="833546" y="270558"/>
                        </a:cubicBezTo>
                        <a:cubicBezTo>
                          <a:pt x="825641" y="245317"/>
                          <a:pt x="819068" y="219695"/>
                          <a:pt x="814592" y="193311"/>
                        </a:cubicBezTo>
                        <a:cubicBezTo>
                          <a:pt x="798399" y="246651"/>
                          <a:pt x="785636" y="300848"/>
                          <a:pt x="770491" y="354474"/>
                        </a:cubicBezTo>
                        <a:cubicBezTo>
                          <a:pt x="756584" y="405051"/>
                          <a:pt x="741249" y="455058"/>
                          <a:pt x="713055" y="499920"/>
                        </a:cubicBezTo>
                        <a:cubicBezTo>
                          <a:pt x="689243" y="537925"/>
                          <a:pt x="656858" y="559737"/>
                          <a:pt x="609804" y="552213"/>
                        </a:cubicBezTo>
                        <a:cubicBezTo>
                          <a:pt x="561417" y="538497"/>
                          <a:pt x="535128" y="502492"/>
                          <a:pt x="516173" y="459058"/>
                        </a:cubicBezTo>
                        <a:cubicBezTo>
                          <a:pt x="494647" y="409814"/>
                          <a:pt x="481026" y="357998"/>
                          <a:pt x="466834" y="306372"/>
                        </a:cubicBezTo>
                        <a:cubicBezTo>
                          <a:pt x="459404" y="282084"/>
                          <a:pt x="453023" y="257509"/>
                          <a:pt x="446926" y="232935"/>
                        </a:cubicBezTo>
                        <a:cubicBezTo>
                          <a:pt x="442069" y="224553"/>
                          <a:pt x="449117" y="210360"/>
                          <a:pt x="435878" y="207027"/>
                        </a:cubicBezTo>
                        <a:cubicBezTo>
                          <a:pt x="432449" y="206169"/>
                          <a:pt x="431115" y="217028"/>
                          <a:pt x="429020" y="222552"/>
                        </a:cubicBezTo>
                        <a:cubicBezTo>
                          <a:pt x="424257" y="237316"/>
                          <a:pt x="421209" y="252461"/>
                          <a:pt x="417590" y="267415"/>
                        </a:cubicBezTo>
                        <a:cubicBezTo>
                          <a:pt x="410446" y="296752"/>
                          <a:pt x="400445" y="325232"/>
                          <a:pt x="393301" y="354569"/>
                        </a:cubicBezTo>
                        <a:cubicBezTo>
                          <a:pt x="378537" y="405623"/>
                          <a:pt x="363107" y="456391"/>
                          <a:pt x="333865" y="501635"/>
                        </a:cubicBezTo>
                        <a:cubicBezTo>
                          <a:pt x="274143" y="571929"/>
                          <a:pt x="206801" y="570501"/>
                          <a:pt x="150604" y="498206"/>
                        </a:cubicBezTo>
                        <a:cubicBezTo>
                          <a:pt x="131173" y="473250"/>
                          <a:pt x="117171" y="445342"/>
                          <a:pt x="103931" y="416958"/>
                        </a:cubicBezTo>
                        <a:cubicBezTo>
                          <a:pt x="94311" y="393526"/>
                          <a:pt x="85453" y="369809"/>
                          <a:pt x="75547" y="346473"/>
                        </a:cubicBezTo>
                        <a:cubicBezTo>
                          <a:pt x="70022" y="329804"/>
                          <a:pt x="64593" y="313040"/>
                          <a:pt x="59354" y="296276"/>
                        </a:cubicBezTo>
                        <a:cubicBezTo>
                          <a:pt x="54306" y="285989"/>
                          <a:pt x="63545" y="274940"/>
                          <a:pt x="57544" y="264748"/>
                        </a:cubicBezTo>
                        <a:close/>
                      </a:path>
                    </a:pathLst>
                  </a:custGeom>
                  <a:solidFill>
                    <a:schemeClr val="accent1"/>
                  </a:solidFill>
                  <a:ln w="0" cap="flat">
                    <a:noFill/>
                    <a:prstDash val="solid"/>
                    <a:miter/>
                  </a:ln>
                </p:spPr>
                <p:txBody>
                  <a:bodyPr rtlCol="0" anchor="ctr"/>
                  <a:lstStyle/>
                  <a:p>
                    <a:endParaRPr lang="zh-CN" altLang="en-US" sz="650"/>
                  </a:p>
                </p:txBody>
              </p:sp>
              <p:sp>
                <p:nvSpPr>
                  <p:cNvPr id="2118" name="任意多边形: 形状 689"/>
                  <p:cNvSpPr/>
                  <p:nvPr/>
                </p:nvSpPr>
                <p:spPr>
                  <a:xfrm>
                    <a:off x="4394642" y="6976017"/>
                    <a:ext cx="214707" cy="247758"/>
                  </a:xfrm>
                  <a:custGeom>
                    <a:avLst/>
                    <a:gdLst>
                      <a:gd name="connsiteX0" fmla="*/ 403583 w 726329"/>
                      <a:gd name="connsiteY0" fmla="*/ 837939 h 838136"/>
                      <a:gd name="connsiteX1" fmla="*/ 103641 w 726329"/>
                      <a:gd name="connsiteY1" fmla="*/ 814984 h 838136"/>
                      <a:gd name="connsiteX2" fmla="*/ 6390 w 726329"/>
                      <a:gd name="connsiteY2" fmla="*/ 707923 h 838136"/>
                      <a:gd name="connsiteX3" fmla="*/ 10486 w 726329"/>
                      <a:gd name="connsiteY3" fmla="*/ 486848 h 838136"/>
                      <a:gd name="connsiteX4" fmla="*/ 2199 w 726329"/>
                      <a:gd name="connsiteY4" fmla="*/ 208527 h 838136"/>
                      <a:gd name="connsiteX5" fmla="*/ 64683 w 726329"/>
                      <a:gd name="connsiteY5" fmla="*/ 18123 h 838136"/>
                      <a:gd name="connsiteX6" fmla="*/ 147741 w 726329"/>
                      <a:gd name="connsiteY6" fmla="*/ 5835 h 838136"/>
                      <a:gd name="connsiteX7" fmla="*/ 354339 w 726329"/>
                      <a:gd name="connsiteY7" fmla="*/ 28314 h 838136"/>
                      <a:gd name="connsiteX8" fmla="*/ 443016 w 726329"/>
                      <a:gd name="connsiteY8" fmla="*/ 15646 h 838136"/>
                      <a:gd name="connsiteX9" fmla="*/ 637041 w 726329"/>
                      <a:gd name="connsiteY9" fmla="*/ 111753 h 838136"/>
                      <a:gd name="connsiteX10" fmla="*/ 720289 w 726329"/>
                      <a:gd name="connsiteY10" fmla="*/ 333686 h 838136"/>
                      <a:gd name="connsiteX11" fmla="*/ 700953 w 726329"/>
                      <a:gd name="connsiteY11" fmla="*/ 590289 h 838136"/>
                      <a:gd name="connsiteX12" fmla="*/ 499881 w 726329"/>
                      <a:gd name="connsiteY12" fmla="*/ 817556 h 838136"/>
                      <a:gd name="connsiteX13" fmla="*/ 403678 w 726329"/>
                      <a:gd name="connsiteY13" fmla="*/ 838035 h 83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6329" h="838136">
                        <a:moveTo>
                          <a:pt x="403583" y="837939"/>
                        </a:moveTo>
                        <a:cubicBezTo>
                          <a:pt x="305380" y="805173"/>
                          <a:pt x="203939" y="818985"/>
                          <a:pt x="103641" y="814984"/>
                        </a:cubicBezTo>
                        <a:cubicBezTo>
                          <a:pt x="70494" y="813651"/>
                          <a:pt x="12582" y="745737"/>
                          <a:pt x="6390" y="707923"/>
                        </a:cubicBezTo>
                        <a:cubicBezTo>
                          <a:pt x="-5611" y="634009"/>
                          <a:pt x="1342" y="559143"/>
                          <a:pt x="10486" y="486848"/>
                        </a:cubicBezTo>
                        <a:cubicBezTo>
                          <a:pt x="22392" y="392455"/>
                          <a:pt x="5247" y="301110"/>
                          <a:pt x="2199" y="208527"/>
                        </a:cubicBezTo>
                        <a:cubicBezTo>
                          <a:pt x="-182" y="137661"/>
                          <a:pt x="-4182" y="67843"/>
                          <a:pt x="64683" y="18123"/>
                        </a:cubicBezTo>
                        <a:cubicBezTo>
                          <a:pt x="93258" y="-2547"/>
                          <a:pt x="116690" y="-3880"/>
                          <a:pt x="147741" y="5835"/>
                        </a:cubicBezTo>
                        <a:cubicBezTo>
                          <a:pt x="214893" y="26695"/>
                          <a:pt x="282520" y="51270"/>
                          <a:pt x="354339" y="28314"/>
                        </a:cubicBezTo>
                        <a:cubicBezTo>
                          <a:pt x="383580" y="18980"/>
                          <a:pt x="413394" y="19647"/>
                          <a:pt x="443016" y="15646"/>
                        </a:cubicBezTo>
                        <a:cubicBezTo>
                          <a:pt x="530456" y="3835"/>
                          <a:pt x="587701" y="52222"/>
                          <a:pt x="637041" y="111753"/>
                        </a:cubicBezTo>
                        <a:cubicBezTo>
                          <a:pt x="689714" y="175190"/>
                          <a:pt x="708859" y="253485"/>
                          <a:pt x="720289" y="333686"/>
                        </a:cubicBezTo>
                        <a:cubicBezTo>
                          <a:pt x="732767" y="420744"/>
                          <a:pt x="725718" y="506469"/>
                          <a:pt x="700953" y="590289"/>
                        </a:cubicBezTo>
                        <a:cubicBezTo>
                          <a:pt x="669521" y="696779"/>
                          <a:pt x="609228" y="778122"/>
                          <a:pt x="499881" y="817556"/>
                        </a:cubicBezTo>
                        <a:cubicBezTo>
                          <a:pt x="468067" y="828986"/>
                          <a:pt x="437778" y="839273"/>
                          <a:pt x="403678" y="838035"/>
                        </a:cubicBezTo>
                        <a:close/>
                      </a:path>
                    </a:pathLst>
                  </a:custGeom>
                  <a:solidFill>
                    <a:srgbClr val="C2B8D9"/>
                  </a:solidFill>
                  <a:ln w="0" cap="flat">
                    <a:noFill/>
                    <a:prstDash val="solid"/>
                    <a:miter/>
                  </a:ln>
                </p:spPr>
                <p:txBody>
                  <a:bodyPr rtlCol="0" anchor="ctr"/>
                  <a:lstStyle/>
                  <a:p>
                    <a:endParaRPr lang="zh-CN" altLang="en-US" sz="650"/>
                  </a:p>
                </p:txBody>
              </p:sp>
              <p:sp>
                <p:nvSpPr>
                  <p:cNvPr id="2119" name="任意多边形: 形状 690"/>
                  <p:cNvSpPr/>
                  <p:nvPr/>
                </p:nvSpPr>
                <p:spPr>
                  <a:xfrm>
                    <a:off x="4296564" y="7189090"/>
                    <a:ext cx="101932" cy="600351"/>
                  </a:xfrm>
                  <a:custGeom>
                    <a:avLst/>
                    <a:gdLst>
                      <a:gd name="connsiteX0" fmla="*/ 261786 w 344825"/>
                      <a:gd name="connsiteY0" fmla="*/ 666159 h 2030917"/>
                      <a:gd name="connsiteX1" fmla="*/ 290551 w 344825"/>
                      <a:gd name="connsiteY1" fmla="*/ 680066 h 2030917"/>
                      <a:gd name="connsiteX2" fmla="*/ 299600 w 344825"/>
                      <a:gd name="connsiteY2" fmla="*/ 798937 h 2030917"/>
                      <a:gd name="connsiteX3" fmla="*/ 196444 w 344825"/>
                      <a:gd name="connsiteY3" fmla="*/ 829418 h 2030917"/>
                      <a:gd name="connsiteX4" fmla="*/ 96241 w 344825"/>
                      <a:gd name="connsiteY4" fmla="*/ 826370 h 2030917"/>
                      <a:gd name="connsiteX5" fmla="*/ 218828 w 344825"/>
                      <a:gd name="connsiteY5" fmla="*/ 827608 h 2030917"/>
                      <a:gd name="connsiteX6" fmla="*/ 336748 w 344825"/>
                      <a:gd name="connsiteY6" fmla="*/ 893426 h 2030917"/>
                      <a:gd name="connsiteX7" fmla="*/ 310459 w 344825"/>
                      <a:gd name="connsiteY7" fmla="*/ 965339 h 2030917"/>
                      <a:gd name="connsiteX8" fmla="*/ 94908 w 344825"/>
                      <a:gd name="connsiteY8" fmla="*/ 1000201 h 2030917"/>
                      <a:gd name="connsiteX9" fmla="*/ 175870 w 344825"/>
                      <a:gd name="connsiteY9" fmla="*/ 1002868 h 2030917"/>
                      <a:gd name="connsiteX10" fmla="*/ 325127 w 344825"/>
                      <a:gd name="connsiteY10" fmla="*/ 1050969 h 2030917"/>
                      <a:gd name="connsiteX11" fmla="*/ 326365 w 344825"/>
                      <a:gd name="connsiteY11" fmla="*/ 1129741 h 2030917"/>
                      <a:gd name="connsiteX12" fmla="*/ 215875 w 344825"/>
                      <a:gd name="connsiteY12" fmla="*/ 1176032 h 2030917"/>
                      <a:gd name="connsiteX13" fmla="*/ 94813 w 344825"/>
                      <a:gd name="connsiteY13" fmla="*/ 1177556 h 2030917"/>
                      <a:gd name="connsiteX14" fmla="*/ 280741 w 344825"/>
                      <a:gd name="connsiteY14" fmla="*/ 1198797 h 2030917"/>
                      <a:gd name="connsiteX15" fmla="*/ 317888 w 344825"/>
                      <a:gd name="connsiteY15" fmla="*/ 1312145 h 2030917"/>
                      <a:gd name="connsiteX16" fmla="*/ 150153 w 344825"/>
                      <a:gd name="connsiteY16" fmla="*/ 1350721 h 2030917"/>
                      <a:gd name="connsiteX17" fmla="*/ 99194 w 344825"/>
                      <a:gd name="connsiteY17" fmla="*/ 1354054 h 2030917"/>
                      <a:gd name="connsiteX18" fmla="*/ 228163 w 344825"/>
                      <a:gd name="connsiteY18" fmla="*/ 1355769 h 2030917"/>
                      <a:gd name="connsiteX19" fmla="*/ 316555 w 344825"/>
                      <a:gd name="connsiteY19" fmla="*/ 1394250 h 2030917"/>
                      <a:gd name="connsiteX20" fmla="*/ 264548 w 344825"/>
                      <a:gd name="connsiteY20" fmla="*/ 1509217 h 2030917"/>
                      <a:gd name="connsiteX21" fmla="*/ 137389 w 344825"/>
                      <a:gd name="connsiteY21" fmla="*/ 1513122 h 2030917"/>
                      <a:gd name="connsiteX22" fmla="*/ 76144 w 344825"/>
                      <a:gd name="connsiteY22" fmla="*/ 1567224 h 2030917"/>
                      <a:gd name="connsiteX23" fmla="*/ 75572 w 344825"/>
                      <a:gd name="connsiteY23" fmla="*/ 1971560 h 2030917"/>
                      <a:gd name="connsiteX24" fmla="*/ 48521 w 344825"/>
                      <a:gd name="connsiteY24" fmla="*/ 2030901 h 2030917"/>
                      <a:gd name="connsiteX25" fmla="*/ 9373 w 344825"/>
                      <a:gd name="connsiteY25" fmla="*/ 1968608 h 2030917"/>
                      <a:gd name="connsiteX26" fmla="*/ 13088 w 344825"/>
                      <a:gd name="connsiteY26" fmla="*/ 1512265 h 2030917"/>
                      <a:gd name="connsiteX27" fmla="*/ 20803 w 344825"/>
                      <a:gd name="connsiteY27" fmla="*/ 1269854 h 2030917"/>
                      <a:gd name="connsiteX28" fmla="*/ 12231 w 344825"/>
                      <a:gd name="connsiteY28" fmla="*/ 1218990 h 2030917"/>
                      <a:gd name="connsiteX29" fmla="*/ 17089 w 344825"/>
                      <a:gd name="connsiteY29" fmla="*/ 1115644 h 2030917"/>
                      <a:gd name="connsiteX30" fmla="*/ 14803 w 344825"/>
                      <a:gd name="connsiteY30" fmla="*/ 1060970 h 2030917"/>
                      <a:gd name="connsiteX31" fmla="*/ 10135 w 344825"/>
                      <a:gd name="connsiteY31" fmla="*/ 1047730 h 2030917"/>
                      <a:gd name="connsiteX32" fmla="*/ 18708 w 344825"/>
                      <a:gd name="connsiteY32" fmla="*/ 762933 h 2030917"/>
                      <a:gd name="connsiteX33" fmla="*/ 8421 w 344825"/>
                      <a:gd name="connsiteY33" fmla="*/ 661492 h 2030917"/>
                      <a:gd name="connsiteX34" fmla="*/ 10421 w 344825"/>
                      <a:gd name="connsiteY34" fmla="*/ 181146 h 2030917"/>
                      <a:gd name="connsiteX35" fmla="*/ 4325 w 344825"/>
                      <a:gd name="connsiteY35" fmla="*/ 78276 h 2030917"/>
                      <a:gd name="connsiteX36" fmla="*/ 47473 w 344825"/>
                      <a:gd name="connsiteY36" fmla="*/ 85515 h 2030917"/>
                      <a:gd name="connsiteX37" fmla="*/ 52522 w 344825"/>
                      <a:gd name="connsiteY37" fmla="*/ 26650 h 2030917"/>
                      <a:gd name="connsiteX38" fmla="*/ 73667 w 344825"/>
                      <a:gd name="connsiteY38" fmla="*/ 1314 h 2030917"/>
                      <a:gd name="connsiteX39" fmla="*/ 91669 w 344825"/>
                      <a:gd name="connsiteY39" fmla="*/ 85706 h 2030917"/>
                      <a:gd name="connsiteX40" fmla="*/ 77287 w 344825"/>
                      <a:gd name="connsiteY40" fmla="*/ 259156 h 2030917"/>
                      <a:gd name="connsiteX41" fmla="*/ 75858 w 344825"/>
                      <a:gd name="connsiteY41" fmla="*/ 614724 h 2030917"/>
                      <a:gd name="connsiteX42" fmla="*/ 129293 w 344825"/>
                      <a:gd name="connsiteY42" fmla="*/ 663016 h 2030917"/>
                      <a:gd name="connsiteX43" fmla="*/ 261214 w 344825"/>
                      <a:gd name="connsiteY43" fmla="*/ 666159 h 203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44825" h="2030917">
                        <a:moveTo>
                          <a:pt x="261786" y="666159"/>
                        </a:moveTo>
                        <a:cubicBezTo>
                          <a:pt x="271406" y="670731"/>
                          <a:pt x="281503" y="674541"/>
                          <a:pt x="290551" y="680066"/>
                        </a:cubicBezTo>
                        <a:cubicBezTo>
                          <a:pt x="352178" y="716832"/>
                          <a:pt x="353702" y="739216"/>
                          <a:pt x="299600" y="798937"/>
                        </a:cubicBezTo>
                        <a:cubicBezTo>
                          <a:pt x="266358" y="813035"/>
                          <a:pt x="233878" y="826751"/>
                          <a:pt x="196444" y="829418"/>
                        </a:cubicBezTo>
                        <a:cubicBezTo>
                          <a:pt x="162440" y="831799"/>
                          <a:pt x="130150" y="813701"/>
                          <a:pt x="96241" y="826370"/>
                        </a:cubicBezTo>
                        <a:cubicBezTo>
                          <a:pt x="137104" y="826084"/>
                          <a:pt x="178061" y="831418"/>
                          <a:pt x="218828" y="827608"/>
                        </a:cubicBezTo>
                        <a:cubicBezTo>
                          <a:pt x="273978" y="822369"/>
                          <a:pt x="308744" y="855611"/>
                          <a:pt x="336748" y="893426"/>
                        </a:cubicBezTo>
                        <a:cubicBezTo>
                          <a:pt x="358750" y="923048"/>
                          <a:pt x="331033" y="945337"/>
                          <a:pt x="310459" y="965339"/>
                        </a:cubicBezTo>
                        <a:cubicBezTo>
                          <a:pt x="245498" y="1018108"/>
                          <a:pt x="169203" y="1001820"/>
                          <a:pt x="94908" y="1000201"/>
                        </a:cubicBezTo>
                        <a:cubicBezTo>
                          <a:pt x="121578" y="1017727"/>
                          <a:pt x="149677" y="1005820"/>
                          <a:pt x="175870" y="1002868"/>
                        </a:cubicBezTo>
                        <a:cubicBezTo>
                          <a:pt x="233878" y="996295"/>
                          <a:pt x="281407" y="1018012"/>
                          <a:pt x="325127" y="1050969"/>
                        </a:cubicBezTo>
                        <a:cubicBezTo>
                          <a:pt x="350845" y="1070305"/>
                          <a:pt x="350654" y="1105928"/>
                          <a:pt x="326365" y="1129741"/>
                        </a:cubicBezTo>
                        <a:cubicBezTo>
                          <a:pt x="295981" y="1159554"/>
                          <a:pt x="259595" y="1176223"/>
                          <a:pt x="215875" y="1176032"/>
                        </a:cubicBezTo>
                        <a:cubicBezTo>
                          <a:pt x="175680" y="1175937"/>
                          <a:pt x="135389" y="1174889"/>
                          <a:pt x="94813" y="1177556"/>
                        </a:cubicBezTo>
                        <a:cubicBezTo>
                          <a:pt x="156725" y="1186414"/>
                          <a:pt x="222067" y="1164793"/>
                          <a:pt x="280741" y="1198797"/>
                        </a:cubicBezTo>
                        <a:cubicBezTo>
                          <a:pt x="343415" y="1237564"/>
                          <a:pt x="351607" y="1262710"/>
                          <a:pt x="317888" y="1312145"/>
                        </a:cubicBezTo>
                        <a:cubicBezTo>
                          <a:pt x="269692" y="1358531"/>
                          <a:pt x="210065" y="1355388"/>
                          <a:pt x="150153" y="1350721"/>
                        </a:cubicBezTo>
                        <a:cubicBezTo>
                          <a:pt x="133198" y="1349387"/>
                          <a:pt x="116244" y="1343387"/>
                          <a:pt x="99194" y="1354054"/>
                        </a:cubicBezTo>
                        <a:cubicBezTo>
                          <a:pt x="141866" y="1361198"/>
                          <a:pt x="185014" y="1349006"/>
                          <a:pt x="228163" y="1355769"/>
                        </a:cubicBezTo>
                        <a:cubicBezTo>
                          <a:pt x="262072" y="1361103"/>
                          <a:pt x="292171" y="1369485"/>
                          <a:pt x="316555" y="1394250"/>
                        </a:cubicBezTo>
                        <a:cubicBezTo>
                          <a:pt x="351035" y="1447685"/>
                          <a:pt x="329699" y="1494167"/>
                          <a:pt x="264548" y="1509217"/>
                        </a:cubicBezTo>
                        <a:cubicBezTo>
                          <a:pt x="222352" y="1518932"/>
                          <a:pt x="180347" y="1520742"/>
                          <a:pt x="137389" y="1513122"/>
                        </a:cubicBezTo>
                        <a:cubicBezTo>
                          <a:pt x="80430" y="1503026"/>
                          <a:pt x="76239" y="1507121"/>
                          <a:pt x="76144" y="1567224"/>
                        </a:cubicBezTo>
                        <a:cubicBezTo>
                          <a:pt x="75858" y="1702003"/>
                          <a:pt x="76525" y="1836781"/>
                          <a:pt x="75572" y="1971560"/>
                        </a:cubicBezTo>
                        <a:cubicBezTo>
                          <a:pt x="75382" y="1994420"/>
                          <a:pt x="87288" y="2029948"/>
                          <a:pt x="48521" y="2030901"/>
                        </a:cubicBezTo>
                        <a:cubicBezTo>
                          <a:pt x="9278" y="2031758"/>
                          <a:pt x="9278" y="1998421"/>
                          <a:pt x="9373" y="1968608"/>
                        </a:cubicBezTo>
                        <a:cubicBezTo>
                          <a:pt x="9659" y="1816398"/>
                          <a:pt x="610" y="1663427"/>
                          <a:pt x="13088" y="1512265"/>
                        </a:cubicBezTo>
                        <a:cubicBezTo>
                          <a:pt x="19756" y="1431112"/>
                          <a:pt x="-10629" y="1349673"/>
                          <a:pt x="20803" y="1269854"/>
                        </a:cubicBezTo>
                        <a:cubicBezTo>
                          <a:pt x="26899" y="1254328"/>
                          <a:pt x="14326" y="1236135"/>
                          <a:pt x="12231" y="1218990"/>
                        </a:cubicBezTo>
                        <a:cubicBezTo>
                          <a:pt x="7945" y="1184414"/>
                          <a:pt x="5182" y="1149553"/>
                          <a:pt x="17089" y="1115644"/>
                        </a:cubicBezTo>
                        <a:cubicBezTo>
                          <a:pt x="23661" y="1097070"/>
                          <a:pt x="26804" y="1078782"/>
                          <a:pt x="14803" y="1060970"/>
                        </a:cubicBezTo>
                        <a:cubicBezTo>
                          <a:pt x="12136" y="1056970"/>
                          <a:pt x="9754" y="1052207"/>
                          <a:pt x="10135" y="1047730"/>
                        </a:cubicBezTo>
                        <a:cubicBezTo>
                          <a:pt x="19279" y="952862"/>
                          <a:pt x="3849" y="856850"/>
                          <a:pt x="18708" y="762933"/>
                        </a:cubicBezTo>
                        <a:cubicBezTo>
                          <a:pt x="24613" y="725881"/>
                          <a:pt x="7849" y="695972"/>
                          <a:pt x="8421" y="661492"/>
                        </a:cubicBezTo>
                        <a:cubicBezTo>
                          <a:pt x="10802" y="501377"/>
                          <a:pt x="8230" y="341261"/>
                          <a:pt x="10421" y="181146"/>
                        </a:cubicBezTo>
                        <a:cubicBezTo>
                          <a:pt x="10897" y="146285"/>
                          <a:pt x="-8343" y="113233"/>
                          <a:pt x="4325" y="78276"/>
                        </a:cubicBezTo>
                        <a:cubicBezTo>
                          <a:pt x="23756" y="47606"/>
                          <a:pt x="33281" y="78371"/>
                          <a:pt x="47473" y="85515"/>
                        </a:cubicBezTo>
                        <a:cubicBezTo>
                          <a:pt x="55855" y="66370"/>
                          <a:pt x="50807" y="46177"/>
                          <a:pt x="52522" y="26650"/>
                        </a:cubicBezTo>
                        <a:cubicBezTo>
                          <a:pt x="53569" y="14935"/>
                          <a:pt x="48616" y="-5354"/>
                          <a:pt x="73667" y="1314"/>
                        </a:cubicBezTo>
                        <a:cubicBezTo>
                          <a:pt x="97956" y="25603"/>
                          <a:pt x="100528" y="58178"/>
                          <a:pt x="91669" y="85706"/>
                        </a:cubicBezTo>
                        <a:cubicBezTo>
                          <a:pt x="73191" y="143046"/>
                          <a:pt x="79763" y="201625"/>
                          <a:pt x="77287" y="259156"/>
                        </a:cubicBezTo>
                        <a:cubicBezTo>
                          <a:pt x="72334" y="377456"/>
                          <a:pt x="75572" y="496233"/>
                          <a:pt x="75858" y="614724"/>
                        </a:cubicBezTo>
                        <a:cubicBezTo>
                          <a:pt x="76048" y="665587"/>
                          <a:pt x="78620" y="665111"/>
                          <a:pt x="129293" y="663016"/>
                        </a:cubicBezTo>
                        <a:cubicBezTo>
                          <a:pt x="173108" y="661301"/>
                          <a:pt x="217399" y="656920"/>
                          <a:pt x="261214" y="666159"/>
                        </a:cubicBezTo>
                        <a:close/>
                      </a:path>
                    </a:pathLst>
                  </a:custGeom>
                  <a:solidFill>
                    <a:srgbClr val="C3607C"/>
                  </a:solidFill>
                  <a:ln w="0" cap="flat">
                    <a:noFill/>
                    <a:prstDash val="solid"/>
                    <a:miter/>
                  </a:ln>
                </p:spPr>
                <p:txBody>
                  <a:bodyPr rtlCol="0" anchor="ctr"/>
                  <a:lstStyle/>
                  <a:p>
                    <a:endParaRPr lang="zh-CN" altLang="en-US" sz="650"/>
                  </a:p>
                </p:txBody>
              </p:sp>
              <p:sp>
                <p:nvSpPr>
                  <p:cNvPr id="2120" name="任意多边形: 形状 693"/>
                  <p:cNvSpPr/>
                  <p:nvPr/>
                </p:nvSpPr>
                <p:spPr>
                  <a:xfrm>
                    <a:off x="4156980" y="6719097"/>
                    <a:ext cx="240843" cy="1072426"/>
                  </a:xfrm>
                  <a:custGeom>
                    <a:avLst/>
                    <a:gdLst>
                      <a:gd name="connsiteX0" fmla="*/ 486619 w 814743"/>
                      <a:gd name="connsiteY0" fmla="*/ 1656683 h 3627891"/>
                      <a:gd name="connsiteX1" fmla="*/ 490143 w 814743"/>
                      <a:gd name="connsiteY1" fmla="*/ 2250758 h 3627891"/>
                      <a:gd name="connsiteX2" fmla="*/ 490810 w 814743"/>
                      <a:gd name="connsiteY2" fmla="*/ 2401538 h 3627891"/>
                      <a:gd name="connsiteX3" fmla="*/ 491572 w 814743"/>
                      <a:gd name="connsiteY3" fmla="*/ 2609850 h 3627891"/>
                      <a:gd name="connsiteX4" fmla="*/ 500239 w 814743"/>
                      <a:gd name="connsiteY4" fmla="*/ 2851023 h 3627891"/>
                      <a:gd name="connsiteX5" fmla="*/ 487762 w 814743"/>
                      <a:gd name="connsiteY5" fmla="*/ 2933795 h 3627891"/>
                      <a:gd name="connsiteX6" fmla="*/ 486238 w 814743"/>
                      <a:gd name="connsiteY6" fmla="*/ 3243358 h 3627891"/>
                      <a:gd name="connsiteX7" fmla="*/ 487476 w 814743"/>
                      <a:gd name="connsiteY7" fmla="*/ 3552349 h 3627891"/>
                      <a:gd name="connsiteX8" fmla="*/ 487571 w 814743"/>
                      <a:gd name="connsiteY8" fmla="*/ 3576161 h 3627891"/>
                      <a:gd name="connsiteX9" fmla="*/ 520813 w 814743"/>
                      <a:gd name="connsiteY9" fmla="*/ 3614833 h 3627891"/>
                      <a:gd name="connsiteX10" fmla="*/ 542816 w 814743"/>
                      <a:gd name="connsiteY10" fmla="*/ 3574733 h 3627891"/>
                      <a:gd name="connsiteX11" fmla="*/ 543197 w 814743"/>
                      <a:gd name="connsiteY11" fmla="*/ 3146870 h 3627891"/>
                      <a:gd name="connsiteX12" fmla="*/ 604252 w 814743"/>
                      <a:gd name="connsiteY12" fmla="*/ 3094577 h 3627891"/>
                      <a:gd name="connsiteX13" fmla="*/ 721410 w 814743"/>
                      <a:gd name="connsiteY13" fmla="*/ 3095720 h 3627891"/>
                      <a:gd name="connsiteX14" fmla="*/ 781894 w 814743"/>
                      <a:gd name="connsiteY14" fmla="*/ 2980754 h 3627891"/>
                      <a:gd name="connsiteX15" fmla="*/ 791609 w 814743"/>
                      <a:gd name="connsiteY15" fmla="*/ 2979706 h 3627891"/>
                      <a:gd name="connsiteX16" fmla="*/ 752938 w 814743"/>
                      <a:gd name="connsiteY16" fmla="*/ 3101912 h 3627891"/>
                      <a:gd name="connsiteX17" fmla="*/ 607777 w 814743"/>
                      <a:gd name="connsiteY17" fmla="*/ 3109722 h 3627891"/>
                      <a:gd name="connsiteX18" fmla="*/ 554437 w 814743"/>
                      <a:gd name="connsiteY18" fmla="*/ 3154109 h 3627891"/>
                      <a:gd name="connsiteX19" fmla="*/ 554341 w 814743"/>
                      <a:gd name="connsiteY19" fmla="*/ 3520440 h 3627891"/>
                      <a:gd name="connsiteX20" fmla="*/ 553960 w 814743"/>
                      <a:gd name="connsiteY20" fmla="*/ 3587020 h 3627891"/>
                      <a:gd name="connsiteX21" fmla="*/ 519480 w 814743"/>
                      <a:gd name="connsiteY21" fmla="*/ 3627882 h 3627891"/>
                      <a:gd name="connsiteX22" fmla="*/ 478427 w 814743"/>
                      <a:gd name="connsiteY22" fmla="*/ 3589973 h 3627891"/>
                      <a:gd name="connsiteX23" fmla="*/ 477570 w 814743"/>
                      <a:gd name="connsiteY23" fmla="*/ 3556730 h 3627891"/>
                      <a:gd name="connsiteX24" fmla="*/ 479856 w 814743"/>
                      <a:gd name="connsiteY24" fmla="*/ 3114389 h 3627891"/>
                      <a:gd name="connsiteX25" fmla="*/ 481475 w 814743"/>
                      <a:gd name="connsiteY25" fmla="*/ 2859977 h 3627891"/>
                      <a:gd name="connsiteX26" fmla="*/ 480904 w 814743"/>
                      <a:gd name="connsiteY26" fmla="*/ 2634520 h 3627891"/>
                      <a:gd name="connsiteX27" fmla="*/ 483571 w 814743"/>
                      <a:gd name="connsiteY27" fmla="*/ 2342102 h 3627891"/>
                      <a:gd name="connsiteX28" fmla="*/ 477856 w 814743"/>
                      <a:gd name="connsiteY28" fmla="*/ 2243328 h 3627891"/>
                      <a:gd name="connsiteX29" fmla="*/ 478427 w 814743"/>
                      <a:gd name="connsiteY29" fmla="*/ 1772317 h 3627891"/>
                      <a:gd name="connsiteX30" fmla="*/ 427087 w 814743"/>
                      <a:gd name="connsiteY30" fmla="*/ 1722025 h 3627891"/>
                      <a:gd name="connsiteX31" fmla="*/ 172675 w 814743"/>
                      <a:gd name="connsiteY31" fmla="*/ 1666208 h 3627891"/>
                      <a:gd name="connsiteX32" fmla="*/ 27514 w 814743"/>
                      <a:gd name="connsiteY32" fmla="*/ 1509046 h 3627891"/>
                      <a:gd name="connsiteX33" fmla="*/ 1796 w 814743"/>
                      <a:gd name="connsiteY33" fmla="*/ 1277303 h 3627891"/>
                      <a:gd name="connsiteX34" fmla="*/ 87997 w 814743"/>
                      <a:gd name="connsiteY34" fmla="*/ 1008316 h 3627891"/>
                      <a:gd name="connsiteX35" fmla="*/ 258685 w 814743"/>
                      <a:gd name="connsiteY35" fmla="*/ 901922 h 3627891"/>
                      <a:gd name="connsiteX36" fmla="*/ 293166 w 814743"/>
                      <a:gd name="connsiteY36" fmla="*/ 886111 h 3627891"/>
                      <a:gd name="connsiteX37" fmla="*/ 292309 w 814743"/>
                      <a:gd name="connsiteY37" fmla="*/ 744569 h 3627891"/>
                      <a:gd name="connsiteX38" fmla="*/ 110000 w 814743"/>
                      <a:gd name="connsiteY38" fmla="*/ 626364 h 3627891"/>
                      <a:gd name="connsiteX39" fmla="*/ 6559 w 814743"/>
                      <a:gd name="connsiteY39" fmla="*/ 399669 h 3627891"/>
                      <a:gd name="connsiteX40" fmla="*/ 98380 w 814743"/>
                      <a:gd name="connsiteY40" fmla="*/ 79248 h 3627891"/>
                      <a:gd name="connsiteX41" fmla="*/ 191629 w 814743"/>
                      <a:gd name="connsiteY41" fmla="*/ 0 h 3627891"/>
                      <a:gd name="connsiteX42" fmla="*/ 208965 w 814743"/>
                      <a:gd name="connsiteY42" fmla="*/ 47434 h 3627891"/>
                      <a:gd name="connsiteX43" fmla="*/ 175723 w 814743"/>
                      <a:gd name="connsiteY43" fmla="*/ 98203 h 3627891"/>
                      <a:gd name="connsiteX44" fmla="*/ 138766 w 814743"/>
                      <a:gd name="connsiteY44" fmla="*/ 550164 h 3627891"/>
                      <a:gd name="connsiteX45" fmla="*/ 368032 w 814743"/>
                      <a:gd name="connsiteY45" fmla="*/ 679609 h 3627891"/>
                      <a:gd name="connsiteX46" fmla="*/ 462425 w 814743"/>
                      <a:gd name="connsiteY46" fmla="*/ 690848 h 3627891"/>
                      <a:gd name="connsiteX47" fmla="*/ 538911 w 814743"/>
                      <a:gd name="connsiteY47" fmla="*/ 777526 h 3627891"/>
                      <a:gd name="connsiteX48" fmla="*/ 538911 w 814743"/>
                      <a:gd name="connsiteY48" fmla="*/ 920306 h 3627891"/>
                      <a:gd name="connsiteX49" fmla="*/ 444899 w 814743"/>
                      <a:gd name="connsiteY49" fmla="*/ 995553 h 3627891"/>
                      <a:gd name="connsiteX50" fmla="*/ 374795 w 814743"/>
                      <a:gd name="connsiteY50" fmla="*/ 981932 h 3627891"/>
                      <a:gd name="connsiteX51" fmla="*/ 111238 w 814743"/>
                      <a:gd name="connsiteY51" fmla="*/ 1127284 h 3627891"/>
                      <a:gd name="connsiteX52" fmla="*/ 105333 w 814743"/>
                      <a:gd name="connsiteY52" fmla="*/ 1472565 h 3627891"/>
                      <a:gd name="connsiteX53" fmla="*/ 263829 w 814743"/>
                      <a:gd name="connsiteY53" fmla="*/ 1596962 h 3627891"/>
                      <a:gd name="connsiteX54" fmla="*/ 434517 w 814743"/>
                      <a:gd name="connsiteY54" fmla="*/ 1596009 h 3627891"/>
                      <a:gd name="connsiteX55" fmla="*/ 486523 w 814743"/>
                      <a:gd name="connsiteY55" fmla="*/ 1656874 h 362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4743" h="3627891">
                        <a:moveTo>
                          <a:pt x="486619" y="1656683"/>
                        </a:moveTo>
                        <a:cubicBezTo>
                          <a:pt x="487000" y="1854708"/>
                          <a:pt x="483856" y="2052923"/>
                          <a:pt x="490143" y="2250758"/>
                        </a:cubicBezTo>
                        <a:cubicBezTo>
                          <a:pt x="491762" y="2301621"/>
                          <a:pt x="486809" y="2352580"/>
                          <a:pt x="490810" y="2401538"/>
                        </a:cubicBezTo>
                        <a:cubicBezTo>
                          <a:pt x="496525" y="2472118"/>
                          <a:pt x="477665" y="2544223"/>
                          <a:pt x="491572" y="2609850"/>
                        </a:cubicBezTo>
                        <a:cubicBezTo>
                          <a:pt x="508907" y="2691480"/>
                          <a:pt x="466616" y="2771394"/>
                          <a:pt x="500239" y="2851023"/>
                        </a:cubicBezTo>
                        <a:cubicBezTo>
                          <a:pt x="510812" y="2875979"/>
                          <a:pt x="481285" y="2904649"/>
                          <a:pt x="487762" y="2933795"/>
                        </a:cubicBezTo>
                        <a:cubicBezTo>
                          <a:pt x="510907" y="3037047"/>
                          <a:pt x="480618" y="3139916"/>
                          <a:pt x="486238" y="3243358"/>
                        </a:cubicBezTo>
                        <a:cubicBezTo>
                          <a:pt x="491857" y="3346037"/>
                          <a:pt x="487476" y="3449288"/>
                          <a:pt x="487476" y="3552349"/>
                        </a:cubicBezTo>
                        <a:cubicBezTo>
                          <a:pt x="487476" y="3560255"/>
                          <a:pt x="487095" y="3568256"/>
                          <a:pt x="487571" y="3576161"/>
                        </a:cubicBezTo>
                        <a:cubicBezTo>
                          <a:pt x="488809" y="3597497"/>
                          <a:pt x="498715" y="3615405"/>
                          <a:pt x="520813" y="3614833"/>
                        </a:cubicBezTo>
                        <a:cubicBezTo>
                          <a:pt x="544912" y="3614261"/>
                          <a:pt x="542816" y="3591973"/>
                          <a:pt x="542816" y="3574733"/>
                        </a:cubicBezTo>
                        <a:cubicBezTo>
                          <a:pt x="543102" y="3432143"/>
                          <a:pt x="543102" y="3289459"/>
                          <a:pt x="543197" y="3146870"/>
                        </a:cubicBezTo>
                        <a:cubicBezTo>
                          <a:pt x="543197" y="3086291"/>
                          <a:pt x="543292" y="3086005"/>
                          <a:pt x="604252" y="3094577"/>
                        </a:cubicBezTo>
                        <a:cubicBezTo>
                          <a:pt x="643305" y="3100007"/>
                          <a:pt x="681310" y="3103436"/>
                          <a:pt x="721410" y="3095720"/>
                        </a:cubicBezTo>
                        <a:cubicBezTo>
                          <a:pt x="793419" y="3081814"/>
                          <a:pt x="815993" y="3043047"/>
                          <a:pt x="781894" y="2980754"/>
                        </a:cubicBezTo>
                        <a:cubicBezTo>
                          <a:pt x="784656" y="2976182"/>
                          <a:pt x="787894" y="2975801"/>
                          <a:pt x="791609" y="2979706"/>
                        </a:cubicBezTo>
                        <a:cubicBezTo>
                          <a:pt x="832662" y="3033046"/>
                          <a:pt x="818660" y="3079337"/>
                          <a:pt x="752938" y="3101912"/>
                        </a:cubicBezTo>
                        <a:cubicBezTo>
                          <a:pt x="705598" y="3118199"/>
                          <a:pt x="655116" y="3122772"/>
                          <a:pt x="607777" y="3109722"/>
                        </a:cubicBezTo>
                        <a:cubicBezTo>
                          <a:pt x="561009" y="3096863"/>
                          <a:pt x="554532" y="3118866"/>
                          <a:pt x="554437" y="3154109"/>
                        </a:cubicBezTo>
                        <a:cubicBezTo>
                          <a:pt x="554151" y="3276219"/>
                          <a:pt x="554437" y="3398330"/>
                          <a:pt x="554341" y="3520440"/>
                        </a:cubicBezTo>
                        <a:cubicBezTo>
                          <a:pt x="554341" y="3542633"/>
                          <a:pt x="553865" y="3564827"/>
                          <a:pt x="553960" y="3587020"/>
                        </a:cubicBezTo>
                        <a:cubicBezTo>
                          <a:pt x="554056" y="3610737"/>
                          <a:pt x="546626" y="3628358"/>
                          <a:pt x="519480" y="3627882"/>
                        </a:cubicBezTo>
                        <a:cubicBezTo>
                          <a:pt x="495382" y="3627501"/>
                          <a:pt x="481666" y="3613404"/>
                          <a:pt x="478427" y="3589973"/>
                        </a:cubicBezTo>
                        <a:cubicBezTo>
                          <a:pt x="476903" y="3579019"/>
                          <a:pt x="477570" y="3567780"/>
                          <a:pt x="477570" y="3556730"/>
                        </a:cubicBezTo>
                        <a:cubicBezTo>
                          <a:pt x="477570" y="3409188"/>
                          <a:pt x="471283" y="3261360"/>
                          <a:pt x="479856" y="3114389"/>
                        </a:cubicBezTo>
                        <a:cubicBezTo>
                          <a:pt x="484809" y="3029426"/>
                          <a:pt x="479951" y="2944463"/>
                          <a:pt x="481475" y="2859977"/>
                        </a:cubicBezTo>
                        <a:cubicBezTo>
                          <a:pt x="482809" y="2785872"/>
                          <a:pt x="481380" y="2709291"/>
                          <a:pt x="480904" y="2634520"/>
                        </a:cubicBezTo>
                        <a:cubicBezTo>
                          <a:pt x="480332" y="2537365"/>
                          <a:pt x="471283" y="2439638"/>
                          <a:pt x="483571" y="2342102"/>
                        </a:cubicBezTo>
                        <a:cubicBezTo>
                          <a:pt x="487666" y="2309908"/>
                          <a:pt x="477951" y="2276285"/>
                          <a:pt x="477856" y="2243328"/>
                        </a:cubicBezTo>
                        <a:cubicBezTo>
                          <a:pt x="477094" y="2086356"/>
                          <a:pt x="476236" y="1929289"/>
                          <a:pt x="478427" y="1772317"/>
                        </a:cubicBezTo>
                        <a:cubicBezTo>
                          <a:pt x="478999" y="1732026"/>
                          <a:pt x="465949" y="1721834"/>
                          <a:pt x="427087" y="1722025"/>
                        </a:cubicBezTo>
                        <a:cubicBezTo>
                          <a:pt x="338695" y="1722501"/>
                          <a:pt x="252018" y="1709738"/>
                          <a:pt x="172675" y="1666208"/>
                        </a:cubicBezTo>
                        <a:cubicBezTo>
                          <a:pt x="107238" y="1629537"/>
                          <a:pt x="54755" y="1578864"/>
                          <a:pt x="27514" y="1509046"/>
                        </a:cubicBezTo>
                        <a:cubicBezTo>
                          <a:pt x="-1252" y="1435132"/>
                          <a:pt x="-2395" y="1355789"/>
                          <a:pt x="1796" y="1277303"/>
                        </a:cubicBezTo>
                        <a:cubicBezTo>
                          <a:pt x="6940" y="1180433"/>
                          <a:pt x="28371" y="1088993"/>
                          <a:pt x="87997" y="1008316"/>
                        </a:cubicBezTo>
                        <a:cubicBezTo>
                          <a:pt x="131717" y="949261"/>
                          <a:pt x="198773" y="932212"/>
                          <a:pt x="258685" y="901922"/>
                        </a:cubicBezTo>
                        <a:cubicBezTo>
                          <a:pt x="269925" y="896207"/>
                          <a:pt x="282498" y="893255"/>
                          <a:pt x="293166" y="886111"/>
                        </a:cubicBezTo>
                        <a:cubicBezTo>
                          <a:pt x="355364" y="844106"/>
                          <a:pt x="369271" y="782098"/>
                          <a:pt x="292309" y="744569"/>
                        </a:cubicBezTo>
                        <a:cubicBezTo>
                          <a:pt x="226967" y="712661"/>
                          <a:pt x="163531" y="677894"/>
                          <a:pt x="110000" y="626364"/>
                        </a:cubicBezTo>
                        <a:cubicBezTo>
                          <a:pt x="44944" y="563785"/>
                          <a:pt x="13036" y="487204"/>
                          <a:pt x="6559" y="399669"/>
                        </a:cubicBezTo>
                        <a:cubicBezTo>
                          <a:pt x="-2109" y="282131"/>
                          <a:pt x="26085" y="173165"/>
                          <a:pt x="98380" y="79248"/>
                        </a:cubicBezTo>
                        <a:cubicBezTo>
                          <a:pt x="122954" y="47339"/>
                          <a:pt x="143338" y="5905"/>
                          <a:pt x="191629" y="0"/>
                        </a:cubicBezTo>
                        <a:cubicBezTo>
                          <a:pt x="202678" y="13906"/>
                          <a:pt x="205536" y="30766"/>
                          <a:pt x="208965" y="47434"/>
                        </a:cubicBezTo>
                        <a:cubicBezTo>
                          <a:pt x="205631" y="69437"/>
                          <a:pt x="190391" y="83725"/>
                          <a:pt x="175723" y="98203"/>
                        </a:cubicBezTo>
                        <a:cubicBezTo>
                          <a:pt x="59422" y="213265"/>
                          <a:pt x="61804" y="434340"/>
                          <a:pt x="138766" y="550164"/>
                        </a:cubicBezTo>
                        <a:cubicBezTo>
                          <a:pt x="192487" y="631127"/>
                          <a:pt x="276307" y="664655"/>
                          <a:pt x="368032" y="679609"/>
                        </a:cubicBezTo>
                        <a:cubicBezTo>
                          <a:pt x="399084" y="684657"/>
                          <a:pt x="430993" y="687038"/>
                          <a:pt x="462425" y="690848"/>
                        </a:cubicBezTo>
                        <a:cubicBezTo>
                          <a:pt x="522814" y="698087"/>
                          <a:pt x="537863" y="715328"/>
                          <a:pt x="538911" y="777526"/>
                        </a:cubicBezTo>
                        <a:cubicBezTo>
                          <a:pt x="539768" y="825151"/>
                          <a:pt x="539863" y="872776"/>
                          <a:pt x="538911" y="920306"/>
                        </a:cubicBezTo>
                        <a:cubicBezTo>
                          <a:pt x="537482" y="987838"/>
                          <a:pt x="513193" y="1007078"/>
                          <a:pt x="444899" y="995553"/>
                        </a:cubicBezTo>
                        <a:cubicBezTo>
                          <a:pt x="421468" y="991553"/>
                          <a:pt x="398227" y="986028"/>
                          <a:pt x="374795" y="981932"/>
                        </a:cubicBezTo>
                        <a:cubicBezTo>
                          <a:pt x="256209" y="960977"/>
                          <a:pt x="150291" y="1014794"/>
                          <a:pt x="111238" y="1127284"/>
                        </a:cubicBezTo>
                        <a:cubicBezTo>
                          <a:pt x="72091" y="1240060"/>
                          <a:pt x="63709" y="1357789"/>
                          <a:pt x="105333" y="1472565"/>
                        </a:cubicBezTo>
                        <a:cubicBezTo>
                          <a:pt x="131336" y="1544288"/>
                          <a:pt x="182676" y="1587627"/>
                          <a:pt x="263829" y="1596962"/>
                        </a:cubicBezTo>
                        <a:cubicBezTo>
                          <a:pt x="321455" y="1603534"/>
                          <a:pt x="377748" y="1590961"/>
                          <a:pt x="434517" y="1596009"/>
                        </a:cubicBezTo>
                        <a:cubicBezTo>
                          <a:pt x="480999" y="1600105"/>
                          <a:pt x="494334" y="1616297"/>
                          <a:pt x="486523" y="1656874"/>
                        </a:cubicBezTo>
                        <a:close/>
                      </a:path>
                    </a:pathLst>
                  </a:custGeom>
                  <a:solidFill>
                    <a:srgbClr val="EDAAB8"/>
                  </a:solidFill>
                  <a:ln w="0" cap="flat">
                    <a:noFill/>
                    <a:prstDash val="solid"/>
                    <a:miter/>
                  </a:ln>
                </p:spPr>
                <p:txBody>
                  <a:bodyPr rtlCol="0" anchor="ctr"/>
                  <a:lstStyle/>
                  <a:p>
                    <a:endParaRPr lang="zh-CN" altLang="en-US" sz="650"/>
                  </a:p>
                </p:txBody>
              </p:sp>
              <p:sp>
                <p:nvSpPr>
                  <p:cNvPr id="2121" name="任意多边形: 形状 694"/>
                  <p:cNvSpPr/>
                  <p:nvPr/>
                </p:nvSpPr>
                <p:spPr>
                  <a:xfrm>
                    <a:off x="4315405" y="6770116"/>
                    <a:ext cx="312434" cy="443753"/>
                  </a:xfrm>
                  <a:custGeom>
                    <a:avLst/>
                    <a:gdLst>
                      <a:gd name="connsiteX0" fmla="*/ 998150 w 1056929"/>
                      <a:gd name="connsiteY0" fmla="*/ 76676 h 1501165"/>
                      <a:gd name="connsiteX1" fmla="*/ 1028821 w 1056929"/>
                      <a:gd name="connsiteY1" fmla="*/ 0 h 1501165"/>
                      <a:gd name="connsiteX2" fmla="*/ 1037108 w 1056929"/>
                      <a:gd name="connsiteY2" fmla="*/ 17907 h 1501165"/>
                      <a:gd name="connsiteX3" fmla="*/ 1056920 w 1056929"/>
                      <a:gd name="connsiteY3" fmla="*/ 191357 h 1501165"/>
                      <a:gd name="connsiteX4" fmla="*/ 996626 w 1056929"/>
                      <a:gd name="connsiteY4" fmla="*/ 436436 h 1501165"/>
                      <a:gd name="connsiteX5" fmla="*/ 816890 w 1056929"/>
                      <a:gd name="connsiteY5" fmla="*/ 605314 h 1501165"/>
                      <a:gd name="connsiteX6" fmla="*/ 394551 w 1056929"/>
                      <a:gd name="connsiteY6" fmla="*/ 631698 h 1501165"/>
                      <a:gd name="connsiteX7" fmla="*/ 290919 w 1056929"/>
                      <a:gd name="connsiteY7" fmla="*/ 623221 h 1501165"/>
                      <a:gd name="connsiteX8" fmla="*/ 193859 w 1056929"/>
                      <a:gd name="connsiteY8" fmla="*/ 729996 h 1501165"/>
                      <a:gd name="connsiteX9" fmla="*/ 214529 w 1056929"/>
                      <a:gd name="connsiteY9" fmla="*/ 1147001 h 1501165"/>
                      <a:gd name="connsiteX10" fmla="*/ 140996 w 1056929"/>
                      <a:gd name="connsiteY10" fmla="*/ 1443514 h 1501165"/>
                      <a:gd name="connsiteX11" fmla="*/ 33077 w 1056929"/>
                      <a:gd name="connsiteY11" fmla="*/ 1500759 h 1501165"/>
                      <a:gd name="connsiteX12" fmla="*/ 44222 w 1056929"/>
                      <a:gd name="connsiteY12" fmla="*/ 1441704 h 1501165"/>
                      <a:gd name="connsiteX13" fmla="*/ 50984 w 1056929"/>
                      <a:gd name="connsiteY13" fmla="*/ 1377601 h 1501165"/>
                      <a:gd name="connsiteX14" fmla="*/ 121 w 1056929"/>
                      <a:gd name="connsiteY14" fmla="*/ 1273683 h 1501165"/>
                      <a:gd name="connsiteX15" fmla="*/ 4979 w 1056929"/>
                      <a:gd name="connsiteY15" fmla="*/ 1253109 h 1501165"/>
                      <a:gd name="connsiteX16" fmla="*/ 125375 w 1056929"/>
                      <a:gd name="connsiteY16" fmla="*/ 1340168 h 1501165"/>
                      <a:gd name="connsiteX17" fmla="*/ 143663 w 1056929"/>
                      <a:gd name="connsiteY17" fmla="*/ 1042797 h 1501165"/>
                      <a:gd name="connsiteX18" fmla="*/ 147092 w 1056929"/>
                      <a:gd name="connsiteY18" fmla="*/ 915257 h 1501165"/>
                      <a:gd name="connsiteX19" fmla="*/ 125756 w 1056929"/>
                      <a:gd name="connsiteY19" fmla="*/ 835438 h 1501165"/>
                      <a:gd name="connsiteX20" fmla="*/ 99752 w 1056929"/>
                      <a:gd name="connsiteY20" fmla="*/ 688848 h 1501165"/>
                      <a:gd name="connsiteX21" fmla="*/ 101467 w 1056929"/>
                      <a:gd name="connsiteY21" fmla="*/ 684562 h 1501165"/>
                      <a:gd name="connsiteX22" fmla="*/ 175190 w 1056929"/>
                      <a:gd name="connsiteY22" fmla="*/ 527399 h 1501165"/>
                      <a:gd name="connsiteX23" fmla="*/ 221101 w 1056929"/>
                      <a:gd name="connsiteY23" fmla="*/ 514255 h 1501165"/>
                      <a:gd name="connsiteX24" fmla="*/ 339782 w 1056929"/>
                      <a:gd name="connsiteY24" fmla="*/ 515588 h 1501165"/>
                      <a:gd name="connsiteX25" fmla="*/ 430937 w 1056929"/>
                      <a:gd name="connsiteY25" fmla="*/ 555879 h 1501165"/>
                      <a:gd name="connsiteX26" fmla="*/ 512090 w 1056929"/>
                      <a:gd name="connsiteY26" fmla="*/ 572738 h 1501165"/>
                      <a:gd name="connsiteX27" fmla="*/ 577526 w 1056929"/>
                      <a:gd name="connsiteY27" fmla="*/ 563975 h 1501165"/>
                      <a:gd name="connsiteX28" fmla="*/ 617722 w 1056929"/>
                      <a:gd name="connsiteY28" fmla="*/ 557117 h 1501165"/>
                      <a:gd name="connsiteX29" fmla="*/ 629628 w 1056929"/>
                      <a:gd name="connsiteY29" fmla="*/ 536543 h 1501165"/>
                      <a:gd name="connsiteX30" fmla="*/ 702399 w 1056929"/>
                      <a:gd name="connsiteY30" fmla="*/ 544259 h 1501165"/>
                      <a:gd name="connsiteX31" fmla="*/ 763740 w 1056929"/>
                      <a:gd name="connsiteY31" fmla="*/ 568643 h 1501165"/>
                      <a:gd name="connsiteX32" fmla="*/ 934142 w 1056929"/>
                      <a:gd name="connsiteY32" fmla="*/ 411004 h 1501165"/>
                      <a:gd name="connsiteX33" fmla="*/ 997960 w 1056929"/>
                      <a:gd name="connsiteY33" fmla="*/ 177165 h 1501165"/>
                      <a:gd name="connsiteX34" fmla="*/ 993674 w 1056929"/>
                      <a:gd name="connsiteY34" fmla="*/ 126397 h 1501165"/>
                      <a:gd name="connsiteX35" fmla="*/ 998150 w 1056929"/>
                      <a:gd name="connsiteY35" fmla="*/ 76771 h 150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6929" h="1501165">
                        <a:moveTo>
                          <a:pt x="998150" y="76676"/>
                        </a:moveTo>
                        <a:cubicBezTo>
                          <a:pt x="1026249" y="58293"/>
                          <a:pt x="1031678" y="30766"/>
                          <a:pt x="1028821" y="0"/>
                        </a:cubicBezTo>
                        <a:cubicBezTo>
                          <a:pt x="1031583" y="6001"/>
                          <a:pt x="1034345" y="11906"/>
                          <a:pt x="1037108" y="17907"/>
                        </a:cubicBezTo>
                        <a:cubicBezTo>
                          <a:pt x="1046156" y="75533"/>
                          <a:pt x="1057301" y="134588"/>
                          <a:pt x="1056920" y="191357"/>
                        </a:cubicBezTo>
                        <a:cubicBezTo>
                          <a:pt x="1056348" y="275558"/>
                          <a:pt x="1041013" y="360902"/>
                          <a:pt x="996626" y="436436"/>
                        </a:cubicBezTo>
                        <a:cubicBezTo>
                          <a:pt x="953288" y="510159"/>
                          <a:pt x="898424" y="568166"/>
                          <a:pt x="816890" y="605314"/>
                        </a:cubicBezTo>
                        <a:cubicBezTo>
                          <a:pt x="677729" y="668655"/>
                          <a:pt x="537331" y="659130"/>
                          <a:pt x="394551" y="631698"/>
                        </a:cubicBezTo>
                        <a:cubicBezTo>
                          <a:pt x="359975" y="625030"/>
                          <a:pt x="325685" y="620077"/>
                          <a:pt x="290919" y="623221"/>
                        </a:cubicBezTo>
                        <a:cubicBezTo>
                          <a:pt x="229483" y="628650"/>
                          <a:pt x="192716" y="668464"/>
                          <a:pt x="193859" y="729996"/>
                        </a:cubicBezTo>
                        <a:cubicBezTo>
                          <a:pt x="196431" y="869156"/>
                          <a:pt x="209957" y="1007935"/>
                          <a:pt x="214529" y="1147001"/>
                        </a:cubicBezTo>
                        <a:cubicBezTo>
                          <a:pt x="217958" y="1251395"/>
                          <a:pt x="213290" y="1357217"/>
                          <a:pt x="140996" y="1443514"/>
                        </a:cubicBezTo>
                        <a:cubicBezTo>
                          <a:pt x="113659" y="1476089"/>
                          <a:pt x="81369" y="1504950"/>
                          <a:pt x="33077" y="1500759"/>
                        </a:cubicBezTo>
                        <a:cubicBezTo>
                          <a:pt x="11741" y="1476470"/>
                          <a:pt x="22600" y="1455706"/>
                          <a:pt x="44222" y="1441704"/>
                        </a:cubicBezTo>
                        <a:cubicBezTo>
                          <a:pt x="75178" y="1421606"/>
                          <a:pt x="89942" y="1410176"/>
                          <a:pt x="50984" y="1377601"/>
                        </a:cubicBezTo>
                        <a:cubicBezTo>
                          <a:pt x="22790" y="1353979"/>
                          <a:pt x="25553" y="1304830"/>
                          <a:pt x="121" y="1273683"/>
                        </a:cubicBezTo>
                        <a:cubicBezTo>
                          <a:pt x="-451" y="1266349"/>
                          <a:pt x="978" y="1259396"/>
                          <a:pt x="4979" y="1253109"/>
                        </a:cubicBezTo>
                        <a:cubicBezTo>
                          <a:pt x="68510" y="1219772"/>
                          <a:pt x="98038" y="1240441"/>
                          <a:pt x="125375" y="1340168"/>
                        </a:cubicBezTo>
                        <a:cubicBezTo>
                          <a:pt x="158236" y="1240536"/>
                          <a:pt x="148139" y="1140905"/>
                          <a:pt x="143663" y="1042797"/>
                        </a:cubicBezTo>
                        <a:cubicBezTo>
                          <a:pt x="141662" y="999649"/>
                          <a:pt x="145282" y="957739"/>
                          <a:pt x="147092" y="915257"/>
                        </a:cubicBezTo>
                        <a:cubicBezTo>
                          <a:pt x="148330" y="886111"/>
                          <a:pt x="143663" y="861251"/>
                          <a:pt x="125756" y="835438"/>
                        </a:cubicBezTo>
                        <a:cubicBezTo>
                          <a:pt x="95657" y="792099"/>
                          <a:pt x="111278" y="737426"/>
                          <a:pt x="99752" y="688848"/>
                        </a:cubicBezTo>
                        <a:cubicBezTo>
                          <a:pt x="99467" y="687514"/>
                          <a:pt x="100324" y="685419"/>
                          <a:pt x="101467" y="684562"/>
                        </a:cubicBezTo>
                        <a:cubicBezTo>
                          <a:pt x="151759" y="644176"/>
                          <a:pt x="171952" y="591217"/>
                          <a:pt x="175190" y="527399"/>
                        </a:cubicBezTo>
                        <a:cubicBezTo>
                          <a:pt x="176333" y="504730"/>
                          <a:pt x="201765" y="503396"/>
                          <a:pt x="221101" y="514255"/>
                        </a:cubicBezTo>
                        <a:cubicBezTo>
                          <a:pt x="260630" y="536543"/>
                          <a:pt x="295396" y="541877"/>
                          <a:pt x="339782" y="515588"/>
                        </a:cubicBezTo>
                        <a:cubicBezTo>
                          <a:pt x="394075" y="483489"/>
                          <a:pt x="410934" y="495490"/>
                          <a:pt x="430937" y="555879"/>
                        </a:cubicBezTo>
                        <a:cubicBezTo>
                          <a:pt x="449415" y="611505"/>
                          <a:pt x="471608" y="616363"/>
                          <a:pt x="512090" y="572738"/>
                        </a:cubicBezTo>
                        <a:cubicBezTo>
                          <a:pt x="531997" y="551307"/>
                          <a:pt x="554190" y="541306"/>
                          <a:pt x="577526" y="563975"/>
                        </a:cubicBezTo>
                        <a:cubicBezTo>
                          <a:pt x="596767" y="582644"/>
                          <a:pt x="607054" y="574834"/>
                          <a:pt x="617722" y="557117"/>
                        </a:cubicBezTo>
                        <a:cubicBezTo>
                          <a:pt x="621818" y="550355"/>
                          <a:pt x="624770" y="542830"/>
                          <a:pt x="629628" y="536543"/>
                        </a:cubicBezTo>
                        <a:cubicBezTo>
                          <a:pt x="654393" y="504730"/>
                          <a:pt x="688969" y="506540"/>
                          <a:pt x="702399" y="544259"/>
                        </a:cubicBezTo>
                        <a:cubicBezTo>
                          <a:pt x="715353" y="580549"/>
                          <a:pt x="732974" y="579215"/>
                          <a:pt x="763740" y="568643"/>
                        </a:cubicBezTo>
                        <a:cubicBezTo>
                          <a:pt x="844512" y="540734"/>
                          <a:pt x="892137" y="485203"/>
                          <a:pt x="934142" y="411004"/>
                        </a:cubicBezTo>
                        <a:cubicBezTo>
                          <a:pt x="976719" y="335756"/>
                          <a:pt x="988816" y="258509"/>
                          <a:pt x="997960" y="177165"/>
                        </a:cubicBezTo>
                        <a:cubicBezTo>
                          <a:pt x="999960" y="159067"/>
                          <a:pt x="998817" y="142875"/>
                          <a:pt x="993674" y="126397"/>
                        </a:cubicBezTo>
                        <a:cubicBezTo>
                          <a:pt x="988340" y="109061"/>
                          <a:pt x="986054" y="92392"/>
                          <a:pt x="998150" y="76771"/>
                        </a:cubicBezTo>
                        <a:close/>
                      </a:path>
                    </a:pathLst>
                  </a:custGeom>
                  <a:solidFill>
                    <a:srgbClr val="ECA9B6"/>
                  </a:solidFill>
                  <a:ln w="0" cap="flat">
                    <a:noFill/>
                    <a:prstDash val="solid"/>
                    <a:miter/>
                  </a:ln>
                </p:spPr>
                <p:txBody>
                  <a:bodyPr rtlCol="0" anchor="ctr"/>
                  <a:lstStyle/>
                  <a:p>
                    <a:endParaRPr lang="zh-CN" altLang="en-US" sz="650"/>
                  </a:p>
                </p:txBody>
              </p:sp>
              <p:sp>
                <p:nvSpPr>
                  <p:cNvPr id="2122" name="任意多边形: 形状 695"/>
                  <p:cNvSpPr/>
                  <p:nvPr/>
                </p:nvSpPr>
                <p:spPr>
                  <a:xfrm>
                    <a:off x="4321801" y="6775409"/>
                    <a:ext cx="309068" cy="447659"/>
                  </a:xfrm>
                  <a:custGeom>
                    <a:avLst/>
                    <a:gdLst>
                      <a:gd name="connsiteX0" fmla="*/ 5821 w 1045541"/>
                      <a:gd name="connsiteY0" fmla="*/ 1476375 h 1514379"/>
                      <a:gd name="connsiteX1" fmla="*/ 166412 w 1045541"/>
                      <a:gd name="connsiteY1" fmla="*/ 1322451 h 1514379"/>
                      <a:gd name="connsiteX2" fmla="*/ 185653 w 1045541"/>
                      <a:gd name="connsiteY2" fmla="*/ 1098614 h 1514379"/>
                      <a:gd name="connsiteX3" fmla="*/ 167270 w 1045541"/>
                      <a:gd name="connsiteY3" fmla="*/ 725519 h 1514379"/>
                      <a:gd name="connsiteX4" fmla="*/ 335576 w 1045541"/>
                      <a:gd name="connsiteY4" fmla="*/ 593598 h 1514379"/>
                      <a:gd name="connsiteX5" fmla="*/ 595418 w 1045541"/>
                      <a:gd name="connsiteY5" fmla="*/ 627983 h 1514379"/>
                      <a:gd name="connsiteX6" fmla="*/ 963655 w 1045541"/>
                      <a:gd name="connsiteY6" fmla="*/ 414338 h 1514379"/>
                      <a:gd name="connsiteX7" fmla="*/ 1005946 w 1045541"/>
                      <a:gd name="connsiteY7" fmla="*/ 257080 h 1514379"/>
                      <a:gd name="connsiteX8" fmla="*/ 1007089 w 1045541"/>
                      <a:gd name="connsiteY8" fmla="*/ 238696 h 1514379"/>
                      <a:gd name="connsiteX9" fmla="*/ 1015090 w 1045541"/>
                      <a:gd name="connsiteY9" fmla="*/ 121920 h 1514379"/>
                      <a:gd name="connsiteX10" fmla="*/ 1015566 w 1045541"/>
                      <a:gd name="connsiteY10" fmla="*/ 0 h 1514379"/>
                      <a:gd name="connsiteX11" fmla="*/ 908886 w 1045541"/>
                      <a:gd name="connsiteY11" fmla="*/ 528161 h 1514379"/>
                      <a:gd name="connsiteX12" fmla="*/ 743723 w 1045541"/>
                      <a:gd name="connsiteY12" fmla="*/ 617506 h 1514379"/>
                      <a:gd name="connsiteX13" fmla="*/ 380249 w 1045541"/>
                      <a:gd name="connsiteY13" fmla="*/ 626078 h 1514379"/>
                      <a:gd name="connsiteX14" fmla="*/ 267092 w 1045541"/>
                      <a:gd name="connsiteY14" fmla="*/ 619030 h 1514379"/>
                      <a:gd name="connsiteX15" fmla="*/ 177271 w 1045541"/>
                      <a:gd name="connsiteY15" fmla="*/ 709232 h 1514379"/>
                      <a:gd name="connsiteX16" fmla="*/ 194702 w 1045541"/>
                      <a:gd name="connsiteY16" fmla="*/ 906780 h 1514379"/>
                      <a:gd name="connsiteX17" fmla="*/ 197559 w 1045541"/>
                      <a:gd name="connsiteY17" fmla="*/ 1228154 h 1514379"/>
                      <a:gd name="connsiteX18" fmla="*/ 5821 w 1045541"/>
                      <a:gd name="connsiteY18" fmla="*/ 1514380 h 1514379"/>
                      <a:gd name="connsiteX19" fmla="*/ 5916 w 1045541"/>
                      <a:gd name="connsiteY19" fmla="*/ 1476375 h 151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45541" h="1514379">
                        <a:moveTo>
                          <a:pt x="5821" y="1476375"/>
                        </a:moveTo>
                        <a:cubicBezTo>
                          <a:pt x="77639" y="1468755"/>
                          <a:pt x="157935" y="1394174"/>
                          <a:pt x="166412" y="1322451"/>
                        </a:cubicBezTo>
                        <a:cubicBezTo>
                          <a:pt x="175175" y="1248061"/>
                          <a:pt x="199274" y="1174147"/>
                          <a:pt x="185653" y="1098614"/>
                        </a:cubicBezTo>
                        <a:cubicBezTo>
                          <a:pt x="163269" y="974789"/>
                          <a:pt x="167555" y="850106"/>
                          <a:pt x="167270" y="725519"/>
                        </a:cubicBezTo>
                        <a:cubicBezTo>
                          <a:pt x="167079" y="625888"/>
                          <a:pt x="236612" y="572929"/>
                          <a:pt x="335576" y="593598"/>
                        </a:cubicBezTo>
                        <a:cubicBezTo>
                          <a:pt x="421206" y="611505"/>
                          <a:pt x="506645" y="637032"/>
                          <a:pt x="595418" y="627983"/>
                        </a:cubicBezTo>
                        <a:cubicBezTo>
                          <a:pt x="749819" y="612172"/>
                          <a:pt x="889360" y="563499"/>
                          <a:pt x="963655" y="414338"/>
                        </a:cubicBezTo>
                        <a:cubicBezTo>
                          <a:pt x="986896" y="367665"/>
                          <a:pt x="1033092" y="320326"/>
                          <a:pt x="1005946" y="257080"/>
                        </a:cubicBezTo>
                        <a:cubicBezTo>
                          <a:pt x="1003755" y="251841"/>
                          <a:pt x="1003755" y="242030"/>
                          <a:pt x="1007089" y="238696"/>
                        </a:cubicBezTo>
                        <a:cubicBezTo>
                          <a:pt x="1043570" y="201644"/>
                          <a:pt x="1026615" y="162306"/>
                          <a:pt x="1015090" y="121920"/>
                        </a:cubicBezTo>
                        <a:cubicBezTo>
                          <a:pt x="1003565" y="81725"/>
                          <a:pt x="1017947" y="40672"/>
                          <a:pt x="1015566" y="0"/>
                        </a:cubicBezTo>
                        <a:cubicBezTo>
                          <a:pt x="1077383" y="195739"/>
                          <a:pt x="1044427" y="372809"/>
                          <a:pt x="908886" y="528161"/>
                        </a:cubicBezTo>
                        <a:cubicBezTo>
                          <a:pt x="865643" y="577787"/>
                          <a:pt x="802778" y="596551"/>
                          <a:pt x="743723" y="617506"/>
                        </a:cubicBezTo>
                        <a:cubicBezTo>
                          <a:pt x="624279" y="659892"/>
                          <a:pt x="501597" y="645605"/>
                          <a:pt x="380249" y="626078"/>
                        </a:cubicBezTo>
                        <a:cubicBezTo>
                          <a:pt x="342244" y="619982"/>
                          <a:pt x="304811" y="618363"/>
                          <a:pt x="267092" y="619030"/>
                        </a:cubicBezTo>
                        <a:cubicBezTo>
                          <a:pt x="214133" y="619982"/>
                          <a:pt x="179938" y="655701"/>
                          <a:pt x="177271" y="709232"/>
                        </a:cubicBezTo>
                        <a:cubicBezTo>
                          <a:pt x="174032" y="776002"/>
                          <a:pt x="195464" y="840867"/>
                          <a:pt x="194702" y="906780"/>
                        </a:cubicBezTo>
                        <a:cubicBezTo>
                          <a:pt x="193559" y="1013936"/>
                          <a:pt x="202226" y="1120807"/>
                          <a:pt x="197559" y="1228154"/>
                        </a:cubicBezTo>
                        <a:cubicBezTo>
                          <a:pt x="191654" y="1364837"/>
                          <a:pt x="134123" y="1462088"/>
                          <a:pt x="5821" y="1514380"/>
                        </a:cubicBezTo>
                        <a:cubicBezTo>
                          <a:pt x="-2561" y="1501712"/>
                          <a:pt x="-1323" y="1489043"/>
                          <a:pt x="5916" y="1476375"/>
                        </a:cubicBezTo>
                        <a:close/>
                      </a:path>
                    </a:pathLst>
                  </a:custGeom>
                  <a:solidFill>
                    <a:srgbClr val="EBBCC8"/>
                  </a:solidFill>
                  <a:ln w="0" cap="flat">
                    <a:noFill/>
                    <a:prstDash val="solid"/>
                    <a:miter/>
                  </a:ln>
                </p:spPr>
                <p:txBody>
                  <a:bodyPr rtlCol="0" anchor="ctr"/>
                  <a:lstStyle/>
                  <a:p>
                    <a:endParaRPr lang="zh-CN" altLang="en-US" sz="650"/>
                  </a:p>
                </p:txBody>
              </p:sp>
              <p:sp>
                <p:nvSpPr>
                  <p:cNvPr id="2123" name="任意多边形: 形状 696"/>
                  <p:cNvSpPr/>
                  <p:nvPr/>
                </p:nvSpPr>
                <p:spPr>
                  <a:xfrm>
                    <a:off x="4153825" y="6710509"/>
                    <a:ext cx="107997" cy="501128"/>
                  </a:xfrm>
                  <a:custGeom>
                    <a:avLst/>
                    <a:gdLst>
                      <a:gd name="connsiteX0" fmla="*/ 202302 w 365340"/>
                      <a:gd name="connsiteY0" fmla="*/ 29051 h 1695259"/>
                      <a:gd name="connsiteX1" fmla="*/ 36948 w 365340"/>
                      <a:gd name="connsiteY1" fmla="*/ 287941 h 1695259"/>
                      <a:gd name="connsiteX2" fmla="*/ 97051 w 365340"/>
                      <a:gd name="connsiteY2" fmla="*/ 616172 h 1695259"/>
                      <a:gd name="connsiteX3" fmla="*/ 251451 w 365340"/>
                      <a:gd name="connsiteY3" fmla="*/ 739045 h 1695259"/>
                      <a:gd name="connsiteX4" fmla="*/ 330223 w 365340"/>
                      <a:gd name="connsiteY4" fmla="*/ 781145 h 1695259"/>
                      <a:gd name="connsiteX5" fmla="*/ 349844 w 365340"/>
                      <a:gd name="connsiteY5" fmla="*/ 886206 h 1695259"/>
                      <a:gd name="connsiteX6" fmla="*/ 220971 w 365340"/>
                      <a:gd name="connsiteY6" fmla="*/ 962215 h 1695259"/>
                      <a:gd name="connsiteX7" fmla="*/ 37329 w 365340"/>
                      <a:gd name="connsiteY7" fmla="*/ 1188815 h 1695259"/>
                      <a:gd name="connsiteX8" fmla="*/ 21803 w 365340"/>
                      <a:gd name="connsiteY8" fmla="*/ 1404271 h 1695259"/>
                      <a:gd name="connsiteX9" fmla="*/ 150772 w 365340"/>
                      <a:gd name="connsiteY9" fmla="*/ 1661160 h 1695259"/>
                      <a:gd name="connsiteX10" fmla="*/ 183062 w 365340"/>
                      <a:gd name="connsiteY10" fmla="*/ 1695260 h 1695259"/>
                      <a:gd name="connsiteX11" fmla="*/ 33900 w 365340"/>
                      <a:gd name="connsiteY11" fmla="*/ 1543145 h 1695259"/>
                      <a:gd name="connsiteX12" fmla="*/ 14088 w 365340"/>
                      <a:gd name="connsiteY12" fmla="*/ 1212723 h 1695259"/>
                      <a:gd name="connsiteX13" fmla="*/ 256785 w 365340"/>
                      <a:gd name="connsiteY13" fmla="*/ 926116 h 1695259"/>
                      <a:gd name="connsiteX14" fmla="*/ 279169 w 365340"/>
                      <a:gd name="connsiteY14" fmla="*/ 918401 h 1695259"/>
                      <a:gd name="connsiteX15" fmla="*/ 344225 w 365340"/>
                      <a:gd name="connsiteY15" fmla="*/ 842867 h 1695259"/>
                      <a:gd name="connsiteX16" fmla="*/ 287265 w 365340"/>
                      <a:gd name="connsiteY16" fmla="*/ 775240 h 1695259"/>
                      <a:gd name="connsiteX17" fmla="*/ 104195 w 365340"/>
                      <a:gd name="connsiteY17" fmla="*/ 651320 h 1695259"/>
                      <a:gd name="connsiteX18" fmla="*/ 10850 w 365340"/>
                      <a:gd name="connsiteY18" fmla="*/ 426530 h 1695259"/>
                      <a:gd name="connsiteX19" fmla="*/ 140485 w 365340"/>
                      <a:gd name="connsiteY19" fmla="*/ 53149 h 1695259"/>
                      <a:gd name="connsiteX20" fmla="*/ 193349 w 365340"/>
                      <a:gd name="connsiteY20" fmla="*/ 0 h 1695259"/>
                      <a:gd name="connsiteX21" fmla="*/ 202207 w 365340"/>
                      <a:gd name="connsiteY21" fmla="*/ 29051 h 169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5340" h="1695259">
                        <a:moveTo>
                          <a:pt x="202302" y="29051"/>
                        </a:moveTo>
                        <a:cubicBezTo>
                          <a:pt x="114672" y="94583"/>
                          <a:pt x="65047" y="180022"/>
                          <a:pt x="36948" y="287941"/>
                        </a:cubicBezTo>
                        <a:cubicBezTo>
                          <a:pt x="4944" y="411385"/>
                          <a:pt x="25899" y="517589"/>
                          <a:pt x="97051" y="616172"/>
                        </a:cubicBezTo>
                        <a:cubicBezTo>
                          <a:pt x="136103" y="670274"/>
                          <a:pt x="193730" y="705993"/>
                          <a:pt x="251451" y="739045"/>
                        </a:cubicBezTo>
                        <a:cubicBezTo>
                          <a:pt x="277264" y="753809"/>
                          <a:pt x="304124" y="766858"/>
                          <a:pt x="330223" y="781145"/>
                        </a:cubicBezTo>
                        <a:cubicBezTo>
                          <a:pt x="368132" y="801910"/>
                          <a:pt x="376419" y="851535"/>
                          <a:pt x="349844" y="886206"/>
                        </a:cubicBezTo>
                        <a:cubicBezTo>
                          <a:pt x="316983" y="929069"/>
                          <a:pt x="266691" y="943737"/>
                          <a:pt x="220971" y="962215"/>
                        </a:cubicBezTo>
                        <a:cubicBezTo>
                          <a:pt x="116291" y="1004697"/>
                          <a:pt x="65809" y="1082231"/>
                          <a:pt x="37329" y="1188815"/>
                        </a:cubicBezTo>
                        <a:cubicBezTo>
                          <a:pt x="17803" y="1261682"/>
                          <a:pt x="24089" y="1332452"/>
                          <a:pt x="21803" y="1404271"/>
                        </a:cubicBezTo>
                        <a:cubicBezTo>
                          <a:pt x="18374" y="1512284"/>
                          <a:pt x="60951" y="1598771"/>
                          <a:pt x="150772" y="1661160"/>
                        </a:cubicBezTo>
                        <a:cubicBezTo>
                          <a:pt x="163345" y="1669923"/>
                          <a:pt x="172394" y="1683830"/>
                          <a:pt x="183062" y="1695260"/>
                        </a:cubicBezTo>
                        <a:cubicBezTo>
                          <a:pt x="100956" y="1676400"/>
                          <a:pt x="61046" y="1612392"/>
                          <a:pt x="33900" y="1543145"/>
                        </a:cubicBezTo>
                        <a:cubicBezTo>
                          <a:pt x="-7915" y="1436465"/>
                          <a:pt x="-6676" y="1323308"/>
                          <a:pt x="14088" y="1212723"/>
                        </a:cubicBezTo>
                        <a:cubicBezTo>
                          <a:pt x="40282" y="1073468"/>
                          <a:pt x="113243" y="968597"/>
                          <a:pt x="256785" y="926116"/>
                        </a:cubicBezTo>
                        <a:cubicBezTo>
                          <a:pt x="264405" y="923830"/>
                          <a:pt x="272597" y="922401"/>
                          <a:pt x="279169" y="918401"/>
                        </a:cubicBezTo>
                        <a:cubicBezTo>
                          <a:pt x="308792" y="900208"/>
                          <a:pt x="341177" y="882301"/>
                          <a:pt x="344225" y="842867"/>
                        </a:cubicBezTo>
                        <a:cubicBezTo>
                          <a:pt x="347177" y="803910"/>
                          <a:pt x="315840" y="789908"/>
                          <a:pt x="287265" y="775240"/>
                        </a:cubicBezTo>
                        <a:cubicBezTo>
                          <a:pt x="221257" y="741426"/>
                          <a:pt x="156201" y="707327"/>
                          <a:pt x="104195" y="651320"/>
                        </a:cubicBezTo>
                        <a:cubicBezTo>
                          <a:pt x="44473" y="587121"/>
                          <a:pt x="17136" y="513207"/>
                          <a:pt x="10850" y="426530"/>
                        </a:cubicBezTo>
                        <a:cubicBezTo>
                          <a:pt x="277" y="282321"/>
                          <a:pt x="46092" y="160496"/>
                          <a:pt x="140485" y="53149"/>
                        </a:cubicBezTo>
                        <a:cubicBezTo>
                          <a:pt x="157249" y="34099"/>
                          <a:pt x="183157" y="24765"/>
                          <a:pt x="193349" y="0"/>
                        </a:cubicBezTo>
                        <a:cubicBezTo>
                          <a:pt x="201921" y="8001"/>
                          <a:pt x="202493" y="18383"/>
                          <a:pt x="202207" y="29051"/>
                        </a:cubicBezTo>
                        <a:close/>
                      </a:path>
                    </a:pathLst>
                  </a:custGeom>
                  <a:solidFill>
                    <a:srgbClr val="EDC6D2"/>
                  </a:solidFill>
                  <a:ln w="0" cap="flat">
                    <a:noFill/>
                    <a:prstDash val="solid"/>
                    <a:miter/>
                  </a:ln>
                </p:spPr>
                <p:txBody>
                  <a:bodyPr rtlCol="0" anchor="ctr"/>
                  <a:lstStyle/>
                  <a:p>
                    <a:endParaRPr lang="zh-CN" altLang="en-US" sz="650"/>
                  </a:p>
                </p:txBody>
              </p:sp>
              <p:sp>
                <p:nvSpPr>
                  <p:cNvPr id="2124" name="任意多边形: 形状 697"/>
                  <p:cNvSpPr/>
                  <p:nvPr/>
                </p:nvSpPr>
                <p:spPr>
                  <a:xfrm>
                    <a:off x="4307749" y="7146651"/>
                    <a:ext cx="66201" cy="244516"/>
                  </a:xfrm>
                  <a:custGeom>
                    <a:avLst/>
                    <a:gdLst>
                      <a:gd name="connsiteX0" fmla="*/ 53357 w 223950"/>
                      <a:gd name="connsiteY0" fmla="*/ 220507 h 827170"/>
                      <a:gd name="connsiteX1" fmla="*/ 53262 w 223950"/>
                      <a:gd name="connsiteY1" fmla="*/ 258512 h 827170"/>
                      <a:gd name="connsiteX2" fmla="*/ 43642 w 223950"/>
                      <a:gd name="connsiteY2" fmla="*/ 747906 h 827170"/>
                      <a:gd name="connsiteX3" fmla="*/ 98220 w 223950"/>
                      <a:gd name="connsiteY3" fmla="*/ 801532 h 827170"/>
                      <a:gd name="connsiteX4" fmla="*/ 223950 w 223950"/>
                      <a:gd name="connsiteY4" fmla="*/ 809819 h 827170"/>
                      <a:gd name="connsiteX5" fmla="*/ 60596 w 223950"/>
                      <a:gd name="connsiteY5" fmla="*/ 824678 h 827170"/>
                      <a:gd name="connsiteX6" fmla="*/ 33164 w 223950"/>
                      <a:gd name="connsiteY6" fmla="*/ 783054 h 827170"/>
                      <a:gd name="connsiteX7" fmla="*/ 33450 w 223950"/>
                      <a:gd name="connsiteY7" fmla="*/ 431676 h 827170"/>
                      <a:gd name="connsiteX8" fmla="*/ 42118 w 223950"/>
                      <a:gd name="connsiteY8" fmla="*/ 223650 h 827170"/>
                      <a:gd name="connsiteX9" fmla="*/ 24592 w 223950"/>
                      <a:gd name="connsiteY9" fmla="*/ 142878 h 827170"/>
                      <a:gd name="connsiteX10" fmla="*/ 4304 w 223950"/>
                      <a:gd name="connsiteY10" fmla="*/ 120590 h 827170"/>
                      <a:gd name="connsiteX11" fmla="*/ 17 w 223950"/>
                      <a:gd name="connsiteY11" fmla="*/ 40675 h 827170"/>
                      <a:gd name="connsiteX12" fmla="*/ 33355 w 223950"/>
                      <a:gd name="connsiteY12" fmla="*/ 3 h 827170"/>
                      <a:gd name="connsiteX13" fmla="*/ 72979 w 223950"/>
                      <a:gd name="connsiteY13" fmla="*/ 78584 h 827170"/>
                      <a:gd name="connsiteX14" fmla="*/ 94791 w 223950"/>
                      <a:gd name="connsiteY14" fmla="*/ 105445 h 827170"/>
                      <a:gd name="connsiteX15" fmla="*/ 126414 w 223950"/>
                      <a:gd name="connsiteY15" fmla="*/ 133353 h 827170"/>
                      <a:gd name="connsiteX16" fmla="*/ 92410 w 223950"/>
                      <a:gd name="connsiteY16" fmla="*/ 169739 h 827170"/>
                      <a:gd name="connsiteX17" fmla="*/ 53357 w 223950"/>
                      <a:gd name="connsiteY17" fmla="*/ 220317 h 8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950" h="827170">
                        <a:moveTo>
                          <a:pt x="53357" y="220507"/>
                        </a:moveTo>
                        <a:cubicBezTo>
                          <a:pt x="53357" y="233175"/>
                          <a:pt x="53357" y="245843"/>
                          <a:pt x="53262" y="258512"/>
                        </a:cubicBezTo>
                        <a:cubicBezTo>
                          <a:pt x="41356" y="421484"/>
                          <a:pt x="45452" y="584743"/>
                          <a:pt x="43642" y="747906"/>
                        </a:cubicBezTo>
                        <a:cubicBezTo>
                          <a:pt x="43166" y="788864"/>
                          <a:pt x="54881" y="804389"/>
                          <a:pt x="98220" y="801532"/>
                        </a:cubicBezTo>
                        <a:cubicBezTo>
                          <a:pt x="139844" y="798865"/>
                          <a:pt x="183278" y="789721"/>
                          <a:pt x="223950" y="809819"/>
                        </a:cubicBezTo>
                        <a:cubicBezTo>
                          <a:pt x="170039" y="817534"/>
                          <a:pt x="115175" y="800770"/>
                          <a:pt x="60596" y="824678"/>
                        </a:cubicBezTo>
                        <a:cubicBezTo>
                          <a:pt x="33545" y="836584"/>
                          <a:pt x="33260" y="803056"/>
                          <a:pt x="33164" y="783054"/>
                        </a:cubicBezTo>
                        <a:cubicBezTo>
                          <a:pt x="32879" y="665896"/>
                          <a:pt x="32117" y="548834"/>
                          <a:pt x="33450" y="431676"/>
                        </a:cubicBezTo>
                        <a:cubicBezTo>
                          <a:pt x="34212" y="362334"/>
                          <a:pt x="27926" y="292706"/>
                          <a:pt x="42118" y="223650"/>
                        </a:cubicBezTo>
                        <a:cubicBezTo>
                          <a:pt x="47833" y="195742"/>
                          <a:pt x="43737" y="166881"/>
                          <a:pt x="24592" y="142878"/>
                        </a:cubicBezTo>
                        <a:cubicBezTo>
                          <a:pt x="13067" y="139735"/>
                          <a:pt x="7637" y="131163"/>
                          <a:pt x="4304" y="120590"/>
                        </a:cubicBezTo>
                        <a:cubicBezTo>
                          <a:pt x="-935" y="94205"/>
                          <a:pt x="398" y="67345"/>
                          <a:pt x="17" y="40675"/>
                        </a:cubicBezTo>
                        <a:cubicBezTo>
                          <a:pt x="-364" y="18577"/>
                          <a:pt x="5351" y="-283"/>
                          <a:pt x="33355" y="3"/>
                        </a:cubicBezTo>
                        <a:cubicBezTo>
                          <a:pt x="54310" y="22196"/>
                          <a:pt x="81170" y="40580"/>
                          <a:pt x="72979" y="78584"/>
                        </a:cubicBezTo>
                        <a:cubicBezTo>
                          <a:pt x="70121" y="91920"/>
                          <a:pt x="81361" y="100778"/>
                          <a:pt x="94791" y="105445"/>
                        </a:cubicBezTo>
                        <a:cubicBezTo>
                          <a:pt x="108888" y="110398"/>
                          <a:pt x="129462" y="112017"/>
                          <a:pt x="126414" y="133353"/>
                        </a:cubicBezTo>
                        <a:cubicBezTo>
                          <a:pt x="123842" y="151355"/>
                          <a:pt x="108698" y="164214"/>
                          <a:pt x="92410" y="169739"/>
                        </a:cubicBezTo>
                        <a:cubicBezTo>
                          <a:pt x="66883" y="178406"/>
                          <a:pt x="50881" y="191456"/>
                          <a:pt x="53357" y="220317"/>
                        </a:cubicBezTo>
                        <a:close/>
                      </a:path>
                    </a:pathLst>
                  </a:custGeom>
                  <a:solidFill>
                    <a:srgbClr val="ECA7B4"/>
                  </a:solidFill>
                  <a:ln w="0" cap="flat">
                    <a:noFill/>
                    <a:prstDash val="solid"/>
                    <a:miter/>
                  </a:ln>
                </p:spPr>
                <p:txBody>
                  <a:bodyPr rtlCol="0" anchor="ctr"/>
                  <a:lstStyle/>
                  <a:p>
                    <a:endParaRPr lang="zh-CN" altLang="en-US" sz="650"/>
                  </a:p>
                </p:txBody>
              </p:sp>
              <p:sp>
                <p:nvSpPr>
                  <p:cNvPr id="2125" name="任意多边形: 形状 698"/>
                  <p:cNvSpPr/>
                  <p:nvPr/>
                </p:nvSpPr>
                <p:spPr>
                  <a:xfrm>
                    <a:off x="4317847" y="7472497"/>
                    <a:ext cx="82275" cy="71958"/>
                  </a:xfrm>
                  <a:custGeom>
                    <a:avLst/>
                    <a:gdLst>
                      <a:gd name="connsiteX0" fmla="*/ 209126 w 278327"/>
                      <a:gd name="connsiteY0" fmla="*/ 240064 h 243427"/>
                      <a:gd name="connsiteX1" fmla="*/ 35009 w 278327"/>
                      <a:gd name="connsiteY1" fmla="*/ 241874 h 243427"/>
                      <a:gd name="connsiteX2" fmla="*/ 3195 w 278327"/>
                      <a:gd name="connsiteY2" fmla="*/ 229301 h 243427"/>
                      <a:gd name="connsiteX3" fmla="*/ 4814 w 278327"/>
                      <a:gd name="connsiteY3" fmla="*/ 202250 h 243427"/>
                      <a:gd name="connsiteX4" fmla="*/ 39104 w 278327"/>
                      <a:gd name="connsiteY4" fmla="*/ 198344 h 243427"/>
                      <a:gd name="connsiteX5" fmla="*/ 220270 w 278327"/>
                      <a:gd name="connsiteY5" fmla="*/ 188248 h 243427"/>
                      <a:gd name="connsiteX6" fmla="*/ 263228 w 278327"/>
                      <a:gd name="connsiteY6" fmla="*/ 122525 h 243427"/>
                      <a:gd name="connsiteX7" fmla="*/ 201410 w 278327"/>
                      <a:gd name="connsiteY7" fmla="*/ 70233 h 243427"/>
                      <a:gd name="connsiteX8" fmla="*/ 47867 w 278327"/>
                      <a:gd name="connsiteY8" fmla="*/ 66804 h 243427"/>
                      <a:gd name="connsiteX9" fmla="*/ 528 w 278327"/>
                      <a:gd name="connsiteY9" fmla="*/ 47849 h 243427"/>
                      <a:gd name="connsiteX10" fmla="*/ 35199 w 278327"/>
                      <a:gd name="connsiteY10" fmla="*/ 16607 h 243427"/>
                      <a:gd name="connsiteX11" fmla="*/ 237320 w 278327"/>
                      <a:gd name="connsiteY11" fmla="*/ 2891 h 243427"/>
                      <a:gd name="connsiteX12" fmla="*/ 247988 w 278327"/>
                      <a:gd name="connsiteY12" fmla="*/ 3558 h 243427"/>
                      <a:gd name="connsiteX13" fmla="*/ 223604 w 278327"/>
                      <a:gd name="connsiteY13" fmla="*/ 24894 h 243427"/>
                      <a:gd name="connsiteX14" fmla="*/ 225223 w 278327"/>
                      <a:gd name="connsiteY14" fmla="*/ 63756 h 243427"/>
                      <a:gd name="connsiteX15" fmla="*/ 216746 w 278327"/>
                      <a:gd name="connsiteY15" fmla="*/ 207298 h 243427"/>
                      <a:gd name="connsiteX16" fmla="*/ 209126 w 278327"/>
                      <a:gd name="connsiteY16" fmla="*/ 240159 h 24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327" h="243427">
                        <a:moveTo>
                          <a:pt x="209126" y="240064"/>
                        </a:moveTo>
                        <a:cubicBezTo>
                          <a:pt x="151023" y="235968"/>
                          <a:pt x="93016" y="228158"/>
                          <a:pt x="35009" y="241874"/>
                        </a:cubicBezTo>
                        <a:cubicBezTo>
                          <a:pt x="23102" y="244731"/>
                          <a:pt x="7862" y="245207"/>
                          <a:pt x="3195" y="229301"/>
                        </a:cubicBezTo>
                        <a:cubicBezTo>
                          <a:pt x="719" y="220919"/>
                          <a:pt x="528" y="209108"/>
                          <a:pt x="4814" y="202250"/>
                        </a:cubicBezTo>
                        <a:cubicBezTo>
                          <a:pt x="13196" y="188819"/>
                          <a:pt x="26722" y="197296"/>
                          <a:pt x="39104" y="198344"/>
                        </a:cubicBezTo>
                        <a:cubicBezTo>
                          <a:pt x="99874" y="203393"/>
                          <a:pt x="161786" y="217299"/>
                          <a:pt x="220270" y="188248"/>
                        </a:cubicBezTo>
                        <a:cubicBezTo>
                          <a:pt x="246273" y="175294"/>
                          <a:pt x="271514" y="157101"/>
                          <a:pt x="263228" y="122525"/>
                        </a:cubicBezTo>
                        <a:cubicBezTo>
                          <a:pt x="255893" y="91855"/>
                          <a:pt x="229223" y="79091"/>
                          <a:pt x="201410" y="70233"/>
                        </a:cubicBezTo>
                        <a:cubicBezTo>
                          <a:pt x="150642" y="54041"/>
                          <a:pt x="99969" y="51659"/>
                          <a:pt x="47867" y="66804"/>
                        </a:cubicBezTo>
                        <a:cubicBezTo>
                          <a:pt x="30913" y="71757"/>
                          <a:pt x="4529" y="82235"/>
                          <a:pt x="528" y="47849"/>
                        </a:cubicBezTo>
                        <a:cubicBezTo>
                          <a:pt x="-2425" y="21846"/>
                          <a:pt x="6719" y="5273"/>
                          <a:pt x="35199" y="16607"/>
                        </a:cubicBezTo>
                        <a:cubicBezTo>
                          <a:pt x="105208" y="44420"/>
                          <a:pt x="171597" y="32419"/>
                          <a:pt x="237320" y="2891"/>
                        </a:cubicBezTo>
                        <a:cubicBezTo>
                          <a:pt x="241130" y="-1205"/>
                          <a:pt x="244654" y="-919"/>
                          <a:pt x="247988" y="3558"/>
                        </a:cubicBezTo>
                        <a:cubicBezTo>
                          <a:pt x="242749" y="14036"/>
                          <a:pt x="233129" y="19179"/>
                          <a:pt x="223604" y="24894"/>
                        </a:cubicBezTo>
                        <a:cubicBezTo>
                          <a:pt x="201220" y="38324"/>
                          <a:pt x="197886" y="51754"/>
                          <a:pt x="225223" y="63756"/>
                        </a:cubicBezTo>
                        <a:cubicBezTo>
                          <a:pt x="300089" y="96522"/>
                          <a:pt x="294470" y="169293"/>
                          <a:pt x="216746" y="207298"/>
                        </a:cubicBezTo>
                        <a:cubicBezTo>
                          <a:pt x="196362" y="217299"/>
                          <a:pt x="187694" y="223490"/>
                          <a:pt x="209126" y="240159"/>
                        </a:cubicBezTo>
                        <a:close/>
                      </a:path>
                    </a:pathLst>
                  </a:custGeom>
                  <a:solidFill>
                    <a:srgbClr val="F2CEDE"/>
                  </a:solidFill>
                  <a:ln w="0" cap="flat">
                    <a:noFill/>
                    <a:prstDash val="solid"/>
                    <a:miter/>
                  </a:ln>
                </p:spPr>
                <p:txBody>
                  <a:bodyPr rtlCol="0" anchor="ctr"/>
                  <a:lstStyle/>
                  <a:p>
                    <a:endParaRPr lang="zh-CN" altLang="en-US" sz="650"/>
                  </a:p>
                </p:txBody>
              </p:sp>
              <p:sp>
                <p:nvSpPr>
                  <p:cNvPr id="2126" name="任意多边形: 形状 700"/>
                  <p:cNvSpPr/>
                  <p:nvPr/>
                </p:nvSpPr>
                <p:spPr>
                  <a:xfrm>
                    <a:off x="4317682" y="7425119"/>
                    <a:ext cx="82156" cy="48430"/>
                  </a:xfrm>
                  <a:custGeom>
                    <a:avLst/>
                    <a:gdLst>
                      <a:gd name="connsiteX0" fmla="*/ 248546 w 277925"/>
                      <a:gd name="connsiteY0" fmla="*/ 163738 h 163832"/>
                      <a:gd name="connsiteX1" fmla="*/ 237878 w 277925"/>
                      <a:gd name="connsiteY1" fmla="*/ 163071 h 163832"/>
                      <a:gd name="connsiteX2" fmla="*/ 179490 w 277925"/>
                      <a:gd name="connsiteY2" fmla="*/ 43056 h 163832"/>
                      <a:gd name="connsiteX3" fmla="*/ 39377 w 277925"/>
                      <a:gd name="connsiteY3" fmla="*/ 50676 h 163832"/>
                      <a:gd name="connsiteX4" fmla="*/ 5563 w 277925"/>
                      <a:gd name="connsiteY4" fmla="*/ 46294 h 163832"/>
                      <a:gd name="connsiteX5" fmla="*/ 2325 w 277925"/>
                      <a:gd name="connsiteY5" fmla="*/ 14290 h 163832"/>
                      <a:gd name="connsiteX6" fmla="*/ 33948 w 277925"/>
                      <a:gd name="connsiteY6" fmla="*/ 1717 h 163832"/>
                      <a:gd name="connsiteX7" fmla="*/ 158630 w 277925"/>
                      <a:gd name="connsiteY7" fmla="*/ 13719 h 163832"/>
                      <a:gd name="connsiteX8" fmla="*/ 228258 w 277925"/>
                      <a:gd name="connsiteY8" fmla="*/ 574 h 163832"/>
                      <a:gd name="connsiteX9" fmla="*/ 233401 w 277925"/>
                      <a:gd name="connsiteY9" fmla="*/ 52581 h 163832"/>
                      <a:gd name="connsiteX10" fmla="*/ 248641 w 277925"/>
                      <a:gd name="connsiteY10" fmla="*/ 163833 h 16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925" h="163832">
                        <a:moveTo>
                          <a:pt x="248546" y="163738"/>
                        </a:moveTo>
                        <a:cubicBezTo>
                          <a:pt x="245022" y="163547"/>
                          <a:pt x="241497" y="163261"/>
                          <a:pt x="237878" y="163071"/>
                        </a:cubicBezTo>
                        <a:cubicBezTo>
                          <a:pt x="280074" y="108016"/>
                          <a:pt x="256737" y="55057"/>
                          <a:pt x="179490" y="43056"/>
                        </a:cubicBezTo>
                        <a:cubicBezTo>
                          <a:pt x="133579" y="35912"/>
                          <a:pt x="84811" y="30006"/>
                          <a:pt x="39377" y="50676"/>
                        </a:cubicBezTo>
                        <a:cubicBezTo>
                          <a:pt x="26328" y="56581"/>
                          <a:pt x="14612" y="58581"/>
                          <a:pt x="5563" y="46294"/>
                        </a:cubicBezTo>
                        <a:cubicBezTo>
                          <a:pt x="-1295" y="36960"/>
                          <a:pt x="-1104" y="25054"/>
                          <a:pt x="2325" y="14290"/>
                        </a:cubicBezTo>
                        <a:cubicBezTo>
                          <a:pt x="7373" y="-1998"/>
                          <a:pt x="22422" y="-1331"/>
                          <a:pt x="33948" y="1717"/>
                        </a:cubicBezTo>
                        <a:cubicBezTo>
                          <a:pt x="75000" y="12290"/>
                          <a:pt x="115005" y="30292"/>
                          <a:pt x="158630" y="13719"/>
                        </a:cubicBezTo>
                        <a:cubicBezTo>
                          <a:pt x="181014" y="5241"/>
                          <a:pt x="204064" y="-188"/>
                          <a:pt x="228258" y="574"/>
                        </a:cubicBezTo>
                        <a:cubicBezTo>
                          <a:pt x="197206" y="21243"/>
                          <a:pt x="206160" y="34388"/>
                          <a:pt x="233401" y="52581"/>
                        </a:cubicBezTo>
                        <a:cubicBezTo>
                          <a:pt x="288170" y="89252"/>
                          <a:pt x="291408" y="124209"/>
                          <a:pt x="248641" y="163833"/>
                        </a:cubicBezTo>
                        <a:close/>
                      </a:path>
                    </a:pathLst>
                  </a:custGeom>
                  <a:solidFill>
                    <a:srgbClr val="F0C9D9"/>
                  </a:solidFill>
                  <a:ln w="0" cap="flat">
                    <a:noFill/>
                    <a:prstDash val="solid"/>
                    <a:miter/>
                  </a:ln>
                </p:spPr>
                <p:txBody>
                  <a:bodyPr rtlCol="0" anchor="ctr"/>
                  <a:lstStyle/>
                  <a:p>
                    <a:endParaRPr lang="zh-CN" altLang="en-US" sz="650"/>
                  </a:p>
                </p:txBody>
              </p:sp>
              <p:sp>
                <p:nvSpPr>
                  <p:cNvPr id="2127" name="任意多边形: 形状 702"/>
                  <p:cNvSpPr/>
                  <p:nvPr/>
                </p:nvSpPr>
                <p:spPr>
                  <a:xfrm>
                    <a:off x="4318131" y="7576968"/>
                    <a:ext cx="72853" cy="23229"/>
                  </a:xfrm>
                  <a:custGeom>
                    <a:avLst/>
                    <a:gdLst>
                      <a:gd name="connsiteX0" fmla="*/ 246455 w 246454"/>
                      <a:gd name="connsiteY0" fmla="*/ 77534 h 78581"/>
                      <a:gd name="connsiteX1" fmla="*/ 236739 w 246454"/>
                      <a:gd name="connsiteY1" fmla="*/ 78581 h 78581"/>
                      <a:gd name="connsiteX2" fmla="*/ 34523 w 246454"/>
                      <a:gd name="connsiteY2" fmla="*/ 61817 h 78581"/>
                      <a:gd name="connsiteX3" fmla="*/ 2138 w 246454"/>
                      <a:gd name="connsiteY3" fmla="*/ 56388 h 78581"/>
                      <a:gd name="connsiteX4" fmla="*/ 2234 w 246454"/>
                      <a:gd name="connsiteY4" fmla="*/ 28765 h 78581"/>
                      <a:gd name="connsiteX5" fmla="*/ 34333 w 246454"/>
                      <a:gd name="connsiteY5" fmla="*/ 19336 h 78581"/>
                      <a:gd name="connsiteX6" fmla="*/ 184447 w 246454"/>
                      <a:gd name="connsiteY6" fmla="*/ 23336 h 78581"/>
                      <a:gd name="connsiteX7" fmla="*/ 245216 w 246454"/>
                      <a:gd name="connsiteY7" fmla="*/ 0 h 78581"/>
                      <a:gd name="connsiteX8" fmla="*/ 196258 w 246454"/>
                      <a:gd name="connsiteY8" fmla="*/ 38576 h 78581"/>
                      <a:gd name="connsiteX9" fmla="*/ 246264 w 246454"/>
                      <a:gd name="connsiteY9" fmla="*/ 77534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6454" h="78581">
                        <a:moveTo>
                          <a:pt x="246455" y="77534"/>
                        </a:moveTo>
                        <a:cubicBezTo>
                          <a:pt x="243216" y="77914"/>
                          <a:pt x="239978" y="78200"/>
                          <a:pt x="236739" y="78581"/>
                        </a:cubicBezTo>
                        <a:cubicBezTo>
                          <a:pt x="171588" y="45339"/>
                          <a:pt x="103294" y="51245"/>
                          <a:pt x="34523" y="61817"/>
                        </a:cubicBezTo>
                        <a:cubicBezTo>
                          <a:pt x="22998" y="63627"/>
                          <a:pt x="8996" y="74104"/>
                          <a:pt x="2138" y="56388"/>
                        </a:cubicBezTo>
                        <a:cubicBezTo>
                          <a:pt x="-1005" y="48292"/>
                          <a:pt x="-433" y="37243"/>
                          <a:pt x="2234" y="28765"/>
                        </a:cubicBezTo>
                        <a:cubicBezTo>
                          <a:pt x="7663" y="11525"/>
                          <a:pt x="22331" y="18097"/>
                          <a:pt x="34333" y="19336"/>
                        </a:cubicBezTo>
                        <a:cubicBezTo>
                          <a:pt x="84149" y="24574"/>
                          <a:pt x="133012" y="36004"/>
                          <a:pt x="184447" y="23336"/>
                        </a:cubicBezTo>
                        <a:cubicBezTo>
                          <a:pt x="206545" y="17907"/>
                          <a:pt x="223880" y="4381"/>
                          <a:pt x="245216" y="0"/>
                        </a:cubicBezTo>
                        <a:cubicBezTo>
                          <a:pt x="239692" y="22003"/>
                          <a:pt x="219689" y="28480"/>
                          <a:pt x="196258" y="38576"/>
                        </a:cubicBezTo>
                        <a:cubicBezTo>
                          <a:pt x="217308" y="52578"/>
                          <a:pt x="238358" y="57721"/>
                          <a:pt x="246264" y="77534"/>
                        </a:cubicBezTo>
                        <a:close/>
                      </a:path>
                    </a:pathLst>
                  </a:custGeom>
                  <a:solidFill>
                    <a:srgbClr val="F4CCDD"/>
                  </a:solidFill>
                  <a:ln w="0" cap="flat">
                    <a:noFill/>
                    <a:prstDash val="solid"/>
                    <a:miter/>
                  </a:ln>
                </p:spPr>
                <p:txBody>
                  <a:bodyPr rtlCol="0" anchor="ctr"/>
                  <a:lstStyle/>
                  <a:p>
                    <a:endParaRPr lang="zh-CN" altLang="en-US" sz="650"/>
                  </a:p>
                </p:txBody>
              </p:sp>
              <p:sp>
                <p:nvSpPr>
                  <p:cNvPr id="2128" name="任意多边形: 形状 1535"/>
                  <p:cNvSpPr/>
                  <p:nvPr/>
                </p:nvSpPr>
                <p:spPr>
                  <a:xfrm>
                    <a:off x="4242234" y="6688348"/>
                    <a:ext cx="41559" cy="27685"/>
                  </a:xfrm>
                  <a:custGeom>
                    <a:avLst/>
                    <a:gdLst>
                      <a:gd name="connsiteX0" fmla="*/ 20955 w 140588"/>
                      <a:gd name="connsiteY0" fmla="*/ 85159 h 93655"/>
                      <a:gd name="connsiteX1" fmla="*/ 0 w 140588"/>
                      <a:gd name="connsiteY1" fmla="*/ 19246 h 93655"/>
                      <a:gd name="connsiteX2" fmla="*/ 140589 w 140588"/>
                      <a:gd name="connsiteY2" fmla="*/ 6 h 93655"/>
                      <a:gd name="connsiteX3" fmla="*/ 120968 w 140588"/>
                      <a:gd name="connsiteY3" fmla="*/ 73253 h 93655"/>
                      <a:gd name="connsiteX4" fmla="*/ 20955 w 140588"/>
                      <a:gd name="connsiteY4" fmla="*/ 85159 h 93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88" h="93655">
                        <a:moveTo>
                          <a:pt x="20955" y="85159"/>
                        </a:moveTo>
                        <a:cubicBezTo>
                          <a:pt x="14002" y="63156"/>
                          <a:pt x="7048" y="41249"/>
                          <a:pt x="0" y="19246"/>
                        </a:cubicBezTo>
                        <a:cubicBezTo>
                          <a:pt x="49149" y="29247"/>
                          <a:pt x="92773" y="-471"/>
                          <a:pt x="140589" y="6"/>
                        </a:cubicBezTo>
                        <a:cubicBezTo>
                          <a:pt x="134017" y="24390"/>
                          <a:pt x="127445" y="48774"/>
                          <a:pt x="120968" y="73253"/>
                        </a:cubicBezTo>
                        <a:cubicBezTo>
                          <a:pt x="89916" y="96589"/>
                          <a:pt x="56388" y="98970"/>
                          <a:pt x="20955" y="85159"/>
                        </a:cubicBezTo>
                        <a:close/>
                      </a:path>
                    </a:pathLst>
                  </a:custGeom>
                  <a:solidFill>
                    <a:srgbClr val="ECB0C1"/>
                  </a:solidFill>
                  <a:ln w="0" cap="flat">
                    <a:noFill/>
                    <a:prstDash val="solid"/>
                    <a:miter/>
                  </a:ln>
                </p:spPr>
                <p:txBody>
                  <a:bodyPr rtlCol="0" anchor="ctr"/>
                  <a:lstStyle/>
                  <a:p>
                    <a:endParaRPr lang="zh-CN" altLang="en-US" sz="650"/>
                  </a:p>
                </p:txBody>
              </p:sp>
              <p:sp>
                <p:nvSpPr>
                  <p:cNvPr id="2129" name="任意多边形: 形状 1536"/>
                  <p:cNvSpPr/>
                  <p:nvPr/>
                </p:nvSpPr>
                <p:spPr>
                  <a:xfrm>
                    <a:off x="4475566" y="6687993"/>
                    <a:ext cx="30775" cy="26754"/>
                  </a:xfrm>
                  <a:custGeom>
                    <a:avLst/>
                    <a:gdLst>
                      <a:gd name="connsiteX0" fmla="*/ 12763 w 104108"/>
                      <a:gd name="connsiteY0" fmla="*/ 76453 h 90505"/>
                      <a:gd name="connsiteX1" fmla="*/ 0 w 104108"/>
                      <a:gd name="connsiteY1" fmla="*/ 18731 h 90505"/>
                      <a:gd name="connsiteX2" fmla="*/ 104108 w 104108"/>
                      <a:gd name="connsiteY2" fmla="*/ 1015 h 90505"/>
                      <a:gd name="connsiteX3" fmla="*/ 84772 w 104108"/>
                      <a:gd name="connsiteY3" fmla="*/ 74453 h 90505"/>
                      <a:gd name="connsiteX4" fmla="*/ 12763 w 104108"/>
                      <a:gd name="connsiteY4" fmla="*/ 76548 h 9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08" h="90505">
                        <a:moveTo>
                          <a:pt x="12763" y="76453"/>
                        </a:moveTo>
                        <a:cubicBezTo>
                          <a:pt x="8477" y="57212"/>
                          <a:pt x="4286" y="37972"/>
                          <a:pt x="0" y="18731"/>
                        </a:cubicBezTo>
                        <a:cubicBezTo>
                          <a:pt x="35624" y="18255"/>
                          <a:pt x="67342" y="-5081"/>
                          <a:pt x="104108" y="1015"/>
                        </a:cubicBezTo>
                        <a:cubicBezTo>
                          <a:pt x="103251" y="26923"/>
                          <a:pt x="96107" y="51212"/>
                          <a:pt x="84772" y="74453"/>
                        </a:cubicBezTo>
                        <a:cubicBezTo>
                          <a:pt x="61436" y="97122"/>
                          <a:pt x="37338" y="93884"/>
                          <a:pt x="12763" y="76548"/>
                        </a:cubicBezTo>
                        <a:close/>
                      </a:path>
                    </a:pathLst>
                  </a:custGeom>
                  <a:solidFill>
                    <a:srgbClr val="E8B0C0"/>
                  </a:solidFill>
                  <a:ln w="0" cap="flat">
                    <a:noFill/>
                    <a:prstDash val="solid"/>
                    <a:miter/>
                  </a:ln>
                </p:spPr>
                <p:txBody>
                  <a:bodyPr rtlCol="0" anchor="ctr"/>
                  <a:lstStyle/>
                  <a:p>
                    <a:endParaRPr lang="zh-CN" altLang="en-US" sz="650"/>
                  </a:p>
                </p:txBody>
              </p:sp>
              <p:sp>
                <p:nvSpPr>
                  <p:cNvPr id="2130" name="任意多边形: 形状 1561"/>
                  <p:cNvSpPr/>
                  <p:nvPr/>
                </p:nvSpPr>
                <p:spPr>
                  <a:xfrm>
                    <a:off x="4303910" y="6732865"/>
                    <a:ext cx="310206" cy="441593"/>
                  </a:xfrm>
                  <a:custGeom>
                    <a:avLst/>
                    <a:gdLst>
                      <a:gd name="connsiteX0" fmla="*/ 1037035 w 1049392"/>
                      <a:gd name="connsiteY0" fmla="*/ 202692 h 1493857"/>
                      <a:gd name="connsiteX1" fmla="*/ 1027224 w 1049392"/>
                      <a:gd name="connsiteY1" fmla="*/ 467773 h 1493857"/>
                      <a:gd name="connsiteX2" fmla="*/ 1026557 w 1049392"/>
                      <a:gd name="connsiteY2" fmla="*/ 472440 h 1493857"/>
                      <a:gd name="connsiteX3" fmla="*/ 937499 w 1049392"/>
                      <a:gd name="connsiteY3" fmla="*/ 621602 h 1493857"/>
                      <a:gd name="connsiteX4" fmla="*/ 790528 w 1049392"/>
                      <a:gd name="connsiteY4" fmla="*/ 714566 h 1493857"/>
                      <a:gd name="connsiteX5" fmla="*/ 732425 w 1049392"/>
                      <a:gd name="connsiteY5" fmla="*/ 683705 h 1493857"/>
                      <a:gd name="connsiteX6" fmla="*/ 711947 w 1049392"/>
                      <a:gd name="connsiteY6" fmla="*/ 651129 h 1493857"/>
                      <a:gd name="connsiteX7" fmla="*/ 675180 w 1049392"/>
                      <a:gd name="connsiteY7" fmla="*/ 679323 h 1493857"/>
                      <a:gd name="connsiteX8" fmla="*/ 644510 w 1049392"/>
                      <a:gd name="connsiteY8" fmla="*/ 719804 h 1493857"/>
                      <a:gd name="connsiteX9" fmla="*/ 615173 w 1049392"/>
                      <a:gd name="connsiteY9" fmla="*/ 709517 h 1493857"/>
                      <a:gd name="connsiteX10" fmla="*/ 594980 w 1049392"/>
                      <a:gd name="connsiteY10" fmla="*/ 687705 h 1493857"/>
                      <a:gd name="connsiteX11" fmla="*/ 563071 w 1049392"/>
                      <a:gd name="connsiteY11" fmla="*/ 702850 h 1493857"/>
                      <a:gd name="connsiteX12" fmla="*/ 500682 w 1049392"/>
                      <a:gd name="connsiteY12" fmla="*/ 743140 h 1493857"/>
                      <a:gd name="connsiteX13" fmla="*/ 457629 w 1049392"/>
                      <a:gd name="connsiteY13" fmla="*/ 687134 h 1493857"/>
                      <a:gd name="connsiteX14" fmla="*/ 438579 w 1049392"/>
                      <a:gd name="connsiteY14" fmla="*/ 639318 h 1493857"/>
                      <a:gd name="connsiteX15" fmla="*/ 373619 w 1049392"/>
                      <a:gd name="connsiteY15" fmla="*/ 655320 h 1493857"/>
                      <a:gd name="connsiteX16" fmla="*/ 258747 w 1049392"/>
                      <a:gd name="connsiteY16" fmla="*/ 654939 h 1493857"/>
                      <a:gd name="connsiteX17" fmla="*/ 230267 w 1049392"/>
                      <a:gd name="connsiteY17" fmla="*/ 644843 h 1493857"/>
                      <a:gd name="connsiteX18" fmla="*/ 222838 w 1049392"/>
                      <a:gd name="connsiteY18" fmla="*/ 678371 h 1493857"/>
                      <a:gd name="connsiteX19" fmla="*/ 168355 w 1049392"/>
                      <a:gd name="connsiteY19" fmla="*/ 800672 h 1493857"/>
                      <a:gd name="connsiteX20" fmla="*/ 156068 w 1049392"/>
                      <a:gd name="connsiteY20" fmla="*/ 844296 h 1493857"/>
                      <a:gd name="connsiteX21" fmla="*/ 160925 w 1049392"/>
                      <a:gd name="connsiteY21" fmla="*/ 900113 h 1493857"/>
                      <a:gd name="connsiteX22" fmla="*/ 186833 w 1049392"/>
                      <a:gd name="connsiteY22" fmla="*/ 966216 h 1493857"/>
                      <a:gd name="connsiteX23" fmla="*/ 202550 w 1049392"/>
                      <a:gd name="connsiteY23" fmla="*/ 1003649 h 1493857"/>
                      <a:gd name="connsiteX24" fmla="*/ 201311 w 1049392"/>
                      <a:gd name="connsiteY24" fmla="*/ 1329404 h 1493857"/>
                      <a:gd name="connsiteX25" fmla="*/ 185309 w 1049392"/>
                      <a:gd name="connsiteY25" fmla="*/ 1472946 h 1493857"/>
                      <a:gd name="connsiteX26" fmla="*/ 168736 w 1049392"/>
                      <a:gd name="connsiteY26" fmla="*/ 1493520 h 1493857"/>
                      <a:gd name="connsiteX27" fmla="*/ 148257 w 1049392"/>
                      <a:gd name="connsiteY27" fmla="*/ 1477899 h 1493857"/>
                      <a:gd name="connsiteX28" fmla="*/ 142447 w 1049392"/>
                      <a:gd name="connsiteY28" fmla="*/ 1450372 h 1493857"/>
                      <a:gd name="connsiteX29" fmla="*/ 47483 w 1049392"/>
                      <a:gd name="connsiteY29" fmla="*/ 1381887 h 1493857"/>
                      <a:gd name="connsiteX30" fmla="*/ 10145 w 1049392"/>
                      <a:gd name="connsiteY30" fmla="*/ 1285875 h 1493857"/>
                      <a:gd name="connsiteX31" fmla="*/ 25766 w 1049392"/>
                      <a:gd name="connsiteY31" fmla="*/ 1183196 h 1493857"/>
                      <a:gd name="connsiteX32" fmla="*/ 23861 w 1049392"/>
                      <a:gd name="connsiteY32" fmla="*/ 1160336 h 1493857"/>
                      <a:gd name="connsiteX33" fmla="*/ 46721 w 1049392"/>
                      <a:gd name="connsiteY33" fmla="*/ 978884 h 1493857"/>
                      <a:gd name="connsiteX34" fmla="*/ 80249 w 1049392"/>
                      <a:gd name="connsiteY34" fmla="*/ 878205 h 1493857"/>
                      <a:gd name="connsiteX35" fmla="*/ 80249 w 1049392"/>
                      <a:gd name="connsiteY35" fmla="*/ 722186 h 1493857"/>
                      <a:gd name="connsiteX36" fmla="*/ 40339 w 1049392"/>
                      <a:gd name="connsiteY36" fmla="*/ 619982 h 1493857"/>
                      <a:gd name="connsiteX37" fmla="*/ 19289 w 1049392"/>
                      <a:gd name="connsiteY37" fmla="*/ 437674 h 1493857"/>
                      <a:gd name="connsiteX38" fmla="*/ 24623 w 1049392"/>
                      <a:gd name="connsiteY38" fmla="*/ 401955 h 1493857"/>
                      <a:gd name="connsiteX39" fmla="*/ 21098 w 1049392"/>
                      <a:gd name="connsiteY39" fmla="*/ 229743 h 1493857"/>
                      <a:gd name="connsiteX40" fmla="*/ 25099 w 1049392"/>
                      <a:gd name="connsiteY40" fmla="*/ 193643 h 1493857"/>
                      <a:gd name="connsiteX41" fmla="*/ 17574 w 1049392"/>
                      <a:gd name="connsiteY41" fmla="*/ 41529 h 1493857"/>
                      <a:gd name="connsiteX42" fmla="*/ 52055 w 1049392"/>
                      <a:gd name="connsiteY42" fmla="*/ 13049 h 1493857"/>
                      <a:gd name="connsiteX43" fmla="*/ 157687 w 1049392"/>
                      <a:gd name="connsiteY43" fmla="*/ 153162 h 1493857"/>
                      <a:gd name="connsiteX44" fmla="*/ 199502 w 1049392"/>
                      <a:gd name="connsiteY44" fmla="*/ 253937 h 1493857"/>
                      <a:gd name="connsiteX45" fmla="*/ 418958 w 1049392"/>
                      <a:gd name="connsiteY45" fmla="*/ 256508 h 1493857"/>
                      <a:gd name="connsiteX46" fmla="*/ 478965 w 1049392"/>
                      <a:gd name="connsiteY46" fmla="*/ 132493 h 1493857"/>
                      <a:gd name="connsiteX47" fmla="*/ 520970 w 1049392"/>
                      <a:gd name="connsiteY47" fmla="*/ 87535 h 1493857"/>
                      <a:gd name="connsiteX48" fmla="*/ 555070 w 1049392"/>
                      <a:gd name="connsiteY48" fmla="*/ 154781 h 1493857"/>
                      <a:gd name="connsiteX49" fmla="*/ 705755 w 1049392"/>
                      <a:gd name="connsiteY49" fmla="*/ 156400 h 1493857"/>
                      <a:gd name="connsiteX50" fmla="*/ 768430 w 1049392"/>
                      <a:gd name="connsiteY50" fmla="*/ 0 h 1493857"/>
                      <a:gd name="connsiteX51" fmla="*/ 937499 w 1049392"/>
                      <a:gd name="connsiteY51" fmla="*/ 148114 h 1493857"/>
                      <a:gd name="connsiteX52" fmla="*/ 967693 w 1049392"/>
                      <a:gd name="connsiteY52" fmla="*/ 345186 h 1493857"/>
                      <a:gd name="connsiteX53" fmla="*/ 782813 w 1049392"/>
                      <a:gd name="connsiteY53" fmla="*/ 564071 h 1493857"/>
                      <a:gd name="connsiteX54" fmla="*/ 577454 w 1049392"/>
                      <a:gd name="connsiteY54" fmla="*/ 597218 h 1493857"/>
                      <a:gd name="connsiteX55" fmla="*/ 491824 w 1049392"/>
                      <a:gd name="connsiteY55" fmla="*/ 673799 h 1493857"/>
                      <a:gd name="connsiteX56" fmla="*/ 504778 w 1049392"/>
                      <a:gd name="connsiteY56" fmla="*/ 706565 h 1493857"/>
                      <a:gd name="connsiteX57" fmla="*/ 527543 w 1049392"/>
                      <a:gd name="connsiteY57" fmla="*/ 683228 h 1493857"/>
                      <a:gd name="connsiteX58" fmla="*/ 603266 w 1049392"/>
                      <a:gd name="connsiteY58" fmla="*/ 634841 h 1493857"/>
                      <a:gd name="connsiteX59" fmla="*/ 820341 w 1049392"/>
                      <a:gd name="connsiteY59" fmla="*/ 591598 h 1493857"/>
                      <a:gd name="connsiteX60" fmla="*/ 1013413 w 1049392"/>
                      <a:gd name="connsiteY60" fmla="*/ 292513 h 1493857"/>
                      <a:gd name="connsiteX61" fmla="*/ 1024462 w 1049392"/>
                      <a:gd name="connsiteY61" fmla="*/ 209074 h 1493857"/>
                      <a:gd name="connsiteX62" fmla="*/ 1037035 w 1049392"/>
                      <a:gd name="connsiteY62" fmla="*/ 203073 h 149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49392" h="1493857">
                        <a:moveTo>
                          <a:pt x="1037035" y="202692"/>
                        </a:moveTo>
                        <a:cubicBezTo>
                          <a:pt x="1063895" y="292132"/>
                          <a:pt x="1040559" y="379762"/>
                          <a:pt x="1027224" y="467773"/>
                        </a:cubicBezTo>
                        <a:cubicBezTo>
                          <a:pt x="1027034" y="469297"/>
                          <a:pt x="1027510" y="471488"/>
                          <a:pt x="1026557" y="472440"/>
                        </a:cubicBezTo>
                        <a:cubicBezTo>
                          <a:pt x="985600" y="514826"/>
                          <a:pt x="975408" y="574548"/>
                          <a:pt x="937499" y="621602"/>
                        </a:cubicBezTo>
                        <a:cubicBezTo>
                          <a:pt x="895970" y="673037"/>
                          <a:pt x="842630" y="689134"/>
                          <a:pt x="790528" y="714566"/>
                        </a:cubicBezTo>
                        <a:cubicBezTo>
                          <a:pt x="757667" y="730568"/>
                          <a:pt x="734521" y="726281"/>
                          <a:pt x="732425" y="683705"/>
                        </a:cubicBezTo>
                        <a:cubicBezTo>
                          <a:pt x="731663" y="668750"/>
                          <a:pt x="729949" y="652939"/>
                          <a:pt x="711947" y="651129"/>
                        </a:cubicBezTo>
                        <a:cubicBezTo>
                          <a:pt x="692801" y="649224"/>
                          <a:pt x="678038" y="657606"/>
                          <a:pt x="675180" y="679323"/>
                        </a:cubicBezTo>
                        <a:cubicBezTo>
                          <a:pt x="672608" y="698564"/>
                          <a:pt x="658797" y="710089"/>
                          <a:pt x="644510" y="719804"/>
                        </a:cubicBezTo>
                        <a:cubicBezTo>
                          <a:pt x="632413" y="728091"/>
                          <a:pt x="614792" y="740950"/>
                          <a:pt x="615173" y="709517"/>
                        </a:cubicBezTo>
                        <a:cubicBezTo>
                          <a:pt x="615363" y="695420"/>
                          <a:pt x="607076" y="689705"/>
                          <a:pt x="594980" y="687705"/>
                        </a:cubicBezTo>
                        <a:cubicBezTo>
                          <a:pt x="581073" y="685324"/>
                          <a:pt x="568881" y="689801"/>
                          <a:pt x="563071" y="702850"/>
                        </a:cubicBezTo>
                        <a:cubicBezTo>
                          <a:pt x="550879" y="730282"/>
                          <a:pt x="532496" y="746951"/>
                          <a:pt x="500682" y="743140"/>
                        </a:cubicBezTo>
                        <a:cubicBezTo>
                          <a:pt x="467535" y="739140"/>
                          <a:pt x="468678" y="708089"/>
                          <a:pt x="457629" y="687134"/>
                        </a:cubicBezTo>
                        <a:cubicBezTo>
                          <a:pt x="449438" y="671608"/>
                          <a:pt x="461725" y="642271"/>
                          <a:pt x="438579" y="639318"/>
                        </a:cubicBezTo>
                        <a:cubicBezTo>
                          <a:pt x="417338" y="636556"/>
                          <a:pt x="385049" y="641128"/>
                          <a:pt x="373619" y="655320"/>
                        </a:cubicBezTo>
                        <a:cubicBezTo>
                          <a:pt x="332280" y="706660"/>
                          <a:pt x="296276" y="667798"/>
                          <a:pt x="258747" y="654939"/>
                        </a:cubicBezTo>
                        <a:cubicBezTo>
                          <a:pt x="249222" y="651701"/>
                          <a:pt x="243126" y="637127"/>
                          <a:pt x="230267" y="644843"/>
                        </a:cubicBezTo>
                        <a:cubicBezTo>
                          <a:pt x="216647" y="653034"/>
                          <a:pt x="221790" y="665226"/>
                          <a:pt x="222838" y="678371"/>
                        </a:cubicBezTo>
                        <a:cubicBezTo>
                          <a:pt x="226838" y="728377"/>
                          <a:pt x="207503" y="770953"/>
                          <a:pt x="168355" y="800672"/>
                        </a:cubicBezTo>
                        <a:cubicBezTo>
                          <a:pt x="149495" y="814959"/>
                          <a:pt x="143018" y="821245"/>
                          <a:pt x="156068" y="844296"/>
                        </a:cubicBezTo>
                        <a:cubicBezTo>
                          <a:pt x="164450" y="859060"/>
                          <a:pt x="161116" y="881253"/>
                          <a:pt x="160925" y="900113"/>
                        </a:cubicBezTo>
                        <a:cubicBezTo>
                          <a:pt x="160640" y="925925"/>
                          <a:pt x="159782" y="950119"/>
                          <a:pt x="186833" y="966216"/>
                        </a:cubicBezTo>
                        <a:cubicBezTo>
                          <a:pt x="198835" y="973360"/>
                          <a:pt x="204931" y="987743"/>
                          <a:pt x="202550" y="1003649"/>
                        </a:cubicBezTo>
                        <a:cubicBezTo>
                          <a:pt x="185881" y="1112044"/>
                          <a:pt x="200073" y="1220915"/>
                          <a:pt x="201311" y="1329404"/>
                        </a:cubicBezTo>
                        <a:cubicBezTo>
                          <a:pt x="201883" y="1378839"/>
                          <a:pt x="177785" y="1423607"/>
                          <a:pt x="185309" y="1472946"/>
                        </a:cubicBezTo>
                        <a:cubicBezTo>
                          <a:pt x="186548" y="1480757"/>
                          <a:pt x="179690" y="1491520"/>
                          <a:pt x="168736" y="1493520"/>
                        </a:cubicBezTo>
                        <a:cubicBezTo>
                          <a:pt x="156830" y="1495711"/>
                          <a:pt x="151496" y="1486853"/>
                          <a:pt x="148257" y="1477899"/>
                        </a:cubicBezTo>
                        <a:cubicBezTo>
                          <a:pt x="145114" y="1469136"/>
                          <a:pt x="143209" y="1459611"/>
                          <a:pt x="142447" y="1450372"/>
                        </a:cubicBezTo>
                        <a:cubicBezTo>
                          <a:pt x="136827" y="1382649"/>
                          <a:pt x="116253" y="1367695"/>
                          <a:pt x="47483" y="1381887"/>
                        </a:cubicBezTo>
                        <a:cubicBezTo>
                          <a:pt x="11097" y="1359218"/>
                          <a:pt x="-3095" y="1330071"/>
                          <a:pt x="10145" y="1285875"/>
                        </a:cubicBezTo>
                        <a:cubicBezTo>
                          <a:pt x="19955" y="1253014"/>
                          <a:pt x="12526" y="1216343"/>
                          <a:pt x="25766" y="1183196"/>
                        </a:cubicBezTo>
                        <a:cubicBezTo>
                          <a:pt x="28718" y="1175766"/>
                          <a:pt x="28814" y="1167098"/>
                          <a:pt x="23861" y="1160336"/>
                        </a:cubicBezTo>
                        <a:cubicBezTo>
                          <a:pt x="-25288" y="1092613"/>
                          <a:pt x="13955" y="1036225"/>
                          <a:pt x="46721" y="978884"/>
                        </a:cubicBezTo>
                        <a:cubicBezTo>
                          <a:pt x="72248" y="950119"/>
                          <a:pt x="80630" y="915924"/>
                          <a:pt x="80249" y="878205"/>
                        </a:cubicBezTo>
                        <a:cubicBezTo>
                          <a:pt x="79677" y="826199"/>
                          <a:pt x="79582" y="774192"/>
                          <a:pt x="80249" y="722186"/>
                        </a:cubicBezTo>
                        <a:cubicBezTo>
                          <a:pt x="80820" y="682276"/>
                          <a:pt x="70247" y="647605"/>
                          <a:pt x="40339" y="619982"/>
                        </a:cubicBezTo>
                        <a:cubicBezTo>
                          <a:pt x="-1952" y="563404"/>
                          <a:pt x="14050" y="499777"/>
                          <a:pt x="19289" y="437674"/>
                        </a:cubicBezTo>
                        <a:cubicBezTo>
                          <a:pt x="20336" y="425672"/>
                          <a:pt x="34148" y="411575"/>
                          <a:pt x="24623" y="401955"/>
                        </a:cubicBezTo>
                        <a:cubicBezTo>
                          <a:pt x="-31670" y="345186"/>
                          <a:pt x="27004" y="286988"/>
                          <a:pt x="21098" y="229743"/>
                        </a:cubicBezTo>
                        <a:cubicBezTo>
                          <a:pt x="19860" y="218027"/>
                          <a:pt x="34148" y="201549"/>
                          <a:pt x="25099" y="193643"/>
                        </a:cubicBezTo>
                        <a:cubicBezTo>
                          <a:pt x="-30241" y="145066"/>
                          <a:pt x="27861" y="91916"/>
                          <a:pt x="17574" y="41529"/>
                        </a:cubicBezTo>
                        <a:cubicBezTo>
                          <a:pt x="13955" y="23527"/>
                          <a:pt x="29957" y="9906"/>
                          <a:pt x="52055" y="13049"/>
                        </a:cubicBezTo>
                        <a:cubicBezTo>
                          <a:pt x="111395" y="41529"/>
                          <a:pt x="134255" y="97250"/>
                          <a:pt x="157687" y="153162"/>
                        </a:cubicBezTo>
                        <a:cubicBezTo>
                          <a:pt x="171784" y="186690"/>
                          <a:pt x="179213" y="222790"/>
                          <a:pt x="199502" y="253937"/>
                        </a:cubicBezTo>
                        <a:cubicBezTo>
                          <a:pt x="256080" y="340709"/>
                          <a:pt x="361903" y="342424"/>
                          <a:pt x="418958" y="256508"/>
                        </a:cubicBezTo>
                        <a:cubicBezTo>
                          <a:pt x="444580" y="217932"/>
                          <a:pt x="458582" y="173641"/>
                          <a:pt x="478965" y="132493"/>
                        </a:cubicBezTo>
                        <a:cubicBezTo>
                          <a:pt x="488014" y="114109"/>
                          <a:pt x="491157" y="87630"/>
                          <a:pt x="520970" y="87535"/>
                        </a:cubicBezTo>
                        <a:cubicBezTo>
                          <a:pt x="532210" y="110014"/>
                          <a:pt x="541259" y="134017"/>
                          <a:pt x="555070" y="154781"/>
                        </a:cubicBezTo>
                        <a:cubicBezTo>
                          <a:pt x="596694" y="217646"/>
                          <a:pt x="661178" y="217932"/>
                          <a:pt x="705755" y="156400"/>
                        </a:cubicBezTo>
                        <a:cubicBezTo>
                          <a:pt x="739664" y="109633"/>
                          <a:pt x="748237" y="52388"/>
                          <a:pt x="768430" y="0"/>
                        </a:cubicBezTo>
                        <a:cubicBezTo>
                          <a:pt x="854822" y="15050"/>
                          <a:pt x="905876" y="70485"/>
                          <a:pt x="937499" y="148114"/>
                        </a:cubicBezTo>
                        <a:cubicBezTo>
                          <a:pt x="968931" y="210598"/>
                          <a:pt x="977694" y="274225"/>
                          <a:pt x="967693" y="345186"/>
                        </a:cubicBezTo>
                        <a:cubicBezTo>
                          <a:pt x="951596" y="460058"/>
                          <a:pt x="885778" y="526542"/>
                          <a:pt x="782813" y="564071"/>
                        </a:cubicBezTo>
                        <a:cubicBezTo>
                          <a:pt x="716709" y="588169"/>
                          <a:pt x="647081" y="593027"/>
                          <a:pt x="577454" y="597218"/>
                        </a:cubicBezTo>
                        <a:cubicBezTo>
                          <a:pt x="523066" y="600456"/>
                          <a:pt x="492681" y="628650"/>
                          <a:pt x="491824" y="673799"/>
                        </a:cubicBezTo>
                        <a:cubicBezTo>
                          <a:pt x="491633" y="686372"/>
                          <a:pt x="490395" y="702183"/>
                          <a:pt x="504778" y="706565"/>
                        </a:cubicBezTo>
                        <a:cubicBezTo>
                          <a:pt x="522399" y="711899"/>
                          <a:pt x="525066" y="694563"/>
                          <a:pt x="527543" y="683228"/>
                        </a:cubicBezTo>
                        <a:cubicBezTo>
                          <a:pt x="536782" y="641223"/>
                          <a:pt x="567357" y="634651"/>
                          <a:pt x="603266" y="634841"/>
                        </a:cubicBezTo>
                        <a:cubicBezTo>
                          <a:pt x="678514" y="635222"/>
                          <a:pt x="750427" y="620554"/>
                          <a:pt x="820341" y="591598"/>
                        </a:cubicBezTo>
                        <a:cubicBezTo>
                          <a:pt x="954548" y="536067"/>
                          <a:pt x="1009317" y="431197"/>
                          <a:pt x="1013413" y="292513"/>
                        </a:cubicBezTo>
                        <a:cubicBezTo>
                          <a:pt x="1014270" y="264414"/>
                          <a:pt x="1007984" y="235172"/>
                          <a:pt x="1024462" y="209074"/>
                        </a:cubicBezTo>
                        <a:cubicBezTo>
                          <a:pt x="1028653" y="207073"/>
                          <a:pt x="1032844" y="205073"/>
                          <a:pt x="1037035" y="203073"/>
                        </a:cubicBezTo>
                        <a:close/>
                      </a:path>
                    </a:pathLst>
                  </a:custGeom>
                  <a:solidFill>
                    <a:srgbClr val="ECA7B4"/>
                  </a:solidFill>
                  <a:ln w="0" cap="flat">
                    <a:noFill/>
                    <a:prstDash val="solid"/>
                    <a:miter/>
                  </a:ln>
                </p:spPr>
                <p:txBody>
                  <a:bodyPr rtlCol="0" anchor="ctr"/>
                  <a:lstStyle/>
                  <a:p>
                    <a:endParaRPr lang="zh-CN" altLang="en-US" sz="650"/>
                  </a:p>
                </p:txBody>
              </p:sp>
              <p:sp>
                <p:nvSpPr>
                  <p:cNvPr id="2131" name="任意多边形: 形状 1563"/>
                  <p:cNvSpPr/>
                  <p:nvPr/>
                </p:nvSpPr>
                <p:spPr>
                  <a:xfrm>
                    <a:off x="4175866" y="6733147"/>
                    <a:ext cx="156297" cy="487529"/>
                  </a:xfrm>
                  <a:custGeom>
                    <a:avLst/>
                    <a:gdLst>
                      <a:gd name="connsiteX0" fmla="*/ 480453 w 528736"/>
                      <a:gd name="connsiteY0" fmla="*/ 608648 h 1649253"/>
                      <a:gd name="connsiteX1" fmla="*/ 528173 w 528736"/>
                      <a:gd name="connsiteY1" fmla="*/ 704374 h 1649253"/>
                      <a:gd name="connsiteX2" fmla="*/ 528649 w 528736"/>
                      <a:gd name="connsiteY2" fmla="*/ 878681 h 1649253"/>
                      <a:gd name="connsiteX3" fmla="*/ 489120 w 528736"/>
                      <a:gd name="connsiteY3" fmla="*/ 990029 h 1649253"/>
                      <a:gd name="connsiteX4" fmla="*/ 412254 w 528736"/>
                      <a:gd name="connsiteY4" fmla="*/ 1022604 h 1649253"/>
                      <a:gd name="connsiteX5" fmla="*/ 258234 w 528736"/>
                      <a:gd name="connsiteY5" fmla="*/ 1004030 h 1649253"/>
                      <a:gd name="connsiteX6" fmla="*/ 99167 w 528736"/>
                      <a:gd name="connsiteY6" fmla="*/ 1130522 h 1649253"/>
                      <a:gd name="connsiteX7" fmla="*/ 92309 w 528736"/>
                      <a:gd name="connsiteY7" fmla="*/ 1365409 h 1649253"/>
                      <a:gd name="connsiteX8" fmla="*/ 187654 w 528736"/>
                      <a:gd name="connsiteY8" fmla="*/ 1482852 h 1649253"/>
                      <a:gd name="connsiteX9" fmla="*/ 393966 w 528736"/>
                      <a:gd name="connsiteY9" fmla="*/ 1490567 h 1649253"/>
                      <a:gd name="connsiteX10" fmla="*/ 460260 w 528736"/>
                      <a:gd name="connsiteY10" fmla="*/ 1523905 h 1649253"/>
                      <a:gd name="connsiteX11" fmla="*/ 470642 w 528736"/>
                      <a:gd name="connsiteY11" fmla="*/ 1541812 h 1649253"/>
                      <a:gd name="connsiteX12" fmla="*/ 464927 w 528736"/>
                      <a:gd name="connsiteY12" fmla="*/ 1649254 h 1649253"/>
                      <a:gd name="connsiteX13" fmla="*/ 422636 w 528736"/>
                      <a:gd name="connsiteY13" fmla="*/ 1609249 h 1649253"/>
                      <a:gd name="connsiteX14" fmla="*/ 366724 w 528736"/>
                      <a:gd name="connsiteY14" fmla="*/ 1562005 h 1649253"/>
                      <a:gd name="connsiteX15" fmla="*/ 187369 w 528736"/>
                      <a:gd name="connsiteY15" fmla="*/ 1563338 h 1649253"/>
                      <a:gd name="connsiteX16" fmla="*/ 31444 w 528736"/>
                      <a:gd name="connsiteY16" fmla="*/ 1442276 h 1649253"/>
                      <a:gd name="connsiteX17" fmla="*/ 48875 w 528736"/>
                      <a:gd name="connsiteY17" fmla="*/ 1041654 h 1649253"/>
                      <a:gd name="connsiteX18" fmla="*/ 303764 w 528736"/>
                      <a:gd name="connsiteY18" fmla="*/ 918115 h 1649253"/>
                      <a:gd name="connsiteX19" fmla="*/ 401395 w 528736"/>
                      <a:gd name="connsiteY19" fmla="*/ 937070 h 1649253"/>
                      <a:gd name="connsiteX20" fmla="*/ 460545 w 528736"/>
                      <a:gd name="connsiteY20" fmla="*/ 888683 h 1649253"/>
                      <a:gd name="connsiteX21" fmla="*/ 461498 w 528736"/>
                      <a:gd name="connsiteY21" fmla="*/ 717614 h 1649253"/>
                      <a:gd name="connsiteX22" fmla="*/ 402062 w 528736"/>
                      <a:gd name="connsiteY22" fmla="*/ 656749 h 1649253"/>
                      <a:gd name="connsiteX23" fmla="*/ 204037 w 528736"/>
                      <a:gd name="connsiteY23" fmla="*/ 621697 h 1649253"/>
                      <a:gd name="connsiteX24" fmla="*/ 10394 w 528736"/>
                      <a:gd name="connsiteY24" fmla="*/ 348424 h 1649253"/>
                      <a:gd name="connsiteX25" fmla="*/ 145173 w 528736"/>
                      <a:gd name="connsiteY25" fmla="*/ 0 h 1649253"/>
                      <a:gd name="connsiteX26" fmla="*/ 173748 w 528736"/>
                      <a:gd name="connsiteY26" fmla="*/ 66866 h 1649253"/>
                      <a:gd name="connsiteX27" fmla="*/ 140505 w 528736"/>
                      <a:gd name="connsiteY27" fmla="*/ 123539 h 1649253"/>
                      <a:gd name="connsiteX28" fmla="*/ 125456 w 528736"/>
                      <a:gd name="connsiteY28" fmla="*/ 456629 h 1649253"/>
                      <a:gd name="connsiteX29" fmla="*/ 361486 w 528736"/>
                      <a:gd name="connsiteY29" fmla="*/ 576453 h 1649253"/>
                      <a:gd name="connsiteX30" fmla="*/ 413587 w 528736"/>
                      <a:gd name="connsiteY30" fmla="*/ 577025 h 1649253"/>
                      <a:gd name="connsiteX31" fmla="*/ 480357 w 528736"/>
                      <a:gd name="connsiteY31" fmla="*/ 608933 h 1649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28736" h="1649253">
                        <a:moveTo>
                          <a:pt x="480453" y="608648"/>
                        </a:moveTo>
                        <a:cubicBezTo>
                          <a:pt x="517791" y="629888"/>
                          <a:pt x="527887" y="665035"/>
                          <a:pt x="528173" y="704374"/>
                        </a:cubicBezTo>
                        <a:cubicBezTo>
                          <a:pt x="528649" y="762476"/>
                          <a:pt x="527030" y="820579"/>
                          <a:pt x="528649" y="878681"/>
                        </a:cubicBezTo>
                        <a:cubicBezTo>
                          <a:pt x="529792" y="921544"/>
                          <a:pt x="519886" y="959167"/>
                          <a:pt x="489120" y="990029"/>
                        </a:cubicBezTo>
                        <a:cubicBezTo>
                          <a:pt x="462355" y="998029"/>
                          <a:pt x="444639" y="1027843"/>
                          <a:pt x="412254" y="1022604"/>
                        </a:cubicBezTo>
                        <a:cubicBezTo>
                          <a:pt x="361771" y="1009936"/>
                          <a:pt x="310908" y="1002506"/>
                          <a:pt x="258234" y="1004030"/>
                        </a:cubicBezTo>
                        <a:cubicBezTo>
                          <a:pt x="175653" y="1006507"/>
                          <a:pt x="118503" y="1048703"/>
                          <a:pt x="99167" y="1130522"/>
                        </a:cubicBezTo>
                        <a:cubicBezTo>
                          <a:pt x="80879" y="1208056"/>
                          <a:pt x="79069" y="1286542"/>
                          <a:pt x="92309" y="1365409"/>
                        </a:cubicBezTo>
                        <a:cubicBezTo>
                          <a:pt x="101929" y="1423035"/>
                          <a:pt x="129266" y="1465326"/>
                          <a:pt x="187654" y="1482852"/>
                        </a:cubicBezTo>
                        <a:cubicBezTo>
                          <a:pt x="255949" y="1499997"/>
                          <a:pt x="325291" y="1487234"/>
                          <a:pt x="393966" y="1490567"/>
                        </a:cubicBezTo>
                        <a:cubicBezTo>
                          <a:pt x="421874" y="1491901"/>
                          <a:pt x="447877" y="1493330"/>
                          <a:pt x="460260" y="1523905"/>
                        </a:cubicBezTo>
                        <a:cubicBezTo>
                          <a:pt x="463689" y="1529905"/>
                          <a:pt x="467213" y="1535811"/>
                          <a:pt x="470642" y="1541812"/>
                        </a:cubicBezTo>
                        <a:cubicBezTo>
                          <a:pt x="472928" y="1577626"/>
                          <a:pt x="482929" y="1613821"/>
                          <a:pt x="464927" y="1649254"/>
                        </a:cubicBezTo>
                        <a:cubicBezTo>
                          <a:pt x="442734" y="1644396"/>
                          <a:pt x="438067" y="1621060"/>
                          <a:pt x="422636" y="1609249"/>
                        </a:cubicBezTo>
                        <a:cubicBezTo>
                          <a:pt x="422445" y="1571625"/>
                          <a:pt x="400633" y="1561338"/>
                          <a:pt x="366724" y="1562005"/>
                        </a:cubicBezTo>
                        <a:cubicBezTo>
                          <a:pt x="307003" y="1563148"/>
                          <a:pt x="247757" y="1570673"/>
                          <a:pt x="187369" y="1563338"/>
                        </a:cubicBezTo>
                        <a:cubicBezTo>
                          <a:pt x="124218" y="1555623"/>
                          <a:pt x="52876" y="1503236"/>
                          <a:pt x="31444" y="1442276"/>
                        </a:cubicBezTo>
                        <a:cubicBezTo>
                          <a:pt x="-16371" y="1306163"/>
                          <a:pt x="-8942" y="1172432"/>
                          <a:pt x="48875" y="1041654"/>
                        </a:cubicBezTo>
                        <a:cubicBezTo>
                          <a:pt x="94881" y="937641"/>
                          <a:pt x="214324" y="906875"/>
                          <a:pt x="303764" y="918115"/>
                        </a:cubicBezTo>
                        <a:cubicBezTo>
                          <a:pt x="336530" y="922211"/>
                          <a:pt x="368820" y="930592"/>
                          <a:pt x="401395" y="937070"/>
                        </a:cubicBezTo>
                        <a:cubicBezTo>
                          <a:pt x="442734" y="945261"/>
                          <a:pt x="459879" y="931926"/>
                          <a:pt x="460545" y="888683"/>
                        </a:cubicBezTo>
                        <a:cubicBezTo>
                          <a:pt x="461403" y="831628"/>
                          <a:pt x="458736" y="774478"/>
                          <a:pt x="461498" y="717614"/>
                        </a:cubicBezTo>
                        <a:cubicBezTo>
                          <a:pt x="463593" y="673037"/>
                          <a:pt x="441400" y="659702"/>
                          <a:pt x="402062" y="656749"/>
                        </a:cubicBezTo>
                        <a:cubicBezTo>
                          <a:pt x="335006" y="651701"/>
                          <a:pt x="267379" y="648748"/>
                          <a:pt x="204037" y="621697"/>
                        </a:cubicBezTo>
                        <a:cubicBezTo>
                          <a:pt x="83451" y="570167"/>
                          <a:pt x="22967" y="480346"/>
                          <a:pt x="10394" y="348424"/>
                        </a:cubicBezTo>
                        <a:cubicBezTo>
                          <a:pt x="-3036" y="206788"/>
                          <a:pt x="33730" y="90392"/>
                          <a:pt x="145173" y="0"/>
                        </a:cubicBezTo>
                        <a:cubicBezTo>
                          <a:pt x="154698" y="22289"/>
                          <a:pt x="164223" y="44577"/>
                          <a:pt x="173748" y="66866"/>
                        </a:cubicBezTo>
                        <a:cubicBezTo>
                          <a:pt x="169938" y="90011"/>
                          <a:pt x="153459" y="105823"/>
                          <a:pt x="140505" y="123539"/>
                        </a:cubicBezTo>
                        <a:cubicBezTo>
                          <a:pt x="76688" y="211074"/>
                          <a:pt x="68973" y="364236"/>
                          <a:pt x="125456" y="456629"/>
                        </a:cubicBezTo>
                        <a:cubicBezTo>
                          <a:pt x="179272" y="544639"/>
                          <a:pt x="269855" y="562261"/>
                          <a:pt x="361486" y="576453"/>
                        </a:cubicBezTo>
                        <a:cubicBezTo>
                          <a:pt x="378535" y="579120"/>
                          <a:pt x="396252" y="576262"/>
                          <a:pt x="413587" y="577025"/>
                        </a:cubicBezTo>
                        <a:cubicBezTo>
                          <a:pt x="442734" y="573214"/>
                          <a:pt x="458926" y="596456"/>
                          <a:pt x="480357" y="608933"/>
                        </a:cubicBezTo>
                        <a:close/>
                      </a:path>
                    </a:pathLst>
                  </a:custGeom>
                  <a:solidFill>
                    <a:srgbClr val="C45A75"/>
                  </a:solidFill>
                  <a:ln w="0" cap="flat">
                    <a:noFill/>
                    <a:prstDash val="solid"/>
                    <a:miter/>
                  </a:ln>
                </p:spPr>
                <p:txBody>
                  <a:bodyPr rtlCol="0" anchor="ctr"/>
                  <a:lstStyle/>
                  <a:p>
                    <a:endParaRPr lang="zh-CN" altLang="en-US" sz="650"/>
                  </a:p>
                </p:txBody>
              </p:sp>
              <p:sp>
                <p:nvSpPr>
                  <p:cNvPr id="2132" name="任意多边形: 形状 1565"/>
                  <p:cNvSpPr/>
                  <p:nvPr/>
                </p:nvSpPr>
                <p:spPr>
                  <a:xfrm>
                    <a:off x="4197709" y="6752884"/>
                    <a:ext cx="109293" cy="154936"/>
                  </a:xfrm>
                  <a:custGeom>
                    <a:avLst/>
                    <a:gdLst>
                      <a:gd name="connsiteX0" fmla="*/ 338835 w 369724"/>
                      <a:gd name="connsiteY0" fmla="*/ 522827 h 524132"/>
                      <a:gd name="connsiteX1" fmla="*/ 99853 w 369724"/>
                      <a:gd name="connsiteY1" fmla="*/ 463582 h 524132"/>
                      <a:gd name="connsiteX2" fmla="*/ 10890 w 369724"/>
                      <a:gd name="connsiteY2" fmla="*/ 323564 h 524132"/>
                      <a:gd name="connsiteX3" fmla="*/ 99853 w 369724"/>
                      <a:gd name="connsiteY3" fmla="*/ 0 h 524132"/>
                      <a:gd name="connsiteX4" fmla="*/ 147859 w 369724"/>
                      <a:gd name="connsiteY4" fmla="*/ 80677 h 524132"/>
                      <a:gd name="connsiteX5" fmla="*/ 313975 w 369724"/>
                      <a:gd name="connsiteY5" fmla="*/ 85820 h 524132"/>
                      <a:gd name="connsiteX6" fmla="*/ 365124 w 369724"/>
                      <a:gd name="connsiteY6" fmla="*/ 148400 h 524132"/>
                      <a:gd name="connsiteX7" fmla="*/ 360552 w 369724"/>
                      <a:gd name="connsiteY7" fmla="*/ 189643 h 524132"/>
                      <a:gd name="connsiteX8" fmla="*/ 347789 w 369724"/>
                      <a:gd name="connsiteY8" fmla="*/ 263081 h 524132"/>
                      <a:gd name="connsiteX9" fmla="*/ 344836 w 369724"/>
                      <a:gd name="connsiteY9" fmla="*/ 298418 h 524132"/>
                      <a:gd name="connsiteX10" fmla="*/ 355885 w 369724"/>
                      <a:gd name="connsiteY10" fmla="*/ 507492 h 524132"/>
                      <a:gd name="connsiteX11" fmla="*/ 339026 w 369724"/>
                      <a:gd name="connsiteY11" fmla="*/ 522827 h 52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724" h="524132">
                        <a:moveTo>
                          <a:pt x="338835" y="522827"/>
                        </a:moveTo>
                        <a:cubicBezTo>
                          <a:pt x="252444" y="530162"/>
                          <a:pt x="172910" y="506063"/>
                          <a:pt x="99853" y="463582"/>
                        </a:cubicBezTo>
                        <a:cubicBezTo>
                          <a:pt x="48132" y="433483"/>
                          <a:pt x="22224" y="381095"/>
                          <a:pt x="10890" y="323564"/>
                        </a:cubicBezTo>
                        <a:cubicBezTo>
                          <a:pt x="-13304" y="201359"/>
                          <a:pt x="-2731" y="87821"/>
                          <a:pt x="99853" y="0"/>
                        </a:cubicBezTo>
                        <a:cubicBezTo>
                          <a:pt x="115665" y="27051"/>
                          <a:pt x="129190" y="55817"/>
                          <a:pt x="147859" y="80677"/>
                        </a:cubicBezTo>
                        <a:cubicBezTo>
                          <a:pt x="199961" y="150209"/>
                          <a:pt x="256920" y="151162"/>
                          <a:pt x="313975" y="85820"/>
                        </a:cubicBezTo>
                        <a:cubicBezTo>
                          <a:pt x="358838" y="87535"/>
                          <a:pt x="379698" y="111728"/>
                          <a:pt x="365124" y="148400"/>
                        </a:cubicBezTo>
                        <a:cubicBezTo>
                          <a:pt x="359410" y="162687"/>
                          <a:pt x="358457" y="175355"/>
                          <a:pt x="360552" y="189643"/>
                        </a:cubicBezTo>
                        <a:cubicBezTo>
                          <a:pt x="364267" y="215456"/>
                          <a:pt x="361219" y="240030"/>
                          <a:pt x="347789" y="263081"/>
                        </a:cubicBezTo>
                        <a:cubicBezTo>
                          <a:pt x="341407" y="274034"/>
                          <a:pt x="336264" y="285369"/>
                          <a:pt x="344836" y="298418"/>
                        </a:cubicBezTo>
                        <a:cubicBezTo>
                          <a:pt x="389032" y="365760"/>
                          <a:pt x="353504" y="437674"/>
                          <a:pt x="355885" y="507492"/>
                        </a:cubicBezTo>
                        <a:cubicBezTo>
                          <a:pt x="356171" y="515207"/>
                          <a:pt x="346074" y="519113"/>
                          <a:pt x="339026" y="522827"/>
                        </a:cubicBezTo>
                        <a:close/>
                      </a:path>
                    </a:pathLst>
                  </a:custGeom>
                  <a:solidFill>
                    <a:srgbClr val="ECA7B4"/>
                  </a:solidFill>
                  <a:ln w="0" cap="flat">
                    <a:noFill/>
                    <a:prstDash val="solid"/>
                    <a:miter/>
                  </a:ln>
                </p:spPr>
                <p:txBody>
                  <a:bodyPr rtlCol="0" anchor="ctr"/>
                  <a:lstStyle/>
                  <a:p>
                    <a:endParaRPr lang="zh-CN" altLang="en-US" sz="650"/>
                  </a:p>
                </p:txBody>
              </p:sp>
              <p:sp>
                <p:nvSpPr>
                  <p:cNvPr id="2133" name="任意多边形: 形状 1567"/>
                  <p:cNvSpPr/>
                  <p:nvPr/>
                </p:nvSpPr>
                <p:spPr>
                  <a:xfrm>
                    <a:off x="4444084" y="6774396"/>
                    <a:ext cx="163647" cy="174729"/>
                  </a:xfrm>
                  <a:custGeom>
                    <a:avLst/>
                    <a:gdLst>
                      <a:gd name="connsiteX0" fmla="*/ 550271 w 553599"/>
                      <a:gd name="connsiteY0" fmla="*/ 68199 h 591089"/>
                      <a:gd name="connsiteX1" fmla="*/ 524745 w 553599"/>
                      <a:gd name="connsiteY1" fmla="*/ 301657 h 591089"/>
                      <a:gd name="connsiteX2" fmla="*/ 282809 w 553599"/>
                      <a:gd name="connsiteY2" fmla="*/ 488157 h 591089"/>
                      <a:gd name="connsiteX3" fmla="*/ 109073 w 553599"/>
                      <a:gd name="connsiteY3" fmla="*/ 508445 h 591089"/>
                      <a:gd name="connsiteX4" fmla="*/ 67640 w 553599"/>
                      <a:gd name="connsiteY4" fmla="*/ 546164 h 591089"/>
                      <a:gd name="connsiteX5" fmla="*/ 31064 w 553599"/>
                      <a:gd name="connsiteY5" fmla="*/ 590836 h 591089"/>
                      <a:gd name="connsiteX6" fmla="*/ 12 w 553599"/>
                      <a:gd name="connsiteY6" fmla="*/ 539782 h 591089"/>
                      <a:gd name="connsiteX7" fmla="*/ 98310 w 553599"/>
                      <a:gd name="connsiteY7" fmla="*/ 442246 h 591089"/>
                      <a:gd name="connsiteX8" fmla="*/ 294525 w 553599"/>
                      <a:gd name="connsiteY8" fmla="*/ 413195 h 591089"/>
                      <a:gd name="connsiteX9" fmla="*/ 480072 w 553599"/>
                      <a:gd name="connsiteY9" fmla="*/ 198692 h 591089"/>
                      <a:gd name="connsiteX10" fmla="*/ 459022 w 553599"/>
                      <a:gd name="connsiteY10" fmla="*/ 3429 h 591089"/>
                      <a:gd name="connsiteX11" fmla="*/ 467023 w 553599"/>
                      <a:gd name="connsiteY11" fmla="*/ 3429 h 591089"/>
                      <a:gd name="connsiteX12" fmla="*/ 550271 w 553599"/>
                      <a:gd name="connsiteY12" fmla="*/ 68199 h 59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3599" h="591089">
                        <a:moveTo>
                          <a:pt x="550271" y="68199"/>
                        </a:moveTo>
                        <a:cubicBezTo>
                          <a:pt x="557606" y="147828"/>
                          <a:pt x="554367" y="227076"/>
                          <a:pt x="524745" y="301657"/>
                        </a:cubicBezTo>
                        <a:cubicBezTo>
                          <a:pt x="481596" y="410433"/>
                          <a:pt x="387013" y="457677"/>
                          <a:pt x="282809" y="488157"/>
                        </a:cubicBezTo>
                        <a:cubicBezTo>
                          <a:pt x="226612" y="504635"/>
                          <a:pt x="168224" y="512160"/>
                          <a:pt x="109073" y="508445"/>
                        </a:cubicBezTo>
                        <a:cubicBezTo>
                          <a:pt x="81832" y="506730"/>
                          <a:pt x="67259" y="516827"/>
                          <a:pt x="67640" y="546164"/>
                        </a:cubicBezTo>
                        <a:cubicBezTo>
                          <a:pt x="67925" y="570453"/>
                          <a:pt x="59353" y="593789"/>
                          <a:pt x="31064" y="590836"/>
                        </a:cubicBezTo>
                        <a:cubicBezTo>
                          <a:pt x="4298" y="587979"/>
                          <a:pt x="-274" y="563785"/>
                          <a:pt x="12" y="539782"/>
                        </a:cubicBezTo>
                        <a:cubicBezTo>
                          <a:pt x="869" y="478727"/>
                          <a:pt x="34207" y="444627"/>
                          <a:pt x="98310" y="442246"/>
                        </a:cubicBezTo>
                        <a:cubicBezTo>
                          <a:pt x="164890" y="439770"/>
                          <a:pt x="230517" y="433578"/>
                          <a:pt x="294525" y="413195"/>
                        </a:cubicBezTo>
                        <a:cubicBezTo>
                          <a:pt x="397300" y="380619"/>
                          <a:pt x="467499" y="311754"/>
                          <a:pt x="480072" y="198692"/>
                        </a:cubicBezTo>
                        <a:cubicBezTo>
                          <a:pt x="487787" y="129636"/>
                          <a:pt x="475215" y="67437"/>
                          <a:pt x="459022" y="3429"/>
                        </a:cubicBezTo>
                        <a:cubicBezTo>
                          <a:pt x="461689" y="-1238"/>
                          <a:pt x="464356" y="-1047"/>
                          <a:pt x="467023" y="3429"/>
                        </a:cubicBezTo>
                        <a:cubicBezTo>
                          <a:pt x="479405" y="44768"/>
                          <a:pt x="501980" y="73057"/>
                          <a:pt x="550271" y="68199"/>
                        </a:cubicBezTo>
                        <a:close/>
                      </a:path>
                    </a:pathLst>
                  </a:custGeom>
                  <a:solidFill>
                    <a:srgbClr val="C45B75"/>
                  </a:solidFill>
                  <a:ln w="0" cap="flat">
                    <a:noFill/>
                    <a:prstDash val="solid"/>
                    <a:miter/>
                  </a:ln>
                </p:spPr>
                <p:txBody>
                  <a:bodyPr rtlCol="0" anchor="ctr"/>
                  <a:lstStyle/>
                  <a:p>
                    <a:endParaRPr lang="zh-CN" altLang="en-US" sz="650"/>
                  </a:p>
                </p:txBody>
              </p:sp>
              <p:sp>
                <p:nvSpPr>
                  <p:cNvPr id="2134" name="任意多边形: 形状 1568"/>
                  <p:cNvSpPr/>
                  <p:nvPr/>
                </p:nvSpPr>
                <p:spPr>
                  <a:xfrm>
                    <a:off x="4307050" y="6710678"/>
                    <a:ext cx="150890" cy="120790"/>
                  </a:xfrm>
                  <a:custGeom>
                    <a:avLst/>
                    <a:gdLst>
                      <a:gd name="connsiteX0" fmla="*/ 510254 w 510444"/>
                      <a:gd name="connsiteY0" fmla="*/ 162306 h 408620"/>
                      <a:gd name="connsiteX1" fmla="*/ 437483 w 510444"/>
                      <a:gd name="connsiteY1" fmla="*/ 308610 h 408620"/>
                      <a:gd name="connsiteX2" fmla="*/ 296894 w 510444"/>
                      <a:gd name="connsiteY2" fmla="*/ 408527 h 408620"/>
                      <a:gd name="connsiteX3" fmla="*/ 152305 w 510444"/>
                      <a:gd name="connsiteY3" fmla="*/ 285083 h 408620"/>
                      <a:gd name="connsiteX4" fmla="*/ 45339 w 510444"/>
                      <a:gd name="connsiteY4" fmla="*/ 95536 h 408620"/>
                      <a:gd name="connsiteX5" fmla="*/ 0 w 510444"/>
                      <a:gd name="connsiteY5" fmla="*/ 84772 h 408620"/>
                      <a:gd name="connsiteX6" fmla="*/ 22955 w 510444"/>
                      <a:gd name="connsiteY6" fmla="*/ 0 h 408620"/>
                      <a:gd name="connsiteX7" fmla="*/ 95631 w 510444"/>
                      <a:gd name="connsiteY7" fmla="*/ 38195 h 408620"/>
                      <a:gd name="connsiteX8" fmla="*/ 143732 w 510444"/>
                      <a:gd name="connsiteY8" fmla="*/ 185071 h 408620"/>
                      <a:gd name="connsiteX9" fmla="*/ 226028 w 510444"/>
                      <a:gd name="connsiteY9" fmla="*/ 276606 h 408620"/>
                      <a:gd name="connsiteX10" fmla="*/ 374428 w 510444"/>
                      <a:gd name="connsiteY10" fmla="*/ 250126 h 408620"/>
                      <a:gd name="connsiteX11" fmla="*/ 437864 w 510444"/>
                      <a:gd name="connsiteY11" fmla="*/ 118586 h 408620"/>
                      <a:gd name="connsiteX12" fmla="*/ 482917 w 510444"/>
                      <a:gd name="connsiteY12" fmla="*/ 76486 h 408620"/>
                      <a:gd name="connsiteX13" fmla="*/ 510445 w 510444"/>
                      <a:gd name="connsiteY13" fmla="*/ 162020 h 40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0444" h="408620">
                        <a:moveTo>
                          <a:pt x="510254" y="162306"/>
                        </a:moveTo>
                        <a:cubicBezTo>
                          <a:pt x="473869" y="204978"/>
                          <a:pt x="462248" y="260128"/>
                          <a:pt x="437483" y="308610"/>
                        </a:cubicBezTo>
                        <a:cubicBezTo>
                          <a:pt x="407384" y="367475"/>
                          <a:pt x="368427" y="410909"/>
                          <a:pt x="296894" y="408527"/>
                        </a:cubicBezTo>
                        <a:cubicBezTo>
                          <a:pt x="228981" y="406336"/>
                          <a:pt x="174212" y="360426"/>
                          <a:pt x="152305" y="285083"/>
                        </a:cubicBezTo>
                        <a:cubicBezTo>
                          <a:pt x="131445" y="213074"/>
                          <a:pt x="102775" y="146494"/>
                          <a:pt x="45339" y="95536"/>
                        </a:cubicBezTo>
                        <a:cubicBezTo>
                          <a:pt x="33147" y="79438"/>
                          <a:pt x="14097" y="92773"/>
                          <a:pt x="0" y="84772"/>
                        </a:cubicBezTo>
                        <a:cubicBezTo>
                          <a:pt x="7620" y="56483"/>
                          <a:pt x="15240" y="28289"/>
                          <a:pt x="22955" y="0"/>
                        </a:cubicBezTo>
                        <a:cubicBezTo>
                          <a:pt x="52197" y="3238"/>
                          <a:pt x="71533" y="25241"/>
                          <a:pt x="95631" y="38195"/>
                        </a:cubicBezTo>
                        <a:cubicBezTo>
                          <a:pt x="111633" y="87154"/>
                          <a:pt x="126778" y="136493"/>
                          <a:pt x="143732" y="185071"/>
                        </a:cubicBezTo>
                        <a:cubicBezTo>
                          <a:pt x="158305" y="226600"/>
                          <a:pt x="183737" y="259461"/>
                          <a:pt x="226028" y="276606"/>
                        </a:cubicBezTo>
                        <a:cubicBezTo>
                          <a:pt x="296990" y="351187"/>
                          <a:pt x="330994" y="345662"/>
                          <a:pt x="374428" y="250126"/>
                        </a:cubicBezTo>
                        <a:cubicBezTo>
                          <a:pt x="394621" y="205740"/>
                          <a:pt x="411861" y="159925"/>
                          <a:pt x="437864" y="118586"/>
                        </a:cubicBezTo>
                        <a:cubicBezTo>
                          <a:pt x="448723" y="101346"/>
                          <a:pt x="454914" y="76486"/>
                          <a:pt x="482917" y="76486"/>
                        </a:cubicBezTo>
                        <a:cubicBezTo>
                          <a:pt x="492061" y="104965"/>
                          <a:pt x="501301" y="133540"/>
                          <a:pt x="510445" y="162020"/>
                        </a:cubicBezTo>
                        <a:close/>
                      </a:path>
                    </a:pathLst>
                  </a:custGeom>
                  <a:solidFill>
                    <a:srgbClr val="C45C76"/>
                  </a:solidFill>
                  <a:ln w="0" cap="flat">
                    <a:noFill/>
                    <a:prstDash val="solid"/>
                    <a:miter/>
                  </a:ln>
                </p:spPr>
                <p:txBody>
                  <a:bodyPr rtlCol="0" anchor="ctr"/>
                  <a:lstStyle/>
                  <a:p>
                    <a:endParaRPr lang="zh-CN" altLang="en-US" sz="650"/>
                  </a:p>
                </p:txBody>
              </p:sp>
              <p:sp>
                <p:nvSpPr>
                  <p:cNvPr id="2135" name="任意多边形: 形状 1569"/>
                  <p:cNvSpPr/>
                  <p:nvPr/>
                </p:nvSpPr>
                <p:spPr>
                  <a:xfrm>
                    <a:off x="4373837" y="6710528"/>
                    <a:ext cx="75910" cy="101889"/>
                  </a:xfrm>
                  <a:custGeom>
                    <a:avLst/>
                    <a:gdLst>
                      <a:gd name="connsiteX0" fmla="*/ 256794 w 256793"/>
                      <a:gd name="connsiteY0" fmla="*/ 77279 h 344678"/>
                      <a:gd name="connsiteX1" fmla="*/ 152209 w 256793"/>
                      <a:gd name="connsiteY1" fmla="*/ 274352 h 344678"/>
                      <a:gd name="connsiteX2" fmla="*/ 95917 w 256793"/>
                      <a:gd name="connsiteY2" fmla="*/ 340455 h 344678"/>
                      <a:gd name="connsiteX3" fmla="*/ 0 w 256793"/>
                      <a:gd name="connsiteY3" fmla="*/ 277304 h 344678"/>
                      <a:gd name="connsiteX4" fmla="*/ 111728 w 256793"/>
                      <a:gd name="connsiteY4" fmla="*/ 195199 h 344678"/>
                      <a:gd name="connsiteX5" fmla="*/ 151638 w 256793"/>
                      <a:gd name="connsiteY5" fmla="*/ 85947 h 344678"/>
                      <a:gd name="connsiteX6" fmla="*/ 195263 w 256793"/>
                      <a:gd name="connsiteY6" fmla="*/ 25558 h 344678"/>
                      <a:gd name="connsiteX7" fmla="*/ 236791 w 256793"/>
                      <a:gd name="connsiteY7" fmla="*/ 603 h 344678"/>
                      <a:gd name="connsiteX8" fmla="*/ 256699 w 256793"/>
                      <a:gd name="connsiteY8" fmla="*/ 77279 h 34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793" h="344678">
                        <a:moveTo>
                          <a:pt x="256794" y="77279"/>
                        </a:moveTo>
                        <a:cubicBezTo>
                          <a:pt x="206407" y="134715"/>
                          <a:pt x="184690" y="207391"/>
                          <a:pt x="152209" y="274352"/>
                        </a:cubicBezTo>
                        <a:cubicBezTo>
                          <a:pt x="139351" y="300926"/>
                          <a:pt x="126873" y="329977"/>
                          <a:pt x="95917" y="340455"/>
                        </a:cubicBezTo>
                        <a:cubicBezTo>
                          <a:pt x="51816" y="355409"/>
                          <a:pt x="14288" y="329787"/>
                          <a:pt x="0" y="277304"/>
                        </a:cubicBezTo>
                        <a:cubicBezTo>
                          <a:pt x="60960" y="282352"/>
                          <a:pt x="90773" y="243300"/>
                          <a:pt x="111728" y="195199"/>
                        </a:cubicBezTo>
                        <a:cubicBezTo>
                          <a:pt x="127159" y="159670"/>
                          <a:pt x="138493" y="122428"/>
                          <a:pt x="151638" y="85947"/>
                        </a:cubicBezTo>
                        <a:cubicBezTo>
                          <a:pt x="169164" y="67945"/>
                          <a:pt x="178117" y="43846"/>
                          <a:pt x="195263" y="25558"/>
                        </a:cubicBezTo>
                        <a:cubicBezTo>
                          <a:pt x="206788" y="13366"/>
                          <a:pt x="215551" y="-3398"/>
                          <a:pt x="236791" y="603"/>
                        </a:cubicBezTo>
                        <a:cubicBezTo>
                          <a:pt x="243459" y="26130"/>
                          <a:pt x="250031" y="51657"/>
                          <a:pt x="256699" y="77279"/>
                        </a:cubicBezTo>
                        <a:close/>
                      </a:path>
                    </a:pathLst>
                  </a:custGeom>
                  <a:solidFill>
                    <a:srgbClr val="ECACB9"/>
                  </a:solidFill>
                  <a:ln w="0" cap="flat">
                    <a:noFill/>
                    <a:prstDash val="solid"/>
                    <a:miter/>
                  </a:ln>
                </p:spPr>
                <p:txBody>
                  <a:bodyPr rtlCol="0" anchor="ctr"/>
                  <a:lstStyle/>
                  <a:p>
                    <a:endParaRPr lang="zh-CN" altLang="en-US" sz="650"/>
                  </a:p>
                </p:txBody>
              </p:sp>
              <p:sp>
                <p:nvSpPr>
                  <p:cNvPr id="2136" name="任意多边形: 形状 1570"/>
                  <p:cNvSpPr/>
                  <p:nvPr/>
                </p:nvSpPr>
                <p:spPr>
                  <a:xfrm>
                    <a:off x="4290466" y="6733543"/>
                    <a:ext cx="29958" cy="179579"/>
                  </a:xfrm>
                  <a:custGeom>
                    <a:avLst/>
                    <a:gdLst>
                      <a:gd name="connsiteX0" fmla="*/ 56007 w 101345"/>
                      <a:gd name="connsiteY0" fmla="*/ 7612 h 607496"/>
                      <a:gd name="connsiteX1" fmla="*/ 101346 w 101345"/>
                      <a:gd name="connsiteY1" fmla="*/ 18376 h 607496"/>
                      <a:gd name="connsiteX2" fmla="*/ 72676 w 101345"/>
                      <a:gd name="connsiteY2" fmla="*/ 35711 h 607496"/>
                      <a:gd name="connsiteX3" fmla="*/ 51054 w 101345"/>
                      <a:gd name="connsiteY3" fmla="*/ 141819 h 607496"/>
                      <a:gd name="connsiteX4" fmla="*/ 68008 w 101345"/>
                      <a:gd name="connsiteY4" fmla="*/ 160584 h 607496"/>
                      <a:gd name="connsiteX5" fmla="*/ 80772 w 101345"/>
                      <a:gd name="connsiteY5" fmla="*/ 225354 h 607496"/>
                      <a:gd name="connsiteX6" fmla="*/ 72676 w 101345"/>
                      <a:gd name="connsiteY6" fmla="*/ 280408 h 607496"/>
                      <a:gd name="connsiteX7" fmla="*/ 68390 w 101345"/>
                      <a:gd name="connsiteY7" fmla="*/ 325938 h 607496"/>
                      <a:gd name="connsiteX8" fmla="*/ 76771 w 101345"/>
                      <a:gd name="connsiteY8" fmla="*/ 378516 h 607496"/>
                      <a:gd name="connsiteX9" fmla="*/ 85058 w 101345"/>
                      <a:gd name="connsiteY9" fmla="*/ 429284 h 607496"/>
                      <a:gd name="connsiteX10" fmla="*/ 92583 w 101345"/>
                      <a:gd name="connsiteY10" fmla="*/ 607497 h 607496"/>
                      <a:gd name="connsiteX11" fmla="*/ 24955 w 101345"/>
                      <a:gd name="connsiteY11" fmla="*/ 588352 h 607496"/>
                      <a:gd name="connsiteX12" fmla="*/ 33528 w 101345"/>
                      <a:gd name="connsiteY12" fmla="*/ 462336 h 607496"/>
                      <a:gd name="connsiteX13" fmla="*/ 46196 w 101345"/>
                      <a:gd name="connsiteY13" fmla="*/ 410710 h 607496"/>
                      <a:gd name="connsiteX14" fmla="*/ 31337 w 101345"/>
                      <a:gd name="connsiteY14" fmla="*/ 383469 h 607496"/>
                      <a:gd name="connsiteX15" fmla="*/ 21336 w 101345"/>
                      <a:gd name="connsiteY15" fmla="*/ 322414 h 607496"/>
                      <a:gd name="connsiteX16" fmla="*/ 35623 w 101345"/>
                      <a:gd name="connsiteY16" fmla="*/ 264692 h 607496"/>
                      <a:gd name="connsiteX17" fmla="*/ 48768 w 101345"/>
                      <a:gd name="connsiteY17" fmla="*/ 201922 h 607496"/>
                      <a:gd name="connsiteX18" fmla="*/ 0 w 101345"/>
                      <a:gd name="connsiteY18" fmla="*/ 151249 h 607496"/>
                      <a:gd name="connsiteX19" fmla="*/ 55912 w 101345"/>
                      <a:gd name="connsiteY19" fmla="*/ 7612 h 60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345" h="607496">
                        <a:moveTo>
                          <a:pt x="56007" y="7612"/>
                        </a:moveTo>
                        <a:cubicBezTo>
                          <a:pt x="74486" y="-2961"/>
                          <a:pt x="90964" y="-5151"/>
                          <a:pt x="101346" y="18376"/>
                        </a:cubicBezTo>
                        <a:cubicBezTo>
                          <a:pt x="88297" y="18376"/>
                          <a:pt x="78867" y="19519"/>
                          <a:pt x="72676" y="35711"/>
                        </a:cubicBezTo>
                        <a:cubicBezTo>
                          <a:pt x="59722" y="69810"/>
                          <a:pt x="103822" y="115054"/>
                          <a:pt x="51054" y="141819"/>
                        </a:cubicBezTo>
                        <a:cubicBezTo>
                          <a:pt x="46006" y="144391"/>
                          <a:pt x="61627" y="154678"/>
                          <a:pt x="68008" y="160584"/>
                        </a:cubicBezTo>
                        <a:cubicBezTo>
                          <a:pt x="88487" y="179348"/>
                          <a:pt x="102394" y="198208"/>
                          <a:pt x="80772" y="225354"/>
                        </a:cubicBezTo>
                        <a:cubicBezTo>
                          <a:pt x="67723" y="241737"/>
                          <a:pt x="74009" y="261835"/>
                          <a:pt x="72676" y="280408"/>
                        </a:cubicBezTo>
                        <a:cubicBezTo>
                          <a:pt x="71533" y="296029"/>
                          <a:pt x="76676" y="319270"/>
                          <a:pt x="68390" y="325938"/>
                        </a:cubicBezTo>
                        <a:cubicBezTo>
                          <a:pt x="36576" y="351655"/>
                          <a:pt x="60198" y="363181"/>
                          <a:pt x="76771" y="378516"/>
                        </a:cubicBezTo>
                        <a:cubicBezTo>
                          <a:pt x="92583" y="393089"/>
                          <a:pt x="92964" y="408139"/>
                          <a:pt x="85058" y="429284"/>
                        </a:cubicBezTo>
                        <a:cubicBezTo>
                          <a:pt x="62865" y="488911"/>
                          <a:pt x="61531" y="549299"/>
                          <a:pt x="92583" y="607497"/>
                        </a:cubicBezTo>
                        <a:cubicBezTo>
                          <a:pt x="68866" y="605401"/>
                          <a:pt x="51054" y="582065"/>
                          <a:pt x="24955" y="588352"/>
                        </a:cubicBezTo>
                        <a:cubicBezTo>
                          <a:pt x="44291" y="547585"/>
                          <a:pt x="32671" y="504436"/>
                          <a:pt x="33528" y="462336"/>
                        </a:cubicBezTo>
                        <a:cubicBezTo>
                          <a:pt x="33909" y="443857"/>
                          <a:pt x="3143" y="422236"/>
                          <a:pt x="46196" y="410710"/>
                        </a:cubicBezTo>
                        <a:cubicBezTo>
                          <a:pt x="57912" y="407567"/>
                          <a:pt x="41053" y="389184"/>
                          <a:pt x="31337" y="383469"/>
                        </a:cubicBezTo>
                        <a:cubicBezTo>
                          <a:pt x="2381" y="366514"/>
                          <a:pt x="-1715" y="346036"/>
                          <a:pt x="21336" y="322414"/>
                        </a:cubicBezTo>
                        <a:cubicBezTo>
                          <a:pt x="38195" y="305078"/>
                          <a:pt x="31623" y="284218"/>
                          <a:pt x="35623" y="264692"/>
                        </a:cubicBezTo>
                        <a:cubicBezTo>
                          <a:pt x="40005" y="243832"/>
                          <a:pt x="-5334" y="211828"/>
                          <a:pt x="48768" y="201922"/>
                        </a:cubicBezTo>
                        <a:cubicBezTo>
                          <a:pt x="43624" y="174300"/>
                          <a:pt x="24289" y="160393"/>
                          <a:pt x="0" y="151249"/>
                        </a:cubicBezTo>
                        <a:cubicBezTo>
                          <a:pt x="25051" y="105815"/>
                          <a:pt x="39624" y="56380"/>
                          <a:pt x="55912" y="7612"/>
                        </a:cubicBezTo>
                        <a:close/>
                      </a:path>
                    </a:pathLst>
                  </a:custGeom>
                  <a:solidFill>
                    <a:srgbClr val="D18192"/>
                  </a:solidFill>
                  <a:ln w="0" cap="flat">
                    <a:noFill/>
                    <a:prstDash val="solid"/>
                    <a:miter/>
                  </a:ln>
                </p:spPr>
                <p:txBody>
                  <a:bodyPr rtlCol="0" anchor="ctr"/>
                  <a:lstStyle/>
                  <a:p>
                    <a:endParaRPr lang="zh-CN" altLang="en-US" sz="650"/>
                  </a:p>
                </p:txBody>
              </p:sp>
              <p:sp>
                <p:nvSpPr>
                  <p:cNvPr id="2137" name="任意多边形: 形状 1571"/>
                  <p:cNvSpPr/>
                  <p:nvPr/>
                </p:nvSpPr>
                <p:spPr>
                  <a:xfrm>
                    <a:off x="4531035" y="6713296"/>
                    <a:ext cx="51104" cy="62142"/>
                  </a:xfrm>
                  <a:custGeom>
                    <a:avLst/>
                    <a:gdLst>
                      <a:gd name="connsiteX0" fmla="*/ 172879 w 172878"/>
                      <a:gd name="connsiteY0" fmla="*/ 210123 h 210218"/>
                      <a:gd name="connsiteX1" fmla="*/ 164878 w 172878"/>
                      <a:gd name="connsiteY1" fmla="*/ 210123 h 210218"/>
                      <a:gd name="connsiteX2" fmla="*/ 0 w 172878"/>
                      <a:gd name="connsiteY2" fmla="*/ 66010 h 210218"/>
                      <a:gd name="connsiteX3" fmla="*/ 17621 w 172878"/>
                      <a:gd name="connsiteY3" fmla="*/ 2 h 210218"/>
                      <a:gd name="connsiteX4" fmla="*/ 134779 w 172878"/>
                      <a:gd name="connsiteY4" fmla="*/ 67058 h 210218"/>
                      <a:gd name="connsiteX5" fmla="*/ 172879 w 172878"/>
                      <a:gd name="connsiteY5" fmla="*/ 210219 h 21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78" h="210218">
                        <a:moveTo>
                          <a:pt x="172879" y="210123"/>
                        </a:moveTo>
                        <a:cubicBezTo>
                          <a:pt x="170212" y="210123"/>
                          <a:pt x="167545" y="210123"/>
                          <a:pt x="164878" y="210123"/>
                        </a:cubicBezTo>
                        <a:cubicBezTo>
                          <a:pt x="123634" y="146401"/>
                          <a:pt x="70104" y="96681"/>
                          <a:pt x="0" y="66010"/>
                        </a:cubicBezTo>
                        <a:cubicBezTo>
                          <a:pt x="5905" y="44007"/>
                          <a:pt x="11716" y="22005"/>
                          <a:pt x="17621" y="2"/>
                        </a:cubicBezTo>
                        <a:cubicBezTo>
                          <a:pt x="69628" y="-284"/>
                          <a:pt x="103537" y="31053"/>
                          <a:pt x="134779" y="67058"/>
                        </a:cubicBezTo>
                        <a:cubicBezTo>
                          <a:pt x="153162" y="113254"/>
                          <a:pt x="171926" y="159355"/>
                          <a:pt x="172879" y="210219"/>
                        </a:cubicBezTo>
                        <a:close/>
                      </a:path>
                    </a:pathLst>
                  </a:custGeom>
                  <a:solidFill>
                    <a:srgbClr val="C35C75"/>
                  </a:solidFill>
                  <a:ln w="0" cap="flat">
                    <a:noFill/>
                    <a:prstDash val="solid"/>
                    <a:miter/>
                  </a:ln>
                </p:spPr>
                <p:txBody>
                  <a:bodyPr rtlCol="0" anchor="ctr"/>
                  <a:lstStyle/>
                  <a:p>
                    <a:endParaRPr lang="zh-CN" altLang="en-US" sz="650"/>
                  </a:p>
                </p:txBody>
              </p:sp>
              <p:sp>
                <p:nvSpPr>
                  <p:cNvPr id="2138" name="任意多边形: 形状 1572"/>
                  <p:cNvSpPr/>
                  <p:nvPr/>
                </p:nvSpPr>
                <p:spPr>
                  <a:xfrm>
                    <a:off x="4536244" y="6691109"/>
                    <a:ext cx="34632" cy="41981"/>
                  </a:xfrm>
                  <a:custGeom>
                    <a:avLst/>
                    <a:gdLst>
                      <a:gd name="connsiteX0" fmla="*/ 117158 w 117157"/>
                      <a:gd name="connsiteY0" fmla="*/ 142018 h 142017"/>
                      <a:gd name="connsiteX1" fmla="*/ 0 w 117157"/>
                      <a:gd name="connsiteY1" fmla="*/ 74962 h 142017"/>
                      <a:gd name="connsiteX2" fmla="*/ 20669 w 117157"/>
                      <a:gd name="connsiteY2" fmla="*/ 0 h 142017"/>
                      <a:gd name="connsiteX3" fmla="*/ 81820 w 117157"/>
                      <a:gd name="connsiteY3" fmla="*/ 37528 h 142017"/>
                      <a:gd name="connsiteX4" fmla="*/ 117158 w 117157"/>
                      <a:gd name="connsiteY4" fmla="*/ 142018 h 14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57" h="142017">
                        <a:moveTo>
                          <a:pt x="117158" y="142018"/>
                        </a:moveTo>
                        <a:cubicBezTo>
                          <a:pt x="78105" y="119634"/>
                          <a:pt x="39052" y="97345"/>
                          <a:pt x="0" y="74962"/>
                        </a:cubicBezTo>
                        <a:cubicBezTo>
                          <a:pt x="6858" y="50006"/>
                          <a:pt x="13716" y="24955"/>
                          <a:pt x="20669" y="0"/>
                        </a:cubicBezTo>
                        <a:cubicBezTo>
                          <a:pt x="43529" y="8477"/>
                          <a:pt x="65342" y="18669"/>
                          <a:pt x="81820" y="37528"/>
                        </a:cubicBezTo>
                        <a:cubicBezTo>
                          <a:pt x="98869" y="70580"/>
                          <a:pt x="108966" y="105918"/>
                          <a:pt x="117158" y="142018"/>
                        </a:cubicBezTo>
                        <a:close/>
                      </a:path>
                    </a:pathLst>
                  </a:custGeom>
                  <a:solidFill>
                    <a:srgbClr val="E8A7B9"/>
                  </a:solidFill>
                  <a:ln w="0" cap="flat">
                    <a:noFill/>
                    <a:prstDash val="solid"/>
                    <a:miter/>
                  </a:ln>
                </p:spPr>
                <p:txBody>
                  <a:bodyPr rtlCol="0" anchor="ctr"/>
                  <a:lstStyle/>
                  <a:p>
                    <a:endParaRPr lang="zh-CN" altLang="en-US" sz="650"/>
                  </a:p>
                </p:txBody>
              </p:sp>
              <p:sp>
                <p:nvSpPr>
                  <p:cNvPr id="2139" name="任意多边形: 形状 1573"/>
                  <p:cNvSpPr/>
                  <p:nvPr/>
                </p:nvSpPr>
                <p:spPr>
                  <a:xfrm>
                    <a:off x="4418690" y="6680072"/>
                    <a:ext cx="25200" cy="56905"/>
                  </a:xfrm>
                  <a:custGeom>
                    <a:avLst/>
                    <a:gdLst>
                      <a:gd name="connsiteX0" fmla="*/ 85153 w 85248"/>
                      <a:gd name="connsiteY0" fmla="*/ 103632 h 192504"/>
                      <a:gd name="connsiteX1" fmla="*/ 20383 w 85248"/>
                      <a:gd name="connsiteY1" fmla="*/ 180308 h 192504"/>
                      <a:gd name="connsiteX2" fmla="*/ 0 w 85248"/>
                      <a:gd name="connsiteY2" fmla="*/ 188976 h 192504"/>
                      <a:gd name="connsiteX3" fmla="*/ 52483 w 85248"/>
                      <a:gd name="connsiteY3" fmla="*/ 0 h 192504"/>
                      <a:gd name="connsiteX4" fmla="*/ 85249 w 85248"/>
                      <a:gd name="connsiteY4" fmla="*/ 103632 h 192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248" h="192504">
                        <a:moveTo>
                          <a:pt x="85153" y="103632"/>
                        </a:moveTo>
                        <a:cubicBezTo>
                          <a:pt x="56769" y="123444"/>
                          <a:pt x="41053" y="154019"/>
                          <a:pt x="20383" y="180308"/>
                        </a:cubicBezTo>
                        <a:cubicBezTo>
                          <a:pt x="15049" y="187166"/>
                          <a:pt x="12001" y="198215"/>
                          <a:pt x="0" y="188976"/>
                        </a:cubicBezTo>
                        <a:cubicBezTo>
                          <a:pt x="12287" y="126016"/>
                          <a:pt x="30385" y="64770"/>
                          <a:pt x="52483" y="0"/>
                        </a:cubicBezTo>
                        <a:cubicBezTo>
                          <a:pt x="72390" y="35528"/>
                          <a:pt x="75533" y="70580"/>
                          <a:pt x="85249" y="103632"/>
                        </a:cubicBezTo>
                        <a:close/>
                      </a:path>
                    </a:pathLst>
                  </a:custGeom>
                  <a:solidFill>
                    <a:srgbClr val="EAEDF6"/>
                  </a:solidFill>
                  <a:ln w="0" cap="flat">
                    <a:noFill/>
                    <a:prstDash val="solid"/>
                    <a:miter/>
                  </a:ln>
                </p:spPr>
                <p:txBody>
                  <a:bodyPr rtlCol="0" anchor="ctr"/>
                  <a:lstStyle/>
                  <a:p>
                    <a:endParaRPr lang="zh-CN" altLang="en-US" sz="650"/>
                  </a:p>
                </p:txBody>
              </p:sp>
              <p:sp>
                <p:nvSpPr>
                  <p:cNvPr id="2140" name="任意多边形: 形状 1574"/>
                  <p:cNvSpPr/>
                  <p:nvPr/>
                </p:nvSpPr>
                <p:spPr>
                  <a:xfrm>
                    <a:off x="4248428" y="6710002"/>
                    <a:ext cx="29564" cy="26420"/>
                  </a:xfrm>
                  <a:custGeom>
                    <a:avLst/>
                    <a:gdLst>
                      <a:gd name="connsiteX0" fmla="*/ 0 w 100012"/>
                      <a:gd name="connsiteY0" fmla="*/ 11906 h 89375"/>
                      <a:gd name="connsiteX1" fmla="*/ 100013 w 100012"/>
                      <a:gd name="connsiteY1" fmla="*/ 0 h 89375"/>
                      <a:gd name="connsiteX2" fmla="*/ 80772 w 100012"/>
                      <a:gd name="connsiteY2" fmla="*/ 70009 h 89375"/>
                      <a:gd name="connsiteX3" fmla="*/ 31433 w 100012"/>
                      <a:gd name="connsiteY3" fmla="*/ 88392 h 89375"/>
                      <a:gd name="connsiteX4" fmla="*/ 0 w 100012"/>
                      <a:gd name="connsiteY4" fmla="*/ 11906 h 89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2" h="89375">
                        <a:moveTo>
                          <a:pt x="0" y="11906"/>
                        </a:moveTo>
                        <a:cubicBezTo>
                          <a:pt x="33338" y="7906"/>
                          <a:pt x="66675" y="4000"/>
                          <a:pt x="100013" y="0"/>
                        </a:cubicBezTo>
                        <a:cubicBezTo>
                          <a:pt x="96869" y="24194"/>
                          <a:pt x="91345" y="47816"/>
                          <a:pt x="80772" y="70009"/>
                        </a:cubicBezTo>
                        <a:cubicBezTo>
                          <a:pt x="67628" y="85153"/>
                          <a:pt x="51530" y="92107"/>
                          <a:pt x="31433" y="88392"/>
                        </a:cubicBezTo>
                        <a:cubicBezTo>
                          <a:pt x="20955" y="62865"/>
                          <a:pt x="10478" y="37433"/>
                          <a:pt x="0" y="11906"/>
                        </a:cubicBezTo>
                        <a:close/>
                      </a:path>
                    </a:pathLst>
                  </a:custGeom>
                  <a:solidFill>
                    <a:srgbClr val="C4637F"/>
                  </a:solidFill>
                  <a:ln w="0" cap="flat">
                    <a:noFill/>
                    <a:prstDash val="solid"/>
                    <a:miter/>
                  </a:ln>
                </p:spPr>
                <p:txBody>
                  <a:bodyPr rtlCol="0" anchor="ctr"/>
                  <a:lstStyle/>
                  <a:p>
                    <a:endParaRPr lang="zh-CN" altLang="en-US" sz="650"/>
                  </a:p>
                </p:txBody>
              </p:sp>
              <p:sp>
                <p:nvSpPr>
                  <p:cNvPr id="2141" name="任意多边形: 形状 1575"/>
                  <p:cNvSpPr/>
                  <p:nvPr/>
                </p:nvSpPr>
                <p:spPr>
                  <a:xfrm>
                    <a:off x="4313808" y="6695036"/>
                    <a:ext cx="21483" cy="27010"/>
                  </a:xfrm>
                  <a:custGeom>
                    <a:avLst/>
                    <a:gdLst>
                      <a:gd name="connsiteX0" fmla="*/ 72676 w 72675"/>
                      <a:gd name="connsiteY0" fmla="*/ 91299 h 91371"/>
                      <a:gd name="connsiteX1" fmla="*/ 0 w 72675"/>
                      <a:gd name="connsiteY1" fmla="*/ 53104 h 91371"/>
                      <a:gd name="connsiteX2" fmla="*/ 14288 w 72675"/>
                      <a:gd name="connsiteY2" fmla="*/ 4812 h 91371"/>
                      <a:gd name="connsiteX3" fmla="*/ 51340 w 72675"/>
                      <a:gd name="connsiteY3" fmla="*/ 15099 h 91371"/>
                      <a:gd name="connsiteX4" fmla="*/ 72676 w 72675"/>
                      <a:gd name="connsiteY4" fmla="*/ 91299 h 91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75" h="91371">
                        <a:moveTo>
                          <a:pt x="72676" y="91299"/>
                        </a:moveTo>
                        <a:cubicBezTo>
                          <a:pt x="41053" y="92633"/>
                          <a:pt x="19240" y="75202"/>
                          <a:pt x="0" y="53104"/>
                        </a:cubicBezTo>
                        <a:cubicBezTo>
                          <a:pt x="4763" y="37007"/>
                          <a:pt x="9525" y="20910"/>
                          <a:pt x="14288" y="4812"/>
                        </a:cubicBezTo>
                        <a:cubicBezTo>
                          <a:pt x="30861" y="-6808"/>
                          <a:pt x="40862" y="5003"/>
                          <a:pt x="51340" y="15099"/>
                        </a:cubicBezTo>
                        <a:cubicBezTo>
                          <a:pt x="58483" y="40531"/>
                          <a:pt x="65627" y="65868"/>
                          <a:pt x="72676" y="91299"/>
                        </a:cubicBezTo>
                        <a:close/>
                      </a:path>
                    </a:pathLst>
                  </a:custGeom>
                  <a:solidFill>
                    <a:srgbClr val="E8A9BA"/>
                  </a:solidFill>
                  <a:ln w="0" cap="flat">
                    <a:noFill/>
                    <a:prstDash val="solid"/>
                    <a:miter/>
                  </a:ln>
                </p:spPr>
                <p:txBody>
                  <a:bodyPr rtlCol="0" anchor="ctr"/>
                  <a:lstStyle/>
                  <a:p>
                    <a:endParaRPr lang="zh-CN" altLang="en-US" sz="650"/>
                  </a:p>
                </p:txBody>
              </p:sp>
              <p:sp>
                <p:nvSpPr>
                  <p:cNvPr id="2142" name="任意多边形: 形状 1576"/>
                  <p:cNvSpPr/>
                  <p:nvPr/>
                </p:nvSpPr>
                <p:spPr>
                  <a:xfrm>
                    <a:off x="4479339" y="6710002"/>
                    <a:ext cx="21286" cy="23541"/>
                  </a:xfrm>
                  <a:custGeom>
                    <a:avLst/>
                    <a:gdLst>
                      <a:gd name="connsiteX0" fmla="*/ 0 w 72008"/>
                      <a:gd name="connsiteY0" fmla="*/ 2000 h 79635"/>
                      <a:gd name="connsiteX1" fmla="*/ 72009 w 72008"/>
                      <a:gd name="connsiteY1" fmla="*/ 0 h 79635"/>
                      <a:gd name="connsiteX2" fmla="*/ 54388 w 72008"/>
                      <a:gd name="connsiteY2" fmla="*/ 68866 h 79635"/>
                      <a:gd name="connsiteX3" fmla="*/ 22765 w 72008"/>
                      <a:gd name="connsiteY3" fmla="*/ 79057 h 79635"/>
                      <a:gd name="connsiteX4" fmla="*/ 0 w 72008"/>
                      <a:gd name="connsiteY4" fmla="*/ 2000 h 7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8" h="79635">
                        <a:moveTo>
                          <a:pt x="0" y="2000"/>
                        </a:moveTo>
                        <a:cubicBezTo>
                          <a:pt x="24003" y="1333"/>
                          <a:pt x="48006" y="667"/>
                          <a:pt x="72009" y="0"/>
                        </a:cubicBezTo>
                        <a:cubicBezTo>
                          <a:pt x="71819" y="24384"/>
                          <a:pt x="64389" y="46958"/>
                          <a:pt x="54388" y="68866"/>
                        </a:cubicBezTo>
                        <a:cubicBezTo>
                          <a:pt x="45720" y="77915"/>
                          <a:pt x="35052" y="81058"/>
                          <a:pt x="22765" y="79057"/>
                        </a:cubicBezTo>
                        <a:cubicBezTo>
                          <a:pt x="15145" y="53340"/>
                          <a:pt x="7620" y="27718"/>
                          <a:pt x="0" y="2000"/>
                        </a:cubicBezTo>
                        <a:close/>
                      </a:path>
                    </a:pathLst>
                  </a:custGeom>
                  <a:solidFill>
                    <a:srgbClr val="BB607B"/>
                  </a:solidFill>
                  <a:ln w="0" cap="flat">
                    <a:noFill/>
                    <a:prstDash val="solid"/>
                    <a:miter/>
                  </a:ln>
                </p:spPr>
                <p:txBody>
                  <a:bodyPr rtlCol="0" anchor="ctr"/>
                  <a:lstStyle/>
                  <a:p>
                    <a:endParaRPr lang="zh-CN" altLang="en-US" sz="650"/>
                  </a:p>
                </p:txBody>
              </p:sp>
              <p:sp>
                <p:nvSpPr>
                  <p:cNvPr id="2143" name="任意多边形: 形状 1577"/>
                  <p:cNvSpPr/>
                  <p:nvPr/>
                </p:nvSpPr>
                <p:spPr>
                  <a:xfrm>
                    <a:off x="4542382" y="6676749"/>
                    <a:ext cx="18076" cy="25453"/>
                  </a:xfrm>
                  <a:custGeom>
                    <a:avLst/>
                    <a:gdLst>
                      <a:gd name="connsiteX0" fmla="*/ 61150 w 61150"/>
                      <a:gd name="connsiteY0" fmla="*/ 86106 h 86106"/>
                      <a:gd name="connsiteX1" fmla="*/ 0 w 61150"/>
                      <a:gd name="connsiteY1" fmla="*/ 48482 h 86106"/>
                      <a:gd name="connsiteX2" fmla="*/ 18955 w 61150"/>
                      <a:gd name="connsiteY2" fmla="*/ 0 h 86106"/>
                      <a:gd name="connsiteX3" fmla="*/ 61150 w 61150"/>
                      <a:gd name="connsiteY3" fmla="*/ 86106 h 86106"/>
                    </a:gdLst>
                    <a:ahLst/>
                    <a:cxnLst>
                      <a:cxn ang="0">
                        <a:pos x="connsiteX0" y="connsiteY0"/>
                      </a:cxn>
                      <a:cxn ang="0">
                        <a:pos x="connsiteX1" y="connsiteY1"/>
                      </a:cxn>
                      <a:cxn ang="0">
                        <a:pos x="connsiteX2" y="connsiteY2"/>
                      </a:cxn>
                      <a:cxn ang="0">
                        <a:pos x="connsiteX3" y="connsiteY3"/>
                      </a:cxn>
                    </a:cxnLst>
                    <a:rect l="l" t="t" r="r" b="b"/>
                    <a:pathLst>
                      <a:path w="61150" h="86106">
                        <a:moveTo>
                          <a:pt x="61150" y="86106"/>
                        </a:moveTo>
                        <a:cubicBezTo>
                          <a:pt x="41148" y="72962"/>
                          <a:pt x="5810" y="84677"/>
                          <a:pt x="0" y="48482"/>
                        </a:cubicBezTo>
                        <a:cubicBezTo>
                          <a:pt x="1333" y="31242"/>
                          <a:pt x="6477" y="15526"/>
                          <a:pt x="18955" y="0"/>
                        </a:cubicBezTo>
                        <a:cubicBezTo>
                          <a:pt x="44006" y="24194"/>
                          <a:pt x="49340" y="56769"/>
                          <a:pt x="61150" y="86106"/>
                        </a:cubicBezTo>
                        <a:close/>
                      </a:path>
                    </a:pathLst>
                  </a:custGeom>
                  <a:solidFill>
                    <a:srgbClr val="E9E5F0"/>
                  </a:solidFill>
                  <a:ln w="0" cap="flat">
                    <a:noFill/>
                    <a:prstDash val="solid"/>
                    <a:miter/>
                  </a:ln>
                </p:spPr>
                <p:txBody>
                  <a:bodyPr rtlCol="0" anchor="ctr"/>
                  <a:lstStyle/>
                  <a:p>
                    <a:endParaRPr lang="zh-CN" altLang="en-US" sz="650"/>
                  </a:p>
                </p:txBody>
              </p:sp>
              <p:sp>
                <p:nvSpPr>
                  <p:cNvPr id="2144" name="任意多边形: 形状 1578"/>
                  <p:cNvSpPr/>
                  <p:nvPr/>
                </p:nvSpPr>
                <p:spPr>
                  <a:xfrm>
                    <a:off x="4257692" y="6730697"/>
                    <a:ext cx="14613" cy="18752"/>
                  </a:xfrm>
                  <a:custGeom>
                    <a:avLst/>
                    <a:gdLst>
                      <a:gd name="connsiteX0" fmla="*/ 95 w 49434"/>
                      <a:gd name="connsiteY0" fmla="*/ 18383 h 63436"/>
                      <a:gd name="connsiteX1" fmla="*/ 49435 w 49434"/>
                      <a:gd name="connsiteY1" fmla="*/ 0 h 63436"/>
                      <a:gd name="connsiteX2" fmla="*/ 27813 w 49434"/>
                      <a:gd name="connsiteY2" fmla="*/ 63437 h 63436"/>
                      <a:gd name="connsiteX3" fmla="*/ 0 w 49434"/>
                      <a:gd name="connsiteY3" fmla="*/ 18383 h 63436"/>
                    </a:gdLst>
                    <a:ahLst/>
                    <a:cxnLst>
                      <a:cxn ang="0">
                        <a:pos x="connsiteX0" y="connsiteY0"/>
                      </a:cxn>
                      <a:cxn ang="0">
                        <a:pos x="connsiteX1" y="connsiteY1"/>
                      </a:cxn>
                      <a:cxn ang="0">
                        <a:pos x="connsiteX2" y="connsiteY2"/>
                      </a:cxn>
                      <a:cxn ang="0">
                        <a:pos x="connsiteX3" y="connsiteY3"/>
                      </a:cxn>
                    </a:cxnLst>
                    <a:rect l="l" t="t" r="r" b="b"/>
                    <a:pathLst>
                      <a:path w="49434" h="63436">
                        <a:moveTo>
                          <a:pt x="95" y="18383"/>
                        </a:moveTo>
                        <a:cubicBezTo>
                          <a:pt x="14097" y="5525"/>
                          <a:pt x="32004" y="3429"/>
                          <a:pt x="49435" y="0"/>
                        </a:cubicBezTo>
                        <a:cubicBezTo>
                          <a:pt x="46577" y="21812"/>
                          <a:pt x="40005" y="42291"/>
                          <a:pt x="27813" y="63437"/>
                        </a:cubicBezTo>
                        <a:cubicBezTo>
                          <a:pt x="9049" y="53626"/>
                          <a:pt x="6001" y="34957"/>
                          <a:pt x="0" y="18383"/>
                        </a:cubicBezTo>
                        <a:close/>
                      </a:path>
                    </a:pathLst>
                  </a:custGeom>
                  <a:solidFill>
                    <a:srgbClr val="EDA3B5"/>
                  </a:solidFill>
                  <a:ln w="0" cap="flat">
                    <a:noFill/>
                    <a:prstDash val="solid"/>
                    <a:miter/>
                  </a:ln>
                </p:spPr>
                <p:txBody>
                  <a:bodyPr rtlCol="0" anchor="ctr"/>
                  <a:lstStyle/>
                  <a:p>
                    <a:endParaRPr lang="zh-CN" altLang="en-US" sz="650"/>
                  </a:p>
                </p:txBody>
              </p:sp>
              <p:sp>
                <p:nvSpPr>
                  <p:cNvPr id="2145" name="任意多边形: 形状 1579"/>
                  <p:cNvSpPr/>
                  <p:nvPr/>
                </p:nvSpPr>
                <p:spPr>
                  <a:xfrm>
                    <a:off x="4318031" y="6681705"/>
                    <a:ext cx="10953" cy="17823"/>
                  </a:xfrm>
                  <a:custGeom>
                    <a:avLst/>
                    <a:gdLst>
                      <a:gd name="connsiteX0" fmla="*/ 37052 w 37052"/>
                      <a:gd name="connsiteY0" fmla="*/ 60198 h 60293"/>
                      <a:gd name="connsiteX1" fmla="*/ 0 w 37052"/>
                      <a:gd name="connsiteY1" fmla="*/ 49911 h 60293"/>
                      <a:gd name="connsiteX2" fmla="*/ 11525 w 37052"/>
                      <a:gd name="connsiteY2" fmla="*/ 0 h 60293"/>
                      <a:gd name="connsiteX3" fmla="*/ 37052 w 37052"/>
                      <a:gd name="connsiteY3" fmla="*/ 60293 h 60293"/>
                    </a:gdLst>
                    <a:ahLst/>
                    <a:cxnLst>
                      <a:cxn ang="0">
                        <a:pos x="connsiteX0" y="connsiteY0"/>
                      </a:cxn>
                      <a:cxn ang="0">
                        <a:pos x="connsiteX1" y="connsiteY1"/>
                      </a:cxn>
                      <a:cxn ang="0">
                        <a:pos x="connsiteX2" y="connsiteY2"/>
                      </a:cxn>
                      <a:cxn ang="0">
                        <a:pos x="connsiteX3" y="connsiteY3"/>
                      </a:cxn>
                    </a:cxnLst>
                    <a:rect l="l" t="t" r="r" b="b"/>
                    <a:pathLst>
                      <a:path w="37052" h="60293">
                        <a:moveTo>
                          <a:pt x="37052" y="60198"/>
                        </a:moveTo>
                        <a:cubicBezTo>
                          <a:pt x="24670" y="56769"/>
                          <a:pt x="12382" y="53340"/>
                          <a:pt x="0" y="49911"/>
                        </a:cubicBezTo>
                        <a:cubicBezTo>
                          <a:pt x="3524" y="34766"/>
                          <a:pt x="6953" y="19717"/>
                          <a:pt x="11525" y="0"/>
                        </a:cubicBezTo>
                        <a:cubicBezTo>
                          <a:pt x="33909" y="18193"/>
                          <a:pt x="34480" y="39624"/>
                          <a:pt x="37052" y="60293"/>
                        </a:cubicBezTo>
                        <a:close/>
                      </a:path>
                    </a:pathLst>
                  </a:custGeom>
                  <a:solidFill>
                    <a:srgbClr val="E4D4E2"/>
                  </a:solidFill>
                  <a:ln w="0" cap="flat">
                    <a:noFill/>
                    <a:prstDash val="solid"/>
                    <a:miter/>
                  </a:ln>
                </p:spPr>
                <p:txBody>
                  <a:bodyPr rtlCol="0" anchor="ctr"/>
                  <a:lstStyle/>
                  <a:p>
                    <a:endParaRPr lang="zh-CN" altLang="en-US" sz="650"/>
                  </a:p>
                </p:txBody>
              </p:sp>
              <p:sp>
                <p:nvSpPr>
                  <p:cNvPr id="2146" name="任意多边形: 形状 1580"/>
                  <p:cNvSpPr/>
                  <p:nvPr/>
                </p:nvSpPr>
                <p:spPr>
                  <a:xfrm>
                    <a:off x="4486041" y="6730303"/>
                    <a:ext cx="9348" cy="15036"/>
                  </a:xfrm>
                  <a:custGeom>
                    <a:avLst/>
                    <a:gdLst>
                      <a:gd name="connsiteX0" fmla="*/ 0 w 31622"/>
                      <a:gd name="connsiteY0" fmla="*/ 10383 h 50864"/>
                      <a:gd name="connsiteX1" fmla="*/ 31623 w 31622"/>
                      <a:gd name="connsiteY1" fmla="*/ 191 h 50864"/>
                      <a:gd name="connsiteX2" fmla="*/ 20193 w 31622"/>
                      <a:gd name="connsiteY2" fmla="*/ 50864 h 50864"/>
                      <a:gd name="connsiteX3" fmla="*/ 0 w 31622"/>
                      <a:gd name="connsiteY3" fmla="*/ 10383 h 50864"/>
                    </a:gdLst>
                    <a:ahLst/>
                    <a:cxnLst>
                      <a:cxn ang="0">
                        <a:pos x="connsiteX0" y="connsiteY0"/>
                      </a:cxn>
                      <a:cxn ang="0">
                        <a:pos x="connsiteX1" y="connsiteY1"/>
                      </a:cxn>
                      <a:cxn ang="0">
                        <a:pos x="connsiteX2" y="connsiteY2"/>
                      </a:cxn>
                      <a:cxn ang="0">
                        <a:pos x="connsiteX3" y="connsiteY3"/>
                      </a:cxn>
                    </a:cxnLst>
                    <a:rect l="l" t="t" r="r" b="b"/>
                    <a:pathLst>
                      <a:path w="31622" h="50864">
                        <a:moveTo>
                          <a:pt x="0" y="10383"/>
                        </a:moveTo>
                        <a:cubicBezTo>
                          <a:pt x="8287" y="96"/>
                          <a:pt x="19717" y="-476"/>
                          <a:pt x="31623" y="191"/>
                        </a:cubicBezTo>
                        <a:cubicBezTo>
                          <a:pt x="27908" y="16574"/>
                          <a:pt x="24289" y="32957"/>
                          <a:pt x="20193" y="50864"/>
                        </a:cubicBezTo>
                        <a:cubicBezTo>
                          <a:pt x="762" y="40958"/>
                          <a:pt x="2000" y="24956"/>
                          <a:pt x="0" y="10383"/>
                        </a:cubicBezTo>
                        <a:close/>
                      </a:path>
                    </a:pathLst>
                  </a:custGeom>
                  <a:solidFill>
                    <a:srgbClr val="CD96B1"/>
                  </a:solidFill>
                  <a:ln w="0" cap="flat">
                    <a:noFill/>
                    <a:prstDash val="solid"/>
                    <a:miter/>
                  </a:ln>
                </p:spPr>
                <p:txBody>
                  <a:bodyPr rtlCol="0" anchor="ctr"/>
                  <a:lstStyle/>
                  <a:p>
                    <a:endParaRPr lang="zh-CN" altLang="en-US" sz="650"/>
                  </a:p>
                </p:txBody>
              </p:sp>
              <p:sp>
                <p:nvSpPr>
                  <p:cNvPr id="2147" name="任意多边形: 形状 1583"/>
                  <p:cNvSpPr/>
                  <p:nvPr/>
                </p:nvSpPr>
                <p:spPr>
                  <a:xfrm>
                    <a:off x="4427168" y="7003358"/>
                    <a:ext cx="155527" cy="189806"/>
                  </a:xfrm>
                  <a:custGeom>
                    <a:avLst/>
                    <a:gdLst>
                      <a:gd name="connsiteX0" fmla="*/ 38662 w 526128"/>
                      <a:gd name="connsiteY0" fmla="*/ 114702 h 642092"/>
                      <a:gd name="connsiteX1" fmla="*/ 4277 w 526128"/>
                      <a:gd name="connsiteY1" fmla="*/ 23738 h 642092"/>
                      <a:gd name="connsiteX2" fmla="*/ 30280 w 526128"/>
                      <a:gd name="connsiteY2" fmla="*/ 21 h 642092"/>
                      <a:gd name="connsiteX3" fmla="*/ 61712 w 526128"/>
                      <a:gd name="connsiteY3" fmla="*/ 18023 h 642092"/>
                      <a:gd name="connsiteX4" fmla="*/ 170202 w 526128"/>
                      <a:gd name="connsiteY4" fmla="*/ 48598 h 642092"/>
                      <a:gd name="connsiteX5" fmla="*/ 283168 w 526128"/>
                      <a:gd name="connsiteY5" fmla="*/ 14594 h 642092"/>
                      <a:gd name="connsiteX6" fmla="*/ 497386 w 526128"/>
                      <a:gd name="connsiteY6" fmla="*/ 151278 h 642092"/>
                      <a:gd name="connsiteX7" fmla="*/ 497576 w 526128"/>
                      <a:gd name="connsiteY7" fmla="*/ 489225 h 642092"/>
                      <a:gd name="connsiteX8" fmla="*/ 190585 w 526128"/>
                      <a:gd name="connsiteY8" fmla="*/ 622765 h 642092"/>
                      <a:gd name="connsiteX9" fmla="*/ 136388 w 526128"/>
                      <a:gd name="connsiteY9" fmla="*/ 593428 h 642092"/>
                      <a:gd name="connsiteX10" fmla="*/ 61903 w 526128"/>
                      <a:gd name="connsiteY10" fmla="*/ 609144 h 642092"/>
                      <a:gd name="connsiteX11" fmla="*/ 22374 w 526128"/>
                      <a:gd name="connsiteY11" fmla="*/ 623622 h 642092"/>
                      <a:gd name="connsiteX12" fmla="*/ 2467 w 526128"/>
                      <a:gd name="connsiteY12" fmla="*/ 584094 h 642092"/>
                      <a:gd name="connsiteX13" fmla="*/ 56664 w 526128"/>
                      <a:gd name="connsiteY13" fmla="*/ 513132 h 642092"/>
                      <a:gd name="connsiteX14" fmla="*/ 109909 w 526128"/>
                      <a:gd name="connsiteY14" fmla="*/ 500845 h 642092"/>
                      <a:gd name="connsiteX15" fmla="*/ 206778 w 526128"/>
                      <a:gd name="connsiteY15" fmla="*/ 537517 h 642092"/>
                      <a:gd name="connsiteX16" fmla="*/ 428520 w 526128"/>
                      <a:gd name="connsiteY16" fmla="*/ 436551 h 642092"/>
                      <a:gd name="connsiteX17" fmla="*/ 422710 w 526128"/>
                      <a:gd name="connsiteY17" fmla="*/ 192807 h 642092"/>
                      <a:gd name="connsiteX18" fmla="*/ 259166 w 526128"/>
                      <a:gd name="connsiteY18" fmla="*/ 106796 h 642092"/>
                      <a:gd name="connsiteX19" fmla="*/ 108385 w 526128"/>
                      <a:gd name="connsiteY19" fmla="*/ 148801 h 642092"/>
                      <a:gd name="connsiteX20" fmla="*/ 38566 w 526128"/>
                      <a:gd name="connsiteY20" fmla="*/ 114892 h 64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6128" h="642092">
                        <a:moveTo>
                          <a:pt x="38662" y="114702"/>
                        </a:moveTo>
                        <a:cubicBezTo>
                          <a:pt x="-6201" y="97080"/>
                          <a:pt x="-2963" y="60504"/>
                          <a:pt x="4277" y="23738"/>
                        </a:cubicBezTo>
                        <a:cubicBezTo>
                          <a:pt x="6658" y="11451"/>
                          <a:pt x="14659" y="497"/>
                          <a:pt x="30280" y="21"/>
                        </a:cubicBezTo>
                        <a:cubicBezTo>
                          <a:pt x="44662" y="-456"/>
                          <a:pt x="54092" y="7355"/>
                          <a:pt x="61712" y="18023"/>
                        </a:cubicBezTo>
                        <a:cubicBezTo>
                          <a:pt x="92097" y="60409"/>
                          <a:pt x="118100" y="67458"/>
                          <a:pt x="170202" y="48598"/>
                        </a:cubicBezTo>
                        <a:cubicBezTo>
                          <a:pt x="207159" y="35168"/>
                          <a:pt x="244497" y="23357"/>
                          <a:pt x="283168" y="14594"/>
                        </a:cubicBezTo>
                        <a:cubicBezTo>
                          <a:pt x="386705" y="-9123"/>
                          <a:pt x="476240" y="77935"/>
                          <a:pt x="497386" y="151278"/>
                        </a:cubicBezTo>
                        <a:cubicBezTo>
                          <a:pt x="530152" y="264721"/>
                          <a:pt x="540820" y="376353"/>
                          <a:pt x="497576" y="489225"/>
                        </a:cubicBezTo>
                        <a:cubicBezTo>
                          <a:pt x="458047" y="592190"/>
                          <a:pt x="316411" y="683059"/>
                          <a:pt x="190585" y="622765"/>
                        </a:cubicBezTo>
                        <a:cubicBezTo>
                          <a:pt x="172107" y="613907"/>
                          <a:pt x="154867" y="602477"/>
                          <a:pt x="136388" y="593428"/>
                        </a:cubicBezTo>
                        <a:cubicBezTo>
                          <a:pt x="108004" y="579522"/>
                          <a:pt x="79333" y="561329"/>
                          <a:pt x="61903" y="609144"/>
                        </a:cubicBezTo>
                        <a:cubicBezTo>
                          <a:pt x="56664" y="623622"/>
                          <a:pt x="40376" y="634005"/>
                          <a:pt x="22374" y="623622"/>
                        </a:cubicBezTo>
                        <a:cubicBezTo>
                          <a:pt x="7706" y="615145"/>
                          <a:pt x="-2105" y="601810"/>
                          <a:pt x="2467" y="584094"/>
                        </a:cubicBezTo>
                        <a:cubicBezTo>
                          <a:pt x="10468" y="553233"/>
                          <a:pt x="19707" y="522276"/>
                          <a:pt x="56664" y="513132"/>
                        </a:cubicBezTo>
                        <a:cubicBezTo>
                          <a:pt x="73523" y="505036"/>
                          <a:pt x="90573" y="497892"/>
                          <a:pt x="109909" y="500845"/>
                        </a:cubicBezTo>
                        <a:cubicBezTo>
                          <a:pt x="146485" y="501702"/>
                          <a:pt x="175536" y="522467"/>
                          <a:pt x="206778" y="537517"/>
                        </a:cubicBezTo>
                        <a:cubicBezTo>
                          <a:pt x="297361" y="581141"/>
                          <a:pt x="402231" y="534564"/>
                          <a:pt x="428520" y="436551"/>
                        </a:cubicBezTo>
                        <a:cubicBezTo>
                          <a:pt x="450428" y="355113"/>
                          <a:pt x="447284" y="272817"/>
                          <a:pt x="422710" y="192807"/>
                        </a:cubicBezTo>
                        <a:cubicBezTo>
                          <a:pt x="396325" y="106510"/>
                          <a:pt x="345176" y="81650"/>
                          <a:pt x="259166" y="106796"/>
                        </a:cubicBezTo>
                        <a:cubicBezTo>
                          <a:pt x="209064" y="121464"/>
                          <a:pt x="160772" y="142515"/>
                          <a:pt x="108385" y="148801"/>
                        </a:cubicBezTo>
                        <a:cubicBezTo>
                          <a:pt x="84953" y="137847"/>
                          <a:pt x="61522" y="126894"/>
                          <a:pt x="38566" y="114892"/>
                        </a:cubicBezTo>
                        <a:close/>
                      </a:path>
                    </a:pathLst>
                  </a:custGeom>
                  <a:solidFill>
                    <a:srgbClr val="786F9D"/>
                  </a:solidFill>
                  <a:ln w="0" cap="flat">
                    <a:noFill/>
                    <a:prstDash val="solid"/>
                    <a:miter/>
                  </a:ln>
                </p:spPr>
                <p:txBody>
                  <a:bodyPr rtlCol="0" anchor="ctr"/>
                  <a:lstStyle/>
                  <a:p>
                    <a:endParaRPr lang="zh-CN" altLang="en-US" sz="650"/>
                  </a:p>
                </p:txBody>
              </p:sp>
              <p:sp>
                <p:nvSpPr>
                  <p:cNvPr id="2148" name="任意多边形: 形状 1584"/>
                  <p:cNvSpPr/>
                  <p:nvPr/>
                </p:nvSpPr>
                <p:spPr>
                  <a:xfrm>
                    <a:off x="4438653" y="7037265"/>
                    <a:ext cx="31948" cy="117722"/>
                  </a:xfrm>
                  <a:custGeom>
                    <a:avLst/>
                    <a:gdLst>
                      <a:gd name="connsiteX0" fmla="*/ 78296 w 108078"/>
                      <a:gd name="connsiteY0" fmla="*/ 398145 h 398240"/>
                      <a:gd name="connsiteX1" fmla="*/ 18002 w 108078"/>
                      <a:gd name="connsiteY1" fmla="*/ 398240 h 398240"/>
                      <a:gd name="connsiteX2" fmla="*/ 50863 w 108078"/>
                      <a:gd name="connsiteY2" fmla="*/ 358140 h 398240"/>
                      <a:gd name="connsiteX3" fmla="*/ 48101 w 108078"/>
                      <a:gd name="connsiteY3" fmla="*/ 330994 h 398240"/>
                      <a:gd name="connsiteX4" fmla="*/ 37910 w 108078"/>
                      <a:gd name="connsiteY4" fmla="*/ 257556 h 398240"/>
                      <a:gd name="connsiteX5" fmla="*/ 35719 w 108078"/>
                      <a:gd name="connsiteY5" fmla="*/ 180213 h 398240"/>
                      <a:gd name="connsiteX6" fmla="*/ 43815 w 108078"/>
                      <a:gd name="connsiteY6" fmla="*/ 151352 h 398240"/>
                      <a:gd name="connsiteX7" fmla="*/ 48673 w 108078"/>
                      <a:gd name="connsiteY7" fmla="*/ 124015 h 398240"/>
                      <a:gd name="connsiteX8" fmla="*/ 36290 w 108078"/>
                      <a:gd name="connsiteY8" fmla="*/ 52864 h 398240"/>
                      <a:gd name="connsiteX9" fmla="*/ 30194 w 108078"/>
                      <a:gd name="connsiteY9" fmla="*/ 20574 h 398240"/>
                      <a:gd name="connsiteX10" fmla="*/ 0 w 108078"/>
                      <a:gd name="connsiteY10" fmla="*/ 0 h 398240"/>
                      <a:gd name="connsiteX11" fmla="*/ 67723 w 108078"/>
                      <a:gd name="connsiteY11" fmla="*/ 28384 h 398240"/>
                      <a:gd name="connsiteX12" fmla="*/ 81629 w 108078"/>
                      <a:gd name="connsiteY12" fmla="*/ 40005 h 398240"/>
                      <a:gd name="connsiteX13" fmla="*/ 93917 w 108078"/>
                      <a:gd name="connsiteY13" fmla="*/ 177451 h 398240"/>
                      <a:gd name="connsiteX14" fmla="*/ 89821 w 108078"/>
                      <a:gd name="connsiteY14" fmla="*/ 223647 h 398240"/>
                      <a:gd name="connsiteX15" fmla="*/ 103918 w 108078"/>
                      <a:gd name="connsiteY15" fmla="*/ 342614 h 398240"/>
                      <a:gd name="connsiteX16" fmla="*/ 78486 w 108078"/>
                      <a:gd name="connsiteY16" fmla="*/ 398050 h 39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078" h="398240">
                        <a:moveTo>
                          <a:pt x="78296" y="398145"/>
                        </a:moveTo>
                        <a:cubicBezTo>
                          <a:pt x="58198" y="398145"/>
                          <a:pt x="38100" y="398240"/>
                          <a:pt x="18002" y="398240"/>
                        </a:cubicBezTo>
                        <a:cubicBezTo>
                          <a:pt x="26765" y="383667"/>
                          <a:pt x="18574" y="360807"/>
                          <a:pt x="50863" y="358140"/>
                        </a:cubicBezTo>
                        <a:cubicBezTo>
                          <a:pt x="79820" y="355759"/>
                          <a:pt x="56102" y="336137"/>
                          <a:pt x="48101" y="330994"/>
                        </a:cubicBezTo>
                        <a:cubicBezTo>
                          <a:pt x="14954" y="309753"/>
                          <a:pt x="-3524" y="293275"/>
                          <a:pt x="37910" y="257556"/>
                        </a:cubicBezTo>
                        <a:cubicBezTo>
                          <a:pt x="57817" y="240316"/>
                          <a:pt x="55817" y="204216"/>
                          <a:pt x="35719" y="180213"/>
                        </a:cubicBezTo>
                        <a:cubicBezTo>
                          <a:pt x="21336" y="163068"/>
                          <a:pt x="16478" y="154686"/>
                          <a:pt x="43815" y="151352"/>
                        </a:cubicBezTo>
                        <a:cubicBezTo>
                          <a:pt x="73914" y="147733"/>
                          <a:pt x="66199" y="135255"/>
                          <a:pt x="48673" y="124015"/>
                        </a:cubicBezTo>
                        <a:cubicBezTo>
                          <a:pt x="17812" y="104394"/>
                          <a:pt x="-2762" y="84963"/>
                          <a:pt x="36290" y="52864"/>
                        </a:cubicBezTo>
                        <a:cubicBezTo>
                          <a:pt x="50863" y="40957"/>
                          <a:pt x="48292" y="27146"/>
                          <a:pt x="30194" y="20574"/>
                        </a:cubicBezTo>
                        <a:cubicBezTo>
                          <a:pt x="18002" y="16097"/>
                          <a:pt x="6572" y="12001"/>
                          <a:pt x="0" y="0"/>
                        </a:cubicBezTo>
                        <a:cubicBezTo>
                          <a:pt x="25432" y="2572"/>
                          <a:pt x="47149" y="14097"/>
                          <a:pt x="67723" y="28384"/>
                        </a:cubicBezTo>
                        <a:cubicBezTo>
                          <a:pt x="73724" y="30766"/>
                          <a:pt x="82010" y="35147"/>
                          <a:pt x="81629" y="40005"/>
                        </a:cubicBezTo>
                        <a:cubicBezTo>
                          <a:pt x="78296" y="86582"/>
                          <a:pt x="119634" y="129159"/>
                          <a:pt x="93917" y="177451"/>
                        </a:cubicBezTo>
                        <a:cubicBezTo>
                          <a:pt x="86011" y="192214"/>
                          <a:pt x="85439" y="208597"/>
                          <a:pt x="89821" y="223647"/>
                        </a:cubicBezTo>
                        <a:cubicBezTo>
                          <a:pt x="100965" y="262223"/>
                          <a:pt x="75343" y="303466"/>
                          <a:pt x="103918" y="342614"/>
                        </a:cubicBezTo>
                        <a:cubicBezTo>
                          <a:pt x="116776" y="360235"/>
                          <a:pt x="97441" y="383857"/>
                          <a:pt x="78486" y="398050"/>
                        </a:cubicBezTo>
                        <a:close/>
                      </a:path>
                    </a:pathLst>
                  </a:custGeom>
                  <a:solidFill>
                    <a:srgbClr val="8F84AC"/>
                  </a:solidFill>
                  <a:ln w="0" cap="flat">
                    <a:noFill/>
                    <a:prstDash val="solid"/>
                    <a:miter/>
                  </a:ln>
                </p:spPr>
                <p:txBody>
                  <a:bodyPr rtlCol="0" anchor="ctr"/>
                  <a:lstStyle/>
                  <a:p>
                    <a:endParaRPr lang="zh-CN" altLang="en-US" sz="650"/>
                  </a:p>
                </p:txBody>
              </p:sp>
              <p:sp>
                <p:nvSpPr>
                  <p:cNvPr id="2149" name="任意多边形: 形状 1585"/>
                  <p:cNvSpPr/>
                  <p:nvPr/>
                </p:nvSpPr>
                <p:spPr>
                  <a:xfrm>
                    <a:off x="4335596" y="7453339"/>
                    <a:ext cx="34188" cy="11725"/>
                  </a:xfrm>
                  <a:custGeom>
                    <a:avLst/>
                    <a:gdLst>
                      <a:gd name="connsiteX0" fmla="*/ 62309 w 115653"/>
                      <a:gd name="connsiteY0" fmla="*/ 551 h 39663"/>
                      <a:gd name="connsiteX1" fmla="*/ 115649 w 115653"/>
                      <a:gd name="connsiteY1" fmla="*/ 19411 h 39663"/>
                      <a:gd name="connsiteX2" fmla="*/ 56308 w 115653"/>
                      <a:gd name="connsiteY2" fmla="*/ 39128 h 39663"/>
                      <a:gd name="connsiteX3" fmla="*/ 37353 w 115653"/>
                      <a:gd name="connsiteY3" fmla="*/ 39128 h 39663"/>
                      <a:gd name="connsiteX4" fmla="*/ 111 w 115653"/>
                      <a:gd name="connsiteY4" fmla="*/ 19125 h 39663"/>
                      <a:gd name="connsiteX5" fmla="*/ 34972 w 115653"/>
                      <a:gd name="connsiteY5" fmla="*/ 646 h 39663"/>
                      <a:gd name="connsiteX6" fmla="*/ 62309 w 115653"/>
                      <a:gd name="connsiteY6" fmla="*/ 456 h 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3" h="39663">
                        <a:moveTo>
                          <a:pt x="62309" y="551"/>
                        </a:moveTo>
                        <a:cubicBezTo>
                          <a:pt x="77930" y="8838"/>
                          <a:pt x="116125" y="-14594"/>
                          <a:pt x="115649" y="19411"/>
                        </a:cubicBezTo>
                        <a:cubicBezTo>
                          <a:pt x="115173" y="50462"/>
                          <a:pt x="77835" y="35413"/>
                          <a:pt x="56308" y="39128"/>
                        </a:cubicBezTo>
                        <a:cubicBezTo>
                          <a:pt x="50212" y="40175"/>
                          <a:pt x="43735" y="39413"/>
                          <a:pt x="37353" y="39128"/>
                        </a:cubicBezTo>
                        <a:cubicBezTo>
                          <a:pt x="21447" y="38651"/>
                          <a:pt x="1635" y="39699"/>
                          <a:pt x="111" y="19125"/>
                        </a:cubicBezTo>
                        <a:cubicBezTo>
                          <a:pt x="-1794" y="-6593"/>
                          <a:pt x="21351" y="2932"/>
                          <a:pt x="34972" y="646"/>
                        </a:cubicBezTo>
                        <a:cubicBezTo>
                          <a:pt x="42687" y="-687"/>
                          <a:pt x="50688" y="456"/>
                          <a:pt x="62309" y="456"/>
                        </a:cubicBezTo>
                        <a:close/>
                      </a:path>
                    </a:pathLst>
                  </a:custGeom>
                  <a:solidFill>
                    <a:srgbClr val="EFAEC4"/>
                  </a:solidFill>
                  <a:ln w="0" cap="flat">
                    <a:noFill/>
                    <a:prstDash val="solid"/>
                    <a:miter/>
                  </a:ln>
                </p:spPr>
                <p:txBody>
                  <a:bodyPr rtlCol="0" anchor="ctr"/>
                  <a:lstStyle/>
                  <a:p>
                    <a:endParaRPr lang="zh-CN" altLang="en-US" sz="650"/>
                  </a:p>
                </p:txBody>
              </p:sp>
              <p:sp>
                <p:nvSpPr>
                  <p:cNvPr id="2150" name="任意多边形: 形状 1586"/>
                  <p:cNvSpPr/>
                  <p:nvPr/>
                </p:nvSpPr>
                <p:spPr>
                  <a:xfrm>
                    <a:off x="4335844" y="7402477"/>
                    <a:ext cx="34333" cy="11218"/>
                  </a:xfrm>
                  <a:custGeom>
                    <a:avLst/>
                    <a:gdLst>
                      <a:gd name="connsiteX0" fmla="*/ 116143 w 116143"/>
                      <a:gd name="connsiteY0" fmla="*/ 9066 h 37950"/>
                      <a:gd name="connsiteX1" fmla="*/ 72709 w 116143"/>
                      <a:gd name="connsiteY1" fmla="*/ 34688 h 37950"/>
                      <a:gd name="connsiteX2" fmla="*/ 5844 w 116143"/>
                      <a:gd name="connsiteY2" fmla="*/ 23258 h 37950"/>
                      <a:gd name="connsiteX3" fmla="*/ 2986 w 116143"/>
                      <a:gd name="connsiteY3" fmla="*/ 7351 h 37950"/>
                      <a:gd name="connsiteX4" fmla="*/ 62518 w 116143"/>
                      <a:gd name="connsiteY4" fmla="*/ 874 h 37950"/>
                      <a:gd name="connsiteX5" fmla="*/ 116143 w 116143"/>
                      <a:gd name="connsiteY5" fmla="*/ 9066 h 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143" h="37950">
                        <a:moveTo>
                          <a:pt x="116143" y="9066"/>
                        </a:moveTo>
                        <a:cubicBezTo>
                          <a:pt x="107190" y="30592"/>
                          <a:pt x="88235" y="30020"/>
                          <a:pt x="72709" y="34688"/>
                        </a:cubicBezTo>
                        <a:cubicBezTo>
                          <a:pt x="48802" y="41927"/>
                          <a:pt x="26418" y="36688"/>
                          <a:pt x="5844" y="23258"/>
                        </a:cubicBezTo>
                        <a:cubicBezTo>
                          <a:pt x="-157" y="19352"/>
                          <a:pt x="-2252" y="10399"/>
                          <a:pt x="2986" y="7351"/>
                        </a:cubicBezTo>
                        <a:cubicBezTo>
                          <a:pt x="21370" y="-3508"/>
                          <a:pt x="42515" y="874"/>
                          <a:pt x="62518" y="874"/>
                        </a:cubicBezTo>
                        <a:cubicBezTo>
                          <a:pt x="80234" y="874"/>
                          <a:pt x="99284" y="-2746"/>
                          <a:pt x="116143" y="9066"/>
                        </a:cubicBezTo>
                        <a:close/>
                      </a:path>
                    </a:pathLst>
                  </a:custGeom>
                  <a:solidFill>
                    <a:srgbClr val="EBC1D0"/>
                  </a:solidFill>
                  <a:ln w="0" cap="flat">
                    <a:noFill/>
                    <a:prstDash val="solid"/>
                    <a:miter/>
                  </a:ln>
                </p:spPr>
                <p:txBody>
                  <a:bodyPr rtlCol="0" anchor="ctr"/>
                  <a:lstStyle/>
                  <a:p>
                    <a:endParaRPr lang="zh-CN" altLang="en-US" sz="650"/>
                  </a:p>
                </p:txBody>
              </p:sp>
              <p:sp>
                <p:nvSpPr>
                  <p:cNvPr id="2151" name="任意多边形: 形状 1587"/>
                  <p:cNvSpPr/>
                  <p:nvPr/>
                </p:nvSpPr>
                <p:spPr>
                  <a:xfrm>
                    <a:off x="4335601" y="7506962"/>
                    <a:ext cx="39926" cy="9265"/>
                  </a:xfrm>
                  <a:custGeom>
                    <a:avLst/>
                    <a:gdLst>
                      <a:gd name="connsiteX0" fmla="*/ 135065 w 135064"/>
                      <a:gd name="connsiteY0" fmla="*/ 22793 h 31341"/>
                      <a:gd name="connsiteX1" fmla="*/ 0 w 135064"/>
                      <a:gd name="connsiteY1" fmla="*/ 24603 h 31341"/>
                      <a:gd name="connsiteX2" fmla="*/ 135065 w 135064"/>
                      <a:gd name="connsiteY2" fmla="*/ 22793 h 31341"/>
                    </a:gdLst>
                    <a:ahLst/>
                    <a:cxnLst>
                      <a:cxn ang="0">
                        <a:pos x="connsiteX0" y="connsiteY0"/>
                      </a:cxn>
                      <a:cxn ang="0">
                        <a:pos x="connsiteX1" y="connsiteY1"/>
                      </a:cxn>
                      <a:cxn ang="0">
                        <a:pos x="connsiteX2" y="connsiteY2"/>
                      </a:cxn>
                    </a:cxnLst>
                    <a:rect l="l" t="t" r="r" b="b"/>
                    <a:pathLst>
                      <a:path w="135064" h="31341">
                        <a:moveTo>
                          <a:pt x="135065" y="22793"/>
                        </a:moveTo>
                        <a:cubicBezTo>
                          <a:pt x="83058" y="33366"/>
                          <a:pt x="42958" y="34318"/>
                          <a:pt x="0" y="24603"/>
                        </a:cubicBezTo>
                        <a:cubicBezTo>
                          <a:pt x="32861" y="-7115"/>
                          <a:pt x="71914" y="-8639"/>
                          <a:pt x="135065" y="22793"/>
                        </a:cubicBezTo>
                        <a:close/>
                      </a:path>
                    </a:pathLst>
                  </a:custGeom>
                  <a:solidFill>
                    <a:srgbClr val="EEC1D4"/>
                  </a:solidFill>
                  <a:ln w="0" cap="flat">
                    <a:noFill/>
                    <a:prstDash val="solid"/>
                    <a:miter/>
                  </a:ln>
                </p:spPr>
                <p:txBody>
                  <a:bodyPr rtlCol="0" anchor="ctr"/>
                  <a:lstStyle/>
                  <a:p>
                    <a:endParaRPr lang="zh-CN" altLang="en-US" sz="650"/>
                  </a:p>
                </p:txBody>
              </p:sp>
              <p:sp>
                <p:nvSpPr>
                  <p:cNvPr id="2152" name="任意多边形: 形状 1588"/>
                  <p:cNvSpPr/>
                  <p:nvPr/>
                </p:nvSpPr>
                <p:spPr>
                  <a:xfrm>
                    <a:off x="4335404" y="7558667"/>
                    <a:ext cx="35111" cy="10356"/>
                  </a:xfrm>
                  <a:custGeom>
                    <a:avLst/>
                    <a:gdLst>
                      <a:gd name="connsiteX0" fmla="*/ 0 w 118776"/>
                      <a:gd name="connsiteY0" fmla="*/ 13808 h 35032"/>
                      <a:gd name="connsiteX1" fmla="*/ 118777 w 118776"/>
                      <a:gd name="connsiteY1" fmla="*/ 11141 h 35032"/>
                      <a:gd name="connsiteX2" fmla="*/ 0 w 118776"/>
                      <a:gd name="connsiteY2" fmla="*/ 13808 h 35032"/>
                    </a:gdLst>
                    <a:ahLst/>
                    <a:cxnLst>
                      <a:cxn ang="0">
                        <a:pos x="connsiteX0" y="connsiteY0"/>
                      </a:cxn>
                      <a:cxn ang="0">
                        <a:pos x="connsiteX1" y="connsiteY1"/>
                      </a:cxn>
                      <a:cxn ang="0">
                        <a:pos x="connsiteX2" y="connsiteY2"/>
                      </a:cxn>
                    </a:cxnLst>
                    <a:rect l="l" t="t" r="r" b="b"/>
                    <a:pathLst>
                      <a:path w="118776" h="35032">
                        <a:moveTo>
                          <a:pt x="0" y="13808"/>
                        </a:moveTo>
                        <a:cubicBezTo>
                          <a:pt x="40196" y="-7433"/>
                          <a:pt x="78486" y="-765"/>
                          <a:pt x="118777" y="11141"/>
                        </a:cubicBezTo>
                        <a:cubicBezTo>
                          <a:pt x="81915" y="42098"/>
                          <a:pt x="46482" y="42955"/>
                          <a:pt x="0" y="13808"/>
                        </a:cubicBezTo>
                        <a:close/>
                      </a:path>
                    </a:pathLst>
                  </a:custGeom>
                  <a:solidFill>
                    <a:srgbClr val="EFBFD7"/>
                  </a:solidFill>
                  <a:ln w="0" cap="flat">
                    <a:noFill/>
                    <a:prstDash val="solid"/>
                    <a:miter/>
                  </a:ln>
                </p:spPr>
                <p:txBody>
                  <a:bodyPr rtlCol="0" anchor="ctr"/>
                  <a:lstStyle/>
                  <a:p>
                    <a:endParaRPr lang="zh-CN" altLang="en-US" sz="650"/>
                  </a:p>
                </p:txBody>
              </p:sp>
              <p:sp>
                <p:nvSpPr>
                  <p:cNvPr id="2153" name="任意多边形: 形状 1589"/>
                  <p:cNvSpPr/>
                  <p:nvPr/>
                </p:nvSpPr>
                <p:spPr>
                  <a:xfrm>
                    <a:off x="4334080" y="7609548"/>
                    <a:ext cx="38377" cy="9726"/>
                  </a:xfrm>
                  <a:custGeom>
                    <a:avLst/>
                    <a:gdLst>
                      <a:gd name="connsiteX0" fmla="*/ 129826 w 129825"/>
                      <a:gd name="connsiteY0" fmla="*/ 13419 h 32902"/>
                      <a:gd name="connsiteX1" fmla="*/ 0 w 129825"/>
                      <a:gd name="connsiteY1" fmla="*/ 17419 h 32902"/>
                      <a:gd name="connsiteX2" fmla="*/ 129826 w 129825"/>
                      <a:gd name="connsiteY2" fmla="*/ 13419 h 32902"/>
                    </a:gdLst>
                    <a:ahLst/>
                    <a:cxnLst>
                      <a:cxn ang="0">
                        <a:pos x="connsiteX0" y="connsiteY0"/>
                      </a:cxn>
                      <a:cxn ang="0">
                        <a:pos x="connsiteX1" y="connsiteY1"/>
                      </a:cxn>
                      <a:cxn ang="0">
                        <a:pos x="connsiteX2" y="connsiteY2"/>
                      </a:cxn>
                    </a:cxnLst>
                    <a:rect l="l" t="t" r="r" b="b"/>
                    <a:pathLst>
                      <a:path w="129825" h="32902">
                        <a:moveTo>
                          <a:pt x="129826" y="13419"/>
                        </a:moveTo>
                        <a:cubicBezTo>
                          <a:pt x="83534" y="42184"/>
                          <a:pt x="45434" y="35231"/>
                          <a:pt x="0" y="17419"/>
                        </a:cubicBezTo>
                        <a:cubicBezTo>
                          <a:pt x="44386" y="-9632"/>
                          <a:pt x="82582" y="-488"/>
                          <a:pt x="129826" y="13419"/>
                        </a:cubicBezTo>
                        <a:close/>
                      </a:path>
                    </a:pathLst>
                  </a:custGeom>
                  <a:solidFill>
                    <a:srgbClr val="EFC5D3"/>
                  </a:solidFill>
                  <a:ln w="0" cap="flat">
                    <a:noFill/>
                    <a:prstDash val="solid"/>
                    <a:miter/>
                  </a:ln>
                </p:spPr>
                <p:txBody>
                  <a:bodyPr rtlCol="0" anchor="ctr"/>
                  <a:lstStyle/>
                  <a:p>
                    <a:endParaRPr lang="zh-CN" altLang="en-US" sz="650"/>
                  </a:p>
                </p:txBody>
              </p:sp>
              <p:sp>
                <p:nvSpPr>
                  <p:cNvPr id="2154" name="任意多边形: 形状 1596"/>
                  <p:cNvSpPr/>
                  <p:nvPr/>
                </p:nvSpPr>
                <p:spPr>
                  <a:xfrm>
                    <a:off x="4227705" y="7025756"/>
                    <a:ext cx="92719" cy="157837"/>
                  </a:xfrm>
                  <a:custGeom>
                    <a:avLst/>
                    <a:gdLst>
                      <a:gd name="connsiteX0" fmla="*/ 284988 w 313658"/>
                      <a:gd name="connsiteY0" fmla="*/ 533945 h 533945"/>
                      <a:gd name="connsiteX1" fmla="*/ 224219 w 313658"/>
                      <a:gd name="connsiteY1" fmla="*/ 514038 h 533945"/>
                      <a:gd name="connsiteX2" fmla="*/ 44387 w 313658"/>
                      <a:gd name="connsiteY2" fmla="*/ 514515 h 533945"/>
                      <a:gd name="connsiteX3" fmla="*/ 0 w 313658"/>
                      <a:gd name="connsiteY3" fmla="*/ 504990 h 533945"/>
                      <a:gd name="connsiteX4" fmla="*/ 53530 w 313658"/>
                      <a:gd name="connsiteY4" fmla="*/ 491655 h 533945"/>
                      <a:gd name="connsiteX5" fmla="*/ 181832 w 313658"/>
                      <a:gd name="connsiteY5" fmla="*/ 491178 h 533945"/>
                      <a:gd name="connsiteX6" fmla="*/ 227838 w 313658"/>
                      <a:gd name="connsiteY6" fmla="*/ 437553 h 533945"/>
                      <a:gd name="connsiteX7" fmla="*/ 210312 w 313658"/>
                      <a:gd name="connsiteY7" fmla="*/ 331920 h 533945"/>
                      <a:gd name="connsiteX8" fmla="*/ 209931 w 313658"/>
                      <a:gd name="connsiteY8" fmla="*/ 322776 h 533945"/>
                      <a:gd name="connsiteX9" fmla="*/ 233458 w 313658"/>
                      <a:gd name="connsiteY9" fmla="*/ 178758 h 533945"/>
                      <a:gd name="connsiteX10" fmla="*/ 235267 w 313658"/>
                      <a:gd name="connsiteY10" fmla="*/ 169805 h 533945"/>
                      <a:gd name="connsiteX11" fmla="*/ 237934 w 313658"/>
                      <a:gd name="connsiteY11" fmla="*/ 19500 h 533945"/>
                      <a:gd name="connsiteX12" fmla="*/ 313658 w 313658"/>
                      <a:gd name="connsiteY12" fmla="*/ 165 h 533945"/>
                      <a:gd name="connsiteX13" fmla="*/ 284417 w 313658"/>
                      <a:gd name="connsiteY13" fmla="*/ 64363 h 533945"/>
                      <a:gd name="connsiteX14" fmla="*/ 266986 w 313658"/>
                      <a:gd name="connsiteY14" fmla="*/ 117417 h 533945"/>
                      <a:gd name="connsiteX15" fmla="*/ 270224 w 313658"/>
                      <a:gd name="connsiteY15" fmla="*/ 134943 h 533945"/>
                      <a:gd name="connsiteX16" fmla="*/ 290132 w 313658"/>
                      <a:gd name="connsiteY16" fmla="*/ 222097 h 533945"/>
                      <a:gd name="connsiteX17" fmla="*/ 304895 w 313658"/>
                      <a:gd name="connsiteY17" fmla="*/ 390880 h 533945"/>
                      <a:gd name="connsiteX18" fmla="*/ 304038 w 313658"/>
                      <a:gd name="connsiteY18" fmla="*/ 409073 h 533945"/>
                      <a:gd name="connsiteX19" fmla="*/ 283940 w 313658"/>
                      <a:gd name="connsiteY19" fmla="*/ 454888 h 533945"/>
                      <a:gd name="connsiteX20" fmla="*/ 284893 w 313658"/>
                      <a:gd name="connsiteY20" fmla="*/ 533945 h 53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3658" h="533945">
                        <a:moveTo>
                          <a:pt x="284988" y="533945"/>
                        </a:moveTo>
                        <a:cubicBezTo>
                          <a:pt x="267462" y="518896"/>
                          <a:pt x="247840" y="513372"/>
                          <a:pt x="224219" y="514038"/>
                        </a:cubicBezTo>
                        <a:cubicBezTo>
                          <a:pt x="164306" y="515562"/>
                          <a:pt x="104299" y="514991"/>
                          <a:pt x="44387" y="514515"/>
                        </a:cubicBezTo>
                        <a:cubicBezTo>
                          <a:pt x="29242" y="514419"/>
                          <a:pt x="12382" y="519468"/>
                          <a:pt x="0" y="504990"/>
                        </a:cubicBezTo>
                        <a:cubicBezTo>
                          <a:pt x="15049" y="489273"/>
                          <a:pt x="34862" y="491940"/>
                          <a:pt x="53530" y="491655"/>
                        </a:cubicBezTo>
                        <a:cubicBezTo>
                          <a:pt x="96298" y="490988"/>
                          <a:pt x="139065" y="492226"/>
                          <a:pt x="181832" y="491178"/>
                        </a:cubicBezTo>
                        <a:cubicBezTo>
                          <a:pt x="228981" y="490035"/>
                          <a:pt x="235267" y="482320"/>
                          <a:pt x="227838" y="437553"/>
                        </a:cubicBezTo>
                        <a:cubicBezTo>
                          <a:pt x="222028" y="402405"/>
                          <a:pt x="240601" y="363162"/>
                          <a:pt x="210312" y="331920"/>
                        </a:cubicBezTo>
                        <a:cubicBezTo>
                          <a:pt x="208502" y="330111"/>
                          <a:pt x="208312" y="324777"/>
                          <a:pt x="209931" y="322776"/>
                        </a:cubicBezTo>
                        <a:cubicBezTo>
                          <a:pt x="245650" y="279247"/>
                          <a:pt x="215741" y="225050"/>
                          <a:pt x="233458" y="178758"/>
                        </a:cubicBezTo>
                        <a:cubicBezTo>
                          <a:pt x="234601" y="175806"/>
                          <a:pt x="236887" y="171424"/>
                          <a:pt x="235267" y="169805"/>
                        </a:cubicBezTo>
                        <a:cubicBezTo>
                          <a:pt x="186023" y="118751"/>
                          <a:pt x="237363" y="69507"/>
                          <a:pt x="237934" y="19500"/>
                        </a:cubicBezTo>
                        <a:cubicBezTo>
                          <a:pt x="267081" y="28263"/>
                          <a:pt x="286131" y="-2502"/>
                          <a:pt x="313658" y="165"/>
                        </a:cubicBezTo>
                        <a:cubicBezTo>
                          <a:pt x="290132" y="15309"/>
                          <a:pt x="282511" y="36455"/>
                          <a:pt x="284417" y="64363"/>
                        </a:cubicBezTo>
                        <a:cubicBezTo>
                          <a:pt x="285655" y="82937"/>
                          <a:pt x="294037" y="105797"/>
                          <a:pt x="266986" y="117417"/>
                        </a:cubicBezTo>
                        <a:cubicBezTo>
                          <a:pt x="256127" y="122085"/>
                          <a:pt x="263271" y="130562"/>
                          <a:pt x="270224" y="134943"/>
                        </a:cubicBezTo>
                        <a:cubicBezTo>
                          <a:pt x="306991" y="157994"/>
                          <a:pt x="297466" y="183616"/>
                          <a:pt x="290132" y="222097"/>
                        </a:cubicBezTo>
                        <a:cubicBezTo>
                          <a:pt x="279940" y="275913"/>
                          <a:pt x="257175" y="338969"/>
                          <a:pt x="304895" y="390880"/>
                        </a:cubicBezTo>
                        <a:cubicBezTo>
                          <a:pt x="304609" y="396976"/>
                          <a:pt x="304324" y="402977"/>
                          <a:pt x="304038" y="409073"/>
                        </a:cubicBezTo>
                        <a:cubicBezTo>
                          <a:pt x="284512" y="418788"/>
                          <a:pt x="280607" y="433076"/>
                          <a:pt x="283940" y="454888"/>
                        </a:cubicBezTo>
                        <a:cubicBezTo>
                          <a:pt x="287846" y="480701"/>
                          <a:pt x="284893" y="507561"/>
                          <a:pt x="284893" y="533945"/>
                        </a:cubicBezTo>
                        <a:close/>
                      </a:path>
                    </a:pathLst>
                  </a:custGeom>
                  <a:solidFill>
                    <a:srgbClr val="D28293"/>
                  </a:solidFill>
                  <a:ln w="0" cap="flat">
                    <a:noFill/>
                    <a:prstDash val="solid"/>
                    <a:miter/>
                  </a:ln>
                </p:spPr>
                <p:txBody>
                  <a:bodyPr rtlCol="0" anchor="ctr"/>
                  <a:lstStyle/>
                  <a:p>
                    <a:endParaRPr lang="zh-CN" altLang="en-US" sz="650"/>
                  </a:p>
                </p:txBody>
              </p:sp>
              <p:sp>
                <p:nvSpPr>
                  <p:cNvPr id="2155" name="任意多边形: 形状 1597"/>
                  <p:cNvSpPr/>
                  <p:nvPr/>
                </p:nvSpPr>
                <p:spPr>
                  <a:xfrm>
                    <a:off x="4323747" y="7535458"/>
                    <a:ext cx="13318" cy="5364"/>
                  </a:xfrm>
                  <a:custGeom>
                    <a:avLst/>
                    <a:gdLst>
                      <a:gd name="connsiteX0" fmla="*/ 0 w 45053"/>
                      <a:gd name="connsiteY0" fmla="*/ 9072 h 18145"/>
                      <a:gd name="connsiteX1" fmla="*/ 45053 w 45053"/>
                      <a:gd name="connsiteY1" fmla="*/ 9072 h 18145"/>
                      <a:gd name="connsiteX2" fmla="*/ 0 w 45053"/>
                      <a:gd name="connsiteY2" fmla="*/ 9072 h 18145"/>
                    </a:gdLst>
                    <a:ahLst/>
                    <a:cxnLst>
                      <a:cxn ang="0">
                        <a:pos x="connsiteX0" y="connsiteY0"/>
                      </a:cxn>
                      <a:cxn ang="0">
                        <a:pos x="connsiteX1" y="connsiteY1"/>
                      </a:cxn>
                      <a:cxn ang="0">
                        <a:pos x="connsiteX2" y="connsiteY2"/>
                      </a:cxn>
                    </a:cxnLst>
                    <a:rect l="l" t="t" r="r" b="b"/>
                    <a:pathLst>
                      <a:path w="45053" h="18145">
                        <a:moveTo>
                          <a:pt x="0" y="9072"/>
                        </a:moveTo>
                        <a:cubicBezTo>
                          <a:pt x="16573" y="-3024"/>
                          <a:pt x="28480" y="-3024"/>
                          <a:pt x="45053" y="9072"/>
                        </a:cubicBezTo>
                        <a:cubicBezTo>
                          <a:pt x="28480" y="21169"/>
                          <a:pt x="16573" y="21169"/>
                          <a:pt x="0" y="9072"/>
                        </a:cubicBezTo>
                        <a:close/>
                      </a:path>
                    </a:pathLst>
                  </a:custGeom>
                  <a:solidFill>
                    <a:srgbClr val="F6CDE2"/>
                  </a:solidFill>
                  <a:ln w="0" cap="flat">
                    <a:noFill/>
                    <a:prstDash val="solid"/>
                    <a:miter/>
                  </a:ln>
                </p:spPr>
                <p:txBody>
                  <a:bodyPr rtlCol="0" anchor="ctr"/>
                  <a:lstStyle/>
                  <a:p>
                    <a:endParaRPr lang="zh-CN" altLang="en-US" sz="650"/>
                  </a:p>
                </p:txBody>
              </p:sp>
              <p:sp>
                <p:nvSpPr>
                  <p:cNvPr id="2156" name="任意多边形: 形状 1600"/>
                  <p:cNvSpPr/>
                  <p:nvPr/>
                </p:nvSpPr>
                <p:spPr>
                  <a:xfrm>
                    <a:off x="4568696" y="6899664"/>
                    <a:ext cx="12542" cy="12538"/>
                  </a:xfrm>
                  <a:custGeom>
                    <a:avLst/>
                    <a:gdLst>
                      <a:gd name="connsiteX0" fmla="*/ 42427 w 42427"/>
                      <a:gd name="connsiteY0" fmla="*/ 11526 h 42413"/>
                      <a:gd name="connsiteX1" fmla="*/ 10804 w 42427"/>
                      <a:gd name="connsiteY1" fmla="*/ 42006 h 42413"/>
                      <a:gd name="connsiteX2" fmla="*/ 136 w 42427"/>
                      <a:gd name="connsiteY2" fmla="*/ 30671 h 42413"/>
                      <a:gd name="connsiteX3" fmla="*/ 30330 w 42427"/>
                      <a:gd name="connsiteY3" fmla="*/ 191 h 42413"/>
                      <a:gd name="connsiteX4" fmla="*/ 42427 w 42427"/>
                      <a:gd name="connsiteY4" fmla="*/ 11526 h 42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27" h="42413">
                        <a:moveTo>
                          <a:pt x="42427" y="11526"/>
                        </a:moveTo>
                        <a:cubicBezTo>
                          <a:pt x="35855" y="25242"/>
                          <a:pt x="25949" y="36958"/>
                          <a:pt x="10804" y="42006"/>
                        </a:cubicBezTo>
                        <a:cubicBezTo>
                          <a:pt x="4232" y="44197"/>
                          <a:pt x="-912" y="37148"/>
                          <a:pt x="136" y="30671"/>
                        </a:cubicBezTo>
                        <a:cubicBezTo>
                          <a:pt x="2898" y="13812"/>
                          <a:pt x="13662" y="3239"/>
                          <a:pt x="30330" y="191"/>
                        </a:cubicBezTo>
                        <a:cubicBezTo>
                          <a:pt x="36522" y="-952"/>
                          <a:pt x="41951" y="3049"/>
                          <a:pt x="42427" y="11526"/>
                        </a:cubicBezTo>
                        <a:close/>
                      </a:path>
                    </a:pathLst>
                  </a:custGeom>
                  <a:solidFill>
                    <a:srgbClr val="ECA9B6"/>
                  </a:solidFill>
                  <a:ln w="0" cap="flat">
                    <a:noFill/>
                    <a:prstDash val="solid"/>
                    <a:miter/>
                  </a:ln>
                </p:spPr>
                <p:txBody>
                  <a:bodyPr rtlCol="0" anchor="ctr"/>
                  <a:lstStyle/>
                  <a:p>
                    <a:endParaRPr lang="zh-CN" altLang="en-US" sz="650"/>
                  </a:p>
                </p:txBody>
              </p:sp>
              <p:sp>
                <p:nvSpPr>
                  <p:cNvPr id="2157" name="任意多边形: 形状 1601"/>
                  <p:cNvSpPr/>
                  <p:nvPr/>
                </p:nvSpPr>
                <p:spPr>
                  <a:xfrm>
                    <a:off x="4196405" y="7025379"/>
                    <a:ext cx="109308" cy="149627"/>
                  </a:xfrm>
                  <a:custGeom>
                    <a:avLst/>
                    <a:gdLst>
                      <a:gd name="connsiteX0" fmla="*/ 343916 w 369776"/>
                      <a:gd name="connsiteY0" fmla="*/ 20776 h 506169"/>
                      <a:gd name="connsiteX1" fmla="*/ 336581 w 369776"/>
                      <a:gd name="connsiteY1" fmla="*/ 99643 h 506169"/>
                      <a:gd name="connsiteX2" fmla="*/ 346583 w 369776"/>
                      <a:gd name="connsiteY2" fmla="*/ 150697 h 506169"/>
                      <a:gd name="connsiteX3" fmla="*/ 346868 w 369776"/>
                      <a:gd name="connsiteY3" fmla="*/ 192797 h 506169"/>
                      <a:gd name="connsiteX4" fmla="*/ 345535 w 369776"/>
                      <a:gd name="connsiteY4" fmla="*/ 218896 h 506169"/>
                      <a:gd name="connsiteX5" fmla="*/ 335915 w 369776"/>
                      <a:gd name="connsiteY5" fmla="*/ 306431 h 506169"/>
                      <a:gd name="connsiteX6" fmla="*/ 350393 w 369776"/>
                      <a:gd name="connsiteY6" fmla="*/ 365676 h 506169"/>
                      <a:gd name="connsiteX7" fmla="*/ 348488 w 369776"/>
                      <a:gd name="connsiteY7" fmla="*/ 403204 h 506169"/>
                      <a:gd name="connsiteX8" fmla="*/ 348488 w 369776"/>
                      <a:gd name="connsiteY8" fmla="*/ 432637 h 506169"/>
                      <a:gd name="connsiteX9" fmla="*/ 296195 w 369776"/>
                      <a:gd name="connsiteY9" fmla="*/ 505884 h 506169"/>
                      <a:gd name="connsiteX10" fmla="*/ 105981 w 369776"/>
                      <a:gd name="connsiteY10" fmla="*/ 506170 h 506169"/>
                      <a:gd name="connsiteX11" fmla="*/ 8540 w 369776"/>
                      <a:gd name="connsiteY11" fmla="*/ 374915 h 506169"/>
                      <a:gd name="connsiteX12" fmla="*/ 44164 w 369776"/>
                      <a:gd name="connsiteY12" fmla="*/ 75830 h 506169"/>
                      <a:gd name="connsiteX13" fmla="*/ 180943 w 369776"/>
                      <a:gd name="connsiteY13" fmla="*/ 202 h 506169"/>
                      <a:gd name="connsiteX14" fmla="*/ 344011 w 369776"/>
                      <a:gd name="connsiteY14" fmla="*/ 20680 h 506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776" h="506169">
                        <a:moveTo>
                          <a:pt x="343916" y="20776"/>
                        </a:moveTo>
                        <a:cubicBezTo>
                          <a:pt x="355917" y="48398"/>
                          <a:pt x="360965" y="74782"/>
                          <a:pt x="336581" y="99643"/>
                        </a:cubicBezTo>
                        <a:cubicBezTo>
                          <a:pt x="316198" y="120407"/>
                          <a:pt x="328199" y="136600"/>
                          <a:pt x="346583" y="150697"/>
                        </a:cubicBezTo>
                        <a:cubicBezTo>
                          <a:pt x="364585" y="164603"/>
                          <a:pt x="383063" y="178129"/>
                          <a:pt x="346868" y="192797"/>
                        </a:cubicBezTo>
                        <a:cubicBezTo>
                          <a:pt x="329342" y="199941"/>
                          <a:pt x="342106" y="208990"/>
                          <a:pt x="345535" y="218896"/>
                        </a:cubicBezTo>
                        <a:cubicBezTo>
                          <a:pt x="356108" y="249090"/>
                          <a:pt x="362775" y="278998"/>
                          <a:pt x="335915" y="306431"/>
                        </a:cubicBezTo>
                        <a:cubicBezTo>
                          <a:pt x="310578" y="332339"/>
                          <a:pt x="335534" y="347864"/>
                          <a:pt x="350393" y="365676"/>
                        </a:cubicBezTo>
                        <a:cubicBezTo>
                          <a:pt x="360203" y="377487"/>
                          <a:pt x="389636" y="391203"/>
                          <a:pt x="348488" y="403204"/>
                        </a:cubicBezTo>
                        <a:cubicBezTo>
                          <a:pt x="326104" y="409777"/>
                          <a:pt x="345059" y="422540"/>
                          <a:pt x="348488" y="432637"/>
                        </a:cubicBezTo>
                        <a:cubicBezTo>
                          <a:pt x="366585" y="485596"/>
                          <a:pt x="352107" y="505789"/>
                          <a:pt x="296195" y="505884"/>
                        </a:cubicBezTo>
                        <a:cubicBezTo>
                          <a:pt x="232759" y="506074"/>
                          <a:pt x="169322" y="506074"/>
                          <a:pt x="105981" y="506170"/>
                        </a:cubicBezTo>
                        <a:cubicBezTo>
                          <a:pt x="43497" y="484739"/>
                          <a:pt x="15684" y="437494"/>
                          <a:pt x="8540" y="374915"/>
                        </a:cubicBezTo>
                        <a:cubicBezTo>
                          <a:pt x="-3080" y="272426"/>
                          <a:pt x="-11557" y="169842"/>
                          <a:pt x="44164" y="75830"/>
                        </a:cubicBezTo>
                        <a:cubicBezTo>
                          <a:pt x="74358" y="24967"/>
                          <a:pt x="117887" y="-2656"/>
                          <a:pt x="180943" y="202"/>
                        </a:cubicBezTo>
                        <a:cubicBezTo>
                          <a:pt x="236093" y="2678"/>
                          <a:pt x="291147" y="1440"/>
                          <a:pt x="344011" y="20680"/>
                        </a:cubicBezTo>
                        <a:close/>
                      </a:path>
                    </a:pathLst>
                  </a:custGeom>
                  <a:solidFill>
                    <a:srgbClr val="ECA7B4"/>
                  </a:solidFill>
                  <a:ln w="0" cap="flat">
                    <a:noFill/>
                    <a:prstDash val="solid"/>
                    <a:miter/>
                  </a:ln>
                </p:spPr>
                <p:txBody>
                  <a:bodyPr rtlCol="0" anchor="ctr"/>
                  <a:lstStyle/>
                  <a:p>
                    <a:endParaRPr lang="zh-CN" altLang="en-US" sz="650"/>
                  </a:p>
                </p:txBody>
              </p:sp>
              <p:sp>
                <p:nvSpPr>
                  <p:cNvPr id="2158" name="任意多边形: 形状 1603"/>
                  <p:cNvSpPr/>
                  <p:nvPr/>
                </p:nvSpPr>
                <p:spPr>
                  <a:xfrm>
                    <a:off x="4451155" y="7026439"/>
                    <a:ext cx="111436" cy="144904"/>
                  </a:xfrm>
                  <a:custGeom>
                    <a:avLst/>
                    <a:gdLst>
                      <a:gd name="connsiteX0" fmla="*/ 36004 w 376975"/>
                      <a:gd name="connsiteY0" fmla="*/ 434768 h 490192"/>
                      <a:gd name="connsiteX1" fmla="*/ 0 w 376975"/>
                      <a:gd name="connsiteY1" fmla="*/ 333708 h 490192"/>
                      <a:gd name="connsiteX2" fmla="*/ 35147 w 376975"/>
                      <a:gd name="connsiteY2" fmla="*/ 273510 h 490192"/>
                      <a:gd name="connsiteX3" fmla="*/ 48101 w 376975"/>
                      <a:gd name="connsiteY3" fmla="*/ 195881 h 490192"/>
                      <a:gd name="connsiteX4" fmla="*/ 52006 w 376975"/>
                      <a:gd name="connsiteY4" fmla="*/ 178641 h 490192"/>
                      <a:gd name="connsiteX5" fmla="*/ 25337 w 376975"/>
                      <a:gd name="connsiteY5" fmla="*/ 64912 h 490192"/>
                      <a:gd name="connsiteX6" fmla="*/ 227076 w 376975"/>
                      <a:gd name="connsiteY6" fmla="*/ 1762 h 490192"/>
                      <a:gd name="connsiteX7" fmla="*/ 347472 w 376975"/>
                      <a:gd name="connsiteY7" fmla="*/ 84439 h 490192"/>
                      <a:gd name="connsiteX8" fmla="*/ 361664 w 376975"/>
                      <a:gd name="connsiteY8" fmla="*/ 359140 h 490192"/>
                      <a:gd name="connsiteX9" fmla="*/ 108775 w 376975"/>
                      <a:gd name="connsiteY9" fmla="*/ 467058 h 490192"/>
                      <a:gd name="connsiteX10" fmla="*/ 36195 w 376975"/>
                      <a:gd name="connsiteY10" fmla="*/ 434578 h 490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975" h="490192">
                        <a:moveTo>
                          <a:pt x="36004" y="434768"/>
                        </a:moveTo>
                        <a:cubicBezTo>
                          <a:pt x="56293" y="394573"/>
                          <a:pt x="65151" y="357044"/>
                          <a:pt x="0" y="333708"/>
                        </a:cubicBezTo>
                        <a:cubicBezTo>
                          <a:pt x="40672" y="322088"/>
                          <a:pt x="41815" y="302276"/>
                          <a:pt x="35147" y="273510"/>
                        </a:cubicBezTo>
                        <a:cubicBezTo>
                          <a:pt x="29337" y="248364"/>
                          <a:pt x="19145" y="217884"/>
                          <a:pt x="48101" y="195881"/>
                        </a:cubicBezTo>
                        <a:cubicBezTo>
                          <a:pt x="51911" y="193024"/>
                          <a:pt x="54292" y="180832"/>
                          <a:pt x="52006" y="178641"/>
                        </a:cubicBezTo>
                        <a:cubicBezTo>
                          <a:pt x="17431" y="146447"/>
                          <a:pt x="37433" y="101965"/>
                          <a:pt x="25337" y="64912"/>
                        </a:cubicBezTo>
                        <a:cubicBezTo>
                          <a:pt x="90583" y="37481"/>
                          <a:pt x="158591" y="18050"/>
                          <a:pt x="227076" y="1762"/>
                        </a:cubicBezTo>
                        <a:cubicBezTo>
                          <a:pt x="272225" y="-9001"/>
                          <a:pt x="328041" y="30908"/>
                          <a:pt x="347472" y="84439"/>
                        </a:cubicBezTo>
                        <a:cubicBezTo>
                          <a:pt x="379952" y="174069"/>
                          <a:pt x="387001" y="267319"/>
                          <a:pt x="361664" y="359140"/>
                        </a:cubicBezTo>
                        <a:cubicBezTo>
                          <a:pt x="329375" y="476297"/>
                          <a:pt x="216694" y="522017"/>
                          <a:pt x="108775" y="467058"/>
                        </a:cubicBezTo>
                        <a:cubicBezTo>
                          <a:pt x="85154" y="455057"/>
                          <a:pt x="63722" y="437912"/>
                          <a:pt x="36195" y="434578"/>
                        </a:cubicBezTo>
                        <a:close/>
                      </a:path>
                    </a:pathLst>
                  </a:custGeom>
                  <a:solidFill>
                    <a:srgbClr val="C0B6D9"/>
                  </a:solidFill>
                  <a:ln w="0" cap="flat">
                    <a:noFill/>
                    <a:prstDash val="solid"/>
                    <a:miter/>
                  </a:ln>
                </p:spPr>
                <p:txBody>
                  <a:bodyPr rtlCol="0" anchor="ctr"/>
                  <a:lstStyle/>
                  <a:p>
                    <a:endParaRPr lang="zh-CN" altLang="en-US" sz="650"/>
                  </a:p>
                </p:txBody>
              </p:sp>
            </p:grpSp>
            <p:sp>
              <p:nvSpPr>
                <p:cNvPr id="1532" name="文本框 1531"/>
                <p:cNvSpPr txBox="1"/>
                <p:nvPr/>
              </p:nvSpPr>
              <p:spPr>
                <a:xfrm>
                  <a:off x="2278697" y="4076636"/>
                  <a:ext cx="801687" cy="157524"/>
                </a:xfrm>
                <a:prstGeom prst="rect">
                  <a:avLst/>
                </a:prstGeom>
                <a:noFill/>
              </p:spPr>
              <p:txBody>
                <a:bodyPr wrap="square" lIns="0" tIns="0" rIns="0" bIns="0" rtlCol="0">
                  <a:spAutoFit/>
                </a:bodyPr>
                <a:lstStyle/>
                <a:p>
                  <a:pPr algn="ctr"/>
                  <a:r>
                    <a:rPr lang="en-US" altLang="zh-CN" sz="650" b="1" dirty="0" err="1">
                      <a:latin typeface="Arial" panose="020B0604020202090204" pitchFamily="34" charset="0"/>
                      <a:cs typeface="Arial" panose="020B0604020202090204" pitchFamily="34" charset="0"/>
                    </a:rPr>
                    <a:t>cML</a:t>
                  </a:r>
                  <a:endParaRPr lang="en-US" altLang="zh-CN" sz="650" b="1" dirty="0">
                    <a:latin typeface="Arial" panose="020B0604020202090204" pitchFamily="34" charset="0"/>
                    <a:cs typeface="Arial" panose="020B0604020202090204" pitchFamily="34" charset="0"/>
                  </a:endParaRPr>
                </a:p>
              </p:txBody>
            </p:sp>
          </p:grpSp>
          <p:grpSp>
            <p:nvGrpSpPr>
              <p:cNvPr id="258" name="组合 257"/>
              <p:cNvGrpSpPr/>
              <p:nvPr/>
            </p:nvGrpSpPr>
            <p:grpSpPr>
              <a:xfrm>
                <a:off x="3340044" y="4500124"/>
                <a:ext cx="801687" cy="1354317"/>
                <a:chOff x="2573972" y="4800536"/>
                <a:chExt cx="801687" cy="1354317"/>
              </a:xfrm>
            </p:grpSpPr>
            <p:grpSp>
              <p:nvGrpSpPr>
                <p:cNvPr id="260" name="组合 259"/>
                <p:cNvGrpSpPr/>
                <p:nvPr/>
              </p:nvGrpSpPr>
              <p:grpSpPr>
                <a:xfrm>
                  <a:off x="2739230" y="4973642"/>
                  <a:ext cx="476687" cy="1181211"/>
                  <a:chOff x="5503794" y="6475158"/>
                  <a:chExt cx="476687" cy="1181211"/>
                </a:xfrm>
              </p:grpSpPr>
              <p:sp>
                <p:nvSpPr>
                  <p:cNvPr id="262" name="任意多边形: 形状 685"/>
                  <p:cNvSpPr/>
                  <p:nvPr/>
                </p:nvSpPr>
                <p:spPr>
                  <a:xfrm>
                    <a:off x="5540799" y="6579194"/>
                    <a:ext cx="439682" cy="677356"/>
                  </a:xfrm>
                  <a:custGeom>
                    <a:avLst/>
                    <a:gdLst>
                      <a:gd name="connsiteX0" fmla="*/ 1319321 w 1487392"/>
                      <a:gd name="connsiteY0" fmla="*/ 95 h 2291416"/>
                      <a:gd name="connsiteX1" fmla="*/ 1461053 w 1487392"/>
                      <a:gd name="connsiteY1" fmla="*/ 203168 h 2291416"/>
                      <a:gd name="connsiteX2" fmla="*/ 1460100 w 1487392"/>
                      <a:gd name="connsiteY2" fmla="*/ 529400 h 2291416"/>
                      <a:gd name="connsiteX3" fmla="*/ 1180827 w 1487392"/>
                      <a:gd name="connsiteY3" fmla="*/ 807720 h 2291416"/>
                      <a:gd name="connsiteX4" fmla="*/ 824497 w 1487392"/>
                      <a:gd name="connsiteY4" fmla="*/ 812387 h 2291416"/>
                      <a:gd name="connsiteX5" fmla="*/ 682670 w 1487392"/>
                      <a:gd name="connsiteY5" fmla="*/ 810101 h 2291416"/>
                      <a:gd name="connsiteX6" fmla="*/ 615900 w 1487392"/>
                      <a:gd name="connsiteY6" fmla="*/ 890778 h 2291416"/>
                      <a:gd name="connsiteX7" fmla="*/ 627615 w 1487392"/>
                      <a:gd name="connsiteY7" fmla="*/ 1108424 h 2291416"/>
                      <a:gd name="connsiteX8" fmla="*/ 633616 w 1487392"/>
                      <a:gd name="connsiteY8" fmla="*/ 1435703 h 2291416"/>
                      <a:gd name="connsiteX9" fmla="*/ 499218 w 1487392"/>
                      <a:gd name="connsiteY9" fmla="*/ 1675067 h 2291416"/>
                      <a:gd name="connsiteX10" fmla="*/ 435305 w 1487392"/>
                      <a:gd name="connsiteY10" fmla="*/ 1795748 h 2291416"/>
                      <a:gd name="connsiteX11" fmla="*/ 435782 w 1487392"/>
                      <a:gd name="connsiteY11" fmla="*/ 2214277 h 2291416"/>
                      <a:gd name="connsiteX12" fmla="*/ 473786 w 1487392"/>
                      <a:gd name="connsiteY12" fmla="*/ 2265045 h 2291416"/>
                      <a:gd name="connsiteX13" fmla="*/ 442735 w 1487392"/>
                      <a:gd name="connsiteY13" fmla="*/ 2291334 h 2291416"/>
                      <a:gd name="connsiteX14" fmla="*/ 414731 w 1487392"/>
                      <a:gd name="connsiteY14" fmla="*/ 2263616 h 2291416"/>
                      <a:gd name="connsiteX15" fmla="*/ 412350 w 1487392"/>
                      <a:gd name="connsiteY15" fmla="*/ 2220944 h 2291416"/>
                      <a:gd name="connsiteX16" fmla="*/ 411684 w 1487392"/>
                      <a:gd name="connsiteY16" fmla="*/ 1754696 h 2291416"/>
                      <a:gd name="connsiteX17" fmla="*/ 417875 w 1487392"/>
                      <a:gd name="connsiteY17" fmla="*/ 1641824 h 2291416"/>
                      <a:gd name="connsiteX18" fmla="*/ 414351 w 1487392"/>
                      <a:gd name="connsiteY18" fmla="*/ 1626680 h 2291416"/>
                      <a:gd name="connsiteX19" fmla="*/ 391871 w 1487392"/>
                      <a:gd name="connsiteY19" fmla="*/ 1545336 h 2291416"/>
                      <a:gd name="connsiteX20" fmla="*/ 395015 w 1487392"/>
                      <a:gd name="connsiteY20" fmla="*/ 1466088 h 2291416"/>
                      <a:gd name="connsiteX21" fmla="*/ 384823 w 1487392"/>
                      <a:gd name="connsiteY21" fmla="*/ 1389888 h 2291416"/>
                      <a:gd name="connsiteX22" fmla="*/ 378155 w 1487392"/>
                      <a:gd name="connsiteY22" fmla="*/ 1377982 h 2291416"/>
                      <a:gd name="connsiteX23" fmla="*/ 396539 w 1487392"/>
                      <a:gd name="connsiteY23" fmla="*/ 1245489 h 2291416"/>
                      <a:gd name="connsiteX24" fmla="*/ 393586 w 1487392"/>
                      <a:gd name="connsiteY24" fmla="*/ 1198721 h 2291416"/>
                      <a:gd name="connsiteX25" fmla="*/ 384252 w 1487392"/>
                      <a:gd name="connsiteY25" fmla="*/ 1131189 h 2291416"/>
                      <a:gd name="connsiteX26" fmla="*/ 402635 w 1487392"/>
                      <a:gd name="connsiteY26" fmla="*/ 1049179 h 2291416"/>
                      <a:gd name="connsiteX27" fmla="*/ 460070 w 1487392"/>
                      <a:gd name="connsiteY27" fmla="*/ 886396 h 2291416"/>
                      <a:gd name="connsiteX28" fmla="*/ 459404 w 1487392"/>
                      <a:gd name="connsiteY28" fmla="*/ 763333 h 2291416"/>
                      <a:gd name="connsiteX29" fmla="*/ 423209 w 1487392"/>
                      <a:gd name="connsiteY29" fmla="*/ 669131 h 2291416"/>
                      <a:gd name="connsiteX30" fmla="*/ 397491 w 1487392"/>
                      <a:gd name="connsiteY30" fmla="*/ 475964 h 2291416"/>
                      <a:gd name="connsiteX31" fmla="*/ 386156 w 1487392"/>
                      <a:gd name="connsiteY31" fmla="*/ 422434 h 2291416"/>
                      <a:gd name="connsiteX32" fmla="*/ 379394 w 1487392"/>
                      <a:gd name="connsiteY32" fmla="*/ 370808 h 2291416"/>
                      <a:gd name="connsiteX33" fmla="*/ 382251 w 1487392"/>
                      <a:gd name="connsiteY33" fmla="*/ 202025 h 2291416"/>
                      <a:gd name="connsiteX34" fmla="*/ 373393 w 1487392"/>
                      <a:gd name="connsiteY34" fmla="*/ 171450 h 2291416"/>
                      <a:gd name="connsiteX35" fmla="*/ 362153 w 1487392"/>
                      <a:gd name="connsiteY35" fmla="*/ 183451 h 2291416"/>
                      <a:gd name="connsiteX36" fmla="*/ 380727 w 1487392"/>
                      <a:gd name="connsiteY36" fmla="*/ 315278 h 2291416"/>
                      <a:gd name="connsiteX37" fmla="*/ 379013 w 1487392"/>
                      <a:gd name="connsiteY37" fmla="*/ 343376 h 2291416"/>
                      <a:gd name="connsiteX38" fmla="*/ 385490 w 1487392"/>
                      <a:gd name="connsiteY38" fmla="*/ 438817 h 2291416"/>
                      <a:gd name="connsiteX39" fmla="*/ 377203 w 1487392"/>
                      <a:gd name="connsiteY39" fmla="*/ 505682 h 2291416"/>
                      <a:gd name="connsiteX40" fmla="*/ 371393 w 1487392"/>
                      <a:gd name="connsiteY40" fmla="*/ 631889 h 2291416"/>
                      <a:gd name="connsiteX41" fmla="*/ 329673 w 1487392"/>
                      <a:gd name="connsiteY41" fmla="*/ 645509 h 2291416"/>
                      <a:gd name="connsiteX42" fmla="*/ 206705 w 1487392"/>
                      <a:gd name="connsiteY42" fmla="*/ 631984 h 2291416"/>
                      <a:gd name="connsiteX43" fmla="*/ 39256 w 1487392"/>
                      <a:gd name="connsiteY43" fmla="*/ 506825 h 2291416"/>
                      <a:gd name="connsiteX44" fmla="*/ 36398 w 1487392"/>
                      <a:gd name="connsiteY44" fmla="*/ 190691 h 2291416"/>
                      <a:gd name="connsiteX45" fmla="*/ 76499 w 1487392"/>
                      <a:gd name="connsiteY45" fmla="*/ 146018 h 2291416"/>
                      <a:gd name="connsiteX46" fmla="*/ 111932 w 1487392"/>
                      <a:gd name="connsiteY46" fmla="*/ 156305 h 2291416"/>
                      <a:gd name="connsiteX47" fmla="*/ 243472 w 1487392"/>
                      <a:gd name="connsiteY47" fmla="*/ 112490 h 2291416"/>
                      <a:gd name="connsiteX48" fmla="*/ 280715 w 1487392"/>
                      <a:gd name="connsiteY48" fmla="*/ 30766 h 2291416"/>
                      <a:gd name="connsiteX49" fmla="*/ 295764 w 1487392"/>
                      <a:gd name="connsiteY49" fmla="*/ 19431 h 2291416"/>
                      <a:gd name="connsiteX50" fmla="*/ 372060 w 1487392"/>
                      <a:gd name="connsiteY50" fmla="*/ 41148 h 2291416"/>
                      <a:gd name="connsiteX51" fmla="*/ 384442 w 1487392"/>
                      <a:gd name="connsiteY51" fmla="*/ 94012 h 2291416"/>
                      <a:gd name="connsiteX52" fmla="*/ 424066 w 1487392"/>
                      <a:gd name="connsiteY52" fmla="*/ 57150 h 2291416"/>
                      <a:gd name="connsiteX53" fmla="*/ 449593 w 1487392"/>
                      <a:gd name="connsiteY53" fmla="*/ 82677 h 2291416"/>
                      <a:gd name="connsiteX54" fmla="*/ 526745 w 1487392"/>
                      <a:gd name="connsiteY54" fmla="*/ 186785 h 2291416"/>
                      <a:gd name="connsiteX55" fmla="*/ 564464 w 1487392"/>
                      <a:gd name="connsiteY55" fmla="*/ 279083 h 2291416"/>
                      <a:gd name="connsiteX56" fmla="*/ 691623 w 1487392"/>
                      <a:gd name="connsiteY56" fmla="*/ 364045 h 2291416"/>
                      <a:gd name="connsiteX57" fmla="*/ 807352 w 1487392"/>
                      <a:gd name="connsiteY57" fmla="*/ 286131 h 2291416"/>
                      <a:gd name="connsiteX58" fmla="*/ 872503 w 1487392"/>
                      <a:gd name="connsiteY58" fmla="*/ 172498 h 2291416"/>
                      <a:gd name="connsiteX59" fmla="*/ 1014711 w 1487392"/>
                      <a:gd name="connsiteY59" fmla="*/ 69056 h 2291416"/>
                      <a:gd name="connsiteX60" fmla="*/ 1045382 w 1487392"/>
                      <a:gd name="connsiteY60" fmla="*/ 18288 h 2291416"/>
                      <a:gd name="connsiteX61" fmla="*/ 1218451 w 1487392"/>
                      <a:gd name="connsiteY61" fmla="*/ 65437 h 2291416"/>
                      <a:gd name="connsiteX62" fmla="*/ 1245693 w 1487392"/>
                      <a:gd name="connsiteY62" fmla="*/ 123444 h 2291416"/>
                      <a:gd name="connsiteX63" fmla="*/ 1283697 w 1487392"/>
                      <a:gd name="connsiteY63" fmla="*/ 178784 h 2291416"/>
                      <a:gd name="connsiteX64" fmla="*/ 1348086 w 1487392"/>
                      <a:gd name="connsiteY64" fmla="*/ 256508 h 2291416"/>
                      <a:gd name="connsiteX65" fmla="*/ 1349610 w 1487392"/>
                      <a:gd name="connsiteY65" fmla="*/ 393954 h 2291416"/>
                      <a:gd name="connsiteX66" fmla="*/ 1110723 w 1487392"/>
                      <a:gd name="connsiteY66" fmla="*/ 627126 h 2291416"/>
                      <a:gd name="connsiteX67" fmla="*/ 954799 w 1487392"/>
                      <a:gd name="connsiteY67" fmla="*/ 643319 h 2291416"/>
                      <a:gd name="connsiteX68" fmla="*/ 870217 w 1487392"/>
                      <a:gd name="connsiteY68" fmla="*/ 721233 h 2291416"/>
                      <a:gd name="connsiteX69" fmla="*/ 882314 w 1487392"/>
                      <a:gd name="connsiteY69" fmla="*/ 753999 h 2291416"/>
                      <a:gd name="connsiteX70" fmla="*/ 905745 w 1487392"/>
                      <a:gd name="connsiteY70" fmla="*/ 730377 h 2291416"/>
                      <a:gd name="connsiteX71" fmla="*/ 984612 w 1487392"/>
                      <a:gd name="connsiteY71" fmla="*/ 679704 h 2291416"/>
                      <a:gd name="connsiteX72" fmla="*/ 1215308 w 1487392"/>
                      <a:gd name="connsiteY72" fmla="*/ 631889 h 2291416"/>
                      <a:gd name="connsiteX73" fmla="*/ 1392092 w 1487392"/>
                      <a:gd name="connsiteY73" fmla="*/ 364998 h 2291416"/>
                      <a:gd name="connsiteX74" fmla="*/ 1350658 w 1487392"/>
                      <a:gd name="connsiteY74" fmla="*/ 153353 h 2291416"/>
                      <a:gd name="connsiteX75" fmla="*/ 1318368 w 1487392"/>
                      <a:gd name="connsiteY75" fmla="*/ 49625 h 2291416"/>
                      <a:gd name="connsiteX76" fmla="*/ 1319035 w 1487392"/>
                      <a:gd name="connsiteY76" fmla="*/ 0 h 22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87392" h="2291416">
                        <a:moveTo>
                          <a:pt x="1319321" y="95"/>
                        </a:moveTo>
                        <a:cubicBezTo>
                          <a:pt x="1401903" y="42958"/>
                          <a:pt x="1433621" y="123634"/>
                          <a:pt x="1461053" y="203168"/>
                        </a:cubicBezTo>
                        <a:cubicBezTo>
                          <a:pt x="1498105" y="310515"/>
                          <a:pt x="1494486" y="423672"/>
                          <a:pt x="1460100" y="529400"/>
                        </a:cubicBezTo>
                        <a:cubicBezTo>
                          <a:pt x="1415619" y="666179"/>
                          <a:pt x="1325321" y="766762"/>
                          <a:pt x="1180827" y="807720"/>
                        </a:cubicBezTo>
                        <a:cubicBezTo>
                          <a:pt x="1062622" y="841248"/>
                          <a:pt x="943560" y="833533"/>
                          <a:pt x="824497" y="812387"/>
                        </a:cubicBezTo>
                        <a:cubicBezTo>
                          <a:pt x="777348" y="804005"/>
                          <a:pt x="728771" y="801910"/>
                          <a:pt x="682670" y="810101"/>
                        </a:cubicBezTo>
                        <a:cubicBezTo>
                          <a:pt x="644189" y="816959"/>
                          <a:pt x="618281" y="845820"/>
                          <a:pt x="615900" y="890778"/>
                        </a:cubicBezTo>
                        <a:cubicBezTo>
                          <a:pt x="612089" y="963835"/>
                          <a:pt x="618947" y="1036511"/>
                          <a:pt x="627615" y="1108424"/>
                        </a:cubicBezTo>
                        <a:cubicBezTo>
                          <a:pt x="640855" y="1217676"/>
                          <a:pt x="638760" y="1327023"/>
                          <a:pt x="633616" y="1435703"/>
                        </a:cubicBezTo>
                        <a:cubicBezTo>
                          <a:pt x="628949" y="1534287"/>
                          <a:pt x="594087" y="1624775"/>
                          <a:pt x="499218" y="1675067"/>
                        </a:cubicBezTo>
                        <a:cubicBezTo>
                          <a:pt x="448545" y="1701927"/>
                          <a:pt x="434543" y="1741932"/>
                          <a:pt x="435305" y="1795748"/>
                        </a:cubicBezTo>
                        <a:cubicBezTo>
                          <a:pt x="437306" y="1935194"/>
                          <a:pt x="436353" y="2074735"/>
                          <a:pt x="435782" y="2214277"/>
                        </a:cubicBezTo>
                        <a:cubicBezTo>
                          <a:pt x="435686" y="2241994"/>
                          <a:pt x="436639" y="2266379"/>
                          <a:pt x="473786" y="2265045"/>
                        </a:cubicBezTo>
                        <a:cubicBezTo>
                          <a:pt x="474263" y="2286572"/>
                          <a:pt x="460356" y="2292191"/>
                          <a:pt x="442735" y="2291334"/>
                        </a:cubicBezTo>
                        <a:cubicBezTo>
                          <a:pt x="425971" y="2290572"/>
                          <a:pt x="417970" y="2278856"/>
                          <a:pt x="414731" y="2263616"/>
                        </a:cubicBezTo>
                        <a:cubicBezTo>
                          <a:pt x="411779" y="2249519"/>
                          <a:pt x="412350" y="2235232"/>
                          <a:pt x="412350" y="2220944"/>
                        </a:cubicBezTo>
                        <a:cubicBezTo>
                          <a:pt x="412255" y="2065496"/>
                          <a:pt x="413112" y="1910048"/>
                          <a:pt x="411684" y="1754696"/>
                        </a:cubicBezTo>
                        <a:cubicBezTo>
                          <a:pt x="411302" y="1716596"/>
                          <a:pt x="429210" y="1680020"/>
                          <a:pt x="417875" y="1641824"/>
                        </a:cubicBezTo>
                        <a:cubicBezTo>
                          <a:pt x="416351" y="1636967"/>
                          <a:pt x="415303" y="1631728"/>
                          <a:pt x="414351" y="1626680"/>
                        </a:cubicBezTo>
                        <a:cubicBezTo>
                          <a:pt x="414065" y="1597819"/>
                          <a:pt x="395967" y="1573816"/>
                          <a:pt x="391871" y="1545336"/>
                        </a:cubicBezTo>
                        <a:cubicBezTo>
                          <a:pt x="387871" y="1518190"/>
                          <a:pt x="385490" y="1490758"/>
                          <a:pt x="395015" y="1466088"/>
                        </a:cubicBezTo>
                        <a:cubicBezTo>
                          <a:pt x="406254" y="1437037"/>
                          <a:pt x="412064" y="1412367"/>
                          <a:pt x="384823" y="1389888"/>
                        </a:cubicBezTo>
                        <a:cubicBezTo>
                          <a:pt x="381299" y="1386935"/>
                          <a:pt x="376441" y="1380934"/>
                          <a:pt x="378155" y="1377982"/>
                        </a:cubicBezTo>
                        <a:cubicBezTo>
                          <a:pt x="403016" y="1336262"/>
                          <a:pt x="374250" y="1287209"/>
                          <a:pt x="396539" y="1245489"/>
                        </a:cubicBezTo>
                        <a:cubicBezTo>
                          <a:pt x="405492" y="1228725"/>
                          <a:pt x="409302" y="1213676"/>
                          <a:pt x="393586" y="1198721"/>
                        </a:cubicBezTo>
                        <a:cubicBezTo>
                          <a:pt x="372631" y="1178814"/>
                          <a:pt x="371964" y="1158907"/>
                          <a:pt x="384252" y="1131189"/>
                        </a:cubicBezTo>
                        <a:cubicBezTo>
                          <a:pt x="395205" y="1106424"/>
                          <a:pt x="388823" y="1075087"/>
                          <a:pt x="402635" y="1049179"/>
                        </a:cubicBezTo>
                        <a:cubicBezTo>
                          <a:pt x="450831" y="1005173"/>
                          <a:pt x="465214" y="950024"/>
                          <a:pt x="460070" y="886396"/>
                        </a:cubicBezTo>
                        <a:cubicBezTo>
                          <a:pt x="456737" y="845629"/>
                          <a:pt x="459309" y="804386"/>
                          <a:pt x="459404" y="763333"/>
                        </a:cubicBezTo>
                        <a:cubicBezTo>
                          <a:pt x="459404" y="727138"/>
                          <a:pt x="450736" y="694563"/>
                          <a:pt x="423209" y="669131"/>
                        </a:cubicBezTo>
                        <a:cubicBezTo>
                          <a:pt x="374155" y="610362"/>
                          <a:pt x="384442" y="542068"/>
                          <a:pt x="397491" y="475964"/>
                        </a:cubicBezTo>
                        <a:cubicBezTo>
                          <a:pt x="402063" y="452914"/>
                          <a:pt x="405111" y="437293"/>
                          <a:pt x="386156" y="422434"/>
                        </a:cubicBezTo>
                        <a:cubicBezTo>
                          <a:pt x="366630" y="407003"/>
                          <a:pt x="373869" y="393287"/>
                          <a:pt x="379394" y="370808"/>
                        </a:cubicBezTo>
                        <a:cubicBezTo>
                          <a:pt x="392919" y="316230"/>
                          <a:pt x="429495" y="258604"/>
                          <a:pt x="382251" y="202025"/>
                        </a:cubicBezTo>
                        <a:cubicBezTo>
                          <a:pt x="374727" y="193072"/>
                          <a:pt x="378822" y="180880"/>
                          <a:pt x="373393" y="171450"/>
                        </a:cubicBezTo>
                        <a:cubicBezTo>
                          <a:pt x="365011" y="171736"/>
                          <a:pt x="359582" y="180785"/>
                          <a:pt x="362153" y="183451"/>
                        </a:cubicBezTo>
                        <a:cubicBezTo>
                          <a:pt x="401492" y="222980"/>
                          <a:pt x="371297" y="271939"/>
                          <a:pt x="380727" y="315278"/>
                        </a:cubicBezTo>
                        <a:cubicBezTo>
                          <a:pt x="382727" y="324422"/>
                          <a:pt x="383299" y="335470"/>
                          <a:pt x="379013" y="343376"/>
                        </a:cubicBezTo>
                        <a:cubicBezTo>
                          <a:pt x="361010" y="376904"/>
                          <a:pt x="353771" y="405956"/>
                          <a:pt x="385490" y="438817"/>
                        </a:cubicBezTo>
                        <a:cubicBezTo>
                          <a:pt x="402254" y="456152"/>
                          <a:pt x="374917" y="480536"/>
                          <a:pt x="377203" y="505682"/>
                        </a:cubicBezTo>
                        <a:cubicBezTo>
                          <a:pt x="380918" y="547211"/>
                          <a:pt x="391776" y="590836"/>
                          <a:pt x="371393" y="631889"/>
                        </a:cubicBezTo>
                        <a:cubicBezTo>
                          <a:pt x="360058" y="644366"/>
                          <a:pt x="345675" y="647224"/>
                          <a:pt x="329673" y="645509"/>
                        </a:cubicBezTo>
                        <a:cubicBezTo>
                          <a:pt x="289097" y="637318"/>
                          <a:pt x="247187" y="641318"/>
                          <a:pt x="206705" y="631984"/>
                        </a:cubicBezTo>
                        <a:cubicBezTo>
                          <a:pt x="126600" y="622935"/>
                          <a:pt x="73070" y="572643"/>
                          <a:pt x="39256" y="506825"/>
                        </a:cubicBezTo>
                        <a:cubicBezTo>
                          <a:pt x="-13513" y="404051"/>
                          <a:pt x="-11703" y="296418"/>
                          <a:pt x="36398" y="190691"/>
                        </a:cubicBezTo>
                        <a:cubicBezTo>
                          <a:pt x="44971" y="171926"/>
                          <a:pt x="55448" y="154019"/>
                          <a:pt x="76499" y="146018"/>
                        </a:cubicBezTo>
                        <a:cubicBezTo>
                          <a:pt x="90119" y="143066"/>
                          <a:pt x="100692" y="150305"/>
                          <a:pt x="111932" y="156305"/>
                        </a:cubicBezTo>
                        <a:cubicBezTo>
                          <a:pt x="169844" y="187071"/>
                          <a:pt x="212802" y="172593"/>
                          <a:pt x="243472" y="112490"/>
                        </a:cubicBezTo>
                        <a:cubicBezTo>
                          <a:pt x="257093" y="85820"/>
                          <a:pt x="260617" y="54483"/>
                          <a:pt x="280715" y="30766"/>
                        </a:cubicBezTo>
                        <a:cubicBezTo>
                          <a:pt x="284906" y="25813"/>
                          <a:pt x="290049" y="22289"/>
                          <a:pt x="295764" y="19431"/>
                        </a:cubicBezTo>
                        <a:cubicBezTo>
                          <a:pt x="325768" y="10573"/>
                          <a:pt x="351104" y="18193"/>
                          <a:pt x="372060" y="41148"/>
                        </a:cubicBezTo>
                        <a:cubicBezTo>
                          <a:pt x="383299" y="56293"/>
                          <a:pt x="379108" y="75438"/>
                          <a:pt x="384442" y="94012"/>
                        </a:cubicBezTo>
                        <a:cubicBezTo>
                          <a:pt x="388633" y="70104"/>
                          <a:pt x="397205" y="53435"/>
                          <a:pt x="424066" y="57150"/>
                        </a:cubicBezTo>
                        <a:cubicBezTo>
                          <a:pt x="437687" y="60579"/>
                          <a:pt x="445211" y="70771"/>
                          <a:pt x="449593" y="82677"/>
                        </a:cubicBezTo>
                        <a:cubicBezTo>
                          <a:pt x="465119" y="125063"/>
                          <a:pt x="493503" y="157734"/>
                          <a:pt x="526745" y="186785"/>
                        </a:cubicBezTo>
                        <a:cubicBezTo>
                          <a:pt x="543033" y="216027"/>
                          <a:pt x="550463" y="248888"/>
                          <a:pt x="564464" y="279083"/>
                        </a:cubicBezTo>
                        <a:cubicBezTo>
                          <a:pt x="589706" y="333470"/>
                          <a:pt x="632949" y="362045"/>
                          <a:pt x="691623" y="364045"/>
                        </a:cubicBezTo>
                        <a:cubicBezTo>
                          <a:pt x="747440" y="366046"/>
                          <a:pt x="781158" y="331375"/>
                          <a:pt x="807352" y="286131"/>
                        </a:cubicBezTo>
                        <a:cubicBezTo>
                          <a:pt x="829164" y="248317"/>
                          <a:pt x="835260" y="201454"/>
                          <a:pt x="872503" y="172498"/>
                        </a:cubicBezTo>
                        <a:cubicBezTo>
                          <a:pt x="976040" y="180594"/>
                          <a:pt x="981660" y="146971"/>
                          <a:pt x="1014711" y="69056"/>
                        </a:cubicBezTo>
                        <a:cubicBezTo>
                          <a:pt x="1022522" y="50673"/>
                          <a:pt x="1023188" y="28003"/>
                          <a:pt x="1045382" y="18288"/>
                        </a:cubicBezTo>
                        <a:cubicBezTo>
                          <a:pt x="1110819" y="5715"/>
                          <a:pt x="1165873" y="31051"/>
                          <a:pt x="1218451" y="65437"/>
                        </a:cubicBezTo>
                        <a:cubicBezTo>
                          <a:pt x="1234548" y="81439"/>
                          <a:pt x="1241216" y="102108"/>
                          <a:pt x="1245693" y="123444"/>
                        </a:cubicBezTo>
                        <a:cubicBezTo>
                          <a:pt x="1250741" y="147447"/>
                          <a:pt x="1261409" y="166973"/>
                          <a:pt x="1283697" y="178784"/>
                        </a:cubicBezTo>
                        <a:cubicBezTo>
                          <a:pt x="1325226" y="188119"/>
                          <a:pt x="1342276" y="216313"/>
                          <a:pt x="1348086" y="256508"/>
                        </a:cubicBezTo>
                        <a:cubicBezTo>
                          <a:pt x="1354849" y="302514"/>
                          <a:pt x="1357326" y="348329"/>
                          <a:pt x="1349610" y="393954"/>
                        </a:cubicBezTo>
                        <a:cubicBezTo>
                          <a:pt x="1328560" y="518636"/>
                          <a:pt x="1246550" y="597599"/>
                          <a:pt x="1110723" y="627126"/>
                        </a:cubicBezTo>
                        <a:cubicBezTo>
                          <a:pt x="1059288" y="638270"/>
                          <a:pt x="1006996" y="639699"/>
                          <a:pt x="954799" y="643319"/>
                        </a:cubicBezTo>
                        <a:cubicBezTo>
                          <a:pt x="898506" y="647129"/>
                          <a:pt x="871360" y="674370"/>
                          <a:pt x="870217" y="721233"/>
                        </a:cubicBezTo>
                        <a:cubicBezTo>
                          <a:pt x="869931" y="733616"/>
                          <a:pt x="867645" y="749903"/>
                          <a:pt x="882314" y="753999"/>
                        </a:cubicBezTo>
                        <a:cubicBezTo>
                          <a:pt x="899078" y="758762"/>
                          <a:pt x="903364" y="742093"/>
                          <a:pt x="905745" y="730377"/>
                        </a:cubicBezTo>
                        <a:cubicBezTo>
                          <a:pt x="914794" y="685705"/>
                          <a:pt x="946703" y="678466"/>
                          <a:pt x="984612" y="679704"/>
                        </a:cubicBezTo>
                        <a:cubicBezTo>
                          <a:pt x="1065384" y="682276"/>
                          <a:pt x="1142442" y="665131"/>
                          <a:pt x="1215308" y="631889"/>
                        </a:cubicBezTo>
                        <a:cubicBezTo>
                          <a:pt x="1329036" y="579977"/>
                          <a:pt x="1383138" y="486918"/>
                          <a:pt x="1392092" y="364998"/>
                        </a:cubicBezTo>
                        <a:cubicBezTo>
                          <a:pt x="1397521" y="290798"/>
                          <a:pt x="1387996" y="219266"/>
                          <a:pt x="1350658" y="153353"/>
                        </a:cubicBezTo>
                        <a:cubicBezTo>
                          <a:pt x="1340657" y="118586"/>
                          <a:pt x="1327322" y="84772"/>
                          <a:pt x="1318368" y="49625"/>
                        </a:cubicBezTo>
                        <a:cubicBezTo>
                          <a:pt x="1314177" y="33147"/>
                          <a:pt x="1306462" y="16383"/>
                          <a:pt x="1319035" y="0"/>
                        </a:cubicBezTo>
                        <a:close/>
                      </a:path>
                    </a:pathLst>
                  </a:custGeom>
                  <a:solidFill>
                    <a:srgbClr val="ECA7B4"/>
                  </a:solidFill>
                  <a:ln w="0" cap="flat">
                    <a:noFill/>
                    <a:prstDash val="solid"/>
                    <a:miter/>
                  </a:ln>
                </p:spPr>
                <p:txBody>
                  <a:bodyPr rtlCol="0" anchor="ctr"/>
                  <a:lstStyle/>
                  <a:p>
                    <a:endParaRPr lang="zh-CN" altLang="en-US" sz="650"/>
                  </a:p>
                </p:txBody>
              </p:sp>
              <p:sp>
                <p:nvSpPr>
                  <p:cNvPr id="264" name="任意多边形: 形状 686"/>
                  <p:cNvSpPr/>
                  <p:nvPr/>
                </p:nvSpPr>
                <p:spPr>
                  <a:xfrm>
                    <a:off x="5515708" y="6475158"/>
                    <a:ext cx="427169" cy="163294"/>
                  </a:xfrm>
                  <a:custGeom>
                    <a:avLst/>
                    <a:gdLst>
                      <a:gd name="connsiteX0" fmla="*/ 605529 w 1445062"/>
                      <a:gd name="connsiteY0" fmla="*/ 541775 h 552405"/>
                      <a:gd name="connsiteX1" fmla="*/ 511231 w 1445062"/>
                      <a:gd name="connsiteY1" fmla="*/ 416998 h 552405"/>
                      <a:gd name="connsiteX2" fmla="*/ 501897 w 1445062"/>
                      <a:gd name="connsiteY2" fmla="*/ 406615 h 552405"/>
                      <a:gd name="connsiteX3" fmla="*/ 472751 w 1445062"/>
                      <a:gd name="connsiteY3" fmla="*/ 321748 h 552405"/>
                      <a:gd name="connsiteX4" fmla="*/ 454653 w 1445062"/>
                      <a:gd name="connsiteY4" fmla="*/ 248977 h 552405"/>
                      <a:gd name="connsiteX5" fmla="*/ 439032 w 1445062"/>
                      <a:gd name="connsiteY5" fmla="*/ 182302 h 552405"/>
                      <a:gd name="connsiteX6" fmla="*/ 424554 w 1445062"/>
                      <a:gd name="connsiteY6" fmla="*/ 239071 h 552405"/>
                      <a:gd name="connsiteX7" fmla="*/ 406076 w 1445062"/>
                      <a:gd name="connsiteY7" fmla="*/ 305936 h 552405"/>
                      <a:gd name="connsiteX8" fmla="*/ 377596 w 1445062"/>
                      <a:gd name="connsiteY8" fmla="*/ 379183 h 552405"/>
                      <a:gd name="connsiteX9" fmla="*/ 346259 w 1445062"/>
                      <a:gd name="connsiteY9" fmla="*/ 458431 h 552405"/>
                      <a:gd name="connsiteX10" fmla="*/ 168617 w 1445062"/>
                      <a:gd name="connsiteY10" fmla="*/ 501675 h 552405"/>
                      <a:gd name="connsiteX11" fmla="*/ 111944 w 1445062"/>
                      <a:gd name="connsiteY11" fmla="*/ 429285 h 552405"/>
                      <a:gd name="connsiteX12" fmla="*/ 92798 w 1445062"/>
                      <a:gd name="connsiteY12" fmla="*/ 359562 h 552405"/>
                      <a:gd name="connsiteX13" fmla="*/ 3739 w 1445062"/>
                      <a:gd name="connsiteY13" fmla="*/ 85623 h 552405"/>
                      <a:gd name="connsiteX14" fmla="*/ 44221 w 1445062"/>
                      <a:gd name="connsiteY14" fmla="*/ 2660 h 552405"/>
                      <a:gd name="connsiteX15" fmla="*/ 121087 w 1445062"/>
                      <a:gd name="connsiteY15" fmla="*/ 52666 h 552405"/>
                      <a:gd name="connsiteX16" fmla="*/ 188620 w 1445062"/>
                      <a:gd name="connsiteY16" fmla="*/ 283743 h 552405"/>
                      <a:gd name="connsiteX17" fmla="*/ 236816 w 1445062"/>
                      <a:gd name="connsiteY17" fmla="*/ 336035 h 552405"/>
                      <a:gd name="connsiteX18" fmla="*/ 273487 w 1445062"/>
                      <a:gd name="connsiteY18" fmla="*/ 276123 h 552405"/>
                      <a:gd name="connsiteX19" fmla="*/ 281965 w 1445062"/>
                      <a:gd name="connsiteY19" fmla="*/ 264788 h 552405"/>
                      <a:gd name="connsiteX20" fmla="*/ 319969 w 1445062"/>
                      <a:gd name="connsiteY20" fmla="*/ 148107 h 552405"/>
                      <a:gd name="connsiteX21" fmla="*/ 343020 w 1445062"/>
                      <a:gd name="connsiteY21" fmla="*/ 85909 h 552405"/>
                      <a:gd name="connsiteX22" fmla="*/ 439413 w 1445062"/>
                      <a:gd name="connsiteY22" fmla="*/ 7042 h 552405"/>
                      <a:gd name="connsiteX23" fmla="*/ 531424 w 1445062"/>
                      <a:gd name="connsiteY23" fmla="*/ 84575 h 552405"/>
                      <a:gd name="connsiteX24" fmla="*/ 568477 w 1445062"/>
                      <a:gd name="connsiteY24" fmla="*/ 191922 h 552405"/>
                      <a:gd name="connsiteX25" fmla="*/ 626865 w 1445062"/>
                      <a:gd name="connsiteY25" fmla="*/ 376516 h 552405"/>
                      <a:gd name="connsiteX26" fmla="*/ 690682 w 1445062"/>
                      <a:gd name="connsiteY26" fmla="*/ 170586 h 552405"/>
                      <a:gd name="connsiteX27" fmla="*/ 719067 w 1445062"/>
                      <a:gd name="connsiteY27" fmla="*/ 90195 h 552405"/>
                      <a:gd name="connsiteX28" fmla="*/ 816889 w 1445062"/>
                      <a:gd name="connsiteY28" fmla="*/ 7137 h 552405"/>
                      <a:gd name="connsiteX29" fmla="*/ 910996 w 1445062"/>
                      <a:gd name="connsiteY29" fmla="*/ 88957 h 552405"/>
                      <a:gd name="connsiteX30" fmla="*/ 969194 w 1445062"/>
                      <a:gd name="connsiteY30" fmla="*/ 274123 h 552405"/>
                      <a:gd name="connsiteX31" fmla="*/ 1001960 w 1445062"/>
                      <a:gd name="connsiteY31" fmla="*/ 355276 h 552405"/>
                      <a:gd name="connsiteX32" fmla="*/ 1042727 w 1445062"/>
                      <a:gd name="connsiteY32" fmla="*/ 255073 h 552405"/>
                      <a:gd name="connsiteX33" fmla="*/ 1092828 w 1445062"/>
                      <a:gd name="connsiteY33" fmla="*/ 97720 h 552405"/>
                      <a:gd name="connsiteX34" fmla="*/ 1185125 w 1445062"/>
                      <a:gd name="connsiteY34" fmla="*/ 7232 h 552405"/>
                      <a:gd name="connsiteX35" fmla="*/ 1296377 w 1445062"/>
                      <a:gd name="connsiteY35" fmla="*/ 81622 h 552405"/>
                      <a:gd name="connsiteX36" fmla="*/ 1404010 w 1445062"/>
                      <a:gd name="connsiteY36" fmla="*/ 351942 h 552405"/>
                      <a:gd name="connsiteX37" fmla="*/ 1445062 w 1445062"/>
                      <a:gd name="connsiteY37" fmla="*/ 502151 h 552405"/>
                      <a:gd name="connsiteX38" fmla="*/ 1357813 w 1445062"/>
                      <a:gd name="connsiteY38" fmla="*/ 541966 h 552405"/>
                      <a:gd name="connsiteX39" fmla="*/ 1318380 w 1445062"/>
                      <a:gd name="connsiteY39" fmla="*/ 479386 h 552405"/>
                      <a:gd name="connsiteX40" fmla="*/ 1300378 w 1445062"/>
                      <a:gd name="connsiteY40" fmla="*/ 427380 h 552405"/>
                      <a:gd name="connsiteX41" fmla="*/ 1263135 w 1445062"/>
                      <a:gd name="connsiteY41" fmla="*/ 334606 h 552405"/>
                      <a:gd name="connsiteX42" fmla="*/ 1234751 w 1445062"/>
                      <a:gd name="connsiteY42" fmla="*/ 249643 h 552405"/>
                      <a:gd name="connsiteX43" fmla="*/ 1198174 w 1445062"/>
                      <a:gd name="connsiteY43" fmla="*/ 155917 h 552405"/>
                      <a:gd name="connsiteX44" fmla="*/ 1176648 w 1445062"/>
                      <a:gd name="connsiteY44" fmla="*/ 248024 h 552405"/>
                      <a:gd name="connsiteX45" fmla="*/ 1160837 w 1445062"/>
                      <a:gd name="connsiteY45" fmla="*/ 315175 h 552405"/>
                      <a:gd name="connsiteX46" fmla="*/ 1128832 w 1445062"/>
                      <a:gd name="connsiteY46" fmla="*/ 378326 h 552405"/>
                      <a:gd name="connsiteX47" fmla="*/ 1092161 w 1445062"/>
                      <a:gd name="connsiteY47" fmla="*/ 473671 h 552405"/>
                      <a:gd name="connsiteX48" fmla="*/ 958526 w 1445062"/>
                      <a:gd name="connsiteY48" fmla="*/ 530726 h 552405"/>
                      <a:gd name="connsiteX49" fmla="*/ 901185 w 1445062"/>
                      <a:gd name="connsiteY49" fmla="*/ 477196 h 552405"/>
                      <a:gd name="connsiteX50" fmla="*/ 873944 w 1445062"/>
                      <a:gd name="connsiteY50" fmla="*/ 408997 h 552405"/>
                      <a:gd name="connsiteX51" fmla="*/ 863085 w 1445062"/>
                      <a:gd name="connsiteY51" fmla="*/ 377183 h 552405"/>
                      <a:gd name="connsiteX52" fmla="*/ 821651 w 1445062"/>
                      <a:gd name="connsiteY52" fmla="*/ 221545 h 552405"/>
                      <a:gd name="connsiteX53" fmla="*/ 812221 w 1445062"/>
                      <a:gd name="connsiteY53" fmla="*/ 207638 h 552405"/>
                      <a:gd name="connsiteX54" fmla="*/ 739736 w 1445062"/>
                      <a:gd name="connsiteY54" fmla="*/ 452621 h 552405"/>
                      <a:gd name="connsiteX55" fmla="*/ 728020 w 1445062"/>
                      <a:gd name="connsiteY55" fmla="*/ 477672 h 552405"/>
                      <a:gd name="connsiteX56" fmla="*/ 682872 w 1445062"/>
                      <a:gd name="connsiteY56" fmla="*/ 533298 h 552405"/>
                      <a:gd name="connsiteX57" fmla="*/ 605243 w 1445062"/>
                      <a:gd name="connsiteY57" fmla="*/ 541966 h 55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45062" h="552405">
                        <a:moveTo>
                          <a:pt x="605529" y="541775"/>
                        </a:moveTo>
                        <a:cubicBezTo>
                          <a:pt x="549712" y="518629"/>
                          <a:pt x="535235" y="464242"/>
                          <a:pt x="511231" y="416998"/>
                        </a:cubicBezTo>
                        <a:cubicBezTo>
                          <a:pt x="507993" y="413664"/>
                          <a:pt x="504850" y="410235"/>
                          <a:pt x="501897" y="406615"/>
                        </a:cubicBezTo>
                        <a:cubicBezTo>
                          <a:pt x="485704" y="380517"/>
                          <a:pt x="482942" y="349846"/>
                          <a:pt x="472751" y="321748"/>
                        </a:cubicBezTo>
                        <a:cubicBezTo>
                          <a:pt x="463797" y="298221"/>
                          <a:pt x="461606" y="272980"/>
                          <a:pt x="454653" y="248977"/>
                        </a:cubicBezTo>
                        <a:cubicBezTo>
                          <a:pt x="449986" y="225545"/>
                          <a:pt x="435984" y="203542"/>
                          <a:pt x="439032" y="182302"/>
                        </a:cubicBezTo>
                        <a:cubicBezTo>
                          <a:pt x="434841" y="197923"/>
                          <a:pt x="431793" y="219163"/>
                          <a:pt x="424554" y="239071"/>
                        </a:cubicBezTo>
                        <a:cubicBezTo>
                          <a:pt x="417029" y="260978"/>
                          <a:pt x="413314" y="283933"/>
                          <a:pt x="406076" y="305936"/>
                        </a:cubicBezTo>
                        <a:cubicBezTo>
                          <a:pt x="397503" y="330701"/>
                          <a:pt x="400265" y="359943"/>
                          <a:pt x="377596" y="379183"/>
                        </a:cubicBezTo>
                        <a:cubicBezTo>
                          <a:pt x="367213" y="405663"/>
                          <a:pt x="357212" y="432238"/>
                          <a:pt x="346259" y="458431"/>
                        </a:cubicBezTo>
                        <a:cubicBezTo>
                          <a:pt x="308063" y="549586"/>
                          <a:pt x="243865" y="565111"/>
                          <a:pt x="168617" y="501675"/>
                        </a:cubicBezTo>
                        <a:cubicBezTo>
                          <a:pt x="133184" y="490435"/>
                          <a:pt x="126136" y="457098"/>
                          <a:pt x="111944" y="429285"/>
                        </a:cubicBezTo>
                        <a:cubicBezTo>
                          <a:pt x="98132" y="408044"/>
                          <a:pt x="98799" y="382898"/>
                          <a:pt x="92798" y="359562"/>
                        </a:cubicBezTo>
                        <a:cubicBezTo>
                          <a:pt x="63080" y="268217"/>
                          <a:pt x="33457" y="176968"/>
                          <a:pt x="3739" y="85623"/>
                        </a:cubicBezTo>
                        <a:cubicBezTo>
                          <a:pt x="-8167" y="49142"/>
                          <a:pt x="9169" y="13423"/>
                          <a:pt x="44221" y="2660"/>
                        </a:cubicBezTo>
                        <a:cubicBezTo>
                          <a:pt x="78701" y="-7913"/>
                          <a:pt x="114896" y="13900"/>
                          <a:pt x="121087" y="52666"/>
                        </a:cubicBezTo>
                        <a:cubicBezTo>
                          <a:pt x="133946" y="132676"/>
                          <a:pt x="164521" y="207162"/>
                          <a:pt x="188620" y="283743"/>
                        </a:cubicBezTo>
                        <a:cubicBezTo>
                          <a:pt x="206051" y="300697"/>
                          <a:pt x="210527" y="337369"/>
                          <a:pt x="236816" y="336035"/>
                        </a:cubicBezTo>
                        <a:cubicBezTo>
                          <a:pt x="266629" y="334511"/>
                          <a:pt x="261391" y="296792"/>
                          <a:pt x="273487" y="276123"/>
                        </a:cubicBezTo>
                        <a:cubicBezTo>
                          <a:pt x="275869" y="272027"/>
                          <a:pt x="278821" y="268408"/>
                          <a:pt x="281965" y="264788"/>
                        </a:cubicBezTo>
                        <a:cubicBezTo>
                          <a:pt x="301872" y="228212"/>
                          <a:pt x="305872" y="186493"/>
                          <a:pt x="319969" y="148107"/>
                        </a:cubicBezTo>
                        <a:cubicBezTo>
                          <a:pt x="327589" y="127342"/>
                          <a:pt x="333590" y="105816"/>
                          <a:pt x="343020" y="85909"/>
                        </a:cubicBezTo>
                        <a:cubicBezTo>
                          <a:pt x="362546" y="44856"/>
                          <a:pt x="386359" y="6089"/>
                          <a:pt x="439413" y="7042"/>
                        </a:cubicBezTo>
                        <a:cubicBezTo>
                          <a:pt x="489800" y="7899"/>
                          <a:pt x="514375" y="43808"/>
                          <a:pt x="531424" y="84575"/>
                        </a:cubicBezTo>
                        <a:cubicBezTo>
                          <a:pt x="545998" y="119437"/>
                          <a:pt x="557047" y="155822"/>
                          <a:pt x="568477" y="191922"/>
                        </a:cubicBezTo>
                        <a:cubicBezTo>
                          <a:pt x="587336" y="251644"/>
                          <a:pt x="599243" y="313651"/>
                          <a:pt x="626865" y="376516"/>
                        </a:cubicBezTo>
                        <a:cubicBezTo>
                          <a:pt x="658393" y="307174"/>
                          <a:pt x="668203" y="236880"/>
                          <a:pt x="690682" y="170586"/>
                        </a:cubicBezTo>
                        <a:cubicBezTo>
                          <a:pt x="699827" y="143725"/>
                          <a:pt x="708018" y="116389"/>
                          <a:pt x="719067" y="90195"/>
                        </a:cubicBezTo>
                        <a:cubicBezTo>
                          <a:pt x="737545" y="46380"/>
                          <a:pt x="761929" y="6184"/>
                          <a:pt x="816889" y="7137"/>
                        </a:cubicBezTo>
                        <a:cubicBezTo>
                          <a:pt x="869181" y="8089"/>
                          <a:pt x="892422" y="46951"/>
                          <a:pt x="910996" y="88957"/>
                        </a:cubicBezTo>
                        <a:cubicBezTo>
                          <a:pt x="937285" y="148488"/>
                          <a:pt x="950620" y="212115"/>
                          <a:pt x="969194" y="274123"/>
                        </a:cubicBezTo>
                        <a:cubicBezTo>
                          <a:pt x="986910" y="299935"/>
                          <a:pt x="1003293" y="326224"/>
                          <a:pt x="1001960" y="355276"/>
                        </a:cubicBezTo>
                        <a:cubicBezTo>
                          <a:pt x="1010818" y="323843"/>
                          <a:pt x="1018343" y="285934"/>
                          <a:pt x="1042727" y="255073"/>
                        </a:cubicBezTo>
                        <a:cubicBezTo>
                          <a:pt x="1059205" y="202590"/>
                          <a:pt x="1073873" y="149345"/>
                          <a:pt x="1092828" y="97720"/>
                        </a:cubicBezTo>
                        <a:cubicBezTo>
                          <a:pt x="1108925" y="54095"/>
                          <a:pt x="1131404" y="11995"/>
                          <a:pt x="1185125" y="7232"/>
                        </a:cubicBezTo>
                        <a:cubicBezTo>
                          <a:pt x="1240561" y="2279"/>
                          <a:pt x="1271136" y="40189"/>
                          <a:pt x="1296377" y="81622"/>
                        </a:cubicBezTo>
                        <a:cubicBezTo>
                          <a:pt x="1347527" y="165538"/>
                          <a:pt x="1370577" y="260883"/>
                          <a:pt x="1404010" y="351942"/>
                        </a:cubicBezTo>
                        <a:cubicBezTo>
                          <a:pt x="1410582" y="403948"/>
                          <a:pt x="1441062" y="449383"/>
                          <a:pt x="1445062" y="502151"/>
                        </a:cubicBezTo>
                        <a:cubicBezTo>
                          <a:pt x="1432489" y="548347"/>
                          <a:pt x="1426298" y="551110"/>
                          <a:pt x="1357813" y="541966"/>
                        </a:cubicBezTo>
                        <a:cubicBezTo>
                          <a:pt x="1331048" y="529583"/>
                          <a:pt x="1320571" y="508628"/>
                          <a:pt x="1318380" y="479386"/>
                        </a:cubicBezTo>
                        <a:cubicBezTo>
                          <a:pt x="1317046" y="461670"/>
                          <a:pt x="1306664" y="444715"/>
                          <a:pt x="1300378" y="427380"/>
                        </a:cubicBezTo>
                        <a:cubicBezTo>
                          <a:pt x="1280470" y="399376"/>
                          <a:pt x="1271707" y="366991"/>
                          <a:pt x="1263135" y="334606"/>
                        </a:cubicBezTo>
                        <a:cubicBezTo>
                          <a:pt x="1254944" y="305841"/>
                          <a:pt x="1246276" y="277266"/>
                          <a:pt x="1234751" y="249643"/>
                        </a:cubicBezTo>
                        <a:cubicBezTo>
                          <a:pt x="1220654" y="218116"/>
                          <a:pt x="1207033" y="186397"/>
                          <a:pt x="1198174" y="155917"/>
                        </a:cubicBezTo>
                        <a:cubicBezTo>
                          <a:pt x="1198841" y="187255"/>
                          <a:pt x="1183696" y="216782"/>
                          <a:pt x="1176648" y="248024"/>
                        </a:cubicBezTo>
                        <a:cubicBezTo>
                          <a:pt x="1169219" y="269932"/>
                          <a:pt x="1164932" y="292506"/>
                          <a:pt x="1160837" y="315175"/>
                        </a:cubicBezTo>
                        <a:cubicBezTo>
                          <a:pt x="1155503" y="338893"/>
                          <a:pt x="1150740" y="362991"/>
                          <a:pt x="1128832" y="378326"/>
                        </a:cubicBezTo>
                        <a:cubicBezTo>
                          <a:pt x="1116736" y="410235"/>
                          <a:pt x="1107020" y="443191"/>
                          <a:pt x="1092161" y="473671"/>
                        </a:cubicBezTo>
                        <a:cubicBezTo>
                          <a:pt x="1061395" y="536917"/>
                          <a:pt x="1024819" y="551395"/>
                          <a:pt x="958526" y="530726"/>
                        </a:cubicBezTo>
                        <a:cubicBezTo>
                          <a:pt x="929474" y="523582"/>
                          <a:pt x="916520" y="499103"/>
                          <a:pt x="901185" y="477196"/>
                        </a:cubicBezTo>
                        <a:cubicBezTo>
                          <a:pt x="888517" y="455860"/>
                          <a:pt x="885373" y="430809"/>
                          <a:pt x="873944" y="408997"/>
                        </a:cubicBezTo>
                        <a:cubicBezTo>
                          <a:pt x="869943" y="398519"/>
                          <a:pt x="866800" y="387756"/>
                          <a:pt x="863085" y="377183"/>
                        </a:cubicBezTo>
                        <a:cubicBezTo>
                          <a:pt x="850417" y="324986"/>
                          <a:pt x="837463" y="272884"/>
                          <a:pt x="821651" y="221545"/>
                        </a:cubicBezTo>
                        <a:cubicBezTo>
                          <a:pt x="820222" y="217068"/>
                          <a:pt x="819365" y="212305"/>
                          <a:pt x="812221" y="207638"/>
                        </a:cubicBezTo>
                        <a:cubicBezTo>
                          <a:pt x="787456" y="289744"/>
                          <a:pt x="769645" y="373087"/>
                          <a:pt x="739736" y="452621"/>
                        </a:cubicBezTo>
                        <a:cubicBezTo>
                          <a:pt x="736307" y="461194"/>
                          <a:pt x="732307" y="469480"/>
                          <a:pt x="728020" y="477672"/>
                        </a:cubicBezTo>
                        <a:cubicBezTo>
                          <a:pt x="716495" y="499008"/>
                          <a:pt x="701636" y="517677"/>
                          <a:pt x="682872" y="533298"/>
                        </a:cubicBezTo>
                        <a:cubicBezTo>
                          <a:pt x="658488" y="549300"/>
                          <a:pt x="633723" y="562349"/>
                          <a:pt x="605243" y="541966"/>
                        </a:cubicBezTo>
                        <a:close/>
                      </a:path>
                    </a:pathLst>
                  </a:custGeom>
                  <a:solidFill>
                    <a:srgbClr val="BF382F"/>
                  </a:solidFill>
                  <a:ln w="0" cap="flat">
                    <a:noFill/>
                    <a:prstDash val="solid"/>
                    <a:miter/>
                  </a:ln>
                </p:spPr>
                <p:txBody>
                  <a:bodyPr rtlCol="0" anchor="ctr"/>
                  <a:lstStyle/>
                  <a:p>
                    <a:endParaRPr lang="zh-CN" altLang="en-US" sz="650"/>
                  </a:p>
                </p:txBody>
              </p:sp>
              <p:sp>
                <p:nvSpPr>
                  <p:cNvPr id="265" name="任意多边形: 形状 688"/>
                  <p:cNvSpPr/>
                  <p:nvPr/>
                </p:nvSpPr>
                <p:spPr>
                  <a:xfrm>
                    <a:off x="5744183" y="6839156"/>
                    <a:ext cx="214874" cy="246628"/>
                  </a:xfrm>
                  <a:custGeom>
                    <a:avLst/>
                    <a:gdLst>
                      <a:gd name="connsiteX0" fmla="*/ 392601 w 726894"/>
                      <a:gd name="connsiteY0" fmla="*/ 834315 h 834315"/>
                      <a:gd name="connsiteX1" fmla="*/ 89420 w 726894"/>
                      <a:gd name="connsiteY1" fmla="*/ 803550 h 834315"/>
                      <a:gd name="connsiteX2" fmla="*/ 5028 w 726894"/>
                      <a:gd name="connsiteY2" fmla="*/ 708585 h 834315"/>
                      <a:gd name="connsiteX3" fmla="*/ 8839 w 726894"/>
                      <a:gd name="connsiteY3" fmla="*/ 487320 h 834315"/>
                      <a:gd name="connsiteX4" fmla="*/ 8839 w 726894"/>
                      <a:gd name="connsiteY4" fmla="*/ 312631 h 834315"/>
                      <a:gd name="connsiteX5" fmla="*/ 6457 w 726894"/>
                      <a:gd name="connsiteY5" fmla="*/ 98890 h 834315"/>
                      <a:gd name="connsiteX6" fmla="*/ 145713 w 726894"/>
                      <a:gd name="connsiteY6" fmla="*/ 2402 h 834315"/>
                      <a:gd name="connsiteX7" fmla="*/ 341261 w 726894"/>
                      <a:gd name="connsiteY7" fmla="*/ 24500 h 834315"/>
                      <a:gd name="connsiteX8" fmla="*/ 451370 w 726894"/>
                      <a:gd name="connsiteY8" fmla="*/ 3069 h 834315"/>
                      <a:gd name="connsiteX9" fmla="*/ 638727 w 726894"/>
                      <a:gd name="connsiteY9" fmla="*/ 106701 h 834315"/>
                      <a:gd name="connsiteX10" fmla="*/ 721785 w 726894"/>
                      <a:gd name="connsiteY10" fmla="*/ 470937 h 834315"/>
                      <a:gd name="connsiteX11" fmla="*/ 642060 w 726894"/>
                      <a:gd name="connsiteY11" fmla="*/ 709157 h 834315"/>
                      <a:gd name="connsiteX12" fmla="*/ 392506 w 726894"/>
                      <a:gd name="connsiteY12" fmla="*/ 834315 h 83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894" h="834315">
                        <a:moveTo>
                          <a:pt x="392601" y="834315"/>
                        </a:moveTo>
                        <a:cubicBezTo>
                          <a:pt x="304018" y="808884"/>
                          <a:pt x="197433" y="801168"/>
                          <a:pt x="89420" y="803550"/>
                        </a:cubicBezTo>
                        <a:cubicBezTo>
                          <a:pt x="60845" y="804216"/>
                          <a:pt x="9791" y="741923"/>
                          <a:pt x="5028" y="708585"/>
                        </a:cubicBezTo>
                        <a:cubicBezTo>
                          <a:pt x="-5544" y="634671"/>
                          <a:pt x="2933" y="560662"/>
                          <a:pt x="8839" y="487320"/>
                        </a:cubicBezTo>
                        <a:cubicBezTo>
                          <a:pt x="13601" y="428646"/>
                          <a:pt x="13696" y="371305"/>
                          <a:pt x="8839" y="312631"/>
                        </a:cubicBezTo>
                        <a:cubicBezTo>
                          <a:pt x="3028" y="241765"/>
                          <a:pt x="1504" y="169756"/>
                          <a:pt x="6457" y="98890"/>
                        </a:cubicBezTo>
                        <a:cubicBezTo>
                          <a:pt x="11315" y="29262"/>
                          <a:pt x="75132" y="-10457"/>
                          <a:pt x="145713" y="2402"/>
                        </a:cubicBezTo>
                        <a:cubicBezTo>
                          <a:pt x="210292" y="14118"/>
                          <a:pt x="274110" y="31358"/>
                          <a:pt x="341261" y="24500"/>
                        </a:cubicBezTo>
                        <a:cubicBezTo>
                          <a:pt x="378694" y="20690"/>
                          <a:pt x="411556" y="2402"/>
                          <a:pt x="451370" y="3069"/>
                        </a:cubicBezTo>
                        <a:cubicBezTo>
                          <a:pt x="534523" y="4402"/>
                          <a:pt x="596341" y="43264"/>
                          <a:pt x="638727" y="106701"/>
                        </a:cubicBezTo>
                        <a:cubicBezTo>
                          <a:pt x="711783" y="216143"/>
                          <a:pt x="739311" y="338063"/>
                          <a:pt x="721785" y="470937"/>
                        </a:cubicBezTo>
                        <a:cubicBezTo>
                          <a:pt x="710545" y="556471"/>
                          <a:pt x="694162" y="638577"/>
                          <a:pt x="642060" y="709157"/>
                        </a:cubicBezTo>
                        <a:cubicBezTo>
                          <a:pt x="584529" y="787167"/>
                          <a:pt x="507758" y="830791"/>
                          <a:pt x="392506" y="834315"/>
                        </a:cubicBezTo>
                        <a:close/>
                      </a:path>
                    </a:pathLst>
                  </a:custGeom>
                  <a:solidFill>
                    <a:srgbClr val="C1B7D9"/>
                  </a:solidFill>
                  <a:ln w="0" cap="flat">
                    <a:noFill/>
                    <a:prstDash val="solid"/>
                    <a:miter/>
                  </a:ln>
                </p:spPr>
                <p:txBody>
                  <a:bodyPr rtlCol="0" anchor="ctr"/>
                  <a:lstStyle/>
                  <a:p>
                    <a:endParaRPr lang="zh-CN" altLang="en-US" sz="650"/>
                  </a:p>
                </p:txBody>
              </p:sp>
              <p:sp>
                <p:nvSpPr>
                  <p:cNvPr id="266" name="任意多边形: 形状 691"/>
                  <p:cNvSpPr/>
                  <p:nvPr/>
                </p:nvSpPr>
                <p:spPr>
                  <a:xfrm>
                    <a:off x="5647077" y="7060078"/>
                    <a:ext cx="100285" cy="596291"/>
                  </a:xfrm>
                  <a:custGeom>
                    <a:avLst/>
                    <a:gdLst>
                      <a:gd name="connsiteX0" fmla="*/ 66732 w 339251"/>
                      <a:gd name="connsiteY0" fmla="*/ 0 h 2017184"/>
                      <a:gd name="connsiteX1" fmla="*/ 75305 w 339251"/>
                      <a:gd name="connsiteY1" fmla="*/ 54102 h 2017184"/>
                      <a:gd name="connsiteX2" fmla="*/ 65875 w 339251"/>
                      <a:gd name="connsiteY2" fmla="*/ 622268 h 2017184"/>
                      <a:gd name="connsiteX3" fmla="*/ 78924 w 339251"/>
                      <a:gd name="connsiteY3" fmla="*/ 654272 h 2017184"/>
                      <a:gd name="connsiteX4" fmla="*/ 114357 w 339251"/>
                      <a:gd name="connsiteY4" fmla="*/ 638461 h 2017184"/>
                      <a:gd name="connsiteX5" fmla="*/ 114548 w 339251"/>
                      <a:gd name="connsiteY5" fmla="*/ 638461 h 2017184"/>
                      <a:gd name="connsiteX6" fmla="*/ 270758 w 339251"/>
                      <a:gd name="connsiteY6" fmla="*/ 647891 h 2017184"/>
                      <a:gd name="connsiteX7" fmla="*/ 297809 w 339251"/>
                      <a:gd name="connsiteY7" fmla="*/ 772192 h 2017184"/>
                      <a:gd name="connsiteX8" fmla="*/ 90450 w 339251"/>
                      <a:gd name="connsiteY8" fmla="*/ 801719 h 2017184"/>
                      <a:gd name="connsiteX9" fmla="*/ 209893 w 339251"/>
                      <a:gd name="connsiteY9" fmla="*/ 800386 h 2017184"/>
                      <a:gd name="connsiteX10" fmla="*/ 328384 w 339251"/>
                      <a:gd name="connsiteY10" fmla="*/ 865060 h 2017184"/>
                      <a:gd name="connsiteX11" fmla="*/ 322669 w 339251"/>
                      <a:gd name="connsiteY11" fmla="*/ 920115 h 2017184"/>
                      <a:gd name="connsiteX12" fmla="*/ 197796 w 339251"/>
                      <a:gd name="connsiteY12" fmla="*/ 975932 h 2017184"/>
                      <a:gd name="connsiteX13" fmla="*/ 141123 w 339251"/>
                      <a:gd name="connsiteY13" fmla="*/ 972788 h 2017184"/>
                      <a:gd name="connsiteX14" fmla="*/ 119310 w 339251"/>
                      <a:gd name="connsiteY14" fmla="*/ 966121 h 2017184"/>
                      <a:gd name="connsiteX15" fmla="*/ 85020 w 339251"/>
                      <a:gd name="connsiteY15" fmla="*/ 964025 h 2017184"/>
                      <a:gd name="connsiteX16" fmla="*/ 83401 w 339251"/>
                      <a:gd name="connsiteY16" fmla="*/ 985171 h 2017184"/>
                      <a:gd name="connsiteX17" fmla="*/ 117310 w 339251"/>
                      <a:gd name="connsiteY17" fmla="*/ 987933 h 2017184"/>
                      <a:gd name="connsiteX18" fmla="*/ 251613 w 339251"/>
                      <a:gd name="connsiteY18" fmla="*/ 986980 h 2017184"/>
                      <a:gd name="connsiteX19" fmla="*/ 326860 w 339251"/>
                      <a:gd name="connsiteY19" fmla="*/ 1037653 h 2017184"/>
                      <a:gd name="connsiteX20" fmla="*/ 315144 w 339251"/>
                      <a:gd name="connsiteY20" fmla="*/ 1116330 h 2017184"/>
                      <a:gd name="connsiteX21" fmla="*/ 89878 w 339251"/>
                      <a:gd name="connsiteY21" fmla="*/ 1155573 h 2017184"/>
                      <a:gd name="connsiteX22" fmla="*/ 295237 w 339251"/>
                      <a:gd name="connsiteY22" fmla="*/ 1189958 h 2017184"/>
                      <a:gd name="connsiteX23" fmla="*/ 286284 w 339251"/>
                      <a:gd name="connsiteY23" fmla="*/ 1305116 h 2017184"/>
                      <a:gd name="connsiteX24" fmla="*/ 144361 w 339251"/>
                      <a:gd name="connsiteY24" fmla="*/ 1321594 h 2017184"/>
                      <a:gd name="connsiteX25" fmla="*/ 89116 w 339251"/>
                      <a:gd name="connsiteY25" fmla="*/ 1322165 h 2017184"/>
                      <a:gd name="connsiteX26" fmla="*/ 119882 w 339251"/>
                      <a:gd name="connsiteY26" fmla="*/ 1338739 h 2017184"/>
                      <a:gd name="connsiteX27" fmla="*/ 285903 w 339251"/>
                      <a:gd name="connsiteY27" fmla="*/ 1361694 h 2017184"/>
                      <a:gd name="connsiteX28" fmla="*/ 332670 w 339251"/>
                      <a:gd name="connsiteY28" fmla="*/ 1425130 h 2017184"/>
                      <a:gd name="connsiteX29" fmla="*/ 280854 w 339251"/>
                      <a:gd name="connsiteY29" fmla="*/ 1481042 h 2017184"/>
                      <a:gd name="connsiteX30" fmla="*/ 122549 w 339251"/>
                      <a:gd name="connsiteY30" fmla="*/ 1490282 h 2017184"/>
                      <a:gd name="connsiteX31" fmla="*/ 68637 w 339251"/>
                      <a:gd name="connsiteY31" fmla="*/ 1532668 h 2017184"/>
                      <a:gd name="connsiteX32" fmla="*/ 68066 w 339251"/>
                      <a:gd name="connsiteY32" fmla="*/ 1970246 h 2017184"/>
                      <a:gd name="connsiteX33" fmla="*/ 49968 w 339251"/>
                      <a:gd name="connsiteY33" fmla="*/ 2014918 h 2017184"/>
                      <a:gd name="connsiteX34" fmla="*/ 10249 w 339251"/>
                      <a:gd name="connsiteY34" fmla="*/ 1998440 h 2017184"/>
                      <a:gd name="connsiteX35" fmla="*/ 5391 w 339251"/>
                      <a:gd name="connsiteY35" fmla="*/ 1952053 h 2017184"/>
                      <a:gd name="connsiteX36" fmla="*/ 7201 w 339251"/>
                      <a:gd name="connsiteY36" fmla="*/ 1519237 h 2017184"/>
                      <a:gd name="connsiteX37" fmla="*/ 12249 w 339251"/>
                      <a:gd name="connsiteY37" fmla="*/ 1251299 h 2017184"/>
                      <a:gd name="connsiteX38" fmla="*/ 5772 w 339251"/>
                      <a:gd name="connsiteY38" fmla="*/ 1148715 h 2017184"/>
                      <a:gd name="connsiteX39" fmla="*/ 6915 w 339251"/>
                      <a:gd name="connsiteY39" fmla="*/ 946976 h 2017184"/>
                      <a:gd name="connsiteX40" fmla="*/ 9201 w 339251"/>
                      <a:gd name="connsiteY40" fmla="*/ 705231 h 2017184"/>
                      <a:gd name="connsiteX41" fmla="*/ 5201 w 339251"/>
                      <a:gd name="connsiteY41" fmla="*/ 364236 h 2017184"/>
                      <a:gd name="connsiteX42" fmla="*/ 153 w 339251"/>
                      <a:gd name="connsiteY42" fmla="*/ 88868 h 2017184"/>
                      <a:gd name="connsiteX43" fmla="*/ 7868 w 339251"/>
                      <a:gd name="connsiteY43" fmla="*/ 66961 h 2017184"/>
                      <a:gd name="connsiteX44" fmla="*/ 52254 w 339251"/>
                      <a:gd name="connsiteY44" fmla="*/ 119158 h 2017184"/>
                      <a:gd name="connsiteX45" fmla="*/ 52540 w 339251"/>
                      <a:gd name="connsiteY45" fmla="*/ 610552 h 2017184"/>
                      <a:gd name="connsiteX46" fmla="*/ 52635 w 339251"/>
                      <a:gd name="connsiteY46" fmla="*/ 165259 h 2017184"/>
                      <a:gd name="connsiteX47" fmla="*/ 47682 w 339251"/>
                      <a:gd name="connsiteY47" fmla="*/ 80200 h 2017184"/>
                      <a:gd name="connsiteX48" fmla="*/ 67113 w 339251"/>
                      <a:gd name="connsiteY48" fmla="*/ 95 h 201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9251" h="2017184">
                        <a:moveTo>
                          <a:pt x="66732" y="0"/>
                        </a:moveTo>
                        <a:cubicBezTo>
                          <a:pt x="82353" y="16002"/>
                          <a:pt x="77305" y="36290"/>
                          <a:pt x="75305" y="54102"/>
                        </a:cubicBezTo>
                        <a:cubicBezTo>
                          <a:pt x="53969" y="243173"/>
                          <a:pt x="71304" y="432911"/>
                          <a:pt x="65875" y="622268"/>
                        </a:cubicBezTo>
                        <a:cubicBezTo>
                          <a:pt x="65494" y="634460"/>
                          <a:pt x="62922" y="649319"/>
                          <a:pt x="78924" y="654272"/>
                        </a:cubicBezTo>
                        <a:cubicBezTo>
                          <a:pt x="94355" y="659035"/>
                          <a:pt x="106833" y="653320"/>
                          <a:pt x="114357" y="638461"/>
                        </a:cubicBezTo>
                        <a:cubicBezTo>
                          <a:pt x="114357" y="638461"/>
                          <a:pt x="114548" y="638461"/>
                          <a:pt x="114548" y="638461"/>
                        </a:cubicBezTo>
                        <a:cubicBezTo>
                          <a:pt x="167031" y="633222"/>
                          <a:pt x="218847" y="625126"/>
                          <a:pt x="270758" y="647891"/>
                        </a:cubicBezTo>
                        <a:cubicBezTo>
                          <a:pt x="340576" y="678466"/>
                          <a:pt x="349530" y="713613"/>
                          <a:pt x="297809" y="772192"/>
                        </a:cubicBezTo>
                        <a:cubicBezTo>
                          <a:pt x="233515" y="814864"/>
                          <a:pt x="160649" y="797052"/>
                          <a:pt x="90450" y="801719"/>
                        </a:cubicBezTo>
                        <a:cubicBezTo>
                          <a:pt x="130550" y="801529"/>
                          <a:pt x="170269" y="796671"/>
                          <a:pt x="209893" y="800386"/>
                        </a:cubicBezTo>
                        <a:cubicBezTo>
                          <a:pt x="258185" y="804958"/>
                          <a:pt x="300952" y="820484"/>
                          <a:pt x="328384" y="865060"/>
                        </a:cubicBezTo>
                        <a:cubicBezTo>
                          <a:pt x="341338" y="886111"/>
                          <a:pt x="339528" y="902684"/>
                          <a:pt x="322669" y="920115"/>
                        </a:cubicBezTo>
                        <a:cubicBezTo>
                          <a:pt x="288379" y="955548"/>
                          <a:pt x="250184" y="980313"/>
                          <a:pt x="197796" y="975932"/>
                        </a:cubicBezTo>
                        <a:cubicBezTo>
                          <a:pt x="179032" y="974312"/>
                          <a:pt x="159887" y="975741"/>
                          <a:pt x="141123" y="972788"/>
                        </a:cubicBezTo>
                        <a:cubicBezTo>
                          <a:pt x="133598" y="971455"/>
                          <a:pt x="126740" y="967550"/>
                          <a:pt x="119310" y="966121"/>
                        </a:cubicBezTo>
                        <a:cubicBezTo>
                          <a:pt x="107976" y="963930"/>
                          <a:pt x="96545" y="953357"/>
                          <a:pt x="85020" y="964025"/>
                        </a:cubicBezTo>
                        <a:cubicBezTo>
                          <a:pt x="78829" y="969740"/>
                          <a:pt x="78829" y="978884"/>
                          <a:pt x="83401" y="985171"/>
                        </a:cubicBezTo>
                        <a:cubicBezTo>
                          <a:pt x="92926" y="998506"/>
                          <a:pt x="105785" y="988219"/>
                          <a:pt x="117310" y="987933"/>
                        </a:cubicBezTo>
                        <a:cubicBezTo>
                          <a:pt x="162078" y="984218"/>
                          <a:pt x="206845" y="985647"/>
                          <a:pt x="251613" y="986980"/>
                        </a:cubicBezTo>
                        <a:cubicBezTo>
                          <a:pt x="285141" y="991267"/>
                          <a:pt x="307048" y="1014032"/>
                          <a:pt x="326860" y="1037653"/>
                        </a:cubicBezTo>
                        <a:cubicBezTo>
                          <a:pt x="351339" y="1066705"/>
                          <a:pt x="335337" y="1092518"/>
                          <a:pt x="315144" y="1116330"/>
                        </a:cubicBezTo>
                        <a:cubicBezTo>
                          <a:pt x="247041" y="1164908"/>
                          <a:pt x="169031" y="1160240"/>
                          <a:pt x="89878" y="1155573"/>
                        </a:cubicBezTo>
                        <a:cubicBezTo>
                          <a:pt x="160649" y="1160240"/>
                          <a:pt x="233325" y="1141285"/>
                          <a:pt x="295237" y="1189958"/>
                        </a:cubicBezTo>
                        <a:cubicBezTo>
                          <a:pt x="350673" y="1238345"/>
                          <a:pt x="349244" y="1256824"/>
                          <a:pt x="286284" y="1305116"/>
                        </a:cubicBezTo>
                        <a:cubicBezTo>
                          <a:pt x="240659" y="1324832"/>
                          <a:pt x="193891" y="1334262"/>
                          <a:pt x="144361" y="1321594"/>
                        </a:cubicBezTo>
                        <a:cubicBezTo>
                          <a:pt x="126073" y="1316927"/>
                          <a:pt x="107214" y="1315974"/>
                          <a:pt x="89116" y="1322165"/>
                        </a:cubicBezTo>
                        <a:cubicBezTo>
                          <a:pt x="86449" y="1351978"/>
                          <a:pt x="110166" y="1332452"/>
                          <a:pt x="119882" y="1338739"/>
                        </a:cubicBezTo>
                        <a:cubicBezTo>
                          <a:pt x="175984" y="1341120"/>
                          <a:pt x="234182" y="1328547"/>
                          <a:pt x="285903" y="1361694"/>
                        </a:cubicBezTo>
                        <a:cubicBezTo>
                          <a:pt x="316668" y="1371695"/>
                          <a:pt x="333337" y="1393984"/>
                          <a:pt x="332670" y="1425130"/>
                        </a:cubicBezTo>
                        <a:cubicBezTo>
                          <a:pt x="332004" y="1456753"/>
                          <a:pt x="305048" y="1471517"/>
                          <a:pt x="280854" y="1481042"/>
                        </a:cubicBezTo>
                        <a:cubicBezTo>
                          <a:pt x="229800" y="1501235"/>
                          <a:pt x="176365" y="1504950"/>
                          <a:pt x="122549" y="1490282"/>
                        </a:cubicBezTo>
                        <a:cubicBezTo>
                          <a:pt x="73400" y="1476946"/>
                          <a:pt x="68733" y="1480471"/>
                          <a:pt x="68637" y="1532668"/>
                        </a:cubicBezTo>
                        <a:cubicBezTo>
                          <a:pt x="68447" y="1678495"/>
                          <a:pt x="68637" y="1824418"/>
                          <a:pt x="68066" y="1970246"/>
                        </a:cubicBezTo>
                        <a:cubicBezTo>
                          <a:pt x="68066" y="1986820"/>
                          <a:pt x="71400" y="2007489"/>
                          <a:pt x="49968" y="2014918"/>
                        </a:cubicBezTo>
                        <a:cubicBezTo>
                          <a:pt x="33300" y="2020634"/>
                          <a:pt x="18631" y="2015680"/>
                          <a:pt x="10249" y="1998440"/>
                        </a:cubicBezTo>
                        <a:cubicBezTo>
                          <a:pt x="724" y="1983867"/>
                          <a:pt x="5391" y="1967579"/>
                          <a:pt x="5391" y="1952053"/>
                        </a:cubicBezTo>
                        <a:cubicBezTo>
                          <a:pt x="5010" y="1807750"/>
                          <a:pt x="-514" y="1663160"/>
                          <a:pt x="7201" y="1519237"/>
                        </a:cubicBezTo>
                        <a:cubicBezTo>
                          <a:pt x="11964" y="1429988"/>
                          <a:pt x="-4896" y="1340929"/>
                          <a:pt x="12249" y="1251299"/>
                        </a:cubicBezTo>
                        <a:cubicBezTo>
                          <a:pt x="18250" y="1220057"/>
                          <a:pt x="57" y="1182815"/>
                          <a:pt x="5772" y="1148715"/>
                        </a:cubicBezTo>
                        <a:cubicBezTo>
                          <a:pt x="17107" y="1080992"/>
                          <a:pt x="-4324" y="1012698"/>
                          <a:pt x="6915" y="946976"/>
                        </a:cubicBezTo>
                        <a:cubicBezTo>
                          <a:pt x="20727" y="865918"/>
                          <a:pt x="8630" y="784955"/>
                          <a:pt x="9201" y="705231"/>
                        </a:cubicBezTo>
                        <a:cubicBezTo>
                          <a:pt x="10154" y="592169"/>
                          <a:pt x="9392" y="477869"/>
                          <a:pt x="5201" y="364236"/>
                        </a:cubicBezTo>
                        <a:cubicBezTo>
                          <a:pt x="1772" y="272510"/>
                          <a:pt x="10916" y="180499"/>
                          <a:pt x="153" y="88868"/>
                        </a:cubicBezTo>
                        <a:cubicBezTo>
                          <a:pt x="-800" y="80677"/>
                          <a:pt x="2820" y="73438"/>
                          <a:pt x="7868" y="66961"/>
                        </a:cubicBezTo>
                        <a:cubicBezTo>
                          <a:pt x="46349" y="64198"/>
                          <a:pt x="52159" y="90964"/>
                          <a:pt x="52254" y="119158"/>
                        </a:cubicBezTo>
                        <a:cubicBezTo>
                          <a:pt x="52731" y="282988"/>
                          <a:pt x="53016" y="446723"/>
                          <a:pt x="52540" y="610552"/>
                        </a:cubicBezTo>
                        <a:cubicBezTo>
                          <a:pt x="52826" y="462153"/>
                          <a:pt x="53016" y="313658"/>
                          <a:pt x="52635" y="165259"/>
                        </a:cubicBezTo>
                        <a:cubicBezTo>
                          <a:pt x="52635" y="136874"/>
                          <a:pt x="53112" y="108680"/>
                          <a:pt x="47682" y="80200"/>
                        </a:cubicBezTo>
                        <a:cubicBezTo>
                          <a:pt x="42348" y="52197"/>
                          <a:pt x="46063" y="23241"/>
                          <a:pt x="67113" y="95"/>
                        </a:cubicBezTo>
                        <a:close/>
                      </a:path>
                    </a:pathLst>
                  </a:custGeom>
                  <a:solidFill>
                    <a:srgbClr val="C3647F"/>
                  </a:solidFill>
                  <a:ln w="0" cap="flat">
                    <a:noFill/>
                    <a:prstDash val="solid"/>
                    <a:miter/>
                  </a:ln>
                </p:spPr>
                <p:txBody>
                  <a:bodyPr rtlCol="0" anchor="ctr"/>
                  <a:lstStyle/>
                  <a:p>
                    <a:endParaRPr lang="zh-CN" altLang="en-US" sz="650"/>
                  </a:p>
                </p:txBody>
              </p:sp>
              <p:sp>
                <p:nvSpPr>
                  <p:cNvPr id="267" name="任意多边形: 形状 692"/>
                  <p:cNvSpPr/>
                  <p:nvPr/>
                </p:nvSpPr>
                <p:spPr>
                  <a:xfrm>
                    <a:off x="5503794" y="6581502"/>
                    <a:ext cx="161848" cy="1069326"/>
                  </a:xfrm>
                  <a:custGeom>
                    <a:avLst/>
                    <a:gdLst>
                      <a:gd name="connsiteX0" fmla="*/ 494007 w 547514"/>
                      <a:gd name="connsiteY0" fmla="*/ 1685735 h 3617404"/>
                      <a:gd name="connsiteX1" fmla="*/ 496674 w 547514"/>
                      <a:gd name="connsiteY1" fmla="*/ 2246186 h 3617404"/>
                      <a:gd name="connsiteX2" fmla="*/ 496674 w 547514"/>
                      <a:gd name="connsiteY2" fmla="*/ 2433257 h 3617404"/>
                      <a:gd name="connsiteX3" fmla="*/ 498388 w 547514"/>
                      <a:gd name="connsiteY3" fmla="*/ 2687479 h 3617404"/>
                      <a:gd name="connsiteX4" fmla="*/ 496864 w 547514"/>
                      <a:gd name="connsiteY4" fmla="*/ 2945416 h 3617404"/>
                      <a:gd name="connsiteX5" fmla="*/ 494387 w 547514"/>
                      <a:gd name="connsiteY5" fmla="*/ 3408426 h 3617404"/>
                      <a:gd name="connsiteX6" fmla="*/ 494673 w 547514"/>
                      <a:gd name="connsiteY6" fmla="*/ 3617405 h 3617404"/>
                      <a:gd name="connsiteX7" fmla="*/ 485053 w 547514"/>
                      <a:gd name="connsiteY7" fmla="*/ 3568541 h 3617404"/>
                      <a:gd name="connsiteX8" fmla="*/ 484767 w 547514"/>
                      <a:gd name="connsiteY8" fmla="*/ 3116485 h 3617404"/>
                      <a:gd name="connsiteX9" fmla="*/ 484767 w 547514"/>
                      <a:gd name="connsiteY9" fmla="*/ 2795969 h 3617404"/>
                      <a:gd name="connsiteX10" fmla="*/ 484767 w 547514"/>
                      <a:gd name="connsiteY10" fmla="*/ 2395157 h 3617404"/>
                      <a:gd name="connsiteX11" fmla="*/ 485243 w 547514"/>
                      <a:gd name="connsiteY11" fmla="*/ 1768793 h 3617404"/>
                      <a:gd name="connsiteX12" fmla="*/ 439904 w 547514"/>
                      <a:gd name="connsiteY12" fmla="*/ 1721834 h 3617404"/>
                      <a:gd name="connsiteX13" fmla="*/ 194636 w 547514"/>
                      <a:gd name="connsiteY13" fmla="*/ 1678781 h 3617404"/>
                      <a:gd name="connsiteX14" fmla="*/ 7184 w 547514"/>
                      <a:gd name="connsiteY14" fmla="*/ 1428655 h 3617404"/>
                      <a:gd name="connsiteX15" fmla="*/ 28805 w 547514"/>
                      <a:gd name="connsiteY15" fmla="*/ 1119378 h 3617404"/>
                      <a:gd name="connsiteX16" fmla="*/ 211876 w 547514"/>
                      <a:gd name="connsiteY16" fmla="*/ 917162 h 3617404"/>
                      <a:gd name="connsiteX17" fmla="*/ 312841 w 547514"/>
                      <a:gd name="connsiteY17" fmla="*/ 866299 h 3617404"/>
                      <a:gd name="connsiteX18" fmla="*/ 317508 w 547514"/>
                      <a:gd name="connsiteY18" fmla="*/ 753904 h 3617404"/>
                      <a:gd name="connsiteX19" fmla="*/ 231402 w 547514"/>
                      <a:gd name="connsiteY19" fmla="*/ 705326 h 3617404"/>
                      <a:gd name="connsiteX20" fmla="*/ 20614 w 547514"/>
                      <a:gd name="connsiteY20" fmla="*/ 460439 h 3617404"/>
                      <a:gd name="connsiteX21" fmla="*/ 77954 w 547514"/>
                      <a:gd name="connsiteY21" fmla="*/ 96203 h 3617404"/>
                      <a:gd name="connsiteX22" fmla="*/ 133104 w 547514"/>
                      <a:gd name="connsiteY22" fmla="*/ 0 h 3617404"/>
                      <a:gd name="connsiteX23" fmla="*/ 162441 w 547514"/>
                      <a:gd name="connsiteY23" fmla="*/ 67247 h 3617404"/>
                      <a:gd name="connsiteX24" fmla="*/ 144534 w 547514"/>
                      <a:gd name="connsiteY24" fmla="*/ 132683 h 3617404"/>
                      <a:gd name="connsiteX25" fmla="*/ 109577 w 547514"/>
                      <a:gd name="connsiteY25" fmla="*/ 471678 h 3617404"/>
                      <a:gd name="connsiteX26" fmla="*/ 364657 w 547514"/>
                      <a:gd name="connsiteY26" fmla="*/ 671512 h 3617404"/>
                      <a:gd name="connsiteX27" fmla="*/ 482481 w 547514"/>
                      <a:gd name="connsiteY27" fmla="*/ 686086 h 3617404"/>
                      <a:gd name="connsiteX28" fmla="*/ 546203 w 547514"/>
                      <a:gd name="connsiteY28" fmla="*/ 759333 h 3617404"/>
                      <a:gd name="connsiteX29" fmla="*/ 546108 w 547514"/>
                      <a:gd name="connsiteY29" fmla="*/ 920877 h 3617404"/>
                      <a:gd name="connsiteX30" fmla="*/ 459431 w 547514"/>
                      <a:gd name="connsiteY30" fmla="*/ 991743 h 3617404"/>
                      <a:gd name="connsiteX31" fmla="*/ 332177 w 547514"/>
                      <a:gd name="connsiteY31" fmla="*/ 977075 h 3617404"/>
                      <a:gd name="connsiteX32" fmla="*/ 108244 w 547514"/>
                      <a:gd name="connsiteY32" fmla="*/ 1141095 h 3617404"/>
                      <a:gd name="connsiteX33" fmla="*/ 99290 w 547514"/>
                      <a:gd name="connsiteY33" fmla="*/ 1445324 h 3617404"/>
                      <a:gd name="connsiteX34" fmla="*/ 297410 w 547514"/>
                      <a:gd name="connsiteY34" fmla="*/ 1595152 h 3617404"/>
                      <a:gd name="connsiteX35" fmla="*/ 444667 w 547514"/>
                      <a:gd name="connsiteY35" fmla="*/ 1596866 h 3617404"/>
                      <a:gd name="connsiteX36" fmla="*/ 493816 w 547514"/>
                      <a:gd name="connsiteY36" fmla="*/ 1685925 h 36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47514" h="3617404">
                        <a:moveTo>
                          <a:pt x="494007" y="1685735"/>
                        </a:moveTo>
                        <a:cubicBezTo>
                          <a:pt x="494197" y="1872615"/>
                          <a:pt x="490292" y="2059591"/>
                          <a:pt x="496674" y="2246186"/>
                        </a:cubicBezTo>
                        <a:cubicBezTo>
                          <a:pt x="498864" y="2309146"/>
                          <a:pt x="483624" y="2373440"/>
                          <a:pt x="496674" y="2433257"/>
                        </a:cubicBezTo>
                        <a:cubicBezTo>
                          <a:pt x="515438" y="2518791"/>
                          <a:pt x="495721" y="2603183"/>
                          <a:pt x="498388" y="2687479"/>
                        </a:cubicBezTo>
                        <a:cubicBezTo>
                          <a:pt x="501055" y="2771680"/>
                          <a:pt x="501626" y="2859215"/>
                          <a:pt x="496864" y="2945416"/>
                        </a:cubicBezTo>
                        <a:cubicBezTo>
                          <a:pt x="488196" y="3099340"/>
                          <a:pt x="494387" y="3254026"/>
                          <a:pt x="494387" y="3408426"/>
                        </a:cubicBezTo>
                        <a:cubicBezTo>
                          <a:pt x="494387" y="3478054"/>
                          <a:pt x="494578" y="3547777"/>
                          <a:pt x="494673" y="3617405"/>
                        </a:cubicBezTo>
                        <a:cubicBezTo>
                          <a:pt x="478004" y="3603784"/>
                          <a:pt x="485053" y="3585020"/>
                          <a:pt x="485053" y="3568541"/>
                        </a:cubicBezTo>
                        <a:cubicBezTo>
                          <a:pt x="484482" y="3417856"/>
                          <a:pt x="484767" y="3267170"/>
                          <a:pt x="484767" y="3116485"/>
                        </a:cubicBezTo>
                        <a:cubicBezTo>
                          <a:pt x="484767" y="3009614"/>
                          <a:pt x="484767" y="2902839"/>
                          <a:pt x="484767" y="2795969"/>
                        </a:cubicBezTo>
                        <a:cubicBezTo>
                          <a:pt x="484767" y="2662333"/>
                          <a:pt x="484767" y="2528792"/>
                          <a:pt x="484767" y="2395157"/>
                        </a:cubicBezTo>
                        <a:cubicBezTo>
                          <a:pt x="484767" y="2186369"/>
                          <a:pt x="484005" y="1977581"/>
                          <a:pt x="485243" y="1768793"/>
                        </a:cubicBezTo>
                        <a:cubicBezTo>
                          <a:pt x="485434" y="1733931"/>
                          <a:pt x="475433" y="1724311"/>
                          <a:pt x="439904" y="1721834"/>
                        </a:cubicBezTo>
                        <a:cubicBezTo>
                          <a:pt x="357132" y="1715929"/>
                          <a:pt x="274169" y="1712405"/>
                          <a:pt x="194636" y="1678781"/>
                        </a:cubicBezTo>
                        <a:cubicBezTo>
                          <a:pt x="105672" y="1641158"/>
                          <a:pt x="19471" y="1523048"/>
                          <a:pt x="7184" y="1428655"/>
                        </a:cubicBezTo>
                        <a:cubicBezTo>
                          <a:pt x="-6628" y="1322927"/>
                          <a:pt x="-1103" y="1219867"/>
                          <a:pt x="28805" y="1119378"/>
                        </a:cubicBezTo>
                        <a:cubicBezTo>
                          <a:pt x="56904" y="1024985"/>
                          <a:pt x="112530" y="950976"/>
                          <a:pt x="211876" y="917162"/>
                        </a:cubicBezTo>
                        <a:cubicBezTo>
                          <a:pt x="247309" y="905161"/>
                          <a:pt x="281027" y="886301"/>
                          <a:pt x="312841" y="866299"/>
                        </a:cubicBezTo>
                        <a:cubicBezTo>
                          <a:pt x="360085" y="836485"/>
                          <a:pt x="362180" y="787146"/>
                          <a:pt x="317508" y="753904"/>
                        </a:cubicBezTo>
                        <a:cubicBezTo>
                          <a:pt x="291315" y="734377"/>
                          <a:pt x="260930" y="719900"/>
                          <a:pt x="231402" y="705326"/>
                        </a:cubicBezTo>
                        <a:cubicBezTo>
                          <a:pt x="126341" y="653415"/>
                          <a:pt x="48713" y="576358"/>
                          <a:pt x="20614" y="460439"/>
                        </a:cubicBezTo>
                        <a:cubicBezTo>
                          <a:pt x="-10533" y="332232"/>
                          <a:pt x="8803" y="210598"/>
                          <a:pt x="77954" y="96203"/>
                        </a:cubicBezTo>
                        <a:cubicBezTo>
                          <a:pt x="96909" y="64770"/>
                          <a:pt x="130723" y="41053"/>
                          <a:pt x="133104" y="0"/>
                        </a:cubicBezTo>
                        <a:cubicBezTo>
                          <a:pt x="142915" y="22384"/>
                          <a:pt x="152726" y="44863"/>
                          <a:pt x="162441" y="67247"/>
                        </a:cubicBezTo>
                        <a:cubicBezTo>
                          <a:pt x="172347" y="93440"/>
                          <a:pt x="157012" y="112300"/>
                          <a:pt x="144534" y="132683"/>
                        </a:cubicBezTo>
                        <a:cubicBezTo>
                          <a:pt x="79002" y="240030"/>
                          <a:pt x="72811" y="355664"/>
                          <a:pt x="109577" y="471678"/>
                        </a:cubicBezTo>
                        <a:cubicBezTo>
                          <a:pt x="148154" y="593312"/>
                          <a:pt x="243880" y="650558"/>
                          <a:pt x="364657" y="671512"/>
                        </a:cubicBezTo>
                        <a:cubicBezTo>
                          <a:pt x="403709" y="678275"/>
                          <a:pt x="443524" y="679133"/>
                          <a:pt x="482481" y="686086"/>
                        </a:cubicBezTo>
                        <a:cubicBezTo>
                          <a:pt x="530773" y="694754"/>
                          <a:pt x="544679" y="710946"/>
                          <a:pt x="546203" y="759333"/>
                        </a:cubicBezTo>
                        <a:cubicBezTo>
                          <a:pt x="547823" y="813149"/>
                          <a:pt x="548108" y="867061"/>
                          <a:pt x="546108" y="920877"/>
                        </a:cubicBezTo>
                        <a:cubicBezTo>
                          <a:pt x="543917" y="978884"/>
                          <a:pt x="518486" y="999077"/>
                          <a:pt x="459431" y="991743"/>
                        </a:cubicBezTo>
                        <a:cubicBezTo>
                          <a:pt x="417044" y="986504"/>
                          <a:pt x="375420" y="975741"/>
                          <a:pt x="332177" y="977075"/>
                        </a:cubicBezTo>
                        <a:cubicBezTo>
                          <a:pt x="217210" y="980694"/>
                          <a:pt x="143296" y="1031843"/>
                          <a:pt x="108244" y="1141095"/>
                        </a:cubicBezTo>
                        <a:cubicBezTo>
                          <a:pt x="76240" y="1240822"/>
                          <a:pt x="68810" y="1342739"/>
                          <a:pt x="99290" y="1445324"/>
                        </a:cubicBezTo>
                        <a:cubicBezTo>
                          <a:pt x="129199" y="1546098"/>
                          <a:pt x="192254" y="1594199"/>
                          <a:pt x="297410" y="1595152"/>
                        </a:cubicBezTo>
                        <a:cubicBezTo>
                          <a:pt x="346559" y="1595533"/>
                          <a:pt x="395804" y="1592294"/>
                          <a:pt x="444667" y="1596866"/>
                        </a:cubicBezTo>
                        <a:cubicBezTo>
                          <a:pt x="498864" y="1601915"/>
                          <a:pt x="516390" y="1635538"/>
                          <a:pt x="493816" y="1685925"/>
                        </a:cubicBezTo>
                        <a:close/>
                      </a:path>
                    </a:pathLst>
                  </a:custGeom>
                  <a:solidFill>
                    <a:srgbClr val="EDA9B8"/>
                  </a:solidFill>
                  <a:ln w="0" cap="flat">
                    <a:noFill/>
                    <a:prstDash val="solid"/>
                    <a:miter/>
                  </a:ln>
                </p:spPr>
                <p:txBody>
                  <a:bodyPr rtlCol="0" anchor="ctr"/>
                  <a:lstStyle/>
                  <a:p>
                    <a:endParaRPr lang="zh-CN" altLang="en-US" sz="650"/>
                  </a:p>
                </p:txBody>
              </p:sp>
              <p:sp>
                <p:nvSpPr>
                  <p:cNvPr id="268" name="任意多边形: 形状 699"/>
                  <p:cNvSpPr/>
                  <p:nvPr/>
                </p:nvSpPr>
                <p:spPr>
                  <a:xfrm>
                    <a:off x="5666588" y="7287046"/>
                    <a:ext cx="81837" cy="69462"/>
                  </a:xfrm>
                  <a:custGeom>
                    <a:avLst/>
                    <a:gdLst>
                      <a:gd name="connsiteX0" fmla="*/ 67783 w 276846"/>
                      <a:gd name="connsiteY0" fmla="*/ 193265 h 234983"/>
                      <a:gd name="connsiteX1" fmla="*/ 220088 w 276846"/>
                      <a:gd name="connsiteY1" fmla="*/ 174024 h 234983"/>
                      <a:gd name="connsiteX2" fmla="*/ 262950 w 276846"/>
                      <a:gd name="connsiteY2" fmla="*/ 117826 h 234983"/>
                      <a:gd name="connsiteX3" fmla="*/ 211896 w 276846"/>
                      <a:gd name="connsiteY3" fmla="*/ 60486 h 234983"/>
                      <a:gd name="connsiteX4" fmla="*/ 45971 w 276846"/>
                      <a:gd name="connsiteY4" fmla="*/ 55819 h 234983"/>
                      <a:gd name="connsiteX5" fmla="*/ 3870 w 276846"/>
                      <a:gd name="connsiteY5" fmla="*/ 49627 h 234983"/>
                      <a:gd name="connsiteX6" fmla="*/ 3775 w 276846"/>
                      <a:gd name="connsiteY6" fmla="*/ 13242 h 234983"/>
                      <a:gd name="connsiteX7" fmla="*/ 41875 w 276846"/>
                      <a:gd name="connsiteY7" fmla="*/ 9336 h 234983"/>
                      <a:gd name="connsiteX8" fmla="*/ 227517 w 276846"/>
                      <a:gd name="connsiteY8" fmla="*/ 1717 h 234983"/>
                      <a:gd name="connsiteX9" fmla="*/ 238281 w 276846"/>
                      <a:gd name="connsiteY9" fmla="*/ 3431 h 234983"/>
                      <a:gd name="connsiteX10" fmla="*/ 237995 w 276846"/>
                      <a:gd name="connsiteY10" fmla="*/ 59533 h 234983"/>
                      <a:gd name="connsiteX11" fmla="*/ 229327 w 276846"/>
                      <a:gd name="connsiteY11" fmla="*/ 184978 h 234983"/>
                      <a:gd name="connsiteX12" fmla="*/ 158080 w 276846"/>
                      <a:gd name="connsiteY12" fmla="*/ 208409 h 234983"/>
                      <a:gd name="connsiteX13" fmla="*/ 152841 w 276846"/>
                      <a:gd name="connsiteY13" fmla="*/ 212124 h 234983"/>
                      <a:gd name="connsiteX14" fmla="*/ 156270 w 276846"/>
                      <a:gd name="connsiteY14" fmla="*/ 210409 h 234983"/>
                      <a:gd name="connsiteX15" fmla="*/ 191036 w 276846"/>
                      <a:gd name="connsiteY15" fmla="*/ 231460 h 234983"/>
                      <a:gd name="connsiteX16" fmla="*/ 38065 w 276846"/>
                      <a:gd name="connsiteY16" fmla="*/ 234984 h 234983"/>
                      <a:gd name="connsiteX17" fmla="*/ 35969 w 276846"/>
                      <a:gd name="connsiteY17" fmla="*/ 228888 h 234983"/>
                      <a:gd name="connsiteX18" fmla="*/ 76641 w 276846"/>
                      <a:gd name="connsiteY18" fmla="*/ 209552 h 234983"/>
                      <a:gd name="connsiteX19" fmla="*/ 48638 w 276846"/>
                      <a:gd name="connsiteY19" fmla="*/ 191359 h 234983"/>
                      <a:gd name="connsiteX20" fmla="*/ 67783 w 276846"/>
                      <a:gd name="connsiteY20" fmla="*/ 193360 h 234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846" h="234983">
                        <a:moveTo>
                          <a:pt x="67783" y="193265"/>
                        </a:moveTo>
                        <a:cubicBezTo>
                          <a:pt x="119313" y="193169"/>
                          <a:pt x="172368" y="203932"/>
                          <a:pt x="220088" y="174024"/>
                        </a:cubicBezTo>
                        <a:cubicBezTo>
                          <a:pt x="241424" y="160689"/>
                          <a:pt x="268570" y="146116"/>
                          <a:pt x="262950" y="117826"/>
                        </a:cubicBezTo>
                        <a:cubicBezTo>
                          <a:pt x="257997" y="92585"/>
                          <a:pt x="241043" y="70011"/>
                          <a:pt x="211896" y="60486"/>
                        </a:cubicBezTo>
                        <a:cubicBezTo>
                          <a:pt x="156746" y="42388"/>
                          <a:pt x="102359" y="30863"/>
                          <a:pt x="45971" y="55819"/>
                        </a:cubicBezTo>
                        <a:cubicBezTo>
                          <a:pt x="31874" y="62010"/>
                          <a:pt x="13110" y="67439"/>
                          <a:pt x="3870" y="49627"/>
                        </a:cubicBezTo>
                        <a:cubicBezTo>
                          <a:pt x="-1178" y="39721"/>
                          <a:pt x="-1368" y="22957"/>
                          <a:pt x="3775" y="13242"/>
                        </a:cubicBezTo>
                        <a:cubicBezTo>
                          <a:pt x="12062" y="-2855"/>
                          <a:pt x="28635" y="4574"/>
                          <a:pt x="41875" y="9336"/>
                        </a:cubicBezTo>
                        <a:cubicBezTo>
                          <a:pt x="104835" y="31911"/>
                          <a:pt x="166367" y="22672"/>
                          <a:pt x="227517" y="1717"/>
                        </a:cubicBezTo>
                        <a:cubicBezTo>
                          <a:pt x="231613" y="-1046"/>
                          <a:pt x="235233" y="-474"/>
                          <a:pt x="238281" y="3431"/>
                        </a:cubicBezTo>
                        <a:cubicBezTo>
                          <a:pt x="201704" y="22005"/>
                          <a:pt x="187798" y="34007"/>
                          <a:pt x="237995" y="59533"/>
                        </a:cubicBezTo>
                        <a:cubicBezTo>
                          <a:pt x="294097" y="88108"/>
                          <a:pt x="287906" y="138496"/>
                          <a:pt x="229327" y="184978"/>
                        </a:cubicBezTo>
                        <a:cubicBezTo>
                          <a:pt x="206848" y="200884"/>
                          <a:pt x="187131" y="225935"/>
                          <a:pt x="158080" y="208409"/>
                        </a:cubicBezTo>
                        <a:cubicBezTo>
                          <a:pt x="148174" y="206314"/>
                          <a:pt x="153413" y="218410"/>
                          <a:pt x="152841" y="212124"/>
                        </a:cubicBezTo>
                        <a:cubicBezTo>
                          <a:pt x="152651" y="210409"/>
                          <a:pt x="153984" y="209552"/>
                          <a:pt x="156270" y="210409"/>
                        </a:cubicBezTo>
                        <a:cubicBezTo>
                          <a:pt x="169224" y="215172"/>
                          <a:pt x="190179" y="206885"/>
                          <a:pt x="191036" y="231460"/>
                        </a:cubicBezTo>
                        <a:cubicBezTo>
                          <a:pt x="140078" y="232603"/>
                          <a:pt x="89024" y="233841"/>
                          <a:pt x="38065" y="234984"/>
                        </a:cubicBezTo>
                        <a:cubicBezTo>
                          <a:pt x="37398" y="232984"/>
                          <a:pt x="36732" y="230888"/>
                          <a:pt x="35969" y="228888"/>
                        </a:cubicBezTo>
                        <a:cubicBezTo>
                          <a:pt x="43018" y="208409"/>
                          <a:pt x="62163" y="213743"/>
                          <a:pt x="76641" y="209552"/>
                        </a:cubicBezTo>
                        <a:cubicBezTo>
                          <a:pt x="66354" y="205266"/>
                          <a:pt x="44256" y="218601"/>
                          <a:pt x="48638" y="191359"/>
                        </a:cubicBezTo>
                        <a:cubicBezTo>
                          <a:pt x="55305" y="189169"/>
                          <a:pt x="61782" y="189073"/>
                          <a:pt x="67783" y="193360"/>
                        </a:cubicBezTo>
                        <a:close/>
                      </a:path>
                    </a:pathLst>
                  </a:custGeom>
                  <a:solidFill>
                    <a:srgbClr val="ECBCCE"/>
                  </a:solidFill>
                  <a:ln w="0" cap="flat">
                    <a:noFill/>
                    <a:prstDash val="solid"/>
                    <a:miter/>
                  </a:ln>
                </p:spPr>
                <p:txBody>
                  <a:bodyPr rtlCol="0" anchor="ctr"/>
                  <a:lstStyle/>
                  <a:p>
                    <a:endParaRPr lang="zh-CN" altLang="en-US" sz="650"/>
                  </a:p>
                </p:txBody>
              </p:sp>
              <p:sp>
                <p:nvSpPr>
                  <p:cNvPr id="269" name="任意多边形: 形状 701"/>
                  <p:cNvSpPr/>
                  <p:nvPr/>
                </p:nvSpPr>
                <p:spPr>
                  <a:xfrm>
                    <a:off x="5666699" y="7389001"/>
                    <a:ext cx="74067" cy="22779"/>
                  </a:xfrm>
                  <a:custGeom>
                    <a:avLst/>
                    <a:gdLst>
                      <a:gd name="connsiteX0" fmla="*/ 228761 w 250561"/>
                      <a:gd name="connsiteY0" fmla="*/ 77057 h 77057"/>
                      <a:gd name="connsiteX1" fmla="*/ 28831 w 250561"/>
                      <a:gd name="connsiteY1" fmla="*/ 72104 h 77057"/>
                      <a:gd name="connsiteX2" fmla="*/ 256 w 250561"/>
                      <a:gd name="connsiteY2" fmla="*/ 54578 h 77057"/>
                      <a:gd name="connsiteX3" fmla="*/ 21021 w 250561"/>
                      <a:gd name="connsiteY3" fmla="*/ 19812 h 77057"/>
                      <a:gd name="connsiteX4" fmla="*/ 63502 w 250561"/>
                      <a:gd name="connsiteY4" fmla="*/ 22860 h 77057"/>
                      <a:gd name="connsiteX5" fmla="*/ 246668 w 250561"/>
                      <a:gd name="connsiteY5" fmla="*/ 0 h 77057"/>
                      <a:gd name="connsiteX6" fmla="*/ 250287 w 250561"/>
                      <a:gd name="connsiteY6" fmla="*/ 6858 h 77057"/>
                      <a:gd name="connsiteX7" fmla="*/ 247430 w 250561"/>
                      <a:gd name="connsiteY7" fmla="*/ 10668 h 77057"/>
                      <a:gd name="connsiteX8" fmla="*/ 235810 w 250561"/>
                      <a:gd name="connsiteY8" fmla="*/ 17907 h 77057"/>
                      <a:gd name="connsiteX9" fmla="*/ 228666 w 250561"/>
                      <a:gd name="connsiteY9" fmla="*/ 76962 h 7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0561" h="77057">
                        <a:moveTo>
                          <a:pt x="228761" y="77057"/>
                        </a:moveTo>
                        <a:cubicBezTo>
                          <a:pt x="162562" y="55721"/>
                          <a:pt x="95982" y="49530"/>
                          <a:pt x="28831" y="72104"/>
                        </a:cubicBezTo>
                        <a:cubicBezTo>
                          <a:pt x="11401" y="77914"/>
                          <a:pt x="732" y="74771"/>
                          <a:pt x="256" y="54578"/>
                        </a:cubicBezTo>
                        <a:cubicBezTo>
                          <a:pt x="-125" y="38767"/>
                          <a:pt x="-2601" y="20669"/>
                          <a:pt x="21021" y="19812"/>
                        </a:cubicBezTo>
                        <a:cubicBezTo>
                          <a:pt x="35213" y="19336"/>
                          <a:pt x="49881" y="19717"/>
                          <a:pt x="63502" y="22860"/>
                        </a:cubicBezTo>
                        <a:cubicBezTo>
                          <a:pt x="127510" y="37624"/>
                          <a:pt x="188661" y="31718"/>
                          <a:pt x="246668" y="0"/>
                        </a:cubicBezTo>
                        <a:cubicBezTo>
                          <a:pt x="250002" y="2191"/>
                          <a:pt x="251145" y="4477"/>
                          <a:pt x="250287" y="6858"/>
                        </a:cubicBezTo>
                        <a:cubicBezTo>
                          <a:pt x="249430" y="9335"/>
                          <a:pt x="248478" y="10668"/>
                          <a:pt x="247430" y="10668"/>
                        </a:cubicBezTo>
                        <a:cubicBezTo>
                          <a:pt x="243525" y="13145"/>
                          <a:pt x="240001" y="16764"/>
                          <a:pt x="235810" y="17907"/>
                        </a:cubicBezTo>
                        <a:cubicBezTo>
                          <a:pt x="183898" y="31813"/>
                          <a:pt x="196376" y="53150"/>
                          <a:pt x="228666" y="76962"/>
                        </a:cubicBezTo>
                        <a:close/>
                      </a:path>
                    </a:pathLst>
                  </a:custGeom>
                  <a:solidFill>
                    <a:srgbClr val="EEB7CE"/>
                  </a:solidFill>
                  <a:ln w="0" cap="flat">
                    <a:noFill/>
                    <a:prstDash val="solid"/>
                    <a:miter/>
                  </a:ln>
                </p:spPr>
                <p:txBody>
                  <a:bodyPr rtlCol="0" anchor="ctr"/>
                  <a:lstStyle/>
                  <a:p>
                    <a:endParaRPr lang="zh-CN" altLang="en-US" sz="650"/>
                  </a:p>
                </p:txBody>
              </p:sp>
              <p:sp>
                <p:nvSpPr>
                  <p:cNvPr id="270" name="任意多边形: 形状 1537"/>
                  <p:cNvSpPr/>
                  <p:nvPr/>
                </p:nvSpPr>
                <p:spPr>
                  <a:xfrm>
                    <a:off x="5571465" y="6553402"/>
                    <a:ext cx="28024" cy="27006"/>
                  </a:xfrm>
                  <a:custGeom>
                    <a:avLst/>
                    <a:gdLst>
                      <a:gd name="connsiteX0" fmla="*/ 93440 w 94802"/>
                      <a:gd name="connsiteY0" fmla="*/ 0 h 91357"/>
                      <a:gd name="connsiteX1" fmla="*/ 94583 w 94802"/>
                      <a:gd name="connsiteY1" fmla="*/ 9144 h 91357"/>
                      <a:gd name="connsiteX2" fmla="*/ 48482 w 94802"/>
                      <a:gd name="connsiteY2" fmla="*/ 91249 h 91357"/>
                      <a:gd name="connsiteX3" fmla="*/ 0 w 94802"/>
                      <a:gd name="connsiteY3" fmla="*/ 18955 h 91357"/>
                      <a:gd name="connsiteX4" fmla="*/ 93345 w 94802"/>
                      <a:gd name="connsiteY4" fmla="*/ 0 h 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02" h="91357">
                        <a:moveTo>
                          <a:pt x="93440" y="0"/>
                        </a:moveTo>
                        <a:cubicBezTo>
                          <a:pt x="93917" y="3048"/>
                          <a:pt x="95345" y="6382"/>
                          <a:pt x="94583" y="9144"/>
                        </a:cubicBezTo>
                        <a:cubicBezTo>
                          <a:pt x="85630" y="40862"/>
                          <a:pt x="89154" y="88392"/>
                          <a:pt x="48482" y="91249"/>
                        </a:cubicBezTo>
                        <a:cubicBezTo>
                          <a:pt x="10192" y="93917"/>
                          <a:pt x="12573" y="46387"/>
                          <a:pt x="0" y="18955"/>
                        </a:cubicBezTo>
                        <a:cubicBezTo>
                          <a:pt x="34100" y="27337"/>
                          <a:pt x="61436" y="2381"/>
                          <a:pt x="93345" y="0"/>
                        </a:cubicBezTo>
                        <a:close/>
                      </a:path>
                    </a:pathLst>
                  </a:custGeom>
                  <a:solidFill>
                    <a:srgbClr val="EBB1BF"/>
                  </a:solidFill>
                  <a:ln w="0" cap="flat">
                    <a:noFill/>
                    <a:prstDash val="solid"/>
                    <a:miter/>
                  </a:ln>
                </p:spPr>
                <p:txBody>
                  <a:bodyPr rtlCol="0" anchor="ctr"/>
                  <a:lstStyle/>
                  <a:p>
                    <a:endParaRPr lang="zh-CN" altLang="en-US" sz="650"/>
                  </a:p>
                </p:txBody>
              </p:sp>
              <p:sp>
                <p:nvSpPr>
                  <p:cNvPr id="271" name="任意多边形: 形状 1538"/>
                  <p:cNvSpPr/>
                  <p:nvPr/>
                </p:nvSpPr>
                <p:spPr>
                  <a:xfrm>
                    <a:off x="5666028" y="7447082"/>
                    <a:ext cx="62663" cy="12452"/>
                  </a:xfrm>
                  <a:custGeom>
                    <a:avLst/>
                    <a:gdLst>
                      <a:gd name="connsiteX0" fmla="*/ 40054 w 211980"/>
                      <a:gd name="connsiteY0" fmla="*/ 42123 h 42122"/>
                      <a:gd name="connsiteX1" fmla="*/ 2049 w 211980"/>
                      <a:gd name="connsiteY1" fmla="*/ 3451 h 42122"/>
                      <a:gd name="connsiteX2" fmla="*/ 89203 w 211980"/>
                      <a:gd name="connsiteY2" fmla="*/ 9547 h 42122"/>
                      <a:gd name="connsiteX3" fmla="*/ 162736 w 211980"/>
                      <a:gd name="connsiteY3" fmla="*/ 8976 h 42122"/>
                      <a:gd name="connsiteX4" fmla="*/ 211980 w 211980"/>
                      <a:gd name="connsiteY4" fmla="*/ 4975 h 42122"/>
                      <a:gd name="connsiteX5" fmla="*/ 183977 w 211980"/>
                      <a:gd name="connsiteY5" fmla="*/ 32884 h 42122"/>
                      <a:gd name="connsiteX6" fmla="*/ 40054 w 211980"/>
                      <a:gd name="connsiteY6" fmla="*/ 42123 h 4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980" h="42122">
                        <a:moveTo>
                          <a:pt x="40054" y="42123"/>
                        </a:moveTo>
                        <a:cubicBezTo>
                          <a:pt x="-1570" y="40694"/>
                          <a:pt x="-2999" y="39170"/>
                          <a:pt x="2049" y="3451"/>
                        </a:cubicBezTo>
                        <a:cubicBezTo>
                          <a:pt x="31577" y="-1883"/>
                          <a:pt x="60342" y="-1883"/>
                          <a:pt x="89203" y="9547"/>
                        </a:cubicBezTo>
                        <a:cubicBezTo>
                          <a:pt x="113016" y="18977"/>
                          <a:pt x="138161" y="15929"/>
                          <a:pt x="162736" y="8976"/>
                        </a:cubicBezTo>
                        <a:cubicBezTo>
                          <a:pt x="178738" y="4404"/>
                          <a:pt x="194550" y="-5883"/>
                          <a:pt x="211980" y="4975"/>
                        </a:cubicBezTo>
                        <a:cubicBezTo>
                          <a:pt x="202646" y="14310"/>
                          <a:pt x="193311" y="23549"/>
                          <a:pt x="183977" y="32884"/>
                        </a:cubicBezTo>
                        <a:cubicBezTo>
                          <a:pt x="136733" y="47171"/>
                          <a:pt x="87489" y="29836"/>
                          <a:pt x="40054" y="42123"/>
                        </a:cubicBezTo>
                        <a:close/>
                      </a:path>
                    </a:pathLst>
                  </a:custGeom>
                  <a:solidFill>
                    <a:srgbClr val="F1C3D6"/>
                  </a:solidFill>
                  <a:ln w="0" cap="flat">
                    <a:noFill/>
                    <a:prstDash val="solid"/>
                    <a:miter/>
                  </a:ln>
                </p:spPr>
                <p:txBody>
                  <a:bodyPr rtlCol="0" anchor="ctr"/>
                  <a:lstStyle/>
                  <a:p>
                    <a:endParaRPr lang="zh-CN" altLang="en-US" sz="650"/>
                  </a:p>
                </p:txBody>
              </p:sp>
              <p:sp>
                <p:nvSpPr>
                  <p:cNvPr id="272" name="任意多边形: 形状 1539"/>
                  <p:cNvSpPr/>
                  <p:nvPr/>
                </p:nvSpPr>
                <p:spPr>
                  <a:xfrm>
                    <a:off x="5707264" y="7341671"/>
                    <a:ext cx="41843" cy="50513"/>
                  </a:xfrm>
                  <a:custGeom>
                    <a:avLst/>
                    <a:gdLst>
                      <a:gd name="connsiteX0" fmla="*/ 110299 w 141551"/>
                      <a:gd name="connsiteY0" fmla="*/ 170879 h 170878"/>
                      <a:gd name="connsiteX1" fmla="*/ 109538 w 141551"/>
                      <a:gd name="connsiteY1" fmla="*/ 160211 h 170878"/>
                      <a:gd name="connsiteX2" fmla="*/ 53435 w 141551"/>
                      <a:gd name="connsiteY2" fmla="*/ 46577 h 170878"/>
                      <a:gd name="connsiteX3" fmla="*/ 0 w 141551"/>
                      <a:gd name="connsiteY3" fmla="*/ 20669 h 170878"/>
                      <a:gd name="connsiteX4" fmla="*/ 91726 w 141551"/>
                      <a:gd name="connsiteY4" fmla="*/ 0 h 170878"/>
                      <a:gd name="connsiteX5" fmla="*/ 105728 w 141551"/>
                      <a:gd name="connsiteY5" fmla="*/ 54673 h 170878"/>
                      <a:gd name="connsiteX6" fmla="*/ 110299 w 141551"/>
                      <a:gd name="connsiteY6" fmla="*/ 170879 h 1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551" h="170878">
                        <a:moveTo>
                          <a:pt x="110299" y="170879"/>
                        </a:moveTo>
                        <a:cubicBezTo>
                          <a:pt x="110014" y="167354"/>
                          <a:pt x="109823" y="163735"/>
                          <a:pt x="109538" y="160211"/>
                        </a:cubicBezTo>
                        <a:cubicBezTo>
                          <a:pt x="140970" y="99727"/>
                          <a:pt x="131445" y="80581"/>
                          <a:pt x="53435" y="46577"/>
                        </a:cubicBezTo>
                        <a:cubicBezTo>
                          <a:pt x="38290" y="39243"/>
                          <a:pt x="23146" y="31909"/>
                          <a:pt x="0" y="20669"/>
                        </a:cubicBezTo>
                        <a:cubicBezTo>
                          <a:pt x="37338" y="21622"/>
                          <a:pt x="64961" y="12382"/>
                          <a:pt x="91726" y="0"/>
                        </a:cubicBezTo>
                        <a:cubicBezTo>
                          <a:pt x="66294" y="26003"/>
                          <a:pt x="87725" y="39053"/>
                          <a:pt x="105728" y="54673"/>
                        </a:cubicBezTo>
                        <a:cubicBezTo>
                          <a:pt x="152114" y="94774"/>
                          <a:pt x="153257" y="134398"/>
                          <a:pt x="110299" y="170879"/>
                        </a:cubicBezTo>
                        <a:close/>
                      </a:path>
                    </a:pathLst>
                  </a:custGeom>
                  <a:solidFill>
                    <a:srgbClr val="F9D9E6"/>
                  </a:solidFill>
                  <a:ln w="0" cap="flat">
                    <a:noFill/>
                    <a:prstDash val="solid"/>
                    <a:miter/>
                  </a:ln>
                </p:spPr>
                <p:txBody>
                  <a:bodyPr rtlCol="0" anchor="ctr"/>
                  <a:lstStyle/>
                  <a:p>
                    <a:endParaRPr lang="zh-CN" altLang="en-US" sz="650"/>
                  </a:p>
                </p:txBody>
              </p:sp>
              <p:sp>
                <p:nvSpPr>
                  <p:cNvPr id="273" name="任意多边形: 形状 1540"/>
                  <p:cNvSpPr/>
                  <p:nvPr/>
                </p:nvSpPr>
                <p:spPr>
                  <a:xfrm>
                    <a:off x="5802264" y="6550530"/>
                    <a:ext cx="21737" cy="32887"/>
                  </a:xfrm>
                  <a:custGeom>
                    <a:avLst/>
                    <a:gdLst>
                      <a:gd name="connsiteX0" fmla="*/ 73533 w 73533"/>
                      <a:gd name="connsiteY0" fmla="*/ 95 h 111252"/>
                      <a:gd name="connsiteX1" fmla="*/ 48768 w 73533"/>
                      <a:gd name="connsiteY1" fmla="*/ 86297 h 111252"/>
                      <a:gd name="connsiteX2" fmla="*/ 34957 w 73533"/>
                      <a:gd name="connsiteY2" fmla="*/ 111252 h 111252"/>
                      <a:gd name="connsiteX3" fmla="*/ 0 w 73533"/>
                      <a:gd name="connsiteY3" fmla="*/ 19145 h 111252"/>
                      <a:gd name="connsiteX4" fmla="*/ 73533 w 73533"/>
                      <a:gd name="connsiteY4" fmla="*/ 0 h 111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33" h="111252">
                        <a:moveTo>
                          <a:pt x="73533" y="95"/>
                        </a:moveTo>
                        <a:cubicBezTo>
                          <a:pt x="65342" y="28861"/>
                          <a:pt x="57531" y="57722"/>
                          <a:pt x="48768" y="86297"/>
                        </a:cubicBezTo>
                        <a:cubicBezTo>
                          <a:pt x="46577" y="93536"/>
                          <a:pt x="41434" y="99822"/>
                          <a:pt x="34957" y="111252"/>
                        </a:cubicBezTo>
                        <a:cubicBezTo>
                          <a:pt x="12668" y="81534"/>
                          <a:pt x="7525" y="49816"/>
                          <a:pt x="0" y="19145"/>
                        </a:cubicBezTo>
                        <a:cubicBezTo>
                          <a:pt x="30575" y="36004"/>
                          <a:pt x="51149" y="14573"/>
                          <a:pt x="73533" y="0"/>
                        </a:cubicBezTo>
                        <a:close/>
                      </a:path>
                    </a:pathLst>
                  </a:custGeom>
                  <a:solidFill>
                    <a:srgbClr val="EBB2BD"/>
                  </a:solidFill>
                  <a:ln w="0" cap="flat">
                    <a:noFill/>
                    <a:prstDash val="solid"/>
                    <a:miter/>
                  </a:ln>
                </p:spPr>
                <p:txBody>
                  <a:bodyPr rtlCol="0" anchor="ctr"/>
                  <a:lstStyle/>
                  <a:p>
                    <a:endParaRPr lang="zh-CN" altLang="en-US" sz="650"/>
                  </a:p>
                </p:txBody>
              </p:sp>
              <p:sp>
                <p:nvSpPr>
                  <p:cNvPr id="274" name="任意多边形: 形状 1541"/>
                  <p:cNvSpPr/>
                  <p:nvPr/>
                </p:nvSpPr>
                <p:spPr>
                  <a:xfrm>
                    <a:off x="5680938" y="7245095"/>
                    <a:ext cx="65462" cy="42938"/>
                  </a:xfrm>
                  <a:custGeom>
                    <a:avLst/>
                    <a:gdLst>
                      <a:gd name="connsiteX0" fmla="*/ 189738 w 221450"/>
                      <a:gd name="connsiteY0" fmla="*/ 145254 h 145253"/>
                      <a:gd name="connsiteX1" fmla="*/ 178975 w 221450"/>
                      <a:gd name="connsiteY1" fmla="*/ 143539 h 145253"/>
                      <a:gd name="connsiteX2" fmla="*/ 204502 w 221450"/>
                      <a:gd name="connsiteY2" fmla="*/ 64101 h 145253"/>
                      <a:gd name="connsiteX3" fmla="*/ 103727 w 221450"/>
                      <a:gd name="connsiteY3" fmla="*/ 13904 h 145253"/>
                      <a:gd name="connsiteX4" fmla="*/ 0 w 221450"/>
                      <a:gd name="connsiteY4" fmla="*/ 12475 h 145253"/>
                      <a:gd name="connsiteX5" fmla="*/ 187071 w 221450"/>
                      <a:gd name="connsiteY5" fmla="*/ 27049 h 145253"/>
                      <a:gd name="connsiteX6" fmla="*/ 189738 w 221450"/>
                      <a:gd name="connsiteY6" fmla="*/ 145254 h 14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50" h="145253">
                        <a:moveTo>
                          <a:pt x="189738" y="145254"/>
                        </a:moveTo>
                        <a:cubicBezTo>
                          <a:pt x="186119" y="144682"/>
                          <a:pt x="182594" y="144111"/>
                          <a:pt x="178975" y="143539"/>
                        </a:cubicBezTo>
                        <a:cubicBezTo>
                          <a:pt x="197739" y="120203"/>
                          <a:pt x="222123" y="96867"/>
                          <a:pt x="204502" y="64101"/>
                        </a:cubicBezTo>
                        <a:cubicBezTo>
                          <a:pt x="183642" y="25239"/>
                          <a:pt x="141161" y="20191"/>
                          <a:pt x="103727" y="13904"/>
                        </a:cubicBezTo>
                        <a:cubicBezTo>
                          <a:pt x="70009" y="8284"/>
                          <a:pt x="34576" y="12570"/>
                          <a:pt x="0" y="12475"/>
                        </a:cubicBezTo>
                        <a:cubicBezTo>
                          <a:pt x="64294" y="-7623"/>
                          <a:pt x="127635" y="-3908"/>
                          <a:pt x="187071" y="27049"/>
                        </a:cubicBezTo>
                        <a:cubicBezTo>
                          <a:pt x="232601" y="50766"/>
                          <a:pt x="232315" y="102391"/>
                          <a:pt x="189738" y="145254"/>
                        </a:cubicBezTo>
                        <a:close/>
                      </a:path>
                    </a:pathLst>
                  </a:custGeom>
                  <a:solidFill>
                    <a:srgbClr val="ECA7B4"/>
                  </a:solidFill>
                  <a:ln w="0" cap="flat">
                    <a:noFill/>
                    <a:prstDash val="solid"/>
                    <a:miter/>
                  </a:ln>
                </p:spPr>
                <p:txBody>
                  <a:bodyPr rtlCol="0" anchor="ctr"/>
                  <a:lstStyle/>
                  <a:p>
                    <a:endParaRPr lang="zh-CN" altLang="en-US" sz="650"/>
                  </a:p>
                </p:txBody>
              </p:sp>
              <p:sp>
                <p:nvSpPr>
                  <p:cNvPr id="275" name="任意多边形: 形状 1542"/>
                  <p:cNvSpPr/>
                  <p:nvPr/>
                </p:nvSpPr>
                <p:spPr>
                  <a:xfrm>
                    <a:off x="5666634" y="7445307"/>
                    <a:ext cx="65041" cy="7870"/>
                  </a:xfrm>
                  <a:custGeom>
                    <a:avLst/>
                    <a:gdLst>
                      <a:gd name="connsiteX0" fmla="*/ 209931 w 220027"/>
                      <a:gd name="connsiteY0" fmla="*/ 10882 h 26623"/>
                      <a:gd name="connsiteX1" fmla="*/ 0 w 220027"/>
                      <a:gd name="connsiteY1" fmla="*/ 9358 h 26623"/>
                      <a:gd name="connsiteX2" fmla="*/ 34861 w 220027"/>
                      <a:gd name="connsiteY2" fmla="*/ 1357 h 26623"/>
                      <a:gd name="connsiteX3" fmla="*/ 220027 w 220027"/>
                      <a:gd name="connsiteY3" fmla="*/ 1738 h 26623"/>
                      <a:gd name="connsiteX4" fmla="*/ 209931 w 220027"/>
                      <a:gd name="connsiteY4" fmla="*/ 10882 h 26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7" h="26623">
                        <a:moveTo>
                          <a:pt x="209931" y="10882"/>
                        </a:moveTo>
                        <a:cubicBezTo>
                          <a:pt x="139732" y="45267"/>
                          <a:pt x="69913" y="13168"/>
                          <a:pt x="0" y="9358"/>
                        </a:cubicBezTo>
                        <a:cubicBezTo>
                          <a:pt x="9715" y="-1691"/>
                          <a:pt x="22955" y="-834"/>
                          <a:pt x="34861" y="1357"/>
                        </a:cubicBezTo>
                        <a:cubicBezTo>
                          <a:pt x="96679" y="12597"/>
                          <a:pt x="158305" y="8025"/>
                          <a:pt x="220027" y="1738"/>
                        </a:cubicBezTo>
                        <a:cubicBezTo>
                          <a:pt x="216694" y="4786"/>
                          <a:pt x="213265" y="7834"/>
                          <a:pt x="209931" y="10882"/>
                        </a:cubicBezTo>
                        <a:close/>
                      </a:path>
                    </a:pathLst>
                  </a:custGeom>
                  <a:solidFill>
                    <a:srgbClr val="D392A6"/>
                  </a:solidFill>
                  <a:ln w="0" cap="flat">
                    <a:noFill/>
                    <a:prstDash val="solid"/>
                    <a:miter/>
                  </a:ln>
                </p:spPr>
                <p:txBody>
                  <a:bodyPr rtlCol="0" anchor="ctr"/>
                  <a:lstStyle/>
                  <a:p>
                    <a:endParaRPr lang="zh-CN" altLang="en-US" sz="650"/>
                  </a:p>
                </p:txBody>
              </p:sp>
              <p:sp>
                <p:nvSpPr>
                  <p:cNvPr id="276" name="任意多边形: 形状 1543"/>
                  <p:cNvSpPr/>
                  <p:nvPr/>
                </p:nvSpPr>
                <p:spPr>
                  <a:xfrm>
                    <a:off x="5677869" y="7456629"/>
                    <a:ext cx="53666" cy="5945"/>
                  </a:xfrm>
                  <a:custGeom>
                    <a:avLst/>
                    <a:gdLst>
                      <a:gd name="connsiteX0" fmla="*/ 0 w 181546"/>
                      <a:gd name="connsiteY0" fmla="*/ 9825 h 20111"/>
                      <a:gd name="connsiteX1" fmla="*/ 143923 w 181546"/>
                      <a:gd name="connsiteY1" fmla="*/ 586 h 20111"/>
                      <a:gd name="connsiteX2" fmla="*/ 181546 w 181546"/>
                      <a:gd name="connsiteY2" fmla="*/ 20112 h 20111"/>
                      <a:gd name="connsiteX3" fmla="*/ 0 w 181546"/>
                      <a:gd name="connsiteY3" fmla="*/ 9825 h 20111"/>
                    </a:gdLst>
                    <a:ahLst/>
                    <a:cxnLst>
                      <a:cxn ang="0">
                        <a:pos x="connsiteX0" y="connsiteY0"/>
                      </a:cxn>
                      <a:cxn ang="0">
                        <a:pos x="connsiteX1" y="connsiteY1"/>
                      </a:cxn>
                      <a:cxn ang="0">
                        <a:pos x="connsiteX2" y="connsiteY2"/>
                      </a:cxn>
                      <a:cxn ang="0">
                        <a:pos x="connsiteX3" y="connsiteY3"/>
                      </a:cxn>
                    </a:cxnLst>
                    <a:rect l="l" t="t" r="r" b="b"/>
                    <a:pathLst>
                      <a:path w="181546" h="20111">
                        <a:moveTo>
                          <a:pt x="0" y="9825"/>
                        </a:moveTo>
                        <a:cubicBezTo>
                          <a:pt x="46958" y="-8559"/>
                          <a:pt x="96012" y="5443"/>
                          <a:pt x="143923" y="586"/>
                        </a:cubicBezTo>
                        <a:cubicBezTo>
                          <a:pt x="159639" y="1062"/>
                          <a:pt x="174403" y="3253"/>
                          <a:pt x="181546" y="20112"/>
                        </a:cubicBezTo>
                        <a:cubicBezTo>
                          <a:pt x="121825" y="2014"/>
                          <a:pt x="60484" y="14016"/>
                          <a:pt x="0" y="9825"/>
                        </a:cubicBezTo>
                        <a:close/>
                      </a:path>
                    </a:pathLst>
                  </a:custGeom>
                  <a:solidFill>
                    <a:srgbClr val="D392A6"/>
                  </a:solidFill>
                  <a:ln w="0" cap="flat">
                    <a:noFill/>
                    <a:prstDash val="solid"/>
                    <a:miter/>
                  </a:ln>
                </p:spPr>
                <p:txBody>
                  <a:bodyPr rtlCol="0" anchor="ctr"/>
                  <a:lstStyle/>
                  <a:p>
                    <a:endParaRPr lang="zh-CN" altLang="en-US" sz="650"/>
                  </a:p>
                </p:txBody>
              </p:sp>
              <p:sp>
                <p:nvSpPr>
                  <p:cNvPr id="3230" name="任意多边形: 形状 1544"/>
                  <p:cNvSpPr/>
                  <p:nvPr/>
                </p:nvSpPr>
                <p:spPr>
                  <a:xfrm>
                    <a:off x="5522719" y="6601296"/>
                    <a:ext cx="158496" cy="644783"/>
                  </a:xfrm>
                  <a:custGeom>
                    <a:avLst/>
                    <a:gdLst>
                      <a:gd name="connsiteX0" fmla="*/ 429984 w 536173"/>
                      <a:gd name="connsiteY0" fmla="*/ 1618774 h 2181224"/>
                      <a:gd name="connsiteX1" fmla="*/ 350450 w 536173"/>
                      <a:gd name="connsiteY1" fmla="*/ 1542193 h 2181224"/>
                      <a:gd name="connsiteX2" fmla="*/ 222148 w 536173"/>
                      <a:gd name="connsiteY2" fmla="*/ 1543241 h 2181224"/>
                      <a:gd name="connsiteX3" fmla="*/ 30886 w 536173"/>
                      <a:gd name="connsiteY3" fmla="*/ 1409700 h 2181224"/>
                      <a:gd name="connsiteX4" fmla="*/ 45555 w 536173"/>
                      <a:gd name="connsiteY4" fmla="*/ 1030700 h 2181224"/>
                      <a:gd name="connsiteX5" fmla="*/ 326447 w 536173"/>
                      <a:gd name="connsiteY5" fmla="*/ 897731 h 2181224"/>
                      <a:gd name="connsiteX6" fmla="*/ 409886 w 536173"/>
                      <a:gd name="connsiteY6" fmla="*/ 913733 h 2181224"/>
                      <a:gd name="connsiteX7" fmla="*/ 467798 w 536173"/>
                      <a:gd name="connsiteY7" fmla="*/ 865060 h 2181224"/>
                      <a:gd name="connsiteX8" fmla="*/ 467988 w 536173"/>
                      <a:gd name="connsiteY8" fmla="*/ 679609 h 2181224"/>
                      <a:gd name="connsiteX9" fmla="*/ 431031 w 536173"/>
                      <a:gd name="connsiteY9" fmla="*/ 635508 h 2181224"/>
                      <a:gd name="connsiteX10" fmla="*/ 309206 w 536173"/>
                      <a:gd name="connsiteY10" fmla="*/ 619506 h 2181224"/>
                      <a:gd name="connsiteX11" fmla="*/ 10503 w 536173"/>
                      <a:gd name="connsiteY11" fmla="*/ 296037 h 2181224"/>
                      <a:gd name="connsiteX12" fmla="*/ 90894 w 536173"/>
                      <a:gd name="connsiteY12" fmla="*/ 26765 h 2181224"/>
                      <a:gd name="connsiteX13" fmla="*/ 98418 w 536173"/>
                      <a:gd name="connsiteY13" fmla="*/ 0 h 2181224"/>
                      <a:gd name="connsiteX14" fmla="*/ 144805 w 536173"/>
                      <a:gd name="connsiteY14" fmla="*/ 74962 h 2181224"/>
                      <a:gd name="connsiteX15" fmla="*/ 81083 w 536173"/>
                      <a:gd name="connsiteY15" fmla="*/ 325850 h 2181224"/>
                      <a:gd name="connsiteX16" fmla="*/ 222720 w 536173"/>
                      <a:gd name="connsiteY16" fmla="*/ 535686 h 2181224"/>
                      <a:gd name="connsiteX17" fmla="*/ 268249 w 536173"/>
                      <a:gd name="connsiteY17" fmla="*/ 542925 h 2181224"/>
                      <a:gd name="connsiteX18" fmla="*/ 392169 w 536173"/>
                      <a:gd name="connsiteY18" fmla="*/ 561594 h 2181224"/>
                      <a:gd name="connsiteX19" fmla="*/ 429317 w 536173"/>
                      <a:gd name="connsiteY19" fmla="*/ 551498 h 2181224"/>
                      <a:gd name="connsiteX20" fmla="*/ 487419 w 536173"/>
                      <a:gd name="connsiteY20" fmla="*/ 580644 h 2181224"/>
                      <a:gd name="connsiteX21" fmla="*/ 535330 w 536173"/>
                      <a:gd name="connsiteY21" fmla="*/ 676561 h 2181224"/>
                      <a:gd name="connsiteX22" fmla="*/ 535902 w 536173"/>
                      <a:gd name="connsiteY22" fmla="*/ 846296 h 2181224"/>
                      <a:gd name="connsiteX23" fmla="*/ 467893 w 536173"/>
                      <a:gd name="connsiteY23" fmla="*/ 980694 h 2181224"/>
                      <a:gd name="connsiteX24" fmla="*/ 422268 w 536173"/>
                      <a:gd name="connsiteY24" fmla="*/ 994791 h 2181224"/>
                      <a:gd name="connsiteX25" fmla="*/ 328923 w 536173"/>
                      <a:gd name="connsiteY25" fmla="*/ 980694 h 2181224"/>
                      <a:gd name="connsiteX26" fmla="*/ 96609 w 536173"/>
                      <a:gd name="connsiteY26" fmla="*/ 1143762 h 2181224"/>
                      <a:gd name="connsiteX27" fmla="*/ 94227 w 536173"/>
                      <a:gd name="connsiteY27" fmla="*/ 1328071 h 2181224"/>
                      <a:gd name="connsiteX28" fmla="*/ 245103 w 536173"/>
                      <a:gd name="connsiteY28" fmla="*/ 1461611 h 2181224"/>
                      <a:gd name="connsiteX29" fmla="*/ 425126 w 536173"/>
                      <a:gd name="connsiteY29" fmla="*/ 1463421 h 2181224"/>
                      <a:gd name="connsiteX30" fmla="*/ 487134 w 536173"/>
                      <a:gd name="connsiteY30" fmla="*/ 1542669 h 2181224"/>
                      <a:gd name="connsiteX31" fmla="*/ 487324 w 536173"/>
                      <a:gd name="connsiteY31" fmla="*/ 1552004 h 2181224"/>
                      <a:gd name="connsiteX32" fmla="*/ 475704 w 536173"/>
                      <a:gd name="connsiteY32" fmla="*/ 2181225 h 2181224"/>
                      <a:gd name="connsiteX33" fmla="*/ 468465 w 536173"/>
                      <a:gd name="connsiteY33" fmla="*/ 2140268 h 2181224"/>
                      <a:gd name="connsiteX34" fmla="*/ 468750 w 536173"/>
                      <a:gd name="connsiteY34" fmla="*/ 1693164 h 2181224"/>
                      <a:gd name="connsiteX35" fmla="*/ 429793 w 536173"/>
                      <a:gd name="connsiteY35" fmla="*/ 1618774 h 218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36173" h="2181224">
                        <a:moveTo>
                          <a:pt x="429984" y="1618774"/>
                        </a:moveTo>
                        <a:cubicBezTo>
                          <a:pt x="427412" y="1543526"/>
                          <a:pt x="425412" y="1541621"/>
                          <a:pt x="350450" y="1542193"/>
                        </a:cubicBezTo>
                        <a:cubicBezTo>
                          <a:pt x="307682" y="1542479"/>
                          <a:pt x="264820" y="1541907"/>
                          <a:pt x="222148" y="1543241"/>
                        </a:cubicBezTo>
                        <a:cubicBezTo>
                          <a:pt x="124993" y="1546193"/>
                          <a:pt x="62795" y="1495711"/>
                          <a:pt x="30886" y="1409700"/>
                        </a:cubicBezTo>
                        <a:cubicBezTo>
                          <a:pt x="-16358" y="1282446"/>
                          <a:pt x="-7785" y="1153478"/>
                          <a:pt x="45555" y="1030700"/>
                        </a:cubicBezTo>
                        <a:cubicBezTo>
                          <a:pt x="91846" y="924020"/>
                          <a:pt x="200907" y="876681"/>
                          <a:pt x="326447" y="897731"/>
                        </a:cubicBezTo>
                        <a:cubicBezTo>
                          <a:pt x="354355" y="902398"/>
                          <a:pt x="381882" y="909733"/>
                          <a:pt x="409886" y="913733"/>
                        </a:cubicBezTo>
                        <a:cubicBezTo>
                          <a:pt x="446081" y="918781"/>
                          <a:pt x="468179" y="905542"/>
                          <a:pt x="467798" y="865060"/>
                        </a:cubicBezTo>
                        <a:cubicBezTo>
                          <a:pt x="467226" y="803243"/>
                          <a:pt x="466940" y="741426"/>
                          <a:pt x="467988" y="679609"/>
                        </a:cubicBezTo>
                        <a:cubicBezTo>
                          <a:pt x="468465" y="652748"/>
                          <a:pt x="459225" y="638366"/>
                          <a:pt x="431031" y="635508"/>
                        </a:cubicBezTo>
                        <a:cubicBezTo>
                          <a:pt x="390264" y="631412"/>
                          <a:pt x="349783" y="624745"/>
                          <a:pt x="309206" y="619506"/>
                        </a:cubicBezTo>
                        <a:cubicBezTo>
                          <a:pt x="123183" y="595408"/>
                          <a:pt x="19647" y="481013"/>
                          <a:pt x="10503" y="296037"/>
                        </a:cubicBezTo>
                        <a:cubicBezTo>
                          <a:pt x="5645" y="197072"/>
                          <a:pt x="25171" y="105061"/>
                          <a:pt x="90894" y="26765"/>
                        </a:cubicBezTo>
                        <a:cubicBezTo>
                          <a:pt x="96323" y="20288"/>
                          <a:pt x="96037" y="9049"/>
                          <a:pt x="98418" y="0"/>
                        </a:cubicBezTo>
                        <a:cubicBezTo>
                          <a:pt x="113849" y="24955"/>
                          <a:pt x="129375" y="49911"/>
                          <a:pt x="144805" y="74962"/>
                        </a:cubicBezTo>
                        <a:cubicBezTo>
                          <a:pt x="76511" y="146590"/>
                          <a:pt x="72510" y="235172"/>
                          <a:pt x="81083" y="325850"/>
                        </a:cubicBezTo>
                        <a:cubicBezTo>
                          <a:pt x="90036" y="420815"/>
                          <a:pt x="142805" y="487585"/>
                          <a:pt x="222720" y="535686"/>
                        </a:cubicBezTo>
                        <a:cubicBezTo>
                          <a:pt x="237864" y="544735"/>
                          <a:pt x="253009" y="540925"/>
                          <a:pt x="268249" y="542925"/>
                        </a:cubicBezTo>
                        <a:cubicBezTo>
                          <a:pt x="306444" y="569976"/>
                          <a:pt x="351974" y="548164"/>
                          <a:pt x="392169" y="561594"/>
                        </a:cubicBezTo>
                        <a:cubicBezTo>
                          <a:pt x="405885" y="563213"/>
                          <a:pt x="418173" y="559308"/>
                          <a:pt x="429317" y="551498"/>
                        </a:cubicBezTo>
                        <a:cubicBezTo>
                          <a:pt x="457797" y="543020"/>
                          <a:pt x="462464" y="581978"/>
                          <a:pt x="487419" y="580644"/>
                        </a:cubicBezTo>
                        <a:cubicBezTo>
                          <a:pt x="524472" y="602075"/>
                          <a:pt x="535140" y="636842"/>
                          <a:pt x="535330" y="676561"/>
                        </a:cubicBezTo>
                        <a:cubicBezTo>
                          <a:pt x="535521" y="733139"/>
                          <a:pt x="533235" y="789813"/>
                          <a:pt x="535902" y="846296"/>
                        </a:cubicBezTo>
                        <a:cubicBezTo>
                          <a:pt x="538759" y="905256"/>
                          <a:pt x="519328" y="950500"/>
                          <a:pt x="467893" y="980694"/>
                        </a:cubicBezTo>
                        <a:cubicBezTo>
                          <a:pt x="455130" y="993267"/>
                          <a:pt x="438937" y="994791"/>
                          <a:pt x="422268" y="994791"/>
                        </a:cubicBezTo>
                        <a:cubicBezTo>
                          <a:pt x="390074" y="997363"/>
                          <a:pt x="359975" y="986219"/>
                          <a:pt x="328923" y="980694"/>
                        </a:cubicBezTo>
                        <a:cubicBezTo>
                          <a:pt x="196335" y="956881"/>
                          <a:pt x="116040" y="1011746"/>
                          <a:pt x="96609" y="1143762"/>
                        </a:cubicBezTo>
                        <a:cubicBezTo>
                          <a:pt x="87655" y="1204532"/>
                          <a:pt x="85655" y="1266635"/>
                          <a:pt x="94227" y="1328071"/>
                        </a:cubicBezTo>
                        <a:cubicBezTo>
                          <a:pt x="107562" y="1423988"/>
                          <a:pt x="149949" y="1460659"/>
                          <a:pt x="245103" y="1461611"/>
                        </a:cubicBezTo>
                        <a:cubicBezTo>
                          <a:pt x="305111" y="1462183"/>
                          <a:pt x="365118" y="1459230"/>
                          <a:pt x="425126" y="1463421"/>
                        </a:cubicBezTo>
                        <a:cubicBezTo>
                          <a:pt x="467607" y="1472756"/>
                          <a:pt x="467512" y="1515428"/>
                          <a:pt x="487134" y="1542669"/>
                        </a:cubicBezTo>
                        <a:cubicBezTo>
                          <a:pt x="487419" y="1545812"/>
                          <a:pt x="487515" y="1548860"/>
                          <a:pt x="487324" y="1552004"/>
                        </a:cubicBezTo>
                        <a:cubicBezTo>
                          <a:pt x="466560" y="1760220"/>
                          <a:pt x="484181" y="1969294"/>
                          <a:pt x="475704" y="2181225"/>
                        </a:cubicBezTo>
                        <a:cubicBezTo>
                          <a:pt x="463131" y="2166747"/>
                          <a:pt x="468560" y="2152745"/>
                          <a:pt x="468465" y="2140268"/>
                        </a:cubicBezTo>
                        <a:cubicBezTo>
                          <a:pt x="467988" y="1991201"/>
                          <a:pt x="467322" y="1842230"/>
                          <a:pt x="468750" y="1693164"/>
                        </a:cubicBezTo>
                        <a:cubicBezTo>
                          <a:pt x="469036" y="1659350"/>
                          <a:pt x="459987" y="1634585"/>
                          <a:pt x="429793" y="1618774"/>
                        </a:cubicBezTo>
                        <a:close/>
                      </a:path>
                    </a:pathLst>
                  </a:custGeom>
                  <a:solidFill>
                    <a:srgbClr val="C35B75"/>
                  </a:solidFill>
                  <a:ln w="0" cap="flat">
                    <a:noFill/>
                    <a:prstDash val="solid"/>
                    <a:miter/>
                  </a:ln>
                </p:spPr>
                <p:txBody>
                  <a:bodyPr rtlCol="0" anchor="ctr"/>
                  <a:lstStyle/>
                  <a:p>
                    <a:endParaRPr lang="zh-CN" altLang="en-US" sz="650"/>
                  </a:p>
                </p:txBody>
              </p:sp>
              <p:sp>
                <p:nvSpPr>
                  <p:cNvPr id="3231" name="任意多边形: 形状 1545"/>
                  <p:cNvSpPr/>
                  <p:nvPr/>
                </p:nvSpPr>
                <p:spPr>
                  <a:xfrm>
                    <a:off x="5793353" y="6623624"/>
                    <a:ext cx="164457" cy="185692"/>
                  </a:xfrm>
                  <a:custGeom>
                    <a:avLst/>
                    <a:gdLst>
                      <a:gd name="connsiteX0" fmla="*/ 418860 w 556337"/>
                      <a:gd name="connsiteY0" fmla="*/ 39815 h 628173"/>
                      <a:gd name="connsiteX1" fmla="*/ 506109 w 556337"/>
                      <a:gd name="connsiteY1" fmla="*/ 0 h 628173"/>
                      <a:gd name="connsiteX2" fmla="*/ 545162 w 556337"/>
                      <a:gd name="connsiteY2" fmla="*/ 268891 h 628173"/>
                      <a:gd name="connsiteX3" fmla="*/ 267127 w 556337"/>
                      <a:gd name="connsiteY3" fmla="*/ 527113 h 628173"/>
                      <a:gd name="connsiteX4" fmla="*/ 107964 w 556337"/>
                      <a:gd name="connsiteY4" fmla="*/ 543973 h 628173"/>
                      <a:gd name="connsiteX5" fmla="*/ 67292 w 556337"/>
                      <a:gd name="connsiteY5" fmla="*/ 582930 h 628173"/>
                      <a:gd name="connsiteX6" fmla="*/ 29669 w 556337"/>
                      <a:gd name="connsiteY6" fmla="*/ 628174 h 628173"/>
                      <a:gd name="connsiteX7" fmla="*/ 141 w 556337"/>
                      <a:gd name="connsiteY7" fmla="*/ 579215 h 628173"/>
                      <a:gd name="connsiteX8" fmla="*/ 108726 w 556337"/>
                      <a:gd name="connsiteY8" fmla="*/ 478345 h 628173"/>
                      <a:gd name="connsiteX9" fmla="*/ 335040 w 556337"/>
                      <a:gd name="connsiteY9" fmla="*/ 435007 h 628173"/>
                      <a:gd name="connsiteX10" fmla="*/ 484583 w 556337"/>
                      <a:gd name="connsiteY10" fmla="*/ 221551 h 628173"/>
                      <a:gd name="connsiteX11" fmla="*/ 481344 w 556337"/>
                      <a:gd name="connsiteY11" fmla="*/ 112871 h 628173"/>
                      <a:gd name="connsiteX12" fmla="*/ 418860 w 556337"/>
                      <a:gd name="connsiteY12" fmla="*/ 40005 h 62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6337" h="628173">
                        <a:moveTo>
                          <a:pt x="418860" y="39815"/>
                        </a:moveTo>
                        <a:cubicBezTo>
                          <a:pt x="455436" y="42863"/>
                          <a:pt x="487821" y="36862"/>
                          <a:pt x="506109" y="0"/>
                        </a:cubicBezTo>
                        <a:cubicBezTo>
                          <a:pt x="565831" y="82772"/>
                          <a:pt x="562878" y="177736"/>
                          <a:pt x="545162" y="268891"/>
                        </a:cubicBezTo>
                        <a:cubicBezTo>
                          <a:pt x="516015" y="418719"/>
                          <a:pt x="414860" y="496729"/>
                          <a:pt x="267127" y="527113"/>
                        </a:cubicBezTo>
                        <a:cubicBezTo>
                          <a:pt x="213692" y="538067"/>
                          <a:pt x="161399" y="543497"/>
                          <a:pt x="107964" y="543973"/>
                        </a:cubicBezTo>
                        <a:cubicBezTo>
                          <a:pt x="80342" y="544163"/>
                          <a:pt x="66626" y="553974"/>
                          <a:pt x="67292" y="582930"/>
                        </a:cubicBezTo>
                        <a:cubicBezTo>
                          <a:pt x="67864" y="608076"/>
                          <a:pt x="57005" y="628269"/>
                          <a:pt x="29669" y="628174"/>
                        </a:cubicBezTo>
                        <a:cubicBezTo>
                          <a:pt x="-2907" y="628078"/>
                          <a:pt x="-49" y="601408"/>
                          <a:pt x="141" y="579215"/>
                        </a:cubicBezTo>
                        <a:cubicBezTo>
                          <a:pt x="808" y="509873"/>
                          <a:pt x="32240" y="479679"/>
                          <a:pt x="108726" y="478345"/>
                        </a:cubicBezTo>
                        <a:cubicBezTo>
                          <a:pt x="186831" y="476917"/>
                          <a:pt x="261983" y="466820"/>
                          <a:pt x="335040" y="435007"/>
                        </a:cubicBezTo>
                        <a:cubicBezTo>
                          <a:pt x="430195" y="393573"/>
                          <a:pt x="474391" y="319278"/>
                          <a:pt x="484583" y="221551"/>
                        </a:cubicBezTo>
                        <a:cubicBezTo>
                          <a:pt x="488297" y="185928"/>
                          <a:pt x="486297" y="149447"/>
                          <a:pt x="481344" y="112871"/>
                        </a:cubicBezTo>
                        <a:cubicBezTo>
                          <a:pt x="475820" y="71723"/>
                          <a:pt x="461246" y="45910"/>
                          <a:pt x="418860" y="40005"/>
                        </a:cubicBezTo>
                        <a:close/>
                      </a:path>
                    </a:pathLst>
                  </a:custGeom>
                  <a:solidFill>
                    <a:srgbClr val="C45B74"/>
                  </a:solidFill>
                  <a:ln w="0" cap="flat">
                    <a:noFill/>
                    <a:prstDash val="solid"/>
                    <a:miter/>
                  </a:ln>
                </p:spPr>
                <p:txBody>
                  <a:bodyPr rtlCol="0" anchor="ctr"/>
                  <a:lstStyle/>
                  <a:p>
                    <a:endParaRPr lang="zh-CN" altLang="en-US" sz="650"/>
                  </a:p>
                </p:txBody>
              </p:sp>
              <p:sp>
                <p:nvSpPr>
                  <p:cNvPr id="3232" name="任意多边形: 形状 1546"/>
                  <p:cNvSpPr/>
                  <p:nvPr/>
                </p:nvSpPr>
                <p:spPr>
                  <a:xfrm>
                    <a:off x="5694678" y="6615431"/>
                    <a:ext cx="104460" cy="75951"/>
                  </a:xfrm>
                  <a:custGeom>
                    <a:avLst/>
                    <a:gdLst>
                      <a:gd name="connsiteX0" fmla="*/ 95 w 353377"/>
                      <a:gd name="connsiteY0" fmla="*/ 67246 h 256932"/>
                      <a:gd name="connsiteX1" fmla="*/ 75438 w 353377"/>
                      <a:gd name="connsiteY1" fmla="*/ 47054 h 256932"/>
                      <a:gd name="connsiteX2" fmla="*/ 103822 w 353377"/>
                      <a:gd name="connsiteY2" fmla="*/ 120396 h 256932"/>
                      <a:gd name="connsiteX3" fmla="*/ 162401 w 353377"/>
                      <a:gd name="connsiteY3" fmla="*/ 174689 h 256932"/>
                      <a:gd name="connsiteX4" fmla="*/ 231838 w 353377"/>
                      <a:gd name="connsiteY4" fmla="*/ 126683 h 256932"/>
                      <a:gd name="connsiteX5" fmla="*/ 269938 w 353377"/>
                      <a:gd name="connsiteY5" fmla="*/ 40291 h 256932"/>
                      <a:gd name="connsiteX6" fmla="*/ 305562 w 353377"/>
                      <a:gd name="connsiteY6" fmla="*/ 0 h 256932"/>
                      <a:gd name="connsiteX7" fmla="*/ 353378 w 353377"/>
                      <a:gd name="connsiteY7" fmla="*/ 56102 h 256932"/>
                      <a:gd name="connsiteX8" fmla="*/ 308705 w 353377"/>
                      <a:gd name="connsiteY8" fmla="*/ 149066 h 256932"/>
                      <a:gd name="connsiteX9" fmla="*/ 169831 w 353377"/>
                      <a:gd name="connsiteY9" fmla="*/ 256889 h 256932"/>
                      <a:gd name="connsiteX10" fmla="*/ 21050 w 353377"/>
                      <a:gd name="connsiteY10" fmla="*/ 139256 h 256932"/>
                      <a:gd name="connsiteX11" fmla="*/ 0 w 353377"/>
                      <a:gd name="connsiteY11" fmla="*/ 67342 h 25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377" h="256932">
                        <a:moveTo>
                          <a:pt x="95" y="67246"/>
                        </a:moveTo>
                        <a:cubicBezTo>
                          <a:pt x="27527" y="68961"/>
                          <a:pt x="53054" y="64008"/>
                          <a:pt x="75438" y="47054"/>
                        </a:cubicBezTo>
                        <a:cubicBezTo>
                          <a:pt x="97155" y="66675"/>
                          <a:pt x="92964" y="96393"/>
                          <a:pt x="103822" y="120396"/>
                        </a:cubicBezTo>
                        <a:cubicBezTo>
                          <a:pt x="116014" y="147256"/>
                          <a:pt x="129159" y="173069"/>
                          <a:pt x="162401" y="174689"/>
                        </a:cubicBezTo>
                        <a:cubicBezTo>
                          <a:pt x="196310" y="176308"/>
                          <a:pt x="218218" y="155162"/>
                          <a:pt x="231838" y="126683"/>
                        </a:cubicBezTo>
                        <a:cubicBezTo>
                          <a:pt x="245364" y="98298"/>
                          <a:pt x="257556" y="69247"/>
                          <a:pt x="269938" y="40291"/>
                        </a:cubicBezTo>
                        <a:cubicBezTo>
                          <a:pt x="277273" y="23146"/>
                          <a:pt x="283273" y="4191"/>
                          <a:pt x="305562" y="0"/>
                        </a:cubicBezTo>
                        <a:cubicBezTo>
                          <a:pt x="321469" y="18669"/>
                          <a:pt x="337375" y="37433"/>
                          <a:pt x="353378" y="56102"/>
                        </a:cubicBezTo>
                        <a:cubicBezTo>
                          <a:pt x="338423" y="87058"/>
                          <a:pt x="321945" y="117443"/>
                          <a:pt x="308705" y="149066"/>
                        </a:cubicBezTo>
                        <a:cubicBezTo>
                          <a:pt x="279463" y="219170"/>
                          <a:pt x="230124" y="258413"/>
                          <a:pt x="169831" y="256889"/>
                        </a:cubicBezTo>
                        <a:cubicBezTo>
                          <a:pt x="102584" y="255175"/>
                          <a:pt x="44101" y="209264"/>
                          <a:pt x="21050" y="139256"/>
                        </a:cubicBezTo>
                        <a:cubicBezTo>
                          <a:pt x="13240" y="115538"/>
                          <a:pt x="6953" y="91345"/>
                          <a:pt x="0" y="67342"/>
                        </a:cubicBezTo>
                        <a:close/>
                      </a:path>
                    </a:pathLst>
                  </a:custGeom>
                  <a:solidFill>
                    <a:srgbClr val="C45C77"/>
                  </a:solidFill>
                  <a:ln w="0" cap="flat">
                    <a:noFill/>
                    <a:prstDash val="solid"/>
                    <a:miter/>
                  </a:ln>
                </p:spPr>
                <p:txBody>
                  <a:bodyPr rtlCol="0" anchor="ctr"/>
                  <a:lstStyle/>
                  <a:p>
                    <a:endParaRPr lang="zh-CN" altLang="en-US" sz="650"/>
                  </a:p>
                </p:txBody>
              </p:sp>
              <p:sp>
                <p:nvSpPr>
                  <p:cNvPr id="3233" name="任意多边形: 形状 1547"/>
                  <p:cNvSpPr/>
                  <p:nvPr/>
                </p:nvSpPr>
                <p:spPr>
                  <a:xfrm>
                    <a:off x="5638328" y="6891195"/>
                    <a:ext cx="29039" cy="166123"/>
                  </a:xfrm>
                  <a:custGeom>
                    <a:avLst/>
                    <a:gdLst>
                      <a:gd name="connsiteX0" fmla="*/ 96139 w 98235"/>
                      <a:gd name="connsiteY0" fmla="*/ 561975 h 561975"/>
                      <a:gd name="connsiteX1" fmla="*/ 38132 w 98235"/>
                      <a:gd name="connsiteY1" fmla="*/ 494348 h 561975"/>
                      <a:gd name="connsiteX2" fmla="*/ 20892 w 98235"/>
                      <a:gd name="connsiteY2" fmla="*/ 441579 h 561975"/>
                      <a:gd name="connsiteX3" fmla="*/ 4318 w 98235"/>
                      <a:gd name="connsiteY3" fmla="*/ 326898 h 561975"/>
                      <a:gd name="connsiteX4" fmla="*/ 6033 w 98235"/>
                      <a:gd name="connsiteY4" fmla="*/ 304133 h 561975"/>
                      <a:gd name="connsiteX5" fmla="*/ 18987 w 98235"/>
                      <a:gd name="connsiteY5" fmla="*/ 195167 h 561975"/>
                      <a:gd name="connsiteX6" fmla="*/ 2890 w 98235"/>
                      <a:gd name="connsiteY6" fmla="*/ 114014 h 561975"/>
                      <a:gd name="connsiteX7" fmla="*/ 5747 w 98235"/>
                      <a:gd name="connsiteY7" fmla="*/ 86868 h 561975"/>
                      <a:gd name="connsiteX8" fmla="*/ 28702 w 98235"/>
                      <a:gd name="connsiteY8" fmla="*/ 1810 h 561975"/>
                      <a:gd name="connsiteX9" fmla="*/ 76899 w 98235"/>
                      <a:gd name="connsiteY9" fmla="*/ 0 h 561975"/>
                      <a:gd name="connsiteX10" fmla="*/ 54039 w 98235"/>
                      <a:gd name="connsiteY10" fmla="*/ 105918 h 561975"/>
                      <a:gd name="connsiteX11" fmla="*/ 77280 w 98235"/>
                      <a:gd name="connsiteY11" fmla="*/ 137255 h 561975"/>
                      <a:gd name="connsiteX12" fmla="*/ 82995 w 98235"/>
                      <a:gd name="connsiteY12" fmla="*/ 189167 h 561975"/>
                      <a:gd name="connsiteX13" fmla="*/ 71755 w 98235"/>
                      <a:gd name="connsiteY13" fmla="*/ 245840 h 561975"/>
                      <a:gd name="connsiteX14" fmla="*/ 76042 w 98235"/>
                      <a:gd name="connsiteY14" fmla="*/ 268700 h 561975"/>
                      <a:gd name="connsiteX15" fmla="*/ 93187 w 98235"/>
                      <a:gd name="connsiteY15" fmla="*/ 363950 h 561975"/>
                      <a:gd name="connsiteX16" fmla="*/ 72803 w 98235"/>
                      <a:gd name="connsiteY16" fmla="*/ 421767 h 561975"/>
                      <a:gd name="connsiteX17" fmla="*/ 96139 w 98235"/>
                      <a:gd name="connsiteY17"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235" h="561975">
                        <a:moveTo>
                          <a:pt x="96139" y="561975"/>
                        </a:moveTo>
                        <a:cubicBezTo>
                          <a:pt x="71470" y="544068"/>
                          <a:pt x="71470" y="504920"/>
                          <a:pt x="38132" y="494348"/>
                        </a:cubicBezTo>
                        <a:cubicBezTo>
                          <a:pt x="24035" y="479393"/>
                          <a:pt x="25654" y="459677"/>
                          <a:pt x="20892" y="441579"/>
                        </a:cubicBezTo>
                        <a:cubicBezTo>
                          <a:pt x="10986" y="403955"/>
                          <a:pt x="34322" y="361760"/>
                          <a:pt x="4318" y="326898"/>
                        </a:cubicBezTo>
                        <a:cubicBezTo>
                          <a:pt x="-349" y="321469"/>
                          <a:pt x="1842" y="310706"/>
                          <a:pt x="6033" y="304133"/>
                        </a:cubicBezTo>
                        <a:cubicBezTo>
                          <a:pt x="27940" y="269558"/>
                          <a:pt x="24892" y="234506"/>
                          <a:pt x="18987" y="195167"/>
                        </a:cubicBezTo>
                        <a:cubicBezTo>
                          <a:pt x="14891" y="167735"/>
                          <a:pt x="20225" y="139541"/>
                          <a:pt x="2890" y="114014"/>
                        </a:cubicBezTo>
                        <a:cubicBezTo>
                          <a:pt x="-2063" y="106680"/>
                          <a:pt x="-349" y="93917"/>
                          <a:pt x="5747" y="86868"/>
                        </a:cubicBezTo>
                        <a:cubicBezTo>
                          <a:pt x="27178" y="61913"/>
                          <a:pt x="22320" y="30480"/>
                          <a:pt x="28702" y="1810"/>
                        </a:cubicBezTo>
                        <a:cubicBezTo>
                          <a:pt x="44800" y="1238"/>
                          <a:pt x="60802" y="572"/>
                          <a:pt x="76899" y="0"/>
                        </a:cubicBezTo>
                        <a:cubicBezTo>
                          <a:pt x="62326" y="33338"/>
                          <a:pt x="90138" y="74962"/>
                          <a:pt x="54039" y="105918"/>
                        </a:cubicBezTo>
                        <a:cubicBezTo>
                          <a:pt x="46133" y="112681"/>
                          <a:pt x="67850" y="127635"/>
                          <a:pt x="77280" y="137255"/>
                        </a:cubicBezTo>
                        <a:cubicBezTo>
                          <a:pt x="93472" y="153638"/>
                          <a:pt x="104236" y="169545"/>
                          <a:pt x="82995" y="189167"/>
                        </a:cubicBezTo>
                        <a:cubicBezTo>
                          <a:pt x="65278" y="205550"/>
                          <a:pt x="66040" y="224981"/>
                          <a:pt x="71755" y="245840"/>
                        </a:cubicBezTo>
                        <a:cubicBezTo>
                          <a:pt x="73851" y="253365"/>
                          <a:pt x="78423" y="262509"/>
                          <a:pt x="76042" y="268700"/>
                        </a:cubicBezTo>
                        <a:cubicBezTo>
                          <a:pt x="62326" y="304419"/>
                          <a:pt x="64230" y="333280"/>
                          <a:pt x="93187" y="363950"/>
                        </a:cubicBezTo>
                        <a:cubicBezTo>
                          <a:pt x="110998" y="382715"/>
                          <a:pt x="76232" y="399479"/>
                          <a:pt x="72803" y="421767"/>
                        </a:cubicBezTo>
                        <a:cubicBezTo>
                          <a:pt x="65088" y="471964"/>
                          <a:pt x="83185" y="516160"/>
                          <a:pt x="96139" y="561975"/>
                        </a:cubicBezTo>
                        <a:close/>
                      </a:path>
                    </a:pathLst>
                  </a:custGeom>
                  <a:solidFill>
                    <a:srgbClr val="CE8191"/>
                  </a:solidFill>
                  <a:ln w="0" cap="flat">
                    <a:noFill/>
                    <a:prstDash val="solid"/>
                    <a:miter/>
                  </a:ln>
                </p:spPr>
                <p:txBody>
                  <a:bodyPr rtlCol="0" anchor="ctr"/>
                  <a:lstStyle/>
                  <a:p>
                    <a:endParaRPr lang="zh-CN" altLang="en-US" sz="650"/>
                  </a:p>
                </p:txBody>
              </p:sp>
              <p:sp>
                <p:nvSpPr>
                  <p:cNvPr id="3234" name="任意多边形: 形状 1548"/>
                  <p:cNvSpPr/>
                  <p:nvPr/>
                </p:nvSpPr>
                <p:spPr>
                  <a:xfrm>
                    <a:off x="5641830" y="6623500"/>
                    <a:ext cx="25001" cy="149683"/>
                  </a:xfrm>
                  <a:custGeom>
                    <a:avLst/>
                    <a:gdLst>
                      <a:gd name="connsiteX0" fmla="*/ 84578 w 84577"/>
                      <a:gd name="connsiteY0" fmla="*/ 505531 h 506360"/>
                      <a:gd name="connsiteX1" fmla="*/ 26476 w 84577"/>
                      <a:gd name="connsiteY1" fmla="*/ 476384 h 506360"/>
                      <a:gd name="connsiteX2" fmla="*/ 16188 w 84577"/>
                      <a:gd name="connsiteY2" fmla="*/ 327794 h 506360"/>
                      <a:gd name="connsiteX3" fmla="*/ 2282 w 84577"/>
                      <a:gd name="connsiteY3" fmla="*/ 253785 h 506360"/>
                      <a:gd name="connsiteX4" fmla="*/ 9616 w 84577"/>
                      <a:gd name="connsiteY4" fmla="*/ 223686 h 506360"/>
                      <a:gd name="connsiteX5" fmla="*/ 23808 w 84577"/>
                      <a:gd name="connsiteY5" fmla="*/ 144057 h 506360"/>
                      <a:gd name="connsiteX6" fmla="*/ 32762 w 84577"/>
                      <a:gd name="connsiteY6" fmla="*/ 95861 h 506360"/>
                      <a:gd name="connsiteX7" fmla="*/ 15903 w 84577"/>
                      <a:gd name="connsiteY7" fmla="*/ 62523 h 506360"/>
                      <a:gd name="connsiteX8" fmla="*/ 26095 w 84577"/>
                      <a:gd name="connsiteY8" fmla="*/ 3468 h 506360"/>
                      <a:gd name="connsiteX9" fmla="*/ 57622 w 84577"/>
                      <a:gd name="connsiteY9" fmla="*/ 5754 h 506360"/>
                      <a:gd name="connsiteX10" fmla="*/ 46669 w 84577"/>
                      <a:gd name="connsiteY10" fmla="*/ 26614 h 506360"/>
                      <a:gd name="connsiteX11" fmla="*/ 55622 w 84577"/>
                      <a:gd name="connsiteY11" fmla="*/ 53284 h 506360"/>
                      <a:gd name="connsiteX12" fmla="*/ 70100 w 84577"/>
                      <a:gd name="connsiteY12" fmla="*/ 130436 h 506360"/>
                      <a:gd name="connsiteX13" fmla="*/ 62194 w 84577"/>
                      <a:gd name="connsiteY13" fmla="*/ 199683 h 506360"/>
                      <a:gd name="connsiteX14" fmla="*/ 27142 w 84577"/>
                      <a:gd name="connsiteY14" fmla="*/ 241307 h 506360"/>
                      <a:gd name="connsiteX15" fmla="*/ 72481 w 84577"/>
                      <a:gd name="connsiteY15" fmla="*/ 280455 h 506360"/>
                      <a:gd name="connsiteX16" fmla="*/ 76482 w 84577"/>
                      <a:gd name="connsiteY16" fmla="*/ 318269 h 506360"/>
                      <a:gd name="connsiteX17" fmla="*/ 71529 w 84577"/>
                      <a:gd name="connsiteY17" fmla="*/ 492482 h 506360"/>
                      <a:gd name="connsiteX18" fmla="*/ 84578 w 84577"/>
                      <a:gd name="connsiteY18" fmla="*/ 505626 h 50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577" h="506360">
                        <a:moveTo>
                          <a:pt x="84578" y="505531"/>
                        </a:moveTo>
                        <a:cubicBezTo>
                          <a:pt x="57527" y="511246"/>
                          <a:pt x="46002" y="485909"/>
                          <a:pt x="26476" y="476384"/>
                        </a:cubicBezTo>
                        <a:cubicBezTo>
                          <a:pt x="24761" y="426759"/>
                          <a:pt x="32000" y="376467"/>
                          <a:pt x="16188" y="327794"/>
                        </a:cubicBezTo>
                        <a:cubicBezTo>
                          <a:pt x="65242" y="293028"/>
                          <a:pt x="12283" y="277407"/>
                          <a:pt x="2282" y="253785"/>
                        </a:cubicBezTo>
                        <a:cubicBezTo>
                          <a:pt x="-2766" y="241879"/>
                          <a:pt x="948" y="231401"/>
                          <a:pt x="9616" y="223686"/>
                        </a:cubicBezTo>
                        <a:cubicBezTo>
                          <a:pt x="35334" y="200731"/>
                          <a:pt x="29905" y="170727"/>
                          <a:pt x="23808" y="144057"/>
                        </a:cubicBezTo>
                        <a:cubicBezTo>
                          <a:pt x="19332" y="124531"/>
                          <a:pt x="5235" y="112910"/>
                          <a:pt x="32762" y="95861"/>
                        </a:cubicBezTo>
                        <a:cubicBezTo>
                          <a:pt x="52669" y="83573"/>
                          <a:pt x="23999" y="72429"/>
                          <a:pt x="15903" y="62523"/>
                        </a:cubicBezTo>
                        <a:cubicBezTo>
                          <a:pt x="-5338" y="36329"/>
                          <a:pt x="-2385" y="13184"/>
                          <a:pt x="26095" y="3468"/>
                        </a:cubicBezTo>
                        <a:cubicBezTo>
                          <a:pt x="36477" y="-56"/>
                          <a:pt x="50002" y="-3009"/>
                          <a:pt x="57622" y="5754"/>
                        </a:cubicBezTo>
                        <a:cubicBezTo>
                          <a:pt x="67243" y="16898"/>
                          <a:pt x="52098" y="20327"/>
                          <a:pt x="46669" y="26614"/>
                        </a:cubicBezTo>
                        <a:cubicBezTo>
                          <a:pt x="34857" y="40425"/>
                          <a:pt x="48573" y="47093"/>
                          <a:pt x="55622" y="53284"/>
                        </a:cubicBezTo>
                        <a:cubicBezTo>
                          <a:pt x="80958" y="75572"/>
                          <a:pt x="92579" y="96051"/>
                          <a:pt x="70100" y="130436"/>
                        </a:cubicBezTo>
                        <a:cubicBezTo>
                          <a:pt x="58670" y="147867"/>
                          <a:pt x="61718" y="176347"/>
                          <a:pt x="62194" y="199683"/>
                        </a:cubicBezTo>
                        <a:cubicBezTo>
                          <a:pt x="62671" y="222257"/>
                          <a:pt x="62004" y="241022"/>
                          <a:pt x="27142" y="241307"/>
                        </a:cubicBezTo>
                        <a:cubicBezTo>
                          <a:pt x="46764" y="258167"/>
                          <a:pt x="60004" y="268835"/>
                          <a:pt x="72481" y="280455"/>
                        </a:cubicBezTo>
                        <a:cubicBezTo>
                          <a:pt x="84388" y="291504"/>
                          <a:pt x="86293" y="303506"/>
                          <a:pt x="76482" y="318269"/>
                        </a:cubicBezTo>
                        <a:cubicBezTo>
                          <a:pt x="38668" y="374943"/>
                          <a:pt x="65623" y="434189"/>
                          <a:pt x="71529" y="492482"/>
                        </a:cubicBezTo>
                        <a:cubicBezTo>
                          <a:pt x="72005" y="497244"/>
                          <a:pt x="80101" y="501245"/>
                          <a:pt x="84578" y="505626"/>
                        </a:cubicBezTo>
                        <a:close/>
                      </a:path>
                    </a:pathLst>
                  </a:custGeom>
                  <a:solidFill>
                    <a:srgbClr val="CE7E8F"/>
                  </a:solidFill>
                  <a:ln w="0" cap="flat">
                    <a:noFill/>
                    <a:prstDash val="solid"/>
                    <a:miter/>
                  </a:ln>
                </p:spPr>
                <p:txBody>
                  <a:bodyPr rtlCol="0" anchor="ctr"/>
                  <a:lstStyle/>
                  <a:p>
                    <a:endParaRPr lang="zh-CN" altLang="en-US" sz="650"/>
                  </a:p>
                </p:txBody>
              </p:sp>
              <p:sp>
                <p:nvSpPr>
                  <p:cNvPr id="3235" name="任意多边形: 形状 1549"/>
                  <p:cNvSpPr/>
                  <p:nvPr/>
                </p:nvSpPr>
                <p:spPr>
                  <a:xfrm>
                    <a:off x="5849510" y="6564380"/>
                    <a:ext cx="50710" cy="37113"/>
                  </a:xfrm>
                  <a:custGeom>
                    <a:avLst/>
                    <a:gdLst>
                      <a:gd name="connsiteX0" fmla="*/ 144971 w 171545"/>
                      <a:gd name="connsiteY0" fmla="*/ 29919 h 125549"/>
                      <a:gd name="connsiteX1" fmla="*/ 171545 w 171545"/>
                      <a:gd name="connsiteY1" fmla="*/ 125550 h 125549"/>
                      <a:gd name="connsiteX2" fmla="*/ 0 w 171545"/>
                      <a:gd name="connsiteY2" fmla="*/ 76306 h 125549"/>
                      <a:gd name="connsiteX3" fmla="*/ 20003 w 171545"/>
                      <a:gd name="connsiteY3" fmla="*/ 10583 h 125549"/>
                      <a:gd name="connsiteX4" fmla="*/ 144971 w 171545"/>
                      <a:gd name="connsiteY4" fmla="*/ 29919 h 125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45" h="125549">
                        <a:moveTo>
                          <a:pt x="144971" y="29919"/>
                        </a:moveTo>
                        <a:cubicBezTo>
                          <a:pt x="154972" y="61447"/>
                          <a:pt x="170021" y="91641"/>
                          <a:pt x="171545" y="125550"/>
                        </a:cubicBezTo>
                        <a:cubicBezTo>
                          <a:pt x="118110" y="96118"/>
                          <a:pt x="62484" y="74401"/>
                          <a:pt x="0" y="76306"/>
                        </a:cubicBezTo>
                        <a:cubicBezTo>
                          <a:pt x="6668" y="54398"/>
                          <a:pt x="13335" y="32491"/>
                          <a:pt x="20003" y="10583"/>
                        </a:cubicBezTo>
                        <a:cubicBezTo>
                          <a:pt x="66389" y="-13420"/>
                          <a:pt x="105728" y="7916"/>
                          <a:pt x="144971" y="29919"/>
                        </a:cubicBezTo>
                        <a:close/>
                      </a:path>
                    </a:pathLst>
                  </a:custGeom>
                  <a:solidFill>
                    <a:srgbClr val="C55C76"/>
                  </a:solidFill>
                  <a:ln w="0" cap="flat">
                    <a:noFill/>
                    <a:prstDash val="solid"/>
                    <a:miter/>
                  </a:ln>
                </p:spPr>
                <p:txBody>
                  <a:bodyPr rtlCol="0" anchor="ctr"/>
                  <a:lstStyle/>
                  <a:p>
                    <a:endParaRPr lang="zh-CN" altLang="en-US" sz="650"/>
                  </a:p>
                </p:txBody>
              </p:sp>
              <p:sp>
                <p:nvSpPr>
                  <p:cNvPr id="3236" name="任意多边形: 形状 1550"/>
                  <p:cNvSpPr/>
                  <p:nvPr/>
                </p:nvSpPr>
                <p:spPr>
                  <a:xfrm>
                    <a:off x="5627328" y="6563892"/>
                    <a:ext cx="39306" cy="32252"/>
                  </a:xfrm>
                  <a:custGeom>
                    <a:avLst/>
                    <a:gdLst>
                      <a:gd name="connsiteX0" fmla="*/ 0 w 132969"/>
                      <a:gd name="connsiteY0" fmla="*/ 79004 h 109106"/>
                      <a:gd name="connsiteX1" fmla="*/ 18288 w 132969"/>
                      <a:gd name="connsiteY1" fmla="*/ 2709 h 109106"/>
                      <a:gd name="connsiteX2" fmla="*/ 106299 w 132969"/>
                      <a:gd name="connsiteY2" fmla="*/ 21378 h 109106"/>
                      <a:gd name="connsiteX3" fmla="*/ 132969 w 132969"/>
                      <a:gd name="connsiteY3" fmla="*/ 107770 h 109106"/>
                      <a:gd name="connsiteX4" fmla="*/ 76105 w 132969"/>
                      <a:gd name="connsiteY4" fmla="*/ 98340 h 109106"/>
                      <a:gd name="connsiteX5" fmla="*/ 0 w 132969"/>
                      <a:gd name="connsiteY5" fmla="*/ 79004 h 10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969" h="109106">
                        <a:moveTo>
                          <a:pt x="0" y="79004"/>
                        </a:moveTo>
                        <a:cubicBezTo>
                          <a:pt x="4477" y="53191"/>
                          <a:pt x="6477" y="26807"/>
                          <a:pt x="18288" y="2709"/>
                        </a:cubicBezTo>
                        <a:cubicBezTo>
                          <a:pt x="50483" y="-4530"/>
                          <a:pt x="79534" y="3090"/>
                          <a:pt x="106299" y="21378"/>
                        </a:cubicBezTo>
                        <a:cubicBezTo>
                          <a:pt x="115157" y="50143"/>
                          <a:pt x="124111" y="78909"/>
                          <a:pt x="132969" y="107770"/>
                        </a:cubicBezTo>
                        <a:cubicBezTo>
                          <a:pt x="113538" y="107770"/>
                          <a:pt x="92964" y="114342"/>
                          <a:pt x="76105" y="98340"/>
                        </a:cubicBezTo>
                        <a:cubicBezTo>
                          <a:pt x="53150" y="82338"/>
                          <a:pt x="27622" y="76528"/>
                          <a:pt x="0" y="79004"/>
                        </a:cubicBezTo>
                        <a:close/>
                      </a:path>
                    </a:pathLst>
                  </a:custGeom>
                  <a:solidFill>
                    <a:srgbClr val="C65C77"/>
                  </a:solidFill>
                  <a:ln w="0" cap="flat">
                    <a:noFill/>
                    <a:prstDash val="solid"/>
                    <a:miter/>
                  </a:ln>
                </p:spPr>
                <p:txBody>
                  <a:bodyPr rtlCol="0" anchor="ctr"/>
                  <a:lstStyle/>
                  <a:p>
                    <a:endParaRPr lang="zh-CN" altLang="en-US" sz="650"/>
                  </a:p>
                </p:txBody>
              </p:sp>
              <p:sp>
                <p:nvSpPr>
                  <p:cNvPr id="3237" name="任意多边形: 形状 1551"/>
                  <p:cNvSpPr/>
                  <p:nvPr/>
                </p:nvSpPr>
                <p:spPr>
                  <a:xfrm>
                    <a:off x="5649787" y="6592857"/>
                    <a:ext cx="17077" cy="24600"/>
                  </a:xfrm>
                  <a:custGeom>
                    <a:avLst/>
                    <a:gdLst>
                      <a:gd name="connsiteX0" fmla="*/ 127 w 57768"/>
                      <a:gd name="connsiteY0" fmla="*/ 355 h 83220"/>
                      <a:gd name="connsiteX1" fmla="*/ 56991 w 57768"/>
                      <a:gd name="connsiteY1" fmla="*/ 9785 h 83220"/>
                      <a:gd name="connsiteX2" fmla="*/ 57658 w 57768"/>
                      <a:gd name="connsiteY2" fmla="*/ 18929 h 83220"/>
                      <a:gd name="connsiteX3" fmla="*/ 28988 w 57768"/>
                      <a:gd name="connsiteY3" fmla="*/ 60363 h 83220"/>
                      <a:gd name="connsiteX4" fmla="*/ 12890 w 57768"/>
                      <a:gd name="connsiteY4" fmla="*/ 83127 h 83220"/>
                      <a:gd name="connsiteX5" fmla="*/ 127 w 57768"/>
                      <a:gd name="connsiteY5" fmla="*/ 61506 h 83220"/>
                      <a:gd name="connsiteX6" fmla="*/ 127 w 57768"/>
                      <a:gd name="connsiteY6" fmla="*/ 450 h 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8" h="83220">
                        <a:moveTo>
                          <a:pt x="127" y="355"/>
                        </a:moveTo>
                        <a:cubicBezTo>
                          <a:pt x="19653" y="-121"/>
                          <a:pt x="39370" y="-1740"/>
                          <a:pt x="56991" y="9785"/>
                        </a:cubicBezTo>
                        <a:cubicBezTo>
                          <a:pt x="57658" y="12833"/>
                          <a:pt x="57944" y="15881"/>
                          <a:pt x="57658" y="18929"/>
                        </a:cubicBezTo>
                        <a:cubicBezTo>
                          <a:pt x="24987" y="16738"/>
                          <a:pt x="29845" y="40265"/>
                          <a:pt x="28988" y="60363"/>
                        </a:cubicBezTo>
                        <a:cubicBezTo>
                          <a:pt x="28511" y="71126"/>
                          <a:pt x="28988" y="84461"/>
                          <a:pt x="12890" y="83127"/>
                        </a:cubicBezTo>
                        <a:cubicBezTo>
                          <a:pt x="794" y="82080"/>
                          <a:pt x="317" y="70935"/>
                          <a:pt x="127" y="61506"/>
                        </a:cubicBezTo>
                        <a:cubicBezTo>
                          <a:pt x="-159" y="41122"/>
                          <a:pt x="127" y="20739"/>
                          <a:pt x="127" y="450"/>
                        </a:cubicBezTo>
                        <a:close/>
                      </a:path>
                    </a:pathLst>
                  </a:custGeom>
                  <a:solidFill>
                    <a:srgbClr val="CE7A8E"/>
                  </a:solidFill>
                  <a:ln w="0" cap="flat">
                    <a:noFill/>
                    <a:prstDash val="solid"/>
                    <a:miter/>
                  </a:ln>
                </p:spPr>
                <p:txBody>
                  <a:bodyPr rtlCol="0" anchor="ctr"/>
                  <a:lstStyle/>
                  <a:p>
                    <a:endParaRPr lang="zh-CN" altLang="en-US" sz="650"/>
                  </a:p>
                </p:txBody>
              </p:sp>
              <p:sp>
                <p:nvSpPr>
                  <p:cNvPr id="3238" name="任意多边形: 形状 1552"/>
                  <p:cNvSpPr/>
                  <p:nvPr/>
                </p:nvSpPr>
                <p:spPr>
                  <a:xfrm>
                    <a:off x="5602043" y="6761788"/>
                    <a:ext cx="36631" cy="6194"/>
                  </a:xfrm>
                  <a:custGeom>
                    <a:avLst/>
                    <a:gdLst>
                      <a:gd name="connsiteX0" fmla="*/ 123920 w 123920"/>
                      <a:gd name="connsiteY0" fmla="*/ 18669 h 20952"/>
                      <a:gd name="connsiteX1" fmla="*/ 0 w 123920"/>
                      <a:gd name="connsiteY1" fmla="*/ 0 h 20952"/>
                      <a:gd name="connsiteX2" fmla="*/ 123920 w 123920"/>
                      <a:gd name="connsiteY2" fmla="*/ 18669 h 20952"/>
                    </a:gdLst>
                    <a:ahLst/>
                    <a:cxnLst>
                      <a:cxn ang="0">
                        <a:pos x="connsiteX0" y="connsiteY0"/>
                      </a:cxn>
                      <a:cxn ang="0">
                        <a:pos x="connsiteX1" y="connsiteY1"/>
                      </a:cxn>
                      <a:cxn ang="0">
                        <a:pos x="connsiteX2" y="connsiteY2"/>
                      </a:cxn>
                    </a:cxnLst>
                    <a:rect l="l" t="t" r="r" b="b"/>
                    <a:pathLst>
                      <a:path w="123920" h="20952">
                        <a:moveTo>
                          <a:pt x="123920" y="18669"/>
                        </a:moveTo>
                        <a:cubicBezTo>
                          <a:pt x="82677" y="12097"/>
                          <a:pt x="36671" y="37243"/>
                          <a:pt x="0" y="0"/>
                        </a:cubicBezTo>
                        <a:cubicBezTo>
                          <a:pt x="40005" y="15145"/>
                          <a:pt x="84391" y="952"/>
                          <a:pt x="123920" y="18669"/>
                        </a:cubicBezTo>
                        <a:close/>
                      </a:path>
                    </a:pathLst>
                  </a:custGeom>
                  <a:solidFill>
                    <a:srgbClr val="CE7E8F"/>
                  </a:solidFill>
                  <a:ln w="0" cap="flat">
                    <a:noFill/>
                    <a:prstDash val="solid"/>
                    <a:miter/>
                  </a:ln>
                </p:spPr>
                <p:txBody>
                  <a:bodyPr rtlCol="0" anchor="ctr"/>
                  <a:lstStyle/>
                  <a:p>
                    <a:endParaRPr lang="zh-CN" altLang="en-US" sz="650"/>
                  </a:p>
                </p:txBody>
              </p:sp>
              <p:sp>
                <p:nvSpPr>
                  <p:cNvPr id="3241" name="任意多边形: 形状 1553"/>
                  <p:cNvSpPr/>
                  <p:nvPr/>
                </p:nvSpPr>
                <p:spPr>
                  <a:xfrm>
                    <a:off x="5729847" y="6525781"/>
                    <a:ext cx="44661" cy="122696"/>
                  </a:xfrm>
                  <a:custGeom>
                    <a:avLst/>
                    <a:gdLst>
                      <a:gd name="connsiteX0" fmla="*/ 3899 w 151082"/>
                      <a:gd name="connsiteY0" fmla="*/ 281083 h 415066"/>
                      <a:gd name="connsiteX1" fmla="*/ 85623 w 151082"/>
                      <a:gd name="connsiteY1" fmla="*/ 0 h 415066"/>
                      <a:gd name="connsiteX2" fmla="*/ 149631 w 151082"/>
                      <a:gd name="connsiteY2" fmla="*/ 205835 h 415066"/>
                      <a:gd name="connsiteX3" fmla="*/ 129152 w 151082"/>
                      <a:gd name="connsiteY3" fmla="*/ 279273 h 415066"/>
                      <a:gd name="connsiteX4" fmla="*/ 100101 w 151082"/>
                      <a:gd name="connsiteY4" fmla="*/ 351949 h 415066"/>
                      <a:gd name="connsiteX5" fmla="*/ 58096 w 151082"/>
                      <a:gd name="connsiteY5" fmla="*/ 414242 h 415066"/>
                      <a:gd name="connsiteX6" fmla="*/ 13519 w 151082"/>
                      <a:gd name="connsiteY6" fmla="*/ 382238 h 415066"/>
                      <a:gd name="connsiteX7" fmla="*/ 3899 w 151082"/>
                      <a:gd name="connsiteY7" fmla="*/ 281083 h 415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082" h="415066">
                        <a:moveTo>
                          <a:pt x="3899" y="281083"/>
                        </a:moveTo>
                        <a:cubicBezTo>
                          <a:pt x="31140" y="187357"/>
                          <a:pt x="58382" y="93726"/>
                          <a:pt x="85623" y="0"/>
                        </a:cubicBezTo>
                        <a:cubicBezTo>
                          <a:pt x="116770" y="66961"/>
                          <a:pt x="138582" y="134779"/>
                          <a:pt x="149631" y="205835"/>
                        </a:cubicBezTo>
                        <a:cubicBezTo>
                          <a:pt x="156013" y="234029"/>
                          <a:pt x="139916" y="255842"/>
                          <a:pt x="129152" y="279273"/>
                        </a:cubicBezTo>
                        <a:cubicBezTo>
                          <a:pt x="118199" y="302990"/>
                          <a:pt x="104102" y="325469"/>
                          <a:pt x="100101" y="351949"/>
                        </a:cubicBezTo>
                        <a:cubicBezTo>
                          <a:pt x="90767" y="375857"/>
                          <a:pt x="83718" y="401288"/>
                          <a:pt x="58096" y="414242"/>
                        </a:cubicBezTo>
                        <a:cubicBezTo>
                          <a:pt x="32188" y="419005"/>
                          <a:pt x="21234" y="402431"/>
                          <a:pt x="13519" y="382238"/>
                        </a:cubicBezTo>
                        <a:cubicBezTo>
                          <a:pt x="946" y="349472"/>
                          <a:pt x="-4198" y="315849"/>
                          <a:pt x="3899" y="281083"/>
                        </a:cubicBezTo>
                        <a:close/>
                      </a:path>
                    </a:pathLst>
                  </a:custGeom>
                  <a:solidFill>
                    <a:srgbClr val="EDF2F8"/>
                  </a:solidFill>
                  <a:ln w="0" cap="flat">
                    <a:noFill/>
                    <a:prstDash val="solid"/>
                    <a:miter/>
                  </a:ln>
                </p:spPr>
                <p:txBody>
                  <a:bodyPr rtlCol="0" anchor="ctr"/>
                  <a:lstStyle/>
                  <a:p>
                    <a:endParaRPr lang="zh-CN" altLang="en-US" sz="650"/>
                  </a:p>
                </p:txBody>
              </p:sp>
              <p:sp>
                <p:nvSpPr>
                  <p:cNvPr id="3242" name="任意多边形: 形状 1554"/>
                  <p:cNvSpPr/>
                  <p:nvPr/>
                </p:nvSpPr>
                <p:spPr>
                  <a:xfrm>
                    <a:off x="5716929" y="6595028"/>
                    <a:ext cx="68075" cy="76268"/>
                  </a:xfrm>
                  <a:custGeom>
                    <a:avLst/>
                    <a:gdLst>
                      <a:gd name="connsiteX0" fmla="*/ 106086 w 230291"/>
                      <a:gd name="connsiteY0" fmla="*/ 173414 h 258007"/>
                      <a:gd name="connsiteX1" fmla="*/ 134375 w 230291"/>
                      <a:gd name="connsiteY1" fmla="*/ 116074 h 258007"/>
                      <a:gd name="connsiteX2" fmla="*/ 179714 w 230291"/>
                      <a:gd name="connsiteY2" fmla="*/ 15966 h 258007"/>
                      <a:gd name="connsiteX3" fmla="*/ 203622 w 230291"/>
                      <a:gd name="connsiteY3" fmla="*/ 1678 h 258007"/>
                      <a:gd name="connsiteX4" fmla="*/ 230292 w 230291"/>
                      <a:gd name="connsiteY4" fmla="*/ 68925 h 258007"/>
                      <a:gd name="connsiteX5" fmla="*/ 173332 w 230291"/>
                      <a:gd name="connsiteY5" fmla="*/ 191512 h 258007"/>
                      <a:gd name="connsiteX6" fmla="*/ 87036 w 230291"/>
                      <a:gd name="connsiteY6" fmla="*/ 257996 h 258007"/>
                      <a:gd name="connsiteX7" fmla="*/ 16075 w 230291"/>
                      <a:gd name="connsiteY7" fmla="*/ 193702 h 258007"/>
                      <a:gd name="connsiteX8" fmla="*/ 168 w 230291"/>
                      <a:gd name="connsiteY8" fmla="*/ 115978 h 258007"/>
                      <a:gd name="connsiteX9" fmla="*/ 38458 w 230291"/>
                      <a:gd name="connsiteY9" fmla="*/ 67210 h 258007"/>
                      <a:gd name="connsiteX10" fmla="*/ 59794 w 230291"/>
                      <a:gd name="connsiteY10" fmla="*/ 141791 h 258007"/>
                      <a:gd name="connsiteX11" fmla="*/ 106086 w 230291"/>
                      <a:gd name="connsiteY11" fmla="*/ 173319 h 25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291" h="258007">
                        <a:moveTo>
                          <a:pt x="106086" y="173414"/>
                        </a:moveTo>
                        <a:lnTo>
                          <a:pt x="134375" y="116074"/>
                        </a:lnTo>
                        <a:cubicBezTo>
                          <a:pt x="146662" y="81498"/>
                          <a:pt x="167332" y="50637"/>
                          <a:pt x="179714" y="15966"/>
                        </a:cubicBezTo>
                        <a:cubicBezTo>
                          <a:pt x="183334" y="5869"/>
                          <a:pt x="189430" y="-4037"/>
                          <a:pt x="203622" y="1678"/>
                        </a:cubicBezTo>
                        <a:cubicBezTo>
                          <a:pt x="222672" y="20062"/>
                          <a:pt x="215909" y="48732"/>
                          <a:pt x="230292" y="68925"/>
                        </a:cubicBezTo>
                        <a:cubicBezTo>
                          <a:pt x="204479" y="106549"/>
                          <a:pt x="191906" y="150459"/>
                          <a:pt x="173332" y="191512"/>
                        </a:cubicBezTo>
                        <a:cubicBezTo>
                          <a:pt x="155806" y="230183"/>
                          <a:pt x="132756" y="258663"/>
                          <a:pt x="87036" y="257996"/>
                        </a:cubicBezTo>
                        <a:cubicBezTo>
                          <a:pt x="45316" y="257425"/>
                          <a:pt x="28648" y="227421"/>
                          <a:pt x="16075" y="193702"/>
                        </a:cubicBezTo>
                        <a:cubicBezTo>
                          <a:pt x="6645" y="168556"/>
                          <a:pt x="-1261" y="143220"/>
                          <a:pt x="168" y="115978"/>
                        </a:cubicBezTo>
                        <a:cubicBezTo>
                          <a:pt x="12931" y="99691"/>
                          <a:pt x="25695" y="83498"/>
                          <a:pt x="38458" y="67210"/>
                        </a:cubicBezTo>
                        <a:cubicBezTo>
                          <a:pt x="54746" y="89594"/>
                          <a:pt x="49031" y="118264"/>
                          <a:pt x="59794" y="141791"/>
                        </a:cubicBezTo>
                        <a:cubicBezTo>
                          <a:pt x="68176" y="160079"/>
                          <a:pt x="70653" y="192464"/>
                          <a:pt x="106086" y="173319"/>
                        </a:cubicBezTo>
                        <a:close/>
                      </a:path>
                    </a:pathLst>
                  </a:custGeom>
                  <a:solidFill>
                    <a:srgbClr val="EEAAB9"/>
                  </a:solidFill>
                  <a:ln w="0" cap="flat">
                    <a:noFill/>
                    <a:prstDash val="solid"/>
                    <a:miter/>
                  </a:ln>
                </p:spPr>
                <p:txBody>
                  <a:bodyPr rtlCol="0" anchor="ctr"/>
                  <a:lstStyle/>
                  <a:p>
                    <a:endParaRPr lang="zh-CN" altLang="en-US" sz="650"/>
                  </a:p>
                </p:txBody>
              </p:sp>
              <p:sp>
                <p:nvSpPr>
                  <p:cNvPr id="3243" name="任意多边形: 形状 1555"/>
                  <p:cNvSpPr/>
                  <p:nvPr/>
                </p:nvSpPr>
                <p:spPr>
                  <a:xfrm>
                    <a:off x="5855423" y="6546465"/>
                    <a:ext cx="36941" cy="26788"/>
                  </a:xfrm>
                  <a:custGeom>
                    <a:avLst/>
                    <a:gdLst>
                      <a:gd name="connsiteX0" fmla="*/ 124968 w 124967"/>
                      <a:gd name="connsiteY0" fmla="*/ 90524 h 90619"/>
                      <a:gd name="connsiteX1" fmla="*/ 0 w 124967"/>
                      <a:gd name="connsiteY1" fmla="*/ 71188 h 90619"/>
                      <a:gd name="connsiteX2" fmla="*/ 17907 w 124967"/>
                      <a:gd name="connsiteY2" fmla="*/ 4132 h 90619"/>
                      <a:gd name="connsiteX3" fmla="*/ 96488 w 124967"/>
                      <a:gd name="connsiteY3" fmla="*/ 3370 h 90619"/>
                      <a:gd name="connsiteX4" fmla="*/ 124873 w 124967"/>
                      <a:gd name="connsiteY4" fmla="*/ 90429 h 90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7" h="90619">
                        <a:moveTo>
                          <a:pt x="124968" y="90524"/>
                        </a:moveTo>
                        <a:cubicBezTo>
                          <a:pt x="82010" y="92334"/>
                          <a:pt x="43148" y="67854"/>
                          <a:pt x="0" y="71188"/>
                        </a:cubicBezTo>
                        <a:cubicBezTo>
                          <a:pt x="2477" y="47947"/>
                          <a:pt x="6668" y="25087"/>
                          <a:pt x="17907" y="4132"/>
                        </a:cubicBezTo>
                        <a:cubicBezTo>
                          <a:pt x="44101" y="-1488"/>
                          <a:pt x="70295" y="-1011"/>
                          <a:pt x="96488" y="3370"/>
                        </a:cubicBezTo>
                        <a:cubicBezTo>
                          <a:pt x="110680" y="30897"/>
                          <a:pt x="118015" y="60615"/>
                          <a:pt x="124873" y="90429"/>
                        </a:cubicBezTo>
                        <a:close/>
                      </a:path>
                    </a:pathLst>
                  </a:custGeom>
                  <a:solidFill>
                    <a:srgbClr val="EBA3B2"/>
                  </a:solidFill>
                  <a:ln w="0" cap="flat">
                    <a:noFill/>
                    <a:prstDash val="solid"/>
                    <a:miter/>
                  </a:ln>
                </p:spPr>
                <p:txBody>
                  <a:bodyPr rtlCol="0" anchor="ctr"/>
                  <a:lstStyle/>
                  <a:p>
                    <a:endParaRPr lang="zh-CN" altLang="en-US" sz="650"/>
                  </a:p>
                </p:txBody>
              </p:sp>
              <p:sp>
                <p:nvSpPr>
                  <p:cNvPr id="3244" name="任意多边形: 形状 1556"/>
                  <p:cNvSpPr/>
                  <p:nvPr/>
                </p:nvSpPr>
                <p:spPr>
                  <a:xfrm>
                    <a:off x="5860717" y="6517981"/>
                    <a:ext cx="23257" cy="33471"/>
                  </a:xfrm>
                  <a:custGeom>
                    <a:avLst/>
                    <a:gdLst>
                      <a:gd name="connsiteX0" fmla="*/ 78581 w 78676"/>
                      <a:gd name="connsiteY0" fmla="*/ 99727 h 113227"/>
                      <a:gd name="connsiteX1" fmla="*/ 0 w 78676"/>
                      <a:gd name="connsiteY1" fmla="*/ 100489 h 113227"/>
                      <a:gd name="connsiteX2" fmla="*/ 33147 w 78676"/>
                      <a:gd name="connsiteY2" fmla="*/ 0 h 113227"/>
                      <a:gd name="connsiteX3" fmla="*/ 78676 w 78676"/>
                      <a:gd name="connsiteY3" fmla="*/ 99631 h 113227"/>
                    </a:gdLst>
                    <a:ahLst/>
                    <a:cxnLst>
                      <a:cxn ang="0">
                        <a:pos x="connsiteX0" y="connsiteY0"/>
                      </a:cxn>
                      <a:cxn ang="0">
                        <a:pos x="connsiteX1" y="connsiteY1"/>
                      </a:cxn>
                      <a:cxn ang="0">
                        <a:pos x="connsiteX2" y="connsiteY2"/>
                      </a:cxn>
                      <a:cxn ang="0">
                        <a:pos x="connsiteX3" y="connsiteY3"/>
                      </a:cxn>
                    </a:cxnLst>
                    <a:rect l="l" t="t" r="r" b="b"/>
                    <a:pathLst>
                      <a:path w="78676" h="113227">
                        <a:moveTo>
                          <a:pt x="78581" y="99727"/>
                        </a:moveTo>
                        <a:cubicBezTo>
                          <a:pt x="52578" y="118967"/>
                          <a:pt x="26289" y="116205"/>
                          <a:pt x="0" y="100489"/>
                        </a:cubicBezTo>
                        <a:cubicBezTo>
                          <a:pt x="5905" y="66580"/>
                          <a:pt x="13430" y="33052"/>
                          <a:pt x="33147" y="0"/>
                        </a:cubicBezTo>
                        <a:cubicBezTo>
                          <a:pt x="54007" y="32861"/>
                          <a:pt x="67246" y="65818"/>
                          <a:pt x="78676" y="99631"/>
                        </a:cubicBezTo>
                        <a:close/>
                      </a:path>
                    </a:pathLst>
                  </a:custGeom>
                  <a:solidFill>
                    <a:srgbClr val="ECE5EC"/>
                  </a:solidFill>
                  <a:ln w="0" cap="flat">
                    <a:noFill/>
                    <a:prstDash val="solid"/>
                    <a:miter/>
                  </a:ln>
                </p:spPr>
                <p:txBody>
                  <a:bodyPr rtlCol="0" anchor="ctr"/>
                  <a:lstStyle/>
                  <a:p>
                    <a:endParaRPr lang="zh-CN" altLang="en-US" sz="650"/>
                  </a:p>
                </p:txBody>
              </p:sp>
              <p:sp>
                <p:nvSpPr>
                  <p:cNvPr id="3245" name="任意多边形: 形状 1557"/>
                  <p:cNvSpPr/>
                  <p:nvPr/>
                </p:nvSpPr>
                <p:spPr>
                  <a:xfrm>
                    <a:off x="5632734" y="6544730"/>
                    <a:ext cx="26016" cy="25453"/>
                  </a:xfrm>
                  <a:custGeom>
                    <a:avLst/>
                    <a:gdLst>
                      <a:gd name="connsiteX0" fmla="*/ 88011 w 88010"/>
                      <a:gd name="connsiteY0" fmla="*/ 86106 h 86106"/>
                      <a:gd name="connsiteX1" fmla="*/ 0 w 88010"/>
                      <a:gd name="connsiteY1" fmla="*/ 67437 h 86106"/>
                      <a:gd name="connsiteX2" fmla="*/ 18955 w 88010"/>
                      <a:gd name="connsiteY2" fmla="*/ 0 h 86106"/>
                      <a:gd name="connsiteX3" fmla="*/ 68008 w 88010"/>
                      <a:gd name="connsiteY3" fmla="*/ 10097 h 86106"/>
                      <a:gd name="connsiteX4" fmla="*/ 88011 w 88010"/>
                      <a:gd name="connsiteY4" fmla="*/ 86106 h 86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 h="86106">
                        <a:moveTo>
                          <a:pt x="88011" y="86106"/>
                        </a:moveTo>
                        <a:cubicBezTo>
                          <a:pt x="57912" y="83534"/>
                          <a:pt x="27527" y="82010"/>
                          <a:pt x="0" y="67437"/>
                        </a:cubicBezTo>
                        <a:cubicBezTo>
                          <a:pt x="6287" y="44958"/>
                          <a:pt x="12668" y="22479"/>
                          <a:pt x="18955" y="0"/>
                        </a:cubicBezTo>
                        <a:cubicBezTo>
                          <a:pt x="35242" y="3715"/>
                          <a:pt x="51530" y="7239"/>
                          <a:pt x="68008" y="10097"/>
                        </a:cubicBezTo>
                        <a:cubicBezTo>
                          <a:pt x="80772" y="33814"/>
                          <a:pt x="82201" y="60579"/>
                          <a:pt x="88011" y="86106"/>
                        </a:cubicBezTo>
                        <a:close/>
                      </a:path>
                    </a:pathLst>
                  </a:custGeom>
                  <a:solidFill>
                    <a:srgbClr val="EDA7B6"/>
                  </a:solidFill>
                  <a:ln w="0" cap="flat">
                    <a:noFill/>
                    <a:prstDash val="solid"/>
                    <a:miter/>
                  </a:ln>
                </p:spPr>
                <p:txBody>
                  <a:bodyPr rtlCol="0" anchor="ctr"/>
                  <a:lstStyle/>
                  <a:p>
                    <a:endParaRPr lang="zh-CN" altLang="en-US" sz="650"/>
                  </a:p>
                </p:txBody>
              </p:sp>
              <p:sp>
                <p:nvSpPr>
                  <p:cNvPr id="3246" name="任意多边形: 形状 1558"/>
                  <p:cNvSpPr/>
                  <p:nvPr/>
                </p:nvSpPr>
                <p:spPr>
                  <a:xfrm>
                    <a:off x="5638365" y="6523753"/>
                    <a:ext cx="14500" cy="27449"/>
                  </a:xfrm>
                  <a:custGeom>
                    <a:avLst/>
                    <a:gdLst>
                      <a:gd name="connsiteX0" fmla="*/ 49054 w 49053"/>
                      <a:gd name="connsiteY0" fmla="*/ 81153 h 92857"/>
                      <a:gd name="connsiteX1" fmla="*/ 0 w 49053"/>
                      <a:gd name="connsiteY1" fmla="*/ 71057 h 92857"/>
                      <a:gd name="connsiteX2" fmla="*/ 24765 w 49053"/>
                      <a:gd name="connsiteY2" fmla="*/ 0 h 92857"/>
                      <a:gd name="connsiteX3" fmla="*/ 49054 w 49053"/>
                      <a:gd name="connsiteY3" fmla="*/ 81153 h 92857"/>
                    </a:gdLst>
                    <a:ahLst/>
                    <a:cxnLst>
                      <a:cxn ang="0">
                        <a:pos x="connsiteX0" y="connsiteY0"/>
                      </a:cxn>
                      <a:cxn ang="0">
                        <a:pos x="connsiteX1" y="connsiteY1"/>
                      </a:cxn>
                      <a:cxn ang="0">
                        <a:pos x="connsiteX2" y="connsiteY2"/>
                      </a:cxn>
                      <a:cxn ang="0">
                        <a:pos x="connsiteX3" y="connsiteY3"/>
                      </a:cxn>
                    </a:cxnLst>
                    <a:rect l="l" t="t" r="r" b="b"/>
                    <a:pathLst>
                      <a:path w="49053" h="92857">
                        <a:moveTo>
                          <a:pt x="49054" y="81153"/>
                        </a:moveTo>
                        <a:cubicBezTo>
                          <a:pt x="28956" y="96203"/>
                          <a:pt x="10954" y="100489"/>
                          <a:pt x="0" y="71057"/>
                        </a:cubicBezTo>
                        <a:cubicBezTo>
                          <a:pt x="4763" y="46863"/>
                          <a:pt x="7906" y="22098"/>
                          <a:pt x="24765" y="0"/>
                        </a:cubicBezTo>
                        <a:cubicBezTo>
                          <a:pt x="37052" y="27146"/>
                          <a:pt x="45434" y="53435"/>
                          <a:pt x="49054" y="81153"/>
                        </a:cubicBezTo>
                        <a:close/>
                      </a:path>
                    </a:pathLst>
                  </a:custGeom>
                  <a:solidFill>
                    <a:srgbClr val="EEDEE6"/>
                  </a:solidFill>
                  <a:ln w="0" cap="flat">
                    <a:noFill/>
                    <a:prstDash val="solid"/>
                    <a:miter/>
                  </a:ln>
                </p:spPr>
                <p:txBody>
                  <a:bodyPr rtlCol="0" anchor="ctr"/>
                  <a:lstStyle/>
                  <a:p>
                    <a:endParaRPr lang="zh-CN" altLang="en-US" sz="650"/>
                  </a:p>
                </p:txBody>
              </p:sp>
              <p:sp>
                <p:nvSpPr>
                  <p:cNvPr id="3247" name="任意多边形: 形状 1559"/>
                  <p:cNvSpPr/>
                  <p:nvPr/>
                </p:nvSpPr>
                <p:spPr>
                  <a:xfrm>
                    <a:off x="5728297" y="6608870"/>
                    <a:ext cx="19991" cy="41490"/>
                  </a:xfrm>
                  <a:custGeom>
                    <a:avLst/>
                    <a:gdLst>
                      <a:gd name="connsiteX0" fmla="*/ 67628 w 67627"/>
                      <a:gd name="connsiteY0" fmla="*/ 126587 h 140357"/>
                      <a:gd name="connsiteX1" fmla="*/ 28480 w 67627"/>
                      <a:gd name="connsiteY1" fmla="*/ 125730 h 140357"/>
                      <a:gd name="connsiteX2" fmla="*/ 0 w 67627"/>
                      <a:gd name="connsiteY2" fmla="*/ 20479 h 140357"/>
                      <a:gd name="connsiteX3" fmla="*/ 9049 w 67627"/>
                      <a:gd name="connsiteY3" fmla="*/ 0 h 140357"/>
                      <a:gd name="connsiteX4" fmla="*/ 30099 w 67627"/>
                      <a:gd name="connsiteY4" fmla="*/ 94297 h 140357"/>
                      <a:gd name="connsiteX5" fmla="*/ 67532 w 67627"/>
                      <a:gd name="connsiteY5" fmla="*/ 126587 h 1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27" h="140357">
                        <a:moveTo>
                          <a:pt x="67628" y="126587"/>
                        </a:moveTo>
                        <a:cubicBezTo>
                          <a:pt x="54197" y="143256"/>
                          <a:pt x="42767" y="146876"/>
                          <a:pt x="28480" y="125730"/>
                        </a:cubicBezTo>
                        <a:cubicBezTo>
                          <a:pt x="6572" y="93535"/>
                          <a:pt x="5620" y="56578"/>
                          <a:pt x="0" y="20479"/>
                        </a:cubicBezTo>
                        <a:cubicBezTo>
                          <a:pt x="3048" y="13621"/>
                          <a:pt x="6001" y="6858"/>
                          <a:pt x="9049" y="0"/>
                        </a:cubicBezTo>
                        <a:cubicBezTo>
                          <a:pt x="16002" y="31432"/>
                          <a:pt x="22574" y="63055"/>
                          <a:pt x="30099" y="94297"/>
                        </a:cubicBezTo>
                        <a:cubicBezTo>
                          <a:pt x="34766" y="113443"/>
                          <a:pt x="43434" y="129445"/>
                          <a:pt x="67532" y="126587"/>
                        </a:cubicBezTo>
                        <a:close/>
                      </a:path>
                    </a:pathLst>
                  </a:custGeom>
                  <a:solidFill>
                    <a:srgbClr val="EFD2DA"/>
                  </a:solidFill>
                  <a:ln w="0" cap="flat">
                    <a:noFill/>
                    <a:prstDash val="solid"/>
                    <a:miter/>
                  </a:ln>
                </p:spPr>
                <p:txBody>
                  <a:bodyPr rtlCol="0" anchor="ctr"/>
                  <a:lstStyle/>
                  <a:p>
                    <a:endParaRPr lang="zh-CN" altLang="en-US" sz="650"/>
                  </a:p>
                </p:txBody>
              </p:sp>
              <p:sp>
                <p:nvSpPr>
                  <p:cNvPr id="3248" name="任意多边形: 形状 1560"/>
                  <p:cNvSpPr/>
                  <p:nvPr/>
                </p:nvSpPr>
                <p:spPr>
                  <a:xfrm>
                    <a:off x="5756679" y="6586655"/>
                    <a:ext cx="20441" cy="42713"/>
                  </a:xfrm>
                  <a:custGeom>
                    <a:avLst/>
                    <a:gdLst>
                      <a:gd name="connsiteX0" fmla="*/ 69152 w 69151"/>
                      <a:gd name="connsiteY0" fmla="*/ 30099 h 144494"/>
                      <a:gd name="connsiteX1" fmla="*/ 27432 w 69151"/>
                      <a:gd name="connsiteY1" fmla="*/ 101346 h 144494"/>
                      <a:gd name="connsiteX2" fmla="*/ 0 w 69151"/>
                      <a:gd name="connsiteY2" fmla="*/ 144494 h 144494"/>
                      <a:gd name="connsiteX3" fmla="*/ 58864 w 69151"/>
                      <a:gd name="connsiteY3" fmla="*/ 0 h 144494"/>
                      <a:gd name="connsiteX4" fmla="*/ 69152 w 69151"/>
                      <a:gd name="connsiteY4" fmla="*/ 30194 h 144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44494">
                        <a:moveTo>
                          <a:pt x="69152" y="30099"/>
                        </a:moveTo>
                        <a:cubicBezTo>
                          <a:pt x="39814" y="44672"/>
                          <a:pt x="44482" y="79343"/>
                          <a:pt x="27432" y="101346"/>
                        </a:cubicBezTo>
                        <a:cubicBezTo>
                          <a:pt x="17050" y="114776"/>
                          <a:pt x="15526" y="134112"/>
                          <a:pt x="0" y="144494"/>
                        </a:cubicBezTo>
                        <a:cubicBezTo>
                          <a:pt x="2000" y="89154"/>
                          <a:pt x="44958" y="50483"/>
                          <a:pt x="58864" y="0"/>
                        </a:cubicBezTo>
                        <a:cubicBezTo>
                          <a:pt x="69818" y="7525"/>
                          <a:pt x="66580" y="19812"/>
                          <a:pt x="69152" y="30194"/>
                        </a:cubicBezTo>
                        <a:close/>
                      </a:path>
                    </a:pathLst>
                  </a:custGeom>
                  <a:solidFill>
                    <a:srgbClr val="EFD2DA"/>
                  </a:solidFill>
                  <a:ln w="0" cap="flat">
                    <a:noFill/>
                    <a:prstDash val="solid"/>
                    <a:miter/>
                  </a:ln>
                </p:spPr>
                <p:txBody>
                  <a:bodyPr rtlCol="0" anchor="ctr"/>
                  <a:lstStyle/>
                  <a:p>
                    <a:endParaRPr lang="zh-CN" altLang="en-US" sz="650"/>
                  </a:p>
                </p:txBody>
              </p:sp>
              <p:sp>
                <p:nvSpPr>
                  <p:cNvPr id="3249" name="任意多边形: 形状 1581"/>
                  <p:cNvSpPr/>
                  <p:nvPr/>
                </p:nvSpPr>
                <p:spPr>
                  <a:xfrm>
                    <a:off x="5776079" y="6863774"/>
                    <a:ext cx="157040" cy="190769"/>
                  </a:xfrm>
                  <a:custGeom>
                    <a:avLst/>
                    <a:gdLst>
                      <a:gd name="connsiteX0" fmla="*/ 76485 w 531248"/>
                      <a:gd name="connsiteY0" fmla="*/ 132006 h 645350"/>
                      <a:gd name="connsiteX1" fmla="*/ 571 w 531248"/>
                      <a:gd name="connsiteY1" fmla="*/ 41423 h 645350"/>
                      <a:gd name="connsiteX2" fmla="*/ 32289 w 531248"/>
                      <a:gd name="connsiteY2" fmla="*/ 276 h 645350"/>
                      <a:gd name="connsiteX3" fmla="*/ 67246 w 531248"/>
                      <a:gd name="connsiteY3" fmla="*/ 31803 h 645350"/>
                      <a:gd name="connsiteX4" fmla="*/ 118681 w 531248"/>
                      <a:gd name="connsiteY4" fmla="*/ 59807 h 645350"/>
                      <a:gd name="connsiteX5" fmla="*/ 328993 w 531248"/>
                      <a:gd name="connsiteY5" fmla="*/ 13515 h 645350"/>
                      <a:gd name="connsiteX6" fmla="*/ 468249 w 531248"/>
                      <a:gd name="connsiteY6" fmla="*/ 90573 h 645350"/>
                      <a:gd name="connsiteX7" fmla="*/ 457485 w 531248"/>
                      <a:gd name="connsiteY7" fmla="*/ 562251 h 645350"/>
                      <a:gd name="connsiteX8" fmla="*/ 192214 w 531248"/>
                      <a:gd name="connsiteY8" fmla="*/ 626354 h 645350"/>
                      <a:gd name="connsiteX9" fmla="*/ 145827 w 531248"/>
                      <a:gd name="connsiteY9" fmla="*/ 602446 h 645350"/>
                      <a:gd name="connsiteX10" fmla="*/ 61150 w 531248"/>
                      <a:gd name="connsiteY10" fmla="*/ 617591 h 645350"/>
                      <a:gd name="connsiteX11" fmla="*/ 25050 w 531248"/>
                      <a:gd name="connsiteY11" fmla="*/ 630259 h 645350"/>
                      <a:gd name="connsiteX12" fmla="*/ 4000 w 531248"/>
                      <a:gd name="connsiteY12" fmla="*/ 586063 h 645350"/>
                      <a:gd name="connsiteX13" fmla="*/ 68103 w 531248"/>
                      <a:gd name="connsiteY13" fmla="*/ 511768 h 645350"/>
                      <a:gd name="connsiteX14" fmla="*/ 104203 w 531248"/>
                      <a:gd name="connsiteY14" fmla="*/ 500624 h 645350"/>
                      <a:gd name="connsiteX15" fmla="*/ 210502 w 531248"/>
                      <a:gd name="connsiteY15" fmla="*/ 541105 h 645350"/>
                      <a:gd name="connsiteX16" fmla="*/ 427482 w 531248"/>
                      <a:gd name="connsiteY16" fmla="*/ 448046 h 645350"/>
                      <a:gd name="connsiteX17" fmla="*/ 421576 w 531248"/>
                      <a:gd name="connsiteY17" fmla="*/ 185537 h 645350"/>
                      <a:gd name="connsiteX18" fmla="*/ 279558 w 531248"/>
                      <a:gd name="connsiteY18" fmla="*/ 103622 h 645350"/>
                      <a:gd name="connsiteX19" fmla="*/ 109632 w 531248"/>
                      <a:gd name="connsiteY19" fmla="*/ 146675 h 645350"/>
                      <a:gd name="connsiteX20" fmla="*/ 76485 w 531248"/>
                      <a:gd name="connsiteY20" fmla="*/ 131911 h 64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248" h="645350">
                        <a:moveTo>
                          <a:pt x="76485" y="132006"/>
                        </a:moveTo>
                        <a:cubicBezTo>
                          <a:pt x="17621" y="115623"/>
                          <a:pt x="-3906" y="89334"/>
                          <a:pt x="571" y="41423"/>
                        </a:cubicBezTo>
                        <a:cubicBezTo>
                          <a:pt x="2571" y="20278"/>
                          <a:pt x="10858" y="3038"/>
                          <a:pt x="32289" y="276"/>
                        </a:cubicBezTo>
                        <a:cubicBezTo>
                          <a:pt x="52673" y="-2296"/>
                          <a:pt x="64484" y="13515"/>
                          <a:pt x="67246" y="31803"/>
                        </a:cubicBezTo>
                        <a:cubicBezTo>
                          <a:pt x="72294" y="66093"/>
                          <a:pt x="91440" y="61712"/>
                          <a:pt x="118681" y="59807"/>
                        </a:cubicBezTo>
                        <a:cubicBezTo>
                          <a:pt x="191261" y="54949"/>
                          <a:pt x="253650" y="10848"/>
                          <a:pt x="328993" y="13515"/>
                        </a:cubicBezTo>
                        <a:cubicBezTo>
                          <a:pt x="391763" y="15801"/>
                          <a:pt x="437197" y="43900"/>
                          <a:pt x="468249" y="90573"/>
                        </a:cubicBezTo>
                        <a:cubicBezTo>
                          <a:pt x="545877" y="207159"/>
                          <a:pt x="562165" y="438235"/>
                          <a:pt x="457485" y="562251"/>
                        </a:cubicBezTo>
                        <a:cubicBezTo>
                          <a:pt x="393477" y="638165"/>
                          <a:pt x="282130" y="668264"/>
                          <a:pt x="192214" y="626354"/>
                        </a:cubicBezTo>
                        <a:cubicBezTo>
                          <a:pt x="176498" y="619019"/>
                          <a:pt x="161258" y="610542"/>
                          <a:pt x="145827" y="602446"/>
                        </a:cubicBezTo>
                        <a:cubicBezTo>
                          <a:pt x="113823" y="585587"/>
                          <a:pt x="81438" y="561298"/>
                          <a:pt x="61150" y="617591"/>
                        </a:cubicBezTo>
                        <a:cubicBezTo>
                          <a:pt x="56387" y="630831"/>
                          <a:pt x="40100" y="638927"/>
                          <a:pt x="25050" y="630259"/>
                        </a:cubicBezTo>
                        <a:cubicBezTo>
                          <a:pt x="9048" y="621020"/>
                          <a:pt x="0" y="604732"/>
                          <a:pt x="4000" y="586063"/>
                        </a:cubicBezTo>
                        <a:cubicBezTo>
                          <a:pt x="11620" y="550154"/>
                          <a:pt x="29813" y="521865"/>
                          <a:pt x="68103" y="511768"/>
                        </a:cubicBezTo>
                        <a:cubicBezTo>
                          <a:pt x="78009" y="500910"/>
                          <a:pt x="90773" y="499767"/>
                          <a:pt x="104203" y="500624"/>
                        </a:cubicBezTo>
                        <a:cubicBezTo>
                          <a:pt x="142017" y="507672"/>
                          <a:pt x="176307" y="524151"/>
                          <a:pt x="210502" y="541105"/>
                        </a:cubicBezTo>
                        <a:cubicBezTo>
                          <a:pt x="298322" y="584634"/>
                          <a:pt x="399002" y="542248"/>
                          <a:pt x="427482" y="448046"/>
                        </a:cubicBezTo>
                        <a:cubicBezTo>
                          <a:pt x="453961" y="360416"/>
                          <a:pt x="449294" y="271929"/>
                          <a:pt x="421576" y="185537"/>
                        </a:cubicBezTo>
                        <a:cubicBezTo>
                          <a:pt x="397383" y="110099"/>
                          <a:pt x="357187" y="89430"/>
                          <a:pt x="279558" y="103622"/>
                        </a:cubicBezTo>
                        <a:cubicBezTo>
                          <a:pt x="221932" y="114194"/>
                          <a:pt x="170211" y="147818"/>
                          <a:pt x="109632" y="146675"/>
                        </a:cubicBezTo>
                        <a:cubicBezTo>
                          <a:pt x="96202" y="147056"/>
                          <a:pt x="87915" y="135911"/>
                          <a:pt x="76485" y="131911"/>
                        </a:cubicBezTo>
                        <a:close/>
                      </a:path>
                    </a:pathLst>
                  </a:custGeom>
                  <a:solidFill>
                    <a:srgbClr val="786E9D"/>
                  </a:solidFill>
                  <a:ln w="0" cap="flat">
                    <a:noFill/>
                    <a:prstDash val="solid"/>
                    <a:miter/>
                  </a:ln>
                </p:spPr>
                <p:txBody>
                  <a:bodyPr rtlCol="0" anchor="ctr"/>
                  <a:lstStyle/>
                  <a:p>
                    <a:endParaRPr lang="zh-CN" altLang="en-US" sz="650"/>
                  </a:p>
                </p:txBody>
              </p:sp>
              <p:sp>
                <p:nvSpPr>
                  <p:cNvPr id="3250" name="任意多边形: 形状 1582"/>
                  <p:cNvSpPr/>
                  <p:nvPr/>
                </p:nvSpPr>
                <p:spPr>
                  <a:xfrm>
                    <a:off x="5791561" y="6902796"/>
                    <a:ext cx="27500" cy="112288"/>
                  </a:xfrm>
                  <a:custGeom>
                    <a:avLst/>
                    <a:gdLst>
                      <a:gd name="connsiteX0" fmla="*/ 24109 w 93029"/>
                      <a:gd name="connsiteY0" fmla="*/ 0 h 379856"/>
                      <a:gd name="connsiteX1" fmla="*/ 54303 w 93029"/>
                      <a:gd name="connsiteY1" fmla="*/ 8763 h 379856"/>
                      <a:gd name="connsiteX2" fmla="*/ 75734 w 93029"/>
                      <a:gd name="connsiteY2" fmla="*/ 36767 h 379856"/>
                      <a:gd name="connsiteX3" fmla="*/ 85355 w 93029"/>
                      <a:gd name="connsiteY3" fmla="*/ 153067 h 379856"/>
                      <a:gd name="connsiteX4" fmla="*/ 73924 w 93029"/>
                      <a:gd name="connsiteY4" fmla="*/ 230600 h 379856"/>
                      <a:gd name="connsiteX5" fmla="*/ 88593 w 93029"/>
                      <a:gd name="connsiteY5" fmla="*/ 326422 h 379856"/>
                      <a:gd name="connsiteX6" fmla="*/ 55256 w 93029"/>
                      <a:gd name="connsiteY6" fmla="*/ 379190 h 379856"/>
                      <a:gd name="connsiteX7" fmla="*/ 15822 w 93029"/>
                      <a:gd name="connsiteY7" fmla="*/ 379857 h 379856"/>
                      <a:gd name="connsiteX8" fmla="*/ 47636 w 93029"/>
                      <a:gd name="connsiteY8" fmla="*/ 338138 h 379856"/>
                      <a:gd name="connsiteX9" fmla="*/ 17251 w 93029"/>
                      <a:gd name="connsiteY9" fmla="*/ 307181 h 379856"/>
                      <a:gd name="connsiteX10" fmla="*/ 12012 w 93029"/>
                      <a:gd name="connsiteY10" fmla="*/ 262318 h 379856"/>
                      <a:gd name="connsiteX11" fmla="*/ 9726 w 93029"/>
                      <a:gd name="connsiteY11" fmla="*/ 145447 h 379856"/>
                      <a:gd name="connsiteX12" fmla="*/ 48588 w 93029"/>
                      <a:gd name="connsiteY12" fmla="*/ 123634 h 379856"/>
                      <a:gd name="connsiteX13" fmla="*/ 20680 w 93029"/>
                      <a:gd name="connsiteY13" fmla="*/ 101155 h 379856"/>
                      <a:gd name="connsiteX14" fmla="*/ 16774 w 93029"/>
                      <a:gd name="connsiteY14" fmla="*/ 43148 h 379856"/>
                      <a:gd name="connsiteX15" fmla="*/ 24204 w 93029"/>
                      <a:gd name="connsiteY15" fmla="*/ 95 h 37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029" h="379856">
                        <a:moveTo>
                          <a:pt x="24109" y="0"/>
                        </a:moveTo>
                        <a:cubicBezTo>
                          <a:pt x="34205" y="2953"/>
                          <a:pt x="44207" y="5810"/>
                          <a:pt x="54303" y="8763"/>
                        </a:cubicBezTo>
                        <a:cubicBezTo>
                          <a:pt x="66971" y="14383"/>
                          <a:pt x="80402" y="29908"/>
                          <a:pt x="75734" y="36767"/>
                        </a:cubicBezTo>
                        <a:cubicBezTo>
                          <a:pt x="46683" y="79343"/>
                          <a:pt x="115073" y="112300"/>
                          <a:pt x="85355" y="153067"/>
                        </a:cubicBezTo>
                        <a:cubicBezTo>
                          <a:pt x="67829" y="177070"/>
                          <a:pt x="69448" y="203740"/>
                          <a:pt x="73924" y="230600"/>
                        </a:cubicBezTo>
                        <a:cubicBezTo>
                          <a:pt x="79163" y="262128"/>
                          <a:pt x="65447" y="294037"/>
                          <a:pt x="88593" y="326422"/>
                        </a:cubicBezTo>
                        <a:cubicBezTo>
                          <a:pt x="102595" y="346043"/>
                          <a:pt x="81259" y="370332"/>
                          <a:pt x="55256" y="379190"/>
                        </a:cubicBezTo>
                        <a:cubicBezTo>
                          <a:pt x="42111" y="379381"/>
                          <a:pt x="28966" y="379667"/>
                          <a:pt x="15822" y="379857"/>
                        </a:cubicBezTo>
                        <a:cubicBezTo>
                          <a:pt x="-19611" y="332994"/>
                          <a:pt x="32872" y="348043"/>
                          <a:pt x="47636" y="338138"/>
                        </a:cubicBezTo>
                        <a:cubicBezTo>
                          <a:pt x="43254" y="319659"/>
                          <a:pt x="27252" y="316611"/>
                          <a:pt x="17251" y="307181"/>
                        </a:cubicBezTo>
                        <a:cubicBezTo>
                          <a:pt x="3249" y="294037"/>
                          <a:pt x="-4085" y="279749"/>
                          <a:pt x="12012" y="262318"/>
                        </a:cubicBezTo>
                        <a:cubicBezTo>
                          <a:pt x="48588" y="222599"/>
                          <a:pt x="41730" y="182975"/>
                          <a:pt x="9726" y="145447"/>
                        </a:cubicBezTo>
                        <a:cubicBezTo>
                          <a:pt x="15917" y="123634"/>
                          <a:pt x="41349" y="141542"/>
                          <a:pt x="48588" y="123634"/>
                        </a:cubicBezTo>
                        <a:cubicBezTo>
                          <a:pt x="45254" y="108871"/>
                          <a:pt x="29538" y="109156"/>
                          <a:pt x="20680" y="101155"/>
                        </a:cubicBezTo>
                        <a:cubicBezTo>
                          <a:pt x="773" y="83058"/>
                          <a:pt x="-11896" y="63055"/>
                          <a:pt x="16774" y="43148"/>
                        </a:cubicBezTo>
                        <a:cubicBezTo>
                          <a:pt x="35824" y="29908"/>
                          <a:pt x="37539" y="17145"/>
                          <a:pt x="24204" y="95"/>
                        </a:cubicBezTo>
                        <a:close/>
                      </a:path>
                    </a:pathLst>
                  </a:custGeom>
                  <a:solidFill>
                    <a:srgbClr val="8F84AC"/>
                  </a:solidFill>
                  <a:ln w="0" cap="flat">
                    <a:noFill/>
                    <a:prstDash val="solid"/>
                    <a:miter/>
                  </a:ln>
                </p:spPr>
                <p:txBody>
                  <a:bodyPr rtlCol="0" anchor="ctr"/>
                  <a:lstStyle/>
                  <a:p>
                    <a:endParaRPr lang="zh-CN" altLang="en-US" sz="650"/>
                  </a:p>
                </p:txBody>
              </p:sp>
              <p:sp>
                <p:nvSpPr>
                  <p:cNvPr id="3251" name="任意多边形: 形状 1590"/>
                  <p:cNvSpPr/>
                  <p:nvPr/>
                </p:nvSpPr>
                <p:spPr>
                  <a:xfrm>
                    <a:off x="5683725" y="7473647"/>
                    <a:ext cx="36575" cy="11600"/>
                  </a:xfrm>
                  <a:custGeom>
                    <a:avLst/>
                    <a:gdLst>
                      <a:gd name="connsiteX0" fmla="*/ 59531 w 123729"/>
                      <a:gd name="connsiteY0" fmla="*/ 39219 h 39240"/>
                      <a:gd name="connsiteX1" fmla="*/ 50197 w 123729"/>
                      <a:gd name="connsiteY1" fmla="*/ 39219 h 39240"/>
                      <a:gd name="connsiteX2" fmla="*/ 0 w 123729"/>
                      <a:gd name="connsiteY2" fmla="*/ 17883 h 39240"/>
                      <a:gd name="connsiteX3" fmla="*/ 48673 w 123729"/>
                      <a:gd name="connsiteY3" fmla="*/ 1405 h 39240"/>
                      <a:gd name="connsiteX4" fmla="*/ 81344 w 123729"/>
                      <a:gd name="connsiteY4" fmla="*/ 1596 h 39240"/>
                      <a:gd name="connsiteX5" fmla="*/ 123730 w 123729"/>
                      <a:gd name="connsiteY5" fmla="*/ 15692 h 39240"/>
                      <a:gd name="connsiteX6" fmla="*/ 78296 w 123729"/>
                      <a:gd name="connsiteY6" fmla="*/ 39029 h 39240"/>
                      <a:gd name="connsiteX7" fmla="*/ 59531 w 123729"/>
                      <a:gd name="connsiteY7" fmla="*/ 39029 h 39240"/>
                      <a:gd name="connsiteX8" fmla="*/ 59531 w 123729"/>
                      <a:gd name="connsiteY8" fmla="*/ 39219 h 3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729" h="39240">
                        <a:moveTo>
                          <a:pt x="59531" y="39219"/>
                        </a:moveTo>
                        <a:cubicBezTo>
                          <a:pt x="56388" y="39219"/>
                          <a:pt x="53245" y="39219"/>
                          <a:pt x="50197" y="39219"/>
                        </a:cubicBezTo>
                        <a:cubicBezTo>
                          <a:pt x="29813" y="39219"/>
                          <a:pt x="0" y="40743"/>
                          <a:pt x="0" y="17883"/>
                        </a:cubicBezTo>
                        <a:cubicBezTo>
                          <a:pt x="0" y="-11359"/>
                          <a:pt x="31242" y="4929"/>
                          <a:pt x="48673" y="1405"/>
                        </a:cubicBezTo>
                        <a:cubicBezTo>
                          <a:pt x="59150" y="-786"/>
                          <a:pt x="70676" y="-119"/>
                          <a:pt x="81344" y="1596"/>
                        </a:cubicBezTo>
                        <a:cubicBezTo>
                          <a:pt x="96679" y="4072"/>
                          <a:pt x="123730" y="-6596"/>
                          <a:pt x="123730" y="15692"/>
                        </a:cubicBezTo>
                        <a:cubicBezTo>
                          <a:pt x="123730" y="34838"/>
                          <a:pt x="97250" y="37695"/>
                          <a:pt x="78296" y="39029"/>
                        </a:cubicBezTo>
                        <a:cubicBezTo>
                          <a:pt x="72104" y="39505"/>
                          <a:pt x="65818" y="39029"/>
                          <a:pt x="59531" y="39029"/>
                        </a:cubicBezTo>
                        <a:lnTo>
                          <a:pt x="59531" y="39219"/>
                        </a:lnTo>
                        <a:close/>
                      </a:path>
                    </a:pathLst>
                  </a:custGeom>
                  <a:solidFill>
                    <a:srgbClr val="ECB0C1"/>
                  </a:solidFill>
                  <a:ln w="0" cap="flat">
                    <a:noFill/>
                    <a:prstDash val="solid"/>
                    <a:miter/>
                  </a:ln>
                </p:spPr>
                <p:txBody>
                  <a:bodyPr rtlCol="0" anchor="ctr"/>
                  <a:lstStyle/>
                  <a:p>
                    <a:endParaRPr lang="zh-CN" altLang="en-US" sz="650"/>
                  </a:p>
                </p:txBody>
              </p:sp>
              <p:sp>
                <p:nvSpPr>
                  <p:cNvPr id="3252" name="任意多边形: 形状 1591"/>
                  <p:cNvSpPr/>
                  <p:nvPr/>
                </p:nvSpPr>
                <p:spPr>
                  <a:xfrm>
                    <a:off x="5684735" y="7265230"/>
                    <a:ext cx="34166" cy="11674"/>
                  </a:xfrm>
                  <a:custGeom>
                    <a:avLst/>
                    <a:gdLst>
                      <a:gd name="connsiteX0" fmla="*/ 63258 w 115580"/>
                      <a:gd name="connsiteY0" fmla="*/ 652 h 39492"/>
                      <a:gd name="connsiteX1" fmla="*/ 115550 w 115580"/>
                      <a:gd name="connsiteY1" fmla="*/ 16463 h 39492"/>
                      <a:gd name="connsiteX2" fmla="*/ 58876 w 115580"/>
                      <a:gd name="connsiteY2" fmla="*/ 38943 h 39492"/>
                      <a:gd name="connsiteX3" fmla="*/ 44684 w 115580"/>
                      <a:gd name="connsiteY3" fmla="*/ 38943 h 39492"/>
                      <a:gd name="connsiteX4" fmla="*/ 12 w 115580"/>
                      <a:gd name="connsiteY4" fmla="*/ 17702 h 39492"/>
                      <a:gd name="connsiteX5" fmla="*/ 45541 w 115580"/>
                      <a:gd name="connsiteY5" fmla="*/ 747 h 39492"/>
                      <a:gd name="connsiteX6" fmla="*/ 63163 w 115580"/>
                      <a:gd name="connsiteY6" fmla="*/ 557 h 3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80" h="39492">
                        <a:moveTo>
                          <a:pt x="63258" y="652"/>
                        </a:moveTo>
                        <a:cubicBezTo>
                          <a:pt x="78593" y="8177"/>
                          <a:pt x="114502" y="-13540"/>
                          <a:pt x="115550" y="16463"/>
                        </a:cubicBezTo>
                        <a:cubicBezTo>
                          <a:pt x="116788" y="50658"/>
                          <a:pt x="79736" y="34466"/>
                          <a:pt x="58876" y="38943"/>
                        </a:cubicBezTo>
                        <a:cubicBezTo>
                          <a:pt x="54304" y="39895"/>
                          <a:pt x="49351" y="39419"/>
                          <a:pt x="44684" y="38943"/>
                        </a:cubicBezTo>
                        <a:cubicBezTo>
                          <a:pt x="26872" y="37228"/>
                          <a:pt x="-655" y="44181"/>
                          <a:pt x="12" y="17702"/>
                        </a:cubicBezTo>
                        <a:cubicBezTo>
                          <a:pt x="774" y="-10968"/>
                          <a:pt x="29539" y="5224"/>
                          <a:pt x="45541" y="747"/>
                        </a:cubicBezTo>
                        <a:cubicBezTo>
                          <a:pt x="49923" y="-491"/>
                          <a:pt x="54971" y="557"/>
                          <a:pt x="63163" y="557"/>
                        </a:cubicBezTo>
                        <a:close/>
                      </a:path>
                    </a:pathLst>
                  </a:custGeom>
                  <a:solidFill>
                    <a:srgbClr val="EAB5C7"/>
                  </a:solidFill>
                  <a:ln w="0" cap="flat">
                    <a:noFill/>
                    <a:prstDash val="solid"/>
                    <a:miter/>
                  </a:ln>
                </p:spPr>
                <p:txBody>
                  <a:bodyPr rtlCol="0" anchor="ctr"/>
                  <a:lstStyle/>
                  <a:p>
                    <a:endParaRPr lang="zh-CN" altLang="en-US" sz="650"/>
                  </a:p>
                </p:txBody>
              </p:sp>
              <p:sp>
                <p:nvSpPr>
                  <p:cNvPr id="3253" name="任意多边形: 形状 1592"/>
                  <p:cNvSpPr/>
                  <p:nvPr/>
                </p:nvSpPr>
                <p:spPr>
                  <a:xfrm>
                    <a:off x="5683866" y="7423060"/>
                    <a:ext cx="36502" cy="11519"/>
                  </a:xfrm>
                  <a:custGeom>
                    <a:avLst/>
                    <a:gdLst>
                      <a:gd name="connsiteX0" fmla="*/ 64772 w 123483"/>
                      <a:gd name="connsiteY0" fmla="*/ 417 h 38969"/>
                      <a:gd name="connsiteX1" fmla="*/ 69534 w 123483"/>
                      <a:gd name="connsiteY1" fmla="*/ 417 h 38969"/>
                      <a:gd name="connsiteX2" fmla="*/ 123446 w 123483"/>
                      <a:gd name="connsiteY2" fmla="*/ 13371 h 38969"/>
                      <a:gd name="connsiteX3" fmla="*/ 69725 w 123483"/>
                      <a:gd name="connsiteY3" fmla="*/ 38422 h 38969"/>
                      <a:gd name="connsiteX4" fmla="*/ 55532 w 123483"/>
                      <a:gd name="connsiteY4" fmla="*/ 38612 h 38969"/>
                      <a:gd name="connsiteX5" fmla="*/ 2 w 123483"/>
                      <a:gd name="connsiteY5" fmla="*/ 15943 h 38969"/>
                      <a:gd name="connsiteX6" fmla="*/ 50675 w 123483"/>
                      <a:gd name="connsiteY6" fmla="*/ 608 h 38969"/>
                      <a:gd name="connsiteX7" fmla="*/ 64867 w 123483"/>
                      <a:gd name="connsiteY7" fmla="*/ 417 h 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483" h="38969">
                        <a:moveTo>
                          <a:pt x="64772" y="417"/>
                        </a:moveTo>
                        <a:cubicBezTo>
                          <a:pt x="66391" y="417"/>
                          <a:pt x="68010" y="132"/>
                          <a:pt x="69534" y="417"/>
                        </a:cubicBezTo>
                        <a:cubicBezTo>
                          <a:pt x="88680" y="4037"/>
                          <a:pt x="122112" y="-8632"/>
                          <a:pt x="123446" y="13371"/>
                        </a:cubicBezTo>
                        <a:cubicBezTo>
                          <a:pt x="124779" y="36708"/>
                          <a:pt x="90204" y="33564"/>
                          <a:pt x="69725" y="38422"/>
                        </a:cubicBezTo>
                        <a:cubicBezTo>
                          <a:pt x="65248" y="39470"/>
                          <a:pt x="60295" y="38708"/>
                          <a:pt x="55532" y="38612"/>
                        </a:cubicBezTo>
                        <a:cubicBezTo>
                          <a:pt x="33149" y="38612"/>
                          <a:pt x="192" y="37565"/>
                          <a:pt x="2" y="15943"/>
                        </a:cubicBezTo>
                        <a:cubicBezTo>
                          <a:pt x="-284" y="-10060"/>
                          <a:pt x="32577" y="4608"/>
                          <a:pt x="50675" y="608"/>
                        </a:cubicBezTo>
                        <a:cubicBezTo>
                          <a:pt x="55151" y="-440"/>
                          <a:pt x="60105" y="417"/>
                          <a:pt x="64867" y="417"/>
                        </a:cubicBezTo>
                        <a:close/>
                      </a:path>
                    </a:pathLst>
                  </a:custGeom>
                  <a:solidFill>
                    <a:srgbClr val="E6B0C7"/>
                  </a:solidFill>
                  <a:ln w="0" cap="flat">
                    <a:noFill/>
                    <a:prstDash val="solid"/>
                    <a:miter/>
                  </a:ln>
                </p:spPr>
                <p:txBody>
                  <a:bodyPr rtlCol="0" anchor="ctr"/>
                  <a:lstStyle/>
                  <a:p>
                    <a:endParaRPr lang="zh-CN" altLang="en-US" sz="650"/>
                  </a:p>
                </p:txBody>
              </p:sp>
              <p:sp>
                <p:nvSpPr>
                  <p:cNvPr id="3254" name="任意多边形: 形状 1593"/>
                  <p:cNvSpPr/>
                  <p:nvPr/>
                </p:nvSpPr>
                <p:spPr>
                  <a:xfrm>
                    <a:off x="5685864" y="7316517"/>
                    <a:ext cx="32731" cy="11238"/>
                  </a:xfrm>
                  <a:custGeom>
                    <a:avLst/>
                    <a:gdLst>
                      <a:gd name="connsiteX0" fmla="*/ 48770 w 110725"/>
                      <a:gd name="connsiteY0" fmla="*/ 37656 h 38016"/>
                      <a:gd name="connsiteX1" fmla="*/ 2 w 110725"/>
                      <a:gd name="connsiteY1" fmla="*/ 24702 h 38016"/>
                      <a:gd name="connsiteX2" fmla="*/ 57152 w 110725"/>
                      <a:gd name="connsiteY2" fmla="*/ 127 h 38016"/>
                      <a:gd name="connsiteX3" fmla="*/ 71344 w 110725"/>
                      <a:gd name="connsiteY3" fmla="*/ 127 h 38016"/>
                      <a:gd name="connsiteX4" fmla="*/ 110682 w 110725"/>
                      <a:gd name="connsiteY4" fmla="*/ 24797 h 38016"/>
                      <a:gd name="connsiteX5" fmla="*/ 71249 w 110725"/>
                      <a:gd name="connsiteY5" fmla="*/ 37370 h 38016"/>
                      <a:gd name="connsiteX6" fmla="*/ 48674 w 110725"/>
                      <a:gd name="connsiteY6" fmla="*/ 37560 h 38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725" h="38016">
                        <a:moveTo>
                          <a:pt x="48770" y="37656"/>
                        </a:moveTo>
                        <a:cubicBezTo>
                          <a:pt x="34292" y="32417"/>
                          <a:pt x="192" y="47657"/>
                          <a:pt x="2" y="24702"/>
                        </a:cubicBezTo>
                        <a:cubicBezTo>
                          <a:pt x="-284" y="-5683"/>
                          <a:pt x="34387" y="1270"/>
                          <a:pt x="57152" y="127"/>
                        </a:cubicBezTo>
                        <a:cubicBezTo>
                          <a:pt x="61914" y="-159"/>
                          <a:pt x="66581" y="127"/>
                          <a:pt x="71344" y="127"/>
                        </a:cubicBezTo>
                        <a:cubicBezTo>
                          <a:pt x="90204" y="-63"/>
                          <a:pt x="111825" y="5556"/>
                          <a:pt x="110682" y="24797"/>
                        </a:cubicBezTo>
                        <a:cubicBezTo>
                          <a:pt x="109444" y="45847"/>
                          <a:pt x="85251" y="34322"/>
                          <a:pt x="71249" y="37370"/>
                        </a:cubicBezTo>
                        <a:cubicBezTo>
                          <a:pt x="65248" y="38703"/>
                          <a:pt x="58676" y="37560"/>
                          <a:pt x="48674" y="37560"/>
                        </a:cubicBezTo>
                        <a:close/>
                      </a:path>
                    </a:pathLst>
                  </a:custGeom>
                  <a:solidFill>
                    <a:srgbClr val="F7BED2"/>
                  </a:solidFill>
                  <a:ln w="0" cap="flat">
                    <a:noFill/>
                    <a:prstDash val="solid"/>
                    <a:miter/>
                  </a:ln>
                </p:spPr>
                <p:txBody>
                  <a:bodyPr rtlCol="0" anchor="ctr"/>
                  <a:lstStyle/>
                  <a:p>
                    <a:endParaRPr lang="zh-CN" altLang="en-US" sz="650"/>
                  </a:p>
                </p:txBody>
              </p:sp>
              <p:sp>
                <p:nvSpPr>
                  <p:cNvPr id="3255" name="任意多边形: 形状 1594"/>
                  <p:cNvSpPr/>
                  <p:nvPr/>
                </p:nvSpPr>
                <p:spPr>
                  <a:xfrm>
                    <a:off x="5682092" y="7372078"/>
                    <a:ext cx="37870" cy="9062"/>
                  </a:xfrm>
                  <a:custGeom>
                    <a:avLst/>
                    <a:gdLst>
                      <a:gd name="connsiteX0" fmla="*/ 0 w 128111"/>
                      <a:gd name="connsiteY0" fmla="*/ 11433 h 30654"/>
                      <a:gd name="connsiteX1" fmla="*/ 128111 w 128111"/>
                      <a:gd name="connsiteY1" fmla="*/ 3909 h 30654"/>
                      <a:gd name="connsiteX2" fmla="*/ 0 w 128111"/>
                      <a:gd name="connsiteY2" fmla="*/ 11433 h 30654"/>
                    </a:gdLst>
                    <a:ahLst/>
                    <a:cxnLst>
                      <a:cxn ang="0">
                        <a:pos x="connsiteX0" y="connsiteY0"/>
                      </a:cxn>
                      <a:cxn ang="0">
                        <a:pos x="connsiteX1" y="connsiteY1"/>
                      </a:cxn>
                      <a:cxn ang="0">
                        <a:pos x="connsiteX2" y="connsiteY2"/>
                      </a:cxn>
                    </a:cxnLst>
                    <a:rect l="l" t="t" r="r" b="b"/>
                    <a:pathLst>
                      <a:path w="128111" h="30654">
                        <a:moveTo>
                          <a:pt x="0" y="11433"/>
                        </a:moveTo>
                        <a:cubicBezTo>
                          <a:pt x="42767" y="-7521"/>
                          <a:pt x="82772" y="2480"/>
                          <a:pt x="128111" y="3909"/>
                        </a:cubicBezTo>
                        <a:cubicBezTo>
                          <a:pt x="93154" y="37437"/>
                          <a:pt x="53721" y="38865"/>
                          <a:pt x="0" y="11433"/>
                        </a:cubicBezTo>
                        <a:close/>
                      </a:path>
                    </a:pathLst>
                  </a:custGeom>
                  <a:solidFill>
                    <a:srgbClr val="EDC0D4"/>
                  </a:solidFill>
                  <a:ln w="0" cap="flat">
                    <a:noFill/>
                    <a:prstDash val="solid"/>
                    <a:miter/>
                  </a:ln>
                </p:spPr>
                <p:txBody>
                  <a:bodyPr rtlCol="0" anchor="ctr"/>
                  <a:lstStyle/>
                  <a:p>
                    <a:endParaRPr lang="zh-CN" altLang="en-US" sz="650"/>
                  </a:p>
                </p:txBody>
              </p:sp>
              <p:sp>
                <p:nvSpPr>
                  <p:cNvPr id="3256" name="任意多边形: 形状 1595"/>
                  <p:cNvSpPr/>
                  <p:nvPr/>
                </p:nvSpPr>
                <p:spPr>
                  <a:xfrm>
                    <a:off x="5665918" y="7338702"/>
                    <a:ext cx="20707" cy="20066"/>
                  </a:xfrm>
                  <a:custGeom>
                    <a:avLst/>
                    <a:gdLst>
                      <a:gd name="connsiteX0" fmla="*/ 70050 w 70050"/>
                      <a:gd name="connsiteY0" fmla="*/ 18519 h 67881"/>
                      <a:gd name="connsiteX1" fmla="*/ 50143 w 70050"/>
                      <a:gd name="connsiteY1" fmla="*/ 20519 h 67881"/>
                      <a:gd name="connsiteX2" fmla="*/ 41571 w 70050"/>
                      <a:gd name="connsiteY2" fmla="*/ 55475 h 67881"/>
                      <a:gd name="connsiteX3" fmla="*/ 40332 w 70050"/>
                      <a:gd name="connsiteY3" fmla="*/ 60143 h 67881"/>
                      <a:gd name="connsiteX4" fmla="*/ 5281 w 70050"/>
                      <a:gd name="connsiteY4" fmla="*/ 56619 h 67881"/>
                      <a:gd name="connsiteX5" fmla="*/ 7376 w 70050"/>
                      <a:gd name="connsiteY5" fmla="*/ 7755 h 67881"/>
                      <a:gd name="connsiteX6" fmla="*/ 41095 w 70050"/>
                      <a:gd name="connsiteY6" fmla="*/ 4993 h 67881"/>
                      <a:gd name="connsiteX7" fmla="*/ 70050 w 70050"/>
                      <a:gd name="connsiteY7" fmla="*/ 18423 h 6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050" h="67881">
                        <a:moveTo>
                          <a:pt x="70050" y="18519"/>
                        </a:moveTo>
                        <a:lnTo>
                          <a:pt x="50143" y="20519"/>
                        </a:lnTo>
                        <a:cubicBezTo>
                          <a:pt x="35856" y="29377"/>
                          <a:pt x="23092" y="38616"/>
                          <a:pt x="41571" y="55475"/>
                        </a:cubicBezTo>
                        <a:cubicBezTo>
                          <a:pt x="41285" y="56999"/>
                          <a:pt x="40904" y="58619"/>
                          <a:pt x="40332" y="60143"/>
                        </a:cubicBezTo>
                        <a:cubicBezTo>
                          <a:pt x="27474" y="69382"/>
                          <a:pt x="12520" y="72715"/>
                          <a:pt x="5281" y="56619"/>
                        </a:cubicBezTo>
                        <a:cubicBezTo>
                          <a:pt x="-1577" y="41569"/>
                          <a:pt x="-2625" y="22519"/>
                          <a:pt x="7376" y="7755"/>
                        </a:cubicBezTo>
                        <a:cubicBezTo>
                          <a:pt x="15663" y="-4342"/>
                          <a:pt x="29474" y="135"/>
                          <a:pt x="41095" y="4993"/>
                        </a:cubicBezTo>
                        <a:cubicBezTo>
                          <a:pt x="50905" y="9089"/>
                          <a:pt x="60430" y="13946"/>
                          <a:pt x="70050" y="18423"/>
                        </a:cubicBezTo>
                        <a:close/>
                      </a:path>
                    </a:pathLst>
                  </a:custGeom>
                  <a:solidFill>
                    <a:srgbClr val="DF99AD"/>
                  </a:solidFill>
                  <a:ln w="0" cap="flat">
                    <a:noFill/>
                    <a:prstDash val="solid"/>
                    <a:miter/>
                  </a:ln>
                </p:spPr>
                <p:txBody>
                  <a:bodyPr rtlCol="0" anchor="ctr"/>
                  <a:lstStyle/>
                  <a:p>
                    <a:endParaRPr lang="zh-CN" altLang="en-US" sz="650"/>
                  </a:p>
                </p:txBody>
              </p:sp>
              <p:sp>
                <p:nvSpPr>
                  <p:cNvPr id="3257" name="任意多边形: 形状 1598"/>
                  <p:cNvSpPr/>
                  <p:nvPr/>
                </p:nvSpPr>
                <p:spPr>
                  <a:xfrm>
                    <a:off x="5669428" y="7342481"/>
                    <a:ext cx="23335" cy="12917"/>
                  </a:xfrm>
                  <a:custGeom>
                    <a:avLst/>
                    <a:gdLst>
                      <a:gd name="connsiteX0" fmla="*/ 29697 w 78941"/>
                      <a:gd name="connsiteY0" fmla="*/ 42694 h 43696"/>
                      <a:gd name="connsiteX1" fmla="*/ 1218 w 78941"/>
                      <a:gd name="connsiteY1" fmla="*/ 14214 h 43696"/>
                      <a:gd name="connsiteX2" fmla="*/ 38365 w 78941"/>
                      <a:gd name="connsiteY2" fmla="*/ 7737 h 43696"/>
                      <a:gd name="connsiteX3" fmla="*/ 78942 w 78941"/>
                      <a:gd name="connsiteY3" fmla="*/ 20596 h 43696"/>
                      <a:gd name="connsiteX4" fmla="*/ 29697 w 78941"/>
                      <a:gd name="connsiteY4" fmla="*/ 42789 h 43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41" h="43696">
                        <a:moveTo>
                          <a:pt x="29697" y="42694"/>
                        </a:moveTo>
                        <a:cubicBezTo>
                          <a:pt x="6075" y="47266"/>
                          <a:pt x="-3640" y="35931"/>
                          <a:pt x="1218" y="14214"/>
                        </a:cubicBezTo>
                        <a:cubicBezTo>
                          <a:pt x="7599" y="-14551"/>
                          <a:pt x="25792" y="9547"/>
                          <a:pt x="38365" y="7737"/>
                        </a:cubicBezTo>
                        <a:cubicBezTo>
                          <a:pt x="48462" y="20120"/>
                          <a:pt x="64749" y="12500"/>
                          <a:pt x="78942" y="20596"/>
                        </a:cubicBezTo>
                        <a:cubicBezTo>
                          <a:pt x="61415" y="28502"/>
                          <a:pt x="45509" y="35646"/>
                          <a:pt x="29697" y="42789"/>
                        </a:cubicBezTo>
                        <a:close/>
                      </a:path>
                    </a:pathLst>
                  </a:custGeom>
                  <a:solidFill>
                    <a:srgbClr val="F9D9E6"/>
                  </a:solidFill>
                  <a:ln w="0" cap="flat">
                    <a:noFill/>
                    <a:prstDash val="solid"/>
                    <a:miter/>
                  </a:ln>
                </p:spPr>
                <p:txBody>
                  <a:bodyPr rtlCol="0" anchor="ctr"/>
                  <a:lstStyle/>
                  <a:p>
                    <a:endParaRPr lang="zh-CN" altLang="en-US" sz="650"/>
                  </a:p>
                </p:txBody>
              </p:sp>
              <p:sp>
                <p:nvSpPr>
                  <p:cNvPr id="3258" name="任意多边形: 形状 1599"/>
                  <p:cNvSpPr/>
                  <p:nvPr/>
                </p:nvSpPr>
                <p:spPr>
                  <a:xfrm>
                    <a:off x="5544091" y="6885361"/>
                    <a:ext cx="110661" cy="152767"/>
                  </a:xfrm>
                  <a:custGeom>
                    <a:avLst/>
                    <a:gdLst>
                      <a:gd name="connsiteX0" fmla="*/ 347494 w 374352"/>
                      <a:gd name="connsiteY0" fmla="*/ 21547 h 516792"/>
                      <a:gd name="connsiteX1" fmla="*/ 340160 w 374352"/>
                      <a:gd name="connsiteY1" fmla="*/ 102986 h 516792"/>
                      <a:gd name="connsiteX2" fmla="*/ 354828 w 374352"/>
                      <a:gd name="connsiteY2" fmla="*/ 161089 h 516792"/>
                      <a:gd name="connsiteX3" fmla="*/ 353781 w 374352"/>
                      <a:gd name="connsiteY3" fmla="*/ 192521 h 516792"/>
                      <a:gd name="connsiteX4" fmla="*/ 349590 w 374352"/>
                      <a:gd name="connsiteY4" fmla="*/ 217762 h 516792"/>
                      <a:gd name="connsiteX5" fmla="*/ 339969 w 374352"/>
                      <a:gd name="connsiteY5" fmla="*/ 319775 h 516792"/>
                      <a:gd name="connsiteX6" fmla="*/ 372259 w 374352"/>
                      <a:gd name="connsiteY6" fmla="*/ 391879 h 516792"/>
                      <a:gd name="connsiteX7" fmla="*/ 354257 w 374352"/>
                      <a:gd name="connsiteY7" fmla="*/ 477128 h 516792"/>
                      <a:gd name="connsiteX8" fmla="*/ 357019 w 374352"/>
                      <a:gd name="connsiteY8" fmla="*/ 514085 h 516792"/>
                      <a:gd name="connsiteX9" fmla="*/ 167090 w 374352"/>
                      <a:gd name="connsiteY9" fmla="*/ 516466 h 516792"/>
                      <a:gd name="connsiteX10" fmla="*/ 9356 w 374352"/>
                      <a:gd name="connsiteY10" fmla="*/ 381497 h 516792"/>
                      <a:gd name="connsiteX11" fmla="*/ 10785 w 374352"/>
                      <a:gd name="connsiteY11" fmla="*/ 174424 h 516792"/>
                      <a:gd name="connsiteX12" fmla="*/ 263865 w 374352"/>
                      <a:gd name="connsiteY12" fmla="*/ 6117 h 516792"/>
                      <a:gd name="connsiteX13" fmla="*/ 347589 w 374352"/>
                      <a:gd name="connsiteY13" fmla="*/ 21643 h 51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4352" h="516792">
                        <a:moveTo>
                          <a:pt x="347494" y="21547"/>
                        </a:moveTo>
                        <a:cubicBezTo>
                          <a:pt x="360067" y="50027"/>
                          <a:pt x="366925" y="76126"/>
                          <a:pt x="340160" y="102986"/>
                        </a:cubicBezTo>
                        <a:cubicBezTo>
                          <a:pt x="316919" y="126322"/>
                          <a:pt x="333683" y="145563"/>
                          <a:pt x="354828" y="161089"/>
                        </a:cubicBezTo>
                        <a:cubicBezTo>
                          <a:pt x="369497" y="171852"/>
                          <a:pt x="390738" y="182710"/>
                          <a:pt x="353781" y="192521"/>
                        </a:cubicBezTo>
                        <a:cubicBezTo>
                          <a:pt x="335873" y="197284"/>
                          <a:pt x="346351" y="207285"/>
                          <a:pt x="349590" y="217762"/>
                        </a:cubicBezTo>
                        <a:cubicBezTo>
                          <a:pt x="360162" y="252624"/>
                          <a:pt x="366353" y="286057"/>
                          <a:pt x="339969" y="319775"/>
                        </a:cubicBezTo>
                        <a:cubicBezTo>
                          <a:pt x="309870" y="358351"/>
                          <a:pt x="361210" y="366543"/>
                          <a:pt x="372259" y="391879"/>
                        </a:cubicBezTo>
                        <a:cubicBezTo>
                          <a:pt x="317109" y="408929"/>
                          <a:pt x="368163" y="449315"/>
                          <a:pt x="354257" y="477128"/>
                        </a:cubicBezTo>
                        <a:cubicBezTo>
                          <a:pt x="349494" y="486653"/>
                          <a:pt x="355781" y="501607"/>
                          <a:pt x="357019" y="514085"/>
                        </a:cubicBezTo>
                        <a:cubicBezTo>
                          <a:pt x="293678" y="514752"/>
                          <a:pt x="230241" y="513514"/>
                          <a:pt x="167090" y="516466"/>
                        </a:cubicBezTo>
                        <a:cubicBezTo>
                          <a:pt x="64792" y="521324"/>
                          <a:pt x="29835" y="471699"/>
                          <a:pt x="9356" y="381497"/>
                        </a:cubicBezTo>
                        <a:cubicBezTo>
                          <a:pt x="-5979" y="313679"/>
                          <a:pt x="-264" y="242718"/>
                          <a:pt x="10785" y="174424"/>
                        </a:cubicBezTo>
                        <a:cubicBezTo>
                          <a:pt x="35360" y="21738"/>
                          <a:pt x="132229" y="-16838"/>
                          <a:pt x="263865" y="6117"/>
                        </a:cubicBezTo>
                        <a:cubicBezTo>
                          <a:pt x="291773" y="10975"/>
                          <a:pt x="319681" y="16499"/>
                          <a:pt x="347589" y="21643"/>
                        </a:cubicBezTo>
                        <a:close/>
                      </a:path>
                    </a:pathLst>
                  </a:custGeom>
                  <a:solidFill>
                    <a:srgbClr val="EDA6B4"/>
                  </a:solidFill>
                  <a:ln w="0" cap="flat">
                    <a:noFill/>
                    <a:prstDash val="solid"/>
                    <a:miter/>
                  </a:ln>
                </p:spPr>
                <p:txBody>
                  <a:bodyPr rtlCol="0" anchor="ctr"/>
                  <a:lstStyle/>
                  <a:p>
                    <a:endParaRPr lang="zh-CN" altLang="en-US" sz="650"/>
                  </a:p>
                </p:txBody>
              </p:sp>
              <p:sp>
                <p:nvSpPr>
                  <p:cNvPr id="1530" name="任意多边形: 形状 1602"/>
                  <p:cNvSpPr/>
                  <p:nvPr/>
                </p:nvSpPr>
                <p:spPr>
                  <a:xfrm>
                    <a:off x="5802616" y="6888124"/>
                    <a:ext cx="109217" cy="146308"/>
                  </a:xfrm>
                  <a:custGeom>
                    <a:avLst/>
                    <a:gdLst>
                      <a:gd name="connsiteX0" fmla="*/ 17857 w 369469"/>
                      <a:gd name="connsiteY0" fmla="*/ 428727 h 494944"/>
                      <a:gd name="connsiteX1" fmla="*/ 12619 w 369469"/>
                      <a:gd name="connsiteY1" fmla="*/ 342907 h 494944"/>
                      <a:gd name="connsiteX2" fmla="*/ 5665 w 369469"/>
                      <a:gd name="connsiteY2" fmla="*/ 324334 h 494944"/>
                      <a:gd name="connsiteX3" fmla="*/ 20334 w 369469"/>
                      <a:gd name="connsiteY3" fmla="*/ 272041 h 494944"/>
                      <a:gd name="connsiteX4" fmla="*/ 38527 w 369469"/>
                      <a:gd name="connsiteY4" fmla="*/ 194603 h 494944"/>
                      <a:gd name="connsiteX5" fmla="*/ 26144 w 369469"/>
                      <a:gd name="connsiteY5" fmla="*/ 143073 h 494944"/>
                      <a:gd name="connsiteX6" fmla="*/ 24811 w 369469"/>
                      <a:gd name="connsiteY6" fmla="*/ 102210 h 494944"/>
                      <a:gd name="connsiteX7" fmla="*/ 17095 w 369469"/>
                      <a:gd name="connsiteY7" fmla="*/ 58491 h 494944"/>
                      <a:gd name="connsiteX8" fmla="*/ 205976 w 369469"/>
                      <a:gd name="connsiteY8" fmla="*/ 3627 h 494944"/>
                      <a:gd name="connsiteX9" fmla="*/ 340088 w 369469"/>
                      <a:gd name="connsiteY9" fmla="*/ 81827 h 494944"/>
                      <a:gd name="connsiteX10" fmla="*/ 356280 w 369469"/>
                      <a:gd name="connsiteY10" fmla="*/ 357195 h 494944"/>
                      <a:gd name="connsiteX11" fmla="*/ 108440 w 369469"/>
                      <a:gd name="connsiteY11" fmla="*/ 469304 h 494944"/>
                      <a:gd name="connsiteX12" fmla="*/ 18048 w 369469"/>
                      <a:gd name="connsiteY12" fmla="*/ 428918 h 494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469" h="494944">
                        <a:moveTo>
                          <a:pt x="17857" y="428727"/>
                        </a:moveTo>
                        <a:cubicBezTo>
                          <a:pt x="44051" y="398438"/>
                          <a:pt x="63006" y="368815"/>
                          <a:pt x="12619" y="342907"/>
                        </a:cubicBezTo>
                        <a:cubicBezTo>
                          <a:pt x="6046" y="339574"/>
                          <a:pt x="-1097" y="326143"/>
                          <a:pt x="5665" y="324334"/>
                        </a:cubicBezTo>
                        <a:cubicBezTo>
                          <a:pt x="44241" y="313856"/>
                          <a:pt x="17572" y="290615"/>
                          <a:pt x="20334" y="272041"/>
                        </a:cubicBezTo>
                        <a:cubicBezTo>
                          <a:pt x="24048" y="246895"/>
                          <a:pt x="7189" y="217463"/>
                          <a:pt x="38527" y="194603"/>
                        </a:cubicBezTo>
                        <a:cubicBezTo>
                          <a:pt x="54243" y="183078"/>
                          <a:pt x="47099" y="158122"/>
                          <a:pt x="26144" y="143073"/>
                        </a:cubicBezTo>
                        <a:cubicBezTo>
                          <a:pt x="12047" y="132976"/>
                          <a:pt x="-24148" y="121356"/>
                          <a:pt x="24811" y="102210"/>
                        </a:cubicBezTo>
                        <a:cubicBezTo>
                          <a:pt x="45480" y="94114"/>
                          <a:pt x="12142" y="75064"/>
                          <a:pt x="17095" y="58491"/>
                        </a:cubicBezTo>
                        <a:cubicBezTo>
                          <a:pt x="79960" y="40012"/>
                          <a:pt x="142444" y="19724"/>
                          <a:pt x="205976" y="3627"/>
                        </a:cubicBezTo>
                        <a:cubicBezTo>
                          <a:pt x="264364" y="-11137"/>
                          <a:pt x="317323" y="20010"/>
                          <a:pt x="340088" y="81827"/>
                        </a:cubicBezTo>
                        <a:cubicBezTo>
                          <a:pt x="373235" y="171552"/>
                          <a:pt x="377902" y="264707"/>
                          <a:pt x="356280" y="357195"/>
                        </a:cubicBezTo>
                        <a:cubicBezTo>
                          <a:pt x="334945" y="448349"/>
                          <a:pt x="217787" y="541218"/>
                          <a:pt x="108440" y="469304"/>
                        </a:cubicBezTo>
                        <a:cubicBezTo>
                          <a:pt x="81198" y="451397"/>
                          <a:pt x="48337" y="442158"/>
                          <a:pt x="18048" y="428918"/>
                        </a:cubicBezTo>
                        <a:close/>
                      </a:path>
                    </a:pathLst>
                  </a:custGeom>
                  <a:solidFill>
                    <a:srgbClr val="C0B6D9"/>
                  </a:solidFill>
                  <a:ln w="0" cap="flat">
                    <a:noFill/>
                    <a:prstDash val="solid"/>
                    <a:miter/>
                  </a:ln>
                </p:spPr>
                <p:txBody>
                  <a:bodyPr rtlCol="0" anchor="ctr"/>
                  <a:lstStyle/>
                  <a:p>
                    <a:endParaRPr lang="zh-CN" altLang="en-US" sz="650"/>
                  </a:p>
                </p:txBody>
              </p:sp>
            </p:grpSp>
            <p:sp>
              <p:nvSpPr>
                <p:cNvPr id="261" name="文本框 260"/>
                <p:cNvSpPr txBox="1"/>
                <p:nvPr/>
              </p:nvSpPr>
              <p:spPr>
                <a:xfrm>
                  <a:off x="2573972" y="4800536"/>
                  <a:ext cx="801687" cy="157524"/>
                </a:xfrm>
                <a:prstGeom prst="rect">
                  <a:avLst/>
                </a:prstGeom>
                <a:noFill/>
              </p:spPr>
              <p:txBody>
                <a:bodyPr wrap="square" lIns="0" tIns="0" rIns="0" bIns="0" rtlCol="0">
                  <a:spAutoFit/>
                </a:bodyPr>
                <a:lstStyle/>
                <a:p>
                  <a:pPr algn="ctr"/>
                  <a:r>
                    <a:rPr lang="en-US" altLang="zh-CN" sz="650" b="1" dirty="0" err="1">
                      <a:latin typeface="Arial" panose="020B0604020202090204" pitchFamily="34" charset="0"/>
                      <a:cs typeface="Arial" panose="020B0604020202090204" pitchFamily="34" charset="0"/>
                    </a:rPr>
                    <a:t>ncML</a:t>
                  </a:r>
                  <a:endParaRPr lang="en-US" altLang="zh-CN" sz="650" b="1" dirty="0">
                    <a:latin typeface="Arial" panose="020B0604020202090204" pitchFamily="34" charset="0"/>
                    <a:cs typeface="Arial" panose="020B0604020202090204" pitchFamily="34" charset="0"/>
                  </a:endParaRPr>
                </a:p>
              </p:txBody>
            </p:sp>
          </p:grpSp>
        </p:grpSp>
        <p:sp>
          <p:nvSpPr>
            <p:cNvPr id="249" name="文本框 248"/>
            <p:cNvSpPr txBox="1"/>
            <p:nvPr/>
          </p:nvSpPr>
          <p:spPr>
            <a:xfrm>
              <a:off x="713527" y="3949024"/>
              <a:ext cx="570523" cy="192360"/>
            </a:xfrm>
            <a:prstGeom prst="rect">
              <a:avLst/>
            </a:prstGeom>
            <a:noFill/>
          </p:spPr>
          <p:txBody>
            <a:bodyPr wrap="square" rtlCol="0">
              <a:spAutoFit/>
            </a:bodyPr>
            <a:lstStyle/>
            <a:p>
              <a:pPr algn="ctr"/>
              <a:r>
                <a:rPr lang="en-US" altLang="zh-CN" sz="650" b="1" dirty="0"/>
                <a:t>MAP</a:t>
              </a:r>
              <a:endParaRPr lang="zh-CN" altLang="en-US" sz="650" b="1" dirty="0"/>
            </a:p>
          </p:txBody>
        </p:sp>
        <p:sp>
          <p:nvSpPr>
            <p:cNvPr id="250" name="文本框 249"/>
            <p:cNvSpPr txBox="1"/>
            <p:nvPr/>
          </p:nvSpPr>
          <p:spPr>
            <a:xfrm>
              <a:off x="1709219" y="3878251"/>
              <a:ext cx="441520"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Candidate</a:t>
              </a:r>
            </a:p>
            <a:p>
              <a:pPr algn="ctr"/>
              <a:r>
                <a:rPr lang="en-US" altLang="zh-CN" sz="650" dirty="0">
                  <a:latin typeface="Arial" panose="020B0604020202090204" pitchFamily="34" charset="0"/>
                  <a:cs typeface="Arial" panose="020B0604020202090204" pitchFamily="34" charset="0"/>
                </a:rPr>
                <a:t>selection</a:t>
              </a:r>
              <a:endParaRPr lang="zh-CN" altLang="en-US" sz="650" dirty="0">
                <a:latin typeface="Arial" panose="020B0604020202090204" pitchFamily="34" charset="0"/>
                <a:cs typeface="Arial" panose="020B0604020202090204" pitchFamily="34" charset="0"/>
              </a:endParaRPr>
            </a:p>
          </p:txBody>
        </p:sp>
        <p:sp>
          <p:nvSpPr>
            <p:cNvPr id="251" name="sketched-down-arrow_37340"/>
            <p:cNvSpPr/>
            <p:nvPr/>
          </p:nvSpPr>
          <p:spPr>
            <a:xfrm rot="10800000">
              <a:off x="2341803" y="3481203"/>
              <a:ext cx="185093" cy="364799"/>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52" name="文本框 251"/>
            <p:cNvSpPr txBox="1"/>
            <p:nvPr/>
          </p:nvSpPr>
          <p:spPr>
            <a:xfrm>
              <a:off x="2518051" y="3585428"/>
              <a:ext cx="441520"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Population</a:t>
              </a:r>
            </a:p>
            <a:p>
              <a:pPr algn="ctr"/>
              <a:r>
                <a:rPr lang="en-US" altLang="zh-CN" sz="650" dirty="0">
                  <a:latin typeface="Arial" panose="020B0604020202090204" pitchFamily="34" charset="0"/>
                  <a:cs typeface="Arial" panose="020B0604020202090204" pitchFamily="34" charset="0"/>
                </a:rPr>
                <a:t>coverage</a:t>
              </a:r>
              <a:endParaRPr lang="zh-CN" altLang="en-US" sz="650" dirty="0">
                <a:latin typeface="Arial" panose="020B0604020202090204" pitchFamily="34" charset="0"/>
                <a:cs typeface="Arial" panose="020B0604020202090204" pitchFamily="34" charset="0"/>
              </a:endParaRPr>
            </a:p>
          </p:txBody>
        </p:sp>
        <p:pic>
          <p:nvPicPr>
            <p:cNvPr id="254" name="图片 253"/>
            <p:cNvPicPr>
              <a:picLocks noChangeAspect="1"/>
            </p:cNvPicPr>
            <p:nvPr/>
          </p:nvPicPr>
          <p:blipFill>
            <a:blip r:embed="rId14"/>
            <a:stretch>
              <a:fillRect/>
            </a:stretch>
          </p:blipFill>
          <p:spPr>
            <a:xfrm>
              <a:off x="2192497" y="2864453"/>
              <a:ext cx="728938" cy="570716"/>
            </a:xfrm>
            <a:prstGeom prst="rect">
              <a:avLst/>
            </a:prstGeom>
          </p:spPr>
        </p:pic>
        <p:pic>
          <p:nvPicPr>
            <p:cNvPr id="255" name="图片 254"/>
            <p:cNvPicPr>
              <a:picLocks noChangeAspect="1"/>
            </p:cNvPicPr>
            <p:nvPr/>
          </p:nvPicPr>
          <p:blipFill>
            <a:blip r:embed="rId15"/>
            <a:stretch>
              <a:fillRect/>
            </a:stretch>
          </p:blipFill>
          <p:spPr>
            <a:xfrm>
              <a:off x="2095753" y="969218"/>
              <a:ext cx="240376" cy="717849"/>
            </a:xfrm>
            <a:prstGeom prst="rect">
              <a:avLst/>
            </a:prstGeom>
          </p:spPr>
        </p:pic>
        <p:sp>
          <p:nvSpPr>
            <p:cNvPr id="256" name="文本框 255"/>
            <p:cNvSpPr txBox="1"/>
            <p:nvPr/>
          </p:nvSpPr>
          <p:spPr>
            <a:xfrm>
              <a:off x="2327073" y="899605"/>
              <a:ext cx="638316" cy="824008"/>
            </a:xfrm>
            <a:prstGeom prst="rect">
              <a:avLst/>
            </a:prstGeom>
            <a:noFill/>
          </p:spPr>
          <p:txBody>
            <a:bodyPr wrap="none" rtlCol="0">
              <a:spAutoFit/>
            </a:bodyPr>
            <a:lstStyle/>
            <a:p>
              <a:pPr>
                <a:lnSpc>
                  <a:spcPct val="150000"/>
                </a:lnSpc>
              </a:pPr>
              <a:r>
                <a:rPr kumimoji="1" lang="en-US" altLang="zh-CN" sz="650" dirty="0">
                  <a:latin typeface="Arial" panose="020B0604020202090204" pitchFamily="34" charset="0"/>
                  <a:cs typeface="Arial" panose="020B0604020202090204" pitchFamily="34" charset="0"/>
                </a:rPr>
                <a:t>S2-VP10</a:t>
              </a:r>
            </a:p>
            <a:p>
              <a:pPr>
                <a:lnSpc>
                  <a:spcPct val="150000"/>
                </a:lnSpc>
              </a:pPr>
              <a:r>
                <a:rPr kumimoji="1" lang="en-US" altLang="zh-CN" sz="650" dirty="0">
                  <a:latin typeface="Arial" panose="020B0604020202090204" pitchFamily="34" charset="0"/>
                  <a:cs typeface="Arial" panose="020B0604020202090204" pitchFamily="34" charset="0"/>
                </a:rPr>
                <a:t>PANC-1</a:t>
              </a:r>
            </a:p>
            <a:p>
              <a:pPr>
                <a:lnSpc>
                  <a:spcPct val="150000"/>
                </a:lnSpc>
              </a:pPr>
              <a:r>
                <a:rPr kumimoji="1" lang="en-US" altLang="zh-CN" sz="650" dirty="0">
                  <a:latin typeface="Arial" panose="020B0604020202090204" pitchFamily="34" charset="0"/>
                  <a:cs typeface="Arial" panose="020B0604020202090204" pitchFamily="34" charset="0"/>
                </a:rPr>
                <a:t>MIA PaCa-2</a:t>
              </a:r>
            </a:p>
            <a:p>
              <a:pPr>
                <a:lnSpc>
                  <a:spcPct val="150000"/>
                </a:lnSpc>
              </a:pPr>
              <a:r>
                <a:rPr kumimoji="1" lang="en-US" altLang="zh-CN" sz="650" dirty="0">
                  <a:latin typeface="Arial" panose="020B0604020202090204" pitchFamily="34" charset="0"/>
                  <a:cs typeface="Arial" panose="020B0604020202090204" pitchFamily="34" charset="0"/>
                </a:rPr>
                <a:t>KLM-1</a:t>
              </a:r>
            </a:p>
            <a:p>
              <a:pPr>
                <a:lnSpc>
                  <a:spcPct val="150000"/>
                </a:lnSpc>
              </a:pPr>
              <a:r>
                <a:rPr kumimoji="1" lang="en-US" altLang="zh-CN" sz="650" dirty="0">
                  <a:latin typeface="Arial" panose="020B0604020202090204" pitchFamily="34" charset="0"/>
                  <a:cs typeface="Arial" panose="020B0604020202090204" pitchFamily="34" charset="0"/>
                </a:rPr>
                <a:t>AsPC-1</a:t>
              </a:r>
              <a:endParaRPr kumimoji="1" lang="zh-CN" altLang="en-US" sz="650" dirty="0">
                <a:latin typeface="Arial" panose="020B0604020202090204" pitchFamily="34" charset="0"/>
                <a:cs typeface="Arial" panose="020B0604020202090204" pitchFamily="34" charset="0"/>
              </a:endParaRPr>
            </a:p>
          </p:txBody>
        </p:sp>
        <p:sp>
          <p:nvSpPr>
            <p:cNvPr id="10233" name="文本框 10232"/>
            <p:cNvSpPr txBox="1"/>
            <p:nvPr/>
          </p:nvSpPr>
          <p:spPr>
            <a:xfrm>
              <a:off x="1184573" y="4472053"/>
              <a:ext cx="599844"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Binding affinity</a:t>
              </a:r>
              <a:endParaRPr kumimoji="1" lang="zh-CN" altLang="en-US" sz="500" dirty="0">
                <a:latin typeface="Arial" panose="020B0604020202090204" pitchFamily="34" charset="0"/>
                <a:cs typeface="Arial" panose="020B0604020202090204" pitchFamily="34" charset="0"/>
              </a:endParaRPr>
            </a:p>
          </p:txBody>
        </p:sp>
        <p:sp>
          <p:nvSpPr>
            <p:cNvPr id="10234" name="文本框 10233"/>
            <p:cNvSpPr txBox="1"/>
            <p:nvPr/>
          </p:nvSpPr>
          <p:spPr>
            <a:xfrm>
              <a:off x="1251109" y="3489325"/>
              <a:ext cx="627095"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immunogenicity</a:t>
              </a:r>
              <a:endParaRPr kumimoji="1" lang="zh-CN" altLang="en-US" sz="500" dirty="0">
                <a:latin typeface="Arial" panose="020B0604020202090204" pitchFamily="34" charset="0"/>
                <a:cs typeface="Arial" panose="020B0604020202090204" pitchFamily="34" charset="0"/>
              </a:endParaRPr>
            </a:p>
          </p:txBody>
        </p:sp>
        <p:sp>
          <p:nvSpPr>
            <p:cNvPr id="10235" name="文本框 10234"/>
            <p:cNvSpPr txBox="1"/>
            <p:nvPr/>
          </p:nvSpPr>
          <p:spPr>
            <a:xfrm>
              <a:off x="243715" y="3477168"/>
              <a:ext cx="590226" cy="246221"/>
            </a:xfrm>
            <a:prstGeom prst="rect">
              <a:avLst/>
            </a:prstGeom>
            <a:noFill/>
          </p:spPr>
          <p:txBody>
            <a:bodyPr wrap="none" rtlCol="0">
              <a:spAutoFit/>
            </a:bodyPr>
            <a:lstStyle/>
            <a:p>
              <a:pPr algn="ctr"/>
              <a:r>
                <a:rPr kumimoji="1" lang="en-US" altLang="zh-CN" sz="500" dirty="0">
                  <a:latin typeface="Arial" panose="020B0604020202090204" pitchFamily="34" charset="0"/>
                  <a:cs typeface="Arial" panose="020B0604020202090204" pitchFamily="34" charset="0"/>
                </a:rPr>
                <a:t>Posterior error</a:t>
              </a:r>
            </a:p>
            <a:p>
              <a:pPr algn="ctr"/>
              <a:r>
                <a:rPr kumimoji="1" lang="en-US" altLang="zh-CN" sz="500" dirty="0">
                  <a:latin typeface="Arial" panose="020B0604020202090204" pitchFamily="34" charset="0"/>
                  <a:cs typeface="Arial" panose="020B0604020202090204" pitchFamily="34" charset="0"/>
                </a:rPr>
                <a:t>probability</a:t>
              </a:r>
              <a:endParaRPr kumimoji="1" lang="zh-CN" altLang="en-US" sz="500" dirty="0">
                <a:latin typeface="Arial" panose="020B0604020202090204" pitchFamily="34" charset="0"/>
                <a:cs typeface="Arial" panose="020B0604020202090204" pitchFamily="34" charset="0"/>
              </a:endParaRPr>
            </a:p>
          </p:txBody>
        </p:sp>
        <p:sp>
          <p:nvSpPr>
            <p:cNvPr id="10236" name="文本框 10235"/>
            <p:cNvSpPr txBox="1"/>
            <p:nvPr/>
          </p:nvSpPr>
          <p:spPr>
            <a:xfrm>
              <a:off x="701973" y="4253371"/>
              <a:ext cx="599844"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Binding affinity</a:t>
              </a:r>
              <a:endParaRPr kumimoji="1" lang="zh-CN" altLang="en-US" sz="500" dirty="0">
                <a:latin typeface="Arial" panose="020B0604020202090204" pitchFamily="34" charset="0"/>
                <a:cs typeface="Arial" panose="020B0604020202090204" pitchFamily="34" charset="0"/>
              </a:endParaRPr>
            </a:p>
          </p:txBody>
        </p:sp>
        <p:sp>
          <p:nvSpPr>
            <p:cNvPr id="10237" name="文本框 10236"/>
            <p:cNvSpPr txBox="1"/>
            <p:nvPr/>
          </p:nvSpPr>
          <p:spPr>
            <a:xfrm>
              <a:off x="189125" y="4243027"/>
              <a:ext cx="624356" cy="246221"/>
            </a:xfrm>
            <a:prstGeom prst="rect">
              <a:avLst/>
            </a:prstGeom>
            <a:noFill/>
          </p:spPr>
          <p:txBody>
            <a:bodyPr wrap="square" rtlCol="0">
              <a:spAutoFit/>
            </a:bodyPr>
            <a:lstStyle/>
            <a:p>
              <a:pPr algn="ctr"/>
              <a:r>
                <a:rPr kumimoji="1" lang="en-US" altLang="zh-CN" sz="500" dirty="0">
                  <a:latin typeface="Arial" panose="020B0604020202090204" pitchFamily="34" charset="0"/>
                  <a:cs typeface="Arial" panose="020B0604020202090204" pitchFamily="34" charset="0"/>
                </a:rPr>
                <a:t>Retention</a:t>
              </a:r>
            </a:p>
            <a:p>
              <a:pPr algn="ctr"/>
              <a:r>
                <a:rPr kumimoji="1" lang="en-US" altLang="zh-CN" sz="500" dirty="0">
                  <a:latin typeface="Arial" panose="020B0604020202090204" pitchFamily="34" charset="0"/>
                  <a:cs typeface="Arial" panose="020B0604020202090204" pitchFamily="34" charset="0"/>
                </a:rPr>
                <a:t>time</a:t>
              </a:r>
              <a:endParaRPr kumimoji="1" lang="zh-CN" altLang="en-US" sz="500" dirty="0">
                <a:latin typeface="Arial" panose="020B0604020202090204" pitchFamily="34" charset="0"/>
                <a:cs typeface="Arial" panose="020B0604020202090204" pitchFamily="34" charset="0"/>
              </a:endParaRPr>
            </a:p>
          </p:txBody>
        </p:sp>
        <p:sp>
          <p:nvSpPr>
            <p:cNvPr id="10238" name="文本框 10237"/>
            <p:cNvSpPr txBox="1"/>
            <p:nvPr/>
          </p:nvSpPr>
          <p:spPr>
            <a:xfrm>
              <a:off x="764253" y="3683800"/>
              <a:ext cx="518091"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Elution time</a:t>
              </a:r>
              <a:endParaRPr kumimoji="1" lang="zh-CN" altLang="en-US" sz="500" dirty="0">
                <a:latin typeface="Arial" panose="020B0604020202090204" pitchFamily="34" charset="0"/>
                <a:cs typeface="Arial" panose="020B0604020202090204" pitchFamily="34" charset="0"/>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图片 12">
            <a:extLst>
              <a:ext uri="{FF2B5EF4-FFF2-40B4-BE49-F238E27FC236}">
                <a16:creationId xmlns:a16="http://schemas.microsoft.com/office/drawing/2014/main" id="{C5ACDA08-B750-4ADE-BBF0-EDEB72983029}"/>
              </a:ext>
            </a:extLst>
          </p:cNvPr>
          <p:cNvPicPr>
            <a:picLocks noChangeAspect="1"/>
          </p:cNvPicPr>
          <p:nvPr/>
        </p:nvPicPr>
        <p:blipFill>
          <a:blip r:embed="rId42"/>
          <a:stretch>
            <a:fillRect/>
          </a:stretch>
        </p:blipFill>
        <p:spPr>
          <a:xfrm>
            <a:off x="4142181" y="586533"/>
            <a:ext cx="2662921" cy="1106497"/>
          </a:xfrm>
          <a:prstGeom prst="rect">
            <a:avLst/>
          </a:prstGeom>
        </p:spPr>
      </p:pic>
      <p:sp>
        <p:nvSpPr>
          <p:cNvPr id="688" name="任意多边形: 形状 687">
            <a:extLst>
              <a:ext uri="{FF2B5EF4-FFF2-40B4-BE49-F238E27FC236}">
                <a16:creationId xmlns:a16="http://schemas.microsoft.com/office/drawing/2014/main" id="{58CF7C38-5B5B-4D0E-A96D-23316E66FC6D}"/>
              </a:ext>
            </a:extLst>
          </p:cNvPr>
          <p:cNvSpPr/>
          <p:nvPr/>
        </p:nvSpPr>
        <p:spPr>
          <a:xfrm>
            <a:off x="3974987" y="1792899"/>
            <a:ext cx="2806812" cy="665483"/>
          </a:xfrm>
          <a:custGeom>
            <a:avLst/>
            <a:gdLst>
              <a:gd name="connsiteX0" fmla="*/ 2349414 w 2387110"/>
              <a:gd name="connsiteY0" fmla="*/ 36 h 565620"/>
              <a:gd name="connsiteX1" fmla="*/ 2387761 w 2387110"/>
              <a:gd name="connsiteY1" fmla="*/ 36 h 565620"/>
              <a:gd name="connsiteX2" fmla="*/ 2387761 w 2387110"/>
              <a:gd name="connsiteY2" fmla="*/ 565657 h 565620"/>
              <a:gd name="connsiteX3" fmla="*/ 2349414 w 2387110"/>
              <a:gd name="connsiteY3" fmla="*/ 565657 h 565620"/>
              <a:gd name="connsiteX4" fmla="*/ 38997 w 2387110"/>
              <a:gd name="connsiteY4" fmla="*/ 565657 h 565620"/>
              <a:gd name="connsiteX5" fmla="*/ 650 w 2387110"/>
              <a:gd name="connsiteY5" fmla="*/ 565657 h 565620"/>
              <a:gd name="connsiteX6" fmla="*/ 650 w 2387110"/>
              <a:gd name="connsiteY6" fmla="*/ 36 h 565620"/>
              <a:gd name="connsiteX7" fmla="*/ 38997 w 2387110"/>
              <a:gd name="connsiteY7" fmla="*/ 36 h 56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7110" h="565620">
                <a:moveTo>
                  <a:pt x="2349414" y="36"/>
                </a:moveTo>
                <a:cubicBezTo>
                  <a:pt x="2370592" y="36"/>
                  <a:pt x="2387761" y="36"/>
                  <a:pt x="2387761" y="36"/>
                </a:cubicBezTo>
                <a:lnTo>
                  <a:pt x="2387761" y="565657"/>
                </a:lnTo>
                <a:cubicBezTo>
                  <a:pt x="2387761" y="565657"/>
                  <a:pt x="2370592" y="565657"/>
                  <a:pt x="2349414" y="565657"/>
                </a:cubicBezTo>
                <a:lnTo>
                  <a:pt x="38997" y="565657"/>
                </a:lnTo>
                <a:cubicBezTo>
                  <a:pt x="17819" y="565657"/>
                  <a:pt x="650" y="565657"/>
                  <a:pt x="650" y="565657"/>
                </a:cubicBezTo>
                <a:lnTo>
                  <a:pt x="650" y="36"/>
                </a:lnTo>
                <a:cubicBezTo>
                  <a:pt x="650" y="36"/>
                  <a:pt x="17819" y="36"/>
                  <a:pt x="38997" y="36"/>
                </a:cubicBezTo>
                <a:close/>
              </a:path>
            </a:pathLst>
          </a:custGeom>
          <a:solidFill>
            <a:srgbClr val="F8FBFF"/>
          </a:solidFill>
          <a:ln w="7180" cap="flat">
            <a:solidFill>
              <a:srgbClr val="CFD8E3"/>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7" name="文本框 706">
            <a:extLst>
              <a:ext uri="{FF2B5EF4-FFF2-40B4-BE49-F238E27FC236}">
                <a16:creationId xmlns:a16="http://schemas.microsoft.com/office/drawing/2014/main" id="{51ADD14F-29F3-4D59-AC68-579C6BFB1228}"/>
              </a:ext>
            </a:extLst>
          </p:cNvPr>
          <p:cNvSpPr txBox="1"/>
          <p:nvPr/>
        </p:nvSpPr>
        <p:spPr>
          <a:xfrm>
            <a:off x="6052755" y="1871311"/>
            <a:ext cx="820029"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PDAC reference epitope</a:t>
            </a:r>
          </a:p>
        </p:txBody>
      </p:sp>
      <p:pic>
        <p:nvPicPr>
          <p:cNvPr id="6" name="图片 5">
            <a:extLst>
              <a:ext uri="{FF2B5EF4-FFF2-40B4-BE49-F238E27FC236}">
                <a16:creationId xmlns:a16="http://schemas.microsoft.com/office/drawing/2014/main" id="{22056D4C-B1AF-408D-8A01-D7C16ED9EA65}"/>
              </a:ext>
            </a:extLst>
          </p:cNvPr>
          <p:cNvPicPr>
            <a:picLocks noChangeAspect="1"/>
          </p:cNvPicPr>
          <p:nvPr/>
        </p:nvPicPr>
        <p:blipFill rotWithShape="1">
          <a:blip r:embed="rId43">
            <a:extLst>
              <a:ext uri="{28A0092B-C50C-407E-A947-70E740481C1C}">
                <a14:useLocalDpi xmlns:a14="http://schemas.microsoft.com/office/drawing/2010/main" val="0"/>
              </a:ext>
            </a:extLst>
          </a:blip>
          <a:srcRect l="39491" t="47748" r="46352" b="31680"/>
          <a:stretch/>
        </p:blipFill>
        <p:spPr>
          <a:xfrm>
            <a:off x="690323" y="1133528"/>
            <a:ext cx="661452" cy="672817"/>
          </a:xfrm>
          <a:prstGeom prst="rect">
            <a:avLst/>
          </a:prstGeom>
        </p:spPr>
      </p:pic>
      <p:sp>
        <p:nvSpPr>
          <p:cNvPr id="8" name="文本框 7"/>
          <p:cNvSpPr txBox="1"/>
          <p:nvPr/>
        </p:nvSpPr>
        <p:spPr>
          <a:xfrm>
            <a:off x="129001" y="2381060"/>
            <a:ext cx="281551" cy="400110"/>
          </a:xfrm>
          <a:prstGeom prst="rect">
            <a:avLst/>
          </a:prstGeom>
          <a:noFill/>
        </p:spPr>
        <p:txBody>
          <a:bodyPr wrap="square" rtlCol="0">
            <a:spAutoFit/>
          </a:bodyPr>
          <a:lstStyle/>
          <a:p>
            <a:r>
              <a:rPr lang="en-US" altLang="zh-CN" sz="2000" b="1" dirty="0"/>
              <a:t>c</a:t>
            </a:r>
            <a:endParaRPr lang="zh-CN" altLang="en-US" sz="2000" b="1" dirty="0"/>
          </a:p>
        </p:txBody>
      </p:sp>
      <p:sp>
        <p:nvSpPr>
          <p:cNvPr id="15" name="文本框 14"/>
          <p:cNvSpPr txBox="1"/>
          <p:nvPr/>
        </p:nvSpPr>
        <p:spPr>
          <a:xfrm>
            <a:off x="1744613" y="3527549"/>
            <a:ext cx="281551" cy="400110"/>
          </a:xfrm>
          <a:prstGeom prst="rect">
            <a:avLst/>
          </a:prstGeom>
          <a:noFill/>
        </p:spPr>
        <p:txBody>
          <a:bodyPr wrap="square" rtlCol="0">
            <a:spAutoFit/>
          </a:bodyPr>
          <a:lstStyle/>
          <a:p>
            <a:r>
              <a:rPr lang="en-US" altLang="zh-CN" sz="2000" b="1" dirty="0"/>
              <a:t>e</a:t>
            </a:r>
            <a:endParaRPr lang="zh-CN" altLang="en-US" sz="2000" b="1" dirty="0"/>
          </a:p>
        </p:txBody>
      </p:sp>
      <p:sp>
        <p:nvSpPr>
          <p:cNvPr id="18" name="文本框 17"/>
          <p:cNvSpPr txBox="1"/>
          <p:nvPr/>
        </p:nvSpPr>
        <p:spPr>
          <a:xfrm>
            <a:off x="129001" y="5537295"/>
            <a:ext cx="281551" cy="400110"/>
          </a:xfrm>
          <a:prstGeom prst="rect">
            <a:avLst/>
          </a:prstGeom>
          <a:noFill/>
        </p:spPr>
        <p:txBody>
          <a:bodyPr wrap="square" rtlCol="0">
            <a:spAutoFit/>
          </a:bodyPr>
          <a:lstStyle>
            <a:defPPr>
              <a:defRPr lang="en-US"/>
            </a:defPPr>
            <a:lvl1pPr>
              <a:defRPr sz="1045" b="1"/>
            </a:lvl1pPr>
          </a:lstStyle>
          <a:p>
            <a:r>
              <a:rPr lang="en-US" altLang="zh-CN" sz="2000" dirty="0"/>
              <a:t>g</a:t>
            </a:r>
            <a:endParaRPr lang="zh-CN" altLang="en-US" sz="2000" dirty="0"/>
          </a:p>
        </p:txBody>
      </p:sp>
      <p:sp>
        <p:nvSpPr>
          <p:cNvPr id="19" name="文本框 18"/>
          <p:cNvSpPr txBox="1"/>
          <p:nvPr/>
        </p:nvSpPr>
        <p:spPr>
          <a:xfrm>
            <a:off x="3337819" y="5537295"/>
            <a:ext cx="281551" cy="400110"/>
          </a:xfrm>
          <a:prstGeom prst="rect">
            <a:avLst/>
          </a:prstGeom>
          <a:noFill/>
        </p:spPr>
        <p:txBody>
          <a:bodyPr wrap="square" rtlCol="0">
            <a:spAutoFit/>
          </a:bodyPr>
          <a:lstStyle/>
          <a:p>
            <a:r>
              <a:rPr lang="en-US" altLang="zh-CN" sz="2000" b="1" dirty="0"/>
              <a:t>h</a:t>
            </a:r>
            <a:endParaRPr lang="zh-CN" altLang="en-US" sz="2000" b="1" dirty="0"/>
          </a:p>
        </p:txBody>
      </p:sp>
      <p:sp>
        <p:nvSpPr>
          <p:cNvPr id="24" name="文本框 23"/>
          <p:cNvSpPr txBox="1"/>
          <p:nvPr/>
        </p:nvSpPr>
        <p:spPr>
          <a:xfrm>
            <a:off x="3839351" y="3614451"/>
            <a:ext cx="281551" cy="400110"/>
          </a:xfrm>
          <a:prstGeom prst="rect">
            <a:avLst/>
          </a:prstGeom>
          <a:noFill/>
        </p:spPr>
        <p:txBody>
          <a:bodyPr wrap="square" rtlCol="0">
            <a:spAutoFit/>
          </a:bodyPr>
          <a:lstStyle/>
          <a:p>
            <a:r>
              <a:rPr lang="en-US" altLang="zh-CN" sz="2000" b="1" dirty="0"/>
              <a:t>f</a:t>
            </a:r>
            <a:endParaRPr lang="zh-CN" altLang="en-US" sz="2000" b="1" dirty="0"/>
          </a:p>
        </p:txBody>
      </p:sp>
      <p:sp>
        <p:nvSpPr>
          <p:cNvPr id="25" name="文本框 24"/>
          <p:cNvSpPr txBox="1"/>
          <p:nvPr/>
        </p:nvSpPr>
        <p:spPr>
          <a:xfrm>
            <a:off x="129001" y="7108965"/>
            <a:ext cx="281551" cy="400110"/>
          </a:xfrm>
          <a:prstGeom prst="rect">
            <a:avLst/>
          </a:prstGeom>
          <a:noFill/>
        </p:spPr>
        <p:txBody>
          <a:bodyPr wrap="square" rtlCol="0">
            <a:spAutoFit/>
          </a:bodyPr>
          <a:lstStyle>
            <a:defPPr>
              <a:defRPr lang="en-US"/>
            </a:defPPr>
            <a:lvl1pPr>
              <a:defRPr sz="1045" b="1"/>
            </a:lvl1pPr>
          </a:lstStyle>
          <a:p>
            <a:r>
              <a:rPr lang="en-US" altLang="zh-CN" sz="2000" dirty="0" err="1"/>
              <a:t>i</a:t>
            </a:r>
            <a:endParaRPr lang="zh-CN" altLang="en-US" sz="2000" dirty="0"/>
          </a:p>
        </p:txBody>
      </p:sp>
      <p:sp>
        <p:nvSpPr>
          <p:cNvPr id="26" name="文本框 25"/>
          <p:cNvSpPr txBox="1"/>
          <p:nvPr/>
        </p:nvSpPr>
        <p:spPr>
          <a:xfrm>
            <a:off x="3337819" y="7094423"/>
            <a:ext cx="281551" cy="400110"/>
          </a:xfrm>
          <a:prstGeom prst="rect">
            <a:avLst/>
          </a:prstGeom>
          <a:noFill/>
        </p:spPr>
        <p:txBody>
          <a:bodyPr wrap="square" rtlCol="0">
            <a:spAutoFit/>
          </a:bodyPr>
          <a:lstStyle/>
          <a:p>
            <a:r>
              <a:rPr lang="en-US" altLang="zh-CN" sz="2000" b="1" dirty="0"/>
              <a:t>j</a:t>
            </a:r>
            <a:endParaRPr lang="zh-CN" altLang="en-US" sz="2000" b="1" dirty="0"/>
          </a:p>
        </p:txBody>
      </p:sp>
      <p:sp>
        <p:nvSpPr>
          <p:cNvPr id="50" name="文本框 49"/>
          <p:cNvSpPr txBox="1"/>
          <p:nvPr/>
        </p:nvSpPr>
        <p:spPr>
          <a:xfrm>
            <a:off x="94708" y="8372735"/>
            <a:ext cx="6687091" cy="2554545"/>
          </a:xfrm>
          <a:prstGeom prst="rect">
            <a:avLst/>
          </a:prstGeom>
          <a:noFill/>
        </p:spPr>
        <p:txBody>
          <a:bodyPr wrap="square">
            <a:spAutoFit/>
          </a:bodyPr>
          <a:lstStyle/>
          <a:p>
            <a:pPr algn="just" defTabSz="427355"/>
            <a:r>
              <a:rPr lang="en-US" altLang="zh-CN" sz="915" b="1" kern="100" dirty="0">
                <a:solidFill>
                  <a:prstClr val="black"/>
                </a:solidFill>
                <a:latin typeface="Times New Roman" panose="02020603050405020304" pitchFamily="18" charset="0"/>
                <a:ea typeface="SimSun" pitchFamily="2" charset="-122"/>
                <a:cs typeface="Times New Roman" panose="02020603050405020304" pitchFamily="18" charset="0"/>
              </a:rPr>
              <a:t>Figure 5: Design of LNP-mRNA vaccines based on </a:t>
            </a:r>
            <a:r>
              <a:rPr lang="en-US" altLang="zh-CN" sz="915" b="1" i="1" kern="100" dirty="0">
                <a:solidFill>
                  <a:prstClr val="black"/>
                </a:solidFill>
                <a:latin typeface="Times New Roman" panose="02020603050405020304" pitchFamily="18" charset="0"/>
                <a:ea typeface="SimSun" pitchFamily="2" charset="-122"/>
                <a:cs typeface="Times New Roman" panose="02020603050405020304" pitchFamily="18" charset="0"/>
              </a:rPr>
              <a:t>in vitro </a:t>
            </a:r>
            <a:r>
              <a:rPr lang="en-US" altLang="zh-CN" sz="915" b="1" kern="100" dirty="0">
                <a:solidFill>
                  <a:prstClr val="black"/>
                </a:solidFill>
                <a:latin typeface="Times New Roman" panose="02020603050405020304" pitchFamily="18" charset="0"/>
                <a:ea typeface="SimSun" pitchFamily="2" charset="-122"/>
                <a:cs typeface="Times New Roman" panose="02020603050405020304" pitchFamily="18" charset="0"/>
              </a:rPr>
              <a:t>validated non-canonical neoantigens.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Diagram of lipid nanoparticle (LNP)-mRNA delivering tandem neoantigens to antigen-presenting cells (APCs) to prime tumor-killing T cells.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Schematic presentation of four neoantigen-coding mRNA vaccine constructs (sq1–sq4) carrying 4 to 20 neoantigens.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Selection of highly immunogenic neoantigens via IFN-γ enzyme-linked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immunospot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(ELISpot) assays. A total of 64 synthesized peptides were screened using peripheral blood mononuclear cells (PBMCs) from three HLA-A*24:02-matched healthy donors, with a positive response threshold defined as &gt; 200 spot-forming units (SFU) per 10^6 cells; data are shown as mean ± sem. (n = 3 donors).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Gel electrophoresis validating mRNA size and integrity.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(e)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Transmission electron microscopy (TEM) images showing uniform, spherical nanoparticles with dense RNA cores. LNP morphology was confirmed by negative-stain TEM; scale bar, 100 nm.</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(f–g)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Validation of LNP size, Zeta potential, and encapsulation efficiency. LNP size (nm) and polydispersity index (PDI) were measured by dynamic light scattering, zeta potential by electrophoretic light scattering, and encapsulation efficiency by Quant-</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RiboGreen</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assay; data are presented as mean ± sd. (n = 3 independent formulations).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(h)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Western blot confirming successful translation of neoantigens </a:t>
            </a:r>
            <a:r>
              <a:rPr lang="en-US" altLang="zh-CN" sz="10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in vitro</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Flow cytometry indicating dendritic cell maturation via increased CD86 expression. Bone marrow-derived dendritic cells (BMDCs) were transfected with 2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μg</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mRNA per construct (sq1–sq4), and CD86 expression was measured at 24 h; data are shown as mean ±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sem</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 = 3); statistical significance was assessed by one-way ANOVA.</a:t>
            </a:r>
            <a:r>
              <a:rPr lang="en-US" altLang="zh-CN" sz="1000"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j</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IFN-γ ELISpot assays of DC–T co-cultures after transfection with sq1–sq4 mRNAs; data are mean ±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sem</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 = 3); statistical significance was assessed by one-way ANOVA.</a:t>
            </a:r>
            <a:endParaRPr lang="en-US" altLang="zh-CN" sz="780" kern="100" dirty="0">
              <a:solidFill>
                <a:prstClr val="black"/>
              </a:solidFill>
              <a:latin typeface="Times New Roman" panose="02020603050405020304" pitchFamily="18" charset="0"/>
              <a:ea typeface="SimSun" pitchFamily="2" charset="-122"/>
              <a:cs typeface="Times New Roman" panose="02020603050405020304" pitchFamily="18" charset="0"/>
            </a:endParaRPr>
          </a:p>
        </p:txBody>
      </p:sp>
      <p:pic>
        <p:nvPicPr>
          <p:cNvPr id="10" name="图片 9"/>
          <p:cNvPicPr>
            <a:picLocks noChangeAspect="1"/>
          </p:cNvPicPr>
          <p:nvPr/>
        </p:nvPicPr>
        <p:blipFill>
          <a:blip r:embed="rId44"/>
          <a:stretch>
            <a:fillRect/>
          </a:stretch>
        </p:blipFill>
        <p:spPr>
          <a:xfrm>
            <a:off x="1917394" y="3911284"/>
            <a:ext cx="1716892" cy="1568718"/>
          </a:xfrm>
          <a:prstGeom prst="rect">
            <a:avLst/>
          </a:prstGeom>
        </p:spPr>
      </p:pic>
      <p:sp>
        <p:nvSpPr>
          <p:cNvPr id="34" name="文本框 33"/>
          <p:cNvSpPr txBox="1"/>
          <p:nvPr/>
        </p:nvSpPr>
        <p:spPr>
          <a:xfrm rot="18721133">
            <a:off x="1397175" y="3631264"/>
            <a:ext cx="591255"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sp>
        <p:nvSpPr>
          <p:cNvPr id="9" name="文本框 8"/>
          <p:cNvSpPr txBox="1"/>
          <p:nvPr/>
        </p:nvSpPr>
        <p:spPr>
          <a:xfrm>
            <a:off x="99548" y="3538028"/>
            <a:ext cx="281551" cy="400110"/>
          </a:xfrm>
          <a:prstGeom prst="rect">
            <a:avLst/>
          </a:prstGeom>
          <a:noFill/>
        </p:spPr>
        <p:txBody>
          <a:bodyPr wrap="square" rtlCol="0">
            <a:spAutoFit/>
          </a:bodyPr>
          <a:lstStyle>
            <a:defPPr>
              <a:defRPr lang="en-US"/>
            </a:defPPr>
            <a:lvl1pPr>
              <a:defRPr sz="1045" b="1"/>
            </a:lvl1pPr>
          </a:lstStyle>
          <a:p>
            <a:r>
              <a:rPr lang="en-US" altLang="zh-CN" sz="2000" dirty="0"/>
              <a:t>d</a:t>
            </a:r>
            <a:endParaRPr lang="zh-CN" altLang="en-US" sz="2000" dirty="0"/>
          </a:p>
        </p:txBody>
      </p:sp>
      <p:pic>
        <p:nvPicPr>
          <p:cNvPr id="7" name="图片 6"/>
          <p:cNvPicPr>
            <a:picLocks noChangeAspect="1"/>
          </p:cNvPicPr>
          <p:nvPr/>
        </p:nvPicPr>
        <p:blipFill>
          <a:blip r:embed="rId45"/>
          <a:stretch>
            <a:fillRect/>
          </a:stretch>
        </p:blipFill>
        <p:spPr>
          <a:xfrm>
            <a:off x="707440" y="3911500"/>
            <a:ext cx="1018207" cy="821410"/>
          </a:xfrm>
          <a:prstGeom prst="rect">
            <a:avLst/>
          </a:prstGeom>
        </p:spPr>
      </p:pic>
      <p:pic>
        <p:nvPicPr>
          <p:cNvPr id="11" name="图片 10"/>
          <p:cNvPicPr>
            <a:picLocks noChangeAspect="1"/>
          </p:cNvPicPr>
          <p:nvPr/>
        </p:nvPicPr>
        <p:blipFill>
          <a:blip r:embed="rId46"/>
          <a:stretch>
            <a:fillRect/>
          </a:stretch>
        </p:blipFill>
        <p:spPr>
          <a:xfrm>
            <a:off x="706358" y="4772971"/>
            <a:ext cx="1018207" cy="713518"/>
          </a:xfrm>
          <a:prstGeom prst="rect">
            <a:avLst/>
          </a:prstGeom>
        </p:spPr>
      </p:pic>
      <p:sp>
        <p:nvSpPr>
          <p:cNvPr id="33" name="文本框 32"/>
          <p:cNvSpPr txBox="1"/>
          <p:nvPr/>
        </p:nvSpPr>
        <p:spPr>
          <a:xfrm rot="18721133">
            <a:off x="994972" y="3638646"/>
            <a:ext cx="571380"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5" name="文本框 34"/>
          <p:cNvSpPr txBox="1"/>
          <p:nvPr/>
        </p:nvSpPr>
        <p:spPr>
          <a:xfrm rot="18721133">
            <a:off x="815002" y="3705555"/>
            <a:ext cx="391263"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6" name="文本框 35"/>
          <p:cNvSpPr txBox="1"/>
          <p:nvPr/>
        </p:nvSpPr>
        <p:spPr>
          <a:xfrm rot="18721133">
            <a:off x="586114" y="3647334"/>
            <a:ext cx="547991" cy="192681"/>
          </a:xfrm>
          <a:prstGeom prst="rect">
            <a:avLst/>
          </a:prstGeom>
          <a:noFill/>
        </p:spPr>
        <p:txBody>
          <a:bodyPr wrap="square" rtlCol="0">
            <a:spAutoFit/>
          </a:bodyPr>
          <a:lstStyle/>
          <a:p>
            <a:r>
              <a:rPr kumimoji="1" lang="en-US" altLang="zh-CN" sz="650" dirty="0">
                <a:latin typeface="Arial" panose="020B0604020202090204" pitchFamily="34" charset="0"/>
                <a:ea typeface="SimSun" pitchFamily="2" charset="-122"/>
                <a:cs typeface="Arial" panose="020B0604020202090204" pitchFamily="34" charset="0"/>
              </a:rPr>
              <a:t>Marker</a:t>
            </a:r>
          </a:p>
        </p:txBody>
      </p:sp>
      <p:sp>
        <p:nvSpPr>
          <p:cNvPr id="37" name="文本框 36"/>
          <p:cNvSpPr txBox="1"/>
          <p:nvPr/>
        </p:nvSpPr>
        <p:spPr>
          <a:xfrm rot="18721133">
            <a:off x="1196033" y="3631264"/>
            <a:ext cx="591254"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a:latin typeface="Arial" panose="020B0604020202090204" pitchFamily="34" charset="0"/>
                <a:cs typeface="Arial" panose="020B0604020202090204" pitchFamily="34" charset="0"/>
              </a:rPr>
              <a:t>sq3</a:t>
            </a:r>
            <a:endParaRPr lang="zh-CN" altLang="en-US" sz="650">
              <a:latin typeface="Arial" panose="020B0604020202090204" pitchFamily="34" charset="0"/>
              <a:cs typeface="Arial" panose="020B0604020202090204" pitchFamily="34" charset="0"/>
            </a:endParaRPr>
          </a:p>
        </p:txBody>
      </p:sp>
      <p:sp>
        <p:nvSpPr>
          <p:cNvPr id="55" name="文本框 54"/>
          <p:cNvSpPr txBox="1"/>
          <p:nvPr/>
        </p:nvSpPr>
        <p:spPr>
          <a:xfrm>
            <a:off x="252209" y="3821845"/>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7000bp</a:t>
            </a:r>
            <a:endParaRPr lang="zh-CN" altLang="en-US" sz="650" dirty="0">
              <a:solidFill>
                <a:prstClr val="black"/>
              </a:solidFill>
              <a:latin typeface="Arial" panose="020B0604020202090204" pitchFamily="34" charset="0"/>
              <a:cs typeface="Arial" panose="020B0604020202090204" pitchFamily="34" charset="0"/>
            </a:endParaRPr>
          </a:p>
        </p:txBody>
      </p:sp>
      <p:cxnSp>
        <p:nvCxnSpPr>
          <p:cNvPr id="57" name="直接连接符 56"/>
          <p:cNvCxnSpPr/>
          <p:nvPr/>
        </p:nvCxnSpPr>
        <p:spPr>
          <a:xfrm>
            <a:off x="628259" y="3975439"/>
            <a:ext cx="88749" cy="0"/>
          </a:xfrm>
          <a:prstGeom prst="line">
            <a:avLst/>
          </a:prstGeom>
          <a:noFill/>
          <a:ln w="6350" cap="flat" cmpd="sng" algn="ctr">
            <a:solidFill>
              <a:sysClr val="windowText" lastClr="000000"/>
            </a:solidFill>
            <a:prstDash val="solid"/>
            <a:miter lim="800000"/>
          </a:ln>
          <a:effectLst/>
        </p:spPr>
      </p:cxnSp>
      <p:cxnSp>
        <p:nvCxnSpPr>
          <p:cNvPr id="58" name="直接连接符 57"/>
          <p:cNvCxnSpPr/>
          <p:nvPr/>
        </p:nvCxnSpPr>
        <p:spPr>
          <a:xfrm>
            <a:off x="628259" y="4130700"/>
            <a:ext cx="88749" cy="0"/>
          </a:xfrm>
          <a:prstGeom prst="line">
            <a:avLst/>
          </a:prstGeom>
          <a:noFill/>
          <a:ln w="6350" cap="flat" cmpd="sng" algn="ctr">
            <a:solidFill>
              <a:sysClr val="windowText" lastClr="000000"/>
            </a:solidFill>
            <a:prstDash val="solid"/>
            <a:miter lim="800000"/>
          </a:ln>
          <a:effectLst/>
        </p:spPr>
      </p:cxnSp>
      <p:cxnSp>
        <p:nvCxnSpPr>
          <p:cNvPr id="59" name="直接连接符 58"/>
          <p:cNvCxnSpPr/>
          <p:nvPr/>
        </p:nvCxnSpPr>
        <p:spPr>
          <a:xfrm>
            <a:off x="628259" y="4223862"/>
            <a:ext cx="88749" cy="0"/>
          </a:xfrm>
          <a:prstGeom prst="line">
            <a:avLst/>
          </a:prstGeom>
          <a:noFill/>
          <a:ln w="6350" cap="flat" cmpd="sng" algn="ctr">
            <a:solidFill>
              <a:sysClr val="windowText" lastClr="000000"/>
            </a:solidFill>
            <a:prstDash val="solid"/>
            <a:miter lim="800000"/>
          </a:ln>
          <a:effectLst/>
        </p:spPr>
      </p:cxnSp>
      <p:cxnSp>
        <p:nvCxnSpPr>
          <p:cNvPr id="60" name="直接连接符 59"/>
          <p:cNvCxnSpPr/>
          <p:nvPr/>
        </p:nvCxnSpPr>
        <p:spPr>
          <a:xfrm>
            <a:off x="628259" y="4385335"/>
            <a:ext cx="88749" cy="0"/>
          </a:xfrm>
          <a:prstGeom prst="line">
            <a:avLst/>
          </a:prstGeom>
          <a:noFill/>
          <a:ln w="6350" cap="flat" cmpd="sng" algn="ctr">
            <a:solidFill>
              <a:sysClr val="windowText" lastClr="000000"/>
            </a:solidFill>
            <a:prstDash val="solid"/>
            <a:miter lim="800000"/>
          </a:ln>
          <a:effectLst/>
        </p:spPr>
      </p:cxnSp>
      <p:cxnSp>
        <p:nvCxnSpPr>
          <p:cNvPr id="61" name="直接连接符 60"/>
          <p:cNvCxnSpPr/>
          <p:nvPr/>
        </p:nvCxnSpPr>
        <p:spPr>
          <a:xfrm>
            <a:off x="628259" y="4540597"/>
            <a:ext cx="88749" cy="0"/>
          </a:xfrm>
          <a:prstGeom prst="line">
            <a:avLst/>
          </a:prstGeom>
          <a:noFill/>
          <a:ln w="6350" cap="flat" cmpd="sng" algn="ctr">
            <a:solidFill>
              <a:sysClr val="windowText" lastClr="000000"/>
            </a:solidFill>
            <a:prstDash val="solid"/>
            <a:miter lim="800000"/>
          </a:ln>
          <a:effectLst/>
        </p:spPr>
      </p:cxnSp>
      <p:cxnSp>
        <p:nvCxnSpPr>
          <p:cNvPr id="62" name="直接连接符 61"/>
          <p:cNvCxnSpPr/>
          <p:nvPr/>
        </p:nvCxnSpPr>
        <p:spPr>
          <a:xfrm>
            <a:off x="628259" y="4652389"/>
            <a:ext cx="88749" cy="0"/>
          </a:xfrm>
          <a:prstGeom prst="line">
            <a:avLst/>
          </a:prstGeom>
          <a:noFill/>
          <a:ln w="6350" cap="flat" cmpd="sng" algn="ctr">
            <a:solidFill>
              <a:sysClr val="windowText" lastClr="000000"/>
            </a:solidFill>
            <a:prstDash val="solid"/>
            <a:miter lim="800000"/>
          </a:ln>
          <a:effectLst/>
        </p:spPr>
      </p:cxnSp>
      <p:sp>
        <p:nvSpPr>
          <p:cNvPr id="63" name="文本框 62"/>
          <p:cNvSpPr txBox="1"/>
          <p:nvPr/>
        </p:nvSpPr>
        <p:spPr>
          <a:xfrm>
            <a:off x="257996" y="3971813"/>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4000bp</a:t>
            </a:r>
            <a:endParaRPr lang="zh-CN" altLang="en-US" sz="650" dirty="0">
              <a:solidFill>
                <a:prstClr val="black"/>
              </a:solidFill>
              <a:latin typeface="Arial" panose="020B0604020202090204" pitchFamily="34" charset="0"/>
              <a:cs typeface="Arial" panose="020B0604020202090204" pitchFamily="34" charset="0"/>
            </a:endParaRPr>
          </a:p>
        </p:txBody>
      </p:sp>
      <p:sp>
        <p:nvSpPr>
          <p:cNvPr id="64" name="文本框 63"/>
          <p:cNvSpPr txBox="1"/>
          <p:nvPr/>
        </p:nvSpPr>
        <p:spPr>
          <a:xfrm>
            <a:off x="126400" y="4068976"/>
            <a:ext cx="593542" cy="224292"/>
          </a:xfrm>
          <a:prstGeom prst="rect">
            <a:avLst/>
          </a:prstGeom>
          <a:noFill/>
        </p:spPr>
        <p:txBody>
          <a:bodyPr wrap="squar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2000bp</a:t>
            </a:r>
            <a:endParaRPr lang="zh-CN" altLang="en-US" sz="650">
              <a:solidFill>
                <a:prstClr val="black"/>
              </a:solidFill>
              <a:latin typeface="Arial" panose="020B0604020202090204" pitchFamily="34" charset="0"/>
              <a:cs typeface="Arial" panose="020B0604020202090204" pitchFamily="34" charset="0"/>
            </a:endParaRPr>
          </a:p>
        </p:txBody>
      </p:sp>
      <p:sp>
        <p:nvSpPr>
          <p:cNvPr id="65" name="文本框 64"/>
          <p:cNvSpPr txBox="1"/>
          <p:nvPr/>
        </p:nvSpPr>
        <p:spPr>
          <a:xfrm>
            <a:off x="256992" y="4222915"/>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1000bp</a:t>
            </a:r>
            <a:endParaRPr lang="zh-CN" altLang="en-US" sz="650" dirty="0">
              <a:solidFill>
                <a:prstClr val="black"/>
              </a:solidFill>
              <a:latin typeface="Arial" panose="020B0604020202090204" pitchFamily="34" charset="0"/>
              <a:cs typeface="Arial" panose="020B0604020202090204" pitchFamily="34" charset="0"/>
            </a:endParaRPr>
          </a:p>
        </p:txBody>
      </p:sp>
      <p:sp>
        <p:nvSpPr>
          <p:cNvPr id="66" name="文本框 65"/>
          <p:cNvSpPr txBox="1"/>
          <p:nvPr/>
        </p:nvSpPr>
        <p:spPr>
          <a:xfrm>
            <a:off x="303476" y="4377508"/>
            <a:ext cx="417101" cy="224292"/>
          </a:xfrm>
          <a:prstGeom prst="rect">
            <a:avLst/>
          </a:prstGeom>
          <a:noFill/>
        </p:spPr>
        <p:txBody>
          <a:bodyPr wrap="non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500bp</a:t>
            </a:r>
            <a:endParaRPr lang="zh-CN" altLang="en-US" sz="650">
              <a:solidFill>
                <a:prstClr val="black"/>
              </a:solidFill>
              <a:latin typeface="Arial" panose="020B0604020202090204" pitchFamily="34" charset="0"/>
              <a:cs typeface="Arial" panose="020B0604020202090204" pitchFamily="34" charset="0"/>
            </a:endParaRPr>
          </a:p>
        </p:txBody>
      </p:sp>
      <p:sp>
        <p:nvSpPr>
          <p:cNvPr id="67" name="文本框 66"/>
          <p:cNvSpPr txBox="1"/>
          <p:nvPr/>
        </p:nvSpPr>
        <p:spPr>
          <a:xfrm>
            <a:off x="303466" y="4492647"/>
            <a:ext cx="417101" cy="224292"/>
          </a:xfrm>
          <a:prstGeom prst="rect">
            <a:avLst/>
          </a:prstGeom>
          <a:noFill/>
        </p:spPr>
        <p:txBody>
          <a:bodyPr wrap="non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250bp</a:t>
            </a:r>
            <a:endParaRPr lang="zh-CN" altLang="en-US" sz="650">
              <a:solidFill>
                <a:prstClr val="black"/>
              </a:solidFill>
              <a:latin typeface="Arial" panose="020B0604020202090204" pitchFamily="34" charset="0"/>
              <a:cs typeface="Arial" panose="020B0604020202090204" pitchFamily="34" charset="0"/>
            </a:endParaRPr>
          </a:p>
        </p:txBody>
      </p:sp>
      <p:cxnSp>
        <p:nvCxnSpPr>
          <p:cNvPr id="69" name="直接连接符 68"/>
          <p:cNvCxnSpPr/>
          <p:nvPr/>
        </p:nvCxnSpPr>
        <p:spPr>
          <a:xfrm>
            <a:off x="628259" y="4888399"/>
            <a:ext cx="88749" cy="0"/>
          </a:xfrm>
          <a:prstGeom prst="line">
            <a:avLst/>
          </a:prstGeom>
          <a:noFill/>
          <a:ln w="6350" cap="flat" cmpd="sng" algn="ctr">
            <a:solidFill>
              <a:sysClr val="windowText" lastClr="000000"/>
            </a:solidFill>
            <a:prstDash val="solid"/>
            <a:miter lim="800000"/>
          </a:ln>
          <a:effectLst/>
        </p:spPr>
      </p:cxnSp>
      <p:cxnSp>
        <p:nvCxnSpPr>
          <p:cNvPr id="71" name="直接连接符 70"/>
          <p:cNvCxnSpPr/>
          <p:nvPr/>
        </p:nvCxnSpPr>
        <p:spPr>
          <a:xfrm>
            <a:off x="628259" y="4981551"/>
            <a:ext cx="88749" cy="0"/>
          </a:xfrm>
          <a:prstGeom prst="line">
            <a:avLst/>
          </a:prstGeom>
          <a:noFill/>
          <a:ln w="6350" cap="flat" cmpd="sng" algn="ctr">
            <a:solidFill>
              <a:sysClr val="windowText" lastClr="000000"/>
            </a:solidFill>
            <a:prstDash val="solid"/>
            <a:miter lim="800000"/>
          </a:ln>
          <a:effectLst/>
        </p:spPr>
      </p:cxnSp>
      <p:cxnSp>
        <p:nvCxnSpPr>
          <p:cNvPr id="72" name="直接连接符 71"/>
          <p:cNvCxnSpPr/>
          <p:nvPr/>
        </p:nvCxnSpPr>
        <p:spPr>
          <a:xfrm>
            <a:off x="628259" y="5080914"/>
            <a:ext cx="88749" cy="0"/>
          </a:xfrm>
          <a:prstGeom prst="line">
            <a:avLst/>
          </a:prstGeom>
          <a:noFill/>
          <a:ln w="6350" cap="flat" cmpd="sng" algn="ctr">
            <a:solidFill>
              <a:sysClr val="windowText" lastClr="000000"/>
            </a:solidFill>
            <a:prstDash val="solid"/>
            <a:miter lim="800000"/>
          </a:ln>
          <a:effectLst/>
        </p:spPr>
      </p:cxnSp>
      <p:cxnSp>
        <p:nvCxnSpPr>
          <p:cNvPr id="73" name="直接连接符 72"/>
          <p:cNvCxnSpPr/>
          <p:nvPr/>
        </p:nvCxnSpPr>
        <p:spPr>
          <a:xfrm>
            <a:off x="628259" y="5198913"/>
            <a:ext cx="88749" cy="0"/>
          </a:xfrm>
          <a:prstGeom prst="line">
            <a:avLst/>
          </a:prstGeom>
          <a:noFill/>
          <a:ln w="6350" cap="flat" cmpd="sng" algn="ctr">
            <a:solidFill>
              <a:sysClr val="windowText" lastClr="000000"/>
            </a:solidFill>
            <a:prstDash val="solid"/>
            <a:miter lim="800000"/>
          </a:ln>
          <a:effectLst/>
        </p:spPr>
      </p:cxnSp>
      <p:cxnSp>
        <p:nvCxnSpPr>
          <p:cNvPr id="74" name="直接连接符 73"/>
          <p:cNvCxnSpPr/>
          <p:nvPr/>
        </p:nvCxnSpPr>
        <p:spPr>
          <a:xfrm>
            <a:off x="628259" y="5298276"/>
            <a:ext cx="88749" cy="0"/>
          </a:xfrm>
          <a:prstGeom prst="line">
            <a:avLst/>
          </a:prstGeom>
          <a:noFill/>
          <a:ln w="6350" cap="flat" cmpd="sng" algn="ctr">
            <a:solidFill>
              <a:sysClr val="windowText" lastClr="000000"/>
            </a:solidFill>
            <a:prstDash val="solid"/>
            <a:miter lim="800000"/>
          </a:ln>
          <a:effectLst/>
        </p:spPr>
      </p:cxnSp>
      <p:cxnSp>
        <p:nvCxnSpPr>
          <p:cNvPr id="75" name="直接连接符 74"/>
          <p:cNvCxnSpPr/>
          <p:nvPr/>
        </p:nvCxnSpPr>
        <p:spPr>
          <a:xfrm>
            <a:off x="628259" y="5422482"/>
            <a:ext cx="88749" cy="0"/>
          </a:xfrm>
          <a:prstGeom prst="line">
            <a:avLst/>
          </a:prstGeom>
          <a:noFill/>
          <a:ln w="6350" cap="flat" cmpd="sng" algn="ctr">
            <a:solidFill>
              <a:sysClr val="windowText" lastClr="000000"/>
            </a:solidFill>
            <a:prstDash val="solid"/>
            <a:miter lim="800000"/>
          </a:ln>
          <a:effectLst/>
        </p:spPr>
      </p:cxnSp>
      <p:sp>
        <p:nvSpPr>
          <p:cNvPr id="23" name="文本框 22"/>
          <p:cNvSpPr txBox="1"/>
          <p:nvPr/>
        </p:nvSpPr>
        <p:spPr>
          <a:xfrm>
            <a:off x="278896" y="4757442"/>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6158nt</a:t>
            </a:r>
            <a:endParaRPr lang="zh-CN" altLang="en-US" sz="650" dirty="0">
              <a:latin typeface="Arial" panose="020B0604020202090204" pitchFamily="34" charset="0"/>
              <a:cs typeface="Arial" panose="020B0604020202090204" pitchFamily="34" charset="0"/>
            </a:endParaRPr>
          </a:p>
        </p:txBody>
      </p:sp>
      <p:sp>
        <p:nvSpPr>
          <p:cNvPr id="77" name="文本框 76"/>
          <p:cNvSpPr txBox="1"/>
          <p:nvPr/>
        </p:nvSpPr>
        <p:spPr>
          <a:xfrm>
            <a:off x="275639" y="4844897"/>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3923nt</a:t>
            </a:r>
            <a:endParaRPr lang="zh-CN" altLang="en-US" sz="650" dirty="0">
              <a:latin typeface="Arial" panose="020B0604020202090204" pitchFamily="34" charset="0"/>
              <a:cs typeface="Arial" panose="020B0604020202090204" pitchFamily="34" charset="0"/>
            </a:endParaRPr>
          </a:p>
        </p:txBody>
      </p:sp>
      <p:sp>
        <p:nvSpPr>
          <p:cNvPr id="78" name="文本框 77"/>
          <p:cNvSpPr txBox="1"/>
          <p:nvPr/>
        </p:nvSpPr>
        <p:spPr>
          <a:xfrm>
            <a:off x="274395" y="4946649"/>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2180nt</a:t>
            </a:r>
            <a:endParaRPr lang="zh-CN" altLang="en-US" sz="650" dirty="0">
              <a:latin typeface="Arial" panose="020B0604020202090204" pitchFamily="34" charset="0"/>
              <a:cs typeface="Arial" panose="020B0604020202090204" pitchFamily="34" charset="0"/>
            </a:endParaRPr>
          </a:p>
        </p:txBody>
      </p:sp>
      <p:sp>
        <p:nvSpPr>
          <p:cNvPr id="79" name="文本框 78"/>
          <p:cNvSpPr txBox="1"/>
          <p:nvPr/>
        </p:nvSpPr>
        <p:spPr>
          <a:xfrm>
            <a:off x="272011" y="5064961"/>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1037nt</a:t>
            </a:r>
            <a:endParaRPr lang="zh-CN" altLang="en-US" sz="650" dirty="0">
              <a:latin typeface="Arial" panose="020B0604020202090204" pitchFamily="34" charset="0"/>
              <a:cs typeface="Arial" panose="020B0604020202090204" pitchFamily="34" charset="0"/>
            </a:endParaRPr>
          </a:p>
        </p:txBody>
      </p:sp>
      <p:sp>
        <p:nvSpPr>
          <p:cNvPr id="80" name="文本框 79"/>
          <p:cNvSpPr txBox="1"/>
          <p:nvPr/>
        </p:nvSpPr>
        <p:spPr>
          <a:xfrm>
            <a:off x="320879" y="5164333"/>
            <a:ext cx="393055"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a:latin typeface="Arial" panose="020B0604020202090204" pitchFamily="34" charset="0"/>
                <a:cs typeface="Arial" panose="020B0604020202090204" pitchFamily="34" charset="0"/>
              </a:rPr>
              <a:t>495nt</a:t>
            </a:r>
            <a:endParaRPr lang="zh-CN" altLang="en-US" sz="650">
              <a:latin typeface="Arial" panose="020B0604020202090204" pitchFamily="34" charset="0"/>
              <a:cs typeface="Arial" panose="020B0604020202090204" pitchFamily="34" charset="0"/>
            </a:endParaRPr>
          </a:p>
        </p:txBody>
      </p:sp>
      <p:sp>
        <p:nvSpPr>
          <p:cNvPr id="81" name="文本框 80"/>
          <p:cNvSpPr txBox="1"/>
          <p:nvPr/>
        </p:nvSpPr>
        <p:spPr>
          <a:xfrm>
            <a:off x="318502" y="5287407"/>
            <a:ext cx="393055"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278nt</a:t>
            </a:r>
            <a:endParaRPr lang="zh-CN" altLang="en-US" sz="650" dirty="0">
              <a:latin typeface="Arial" panose="020B0604020202090204" pitchFamily="34" charset="0"/>
              <a:cs typeface="Arial" panose="020B0604020202090204" pitchFamily="34" charset="0"/>
            </a:endParaRPr>
          </a:p>
        </p:txBody>
      </p:sp>
      <p:grpSp>
        <p:nvGrpSpPr>
          <p:cNvPr id="302" name="组合 301"/>
          <p:cNvGrpSpPr/>
          <p:nvPr/>
        </p:nvGrpSpPr>
        <p:grpSpPr>
          <a:xfrm>
            <a:off x="522046" y="5667518"/>
            <a:ext cx="1104137" cy="1288968"/>
            <a:chOff x="679917" y="4354422"/>
            <a:chExt cx="846682" cy="988415"/>
          </a:xfrm>
        </p:grpSpPr>
        <p:sp>
          <p:nvSpPr>
            <p:cNvPr id="193" name="Freeform 109"/>
            <p:cNvSpPr/>
            <p:nvPr/>
          </p:nvSpPr>
          <p:spPr bwMode="auto">
            <a:xfrm>
              <a:off x="1406525" y="4886326"/>
              <a:ext cx="77787" cy="212725"/>
            </a:xfrm>
            <a:custGeom>
              <a:avLst/>
              <a:gdLst>
                <a:gd name="T0" fmla="*/ 0 w 49"/>
                <a:gd name="T1" fmla="*/ 134 h 134"/>
                <a:gd name="T2" fmla="*/ 0 w 49"/>
                <a:gd name="T3" fmla="*/ 0 h 134"/>
                <a:gd name="T4" fmla="*/ 0 w 49"/>
                <a:gd name="T5" fmla="*/ 0 h 134"/>
                <a:gd name="T6" fmla="*/ 49 w 49"/>
                <a:gd name="T7" fmla="*/ 0 h 134"/>
                <a:gd name="T8" fmla="*/ 49 w 49"/>
                <a:gd name="T9" fmla="*/ 0 h 134"/>
                <a:gd name="T10" fmla="*/ 49 w 49"/>
                <a:gd name="T11" fmla="*/ 134 h 134"/>
              </a:gdLst>
              <a:ahLst/>
              <a:cxnLst>
                <a:cxn ang="0">
                  <a:pos x="T0" y="T1"/>
                </a:cxn>
                <a:cxn ang="0">
                  <a:pos x="T2" y="T3"/>
                </a:cxn>
                <a:cxn ang="0">
                  <a:pos x="T4" y="T5"/>
                </a:cxn>
                <a:cxn ang="0">
                  <a:pos x="T6" y="T7"/>
                </a:cxn>
                <a:cxn ang="0">
                  <a:pos x="T8" y="T9"/>
                </a:cxn>
                <a:cxn ang="0">
                  <a:pos x="T10" y="T11"/>
                </a:cxn>
              </a:cxnLst>
              <a:rect l="0" t="0" r="r" b="b"/>
              <a:pathLst>
                <a:path w="49" h="134">
                  <a:moveTo>
                    <a:pt x="0" y="134"/>
                  </a:moveTo>
                  <a:lnTo>
                    <a:pt x="0" y="0"/>
                  </a:lnTo>
                  <a:lnTo>
                    <a:pt x="0" y="0"/>
                  </a:lnTo>
                  <a:lnTo>
                    <a:pt x="49" y="0"/>
                  </a:lnTo>
                  <a:lnTo>
                    <a:pt x="49" y="0"/>
                  </a:lnTo>
                  <a:lnTo>
                    <a:pt x="49" y="134"/>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4" name="Freeform 110"/>
            <p:cNvSpPr/>
            <p:nvPr/>
          </p:nvSpPr>
          <p:spPr bwMode="auto">
            <a:xfrm>
              <a:off x="1276350" y="4702176"/>
              <a:ext cx="77787" cy="396875"/>
            </a:xfrm>
            <a:custGeom>
              <a:avLst/>
              <a:gdLst>
                <a:gd name="T0" fmla="*/ 0 w 49"/>
                <a:gd name="T1" fmla="*/ 250 h 250"/>
                <a:gd name="T2" fmla="*/ 0 w 49"/>
                <a:gd name="T3" fmla="*/ 0 h 250"/>
                <a:gd name="T4" fmla="*/ 0 w 49"/>
                <a:gd name="T5" fmla="*/ 0 h 250"/>
                <a:gd name="T6" fmla="*/ 49 w 49"/>
                <a:gd name="T7" fmla="*/ 0 h 250"/>
                <a:gd name="T8" fmla="*/ 49 w 49"/>
                <a:gd name="T9" fmla="*/ 0 h 250"/>
                <a:gd name="T10" fmla="*/ 49 w 49"/>
                <a:gd name="T11" fmla="*/ 250 h 250"/>
              </a:gdLst>
              <a:ahLst/>
              <a:cxnLst>
                <a:cxn ang="0">
                  <a:pos x="T0" y="T1"/>
                </a:cxn>
                <a:cxn ang="0">
                  <a:pos x="T2" y="T3"/>
                </a:cxn>
                <a:cxn ang="0">
                  <a:pos x="T4" y="T5"/>
                </a:cxn>
                <a:cxn ang="0">
                  <a:pos x="T6" y="T7"/>
                </a:cxn>
                <a:cxn ang="0">
                  <a:pos x="T8" y="T9"/>
                </a:cxn>
                <a:cxn ang="0">
                  <a:pos x="T10" y="T11"/>
                </a:cxn>
              </a:cxnLst>
              <a:rect l="0" t="0" r="r" b="b"/>
              <a:pathLst>
                <a:path w="49" h="250">
                  <a:moveTo>
                    <a:pt x="0" y="250"/>
                  </a:moveTo>
                  <a:lnTo>
                    <a:pt x="0" y="0"/>
                  </a:lnTo>
                  <a:lnTo>
                    <a:pt x="0" y="0"/>
                  </a:lnTo>
                  <a:lnTo>
                    <a:pt x="49" y="0"/>
                  </a:lnTo>
                  <a:lnTo>
                    <a:pt x="49" y="0"/>
                  </a:lnTo>
                  <a:lnTo>
                    <a:pt x="49" y="250"/>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5" name="Freeform 111"/>
            <p:cNvSpPr/>
            <p:nvPr/>
          </p:nvSpPr>
          <p:spPr bwMode="auto">
            <a:xfrm>
              <a:off x="1146175" y="4792663"/>
              <a:ext cx="77787" cy="306388"/>
            </a:xfrm>
            <a:custGeom>
              <a:avLst/>
              <a:gdLst>
                <a:gd name="T0" fmla="*/ 0 w 49"/>
                <a:gd name="T1" fmla="*/ 193 h 193"/>
                <a:gd name="T2" fmla="*/ 0 w 49"/>
                <a:gd name="T3" fmla="*/ 0 h 193"/>
                <a:gd name="T4" fmla="*/ 0 w 49"/>
                <a:gd name="T5" fmla="*/ 0 h 193"/>
                <a:gd name="T6" fmla="*/ 49 w 49"/>
                <a:gd name="T7" fmla="*/ 0 h 193"/>
                <a:gd name="T8" fmla="*/ 49 w 49"/>
                <a:gd name="T9" fmla="*/ 0 h 193"/>
                <a:gd name="T10" fmla="*/ 49 w 49"/>
                <a:gd name="T11" fmla="*/ 193 h 193"/>
              </a:gdLst>
              <a:ahLst/>
              <a:cxnLst>
                <a:cxn ang="0">
                  <a:pos x="T0" y="T1"/>
                </a:cxn>
                <a:cxn ang="0">
                  <a:pos x="T2" y="T3"/>
                </a:cxn>
                <a:cxn ang="0">
                  <a:pos x="T4" y="T5"/>
                </a:cxn>
                <a:cxn ang="0">
                  <a:pos x="T6" y="T7"/>
                </a:cxn>
                <a:cxn ang="0">
                  <a:pos x="T8" y="T9"/>
                </a:cxn>
                <a:cxn ang="0">
                  <a:pos x="T10" y="T11"/>
                </a:cxn>
              </a:cxnLst>
              <a:rect l="0" t="0" r="r" b="b"/>
              <a:pathLst>
                <a:path w="49" h="193">
                  <a:moveTo>
                    <a:pt x="0" y="193"/>
                  </a:moveTo>
                  <a:lnTo>
                    <a:pt x="0" y="0"/>
                  </a:lnTo>
                  <a:lnTo>
                    <a:pt x="0" y="0"/>
                  </a:lnTo>
                  <a:lnTo>
                    <a:pt x="49" y="0"/>
                  </a:lnTo>
                  <a:lnTo>
                    <a:pt x="49" y="0"/>
                  </a:lnTo>
                  <a:lnTo>
                    <a:pt x="49" y="193"/>
                  </a:lnTo>
                </a:path>
              </a:pathLst>
            </a:custGeom>
            <a:noFill/>
            <a:ln w="7938"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6" name="Freeform 112"/>
            <p:cNvSpPr/>
            <p:nvPr/>
          </p:nvSpPr>
          <p:spPr bwMode="auto">
            <a:xfrm>
              <a:off x="1016000" y="5010151"/>
              <a:ext cx="77787" cy="88900"/>
            </a:xfrm>
            <a:custGeom>
              <a:avLst/>
              <a:gdLst>
                <a:gd name="T0" fmla="*/ 0 w 49"/>
                <a:gd name="T1" fmla="*/ 56 h 56"/>
                <a:gd name="T2" fmla="*/ 0 w 49"/>
                <a:gd name="T3" fmla="*/ 0 h 56"/>
                <a:gd name="T4" fmla="*/ 0 w 49"/>
                <a:gd name="T5" fmla="*/ 0 h 56"/>
                <a:gd name="T6" fmla="*/ 49 w 49"/>
                <a:gd name="T7" fmla="*/ 0 h 56"/>
                <a:gd name="T8" fmla="*/ 49 w 49"/>
                <a:gd name="T9" fmla="*/ 0 h 56"/>
                <a:gd name="T10" fmla="*/ 49 w 49"/>
                <a:gd name="T11" fmla="*/ 56 h 56"/>
              </a:gdLst>
              <a:ahLst/>
              <a:cxnLst>
                <a:cxn ang="0">
                  <a:pos x="T0" y="T1"/>
                </a:cxn>
                <a:cxn ang="0">
                  <a:pos x="T2" y="T3"/>
                </a:cxn>
                <a:cxn ang="0">
                  <a:pos x="T4" y="T5"/>
                </a:cxn>
                <a:cxn ang="0">
                  <a:pos x="T6" y="T7"/>
                </a:cxn>
                <a:cxn ang="0">
                  <a:pos x="T8" y="T9"/>
                </a:cxn>
                <a:cxn ang="0">
                  <a:pos x="T10" y="T11"/>
                </a:cxn>
              </a:cxnLst>
              <a:rect l="0" t="0" r="r" b="b"/>
              <a:pathLst>
                <a:path w="49" h="56">
                  <a:moveTo>
                    <a:pt x="0" y="56"/>
                  </a:moveTo>
                  <a:lnTo>
                    <a:pt x="0" y="0"/>
                  </a:lnTo>
                  <a:lnTo>
                    <a:pt x="0" y="0"/>
                  </a:lnTo>
                  <a:lnTo>
                    <a:pt x="49" y="0"/>
                  </a:lnTo>
                  <a:lnTo>
                    <a:pt x="49" y="0"/>
                  </a:lnTo>
                  <a:lnTo>
                    <a:pt x="49" y="56"/>
                  </a:lnTo>
                </a:path>
              </a:pathLst>
            </a:custGeom>
            <a:noFill/>
            <a:ln w="7938"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45" name="Freeform 161"/>
            <p:cNvSpPr>
              <a:spLocks noEditPoints="1"/>
            </p:cNvSpPr>
            <p:nvPr/>
          </p:nvSpPr>
          <p:spPr bwMode="auto">
            <a:xfrm>
              <a:off x="950911" y="5099051"/>
              <a:ext cx="569912" cy="23813"/>
            </a:xfrm>
            <a:custGeom>
              <a:avLst/>
              <a:gdLst>
                <a:gd name="T0" fmla="*/ 0 w 359"/>
                <a:gd name="T1" fmla="*/ 0 h 15"/>
                <a:gd name="T2" fmla="*/ 359 w 359"/>
                <a:gd name="T3" fmla="*/ 0 h 15"/>
                <a:gd name="T4" fmla="*/ 56 w 359"/>
                <a:gd name="T5" fmla="*/ 15 h 15"/>
                <a:gd name="T6" fmla="*/ 56 w 359"/>
                <a:gd name="T7" fmla="*/ 0 h 15"/>
                <a:gd name="T8" fmla="*/ 138 w 359"/>
                <a:gd name="T9" fmla="*/ 15 h 15"/>
                <a:gd name="T10" fmla="*/ 138 w 359"/>
                <a:gd name="T11" fmla="*/ 0 h 15"/>
                <a:gd name="T12" fmla="*/ 220 w 359"/>
                <a:gd name="T13" fmla="*/ 15 h 15"/>
                <a:gd name="T14" fmla="*/ 220 w 359"/>
                <a:gd name="T15" fmla="*/ 0 h 15"/>
                <a:gd name="T16" fmla="*/ 303 w 359"/>
                <a:gd name="T17" fmla="*/ 15 h 15"/>
                <a:gd name="T18" fmla="*/ 303 w 35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5">
                  <a:moveTo>
                    <a:pt x="0" y="0"/>
                  </a:moveTo>
                  <a:lnTo>
                    <a:pt x="359" y="0"/>
                  </a:lnTo>
                  <a:moveTo>
                    <a:pt x="56" y="15"/>
                  </a:moveTo>
                  <a:lnTo>
                    <a:pt x="56" y="0"/>
                  </a:lnTo>
                  <a:moveTo>
                    <a:pt x="138" y="15"/>
                  </a:moveTo>
                  <a:lnTo>
                    <a:pt x="138" y="0"/>
                  </a:lnTo>
                  <a:moveTo>
                    <a:pt x="220" y="15"/>
                  </a:moveTo>
                  <a:lnTo>
                    <a:pt x="220" y="0"/>
                  </a:lnTo>
                  <a:moveTo>
                    <a:pt x="303" y="15"/>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46" name="Line 162"/>
            <p:cNvSpPr>
              <a:spLocks noChangeShapeType="1"/>
            </p:cNvSpPr>
            <p:nvPr/>
          </p:nvSpPr>
          <p:spPr bwMode="auto">
            <a:xfrm>
              <a:off x="954086" y="5099051"/>
              <a:ext cx="563562"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47" name="Rectangle 163"/>
            <p:cNvSpPr>
              <a:spLocks noChangeArrowheads="1"/>
            </p:cNvSpPr>
            <p:nvPr/>
          </p:nvSpPr>
          <p:spPr bwMode="auto">
            <a:xfrm>
              <a:off x="806064" y="5014913"/>
              <a:ext cx="239263"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-4</a:t>
              </a:r>
            </a:p>
          </p:txBody>
        </p:sp>
        <p:sp>
          <p:nvSpPr>
            <p:cNvPr id="248" name="Rectangle 164"/>
            <p:cNvSpPr>
              <a:spLocks noChangeArrowheads="1"/>
            </p:cNvSpPr>
            <p:nvPr/>
          </p:nvSpPr>
          <p:spPr bwMode="auto">
            <a:xfrm>
              <a:off x="802580" y="4905376"/>
              <a:ext cx="349111"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-2</a:t>
              </a:r>
            </a:p>
          </p:txBody>
        </p:sp>
        <p:sp>
          <p:nvSpPr>
            <p:cNvPr id="249" name="Rectangle 165"/>
            <p:cNvSpPr>
              <a:spLocks noChangeArrowheads="1"/>
            </p:cNvSpPr>
            <p:nvPr/>
          </p:nvSpPr>
          <p:spPr bwMode="auto">
            <a:xfrm>
              <a:off x="853040" y="4799967"/>
              <a:ext cx="71955"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0</a:t>
              </a:r>
            </a:p>
          </p:txBody>
        </p:sp>
        <p:sp>
          <p:nvSpPr>
            <p:cNvPr id="250" name="Rectangle 166"/>
            <p:cNvSpPr>
              <a:spLocks noChangeArrowheads="1"/>
            </p:cNvSpPr>
            <p:nvPr/>
          </p:nvSpPr>
          <p:spPr bwMode="auto">
            <a:xfrm>
              <a:off x="840099" y="4683745"/>
              <a:ext cx="87831"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2</a:t>
              </a:r>
            </a:p>
          </p:txBody>
        </p:sp>
        <p:sp>
          <p:nvSpPr>
            <p:cNvPr id="252" name="Rectangle 168"/>
            <p:cNvSpPr>
              <a:spLocks noChangeArrowheads="1"/>
            </p:cNvSpPr>
            <p:nvPr/>
          </p:nvSpPr>
          <p:spPr bwMode="auto">
            <a:xfrm>
              <a:off x="833746" y="4460715"/>
              <a:ext cx="97117"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6</a:t>
              </a:r>
            </a:p>
          </p:txBody>
        </p:sp>
        <p:sp>
          <p:nvSpPr>
            <p:cNvPr id="253" name="Freeform 169"/>
            <p:cNvSpPr>
              <a:spLocks noEditPoints="1"/>
            </p:cNvSpPr>
            <p:nvPr/>
          </p:nvSpPr>
          <p:spPr bwMode="auto">
            <a:xfrm>
              <a:off x="944563" y="4532313"/>
              <a:ext cx="23812" cy="569913"/>
            </a:xfrm>
            <a:custGeom>
              <a:avLst/>
              <a:gdLst>
                <a:gd name="T0" fmla="*/ 15 w 15"/>
                <a:gd name="T1" fmla="*/ 359 h 359"/>
                <a:gd name="T2" fmla="*/ 15 w 15"/>
                <a:gd name="T3" fmla="*/ 0 h 359"/>
                <a:gd name="T4" fmla="*/ 15 w 15"/>
                <a:gd name="T5" fmla="*/ 357 h 359"/>
                <a:gd name="T6" fmla="*/ 0 w 15"/>
                <a:gd name="T7" fmla="*/ 357 h 359"/>
                <a:gd name="T8" fmla="*/ 15 w 15"/>
                <a:gd name="T9" fmla="*/ 286 h 359"/>
                <a:gd name="T10" fmla="*/ 0 w 15"/>
                <a:gd name="T11" fmla="*/ 286 h 359"/>
                <a:gd name="T12" fmla="*/ 15 w 15"/>
                <a:gd name="T13" fmla="*/ 215 h 359"/>
                <a:gd name="T14" fmla="*/ 0 w 15"/>
                <a:gd name="T15" fmla="*/ 215 h 359"/>
                <a:gd name="T16" fmla="*/ 15 w 15"/>
                <a:gd name="T17" fmla="*/ 144 h 359"/>
                <a:gd name="T18" fmla="*/ 0 w 15"/>
                <a:gd name="T19" fmla="*/ 144 h 359"/>
                <a:gd name="T20" fmla="*/ 15 w 15"/>
                <a:gd name="T21" fmla="*/ 73 h 359"/>
                <a:gd name="T22" fmla="*/ 0 w 15"/>
                <a:gd name="T23" fmla="*/ 73 h 359"/>
                <a:gd name="T24" fmla="*/ 15 w 15"/>
                <a:gd name="T25" fmla="*/ 2 h 359"/>
                <a:gd name="T26" fmla="*/ 0 w 15"/>
                <a:gd name="T27" fmla="*/ 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359">
                  <a:moveTo>
                    <a:pt x="15" y="359"/>
                  </a:moveTo>
                  <a:lnTo>
                    <a:pt x="15" y="0"/>
                  </a:lnTo>
                  <a:moveTo>
                    <a:pt x="15" y="357"/>
                  </a:moveTo>
                  <a:lnTo>
                    <a:pt x="0" y="357"/>
                  </a:lnTo>
                  <a:moveTo>
                    <a:pt x="15" y="286"/>
                  </a:moveTo>
                  <a:lnTo>
                    <a:pt x="0" y="286"/>
                  </a:lnTo>
                  <a:moveTo>
                    <a:pt x="15" y="215"/>
                  </a:moveTo>
                  <a:lnTo>
                    <a:pt x="0" y="215"/>
                  </a:lnTo>
                  <a:moveTo>
                    <a:pt x="15" y="144"/>
                  </a:moveTo>
                  <a:lnTo>
                    <a:pt x="0" y="144"/>
                  </a:lnTo>
                  <a:moveTo>
                    <a:pt x="15" y="73"/>
                  </a:moveTo>
                  <a:lnTo>
                    <a:pt x="0" y="73"/>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54" name="Line 170"/>
            <p:cNvSpPr>
              <a:spLocks noChangeShapeType="1"/>
            </p:cNvSpPr>
            <p:nvPr/>
          </p:nvSpPr>
          <p:spPr bwMode="auto">
            <a:xfrm>
              <a:off x="1446213" y="4814888"/>
              <a:ext cx="0" cy="666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5" name="Line 171"/>
            <p:cNvSpPr>
              <a:spLocks noChangeShapeType="1"/>
            </p:cNvSpPr>
            <p:nvPr/>
          </p:nvSpPr>
          <p:spPr bwMode="auto">
            <a:xfrm>
              <a:off x="1446213" y="4881563"/>
              <a:ext cx="0" cy="6826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6" name="Line 172"/>
            <p:cNvSpPr>
              <a:spLocks noChangeShapeType="1"/>
            </p:cNvSpPr>
            <p:nvPr/>
          </p:nvSpPr>
          <p:spPr bwMode="auto">
            <a:xfrm>
              <a:off x="1423988" y="4814888"/>
              <a:ext cx="42862"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7" name="Line 173"/>
            <p:cNvSpPr>
              <a:spLocks noChangeShapeType="1"/>
            </p:cNvSpPr>
            <p:nvPr/>
          </p:nvSpPr>
          <p:spPr bwMode="auto">
            <a:xfrm>
              <a:off x="1423988" y="4949826"/>
              <a:ext cx="42862"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8" name="Freeform 174"/>
            <p:cNvSpPr/>
            <p:nvPr/>
          </p:nvSpPr>
          <p:spPr bwMode="auto">
            <a:xfrm>
              <a:off x="1433513" y="4792663"/>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59" name="Freeform 175"/>
            <p:cNvSpPr/>
            <p:nvPr/>
          </p:nvSpPr>
          <p:spPr bwMode="auto">
            <a:xfrm>
              <a:off x="1433513" y="4792663"/>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0" name="Freeform 176"/>
            <p:cNvSpPr/>
            <p:nvPr/>
          </p:nvSpPr>
          <p:spPr bwMode="auto">
            <a:xfrm>
              <a:off x="1466850" y="4903788"/>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1" name="Freeform 177"/>
            <p:cNvSpPr/>
            <p:nvPr/>
          </p:nvSpPr>
          <p:spPr bwMode="auto">
            <a:xfrm>
              <a:off x="1466850" y="4903788"/>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2" name="Freeform 178"/>
            <p:cNvSpPr/>
            <p:nvPr/>
          </p:nvSpPr>
          <p:spPr bwMode="auto">
            <a:xfrm>
              <a:off x="1401763" y="4914901"/>
              <a:ext cx="23812"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3" name="Freeform 179"/>
            <p:cNvSpPr/>
            <p:nvPr/>
          </p:nvSpPr>
          <p:spPr bwMode="auto">
            <a:xfrm>
              <a:off x="1401763" y="4914901"/>
              <a:ext cx="23812"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4" name="Line 180"/>
            <p:cNvSpPr>
              <a:spLocks noChangeShapeType="1"/>
            </p:cNvSpPr>
            <p:nvPr/>
          </p:nvSpPr>
          <p:spPr bwMode="auto">
            <a:xfrm>
              <a:off x="1314450" y="4651376"/>
              <a:ext cx="0" cy="460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5" name="Line 181"/>
            <p:cNvSpPr>
              <a:spLocks noChangeShapeType="1"/>
            </p:cNvSpPr>
            <p:nvPr/>
          </p:nvSpPr>
          <p:spPr bwMode="auto">
            <a:xfrm>
              <a:off x="1314450" y="4697413"/>
              <a:ext cx="0" cy="460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6" name="Line 182"/>
            <p:cNvSpPr>
              <a:spLocks noChangeShapeType="1"/>
            </p:cNvSpPr>
            <p:nvPr/>
          </p:nvSpPr>
          <p:spPr bwMode="auto">
            <a:xfrm>
              <a:off x="1293813" y="4651376"/>
              <a:ext cx="42862"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7" name="Line 183"/>
            <p:cNvSpPr>
              <a:spLocks noChangeShapeType="1"/>
            </p:cNvSpPr>
            <p:nvPr/>
          </p:nvSpPr>
          <p:spPr bwMode="auto">
            <a:xfrm>
              <a:off x="1293813" y="4743451"/>
              <a:ext cx="42862"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8" name="Freeform 184"/>
            <p:cNvSpPr/>
            <p:nvPr/>
          </p:nvSpPr>
          <p:spPr bwMode="auto">
            <a:xfrm>
              <a:off x="1303338" y="4633913"/>
              <a:ext cx="23812"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9" name="Freeform 185"/>
            <p:cNvSpPr/>
            <p:nvPr/>
          </p:nvSpPr>
          <p:spPr bwMode="auto">
            <a:xfrm>
              <a:off x="1303338" y="4633913"/>
              <a:ext cx="23812"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 name="Freeform 186"/>
            <p:cNvSpPr/>
            <p:nvPr/>
          </p:nvSpPr>
          <p:spPr bwMode="auto">
            <a:xfrm>
              <a:off x="1271588"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 name="Freeform 187"/>
            <p:cNvSpPr/>
            <p:nvPr/>
          </p:nvSpPr>
          <p:spPr bwMode="auto">
            <a:xfrm>
              <a:off x="1271588"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 name="Freeform 188"/>
            <p:cNvSpPr/>
            <p:nvPr/>
          </p:nvSpPr>
          <p:spPr bwMode="auto">
            <a:xfrm>
              <a:off x="1336675"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 name="Freeform 189"/>
            <p:cNvSpPr/>
            <p:nvPr/>
          </p:nvSpPr>
          <p:spPr bwMode="auto">
            <a:xfrm>
              <a:off x="1336675"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 name="Line 190"/>
            <p:cNvSpPr>
              <a:spLocks noChangeShapeType="1"/>
            </p:cNvSpPr>
            <p:nvPr/>
          </p:nvSpPr>
          <p:spPr bwMode="auto">
            <a:xfrm>
              <a:off x="1184275" y="4770438"/>
              <a:ext cx="0" cy="17463"/>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 name="Line 191"/>
            <p:cNvSpPr>
              <a:spLocks noChangeShapeType="1"/>
            </p:cNvSpPr>
            <p:nvPr/>
          </p:nvSpPr>
          <p:spPr bwMode="auto">
            <a:xfrm>
              <a:off x="1184275" y="4787901"/>
              <a:ext cx="0" cy="190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 name="Line 192"/>
            <p:cNvSpPr>
              <a:spLocks noChangeShapeType="1"/>
            </p:cNvSpPr>
            <p:nvPr/>
          </p:nvSpPr>
          <p:spPr bwMode="auto">
            <a:xfrm>
              <a:off x="1163638" y="4770438"/>
              <a:ext cx="42862"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7" name="Line 193"/>
            <p:cNvSpPr>
              <a:spLocks noChangeShapeType="1"/>
            </p:cNvSpPr>
            <p:nvPr/>
          </p:nvSpPr>
          <p:spPr bwMode="auto">
            <a:xfrm>
              <a:off x="1163638" y="4806951"/>
              <a:ext cx="42862"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8" name="Rectangle 194"/>
            <p:cNvSpPr>
              <a:spLocks noChangeArrowheads="1"/>
            </p:cNvSpPr>
            <p:nvPr/>
          </p:nvSpPr>
          <p:spPr bwMode="auto">
            <a:xfrm>
              <a:off x="1204913" y="4776788"/>
              <a:ext cx="23812"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9" name="Rectangle 195"/>
            <p:cNvSpPr>
              <a:spLocks noChangeArrowheads="1"/>
            </p:cNvSpPr>
            <p:nvPr/>
          </p:nvSpPr>
          <p:spPr bwMode="auto">
            <a:xfrm>
              <a:off x="1204913" y="4776788"/>
              <a:ext cx="23812"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0" name="Rectangle 196"/>
            <p:cNvSpPr>
              <a:spLocks noChangeArrowheads="1"/>
            </p:cNvSpPr>
            <p:nvPr/>
          </p:nvSpPr>
          <p:spPr bwMode="auto">
            <a:xfrm>
              <a:off x="1141413" y="4795838"/>
              <a:ext cx="22225"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1" name="Rectangle 197"/>
            <p:cNvSpPr>
              <a:spLocks noChangeArrowheads="1"/>
            </p:cNvSpPr>
            <p:nvPr/>
          </p:nvSpPr>
          <p:spPr bwMode="auto">
            <a:xfrm>
              <a:off x="1141413" y="4795838"/>
              <a:ext cx="22225"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 name="Rectangle 198"/>
            <p:cNvSpPr>
              <a:spLocks noChangeArrowheads="1"/>
            </p:cNvSpPr>
            <p:nvPr/>
          </p:nvSpPr>
          <p:spPr bwMode="auto">
            <a:xfrm>
              <a:off x="1173163" y="4759326"/>
              <a:ext cx="23812"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3" name="Rectangle 199"/>
            <p:cNvSpPr>
              <a:spLocks noChangeArrowheads="1"/>
            </p:cNvSpPr>
            <p:nvPr/>
          </p:nvSpPr>
          <p:spPr bwMode="auto">
            <a:xfrm>
              <a:off x="1173163" y="4759326"/>
              <a:ext cx="23812"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 name="Line 200"/>
            <p:cNvSpPr>
              <a:spLocks noChangeShapeType="1"/>
            </p:cNvSpPr>
            <p:nvPr/>
          </p:nvSpPr>
          <p:spPr bwMode="auto">
            <a:xfrm>
              <a:off x="1054100" y="4965701"/>
              <a:ext cx="0" cy="39688"/>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 name="Line 201"/>
            <p:cNvSpPr>
              <a:spLocks noChangeShapeType="1"/>
            </p:cNvSpPr>
            <p:nvPr/>
          </p:nvSpPr>
          <p:spPr bwMode="auto">
            <a:xfrm>
              <a:off x="1054100" y="5005388"/>
              <a:ext cx="0" cy="39688"/>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 name="Line 202"/>
            <p:cNvSpPr>
              <a:spLocks noChangeShapeType="1"/>
            </p:cNvSpPr>
            <p:nvPr/>
          </p:nvSpPr>
          <p:spPr bwMode="auto">
            <a:xfrm>
              <a:off x="1033463" y="4965701"/>
              <a:ext cx="42862"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 name="Line 203"/>
            <p:cNvSpPr>
              <a:spLocks noChangeShapeType="1"/>
            </p:cNvSpPr>
            <p:nvPr/>
          </p:nvSpPr>
          <p:spPr bwMode="auto">
            <a:xfrm>
              <a:off x="1033463" y="5045076"/>
              <a:ext cx="42862"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 name="Oval 204"/>
            <p:cNvSpPr>
              <a:spLocks noChangeArrowheads="1"/>
            </p:cNvSpPr>
            <p:nvPr/>
          </p:nvSpPr>
          <p:spPr bwMode="auto">
            <a:xfrm>
              <a:off x="1042988" y="4986338"/>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89" name="Oval 205"/>
            <p:cNvSpPr>
              <a:spLocks noChangeArrowheads="1"/>
            </p:cNvSpPr>
            <p:nvPr/>
          </p:nvSpPr>
          <p:spPr bwMode="auto">
            <a:xfrm>
              <a:off x="1042988" y="4986338"/>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 name="Oval 206"/>
            <p:cNvSpPr>
              <a:spLocks noChangeArrowheads="1"/>
            </p:cNvSpPr>
            <p:nvPr/>
          </p:nvSpPr>
          <p:spPr bwMode="auto">
            <a:xfrm>
              <a:off x="1042988" y="4957763"/>
              <a:ext cx="22225" cy="2381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1" name="Oval 207"/>
            <p:cNvSpPr>
              <a:spLocks noChangeArrowheads="1"/>
            </p:cNvSpPr>
            <p:nvPr/>
          </p:nvSpPr>
          <p:spPr bwMode="auto">
            <a:xfrm>
              <a:off x="1042988" y="4957763"/>
              <a:ext cx="22225" cy="2381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2" name="Oval 208"/>
            <p:cNvSpPr>
              <a:spLocks noChangeArrowheads="1"/>
            </p:cNvSpPr>
            <p:nvPr/>
          </p:nvSpPr>
          <p:spPr bwMode="auto">
            <a:xfrm>
              <a:off x="1042988" y="5037138"/>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3" name="Oval 209"/>
            <p:cNvSpPr>
              <a:spLocks noChangeArrowheads="1"/>
            </p:cNvSpPr>
            <p:nvPr/>
          </p:nvSpPr>
          <p:spPr bwMode="auto">
            <a:xfrm>
              <a:off x="1042988" y="5037138"/>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6" name="文本框 295"/>
            <p:cNvSpPr txBox="1"/>
            <p:nvPr/>
          </p:nvSpPr>
          <p:spPr>
            <a:xfrm rot="16200000">
              <a:off x="406978" y="4688900"/>
              <a:ext cx="816710" cy="147753"/>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a:t>Zeta potential (mV)</a:t>
              </a:r>
              <a:endParaRPr lang="zh-CN" altLang="en-US" sz="650"/>
            </a:p>
          </p:txBody>
        </p:sp>
        <p:sp>
          <p:nvSpPr>
            <p:cNvPr id="297" name="Rectangle 20"/>
            <p:cNvSpPr>
              <a:spLocks noChangeArrowheads="1"/>
            </p:cNvSpPr>
            <p:nvPr/>
          </p:nvSpPr>
          <p:spPr bwMode="auto">
            <a:xfrm rot="18900000">
              <a:off x="679917" y="5261122"/>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299" name="Rectangle 20"/>
            <p:cNvSpPr>
              <a:spLocks noChangeArrowheads="1"/>
            </p:cNvSpPr>
            <p:nvPr/>
          </p:nvSpPr>
          <p:spPr bwMode="auto">
            <a:xfrm rot="18900000">
              <a:off x="809860" y="5261122"/>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300" name="Rectangle 20"/>
            <p:cNvSpPr>
              <a:spLocks noChangeArrowheads="1"/>
            </p:cNvSpPr>
            <p:nvPr/>
          </p:nvSpPr>
          <p:spPr bwMode="auto">
            <a:xfrm rot="18900000">
              <a:off x="941852" y="5265887"/>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301" name="Rectangle 20"/>
            <p:cNvSpPr>
              <a:spLocks noChangeArrowheads="1"/>
            </p:cNvSpPr>
            <p:nvPr/>
          </p:nvSpPr>
          <p:spPr bwMode="auto">
            <a:xfrm rot="18900000">
              <a:off x="1070555" y="5265883"/>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sq4 mRNA-LNP</a:t>
              </a:r>
              <a:endParaRPr lang="zh-CN" altLang="zh-CN" sz="2610">
                <a:cs typeface="Arial" panose="020B0604020202090204" pitchFamily="34" charset="0"/>
              </a:endParaRPr>
            </a:p>
          </p:txBody>
        </p:sp>
      </p:grpSp>
      <p:grpSp>
        <p:nvGrpSpPr>
          <p:cNvPr id="427" name="组合 426"/>
          <p:cNvGrpSpPr/>
          <p:nvPr/>
        </p:nvGrpSpPr>
        <p:grpSpPr>
          <a:xfrm>
            <a:off x="1713683" y="5576578"/>
            <a:ext cx="1226663" cy="1565914"/>
            <a:chOff x="1523063" y="4290899"/>
            <a:chExt cx="940639" cy="1200785"/>
          </a:xfrm>
        </p:grpSpPr>
        <p:grpSp>
          <p:nvGrpSpPr>
            <p:cNvPr id="303" name="组合 302"/>
            <p:cNvGrpSpPr/>
            <p:nvPr/>
          </p:nvGrpSpPr>
          <p:grpSpPr>
            <a:xfrm>
              <a:off x="1557232" y="4364554"/>
              <a:ext cx="906470" cy="1127130"/>
              <a:chOff x="1557232" y="4364554"/>
              <a:chExt cx="906470" cy="1127130"/>
            </a:xfrm>
          </p:grpSpPr>
          <p:sp>
            <p:nvSpPr>
              <p:cNvPr id="82" name="AutoShape 3"/>
              <p:cNvSpPr>
                <a:spLocks noChangeAspect="1" noChangeArrowheads="1" noTextEdit="1"/>
              </p:cNvSpPr>
              <p:nvPr/>
            </p:nvSpPr>
            <p:spPr bwMode="auto">
              <a:xfrm>
                <a:off x="1557232" y="4364554"/>
                <a:ext cx="906470" cy="112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3" name="Freeform 5"/>
              <p:cNvSpPr/>
              <p:nvPr/>
            </p:nvSpPr>
            <p:spPr bwMode="auto">
              <a:xfrm>
                <a:off x="2235100" y="4640780"/>
                <a:ext cx="77788" cy="461965"/>
              </a:xfrm>
              <a:custGeom>
                <a:avLst/>
                <a:gdLst>
                  <a:gd name="T0" fmla="*/ 0 w 49"/>
                  <a:gd name="T1" fmla="*/ 291 h 291"/>
                  <a:gd name="T2" fmla="*/ 0 w 49"/>
                  <a:gd name="T3" fmla="*/ 0 h 291"/>
                  <a:gd name="T4" fmla="*/ 0 w 49"/>
                  <a:gd name="T5" fmla="*/ 0 h 291"/>
                  <a:gd name="T6" fmla="*/ 49 w 49"/>
                  <a:gd name="T7" fmla="*/ 0 h 291"/>
                  <a:gd name="T8" fmla="*/ 49 w 49"/>
                  <a:gd name="T9" fmla="*/ 0 h 291"/>
                  <a:gd name="T10" fmla="*/ 49 w 49"/>
                  <a:gd name="T11" fmla="*/ 291 h 291"/>
                </a:gdLst>
                <a:ahLst/>
                <a:cxnLst>
                  <a:cxn ang="0">
                    <a:pos x="T0" y="T1"/>
                  </a:cxn>
                  <a:cxn ang="0">
                    <a:pos x="T2" y="T3"/>
                  </a:cxn>
                  <a:cxn ang="0">
                    <a:pos x="T4" y="T5"/>
                  </a:cxn>
                  <a:cxn ang="0">
                    <a:pos x="T6" y="T7"/>
                  </a:cxn>
                  <a:cxn ang="0">
                    <a:pos x="T8" y="T9"/>
                  </a:cxn>
                  <a:cxn ang="0">
                    <a:pos x="T10" y="T11"/>
                  </a:cxn>
                </a:cxnLst>
                <a:rect l="0" t="0" r="r" b="b"/>
                <a:pathLst>
                  <a:path w="49" h="291">
                    <a:moveTo>
                      <a:pt x="0" y="291"/>
                    </a:moveTo>
                    <a:lnTo>
                      <a:pt x="0" y="0"/>
                    </a:lnTo>
                    <a:lnTo>
                      <a:pt x="0" y="0"/>
                    </a:lnTo>
                    <a:lnTo>
                      <a:pt x="49" y="0"/>
                    </a:lnTo>
                    <a:lnTo>
                      <a:pt x="49" y="0"/>
                    </a:lnTo>
                    <a:lnTo>
                      <a:pt x="49" y="291"/>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4" name="Freeform 6"/>
              <p:cNvSpPr/>
              <p:nvPr/>
            </p:nvSpPr>
            <p:spPr bwMode="auto">
              <a:xfrm>
                <a:off x="2104924" y="4637605"/>
                <a:ext cx="77788" cy="465140"/>
              </a:xfrm>
              <a:custGeom>
                <a:avLst/>
                <a:gdLst>
                  <a:gd name="T0" fmla="*/ 0 w 49"/>
                  <a:gd name="T1" fmla="*/ 293 h 293"/>
                  <a:gd name="T2" fmla="*/ 0 w 49"/>
                  <a:gd name="T3" fmla="*/ 0 h 293"/>
                  <a:gd name="T4" fmla="*/ 0 w 49"/>
                  <a:gd name="T5" fmla="*/ 0 h 293"/>
                  <a:gd name="T6" fmla="*/ 49 w 49"/>
                  <a:gd name="T7" fmla="*/ 0 h 293"/>
                  <a:gd name="T8" fmla="*/ 49 w 49"/>
                  <a:gd name="T9" fmla="*/ 0 h 293"/>
                  <a:gd name="T10" fmla="*/ 49 w 49"/>
                  <a:gd name="T11" fmla="*/ 293 h 293"/>
                </a:gdLst>
                <a:ahLst/>
                <a:cxnLst>
                  <a:cxn ang="0">
                    <a:pos x="T0" y="T1"/>
                  </a:cxn>
                  <a:cxn ang="0">
                    <a:pos x="T2" y="T3"/>
                  </a:cxn>
                  <a:cxn ang="0">
                    <a:pos x="T4" y="T5"/>
                  </a:cxn>
                  <a:cxn ang="0">
                    <a:pos x="T6" y="T7"/>
                  </a:cxn>
                  <a:cxn ang="0">
                    <a:pos x="T8" y="T9"/>
                  </a:cxn>
                  <a:cxn ang="0">
                    <a:pos x="T10" y="T11"/>
                  </a:cxn>
                </a:cxnLst>
                <a:rect l="0" t="0" r="r" b="b"/>
                <a:pathLst>
                  <a:path w="49" h="293">
                    <a:moveTo>
                      <a:pt x="0" y="293"/>
                    </a:moveTo>
                    <a:lnTo>
                      <a:pt x="0" y="0"/>
                    </a:lnTo>
                    <a:lnTo>
                      <a:pt x="0" y="0"/>
                    </a:lnTo>
                    <a:lnTo>
                      <a:pt x="49" y="0"/>
                    </a:lnTo>
                    <a:lnTo>
                      <a:pt x="49" y="0"/>
                    </a:lnTo>
                    <a:lnTo>
                      <a:pt x="49" y="293"/>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5" name="Freeform 7"/>
              <p:cNvSpPr/>
              <p:nvPr/>
            </p:nvSpPr>
            <p:spPr bwMode="auto">
              <a:xfrm>
                <a:off x="1974748" y="4624905"/>
                <a:ext cx="77788" cy="477840"/>
              </a:xfrm>
              <a:custGeom>
                <a:avLst/>
                <a:gdLst>
                  <a:gd name="T0" fmla="*/ 0 w 49"/>
                  <a:gd name="T1" fmla="*/ 301 h 301"/>
                  <a:gd name="T2" fmla="*/ 0 w 49"/>
                  <a:gd name="T3" fmla="*/ 0 h 301"/>
                  <a:gd name="T4" fmla="*/ 0 w 49"/>
                  <a:gd name="T5" fmla="*/ 0 h 301"/>
                  <a:gd name="T6" fmla="*/ 49 w 49"/>
                  <a:gd name="T7" fmla="*/ 0 h 301"/>
                  <a:gd name="T8" fmla="*/ 49 w 49"/>
                  <a:gd name="T9" fmla="*/ 0 h 301"/>
                  <a:gd name="T10" fmla="*/ 49 w 49"/>
                  <a:gd name="T11" fmla="*/ 301 h 301"/>
                </a:gdLst>
                <a:ahLst/>
                <a:cxnLst>
                  <a:cxn ang="0">
                    <a:pos x="T0" y="T1"/>
                  </a:cxn>
                  <a:cxn ang="0">
                    <a:pos x="T2" y="T3"/>
                  </a:cxn>
                  <a:cxn ang="0">
                    <a:pos x="T4" y="T5"/>
                  </a:cxn>
                  <a:cxn ang="0">
                    <a:pos x="T6" y="T7"/>
                  </a:cxn>
                  <a:cxn ang="0">
                    <a:pos x="T8" y="T9"/>
                  </a:cxn>
                  <a:cxn ang="0">
                    <a:pos x="T10" y="T11"/>
                  </a:cxn>
                </a:cxnLst>
                <a:rect l="0" t="0" r="r" b="b"/>
                <a:pathLst>
                  <a:path w="49" h="301">
                    <a:moveTo>
                      <a:pt x="0" y="301"/>
                    </a:moveTo>
                    <a:lnTo>
                      <a:pt x="0" y="0"/>
                    </a:lnTo>
                    <a:lnTo>
                      <a:pt x="0" y="0"/>
                    </a:lnTo>
                    <a:lnTo>
                      <a:pt x="49" y="0"/>
                    </a:lnTo>
                    <a:lnTo>
                      <a:pt x="49" y="0"/>
                    </a:lnTo>
                    <a:lnTo>
                      <a:pt x="49" y="301"/>
                    </a:lnTo>
                  </a:path>
                </a:pathLst>
              </a:custGeom>
              <a:noFill/>
              <a:ln w="7938"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6" name="Freeform 8"/>
              <p:cNvSpPr/>
              <p:nvPr/>
            </p:nvSpPr>
            <p:spPr bwMode="auto">
              <a:xfrm>
                <a:off x="1844572" y="4628080"/>
                <a:ext cx="77788" cy="474665"/>
              </a:xfrm>
              <a:custGeom>
                <a:avLst/>
                <a:gdLst>
                  <a:gd name="T0" fmla="*/ 0 w 49"/>
                  <a:gd name="T1" fmla="*/ 299 h 299"/>
                  <a:gd name="T2" fmla="*/ 0 w 49"/>
                  <a:gd name="T3" fmla="*/ 0 h 299"/>
                  <a:gd name="T4" fmla="*/ 0 w 49"/>
                  <a:gd name="T5" fmla="*/ 0 h 299"/>
                  <a:gd name="T6" fmla="*/ 49 w 49"/>
                  <a:gd name="T7" fmla="*/ 0 h 299"/>
                  <a:gd name="T8" fmla="*/ 49 w 49"/>
                  <a:gd name="T9" fmla="*/ 0 h 299"/>
                  <a:gd name="T10" fmla="*/ 49 w 49"/>
                  <a:gd name="T11" fmla="*/ 299 h 299"/>
                </a:gdLst>
                <a:ahLst/>
                <a:cxnLst>
                  <a:cxn ang="0">
                    <a:pos x="T0" y="T1"/>
                  </a:cxn>
                  <a:cxn ang="0">
                    <a:pos x="T2" y="T3"/>
                  </a:cxn>
                  <a:cxn ang="0">
                    <a:pos x="T4" y="T5"/>
                  </a:cxn>
                  <a:cxn ang="0">
                    <a:pos x="T6" y="T7"/>
                  </a:cxn>
                  <a:cxn ang="0">
                    <a:pos x="T8" y="T9"/>
                  </a:cxn>
                  <a:cxn ang="0">
                    <a:pos x="T10" y="T11"/>
                  </a:cxn>
                </a:cxnLst>
                <a:rect l="0" t="0" r="r" b="b"/>
                <a:pathLst>
                  <a:path w="49" h="299">
                    <a:moveTo>
                      <a:pt x="0" y="299"/>
                    </a:moveTo>
                    <a:lnTo>
                      <a:pt x="0" y="0"/>
                    </a:lnTo>
                    <a:lnTo>
                      <a:pt x="0" y="0"/>
                    </a:lnTo>
                    <a:lnTo>
                      <a:pt x="49" y="0"/>
                    </a:lnTo>
                    <a:lnTo>
                      <a:pt x="49" y="0"/>
                    </a:lnTo>
                    <a:lnTo>
                      <a:pt x="49" y="299"/>
                    </a:lnTo>
                  </a:path>
                </a:pathLst>
              </a:custGeom>
              <a:noFill/>
              <a:ln w="793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35" name="Freeform 57"/>
              <p:cNvSpPr>
                <a:spLocks noEditPoints="1"/>
              </p:cNvSpPr>
              <p:nvPr/>
            </p:nvSpPr>
            <p:spPr bwMode="auto">
              <a:xfrm>
                <a:off x="1793771" y="5102745"/>
                <a:ext cx="569917" cy="25400"/>
              </a:xfrm>
              <a:custGeom>
                <a:avLst/>
                <a:gdLst>
                  <a:gd name="T0" fmla="*/ 0 w 359"/>
                  <a:gd name="T1" fmla="*/ 0 h 16"/>
                  <a:gd name="T2" fmla="*/ 359 w 359"/>
                  <a:gd name="T3" fmla="*/ 0 h 16"/>
                  <a:gd name="T4" fmla="*/ 56 w 359"/>
                  <a:gd name="T5" fmla="*/ 16 h 16"/>
                  <a:gd name="T6" fmla="*/ 56 w 359"/>
                  <a:gd name="T7" fmla="*/ 0 h 16"/>
                  <a:gd name="T8" fmla="*/ 138 w 359"/>
                  <a:gd name="T9" fmla="*/ 16 h 16"/>
                  <a:gd name="T10" fmla="*/ 138 w 359"/>
                  <a:gd name="T11" fmla="*/ 0 h 16"/>
                  <a:gd name="T12" fmla="*/ 220 w 359"/>
                  <a:gd name="T13" fmla="*/ 16 h 16"/>
                  <a:gd name="T14" fmla="*/ 220 w 359"/>
                  <a:gd name="T15" fmla="*/ 0 h 16"/>
                  <a:gd name="T16" fmla="*/ 303 w 359"/>
                  <a:gd name="T17" fmla="*/ 16 h 16"/>
                  <a:gd name="T18" fmla="*/ 303 w 35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6">
                    <a:moveTo>
                      <a:pt x="0" y="0"/>
                    </a:moveTo>
                    <a:lnTo>
                      <a:pt x="359" y="0"/>
                    </a:lnTo>
                    <a:moveTo>
                      <a:pt x="56" y="16"/>
                    </a:moveTo>
                    <a:lnTo>
                      <a:pt x="56" y="0"/>
                    </a:lnTo>
                    <a:moveTo>
                      <a:pt x="138" y="16"/>
                    </a:moveTo>
                    <a:lnTo>
                      <a:pt x="138" y="0"/>
                    </a:lnTo>
                    <a:moveTo>
                      <a:pt x="220" y="16"/>
                    </a:moveTo>
                    <a:lnTo>
                      <a:pt x="220" y="0"/>
                    </a:lnTo>
                    <a:moveTo>
                      <a:pt x="303" y="16"/>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36" name="Rectangle 58"/>
              <p:cNvSpPr>
                <a:spLocks noChangeArrowheads="1"/>
              </p:cNvSpPr>
              <p:nvPr/>
            </p:nvSpPr>
            <p:spPr bwMode="auto">
              <a:xfrm>
                <a:off x="1630949" y="5034683"/>
                <a:ext cx="266595"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80</a:t>
                </a:r>
              </a:p>
            </p:txBody>
          </p:sp>
          <p:sp>
            <p:nvSpPr>
              <p:cNvPr id="137" name="Rectangle 59"/>
              <p:cNvSpPr>
                <a:spLocks noChangeArrowheads="1"/>
              </p:cNvSpPr>
              <p:nvPr/>
            </p:nvSpPr>
            <p:spPr bwMode="auto">
              <a:xfrm>
                <a:off x="1626023" y="4757367"/>
                <a:ext cx="242890"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90</a:t>
                </a:r>
              </a:p>
            </p:txBody>
          </p:sp>
          <p:sp>
            <p:nvSpPr>
              <p:cNvPr id="139" name="Freeform 61"/>
              <p:cNvSpPr>
                <a:spLocks noEditPoints="1"/>
              </p:cNvSpPr>
              <p:nvPr/>
            </p:nvSpPr>
            <p:spPr bwMode="auto">
              <a:xfrm>
                <a:off x="1773134" y="4536005"/>
                <a:ext cx="23813" cy="569915"/>
              </a:xfrm>
              <a:custGeom>
                <a:avLst/>
                <a:gdLst>
                  <a:gd name="T0" fmla="*/ 15 w 15"/>
                  <a:gd name="T1" fmla="*/ 359 h 359"/>
                  <a:gd name="T2" fmla="*/ 15 w 15"/>
                  <a:gd name="T3" fmla="*/ 0 h 359"/>
                  <a:gd name="T4" fmla="*/ 15 w 15"/>
                  <a:gd name="T5" fmla="*/ 357 h 359"/>
                  <a:gd name="T6" fmla="*/ 0 w 15"/>
                  <a:gd name="T7" fmla="*/ 357 h 359"/>
                  <a:gd name="T8" fmla="*/ 15 w 15"/>
                  <a:gd name="T9" fmla="*/ 180 h 359"/>
                  <a:gd name="T10" fmla="*/ 0 w 15"/>
                  <a:gd name="T11" fmla="*/ 180 h 359"/>
                  <a:gd name="T12" fmla="*/ 15 w 15"/>
                  <a:gd name="T13" fmla="*/ 2 h 359"/>
                  <a:gd name="T14" fmla="*/ 0 w 15"/>
                  <a:gd name="T15" fmla="*/ 2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80"/>
                    </a:moveTo>
                    <a:lnTo>
                      <a:pt x="0" y="180"/>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0" name="Line 62"/>
              <p:cNvSpPr>
                <a:spLocks noChangeShapeType="1"/>
              </p:cNvSpPr>
              <p:nvPr/>
            </p:nvSpPr>
            <p:spPr bwMode="auto">
              <a:xfrm>
                <a:off x="2274788" y="4621730"/>
                <a:ext cx="0" cy="158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1" name="Line 63"/>
              <p:cNvSpPr>
                <a:spLocks noChangeShapeType="1"/>
              </p:cNvSpPr>
              <p:nvPr/>
            </p:nvSpPr>
            <p:spPr bwMode="auto">
              <a:xfrm>
                <a:off x="2274788" y="4637605"/>
                <a:ext cx="0" cy="158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2" name="Line 64"/>
              <p:cNvSpPr>
                <a:spLocks noChangeShapeType="1"/>
              </p:cNvSpPr>
              <p:nvPr/>
            </p:nvSpPr>
            <p:spPr bwMode="auto">
              <a:xfrm>
                <a:off x="2252563" y="4621730"/>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3" name="Line 65"/>
              <p:cNvSpPr>
                <a:spLocks noChangeShapeType="1"/>
              </p:cNvSpPr>
              <p:nvPr/>
            </p:nvSpPr>
            <p:spPr bwMode="auto">
              <a:xfrm>
                <a:off x="2252563" y="4653480"/>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4" name="Freeform 66"/>
              <p:cNvSpPr/>
              <p:nvPr/>
            </p:nvSpPr>
            <p:spPr bwMode="auto">
              <a:xfrm>
                <a:off x="2230338" y="4640780"/>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5" name="Freeform 67"/>
              <p:cNvSpPr/>
              <p:nvPr/>
            </p:nvSpPr>
            <p:spPr bwMode="auto">
              <a:xfrm>
                <a:off x="2230338" y="4640780"/>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6" name="Freeform 68"/>
              <p:cNvSpPr/>
              <p:nvPr/>
            </p:nvSpPr>
            <p:spPr bwMode="auto">
              <a:xfrm>
                <a:off x="2262088" y="461061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7" name="Freeform 69"/>
              <p:cNvSpPr/>
              <p:nvPr/>
            </p:nvSpPr>
            <p:spPr bwMode="auto">
              <a:xfrm>
                <a:off x="2262088" y="461061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8" name="Freeform 70"/>
              <p:cNvSpPr/>
              <p:nvPr/>
            </p:nvSpPr>
            <p:spPr bwMode="auto">
              <a:xfrm>
                <a:off x="2295426" y="462649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9" name="Freeform 71"/>
              <p:cNvSpPr/>
              <p:nvPr/>
            </p:nvSpPr>
            <p:spPr bwMode="auto">
              <a:xfrm>
                <a:off x="2295426" y="462649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0" name="Line 72"/>
              <p:cNvSpPr>
                <a:spLocks noChangeShapeType="1"/>
              </p:cNvSpPr>
              <p:nvPr/>
            </p:nvSpPr>
            <p:spPr bwMode="auto">
              <a:xfrm>
                <a:off x="2143024" y="4612205"/>
                <a:ext cx="0" cy="206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1" name="Line 73"/>
              <p:cNvSpPr>
                <a:spLocks noChangeShapeType="1"/>
              </p:cNvSpPr>
              <p:nvPr/>
            </p:nvSpPr>
            <p:spPr bwMode="auto">
              <a:xfrm>
                <a:off x="2143024" y="4632843"/>
                <a:ext cx="0" cy="2222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2" name="Line 74"/>
              <p:cNvSpPr>
                <a:spLocks noChangeShapeType="1"/>
              </p:cNvSpPr>
              <p:nvPr/>
            </p:nvSpPr>
            <p:spPr bwMode="auto">
              <a:xfrm>
                <a:off x="2122387" y="4612205"/>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3" name="Line 75"/>
              <p:cNvSpPr>
                <a:spLocks noChangeShapeType="1"/>
              </p:cNvSpPr>
              <p:nvPr/>
            </p:nvSpPr>
            <p:spPr bwMode="auto">
              <a:xfrm>
                <a:off x="2122387" y="4655068"/>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4" name="Freeform 76"/>
              <p:cNvSpPr/>
              <p:nvPr/>
            </p:nvSpPr>
            <p:spPr bwMode="auto">
              <a:xfrm>
                <a:off x="2131912" y="4601093"/>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5" name="Freeform 77"/>
              <p:cNvSpPr/>
              <p:nvPr/>
            </p:nvSpPr>
            <p:spPr bwMode="auto">
              <a:xfrm>
                <a:off x="2131912" y="4601093"/>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6" name="Freeform 78"/>
              <p:cNvSpPr/>
              <p:nvPr/>
            </p:nvSpPr>
            <p:spPr bwMode="auto">
              <a:xfrm>
                <a:off x="2131912" y="4643955"/>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7" name="Freeform 79"/>
              <p:cNvSpPr/>
              <p:nvPr/>
            </p:nvSpPr>
            <p:spPr bwMode="auto">
              <a:xfrm>
                <a:off x="2131912" y="4643955"/>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8" name="Freeform 80"/>
              <p:cNvSpPr/>
              <p:nvPr/>
            </p:nvSpPr>
            <p:spPr bwMode="auto">
              <a:xfrm>
                <a:off x="2165250" y="4621730"/>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9" name="Freeform 81"/>
              <p:cNvSpPr/>
              <p:nvPr/>
            </p:nvSpPr>
            <p:spPr bwMode="auto">
              <a:xfrm>
                <a:off x="2165250" y="4621730"/>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0" name="Line 82"/>
              <p:cNvSpPr>
                <a:spLocks noChangeShapeType="1"/>
              </p:cNvSpPr>
              <p:nvPr/>
            </p:nvSpPr>
            <p:spPr bwMode="auto">
              <a:xfrm>
                <a:off x="2012848" y="4613793"/>
                <a:ext cx="0" cy="63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1" name="Line 83"/>
              <p:cNvSpPr>
                <a:spLocks noChangeShapeType="1"/>
              </p:cNvSpPr>
              <p:nvPr/>
            </p:nvSpPr>
            <p:spPr bwMode="auto">
              <a:xfrm>
                <a:off x="2012848" y="4620143"/>
                <a:ext cx="0" cy="63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2" name="Line 84"/>
              <p:cNvSpPr>
                <a:spLocks noChangeShapeType="1"/>
              </p:cNvSpPr>
              <p:nvPr/>
            </p:nvSpPr>
            <p:spPr bwMode="auto">
              <a:xfrm>
                <a:off x="1992211" y="4613793"/>
                <a:ext cx="42863"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3" name="Line 85"/>
              <p:cNvSpPr>
                <a:spLocks noChangeShapeType="1"/>
              </p:cNvSpPr>
              <p:nvPr/>
            </p:nvSpPr>
            <p:spPr bwMode="auto">
              <a:xfrm>
                <a:off x="1992211" y="4626493"/>
                <a:ext cx="42863"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4" name="Rectangle 86"/>
              <p:cNvSpPr>
                <a:spLocks noChangeArrowheads="1"/>
              </p:cNvSpPr>
              <p:nvPr/>
            </p:nvSpPr>
            <p:spPr bwMode="auto">
              <a:xfrm>
                <a:off x="2001736" y="4601093"/>
                <a:ext cx="23813"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5" name="Rectangle 87"/>
              <p:cNvSpPr>
                <a:spLocks noChangeArrowheads="1"/>
              </p:cNvSpPr>
              <p:nvPr/>
            </p:nvSpPr>
            <p:spPr bwMode="auto">
              <a:xfrm>
                <a:off x="2001736" y="4601093"/>
                <a:ext cx="23813"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6" name="Rectangle 88"/>
              <p:cNvSpPr>
                <a:spLocks noChangeArrowheads="1"/>
              </p:cNvSpPr>
              <p:nvPr/>
            </p:nvSpPr>
            <p:spPr bwMode="auto">
              <a:xfrm>
                <a:off x="1969985" y="4612205"/>
                <a:ext cx="22225" cy="2381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7" name="Rectangle 89"/>
              <p:cNvSpPr>
                <a:spLocks noChangeArrowheads="1"/>
              </p:cNvSpPr>
              <p:nvPr/>
            </p:nvSpPr>
            <p:spPr bwMode="auto">
              <a:xfrm>
                <a:off x="1969985" y="4612205"/>
                <a:ext cx="22225" cy="2381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8" name="Rectangle 90"/>
              <p:cNvSpPr>
                <a:spLocks noChangeArrowheads="1"/>
              </p:cNvSpPr>
              <p:nvPr/>
            </p:nvSpPr>
            <p:spPr bwMode="auto">
              <a:xfrm>
                <a:off x="2033486" y="4612205"/>
                <a:ext cx="23813" cy="2381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9" name="Rectangle 91"/>
              <p:cNvSpPr>
                <a:spLocks noChangeArrowheads="1"/>
              </p:cNvSpPr>
              <p:nvPr/>
            </p:nvSpPr>
            <p:spPr bwMode="auto">
              <a:xfrm>
                <a:off x="2033486" y="4612205"/>
                <a:ext cx="23813" cy="2381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0" name="Line 92"/>
              <p:cNvSpPr>
                <a:spLocks noChangeShapeType="1"/>
              </p:cNvSpPr>
              <p:nvPr/>
            </p:nvSpPr>
            <p:spPr bwMode="auto">
              <a:xfrm>
                <a:off x="1882672" y="4605855"/>
                <a:ext cx="0" cy="17463"/>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1" name="Line 93"/>
              <p:cNvSpPr>
                <a:spLocks noChangeShapeType="1"/>
              </p:cNvSpPr>
              <p:nvPr/>
            </p:nvSpPr>
            <p:spPr bwMode="auto">
              <a:xfrm>
                <a:off x="1882672" y="4623318"/>
                <a:ext cx="0" cy="17463"/>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2" name="Line 94"/>
              <p:cNvSpPr>
                <a:spLocks noChangeShapeType="1"/>
              </p:cNvSpPr>
              <p:nvPr/>
            </p:nvSpPr>
            <p:spPr bwMode="auto">
              <a:xfrm>
                <a:off x="1862035" y="4605855"/>
                <a:ext cx="4286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3" name="Line 95"/>
              <p:cNvSpPr>
                <a:spLocks noChangeShapeType="1"/>
              </p:cNvSpPr>
              <p:nvPr/>
            </p:nvSpPr>
            <p:spPr bwMode="auto">
              <a:xfrm>
                <a:off x="1862035" y="4640780"/>
                <a:ext cx="4286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4" name="Oval 96"/>
              <p:cNvSpPr>
                <a:spLocks noChangeArrowheads="1"/>
              </p:cNvSpPr>
              <p:nvPr/>
            </p:nvSpPr>
            <p:spPr bwMode="auto">
              <a:xfrm>
                <a:off x="1871560" y="4593155"/>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5" name="Oval 97"/>
              <p:cNvSpPr>
                <a:spLocks noChangeArrowheads="1"/>
              </p:cNvSpPr>
              <p:nvPr/>
            </p:nvSpPr>
            <p:spPr bwMode="auto">
              <a:xfrm>
                <a:off x="1871560" y="4593155"/>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6" name="Oval 98"/>
              <p:cNvSpPr>
                <a:spLocks noChangeArrowheads="1"/>
              </p:cNvSpPr>
              <p:nvPr/>
            </p:nvSpPr>
            <p:spPr bwMode="auto">
              <a:xfrm>
                <a:off x="1903310" y="4615380"/>
                <a:ext cx="23813"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7" name="Oval 99"/>
              <p:cNvSpPr>
                <a:spLocks noChangeArrowheads="1"/>
              </p:cNvSpPr>
              <p:nvPr/>
            </p:nvSpPr>
            <p:spPr bwMode="auto">
              <a:xfrm>
                <a:off x="1903310" y="4615380"/>
                <a:ext cx="23813"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8" name="Oval 100"/>
              <p:cNvSpPr>
                <a:spLocks noChangeArrowheads="1"/>
              </p:cNvSpPr>
              <p:nvPr/>
            </p:nvSpPr>
            <p:spPr bwMode="auto">
              <a:xfrm>
                <a:off x="1839809" y="4626493"/>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9" name="Oval 101"/>
              <p:cNvSpPr>
                <a:spLocks noChangeArrowheads="1"/>
              </p:cNvSpPr>
              <p:nvPr/>
            </p:nvSpPr>
            <p:spPr bwMode="auto">
              <a:xfrm>
                <a:off x="1839809" y="4626493"/>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grpSp>
        <p:sp>
          <p:nvSpPr>
            <p:cNvPr id="304" name="Rectangle 20"/>
            <p:cNvSpPr>
              <a:spLocks noChangeArrowheads="1"/>
            </p:cNvSpPr>
            <p:nvPr/>
          </p:nvSpPr>
          <p:spPr bwMode="auto">
            <a:xfrm rot="18900000">
              <a:off x="1523063" y="5269895"/>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305" name="Rectangle 20"/>
            <p:cNvSpPr>
              <a:spLocks noChangeArrowheads="1"/>
            </p:cNvSpPr>
            <p:nvPr/>
          </p:nvSpPr>
          <p:spPr bwMode="auto">
            <a:xfrm rot="18900000">
              <a:off x="1653007" y="5269895"/>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306" name="Rectangle 20"/>
            <p:cNvSpPr>
              <a:spLocks noChangeArrowheads="1"/>
            </p:cNvSpPr>
            <p:nvPr/>
          </p:nvSpPr>
          <p:spPr bwMode="auto">
            <a:xfrm rot="18900000">
              <a:off x="1784998" y="5274660"/>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307" name="Rectangle 20"/>
            <p:cNvSpPr>
              <a:spLocks noChangeArrowheads="1"/>
            </p:cNvSpPr>
            <p:nvPr/>
          </p:nvSpPr>
          <p:spPr bwMode="auto">
            <a:xfrm rot="18900000">
              <a:off x="1916082" y="5269894"/>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mRNA-LNP</a:t>
              </a:r>
              <a:endParaRPr lang="zh-CN" altLang="zh-CN" sz="2610" dirty="0">
                <a:cs typeface="Arial" panose="020B0604020202090204" pitchFamily="34" charset="0"/>
              </a:endParaRPr>
            </a:p>
          </p:txBody>
        </p:sp>
        <p:sp>
          <p:nvSpPr>
            <p:cNvPr id="311" name="文本框 310"/>
            <p:cNvSpPr txBox="1"/>
            <p:nvPr/>
          </p:nvSpPr>
          <p:spPr>
            <a:xfrm rot="16200000">
              <a:off x="1131465" y="4704829"/>
              <a:ext cx="975614" cy="147753"/>
            </a:xfrm>
            <a:prstGeom prst="rect">
              <a:avLst/>
            </a:prstGeom>
            <a:noFill/>
          </p:spPr>
          <p:txBody>
            <a:bodyPr wrap="square" rtlCol="0">
              <a:spAutoFit/>
            </a:bodyPr>
            <a:lstStyle>
              <a:defPPr>
                <a:defRPr lang="en-US"/>
              </a:defPPr>
              <a:lvl1pPr>
                <a:defRPr sz="500">
                  <a:latin typeface="Arial" panose="020B0604020202090204" pitchFamily="34" charset="0"/>
                  <a:cs typeface="Arial" panose="020B0604020202090204" pitchFamily="34" charset="0"/>
                </a:defRPr>
              </a:lvl1pPr>
            </a:lstStyle>
            <a:p>
              <a:r>
                <a:rPr lang="en-US" altLang="zh-CN" sz="650" dirty="0"/>
                <a:t>Encapsulation efficiency (%)</a:t>
              </a:r>
            </a:p>
          </p:txBody>
        </p:sp>
        <p:sp>
          <p:nvSpPr>
            <p:cNvPr id="312" name="文本框 311"/>
            <p:cNvSpPr txBox="1"/>
            <p:nvPr/>
          </p:nvSpPr>
          <p:spPr>
            <a:xfrm>
              <a:off x="1604125" y="4475640"/>
              <a:ext cx="298098"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100</a:t>
              </a:r>
              <a:endParaRPr lang="zh-CN" altLang="en-US" sz="520" dirty="0">
                <a:latin typeface="Arial" panose="020B0604020202090204" pitchFamily="34" charset="0"/>
                <a:cs typeface="Arial" panose="020B0604020202090204" pitchFamily="34" charset="0"/>
              </a:endParaRPr>
            </a:p>
          </p:txBody>
        </p:sp>
      </p:grpSp>
      <p:grpSp>
        <p:nvGrpSpPr>
          <p:cNvPr id="467" name="组合 466"/>
          <p:cNvGrpSpPr/>
          <p:nvPr/>
        </p:nvGrpSpPr>
        <p:grpSpPr>
          <a:xfrm>
            <a:off x="5134370" y="3986353"/>
            <a:ext cx="1112417" cy="1147554"/>
            <a:chOff x="-58095" y="4471633"/>
            <a:chExt cx="853031" cy="879975"/>
          </a:xfrm>
        </p:grpSpPr>
        <p:grpSp>
          <p:nvGrpSpPr>
            <p:cNvPr id="466" name="组合 465"/>
            <p:cNvGrpSpPr/>
            <p:nvPr/>
          </p:nvGrpSpPr>
          <p:grpSpPr>
            <a:xfrm>
              <a:off x="-58095" y="4471633"/>
              <a:ext cx="853031" cy="879975"/>
              <a:chOff x="-58095" y="4471633"/>
              <a:chExt cx="853031" cy="879975"/>
            </a:xfrm>
          </p:grpSpPr>
          <p:sp>
            <p:nvSpPr>
              <p:cNvPr id="316" name="Freeform 214"/>
              <p:cNvSpPr/>
              <p:nvPr/>
            </p:nvSpPr>
            <p:spPr bwMode="auto">
              <a:xfrm>
                <a:off x="658813" y="5005388"/>
                <a:ext cx="77788" cy="101600"/>
              </a:xfrm>
              <a:custGeom>
                <a:avLst/>
                <a:gdLst>
                  <a:gd name="T0" fmla="*/ 0 w 49"/>
                  <a:gd name="T1" fmla="*/ 64 h 64"/>
                  <a:gd name="T2" fmla="*/ 0 w 49"/>
                  <a:gd name="T3" fmla="*/ 0 h 64"/>
                  <a:gd name="T4" fmla="*/ 0 w 49"/>
                  <a:gd name="T5" fmla="*/ 0 h 64"/>
                  <a:gd name="T6" fmla="*/ 49 w 49"/>
                  <a:gd name="T7" fmla="*/ 0 h 64"/>
                  <a:gd name="T8" fmla="*/ 49 w 49"/>
                  <a:gd name="T9" fmla="*/ 0 h 64"/>
                  <a:gd name="T10" fmla="*/ 49 w 49"/>
                  <a:gd name="T11" fmla="*/ 64 h 64"/>
                </a:gdLst>
                <a:ahLst/>
                <a:cxnLst>
                  <a:cxn ang="0">
                    <a:pos x="T0" y="T1"/>
                  </a:cxn>
                  <a:cxn ang="0">
                    <a:pos x="T2" y="T3"/>
                  </a:cxn>
                  <a:cxn ang="0">
                    <a:pos x="T4" y="T5"/>
                  </a:cxn>
                  <a:cxn ang="0">
                    <a:pos x="T6" y="T7"/>
                  </a:cxn>
                  <a:cxn ang="0">
                    <a:pos x="T8" y="T9"/>
                  </a:cxn>
                  <a:cxn ang="0">
                    <a:pos x="T10" y="T11"/>
                  </a:cxn>
                </a:cxnLst>
                <a:rect l="0" t="0" r="r" b="b"/>
                <a:pathLst>
                  <a:path w="49" h="64">
                    <a:moveTo>
                      <a:pt x="0" y="64"/>
                    </a:moveTo>
                    <a:lnTo>
                      <a:pt x="0" y="0"/>
                    </a:lnTo>
                    <a:lnTo>
                      <a:pt x="0" y="0"/>
                    </a:lnTo>
                    <a:lnTo>
                      <a:pt x="49" y="0"/>
                    </a:lnTo>
                    <a:lnTo>
                      <a:pt x="49" y="0"/>
                    </a:lnTo>
                    <a:lnTo>
                      <a:pt x="49" y="64"/>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7" name="Freeform 215"/>
              <p:cNvSpPr/>
              <p:nvPr/>
            </p:nvSpPr>
            <p:spPr bwMode="auto">
              <a:xfrm>
                <a:off x="528638" y="4945063"/>
                <a:ext cx="77788" cy="161925"/>
              </a:xfrm>
              <a:custGeom>
                <a:avLst/>
                <a:gdLst>
                  <a:gd name="T0" fmla="*/ 0 w 49"/>
                  <a:gd name="T1" fmla="*/ 102 h 102"/>
                  <a:gd name="T2" fmla="*/ 0 w 49"/>
                  <a:gd name="T3" fmla="*/ 0 h 102"/>
                  <a:gd name="T4" fmla="*/ 0 w 49"/>
                  <a:gd name="T5" fmla="*/ 0 h 102"/>
                  <a:gd name="T6" fmla="*/ 49 w 49"/>
                  <a:gd name="T7" fmla="*/ 0 h 102"/>
                  <a:gd name="T8" fmla="*/ 49 w 49"/>
                  <a:gd name="T9" fmla="*/ 0 h 102"/>
                  <a:gd name="T10" fmla="*/ 49 w 49"/>
                  <a:gd name="T11" fmla="*/ 102 h 102"/>
                </a:gdLst>
                <a:ahLst/>
                <a:cxnLst>
                  <a:cxn ang="0">
                    <a:pos x="T0" y="T1"/>
                  </a:cxn>
                  <a:cxn ang="0">
                    <a:pos x="T2" y="T3"/>
                  </a:cxn>
                  <a:cxn ang="0">
                    <a:pos x="T4" y="T5"/>
                  </a:cxn>
                  <a:cxn ang="0">
                    <a:pos x="T6" y="T7"/>
                  </a:cxn>
                  <a:cxn ang="0">
                    <a:pos x="T8" y="T9"/>
                  </a:cxn>
                  <a:cxn ang="0">
                    <a:pos x="T10" y="T11"/>
                  </a:cxn>
                </a:cxnLst>
                <a:rect l="0" t="0" r="r" b="b"/>
                <a:pathLst>
                  <a:path w="49" h="102">
                    <a:moveTo>
                      <a:pt x="0" y="102"/>
                    </a:moveTo>
                    <a:lnTo>
                      <a:pt x="0" y="0"/>
                    </a:lnTo>
                    <a:lnTo>
                      <a:pt x="0" y="0"/>
                    </a:lnTo>
                    <a:lnTo>
                      <a:pt x="49" y="0"/>
                    </a:lnTo>
                    <a:lnTo>
                      <a:pt x="49" y="0"/>
                    </a:lnTo>
                    <a:lnTo>
                      <a:pt x="49" y="102"/>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8" name="Freeform 216"/>
              <p:cNvSpPr/>
              <p:nvPr/>
            </p:nvSpPr>
            <p:spPr bwMode="auto">
              <a:xfrm>
                <a:off x="398463" y="4897438"/>
                <a:ext cx="77788" cy="209550"/>
              </a:xfrm>
              <a:custGeom>
                <a:avLst/>
                <a:gdLst>
                  <a:gd name="T0" fmla="*/ 0 w 49"/>
                  <a:gd name="T1" fmla="*/ 132 h 132"/>
                  <a:gd name="T2" fmla="*/ 0 w 49"/>
                  <a:gd name="T3" fmla="*/ 0 h 132"/>
                  <a:gd name="T4" fmla="*/ 0 w 49"/>
                  <a:gd name="T5" fmla="*/ 0 h 132"/>
                  <a:gd name="T6" fmla="*/ 49 w 49"/>
                  <a:gd name="T7" fmla="*/ 0 h 132"/>
                  <a:gd name="T8" fmla="*/ 49 w 49"/>
                  <a:gd name="T9" fmla="*/ 0 h 132"/>
                  <a:gd name="T10" fmla="*/ 49 w 49"/>
                  <a:gd name="T11" fmla="*/ 132 h 132"/>
                </a:gdLst>
                <a:ahLst/>
                <a:cxnLst>
                  <a:cxn ang="0">
                    <a:pos x="T0" y="T1"/>
                  </a:cxn>
                  <a:cxn ang="0">
                    <a:pos x="T2" y="T3"/>
                  </a:cxn>
                  <a:cxn ang="0">
                    <a:pos x="T4" y="T5"/>
                  </a:cxn>
                  <a:cxn ang="0">
                    <a:pos x="T6" y="T7"/>
                  </a:cxn>
                  <a:cxn ang="0">
                    <a:pos x="T8" y="T9"/>
                  </a:cxn>
                  <a:cxn ang="0">
                    <a:pos x="T10" y="T11"/>
                  </a:cxn>
                </a:cxnLst>
                <a:rect l="0" t="0" r="r" b="b"/>
                <a:pathLst>
                  <a:path w="49" h="132">
                    <a:moveTo>
                      <a:pt x="0" y="132"/>
                    </a:moveTo>
                    <a:lnTo>
                      <a:pt x="0" y="0"/>
                    </a:lnTo>
                    <a:lnTo>
                      <a:pt x="0" y="0"/>
                    </a:lnTo>
                    <a:lnTo>
                      <a:pt x="49" y="0"/>
                    </a:lnTo>
                    <a:lnTo>
                      <a:pt x="49" y="0"/>
                    </a:lnTo>
                    <a:lnTo>
                      <a:pt x="49" y="132"/>
                    </a:lnTo>
                  </a:path>
                </a:pathLst>
              </a:custGeom>
              <a:noFill/>
              <a:ln w="7938"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9" name="Freeform 217"/>
              <p:cNvSpPr/>
              <p:nvPr/>
            </p:nvSpPr>
            <p:spPr bwMode="auto">
              <a:xfrm>
                <a:off x="268288" y="4776788"/>
                <a:ext cx="77788" cy="330200"/>
              </a:xfrm>
              <a:custGeom>
                <a:avLst/>
                <a:gdLst>
                  <a:gd name="T0" fmla="*/ 0 w 49"/>
                  <a:gd name="T1" fmla="*/ 208 h 208"/>
                  <a:gd name="T2" fmla="*/ 0 w 49"/>
                  <a:gd name="T3" fmla="*/ 0 h 208"/>
                  <a:gd name="T4" fmla="*/ 0 w 49"/>
                  <a:gd name="T5" fmla="*/ 0 h 208"/>
                  <a:gd name="T6" fmla="*/ 49 w 49"/>
                  <a:gd name="T7" fmla="*/ 0 h 208"/>
                  <a:gd name="T8" fmla="*/ 49 w 49"/>
                  <a:gd name="T9" fmla="*/ 0 h 208"/>
                  <a:gd name="T10" fmla="*/ 49 w 49"/>
                  <a:gd name="T11" fmla="*/ 208 h 208"/>
                </a:gdLst>
                <a:ahLst/>
                <a:cxnLst>
                  <a:cxn ang="0">
                    <a:pos x="T0" y="T1"/>
                  </a:cxn>
                  <a:cxn ang="0">
                    <a:pos x="T2" y="T3"/>
                  </a:cxn>
                  <a:cxn ang="0">
                    <a:pos x="T4" y="T5"/>
                  </a:cxn>
                  <a:cxn ang="0">
                    <a:pos x="T6" y="T7"/>
                  </a:cxn>
                  <a:cxn ang="0">
                    <a:pos x="T8" y="T9"/>
                  </a:cxn>
                  <a:cxn ang="0">
                    <a:pos x="T10" y="T11"/>
                  </a:cxn>
                </a:cxnLst>
                <a:rect l="0" t="0" r="r" b="b"/>
                <a:pathLst>
                  <a:path w="49" h="208">
                    <a:moveTo>
                      <a:pt x="0" y="208"/>
                    </a:moveTo>
                    <a:lnTo>
                      <a:pt x="0" y="0"/>
                    </a:lnTo>
                    <a:lnTo>
                      <a:pt x="0" y="0"/>
                    </a:lnTo>
                    <a:lnTo>
                      <a:pt x="49" y="0"/>
                    </a:lnTo>
                    <a:lnTo>
                      <a:pt x="49" y="0"/>
                    </a:lnTo>
                    <a:lnTo>
                      <a:pt x="49" y="208"/>
                    </a:lnTo>
                  </a:path>
                </a:pathLst>
              </a:custGeom>
              <a:noFill/>
              <a:ln w="7938"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 name="Freeform 266"/>
              <p:cNvSpPr>
                <a:spLocks noEditPoints="1"/>
              </p:cNvSpPr>
              <p:nvPr/>
            </p:nvSpPr>
            <p:spPr bwMode="auto">
              <a:xfrm>
                <a:off x="217488" y="5106988"/>
                <a:ext cx="569913" cy="23813"/>
              </a:xfrm>
              <a:custGeom>
                <a:avLst/>
                <a:gdLst>
                  <a:gd name="T0" fmla="*/ 0 w 359"/>
                  <a:gd name="T1" fmla="*/ 0 h 15"/>
                  <a:gd name="T2" fmla="*/ 359 w 359"/>
                  <a:gd name="T3" fmla="*/ 0 h 15"/>
                  <a:gd name="T4" fmla="*/ 56 w 359"/>
                  <a:gd name="T5" fmla="*/ 15 h 15"/>
                  <a:gd name="T6" fmla="*/ 56 w 359"/>
                  <a:gd name="T7" fmla="*/ 0 h 15"/>
                  <a:gd name="T8" fmla="*/ 138 w 359"/>
                  <a:gd name="T9" fmla="*/ 15 h 15"/>
                  <a:gd name="T10" fmla="*/ 138 w 359"/>
                  <a:gd name="T11" fmla="*/ 0 h 15"/>
                  <a:gd name="T12" fmla="*/ 220 w 359"/>
                  <a:gd name="T13" fmla="*/ 15 h 15"/>
                  <a:gd name="T14" fmla="*/ 220 w 359"/>
                  <a:gd name="T15" fmla="*/ 0 h 15"/>
                  <a:gd name="T16" fmla="*/ 303 w 359"/>
                  <a:gd name="T17" fmla="*/ 15 h 15"/>
                  <a:gd name="T18" fmla="*/ 303 w 35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5">
                    <a:moveTo>
                      <a:pt x="0" y="0"/>
                    </a:moveTo>
                    <a:lnTo>
                      <a:pt x="359" y="0"/>
                    </a:lnTo>
                    <a:moveTo>
                      <a:pt x="56" y="15"/>
                    </a:moveTo>
                    <a:lnTo>
                      <a:pt x="56" y="0"/>
                    </a:lnTo>
                    <a:moveTo>
                      <a:pt x="138" y="15"/>
                    </a:moveTo>
                    <a:lnTo>
                      <a:pt x="138" y="0"/>
                    </a:lnTo>
                    <a:moveTo>
                      <a:pt x="220" y="15"/>
                    </a:moveTo>
                    <a:lnTo>
                      <a:pt x="220" y="0"/>
                    </a:lnTo>
                    <a:moveTo>
                      <a:pt x="303" y="15"/>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 name="Rectangle 267"/>
              <p:cNvSpPr>
                <a:spLocks noChangeArrowheads="1"/>
              </p:cNvSpPr>
              <p:nvPr/>
            </p:nvSpPr>
            <p:spPr bwMode="auto">
              <a:xfrm>
                <a:off x="30564" y="5030331"/>
                <a:ext cx="368130"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0.0</a:t>
                </a:r>
              </a:p>
            </p:txBody>
          </p:sp>
          <p:sp>
            <p:nvSpPr>
              <p:cNvPr id="370" name="Rectangle 268"/>
              <p:cNvSpPr>
                <a:spLocks noChangeArrowheads="1"/>
              </p:cNvSpPr>
              <p:nvPr/>
            </p:nvSpPr>
            <p:spPr bwMode="auto">
              <a:xfrm>
                <a:off x="27629" y="4747468"/>
                <a:ext cx="290473"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0.2</a:t>
                </a:r>
              </a:p>
            </p:txBody>
          </p:sp>
          <p:sp>
            <p:nvSpPr>
              <p:cNvPr id="371" name="Rectangle 269"/>
              <p:cNvSpPr>
                <a:spLocks noChangeArrowheads="1"/>
              </p:cNvSpPr>
              <p:nvPr/>
            </p:nvSpPr>
            <p:spPr bwMode="auto">
              <a:xfrm>
                <a:off x="21606" y="4471633"/>
                <a:ext cx="295893"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0.4</a:t>
                </a:r>
              </a:p>
            </p:txBody>
          </p:sp>
          <p:sp>
            <p:nvSpPr>
              <p:cNvPr id="372" name="Freeform 270"/>
              <p:cNvSpPr>
                <a:spLocks noEditPoints="1"/>
              </p:cNvSpPr>
              <p:nvPr/>
            </p:nvSpPr>
            <p:spPr bwMode="auto">
              <a:xfrm>
                <a:off x="196850" y="4540250"/>
                <a:ext cx="23813" cy="569913"/>
              </a:xfrm>
              <a:custGeom>
                <a:avLst/>
                <a:gdLst>
                  <a:gd name="T0" fmla="*/ 15 w 15"/>
                  <a:gd name="T1" fmla="*/ 359 h 359"/>
                  <a:gd name="T2" fmla="*/ 15 w 15"/>
                  <a:gd name="T3" fmla="*/ 0 h 359"/>
                  <a:gd name="T4" fmla="*/ 15 w 15"/>
                  <a:gd name="T5" fmla="*/ 357 h 359"/>
                  <a:gd name="T6" fmla="*/ 0 w 15"/>
                  <a:gd name="T7" fmla="*/ 357 h 359"/>
                  <a:gd name="T8" fmla="*/ 15 w 15"/>
                  <a:gd name="T9" fmla="*/ 180 h 359"/>
                  <a:gd name="T10" fmla="*/ 0 w 15"/>
                  <a:gd name="T11" fmla="*/ 180 h 359"/>
                  <a:gd name="T12" fmla="*/ 15 w 15"/>
                  <a:gd name="T13" fmla="*/ 2 h 359"/>
                  <a:gd name="T14" fmla="*/ 0 w 15"/>
                  <a:gd name="T15" fmla="*/ 2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80"/>
                    </a:moveTo>
                    <a:lnTo>
                      <a:pt x="0" y="180"/>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 name="Line 271"/>
              <p:cNvSpPr>
                <a:spLocks noChangeShapeType="1"/>
              </p:cNvSpPr>
              <p:nvPr/>
            </p:nvSpPr>
            <p:spPr bwMode="auto">
              <a:xfrm>
                <a:off x="698500" y="4964113"/>
                <a:ext cx="0" cy="3810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 name="Line 272"/>
              <p:cNvSpPr>
                <a:spLocks noChangeShapeType="1"/>
              </p:cNvSpPr>
              <p:nvPr/>
            </p:nvSpPr>
            <p:spPr bwMode="auto">
              <a:xfrm>
                <a:off x="698500" y="5002213"/>
                <a:ext cx="0" cy="3651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 name="Line 273"/>
              <p:cNvSpPr>
                <a:spLocks noChangeShapeType="1"/>
              </p:cNvSpPr>
              <p:nvPr/>
            </p:nvSpPr>
            <p:spPr bwMode="auto">
              <a:xfrm>
                <a:off x="676275" y="4964113"/>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 name="Line 274"/>
              <p:cNvSpPr>
                <a:spLocks noChangeShapeType="1"/>
              </p:cNvSpPr>
              <p:nvPr/>
            </p:nvSpPr>
            <p:spPr bwMode="auto">
              <a:xfrm>
                <a:off x="676275" y="5038725"/>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7" name="Freeform 275"/>
              <p:cNvSpPr/>
              <p:nvPr/>
            </p:nvSpPr>
            <p:spPr bwMode="auto">
              <a:xfrm>
                <a:off x="654050" y="5014913"/>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8" name="Freeform 276"/>
              <p:cNvSpPr/>
              <p:nvPr/>
            </p:nvSpPr>
            <p:spPr bwMode="auto">
              <a:xfrm>
                <a:off x="654050" y="5014913"/>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9" name="Freeform 277"/>
              <p:cNvSpPr/>
              <p:nvPr/>
            </p:nvSpPr>
            <p:spPr bwMode="auto">
              <a:xfrm>
                <a:off x="685800" y="494823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0" name="Freeform 278"/>
              <p:cNvSpPr/>
              <p:nvPr/>
            </p:nvSpPr>
            <p:spPr bwMode="auto">
              <a:xfrm>
                <a:off x="685800" y="494823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1" name="Freeform 279"/>
              <p:cNvSpPr/>
              <p:nvPr/>
            </p:nvSpPr>
            <p:spPr bwMode="auto">
              <a:xfrm>
                <a:off x="719138" y="500856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2" name="Freeform 280"/>
              <p:cNvSpPr/>
              <p:nvPr/>
            </p:nvSpPr>
            <p:spPr bwMode="auto">
              <a:xfrm>
                <a:off x="719138" y="500856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3" name="Line 281"/>
              <p:cNvSpPr>
                <a:spLocks noChangeShapeType="1"/>
              </p:cNvSpPr>
              <p:nvPr/>
            </p:nvSpPr>
            <p:spPr bwMode="auto">
              <a:xfrm>
                <a:off x="566738" y="4924425"/>
                <a:ext cx="0" cy="17463"/>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4" name="Line 282"/>
              <p:cNvSpPr>
                <a:spLocks noChangeShapeType="1"/>
              </p:cNvSpPr>
              <p:nvPr/>
            </p:nvSpPr>
            <p:spPr bwMode="auto">
              <a:xfrm>
                <a:off x="566738" y="4941888"/>
                <a:ext cx="0" cy="17463"/>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5" name="Line 283"/>
              <p:cNvSpPr>
                <a:spLocks noChangeShapeType="1"/>
              </p:cNvSpPr>
              <p:nvPr/>
            </p:nvSpPr>
            <p:spPr bwMode="auto">
              <a:xfrm>
                <a:off x="546100" y="4924425"/>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6" name="Line 284"/>
              <p:cNvSpPr>
                <a:spLocks noChangeShapeType="1"/>
              </p:cNvSpPr>
              <p:nvPr/>
            </p:nvSpPr>
            <p:spPr bwMode="auto">
              <a:xfrm>
                <a:off x="546100" y="4959350"/>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7" name="Freeform 285"/>
              <p:cNvSpPr/>
              <p:nvPr/>
            </p:nvSpPr>
            <p:spPr bwMode="auto">
              <a:xfrm>
                <a:off x="555625" y="49498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8" name="Freeform 286"/>
              <p:cNvSpPr/>
              <p:nvPr/>
            </p:nvSpPr>
            <p:spPr bwMode="auto">
              <a:xfrm>
                <a:off x="555625" y="49498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9" name="Freeform 287"/>
              <p:cNvSpPr/>
              <p:nvPr/>
            </p:nvSpPr>
            <p:spPr bwMode="auto">
              <a:xfrm>
                <a:off x="555625" y="4921250"/>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90" name="Freeform 288"/>
              <p:cNvSpPr/>
              <p:nvPr/>
            </p:nvSpPr>
            <p:spPr bwMode="auto">
              <a:xfrm>
                <a:off x="555625" y="4921250"/>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1" name="Freeform 289"/>
              <p:cNvSpPr/>
              <p:nvPr/>
            </p:nvSpPr>
            <p:spPr bwMode="auto">
              <a:xfrm>
                <a:off x="588963" y="4919663"/>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92" name="Freeform 290"/>
              <p:cNvSpPr/>
              <p:nvPr/>
            </p:nvSpPr>
            <p:spPr bwMode="auto">
              <a:xfrm>
                <a:off x="588963" y="4919663"/>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3" name="Line 291"/>
              <p:cNvSpPr>
                <a:spLocks noChangeShapeType="1"/>
              </p:cNvSpPr>
              <p:nvPr/>
            </p:nvSpPr>
            <p:spPr bwMode="auto">
              <a:xfrm>
                <a:off x="436563" y="4837113"/>
                <a:ext cx="0" cy="55563"/>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4" name="Line 292"/>
              <p:cNvSpPr>
                <a:spLocks noChangeShapeType="1"/>
              </p:cNvSpPr>
              <p:nvPr/>
            </p:nvSpPr>
            <p:spPr bwMode="auto">
              <a:xfrm>
                <a:off x="436563" y="4892675"/>
                <a:ext cx="0" cy="55563"/>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5" name="Line 293"/>
              <p:cNvSpPr>
                <a:spLocks noChangeShapeType="1"/>
              </p:cNvSpPr>
              <p:nvPr/>
            </p:nvSpPr>
            <p:spPr bwMode="auto">
              <a:xfrm>
                <a:off x="415925" y="4837113"/>
                <a:ext cx="42863"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6" name="Line 294"/>
              <p:cNvSpPr>
                <a:spLocks noChangeShapeType="1"/>
              </p:cNvSpPr>
              <p:nvPr/>
            </p:nvSpPr>
            <p:spPr bwMode="auto">
              <a:xfrm>
                <a:off x="415925" y="4948238"/>
                <a:ext cx="42863"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7" name="Rectangle 295"/>
              <p:cNvSpPr>
                <a:spLocks noChangeArrowheads="1"/>
              </p:cNvSpPr>
              <p:nvPr/>
            </p:nvSpPr>
            <p:spPr bwMode="auto">
              <a:xfrm>
                <a:off x="393700" y="4921250"/>
                <a:ext cx="22225" cy="22225"/>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98" name="Rectangle 296"/>
              <p:cNvSpPr>
                <a:spLocks noChangeArrowheads="1"/>
              </p:cNvSpPr>
              <p:nvPr/>
            </p:nvSpPr>
            <p:spPr bwMode="auto">
              <a:xfrm>
                <a:off x="393700" y="4921250"/>
                <a:ext cx="22225" cy="22225"/>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9" name="Rectangle 297"/>
              <p:cNvSpPr>
                <a:spLocks noChangeArrowheads="1"/>
              </p:cNvSpPr>
              <p:nvPr/>
            </p:nvSpPr>
            <p:spPr bwMode="auto">
              <a:xfrm>
                <a:off x="457200" y="4903788"/>
                <a:ext cx="23813" cy="23813"/>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400" name="Rectangle 298"/>
              <p:cNvSpPr>
                <a:spLocks noChangeArrowheads="1"/>
              </p:cNvSpPr>
              <p:nvPr/>
            </p:nvSpPr>
            <p:spPr bwMode="auto">
              <a:xfrm>
                <a:off x="457200" y="4903788"/>
                <a:ext cx="23813" cy="23813"/>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1" name="Rectangle 299"/>
              <p:cNvSpPr>
                <a:spLocks noChangeArrowheads="1"/>
              </p:cNvSpPr>
              <p:nvPr/>
            </p:nvSpPr>
            <p:spPr bwMode="auto">
              <a:xfrm>
                <a:off x="425450" y="4818063"/>
                <a:ext cx="23813" cy="22225"/>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402" name="Rectangle 300"/>
              <p:cNvSpPr>
                <a:spLocks noChangeArrowheads="1"/>
              </p:cNvSpPr>
              <p:nvPr/>
            </p:nvSpPr>
            <p:spPr bwMode="auto">
              <a:xfrm>
                <a:off x="425450" y="4818063"/>
                <a:ext cx="23813" cy="22225"/>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3" name="Line 301"/>
              <p:cNvSpPr>
                <a:spLocks noChangeShapeType="1"/>
              </p:cNvSpPr>
              <p:nvPr/>
            </p:nvSpPr>
            <p:spPr bwMode="auto">
              <a:xfrm>
                <a:off x="306388" y="4706938"/>
                <a:ext cx="0" cy="65088"/>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4" name="Line 302"/>
              <p:cNvSpPr>
                <a:spLocks noChangeShapeType="1"/>
              </p:cNvSpPr>
              <p:nvPr/>
            </p:nvSpPr>
            <p:spPr bwMode="auto">
              <a:xfrm>
                <a:off x="306388" y="4772025"/>
                <a:ext cx="0" cy="666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5" name="Line 303"/>
              <p:cNvSpPr>
                <a:spLocks noChangeShapeType="1"/>
              </p:cNvSpPr>
              <p:nvPr/>
            </p:nvSpPr>
            <p:spPr bwMode="auto">
              <a:xfrm>
                <a:off x="285750" y="4706938"/>
                <a:ext cx="42863"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6" name="Line 304"/>
              <p:cNvSpPr>
                <a:spLocks noChangeShapeType="1"/>
              </p:cNvSpPr>
              <p:nvPr/>
            </p:nvSpPr>
            <p:spPr bwMode="auto">
              <a:xfrm>
                <a:off x="285750" y="4838700"/>
                <a:ext cx="42863"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7" name="Oval 305"/>
              <p:cNvSpPr>
                <a:spLocks noChangeArrowheads="1"/>
              </p:cNvSpPr>
              <p:nvPr/>
            </p:nvSpPr>
            <p:spPr bwMode="auto">
              <a:xfrm>
                <a:off x="263525" y="4802188"/>
                <a:ext cx="22225" cy="23813"/>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08" name="Oval 306"/>
              <p:cNvSpPr>
                <a:spLocks noChangeArrowheads="1"/>
              </p:cNvSpPr>
              <p:nvPr/>
            </p:nvSpPr>
            <p:spPr bwMode="auto">
              <a:xfrm>
                <a:off x="263525" y="4802188"/>
                <a:ext cx="22225" cy="23813"/>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9" name="Oval 307"/>
              <p:cNvSpPr>
                <a:spLocks noChangeArrowheads="1"/>
              </p:cNvSpPr>
              <p:nvPr/>
            </p:nvSpPr>
            <p:spPr bwMode="auto">
              <a:xfrm>
                <a:off x="327025" y="4795838"/>
                <a:ext cx="23813" cy="22225"/>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10" name="Oval 308"/>
              <p:cNvSpPr>
                <a:spLocks noChangeArrowheads="1"/>
              </p:cNvSpPr>
              <p:nvPr/>
            </p:nvSpPr>
            <p:spPr bwMode="auto">
              <a:xfrm>
                <a:off x="327025" y="4795838"/>
                <a:ext cx="23813" cy="22225"/>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11" name="Oval 309"/>
              <p:cNvSpPr>
                <a:spLocks noChangeArrowheads="1"/>
              </p:cNvSpPr>
              <p:nvPr/>
            </p:nvSpPr>
            <p:spPr bwMode="auto">
              <a:xfrm>
                <a:off x="295275" y="4686300"/>
                <a:ext cx="22225" cy="22225"/>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12" name="Oval 310"/>
              <p:cNvSpPr>
                <a:spLocks noChangeArrowheads="1"/>
              </p:cNvSpPr>
              <p:nvPr/>
            </p:nvSpPr>
            <p:spPr bwMode="auto">
              <a:xfrm>
                <a:off x="295275" y="4686300"/>
                <a:ext cx="22225" cy="22225"/>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16" name="Rectangle 314"/>
              <p:cNvSpPr>
                <a:spLocks noChangeArrowheads="1"/>
              </p:cNvSpPr>
              <p:nvPr/>
            </p:nvSpPr>
            <p:spPr bwMode="auto">
              <a:xfrm rot="16200000">
                <a:off x="76940" y="4785938"/>
                <a:ext cx="159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650" b="1">
                    <a:solidFill>
                      <a:srgbClr val="000000"/>
                    </a:solidFill>
                    <a:latin typeface="Times New Roman" panose="02020503050405090304" pitchFamily="18" charset="0"/>
                  </a:rPr>
                  <a:t> </a:t>
                </a:r>
                <a:endParaRPr lang="zh-CN" altLang="zh-CN" sz="2345"/>
              </a:p>
            </p:txBody>
          </p:sp>
          <p:sp>
            <p:nvSpPr>
              <p:cNvPr id="421" name="Rectangle 20"/>
              <p:cNvSpPr>
                <a:spLocks noChangeArrowheads="1"/>
              </p:cNvSpPr>
              <p:nvPr/>
            </p:nvSpPr>
            <p:spPr bwMode="auto">
              <a:xfrm rot="18900000">
                <a:off x="-58095" y="5269893"/>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422" name="Rectangle 20"/>
              <p:cNvSpPr>
                <a:spLocks noChangeArrowheads="1"/>
              </p:cNvSpPr>
              <p:nvPr/>
            </p:nvSpPr>
            <p:spPr bwMode="auto">
              <a:xfrm rot="18900000">
                <a:off x="71848" y="5269893"/>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423" name="Rectangle 20"/>
              <p:cNvSpPr>
                <a:spLocks noChangeArrowheads="1"/>
              </p:cNvSpPr>
              <p:nvPr/>
            </p:nvSpPr>
            <p:spPr bwMode="auto">
              <a:xfrm rot="18900000">
                <a:off x="203840" y="5274658"/>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424" name="Rectangle 20"/>
              <p:cNvSpPr>
                <a:spLocks noChangeArrowheads="1"/>
              </p:cNvSpPr>
              <p:nvPr/>
            </p:nvSpPr>
            <p:spPr bwMode="auto">
              <a:xfrm rot="18900000">
                <a:off x="338893" y="5265130"/>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mRNA-LNP</a:t>
                </a:r>
                <a:endParaRPr lang="zh-CN" altLang="zh-CN" sz="2610" dirty="0">
                  <a:cs typeface="Arial" panose="020B0604020202090204" pitchFamily="34" charset="0"/>
                </a:endParaRPr>
              </a:p>
            </p:txBody>
          </p:sp>
        </p:grpSp>
        <p:sp>
          <p:nvSpPr>
            <p:cNvPr id="426" name="文本框 425"/>
            <p:cNvSpPr txBox="1"/>
            <p:nvPr/>
          </p:nvSpPr>
          <p:spPr>
            <a:xfrm rot="16200000">
              <a:off x="-152600" y="4796571"/>
              <a:ext cx="398464" cy="147753"/>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a:t>PDI (mV)</a:t>
              </a:r>
            </a:p>
          </p:txBody>
        </p:sp>
      </p:grpSp>
      <p:sp>
        <p:nvSpPr>
          <p:cNvPr id="469" name="AutoShape 320"/>
          <p:cNvSpPr>
            <a:spLocks noChangeAspect="1" noChangeArrowheads="1" noTextEdit="1"/>
          </p:cNvSpPr>
          <p:nvPr/>
        </p:nvSpPr>
        <p:spPr bwMode="auto">
          <a:xfrm>
            <a:off x="4082155" y="3981033"/>
            <a:ext cx="1099286" cy="172676"/>
          </a:xfrm>
          <a:prstGeom prst="rect">
            <a:avLst/>
          </a:prstGeom>
          <a:noFill/>
        </p:spPr>
        <p:txBody>
          <a:bodyPr wrap="square" rtlCol="0">
            <a:spAutoFit/>
          </a:bodyPr>
          <a:lstStyle/>
          <a:p>
            <a:endParaRPr lang="zh-CN" altLang="en-US" sz="520">
              <a:latin typeface="Arial" panose="020B0604020202090204" pitchFamily="34" charset="0"/>
              <a:cs typeface="Arial" panose="020B0604020202090204" pitchFamily="34" charset="0"/>
            </a:endParaRPr>
          </a:p>
        </p:txBody>
      </p:sp>
      <p:sp>
        <p:nvSpPr>
          <p:cNvPr id="470" name="Freeform 322"/>
          <p:cNvSpPr/>
          <p:nvPr/>
        </p:nvSpPr>
        <p:spPr bwMode="auto">
          <a:xfrm>
            <a:off x="4914384" y="4314339"/>
            <a:ext cx="103511" cy="519626"/>
          </a:xfrm>
          <a:custGeom>
            <a:avLst/>
            <a:gdLst>
              <a:gd name="T0" fmla="*/ 0 w 50"/>
              <a:gd name="T1" fmla="*/ 251 h 251"/>
              <a:gd name="T2" fmla="*/ 0 w 50"/>
              <a:gd name="T3" fmla="*/ 0 h 251"/>
              <a:gd name="T4" fmla="*/ 0 w 50"/>
              <a:gd name="T5" fmla="*/ 0 h 251"/>
              <a:gd name="T6" fmla="*/ 50 w 50"/>
              <a:gd name="T7" fmla="*/ 0 h 251"/>
              <a:gd name="T8" fmla="*/ 50 w 50"/>
              <a:gd name="T9" fmla="*/ 0 h 251"/>
              <a:gd name="T10" fmla="*/ 50 w 50"/>
              <a:gd name="T11" fmla="*/ 251 h 251"/>
            </a:gdLst>
            <a:ahLst/>
            <a:cxnLst>
              <a:cxn ang="0">
                <a:pos x="T0" y="T1"/>
              </a:cxn>
              <a:cxn ang="0">
                <a:pos x="T2" y="T3"/>
              </a:cxn>
              <a:cxn ang="0">
                <a:pos x="T4" y="T5"/>
              </a:cxn>
              <a:cxn ang="0">
                <a:pos x="T6" y="T7"/>
              </a:cxn>
              <a:cxn ang="0">
                <a:pos x="T8" y="T9"/>
              </a:cxn>
              <a:cxn ang="0">
                <a:pos x="T10" y="T11"/>
              </a:cxn>
            </a:cxnLst>
            <a:rect l="0" t="0" r="r" b="b"/>
            <a:pathLst>
              <a:path w="50" h="251">
                <a:moveTo>
                  <a:pt x="0" y="251"/>
                </a:moveTo>
                <a:lnTo>
                  <a:pt x="0" y="0"/>
                </a:lnTo>
                <a:lnTo>
                  <a:pt x="0" y="0"/>
                </a:lnTo>
                <a:lnTo>
                  <a:pt x="50" y="0"/>
                </a:lnTo>
                <a:lnTo>
                  <a:pt x="50" y="0"/>
                </a:lnTo>
                <a:lnTo>
                  <a:pt x="50" y="251"/>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1" name="Freeform 323"/>
          <p:cNvSpPr/>
          <p:nvPr/>
        </p:nvSpPr>
        <p:spPr bwMode="auto">
          <a:xfrm>
            <a:off x="4742555" y="4152861"/>
            <a:ext cx="103511" cy="681103"/>
          </a:xfrm>
          <a:custGeom>
            <a:avLst/>
            <a:gdLst>
              <a:gd name="T0" fmla="*/ 0 w 50"/>
              <a:gd name="T1" fmla="*/ 329 h 329"/>
              <a:gd name="T2" fmla="*/ 0 w 50"/>
              <a:gd name="T3" fmla="*/ 0 h 329"/>
              <a:gd name="T4" fmla="*/ 0 w 50"/>
              <a:gd name="T5" fmla="*/ 0 h 329"/>
              <a:gd name="T6" fmla="*/ 50 w 50"/>
              <a:gd name="T7" fmla="*/ 0 h 329"/>
              <a:gd name="T8" fmla="*/ 50 w 50"/>
              <a:gd name="T9" fmla="*/ 0 h 329"/>
              <a:gd name="T10" fmla="*/ 50 w 50"/>
              <a:gd name="T11" fmla="*/ 329 h 329"/>
            </a:gdLst>
            <a:ahLst/>
            <a:cxnLst>
              <a:cxn ang="0">
                <a:pos x="T0" y="T1"/>
              </a:cxn>
              <a:cxn ang="0">
                <a:pos x="T2" y="T3"/>
              </a:cxn>
              <a:cxn ang="0">
                <a:pos x="T4" y="T5"/>
              </a:cxn>
              <a:cxn ang="0">
                <a:pos x="T6" y="T7"/>
              </a:cxn>
              <a:cxn ang="0">
                <a:pos x="T8" y="T9"/>
              </a:cxn>
              <a:cxn ang="0">
                <a:pos x="T10" y="T11"/>
              </a:cxn>
            </a:cxnLst>
            <a:rect l="0" t="0" r="r" b="b"/>
            <a:pathLst>
              <a:path w="50" h="329">
                <a:moveTo>
                  <a:pt x="0" y="329"/>
                </a:moveTo>
                <a:lnTo>
                  <a:pt x="0" y="0"/>
                </a:lnTo>
                <a:lnTo>
                  <a:pt x="0" y="0"/>
                </a:lnTo>
                <a:lnTo>
                  <a:pt x="50" y="0"/>
                </a:lnTo>
                <a:lnTo>
                  <a:pt x="50" y="0"/>
                </a:lnTo>
                <a:lnTo>
                  <a:pt x="50" y="329"/>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2" name="Freeform 324"/>
          <p:cNvSpPr/>
          <p:nvPr/>
        </p:nvSpPr>
        <p:spPr bwMode="auto">
          <a:xfrm>
            <a:off x="4570728" y="4128019"/>
            <a:ext cx="103511" cy="705945"/>
          </a:xfrm>
          <a:custGeom>
            <a:avLst/>
            <a:gdLst>
              <a:gd name="T0" fmla="*/ 0 w 50"/>
              <a:gd name="T1" fmla="*/ 341 h 341"/>
              <a:gd name="T2" fmla="*/ 0 w 50"/>
              <a:gd name="T3" fmla="*/ 0 h 341"/>
              <a:gd name="T4" fmla="*/ 0 w 50"/>
              <a:gd name="T5" fmla="*/ 0 h 341"/>
              <a:gd name="T6" fmla="*/ 50 w 50"/>
              <a:gd name="T7" fmla="*/ 0 h 341"/>
              <a:gd name="T8" fmla="*/ 50 w 50"/>
              <a:gd name="T9" fmla="*/ 0 h 341"/>
              <a:gd name="T10" fmla="*/ 50 w 50"/>
              <a:gd name="T11" fmla="*/ 341 h 341"/>
            </a:gdLst>
            <a:ahLst/>
            <a:cxnLst>
              <a:cxn ang="0">
                <a:pos x="T0" y="T1"/>
              </a:cxn>
              <a:cxn ang="0">
                <a:pos x="T2" y="T3"/>
              </a:cxn>
              <a:cxn ang="0">
                <a:pos x="T4" y="T5"/>
              </a:cxn>
              <a:cxn ang="0">
                <a:pos x="T6" y="T7"/>
              </a:cxn>
              <a:cxn ang="0">
                <a:pos x="T8" y="T9"/>
              </a:cxn>
              <a:cxn ang="0">
                <a:pos x="T10" y="T11"/>
              </a:cxn>
            </a:cxnLst>
            <a:rect l="0" t="0" r="r" b="b"/>
            <a:pathLst>
              <a:path w="50" h="341">
                <a:moveTo>
                  <a:pt x="0" y="341"/>
                </a:moveTo>
                <a:lnTo>
                  <a:pt x="0" y="0"/>
                </a:lnTo>
                <a:lnTo>
                  <a:pt x="0" y="0"/>
                </a:lnTo>
                <a:lnTo>
                  <a:pt x="50" y="0"/>
                </a:lnTo>
                <a:lnTo>
                  <a:pt x="50" y="0"/>
                </a:lnTo>
                <a:lnTo>
                  <a:pt x="50" y="341"/>
                </a:lnTo>
              </a:path>
            </a:pathLst>
          </a:custGeom>
          <a:noFill/>
          <a:ln w="7938"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3" name="Freeform 325"/>
          <p:cNvSpPr/>
          <p:nvPr/>
        </p:nvSpPr>
        <p:spPr bwMode="auto">
          <a:xfrm>
            <a:off x="4396829" y="4190126"/>
            <a:ext cx="103511" cy="643839"/>
          </a:xfrm>
          <a:custGeom>
            <a:avLst/>
            <a:gdLst>
              <a:gd name="T0" fmla="*/ 0 w 50"/>
              <a:gd name="T1" fmla="*/ 311 h 311"/>
              <a:gd name="T2" fmla="*/ 0 w 50"/>
              <a:gd name="T3" fmla="*/ 0 h 311"/>
              <a:gd name="T4" fmla="*/ 0 w 50"/>
              <a:gd name="T5" fmla="*/ 0 h 311"/>
              <a:gd name="T6" fmla="*/ 50 w 50"/>
              <a:gd name="T7" fmla="*/ 0 h 311"/>
              <a:gd name="T8" fmla="*/ 50 w 50"/>
              <a:gd name="T9" fmla="*/ 0 h 311"/>
              <a:gd name="T10" fmla="*/ 50 w 50"/>
              <a:gd name="T11" fmla="*/ 311 h 311"/>
            </a:gdLst>
            <a:ahLst/>
            <a:cxnLst>
              <a:cxn ang="0">
                <a:pos x="T0" y="T1"/>
              </a:cxn>
              <a:cxn ang="0">
                <a:pos x="T2" y="T3"/>
              </a:cxn>
              <a:cxn ang="0">
                <a:pos x="T4" y="T5"/>
              </a:cxn>
              <a:cxn ang="0">
                <a:pos x="T6" y="T7"/>
              </a:cxn>
              <a:cxn ang="0">
                <a:pos x="T8" y="T9"/>
              </a:cxn>
              <a:cxn ang="0">
                <a:pos x="T10" y="T11"/>
              </a:cxn>
            </a:cxnLst>
            <a:rect l="0" t="0" r="r" b="b"/>
            <a:pathLst>
              <a:path w="50" h="311">
                <a:moveTo>
                  <a:pt x="0" y="311"/>
                </a:moveTo>
                <a:lnTo>
                  <a:pt x="0" y="0"/>
                </a:lnTo>
                <a:lnTo>
                  <a:pt x="0" y="0"/>
                </a:lnTo>
                <a:lnTo>
                  <a:pt x="50" y="0"/>
                </a:lnTo>
                <a:lnTo>
                  <a:pt x="50" y="0"/>
                </a:lnTo>
                <a:lnTo>
                  <a:pt x="50" y="311"/>
                </a:lnTo>
              </a:path>
            </a:pathLst>
          </a:custGeom>
          <a:noFill/>
          <a:ln w="793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2" name="Freeform 374"/>
          <p:cNvSpPr>
            <a:spLocks noEditPoints="1"/>
          </p:cNvSpPr>
          <p:nvPr/>
        </p:nvSpPr>
        <p:spPr bwMode="auto">
          <a:xfrm>
            <a:off x="4330581" y="4833963"/>
            <a:ext cx="753560" cy="31054"/>
          </a:xfrm>
          <a:custGeom>
            <a:avLst/>
            <a:gdLst>
              <a:gd name="T0" fmla="*/ 0 w 364"/>
              <a:gd name="T1" fmla="*/ 0 h 15"/>
              <a:gd name="T2" fmla="*/ 364 w 364"/>
              <a:gd name="T3" fmla="*/ 0 h 15"/>
              <a:gd name="T4" fmla="*/ 57 w 364"/>
              <a:gd name="T5" fmla="*/ 15 h 15"/>
              <a:gd name="T6" fmla="*/ 57 w 364"/>
              <a:gd name="T7" fmla="*/ 0 h 15"/>
              <a:gd name="T8" fmla="*/ 141 w 364"/>
              <a:gd name="T9" fmla="*/ 15 h 15"/>
              <a:gd name="T10" fmla="*/ 141 w 364"/>
              <a:gd name="T11" fmla="*/ 0 h 15"/>
              <a:gd name="T12" fmla="*/ 224 w 364"/>
              <a:gd name="T13" fmla="*/ 15 h 15"/>
              <a:gd name="T14" fmla="*/ 224 w 364"/>
              <a:gd name="T15" fmla="*/ 0 h 15"/>
              <a:gd name="T16" fmla="*/ 307 w 364"/>
              <a:gd name="T17" fmla="*/ 15 h 15"/>
              <a:gd name="T18" fmla="*/ 307 w 36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4" h="15">
                <a:moveTo>
                  <a:pt x="0" y="0"/>
                </a:moveTo>
                <a:lnTo>
                  <a:pt x="364" y="0"/>
                </a:lnTo>
                <a:moveTo>
                  <a:pt x="57" y="15"/>
                </a:moveTo>
                <a:lnTo>
                  <a:pt x="57" y="0"/>
                </a:lnTo>
                <a:moveTo>
                  <a:pt x="141" y="15"/>
                </a:moveTo>
                <a:lnTo>
                  <a:pt x="141" y="0"/>
                </a:lnTo>
                <a:moveTo>
                  <a:pt x="224" y="15"/>
                </a:moveTo>
                <a:lnTo>
                  <a:pt x="224" y="0"/>
                </a:lnTo>
                <a:moveTo>
                  <a:pt x="307" y="15"/>
                </a:moveTo>
                <a:lnTo>
                  <a:pt x="307"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3" name="Rectangle 375"/>
          <p:cNvSpPr>
            <a:spLocks noChangeArrowheads="1"/>
          </p:cNvSpPr>
          <p:nvPr/>
        </p:nvSpPr>
        <p:spPr bwMode="auto">
          <a:xfrm>
            <a:off x="4264335" y="4802911"/>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524" name="Rectangle 376"/>
          <p:cNvSpPr>
            <a:spLocks noChangeArrowheads="1"/>
          </p:cNvSpPr>
          <p:nvPr/>
        </p:nvSpPr>
        <p:spPr bwMode="auto">
          <a:xfrm>
            <a:off x="4233281" y="4552414"/>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50</a:t>
            </a:r>
            <a:endParaRPr lang="zh-CN" altLang="zh-CN" sz="520"/>
          </a:p>
        </p:txBody>
      </p:sp>
      <p:sp>
        <p:nvSpPr>
          <p:cNvPr id="525" name="Rectangle 377"/>
          <p:cNvSpPr>
            <a:spLocks noChangeArrowheads="1"/>
          </p:cNvSpPr>
          <p:nvPr/>
        </p:nvSpPr>
        <p:spPr bwMode="auto">
          <a:xfrm>
            <a:off x="4200157" y="4303987"/>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100</a:t>
            </a:r>
            <a:endParaRPr lang="zh-CN" altLang="zh-CN" sz="520"/>
          </a:p>
        </p:txBody>
      </p:sp>
      <p:sp>
        <p:nvSpPr>
          <p:cNvPr id="526" name="Rectangle 378"/>
          <p:cNvSpPr>
            <a:spLocks noChangeArrowheads="1"/>
          </p:cNvSpPr>
          <p:nvPr/>
        </p:nvSpPr>
        <p:spPr bwMode="auto">
          <a:xfrm>
            <a:off x="4200157" y="4055561"/>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dirty="0">
                <a:solidFill>
                  <a:srgbClr val="000000"/>
                </a:solidFill>
              </a:rPr>
              <a:t>150</a:t>
            </a:r>
            <a:endParaRPr lang="zh-CN" altLang="zh-CN" sz="520" dirty="0"/>
          </a:p>
        </p:txBody>
      </p:sp>
      <p:sp>
        <p:nvSpPr>
          <p:cNvPr id="527" name="Freeform 379"/>
          <p:cNvSpPr>
            <a:spLocks noEditPoints="1"/>
          </p:cNvSpPr>
          <p:nvPr/>
        </p:nvSpPr>
        <p:spPr bwMode="auto">
          <a:xfrm>
            <a:off x="4303668" y="4082474"/>
            <a:ext cx="31053" cy="755631"/>
          </a:xfrm>
          <a:custGeom>
            <a:avLst/>
            <a:gdLst>
              <a:gd name="T0" fmla="*/ 15 w 15"/>
              <a:gd name="T1" fmla="*/ 365 h 365"/>
              <a:gd name="T2" fmla="*/ 15 w 15"/>
              <a:gd name="T3" fmla="*/ 0 h 365"/>
              <a:gd name="T4" fmla="*/ 15 w 15"/>
              <a:gd name="T5" fmla="*/ 363 h 365"/>
              <a:gd name="T6" fmla="*/ 0 w 15"/>
              <a:gd name="T7" fmla="*/ 363 h 365"/>
              <a:gd name="T8" fmla="*/ 15 w 15"/>
              <a:gd name="T9" fmla="*/ 242 h 365"/>
              <a:gd name="T10" fmla="*/ 0 w 15"/>
              <a:gd name="T11" fmla="*/ 242 h 365"/>
              <a:gd name="T12" fmla="*/ 15 w 15"/>
              <a:gd name="T13" fmla="*/ 122 h 365"/>
              <a:gd name="T14" fmla="*/ 0 w 15"/>
              <a:gd name="T15" fmla="*/ 122 h 365"/>
              <a:gd name="T16" fmla="*/ 15 w 15"/>
              <a:gd name="T17" fmla="*/ 2 h 365"/>
              <a:gd name="T18" fmla="*/ 0 w 15"/>
              <a:gd name="T19" fmla="*/ 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65">
                <a:moveTo>
                  <a:pt x="15" y="365"/>
                </a:moveTo>
                <a:lnTo>
                  <a:pt x="15" y="0"/>
                </a:lnTo>
                <a:moveTo>
                  <a:pt x="15" y="363"/>
                </a:moveTo>
                <a:lnTo>
                  <a:pt x="0" y="363"/>
                </a:lnTo>
                <a:moveTo>
                  <a:pt x="15" y="242"/>
                </a:moveTo>
                <a:lnTo>
                  <a:pt x="0" y="242"/>
                </a:lnTo>
                <a:moveTo>
                  <a:pt x="15" y="122"/>
                </a:moveTo>
                <a:lnTo>
                  <a:pt x="0" y="122"/>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8" name="Line 380"/>
          <p:cNvSpPr>
            <a:spLocks noChangeShapeType="1"/>
          </p:cNvSpPr>
          <p:nvPr/>
        </p:nvSpPr>
        <p:spPr bwMode="auto">
          <a:xfrm>
            <a:off x="4966138" y="4306057"/>
            <a:ext cx="0" cy="2071"/>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29" name="Line 381"/>
          <p:cNvSpPr>
            <a:spLocks noChangeShapeType="1"/>
          </p:cNvSpPr>
          <p:nvPr/>
        </p:nvSpPr>
        <p:spPr bwMode="auto">
          <a:xfrm>
            <a:off x="4966138" y="4308128"/>
            <a:ext cx="0" cy="414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0" name="Line 382"/>
          <p:cNvSpPr>
            <a:spLocks noChangeShapeType="1"/>
          </p:cNvSpPr>
          <p:nvPr/>
        </p:nvSpPr>
        <p:spPr bwMode="auto">
          <a:xfrm>
            <a:off x="4937155" y="4306057"/>
            <a:ext cx="57966"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1" name="Line 383"/>
          <p:cNvSpPr>
            <a:spLocks noChangeShapeType="1"/>
          </p:cNvSpPr>
          <p:nvPr/>
        </p:nvSpPr>
        <p:spPr bwMode="auto">
          <a:xfrm>
            <a:off x="4937155" y="4312267"/>
            <a:ext cx="57966"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2" name="Freeform 384"/>
          <p:cNvSpPr/>
          <p:nvPr/>
        </p:nvSpPr>
        <p:spPr bwMode="auto">
          <a:xfrm>
            <a:off x="4993052" y="4291566"/>
            <a:ext cx="31053" cy="31054"/>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3" name="Freeform 385"/>
          <p:cNvSpPr/>
          <p:nvPr/>
        </p:nvSpPr>
        <p:spPr bwMode="auto">
          <a:xfrm>
            <a:off x="4993052" y="4291566"/>
            <a:ext cx="31053" cy="31054"/>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4" name="Freeform 386"/>
          <p:cNvSpPr/>
          <p:nvPr/>
        </p:nvSpPr>
        <p:spPr bwMode="auto">
          <a:xfrm>
            <a:off x="4951648" y="4291566"/>
            <a:ext cx="28983" cy="28983"/>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5" name="Freeform 387"/>
          <p:cNvSpPr/>
          <p:nvPr/>
        </p:nvSpPr>
        <p:spPr bwMode="auto">
          <a:xfrm>
            <a:off x="4951648" y="4291566"/>
            <a:ext cx="28983" cy="28983"/>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6" name="Freeform 388"/>
          <p:cNvSpPr/>
          <p:nvPr/>
        </p:nvSpPr>
        <p:spPr bwMode="auto">
          <a:xfrm>
            <a:off x="4908172" y="4299847"/>
            <a:ext cx="31053" cy="28983"/>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7" name="Freeform 389"/>
          <p:cNvSpPr/>
          <p:nvPr/>
        </p:nvSpPr>
        <p:spPr bwMode="auto">
          <a:xfrm>
            <a:off x="4908172" y="4299847"/>
            <a:ext cx="31053" cy="28983"/>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8" name="Line 390"/>
          <p:cNvSpPr>
            <a:spLocks noChangeShapeType="1"/>
          </p:cNvSpPr>
          <p:nvPr/>
        </p:nvSpPr>
        <p:spPr bwMode="auto">
          <a:xfrm>
            <a:off x="4794311" y="4138369"/>
            <a:ext cx="0" cy="8281"/>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9" name="Line 391"/>
          <p:cNvSpPr>
            <a:spLocks noChangeShapeType="1"/>
          </p:cNvSpPr>
          <p:nvPr/>
        </p:nvSpPr>
        <p:spPr bwMode="auto">
          <a:xfrm>
            <a:off x="4794311" y="4146650"/>
            <a:ext cx="0" cy="10352"/>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0" name="Line 392"/>
          <p:cNvSpPr>
            <a:spLocks noChangeShapeType="1"/>
          </p:cNvSpPr>
          <p:nvPr/>
        </p:nvSpPr>
        <p:spPr bwMode="auto">
          <a:xfrm>
            <a:off x="4765328" y="4138369"/>
            <a:ext cx="57966"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1" name="Line 393"/>
          <p:cNvSpPr>
            <a:spLocks noChangeShapeType="1"/>
          </p:cNvSpPr>
          <p:nvPr/>
        </p:nvSpPr>
        <p:spPr bwMode="auto">
          <a:xfrm>
            <a:off x="4765328" y="4157002"/>
            <a:ext cx="57966"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2" name="Freeform 394"/>
          <p:cNvSpPr/>
          <p:nvPr/>
        </p:nvSpPr>
        <p:spPr bwMode="auto">
          <a:xfrm>
            <a:off x="4736344" y="4140441"/>
            <a:ext cx="31053" cy="28983"/>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3" name="Freeform 395"/>
          <p:cNvSpPr/>
          <p:nvPr/>
        </p:nvSpPr>
        <p:spPr bwMode="auto">
          <a:xfrm>
            <a:off x="4736344" y="4140441"/>
            <a:ext cx="31053" cy="28983"/>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4" name="Freeform 396"/>
          <p:cNvSpPr/>
          <p:nvPr/>
        </p:nvSpPr>
        <p:spPr bwMode="auto">
          <a:xfrm>
            <a:off x="4779819" y="4119738"/>
            <a:ext cx="28983" cy="31054"/>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5" name="Freeform 397"/>
          <p:cNvSpPr/>
          <p:nvPr/>
        </p:nvSpPr>
        <p:spPr bwMode="auto">
          <a:xfrm>
            <a:off x="4779819" y="4119738"/>
            <a:ext cx="28983" cy="31054"/>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6" name="Freeform 398"/>
          <p:cNvSpPr/>
          <p:nvPr/>
        </p:nvSpPr>
        <p:spPr bwMode="auto">
          <a:xfrm>
            <a:off x="4821224" y="4136300"/>
            <a:ext cx="28983" cy="28983"/>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7" name="Freeform 399"/>
          <p:cNvSpPr/>
          <p:nvPr/>
        </p:nvSpPr>
        <p:spPr bwMode="auto">
          <a:xfrm>
            <a:off x="4821224" y="4136300"/>
            <a:ext cx="28983" cy="28983"/>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8" name="Line 400"/>
          <p:cNvSpPr>
            <a:spLocks noChangeShapeType="1"/>
          </p:cNvSpPr>
          <p:nvPr/>
        </p:nvSpPr>
        <p:spPr bwMode="auto">
          <a:xfrm>
            <a:off x="4622482" y="4117668"/>
            <a:ext cx="0" cy="6211"/>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9" name="Line 401"/>
          <p:cNvSpPr>
            <a:spLocks noChangeShapeType="1"/>
          </p:cNvSpPr>
          <p:nvPr/>
        </p:nvSpPr>
        <p:spPr bwMode="auto">
          <a:xfrm>
            <a:off x="4622482" y="4123879"/>
            <a:ext cx="0" cy="414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0" name="Line 402"/>
          <p:cNvSpPr>
            <a:spLocks noChangeShapeType="1"/>
          </p:cNvSpPr>
          <p:nvPr/>
        </p:nvSpPr>
        <p:spPr bwMode="auto">
          <a:xfrm>
            <a:off x="4593499" y="4117667"/>
            <a:ext cx="55895"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1" name="Line 403"/>
          <p:cNvSpPr>
            <a:spLocks noChangeShapeType="1"/>
          </p:cNvSpPr>
          <p:nvPr/>
        </p:nvSpPr>
        <p:spPr bwMode="auto">
          <a:xfrm>
            <a:off x="4593499" y="4128019"/>
            <a:ext cx="55895"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2" name="Rectangle 404"/>
          <p:cNvSpPr>
            <a:spLocks noChangeArrowheads="1"/>
          </p:cNvSpPr>
          <p:nvPr/>
        </p:nvSpPr>
        <p:spPr bwMode="auto">
          <a:xfrm>
            <a:off x="4605920" y="4105246"/>
            <a:ext cx="31053" cy="2898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3" name="Rectangle 405"/>
          <p:cNvSpPr>
            <a:spLocks noChangeArrowheads="1"/>
          </p:cNvSpPr>
          <p:nvPr/>
        </p:nvSpPr>
        <p:spPr bwMode="auto">
          <a:xfrm>
            <a:off x="4605920" y="4105246"/>
            <a:ext cx="31053" cy="2898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4" name="Rectangle 406"/>
          <p:cNvSpPr>
            <a:spLocks noChangeArrowheads="1"/>
          </p:cNvSpPr>
          <p:nvPr/>
        </p:nvSpPr>
        <p:spPr bwMode="auto">
          <a:xfrm>
            <a:off x="4649396" y="4105246"/>
            <a:ext cx="28983" cy="31054"/>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5" name="Rectangle 407"/>
          <p:cNvSpPr>
            <a:spLocks noChangeArrowheads="1"/>
          </p:cNvSpPr>
          <p:nvPr/>
        </p:nvSpPr>
        <p:spPr bwMode="auto">
          <a:xfrm>
            <a:off x="4649396" y="4105246"/>
            <a:ext cx="28983" cy="31054"/>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6" name="Rectangle 408"/>
          <p:cNvSpPr>
            <a:spLocks noChangeArrowheads="1"/>
          </p:cNvSpPr>
          <p:nvPr/>
        </p:nvSpPr>
        <p:spPr bwMode="auto">
          <a:xfrm>
            <a:off x="4564516" y="4113527"/>
            <a:ext cx="28983" cy="31054"/>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7" name="Rectangle 409"/>
          <p:cNvSpPr>
            <a:spLocks noChangeArrowheads="1"/>
          </p:cNvSpPr>
          <p:nvPr/>
        </p:nvSpPr>
        <p:spPr bwMode="auto">
          <a:xfrm>
            <a:off x="4564516" y="4113527"/>
            <a:ext cx="28983" cy="31054"/>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8" name="Line 410"/>
          <p:cNvSpPr>
            <a:spLocks noChangeShapeType="1"/>
          </p:cNvSpPr>
          <p:nvPr/>
        </p:nvSpPr>
        <p:spPr bwMode="auto">
          <a:xfrm>
            <a:off x="4448583" y="4169424"/>
            <a:ext cx="0" cy="14492"/>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9" name="Line 411"/>
          <p:cNvSpPr>
            <a:spLocks noChangeShapeType="1"/>
          </p:cNvSpPr>
          <p:nvPr/>
        </p:nvSpPr>
        <p:spPr bwMode="auto">
          <a:xfrm>
            <a:off x="4448583" y="4183915"/>
            <a:ext cx="0" cy="12421"/>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0" name="Line 412"/>
          <p:cNvSpPr>
            <a:spLocks noChangeShapeType="1"/>
          </p:cNvSpPr>
          <p:nvPr/>
        </p:nvSpPr>
        <p:spPr bwMode="auto">
          <a:xfrm>
            <a:off x="4421671" y="4169423"/>
            <a:ext cx="55895"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1" name="Line 413"/>
          <p:cNvSpPr>
            <a:spLocks noChangeShapeType="1"/>
          </p:cNvSpPr>
          <p:nvPr/>
        </p:nvSpPr>
        <p:spPr bwMode="auto">
          <a:xfrm>
            <a:off x="4421671" y="4196335"/>
            <a:ext cx="55895"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2" name="Oval 414"/>
          <p:cNvSpPr>
            <a:spLocks noChangeArrowheads="1"/>
          </p:cNvSpPr>
          <p:nvPr/>
        </p:nvSpPr>
        <p:spPr bwMode="auto">
          <a:xfrm>
            <a:off x="4434092" y="4154931"/>
            <a:ext cx="31053" cy="2898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3" name="Oval 415"/>
          <p:cNvSpPr>
            <a:spLocks noChangeArrowheads="1"/>
          </p:cNvSpPr>
          <p:nvPr/>
        </p:nvSpPr>
        <p:spPr bwMode="auto">
          <a:xfrm>
            <a:off x="4434092" y="4154931"/>
            <a:ext cx="31053" cy="2898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4" name="Oval 416"/>
          <p:cNvSpPr>
            <a:spLocks noChangeArrowheads="1"/>
          </p:cNvSpPr>
          <p:nvPr/>
        </p:nvSpPr>
        <p:spPr bwMode="auto">
          <a:xfrm>
            <a:off x="4392689" y="4181845"/>
            <a:ext cx="28983" cy="31054"/>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5" name="Oval 417"/>
          <p:cNvSpPr>
            <a:spLocks noChangeArrowheads="1"/>
          </p:cNvSpPr>
          <p:nvPr/>
        </p:nvSpPr>
        <p:spPr bwMode="auto">
          <a:xfrm>
            <a:off x="4392689" y="4181845"/>
            <a:ext cx="28983" cy="31054"/>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6" name="Oval 418"/>
          <p:cNvSpPr>
            <a:spLocks noChangeArrowheads="1"/>
          </p:cNvSpPr>
          <p:nvPr/>
        </p:nvSpPr>
        <p:spPr bwMode="auto">
          <a:xfrm>
            <a:off x="4477567" y="4169424"/>
            <a:ext cx="28983" cy="2898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7" name="Oval 419"/>
          <p:cNvSpPr>
            <a:spLocks noChangeArrowheads="1"/>
          </p:cNvSpPr>
          <p:nvPr/>
        </p:nvSpPr>
        <p:spPr bwMode="auto">
          <a:xfrm>
            <a:off x="4477567" y="4169424"/>
            <a:ext cx="28983" cy="2898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8" name="Rectangle 20"/>
          <p:cNvSpPr>
            <a:spLocks noChangeArrowheads="1"/>
          </p:cNvSpPr>
          <p:nvPr/>
        </p:nvSpPr>
        <p:spPr bwMode="auto">
          <a:xfrm rot="18900000">
            <a:off x="3972964" y="5052175"/>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mRNA-LNP</a:t>
            </a:r>
            <a:endParaRPr lang="zh-CN" altLang="zh-CN" sz="650" dirty="0">
              <a:cs typeface="Arial" panose="020B0604020202090204" pitchFamily="34" charset="0"/>
            </a:endParaRPr>
          </a:p>
        </p:txBody>
      </p:sp>
      <p:sp>
        <p:nvSpPr>
          <p:cNvPr id="569" name="Rectangle 20"/>
          <p:cNvSpPr>
            <a:spLocks noChangeArrowheads="1"/>
          </p:cNvSpPr>
          <p:nvPr/>
        </p:nvSpPr>
        <p:spPr bwMode="auto">
          <a:xfrm rot="18900000">
            <a:off x="4142421" y="5052175"/>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570" name="Rectangle 20"/>
          <p:cNvSpPr>
            <a:spLocks noChangeArrowheads="1"/>
          </p:cNvSpPr>
          <p:nvPr/>
        </p:nvSpPr>
        <p:spPr bwMode="auto">
          <a:xfrm rot="18900000">
            <a:off x="4314547" y="5058389"/>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571" name="Rectangle 20"/>
          <p:cNvSpPr>
            <a:spLocks noChangeArrowheads="1"/>
          </p:cNvSpPr>
          <p:nvPr/>
        </p:nvSpPr>
        <p:spPr bwMode="auto">
          <a:xfrm rot="18900000">
            <a:off x="4490666" y="5045963"/>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sq4 mRNA-LNP</a:t>
            </a:r>
            <a:endParaRPr lang="zh-CN" altLang="zh-CN" sz="2610">
              <a:cs typeface="Arial" panose="020B0604020202090204" pitchFamily="34" charset="0"/>
            </a:endParaRPr>
          </a:p>
        </p:txBody>
      </p:sp>
      <p:sp>
        <p:nvSpPr>
          <p:cNvPr id="572" name="文本框 571"/>
          <p:cNvSpPr txBox="1"/>
          <p:nvPr/>
        </p:nvSpPr>
        <p:spPr>
          <a:xfrm rot="16200000">
            <a:off x="3779348" y="4353898"/>
            <a:ext cx="632021" cy="192681"/>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dirty="0"/>
              <a:t>Size (nm)</a:t>
            </a:r>
          </a:p>
        </p:txBody>
      </p:sp>
      <p:pic>
        <p:nvPicPr>
          <p:cNvPr id="969" name="图片 968"/>
          <p:cNvPicPr>
            <a:picLocks noChangeAspect="1"/>
          </p:cNvPicPr>
          <p:nvPr/>
        </p:nvPicPr>
        <p:blipFill>
          <a:blip r:embed="rId47" cstate="print">
            <a:extLst>
              <a:ext uri="{28A0092B-C50C-407E-A947-70E740481C1C}">
                <a14:useLocalDpi xmlns:a14="http://schemas.microsoft.com/office/drawing/2010/main" val="0"/>
              </a:ext>
            </a:extLst>
          </a:blip>
          <a:stretch>
            <a:fillRect/>
          </a:stretch>
        </p:blipFill>
        <p:spPr>
          <a:xfrm>
            <a:off x="3652436" y="7267638"/>
            <a:ext cx="469467" cy="469467"/>
          </a:xfrm>
          <a:prstGeom prst="rect">
            <a:avLst/>
          </a:prstGeom>
        </p:spPr>
      </p:pic>
      <p:pic>
        <p:nvPicPr>
          <p:cNvPr id="970" name="图片 969"/>
          <p:cNvPicPr>
            <a:picLocks noChangeAspect="1"/>
          </p:cNvPicPr>
          <p:nvPr/>
        </p:nvPicPr>
        <p:blipFill>
          <a:blip r:embed="rId48" cstate="print">
            <a:extLst>
              <a:ext uri="{28A0092B-C50C-407E-A947-70E740481C1C}">
                <a14:useLocalDpi xmlns:a14="http://schemas.microsoft.com/office/drawing/2010/main" val="0"/>
              </a:ext>
            </a:extLst>
          </a:blip>
          <a:stretch>
            <a:fillRect/>
          </a:stretch>
        </p:blipFill>
        <p:spPr>
          <a:xfrm>
            <a:off x="4171574" y="7267638"/>
            <a:ext cx="472344" cy="469467"/>
          </a:xfrm>
          <a:prstGeom prst="rect">
            <a:avLst/>
          </a:prstGeom>
        </p:spPr>
      </p:pic>
      <p:pic>
        <p:nvPicPr>
          <p:cNvPr id="971" name="图片 970"/>
          <p:cNvPicPr>
            <a:picLocks noChangeAspect="1"/>
          </p:cNvPicPr>
          <p:nvPr/>
        </p:nvPicPr>
        <p:blipFill>
          <a:blip r:embed="rId49" cstate="print">
            <a:extLst>
              <a:ext uri="{28A0092B-C50C-407E-A947-70E740481C1C}">
                <a14:useLocalDpi xmlns:a14="http://schemas.microsoft.com/office/drawing/2010/main" val="0"/>
              </a:ext>
            </a:extLst>
          </a:blip>
          <a:stretch>
            <a:fillRect/>
          </a:stretch>
        </p:blipFill>
        <p:spPr>
          <a:xfrm>
            <a:off x="4694106" y="7267638"/>
            <a:ext cx="458222" cy="469467"/>
          </a:xfrm>
          <a:prstGeom prst="rect">
            <a:avLst/>
          </a:prstGeom>
        </p:spPr>
      </p:pic>
      <p:pic>
        <p:nvPicPr>
          <p:cNvPr id="972" name="图片 971"/>
          <p:cNvPicPr>
            <a:picLocks noChangeAspect="1"/>
          </p:cNvPicPr>
          <p:nvPr/>
        </p:nvPicPr>
        <p:blipFill>
          <a:blip r:embed="rId50" cstate="print">
            <a:extLst>
              <a:ext uri="{28A0092B-C50C-407E-A947-70E740481C1C}">
                <a14:useLocalDpi xmlns:a14="http://schemas.microsoft.com/office/drawing/2010/main" val="0"/>
              </a:ext>
            </a:extLst>
          </a:blip>
          <a:stretch>
            <a:fillRect/>
          </a:stretch>
        </p:blipFill>
        <p:spPr>
          <a:xfrm>
            <a:off x="4171574" y="7805486"/>
            <a:ext cx="468899" cy="469467"/>
          </a:xfrm>
          <a:prstGeom prst="rect">
            <a:avLst/>
          </a:prstGeom>
        </p:spPr>
      </p:pic>
      <p:sp>
        <p:nvSpPr>
          <p:cNvPr id="976" name="Rectangle 20"/>
          <p:cNvSpPr>
            <a:spLocks noChangeArrowheads="1"/>
          </p:cNvSpPr>
          <p:nvPr/>
        </p:nvSpPr>
        <p:spPr bwMode="auto">
          <a:xfrm>
            <a:off x="4190609" y="7155946"/>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a:t>
            </a:r>
            <a:endParaRPr lang="zh-CN" altLang="zh-CN" sz="650" dirty="0">
              <a:cs typeface="Arial" panose="020B0604020202090204" pitchFamily="34" charset="0"/>
            </a:endParaRPr>
          </a:p>
        </p:txBody>
      </p:sp>
      <p:sp>
        <p:nvSpPr>
          <p:cNvPr id="977" name="Rectangle 20"/>
          <p:cNvSpPr>
            <a:spLocks noChangeArrowheads="1"/>
          </p:cNvSpPr>
          <p:nvPr/>
        </p:nvSpPr>
        <p:spPr bwMode="auto">
          <a:xfrm>
            <a:off x="4756780" y="7155946"/>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sq2 mRNA</a:t>
            </a:r>
            <a:endParaRPr lang="zh-CN" altLang="zh-CN" sz="650" dirty="0">
              <a:cs typeface="Arial" panose="020B0604020202090204" pitchFamily="34" charset="0"/>
            </a:endParaRPr>
          </a:p>
        </p:txBody>
      </p:sp>
      <p:sp>
        <p:nvSpPr>
          <p:cNvPr id="978" name="Rectangle 20"/>
          <p:cNvSpPr>
            <a:spLocks noChangeArrowheads="1"/>
          </p:cNvSpPr>
          <p:nvPr/>
        </p:nvSpPr>
        <p:spPr bwMode="auto">
          <a:xfrm>
            <a:off x="4190609" y="8287032"/>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sq3 mRNA</a:t>
            </a:r>
            <a:endParaRPr lang="zh-CN" altLang="zh-CN" sz="650" dirty="0">
              <a:cs typeface="Arial" panose="020B0604020202090204" pitchFamily="34" charset="0"/>
            </a:endParaRPr>
          </a:p>
        </p:txBody>
      </p:sp>
      <p:sp>
        <p:nvSpPr>
          <p:cNvPr id="979" name="Rectangle 20"/>
          <p:cNvSpPr>
            <a:spLocks noChangeArrowheads="1"/>
          </p:cNvSpPr>
          <p:nvPr/>
        </p:nvSpPr>
        <p:spPr bwMode="auto">
          <a:xfrm>
            <a:off x="4742146" y="8287032"/>
            <a:ext cx="41838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a:t>
            </a:r>
            <a:endParaRPr lang="zh-CN" altLang="zh-CN" sz="650" dirty="0">
              <a:cs typeface="Arial" panose="020B0604020202090204" pitchFamily="34" charset="0"/>
            </a:endParaRPr>
          </a:p>
        </p:txBody>
      </p:sp>
      <p:sp>
        <p:nvSpPr>
          <p:cNvPr id="980" name="Rectangle 20"/>
          <p:cNvSpPr>
            <a:spLocks noChangeArrowheads="1"/>
          </p:cNvSpPr>
          <p:nvPr/>
        </p:nvSpPr>
        <p:spPr bwMode="auto">
          <a:xfrm>
            <a:off x="3778036" y="7159053"/>
            <a:ext cx="20999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Blank</a:t>
            </a:r>
            <a:endParaRPr lang="zh-CN" altLang="zh-CN" sz="650" dirty="0">
              <a:cs typeface="Arial" panose="020B0604020202090204" pitchFamily="34" charset="0"/>
            </a:endParaRPr>
          </a:p>
        </p:txBody>
      </p:sp>
      <p:pic>
        <p:nvPicPr>
          <p:cNvPr id="982" name="图片 981"/>
          <p:cNvPicPr>
            <a:picLocks noChangeAspect="1"/>
          </p:cNvPicPr>
          <p:nvPr/>
        </p:nvPicPr>
        <p:blipFill>
          <a:blip r:embed="rId51" cstate="print">
            <a:extLst>
              <a:ext uri="{28A0092B-C50C-407E-A947-70E740481C1C}">
                <a14:useLocalDpi xmlns:a14="http://schemas.microsoft.com/office/drawing/2010/main" val="0"/>
              </a:ext>
            </a:extLst>
          </a:blip>
          <a:stretch>
            <a:fillRect/>
          </a:stretch>
        </p:blipFill>
        <p:spPr>
          <a:xfrm>
            <a:off x="4685153" y="7805486"/>
            <a:ext cx="467175" cy="469467"/>
          </a:xfrm>
          <a:prstGeom prst="rect">
            <a:avLst/>
          </a:prstGeom>
        </p:spPr>
      </p:pic>
      <p:grpSp>
        <p:nvGrpSpPr>
          <p:cNvPr id="1179" name="组合 1178"/>
          <p:cNvGrpSpPr/>
          <p:nvPr/>
        </p:nvGrpSpPr>
        <p:grpSpPr>
          <a:xfrm>
            <a:off x="5206313" y="7145879"/>
            <a:ext cx="1241578" cy="1123504"/>
            <a:chOff x="3819549" y="5479656"/>
            <a:chExt cx="952076" cy="861534"/>
          </a:xfrm>
        </p:grpSpPr>
        <p:sp>
          <p:nvSpPr>
            <p:cNvPr id="998" name="Rectangle 816"/>
            <p:cNvSpPr>
              <a:spLocks noChangeArrowheads="1"/>
            </p:cNvSpPr>
            <p:nvPr/>
          </p:nvSpPr>
          <p:spPr bwMode="auto">
            <a:xfrm rot="18900000">
              <a:off x="4019377" y="6204250"/>
              <a:ext cx="16102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Blank</a:t>
              </a:r>
              <a:endParaRPr lang="zh-CN" altLang="zh-CN" sz="650" dirty="0"/>
            </a:p>
          </p:txBody>
        </p:sp>
        <p:sp>
          <p:nvSpPr>
            <p:cNvPr id="1007" name="Rectangle 825"/>
            <p:cNvSpPr>
              <a:spLocks noChangeArrowheads="1"/>
            </p:cNvSpPr>
            <p:nvPr/>
          </p:nvSpPr>
          <p:spPr bwMode="auto">
            <a:xfrm rot="18900000">
              <a:off x="4043220" y="6254379"/>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sq1 mRNA</a:t>
              </a:r>
            </a:p>
          </p:txBody>
        </p:sp>
        <p:sp>
          <p:nvSpPr>
            <p:cNvPr id="1033" name="Rectangle 851"/>
            <p:cNvSpPr>
              <a:spLocks noChangeArrowheads="1"/>
            </p:cNvSpPr>
            <p:nvPr/>
          </p:nvSpPr>
          <p:spPr bwMode="auto">
            <a:xfrm>
              <a:off x="3987444" y="6105977"/>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0</a:t>
              </a:r>
            </a:p>
          </p:txBody>
        </p:sp>
        <p:sp>
          <p:nvSpPr>
            <p:cNvPr id="1034" name="Rectangle 852"/>
            <p:cNvSpPr>
              <a:spLocks noChangeArrowheads="1"/>
            </p:cNvSpPr>
            <p:nvPr/>
          </p:nvSpPr>
          <p:spPr bwMode="auto">
            <a:xfrm>
              <a:off x="3909082" y="5947177"/>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200</a:t>
              </a:r>
            </a:p>
          </p:txBody>
        </p:sp>
        <p:sp>
          <p:nvSpPr>
            <p:cNvPr id="1035" name="Rectangle 853"/>
            <p:cNvSpPr>
              <a:spLocks noChangeArrowheads="1"/>
            </p:cNvSpPr>
            <p:nvPr/>
          </p:nvSpPr>
          <p:spPr bwMode="auto">
            <a:xfrm>
              <a:off x="3909082" y="5789364"/>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400</a:t>
              </a:r>
            </a:p>
          </p:txBody>
        </p:sp>
        <p:sp>
          <p:nvSpPr>
            <p:cNvPr id="1036" name="Rectangle 854"/>
            <p:cNvSpPr>
              <a:spLocks noChangeArrowheads="1"/>
            </p:cNvSpPr>
            <p:nvPr/>
          </p:nvSpPr>
          <p:spPr bwMode="auto">
            <a:xfrm>
              <a:off x="3901959" y="5637469"/>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600</a:t>
              </a:r>
            </a:p>
          </p:txBody>
        </p:sp>
        <p:sp>
          <p:nvSpPr>
            <p:cNvPr id="1037" name="Rectangle 855"/>
            <p:cNvSpPr>
              <a:spLocks noChangeArrowheads="1"/>
            </p:cNvSpPr>
            <p:nvPr/>
          </p:nvSpPr>
          <p:spPr bwMode="auto">
            <a:xfrm>
              <a:off x="3905520" y="5479656"/>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800</a:t>
              </a:r>
              <a:endParaRPr lang="zh-CN" altLang="zh-CN" sz="520"/>
            </a:p>
          </p:txBody>
        </p:sp>
        <p:sp>
          <p:nvSpPr>
            <p:cNvPr id="1079" name="Rectangle 675"/>
            <p:cNvSpPr>
              <a:spLocks noChangeArrowheads="1"/>
            </p:cNvSpPr>
            <p:nvPr/>
          </p:nvSpPr>
          <p:spPr bwMode="auto">
            <a:xfrm rot="16200000">
              <a:off x="3608491" y="5782488"/>
              <a:ext cx="499066"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IFN-</a:t>
              </a:r>
              <a:r>
                <a:rPr lang="el-GR" altLang="zh-CN" sz="650">
                  <a:solidFill>
                    <a:srgbClr val="000000"/>
                  </a:solidFill>
                  <a:cs typeface="Arial" panose="020B0604020202090204" pitchFamily="34" charset="0"/>
                </a:rPr>
                <a:t>γ </a:t>
              </a:r>
              <a:r>
                <a:rPr lang="en-US" altLang="zh-CN" sz="650">
                  <a:solidFill>
                    <a:srgbClr val="000000"/>
                  </a:solidFill>
                  <a:cs typeface="Arial" panose="020B0604020202090204" pitchFamily="34" charset="0"/>
                </a:rPr>
                <a:t>spots count</a:t>
              </a:r>
              <a:endParaRPr lang="zh-CN" altLang="zh-CN" sz="650">
                <a:cs typeface="Arial" panose="020B0604020202090204" pitchFamily="34" charset="0"/>
              </a:endParaRPr>
            </a:p>
          </p:txBody>
        </p:sp>
        <p:sp>
          <p:nvSpPr>
            <p:cNvPr id="1080" name="Rectangle 825"/>
            <p:cNvSpPr>
              <a:spLocks noChangeArrowheads="1"/>
            </p:cNvSpPr>
            <p:nvPr/>
          </p:nvSpPr>
          <p:spPr bwMode="auto">
            <a:xfrm rot="18900000">
              <a:off x="4175265" y="6258030"/>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sq2 mRNA</a:t>
              </a:r>
            </a:p>
          </p:txBody>
        </p:sp>
        <p:sp>
          <p:nvSpPr>
            <p:cNvPr id="1081" name="Rectangle 825"/>
            <p:cNvSpPr>
              <a:spLocks noChangeArrowheads="1"/>
            </p:cNvSpPr>
            <p:nvPr/>
          </p:nvSpPr>
          <p:spPr bwMode="auto">
            <a:xfrm rot="18900000">
              <a:off x="4438886" y="6264240"/>
              <a:ext cx="316536"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 mRNA</a:t>
              </a:r>
            </a:p>
          </p:txBody>
        </p:sp>
        <p:sp>
          <p:nvSpPr>
            <p:cNvPr id="1082" name="Rectangle 825"/>
            <p:cNvSpPr>
              <a:spLocks noChangeArrowheads="1"/>
            </p:cNvSpPr>
            <p:nvPr/>
          </p:nvSpPr>
          <p:spPr bwMode="auto">
            <a:xfrm rot="18900000">
              <a:off x="4307943" y="6258033"/>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 mRNA</a:t>
              </a:r>
            </a:p>
          </p:txBody>
        </p:sp>
        <p:grpSp>
          <p:nvGrpSpPr>
            <p:cNvPr id="1178" name="组合 1177"/>
            <p:cNvGrpSpPr/>
            <p:nvPr/>
          </p:nvGrpSpPr>
          <p:grpSpPr>
            <a:xfrm>
              <a:off x="4022543" y="5502727"/>
              <a:ext cx="749082" cy="662150"/>
              <a:chOff x="1384300" y="5608638"/>
              <a:chExt cx="633413" cy="633412"/>
            </a:xfrm>
          </p:grpSpPr>
          <p:sp>
            <p:nvSpPr>
              <p:cNvPr id="1088" name="Freeform 900"/>
              <p:cNvSpPr>
                <a:spLocks noEditPoints="1"/>
              </p:cNvSpPr>
              <p:nvPr/>
            </p:nvSpPr>
            <p:spPr bwMode="auto">
              <a:xfrm>
                <a:off x="1411288" y="6213475"/>
                <a:ext cx="601663" cy="6350"/>
              </a:xfrm>
              <a:custGeom>
                <a:avLst/>
                <a:gdLst>
                  <a:gd name="T0" fmla="*/ 1 w 19111"/>
                  <a:gd name="T1" fmla="*/ 192 h 192"/>
                  <a:gd name="T2" fmla="*/ 577 w 19111"/>
                  <a:gd name="T3" fmla="*/ 0 h 192"/>
                  <a:gd name="T4" fmla="*/ 481 w 19111"/>
                  <a:gd name="T5" fmla="*/ 96 h 192"/>
                  <a:gd name="T6" fmla="*/ 1249 w 19111"/>
                  <a:gd name="T7" fmla="*/ 96 h 192"/>
                  <a:gd name="T8" fmla="*/ 1153 w 19111"/>
                  <a:gd name="T9" fmla="*/ 0 h 192"/>
                  <a:gd name="T10" fmla="*/ 1729 w 19111"/>
                  <a:gd name="T11" fmla="*/ 192 h 192"/>
                  <a:gd name="T12" fmla="*/ 2305 w 19111"/>
                  <a:gd name="T13" fmla="*/ 0 h 192"/>
                  <a:gd name="T14" fmla="*/ 2305 w 19111"/>
                  <a:gd name="T15" fmla="*/ 192 h 192"/>
                  <a:gd name="T16" fmla="*/ 2882 w 19111"/>
                  <a:gd name="T17" fmla="*/ 0 h 192"/>
                  <a:gd name="T18" fmla="*/ 2785 w 19111"/>
                  <a:gd name="T19" fmla="*/ 96 h 192"/>
                  <a:gd name="T20" fmla="*/ 3554 w 19111"/>
                  <a:gd name="T21" fmla="*/ 96 h 192"/>
                  <a:gd name="T22" fmla="*/ 3458 w 19111"/>
                  <a:gd name="T23" fmla="*/ 0 h 192"/>
                  <a:gd name="T24" fmla="*/ 4034 w 19111"/>
                  <a:gd name="T25" fmla="*/ 192 h 192"/>
                  <a:gd name="T26" fmla="*/ 4610 w 19111"/>
                  <a:gd name="T27" fmla="*/ 0 h 192"/>
                  <a:gd name="T28" fmla="*/ 4610 w 19111"/>
                  <a:gd name="T29" fmla="*/ 192 h 192"/>
                  <a:gd name="T30" fmla="*/ 5186 w 19111"/>
                  <a:gd name="T31" fmla="*/ 0 h 192"/>
                  <a:gd name="T32" fmla="*/ 5090 w 19111"/>
                  <a:gd name="T33" fmla="*/ 96 h 192"/>
                  <a:gd name="T34" fmla="*/ 5859 w 19111"/>
                  <a:gd name="T35" fmla="*/ 96 h 192"/>
                  <a:gd name="T36" fmla="*/ 5762 w 19111"/>
                  <a:gd name="T37" fmla="*/ 0 h 192"/>
                  <a:gd name="T38" fmla="*/ 6339 w 19111"/>
                  <a:gd name="T39" fmla="*/ 192 h 192"/>
                  <a:gd name="T40" fmla="*/ 6915 w 19111"/>
                  <a:gd name="T41" fmla="*/ 0 h 192"/>
                  <a:gd name="T42" fmla="*/ 6915 w 19111"/>
                  <a:gd name="T43" fmla="*/ 192 h 192"/>
                  <a:gd name="T44" fmla="*/ 7491 w 19111"/>
                  <a:gd name="T45" fmla="*/ 0 h 192"/>
                  <a:gd name="T46" fmla="*/ 7395 w 19111"/>
                  <a:gd name="T47" fmla="*/ 96 h 192"/>
                  <a:gd name="T48" fmla="*/ 8163 w 19111"/>
                  <a:gd name="T49" fmla="*/ 96 h 192"/>
                  <a:gd name="T50" fmla="*/ 8067 w 19111"/>
                  <a:gd name="T51" fmla="*/ 0 h 192"/>
                  <a:gd name="T52" fmla="*/ 8644 w 19111"/>
                  <a:gd name="T53" fmla="*/ 192 h 192"/>
                  <a:gd name="T54" fmla="*/ 9220 w 19111"/>
                  <a:gd name="T55" fmla="*/ 0 h 192"/>
                  <a:gd name="T56" fmla="*/ 9220 w 19111"/>
                  <a:gd name="T57" fmla="*/ 192 h 192"/>
                  <a:gd name="T58" fmla="*/ 9796 w 19111"/>
                  <a:gd name="T59" fmla="*/ 0 h 192"/>
                  <a:gd name="T60" fmla="*/ 9700 w 19111"/>
                  <a:gd name="T61" fmla="*/ 96 h 192"/>
                  <a:gd name="T62" fmla="*/ 10468 w 19111"/>
                  <a:gd name="T63" fmla="*/ 96 h 192"/>
                  <a:gd name="T64" fmla="*/ 10372 w 19111"/>
                  <a:gd name="T65" fmla="*/ 0 h 192"/>
                  <a:gd name="T66" fmla="*/ 10948 w 19111"/>
                  <a:gd name="T67" fmla="*/ 192 h 192"/>
                  <a:gd name="T68" fmla="*/ 11524 w 19111"/>
                  <a:gd name="T69" fmla="*/ 0 h 192"/>
                  <a:gd name="T70" fmla="*/ 11524 w 19111"/>
                  <a:gd name="T71" fmla="*/ 192 h 192"/>
                  <a:gd name="T72" fmla="*/ 12101 w 19111"/>
                  <a:gd name="T73" fmla="*/ 0 h 192"/>
                  <a:gd name="T74" fmla="*/ 12004 w 19111"/>
                  <a:gd name="T75" fmla="*/ 96 h 192"/>
                  <a:gd name="T76" fmla="*/ 12773 w 19111"/>
                  <a:gd name="T77" fmla="*/ 96 h 192"/>
                  <a:gd name="T78" fmla="*/ 12677 w 19111"/>
                  <a:gd name="T79" fmla="*/ 0 h 192"/>
                  <a:gd name="T80" fmla="*/ 13253 w 19111"/>
                  <a:gd name="T81" fmla="*/ 192 h 192"/>
                  <a:gd name="T82" fmla="*/ 13829 w 19111"/>
                  <a:gd name="T83" fmla="*/ 0 h 192"/>
                  <a:gd name="T84" fmla="*/ 13829 w 19111"/>
                  <a:gd name="T85" fmla="*/ 192 h 192"/>
                  <a:gd name="T86" fmla="*/ 14405 w 19111"/>
                  <a:gd name="T87" fmla="*/ 0 h 192"/>
                  <a:gd name="T88" fmla="*/ 14309 w 19111"/>
                  <a:gd name="T89" fmla="*/ 96 h 192"/>
                  <a:gd name="T90" fmla="*/ 15078 w 19111"/>
                  <a:gd name="T91" fmla="*/ 96 h 192"/>
                  <a:gd name="T92" fmla="*/ 14981 w 19111"/>
                  <a:gd name="T93" fmla="*/ 0 h 192"/>
                  <a:gd name="T94" fmla="*/ 15558 w 19111"/>
                  <a:gd name="T95" fmla="*/ 192 h 192"/>
                  <a:gd name="T96" fmla="*/ 16134 w 19111"/>
                  <a:gd name="T97" fmla="*/ 0 h 192"/>
                  <a:gd name="T98" fmla="*/ 16134 w 19111"/>
                  <a:gd name="T99" fmla="*/ 192 h 192"/>
                  <a:gd name="T100" fmla="*/ 16710 w 19111"/>
                  <a:gd name="T101" fmla="*/ 0 h 192"/>
                  <a:gd name="T102" fmla="*/ 16614 w 19111"/>
                  <a:gd name="T103" fmla="*/ 96 h 192"/>
                  <a:gd name="T104" fmla="*/ 17382 w 19111"/>
                  <a:gd name="T105" fmla="*/ 96 h 192"/>
                  <a:gd name="T106" fmla="*/ 17286 w 19111"/>
                  <a:gd name="T107" fmla="*/ 0 h 192"/>
                  <a:gd name="T108" fmla="*/ 17863 w 19111"/>
                  <a:gd name="T109" fmla="*/ 192 h 192"/>
                  <a:gd name="T110" fmla="*/ 18439 w 19111"/>
                  <a:gd name="T111" fmla="*/ 0 h 192"/>
                  <a:gd name="T112" fmla="*/ 18439 w 19111"/>
                  <a:gd name="T113" fmla="*/ 192 h 192"/>
                  <a:gd name="T114" fmla="*/ 19015 w 19111"/>
                  <a:gd name="T115" fmla="*/ 0 h 192"/>
                  <a:gd name="T116" fmla="*/ 18919 w 19111"/>
                  <a:gd name="T117"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111" h="192">
                    <a:moveTo>
                      <a:pt x="0" y="0"/>
                    </a:moveTo>
                    <a:lnTo>
                      <a:pt x="1" y="0"/>
                    </a:lnTo>
                    <a:cubicBezTo>
                      <a:pt x="54" y="0"/>
                      <a:pt x="97" y="43"/>
                      <a:pt x="97" y="96"/>
                    </a:cubicBezTo>
                    <a:cubicBezTo>
                      <a:pt x="97" y="149"/>
                      <a:pt x="54" y="192"/>
                      <a:pt x="1" y="192"/>
                    </a:cubicBezTo>
                    <a:lnTo>
                      <a:pt x="0" y="192"/>
                    </a:lnTo>
                    <a:lnTo>
                      <a:pt x="0" y="0"/>
                    </a:lnTo>
                    <a:close/>
                    <a:moveTo>
                      <a:pt x="577" y="0"/>
                    </a:moveTo>
                    <a:lnTo>
                      <a:pt x="577" y="0"/>
                    </a:lnTo>
                    <a:cubicBezTo>
                      <a:pt x="630" y="0"/>
                      <a:pt x="673" y="43"/>
                      <a:pt x="673" y="96"/>
                    </a:cubicBezTo>
                    <a:cubicBezTo>
                      <a:pt x="673" y="149"/>
                      <a:pt x="630" y="192"/>
                      <a:pt x="577" y="192"/>
                    </a:cubicBezTo>
                    <a:lnTo>
                      <a:pt x="577" y="192"/>
                    </a:lnTo>
                    <a:cubicBezTo>
                      <a:pt x="524" y="192"/>
                      <a:pt x="481" y="149"/>
                      <a:pt x="481" y="96"/>
                    </a:cubicBezTo>
                    <a:cubicBezTo>
                      <a:pt x="481" y="43"/>
                      <a:pt x="524" y="0"/>
                      <a:pt x="577" y="0"/>
                    </a:cubicBezTo>
                    <a:close/>
                    <a:moveTo>
                      <a:pt x="1153" y="0"/>
                    </a:moveTo>
                    <a:lnTo>
                      <a:pt x="1153" y="0"/>
                    </a:lnTo>
                    <a:cubicBezTo>
                      <a:pt x="1206" y="0"/>
                      <a:pt x="1249" y="43"/>
                      <a:pt x="1249" y="96"/>
                    </a:cubicBezTo>
                    <a:cubicBezTo>
                      <a:pt x="1249" y="149"/>
                      <a:pt x="1206" y="192"/>
                      <a:pt x="1153" y="192"/>
                    </a:cubicBezTo>
                    <a:lnTo>
                      <a:pt x="1153" y="192"/>
                    </a:lnTo>
                    <a:cubicBezTo>
                      <a:pt x="1100" y="192"/>
                      <a:pt x="1057" y="149"/>
                      <a:pt x="1057" y="96"/>
                    </a:cubicBezTo>
                    <a:cubicBezTo>
                      <a:pt x="1057" y="43"/>
                      <a:pt x="1100" y="0"/>
                      <a:pt x="1153" y="0"/>
                    </a:cubicBezTo>
                    <a:close/>
                    <a:moveTo>
                      <a:pt x="1729" y="0"/>
                    </a:moveTo>
                    <a:lnTo>
                      <a:pt x="1729" y="0"/>
                    </a:lnTo>
                    <a:cubicBezTo>
                      <a:pt x="1782" y="0"/>
                      <a:pt x="1825" y="43"/>
                      <a:pt x="1825" y="96"/>
                    </a:cubicBezTo>
                    <a:cubicBezTo>
                      <a:pt x="1825" y="149"/>
                      <a:pt x="1782" y="192"/>
                      <a:pt x="1729" y="192"/>
                    </a:cubicBezTo>
                    <a:lnTo>
                      <a:pt x="1729" y="192"/>
                    </a:lnTo>
                    <a:cubicBezTo>
                      <a:pt x="1676" y="192"/>
                      <a:pt x="1633" y="149"/>
                      <a:pt x="1633" y="96"/>
                    </a:cubicBezTo>
                    <a:cubicBezTo>
                      <a:pt x="1633" y="43"/>
                      <a:pt x="1676" y="0"/>
                      <a:pt x="1729" y="0"/>
                    </a:cubicBezTo>
                    <a:close/>
                    <a:moveTo>
                      <a:pt x="2305" y="0"/>
                    </a:moveTo>
                    <a:lnTo>
                      <a:pt x="2305" y="0"/>
                    </a:lnTo>
                    <a:cubicBezTo>
                      <a:pt x="2358" y="0"/>
                      <a:pt x="2401" y="43"/>
                      <a:pt x="2401" y="96"/>
                    </a:cubicBezTo>
                    <a:cubicBezTo>
                      <a:pt x="2401" y="149"/>
                      <a:pt x="2358" y="192"/>
                      <a:pt x="2305" y="192"/>
                    </a:cubicBezTo>
                    <a:lnTo>
                      <a:pt x="2305" y="192"/>
                    </a:lnTo>
                    <a:cubicBezTo>
                      <a:pt x="2252" y="192"/>
                      <a:pt x="2209" y="149"/>
                      <a:pt x="2209" y="96"/>
                    </a:cubicBezTo>
                    <a:cubicBezTo>
                      <a:pt x="2209" y="43"/>
                      <a:pt x="2252" y="0"/>
                      <a:pt x="2305" y="0"/>
                    </a:cubicBezTo>
                    <a:close/>
                    <a:moveTo>
                      <a:pt x="2881" y="0"/>
                    </a:moveTo>
                    <a:lnTo>
                      <a:pt x="2882" y="0"/>
                    </a:lnTo>
                    <a:cubicBezTo>
                      <a:pt x="2935" y="0"/>
                      <a:pt x="2978" y="43"/>
                      <a:pt x="2978" y="96"/>
                    </a:cubicBezTo>
                    <a:cubicBezTo>
                      <a:pt x="2978" y="149"/>
                      <a:pt x="2935" y="192"/>
                      <a:pt x="2882" y="192"/>
                    </a:cubicBezTo>
                    <a:lnTo>
                      <a:pt x="2881" y="192"/>
                    </a:lnTo>
                    <a:cubicBezTo>
                      <a:pt x="2828" y="192"/>
                      <a:pt x="2785" y="149"/>
                      <a:pt x="2785" y="96"/>
                    </a:cubicBezTo>
                    <a:cubicBezTo>
                      <a:pt x="2785" y="43"/>
                      <a:pt x="2828" y="0"/>
                      <a:pt x="2881" y="0"/>
                    </a:cubicBezTo>
                    <a:close/>
                    <a:moveTo>
                      <a:pt x="3458" y="0"/>
                    </a:moveTo>
                    <a:lnTo>
                      <a:pt x="3458" y="0"/>
                    </a:lnTo>
                    <a:cubicBezTo>
                      <a:pt x="3511" y="0"/>
                      <a:pt x="3554" y="43"/>
                      <a:pt x="3554" y="96"/>
                    </a:cubicBezTo>
                    <a:cubicBezTo>
                      <a:pt x="3554" y="149"/>
                      <a:pt x="3511" y="192"/>
                      <a:pt x="3458" y="192"/>
                    </a:cubicBezTo>
                    <a:lnTo>
                      <a:pt x="3458" y="192"/>
                    </a:lnTo>
                    <a:cubicBezTo>
                      <a:pt x="3405" y="192"/>
                      <a:pt x="3362" y="149"/>
                      <a:pt x="3362" y="96"/>
                    </a:cubicBezTo>
                    <a:cubicBezTo>
                      <a:pt x="3362" y="43"/>
                      <a:pt x="3405" y="0"/>
                      <a:pt x="3458" y="0"/>
                    </a:cubicBezTo>
                    <a:close/>
                    <a:moveTo>
                      <a:pt x="4034" y="0"/>
                    </a:moveTo>
                    <a:lnTo>
                      <a:pt x="4034" y="0"/>
                    </a:lnTo>
                    <a:cubicBezTo>
                      <a:pt x="4087" y="0"/>
                      <a:pt x="4130" y="43"/>
                      <a:pt x="4130" y="96"/>
                    </a:cubicBezTo>
                    <a:cubicBezTo>
                      <a:pt x="4130" y="149"/>
                      <a:pt x="4087" y="192"/>
                      <a:pt x="4034" y="192"/>
                    </a:cubicBezTo>
                    <a:lnTo>
                      <a:pt x="4034" y="192"/>
                    </a:lnTo>
                    <a:cubicBezTo>
                      <a:pt x="3981" y="192"/>
                      <a:pt x="3938" y="149"/>
                      <a:pt x="3938" y="96"/>
                    </a:cubicBezTo>
                    <a:cubicBezTo>
                      <a:pt x="3938" y="43"/>
                      <a:pt x="3981" y="0"/>
                      <a:pt x="4034" y="0"/>
                    </a:cubicBezTo>
                    <a:close/>
                    <a:moveTo>
                      <a:pt x="4610" y="0"/>
                    </a:moveTo>
                    <a:lnTo>
                      <a:pt x="4610" y="0"/>
                    </a:lnTo>
                    <a:cubicBezTo>
                      <a:pt x="4663" y="0"/>
                      <a:pt x="4706" y="43"/>
                      <a:pt x="4706" y="96"/>
                    </a:cubicBezTo>
                    <a:cubicBezTo>
                      <a:pt x="4706" y="149"/>
                      <a:pt x="4663" y="192"/>
                      <a:pt x="4610" y="192"/>
                    </a:cubicBezTo>
                    <a:lnTo>
                      <a:pt x="4610" y="192"/>
                    </a:lnTo>
                    <a:cubicBezTo>
                      <a:pt x="4557" y="192"/>
                      <a:pt x="4514" y="149"/>
                      <a:pt x="4514" y="96"/>
                    </a:cubicBezTo>
                    <a:cubicBezTo>
                      <a:pt x="4514" y="43"/>
                      <a:pt x="4557" y="0"/>
                      <a:pt x="4610" y="0"/>
                    </a:cubicBezTo>
                    <a:close/>
                    <a:moveTo>
                      <a:pt x="5186" y="0"/>
                    </a:moveTo>
                    <a:lnTo>
                      <a:pt x="5186" y="0"/>
                    </a:lnTo>
                    <a:cubicBezTo>
                      <a:pt x="5239" y="0"/>
                      <a:pt x="5282" y="43"/>
                      <a:pt x="5282" y="96"/>
                    </a:cubicBezTo>
                    <a:cubicBezTo>
                      <a:pt x="5282" y="149"/>
                      <a:pt x="5239" y="192"/>
                      <a:pt x="5186" y="192"/>
                    </a:cubicBezTo>
                    <a:lnTo>
                      <a:pt x="5186" y="192"/>
                    </a:lnTo>
                    <a:cubicBezTo>
                      <a:pt x="5133" y="192"/>
                      <a:pt x="5090" y="149"/>
                      <a:pt x="5090" y="96"/>
                    </a:cubicBezTo>
                    <a:cubicBezTo>
                      <a:pt x="5090" y="43"/>
                      <a:pt x="5133" y="0"/>
                      <a:pt x="5186" y="0"/>
                    </a:cubicBezTo>
                    <a:close/>
                    <a:moveTo>
                      <a:pt x="5762" y="0"/>
                    </a:moveTo>
                    <a:lnTo>
                      <a:pt x="5763" y="0"/>
                    </a:lnTo>
                    <a:cubicBezTo>
                      <a:pt x="5816" y="0"/>
                      <a:pt x="5859" y="43"/>
                      <a:pt x="5859" y="96"/>
                    </a:cubicBezTo>
                    <a:cubicBezTo>
                      <a:pt x="5859" y="149"/>
                      <a:pt x="5816" y="192"/>
                      <a:pt x="5763" y="192"/>
                    </a:cubicBezTo>
                    <a:lnTo>
                      <a:pt x="5762" y="192"/>
                    </a:lnTo>
                    <a:cubicBezTo>
                      <a:pt x="5709" y="192"/>
                      <a:pt x="5666" y="149"/>
                      <a:pt x="5666" y="96"/>
                    </a:cubicBezTo>
                    <a:cubicBezTo>
                      <a:pt x="5666" y="43"/>
                      <a:pt x="5709" y="0"/>
                      <a:pt x="5762" y="0"/>
                    </a:cubicBezTo>
                    <a:close/>
                    <a:moveTo>
                      <a:pt x="6339" y="0"/>
                    </a:moveTo>
                    <a:lnTo>
                      <a:pt x="6339" y="0"/>
                    </a:lnTo>
                    <a:cubicBezTo>
                      <a:pt x="6392" y="0"/>
                      <a:pt x="6435" y="43"/>
                      <a:pt x="6435" y="96"/>
                    </a:cubicBezTo>
                    <a:cubicBezTo>
                      <a:pt x="6435" y="149"/>
                      <a:pt x="6392" y="192"/>
                      <a:pt x="6339" y="192"/>
                    </a:cubicBezTo>
                    <a:lnTo>
                      <a:pt x="6339" y="192"/>
                    </a:lnTo>
                    <a:cubicBezTo>
                      <a:pt x="6286" y="192"/>
                      <a:pt x="6243" y="149"/>
                      <a:pt x="6243" y="96"/>
                    </a:cubicBezTo>
                    <a:cubicBezTo>
                      <a:pt x="6243" y="43"/>
                      <a:pt x="6286" y="0"/>
                      <a:pt x="6339" y="0"/>
                    </a:cubicBezTo>
                    <a:close/>
                    <a:moveTo>
                      <a:pt x="6915" y="0"/>
                    </a:moveTo>
                    <a:lnTo>
                      <a:pt x="6915" y="0"/>
                    </a:lnTo>
                    <a:cubicBezTo>
                      <a:pt x="6968" y="0"/>
                      <a:pt x="7011" y="43"/>
                      <a:pt x="7011" y="96"/>
                    </a:cubicBezTo>
                    <a:cubicBezTo>
                      <a:pt x="7011" y="149"/>
                      <a:pt x="6968" y="192"/>
                      <a:pt x="6915" y="192"/>
                    </a:cubicBezTo>
                    <a:lnTo>
                      <a:pt x="6915" y="192"/>
                    </a:lnTo>
                    <a:cubicBezTo>
                      <a:pt x="6862" y="192"/>
                      <a:pt x="6819" y="149"/>
                      <a:pt x="6819" y="96"/>
                    </a:cubicBezTo>
                    <a:cubicBezTo>
                      <a:pt x="6819" y="43"/>
                      <a:pt x="6862" y="0"/>
                      <a:pt x="6915" y="0"/>
                    </a:cubicBezTo>
                    <a:close/>
                    <a:moveTo>
                      <a:pt x="7491" y="0"/>
                    </a:moveTo>
                    <a:lnTo>
                      <a:pt x="7491" y="0"/>
                    </a:lnTo>
                    <a:cubicBezTo>
                      <a:pt x="7544" y="0"/>
                      <a:pt x="7587" y="43"/>
                      <a:pt x="7587" y="96"/>
                    </a:cubicBezTo>
                    <a:cubicBezTo>
                      <a:pt x="7587" y="149"/>
                      <a:pt x="7544" y="192"/>
                      <a:pt x="7491" y="192"/>
                    </a:cubicBezTo>
                    <a:lnTo>
                      <a:pt x="7491" y="192"/>
                    </a:lnTo>
                    <a:cubicBezTo>
                      <a:pt x="7438" y="192"/>
                      <a:pt x="7395" y="149"/>
                      <a:pt x="7395" y="96"/>
                    </a:cubicBezTo>
                    <a:cubicBezTo>
                      <a:pt x="7395" y="43"/>
                      <a:pt x="7438" y="0"/>
                      <a:pt x="7491" y="0"/>
                    </a:cubicBezTo>
                    <a:close/>
                    <a:moveTo>
                      <a:pt x="8067" y="0"/>
                    </a:moveTo>
                    <a:lnTo>
                      <a:pt x="8067" y="0"/>
                    </a:lnTo>
                    <a:cubicBezTo>
                      <a:pt x="8120" y="0"/>
                      <a:pt x="8163" y="43"/>
                      <a:pt x="8163" y="96"/>
                    </a:cubicBezTo>
                    <a:cubicBezTo>
                      <a:pt x="8163" y="149"/>
                      <a:pt x="8120" y="192"/>
                      <a:pt x="8067" y="192"/>
                    </a:cubicBezTo>
                    <a:lnTo>
                      <a:pt x="8067" y="192"/>
                    </a:lnTo>
                    <a:cubicBezTo>
                      <a:pt x="8014" y="192"/>
                      <a:pt x="7971" y="149"/>
                      <a:pt x="7971" y="96"/>
                    </a:cubicBezTo>
                    <a:cubicBezTo>
                      <a:pt x="7971" y="43"/>
                      <a:pt x="8014" y="0"/>
                      <a:pt x="8067" y="0"/>
                    </a:cubicBezTo>
                    <a:close/>
                    <a:moveTo>
                      <a:pt x="8643" y="0"/>
                    </a:moveTo>
                    <a:lnTo>
                      <a:pt x="8644" y="0"/>
                    </a:lnTo>
                    <a:cubicBezTo>
                      <a:pt x="8697" y="0"/>
                      <a:pt x="8740" y="43"/>
                      <a:pt x="8740" y="96"/>
                    </a:cubicBezTo>
                    <a:cubicBezTo>
                      <a:pt x="8740" y="149"/>
                      <a:pt x="8697" y="192"/>
                      <a:pt x="8644" y="192"/>
                    </a:cubicBezTo>
                    <a:lnTo>
                      <a:pt x="8643" y="192"/>
                    </a:lnTo>
                    <a:cubicBezTo>
                      <a:pt x="8590" y="192"/>
                      <a:pt x="8547" y="149"/>
                      <a:pt x="8547" y="96"/>
                    </a:cubicBezTo>
                    <a:cubicBezTo>
                      <a:pt x="8547" y="43"/>
                      <a:pt x="8590" y="0"/>
                      <a:pt x="8643" y="0"/>
                    </a:cubicBezTo>
                    <a:close/>
                    <a:moveTo>
                      <a:pt x="9220" y="0"/>
                    </a:moveTo>
                    <a:lnTo>
                      <a:pt x="9220" y="0"/>
                    </a:lnTo>
                    <a:cubicBezTo>
                      <a:pt x="9273" y="0"/>
                      <a:pt x="9316" y="43"/>
                      <a:pt x="9316" y="96"/>
                    </a:cubicBezTo>
                    <a:cubicBezTo>
                      <a:pt x="9316" y="149"/>
                      <a:pt x="9273" y="192"/>
                      <a:pt x="9220" y="192"/>
                    </a:cubicBezTo>
                    <a:lnTo>
                      <a:pt x="9220" y="192"/>
                    </a:lnTo>
                    <a:cubicBezTo>
                      <a:pt x="9167" y="192"/>
                      <a:pt x="9124" y="149"/>
                      <a:pt x="9124" y="96"/>
                    </a:cubicBezTo>
                    <a:cubicBezTo>
                      <a:pt x="9124" y="43"/>
                      <a:pt x="9167" y="0"/>
                      <a:pt x="9220" y="0"/>
                    </a:cubicBezTo>
                    <a:close/>
                    <a:moveTo>
                      <a:pt x="9796" y="0"/>
                    </a:moveTo>
                    <a:lnTo>
                      <a:pt x="9796" y="0"/>
                    </a:lnTo>
                    <a:cubicBezTo>
                      <a:pt x="9849" y="0"/>
                      <a:pt x="9892" y="43"/>
                      <a:pt x="9892" y="96"/>
                    </a:cubicBezTo>
                    <a:cubicBezTo>
                      <a:pt x="9892" y="149"/>
                      <a:pt x="9849" y="192"/>
                      <a:pt x="9796" y="192"/>
                    </a:cubicBezTo>
                    <a:lnTo>
                      <a:pt x="9796" y="192"/>
                    </a:lnTo>
                    <a:cubicBezTo>
                      <a:pt x="9743" y="192"/>
                      <a:pt x="9700" y="149"/>
                      <a:pt x="9700" y="96"/>
                    </a:cubicBezTo>
                    <a:cubicBezTo>
                      <a:pt x="9700" y="43"/>
                      <a:pt x="9743" y="0"/>
                      <a:pt x="9796" y="0"/>
                    </a:cubicBezTo>
                    <a:close/>
                    <a:moveTo>
                      <a:pt x="10372" y="0"/>
                    </a:moveTo>
                    <a:lnTo>
                      <a:pt x="10372" y="0"/>
                    </a:lnTo>
                    <a:cubicBezTo>
                      <a:pt x="10425" y="0"/>
                      <a:pt x="10468" y="43"/>
                      <a:pt x="10468" y="96"/>
                    </a:cubicBezTo>
                    <a:cubicBezTo>
                      <a:pt x="10468" y="149"/>
                      <a:pt x="10425" y="192"/>
                      <a:pt x="10372" y="192"/>
                    </a:cubicBezTo>
                    <a:lnTo>
                      <a:pt x="10372" y="192"/>
                    </a:lnTo>
                    <a:cubicBezTo>
                      <a:pt x="10319" y="192"/>
                      <a:pt x="10276" y="149"/>
                      <a:pt x="10276" y="96"/>
                    </a:cubicBezTo>
                    <a:cubicBezTo>
                      <a:pt x="10276" y="43"/>
                      <a:pt x="10319" y="0"/>
                      <a:pt x="10372" y="0"/>
                    </a:cubicBezTo>
                    <a:close/>
                    <a:moveTo>
                      <a:pt x="10948" y="0"/>
                    </a:moveTo>
                    <a:lnTo>
                      <a:pt x="10948" y="0"/>
                    </a:lnTo>
                    <a:cubicBezTo>
                      <a:pt x="11001" y="0"/>
                      <a:pt x="11044" y="43"/>
                      <a:pt x="11044" y="96"/>
                    </a:cubicBezTo>
                    <a:cubicBezTo>
                      <a:pt x="11044" y="149"/>
                      <a:pt x="11001" y="192"/>
                      <a:pt x="10948" y="192"/>
                    </a:cubicBezTo>
                    <a:lnTo>
                      <a:pt x="10948" y="192"/>
                    </a:lnTo>
                    <a:cubicBezTo>
                      <a:pt x="10895" y="192"/>
                      <a:pt x="10852" y="149"/>
                      <a:pt x="10852" y="96"/>
                    </a:cubicBezTo>
                    <a:cubicBezTo>
                      <a:pt x="10852" y="43"/>
                      <a:pt x="10895" y="0"/>
                      <a:pt x="10948" y="0"/>
                    </a:cubicBezTo>
                    <a:close/>
                    <a:moveTo>
                      <a:pt x="11524" y="0"/>
                    </a:moveTo>
                    <a:lnTo>
                      <a:pt x="11524" y="0"/>
                    </a:lnTo>
                    <a:cubicBezTo>
                      <a:pt x="11578" y="0"/>
                      <a:pt x="11620" y="43"/>
                      <a:pt x="11620" y="96"/>
                    </a:cubicBezTo>
                    <a:cubicBezTo>
                      <a:pt x="11620" y="149"/>
                      <a:pt x="11578" y="192"/>
                      <a:pt x="11524" y="192"/>
                    </a:cubicBezTo>
                    <a:lnTo>
                      <a:pt x="11524" y="192"/>
                    </a:lnTo>
                    <a:cubicBezTo>
                      <a:pt x="11471" y="192"/>
                      <a:pt x="11428" y="149"/>
                      <a:pt x="11428" y="96"/>
                    </a:cubicBezTo>
                    <a:cubicBezTo>
                      <a:pt x="11428" y="43"/>
                      <a:pt x="11471" y="0"/>
                      <a:pt x="11524" y="0"/>
                    </a:cubicBezTo>
                    <a:close/>
                    <a:moveTo>
                      <a:pt x="12100" y="0"/>
                    </a:moveTo>
                    <a:lnTo>
                      <a:pt x="12101" y="0"/>
                    </a:lnTo>
                    <a:cubicBezTo>
                      <a:pt x="12154" y="0"/>
                      <a:pt x="12197" y="43"/>
                      <a:pt x="12197" y="96"/>
                    </a:cubicBezTo>
                    <a:cubicBezTo>
                      <a:pt x="12197" y="149"/>
                      <a:pt x="12154" y="192"/>
                      <a:pt x="12101" y="192"/>
                    </a:cubicBezTo>
                    <a:lnTo>
                      <a:pt x="12100" y="192"/>
                    </a:lnTo>
                    <a:cubicBezTo>
                      <a:pt x="12047" y="192"/>
                      <a:pt x="12004" y="149"/>
                      <a:pt x="12004" y="96"/>
                    </a:cubicBezTo>
                    <a:cubicBezTo>
                      <a:pt x="12004" y="43"/>
                      <a:pt x="12047" y="0"/>
                      <a:pt x="12100" y="0"/>
                    </a:cubicBezTo>
                    <a:close/>
                    <a:moveTo>
                      <a:pt x="12677" y="0"/>
                    </a:moveTo>
                    <a:lnTo>
                      <a:pt x="12677" y="0"/>
                    </a:lnTo>
                    <a:cubicBezTo>
                      <a:pt x="12730" y="0"/>
                      <a:pt x="12773" y="43"/>
                      <a:pt x="12773" y="96"/>
                    </a:cubicBezTo>
                    <a:cubicBezTo>
                      <a:pt x="12773" y="149"/>
                      <a:pt x="12730" y="192"/>
                      <a:pt x="12677" y="192"/>
                    </a:cubicBezTo>
                    <a:lnTo>
                      <a:pt x="12677" y="192"/>
                    </a:lnTo>
                    <a:cubicBezTo>
                      <a:pt x="12624" y="192"/>
                      <a:pt x="12581" y="149"/>
                      <a:pt x="12581" y="96"/>
                    </a:cubicBezTo>
                    <a:cubicBezTo>
                      <a:pt x="12581" y="43"/>
                      <a:pt x="12624" y="0"/>
                      <a:pt x="12677" y="0"/>
                    </a:cubicBezTo>
                    <a:close/>
                    <a:moveTo>
                      <a:pt x="13253" y="0"/>
                    </a:moveTo>
                    <a:lnTo>
                      <a:pt x="13253" y="0"/>
                    </a:lnTo>
                    <a:cubicBezTo>
                      <a:pt x="13306" y="0"/>
                      <a:pt x="13349" y="43"/>
                      <a:pt x="13349" y="96"/>
                    </a:cubicBezTo>
                    <a:cubicBezTo>
                      <a:pt x="13349" y="149"/>
                      <a:pt x="13306" y="192"/>
                      <a:pt x="13253" y="192"/>
                    </a:cubicBezTo>
                    <a:lnTo>
                      <a:pt x="13253" y="192"/>
                    </a:lnTo>
                    <a:cubicBezTo>
                      <a:pt x="13200" y="192"/>
                      <a:pt x="13157" y="149"/>
                      <a:pt x="13157" y="96"/>
                    </a:cubicBezTo>
                    <a:cubicBezTo>
                      <a:pt x="13157" y="43"/>
                      <a:pt x="13200" y="0"/>
                      <a:pt x="13253" y="0"/>
                    </a:cubicBezTo>
                    <a:close/>
                    <a:moveTo>
                      <a:pt x="13829" y="0"/>
                    </a:moveTo>
                    <a:lnTo>
                      <a:pt x="13829" y="0"/>
                    </a:lnTo>
                    <a:cubicBezTo>
                      <a:pt x="13882" y="0"/>
                      <a:pt x="13925" y="43"/>
                      <a:pt x="13925" y="96"/>
                    </a:cubicBezTo>
                    <a:cubicBezTo>
                      <a:pt x="13925" y="149"/>
                      <a:pt x="13882" y="192"/>
                      <a:pt x="13829" y="192"/>
                    </a:cubicBezTo>
                    <a:lnTo>
                      <a:pt x="13829" y="192"/>
                    </a:lnTo>
                    <a:cubicBezTo>
                      <a:pt x="13776" y="192"/>
                      <a:pt x="13733" y="149"/>
                      <a:pt x="13733" y="96"/>
                    </a:cubicBezTo>
                    <a:cubicBezTo>
                      <a:pt x="13733" y="43"/>
                      <a:pt x="13776" y="0"/>
                      <a:pt x="13829" y="0"/>
                    </a:cubicBezTo>
                    <a:close/>
                    <a:moveTo>
                      <a:pt x="14405" y="0"/>
                    </a:moveTo>
                    <a:lnTo>
                      <a:pt x="14405" y="0"/>
                    </a:lnTo>
                    <a:cubicBezTo>
                      <a:pt x="14458" y="0"/>
                      <a:pt x="14501" y="43"/>
                      <a:pt x="14501" y="96"/>
                    </a:cubicBezTo>
                    <a:cubicBezTo>
                      <a:pt x="14501" y="149"/>
                      <a:pt x="14458" y="192"/>
                      <a:pt x="14405" y="192"/>
                    </a:cubicBezTo>
                    <a:lnTo>
                      <a:pt x="14405" y="192"/>
                    </a:lnTo>
                    <a:cubicBezTo>
                      <a:pt x="14352" y="192"/>
                      <a:pt x="14309" y="149"/>
                      <a:pt x="14309" y="96"/>
                    </a:cubicBezTo>
                    <a:cubicBezTo>
                      <a:pt x="14309" y="43"/>
                      <a:pt x="14352" y="0"/>
                      <a:pt x="14405" y="0"/>
                    </a:cubicBezTo>
                    <a:close/>
                    <a:moveTo>
                      <a:pt x="14981" y="0"/>
                    </a:moveTo>
                    <a:lnTo>
                      <a:pt x="14982" y="0"/>
                    </a:lnTo>
                    <a:cubicBezTo>
                      <a:pt x="15035" y="0"/>
                      <a:pt x="15078" y="43"/>
                      <a:pt x="15078" y="96"/>
                    </a:cubicBezTo>
                    <a:cubicBezTo>
                      <a:pt x="15078" y="149"/>
                      <a:pt x="15035" y="192"/>
                      <a:pt x="14982" y="192"/>
                    </a:cubicBezTo>
                    <a:lnTo>
                      <a:pt x="14981" y="192"/>
                    </a:lnTo>
                    <a:cubicBezTo>
                      <a:pt x="14928" y="192"/>
                      <a:pt x="14885" y="149"/>
                      <a:pt x="14885" y="96"/>
                    </a:cubicBezTo>
                    <a:cubicBezTo>
                      <a:pt x="14885" y="43"/>
                      <a:pt x="14928" y="0"/>
                      <a:pt x="14981" y="0"/>
                    </a:cubicBezTo>
                    <a:close/>
                    <a:moveTo>
                      <a:pt x="15558" y="0"/>
                    </a:moveTo>
                    <a:lnTo>
                      <a:pt x="15558" y="0"/>
                    </a:lnTo>
                    <a:cubicBezTo>
                      <a:pt x="15611" y="0"/>
                      <a:pt x="15654" y="43"/>
                      <a:pt x="15654" y="96"/>
                    </a:cubicBezTo>
                    <a:cubicBezTo>
                      <a:pt x="15654" y="149"/>
                      <a:pt x="15611" y="192"/>
                      <a:pt x="15558" y="192"/>
                    </a:cubicBezTo>
                    <a:lnTo>
                      <a:pt x="15558" y="192"/>
                    </a:lnTo>
                    <a:cubicBezTo>
                      <a:pt x="15505" y="192"/>
                      <a:pt x="15462" y="149"/>
                      <a:pt x="15462" y="96"/>
                    </a:cubicBezTo>
                    <a:cubicBezTo>
                      <a:pt x="15462" y="43"/>
                      <a:pt x="15505" y="0"/>
                      <a:pt x="15558" y="0"/>
                    </a:cubicBezTo>
                    <a:close/>
                    <a:moveTo>
                      <a:pt x="16134" y="0"/>
                    </a:moveTo>
                    <a:lnTo>
                      <a:pt x="16134" y="0"/>
                    </a:lnTo>
                    <a:cubicBezTo>
                      <a:pt x="16187" y="0"/>
                      <a:pt x="16230" y="43"/>
                      <a:pt x="16230" y="96"/>
                    </a:cubicBezTo>
                    <a:cubicBezTo>
                      <a:pt x="16230" y="149"/>
                      <a:pt x="16187" y="192"/>
                      <a:pt x="16134" y="192"/>
                    </a:cubicBezTo>
                    <a:lnTo>
                      <a:pt x="16134" y="192"/>
                    </a:lnTo>
                    <a:cubicBezTo>
                      <a:pt x="16081" y="192"/>
                      <a:pt x="16038" y="149"/>
                      <a:pt x="16038" y="96"/>
                    </a:cubicBezTo>
                    <a:cubicBezTo>
                      <a:pt x="16038" y="43"/>
                      <a:pt x="16081" y="0"/>
                      <a:pt x="16134" y="0"/>
                    </a:cubicBezTo>
                    <a:close/>
                    <a:moveTo>
                      <a:pt x="16710" y="0"/>
                    </a:moveTo>
                    <a:lnTo>
                      <a:pt x="16710" y="0"/>
                    </a:lnTo>
                    <a:cubicBezTo>
                      <a:pt x="16763" y="0"/>
                      <a:pt x="16806" y="43"/>
                      <a:pt x="16806" y="96"/>
                    </a:cubicBezTo>
                    <a:cubicBezTo>
                      <a:pt x="16806" y="149"/>
                      <a:pt x="16763" y="192"/>
                      <a:pt x="16710" y="192"/>
                    </a:cubicBezTo>
                    <a:lnTo>
                      <a:pt x="16710" y="192"/>
                    </a:lnTo>
                    <a:cubicBezTo>
                      <a:pt x="16657" y="192"/>
                      <a:pt x="16614" y="149"/>
                      <a:pt x="16614" y="96"/>
                    </a:cubicBezTo>
                    <a:cubicBezTo>
                      <a:pt x="16614" y="43"/>
                      <a:pt x="16657" y="0"/>
                      <a:pt x="16710" y="0"/>
                    </a:cubicBezTo>
                    <a:close/>
                    <a:moveTo>
                      <a:pt x="17286" y="0"/>
                    </a:moveTo>
                    <a:lnTo>
                      <a:pt x="17286" y="0"/>
                    </a:lnTo>
                    <a:cubicBezTo>
                      <a:pt x="17339" y="0"/>
                      <a:pt x="17382" y="43"/>
                      <a:pt x="17382" y="96"/>
                    </a:cubicBezTo>
                    <a:cubicBezTo>
                      <a:pt x="17382" y="149"/>
                      <a:pt x="17339" y="192"/>
                      <a:pt x="17286" y="192"/>
                    </a:cubicBezTo>
                    <a:lnTo>
                      <a:pt x="17286" y="192"/>
                    </a:lnTo>
                    <a:cubicBezTo>
                      <a:pt x="17233" y="192"/>
                      <a:pt x="17190" y="149"/>
                      <a:pt x="17190" y="96"/>
                    </a:cubicBezTo>
                    <a:cubicBezTo>
                      <a:pt x="17190" y="43"/>
                      <a:pt x="17233" y="0"/>
                      <a:pt x="17286" y="0"/>
                    </a:cubicBezTo>
                    <a:close/>
                    <a:moveTo>
                      <a:pt x="17862" y="0"/>
                    </a:moveTo>
                    <a:lnTo>
                      <a:pt x="17863" y="0"/>
                    </a:lnTo>
                    <a:cubicBezTo>
                      <a:pt x="17916" y="0"/>
                      <a:pt x="17959" y="43"/>
                      <a:pt x="17959" y="96"/>
                    </a:cubicBezTo>
                    <a:cubicBezTo>
                      <a:pt x="17959" y="149"/>
                      <a:pt x="17916" y="192"/>
                      <a:pt x="17863" y="192"/>
                    </a:cubicBezTo>
                    <a:lnTo>
                      <a:pt x="17862" y="192"/>
                    </a:lnTo>
                    <a:cubicBezTo>
                      <a:pt x="17809" y="192"/>
                      <a:pt x="17766" y="149"/>
                      <a:pt x="17766" y="96"/>
                    </a:cubicBezTo>
                    <a:cubicBezTo>
                      <a:pt x="17766" y="43"/>
                      <a:pt x="17809" y="0"/>
                      <a:pt x="17862" y="0"/>
                    </a:cubicBezTo>
                    <a:close/>
                    <a:moveTo>
                      <a:pt x="18439" y="0"/>
                    </a:moveTo>
                    <a:lnTo>
                      <a:pt x="18439" y="0"/>
                    </a:lnTo>
                    <a:cubicBezTo>
                      <a:pt x="18492" y="0"/>
                      <a:pt x="18535" y="43"/>
                      <a:pt x="18535" y="96"/>
                    </a:cubicBezTo>
                    <a:cubicBezTo>
                      <a:pt x="18535" y="149"/>
                      <a:pt x="18492" y="192"/>
                      <a:pt x="18439" y="192"/>
                    </a:cubicBezTo>
                    <a:lnTo>
                      <a:pt x="18439" y="192"/>
                    </a:lnTo>
                    <a:cubicBezTo>
                      <a:pt x="18386" y="192"/>
                      <a:pt x="18343" y="149"/>
                      <a:pt x="18343" y="96"/>
                    </a:cubicBezTo>
                    <a:cubicBezTo>
                      <a:pt x="18343" y="43"/>
                      <a:pt x="18386" y="0"/>
                      <a:pt x="18439" y="0"/>
                    </a:cubicBezTo>
                    <a:close/>
                    <a:moveTo>
                      <a:pt x="19015" y="0"/>
                    </a:moveTo>
                    <a:lnTo>
                      <a:pt x="19015" y="0"/>
                    </a:lnTo>
                    <a:cubicBezTo>
                      <a:pt x="19068" y="0"/>
                      <a:pt x="19111" y="43"/>
                      <a:pt x="19111" y="96"/>
                    </a:cubicBezTo>
                    <a:cubicBezTo>
                      <a:pt x="19111" y="149"/>
                      <a:pt x="19068" y="192"/>
                      <a:pt x="19015" y="192"/>
                    </a:cubicBezTo>
                    <a:lnTo>
                      <a:pt x="19015" y="192"/>
                    </a:lnTo>
                    <a:cubicBezTo>
                      <a:pt x="18962" y="192"/>
                      <a:pt x="18919" y="149"/>
                      <a:pt x="18919" y="96"/>
                    </a:cubicBezTo>
                    <a:cubicBezTo>
                      <a:pt x="18919" y="43"/>
                      <a:pt x="18962" y="0"/>
                      <a:pt x="19015" y="0"/>
                    </a:cubicBezTo>
                    <a:close/>
                  </a:path>
                </a:pathLst>
              </a:custGeom>
              <a:solidFill>
                <a:srgbClr val="000000"/>
              </a:solidFill>
              <a:ln w="0" cap="flat">
                <a:solidFill>
                  <a:srgbClr val="000000"/>
                </a:solidFill>
                <a:prstDash val="solid"/>
                <a:bevel/>
              </a:ln>
            </p:spPr>
            <p:txBody>
              <a:bodyPr vert="horz" wrap="square" lIns="119245" tIns="59622" rIns="119245" bIns="59622" numCol="1" anchor="t" anchorCtr="0" compatLnSpc="1"/>
              <a:lstStyle/>
              <a:p>
                <a:endParaRPr lang="zh-CN" altLang="en-US" sz="3145"/>
              </a:p>
            </p:txBody>
          </p:sp>
          <p:sp>
            <p:nvSpPr>
              <p:cNvPr id="1089" name="Freeform 901"/>
              <p:cNvSpPr/>
              <p:nvPr/>
            </p:nvSpPr>
            <p:spPr bwMode="auto">
              <a:xfrm>
                <a:off x="1906588" y="6113463"/>
                <a:ext cx="66675" cy="103187"/>
              </a:xfrm>
              <a:custGeom>
                <a:avLst/>
                <a:gdLst>
                  <a:gd name="T0" fmla="*/ 0 w 42"/>
                  <a:gd name="T1" fmla="*/ 65 h 65"/>
                  <a:gd name="T2" fmla="*/ 0 w 42"/>
                  <a:gd name="T3" fmla="*/ 0 h 65"/>
                  <a:gd name="T4" fmla="*/ 0 w 42"/>
                  <a:gd name="T5" fmla="*/ 0 h 65"/>
                  <a:gd name="T6" fmla="*/ 42 w 42"/>
                  <a:gd name="T7" fmla="*/ 0 h 65"/>
                  <a:gd name="T8" fmla="*/ 42 w 42"/>
                  <a:gd name="T9" fmla="*/ 0 h 65"/>
                  <a:gd name="T10" fmla="*/ 42 w 42"/>
                  <a:gd name="T11" fmla="*/ 65 h 65"/>
                </a:gdLst>
                <a:ahLst/>
                <a:cxnLst>
                  <a:cxn ang="0">
                    <a:pos x="T0" y="T1"/>
                  </a:cxn>
                  <a:cxn ang="0">
                    <a:pos x="T2" y="T3"/>
                  </a:cxn>
                  <a:cxn ang="0">
                    <a:pos x="T4" y="T5"/>
                  </a:cxn>
                  <a:cxn ang="0">
                    <a:pos x="T6" y="T7"/>
                  </a:cxn>
                  <a:cxn ang="0">
                    <a:pos x="T8" y="T9"/>
                  </a:cxn>
                  <a:cxn ang="0">
                    <a:pos x="T10" y="T11"/>
                  </a:cxn>
                </a:cxnLst>
                <a:rect l="0" t="0" r="r" b="b"/>
                <a:pathLst>
                  <a:path w="42" h="65">
                    <a:moveTo>
                      <a:pt x="0" y="65"/>
                    </a:moveTo>
                    <a:lnTo>
                      <a:pt x="0" y="0"/>
                    </a:lnTo>
                    <a:lnTo>
                      <a:pt x="0" y="0"/>
                    </a:lnTo>
                    <a:lnTo>
                      <a:pt x="42" y="0"/>
                    </a:lnTo>
                    <a:lnTo>
                      <a:pt x="42" y="0"/>
                    </a:lnTo>
                    <a:lnTo>
                      <a:pt x="42" y="65"/>
                    </a:lnTo>
                  </a:path>
                </a:pathLst>
              </a:custGeom>
              <a:noFill/>
              <a:ln w="9525"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0" name="Freeform 902"/>
              <p:cNvSpPr/>
              <p:nvPr/>
            </p:nvSpPr>
            <p:spPr bwMode="auto">
              <a:xfrm>
                <a:off x="1793875" y="5780088"/>
                <a:ext cx="65088" cy="436562"/>
              </a:xfrm>
              <a:custGeom>
                <a:avLst/>
                <a:gdLst>
                  <a:gd name="T0" fmla="*/ 0 w 41"/>
                  <a:gd name="T1" fmla="*/ 275 h 275"/>
                  <a:gd name="T2" fmla="*/ 0 w 41"/>
                  <a:gd name="T3" fmla="*/ 0 h 275"/>
                  <a:gd name="T4" fmla="*/ 0 w 41"/>
                  <a:gd name="T5" fmla="*/ 0 h 275"/>
                  <a:gd name="T6" fmla="*/ 41 w 41"/>
                  <a:gd name="T7" fmla="*/ 0 h 275"/>
                  <a:gd name="T8" fmla="*/ 41 w 41"/>
                  <a:gd name="T9" fmla="*/ 0 h 275"/>
                  <a:gd name="T10" fmla="*/ 41 w 41"/>
                  <a:gd name="T11" fmla="*/ 275 h 275"/>
                </a:gdLst>
                <a:ahLst/>
                <a:cxnLst>
                  <a:cxn ang="0">
                    <a:pos x="T0" y="T1"/>
                  </a:cxn>
                  <a:cxn ang="0">
                    <a:pos x="T2" y="T3"/>
                  </a:cxn>
                  <a:cxn ang="0">
                    <a:pos x="T4" y="T5"/>
                  </a:cxn>
                  <a:cxn ang="0">
                    <a:pos x="T6" y="T7"/>
                  </a:cxn>
                  <a:cxn ang="0">
                    <a:pos x="T8" y="T9"/>
                  </a:cxn>
                  <a:cxn ang="0">
                    <a:pos x="T10" y="T11"/>
                  </a:cxn>
                </a:cxnLst>
                <a:rect l="0" t="0" r="r" b="b"/>
                <a:pathLst>
                  <a:path w="41" h="275">
                    <a:moveTo>
                      <a:pt x="0" y="275"/>
                    </a:moveTo>
                    <a:lnTo>
                      <a:pt x="0" y="0"/>
                    </a:lnTo>
                    <a:lnTo>
                      <a:pt x="0" y="0"/>
                    </a:lnTo>
                    <a:lnTo>
                      <a:pt x="41" y="0"/>
                    </a:lnTo>
                    <a:lnTo>
                      <a:pt x="41" y="0"/>
                    </a:lnTo>
                    <a:lnTo>
                      <a:pt x="41" y="275"/>
                    </a:lnTo>
                  </a:path>
                </a:pathLst>
              </a:custGeom>
              <a:noFill/>
              <a:ln w="9525"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1" name="Freeform 903"/>
              <p:cNvSpPr/>
              <p:nvPr/>
            </p:nvSpPr>
            <p:spPr bwMode="auto">
              <a:xfrm>
                <a:off x="1679575" y="6024563"/>
                <a:ext cx="66675" cy="192087"/>
              </a:xfrm>
              <a:custGeom>
                <a:avLst/>
                <a:gdLst>
                  <a:gd name="T0" fmla="*/ 0 w 42"/>
                  <a:gd name="T1" fmla="*/ 121 h 121"/>
                  <a:gd name="T2" fmla="*/ 0 w 42"/>
                  <a:gd name="T3" fmla="*/ 0 h 121"/>
                  <a:gd name="T4" fmla="*/ 0 w 42"/>
                  <a:gd name="T5" fmla="*/ 0 h 121"/>
                  <a:gd name="T6" fmla="*/ 42 w 42"/>
                  <a:gd name="T7" fmla="*/ 0 h 121"/>
                  <a:gd name="T8" fmla="*/ 42 w 42"/>
                  <a:gd name="T9" fmla="*/ 0 h 121"/>
                  <a:gd name="T10" fmla="*/ 42 w 42"/>
                  <a:gd name="T11" fmla="*/ 121 h 121"/>
                </a:gdLst>
                <a:ahLst/>
                <a:cxnLst>
                  <a:cxn ang="0">
                    <a:pos x="T0" y="T1"/>
                  </a:cxn>
                  <a:cxn ang="0">
                    <a:pos x="T2" y="T3"/>
                  </a:cxn>
                  <a:cxn ang="0">
                    <a:pos x="T4" y="T5"/>
                  </a:cxn>
                  <a:cxn ang="0">
                    <a:pos x="T6" y="T7"/>
                  </a:cxn>
                  <a:cxn ang="0">
                    <a:pos x="T8" y="T9"/>
                  </a:cxn>
                  <a:cxn ang="0">
                    <a:pos x="T10" y="T11"/>
                  </a:cxn>
                </a:cxnLst>
                <a:rect l="0" t="0" r="r" b="b"/>
                <a:pathLst>
                  <a:path w="42" h="121">
                    <a:moveTo>
                      <a:pt x="0" y="121"/>
                    </a:moveTo>
                    <a:lnTo>
                      <a:pt x="0" y="0"/>
                    </a:lnTo>
                    <a:lnTo>
                      <a:pt x="0" y="0"/>
                    </a:lnTo>
                    <a:lnTo>
                      <a:pt x="42" y="0"/>
                    </a:lnTo>
                    <a:lnTo>
                      <a:pt x="42" y="0"/>
                    </a:lnTo>
                    <a:lnTo>
                      <a:pt x="42" y="121"/>
                    </a:lnTo>
                  </a:path>
                </a:pathLst>
              </a:custGeom>
              <a:noFill/>
              <a:ln w="9525"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2" name="Freeform 904"/>
              <p:cNvSpPr/>
              <p:nvPr/>
            </p:nvSpPr>
            <p:spPr bwMode="auto">
              <a:xfrm>
                <a:off x="1566863" y="6073775"/>
                <a:ext cx="66675" cy="142875"/>
              </a:xfrm>
              <a:custGeom>
                <a:avLst/>
                <a:gdLst>
                  <a:gd name="T0" fmla="*/ 0 w 42"/>
                  <a:gd name="T1" fmla="*/ 90 h 90"/>
                  <a:gd name="T2" fmla="*/ 0 w 42"/>
                  <a:gd name="T3" fmla="*/ 0 h 90"/>
                  <a:gd name="T4" fmla="*/ 0 w 42"/>
                  <a:gd name="T5" fmla="*/ 0 h 90"/>
                  <a:gd name="T6" fmla="*/ 42 w 42"/>
                  <a:gd name="T7" fmla="*/ 0 h 90"/>
                  <a:gd name="T8" fmla="*/ 42 w 42"/>
                  <a:gd name="T9" fmla="*/ 0 h 90"/>
                  <a:gd name="T10" fmla="*/ 42 w 42"/>
                  <a:gd name="T11" fmla="*/ 90 h 90"/>
                </a:gdLst>
                <a:ahLst/>
                <a:cxnLst>
                  <a:cxn ang="0">
                    <a:pos x="T0" y="T1"/>
                  </a:cxn>
                  <a:cxn ang="0">
                    <a:pos x="T2" y="T3"/>
                  </a:cxn>
                  <a:cxn ang="0">
                    <a:pos x="T4" y="T5"/>
                  </a:cxn>
                  <a:cxn ang="0">
                    <a:pos x="T6" y="T7"/>
                  </a:cxn>
                  <a:cxn ang="0">
                    <a:pos x="T8" y="T9"/>
                  </a:cxn>
                  <a:cxn ang="0">
                    <a:pos x="T10" y="T11"/>
                  </a:cxn>
                </a:cxnLst>
                <a:rect l="0" t="0" r="r" b="b"/>
                <a:pathLst>
                  <a:path w="42" h="90">
                    <a:moveTo>
                      <a:pt x="0" y="90"/>
                    </a:moveTo>
                    <a:lnTo>
                      <a:pt x="0" y="0"/>
                    </a:lnTo>
                    <a:lnTo>
                      <a:pt x="0" y="0"/>
                    </a:lnTo>
                    <a:lnTo>
                      <a:pt x="42" y="0"/>
                    </a:lnTo>
                    <a:lnTo>
                      <a:pt x="42" y="0"/>
                    </a:lnTo>
                    <a:lnTo>
                      <a:pt x="42" y="90"/>
                    </a:lnTo>
                  </a:path>
                </a:pathLst>
              </a:custGeom>
              <a:noFill/>
              <a:ln w="9525"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3" name="Freeform 905"/>
              <p:cNvSpPr/>
              <p:nvPr/>
            </p:nvSpPr>
            <p:spPr bwMode="auto">
              <a:xfrm>
                <a:off x="1452563" y="6199188"/>
                <a:ext cx="66675" cy="17462"/>
              </a:xfrm>
              <a:custGeom>
                <a:avLst/>
                <a:gdLst>
                  <a:gd name="T0" fmla="*/ 0 w 42"/>
                  <a:gd name="T1" fmla="*/ 11 h 11"/>
                  <a:gd name="T2" fmla="*/ 0 w 42"/>
                  <a:gd name="T3" fmla="*/ 0 h 11"/>
                  <a:gd name="T4" fmla="*/ 0 w 42"/>
                  <a:gd name="T5" fmla="*/ 0 h 11"/>
                  <a:gd name="T6" fmla="*/ 42 w 42"/>
                  <a:gd name="T7" fmla="*/ 0 h 11"/>
                  <a:gd name="T8" fmla="*/ 42 w 42"/>
                  <a:gd name="T9" fmla="*/ 0 h 11"/>
                  <a:gd name="T10" fmla="*/ 42 w 42"/>
                  <a:gd name="T11" fmla="*/ 11 h 11"/>
                </a:gdLst>
                <a:ahLst/>
                <a:cxnLst>
                  <a:cxn ang="0">
                    <a:pos x="T0" y="T1"/>
                  </a:cxn>
                  <a:cxn ang="0">
                    <a:pos x="T2" y="T3"/>
                  </a:cxn>
                  <a:cxn ang="0">
                    <a:pos x="T4" y="T5"/>
                  </a:cxn>
                  <a:cxn ang="0">
                    <a:pos x="T6" y="T7"/>
                  </a:cxn>
                  <a:cxn ang="0">
                    <a:pos x="T8" y="T9"/>
                  </a:cxn>
                  <a:cxn ang="0">
                    <a:pos x="T10" y="T11"/>
                  </a:cxn>
                </a:cxnLst>
                <a:rect l="0" t="0" r="r" b="b"/>
                <a:pathLst>
                  <a:path w="42" h="11">
                    <a:moveTo>
                      <a:pt x="0" y="11"/>
                    </a:moveTo>
                    <a:lnTo>
                      <a:pt x="0" y="0"/>
                    </a:lnTo>
                    <a:lnTo>
                      <a:pt x="0" y="0"/>
                    </a:lnTo>
                    <a:lnTo>
                      <a:pt x="42" y="0"/>
                    </a:lnTo>
                    <a:lnTo>
                      <a:pt x="42" y="0"/>
                    </a:lnTo>
                    <a:lnTo>
                      <a:pt x="42" y="11"/>
                    </a:lnTo>
                  </a:path>
                </a:pathLst>
              </a:custGeom>
              <a:noFill/>
              <a:ln w="9525"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1" name="Freeform 943"/>
              <p:cNvSpPr>
                <a:spLocks noEditPoints="1"/>
              </p:cNvSpPr>
              <p:nvPr/>
            </p:nvSpPr>
            <p:spPr bwMode="auto">
              <a:xfrm>
                <a:off x="1408113" y="6216650"/>
                <a:ext cx="609600" cy="25400"/>
              </a:xfrm>
              <a:custGeom>
                <a:avLst/>
                <a:gdLst>
                  <a:gd name="T0" fmla="*/ 0 w 384"/>
                  <a:gd name="T1" fmla="*/ 0 h 16"/>
                  <a:gd name="T2" fmla="*/ 384 w 384"/>
                  <a:gd name="T3" fmla="*/ 0 h 16"/>
                  <a:gd name="T4" fmla="*/ 49 w 384"/>
                  <a:gd name="T5" fmla="*/ 16 h 16"/>
                  <a:gd name="T6" fmla="*/ 49 w 384"/>
                  <a:gd name="T7" fmla="*/ 0 h 16"/>
                  <a:gd name="T8" fmla="*/ 121 w 384"/>
                  <a:gd name="T9" fmla="*/ 16 h 16"/>
                  <a:gd name="T10" fmla="*/ 121 w 384"/>
                  <a:gd name="T11" fmla="*/ 0 h 16"/>
                  <a:gd name="T12" fmla="*/ 192 w 384"/>
                  <a:gd name="T13" fmla="*/ 16 h 16"/>
                  <a:gd name="T14" fmla="*/ 192 w 384"/>
                  <a:gd name="T15" fmla="*/ 0 h 16"/>
                  <a:gd name="T16" fmla="*/ 263 w 384"/>
                  <a:gd name="T17" fmla="*/ 16 h 16"/>
                  <a:gd name="T18" fmla="*/ 263 w 384"/>
                  <a:gd name="T19" fmla="*/ 0 h 16"/>
                  <a:gd name="T20" fmla="*/ 335 w 384"/>
                  <a:gd name="T21" fmla="*/ 16 h 16"/>
                  <a:gd name="T22" fmla="*/ 335 w 384"/>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16">
                    <a:moveTo>
                      <a:pt x="0" y="0"/>
                    </a:moveTo>
                    <a:lnTo>
                      <a:pt x="384" y="0"/>
                    </a:lnTo>
                    <a:moveTo>
                      <a:pt x="49" y="16"/>
                    </a:moveTo>
                    <a:lnTo>
                      <a:pt x="49" y="0"/>
                    </a:lnTo>
                    <a:moveTo>
                      <a:pt x="121" y="16"/>
                    </a:moveTo>
                    <a:lnTo>
                      <a:pt x="121" y="0"/>
                    </a:lnTo>
                    <a:moveTo>
                      <a:pt x="192" y="16"/>
                    </a:moveTo>
                    <a:lnTo>
                      <a:pt x="192" y="0"/>
                    </a:lnTo>
                    <a:moveTo>
                      <a:pt x="263" y="16"/>
                    </a:moveTo>
                    <a:lnTo>
                      <a:pt x="263" y="0"/>
                    </a:lnTo>
                    <a:moveTo>
                      <a:pt x="335" y="16"/>
                    </a:moveTo>
                    <a:lnTo>
                      <a:pt x="33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7" name="Freeform 949"/>
              <p:cNvSpPr>
                <a:spLocks noEditPoints="1"/>
              </p:cNvSpPr>
              <p:nvPr/>
            </p:nvSpPr>
            <p:spPr bwMode="auto">
              <a:xfrm>
                <a:off x="1384300" y="5608638"/>
                <a:ext cx="26988" cy="611187"/>
              </a:xfrm>
              <a:custGeom>
                <a:avLst/>
                <a:gdLst>
                  <a:gd name="T0" fmla="*/ 17 w 17"/>
                  <a:gd name="T1" fmla="*/ 385 h 385"/>
                  <a:gd name="T2" fmla="*/ 17 w 17"/>
                  <a:gd name="T3" fmla="*/ 0 h 385"/>
                  <a:gd name="T4" fmla="*/ 17 w 17"/>
                  <a:gd name="T5" fmla="*/ 287 h 385"/>
                  <a:gd name="T6" fmla="*/ 0 w 17"/>
                  <a:gd name="T7" fmla="*/ 287 h 385"/>
                  <a:gd name="T8" fmla="*/ 17 w 17"/>
                  <a:gd name="T9" fmla="*/ 192 h 385"/>
                  <a:gd name="T10" fmla="*/ 0 w 17"/>
                  <a:gd name="T11" fmla="*/ 192 h 385"/>
                  <a:gd name="T12" fmla="*/ 17 w 17"/>
                  <a:gd name="T13" fmla="*/ 97 h 385"/>
                  <a:gd name="T14" fmla="*/ 0 w 17"/>
                  <a:gd name="T15" fmla="*/ 97 h 385"/>
                  <a:gd name="T16" fmla="*/ 17 w 17"/>
                  <a:gd name="T17" fmla="*/ 1 h 385"/>
                  <a:gd name="T18" fmla="*/ 0 w 17"/>
                  <a:gd name="T19" fmla="*/ 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385">
                    <a:moveTo>
                      <a:pt x="17" y="385"/>
                    </a:moveTo>
                    <a:lnTo>
                      <a:pt x="17" y="0"/>
                    </a:lnTo>
                    <a:moveTo>
                      <a:pt x="17" y="287"/>
                    </a:moveTo>
                    <a:lnTo>
                      <a:pt x="0" y="287"/>
                    </a:lnTo>
                    <a:moveTo>
                      <a:pt x="17" y="192"/>
                    </a:moveTo>
                    <a:lnTo>
                      <a:pt x="0" y="192"/>
                    </a:lnTo>
                    <a:moveTo>
                      <a:pt x="17" y="97"/>
                    </a:moveTo>
                    <a:lnTo>
                      <a:pt x="0" y="97"/>
                    </a:lnTo>
                    <a:moveTo>
                      <a:pt x="17" y="1"/>
                    </a:moveTo>
                    <a:lnTo>
                      <a:pt x="0" y="1"/>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8" name="Line 950"/>
              <p:cNvSpPr>
                <a:spLocks noChangeShapeType="1"/>
              </p:cNvSpPr>
              <p:nvPr/>
            </p:nvSpPr>
            <p:spPr bwMode="auto">
              <a:xfrm flipH="1">
                <a:off x="1384300" y="6216650"/>
                <a:ext cx="269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39" name="Line 951"/>
              <p:cNvSpPr>
                <a:spLocks noChangeShapeType="1"/>
              </p:cNvSpPr>
              <p:nvPr/>
            </p:nvSpPr>
            <p:spPr bwMode="auto">
              <a:xfrm>
                <a:off x="1939925" y="6105525"/>
                <a:ext cx="0" cy="3175"/>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0" name="Line 952"/>
              <p:cNvSpPr>
                <a:spLocks noChangeShapeType="1"/>
              </p:cNvSpPr>
              <p:nvPr/>
            </p:nvSpPr>
            <p:spPr bwMode="auto">
              <a:xfrm>
                <a:off x="1939925" y="6108700"/>
                <a:ext cx="0" cy="3175"/>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1" name="Line 953"/>
              <p:cNvSpPr>
                <a:spLocks noChangeShapeType="1"/>
              </p:cNvSpPr>
              <p:nvPr/>
            </p:nvSpPr>
            <p:spPr bwMode="auto">
              <a:xfrm>
                <a:off x="1920875" y="6105525"/>
                <a:ext cx="38100" cy="0"/>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2" name="Line 954"/>
              <p:cNvSpPr>
                <a:spLocks noChangeShapeType="1"/>
              </p:cNvSpPr>
              <p:nvPr/>
            </p:nvSpPr>
            <p:spPr bwMode="auto">
              <a:xfrm>
                <a:off x="1920875" y="6111875"/>
                <a:ext cx="38100" cy="0"/>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3" name="Oval 955"/>
              <p:cNvSpPr>
                <a:spLocks noChangeArrowheads="1"/>
              </p:cNvSpPr>
              <p:nvPr/>
            </p:nvSpPr>
            <p:spPr bwMode="auto">
              <a:xfrm>
                <a:off x="1901825" y="6099175"/>
                <a:ext cx="23813" cy="23812"/>
              </a:xfrm>
              <a:prstGeom prst="ellipse">
                <a:avLst/>
              </a:prstGeom>
              <a:noFill/>
              <a:ln w="6350"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44" name="Oval 956"/>
              <p:cNvSpPr>
                <a:spLocks noChangeArrowheads="1"/>
              </p:cNvSpPr>
              <p:nvPr/>
            </p:nvSpPr>
            <p:spPr bwMode="auto">
              <a:xfrm>
                <a:off x="1952625" y="6094413"/>
                <a:ext cx="25400" cy="23812"/>
              </a:xfrm>
              <a:prstGeom prst="ellipse">
                <a:avLst/>
              </a:prstGeom>
              <a:noFill/>
              <a:ln w="6350"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45" name="Line 957"/>
              <p:cNvSpPr>
                <a:spLocks noChangeShapeType="1"/>
              </p:cNvSpPr>
              <p:nvPr/>
            </p:nvSpPr>
            <p:spPr bwMode="auto">
              <a:xfrm>
                <a:off x="1825625" y="5645150"/>
                <a:ext cx="0" cy="13017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6" name="Line 958"/>
              <p:cNvSpPr>
                <a:spLocks noChangeShapeType="1"/>
              </p:cNvSpPr>
              <p:nvPr/>
            </p:nvSpPr>
            <p:spPr bwMode="auto">
              <a:xfrm>
                <a:off x="1825625" y="5775325"/>
                <a:ext cx="0" cy="13017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7" name="Line 959"/>
              <p:cNvSpPr>
                <a:spLocks noChangeShapeType="1"/>
              </p:cNvSpPr>
              <p:nvPr/>
            </p:nvSpPr>
            <p:spPr bwMode="auto">
              <a:xfrm>
                <a:off x="1808163" y="5645150"/>
                <a:ext cx="3651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8" name="Line 960"/>
              <p:cNvSpPr>
                <a:spLocks noChangeShapeType="1"/>
              </p:cNvSpPr>
              <p:nvPr/>
            </p:nvSpPr>
            <p:spPr bwMode="auto">
              <a:xfrm>
                <a:off x="1808163" y="5905500"/>
                <a:ext cx="3651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9" name="Freeform 961"/>
              <p:cNvSpPr/>
              <p:nvPr/>
            </p:nvSpPr>
            <p:spPr bwMode="auto">
              <a:xfrm>
                <a:off x="1814513" y="5670550"/>
                <a:ext cx="23813" cy="23812"/>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0" name="Freeform 962"/>
              <p:cNvSpPr/>
              <p:nvPr/>
            </p:nvSpPr>
            <p:spPr bwMode="auto">
              <a:xfrm>
                <a:off x="1814513" y="5670550"/>
                <a:ext cx="23813" cy="23812"/>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1" name="Freeform 963"/>
              <p:cNvSpPr/>
              <p:nvPr/>
            </p:nvSpPr>
            <p:spPr bwMode="auto">
              <a:xfrm>
                <a:off x="1814513" y="5854700"/>
                <a:ext cx="23813" cy="23812"/>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2" name="Freeform 964"/>
              <p:cNvSpPr/>
              <p:nvPr/>
            </p:nvSpPr>
            <p:spPr bwMode="auto">
              <a:xfrm>
                <a:off x="1814513" y="5854700"/>
                <a:ext cx="23813" cy="23812"/>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3" name="Line 965"/>
              <p:cNvSpPr>
                <a:spLocks noChangeShapeType="1"/>
              </p:cNvSpPr>
              <p:nvPr/>
            </p:nvSpPr>
            <p:spPr bwMode="auto">
              <a:xfrm>
                <a:off x="1712913" y="5973763"/>
                <a:ext cx="0" cy="46037"/>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4" name="Line 966"/>
              <p:cNvSpPr>
                <a:spLocks noChangeShapeType="1"/>
              </p:cNvSpPr>
              <p:nvPr/>
            </p:nvSpPr>
            <p:spPr bwMode="auto">
              <a:xfrm>
                <a:off x="1712913" y="6019800"/>
                <a:ext cx="0" cy="46037"/>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5" name="Line 967"/>
              <p:cNvSpPr>
                <a:spLocks noChangeShapeType="1"/>
              </p:cNvSpPr>
              <p:nvPr/>
            </p:nvSpPr>
            <p:spPr bwMode="auto">
              <a:xfrm>
                <a:off x="1693863" y="5973763"/>
                <a:ext cx="38100"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6" name="Line 968"/>
              <p:cNvSpPr>
                <a:spLocks noChangeShapeType="1"/>
              </p:cNvSpPr>
              <p:nvPr/>
            </p:nvSpPr>
            <p:spPr bwMode="auto">
              <a:xfrm>
                <a:off x="1693863" y="6065838"/>
                <a:ext cx="38100"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7" name="Freeform 969"/>
              <p:cNvSpPr/>
              <p:nvPr/>
            </p:nvSpPr>
            <p:spPr bwMode="auto">
              <a:xfrm>
                <a:off x="1700213" y="5975350"/>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FFA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8" name="Freeform 970"/>
              <p:cNvSpPr/>
              <p:nvPr/>
            </p:nvSpPr>
            <p:spPr bwMode="auto">
              <a:xfrm>
                <a:off x="1700213" y="5975350"/>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9" name="Freeform 971"/>
              <p:cNvSpPr/>
              <p:nvPr/>
            </p:nvSpPr>
            <p:spPr bwMode="auto">
              <a:xfrm>
                <a:off x="1700213" y="6040438"/>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FFA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0" name="Freeform 972"/>
              <p:cNvSpPr/>
              <p:nvPr/>
            </p:nvSpPr>
            <p:spPr bwMode="auto">
              <a:xfrm>
                <a:off x="1700213" y="6040438"/>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1" name="Line 973"/>
              <p:cNvSpPr>
                <a:spLocks noChangeShapeType="1"/>
              </p:cNvSpPr>
              <p:nvPr/>
            </p:nvSpPr>
            <p:spPr bwMode="auto">
              <a:xfrm>
                <a:off x="1600200" y="6059488"/>
                <a:ext cx="0" cy="9525"/>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2" name="Line 974"/>
              <p:cNvSpPr>
                <a:spLocks noChangeShapeType="1"/>
              </p:cNvSpPr>
              <p:nvPr/>
            </p:nvSpPr>
            <p:spPr bwMode="auto">
              <a:xfrm>
                <a:off x="1600200" y="6069013"/>
                <a:ext cx="0" cy="7937"/>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3" name="Line 975"/>
              <p:cNvSpPr>
                <a:spLocks noChangeShapeType="1"/>
              </p:cNvSpPr>
              <p:nvPr/>
            </p:nvSpPr>
            <p:spPr bwMode="auto">
              <a:xfrm>
                <a:off x="1581150" y="6059488"/>
                <a:ext cx="3651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4" name="Line 976"/>
              <p:cNvSpPr>
                <a:spLocks noChangeShapeType="1"/>
              </p:cNvSpPr>
              <p:nvPr/>
            </p:nvSpPr>
            <p:spPr bwMode="auto">
              <a:xfrm>
                <a:off x="1581150" y="6076950"/>
                <a:ext cx="3651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5" name="Freeform 977"/>
              <p:cNvSpPr/>
              <p:nvPr/>
            </p:nvSpPr>
            <p:spPr bwMode="auto">
              <a:xfrm>
                <a:off x="1562100" y="6062663"/>
                <a:ext cx="23813" cy="23812"/>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F94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6" name="Freeform 978"/>
              <p:cNvSpPr/>
              <p:nvPr/>
            </p:nvSpPr>
            <p:spPr bwMode="auto">
              <a:xfrm>
                <a:off x="1562100" y="6062663"/>
                <a:ext cx="23813" cy="23812"/>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7" name="Freeform 979"/>
              <p:cNvSpPr/>
              <p:nvPr/>
            </p:nvSpPr>
            <p:spPr bwMode="auto">
              <a:xfrm>
                <a:off x="1612900" y="6049963"/>
                <a:ext cx="23813" cy="25400"/>
              </a:xfrm>
              <a:custGeom>
                <a:avLst/>
                <a:gdLst>
                  <a:gd name="T0" fmla="*/ 8 w 15"/>
                  <a:gd name="T1" fmla="*/ 0 h 16"/>
                  <a:gd name="T2" fmla="*/ 15 w 15"/>
                  <a:gd name="T3" fmla="*/ 16 h 16"/>
                  <a:gd name="T4" fmla="*/ 0 w 15"/>
                  <a:gd name="T5" fmla="*/ 16 h 16"/>
                  <a:gd name="T6" fmla="*/ 8 w 15"/>
                  <a:gd name="T7" fmla="*/ 0 h 16"/>
                </a:gdLst>
                <a:ahLst/>
                <a:cxnLst>
                  <a:cxn ang="0">
                    <a:pos x="T0" y="T1"/>
                  </a:cxn>
                  <a:cxn ang="0">
                    <a:pos x="T2" y="T3"/>
                  </a:cxn>
                  <a:cxn ang="0">
                    <a:pos x="T4" y="T5"/>
                  </a:cxn>
                  <a:cxn ang="0">
                    <a:pos x="T6" y="T7"/>
                  </a:cxn>
                </a:cxnLst>
                <a:rect l="0" t="0" r="r" b="b"/>
                <a:pathLst>
                  <a:path w="15" h="16">
                    <a:moveTo>
                      <a:pt x="8" y="0"/>
                    </a:moveTo>
                    <a:lnTo>
                      <a:pt x="15" y="16"/>
                    </a:lnTo>
                    <a:lnTo>
                      <a:pt x="0" y="16"/>
                    </a:lnTo>
                    <a:lnTo>
                      <a:pt x="8" y="0"/>
                    </a:lnTo>
                    <a:close/>
                  </a:path>
                </a:pathLst>
              </a:custGeom>
              <a:solidFill>
                <a:srgbClr val="F94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8" name="Freeform 980"/>
              <p:cNvSpPr/>
              <p:nvPr/>
            </p:nvSpPr>
            <p:spPr bwMode="auto">
              <a:xfrm>
                <a:off x="1612900" y="6049963"/>
                <a:ext cx="23813" cy="25400"/>
              </a:xfrm>
              <a:custGeom>
                <a:avLst/>
                <a:gdLst>
                  <a:gd name="T0" fmla="*/ 8 w 15"/>
                  <a:gd name="T1" fmla="*/ 0 h 16"/>
                  <a:gd name="T2" fmla="*/ 15 w 15"/>
                  <a:gd name="T3" fmla="*/ 16 h 16"/>
                  <a:gd name="T4" fmla="*/ 0 w 15"/>
                  <a:gd name="T5" fmla="*/ 16 h 16"/>
                  <a:gd name="T6" fmla="*/ 8 w 15"/>
                  <a:gd name="T7" fmla="*/ 0 h 16"/>
                </a:gdLst>
                <a:ahLst/>
                <a:cxnLst>
                  <a:cxn ang="0">
                    <a:pos x="T0" y="T1"/>
                  </a:cxn>
                  <a:cxn ang="0">
                    <a:pos x="T2" y="T3"/>
                  </a:cxn>
                  <a:cxn ang="0">
                    <a:pos x="T4" y="T5"/>
                  </a:cxn>
                  <a:cxn ang="0">
                    <a:pos x="T6" y="T7"/>
                  </a:cxn>
                </a:cxnLst>
                <a:rect l="0" t="0" r="r" b="b"/>
                <a:pathLst>
                  <a:path w="15" h="16">
                    <a:moveTo>
                      <a:pt x="8" y="0"/>
                    </a:moveTo>
                    <a:lnTo>
                      <a:pt x="15" y="16"/>
                    </a:lnTo>
                    <a:lnTo>
                      <a:pt x="0" y="16"/>
                    </a:lnTo>
                    <a:lnTo>
                      <a:pt x="8" y="0"/>
                    </a:lnTo>
                    <a:close/>
                  </a:path>
                </a:pathLst>
              </a:cu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9" name="Line 981"/>
              <p:cNvSpPr>
                <a:spLocks noChangeShapeType="1"/>
              </p:cNvSpPr>
              <p:nvPr/>
            </p:nvSpPr>
            <p:spPr bwMode="auto">
              <a:xfrm>
                <a:off x="1485900" y="6172200"/>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0" name="Line 982"/>
              <p:cNvSpPr>
                <a:spLocks noChangeShapeType="1"/>
              </p:cNvSpPr>
              <p:nvPr/>
            </p:nvSpPr>
            <p:spPr bwMode="auto">
              <a:xfrm>
                <a:off x="1485900" y="6194425"/>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1" name="Line 983"/>
              <p:cNvSpPr>
                <a:spLocks noChangeShapeType="1"/>
              </p:cNvSpPr>
              <p:nvPr/>
            </p:nvSpPr>
            <p:spPr bwMode="auto">
              <a:xfrm>
                <a:off x="1466850" y="617220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2" name="Line 984"/>
              <p:cNvSpPr>
                <a:spLocks noChangeShapeType="1"/>
              </p:cNvSpPr>
              <p:nvPr/>
            </p:nvSpPr>
            <p:spPr bwMode="auto">
              <a:xfrm>
                <a:off x="1466850" y="621665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3" name="Oval 985"/>
              <p:cNvSpPr>
                <a:spLocks noChangeArrowheads="1"/>
              </p:cNvSpPr>
              <p:nvPr/>
            </p:nvSpPr>
            <p:spPr bwMode="auto">
              <a:xfrm>
                <a:off x="1474788" y="6199188"/>
                <a:ext cx="23813" cy="2381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1174" name="Oval 986"/>
              <p:cNvSpPr>
                <a:spLocks noChangeArrowheads="1"/>
              </p:cNvSpPr>
              <p:nvPr/>
            </p:nvSpPr>
            <p:spPr bwMode="auto">
              <a:xfrm>
                <a:off x="1474788" y="6199188"/>
                <a:ext cx="23813" cy="2381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75" name="Oval 987"/>
              <p:cNvSpPr>
                <a:spLocks noChangeArrowheads="1"/>
              </p:cNvSpPr>
              <p:nvPr/>
            </p:nvSpPr>
            <p:spPr bwMode="auto">
              <a:xfrm>
                <a:off x="1474788" y="6165850"/>
                <a:ext cx="23813" cy="2381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1176" name="Oval 988"/>
              <p:cNvSpPr>
                <a:spLocks noChangeArrowheads="1"/>
              </p:cNvSpPr>
              <p:nvPr/>
            </p:nvSpPr>
            <p:spPr bwMode="auto">
              <a:xfrm>
                <a:off x="1474788" y="6165850"/>
                <a:ext cx="23813" cy="2381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grpSp>
      </p:grpSp>
      <p:sp>
        <p:nvSpPr>
          <p:cNvPr id="477" name="文本框 476"/>
          <p:cNvSpPr txBox="1"/>
          <p:nvPr/>
        </p:nvSpPr>
        <p:spPr>
          <a:xfrm>
            <a:off x="126400" y="258386"/>
            <a:ext cx="281551" cy="400110"/>
          </a:xfrm>
          <a:prstGeom prst="rect">
            <a:avLst/>
          </a:prstGeom>
          <a:noFill/>
        </p:spPr>
        <p:txBody>
          <a:bodyPr wrap="square" rtlCol="0">
            <a:spAutoFit/>
          </a:bodyPr>
          <a:lstStyle/>
          <a:p>
            <a:r>
              <a:rPr lang="en-US" altLang="zh-CN" sz="2000" b="1" dirty="0">
                <a:latin typeface="Arial" panose="020B0604020202090204" pitchFamily="34" charset="0"/>
                <a:cs typeface="Arial" panose="020B0604020202090204" pitchFamily="34" charset="0"/>
              </a:rPr>
              <a:t>a</a:t>
            </a:r>
            <a:endParaRPr lang="zh-CN" altLang="en-US" sz="2000" b="1" dirty="0">
              <a:latin typeface="Arial" panose="020B0604020202090204" pitchFamily="34" charset="0"/>
              <a:cs typeface="Arial" panose="020B0604020202090204" pitchFamily="34" charset="0"/>
            </a:endParaRPr>
          </a:p>
        </p:txBody>
      </p:sp>
      <p:sp>
        <p:nvSpPr>
          <p:cNvPr id="478" name="文本框 477"/>
          <p:cNvSpPr txBox="1"/>
          <p:nvPr/>
        </p:nvSpPr>
        <p:spPr>
          <a:xfrm>
            <a:off x="3828165" y="243637"/>
            <a:ext cx="281551" cy="400110"/>
          </a:xfrm>
          <a:prstGeom prst="rect">
            <a:avLst/>
          </a:prstGeom>
          <a:noFill/>
        </p:spPr>
        <p:txBody>
          <a:bodyPr wrap="square" rtlCol="0">
            <a:spAutoFit/>
          </a:bodyPr>
          <a:lstStyle/>
          <a:p>
            <a:r>
              <a:rPr lang="en-US" altLang="zh-CN" sz="2000" b="1" dirty="0">
                <a:latin typeface="Arial" panose="020B0604020202090204" pitchFamily="34" charset="0"/>
                <a:cs typeface="Arial" panose="020B0604020202090204" pitchFamily="34" charset="0"/>
              </a:rPr>
              <a:t>b</a:t>
            </a:r>
            <a:endParaRPr lang="zh-CN" altLang="en-US" sz="2000" b="1" dirty="0">
              <a:latin typeface="Arial" panose="020B0604020202090204" pitchFamily="34" charset="0"/>
              <a:cs typeface="Arial" panose="020B0604020202090204" pitchFamily="34" charset="0"/>
            </a:endParaRPr>
          </a:p>
        </p:txBody>
      </p:sp>
      <p:grpSp>
        <p:nvGrpSpPr>
          <p:cNvPr id="1361" name="组合 1360"/>
          <p:cNvGrpSpPr/>
          <p:nvPr/>
        </p:nvGrpSpPr>
        <p:grpSpPr>
          <a:xfrm>
            <a:off x="4895740" y="2518279"/>
            <a:ext cx="1733740" cy="1218407"/>
            <a:chOff x="5033765" y="2491285"/>
            <a:chExt cx="1783414" cy="1218407"/>
          </a:xfrm>
        </p:grpSpPr>
        <p:sp>
          <p:nvSpPr>
            <p:cNvPr id="714" name="Rectangle 559"/>
            <p:cNvSpPr>
              <a:spLocks noChangeArrowheads="1"/>
            </p:cNvSpPr>
            <p:nvPr/>
          </p:nvSpPr>
          <p:spPr bwMode="auto">
            <a:xfrm rot="18900000">
              <a:off x="5385214" y="3560670"/>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a:t>
              </a:r>
              <a:endParaRPr lang="zh-CN" altLang="zh-CN" sz="650" dirty="0">
                <a:cs typeface="Arial" panose="020B0604020202090204" pitchFamily="34" charset="0"/>
              </a:endParaRPr>
            </a:p>
          </p:txBody>
        </p:sp>
        <p:sp>
          <p:nvSpPr>
            <p:cNvPr id="716" name="Rectangle 561"/>
            <p:cNvSpPr>
              <a:spLocks noChangeArrowheads="1"/>
            </p:cNvSpPr>
            <p:nvPr/>
          </p:nvSpPr>
          <p:spPr bwMode="auto">
            <a:xfrm rot="18900000">
              <a:off x="5559686" y="3560670"/>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P6</a:t>
              </a:r>
              <a:endParaRPr lang="zh-CN" altLang="zh-CN" sz="650">
                <a:cs typeface="Arial" panose="020B0604020202090204" pitchFamily="34" charset="0"/>
              </a:endParaRPr>
            </a:p>
          </p:txBody>
        </p:sp>
        <p:sp>
          <p:nvSpPr>
            <p:cNvPr id="719" name="Rectangle 564"/>
            <p:cNvSpPr>
              <a:spLocks noChangeArrowheads="1"/>
            </p:cNvSpPr>
            <p:nvPr/>
          </p:nvSpPr>
          <p:spPr bwMode="auto">
            <a:xfrm rot="18900000">
              <a:off x="5717240"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P12</a:t>
              </a:r>
              <a:endParaRPr lang="zh-CN" altLang="zh-CN" sz="650">
                <a:cs typeface="Arial" panose="020B0604020202090204" pitchFamily="34" charset="0"/>
              </a:endParaRPr>
            </a:p>
          </p:txBody>
        </p:sp>
        <p:sp>
          <p:nvSpPr>
            <p:cNvPr id="722" name="Rectangle 567"/>
            <p:cNvSpPr>
              <a:spLocks noChangeArrowheads="1"/>
            </p:cNvSpPr>
            <p:nvPr/>
          </p:nvSpPr>
          <p:spPr bwMode="auto">
            <a:xfrm rot="18900000">
              <a:off x="5893653"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P15</a:t>
              </a:r>
              <a:endParaRPr lang="zh-CN" altLang="zh-CN" sz="650">
                <a:cs typeface="Arial" panose="020B0604020202090204" pitchFamily="34" charset="0"/>
              </a:endParaRPr>
            </a:p>
          </p:txBody>
        </p:sp>
        <p:sp>
          <p:nvSpPr>
            <p:cNvPr id="725" name="Rectangle 570"/>
            <p:cNvSpPr>
              <a:spLocks noChangeArrowheads="1"/>
            </p:cNvSpPr>
            <p:nvPr/>
          </p:nvSpPr>
          <p:spPr bwMode="auto">
            <a:xfrm rot="18900000">
              <a:off x="6068125"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P23</a:t>
              </a:r>
              <a:endParaRPr lang="zh-CN" altLang="zh-CN" sz="650">
                <a:cs typeface="Arial" panose="020B0604020202090204" pitchFamily="34" charset="0"/>
              </a:endParaRPr>
            </a:p>
          </p:txBody>
        </p:sp>
        <p:sp>
          <p:nvSpPr>
            <p:cNvPr id="727" name="Rectangle 572"/>
            <p:cNvSpPr>
              <a:spLocks noChangeArrowheads="1"/>
            </p:cNvSpPr>
            <p:nvPr/>
          </p:nvSpPr>
          <p:spPr bwMode="auto">
            <a:xfrm rot="18900000">
              <a:off x="6224181" y="3570119"/>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P26</a:t>
              </a:r>
              <a:endParaRPr lang="zh-CN" altLang="zh-CN" sz="650">
                <a:cs typeface="Arial" panose="020B0604020202090204" pitchFamily="34" charset="0"/>
              </a:endParaRPr>
            </a:p>
          </p:txBody>
        </p:sp>
        <p:sp>
          <p:nvSpPr>
            <p:cNvPr id="731" name="Rectangle 576"/>
            <p:cNvSpPr>
              <a:spLocks noChangeArrowheads="1"/>
            </p:cNvSpPr>
            <p:nvPr/>
          </p:nvSpPr>
          <p:spPr bwMode="auto">
            <a:xfrm rot="18900000">
              <a:off x="6389932"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P29</a:t>
              </a:r>
              <a:endParaRPr lang="zh-CN" altLang="zh-CN" sz="650">
                <a:cs typeface="Arial" panose="020B0604020202090204" pitchFamily="34" charset="0"/>
              </a:endParaRPr>
            </a:p>
          </p:txBody>
        </p:sp>
        <p:sp>
          <p:nvSpPr>
            <p:cNvPr id="830" name="Rectangle 675"/>
            <p:cNvSpPr>
              <a:spLocks noChangeArrowheads="1"/>
            </p:cNvSpPr>
            <p:nvPr/>
          </p:nvSpPr>
          <p:spPr bwMode="auto">
            <a:xfrm rot="16200000">
              <a:off x="4783726" y="2915156"/>
              <a:ext cx="594046"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IFN-</a:t>
              </a:r>
              <a:r>
                <a:rPr lang="el-GR" altLang="zh-CN" sz="650" dirty="0">
                  <a:solidFill>
                    <a:srgbClr val="000000"/>
                  </a:solidFill>
                  <a:cs typeface="Arial" panose="020B0604020202090204" pitchFamily="34" charset="0"/>
                </a:rPr>
                <a:t>γ </a:t>
              </a:r>
              <a:r>
                <a:rPr lang="en-US" altLang="zh-CN" sz="650" dirty="0">
                  <a:solidFill>
                    <a:srgbClr val="000000"/>
                  </a:solidFill>
                  <a:cs typeface="Arial" panose="020B0604020202090204" pitchFamily="34" charset="0"/>
                </a:rPr>
                <a:t>spots count</a:t>
              </a:r>
              <a:endParaRPr lang="zh-CN" altLang="zh-CN" sz="650" dirty="0">
                <a:cs typeface="Arial" panose="020B0604020202090204" pitchFamily="34" charset="0"/>
              </a:endParaRPr>
            </a:p>
          </p:txBody>
        </p:sp>
        <p:sp>
          <p:nvSpPr>
            <p:cNvPr id="961" name="Rectangle 576"/>
            <p:cNvSpPr>
              <a:spLocks noChangeArrowheads="1"/>
            </p:cNvSpPr>
            <p:nvPr/>
          </p:nvSpPr>
          <p:spPr bwMode="auto">
            <a:xfrm rot="18900000" flipH="1">
              <a:off x="6408354" y="3615724"/>
              <a:ext cx="359790"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N-Control</a:t>
              </a:r>
              <a:endParaRPr lang="zh-CN" altLang="zh-CN" sz="650" dirty="0">
                <a:cs typeface="Arial" panose="020B0604020202090204" pitchFamily="34" charset="0"/>
              </a:endParaRPr>
            </a:p>
          </p:txBody>
        </p:sp>
        <p:sp>
          <p:nvSpPr>
            <p:cNvPr id="1221" name="Freeform 612"/>
            <p:cNvSpPr/>
            <p:nvPr/>
          </p:nvSpPr>
          <p:spPr bwMode="auto">
            <a:xfrm>
              <a:off x="6642555" y="3439022"/>
              <a:ext cx="107950" cy="31750"/>
            </a:xfrm>
            <a:custGeom>
              <a:avLst/>
              <a:gdLst>
                <a:gd name="T0" fmla="*/ 0 w 68"/>
                <a:gd name="T1" fmla="*/ 20 h 20"/>
                <a:gd name="T2" fmla="*/ 0 w 68"/>
                <a:gd name="T3" fmla="*/ 0 h 20"/>
                <a:gd name="T4" fmla="*/ 0 w 68"/>
                <a:gd name="T5" fmla="*/ 0 h 20"/>
                <a:gd name="T6" fmla="*/ 68 w 68"/>
                <a:gd name="T7" fmla="*/ 0 h 20"/>
                <a:gd name="T8" fmla="*/ 68 w 68"/>
                <a:gd name="T9" fmla="*/ 0 h 20"/>
                <a:gd name="T10" fmla="*/ 68 w 68"/>
                <a:gd name="T11" fmla="*/ 20 h 20"/>
              </a:gdLst>
              <a:ahLst/>
              <a:cxnLst>
                <a:cxn ang="0">
                  <a:pos x="T0" y="T1"/>
                </a:cxn>
                <a:cxn ang="0">
                  <a:pos x="T2" y="T3"/>
                </a:cxn>
                <a:cxn ang="0">
                  <a:pos x="T4" y="T5"/>
                </a:cxn>
                <a:cxn ang="0">
                  <a:pos x="T6" y="T7"/>
                </a:cxn>
                <a:cxn ang="0">
                  <a:pos x="T8" y="T9"/>
                </a:cxn>
                <a:cxn ang="0">
                  <a:pos x="T10" y="T11"/>
                </a:cxn>
              </a:cxnLst>
              <a:rect l="0" t="0" r="r" b="b"/>
              <a:pathLst>
                <a:path w="68" h="20">
                  <a:moveTo>
                    <a:pt x="0" y="20"/>
                  </a:moveTo>
                  <a:lnTo>
                    <a:pt x="0" y="0"/>
                  </a:lnTo>
                  <a:lnTo>
                    <a:pt x="0" y="0"/>
                  </a:lnTo>
                  <a:lnTo>
                    <a:pt x="68" y="0"/>
                  </a:lnTo>
                  <a:lnTo>
                    <a:pt x="68" y="0"/>
                  </a:lnTo>
                  <a:lnTo>
                    <a:pt x="68" y="20"/>
                  </a:lnTo>
                </a:path>
              </a:pathLst>
            </a:custGeom>
            <a:noFill/>
            <a:ln w="9525"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2" name="Freeform 613"/>
            <p:cNvSpPr/>
            <p:nvPr/>
          </p:nvSpPr>
          <p:spPr bwMode="auto">
            <a:xfrm>
              <a:off x="6467930" y="2919910"/>
              <a:ext cx="106362" cy="550863"/>
            </a:xfrm>
            <a:custGeom>
              <a:avLst/>
              <a:gdLst>
                <a:gd name="T0" fmla="*/ 0 w 67"/>
                <a:gd name="T1" fmla="*/ 347 h 347"/>
                <a:gd name="T2" fmla="*/ 0 w 67"/>
                <a:gd name="T3" fmla="*/ 0 h 347"/>
                <a:gd name="T4" fmla="*/ 0 w 67"/>
                <a:gd name="T5" fmla="*/ 0 h 347"/>
                <a:gd name="T6" fmla="*/ 67 w 67"/>
                <a:gd name="T7" fmla="*/ 0 h 347"/>
                <a:gd name="T8" fmla="*/ 67 w 67"/>
                <a:gd name="T9" fmla="*/ 0 h 347"/>
                <a:gd name="T10" fmla="*/ 67 w 67"/>
                <a:gd name="T11" fmla="*/ 347 h 347"/>
              </a:gdLst>
              <a:ahLst/>
              <a:cxnLst>
                <a:cxn ang="0">
                  <a:pos x="T0" y="T1"/>
                </a:cxn>
                <a:cxn ang="0">
                  <a:pos x="T2" y="T3"/>
                </a:cxn>
                <a:cxn ang="0">
                  <a:pos x="T4" y="T5"/>
                </a:cxn>
                <a:cxn ang="0">
                  <a:pos x="T6" y="T7"/>
                </a:cxn>
                <a:cxn ang="0">
                  <a:pos x="T8" y="T9"/>
                </a:cxn>
                <a:cxn ang="0">
                  <a:pos x="T10" y="T11"/>
                </a:cxn>
              </a:cxnLst>
              <a:rect l="0" t="0" r="r" b="b"/>
              <a:pathLst>
                <a:path w="67" h="347">
                  <a:moveTo>
                    <a:pt x="0" y="347"/>
                  </a:moveTo>
                  <a:lnTo>
                    <a:pt x="0" y="0"/>
                  </a:lnTo>
                  <a:lnTo>
                    <a:pt x="0" y="0"/>
                  </a:lnTo>
                  <a:lnTo>
                    <a:pt x="67" y="0"/>
                  </a:lnTo>
                  <a:lnTo>
                    <a:pt x="67" y="0"/>
                  </a:lnTo>
                  <a:lnTo>
                    <a:pt x="67" y="347"/>
                  </a:lnTo>
                </a:path>
              </a:pathLst>
            </a:custGeom>
            <a:noFill/>
            <a:ln w="9525"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3" name="Freeform 614"/>
            <p:cNvSpPr/>
            <p:nvPr/>
          </p:nvSpPr>
          <p:spPr bwMode="auto">
            <a:xfrm>
              <a:off x="6291717" y="3234235"/>
              <a:ext cx="106362" cy="236538"/>
            </a:xfrm>
            <a:custGeom>
              <a:avLst/>
              <a:gdLst>
                <a:gd name="T0" fmla="*/ 0 w 67"/>
                <a:gd name="T1" fmla="*/ 149 h 149"/>
                <a:gd name="T2" fmla="*/ 0 w 67"/>
                <a:gd name="T3" fmla="*/ 0 h 149"/>
                <a:gd name="T4" fmla="*/ 0 w 67"/>
                <a:gd name="T5" fmla="*/ 0 h 149"/>
                <a:gd name="T6" fmla="*/ 67 w 67"/>
                <a:gd name="T7" fmla="*/ 0 h 149"/>
                <a:gd name="T8" fmla="*/ 67 w 67"/>
                <a:gd name="T9" fmla="*/ 0 h 149"/>
                <a:gd name="T10" fmla="*/ 67 w 67"/>
                <a:gd name="T11" fmla="*/ 149 h 149"/>
              </a:gdLst>
              <a:ahLst/>
              <a:cxnLst>
                <a:cxn ang="0">
                  <a:pos x="T0" y="T1"/>
                </a:cxn>
                <a:cxn ang="0">
                  <a:pos x="T2" y="T3"/>
                </a:cxn>
                <a:cxn ang="0">
                  <a:pos x="T4" y="T5"/>
                </a:cxn>
                <a:cxn ang="0">
                  <a:pos x="T6" y="T7"/>
                </a:cxn>
                <a:cxn ang="0">
                  <a:pos x="T8" y="T9"/>
                </a:cxn>
                <a:cxn ang="0">
                  <a:pos x="T10" y="T11"/>
                </a:cxn>
              </a:cxnLst>
              <a:rect l="0" t="0" r="r" b="b"/>
              <a:pathLst>
                <a:path w="67" h="149">
                  <a:moveTo>
                    <a:pt x="0" y="149"/>
                  </a:moveTo>
                  <a:lnTo>
                    <a:pt x="0" y="0"/>
                  </a:lnTo>
                  <a:lnTo>
                    <a:pt x="0" y="0"/>
                  </a:lnTo>
                  <a:lnTo>
                    <a:pt x="67" y="0"/>
                  </a:lnTo>
                  <a:lnTo>
                    <a:pt x="67" y="0"/>
                  </a:lnTo>
                  <a:lnTo>
                    <a:pt x="67" y="149"/>
                  </a:lnTo>
                </a:path>
              </a:pathLst>
            </a:custGeom>
            <a:noFill/>
            <a:ln w="9525"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4" name="Freeform 615"/>
            <p:cNvSpPr/>
            <p:nvPr/>
          </p:nvSpPr>
          <p:spPr bwMode="auto">
            <a:xfrm>
              <a:off x="6115505" y="2767510"/>
              <a:ext cx="107950" cy="703263"/>
            </a:xfrm>
            <a:custGeom>
              <a:avLst/>
              <a:gdLst>
                <a:gd name="T0" fmla="*/ 0 w 68"/>
                <a:gd name="T1" fmla="*/ 443 h 443"/>
                <a:gd name="T2" fmla="*/ 0 w 68"/>
                <a:gd name="T3" fmla="*/ 0 h 443"/>
                <a:gd name="T4" fmla="*/ 0 w 68"/>
                <a:gd name="T5" fmla="*/ 0 h 443"/>
                <a:gd name="T6" fmla="*/ 68 w 68"/>
                <a:gd name="T7" fmla="*/ 0 h 443"/>
                <a:gd name="T8" fmla="*/ 68 w 68"/>
                <a:gd name="T9" fmla="*/ 0 h 443"/>
                <a:gd name="T10" fmla="*/ 68 w 68"/>
                <a:gd name="T11" fmla="*/ 443 h 443"/>
              </a:gdLst>
              <a:ahLst/>
              <a:cxnLst>
                <a:cxn ang="0">
                  <a:pos x="T0" y="T1"/>
                </a:cxn>
                <a:cxn ang="0">
                  <a:pos x="T2" y="T3"/>
                </a:cxn>
                <a:cxn ang="0">
                  <a:pos x="T4" y="T5"/>
                </a:cxn>
                <a:cxn ang="0">
                  <a:pos x="T6" y="T7"/>
                </a:cxn>
                <a:cxn ang="0">
                  <a:pos x="T8" y="T9"/>
                </a:cxn>
                <a:cxn ang="0">
                  <a:pos x="T10" y="T11"/>
                </a:cxn>
              </a:cxnLst>
              <a:rect l="0" t="0" r="r" b="b"/>
              <a:pathLst>
                <a:path w="68" h="443">
                  <a:moveTo>
                    <a:pt x="0" y="443"/>
                  </a:moveTo>
                  <a:lnTo>
                    <a:pt x="0" y="0"/>
                  </a:lnTo>
                  <a:lnTo>
                    <a:pt x="0" y="0"/>
                  </a:lnTo>
                  <a:lnTo>
                    <a:pt x="68" y="0"/>
                  </a:lnTo>
                  <a:lnTo>
                    <a:pt x="68" y="0"/>
                  </a:lnTo>
                  <a:lnTo>
                    <a:pt x="68" y="443"/>
                  </a:lnTo>
                </a:path>
              </a:pathLst>
            </a:custGeom>
            <a:noFill/>
            <a:ln w="9525"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5" name="Freeform 616"/>
            <p:cNvSpPr/>
            <p:nvPr/>
          </p:nvSpPr>
          <p:spPr bwMode="auto">
            <a:xfrm>
              <a:off x="5939292" y="3259635"/>
              <a:ext cx="107950" cy="211138"/>
            </a:xfrm>
            <a:custGeom>
              <a:avLst/>
              <a:gdLst>
                <a:gd name="T0" fmla="*/ 0 w 68"/>
                <a:gd name="T1" fmla="*/ 133 h 133"/>
                <a:gd name="T2" fmla="*/ 0 w 68"/>
                <a:gd name="T3" fmla="*/ 0 h 133"/>
                <a:gd name="T4" fmla="*/ 0 w 68"/>
                <a:gd name="T5" fmla="*/ 0 h 133"/>
                <a:gd name="T6" fmla="*/ 68 w 68"/>
                <a:gd name="T7" fmla="*/ 0 h 133"/>
                <a:gd name="T8" fmla="*/ 68 w 68"/>
                <a:gd name="T9" fmla="*/ 0 h 133"/>
                <a:gd name="T10" fmla="*/ 68 w 68"/>
                <a:gd name="T11" fmla="*/ 133 h 133"/>
              </a:gdLst>
              <a:ahLst/>
              <a:cxnLst>
                <a:cxn ang="0">
                  <a:pos x="T0" y="T1"/>
                </a:cxn>
                <a:cxn ang="0">
                  <a:pos x="T2" y="T3"/>
                </a:cxn>
                <a:cxn ang="0">
                  <a:pos x="T4" y="T5"/>
                </a:cxn>
                <a:cxn ang="0">
                  <a:pos x="T6" y="T7"/>
                </a:cxn>
                <a:cxn ang="0">
                  <a:pos x="T8" y="T9"/>
                </a:cxn>
                <a:cxn ang="0">
                  <a:pos x="T10" y="T11"/>
                </a:cxn>
              </a:cxnLst>
              <a:rect l="0" t="0" r="r" b="b"/>
              <a:pathLst>
                <a:path w="68" h="133">
                  <a:moveTo>
                    <a:pt x="0" y="133"/>
                  </a:moveTo>
                  <a:lnTo>
                    <a:pt x="0" y="0"/>
                  </a:lnTo>
                  <a:lnTo>
                    <a:pt x="0" y="0"/>
                  </a:lnTo>
                  <a:lnTo>
                    <a:pt x="68" y="0"/>
                  </a:lnTo>
                  <a:lnTo>
                    <a:pt x="68" y="0"/>
                  </a:lnTo>
                  <a:lnTo>
                    <a:pt x="68" y="133"/>
                  </a:lnTo>
                </a:path>
              </a:pathLst>
            </a:custGeom>
            <a:noFill/>
            <a:ln w="9525"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6" name="Freeform 617"/>
            <p:cNvSpPr/>
            <p:nvPr/>
          </p:nvSpPr>
          <p:spPr bwMode="auto">
            <a:xfrm>
              <a:off x="5763080" y="3167560"/>
              <a:ext cx="107950" cy="303213"/>
            </a:xfrm>
            <a:custGeom>
              <a:avLst/>
              <a:gdLst>
                <a:gd name="T0" fmla="*/ 0 w 68"/>
                <a:gd name="T1" fmla="*/ 191 h 191"/>
                <a:gd name="T2" fmla="*/ 0 w 68"/>
                <a:gd name="T3" fmla="*/ 0 h 191"/>
                <a:gd name="T4" fmla="*/ 0 w 68"/>
                <a:gd name="T5" fmla="*/ 0 h 191"/>
                <a:gd name="T6" fmla="*/ 68 w 68"/>
                <a:gd name="T7" fmla="*/ 0 h 191"/>
                <a:gd name="T8" fmla="*/ 68 w 68"/>
                <a:gd name="T9" fmla="*/ 0 h 191"/>
                <a:gd name="T10" fmla="*/ 68 w 68"/>
                <a:gd name="T11" fmla="*/ 191 h 191"/>
              </a:gdLst>
              <a:ahLst/>
              <a:cxnLst>
                <a:cxn ang="0">
                  <a:pos x="T0" y="T1"/>
                </a:cxn>
                <a:cxn ang="0">
                  <a:pos x="T2" y="T3"/>
                </a:cxn>
                <a:cxn ang="0">
                  <a:pos x="T4" y="T5"/>
                </a:cxn>
                <a:cxn ang="0">
                  <a:pos x="T6" y="T7"/>
                </a:cxn>
                <a:cxn ang="0">
                  <a:pos x="T8" y="T9"/>
                </a:cxn>
                <a:cxn ang="0">
                  <a:pos x="T10" y="T11"/>
                </a:cxn>
              </a:cxnLst>
              <a:rect l="0" t="0" r="r" b="b"/>
              <a:pathLst>
                <a:path w="68" h="191">
                  <a:moveTo>
                    <a:pt x="0" y="191"/>
                  </a:moveTo>
                  <a:lnTo>
                    <a:pt x="0" y="0"/>
                  </a:lnTo>
                  <a:lnTo>
                    <a:pt x="0" y="0"/>
                  </a:lnTo>
                  <a:lnTo>
                    <a:pt x="68" y="0"/>
                  </a:lnTo>
                  <a:lnTo>
                    <a:pt x="68" y="0"/>
                  </a:lnTo>
                  <a:lnTo>
                    <a:pt x="68" y="191"/>
                  </a:lnTo>
                </a:path>
              </a:pathLst>
            </a:custGeom>
            <a:noFill/>
            <a:ln w="9525"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7" name="Freeform 618"/>
            <p:cNvSpPr/>
            <p:nvPr/>
          </p:nvSpPr>
          <p:spPr bwMode="auto">
            <a:xfrm>
              <a:off x="5586867" y="3235822"/>
              <a:ext cx="107950" cy="234950"/>
            </a:xfrm>
            <a:custGeom>
              <a:avLst/>
              <a:gdLst>
                <a:gd name="T0" fmla="*/ 0 w 68"/>
                <a:gd name="T1" fmla="*/ 148 h 148"/>
                <a:gd name="T2" fmla="*/ 0 w 68"/>
                <a:gd name="T3" fmla="*/ 0 h 148"/>
                <a:gd name="T4" fmla="*/ 0 w 68"/>
                <a:gd name="T5" fmla="*/ 0 h 148"/>
                <a:gd name="T6" fmla="*/ 68 w 68"/>
                <a:gd name="T7" fmla="*/ 0 h 148"/>
                <a:gd name="T8" fmla="*/ 68 w 68"/>
                <a:gd name="T9" fmla="*/ 0 h 148"/>
                <a:gd name="T10" fmla="*/ 68 w 68"/>
                <a:gd name="T11" fmla="*/ 148 h 148"/>
              </a:gdLst>
              <a:ahLst/>
              <a:cxnLst>
                <a:cxn ang="0">
                  <a:pos x="T0" y="T1"/>
                </a:cxn>
                <a:cxn ang="0">
                  <a:pos x="T2" y="T3"/>
                </a:cxn>
                <a:cxn ang="0">
                  <a:pos x="T4" y="T5"/>
                </a:cxn>
                <a:cxn ang="0">
                  <a:pos x="T6" y="T7"/>
                </a:cxn>
                <a:cxn ang="0">
                  <a:pos x="T8" y="T9"/>
                </a:cxn>
                <a:cxn ang="0">
                  <a:pos x="T10" y="T11"/>
                </a:cxn>
              </a:cxnLst>
              <a:rect l="0" t="0" r="r" b="b"/>
              <a:pathLst>
                <a:path w="68" h="148">
                  <a:moveTo>
                    <a:pt x="0" y="148"/>
                  </a:moveTo>
                  <a:lnTo>
                    <a:pt x="0" y="0"/>
                  </a:lnTo>
                  <a:lnTo>
                    <a:pt x="0" y="0"/>
                  </a:lnTo>
                  <a:lnTo>
                    <a:pt x="68" y="0"/>
                  </a:lnTo>
                  <a:lnTo>
                    <a:pt x="68" y="0"/>
                  </a:lnTo>
                  <a:lnTo>
                    <a:pt x="68" y="148"/>
                  </a:lnTo>
                </a:path>
              </a:pathLst>
            </a:custGeom>
            <a:noFill/>
            <a:ln w="9525"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8" name="Freeform 619"/>
            <p:cNvSpPr/>
            <p:nvPr/>
          </p:nvSpPr>
          <p:spPr bwMode="auto">
            <a:xfrm>
              <a:off x="5412242" y="3294560"/>
              <a:ext cx="106362" cy="176213"/>
            </a:xfrm>
            <a:custGeom>
              <a:avLst/>
              <a:gdLst>
                <a:gd name="T0" fmla="*/ 0 w 67"/>
                <a:gd name="T1" fmla="*/ 111 h 111"/>
                <a:gd name="T2" fmla="*/ 0 w 67"/>
                <a:gd name="T3" fmla="*/ 0 h 111"/>
                <a:gd name="T4" fmla="*/ 0 w 67"/>
                <a:gd name="T5" fmla="*/ 0 h 111"/>
                <a:gd name="T6" fmla="*/ 67 w 67"/>
                <a:gd name="T7" fmla="*/ 0 h 111"/>
                <a:gd name="T8" fmla="*/ 67 w 67"/>
                <a:gd name="T9" fmla="*/ 0 h 111"/>
                <a:gd name="T10" fmla="*/ 67 w 67"/>
                <a:gd name="T11" fmla="*/ 111 h 111"/>
              </a:gdLst>
              <a:ahLst/>
              <a:cxnLst>
                <a:cxn ang="0">
                  <a:pos x="T0" y="T1"/>
                </a:cxn>
                <a:cxn ang="0">
                  <a:pos x="T2" y="T3"/>
                </a:cxn>
                <a:cxn ang="0">
                  <a:pos x="T4" y="T5"/>
                </a:cxn>
                <a:cxn ang="0">
                  <a:pos x="T6" y="T7"/>
                </a:cxn>
                <a:cxn ang="0">
                  <a:pos x="T8" y="T9"/>
                </a:cxn>
                <a:cxn ang="0">
                  <a:pos x="T10" y="T11"/>
                </a:cxn>
              </a:cxnLst>
              <a:rect l="0" t="0" r="r" b="b"/>
              <a:pathLst>
                <a:path w="67" h="111">
                  <a:moveTo>
                    <a:pt x="0" y="111"/>
                  </a:moveTo>
                  <a:lnTo>
                    <a:pt x="0" y="0"/>
                  </a:lnTo>
                  <a:lnTo>
                    <a:pt x="0" y="0"/>
                  </a:lnTo>
                  <a:lnTo>
                    <a:pt x="67" y="0"/>
                  </a:lnTo>
                  <a:lnTo>
                    <a:pt x="67" y="0"/>
                  </a:lnTo>
                  <a:lnTo>
                    <a:pt x="67" y="111"/>
                  </a:lnTo>
                </a:path>
              </a:pathLst>
            </a:custGeom>
            <a:noFill/>
            <a:ln w="9525"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57" name="Freeform 648"/>
            <p:cNvSpPr>
              <a:spLocks noEditPoints="1"/>
            </p:cNvSpPr>
            <p:nvPr/>
          </p:nvSpPr>
          <p:spPr bwMode="auto">
            <a:xfrm>
              <a:off x="5345567" y="3470772"/>
              <a:ext cx="1471612" cy="38100"/>
            </a:xfrm>
            <a:custGeom>
              <a:avLst/>
              <a:gdLst>
                <a:gd name="T0" fmla="*/ 0 w 927"/>
                <a:gd name="T1" fmla="*/ 0 h 24"/>
                <a:gd name="T2" fmla="*/ 927 w 927"/>
                <a:gd name="T3" fmla="*/ 0 h 24"/>
                <a:gd name="T4" fmla="*/ 75 w 927"/>
                <a:gd name="T5" fmla="*/ 24 h 24"/>
                <a:gd name="T6" fmla="*/ 75 w 927"/>
                <a:gd name="T7" fmla="*/ 0 h 24"/>
                <a:gd name="T8" fmla="*/ 186 w 927"/>
                <a:gd name="T9" fmla="*/ 24 h 24"/>
                <a:gd name="T10" fmla="*/ 186 w 927"/>
                <a:gd name="T11" fmla="*/ 0 h 24"/>
                <a:gd name="T12" fmla="*/ 297 w 927"/>
                <a:gd name="T13" fmla="*/ 24 h 24"/>
                <a:gd name="T14" fmla="*/ 297 w 927"/>
                <a:gd name="T15" fmla="*/ 0 h 24"/>
                <a:gd name="T16" fmla="*/ 408 w 927"/>
                <a:gd name="T17" fmla="*/ 24 h 24"/>
                <a:gd name="T18" fmla="*/ 408 w 927"/>
                <a:gd name="T19" fmla="*/ 0 h 24"/>
                <a:gd name="T20" fmla="*/ 519 w 927"/>
                <a:gd name="T21" fmla="*/ 24 h 24"/>
                <a:gd name="T22" fmla="*/ 519 w 927"/>
                <a:gd name="T23" fmla="*/ 0 h 24"/>
                <a:gd name="T24" fmla="*/ 630 w 927"/>
                <a:gd name="T25" fmla="*/ 24 h 24"/>
                <a:gd name="T26" fmla="*/ 630 w 927"/>
                <a:gd name="T27" fmla="*/ 0 h 24"/>
                <a:gd name="T28" fmla="*/ 740 w 927"/>
                <a:gd name="T29" fmla="*/ 24 h 24"/>
                <a:gd name="T30" fmla="*/ 740 w 927"/>
                <a:gd name="T31" fmla="*/ 0 h 24"/>
                <a:gd name="T32" fmla="*/ 851 w 927"/>
                <a:gd name="T33" fmla="*/ 24 h 24"/>
                <a:gd name="T34" fmla="*/ 851 w 927"/>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7" h="24">
                  <a:moveTo>
                    <a:pt x="0" y="0"/>
                  </a:moveTo>
                  <a:lnTo>
                    <a:pt x="927" y="0"/>
                  </a:lnTo>
                  <a:moveTo>
                    <a:pt x="75" y="24"/>
                  </a:moveTo>
                  <a:lnTo>
                    <a:pt x="75" y="0"/>
                  </a:lnTo>
                  <a:moveTo>
                    <a:pt x="186" y="24"/>
                  </a:moveTo>
                  <a:lnTo>
                    <a:pt x="186" y="0"/>
                  </a:lnTo>
                  <a:moveTo>
                    <a:pt x="297" y="24"/>
                  </a:moveTo>
                  <a:lnTo>
                    <a:pt x="297" y="0"/>
                  </a:lnTo>
                  <a:moveTo>
                    <a:pt x="408" y="24"/>
                  </a:moveTo>
                  <a:lnTo>
                    <a:pt x="408" y="0"/>
                  </a:lnTo>
                  <a:moveTo>
                    <a:pt x="519" y="24"/>
                  </a:moveTo>
                  <a:lnTo>
                    <a:pt x="519" y="0"/>
                  </a:lnTo>
                  <a:moveTo>
                    <a:pt x="630" y="24"/>
                  </a:moveTo>
                  <a:lnTo>
                    <a:pt x="630" y="0"/>
                  </a:lnTo>
                  <a:moveTo>
                    <a:pt x="740" y="24"/>
                  </a:moveTo>
                  <a:lnTo>
                    <a:pt x="740" y="0"/>
                  </a:lnTo>
                  <a:moveTo>
                    <a:pt x="851" y="24"/>
                  </a:moveTo>
                  <a:lnTo>
                    <a:pt x="851"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58" name="Rectangle 649"/>
            <p:cNvSpPr>
              <a:spLocks noChangeArrowheads="1"/>
            </p:cNvSpPr>
            <p:nvPr/>
          </p:nvSpPr>
          <p:spPr bwMode="auto">
            <a:xfrm>
              <a:off x="5258255" y="3426322"/>
              <a:ext cx="46037"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cs typeface="Arial" panose="020B0604020202090204" pitchFamily="34" charset="0"/>
                </a:rPr>
                <a:t>0</a:t>
              </a:r>
              <a:endParaRPr kumimoji="0" lang="zh-CN" altLang="zh-CN" sz="650" i="0" u="none" strike="noStrike" cap="none" normalizeH="0" baseline="0" dirty="0">
                <a:ln>
                  <a:noFill/>
                </a:ln>
                <a:solidFill>
                  <a:schemeClr val="tx1"/>
                </a:solidFill>
                <a:effectLst/>
                <a:cs typeface="Arial" panose="020B0604020202090204" pitchFamily="34" charset="0"/>
              </a:endParaRPr>
            </a:p>
          </p:txBody>
        </p:sp>
        <p:sp>
          <p:nvSpPr>
            <p:cNvPr id="1259" name="Rectangle 650"/>
            <p:cNvSpPr>
              <a:spLocks noChangeArrowheads="1"/>
            </p:cNvSpPr>
            <p:nvPr/>
          </p:nvSpPr>
          <p:spPr bwMode="auto">
            <a:xfrm>
              <a:off x="5166180" y="31231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200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0" name="Rectangle 651"/>
            <p:cNvSpPr>
              <a:spLocks noChangeArrowheads="1"/>
            </p:cNvSpPr>
            <p:nvPr/>
          </p:nvSpPr>
          <p:spPr bwMode="auto">
            <a:xfrm>
              <a:off x="5166180" y="28437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400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1" name="Freeform 652"/>
            <p:cNvSpPr>
              <a:spLocks noEditPoints="1"/>
            </p:cNvSpPr>
            <p:nvPr/>
          </p:nvSpPr>
          <p:spPr bwMode="auto">
            <a:xfrm>
              <a:off x="5309055" y="2719885"/>
              <a:ext cx="63500" cy="752475"/>
            </a:xfrm>
            <a:custGeom>
              <a:avLst/>
              <a:gdLst>
                <a:gd name="T0" fmla="*/ 25 w 40"/>
                <a:gd name="T1" fmla="*/ 474 h 474"/>
                <a:gd name="T2" fmla="*/ 25 w 40"/>
                <a:gd name="T3" fmla="*/ 16 h 474"/>
                <a:gd name="T4" fmla="*/ 9 w 40"/>
                <a:gd name="T5" fmla="*/ 0 h 474"/>
                <a:gd name="T6" fmla="*/ 40 w 40"/>
                <a:gd name="T7" fmla="*/ 31 h 474"/>
                <a:gd name="T8" fmla="*/ 25 w 40"/>
                <a:gd name="T9" fmla="*/ 473 h 474"/>
                <a:gd name="T10" fmla="*/ 0 w 40"/>
                <a:gd name="T11" fmla="*/ 473 h 474"/>
                <a:gd name="T12" fmla="*/ 25 w 40"/>
                <a:gd name="T13" fmla="*/ 291 h 474"/>
                <a:gd name="T14" fmla="*/ 0 w 40"/>
                <a:gd name="T15" fmla="*/ 291 h 474"/>
                <a:gd name="T16" fmla="*/ 25 w 40"/>
                <a:gd name="T17" fmla="*/ 108 h 474"/>
                <a:gd name="T18" fmla="*/ 0 w 40"/>
                <a:gd name="T19" fmla="*/ 10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74">
                  <a:moveTo>
                    <a:pt x="25" y="474"/>
                  </a:moveTo>
                  <a:lnTo>
                    <a:pt x="25" y="16"/>
                  </a:lnTo>
                  <a:moveTo>
                    <a:pt x="9" y="0"/>
                  </a:moveTo>
                  <a:lnTo>
                    <a:pt x="40" y="31"/>
                  </a:lnTo>
                  <a:moveTo>
                    <a:pt x="25" y="473"/>
                  </a:moveTo>
                  <a:lnTo>
                    <a:pt x="0" y="473"/>
                  </a:lnTo>
                  <a:moveTo>
                    <a:pt x="25" y="291"/>
                  </a:moveTo>
                  <a:lnTo>
                    <a:pt x="0" y="291"/>
                  </a:lnTo>
                  <a:moveTo>
                    <a:pt x="25" y="108"/>
                  </a:moveTo>
                  <a:lnTo>
                    <a:pt x="0" y="108"/>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62" name="Rectangle 653"/>
            <p:cNvSpPr>
              <a:spLocks noChangeArrowheads="1"/>
            </p:cNvSpPr>
            <p:nvPr/>
          </p:nvSpPr>
          <p:spPr bwMode="auto">
            <a:xfrm>
              <a:off x="5166180" y="25135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800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3" name="Freeform 654"/>
            <p:cNvSpPr>
              <a:spLocks noEditPoints="1"/>
            </p:cNvSpPr>
            <p:nvPr/>
          </p:nvSpPr>
          <p:spPr bwMode="auto">
            <a:xfrm>
              <a:off x="5309055" y="2491285"/>
              <a:ext cx="63500" cy="209550"/>
            </a:xfrm>
            <a:custGeom>
              <a:avLst/>
              <a:gdLst>
                <a:gd name="T0" fmla="*/ 25 w 40"/>
                <a:gd name="T1" fmla="*/ 117 h 132"/>
                <a:gd name="T2" fmla="*/ 25 w 40"/>
                <a:gd name="T3" fmla="*/ 0 h 132"/>
                <a:gd name="T4" fmla="*/ 9 w 40"/>
                <a:gd name="T5" fmla="*/ 101 h 132"/>
                <a:gd name="T6" fmla="*/ 40 w 40"/>
                <a:gd name="T7" fmla="*/ 132 h 132"/>
                <a:gd name="T8" fmla="*/ 25 w 40"/>
                <a:gd name="T9" fmla="*/ 47 h 132"/>
                <a:gd name="T10" fmla="*/ 0 w 40"/>
                <a:gd name="T11" fmla="*/ 47 h 132"/>
              </a:gdLst>
              <a:ahLst/>
              <a:cxnLst>
                <a:cxn ang="0">
                  <a:pos x="T0" y="T1"/>
                </a:cxn>
                <a:cxn ang="0">
                  <a:pos x="T2" y="T3"/>
                </a:cxn>
                <a:cxn ang="0">
                  <a:pos x="T4" y="T5"/>
                </a:cxn>
                <a:cxn ang="0">
                  <a:pos x="T6" y="T7"/>
                </a:cxn>
                <a:cxn ang="0">
                  <a:pos x="T8" y="T9"/>
                </a:cxn>
                <a:cxn ang="0">
                  <a:pos x="T10" y="T11"/>
                </a:cxn>
              </a:cxnLst>
              <a:rect l="0" t="0" r="r" b="b"/>
              <a:pathLst>
                <a:path w="40" h="132">
                  <a:moveTo>
                    <a:pt x="25" y="117"/>
                  </a:moveTo>
                  <a:lnTo>
                    <a:pt x="25" y="0"/>
                  </a:lnTo>
                  <a:moveTo>
                    <a:pt x="9" y="101"/>
                  </a:moveTo>
                  <a:lnTo>
                    <a:pt x="40" y="132"/>
                  </a:lnTo>
                  <a:moveTo>
                    <a:pt x="25" y="47"/>
                  </a:moveTo>
                  <a:lnTo>
                    <a:pt x="0" y="47"/>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64" name="Line 655"/>
            <p:cNvSpPr>
              <a:spLocks noChangeShapeType="1"/>
            </p:cNvSpPr>
            <p:nvPr/>
          </p:nvSpPr>
          <p:spPr bwMode="auto">
            <a:xfrm>
              <a:off x="6696530" y="3408860"/>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5" name="Line 656"/>
            <p:cNvSpPr>
              <a:spLocks noChangeShapeType="1"/>
            </p:cNvSpPr>
            <p:nvPr/>
          </p:nvSpPr>
          <p:spPr bwMode="auto">
            <a:xfrm>
              <a:off x="6696530" y="3434260"/>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6" name="Line 657"/>
            <p:cNvSpPr>
              <a:spLocks noChangeShapeType="1"/>
            </p:cNvSpPr>
            <p:nvPr/>
          </p:nvSpPr>
          <p:spPr bwMode="auto">
            <a:xfrm>
              <a:off x="6667955" y="3408860"/>
              <a:ext cx="58737"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7" name="Line 658"/>
            <p:cNvSpPr>
              <a:spLocks noChangeShapeType="1"/>
            </p:cNvSpPr>
            <p:nvPr/>
          </p:nvSpPr>
          <p:spPr bwMode="auto">
            <a:xfrm>
              <a:off x="6667955" y="3459660"/>
              <a:ext cx="58737"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8" name="Oval 659"/>
            <p:cNvSpPr>
              <a:spLocks noChangeArrowheads="1"/>
            </p:cNvSpPr>
            <p:nvPr/>
          </p:nvSpPr>
          <p:spPr bwMode="auto">
            <a:xfrm>
              <a:off x="6717167" y="3419972"/>
              <a:ext cx="38100"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69" name="Oval 660"/>
            <p:cNvSpPr>
              <a:spLocks noChangeArrowheads="1"/>
            </p:cNvSpPr>
            <p:nvPr/>
          </p:nvSpPr>
          <p:spPr bwMode="auto">
            <a:xfrm>
              <a:off x="6717167" y="3419972"/>
              <a:ext cx="38100"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0" name="Oval 661"/>
            <p:cNvSpPr>
              <a:spLocks noChangeArrowheads="1"/>
            </p:cNvSpPr>
            <p:nvPr/>
          </p:nvSpPr>
          <p:spPr bwMode="auto">
            <a:xfrm>
              <a:off x="6677480" y="3386635"/>
              <a:ext cx="39687"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1" name="Oval 662"/>
            <p:cNvSpPr>
              <a:spLocks noChangeArrowheads="1"/>
            </p:cNvSpPr>
            <p:nvPr/>
          </p:nvSpPr>
          <p:spPr bwMode="auto">
            <a:xfrm>
              <a:off x="6677480" y="3386635"/>
              <a:ext cx="39687"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2" name="Oval 663"/>
            <p:cNvSpPr>
              <a:spLocks noChangeArrowheads="1"/>
            </p:cNvSpPr>
            <p:nvPr/>
          </p:nvSpPr>
          <p:spPr bwMode="auto">
            <a:xfrm>
              <a:off x="6637792" y="3437435"/>
              <a:ext cx="39687"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3" name="Oval 664"/>
            <p:cNvSpPr>
              <a:spLocks noChangeArrowheads="1"/>
            </p:cNvSpPr>
            <p:nvPr/>
          </p:nvSpPr>
          <p:spPr bwMode="auto">
            <a:xfrm>
              <a:off x="6637792" y="3437435"/>
              <a:ext cx="39687"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4" name="Line 665"/>
            <p:cNvSpPr>
              <a:spLocks noChangeShapeType="1"/>
            </p:cNvSpPr>
            <p:nvPr/>
          </p:nvSpPr>
          <p:spPr bwMode="auto">
            <a:xfrm>
              <a:off x="6520317" y="2770685"/>
              <a:ext cx="0" cy="144463"/>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5" name="Line 666"/>
            <p:cNvSpPr>
              <a:spLocks noChangeShapeType="1"/>
            </p:cNvSpPr>
            <p:nvPr/>
          </p:nvSpPr>
          <p:spPr bwMode="auto">
            <a:xfrm>
              <a:off x="6520317" y="2915147"/>
              <a:ext cx="0" cy="14605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6" name="Line 667"/>
            <p:cNvSpPr>
              <a:spLocks noChangeShapeType="1"/>
            </p:cNvSpPr>
            <p:nvPr/>
          </p:nvSpPr>
          <p:spPr bwMode="auto">
            <a:xfrm>
              <a:off x="6491742" y="2770685"/>
              <a:ext cx="58737" cy="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7" name="Line 668"/>
            <p:cNvSpPr>
              <a:spLocks noChangeShapeType="1"/>
            </p:cNvSpPr>
            <p:nvPr/>
          </p:nvSpPr>
          <p:spPr bwMode="auto">
            <a:xfrm>
              <a:off x="6491742" y="3061197"/>
              <a:ext cx="58737" cy="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8" name="Oval 669"/>
            <p:cNvSpPr>
              <a:spLocks noChangeArrowheads="1"/>
            </p:cNvSpPr>
            <p:nvPr/>
          </p:nvSpPr>
          <p:spPr bwMode="auto">
            <a:xfrm>
              <a:off x="6501267" y="3058022"/>
              <a:ext cx="39687" cy="38100"/>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9" name="Oval 670"/>
            <p:cNvSpPr>
              <a:spLocks noChangeArrowheads="1"/>
            </p:cNvSpPr>
            <p:nvPr/>
          </p:nvSpPr>
          <p:spPr bwMode="auto">
            <a:xfrm>
              <a:off x="6501267" y="3058022"/>
              <a:ext cx="39687" cy="38100"/>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0" name="Oval 671"/>
            <p:cNvSpPr>
              <a:spLocks noChangeArrowheads="1"/>
            </p:cNvSpPr>
            <p:nvPr/>
          </p:nvSpPr>
          <p:spPr bwMode="auto">
            <a:xfrm>
              <a:off x="6501267" y="2775447"/>
              <a:ext cx="39687" cy="39688"/>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1" name="Oval 672"/>
            <p:cNvSpPr>
              <a:spLocks noChangeArrowheads="1"/>
            </p:cNvSpPr>
            <p:nvPr/>
          </p:nvSpPr>
          <p:spPr bwMode="auto">
            <a:xfrm>
              <a:off x="6501267" y="2775447"/>
              <a:ext cx="39687" cy="39688"/>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2" name="Oval 673"/>
            <p:cNvSpPr>
              <a:spLocks noChangeArrowheads="1"/>
            </p:cNvSpPr>
            <p:nvPr/>
          </p:nvSpPr>
          <p:spPr bwMode="auto">
            <a:xfrm>
              <a:off x="6501267" y="2853235"/>
              <a:ext cx="39687" cy="39688"/>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3" name="Oval 674"/>
            <p:cNvSpPr>
              <a:spLocks noChangeArrowheads="1"/>
            </p:cNvSpPr>
            <p:nvPr/>
          </p:nvSpPr>
          <p:spPr bwMode="auto">
            <a:xfrm>
              <a:off x="6501267" y="2853235"/>
              <a:ext cx="39687" cy="39688"/>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4" name="Line 675"/>
            <p:cNvSpPr>
              <a:spLocks noChangeShapeType="1"/>
            </p:cNvSpPr>
            <p:nvPr/>
          </p:nvSpPr>
          <p:spPr bwMode="auto">
            <a:xfrm>
              <a:off x="6345692" y="3127872"/>
              <a:ext cx="0" cy="10160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5" name="Line 676"/>
            <p:cNvSpPr>
              <a:spLocks noChangeShapeType="1"/>
            </p:cNvSpPr>
            <p:nvPr/>
          </p:nvSpPr>
          <p:spPr bwMode="auto">
            <a:xfrm>
              <a:off x="6345692" y="3229472"/>
              <a:ext cx="0" cy="100013"/>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6" name="Line 677"/>
            <p:cNvSpPr>
              <a:spLocks noChangeShapeType="1"/>
            </p:cNvSpPr>
            <p:nvPr/>
          </p:nvSpPr>
          <p:spPr bwMode="auto">
            <a:xfrm>
              <a:off x="6315530" y="3127872"/>
              <a:ext cx="58737" cy="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7" name="Line 678"/>
            <p:cNvSpPr>
              <a:spLocks noChangeShapeType="1"/>
            </p:cNvSpPr>
            <p:nvPr/>
          </p:nvSpPr>
          <p:spPr bwMode="auto">
            <a:xfrm>
              <a:off x="6315530" y="3329485"/>
              <a:ext cx="58737" cy="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8" name="Oval 679"/>
            <p:cNvSpPr>
              <a:spLocks noChangeArrowheads="1"/>
            </p:cNvSpPr>
            <p:nvPr/>
          </p:nvSpPr>
          <p:spPr bwMode="auto">
            <a:xfrm>
              <a:off x="6325055" y="3304085"/>
              <a:ext cx="39687" cy="39688"/>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9" name="Oval 680"/>
            <p:cNvSpPr>
              <a:spLocks noChangeArrowheads="1"/>
            </p:cNvSpPr>
            <p:nvPr/>
          </p:nvSpPr>
          <p:spPr bwMode="auto">
            <a:xfrm>
              <a:off x="6325055" y="3304085"/>
              <a:ext cx="39687" cy="39688"/>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0" name="Oval 681"/>
            <p:cNvSpPr>
              <a:spLocks noChangeArrowheads="1"/>
            </p:cNvSpPr>
            <p:nvPr/>
          </p:nvSpPr>
          <p:spPr bwMode="auto">
            <a:xfrm>
              <a:off x="6325055" y="3104060"/>
              <a:ext cx="39687" cy="38100"/>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1" name="Oval 682"/>
            <p:cNvSpPr>
              <a:spLocks noChangeArrowheads="1"/>
            </p:cNvSpPr>
            <p:nvPr/>
          </p:nvSpPr>
          <p:spPr bwMode="auto">
            <a:xfrm>
              <a:off x="6325055" y="3104060"/>
              <a:ext cx="39687" cy="38100"/>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2" name="Oval 683"/>
            <p:cNvSpPr>
              <a:spLocks noChangeArrowheads="1"/>
            </p:cNvSpPr>
            <p:nvPr/>
          </p:nvSpPr>
          <p:spPr bwMode="auto">
            <a:xfrm>
              <a:off x="6325055" y="3219947"/>
              <a:ext cx="39687" cy="38100"/>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3" name="Oval 684"/>
            <p:cNvSpPr>
              <a:spLocks noChangeArrowheads="1"/>
            </p:cNvSpPr>
            <p:nvPr/>
          </p:nvSpPr>
          <p:spPr bwMode="auto">
            <a:xfrm>
              <a:off x="6325055" y="3219947"/>
              <a:ext cx="39687" cy="38100"/>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4" name="Line 685"/>
            <p:cNvSpPr>
              <a:spLocks noChangeShapeType="1"/>
            </p:cNvSpPr>
            <p:nvPr/>
          </p:nvSpPr>
          <p:spPr bwMode="auto">
            <a:xfrm>
              <a:off x="6169480" y="2529385"/>
              <a:ext cx="0" cy="23336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5" name="Line 686"/>
            <p:cNvSpPr>
              <a:spLocks noChangeShapeType="1"/>
            </p:cNvSpPr>
            <p:nvPr/>
          </p:nvSpPr>
          <p:spPr bwMode="auto">
            <a:xfrm>
              <a:off x="6169480" y="2762747"/>
              <a:ext cx="0" cy="59531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6" name="Line 687"/>
            <p:cNvSpPr>
              <a:spLocks noChangeShapeType="1"/>
            </p:cNvSpPr>
            <p:nvPr/>
          </p:nvSpPr>
          <p:spPr bwMode="auto">
            <a:xfrm>
              <a:off x="6139317" y="3358060"/>
              <a:ext cx="58737" cy="0"/>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7" name="Oval 688"/>
            <p:cNvSpPr>
              <a:spLocks noChangeArrowheads="1"/>
            </p:cNvSpPr>
            <p:nvPr/>
          </p:nvSpPr>
          <p:spPr bwMode="auto">
            <a:xfrm>
              <a:off x="6148842" y="3400922"/>
              <a:ext cx="39687" cy="39688"/>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8" name="Oval 689"/>
            <p:cNvSpPr>
              <a:spLocks noChangeArrowheads="1"/>
            </p:cNvSpPr>
            <p:nvPr/>
          </p:nvSpPr>
          <p:spPr bwMode="auto">
            <a:xfrm>
              <a:off x="6148842" y="3400922"/>
              <a:ext cx="39687" cy="39688"/>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9" name="Line 690"/>
            <p:cNvSpPr>
              <a:spLocks noChangeShapeType="1"/>
            </p:cNvSpPr>
            <p:nvPr/>
          </p:nvSpPr>
          <p:spPr bwMode="auto">
            <a:xfrm>
              <a:off x="6169480" y="2529385"/>
              <a:ext cx="0" cy="23336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0" name="Line 691"/>
            <p:cNvSpPr>
              <a:spLocks noChangeShapeType="1"/>
            </p:cNvSpPr>
            <p:nvPr/>
          </p:nvSpPr>
          <p:spPr bwMode="auto">
            <a:xfrm>
              <a:off x="6139317" y="2529385"/>
              <a:ext cx="58737" cy="0"/>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1" name="Oval 692"/>
            <p:cNvSpPr>
              <a:spLocks noChangeArrowheads="1"/>
            </p:cNvSpPr>
            <p:nvPr/>
          </p:nvSpPr>
          <p:spPr bwMode="auto">
            <a:xfrm>
              <a:off x="6148842" y="2534147"/>
              <a:ext cx="39687" cy="38100"/>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02" name="Oval 693"/>
            <p:cNvSpPr>
              <a:spLocks noChangeArrowheads="1"/>
            </p:cNvSpPr>
            <p:nvPr/>
          </p:nvSpPr>
          <p:spPr bwMode="auto">
            <a:xfrm>
              <a:off x="6148842" y="2534147"/>
              <a:ext cx="39687" cy="38100"/>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03" name="Oval 694"/>
            <p:cNvSpPr>
              <a:spLocks noChangeArrowheads="1"/>
            </p:cNvSpPr>
            <p:nvPr/>
          </p:nvSpPr>
          <p:spPr bwMode="auto">
            <a:xfrm>
              <a:off x="6148842" y="2619872"/>
              <a:ext cx="39687" cy="38100"/>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04" name="Oval 695"/>
            <p:cNvSpPr>
              <a:spLocks noChangeArrowheads="1"/>
            </p:cNvSpPr>
            <p:nvPr/>
          </p:nvSpPr>
          <p:spPr bwMode="auto">
            <a:xfrm>
              <a:off x="6148842" y="2619872"/>
              <a:ext cx="39687" cy="38100"/>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05" name="Line 696"/>
            <p:cNvSpPr>
              <a:spLocks noChangeShapeType="1"/>
            </p:cNvSpPr>
            <p:nvPr/>
          </p:nvSpPr>
          <p:spPr bwMode="auto">
            <a:xfrm>
              <a:off x="5993267" y="3081835"/>
              <a:ext cx="0" cy="173038"/>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6" name="Line 697"/>
            <p:cNvSpPr>
              <a:spLocks noChangeShapeType="1"/>
            </p:cNvSpPr>
            <p:nvPr/>
          </p:nvSpPr>
          <p:spPr bwMode="auto">
            <a:xfrm>
              <a:off x="5993267" y="3254872"/>
              <a:ext cx="0" cy="17145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7" name="Line 698"/>
            <p:cNvSpPr>
              <a:spLocks noChangeShapeType="1"/>
            </p:cNvSpPr>
            <p:nvPr/>
          </p:nvSpPr>
          <p:spPr bwMode="auto">
            <a:xfrm>
              <a:off x="5963105" y="3081835"/>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8" name="Line 699"/>
            <p:cNvSpPr>
              <a:spLocks noChangeShapeType="1"/>
            </p:cNvSpPr>
            <p:nvPr/>
          </p:nvSpPr>
          <p:spPr bwMode="auto">
            <a:xfrm>
              <a:off x="5963105" y="3426322"/>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9" name="Oval 700"/>
            <p:cNvSpPr>
              <a:spLocks noChangeArrowheads="1"/>
            </p:cNvSpPr>
            <p:nvPr/>
          </p:nvSpPr>
          <p:spPr bwMode="auto">
            <a:xfrm>
              <a:off x="5974217" y="3400922"/>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0" name="Oval 701"/>
            <p:cNvSpPr>
              <a:spLocks noChangeArrowheads="1"/>
            </p:cNvSpPr>
            <p:nvPr/>
          </p:nvSpPr>
          <p:spPr bwMode="auto">
            <a:xfrm>
              <a:off x="5974217" y="3400922"/>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1" name="Oval 702"/>
            <p:cNvSpPr>
              <a:spLocks noChangeArrowheads="1"/>
            </p:cNvSpPr>
            <p:nvPr/>
          </p:nvSpPr>
          <p:spPr bwMode="auto">
            <a:xfrm>
              <a:off x="5974217" y="3058022"/>
              <a:ext cx="38100" cy="38100"/>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2" name="Oval 703"/>
            <p:cNvSpPr>
              <a:spLocks noChangeArrowheads="1"/>
            </p:cNvSpPr>
            <p:nvPr/>
          </p:nvSpPr>
          <p:spPr bwMode="auto">
            <a:xfrm>
              <a:off x="5974217" y="3058022"/>
              <a:ext cx="38100" cy="38100"/>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3" name="Oval 704"/>
            <p:cNvSpPr>
              <a:spLocks noChangeArrowheads="1"/>
            </p:cNvSpPr>
            <p:nvPr/>
          </p:nvSpPr>
          <p:spPr bwMode="auto">
            <a:xfrm>
              <a:off x="5974217" y="3245347"/>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4" name="Oval 705"/>
            <p:cNvSpPr>
              <a:spLocks noChangeArrowheads="1"/>
            </p:cNvSpPr>
            <p:nvPr/>
          </p:nvSpPr>
          <p:spPr bwMode="auto">
            <a:xfrm>
              <a:off x="5974217" y="3245347"/>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5" name="Line 706"/>
            <p:cNvSpPr>
              <a:spLocks noChangeShapeType="1"/>
            </p:cNvSpPr>
            <p:nvPr/>
          </p:nvSpPr>
          <p:spPr bwMode="auto">
            <a:xfrm>
              <a:off x="5817055" y="2938960"/>
              <a:ext cx="0" cy="223838"/>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6" name="Line 707"/>
            <p:cNvSpPr>
              <a:spLocks noChangeShapeType="1"/>
            </p:cNvSpPr>
            <p:nvPr/>
          </p:nvSpPr>
          <p:spPr bwMode="auto">
            <a:xfrm>
              <a:off x="5817055" y="3162797"/>
              <a:ext cx="0" cy="22225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7" name="Line 708"/>
            <p:cNvSpPr>
              <a:spLocks noChangeShapeType="1"/>
            </p:cNvSpPr>
            <p:nvPr/>
          </p:nvSpPr>
          <p:spPr bwMode="auto">
            <a:xfrm>
              <a:off x="5788480" y="2938960"/>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8" name="Line 709"/>
            <p:cNvSpPr>
              <a:spLocks noChangeShapeType="1"/>
            </p:cNvSpPr>
            <p:nvPr/>
          </p:nvSpPr>
          <p:spPr bwMode="auto">
            <a:xfrm>
              <a:off x="5788480" y="3385047"/>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9" name="Oval 710"/>
            <p:cNvSpPr>
              <a:spLocks noChangeArrowheads="1"/>
            </p:cNvSpPr>
            <p:nvPr/>
          </p:nvSpPr>
          <p:spPr bwMode="auto">
            <a:xfrm>
              <a:off x="5798005" y="3023097"/>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0" name="Oval 711"/>
            <p:cNvSpPr>
              <a:spLocks noChangeArrowheads="1"/>
            </p:cNvSpPr>
            <p:nvPr/>
          </p:nvSpPr>
          <p:spPr bwMode="auto">
            <a:xfrm>
              <a:off x="5798005" y="3023097"/>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1" name="Oval 712"/>
            <p:cNvSpPr>
              <a:spLocks noChangeArrowheads="1"/>
            </p:cNvSpPr>
            <p:nvPr/>
          </p:nvSpPr>
          <p:spPr bwMode="auto">
            <a:xfrm>
              <a:off x="5836105" y="3005635"/>
              <a:ext cx="39687" cy="38100"/>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2" name="Oval 713"/>
            <p:cNvSpPr>
              <a:spLocks noChangeArrowheads="1"/>
            </p:cNvSpPr>
            <p:nvPr/>
          </p:nvSpPr>
          <p:spPr bwMode="auto">
            <a:xfrm>
              <a:off x="5836105" y="3005635"/>
              <a:ext cx="39687" cy="38100"/>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3" name="Oval 714"/>
            <p:cNvSpPr>
              <a:spLocks noChangeArrowheads="1"/>
            </p:cNvSpPr>
            <p:nvPr/>
          </p:nvSpPr>
          <p:spPr bwMode="auto">
            <a:xfrm>
              <a:off x="5798005" y="3399335"/>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4" name="Oval 715"/>
            <p:cNvSpPr>
              <a:spLocks noChangeArrowheads="1"/>
            </p:cNvSpPr>
            <p:nvPr/>
          </p:nvSpPr>
          <p:spPr bwMode="auto">
            <a:xfrm>
              <a:off x="5798005" y="3399335"/>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5" name="Line 716"/>
            <p:cNvSpPr>
              <a:spLocks noChangeShapeType="1"/>
            </p:cNvSpPr>
            <p:nvPr/>
          </p:nvSpPr>
          <p:spPr bwMode="auto">
            <a:xfrm>
              <a:off x="5640842" y="3043735"/>
              <a:ext cx="0" cy="187325"/>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6" name="Line 717"/>
            <p:cNvSpPr>
              <a:spLocks noChangeShapeType="1"/>
            </p:cNvSpPr>
            <p:nvPr/>
          </p:nvSpPr>
          <p:spPr bwMode="auto">
            <a:xfrm>
              <a:off x="5640842" y="3231060"/>
              <a:ext cx="0" cy="185738"/>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7" name="Line 718"/>
            <p:cNvSpPr>
              <a:spLocks noChangeShapeType="1"/>
            </p:cNvSpPr>
            <p:nvPr/>
          </p:nvSpPr>
          <p:spPr bwMode="auto">
            <a:xfrm>
              <a:off x="5612267" y="3043735"/>
              <a:ext cx="58737" cy="0"/>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8" name="Line 719"/>
            <p:cNvSpPr>
              <a:spLocks noChangeShapeType="1"/>
            </p:cNvSpPr>
            <p:nvPr/>
          </p:nvSpPr>
          <p:spPr bwMode="auto">
            <a:xfrm>
              <a:off x="5612267" y="3416797"/>
              <a:ext cx="58737" cy="0"/>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9" name="Oval 720"/>
            <p:cNvSpPr>
              <a:spLocks noChangeArrowheads="1"/>
            </p:cNvSpPr>
            <p:nvPr/>
          </p:nvSpPr>
          <p:spPr bwMode="auto">
            <a:xfrm>
              <a:off x="5621792" y="3354885"/>
              <a:ext cx="39687" cy="38100"/>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0" name="Oval 721"/>
            <p:cNvSpPr>
              <a:spLocks noChangeArrowheads="1"/>
            </p:cNvSpPr>
            <p:nvPr/>
          </p:nvSpPr>
          <p:spPr bwMode="auto">
            <a:xfrm>
              <a:off x="5621792" y="3354885"/>
              <a:ext cx="39687" cy="38100"/>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1" name="Oval 722"/>
            <p:cNvSpPr>
              <a:spLocks noChangeArrowheads="1"/>
            </p:cNvSpPr>
            <p:nvPr/>
          </p:nvSpPr>
          <p:spPr bwMode="auto">
            <a:xfrm>
              <a:off x="5621792" y="3278685"/>
              <a:ext cx="39687" cy="39688"/>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2" name="Oval 723"/>
            <p:cNvSpPr>
              <a:spLocks noChangeArrowheads="1"/>
            </p:cNvSpPr>
            <p:nvPr/>
          </p:nvSpPr>
          <p:spPr bwMode="auto">
            <a:xfrm>
              <a:off x="5621792" y="3278685"/>
              <a:ext cx="39687" cy="39688"/>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3" name="Oval 724"/>
            <p:cNvSpPr>
              <a:spLocks noChangeArrowheads="1"/>
            </p:cNvSpPr>
            <p:nvPr/>
          </p:nvSpPr>
          <p:spPr bwMode="auto">
            <a:xfrm>
              <a:off x="5621792" y="2999285"/>
              <a:ext cx="39687" cy="39688"/>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4" name="Oval 725"/>
            <p:cNvSpPr>
              <a:spLocks noChangeArrowheads="1"/>
            </p:cNvSpPr>
            <p:nvPr/>
          </p:nvSpPr>
          <p:spPr bwMode="auto">
            <a:xfrm>
              <a:off x="5621792" y="2999285"/>
              <a:ext cx="39687" cy="39688"/>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5" name="Line 726"/>
            <p:cNvSpPr>
              <a:spLocks noChangeShapeType="1"/>
            </p:cNvSpPr>
            <p:nvPr/>
          </p:nvSpPr>
          <p:spPr bwMode="auto">
            <a:xfrm>
              <a:off x="5464630" y="3194547"/>
              <a:ext cx="0" cy="9525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6" name="Line 727"/>
            <p:cNvSpPr>
              <a:spLocks noChangeShapeType="1"/>
            </p:cNvSpPr>
            <p:nvPr/>
          </p:nvSpPr>
          <p:spPr bwMode="auto">
            <a:xfrm>
              <a:off x="5464630" y="3289797"/>
              <a:ext cx="0" cy="9525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7" name="Line 728"/>
            <p:cNvSpPr>
              <a:spLocks noChangeShapeType="1"/>
            </p:cNvSpPr>
            <p:nvPr/>
          </p:nvSpPr>
          <p:spPr bwMode="auto">
            <a:xfrm>
              <a:off x="5436055" y="3194547"/>
              <a:ext cx="58737" cy="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8" name="Line 729"/>
            <p:cNvSpPr>
              <a:spLocks noChangeShapeType="1"/>
            </p:cNvSpPr>
            <p:nvPr/>
          </p:nvSpPr>
          <p:spPr bwMode="auto">
            <a:xfrm>
              <a:off x="5436055" y="3385047"/>
              <a:ext cx="58737" cy="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9" name="Oval 730"/>
            <p:cNvSpPr>
              <a:spLocks noChangeArrowheads="1"/>
            </p:cNvSpPr>
            <p:nvPr/>
          </p:nvSpPr>
          <p:spPr bwMode="auto">
            <a:xfrm>
              <a:off x="5445580" y="3192960"/>
              <a:ext cx="39687" cy="38100"/>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0" name="Oval 731"/>
            <p:cNvSpPr>
              <a:spLocks noChangeArrowheads="1"/>
            </p:cNvSpPr>
            <p:nvPr/>
          </p:nvSpPr>
          <p:spPr bwMode="auto">
            <a:xfrm>
              <a:off x="5445580" y="3192960"/>
              <a:ext cx="39687" cy="38100"/>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41" name="Oval 732"/>
            <p:cNvSpPr>
              <a:spLocks noChangeArrowheads="1"/>
            </p:cNvSpPr>
            <p:nvPr/>
          </p:nvSpPr>
          <p:spPr bwMode="auto">
            <a:xfrm>
              <a:off x="5445580" y="3242172"/>
              <a:ext cx="39687" cy="39688"/>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2" name="Oval 733"/>
            <p:cNvSpPr>
              <a:spLocks noChangeArrowheads="1"/>
            </p:cNvSpPr>
            <p:nvPr/>
          </p:nvSpPr>
          <p:spPr bwMode="auto">
            <a:xfrm>
              <a:off x="5445580" y="3242172"/>
              <a:ext cx="39687" cy="39688"/>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43" name="Oval 734"/>
            <p:cNvSpPr>
              <a:spLocks noChangeArrowheads="1"/>
            </p:cNvSpPr>
            <p:nvPr/>
          </p:nvSpPr>
          <p:spPr bwMode="auto">
            <a:xfrm>
              <a:off x="5445580" y="3375522"/>
              <a:ext cx="39687" cy="39688"/>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4" name="Oval 735"/>
            <p:cNvSpPr>
              <a:spLocks noChangeArrowheads="1"/>
            </p:cNvSpPr>
            <p:nvPr/>
          </p:nvSpPr>
          <p:spPr bwMode="auto">
            <a:xfrm>
              <a:off x="5445580" y="3375522"/>
              <a:ext cx="39687" cy="39688"/>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1348" name="Rectangle 166"/>
          <p:cNvSpPr>
            <a:spLocks noChangeArrowheads="1"/>
          </p:cNvSpPr>
          <p:nvPr/>
        </p:nvSpPr>
        <p:spPr bwMode="auto">
          <a:xfrm>
            <a:off x="726519" y="5959491"/>
            <a:ext cx="1145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4</a:t>
            </a:r>
            <a:endParaRPr lang="zh-CN" altLang="zh-CN" sz="520" dirty="0">
              <a:latin typeface="Arial" panose="020B0604020202090204" pitchFamily="34" charset="0"/>
              <a:cs typeface="Arial" panose="020B0604020202090204" pitchFamily="34" charset="0"/>
            </a:endParaRPr>
          </a:p>
        </p:txBody>
      </p:sp>
      <p:grpSp>
        <p:nvGrpSpPr>
          <p:cNvPr id="1427" name="组合 1426"/>
          <p:cNvGrpSpPr/>
          <p:nvPr/>
        </p:nvGrpSpPr>
        <p:grpSpPr>
          <a:xfrm>
            <a:off x="36658" y="2681163"/>
            <a:ext cx="4963361" cy="836264"/>
            <a:chOff x="-61491" y="2674860"/>
            <a:chExt cx="5101883" cy="836264"/>
          </a:xfrm>
        </p:grpSpPr>
        <p:grpSp>
          <p:nvGrpSpPr>
            <p:cNvPr id="1356" name="组合 1355"/>
            <p:cNvGrpSpPr/>
            <p:nvPr/>
          </p:nvGrpSpPr>
          <p:grpSpPr>
            <a:xfrm>
              <a:off x="247950" y="2674860"/>
              <a:ext cx="4792442" cy="614937"/>
              <a:chOff x="247950" y="2674860"/>
              <a:chExt cx="4792442" cy="614937"/>
            </a:xfrm>
          </p:grpSpPr>
          <p:grpSp>
            <p:nvGrpSpPr>
              <p:cNvPr id="1351" name="组合 1350"/>
              <p:cNvGrpSpPr/>
              <p:nvPr/>
            </p:nvGrpSpPr>
            <p:grpSpPr>
              <a:xfrm>
                <a:off x="247950" y="2680809"/>
                <a:ext cx="4740233" cy="608988"/>
                <a:chOff x="247950" y="2680809"/>
                <a:chExt cx="4740233" cy="608988"/>
              </a:xfrm>
            </p:grpSpPr>
            <p:graphicFrame>
              <p:nvGraphicFramePr>
                <p:cNvPr id="1349" name="对象 1348"/>
                <p:cNvGraphicFramePr>
                  <a:graphicFrameLocks noChangeAspect="1"/>
                </p:cNvGraphicFramePr>
                <p:nvPr/>
              </p:nvGraphicFramePr>
              <p:xfrm>
                <a:off x="247950" y="2680809"/>
                <a:ext cx="4740233" cy="608988"/>
              </p:xfrm>
              <a:graphic>
                <a:graphicData uri="http://schemas.openxmlformats.org/presentationml/2006/ole">
                  <mc:AlternateContent xmlns:mc="http://schemas.openxmlformats.org/markup-compatibility/2006">
                    <mc:Choice xmlns:v="urn:schemas-microsoft-com:vml" Requires="v">
                      <p:oleObj name="Prism 8" r:id="rId52" imgW="9058275" imgH="1162050" progId="Prism8.Document">
                        <p:embed/>
                      </p:oleObj>
                    </mc:Choice>
                    <mc:Fallback>
                      <p:oleObj name="Prism 8" r:id="rId52" imgW="9058275" imgH="1162050" progId="Prism8.Document">
                        <p:embed/>
                        <p:pic>
                          <p:nvPicPr>
                            <p:cNvPr id="1349" name="对象 1348"/>
                            <p:cNvPicPr/>
                            <p:nvPr/>
                          </p:nvPicPr>
                          <p:blipFill>
                            <a:blip r:embed="rId53"/>
                            <a:stretch>
                              <a:fillRect/>
                            </a:stretch>
                          </p:blipFill>
                          <p:spPr>
                            <a:xfrm>
                              <a:off x="247950" y="2680809"/>
                              <a:ext cx="4740233" cy="608988"/>
                            </a:xfrm>
                            <a:prstGeom prst="rect">
                              <a:avLst/>
                            </a:prstGeom>
                          </p:spPr>
                        </p:pic>
                      </p:oleObj>
                    </mc:Fallback>
                  </mc:AlternateContent>
                </a:graphicData>
              </a:graphic>
            </p:graphicFrame>
            <p:sp>
              <p:nvSpPr>
                <p:cNvPr id="1350" name="矩形 1349"/>
                <p:cNvSpPr/>
                <p:nvPr/>
              </p:nvSpPr>
              <p:spPr>
                <a:xfrm>
                  <a:off x="4779819" y="2749537"/>
                  <a:ext cx="164492" cy="4666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52" name="文本框 1351"/>
              <p:cNvSpPr txBox="1"/>
              <p:nvPr/>
            </p:nvSpPr>
            <p:spPr>
              <a:xfrm>
                <a:off x="4700734" y="3054214"/>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200</a:t>
                </a:r>
                <a:endParaRPr lang="zh-CN" altLang="en-US" sz="650" dirty="0">
                  <a:latin typeface="Arial" panose="020B0604020202090204" pitchFamily="34" charset="0"/>
                  <a:cs typeface="Arial" panose="020B0604020202090204" pitchFamily="34" charset="0"/>
                </a:endParaRPr>
              </a:p>
            </p:txBody>
          </p:sp>
          <p:sp>
            <p:nvSpPr>
              <p:cNvPr id="1353" name="文本框 1352"/>
              <p:cNvSpPr txBox="1"/>
              <p:nvPr/>
            </p:nvSpPr>
            <p:spPr>
              <a:xfrm>
                <a:off x="4701983" y="2925128"/>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400</a:t>
                </a:r>
                <a:endParaRPr lang="zh-CN" altLang="en-US" sz="650" dirty="0">
                  <a:latin typeface="Arial" panose="020B0604020202090204" pitchFamily="34" charset="0"/>
                  <a:cs typeface="Arial" panose="020B0604020202090204" pitchFamily="34" charset="0"/>
                </a:endParaRPr>
              </a:p>
            </p:txBody>
          </p:sp>
          <p:sp>
            <p:nvSpPr>
              <p:cNvPr id="1354" name="文本框 1353"/>
              <p:cNvSpPr txBox="1"/>
              <p:nvPr/>
            </p:nvSpPr>
            <p:spPr>
              <a:xfrm>
                <a:off x="4706331" y="2804583"/>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600</a:t>
                </a:r>
                <a:endParaRPr lang="zh-CN" altLang="en-US" sz="650" dirty="0">
                  <a:latin typeface="Arial" panose="020B0604020202090204" pitchFamily="34" charset="0"/>
                  <a:cs typeface="Arial" panose="020B0604020202090204" pitchFamily="34" charset="0"/>
                </a:endParaRPr>
              </a:p>
            </p:txBody>
          </p:sp>
          <p:sp>
            <p:nvSpPr>
              <p:cNvPr id="1355" name="文本框 1354"/>
              <p:cNvSpPr txBox="1"/>
              <p:nvPr/>
            </p:nvSpPr>
            <p:spPr>
              <a:xfrm>
                <a:off x="4707361" y="2674860"/>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800</a:t>
                </a:r>
                <a:endParaRPr lang="zh-CN" altLang="en-US" sz="650" dirty="0">
                  <a:latin typeface="Arial" panose="020B0604020202090204" pitchFamily="34" charset="0"/>
                  <a:cs typeface="Arial" panose="020B0604020202090204" pitchFamily="34" charset="0"/>
                </a:endParaRPr>
              </a:p>
            </p:txBody>
          </p:sp>
        </p:grpSp>
        <p:sp>
          <p:nvSpPr>
            <p:cNvPr id="1357" name="文本框 1356"/>
            <p:cNvSpPr txBox="1"/>
            <p:nvPr/>
          </p:nvSpPr>
          <p:spPr>
            <a:xfrm>
              <a:off x="-56766" y="2741385"/>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SFU-1</a:t>
              </a:r>
              <a:endParaRPr lang="zh-CN" altLang="en-US" sz="650" dirty="0">
                <a:latin typeface="Arial" panose="020B0604020202090204" pitchFamily="34" charset="0"/>
                <a:cs typeface="Arial" panose="020B0604020202090204" pitchFamily="34" charset="0"/>
              </a:endParaRPr>
            </a:p>
          </p:txBody>
        </p:sp>
        <p:sp>
          <p:nvSpPr>
            <p:cNvPr id="1358" name="文本框 1357"/>
            <p:cNvSpPr txBox="1"/>
            <p:nvPr/>
          </p:nvSpPr>
          <p:spPr>
            <a:xfrm>
              <a:off x="-61491" y="2903173"/>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SFU-2</a:t>
              </a:r>
              <a:endParaRPr lang="zh-CN" altLang="en-US" sz="650" dirty="0">
                <a:latin typeface="Arial" panose="020B0604020202090204" pitchFamily="34" charset="0"/>
                <a:cs typeface="Arial" panose="020B0604020202090204" pitchFamily="34" charset="0"/>
              </a:endParaRPr>
            </a:p>
          </p:txBody>
        </p:sp>
        <p:sp>
          <p:nvSpPr>
            <p:cNvPr id="1359" name="文本框 1358"/>
            <p:cNvSpPr txBox="1"/>
            <p:nvPr/>
          </p:nvSpPr>
          <p:spPr>
            <a:xfrm>
              <a:off x="-56429" y="3061194"/>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SFU-3</a:t>
              </a:r>
              <a:endParaRPr lang="zh-CN" altLang="en-US" sz="650" dirty="0">
                <a:latin typeface="Arial" panose="020B0604020202090204" pitchFamily="34" charset="0"/>
                <a:cs typeface="Arial" panose="020B0604020202090204" pitchFamily="34" charset="0"/>
              </a:endParaRPr>
            </a:p>
          </p:txBody>
        </p:sp>
        <p:sp>
          <p:nvSpPr>
            <p:cNvPr id="1360" name="Rectangle 576"/>
            <p:cNvSpPr>
              <a:spLocks noChangeArrowheads="1"/>
            </p:cNvSpPr>
            <p:nvPr/>
          </p:nvSpPr>
          <p:spPr bwMode="auto">
            <a:xfrm rot="18900000" flipH="1">
              <a:off x="4176169" y="3417156"/>
              <a:ext cx="359790"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N-Control</a:t>
              </a:r>
              <a:endParaRPr lang="zh-CN" altLang="zh-CN" sz="650" dirty="0">
                <a:cs typeface="Arial" panose="020B0604020202090204" pitchFamily="34" charset="0"/>
              </a:endParaRPr>
            </a:p>
          </p:txBody>
        </p:sp>
        <p:sp>
          <p:nvSpPr>
            <p:cNvPr id="1362" name="Rectangle 559"/>
            <p:cNvSpPr>
              <a:spLocks noChangeArrowheads="1"/>
            </p:cNvSpPr>
            <p:nvPr/>
          </p:nvSpPr>
          <p:spPr bwMode="auto">
            <a:xfrm rot="18900000">
              <a:off x="310465"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a:t>
              </a:r>
              <a:endParaRPr lang="zh-CN" altLang="zh-CN" sz="650" dirty="0">
                <a:cs typeface="Arial" panose="020B0604020202090204" pitchFamily="34" charset="0"/>
              </a:endParaRPr>
            </a:p>
          </p:txBody>
        </p:sp>
        <p:sp>
          <p:nvSpPr>
            <p:cNvPr id="1363" name="Rectangle 559"/>
            <p:cNvSpPr>
              <a:spLocks noChangeArrowheads="1"/>
            </p:cNvSpPr>
            <p:nvPr/>
          </p:nvSpPr>
          <p:spPr bwMode="auto">
            <a:xfrm rot="18900000">
              <a:off x="423724" y="3295686"/>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a:t>
              </a:r>
              <a:endParaRPr lang="zh-CN" altLang="zh-CN" sz="650" dirty="0">
                <a:cs typeface="Arial" panose="020B0604020202090204" pitchFamily="34" charset="0"/>
              </a:endParaRPr>
            </a:p>
          </p:txBody>
        </p:sp>
        <p:sp>
          <p:nvSpPr>
            <p:cNvPr id="1364" name="Rectangle 559"/>
            <p:cNvSpPr>
              <a:spLocks noChangeArrowheads="1"/>
            </p:cNvSpPr>
            <p:nvPr/>
          </p:nvSpPr>
          <p:spPr bwMode="auto">
            <a:xfrm rot="18900000">
              <a:off x="572092"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P3</a:t>
              </a:r>
              <a:endParaRPr lang="zh-CN" altLang="zh-CN" sz="650" dirty="0">
                <a:cs typeface="Arial" panose="020B0604020202090204" pitchFamily="34" charset="0"/>
              </a:endParaRPr>
            </a:p>
          </p:txBody>
        </p:sp>
        <p:sp>
          <p:nvSpPr>
            <p:cNvPr id="1365" name="Rectangle 559"/>
            <p:cNvSpPr>
              <a:spLocks noChangeArrowheads="1"/>
            </p:cNvSpPr>
            <p:nvPr/>
          </p:nvSpPr>
          <p:spPr bwMode="auto">
            <a:xfrm rot="18900000">
              <a:off x="718574"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P4</a:t>
              </a:r>
              <a:endParaRPr lang="zh-CN" altLang="zh-CN" sz="650" dirty="0">
                <a:cs typeface="Arial" panose="020B0604020202090204" pitchFamily="34" charset="0"/>
              </a:endParaRPr>
            </a:p>
          </p:txBody>
        </p:sp>
        <p:sp>
          <p:nvSpPr>
            <p:cNvPr id="1366" name="Rectangle 559"/>
            <p:cNvSpPr>
              <a:spLocks noChangeArrowheads="1"/>
            </p:cNvSpPr>
            <p:nvPr/>
          </p:nvSpPr>
          <p:spPr bwMode="auto">
            <a:xfrm rot="18900000">
              <a:off x="866364"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P5</a:t>
              </a:r>
              <a:endParaRPr lang="zh-CN" altLang="zh-CN" sz="650" dirty="0">
                <a:cs typeface="Arial" panose="020B0604020202090204" pitchFamily="34" charset="0"/>
              </a:endParaRPr>
            </a:p>
          </p:txBody>
        </p:sp>
        <p:sp>
          <p:nvSpPr>
            <p:cNvPr id="1367" name="Rectangle 559"/>
            <p:cNvSpPr>
              <a:spLocks noChangeArrowheads="1"/>
            </p:cNvSpPr>
            <p:nvPr/>
          </p:nvSpPr>
          <p:spPr bwMode="auto">
            <a:xfrm rot="18900000">
              <a:off x="989589"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P6</a:t>
              </a:r>
              <a:endParaRPr lang="zh-CN" altLang="zh-CN" sz="650" dirty="0">
                <a:cs typeface="Arial" panose="020B0604020202090204" pitchFamily="34" charset="0"/>
              </a:endParaRPr>
            </a:p>
          </p:txBody>
        </p:sp>
        <p:sp>
          <p:nvSpPr>
            <p:cNvPr id="1368" name="Rectangle 559"/>
            <p:cNvSpPr>
              <a:spLocks noChangeArrowheads="1"/>
            </p:cNvSpPr>
            <p:nvPr/>
          </p:nvSpPr>
          <p:spPr bwMode="auto">
            <a:xfrm rot="18900000">
              <a:off x="1122232"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P7</a:t>
              </a:r>
              <a:endParaRPr lang="zh-CN" altLang="zh-CN" sz="650" dirty="0">
                <a:cs typeface="Arial" panose="020B0604020202090204" pitchFamily="34" charset="0"/>
              </a:endParaRPr>
            </a:p>
          </p:txBody>
        </p:sp>
        <p:sp>
          <p:nvSpPr>
            <p:cNvPr id="1369" name="Rectangle 559"/>
            <p:cNvSpPr>
              <a:spLocks noChangeArrowheads="1"/>
            </p:cNvSpPr>
            <p:nvPr/>
          </p:nvSpPr>
          <p:spPr bwMode="auto">
            <a:xfrm rot="18900000">
              <a:off x="1260351"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P8</a:t>
              </a:r>
              <a:endParaRPr lang="zh-CN" altLang="zh-CN" sz="650" dirty="0">
                <a:cs typeface="Arial" panose="020B0604020202090204" pitchFamily="34" charset="0"/>
              </a:endParaRPr>
            </a:p>
          </p:txBody>
        </p:sp>
        <p:sp>
          <p:nvSpPr>
            <p:cNvPr id="1370" name="Rectangle 559"/>
            <p:cNvSpPr>
              <a:spLocks noChangeArrowheads="1"/>
            </p:cNvSpPr>
            <p:nvPr/>
          </p:nvSpPr>
          <p:spPr bwMode="auto">
            <a:xfrm rot="18900000">
              <a:off x="1393000"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P9</a:t>
              </a:r>
              <a:endParaRPr lang="zh-CN" altLang="zh-CN" sz="650" dirty="0">
                <a:cs typeface="Arial" panose="020B0604020202090204" pitchFamily="34" charset="0"/>
              </a:endParaRPr>
            </a:p>
          </p:txBody>
        </p:sp>
        <p:sp>
          <p:nvSpPr>
            <p:cNvPr id="1371" name="Rectangle 559"/>
            <p:cNvSpPr>
              <a:spLocks noChangeArrowheads="1"/>
            </p:cNvSpPr>
            <p:nvPr/>
          </p:nvSpPr>
          <p:spPr bwMode="auto">
            <a:xfrm rot="18900000">
              <a:off x="1484140"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P10</a:t>
              </a:r>
              <a:endParaRPr lang="zh-CN" altLang="zh-CN" sz="650" dirty="0">
                <a:cs typeface="Arial" panose="020B0604020202090204" pitchFamily="34" charset="0"/>
              </a:endParaRPr>
            </a:p>
          </p:txBody>
        </p:sp>
        <p:sp>
          <p:nvSpPr>
            <p:cNvPr id="1372" name="Rectangle 559"/>
            <p:cNvSpPr>
              <a:spLocks noChangeArrowheads="1"/>
            </p:cNvSpPr>
            <p:nvPr/>
          </p:nvSpPr>
          <p:spPr bwMode="auto">
            <a:xfrm rot="18900000">
              <a:off x="1613017" y="3317910"/>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P11</a:t>
              </a:r>
              <a:endParaRPr lang="zh-CN" altLang="zh-CN" sz="650" dirty="0">
                <a:cs typeface="Arial" panose="020B0604020202090204" pitchFamily="34" charset="0"/>
              </a:endParaRPr>
            </a:p>
          </p:txBody>
        </p:sp>
        <p:sp>
          <p:nvSpPr>
            <p:cNvPr id="1373" name="Rectangle 559"/>
            <p:cNvSpPr>
              <a:spLocks noChangeArrowheads="1"/>
            </p:cNvSpPr>
            <p:nvPr/>
          </p:nvSpPr>
          <p:spPr bwMode="auto">
            <a:xfrm rot="18900000">
              <a:off x="1752431"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P12</a:t>
              </a:r>
              <a:endParaRPr lang="zh-CN" altLang="zh-CN" sz="650" dirty="0">
                <a:cs typeface="Arial" panose="020B0604020202090204" pitchFamily="34" charset="0"/>
              </a:endParaRPr>
            </a:p>
          </p:txBody>
        </p:sp>
        <p:sp>
          <p:nvSpPr>
            <p:cNvPr id="1374" name="Rectangle 559"/>
            <p:cNvSpPr>
              <a:spLocks noChangeArrowheads="1"/>
            </p:cNvSpPr>
            <p:nvPr/>
          </p:nvSpPr>
          <p:spPr bwMode="auto">
            <a:xfrm rot="18900000">
              <a:off x="1898760" y="3317910"/>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P13</a:t>
              </a:r>
              <a:endParaRPr lang="zh-CN" altLang="zh-CN" sz="650" dirty="0">
                <a:cs typeface="Arial" panose="020B0604020202090204" pitchFamily="34" charset="0"/>
              </a:endParaRPr>
            </a:p>
          </p:txBody>
        </p:sp>
        <p:sp>
          <p:nvSpPr>
            <p:cNvPr id="1375" name="Rectangle 559"/>
            <p:cNvSpPr>
              <a:spLocks noChangeArrowheads="1"/>
            </p:cNvSpPr>
            <p:nvPr/>
          </p:nvSpPr>
          <p:spPr bwMode="auto">
            <a:xfrm rot="18900000">
              <a:off x="2037664"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P14</a:t>
              </a:r>
              <a:endParaRPr lang="zh-CN" altLang="zh-CN" sz="650" dirty="0">
                <a:cs typeface="Arial" panose="020B0604020202090204" pitchFamily="34" charset="0"/>
              </a:endParaRPr>
            </a:p>
          </p:txBody>
        </p:sp>
        <p:sp>
          <p:nvSpPr>
            <p:cNvPr id="1376" name="Rectangle 559"/>
            <p:cNvSpPr>
              <a:spLocks noChangeArrowheads="1"/>
            </p:cNvSpPr>
            <p:nvPr/>
          </p:nvSpPr>
          <p:spPr bwMode="auto">
            <a:xfrm rot="18900000">
              <a:off x="2164367"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P15</a:t>
              </a:r>
              <a:endParaRPr lang="zh-CN" altLang="zh-CN" sz="650" dirty="0">
                <a:cs typeface="Arial" panose="020B0604020202090204" pitchFamily="34" charset="0"/>
              </a:endParaRPr>
            </a:p>
          </p:txBody>
        </p:sp>
        <p:sp>
          <p:nvSpPr>
            <p:cNvPr id="1377" name="Rectangle 559"/>
            <p:cNvSpPr>
              <a:spLocks noChangeArrowheads="1"/>
            </p:cNvSpPr>
            <p:nvPr/>
          </p:nvSpPr>
          <p:spPr bwMode="auto">
            <a:xfrm rot="18900000">
              <a:off x="2296514"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P16</a:t>
              </a:r>
              <a:endParaRPr lang="zh-CN" altLang="zh-CN" sz="650" dirty="0">
                <a:cs typeface="Arial" panose="020B0604020202090204" pitchFamily="34" charset="0"/>
              </a:endParaRPr>
            </a:p>
          </p:txBody>
        </p:sp>
        <p:sp>
          <p:nvSpPr>
            <p:cNvPr id="1378" name="Rectangle 559"/>
            <p:cNvSpPr>
              <a:spLocks noChangeArrowheads="1"/>
            </p:cNvSpPr>
            <p:nvPr/>
          </p:nvSpPr>
          <p:spPr bwMode="auto">
            <a:xfrm rot="18900000">
              <a:off x="2443646"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P17</a:t>
              </a:r>
              <a:endParaRPr lang="zh-CN" altLang="zh-CN" sz="650" dirty="0">
                <a:cs typeface="Arial" panose="020B0604020202090204" pitchFamily="34" charset="0"/>
              </a:endParaRPr>
            </a:p>
          </p:txBody>
        </p:sp>
        <p:sp>
          <p:nvSpPr>
            <p:cNvPr id="1379" name="Rectangle 559"/>
            <p:cNvSpPr>
              <a:spLocks noChangeArrowheads="1"/>
            </p:cNvSpPr>
            <p:nvPr/>
          </p:nvSpPr>
          <p:spPr bwMode="auto">
            <a:xfrm rot="18900000">
              <a:off x="2581107"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P18</a:t>
              </a:r>
              <a:endParaRPr lang="zh-CN" altLang="zh-CN" sz="650" dirty="0">
                <a:cs typeface="Arial" panose="020B0604020202090204" pitchFamily="34" charset="0"/>
              </a:endParaRPr>
            </a:p>
          </p:txBody>
        </p:sp>
        <p:sp>
          <p:nvSpPr>
            <p:cNvPr id="1380" name="Rectangle 559"/>
            <p:cNvSpPr>
              <a:spLocks noChangeArrowheads="1"/>
            </p:cNvSpPr>
            <p:nvPr/>
          </p:nvSpPr>
          <p:spPr bwMode="auto">
            <a:xfrm rot="18900000">
              <a:off x="2723861"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P19</a:t>
              </a:r>
              <a:endParaRPr lang="zh-CN" altLang="zh-CN" sz="650" dirty="0">
                <a:cs typeface="Arial" panose="020B0604020202090204" pitchFamily="34" charset="0"/>
              </a:endParaRPr>
            </a:p>
          </p:txBody>
        </p:sp>
        <p:sp>
          <p:nvSpPr>
            <p:cNvPr id="1381" name="Rectangle 559"/>
            <p:cNvSpPr>
              <a:spLocks noChangeArrowheads="1"/>
            </p:cNvSpPr>
            <p:nvPr/>
          </p:nvSpPr>
          <p:spPr bwMode="auto">
            <a:xfrm rot="18900000">
              <a:off x="2853243"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P20</a:t>
              </a:r>
              <a:endParaRPr lang="zh-CN" altLang="zh-CN" sz="650" dirty="0">
                <a:cs typeface="Arial" panose="020B0604020202090204" pitchFamily="34" charset="0"/>
              </a:endParaRPr>
            </a:p>
          </p:txBody>
        </p:sp>
        <p:sp>
          <p:nvSpPr>
            <p:cNvPr id="1382" name="Rectangle 559"/>
            <p:cNvSpPr>
              <a:spLocks noChangeArrowheads="1"/>
            </p:cNvSpPr>
            <p:nvPr/>
          </p:nvSpPr>
          <p:spPr bwMode="auto">
            <a:xfrm rot="18900000">
              <a:off x="2996912"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P21</a:t>
              </a:r>
              <a:endParaRPr lang="zh-CN" altLang="zh-CN" sz="650" dirty="0">
                <a:cs typeface="Arial" panose="020B0604020202090204" pitchFamily="34" charset="0"/>
              </a:endParaRPr>
            </a:p>
          </p:txBody>
        </p:sp>
        <p:sp>
          <p:nvSpPr>
            <p:cNvPr id="1383" name="Rectangle 559"/>
            <p:cNvSpPr>
              <a:spLocks noChangeArrowheads="1"/>
            </p:cNvSpPr>
            <p:nvPr/>
          </p:nvSpPr>
          <p:spPr bwMode="auto">
            <a:xfrm rot="18900000">
              <a:off x="3125039"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P22</a:t>
              </a:r>
              <a:endParaRPr lang="zh-CN" altLang="zh-CN" sz="650" dirty="0">
                <a:cs typeface="Arial" panose="020B0604020202090204" pitchFamily="34" charset="0"/>
              </a:endParaRPr>
            </a:p>
          </p:txBody>
        </p:sp>
        <p:sp>
          <p:nvSpPr>
            <p:cNvPr id="1384" name="Rectangle 559"/>
            <p:cNvSpPr>
              <a:spLocks noChangeArrowheads="1"/>
            </p:cNvSpPr>
            <p:nvPr/>
          </p:nvSpPr>
          <p:spPr bwMode="auto">
            <a:xfrm rot="18900000">
              <a:off x="3263946"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P23</a:t>
              </a:r>
              <a:endParaRPr lang="zh-CN" altLang="zh-CN" sz="650" dirty="0">
                <a:cs typeface="Arial" panose="020B0604020202090204" pitchFamily="34" charset="0"/>
              </a:endParaRPr>
            </a:p>
          </p:txBody>
        </p:sp>
        <p:sp>
          <p:nvSpPr>
            <p:cNvPr id="1385" name="Rectangle 559"/>
            <p:cNvSpPr>
              <a:spLocks noChangeArrowheads="1"/>
            </p:cNvSpPr>
            <p:nvPr/>
          </p:nvSpPr>
          <p:spPr bwMode="auto">
            <a:xfrm rot="18900000">
              <a:off x="3396458"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P24</a:t>
              </a:r>
              <a:endParaRPr lang="zh-CN" altLang="zh-CN" sz="650" dirty="0">
                <a:cs typeface="Arial" panose="020B0604020202090204" pitchFamily="34" charset="0"/>
              </a:endParaRPr>
            </a:p>
          </p:txBody>
        </p:sp>
        <p:sp>
          <p:nvSpPr>
            <p:cNvPr id="1386" name="Rectangle 559"/>
            <p:cNvSpPr>
              <a:spLocks noChangeArrowheads="1"/>
            </p:cNvSpPr>
            <p:nvPr/>
          </p:nvSpPr>
          <p:spPr bwMode="auto">
            <a:xfrm rot="18900000">
              <a:off x="3539911"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P25</a:t>
              </a:r>
              <a:endParaRPr lang="zh-CN" altLang="zh-CN" sz="650" dirty="0">
                <a:cs typeface="Arial" panose="020B0604020202090204" pitchFamily="34" charset="0"/>
              </a:endParaRPr>
            </a:p>
          </p:txBody>
        </p:sp>
        <p:sp>
          <p:nvSpPr>
            <p:cNvPr id="1387" name="Rectangle 559"/>
            <p:cNvSpPr>
              <a:spLocks noChangeArrowheads="1"/>
            </p:cNvSpPr>
            <p:nvPr/>
          </p:nvSpPr>
          <p:spPr bwMode="auto">
            <a:xfrm rot="18900000">
              <a:off x="3673749"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P26</a:t>
              </a:r>
              <a:endParaRPr lang="zh-CN" altLang="zh-CN" sz="650" dirty="0">
                <a:cs typeface="Arial" panose="020B0604020202090204" pitchFamily="34" charset="0"/>
              </a:endParaRPr>
            </a:p>
          </p:txBody>
        </p:sp>
        <p:sp>
          <p:nvSpPr>
            <p:cNvPr id="1388" name="Rectangle 559"/>
            <p:cNvSpPr>
              <a:spLocks noChangeArrowheads="1"/>
            </p:cNvSpPr>
            <p:nvPr/>
          </p:nvSpPr>
          <p:spPr bwMode="auto">
            <a:xfrm rot="18900000">
              <a:off x="3815817" y="3341725"/>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P27</a:t>
              </a:r>
              <a:endParaRPr lang="zh-CN" altLang="zh-CN" sz="650" dirty="0">
                <a:cs typeface="Arial" panose="020B0604020202090204" pitchFamily="34" charset="0"/>
              </a:endParaRPr>
            </a:p>
          </p:txBody>
        </p:sp>
        <p:sp>
          <p:nvSpPr>
            <p:cNvPr id="1389" name="Rectangle 559"/>
            <p:cNvSpPr>
              <a:spLocks noChangeArrowheads="1"/>
            </p:cNvSpPr>
            <p:nvPr/>
          </p:nvSpPr>
          <p:spPr bwMode="auto">
            <a:xfrm rot="18900000">
              <a:off x="3944416"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P28</a:t>
              </a:r>
              <a:endParaRPr lang="zh-CN" altLang="zh-CN" sz="650" dirty="0">
                <a:cs typeface="Arial" panose="020B0604020202090204" pitchFamily="34" charset="0"/>
              </a:endParaRPr>
            </a:p>
          </p:txBody>
        </p:sp>
        <p:sp>
          <p:nvSpPr>
            <p:cNvPr id="1390" name="Rectangle 559"/>
            <p:cNvSpPr>
              <a:spLocks noChangeArrowheads="1"/>
            </p:cNvSpPr>
            <p:nvPr/>
          </p:nvSpPr>
          <p:spPr bwMode="auto">
            <a:xfrm rot="18900000">
              <a:off x="4081737"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P29</a:t>
              </a:r>
              <a:endParaRPr lang="zh-CN" altLang="zh-CN" sz="650" dirty="0">
                <a:cs typeface="Arial" panose="020B0604020202090204" pitchFamily="34" charset="0"/>
              </a:endParaRPr>
            </a:p>
          </p:txBody>
        </p:sp>
        <p:sp>
          <p:nvSpPr>
            <p:cNvPr id="1391" name="Rectangle 559"/>
            <p:cNvSpPr>
              <a:spLocks noChangeArrowheads="1"/>
            </p:cNvSpPr>
            <p:nvPr/>
          </p:nvSpPr>
          <p:spPr bwMode="auto">
            <a:xfrm rot="18900000">
              <a:off x="4225430" y="3351251"/>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P30</a:t>
              </a:r>
              <a:endParaRPr lang="zh-CN" altLang="zh-CN" sz="650" dirty="0">
                <a:cs typeface="Arial" panose="020B0604020202090204" pitchFamily="34" charset="0"/>
              </a:endParaRPr>
            </a:p>
          </p:txBody>
        </p:sp>
        <p:cxnSp>
          <p:nvCxnSpPr>
            <p:cNvPr id="1393" name="直接连接符 1392"/>
            <p:cNvCxnSpPr/>
            <p:nvPr/>
          </p:nvCxnSpPr>
          <p:spPr>
            <a:xfrm>
              <a:off x="361761" y="323358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直接连接符 1396"/>
            <p:cNvCxnSpPr/>
            <p:nvPr/>
          </p:nvCxnSpPr>
          <p:spPr>
            <a:xfrm>
              <a:off x="490346" y="323357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直接连接符 1397"/>
            <p:cNvCxnSpPr/>
            <p:nvPr/>
          </p:nvCxnSpPr>
          <p:spPr>
            <a:xfrm>
              <a:off x="628457" y="323356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直接连接符 1398"/>
            <p:cNvCxnSpPr/>
            <p:nvPr/>
          </p:nvCxnSpPr>
          <p:spPr>
            <a:xfrm>
              <a:off x="766572" y="32383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直接连接符 1399"/>
            <p:cNvCxnSpPr/>
            <p:nvPr/>
          </p:nvCxnSpPr>
          <p:spPr>
            <a:xfrm>
              <a:off x="899924" y="323356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直接连接符 1400"/>
            <p:cNvCxnSpPr/>
            <p:nvPr/>
          </p:nvCxnSpPr>
          <p:spPr>
            <a:xfrm>
              <a:off x="1038035" y="323356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直接连接符 1401"/>
            <p:cNvCxnSpPr/>
            <p:nvPr/>
          </p:nvCxnSpPr>
          <p:spPr>
            <a:xfrm>
              <a:off x="1176146" y="323355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直接连接符 1402"/>
            <p:cNvCxnSpPr/>
            <p:nvPr/>
          </p:nvCxnSpPr>
          <p:spPr>
            <a:xfrm>
              <a:off x="1309506" y="323354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直接连接符 1403"/>
            <p:cNvCxnSpPr/>
            <p:nvPr/>
          </p:nvCxnSpPr>
          <p:spPr>
            <a:xfrm>
              <a:off x="1452380" y="323354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直接连接符 1404"/>
            <p:cNvCxnSpPr/>
            <p:nvPr/>
          </p:nvCxnSpPr>
          <p:spPr>
            <a:xfrm>
              <a:off x="1590495" y="323353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6" name="直接连接符 1405"/>
            <p:cNvCxnSpPr/>
            <p:nvPr/>
          </p:nvCxnSpPr>
          <p:spPr>
            <a:xfrm>
              <a:off x="1723850" y="3233539"/>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7" name="直接连接符 1406"/>
            <p:cNvCxnSpPr/>
            <p:nvPr/>
          </p:nvCxnSpPr>
          <p:spPr>
            <a:xfrm>
              <a:off x="1857202" y="323353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8" name="直接连接符 1407"/>
            <p:cNvCxnSpPr/>
            <p:nvPr/>
          </p:nvCxnSpPr>
          <p:spPr>
            <a:xfrm>
              <a:off x="1995321" y="3233529"/>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9" name="直接连接符 1408"/>
            <p:cNvCxnSpPr/>
            <p:nvPr/>
          </p:nvCxnSpPr>
          <p:spPr>
            <a:xfrm>
              <a:off x="2133434" y="323352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0" name="直接连接符 1409"/>
            <p:cNvCxnSpPr/>
            <p:nvPr/>
          </p:nvCxnSpPr>
          <p:spPr>
            <a:xfrm>
              <a:off x="2266787" y="323351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1" name="直接连接符 1410"/>
            <p:cNvCxnSpPr/>
            <p:nvPr/>
          </p:nvCxnSpPr>
          <p:spPr>
            <a:xfrm>
              <a:off x="2400142" y="323351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2" name="直接连接符 1411"/>
            <p:cNvCxnSpPr/>
            <p:nvPr/>
          </p:nvCxnSpPr>
          <p:spPr>
            <a:xfrm>
              <a:off x="2543014" y="323352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3" name="直接连接符 1412"/>
            <p:cNvCxnSpPr/>
            <p:nvPr/>
          </p:nvCxnSpPr>
          <p:spPr>
            <a:xfrm>
              <a:off x="2681125" y="323352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4" name="直接连接符 1413"/>
            <p:cNvCxnSpPr/>
            <p:nvPr/>
          </p:nvCxnSpPr>
          <p:spPr>
            <a:xfrm>
              <a:off x="2814485" y="323352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5" name="直接连接符 1414"/>
            <p:cNvCxnSpPr/>
            <p:nvPr/>
          </p:nvCxnSpPr>
          <p:spPr>
            <a:xfrm>
              <a:off x="2952583" y="32335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6" name="直接连接符 1415"/>
            <p:cNvCxnSpPr/>
            <p:nvPr/>
          </p:nvCxnSpPr>
          <p:spPr>
            <a:xfrm>
              <a:off x="3090700" y="323352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7" name="直接连接符 1416"/>
            <p:cNvCxnSpPr/>
            <p:nvPr/>
          </p:nvCxnSpPr>
          <p:spPr>
            <a:xfrm>
              <a:off x="3219286" y="323352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8" name="直接连接符 1417"/>
            <p:cNvCxnSpPr/>
            <p:nvPr/>
          </p:nvCxnSpPr>
          <p:spPr>
            <a:xfrm>
              <a:off x="3357398" y="32335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9" name="直接连接符 1418"/>
            <p:cNvCxnSpPr/>
            <p:nvPr/>
          </p:nvCxnSpPr>
          <p:spPr>
            <a:xfrm>
              <a:off x="3490744" y="323353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0" name="直接连接符 1419"/>
            <p:cNvCxnSpPr/>
            <p:nvPr/>
          </p:nvCxnSpPr>
          <p:spPr>
            <a:xfrm>
              <a:off x="3633618" y="323353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1" name="直接连接符 1420"/>
            <p:cNvCxnSpPr/>
            <p:nvPr/>
          </p:nvCxnSpPr>
          <p:spPr>
            <a:xfrm>
              <a:off x="3766966" y="323352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2" name="直接连接符 1421"/>
            <p:cNvCxnSpPr/>
            <p:nvPr/>
          </p:nvCxnSpPr>
          <p:spPr>
            <a:xfrm>
              <a:off x="3900314" y="323352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3" name="直接连接符 1422"/>
            <p:cNvCxnSpPr/>
            <p:nvPr/>
          </p:nvCxnSpPr>
          <p:spPr>
            <a:xfrm>
              <a:off x="4038425" y="323352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4" name="直接连接符 1423"/>
            <p:cNvCxnSpPr/>
            <p:nvPr/>
          </p:nvCxnSpPr>
          <p:spPr>
            <a:xfrm>
              <a:off x="4171777" y="323351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5" name="直接连接符 1424"/>
            <p:cNvCxnSpPr/>
            <p:nvPr/>
          </p:nvCxnSpPr>
          <p:spPr>
            <a:xfrm>
              <a:off x="4314651" y="323351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6" name="直接连接符 1425"/>
            <p:cNvCxnSpPr/>
            <p:nvPr/>
          </p:nvCxnSpPr>
          <p:spPr>
            <a:xfrm>
              <a:off x="4447999" y="323350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40" name="Rectangle 20"/>
          <p:cNvSpPr>
            <a:spLocks noChangeArrowheads="1"/>
          </p:cNvSpPr>
          <p:nvPr/>
        </p:nvSpPr>
        <p:spPr bwMode="auto">
          <a:xfrm>
            <a:off x="540407" y="7394188"/>
            <a:ext cx="20999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Blank</a:t>
            </a:r>
            <a:endParaRPr lang="zh-CN" altLang="zh-CN" sz="650" dirty="0">
              <a:cs typeface="Arial" panose="020B0604020202090204" pitchFamily="34" charset="0"/>
            </a:endParaRPr>
          </a:p>
        </p:txBody>
      </p:sp>
      <p:sp>
        <p:nvSpPr>
          <p:cNvPr id="1441" name="Rectangle 20"/>
          <p:cNvSpPr>
            <a:spLocks noChangeArrowheads="1"/>
          </p:cNvSpPr>
          <p:nvPr/>
        </p:nvSpPr>
        <p:spPr bwMode="auto">
          <a:xfrm>
            <a:off x="1024501" y="7397164"/>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a:t>
            </a:r>
            <a:endParaRPr lang="zh-CN" altLang="zh-CN" sz="650" dirty="0">
              <a:cs typeface="Arial" panose="020B0604020202090204" pitchFamily="34" charset="0"/>
            </a:endParaRPr>
          </a:p>
        </p:txBody>
      </p:sp>
      <p:sp>
        <p:nvSpPr>
          <p:cNvPr id="1442" name="Rectangle 20"/>
          <p:cNvSpPr>
            <a:spLocks noChangeArrowheads="1"/>
          </p:cNvSpPr>
          <p:nvPr/>
        </p:nvSpPr>
        <p:spPr bwMode="auto">
          <a:xfrm>
            <a:off x="1610149" y="7394188"/>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sq2 mRNA</a:t>
            </a:r>
            <a:endParaRPr lang="zh-CN" altLang="zh-CN" sz="650" dirty="0">
              <a:cs typeface="Arial" panose="020B0604020202090204" pitchFamily="34" charset="0"/>
            </a:endParaRPr>
          </a:p>
        </p:txBody>
      </p:sp>
      <p:sp>
        <p:nvSpPr>
          <p:cNvPr id="1443" name="Rectangle 20"/>
          <p:cNvSpPr>
            <a:spLocks noChangeArrowheads="1"/>
          </p:cNvSpPr>
          <p:nvPr/>
        </p:nvSpPr>
        <p:spPr bwMode="auto">
          <a:xfrm>
            <a:off x="2202176" y="7379114"/>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sq3 mRNA</a:t>
            </a:r>
            <a:endParaRPr lang="zh-CN" altLang="zh-CN" sz="650" dirty="0">
              <a:cs typeface="Arial" panose="020B0604020202090204" pitchFamily="34" charset="0"/>
            </a:endParaRPr>
          </a:p>
        </p:txBody>
      </p:sp>
      <p:sp>
        <p:nvSpPr>
          <p:cNvPr id="1444" name="Rectangle 20"/>
          <p:cNvSpPr>
            <a:spLocks noChangeArrowheads="1"/>
          </p:cNvSpPr>
          <p:nvPr/>
        </p:nvSpPr>
        <p:spPr bwMode="auto">
          <a:xfrm>
            <a:off x="2810546" y="7370628"/>
            <a:ext cx="41838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a:t>
            </a:r>
            <a:endParaRPr lang="zh-CN" altLang="zh-CN" sz="650" dirty="0">
              <a:cs typeface="Arial" panose="020B0604020202090204" pitchFamily="34" charset="0"/>
            </a:endParaRPr>
          </a:p>
        </p:txBody>
      </p:sp>
      <p:pic>
        <p:nvPicPr>
          <p:cNvPr id="1580" name="图片 1579"/>
          <p:cNvPicPr>
            <a:picLocks noChangeAspect="1"/>
          </p:cNvPicPr>
          <p:nvPr/>
        </p:nvPicPr>
        <p:blipFill>
          <a:blip r:embed="rId54"/>
          <a:stretch>
            <a:fillRect/>
          </a:stretch>
        </p:blipFill>
        <p:spPr>
          <a:xfrm>
            <a:off x="301795" y="7492024"/>
            <a:ext cx="3027222" cy="677835"/>
          </a:xfrm>
          <a:prstGeom prst="rect">
            <a:avLst/>
          </a:prstGeom>
        </p:spPr>
      </p:pic>
      <p:sp>
        <p:nvSpPr>
          <p:cNvPr id="1583" name="object 4"/>
          <p:cNvSpPr txBox="1"/>
          <p:nvPr/>
        </p:nvSpPr>
        <p:spPr>
          <a:xfrm>
            <a:off x="663255" y="7499980"/>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CD86+ 2.64%</a:t>
            </a:r>
            <a:endParaRPr sz="650" kern="0" dirty="0">
              <a:solidFill>
                <a:sysClr val="windowText" lastClr="000000"/>
              </a:solidFill>
              <a:latin typeface="Arial" panose="020B0604020202090204"/>
              <a:cs typeface="Arial" panose="020B0604020202090204"/>
            </a:endParaRPr>
          </a:p>
        </p:txBody>
      </p:sp>
      <p:sp>
        <p:nvSpPr>
          <p:cNvPr id="1584" name="object 4"/>
          <p:cNvSpPr txBox="1"/>
          <p:nvPr/>
        </p:nvSpPr>
        <p:spPr>
          <a:xfrm>
            <a:off x="1188990" y="749293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12.2</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5" name="object 4"/>
          <p:cNvSpPr txBox="1"/>
          <p:nvPr/>
        </p:nvSpPr>
        <p:spPr>
          <a:xfrm>
            <a:off x="1785464" y="749293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23.8</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6" name="object 4"/>
          <p:cNvSpPr txBox="1"/>
          <p:nvPr/>
        </p:nvSpPr>
        <p:spPr>
          <a:xfrm>
            <a:off x="2395703" y="749469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33.2</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7" name="object 4"/>
          <p:cNvSpPr txBox="1"/>
          <p:nvPr/>
        </p:nvSpPr>
        <p:spPr>
          <a:xfrm>
            <a:off x="2992177" y="7501336"/>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26.8</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8" name="文本框 1587"/>
          <p:cNvSpPr txBox="1"/>
          <p:nvPr/>
        </p:nvSpPr>
        <p:spPr>
          <a:xfrm rot="16200000">
            <a:off x="-245059" y="7748317"/>
            <a:ext cx="1034588"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CD86-V660-A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589" name="文本框 1588"/>
          <p:cNvSpPr txBox="1"/>
          <p:nvPr/>
        </p:nvSpPr>
        <p:spPr>
          <a:xfrm>
            <a:off x="237352" y="8161340"/>
            <a:ext cx="883069"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CD83 Y585-PE-H</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cxnSp>
        <p:nvCxnSpPr>
          <p:cNvPr id="1590" name="直接箭头连接符 1589"/>
          <p:cNvCxnSpPr/>
          <p:nvPr/>
        </p:nvCxnSpPr>
        <p:spPr>
          <a:xfrm flipV="1">
            <a:off x="325735" y="7825136"/>
            <a:ext cx="0" cy="375574"/>
          </a:xfrm>
          <a:prstGeom prst="straightConnector1">
            <a:avLst/>
          </a:prstGeom>
          <a:ln w="31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1" name="直接箭头连接符 1590"/>
          <p:cNvCxnSpPr/>
          <p:nvPr/>
        </p:nvCxnSpPr>
        <p:spPr>
          <a:xfrm>
            <a:off x="325821" y="8197275"/>
            <a:ext cx="375574" cy="0"/>
          </a:xfrm>
          <a:prstGeom prst="straightConnector1">
            <a:avLst/>
          </a:prstGeom>
          <a:ln w="31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49" name="文本框 1548"/>
          <p:cNvSpPr txBox="1"/>
          <p:nvPr/>
        </p:nvSpPr>
        <p:spPr>
          <a:xfrm rot="18900000">
            <a:off x="795039" y="373796"/>
            <a:ext cx="657517" cy="95189"/>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Ionizable lipid</a:t>
            </a:r>
            <a:endParaRPr lang="zh-CN" altLang="en-US" b="0" dirty="0"/>
          </a:p>
        </p:txBody>
      </p:sp>
      <p:sp>
        <p:nvSpPr>
          <p:cNvPr id="1552" name="文本框 1551"/>
          <p:cNvSpPr txBox="1"/>
          <p:nvPr/>
        </p:nvSpPr>
        <p:spPr>
          <a:xfrm rot="18900000">
            <a:off x="1036193" y="372643"/>
            <a:ext cx="627305" cy="118299"/>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PEG2000-DMG</a:t>
            </a:r>
            <a:endParaRPr lang="zh-CN" altLang="en-US" b="0" dirty="0"/>
          </a:p>
        </p:txBody>
      </p:sp>
      <p:pic>
        <p:nvPicPr>
          <p:cNvPr id="1498" name="Image 0" descr="preencoded.png"/>
          <p:cNvPicPr>
            <a:picLocks noChangeAspect="1"/>
          </p:cNvPicPr>
          <p:nvPr>
            <p:custDataLst>
              <p:tags r:id="rId1"/>
            </p:custDataLst>
          </p:nvPr>
        </p:nvPicPr>
        <p:blipFill>
          <a:blip r:embed="rId55"/>
          <a:stretch>
            <a:fillRect/>
          </a:stretch>
        </p:blipFill>
        <p:spPr>
          <a:xfrm>
            <a:off x="3305593" y="883870"/>
            <a:ext cx="231679" cy="114743"/>
          </a:xfrm>
          <a:prstGeom prst="rect">
            <a:avLst/>
          </a:prstGeom>
        </p:spPr>
      </p:pic>
      <p:pic>
        <p:nvPicPr>
          <p:cNvPr id="1499" name="Image 2" descr="preencoded.png"/>
          <p:cNvPicPr>
            <a:picLocks noChangeAspect="1"/>
          </p:cNvPicPr>
          <p:nvPr>
            <p:custDataLst>
              <p:tags r:id="rId2"/>
            </p:custDataLst>
          </p:nvPr>
        </p:nvPicPr>
        <p:blipFill>
          <a:blip r:embed="rId56"/>
          <a:stretch>
            <a:fillRect/>
          </a:stretch>
        </p:blipFill>
        <p:spPr>
          <a:xfrm>
            <a:off x="2703284" y="670219"/>
            <a:ext cx="120020" cy="114744"/>
          </a:xfrm>
          <a:prstGeom prst="rect">
            <a:avLst/>
          </a:prstGeom>
        </p:spPr>
      </p:pic>
      <p:grpSp>
        <p:nvGrpSpPr>
          <p:cNvPr id="1500" name="组合 1499"/>
          <p:cNvGrpSpPr/>
          <p:nvPr/>
        </p:nvGrpSpPr>
        <p:grpSpPr>
          <a:xfrm>
            <a:off x="2659055" y="867772"/>
            <a:ext cx="911425" cy="353879"/>
            <a:chOff x="7662022" y="650428"/>
            <a:chExt cx="2582552" cy="1024636"/>
          </a:xfrm>
        </p:grpSpPr>
        <p:pic>
          <p:nvPicPr>
            <p:cNvPr id="1545" name="Image 1" descr="preencoded.png"/>
            <p:cNvPicPr>
              <a:picLocks noChangeAspect="1"/>
            </p:cNvPicPr>
            <p:nvPr>
              <p:custDataLst>
                <p:tags r:id="rId36"/>
              </p:custDataLst>
            </p:nvPr>
          </p:nvPicPr>
          <p:blipFill>
            <a:blip r:embed="rId57"/>
            <a:stretch>
              <a:fillRect/>
            </a:stretch>
          </p:blipFill>
          <p:spPr>
            <a:xfrm>
              <a:off x="7662022" y="851608"/>
              <a:ext cx="1862328" cy="609600"/>
            </a:xfrm>
            <a:prstGeom prst="rect">
              <a:avLst/>
            </a:prstGeom>
          </p:spPr>
        </p:pic>
        <p:pic>
          <p:nvPicPr>
            <p:cNvPr id="1546" name="Image 4" descr="preencoded.png"/>
            <p:cNvPicPr>
              <a:picLocks noChangeAspect="1"/>
            </p:cNvPicPr>
            <p:nvPr>
              <p:custDataLst>
                <p:tags r:id="rId37"/>
              </p:custDataLst>
            </p:nvPr>
          </p:nvPicPr>
          <p:blipFill>
            <a:blip r:embed="rId58"/>
            <a:stretch>
              <a:fillRect/>
            </a:stretch>
          </p:blipFill>
          <p:spPr>
            <a:xfrm>
              <a:off x="9031110" y="650428"/>
              <a:ext cx="691896" cy="691896"/>
            </a:xfrm>
            <a:prstGeom prst="rect">
              <a:avLst/>
            </a:prstGeom>
          </p:spPr>
        </p:pic>
        <p:pic>
          <p:nvPicPr>
            <p:cNvPr id="1547" name="Image 5" descr="preencoded.png"/>
            <p:cNvPicPr>
              <a:picLocks noChangeAspect="1"/>
            </p:cNvPicPr>
            <p:nvPr>
              <p:custDataLst>
                <p:tags r:id="rId38"/>
              </p:custDataLst>
            </p:nvPr>
          </p:nvPicPr>
          <p:blipFill>
            <a:blip r:embed="rId59"/>
            <a:stretch>
              <a:fillRect/>
            </a:stretch>
          </p:blipFill>
          <p:spPr>
            <a:xfrm>
              <a:off x="9343705" y="1342832"/>
              <a:ext cx="323088" cy="332232"/>
            </a:xfrm>
            <a:prstGeom prst="rect">
              <a:avLst/>
            </a:prstGeom>
          </p:spPr>
        </p:pic>
        <p:pic>
          <p:nvPicPr>
            <p:cNvPr id="1548" name="Image 6" descr="preencoded.png"/>
            <p:cNvPicPr>
              <a:picLocks noChangeAspect="1"/>
            </p:cNvPicPr>
            <p:nvPr>
              <p:custDataLst>
                <p:tags r:id="rId39"/>
              </p:custDataLst>
            </p:nvPr>
          </p:nvPicPr>
          <p:blipFill>
            <a:blip r:embed="rId59"/>
            <a:stretch>
              <a:fillRect/>
            </a:stretch>
          </p:blipFill>
          <p:spPr>
            <a:xfrm>
              <a:off x="9921486" y="655995"/>
              <a:ext cx="323088" cy="332232"/>
            </a:xfrm>
            <a:prstGeom prst="rect">
              <a:avLst/>
            </a:prstGeom>
          </p:spPr>
        </p:pic>
      </p:grpSp>
      <p:pic>
        <p:nvPicPr>
          <p:cNvPr id="1501" name="Image 3" descr="preencoded.png"/>
          <p:cNvPicPr>
            <a:picLocks noChangeAspect="1"/>
          </p:cNvPicPr>
          <p:nvPr>
            <p:custDataLst>
              <p:tags r:id="rId3"/>
            </p:custDataLst>
          </p:nvPr>
        </p:nvPicPr>
        <p:blipFill>
          <a:blip r:embed="rId60"/>
          <a:stretch>
            <a:fillRect/>
          </a:stretch>
        </p:blipFill>
        <p:spPr>
          <a:xfrm>
            <a:off x="2527112" y="693558"/>
            <a:ext cx="267721" cy="285315"/>
          </a:xfrm>
          <a:prstGeom prst="rect">
            <a:avLst/>
          </a:prstGeom>
        </p:spPr>
      </p:pic>
      <p:pic>
        <p:nvPicPr>
          <p:cNvPr id="1503" name="Image 25" descr="preencoded.png"/>
          <p:cNvPicPr>
            <a:picLocks noChangeAspect="1"/>
          </p:cNvPicPr>
          <p:nvPr>
            <p:custDataLst>
              <p:tags r:id="rId4"/>
            </p:custDataLst>
          </p:nvPr>
        </p:nvPicPr>
        <p:blipFill>
          <a:blip r:embed="rId61"/>
          <a:stretch>
            <a:fillRect/>
          </a:stretch>
        </p:blipFill>
        <p:spPr>
          <a:xfrm>
            <a:off x="676663" y="1096075"/>
            <a:ext cx="692863" cy="732668"/>
          </a:xfrm>
          <a:prstGeom prst="rect">
            <a:avLst/>
          </a:prstGeom>
        </p:spPr>
      </p:pic>
      <p:pic>
        <p:nvPicPr>
          <p:cNvPr id="1504" name="Image 22" descr="preencoded.png"/>
          <p:cNvPicPr>
            <a:picLocks noChangeAspect="1"/>
          </p:cNvPicPr>
          <p:nvPr>
            <p:custDataLst>
              <p:tags r:id="rId5"/>
            </p:custDataLst>
          </p:nvPr>
        </p:nvPicPr>
        <p:blipFill>
          <a:blip r:embed="rId62"/>
          <a:stretch>
            <a:fillRect/>
          </a:stretch>
        </p:blipFill>
        <p:spPr>
          <a:xfrm>
            <a:off x="915126" y="1469076"/>
            <a:ext cx="224530" cy="135537"/>
          </a:xfrm>
          <a:prstGeom prst="rect">
            <a:avLst/>
          </a:prstGeom>
        </p:spPr>
      </p:pic>
      <p:pic>
        <p:nvPicPr>
          <p:cNvPr id="1505" name="Image 23" descr="preencoded.png"/>
          <p:cNvPicPr>
            <a:picLocks noChangeAspect="1"/>
          </p:cNvPicPr>
          <p:nvPr>
            <p:custDataLst>
              <p:tags r:id="rId6"/>
            </p:custDataLst>
          </p:nvPr>
        </p:nvPicPr>
        <p:blipFill>
          <a:blip r:embed="rId63"/>
          <a:stretch>
            <a:fillRect/>
          </a:stretch>
        </p:blipFill>
        <p:spPr>
          <a:xfrm rot="20499667">
            <a:off x="661144" y="1601684"/>
            <a:ext cx="374874" cy="394723"/>
          </a:xfrm>
          <a:prstGeom prst="rect">
            <a:avLst/>
          </a:prstGeom>
        </p:spPr>
      </p:pic>
      <p:pic>
        <p:nvPicPr>
          <p:cNvPr id="1506" name="Image 24" descr="preencoded.png"/>
          <p:cNvPicPr>
            <a:picLocks noChangeAspect="1"/>
          </p:cNvPicPr>
          <p:nvPr>
            <p:custDataLst>
              <p:tags r:id="rId7"/>
            </p:custDataLst>
          </p:nvPr>
        </p:nvPicPr>
        <p:blipFill>
          <a:blip r:embed="rId64"/>
          <a:stretch>
            <a:fillRect/>
          </a:stretch>
        </p:blipFill>
        <p:spPr>
          <a:xfrm rot="1559107">
            <a:off x="991030" y="1615702"/>
            <a:ext cx="404025" cy="366686"/>
          </a:xfrm>
          <a:prstGeom prst="rect">
            <a:avLst/>
          </a:prstGeom>
        </p:spPr>
      </p:pic>
      <p:pic>
        <p:nvPicPr>
          <p:cNvPr id="1507" name="Image 21" descr="preencoded.png"/>
          <p:cNvPicPr>
            <a:picLocks noChangeAspect="1"/>
          </p:cNvPicPr>
          <p:nvPr>
            <p:custDataLst>
              <p:tags r:id="rId8"/>
            </p:custDataLst>
          </p:nvPr>
        </p:nvPicPr>
        <p:blipFill>
          <a:blip r:embed="rId65"/>
          <a:stretch>
            <a:fillRect/>
          </a:stretch>
        </p:blipFill>
        <p:spPr>
          <a:xfrm>
            <a:off x="667600" y="1991722"/>
            <a:ext cx="662942" cy="149988"/>
          </a:xfrm>
          <a:prstGeom prst="rect">
            <a:avLst/>
          </a:prstGeom>
        </p:spPr>
      </p:pic>
      <p:pic>
        <p:nvPicPr>
          <p:cNvPr id="1508" name="Image 22" descr="preencoded.png"/>
          <p:cNvPicPr>
            <a:picLocks noChangeAspect="1"/>
          </p:cNvPicPr>
          <p:nvPr>
            <p:custDataLst>
              <p:tags r:id="rId9"/>
            </p:custDataLst>
          </p:nvPr>
        </p:nvPicPr>
        <p:blipFill>
          <a:blip r:embed="rId62"/>
          <a:stretch>
            <a:fillRect/>
          </a:stretch>
        </p:blipFill>
        <p:spPr>
          <a:xfrm>
            <a:off x="912695" y="1167341"/>
            <a:ext cx="224530" cy="176024"/>
          </a:xfrm>
          <a:prstGeom prst="rect">
            <a:avLst/>
          </a:prstGeom>
        </p:spPr>
      </p:pic>
      <p:grpSp>
        <p:nvGrpSpPr>
          <p:cNvPr id="1509" name="组合 1508"/>
          <p:cNvGrpSpPr/>
          <p:nvPr/>
        </p:nvGrpSpPr>
        <p:grpSpPr>
          <a:xfrm rot="10800000">
            <a:off x="648799" y="889761"/>
            <a:ext cx="733912" cy="394723"/>
            <a:chOff x="2940538" y="4431303"/>
            <a:chExt cx="1321604" cy="684602"/>
          </a:xfrm>
        </p:grpSpPr>
        <p:pic>
          <p:nvPicPr>
            <p:cNvPr id="1543" name="Image 23" descr="preencoded.png"/>
            <p:cNvPicPr>
              <a:picLocks noChangeAspect="1"/>
            </p:cNvPicPr>
            <p:nvPr>
              <p:custDataLst>
                <p:tags r:id="rId34"/>
              </p:custDataLst>
            </p:nvPr>
          </p:nvPicPr>
          <p:blipFill>
            <a:blip r:embed="rId63"/>
            <a:stretch>
              <a:fillRect/>
            </a:stretch>
          </p:blipFill>
          <p:spPr>
            <a:xfrm rot="20499667">
              <a:off x="2940538" y="4431303"/>
              <a:ext cx="675061" cy="684602"/>
            </a:xfrm>
            <a:prstGeom prst="rect">
              <a:avLst/>
            </a:prstGeom>
          </p:spPr>
        </p:pic>
        <p:pic>
          <p:nvPicPr>
            <p:cNvPr id="1544" name="Image 24" descr="preencoded.png"/>
            <p:cNvPicPr>
              <a:picLocks noChangeAspect="1"/>
            </p:cNvPicPr>
            <p:nvPr>
              <p:custDataLst>
                <p:tags r:id="rId35"/>
              </p:custDataLst>
            </p:nvPr>
          </p:nvPicPr>
          <p:blipFill>
            <a:blip r:embed="rId64"/>
            <a:stretch>
              <a:fillRect/>
            </a:stretch>
          </p:blipFill>
          <p:spPr>
            <a:xfrm rot="1559107">
              <a:off x="3534587" y="4455616"/>
              <a:ext cx="727555" cy="635975"/>
            </a:xfrm>
            <a:prstGeom prst="rect">
              <a:avLst/>
            </a:prstGeom>
          </p:spPr>
        </p:pic>
      </p:grpSp>
      <p:pic>
        <p:nvPicPr>
          <p:cNvPr id="1510" name="Image 0" descr="preencoded.png"/>
          <p:cNvPicPr>
            <a:picLocks noChangeAspect="1"/>
          </p:cNvPicPr>
          <p:nvPr>
            <p:custDataLst>
              <p:tags r:id="rId10"/>
            </p:custDataLst>
          </p:nvPr>
        </p:nvPicPr>
        <p:blipFill>
          <a:blip r:embed="rId66"/>
          <a:stretch>
            <a:fillRect/>
          </a:stretch>
        </p:blipFill>
        <p:spPr>
          <a:xfrm>
            <a:off x="880201" y="703695"/>
            <a:ext cx="61006" cy="158077"/>
          </a:xfrm>
          <a:prstGeom prst="rect">
            <a:avLst/>
          </a:prstGeom>
        </p:spPr>
      </p:pic>
      <p:pic>
        <p:nvPicPr>
          <p:cNvPr id="1511" name="Image 1" descr="preencoded.png"/>
          <p:cNvPicPr>
            <a:picLocks noChangeAspect="1"/>
          </p:cNvPicPr>
          <p:nvPr>
            <p:custDataLst>
              <p:tags r:id="rId11"/>
            </p:custDataLst>
          </p:nvPr>
        </p:nvPicPr>
        <p:blipFill>
          <a:blip r:embed="rId67"/>
          <a:stretch>
            <a:fillRect/>
          </a:stretch>
        </p:blipFill>
        <p:spPr>
          <a:xfrm flipH="1">
            <a:off x="1248700" y="650713"/>
            <a:ext cx="52258" cy="247178"/>
          </a:xfrm>
          <a:prstGeom prst="rect">
            <a:avLst/>
          </a:prstGeom>
        </p:spPr>
      </p:pic>
      <p:pic>
        <p:nvPicPr>
          <p:cNvPr id="1512" name="Image 2" descr="preencoded.png"/>
          <p:cNvPicPr>
            <a:picLocks noChangeAspect="1"/>
          </p:cNvPicPr>
          <p:nvPr>
            <p:custDataLst>
              <p:tags r:id="rId12"/>
            </p:custDataLst>
          </p:nvPr>
        </p:nvPicPr>
        <p:blipFill>
          <a:blip r:embed="rId68"/>
          <a:stretch>
            <a:fillRect/>
          </a:stretch>
        </p:blipFill>
        <p:spPr>
          <a:xfrm>
            <a:off x="659579" y="736323"/>
            <a:ext cx="166697" cy="102230"/>
          </a:xfrm>
          <a:prstGeom prst="rect">
            <a:avLst/>
          </a:prstGeom>
        </p:spPr>
      </p:pic>
      <p:pic>
        <p:nvPicPr>
          <p:cNvPr id="1513" name="Image 3" descr="preencoded.png"/>
          <p:cNvPicPr>
            <a:picLocks noChangeAspect="1"/>
          </p:cNvPicPr>
          <p:nvPr>
            <p:custDataLst>
              <p:tags r:id="rId13"/>
            </p:custDataLst>
          </p:nvPr>
        </p:nvPicPr>
        <p:blipFill>
          <a:blip r:embed="rId69"/>
          <a:stretch>
            <a:fillRect/>
          </a:stretch>
        </p:blipFill>
        <p:spPr>
          <a:xfrm>
            <a:off x="1028824" y="666440"/>
            <a:ext cx="147073" cy="205454"/>
          </a:xfrm>
          <a:prstGeom prst="rect">
            <a:avLst/>
          </a:prstGeom>
        </p:spPr>
      </p:pic>
      <p:grpSp>
        <p:nvGrpSpPr>
          <p:cNvPr id="1514" name="组合 1513"/>
          <p:cNvGrpSpPr/>
          <p:nvPr/>
        </p:nvGrpSpPr>
        <p:grpSpPr>
          <a:xfrm>
            <a:off x="224893" y="1237191"/>
            <a:ext cx="89557" cy="438035"/>
            <a:chOff x="694534" y="905992"/>
            <a:chExt cx="237744" cy="1124408"/>
          </a:xfrm>
        </p:grpSpPr>
        <p:pic>
          <p:nvPicPr>
            <p:cNvPr id="1541" name="Image 11" descr="preencoded.png"/>
            <p:cNvPicPr>
              <a:picLocks noChangeAspect="1"/>
            </p:cNvPicPr>
            <p:nvPr>
              <p:custDataLst>
                <p:tags r:id="rId32"/>
              </p:custDataLst>
            </p:nvPr>
          </p:nvPicPr>
          <p:blipFill>
            <a:blip r:embed="rId70"/>
            <a:stretch>
              <a:fillRect/>
            </a:stretch>
          </p:blipFill>
          <p:spPr>
            <a:xfrm>
              <a:off x="694534" y="1615872"/>
              <a:ext cx="237744" cy="414528"/>
            </a:xfrm>
            <a:prstGeom prst="rect">
              <a:avLst/>
            </a:prstGeom>
          </p:spPr>
        </p:pic>
        <p:pic>
          <p:nvPicPr>
            <p:cNvPr id="1542" name="Image 12" descr="preencoded.png"/>
            <p:cNvPicPr>
              <a:picLocks noChangeAspect="1"/>
            </p:cNvPicPr>
            <p:nvPr>
              <p:custDataLst>
                <p:tags r:id="rId33"/>
              </p:custDataLst>
            </p:nvPr>
          </p:nvPicPr>
          <p:blipFill>
            <a:blip r:embed="rId71"/>
            <a:stretch>
              <a:fillRect/>
            </a:stretch>
          </p:blipFill>
          <p:spPr>
            <a:xfrm>
              <a:off x="699180" y="905992"/>
              <a:ext cx="222504" cy="822960"/>
            </a:xfrm>
            <a:prstGeom prst="rect">
              <a:avLst/>
            </a:prstGeom>
          </p:spPr>
        </p:pic>
      </p:grpSp>
      <p:grpSp>
        <p:nvGrpSpPr>
          <p:cNvPr id="1515" name="组合 1514"/>
          <p:cNvGrpSpPr/>
          <p:nvPr/>
        </p:nvGrpSpPr>
        <p:grpSpPr>
          <a:xfrm>
            <a:off x="338261" y="1095241"/>
            <a:ext cx="391997" cy="732668"/>
            <a:chOff x="1093730" y="3883442"/>
            <a:chExt cx="1155192" cy="2354298"/>
          </a:xfrm>
        </p:grpSpPr>
        <p:pic>
          <p:nvPicPr>
            <p:cNvPr id="1539" name="Image 26" descr="preencoded.png"/>
            <p:cNvPicPr>
              <a:picLocks noChangeAspect="1"/>
            </p:cNvPicPr>
            <p:nvPr>
              <p:custDataLst>
                <p:tags r:id="rId30"/>
              </p:custDataLst>
            </p:nvPr>
          </p:nvPicPr>
          <p:blipFill>
            <a:blip r:embed="rId72"/>
            <a:stretch>
              <a:fillRect/>
            </a:stretch>
          </p:blipFill>
          <p:spPr>
            <a:xfrm>
              <a:off x="1093730" y="3883442"/>
              <a:ext cx="1155192" cy="1234440"/>
            </a:xfrm>
            <a:prstGeom prst="rect">
              <a:avLst/>
            </a:prstGeom>
          </p:spPr>
        </p:pic>
        <p:pic>
          <p:nvPicPr>
            <p:cNvPr id="1540" name="Image 27" descr="preencoded.png"/>
            <p:cNvPicPr>
              <a:picLocks noChangeAspect="1"/>
            </p:cNvPicPr>
            <p:nvPr>
              <p:custDataLst>
                <p:tags r:id="rId31"/>
              </p:custDataLst>
            </p:nvPr>
          </p:nvPicPr>
          <p:blipFill>
            <a:blip r:embed="rId73"/>
            <a:stretch>
              <a:fillRect/>
            </a:stretch>
          </p:blipFill>
          <p:spPr>
            <a:xfrm>
              <a:off x="1107427" y="4960628"/>
              <a:ext cx="1130808" cy="1277112"/>
            </a:xfrm>
            <a:prstGeom prst="rect">
              <a:avLst/>
            </a:prstGeom>
          </p:spPr>
        </p:pic>
      </p:grpSp>
      <p:pic>
        <p:nvPicPr>
          <p:cNvPr id="1516" name="Image 13" descr="preencoded.png"/>
          <p:cNvPicPr>
            <a:picLocks noChangeAspect="1"/>
          </p:cNvPicPr>
          <p:nvPr>
            <p:custDataLst>
              <p:tags r:id="rId14"/>
            </p:custDataLst>
          </p:nvPr>
        </p:nvPicPr>
        <p:blipFill>
          <a:blip r:embed="rId74"/>
          <a:stretch>
            <a:fillRect/>
          </a:stretch>
        </p:blipFill>
        <p:spPr>
          <a:xfrm>
            <a:off x="1301217" y="1035486"/>
            <a:ext cx="538882" cy="405412"/>
          </a:xfrm>
          <a:prstGeom prst="rect">
            <a:avLst/>
          </a:prstGeom>
        </p:spPr>
      </p:pic>
      <p:pic>
        <p:nvPicPr>
          <p:cNvPr id="1517" name="Image 14" descr="preencoded.png"/>
          <p:cNvPicPr>
            <a:picLocks noChangeAspect="1"/>
          </p:cNvPicPr>
          <p:nvPr>
            <p:custDataLst>
              <p:tags r:id="rId15"/>
            </p:custDataLst>
          </p:nvPr>
        </p:nvPicPr>
        <p:blipFill>
          <a:blip r:embed="rId75"/>
          <a:stretch>
            <a:fillRect/>
          </a:stretch>
        </p:blipFill>
        <p:spPr>
          <a:xfrm>
            <a:off x="2081192" y="673271"/>
            <a:ext cx="508405" cy="472523"/>
          </a:xfrm>
          <a:prstGeom prst="rect">
            <a:avLst/>
          </a:prstGeom>
        </p:spPr>
      </p:pic>
      <p:pic>
        <p:nvPicPr>
          <p:cNvPr id="1518" name="Image 15" descr="preencoded.png"/>
          <p:cNvPicPr>
            <a:picLocks noChangeAspect="1"/>
          </p:cNvPicPr>
          <p:nvPr>
            <p:custDataLst>
              <p:tags r:id="rId16"/>
            </p:custDataLst>
          </p:nvPr>
        </p:nvPicPr>
        <p:blipFill>
          <a:blip r:embed="rId76"/>
          <a:stretch>
            <a:fillRect/>
          </a:stretch>
        </p:blipFill>
        <p:spPr>
          <a:xfrm>
            <a:off x="2766668" y="677944"/>
            <a:ext cx="430721" cy="463177"/>
          </a:xfrm>
          <a:prstGeom prst="rect">
            <a:avLst/>
          </a:prstGeom>
        </p:spPr>
      </p:pic>
      <p:pic>
        <p:nvPicPr>
          <p:cNvPr id="1519" name="Image 16" descr="preencoded.png"/>
          <p:cNvPicPr>
            <a:picLocks noChangeAspect="1"/>
          </p:cNvPicPr>
          <p:nvPr>
            <p:custDataLst>
              <p:tags r:id="rId17"/>
            </p:custDataLst>
          </p:nvPr>
        </p:nvPicPr>
        <p:blipFill>
          <a:blip r:embed="rId77"/>
          <a:stretch>
            <a:fillRect/>
          </a:stretch>
        </p:blipFill>
        <p:spPr>
          <a:xfrm>
            <a:off x="3256609" y="1108214"/>
            <a:ext cx="389718" cy="476273"/>
          </a:xfrm>
          <a:prstGeom prst="rect">
            <a:avLst/>
          </a:prstGeom>
        </p:spPr>
      </p:pic>
      <p:pic>
        <p:nvPicPr>
          <p:cNvPr id="1520" name="Image 17" descr="preencoded.png"/>
          <p:cNvPicPr>
            <a:picLocks noChangeAspect="1"/>
          </p:cNvPicPr>
          <p:nvPr>
            <p:custDataLst>
              <p:tags r:id="rId18"/>
            </p:custDataLst>
          </p:nvPr>
        </p:nvPicPr>
        <p:blipFill>
          <a:blip r:embed="rId78"/>
          <a:stretch>
            <a:fillRect/>
          </a:stretch>
        </p:blipFill>
        <p:spPr>
          <a:xfrm>
            <a:off x="2758440" y="1728617"/>
            <a:ext cx="465750" cy="350394"/>
          </a:xfrm>
          <a:prstGeom prst="rect">
            <a:avLst/>
          </a:prstGeom>
        </p:spPr>
      </p:pic>
      <p:pic>
        <p:nvPicPr>
          <p:cNvPr id="1521" name="Image 28" descr="preencoded.png"/>
          <p:cNvPicPr>
            <a:picLocks noChangeAspect="1"/>
          </p:cNvPicPr>
          <p:nvPr>
            <p:custDataLst>
              <p:tags r:id="rId19"/>
            </p:custDataLst>
          </p:nvPr>
        </p:nvPicPr>
        <p:blipFill>
          <a:blip r:embed="rId79"/>
          <a:stretch>
            <a:fillRect/>
          </a:stretch>
        </p:blipFill>
        <p:spPr>
          <a:xfrm>
            <a:off x="3570479" y="1579344"/>
            <a:ext cx="330505" cy="338388"/>
          </a:xfrm>
          <a:prstGeom prst="rect">
            <a:avLst/>
          </a:prstGeom>
        </p:spPr>
      </p:pic>
      <p:pic>
        <p:nvPicPr>
          <p:cNvPr id="1522" name="Image 29" descr="preencoded.png"/>
          <p:cNvPicPr>
            <a:picLocks noChangeAspect="1"/>
          </p:cNvPicPr>
          <p:nvPr>
            <p:custDataLst>
              <p:tags r:id="rId20"/>
            </p:custDataLst>
          </p:nvPr>
        </p:nvPicPr>
        <p:blipFill>
          <a:blip r:embed="rId80"/>
          <a:stretch>
            <a:fillRect/>
          </a:stretch>
        </p:blipFill>
        <p:spPr>
          <a:xfrm>
            <a:off x="3272697" y="1583339"/>
            <a:ext cx="244559" cy="139915"/>
          </a:xfrm>
          <a:prstGeom prst="rect">
            <a:avLst/>
          </a:prstGeom>
        </p:spPr>
      </p:pic>
      <p:pic>
        <p:nvPicPr>
          <p:cNvPr id="1523" name="Image 30" descr="preencoded.png"/>
          <p:cNvPicPr>
            <a:picLocks noChangeAspect="1"/>
          </p:cNvPicPr>
          <p:nvPr>
            <p:custDataLst>
              <p:tags r:id="rId21"/>
            </p:custDataLst>
          </p:nvPr>
        </p:nvPicPr>
        <p:blipFill>
          <a:blip r:embed="rId81"/>
          <a:stretch>
            <a:fillRect/>
          </a:stretch>
        </p:blipFill>
        <p:spPr>
          <a:xfrm>
            <a:off x="3352401" y="1750360"/>
            <a:ext cx="241757" cy="138444"/>
          </a:xfrm>
          <a:prstGeom prst="rect">
            <a:avLst/>
          </a:prstGeom>
        </p:spPr>
      </p:pic>
      <p:sp>
        <p:nvSpPr>
          <p:cNvPr id="1524" name="矩形 1523"/>
          <p:cNvSpPr/>
          <p:nvPr/>
        </p:nvSpPr>
        <p:spPr>
          <a:xfrm>
            <a:off x="1878953" y="1051559"/>
            <a:ext cx="493508" cy="296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5" name="矩形 1524"/>
          <p:cNvSpPr/>
          <p:nvPr/>
        </p:nvSpPr>
        <p:spPr>
          <a:xfrm>
            <a:off x="2665475" y="1028992"/>
            <a:ext cx="339832" cy="1816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26" name="组合 1525"/>
          <p:cNvGrpSpPr/>
          <p:nvPr/>
        </p:nvGrpSpPr>
        <p:grpSpPr>
          <a:xfrm>
            <a:off x="2143292" y="1872332"/>
            <a:ext cx="498654" cy="254045"/>
            <a:chOff x="7563596" y="5025103"/>
            <a:chExt cx="2251640" cy="947928"/>
          </a:xfrm>
        </p:grpSpPr>
        <p:pic>
          <p:nvPicPr>
            <p:cNvPr id="1536" name="Image 8" descr="preencoded.png"/>
            <p:cNvPicPr>
              <a:picLocks noChangeAspect="1"/>
            </p:cNvPicPr>
            <p:nvPr>
              <p:custDataLst>
                <p:tags r:id="rId27"/>
              </p:custDataLst>
            </p:nvPr>
          </p:nvPicPr>
          <p:blipFill>
            <a:blip r:embed="rId82"/>
            <a:stretch>
              <a:fillRect/>
            </a:stretch>
          </p:blipFill>
          <p:spPr>
            <a:xfrm>
              <a:off x="7563596" y="5025103"/>
              <a:ext cx="954026" cy="947928"/>
            </a:xfrm>
            <a:prstGeom prst="rect">
              <a:avLst/>
            </a:prstGeom>
          </p:spPr>
        </p:pic>
        <p:pic>
          <p:nvPicPr>
            <p:cNvPr id="1537" name="Image 9" descr="preencoded.png"/>
            <p:cNvPicPr>
              <a:picLocks noChangeAspect="1"/>
            </p:cNvPicPr>
            <p:nvPr>
              <p:custDataLst>
                <p:tags r:id="rId28"/>
              </p:custDataLst>
            </p:nvPr>
          </p:nvPicPr>
          <p:blipFill>
            <a:blip r:embed="rId83"/>
            <a:stretch>
              <a:fillRect/>
            </a:stretch>
          </p:blipFill>
          <p:spPr>
            <a:xfrm>
              <a:off x="9105053" y="5075588"/>
              <a:ext cx="710183" cy="728472"/>
            </a:xfrm>
            <a:prstGeom prst="rect">
              <a:avLst/>
            </a:prstGeom>
          </p:spPr>
        </p:pic>
        <p:pic>
          <p:nvPicPr>
            <p:cNvPr id="1538" name="Image 10" descr="preencoded.png"/>
            <p:cNvPicPr>
              <a:picLocks noChangeAspect="1"/>
            </p:cNvPicPr>
            <p:nvPr>
              <p:custDataLst>
                <p:tags r:id="rId29"/>
              </p:custDataLst>
            </p:nvPr>
          </p:nvPicPr>
          <p:blipFill>
            <a:blip r:embed="rId84"/>
            <a:stretch>
              <a:fillRect/>
            </a:stretch>
          </p:blipFill>
          <p:spPr>
            <a:xfrm>
              <a:off x="8340594" y="5405443"/>
              <a:ext cx="1005840" cy="246889"/>
            </a:xfrm>
            <a:prstGeom prst="rect">
              <a:avLst/>
            </a:prstGeom>
          </p:spPr>
        </p:pic>
      </p:grpSp>
      <p:pic>
        <p:nvPicPr>
          <p:cNvPr id="1527" name="Image 7" descr="preencoded.png"/>
          <p:cNvPicPr>
            <a:picLocks noChangeAspect="1"/>
          </p:cNvPicPr>
          <p:nvPr>
            <p:custDataLst>
              <p:tags r:id="rId22"/>
            </p:custDataLst>
          </p:nvPr>
        </p:nvPicPr>
        <p:blipFill>
          <a:blip r:embed="rId85"/>
          <a:stretch>
            <a:fillRect/>
          </a:stretch>
        </p:blipFill>
        <p:spPr>
          <a:xfrm>
            <a:off x="1624366" y="1836357"/>
            <a:ext cx="237597" cy="252384"/>
          </a:xfrm>
          <a:prstGeom prst="rect">
            <a:avLst/>
          </a:prstGeom>
        </p:spPr>
      </p:pic>
      <p:pic>
        <p:nvPicPr>
          <p:cNvPr id="1528" name="Image 19" descr="preencoded.png"/>
          <p:cNvPicPr>
            <a:picLocks noChangeAspect="1"/>
          </p:cNvPicPr>
          <p:nvPr>
            <p:custDataLst>
              <p:tags r:id="rId23"/>
            </p:custDataLst>
          </p:nvPr>
        </p:nvPicPr>
        <p:blipFill>
          <a:blip r:embed="rId86"/>
          <a:stretch>
            <a:fillRect/>
          </a:stretch>
        </p:blipFill>
        <p:spPr>
          <a:xfrm>
            <a:off x="1584949" y="1083611"/>
            <a:ext cx="254815" cy="868933"/>
          </a:xfrm>
          <a:prstGeom prst="rect">
            <a:avLst/>
          </a:prstGeom>
        </p:spPr>
      </p:pic>
      <p:pic>
        <p:nvPicPr>
          <p:cNvPr id="1529" name="Image 18" descr="preencoded.png"/>
          <p:cNvPicPr>
            <a:picLocks noChangeAspect="1"/>
          </p:cNvPicPr>
          <p:nvPr>
            <p:custDataLst>
              <p:tags r:id="rId24"/>
            </p:custDataLst>
          </p:nvPr>
        </p:nvPicPr>
        <p:blipFill>
          <a:blip r:embed="rId87"/>
          <a:stretch>
            <a:fillRect/>
          </a:stretch>
        </p:blipFill>
        <p:spPr>
          <a:xfrm>
            <a:off x="1761891" y="1794566"/>
            <a:ext cx="425183" cy="440272"/>
          </a:xfrm>
          <a:prstGeom prst="rect">
            <a:avLst/>
          </a:prstGeom>
        </p:spPr>
      </p:pic>
      <p:sp>
        <p:nvSpPr>
          <p:cNvPr id="1530" name="椭圆 1529"/>
          <p:cNvSpPr/>
          <p:nvPr/>
        </p:nvSpPr>
        <p:spPr>
          <a:xfrm>
            <a:off x="1839763" y="978873"/>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31" name="椭圆 1530"/>
          <p:cNvSpPr/>
          <p:nvPr/>
        </p:nvSpPr>
        <p:spPr>
          <a:xfrm>
            <a:off x="1802737" y="1050267"/>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2" name="椭圆 1531"/>
          <p:cNvSpPr/>
          <p:nvPr/>
        </p:nvSpPr>
        <p:spPr>
          <a:xfrm>
            <a:off x="1787510" y="935072"/>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3" name="椭圆 1532"/>
          <p:cNvSpPr/>
          <p:nvPr/>
        </p:nvSpPr>
        <p:spPr>
          <a:xfrm>
            <a:off x="1924896" y="928724"/>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4" name="椭圆 1533"/>
          <p:cNvSpPr/>
          <p:nvPr/>
        </p:nvSpPr>
        <p:spPr>
          <a:xfrm>
            <a:off x="1909093" y="1017354"/>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5" name="椭圆 1534"/>
          <p:cNvSpPr/>
          <p:nvPr/>
        </p:nvSpPr>
        <p:spPr>
          <a:xfrm>
            <a:off x="2009445" y="967248"/>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0" name="文本框 1549"/>
          <p:cNvSpPr txBox="1"/>
          <p:nvPr/>
        </p:nvSpPr>
        <p:spPr>
          <a:xfrm rot="18900000">
            <a:off x="601412" y="451397"/>
            <a:ext cx="520084" cy="104980"/>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Cholesterol</a:t>
            </a:r>
            <a:endParaRPr lang="zh-CN" altLang="en-US" b="0" dirty="0"/>
          </a:p>
        </p:txBody>
      </p:sp>
      <p:sp>
        <p:nvSpPr>
          <p:cNvPr id="1551" name="文本框 1550"/>
          <p:cNvSpPr txBox="1"/>
          <p:nvPr/>
        </p:nvSpPr>
        <p:spPr>
          <a:xfrm rot="18900000">
            <a:off x="1273339" y="486267"/>
            <a:ext cx="302385" cy="92821"/>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DSPC</a:t>
            </a:r>
            <a:endParaRPr lang="zh-CN" altLang="en-US" b="0" dirty="0"/>
          </a:p>
        </p:txBody>
      </p:sp>
      <p:sp>
        <p:nvSpPr>
          <p:cNvPr id="1553" name="Text 6"/>
          <p:cNvSpPr/>
          <p:nvPr/>
        </p:nvSpPr>
        <p:spPr>
          <a:xfrm>
            <a:off x="376853" y="2309552"/>
            <a:ext cx="1404254" cy="107631"/>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LNP-mRNA vaccine immunization</a:t>
            </a:r>
            <a:endParaRPr lang="en-US" sz="650" dirty="0"/>
          </a:p>
        </p:txBody>
      </p:sp>
      <p:sp>
        <p:nvSpPr>
          <p:cNvPr id="1554" name="Text 6"/>
          <p:cNvSpPr/>
          <p:nvPr/>
        </p:nvSpPr>
        <p:spPr>
          <a:xfrm>
            <a:off x="126400" y="1658415"/>
            <a:ext cx="384084" cy="13223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vaccine</a:t>
            </a:r>
            <a:endParaRPr lang="en-US" sz="650" dirty="0"/>
          </a:p>
        </p:txBody>
      </p:sp>
      <p:sp>
        <p:nvSpPr>
          <p:cNvPr id="1555" name="Text 6"/>
          <p:cNvSpPr/>
          <p:nvPr/>
        </p:nvSpPr>
        <p:spPr>
          <a:xfrm>
            <a:off x="1673419" y="720318"/>
            <a:ext cx="462171" cy="79297"/>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N</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eoantigen Presenting</a:t>
            </a:r>
            <a:endParaRPr lang="en-US" sz="650" dirty="0"/>
          </a:p>
        </p:txBody>
      </p:sp>
      <p:sp>
        <p:nvSpPr>
          <p:cNvPr id="1556" name="Text 6"/>
          <p:cNvSpPr/>
          <p:nvPr/>
        </p:nvSpPr>
        <p:spPr>
          <a:xfrm>
            <a:off x="2570150" y="587079"/>
            <a:ext cx="234459" cy="106533"/>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APC</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s</a:t>
            </a:r>
            <a:endParaRPr lang="en-US" sz="650" dirty="0"/>
          </a:p>
        </p:txBody>
      </p:sp>
      <p:sp>
        <p:nvSpPr>
          <p:cNvPr id="1557" name="Text 6"/>
          <p:cNvSpPr/>
          <p:nvPr/>
        </p:nvSpPr>
        <p:spPr>
          <a:xfrm>
            <a:off x="3142228" y="663067"/>
            <a:ext cx="557238"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T </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cells priming and activation</a:t>
            </a:r>
            <a:endParaRPr lang="en-US" sz="650" dirty="0"/>
          </a:p>
        </p:txBody>
      </p:sp>
      <p:sp>
        <p:nvSpPr>
          <p:cNvPr id="1558" name="Text 6"/>
          <p:cNvSpPr/>
          <p:nvPr/>
        </p:nvSpPr>
        <p:spPr>
          <a:xfrm>
            <a:off x="2604239" y="1410632"/>
            <a:ext cx="771006"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T </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cells migrating and infiltrating into TME</a:t>
            </a:r>
            <a:endParaRPr lang="en-US" sz="650" dirty="0"/>
          </a:p>
        </p:txBody>
      </p:sp>
      <p:sp>
        <p:nvSpPr>
          <p:cNvPr id="1559" name="Text 6"/>
          <p:cNvSpPr/>
          <p:nvPr/>
        </p:nvSpPr>
        <p:spPr>
          <a:xfrm>
            <a:off x="2571608" y="2075400"/>
            <a:ext cx="754843"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E</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ffector T cell killing cancer cells </a:t>
            </a:r>
            <a:endParaRPr lang="en-US" sz="650" dirty="0"/>
          </a:p>
        </p:txBody>
      </p:sp>
      <p:sp>
        <p:nvSpPr>
          <p:cNvPr id="1560" name="Text 6"/>
          <p:cNvSpPr/>
          <p:nvPr/>
        </p:nvSpPr>
        <p:spPr>
          <a:xfrm>
            <a:off x="2070081" y="2132326"/>
            <a:ext cx="374510" cy="90104"/>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 death</a:t>
            </a:r>
            <a:endParaRPr lang="en-US" sz="650" dirty="0"/>
          </a:p>
        </p:txBody>
      </p:sp>
      <p:sp>
        <p:nvSpPr>
          <p:cNvPr id="1561" name="Text 6"/>
          <p:cNvSpPr/>
          <p:nvPr/>
        </p:nvSpPr>
        <p:spPr>
          <a:xfrm>
            <a:off x="1378508" y="1729097"/>
            <a:ext cx="970839" cy="168694"/>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 neoantigen release</a:t>
            </a:r>
            <a:endParaRPr lang="en-US" sz="650" dirty="0"/>
          </a:p>
        </p:txBody>
      </p:sp>
      <p:sp>
        <p:nvSpPr>
          <p:cNvPr id="680" name="Text 6"/>
          <p:cNvSpPr/>
          <p:nvPr/>
        </p:nvSpPr>
        <p:spPr>
          <a:xfrm>
            <a:off x="884490" y="2105379"/>
            <a:ext cx="315543" cy="88470"/>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mRNA</a:t>
            </a:r>
            <a:endParaRPr lang="en-US" sz="650" dirty="0"/>
          </a:p>
        </p:txBody>
      </p:sp>
      <p:sp>
        <p:nvSpPr>
          <p:cNvPr id="684" name="文本框 683">
            <a:extLst>
              <a:ext uri="{FF2B5EF4-FFF2-40B4-BE49-F238E27FC236}">
                <a16:creationId xmlns:a16="http://schemas.microsoft.com/office/drawing/2014/main" id="{B5E88997-F421-4691-9EE9-FA433C8B5086}"/>
              </a:ext>
            </a:extLst>
          </p:cNvPr>
          <p:cNvSpPr txBox="1"/>
          <p:nvPr/>
        </p:nvSpPr>
        <p:spPr>
          <a:xfrm>
            <a:off x="4217842" y="395762"/>
            <a:ext cx="1604927" cy="192360"/>
          </a:xfrm>
          <a:prstGeom prst="rect">
            <a:avLst/>
          </a:prstGeom>
          <a:noFill/>
        </p:spPr>
        <p:txBody>
          <a:bodyPr wrap="none" rtlCol="0">
            <a:spAutoFit/>
          </a:bodyPr>
          <a:lstStyle/>
          <a:p>
            <a:pPr defTabSz="914400"/>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sq1 mRNA:</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4</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novel transcript epitopes</a:t>
            </a:r>
            <a:endParaRPr lang="zh-CN" altLang="en-US" sz="650" dirty="0">
              <a:solidFill>
                <a:srgbClr val="000000"/>
              </a:solidFill>
              <a:latin typeface="Arial" panose="020B0604020202020204" pitchFamily="34" charset="0"/>
              <a:cs typeface="Arial" panose="020B0604020202020204" pitchFamily="34" charset="0"/>
              <a:sym typeface="Arial" panose="020B0604020202020204"/>
              <a:rtl val="0"/>
            </a:endParaRPr>
          </a:p>
        </p:txBody>
      </p:sp>
      <p:sp>
        <p:nvSpPr>
          <p:cNvPr id="685" name="文本框 684">
            <a:extLst>
              <a:ext uri="{FF2B5EF4-FFF2-40B4-BE49-F238E27FC236}">
                <a16:creationId xmlns:a16="http://schemas.microsoft.com/office/drawing/2014/main" id="{650EB995-56FA-465E-9EC6-47BA0368601C}"/>
              </a:ext>
            </a:extLst>
          </p:cNvPr>
          <p:cNvSpPr txBox="1"/>
          <p:nvPr/>
        </p:nvSpPr>
        <p:spPr>
          <a:xfrm>
            <a:off x="4217842" y="734784"/>
            <a:ext cx="2382383" cy="192360"/>
          </a:xfrm>
          <a:prstGeom prst="rect">
            <a:avLst/>
          </a:prstGeom>
          <a:noFill/>
        </p:spPr>
        <p:txBody>
          <a:bodyPr wrap="none" rtlCol="0">
            <a:spAutoFit/>
          </a:bodyPr>
          <a:lstStyle/>
          <a:p>
            <a:pPr defTabSz="914400"/>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sq2 mRNA:</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4 novel-transcript + 4 known-transcript epitopes</a:t>
            </a:r>
            <a:endParaRPr lang="zh-CN" altLang="en-US" sz="650" dirty="0">
              <a:solidFill>
                <a:srgbClr val="000000"/>
              </a:solidFill>
              <a:latin typeface="Arial" panose="020B0604020202020204" pitchFamily="34" charset="0"/>
              <a:cs typeface="Arial" panose="020B0604020202020204" pitchFamily="34" charset="0"/>
              <a:sym typeface="Arial" panose="020B0604020202020204"/>
              <a:rtl val="0"/>
            </a:endParaRPr>
          </a:p>
        </p:txBody>
      </p:sp>
      <p:sp>
        <p:nvSpPr>
          <p:cNvPr id="686" name="文本框 685">
            <a:extLst>
              <a:ext uri="{FF2B5EF4-FFF2-40B4-BE49-F238E27FC236}">
                <a16:creationId xmlns:a16="http://schemas.microsoft.com/office/drawing/2014/main" id="{65B8171E-CC34-449A-A0F5-8C4B1DBA0C4B}"/>
              </a:ext>
            </a:extLst>
          </p:cNvPr>
          <p:cNvSpPr txBox="1"/>
          <p:nvPr/>
        </p:nvSpPr>
        <p:spPr>
          <a:xfrm>
            <a:off x="4217842" y="1063915"/>
            <a:ext cx="1561646" cy="192360"/>
          </a:xfrm>
          <a:prstGeom prst="rect">
            <a:avLst/>
          </a:prstGeom>
          <a:noFill/>
        </p:spPr>
        <p:txBody>
          <a:bodyPr rot="0" spcFirstLastPara="0" vertOverflow="overflow" horzOverflow="overflow" vert="horz" wrap="none" lIns="91440" tIns="45720" rIns="91440" bIns="45720" numCol="1" spcCol="0" rtlCol="0" fromWordArt="0" anchor="t" anchorCtr="0" forceAA="0" compatLnSpc="1">
            <a:spAutoFit/>
          </a:bodyPr>
          <a:lstStyle>
            <a:defPPr>
              <a:defRPr lang="en-US"/>
            </a:defPPr>
            <a:lvl1pPr defTabSz="914400">
              <a:defRPr sz="500">
                <a:solidFill>
                  <a:srgbClr val="000000"/>
                </a:solidFill>
                <a:latin typeface="Arial" panose="020B0604020202020204" pitchFamily="34" charset="0"/>
                <a:ea typeface="等线" panose="02010600030101010101" pitchFamily="2" charset="-122"/>
                <a:cs typeface="Arial" panose="020B0604020202020204" pitchFamily="34" charset="0"/>
                <a:rtl val="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sq3 mRNA:</a:t>
            </a:r>
            <a:r>
              <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 </a:t>
            </a: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8 non-canonical epitopes</a:t>
            </a:r>
            <a:endPar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endParaRPr>
          </a:p>
        </p:txBody>
      </p:sp>
      <p:sp>
        <p:nvSpPr>
          <p:cNvPr id="687" name="文本框 686">
            <a:extLst>
              <a:ext uri="{FF2B5EF4-FFF2-40B4-BE49-F238E27FC236}">
                <a16:creationId xmlns:a16="http://schemas.microsoft.com/office/drawing/2014/main" id="{DB80BA0F-7F75-4C78-9502-4243724DC5B2}"/>
              </a:ext>
            </a:extLst>
          </p:cNvPr>
          <p:cNvSpPr txBox="1"/>
          <p:nvPr/>
        </p:nvSpPr>
        <p:spPr>
          <a:xfrm>
            <a:off x="4217842" y="1407335"/>
            <a:ext cx="2260555" cy="192360"/>
          </a:xfrm>
          <a:prstGeom prst="rect">
            <a:avLst/>
          </a:prstGeom>
          <a:noFill/>
        </p:spPr>
        <p:txBody>
          <a:bodyPr rot="0" spcFirstLastPara="0" vertOverflow="overflow" horzOverflow="overflow" vert="horz" wrap="none" lIns="91440" tIns="45720" rIns="91440" bIns="45720" numCol="1" spcCol="0" rtlCol="0" fromWordArt="0" anchor="t" anchorCtr="0" forceAA="0" compatLnSpc="1">
            <a:spAutoFit/>
          </a:bodyPr>
          <a:lstStyle>
            <a:defPPr>
              <a:defRPr lang="en-US"/>
            </a:defPPr>
            <a:lvl1pPr defTabSz="914400">
              <a:defRPr sz="500">
                <a:solidFill>
                  <a:srgbClr val="000000"/>
                </a:solidFill>
                <a:latin typeface="Arial" panose="020B0604020202020204" pitchFamily="34" charset="0"/>
                <a:ea typeface="等线" panose="02010600030101010101" pitchFamily="2" charset="-122"/>
                <a:cs typeface="Arial" panose="020B0604020202020204" pitchFamily="34" charset="0"/>
                <a:rtl val="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sq4 mRNA:</a:t>
            </a:r>
            <a:r>
              <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 </a:t>
            </a: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8 candidates + 12 PDAC reference epitopes</a:t>
            </a:r>
            <a:endPar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endParaRPr>
          </a:p>
        </p:txBody>
      </p:sp>
      <p:sp>
        <p:nvSpPr>
          <p:cNvPr id="689" name="文本框 688">
            <a:extLst>
              <a:ext uri="{FF2B5EF4-FFF2-40B4-BE49-F238E27FC236}">
                <a16:creationId xmlns:a16="http://schemas.microsoft.com/office/drawing/2014/main" id="{B0956A84-02E0-470A-BA56-F532AF8A59F2}"/>
              </a:ext>
            </a:extLst>
          </p:cNvPr>
          <p:cNvSpPr txBox="1"/>
          <p:nvPr/>
        </p:nvSpPr>
        <p:spPr>
          <a:xfrm>
            <a:off x="3944306" y="1921325"/>
            <a:ext cx="404278"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5' cap</a:t>
            </a:r>
          </a:p>
        </p:txBody>
      </p:sp>
      <p:sp>
        <p:nvSpPr>
          <p:cNvPr id="690" name="任意多边形: 形状 689">
            <a:extLst>
              <a:ext uri="{FF2B5EF4-FFF2-40B4-BE49-F238E27FC236}">
                <a16:creationId xmlns:a16="http://schemas.microsoft.com/office/drawing/2014/main" id="{F125BB4B-E34A-4DB1-B68D-A2A54E1A2DF9}"/>
              </a:ext>
            </a:extLst>
          </p:cNvPr>
          <p:cNvSpPr/>
          <p:nvPr/>
        </p:nvSpPr>
        <p:spPr>
          <a:xfrm>
            <a:off x="4421671" y="1823057"/>
            <a:ext cx="100800"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F2A33A"/>
          </a:solidFill>
          <a:ln w="7180" cap="flat">
            <a:solidFill>
              <a:srgbClr val="B96B15"/>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1" name="文本框 690">
            <a:extLst>
              <a:ext uri="{FF2B5EF4-FFF2-40B4-BE49-F238E27FC236}">
                <a16:creationId xmlns:a16="http://schemas.microsoft.com/office/drawing/2014/main" id="{0B23B0BA-BC0B-41A9-91CE-6F675B200F59}"/>
              </a:ext>
            </a:extLst>
          </p:cNvPr>
          <p:cNvSpPr txBox="1"/>
          <p:nvPr/>
        </p:nvSpPr>
        <p:spPr>
          <a:xfrm>
            <a:off x="4264441" y="1921325"/>
            <a:ext cx="575799"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5’ </a:t>
            </a:r>
            <a:r>
              <a:rPr lang="en-US" altLang="zh-CN" sz="650" dirty="0">
                <a:solidFill>
                  <a:srgbClr val="000000"/>
                </a:solidFill>
                <a:latin typeface="Arial" panose="020B0604020202020204"/>
                <a:cs typeface="Arial" panose="020B0604020202020204"/>
                <a:sym typeface="Arial" panose="020B0604020202020204"/>
                <a:rtl val="0"/>
              </a:rPr>
              <a:t>/</a:t>
            </a:r>
            <a:r>
              <a:rPr lang="zh-CN" altLang="en-US" sz="650" dirty="0">
                <a:solidFill>
                  <a:srgbClr val="000000"/>
                </a:solidFill>
                <a:latin typeface="Arial" panose="020B0604020202020204"/>
                <a:cs typeface="Arial" panose="020B0604020202020204"/>
                <a:sym typeface="Arial" panose="020B0604020202020204"/>
                <a:rtl val="0"/>
              </a:rPr>
              <a:t> </a:t>
            </a:r>
            <a:r>
              <a:rPr lang="en-US" altLang="zh-CN" sz="650" dirty="0">
                <a:solidFill>
                  <a:srgbClr val="000000"/>
                </a:solidFill>
                <a:latin typeface="Arial" panose="020B0604020202020204"/>
                <a:cs typeface="Arial" panose="020B0604020202020204"/>
                <a:sym typeface="Arial" panose="020B0604020202020204"/>
                <a:rtl val="0"/>
              </a:rPr>
              <a:t>3</a:t>
            </a:r>
            <a:r>
              <a:rPr lang="zh-CN" altLang="en-US" sz="650" dirty="0">
                <a:solidFill>
                  <a:srgbClr val="000000"/>
                </a:solidFill>
                <a:latin typeface="Arial" panose="020B0604020202020204"/>
                <a:cs typeface="Arial" panose="020B0604020202020204"/>
                <a:sym typeface="Arial" panose="020B0604020202020204"/>
                <a:rtl val="0"/>
              </a:rPr>
              <a:t>' UTR</a:t>
            </a:r>
          </a:p>
        </p:txBody>
      </p:sp>
      <p:sp>
        <p:nvSpPr>
          <p:cNvPr id="692" name="任意多边形: 形状 691">
            <a:extLst>
              <a:ext uri="{FF2B5EF4-FFF2-40B4-BE49-F238E27FC236}">
                <a16:creationId xmlns:a16="http://schemas.microsoft.com/office/drawing/2014/main" id="{D742DC0B-30B6-46EE-A236-539EACA935C0}"/>
              </a:ext>
            </a:extLst>
          </p:cNvPr>
          <p:cNvSpPr/>
          <p:nvPr/>
        </p:nvSpPr>
        <p:spPr>
          <a:xfrm>
            <a:off x="5043774" y="1836899"/>
            <a:ext cx="100800" cy="88261"/>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E86672"/>
          </a:solidFill>
          <a:ln w="7180" cap="flat">
            <a:solidFill>
              <a:srgbClr val="B9404C"/>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3" name="文本框 692">
            <a:extLst>
              <a:ext uri="{FF2B5EF4-FFF2-40B4-BE49-F238E27FC236}">
                <a16:creationId xmlns:a16="http://schemas.microsoft.com/office/drawing/2014/main" id="{FF9DD69C-6198-4B30-B812-0A64725760E5}"/>
              </a:ext>
            </a:extLst>
          </p:cNvPr>
          <p:cNvSpPr txBox="1"/>
          <p:nvPr/>
        </p:nvSpPr>
        <p:spPr>
          <a:xfrm>
            <a:off x="4718422" y="1921325"/>
            <a:ext cx="715260"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Signal peptide</a:t>
            </a:r>
          </a:p>
        </p:txBody>
      </p:sp>
      <p:sp>
        <p:nvSpPr>
          <p:cNvPr id="695" name="文本框 694">
            <a:extLst>
              <a:ext uri="{FF2B5EF4-FFF2-40B4-BE49-F238E27FC236}">
                <a16:creationId xmlns:a16="http://schemas.microsoft.com/office/drawing/2014/main" id="{6BC13910-BBA0-4303-A24A-2DA0C08D49D3}"/>
              </a:ext>
            </a:extLst>
          </p:cNvPr>
          <p:cNvSpPr txBox="1"/>
          <p:nvPr/>
        </p:nvSpPr>
        <p:spPr>
          <a:xfrm>
            <a:off x="3900140" y="2193550"/>
            <a:ext cx="604653" cy="292388"/>
          </a:xfrm>
          <a:prstGeom prst="rect">
            <a:avLst/>
          </a:prstGeom>
          <a:noFill/>
        </p:spPr>
        <p:txBody>
          <a:bodyPr wrap="non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(GGGGS)</a:t>
            </a:r>
            <a:r>
              <a:rPr lang="zh-CN" altLang="en-US" sz="650" baseline="-25000" dirty="0">
                <a:solidFill>
                  <a:srgbClr val="000000"/>
                </a:solidFill>
                <a:latin typeface="Arial" panose="020B0604020202020204"/>
                <a:cs typeface="Arial" panose="020B0604020202020204"/>
                <a:sym typeface="Arial" panose="020B0604020202020204"/>
                <a:rtl val="0"/>
              </a:rPr>
              <a:t>3</a:t>
            </a:r>
            <a:r>
              <a:rPr lang="zh-CN" altLang="en-US" sz="650" dirty="0">
                <a:solidFill>
                  <a:srgbClr val="000000"/>
                </a:solidFill>
                <a:latin typeface="Arial" panose="020B0604020202020204"/>
                <a:cs typeface="Arial" panose="020B0604020202020204"/>
                <a:sym typeface="Arial" panose="020B0604020202020204"/>
                <a:rtl val="0"/>
              </a:rPr>
              <a:t> </a:t>
            </a:r>
            <a:endParaRPr lang="en-US" altLang="zh-CN" sz="650" dirty="0">
              <a:solidFill>
                <a:srgbClr val="000000"/>
              </a:solidFill>
              <a:latin typeface="Arial" panose="020B0604020202020204"/>
              <a:cs typeface="Arial" panose="020B0604020202020204"/>
              <a:sym typeface="Arial" panose="020B0604020202020204"/>
              <a:rtl val="0"/>
            </a:endParaRPr>
          </a:p>
          <a:p>
            <a:pPr algn="ctr" defTabSz="914400"/>
            <a:r>
              <a:rPr lang="zh-CN" altLang="en-US" sz="650" dirty="0">
                <a:solidFill>
                  <a:srgbClr val="000000"/>
                </a:solidFill>
                <a:latin typeface="Arial" panose="020B0604020202020204"/>
                <a:cs typeface="Arial" panose="020B0604020202020204"/>
                <a:sym typeface="Arial" panose="020B0604020202020204"/>
                <a:rtl val="0"/>
              </a:rPr>
              <a:t>linker</a:t>
            </a:r>
          </a:p>
        </p:txBody>
      </p:sp>
      <p:sp>
        <p:nvSpPr>
          <p:cNvPr id="697" name="文本框 696">
            <a:extLst>
              <a:ext uri="{FF2B5EF4-FFF2-40B4-BE49-F238E27FC236}">
                <a16:creationId xmlns:a16="http://schemas.microsoft.com/office/drawing/2014/main" id="{6BE84B89-4346-4A12-A726-5D189765BC96}"/>
              </a:ext>
            </a:extLst>
          </p:cNvPr>
          <p:cNvSpPr txBox="1"/>
          <p:nvPr/>
        </p:nvSpPr>
        <p:spPr>
          <a:xfrm>
            <a:off x="4396829" y="2243564"/>
            <a:ext cx="388248"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MITD</a:t>
            </a:r>
          </a:p>
        </p:txBody>
      </p:sp>
      <p:sp>
        <p:nvSpPr>
          <p:cNvPr id="698" name="任意多边形: 形状 697">
            <a:extLst>
              <a:ext uri="{FF2B5EF4-FFF2-40B4-BE49-F238E27FC236}">
                <a16:creationId xmlns:a16="http://schemas.microsoft.com/office/drawing/2014/main" id="{5F722B02-EB0F-4845-A0B6-BA750925DA2C}"/>
              </a:ext>
            </a:extLst>
          </p:cNvPr>
          <p:cNvSpPr/>
          <p:nvPr/>
        </p:nvSpPr>
        <p:spPr>
          <a:xfrm>
            <a:off x="5073801" y="2152624"/>
            <a:ext cx="100800"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A993DC">
              <a:alpha val="85000"/>
            </a:srgbClr>
          </a:solidFill>
          <a:ln w="7180" cap="flat">
            <a:solidFill>
              <a:srgbClr val="6D55AD">
                <a:alpha val="85000"/>
              </a:srgbClr>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9" name="文本框 698">
            <a:extLst>
              <a:ext uri="{FF2B5EF4-FFF2-40B4-BE49-F238E27FC236}">
                <a16:creationId xmlns:a16="http://schemas.microsoft.com/office/drawing/2014/main" id="{9A02BDDB-D61F-49B9-8502-733A755C470D}"/>
              </a:ext>
            </a:extLst>
          </p:cNvPr>
          <p:cNvSpPr txBox="1"/>
          <p:nvPr/>
        </p:nvSpPr>
        <p:spPr>
          <a:xfrm>
            <a:off x="4858958" y="2243564"/>
            <a:ext cx="449162"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poly(A)</a:t>
            </a:r>
          </a:p>
        </p:txBody>
      </p:sp>
      <p:sp>
        <p:nvSpPr>
          <p:cNvPr id="700" name="任意多边形: 形状 699">
            <a:extLst>
              <a:ext uri="{FF2B5EF4-FFF2-40B4-BE49-F238E27FC236}">
                <a16:creationId xmlns:a16="http://schemas.microsoft.com/office/drawing/2014/main" id="{251B2FFD-2294-496E-BCF6-5226D192D7A8}"/>
              </a:ext>
            </a:extLst>
          </p:cNvPr>
          <p:cNvSpPr/>
          <p:nvPr/>
        </p:nvSpPr>
        <p:spPr>
          <a:xfrm>
            <a:off x="5802772"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EF8F3A"/>
          </a:solidFill>
          <a:ln w="7180" cap="flat">
            <a:solidFill>
              <a:srgbClr val="BF5B16"/>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1" name="文本框 700">
            <a:extLst>
              <a:ext uri="{FF2B5EF4-FFF2-40B4-BE49-F238E27FC236}">
                <a16:creationId xmlns:a16="http://schemas.microsoft.com/office/drawing/2014/main" id="{4D054C7E-93A6-4055-BF6B-1CE029317C66}"/>
              </a:ext>
            </a:extLst>
          </p:cNvPr>
          <p:cNvSpPr txBox="1"/>
          <p:nvPr/>
        </p:nvSpPr>
        <p:spPr>
          <a:xfrm>
            <a:off x="5370361" y="2193550"/>
            <a:ext cx="911003"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Novel-transcript epitope</a:t>
            </a:r>
          </a:p>
        </p:txBody>
      </p:sp>
      <p:sp>
        <p:nvSpPr>
          <p:cNvPr id="702" name="任意多边形: 形状 701">
            <a:extLst>
              <a:ext uri="{FF2B5EF4-FFF2-40B4-BE49-F238E27FC236}">
                <a16:creationId xmlns:a16="http://schemas.microsoft.com/office/drawing/2014/main" id="{EE74F5C1-57B3-4B63-A5DF-416366C9BE8C}"/>
              </a:ext>
            </a:extLst>
          </p:cNvPr>
          <p:cNvSpPr/>
          <p:nvPr/>
        </p:nvSpPr>
        <p:spPr>
          <a:xfrm>
            <a:off x="6421288"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F5C04C"/>
          </a:solidFill>
          <a:ln w="7180" cap="flat">
            <a:solidFill>
              <a:srgbClr val="C38B17"/>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3" name="文本框 702">
            <a:extLst>
              <a:ext uri="{FF2B5EF4-FFF2-40B4-BE49-F238E27FC236}">
                <a16:creationId xmlns:a16="http://schemas.microsoft.com/office/drawing/2014/main" id="{231161AC-CD34-41BF-A10A-300FFCAC1513}"/>
              </a:ext>
            </a:extLst>
          </p:cNvPr>
          <p:cNvSpPr txBox="1"/>
          <p:nvPr/>
        </p:nvSpPr>
        <p:spPr>
          <a:xfrm>
            <a:off x="6049512" y="2193550"/>
            <a:ext cx="837648"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Known-transcript epitope</a:t>
            </a:r>
          </a:p>
        </p:txBody>
      </p:sp>
      <p:sp>
        <p:nvSpPr>
          <p:cNvPr id="704" name="任意多边形: 形状 703">
            <a:extLst>
              <a:ext uri="{FF2B5EF4-FFF2-40B4-BE49-F238E27FC236}">
                <a16:creationId xmlns:a16="http://schemas.microsoft.com/office/drawing/2014/main" id="{E14682FB-BDAD-44B2-B6A1-5EFFD41263E0}"/>
              </a:ext>
            </a:extLst>
          </p:cNvPr>
          <p:cNvSpPr/>
          <p:nvPr/>
        </p:nvSpPr>
        <p:spPr>
          <a:xfrm>
            <a:off x="5809080" y="1835160"/>
            <a:ext cx="98842" cy="90000"/>
          </a:xfrm>
          <a:custGeom>
            <a:avLst/>
            <a:gdLst>
              <a:gd name="connsiteX0" fmla="*/ 650 w 115041"/>
              <a:gd name="connsiteY0" fmla="*/ 154 h 86281"/>
              <a:gd name="connsiteX1" fmla="*/ 115691 w 115041"/>
              <a:gd name="connsiteY1" fmla="*/ 154 h 86281"/>
              <a:gd name="connsiteX2" fmla="*/ 115691 w 115041"/>
              <a:gd name="connsiteY2" fmla="*/ 86435 h 86281"/>
              <a:gd name="connsiteX3" fmla="*/ 650 w 115041"/>
              <a:gd name="connsiteY3" fmla="*/ 86435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154"/>
                </a:moveTo>
                <a:lnTo>
                  <a:pt x="115691" y="154"/>
                </a:lnTo>
                <a:lnTo>
                  <a:pt x="115691" y="86435"/>
                </a:lnTo>
                <a:lnTo>
                  <a:pt x="650" y="86435"/>
                </a:lnTo>
                <a:close/>
              </a:path>
            </a:pathLst>
          </a:custGeom>
          <a:solidFill>
            <a:srgbClr val="31B5B1"/>
          </a:solidFill>
          <a:ln w="7180" cap="flat">
            <a:solidFill>
              <a:srgbClr val="137F7C"/>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5" name="文本框 704">
            <a:extLst>
              <a:ext uri="{FF2B5EF4-FFF2-40B4-BE49-F238E27FC236}">
                <a16:creationId xmlns:a16="http://schemas.microsoft.com/office/drawing/2014/main" id="{F4DB501C-E8A5-4365-A0C9-E9FC88AE5B0F}"/>
              </a:ext>
            </a:extLst>
          </p:cNvPr>
          <p:cNvSpPr txBox="1"/>
          <p:nvPr/>
        </p:nvSpPr>
        <p:spPr>
          <a:xfrm>
            <a:off x="5421500" y="1871311"/>
            <a:ext cx="784725"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Non-canonical epitope</a:t>
            </a:r>
          </a:p>
        </p:txBody>
      </p:sp>
      <p:sp>
        <p:nvSpPr>
          <p:cNvPr id="706" name="任意多边形: 形状 705">
            <a:extLst>
              <a:ext uri="{FF2B5EF4-FFF2-40B4-BE49-F238E27FC236}">
                <a16:creationId xmlns:a16="http://schemas.microsoft.com/office/drawing/2014/main" id="{638DED03-0CB6-4523-86F6-F9E6A0AF239A}"/>
              </a:ext>
            </a:extLst>
          </p:cNvPr>
          <p:cNvSpPr/>
          <p:nvPr/>
        </p:nvSpPr>
        <p:spPr>
          <a:xfrm>
            <a:off x="6413349" y="1835160"/>
            <a:ext cx="98842" cy="90000"/>
          </a:xfrm>
          <a:custGeom>
            <a:avLst/>
            <a:gdLst>
              <a:gd name="connsiteX0" fmla="*/ 650 w 115041"/>
              <a:gd name="connsiteY0" fmla="*/ 154 h 86281"/>
              <a:gd name="connsiteX1" fmla="*/ 115691 w 115041"/>
              <a:gd name="connsiteY1" fmla="*/ 154 h 86281"/>
              <a:gd name="connsiteX2" fmla="*/ 115691 w 115041"/>
              <a:gd name="connsiteY2" fmla="*/ 86435 h 86281"/>
              <a:gd name="connsiteX3" fmla="*/ 650 w 115041"/>
              <a:gd name="connsiteY3" fmla="*/ 86435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154"/>
                </a:moveTo>
                <a:lnTo>
                  <a:pt x="115691" y="154"/>
                </a:lnTo>
                <a:lnTo>
                  <a:pt x="115691" y="86435"/>
                </a:lnTo>
                <a:lnTo>
                  <a:pt x="650" y="86435"/>
                </a:lnTo>
                <a:close/>
              </a:path>
            </a:pathLst>
          </a:custGeom>
          <a:solidFill>
            <a:srgbClr val="A993DC"/>
          </a:solidFill>
          <a:ln w="7180" cap="flat">
            <a:solidFill>
              <a:srgbClr val="6D55AD"/>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9" name="文本框 708">
            <a:extLst>
              <a:ext uri="{FF2B5EF4-FFF2-40B4-BE49-F238E27FC236}">
                <a16:creationId xmlns:a16="http://schemas.microsoft.com/office/drawing/2014/main" id="{9E5E4B88-1549-44BF-82F9-9D04D5AE5C9B}"/>
              </a:ext>
            </a:extLst>
          </p:cNvPr>
          <p:cNvSpPr txBox="1"/>
          <p:nvPr/>
        </p:nvSpPr>
        <p:spPr>
          <a:xfrm>
            <a:off x="3316939" y="5369959"/>
            <a:ext cx="2773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marL="0" marR="0" lvl="0" indent="0" defTabSz="1192530" eaLnBrk="0" fontAlgn="base" latinLnBrk="0" hangingPunct="0">
              <a:lnSpc>
                <a:spcPct val="100000"/>
              </a:lnSpc>
              <a:spcBef>
                <a:spcPct val="0"/>
              </a:spcBef>
              <a:spcAft>
                <a:spcPct val="0"/>
              </a:spcAft>
              <a:buClrTx/>
              <a:buSzTx/>
              <a:buFontTx/>
              <a:buNone/>
              <a:tabLst/>
              <a:defRPr/>
            </a:pPr>
            <a:r>
              <a:rPr kumimoji="0" lang="en-US" altLang="zh-CN" b="0" i="0" u="none" strike="noStrike" kern="0" cap="none" spc="0" normalizeH="0" baseline="0" noProof="0" dirty="0">
                <a:ln>
                  <a:noFill/>
                </a:ln>
                <a:solidFill>
                  <a:prstClr val="white"/>
                </a:solidFill>
                <a:effectLst/>
                <a:uLnTx/>
                <a:uFillTx/>
                <a:latin typeface="Arial" panose="020B0604020202020204" pitchFamily="34" charset="0"/>
              </a:rPr>
              <a:t>100 nm</a:t>
            </a:r>
            <a:endParaRPr kumimoji="0" lang="zh-CN" altLang="en-US" b="0" i="0" u="none" strike="noStrike" kern="0" cap="none" spc="0" normalizeH="0" baseline="0" noProof="0" dirty="0">
              <a:ln>
                <a:noFill/>
              </a:ln>
              <a:solidFill>
                <a:prstClr val="white"/>
              </a:solidFill>
              <a:effectLst/>
              <a:uLnTx/>
              <a:uFillTx/>
              <a:latin typeface="Arial" panose="020B0604020202020204" pitchFamily="34" charset="0"/>
            </a:endParaRPr>
          </a:p>
        </p:txBody>
      </p:sp>
      <p:cxnSp>
        <p:nvCxnSpPr>
          <p:cNvPr id="3" name="直接连接符 2">
            <a:extLst>
              <a:ext uri="{FF2B5EF4-FFF2-40B4-BE49-F238E27FC236}">
                <a16:creationId xmlns:a16="http://schemas.microsoft.com/office/drawing/2014/main" id="{3C157561-68A3-4DC2-B427-5A1BA4E0661E}"/>
              </a:ext>
            </a:extLst>
          </p:cNvPr>
          <p:cNvCxnSpPr>
            <a:endCxn id="709" idx="1"/>
          </p:cNvCxnSpPr>
          <p:nvPr/>
        </p:nvCxnSpPr>
        <p:spPr>
          <a:xfrm>
            <a:off x="3084538" y="5419972"/>
            <a:ext cx="198000"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43" name="任意多边形: 形状 742">
            <a:extLst>
              <a:ext uri="{FF2B5EF4-FFF2-40B4-BE49-F238E27FC236}">
                <a16:creationId xmlns:a16="http://schemas.microsoft.com/office/drawing/2014/main" id="{C01E10D7-FB6E-4C2D-A1C6-B58849B2BEEE}"/>
              </a:ext>
            </a:extLst>
          </p:cNvPr>
          <p:cNvSpPr/>
          <p:nvPr/>
        </p:nvSpPr>
        <p:spPr>
          <a:xfrm>
            <a:off x="4124942" y="1828091"/>
            <a:ext cx="56635" cy="97069"/>
          </a:xfrm>
          <a:custGeom>
            <a:avLst/>
            <a:gdLst>
              <a:gd name="connsiteX0" fmla="*/ 149420 w 149412"/>
              <a:gd name="connsiteY0" fmla="*/ 9800 h 210934"/>
              <a:gd name="connsiteX1" fmla="*/ 9620 w 149412"/>
              <a:gd name="connsiteY1" fmla="*/ 61736 h 210934"/>
              <a:gd name="connsiteX2" fmla="*/ 61556 w 149412"/>
              <a:gd name="connsiteY2" fmla="*/ 201536 h 210934"/>
              <a:gd name="connsiteX3" fmla="*/ 149420 w 149412"/>
              <a:gd name="connsiteY3" fmla="*/ 201536 h 210934"/>
            </a:gdLst>
            <a:ahLst/>
            <a:cxnLst>
              <a:cxn ang="0">
                <a:pos x="connsiteX0" y="connsiteY0"/>
              </a:cxn>
              <a:cxn ang="0">
                <a:pos x="connsiteX1" y="connsiteY1"/>
              </a:cxn>
              <a:cxn ang="0">
                <a:pos x="connsiteX2" y="connsiteY2"/>
              </a:cxn>
              <a:cxn ang="0">
                <a:pos x="connsiteX3" y="connsiteY3"/>
              </a:cxn>
            </a:cxnLst>
            <a:rect l="l" t="t" r="r" b="b"/>
            <a:pathLst>
              <a:path w="149412" h="210934">
                <a:moveTo>
                  <a:pt x="149420" y="9800"/>
                </a:moveTo>
                <a:cubicBezTo>
                  <a:pt x="96474" y="-14463"/>
                  <a:pt x="33883" y="8790"/>
                  <a:pt x="9620" y="61736"/>
                </a:cubicBezTo>
                <a:cubicBezTo>
                  <a:pt x="-14643" y="114682"/>
                  <a:pt x="8610" y="177273"/>
                  <a:pt x="61556" y="201536"/>
                </a:cubicBezTo>
                <a:cubicBezTo>
                  <a:pt x="89450" y="214319"/>
                  <a:pt x="121527" y="214319"/>
                  <a:pt x="149420" y="201536"/>
                </a:cubicBezTo>
                <a:close/>
              </a:path>
            </a:pathLst>
          </a:custGeom>
          <a:solidFill>
            <a:srgbClr val="5E5E5E"/>
          </a:solidFill>
          <a:ln w="9573" cap="flat">
            <a:solidFill>
              <a:srgbClr val="1F1F1F"/>
            </a:solidFill>
            <a:prstDash val="solid"/>
            <a:miter/>
          </a:ln>
        </p:spPr>
        <p:txBody>
          <a:bodyPr rtlCol="0" anchor="ctr"/>
          <a:lstStyle/>
          <a:p>
            <a:pPr defTabSz="457200"/>
            <a:endParaRPr lang="zh-CN" altLang="en-US" sz="65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796" name="任意多边形: 形状 795">
            <a:extLst>
              <a:ext uri="{FF2B5EF4-FFF2-40B4-BE49-F238E27FC236}">
                <a16:creationId xmlns:a16="http://schemas.microsoft.com/office/drawing/2014/main" id="{BFCEEBB1-55AA-4E3F-8F9E-DEB9885ADC2D}"/>
              </a:ext>
            </a:extLst>
          </p:cNvPr>
          <p:cNvSpPr/>
          <p:nvPr/>
        </p:nvSpPr>
        <p:spPr>
          <a:xfrm>
            <a:off x="4118124"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B9DAF6"/>
          </a:solidFill>
          <a:ln w="5744" cap="flat">
            <a:solidFill>
              <a:srgbClr val="78AEE1"/>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97" name="任意多边形: 形状 796">
            <a:extLst>
              <a:ext uri="{FF2B5EF4-FFF2-40B4-BE49-F238E27FC236}">
                <a16:creationId xmlns:a16="http://schemas.microsoft.com/office/drawing/2014/main" id="{CD7AD10C-DDB9-4EBA-AD38-90AD40414421}"/>
              </a:ext>
            </a:extLst>
          </p:cNvPr>
          <p:cNvSpPr/>
          <p:nvPr/>
        </p:nvSpPr>
        <p:spPr>
          <a:xfrm>
            <a:off x="4491881" y="2154022"/>
            <a:ext cx="100800" cy="88602"/>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8A54AA"/>
          </a:solidFill>
          <a:ln w="7180" cap="flat">
            <a:solidFill>
              <a:srgbClr val="5D357B"/>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grpSp>
        <p:nvGrpSpPr>
          <p:cNvPr id="5" name="组合 4">
            <a:extLst>
              <a:ext uri="{FF2B5EF4-FFF2-40B4-BE49-F238E27FC236}">
                <a16:creationId xmlns:a16="http://schemas.microsoft.com/office/drawing/2014/main" id="{3510FB87-0E0F-400C-85FA-C7D88D32C59F}"/>
              </a:ext>
            </a:extLst>
          </p:cNvPr>
          <p:cNvGrpSpPr/>
          <p:nvPr/>
        </p:nvGrpSpPr>
        <p:grpSpPr>
          <a:xfrm>
            <a:off x="1919011" y="3912055"/>
            <a:ext cx="1716892" cy="1568718"/>
            <a:chOff x="1919011" y="3912055"/>
            <a:chExt cx="1716892" cy="1568718"/>
          </a:xfrm>
        </p:grpSpPr>
        <p:pic>
          <p:nvPicPr>
            <p:cNvPr id="848" name="图片 847">
              <a:extLst>
                <a:ext uri="{FF2B5EF4-FFF2-40B4-BE49-F238E27FC236}">
                  <a16:creationId xmlns:a16="http://schemas.microsoft.com/office/drawing/2014/main" id="{F9E19FFC-4417-4409-AA6C-C3DC8D792167}"/>
                </a:ext>
              </a:extLst>
            </p:cNvPr>
            <p:cNvPicPr>
              <a:picLocks noChangeAspect="1"/>
            </p:cNvPicPr>
            <p:nvPr/>
          </p:nvPicPr>
          <p:blipFill>
            <a:blip r:embed="rId44"/>
            <a:stretch>
              <a:fillRect/>
            </a:stretch>
          </p:blipFill>
          <p:spPr>
            <a:xfrm>
              <a:off x="1919011" y="3912055"/>
              <a:ext cx="1716892" cy="1568718"/>
            </a:xfrm>
            <a:prstGeom prst="rect">
              <a:avLst/>
            </a:prstGeom>
          </p:spPr>
        </p:pic>
        <p:sp>
          <p:nvSpPr>
            <p:cNvPr id="849" name="文本框 848">
              <a:extLst>
                <a:ext uri="{FF2B5EF4-FFF2-40B4-BE49-F238E27FC236}">
                  <a16:creationId xmlns:a16="http://schemas.microsoft.com/office/drawing/2014/main" id="{AD307155-7EAC-4900-86D1-245582C71288}"/>
                </a:ext>
              </a:extLst>
            </p:cNvPr>
            <p:cNvSpPr txBox="1"/>
            <p:nvPr/>
          </p:nvSpPr>
          <p:spPr>
            <a:xfrm>
              <a:off x="3318556" y="5370730"/>
              <a:ext cx="2773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marL="0" marR="0" lvl="0" indent="0" defTabSz="1192530" eaLnBrk="0" fontAlgn="base" latinLnBrk="0" hangingPunct="0">
                <a:lnSpc>
                  <a:spcPct val="100000"/>
                </a:lnSpc>
                <a:spcBef>
                  <a:spcPct val="0"/>
                </a:spcBef>
                <a:spcAft>
                  <a:spcPct val="0"/>
                </a:spcAft>
                <a:buClrTx/>
                <a:buSzTx/>
                <a:buFontTx/>
                <a:buNone/>
                <a:tabLst/>
                <a:defRPr/>
              </a:pPr>
              <a:r>
                <a:rPr kumimoji="0" lang="en-US" altLang="zh-CN" b="0" i="0" u="none" strike="noStrike" kern="0" cap="none" spc="0" normalizeH="0" baseline="0" noProof="0" dirty="0">
                  <a:ln>
                    <a:noFill/>
                  </a:ln>
                  <a:solidFill>
                    <a:prstClr val="white"/>
                  </a:solidFill>
                  <a:effectLst/>
                  <a:uLnTx/>
                  <a:uFillTx/>
                  <a:latin typeface="Arial" panose="020B0604020202020204" pitchFamily="34" charset="0"/>
                </a:rPr>
                <a:t>100 nm</a:t>
              </a:r>
              <a:endParaRPr kumimoji="0" lang="zh-CN" altLang="en-US" b="0" i="0" u="none" strike="noStrike" kern="0" cap="none" spc="0" normalizeH="0" baseline="0" noProof="0" dirty="0">
                <a:ln>
                  <a:noFill/>
                </a:ln>
                <a:solidFill>
                  <a:prstClr val="white"/>
                </a:solidFill>
                <a:effectLst/>
                <a:uLnTx/>
                <a:uFillTx/>
                <a:latin typeface="Arial" panose="020B0604020202020204" pitchFamily="34" charset="0"/>
              </a:endParaRPr>
            </a:p>
          </p:txBody>
        </p:sp>
        <p:cxnSp>
          <p:nvCxnSpPr>
            <p:cNvPr id="850" name="直接连接符 849">
              <a:extLst>
                <a:ext uri="{FF2B5EF4-FFF2-40B4-BE49-F238E27FC236}">
                  <a16:creationId xmlns:a16="http://schemas.microsoft.com/office/drawing/2014/main" id="{80C8153B-37E2-451C-976F-8AC83A73ADAD}"/>
                </a:ext>
              </a:extLst>
            </p:cNvPr>
            <p:cNvCxnSpPr>
              <a:endCxn id="849" idx="1"/>
            </p:cNvCxnSpPr>
            <p:nvPr/>
          </p:nvCxnSpPr>
          <p:spPr>
            <a:xfrm>
              <a:off x="3086155" y="5420743"/>
              <a:ext cx="198000"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968" name="图片 967">
            <a:extLst>
              <a:ext uri="{FF2B5EF4-FFF2-40B4-BE49-F238E27FC236}">
                <a16:creationId xmlns:a16="http://schemas.microsoft.com/office/drawing/2014/main" id="{F1E73867-4A03-4E5C-AADD-00C4AE935A20}"/>
              </a:ext>
            </a:extLst>
          </p:cNvPr>
          <p:cNvPicPr>
            <a:picLocks noChangeAspect="1"/>
          </p:cNvPicPr>
          <p:nvPr/>
        </p:nvPicPr>
        <p:blipFill rotWithShape="1">
          <a:blip r:embed="rId88"/>
          <a:srcRect l="8843" t="60532" r="63080" b="-1036"/>
          <a:stretch>
            <a:fillRect/>
          </a:stretch>
        </p:blipFill>
        <p:spPr>
          <a:xfrm>
            <a:off x="3981140" y="5697328"/>
            <a:ext cx="637955" cy="125915"/>
          </a:xfrm>
          <a:prstGeom prst="rect">
            <a:avLst/>
          </a:prstGeom>
          <a:ln w="6350">
            <a:solidFill>
              <a:sysClr val="windowText" lastClr="000000"/>
            </a:solidFill>
          </a:ln>
        </p:spPr>
      </p:pic>
      <p:pic>
        <p:nvPicPr>
          <p:cNvPr id="973" name="图片 972">
            <a:extLst>
              <a:ext uri="{FF2B5EF4-FFF2-40B4-BE49-F238E27FC236}">
                <a16:creationId xmlns:a16="http://schemas.microsoft.com/office/drawing/2014/main" id="{83A69E5F-1EA0-45AC-8C41-79942F976877}"/>
              </a:ext>
            </a:extLst>
          </p:cNvPr>
          <p:cNvPicPr>
            <a:picLocks noChangeAspect="1"/>
          </p:cNvPicPr>
          <p:nvPr/>
        </p:nvPicPr>
        <p:blipFill rotWithShape="1">
          <a:blip r:embed="rId88"/>
          <a:srcRect l="38204" t="47897" r="33867" b="16178"/>
          <a:stretch>
            <a:fillRect/>
          </a:stretch>
        </p:blipFill>
        <p:spPr>
          <a:xfrm>
            <a:off x="5263909" y="5698623"/>
            <a:ext cx="704842" cy="124041"/>
          </a:xfrm>
          <a:prstGeom prst="rect">
            <a:avLst/>
          </a:prstGeom>
          <a:ln w="6350">
            <a:solidFill>
              <a:sysClr val="windowText" lastClr="000000"/>
            </a:solidFill>
          </a:ln>
        </p:spPr>
      </p:pic>
      <p:pic>
        <p:nvPicPr>
          <p:cNvPr id="974" name="图片 973">
            <a:extLst>
              <a:ext uri="{FF2B5EF4-FFF2-40B4-BE49-F238E27FC236}">
                <a16:creationId xmlns:a16="http://schemas.microsoft.com/office/drawing/2014/main" id="{FE1AE66D-A0AE-4705-949E-CAED10EE2378}"/>
              </a:ext>
            </a:extLst>
          </p:cNvPr>
          <p:cNvPicPr>
            <a:picLocks noChangeAspect="1"/>
          </p:cNvPicPr>
          <p:nvPr/>
        </p:nvPicPr>
        <p:blipFill rotWithShape="1">
          <a:blip r:embed="rId88"/>
          <a:srcRect l="66501" t="22474" r="3422" b="42613"/>
          <a:stretch>
            <a:fillRect/>
          </a:stretch>
        </p:blipFill>
        <p:spPr>
          <a:xfrm>
            <a:off x="3981140" y="6449135"/>
            <a:ext cx="688281" cy="109306"/>
          </a:xfrm>
          <a:prstGeom prst="rect">
            <a:avLst/>
          </a:prstGeom>
          <a:ln w="6350">
            <a:solidFill>
              <a:sysClr val="windowText" lastClr="000000"/>
            </a:solidFill>
          </a:ln>
        </p:spPr>
      </p:pic>
      <p:pic>
        <p:nvPicPr>
          <p:cNvPr id="975" name="图片 974" descr="250142-XGZW sq4 b&amp;S-FLAG-1-10s">
            <a:extLst>
              <a:ext uri="{FF2B5EF4-FFF2-40B4-BE49-F238E27FC236}">
                <a16:creationId xmlns:a16="http://schemas.microsoft.com/office/drawing/2014/main" id="{548E24AE-9468-4CC1-A3B3-5BD1FE815F4B}"/>
              </a:ext>
            </a:extLst>
          </p:cNvPr>
          <p:cNvPicPr>
            <a:picLocks noChangeAspect="1"/>
          </p:cNvPicPr>
          <p:nvPr>
            <p:custDataLst>
              <p:tags r:id="rId25"/>
            </p:custDataLst>
          </p:nvPr>
        </p:nvPicPr>
        <p:blipFill rotWithShape="1">
          <a:blip r:embed="rId89"/>
          <a:srcRect l="20015" t="41112" r="60073" b="50326"/>
          <a:stretch/>
        </p:blipFill>
        <p:spPr>
          <a:xfrm>
            <a:off x="5452759" y="6439234"/>
            <a:ext cx="515993" cy="119208"/>
          </a:xfrm>
          <a:prstGeom prst="rect">
            <a:avLst/>
          </a:prstGeom>
          <a:ln w="6350">
            <a:solidFill>
              <a:sysClr val="windowText" lastClr="000000"/>
            </a:solidFill>
          </a:ln>
        </p:spPr>
      </p:pic>
      <p:pic>
        <p:nvPicPr>
          <p:cNvPr id="981" name="图片 980" descr="250142-XGZW sq1-4 b-GAPDH-10s">
            <a:extLst>
              <a:ext uri="{FF2B5EF4-FFF2-40B4-BE49-F238E27FC236}">
                <a16:creationId xmlns:a16="http://schemas.microsoft.com/office/drawing/2014/main" id="{9E9087CF-4E52-4895-9D9C-9ED2A5086F0E}"/>
              </a:ext>
            </a:extLst>
          </p:cNvPr>
          <p:cNvPicPr>
            <a:picLocks noChangeAspect="1"/>
          </p:cNvPicPr>
          <p:nvPr/>
        </p:nvPicPr>
        <p:blipFill rotWithShape="1">
          <a:blip r:embed="rId90"/>
          <a:srcRect l="19349" t="32104" r="63014" b="56313"/>
          <a:stretch>
            <a:fillRect/>
          </a:stretch>
        </p:blipFill>
        <p:spPr>
          <a:xfrm>
            <a:off x="3981140" y="5954143"/>
            <a:ext cx="618151" cy="135160"/>
          </a:xfrm>
          <a:prstGeom prst="rect">
            <a:avLst/>
          </a:prstGeom>
          <a:ln w="6350">
            <a:solidFill>
              <a:sysClr val="windowText" lastClr="000000"/>
            </a:solidFill>
          </a:ln>
        </p:spPr>
      </p:pic>
      <p:pic>
        <p:nvPicPr>
          <p:cNvPr id="983" name="图片 982" descr="250142-XGZW sq1-4 b-GAPDH-3s">
            <a:extLst>
              <a:ext uri="{FF2B5EF4-FFF2-40B4-BE49-F238E27FC236}">
                <a16:creationId xmlns:a16="http://schemas.microsoft.com/office/drawing/2014/main" id="{E89DA71F-1E5C-4352-997E-1A6E43A334EE}"/>
              </a:ext>
            </a:extLst>
          </p:cNvPr>
          <p:cNvPicPr>
            <a:picLocks noChangeAspect="1"/>
          </p:cNvPicPr>
          <p:nvPr>
            <p:custDataLst>
              <p:tags r:id="rId26"/>
            </p:custDataLst>
          </p:nvPr>
        </p:nvPicPr>
        <p:blipFill rotWithShape="1">
          <a:blip r:embed="rId91"/>
          <a:srcRect l="20327" t="59602" r="60256" b="32414"/>
          <a:stretch/>
        </p:blipFill>
        <p:spPr>
          <a:xfrm>
            <a:off x="5465559" y="6738563"/>
            <a:ext cx="503193" cy="109151"/>
          </a:xfrm>
          <a:prstGeom prst="rect">
            <a:avLst/>
          </a:prstGeom>
          <a:ln w="6350">
            <a:solidFill>
              <a:sysClr val="windowText" lastClr="000000"/>
            </a:solidFill>
          </a:ln>
        </p:spPr>
      </p:pic>
      <p:pic>
        <p:nvPicPr>
          <p:cNvPr id="984" name="图片 983" descr="250142-XGZW sq1-4 b-GAPDH-10s">
            <a:extLst>
              <a:ext uri="{FF2B5EF4-FFF2-40B4-BE49-F238E27FC236}">
                <a16:creationId xmlns:a16="http://schemas.microsoft.com/office/drawing/2014/main" id="{20C35A60-5DD8-4B14-87F5-F5249963F48D}"/>
              </a:ext>
            </a:extLst>
          </p:cNvPr>
          <p:cNvPicPr>
            <a:picLocks noChangeAspect="1"/>
          </p:cNvPicPr>
          <p:nvPr/>
        </p:nvPicPr>
        <p:blipFill rotWithShape="1">
          <a:blip r:embed="rId90"/>
          <a:srcRect l="36986" t="34084" r="43695" b="58211"/>
          <a:stretch/>
        </p:blipFill>
        <p:spPr>
          <a:xfrm>
            <a:off x="5280470" y="5954143"/>
            <a:ext cx="688281" cy="138340"/>
          </a:xfrm>
          <a:prstGeom prst="rect">
            <a:avLst/>
          </a:prstGeom>
          <a:ln w="6350">
            <a:solidFill>
              <a:sysClr val="windowText" lastClr="000000"/>
            </a:solidFill>
          </a:ln>
        </p:spPr>
      </p:pic>
      <p:pic>
        <p:nvPicPr>
          <p:cNvPr id="985" name="图片 984" descr="250142-XGZW sq1-4 b-GAPDH-10s">
            <a:extLst>
              <a:ext uri="{FF2B5EF4-FFF2-40B4-BE49-F238E27FC236}">
                <a16:creationId xmlns:a16="http://schemas.microsoft.com/office/drawing/2014/main" id="{9B48ED97-9098-474B-B991-98D22AC43EA3}"/>
              </a:ext>
            </a:extLst>
          </p:cNvPr>
          <p:cNvPicPr>
            <a:picLocks noChangeAspect="1"/>
          </p:cNvPicPr>
          <p:nvPr/>
        </p:nvPicPr>
        <p:blipFill rotWithShape="1">
          <a:blip r:embed="rId90"/>
          <a:srcRect l="56061" t="34084" r="22807" b="56641"/>
          <a:stretch>
            <a:fillRect/>
          </a:stretch>
        </p:blipFill>
        <p:spPr>
          <a:xfrm>
            <a:off x="3981140" y="6748489"/>
            <a:ext cx="688281" cy="112476"/>
          </a:xfrm>
          <a:prstGeom prst="rect">
            <a:avLst/>
          </a:prstGeom>
          <a:ln w="6350">
            <a:solidFill>
              <a:sysClr val="windowText" lastClr="000000"/>
            </a:solidFill>
          </a:ln>
        </p:spPr>
      </p:pic>
      <p:sp>
        <p:nvSpPr>
          <p:cNvPr id="986" name="Rectangle 20">
            <a:extLst>
              <a:ext uri="{FF2B5EF4-FFF2-40B4-BE49-F238E27FC236}">
                <a16:creationId xmlns:a16="http://schemas.microsoft.com/office/drawing/2014/main" id="{2FFC4277-42F5-4593-B2E6-BB6AF661DE24}"/>
              </a:ext>
            </a:extLst>
          </p:cNvPr>
          <p:cNvSpPr>
            <a:spLocks noChangeArrowheads="1"/>
          </p:cNvSpPr>
          <p:nvPr/>
        </p:nvSpPr>
        <p:spPr bwMode="auto">
          <a:xfrm>
            <a:off x="3933115" y="5540314"/>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sq1 mRNA</a:t>
            </a:r>
            <a:endParaRPr lang="zh-CN" altLang="zh-CN" sz="650" b="1" i="1" kern="0" dirty="0">
              <a:solidFill>
                <a:prstClr val="black"/>
              </a:solidFill>
              <a:cs typeface="Arial" panose="020B0604020202020204" pitchFamily="34" charset="0"/>
            </a:endParaRPr>
          </a:p>
        </p:txBody>
      </p:sp>
      <p:sp>
        <p:nvSpPr>
          <p:cNvPr id="987" name="Rectangle 20">
            <a:extLst>
              <a:ext uri="{FF2B5EF4-FFF2-40B4-BE49-F238E27FC236}">
                <a16:creationId xmlns:a16="http://schemas.microsoft.com/office/drawing/2014/main" id="{0490129E-D17E-4987-B47C-6DE5E8FF8934}"/>
              </a:ext>
            </a:extLst>
          </p:cNvPr>
          <p:cNvSpPr>
            <a:spLocks noChangeArrowheads="1"/>
          </p:cNvSpPr>
          <p:nvPr/>
        </p:nvSpPr>
        <p:spPr bwMode="auto">
          <a:xfrm>
            <a:off x="5556932" y="5558303"/>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sq2 mRNA</a:t>
            </a:r>
            <a:endParaRPr lang="zh-CN" altLang="zh-CN" sz="650" b="1" i="1" kern="0" dirty="0">
              <a:solidFill>
                <a:prstClr val="black"/>
              </a:solidFill>
              <a:cs typeface="Arial" panose="020B0604020202020204" pitchFamily="34" charset="0"/>
            </a:endParaRPr>
          </a:p>
        </p:txBody>
      </p:sp>
      <p:sp>
        <p:nvSpPr>
          <p:cNvPr id="988" name="Rectangle 20">
            <a:extLst>
              <a:ext uri="{FF2B5EF4-FFF2-40B4-BE49-F238E27FC236}">
                <a16:creationId xmlns:a16="http://schemas.microsoft.com/office/drawing/2014/main" id="{94243C33-8AE4-442F-A553-2B227B9095E6}"/>
              </a:ext>
            </a:extLst>
          </p:cNvPr>
          <p:cNvSpPr>
            <a:spLocks noChangeArrowheads="1"/>
          </p:cNvSpPr>
          <p:nvPr/>
        </p:nvSpPr>
        <p:spPr bwMode="auto">
          <a:xfrm>
            <a:off x="3969540" y="6288516"/>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sq3 mRNA</a:t>
            </a:r>
            <a:endParaRPr lang="zh-CN" altLang="zh-CN" sz="650" b="1" i="1" kern="0" dirty="0">
              <a:solidFill>
                <a:prstClr val="black"/>
              </a:solidFill>
              <a:cs typeface="Arial" panose="020B0604020202020204" pitchFamily="34" charset="0"/>
            </a:endParaRPr>
          </a:p>
        </p:txBody>
      </p:sp>
      <p:sp>
        <p:nvSpPr>
          <p:cNvPr id="989" name="Rectangle 20">
            <a:extLst>
              <a:ext uri="{FF2B5EF4-FFF2-40B4-BE49-F238E27FC236}">
                <a16:creationId xmlns:a16="http://schemas.microsoft.com/office/drawing/2014/main" id="{DCC5A688-BEF0-4074-86AB-5023F6758EFD}"/>
              </a:ext>
            </a:extLst>
          </p:cNvPr>
          <p:cNvSpPr>
            <a:spLocks noChangeArrowheads="1"/>
          </p:cNvSpPr>
          <p:nvPr/>
        </p:nvSpPr>
        <p:spPr bwMode="auto">
          <a:xfrm>
            <a:off x="5549592" y="6312502"/>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sq4 mRNA</a:t>
            </a:r>
            <a:endParaRPr lang="zh-CN" altLang="zh-CN" sz="650" b="1" i="1" kern="0" dirty="0">
              <a:solidFill>
                <a:prstClr val="black"/>
              </a:solidFill>
              <a:cs typeface="Arial" panose="020B0604020202020204" pitchFamily="34" charset="0"/>
            </a:endParaRPr>
          </a:p>
        </p:txBody>
      </p:sp>
      <p:sp>
        <p:nvSpPr>
          <p:cNvPr id="990" name="文本框 989">
            <a:extLst>
              <a:ext uri="{FF2B5EF4-FFF2-40B4-BE49-F238E27FC236}">
                <a16:creationId xmlns:a16="http://schemas.microsoft.com/office/drawing/2014/main" id="{EB7F0DEA-C0A3-4CB5-A21B-F4F801EB2F63}"/>
              </a:ext>
            </a:extLst>
          </p:cNvPr>
          <p:cNvSpPr txBox="1"/>
          <p:nvPr/>
        </p:nvSpPr>
        <p:spPr>
          <a:xfrm>
            <a:off x="3960501" y="6864622"/>
            <a:ext cx="298159"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1" name="文本框 990">
            <a:extLst>
              <a:ext uri="{FF2B5EF4-FFF2-40B4-BE49-F238E27FC236}">
                <a16:creationId xmlns:a16="http://schemas.microsoft.com/office/drawing/2014/main" id="{539727CF-83A6-4044-BE71-C6019ED29418}"/>
              </a:ext>
            </a:extLst>
          </p:cNvPr>
          <p:cNvSpPr txBox="1"/>
          <p:nvPr/>
        </p:nvSpPr>
        <p:spPr>
          <a:xfrm>
            <a:off x="5602884" y="6864622"/>
            <a:ext cx="39354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2" name="文本框 991">
            <a:extLst>
              <a:ext uri="{FF2B5EF4-FFF2-40B4-BE49-F238E27FC236}">
                <a16:creationId xmlns:a16="http://schemas.microsoft.com/office/drawing/2014/main" id="{42804832-BF95-4EE4-A4E7-0BEAA46D92E1}"/>
              </a:ext>
            </a:extLst>
          </p:cNvPr>
          <p:cNvSpPr txBox="1"/>
          <p:nvPr/>
        </p:nvSpPr>
        <p:spPr>
          <a:xfrm>
            <a:off x="3960501" y="6567080"/>
            <a:ext cx="335028" cy="100027"/>
          </a:xfrm>
          <a:prstGeom prst="rect">
            <a:avLst/>
          </a:prstGeom>
          <a:noFill/>
        </p:spPr>
        <p:txBody>
          <a:bodyPr wrap="non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3" name="文本框 992">
            <a:extLst>
              <a:ext uri="{FF2B5EF4-FFF2-40B4-BE49-F238E27FC236}">
                <a16:creationId xmlns:a16="http://schemas.microsoft.com/office/drawing/2014/main" id="{D69EA0CF-35A1-4B7C-A3AA-221956790EE1}"/>
              </a:ext>
            </a:extLst>
          </p:cNvPr>
          <p:cNvSpPr txBox="1"/>
          <p:nvPr/>
        </p:nvSpPr>
        <p:spPr>
          <a:xfrm>
            <a:off x="5651933" y="6567081"/>
            <a:ext cx="344497" cy="100027"/>
          </a:xfrm>
          <a:prstGeom prst="rect">
            <a:avLst/>
          </a:prstGeom>
          <a:noFill/>
        </p:spPr>
        <p:txBody>
          <a:bodyPr wrap="squar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4" name="文本框 993">
            <a:extLst>
              <a:ext uri="{FF2B5EF4-FFF2-40B4-BE49-F238E27FC236}">
                <a16:creationId xmlns:a16="http://schemas.microsoft.com/office/drawing/2014/main" id="{AFE2CA69-DAA5-4781-A98F-5BA9B2C73265}"/>
              </a:ext>
            </a:extLst>
          </p:cNvPr>
          <p:cNvSpPr txBox="1"/>
          <p:nvPr/>
        </p:nvSpPr>
        <p:spPr>
          <a:xfrm>
            <a:off x="3960501" y="6096269"/>
            <a:ext cx="298159"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5" name="文本框 994">
            <a:extLst>
              <a:ext uri="{FF2B5EF4-FFF2-40B4-BE49-F238E27FC236}">
                <a16:creationId xmlns:a16="http://schemas.microsoft.com/office/drawing/2014/main" id="{5CE05A0A-D797-48CE-A4C0-02A59785C5AE}"/>
              </a:ext>
            </a:extLst>
          </p:cNvPr>
          <p:cNvSpPr txBox="1"/>
          <p:nvPr/>
        </p:nvSpPr>
        <p:spPr>
          <a:xfrm>
            <a:off x="3960501" y="5829626"/>
            <a:ext cx="335028" cy="100027"/>
          </a:xfrm>
          <a:prstGeom prst="rect">
            <a:avLst/>
          </a:prstGeom>
          <a:noFill/>
        </p:spPr>
        <p:txBody>
          <a:bodyPr wrap="non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6" name="文本框 995">
            <a:extLst>
              <a:ext uri="{FF2B5EF4-FFF2-40B4-BE49-F238E27FC236}">
                <a16:creationId xmlns:a16="http://schemas.microsoft.com/office/drawing/2014/main" id="{4771ADD7-AABA-4FD8-A9CC-3621FE88FEDB}"/>
              </a:ext>
            </a:extLst>
          </p:cNvPr>
          <p:cNvSpPr txBox="1"/>
          <p:nvPr/>
        </p:nvSpPr>
        <p:spPr>
          <a:xfrm>
            <a:off x="5602884" y="6096269"/>
            <a:ext cx="39354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7" name="文本框 996">
            <a:extLst>
              <a:ext uri="{FF2B5EF4-FFF2-40B4-BE49-F238E27FC236}">
                <a16:creationId xmlns:a16="http://schemas.microsoft.com/office/drawing/2014/main" id="{FA00C4AA-8D1B-482E-8683-212B76FBD1BD}"/>
              </a:ext>
            </a:extLst>
          </p:cNvPr>
          <p:cNvSpPr txBox="1"/>
          <p:nvPr/>
        </p:nvSpPr>
        <p:spPr>
          <a:xfrm>
            <a:off x="5639749" y="5829626"/>
            <a:ext cx="356681" cy="100027"/>
          </a:xfrm>
          <a:prstGeom prst="rect">
            <a:avLst/>
          </a:prstGeom>
          <a:noFill/>
        </p:spPr>
        <p:txBody>
          <a:bodyPr wrap="squar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9" name="文本框 998">
            <a:extLst>
              <a:ext uri="{FF2B5EF4-FFF2-40B4-BE49-F238E27FC236}">
                <a16:creationId xmlns:a16="http://schemas.microsoft.com/office/drawing/2014/main" id="{F9869918-10C7-4121-8E5F-3422F4FCDD48}"/>
              </a:ext>
            </a:extLst>
          </p:cNvPr>
          <p:cNvSpPr txBox="1"/>
          <p:nvPr/>
        </p:nvSpPr>
        <p:spPr>
          <a:xfrm>
            <a:off x="6041490" y="603529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0" name="文本框 999">
            <a:extLst>
              <a:ext uri="{FF2B5EF4-FFF2-40B4-BE49-F238E27FC236}">
                <a16:creationId xmlns:a16="http://schemas.microsoft.com/office/drawing/2014/main" id="{CADBA1EC-72D0-4543-B3DD-4DEC1B5C0B2B}"/>
              </a:ext>
            </a:extLst>
          </p:cNvPr>
          <p:cNvSpPr txBox="1"/>
          <p:nvPr/>
        </p:nvSpPr>
        <p:spPr>
          <a:xfrm>
            <a:off x="6041490" y="6828185"/>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1" name="文本框 1000">
            <a:extLst>
              <a:ext uri="{FF2B5EF4-FFF2-40B4-BE49-F238E27FC236}">
                <a16:creationId xmlns:a16="http://schemas.microsoft.com/office/drawing/2014/main" id="{67DA9290-28D0-45F6-AA45-3216716C77A8}"/>
              </a:ext>
            </a:extLst>
          </p:cNvPr>
          <p:cNvSpPr txBox="1"/>
          <p:nvPr/>
        </p:nvSpPr>
        <p:spPr>
          <a:xfrm>
            <a:off x="6041490" y="577794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2" name="文本框 1001">
            <a:extLst>
              <a:ext uri="{FF2B5EF4-FFF2-40B4-BE49-F238E27FC236}">
                <a16:creationId xmlns:a16="http://schemas.microsoft.com/office/drawing/2014/main" id="{9C615AA2-A3C9-44D9-906C-E3B8979F8EA6}"/>
              </a:ext>
            </a:extLst>
          </p:cNvPr>
          <p:cNvSpPr txBox="1"/>
          <p:nvPr/>
        </p:nvSpPr>
        <p:spPr>
          <a:xfrm>
            <a:off x="6041490" y="563477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3" name="文本框 1002">
            <a:extLst>
              <a:ext uri="{FF2B5EF4-FFF2-40B4-BE49-F238E27FC236}">
                <a16:creationId xmlns:a16="http://schemas.microsoft.com/office/drawing/2014/main" id="{82F7F3D3-0DE3-4230-ADD2-5D62A1D32E4A}"/>
              </a:ext>
            </a:extLst>
          </p:cNvPr>
          <p:cNvSpPr txBox="1"/>
          <p:nvPr/>
        </p:nvSpPr>
        <p:spPr>
          <a:xfrm>
            <a:off x="6041490" y="6536141"/>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40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4" name="文本框 1003">
            <a:extLst>
              <a:ext uri="{FF2B5EF4-FFF2-40B4-BE49-F238E27FC236}">
                <a16:creationId xmlns:a16="http://schemas.microsoft.com/office/drawing/2014/main" id="{C2CB847C-E433-401B-A4D6-204A231933AF}"/>
              </a:ext>
            </a:extLst>
          </p:cNvPr>
          <p:cNvSpPr txBox="1"/>
          <p:nvPr/>
        </p:nvSpPr>
        <p:spPr>
          <a:xfrm>
            <a:off x="6041490" y="6386707"/>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50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5" name="文本框 1004">
            <a:extLst>
              <a:ext uri="{FF2B5EF4-FFF2-40B4-BE49-F238E27FC236}">
                <a16:creationId xmlns:a16="http://schemas.microsoft.com/office/drawing/2014/main" id="{82C34DC0-FF29-464B-8DA5-11414645DF39}"/>
              </a:ext>
            </a:extLst>
          </p:cNvPr>
          <p:cNvSpPr txBox="1"/>
          <p:nvPr/>
        </p:nvSpPr>
        <p:spPr>
          <a:xfrm>
            <a:off x="4691046" y="6813941"/>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6" name="文本框 1005">
            <a:extLst>
              <a:ext uri="{FF2B5EF4-FFF2-40B4-BE49-F238E27FC236}">
                <a16:creationId xmlns:a16="http://schemas.microsoft.com/office/drawing/2014/main" id="{18AE4B49-73ED-4732-B8F1-53446658F4EE}"/>
              </a:ext>
            </a:extLst>
          </p:cNvPr>
          <p:cNvSpPr txBox="1"/>
          <p:nvPr/>
        </p:nvSpPr>
        <p:spPr>
          <a:xfrm>
            <a:off x="4691046" y="6521897"/>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8" name="文本框 1007">
            <a:extLst>
              <a:ext uri="{FF2B5EF4-FFF2-40B4-BE49-F238E27FC236}">
                <a16:creationId xmlns:a16="http://schemas.microsoft.com/office/drawing/2014/main" id="{31B06316-6D71-4378-9B02-F6DC070E9589}"/>
              </a:ext>
            </a:extLst>
          </p:cNvPr>
          <p:cNvSpPr txBox="1"/>
          <p:nvPr/>
        </p:nvSpPr>
        <p:spPr>
          <a:xfrm>
            <a:off x="4691046" y="637246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9" name="文本框 1008">
            <a:extLst>
              <a:ext uri="{FF2B5EF4-FFF2-40B4-BE49-F238E27FC236}">
                <a16:creationId xmlns:a16="http://schemas.microsoft.com/office/drawing/2014/main" id="{3093BD58-3A4C-4690-88C0-EA16BEB32253}"/>
              </a:ext>
            </a:extLst>
          </p:cNvPr>
          <p:cNvSpPr txBox="1"/>
          <p:nvPr/>
        </p:nvSpPr>
        <p:spPr>
          <a:xfrm>
            <a:off x="4691046" y="607855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10" name="文本框 1009">
            <a:extLst>
              <a:ext uri="{FF2B5EF4-FFF2-40B4-BE49-F238E27FC236}">
                <a16:creationId xmlns:a16="http://schemas.microsoft.com/office/drawing/2014/main" id="{E7B8FA15-CB81-456B-8BF8-57F652294CA1}"/>
              </a:ext>
            </a:extLst>
          </p:cNvPr>
          <p:cNvSpPr txBox="1"/>
          <p:nvPr/>
        </p:nvSpPr>
        <p:spPr>
          <a:xfrm>
            <a:off x="4691046" y="5791816"/>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11" name="文本框 1010">
            <a:extLst>
              <a:ext uri="{FF2B5EF4-FFF2-40B4-BE49-F238E27FC236}">
                <a16:creationId xmlns:a16="http://schemas.microsoft.com/office/drawing/2014/main" id="{5E3383DD-37EE-4559-939C-DBDAFEBB956A}"/>
              </a:ext>
            </a:extLst>
          </p:cNvPr>
          <p:cNvSpPr txBox="1"/>
          <p:nvPr/>
        </p:nvSpPr>
        <p:spPr>
          <a:xfrm>
            <a:off x="4691046" y="563024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3" name="文本框 1082">
            <a:extLst>
              <a:ext uri="{FF2B5EF4-FFF2-40B4-BE49-F238E27FC236}">
                <a16:creationId xmlns:a16="http://schemas.microsoft.com/office/drawing/2014/main" id="{113E5F0D-3869-486F-9790-AF2E10059154}"/>
              </a:ext>
            </a:extLst>
          </p:cNvPr>
          <p:cNvSpPr txBox="1"/>
          <p:nvPr/>
        </p:nvSpPr>
        <p:spPr>
          <a:xfrm rot="5400000">
            <a:off x="2388326" y="6766280"/>
            <a:ext cx="345531" cy="192360"/>
          </a:xfrm>
          <a:prstGeom prst="rect">
            <a:avLst/>
          </a:prstGeom>
          <a:noFill/>
        </p:spPr>
        <p:txBody>
          <a:bodyPr wrap="square" rtlCol="0">
            <a:spAutoFit/>
          </a:bodyPr>
          <a:lstStyle/>
          <a:p>
            <a:pPr>
              <a:defRPr/>
            </a:pPr>
            <a:r>
              <a:rPr lang="en-US" altLang="zh-CN" sz="650" kern="0" dirty="0">
                <a:solidFill>
                  <a:prstClr val="black"/>
                </a:solidFill>
                <a:latin typeface="Arial" panose="020B0604020202020204" pitchFamily="34" charset="0"/>
                <a:cs typeface="Arial" panose="020B0604020202020204" pitchFamily="34" charset="0"/>
              </a:rPr>
              <a:t>***</a:t>
            </a:r>
            <a:endParaRPr lang="zh-CN" altLang="en-US" sz="650" kern="0" dirty="0">
              <a:solidFill>
                <a:prstClr val="black"/>
              </a:solidFill>
              <a:latin typeface="Arial" panose="020B0604020202020204" pitchFamily="34" charset="0"/>
              <a:cs typeface="Arial" panose="020B0604020202020204" pitchFamily="34" charset="0"/>
            </a:endParaRPr>
          </a:p>
        </p:txBody>
      </p:sp>
      <p:sp>
        <p:nvSpPr>
          <p:cNvPr id="1164" name="文本框 1163"/>
          <p:cNvSpPr txBox="1"/>
          <p:nvPr/>
        </p:nvSpPr>
        <p:spPr>
          <a:xfrm>
            <a:off x="3238676"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95.89%</a:t>
            </a:r>
            <a:endParaRPr lang="zh-CN" altLang="en-US" sz="650" dirty="0"/>
          </a:p>
        </p:txBody>
      </p:sp>
      <p:sp>
        <p:nvSpPr>
          <p:cNvPr id="6" name="文本框 5"/>
          <p:cNvSpPr txBox="1"/>
          <p:nvPr/>
        </p:nvSpPr>
        <p:spPr>
          <a:xfrm>
            <a:off x="441185" y="232545"/>
            <a:ext cx="281551" cy="400110"/>
          </a:xfrm>
          <a:prstGeom prst="rect">
            <a:avLst/>
          </a:prstGeom>
          <a:noFill/>
        </p:spPr>
        <p:txBody>
          <a:bodyPr wrap="square" rtlCol="0">
            <a:spAutoFit/>
          </a:bodyPr>
          <a:lstStyle>
            <a:defPPr>
              <a:defRPr lang="en-US"/>
            </a:defPPr>
            <a:lvl1pPr>
              <a:defRPr sz="800" b="1"/>
            </a:lvl1pPr>
          </a:lstStyle>
          <a:p>
            <a:r>
              <a:rPr lang="en-US" altLang="zh-CN" sz="2000" dirty="0">
                <a:latin typeface="Arial" panose="020B0604020202090204" pitchFamily="34" charset="0"/>
                <a:cs typeface="Arial" panose="020B0604020202090204" pitchFamily="34" charset="0"/>
              </a:rPr>
              <a:t>a</a:t>
            </a:r>
            <a:endParaRPr lang="zh-CN" altLang="en-US" sz="2000" dirty="0">
              <a:latin typeface="Arial" panose="020B0604020202090204" pitchFamily="34" charset="0"/>
              <a:cs typeface="Arial" panose="020B0604020202090204" pitchFamily="34" charset="0"/>
            </a:endParaRPr>
          </a:p>
        </p:txBody>
      </p:sp>
      <p:sp>
        <p:nvSpPr>
          <p:cNvPr id="34" name="文本框 33"/>
          <p:cNvSpPr txBox="1"/>
          <p:nvPr/>
        </p:nvSpPr>
        <p:spPr>
          <a:xfrm>
            <a:off x="441185" y="4848921"/>
            <a:ext cx="281551" cy="400110"/>
          </a:xfrm>
          <a:prstGeom prst="rect">
            <a:avLst/>
          </a:prstGeom>
          <a:noFill/>
        </p:spPr>
        <p:txBody>
          <a:bodyPr wrap="square" rtlCol="0">
            <a:spAutoFit/>
          </a:bodyPr>
          <a:lstStyle>
            <a:defPPr>
              <a:defRPr lang="en-US"/>
            </a:defPPr>
            <a:lvl1pPr>
              <a:defRPr sz="800" b="1"/>
            </a:lvl1pPr>
          </a:lstStyle>
          <a:p>
            <a:r>
              <a:rPr lang="en-US" altLang="zh-CN" sz="2000" dirty="0"/>
              <a:t>e</a:t>
            </a:r>
            <a:endParaRPr lang="zh-CN" altLang="en-US" sz="2000" dirty="0"/>
          </a:p>
        </p:txBody>
      </p:sp>
      <p:sp>
        <p:nvSpPr>
          <p:cNvPr id="54" name="文本框 53"/>
          <p:cNvSpPr txBox="1"/>
          <p:nvPr/>
        </p:nvSpPr>
        <p:spPr>
          <a:xfrm>
            <a:off x="441185" y="5943191"/>
            <a:ext cx="281551" cy="400110"/>
          </a:xfrm>
          <a:prstGeom prst="rect">
            <a:avLst/>
          </a:prstGeom>
          <a:noFill/>
        </p:spPr>
        <p:txBody>
          <a:bodyPr wrap="square" rtlCol="0">
            <a:spAutoFit/>
          </a:bodyPr>
          <a:lstStyle>
            <a:defPPr>
              <a:defRPr lang="en-US"/>
            </a:defPPr>
            <a:lvl1pPr>
              <a:defRPr sz="800" b="1"/>
            </a:lvl1pPr>
          </a:lstStyle>
          <a:p>
            <a:r>
              <a:rPr lang="en-US" altLang="zh-CN" sz="2000" dirty="0"/>
              <a:t>f</a:t>
            </a:r>
            <a:endParaRPr lang="zh-CN" altLang="en-US" sz="2000" dirty="0"/>
          </a:p>
        </p:txBody>
      </p:sp>
      <p:sp>
        <p:nvSpPr>
          <p:cNvPr id="56" name="文本框 55"/>
          <p:cNvSpPr txBox="1"/>
          <p:nvPr/>
        </p:nvSpPr>
        <p:spPr>
          <a:xfrm>
            <a:off x="2541396" y="5943191"/>
            <a:ext cx="281551" cy="400110"/>
          </a:xfrm>
          <a:prstGeom prst="rect">
            <a:avLst/>
          </a:prstGeom>
          <a:noFill/>
        </p:spPr>
        <p:txBody>
          <a:bodyPr wrap="square" rtlCol="0">
            <a:spAutoFit/>
          </a:bodyPr>
          <a:lstStyle>
            <a:defPPr>
              <a:defRPr lang="en-US"/>
            </a:defPPr>
            <a:lvl1pPr>
              <a:defRPr sz="800" b="1"/>
            </a:lvl1pPr>
          </a:lstStyle>
          <a:p>
            <a:r>
              <a:rPr lang="en-US" altLang="zh-CN" sz="2000" dirty="0"/>
              <a:t>g</a:t>
            </a:r>
            <a:endParaRPr lang="zh-CN" altLang="en-US" sz="2000" dirty="0"/>
          </a:p>
        </p:txBody>
      </p:sp>
      <p:sp>
        <p:nvSpPr>
          <p:cNvPr id="41" name="文本框 40"/>
          <p:cNvSpPr txBox="1"/>
          <p:nvPr/>
        </p:nvSpPr>
        <p:spPr>
          <a:xfrm>
            <a:off x="0" y="8366864"/>
            <a:ext cx="6891338" cy="1615827"/>
          </a:xfrm>
          <a:prstGeom prst="rect">
            <a:avLst/>
          </a:prstGeom>
          <a:noFill/>
        </p:spPr>
        <p:txBody>
          <a:bodyPr wrap="square">
            <a:spAutoFit/>
          </a:bodyPr>
          <a:lstStyle>
            <a:defPPr>
              <a:defRPr lang="en-US"/>
            </a:defPPr>
            <a:lvl1pPr defTabSz="427355">
              <a:defRPr sz="915" b="1" kern="100">
                <a:solidFill>
                  <a:prstClr val="black"/>
                </a:solidFill>
                <a:latin typeface="Times New Roman" panose="02020503050405090304" pitchFamily="18" charset="0"/>
                <a:ea typeface="SimSun" pitchFamily="2" charset="-122"/>
                <a:cs typeface="Times New Roman" panose="02020503050405090304" pitchFamily="18" charset="0"/>
              </a:defRPr>
            </a:lvl1pPr>
          </a:lstStyle>
          <a:p>
            <a:pPr algn="just"/>
            <a:r>
              <a:rPr lang="en-US" altLang="zh-CN" sz="900" dirty="0">
                <a:latin typeface="Times New Roman" panose="02020603050405020304" pitchFamily="18" charset="0"/>
                <a:cs typeface="Times New Roman" panose="02020603050405020304" pitchFamily="18" charset="0"/>
              </a:rPr>
              <a:t>Figure 6: </a:t>
            </a:r>
            <a:r>
              <a:rPr lang="en-US" altLang="zh-CN" sz="900" i="1" dirty="0">
                <a:latin typeface="Times New Roman" panose="02020603050405020304" pitchFamily="18" charset="0"/>
                <a:cs typeface="Times New Roman" panose="02020603050405020304" pitchFamily="18" charset="0"/>
              </a:rPr>
              <a:t>In vivo </a:t>
            </a:r>
            <a:r>
              <a:rPr lang="en-US" altLang="zh-CN" sz="900" dirty="0">
                <a:latin typeface="Times New Roman" panose="02020603050405020304" pitchFamily="18" charset="0"/>
                <a:cs typeface="Times New Roman" panose="02020603050405020304" pitchFamily="18" charset="0"/>
              </a:rPr>
              <a:t>antigenicity and anti-tumor efficacy of PDAC neoantigens. </a:t>
            </a:r>
            <a:r>
              <a:rPr lang="en-US" altLang="zh-CN" sz="900" b="0" dirty="0">
                <a:latin typeface="Times New Roman" panose="02020603050405020304" pitchFamily="18" charset="0"/>
                <a:cs typeface="Times New Roman" panose="02020603050405020304" pitchFamily="18" charset="0"/>
              </a:rPr>
              <a:t>(</a:t>
            </a:r>
            <a:r>
              <a:rPr lang="en-US" altLang="zh-CN" sz="900" dirty="0">
                <a:latin typeface="Times New Roman" panose="02020603050405020304" pitchFamily="18" charset="0"/>
                <a:cs typeface="Times New Roman" panose="02020603050405020304" pitchFamily="18" charset="0"/>
              </a:rPr>
              <a:t>a</a:t>
            </a:r>
            <a:r>
              <a:rPr lang="en-US" altLang="zh-CN" sz="900" b="0" dirty="0">
                <a:latin typeface="Times New Roman" panose="02020603050405020304" pitchFamily="18" charset="0"/>
                <a:cs typeface="Times New Roman" panose="02020603050405020304" pitchFamily="18" charset="0"/>
              </a:rPr>
              <a:t>) Schematic showing the experimental design of prophylactic and therapeutic vaccination schedules in humanized HLA-A*24:02 transgenic mice. Mice received intramuscular injections of LNP-mRNA vaccines (30 </a:t>
            </a:r>
            <a:r>
              <a:rPr lang="en-US" altLang="zh-CN" sz="900" b="0" dirty="0" err="1">
                <a:latin typeface="Times New Roman" panose="02020603050405020304" pitchFamily="18" charset="0"/>
                <a:cs typeface="Times New Roman" panose="02020603050405020304" pitchFamily="18" charset="0"/>
              </a:rPr>
              <a:t>μg</a:t>
            </a:r>
            <a:r>
              <a:rPr lang="en-US" altLang="zh-CN" sz="900" b="0" dirty="0">
                <a:latin typeface="Times New Roman" panose="02020603050405020304" pitchFamily="18" charset="0"/>
                <a:cs typeface="Times New Roman" panose="02020603050405020304" pitchFamily="18" charset="0"/>
              </a:rPr>
              <a:t>/dose) on Days 0, 7, and 14. </a:t>
            </a:r>
            <a:r>
              <a:rPr lang="en-US" altLang="zh-CN" sz="900" dirty="0">
                <a:latin typeface="Times New Roman" panose="02020603050405020304" pitchFamily="18" charset="0"/>
                <a:cs typeface="Times New Roman" panose="02020603050405020304" pitchFamily="18" charset="0"/>
              </a:rPr>
              <a:t>(b) </a:t>
            </a:r>
            <a:r>
              <a:rPr lang="en-US" altLang="zh-CN" sz="900" b="0" dirty="0">
                <a:latin typeface="Times New Roman" panose="02020603050405020304" pitchFamily="18" charset="0"/>
                <a:cs typeface="Times New Roman" panose="02020603050405020304" pitchFamily="18" charset="0"/>
              </a:rPr>
              <a:t>Flow cytometry analysis showing representative plots and quantification of CD8+ and CD4+ T cell expansion, and </a:t>
            </a:r>
            <a:r>
              <a:rPr lang="en-US" altLang="zh-CN" sz="900" dirty="0">
                <a:latin typeface="Times New Roman" panose="02020603050405020304" pitchFamily="18" charset="0"/>
                <a:cs typeface="Times New Roman" panose="02020603050405020304" pitchFamily="18" charset="0"/>
              </a:rPr>
              <a:t>(c)</a:t>
            </a:r>
            <a:r>
              <a:rPr lang="en-US" altLang="zh-CN" sz="900" b="0" dirty="0">
                <a:latin typeface="Times New Roman" panose="02020603050405020304" pitchFamily="18" charset="0"/>
                <a:cs typeface="Times New Roman" panose="02020603050405020304" pitchFamily="18" charset="0"/>
              </a:rPr>
              <a:t> the distribution of T cell subsets, including effector memory T (</a:t>
            </a:r>
            <a:r>
              <a:rPr lang="en-US" altLang="zh-CN" sz="900" b="0" dirty="0" err="1">
                <a:latin typeface="Times New Roman" panose="02020603050405020304" pitchFamily="18" charset="0"/>
                <a:cs typeface="Times New Roman" panose="02020603050405020304" pitchFamily="18" charset="0"/>
              </a:rPr>
              <a:t>Tem</a:t>
            </a:r>
            <a:r>
              <a:rPr lang="en-US" altLang="zh-CN" sz="900" b="0" dirty="0">
                <a:latin typeface="Times New Roman" panose="02020603050405020304" pitchFamily="18" charset="0"/>
                <a:cs typeface="Times New Roman" panose="02020603050405020304" pitchFamily="18" charset="0"/>
              </a:rPr>
              <a:t>) and naïve T cells; </a:t>
            </a:r>
            <a:r>
              <a:rPr lang="en-US" altLang="zh-CN" sz="900" dirty="0">
                <a:latin typeface="Times New Roman" panose="02020603050405020304" pitchFamily="18" charset="0"/>
                <a:cs typeface="Times New Roman" panose="02020603050405020304" pitchFamily="18" charset="0"/>
              </a:rPr>
              <a:t>(d)</a:t>
            </a:r>
            <a:r>
              <a:rPr lang="en-US" altLang="zh-CN" sz="900" b="0" dirty="0">
                <a:latin typeface="Times New Roman" panose="02020603050405020304" pitchFamily="18" charset="0"/>
                <a:cs typeface="Times New Roman" panose="02020603050405020304" pitchFamily="18" charset="0"/>
              </a:rPr>
              <a:t> IFN-γ ELISpot assay of splenocytes re-stimulated with a pooled peptide mix (10 </a:t>
            </a:r>
            <a:r>
              <a:rPr lang="en-US" altLang="zh-CN" sz="900" b="0" dirty="0" err="1">
                <a:latin typeface="Times New Roman" panose="02020603050405020304" pitchFamily="18" charset="0"/>
                <a:cs typeface="Times New Roman" panose="02020603050405020304" pitchFamily="18" charset="0"/>
              </a:rPr>
              <a:t>μg</a:t>
            </a:r>
            <a:r>
              <a:rPr lang="en-US" altLang="zh-CN" sz="900" b="0" dirty="0">
                <a:latin typeface="Times New Roman" panose="02020603050405020304" pitchFamily="18" charset="0"/>
                <a:cs typeface="Times New Roman" panose="02020603050405020304" pitchFamily="18" charset="0"/>
              </a:rPr>
              <a:t>/mL each, 48 h) to assess neoantigen-specific T cell responses (expressed as spot-forming units [SFU] per 10^6 cells). </a:t>
            </a:r>
            <a:r>
              <a:rPr lang="en-US" altLang="zh-CN" sz="900" dirty="0">
                <a:latin typeface="Times New Roman" panose="02020603050405020304" pitchFamily="18" charset="0"/>
                <a:cs typeface="Times New Roman" panose="02020603050405020304" pitchFamily="18" charset="0"/>
              </a:rPr>
              <a:t>(e)</a:t>
            </a:r>
            <a:r>
              <a:rPr lang="en-US" altLang="zh-CN" sz="900" b="0" dirty="0">
                <a:latin typeface="Times New Roman" panose="02020603050405020304" pitchFamily="18" charset="0"/>
                <a:cs typeface="Times New Roman" panose="02020603050405020304" pitchFamily="18" charset="0"/>
              </a:rPr>
              <a:t> Experimental timeline of adoptive transfer therapy in the PDAC tumor model. Mice were inoculated with S2-VP10 cells (Day 1), followed by three rounds of adoptive splenocyte transfer (Days 5, 8, and 11). </a:t>
            </a:r>
            <a:r>
              <a:rPr lang="en-US" altLang="zh-CN" sz="900" dirty="0">
                <a:latin typeface="Times New Roman" panose="02020603050405020304" pitchFamily="18" charset="0"/>
                <a:cs typeface="Times New Roman" panose="02020603050405020304" pitchFamily="18" charset="0"/>
              </a:rPr>
              <a:t>(f)</a:t>
            </a:r>
            <a:r>
              <a:rPr lang="en-US" altLang="zh-CN" sz="900" b="0" dirty="0">
                <a:latin typeface="Times New Roman" panose="02020603050405020304" pitchFamily="18" charset="0"/>
                <a:cs typeface="Times New Roman" panose="02020603050405020304" pitchFamily="18" charset="0"/>
              </a:rPr>
              <a:t> Relative </a:t>
            </a:r>
            <a:r>
              <a:rPr lang="en-US" altLang="zh-CN" sz="900" b="0" dirty="0" err="1">
                <a:latin typeface="Times New Roman" panose="02020603050405020304" pitchFamily="18" charset="0"/>
                <a:cs typeface="Times New Roman" panose="02020603050405020304" pitchFamily="18" charset="0"/>
              </a:rPr>
              <a:t>tumour</a:t>
            </a:r>
            <a:r>
              <a:rPr lang="en-US" altLang="zh-CN" sz="900" b="0" dirty="0">
                <a:latin typeface="Times New Roman" panose="02020603050405020304" pitchFamily="18" charset="0"/>
                <a:cs typeface="Times New Roman" panose="02020603050405020304" pitchFamily="18" charset="0"/>
              </a:rPr>
              <a:t> volume curves and endpoint </a:t>
            </a:r>
            <a:r>
              <a:rPr lang="en-US" altLang="zh-CN" sz="900" b="0" dirty="0" err="1">
                <a:latin typeface="Times New Roman" panose="02020603050405020304" pitchFamily="18" charset="0"/>
                <a:cs typeface="Times New Roman" panose="02020603050405020304" pitchFamily="18" charset="0"/>
              </a:rPr>
              <a:t>tumour</a:t>
            </a:r>
            <a:r>
              <a:rPr lang="en-US" altLang="zh-CN" sz="900" b="0" dirty="0">
                <a:latin typeface="Times New Roman" panose="02020603050405020304" pitchFamily="18" charset="0"/>
                <a:cs typeface="Times New Roman" panose="02020603050405020304" pitchFamily="18" charset="0"/>
              </a:rPr>
              <a:t> weights across treatment groups. </a:t>
            </a:r>
            <a:r>
              <a:rPr lang="en-US" altLang="zh-CN" sz="900" dirty="0">
                <a:latin typeface="Times New Roman" panose="02020603050405020304" pitchFamily="18" charset="0"/>
                <a:cs typeface="Times New Roman" panose="02020603050405020304" pitchFamily="18" charset="0"/>
              </a:rPr>
              <a:t>(g)</a:t>
            </a:r>
            <a:r>
              <a:rPr lang="en-US" altLang="zh-CN" sz="900" b="0" dirty="0">
                <a:latin typeface="Times New Roman" panose="02020603050405020304" pitchFamily="18" charset="0"/>
                <a:cs typeface="Times New Roman" panose="02020603050405020304" pitchFamily="18" charset="0"/>
              </a:rPr>
              <a:t> Representative images and weights of tumors at the experimental endpoint (Day 25). </a:t>
            </a:r>
            <a:r>
              <a:rPr lang="en-US" altLang="zh-CN" sz="900" dirty="0">
                <a:latin typeface="Times New Roman" panose="02020603050405020304" pitchFamily="18" charset="0"/>
                <a:cs typeface="Times New Roman" panose="02020603050405020304" pitchFamily="18" charset="0"/>
              </a:rPr>
              <a:t>(h)</a:t>
            </a:r>
            <a:r>
              <a:rPr lang="en-US" altLang="zh-CN" sz="900" b="0" dirty="0">
                <a:latin typeface="Times New Roman" panose="02020603050405020304" pitchFamily="18" charset="0"/>
                <a:cs typeface="Times New Roman" panose="02020603050405020304" pitchFamily="18" charset="0"/>
              </a:rPr>
              <a:t> Kaplan–Meier survival analysis of mice receiving adoptive splenocyte transfer from sq1–sq4-immunized. </a:t>
            </a:r>
            <a:r>
              <a:rPr lang="en-US" altLang="zh-CN" sz="900" dirty="0">
                <a:latin typeface="Times New Roman" panose="02020603050405020304" pitchFamily="18" charset="0"/>
                <a:cs typeface="Times New Roman" panose="02020603050405020304" pitchFamily="18" charset="0"/>
              </a:rPr>
              <a:t>(</a:t>
            </a:r>
            <a:r>
              <a:rPr lang="en-US" altLang="zh-CN" sz="900" dirty="0" err="1">
                <a:latin typeface="Times New Roman" panose="02020603050405020304" pitchFamily="18" charset="0"/>
                <a:cs typeface="Times New Roman" panose="02020603050405020304" pitchFamily="18" charset="0"/>
              </a:rPr>
              <a:t>i</a:t>
            </a:r>
            <a:r>
              <a:rPr lang="en-US" altLang="zh-CN" sz="900" dirty="0">
                <a:latin typeface="Times New Roman" panose="02020603050405020304" pitchFamily="18" charset="0"/>
                <a:cs typeface="Times New Roman" panose="02020603050405020304" pitchFamily="18" charset="0"/>
              </a:rPr>
              <a:t>)</a:t>
            </a:r>
            <a:r>
              <a:rPr lang="en-US" altLang="zh-CN" sz="900" b="0" dirty="0">
                <a:latin typeface="Times New Roman" panose="02020603050405020304" pitchFamily="18" charset="0"/>
                <a:cs typeface="Times New Roman" panose="02020603050405020304" pitchFamily="18" charset="0"/>
              </a:rPr>
              <a:t> Immunohistochemical staining of tumor sections showing </a:t>
            </a:r>
            <a:r>
              <a:rPr lang="en-US" altLang="zh-CN" sz="900" b="0" dirty="0" err="1">
                <a:latin typeface="Times New Roman" panose="02020603050405020304" pitchFamily="18" charset="0"/>
                <a:cs typeface="Times New Roman" panose="02020603050405020304" pitchFamily="18" charset="0"/>
              </a:rPr>
              <a:t>intratumoral</a:t>
            </a:r>
            <a:r>
              <a:rPr lang="en-US" altLang="zh-CN" sz="900" b="0" dirty="0">
                <a:latin typeface="Times New Roman" panose="02020603050405020304" pitchFamily="18" charset="0"/>
                <a:cs typeface="Times New Roman" panose="02020603050405020304" pitchFamily="18" charset="0"/>
              </a:rPr>
              <a:t> CD8+ T cell infiltration on Day 18 and Day 25, using an anti-CD8α antibody. Scale bar, 100 </a:t>
            </a:r>
            <a:r>
              <a:rPr lang="en-US" altLang="zh-CN" sz="900" b="0" dirty="0" err="1">
                <a:latin typeface="Times New Roman" panose="02020603050405020304" pitchFamily="18" charset="0"/>
                <a:cs typeface="Times New Roman" panose="02020603050405020304" pitchFamily="18" charset="0"/>
              </a:rPr>
              <a:t>μm</a:t>
            </a:r>
            <a:r>
              <a:rPr lang="en-US" altLang="zh-CN" sz="900" b="0" dirty="0">
                <a:latin typeface="Times New Roman" panose="02020603050405020304" pitchFamily="18" charset="0"/>
                <a:cs typeface="Times New Roman" panose="02020603050405020304" pitchFamily="18" charset="0"/>
              </a:rPr>
              <a:t>. </a:t>
            </a:r>
            <a:r>
              <a:rPr lang="en-US" altLang="zh-CN" sz="900" b="0" dirty="0" err="1">
                <a:latin typeface="Times New Roman" panose="02020603050405020304" pitchFamily="18" charset="0"/>
                <a:cs typeface="Times New Roman" panose="02020603050405020304" pitchFamily="18" charset="0"/>
              </a:rPr>
              <a:t>Intratumoral</a:t>
            </a:r>
            <a:r>
              <a:rPr lang="en-US" altLang="zh-CN" sz="900" b="0" dirty="0">
                <a:latin typeface="Times New Roman" panose="02020603050405020304" pitchFamily="18" charset="0"/>
                <a:cs typeface="Times New Roman" panose="02020603050405020304" pitchFamily="18" charset="0"/>
              </a:rPr>
              <a:t> CD8+ T cell density was quantified across three randomly selected 20× fields per section.</a:t>
            </a:r>
          </a:p>
        </p:txBody>
      </p:sp>
      <p:sp>
        <p:nvSpPr>
          <p:cNvPr id="3642" name="文本框 3641"/>
          <p:cNvSpPr txBox="1"/>
          <p:nvPr/>
        </p:nvSpPr>
        <p:spPr>
          <a:xfrm>
            <a:off x="441185" y="3568147"/>
            <a:ext cx="281551" cy="400110"/>
          </a:xfrm>
          <a:prstGeom prst="rect">
            <a:avLst/>
          </a:prstGeom>
          <a:noFill/>
        </p:spPr>
        <p:txBody>
          <a:bodyPr wrap="square" rtlCol="0">
            <a:spAutoFit/>
          </a:bodyPr>
          <a:lstStyle>
            <a:defPPr>
              <a:defRPr lang="en-US"/>
            </a:defPPr>
            <a:lvl1pPr>
              <a:defRPr sz="800" b="1"/>
            </a:lvl1pPr>
          </a:lstStyle>
          <a:p>
            <a:r>
              <a:rPr lang="en-US" altLang="zh-CN" sz="2000" dirty="0"/>
              <a:t>d</a:t>
            </a:r>
            <a:endParaRPr lang="zh-CN" altLang="en-US" sz="2000" dirty="0"/>
          </a:p>
        </p:txBody>
      </p:sp>
      <p:grpSp>
        <p:nvGrpSpPr>
          <p:cNvPr id="35" name="组合 34">
            <a:extLst>
              <a:ext uri="{FF2B5EF4-FFF2-40B4-BE49-F238E27FC236}">
                <a16:creationId xmlns:a16="http://schemas.microsoft.com/office/drawing/2014/main" id="{9BAC682C-AE7A-4E71-A38E-6020BE7C7F94}"/>
              </a:ext>
            </a:extLst>
          </p:cNvPr>
          <p:cNvGrpSpPr/>
          <p:nvPr/>
        </p:nvGrpSpPr>
        <p:grpSpPr>
          <a:xfrm>
            <a:off x="3622058" y="1200465"/>
            <a:ext cx="2791831" cy="1205982"/>
            <a:chOff x="3876520" y="1253606"/>
            <a:chExt cx="2791831" cy="1205982"/>
          </a:xfrm>
        </p:grpSpPr>
        <p:sp>
          <p:nvSpPr>
            <p:cNvPr id="3640" name="文本框 3639"/>
            <p:cNvSpPr txBox="1"/>
            <p:nvPr/>
          </p:nvSpPr>
          <p:spPr>
            <a:xfrm rot="16200000">
              <a:off x="4758020" y="1694159"/>
              <a:ext cx="1066963" cy="192681"/>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en-US" altLang="zh-CN" sz="650" dirty="0"/>
                <a:t>Parent of CD8+ T Cell</a:t>
              </a:r>
              <a:endParaRPr lang="zh-CN" altLang="en-US" sz="650" dirty="0"/>
            </a:p>
          </p:txBody>
        </p:sp>
        <p:grpSp>
          <p:nvGrpSpPr>
            <p:cNvPr id="31" name="组合 30">
              <a:extLst>
                <a:ext uri="{FF2B5EF4-FFF2-40B4-BE49-F238E27FC236}">
                  <a16:creationId xmlns:a16="http://schemas.microsoft.com/office/drawing/2014/main" id="{D52A9707-78E5-4694-8ADA-471EF15EFFE3}"/>
                </a:ext>
              </a:extLst>
            </p:cNvPr>
            <p:cNvGrpSpPr/>
            <p:nvPr/>
          </p:nvGrpSpPr>
          <p:grpSpPr>
            <a:xfrm>
              <a:off x="3876520" y="1253606"/>
              <a:ext cx="2791831" cy="1205982"/>
              <a:chOff x="3876520" y="1253606"/>
              <a:chExt cx="2791831" cy="1205982"/>
            </a:xfrm>
          </p:grpSpPr>
          <p:sp>
            <p:nvSpPr>
              <p:cNvPr id="3638" name="文本框 3637"/>
              <p:cNvSpPr txBox="1"/>
              <p:nvPr/>
            </p:nvSpPr>
            <p:spPr>
              <a:xfrm rot="16200000">
                <a:off x="3457771" y="1690747"/>
                <a:ext cx="1066963" cy="192681"/>
              </a:xfrm>
              <a:prstGeom prst="rect">
                <a:avLst/>
              </a:prstGeom>
              <a:noFill/>
            </p:spPr>
            <p:txBody>
              <a:bodyPr wrap="square">
                <a:spAutoFit/>
              </a:bodyPr>
              <a:lstStyle/>
              <a:p>
                <a:r>
                  <a:rPr lang="en-US" altLang="zh-CN" sz="650" dirty="0">
                    <a:latin typeface="Arial" panose="020B0604020202090204" pitchFamily="34" charset="0"/>
                    <a:cs typeface="Arial" panose="020B0604020202090204" pitchFamily="34" charset="0"/>
                  </a:rPr>
                  <a:t>Parent of CD4+ T Cell</a:t>
                </a:r>
                <a:endParaRPr lang="zh-CN" altLang="en-US" sz="650" dirty="0">
                  <a:latin typeface="Arial" panose="020B0604020202090204" pitchFamily="34" charset="0"/>
                  <a:cs typeface="Arial" panose="020B0604020202090204" pitchFamily="34" charset="0"/>
                </a:endParaRPr>
              </a:p>
            </p:txBody>
          </p:sp>
          <p:sp>
            <p:nvSpPr>
              <p:cNvPr id="2774" name="Rectangle 2603"/>
              <p:cNvSpPr>
                <a:spLocks noChangeArrowheads="1"/>
              </p:cNvSpPr>
              <p:nvPr/>
            </p:nvSpPr>
            <p:spPr bwMode="auto">
              <a:xfrm rot="16200000">
                <a:off x="4057082" y="1458105"/>
                <a:ext cx="65" cy="361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endParaRPr lang="zh-CN" altLang="zh-CN" sz="2345"/>
              </a:p>
            </p:txBody>
          </p:sp>
          <p:grpSp>
            <p:nvGrpSpPr>
              <p:cNvPr id="3632" name="组合 3631"/>
              <p:cNvGrpSpPr/>
              <p:nvPr/>
            </p:nvGrpSpPr>
            <p:grpSpPr>
              <a:xfrm>
                <a:off x="4037908" y="1299182"/>
                <a:ext cx="1267641" cy="1160406"/>
                <a:chOff x="212285" y="1922459"/>
                <a:chExt cx="972061" cy="889829"/>
              </a:xfrm>
            </p:grpSpPr>
            <p:sp>
              <p:nvSpPr>
                <p:cNvPr id="2780" name="文本框 2779"/>
                <p:cNvSpPr txBox="1"/>
                <p:nvPr/>
              </p:nvSpPr>
              <p:spPr>
                <a:xfrm>
                  <a:off x="866704" y="2144853"/>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nvGrpSpPr>
                <p:cNvPr id="3422" name="组合 3421"/>
                <p:cNvGrpSpPr/>
                <p:nvPr/>
              </p:nvGrpSpPr>
              <p:grpSpPr>
                <a:xfrm>
                  <a:off x="212285" y="1922459"/>
                  <a:ext cx="860168" cy="889829"/>
                  <a:chOff x="282575" y="1918836"/>
                  <a:chExt cx="860168" cy="889829"/>
                </a:xfrm>
              </p:grpSpPr>
              <p:sp>
                <p:nvSpPr>
                  <p:cNvPr id="2656" name="Rectangle 2485"/>
                  <p:cNvSpPr>
                    <a:spLocks noChangeArrowheads="1"/>
                  </p:cNvSpPr>
                  <p:nvPr/>
                </p:nvSpPr>
                <p:spPr bwMode="auto">
                  <a:xfrm rot="18900000">
                    <a:off x="336308" y="2668214"/>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2661" name="Rectangle 2490"/>
                  <p:cNvSpPr>
                    <a:spLocks noChangeArrowheads="1"/>
                  </p:cNvSpPr>
                  <p:nvPr/>
                </p:nvSpPr>
                <p:spPr bwMode="auto">
                  <a:xfrm rot="18900000">
                    <a:off x="446098" y="2666632"/>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2663" name="Rectangle 2492"/>
                  <p:cNvSpPr>
                    <a:spLocks noChangeArrowheads="1"/>
                  </p:cNvSpPr>
                  <p:nvPr/>
                </p:nvSpPr>
                <p:spPr bwMode="auto">
                  <a:xfrm rot="18900000">
                    <a:off x="565908" y="265551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2667" name="Rectangle 2496"/>
                  <p:cNvSpPr>
                    <a:spLocks noChangeArrowheads="1"/>
                  </p:cNvSpPr>
                  <p:nvPr/>
                </p:nvSpPr>
                <p:spPr bwMode="auto">
                  <a:xfrm rot="18900000">
                    <a:off x="665919" y="266504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2670" name="Rectangle 2499"/>
                  <p:cNvSpPr>
                    <a:spLocks noChangeArrowheads="1"/>
                  </p:cNvSpPr>
                  <p:nvPr/>
                </p:nvSpPr>
                <p:spPr bwMode="auto">
                  <a:xfrm rot="18900000">
                    <a:off x="757568" y="265967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2673" name="Rectangle 2502"/>
                  <p:cNvSpPr>
                    <a:spLocks noChangeArrowheads="1"/>
                  </p:cNvSpPr>
                  <p:nvPr/>
                </p:nvSpPr>
                <p:spPr bwMode="auto">
                  <a:xfrm rot="18900000">
                    <a:off x="850068" y="2660282"/>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2681" name="Rectangle 2510"/>
                  <p:cNvSpPr>
                    <a:spLocks noChangeArrowheads="1"/>
                  </p:cNvSpPr>
                  <p:nvPr/>
                </p:nvSpPr>
                <p:spPr bwMode="auto">
                  <a:xfrm rot="18900000">
                    <a:off x="814332" y="2731715"/>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2682" name="Freeform 2511"/>
                  <p:cNvSpPr>
                    <a:spLocks noEditPoints="1"/>
                  </p:cNvSpPr>
                  <p:nvPr/>
                </p:nvSpPr>
                <p:spPr bwMode="auto">
                  <a:xfrm>
                    <a:off x="385762" y="2592390"/>
                    <a:ext cx="711200" cy="25400"/>
                  </a:xfrm>
                  <a:custGeom>
                    <a:avLst/>
                    <a:gdLst>
                      <a:gd name="T0" fmla="*/ 0 w 448"/>
                      <a:gd name="T1" fmla="*/ 0 h 16"/>
                      <a:gd name="T2" fmla="*/ 448 w 448"/>
                      <a:gd name="T3" fmla="*/ 0 h 16"/>
                      <a:gd name="T4" fmla="*/ 42 w 448"/>
                      <a:gd name="T5" fmla="*/ 16 h 16"/>
                      <a:gd name="T6" fmla="*/ 42 w 448"/>
                      <a:gd name="T7" fmla="*/ 0 h 16"/>
                      <a:gd name="T8" fmla="*/ 103 w 448"/>
                      <a:gd name="T9" fmla="*/ 16 h 16"/>
                      <a:gd name="T10" fmla="*/ 103 w 448"/>
                      <a:gd name="T11" fmla="*/ 0 h 16"/>
                      <a:gd name="T12" fmla="*/ 163 w 448"/>
                      <a:gd name="T13" fmla="*/ 16 h 16"/>
                      <a:gd name="T14" fmla="*/ 163 w 448"/>
                      <a:gd name="T15" fmla="*/ 0 h 16"/>
                      <a:gd name="T16" fmla="*/ 224 w 448"/>
                      <a:gd name="T17" fmla="*/ 16 h 16"/>
                      <a:gd name="T18" fmla="*/ 224 w 448"/>
                      <a:gd name="T19" fmla="*/ 0 h 16"/>
                      <a:gd name="T20" fmla="*/ 285 w 448"/>
                      <a:gd name="T21" fmla="*/ 16 h 16"/>
                      <a:gd name="T22" fmla="*/ 285 w 448"/>
                      <a:gd name="T23" fmla="*/ 0 h 16"/>
                      <a:gd name="T24" fmla="*/ 345 w 448"/>
                      <a:gd name="T25" fmla="*/ 16 h 16"/>
                      <a:gd name="T26" fmla="*/ 345 w 448"/>
                      <a:gd name="T27" fmla="*/ 0 h 16"/>
                      <a:gd name="T28" fmla="*/ 406 w 448"/>
                      <a:gd name="T29" fmla="*/ 16 h 16"/>
                      <a:gd name="T30" fmla="*/ 406 w 44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8" h="16">
                        <a:moveTo>
                          <a:pt x="0" y="0"/>
                        </a:moveTo>
                        <a:lnTo>
                          <a:pt x="448" y="0"/>
                        </a:lnTo>
                        <a:moveTo>
                          <a:pt x="42" y="16"/>
                        </a:moveTo>
                        <a:lnTo>
                          <a:pt x="42" y="0"/>
                        </a:lnTo>
                        <a:moveTo>
                          <a:pt x="103" y="16"/>
                        </a:moveTo>
                        <a:lnTo>
                          <a:pt x="103" y="0"/>
                        </a:lnTo>
                        <a:moveTo>
                          <a:pt x="163" y="16"/>
                        </a:moveTo>
                        <a:lnTo>
                          <a:pt x="163" y="0"/>
                        </a:lnTo>
                        <a:moveTo>
                          <a:pt x="224" y="16"/>
                        </a:moveTo>
                        <a:lnTo>
                          <a:pt x="224" y="0"/>
                        </a:lnTo>
                        <a:moveTo>
                          <a:pt x="285" y="16"/>
                        </a:moveTo>
                        <a:lnTo>
                          <a:pt x="285" y="0"/>
                        </a:lnTo>
                        <a:moveTo>
                          <a:pt x="345" y="16"/>
                        </a:moveTo>
                        <a:lnTo>
                          <a:pt x="345" y="0"/>
                        </a:lnTo>
                        <a:moveTo>
                          <a:pt x="406" y="16"/>
                        </a:moveTo>
                        <a:lnTo>
                          <a:pt x="406"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83" name="Rectangle 2512"/>
                  <p:cNvSpPr>
                    <a:spLocks noChangeArrowheads="1"/>
                  </p:cNvSpPr>
                  <p:nvPr/>
                </p:nvSpPr>
                <p:spPr bwMode="auto">
                  <a:xfrm>
                    <a:off x="330518" y="2562368"/>
                    <a:ext cx="4571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2684" name="Rectangle 2513"/>
                  <p:cNvSpPr>
                    <a:spLocks noChangeArrowheads="1"/>
                  </p:cNvSpPr>
                  <p:nvPr/>
                </p:nvSpPr>
                <p:spPr bwMode="auto">
                  <a:xfrm>
                    <a:off x="307975" y="2447927"/>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20</a:t>
                    </a:r>
                    <a:endParaRPr lang="zh-CN" altLang="zh-CN" sz="520">
                      <a:solidFill>
                        <a:srgbClr val="000000"/>
                      </a:solidFill>
                      <a:latin typeface="Arial" panose="020B0604020202090204" pitchFamily="34" charset="0"/>
                    </a:endParaRPr>
                  </a:p>
                </p:txBody>
              </p:sp>
              <p:sp>
                <p:nvSpPr>
                  <p:cNvPr id="2685" name="Rectangle 2514"/>
                  <p:cNvSpPr>
                    <a:spLocks noChangeArrowheads="1"/>
                  </p:cNvSpPr>
                  <p:nvPr/>
                </p:nvSpPr>
                <p:spPr bwMode="auto">
                  <a:xfrm>
                    <a:off x="307975" y="2330452"/>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40</a:t>
                    </a:r>
                    <a:endParaRPr lang="zh-CN" altLang="zh-CN" sz="520">
                      <a:solidFill>
                        <a:srgbClr val="000000"/>
                      </a:solidFill>
                      <a:latin typeface="Arial" panose="020B0604020202090204" pitchFamily="34" charset="0"/>
                    </a:endParaRPr>
                  </a:p>
                </p:txBody>
              </p:sp>
              <p:sp>
                <p:nvSpPr>
                  <p:cNvPr id="2686" name="Rectangle 2515"/>
                  <p:cNvSpPr>
                    <a:spLocks noChangeArrowheads="1"/>
                  </p:cNvSpPr>
                  <p:nvPr/>
                </p:nvSpPr>
                <p:spPr bwMode="auto">
                  <a:xfrm>
                    <a:off x="307975" y="2211390"/>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2687" name="Rectangle 2516"/>
                  <p:cNvSpPr>
                    <a:spLocks noChangeArrowheads="1"/>
                  </p:cNvSpPr>
                  <p:nvPr/>
                </p:nvSpPr>
                <p:spPr bwMode="auto">
                  <a:xfrm>
                    <a:off x="307975" y="2092327"/>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80</a:t>
                    </a:r>
                    <a:endParaRPr lang="zh-CN" altLang="zh-CN" sz="520">
                      <a:solidFill>
                        <a:srgbClr val="000000"/>
                      </a:solidFill>
                      <a:latin typeface="Arial" panose="020B0604020202090204" pitchFamily="34" charset="0"/>
                    </a:endParaRPr>
                  </a:p>
                </p:txBody>
              </p:sp>
              <p:sp>
                <p:nvSpPr>
                  <p:cNvPr id="2688" name="Rectangle 2517"/>
                  <p:cNvSpPr>
                    <a:spLocks noChangeArrowheads="1"/>
                  </p:cNvSpPr>
                  <p:nvPr/>
                </p:nvSpPr>
                <p:spPr bwMode="auto">
                  <a:xfrm>
                    <a:off x="282575" y="1974852"/>
                    <a:ext cx="86562"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100</a:t>
                    </a:r>
                    <a:endParaRPr lang="zh-CN" altLang="zh-CN" sz="520">
                      <a:solidFill>
                        <a:srgbClr val="000000"/>
                      </a:solidFill>
                      <a:latin typeface="Arial" panose="020B0604020202090204" pitchFamily="34" charset="0"/>
                    </a:endParaRPr>
                  </a:p>
                </p:txBody>
              </p:sp>
              <p:sp>
                <p:nvSpPr>
                  <p:cNvPr id="2689" name="Freeform 2518"/>
                  <p:cNvSpPr>
                    <a:spLocks noEditPoints="1"/>
                  </p:cNvSpPr>
                  <p:nvPr/>
                </p:nvSpPr>
                <p:spPr bwMode="auto">
                  <a:xfrm>
                    <a:off x="363537" y="1995490"/>
                    <a:ext cx="25400" cy="600075"/>
                  </a:xfrm>
                  <a:custGeom>
                    <a:avLst/>
                    <a:gdLst>
                      <a:gd name="T0" fmla="*/ 16 w 16"/>
                      <a:gd name="T1" fmla="*/ 378 h 378"/>
                      <a:gd name="T2" fmla="*/ 16 w 16"/>
                      <a:gd name="T3" fmla="*/ 0 h 378"/>
                      <a:gd name="T4" fmla="*/ 16 w 16"/>
                      <a:gd name="T5" fmla="*/ 376 h 378"/>
                      <a:gd name="T6" fmla="*/ 0 w 16"/>
                      <a:gd name="T7" fmla="*/ 376 h 378"/>
                      <a:gd name="T8" fmla="*/ 16 w 16"/>
                      <a:gd name="T9" fmla="*/ 301 h 378"/>
                      <a:gd name="T10" fmla="*/ 0 w 16"/>
                      <a:gd name="T11" fmla="*/ 301 h 378"/>
                      <a:gd name="T12" fmla="*/ 16 w 16"/>
                      <a:gd name="T13" fmla="*/ 226 h 378"/>
                      <a:gd name="T14" fmla="*/ 0 w 16"/>
                      <a:gd name="T15" fmla="*/ 226 h 378"/>
                      <a:gd name="T16" fmla="*/ 16 w 16"/>
                      <a:gd name="T17" fmla="*/ 152 h 378"/>
                      <a:gd name="T18" fmla="*/ 0 w 16"/>
                      <a:gd name="T19" fmla="*/ 152 h 378"/>
                      <a:gd name="T20" fmla="*/ 16 w 16"/>
                      <a:gd name="T21" fmla="*/ 77 h 378"/>
                      <a:gd name="T22" fmla="*/ 0 w 16"/>
                      <a:gd name="T23" fmla="*/ 77 h 378"/>
                      <a:gd name="T24" fmla="*/ 16 w 16"/>
                      <a:gd name="T25" fmla="*/ 2 h 378"/>
                      <a:gd name="T26" fmla="*/ 0 w 16"/>
                      <a:gd name="T27" fmla="*/ 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78">
                        <a:moveTo>
                          <a:pt x="16" y="378"/>
                        </a:moveTo>
                        <a:lnTo>
                          <a:pt x="16" y="0"/>
                        </a:lnTo>
                        <a:moveTo>
                          <a:pt x="16" y="376"/>
                        </a:moveTo>
                        <a:lnTo>
                          <a:pt x="0" y="376"/>
                        </a:lnTo>
                        <a:moveTo>
                          <a:pt x="16" y="301"/>
                        </a:moveTo>
                        <a:lnTo>
                          <a:pt x="0" y="301"/>
                        </a:lnTo>
                        <a:moveTo>
                          <a:pt x="16" y="226"/>
                        </a:moveTo>
                        <a:lnTo>
                          <a:pt x="0" y="226"/>
                        </a:lnTo>
                        <a:moveTo>
                          <a:pt x="16" y="152"/>
                        </a:moveTo>
                        <a:lnTo>
                          <a:pt x="0" y="152"/>
                        </a:lnTo>
                        <a:moveTo>
                          <a:pt x="16" y="77"/>
                        </a:moveTo>
                        <a:lnTo>
                          <a:pt x="0" y="77"/>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0" name="Line 2519"/>
                  <p:cNvSpPr>
                    <a:spLocks noChangeShapeType="1"/>
                  </p:cNvSpPr>
                  <p:nvPr/>
                </p:nvSpPr>
                <p:spPr bwMode="auto">
                  <a:xfrm>
                    <a:off x="1030287" y="2238377"/>
                    <a:ext cx="0" cy="17463"/>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1" name="Line 2520"/>
                  <p:cNvSpPr>
                    <a:spLocks noChangeShapeType="1"/>
                  </p:cNvSpPr>
                  <p:nvPr/>
                </p:nvSpPr>
                <p:spPr bwMode="auto">
                  <a:xfrm>
                    <a:off x="1030287" y="2255840"/>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2" name="Line 2521"/>
                  <p:cNvSpPr>
                    <a:spLocks noChangeShapeType="1"/>
                  </p:cNvSpPr>
                  <p:nvPr/>
                </p:nvSpPr>
                <p:spPr bwMode="auto">
                  <a:xfrm>
                    <a:off x="1014412" y="2238377"/>
                    <a:ext cx="3175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3" name="Line 2522"/>
                  <p:cNvSpPr>
                    <a:spLocks noChangeShapeType="1"/>
                  </p:cNvSpPr>
                  <p:nvPr/>
                </p:nvSpPr>
                <p:spPr bwMode="auto">
                  <a:xfrm>
                    <a:off x="1014412" y="2271715"/>
                    <a:ext cx="3175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4" name="Line 2523"/>
                  <p:cNvSpPr>
                    <a:spLocks noChangeShapeType="1"/>
                  </p:cNvSpPr>
                  <p:nvPr/>
                </p:nvSpPr>
                <p:spPr bwMode="auto">
                  <a:xfrm>
                    <a:off x="998537" y="2255840"/>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5" name="Rectangle 2524"/>
                  <p:cNvSpPr>
                    <a:spLocks noChangeArrowheads="1"/>
                  </p:cNvSpPr>
                  <p:nvPr/>
                </p:nvSpPr>
                <p:spPr bwMode="auto">
                  <a:xfrm>
                    <a:off x="998537" y="225901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6" name="Rectangle 2525"/>
                  <p:cNvSpPr>
                    <a:spLocks noChangeArrowheads="1"/>
                  </p:cNvSpPr>
                  <p:nvPr/>
                </p:nvSpPr>
                <p:spPr bwMode="auto">
                  <a:xfrm>
                    <a:off x="1038225" y="2254252"/>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7" name="Rectangle 2526"/>
                  <p:cNvSpPr>
                    <a:spLocks noChangeArrowheads="1"/>
                  </p:cNvSpPr>
                  <p:nvPr/>
                </p:nvSpPr>
                <p:spPr bwMode="auto">
                  <a:xfrm>
                    <a:off x="1038225" y="222091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8" name="Rectangle 2527"/>
                  <p:cNvSpPr>
                    <a:spLocks noChangeArrowheads="1"/>
                  </p:cNvSpPr>
                  <p:nvPr/>
                </p:nvSpPr>
                <p:spPr bwMode="auto">
                  <a:xfrm>
                    <a:off x="1017587" y="223996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9" name="Line 2528"/>
                  <p:cNvSpPr>
                    <a:spLocks noChangeShapeType="1"/>
                  </p:cNvSpPr>
                  <p:nvPr/>
                </p:nvSpPr>
                <p:spPr bwMode="auto">
                  <a:xfrm>
                    <a:off x="933450" y="2189165"/>
                    <a:ext cx="0" cy="904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0" name="Line 2529"/>
                  <p:cNvSpPr>
                    <a:spLocks noChangeShapeType="1"/>
                  </p:cNvSpPr>
                  <p:nvPr/>
                </p:nvSpPr>
                <p:spPr bwMode="auto">
                  <a:xfrm>
                    <a:off x="933450" y="2279652"/>
                    <a:ext cx="0" cy="904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1" name="Line 2530"/>
                  <p:cNvSpPr>
                    <a:spLocks noChangeShapeType="1"/>
                  </p:cNvSpPr>
                  <p:nvPr/>
                </p:nvSpPr>
                <p:spPr bwMode="auto">
                  <a:xfrm>
                    <a:off x="917575" y="2189165"/>
                    <a:ext cx="3175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2" name="Line 2531"/>
                  <p:cNvSpPr>
                    <a:spLocks noChangeShapeType="1"/>
                  </p:cNvSpPr>
                  <p:nvPr/>
                </p:nvSpPr>
                <p:spPr bwMode="auto">
                  <a:xfrm>
                    <a:off x="917575" y="2370140"/>
                    <a:ext cx="3175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3" name="Line 2532"/>
                  <p:cNvSpPr>
                    <a:spLocks noChangeShapeType="1"/>
                  </p:cNvSpPr>
                  <p:nvPr/>
                </p:nvSpPr>
                <p:spPr bwMode="auto">
                  <a:xfrm>
                    <a:off x="901700" y="2279652"/>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4" name="Oval 2533"/>
                  <p:cNvSpPr>
                    <a:spLocks noChangeArrowheads="1"/>
                  </p:cNvSpPr>
                  <p:nvPr/>
                </p:nvSpPr>
                <p:spPr bwMode="auto">
                  <a:xfrm>
                    <a:off x="901700" y="2354265"/>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5" name="Oval 2534"/>
                  <p:cNvSpPr>
                    <a:spLocks noChangeArrowheads="1"/>
                  </p:cNvSpPr>
                  <p:nvPr/>
                </p:nvSpPr>
                <p:spPr bwMode="auto">
                  <a:xfrm>
                    <a:off x="901700" y="2185990"/>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6" name="Oval 2535"/>
                  <p:cNvSpPr>
                    <a:spLocks noChangeArrowheads="1"/>
                  </p:cNvSpPr>
                  <p:nvPr/>
                </p:nvSpPr>
                <p:spPr bwMode="auto">
                  <a:xfrm>
                    <a:off x="942975" y="2338390"/>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7" name="Oval 2536"/>
                  <p:cNvSpPr>
                    <a:spLocks noChangeArrowheads="1"/>
                  </p:cNvSpPr>
                  <p:nvPr/>
                </p:nvSpPr>
                <p:spPr bwMode="auto">
                  <a:xfrm>
                    <a:off x="922337" y="2193927"/>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8" name="Line 2537"/>
                  <p:cNvSpPr>
                    <a:spLocks noChangeShapeType="1"/>
                  </p:cNvSpPr>
                  <p:nvPr/>
                </p:nvSpPr>
                <p:spPr bwMode="auto">
                  <a:xfrm>
                    <a:off x="838200" y="2217740"/>
                    <a:ext cx="0" cy="52388"/>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9" name="Line 2538"/>
                  <p:cNvSpPr>
                    <a:spLocks noChangeShapeType="1"/>
                  </p:cNvSpPr>
                  <p:nvPr/>
                </p:nvSpPr>
                <p:spPr bwMode="auto">
                  <a:xfrm>
                    <a:off x="838200" y="2270127"/>
                    <a:ext cx="0" cy="52388"/>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0" name="Line 2539"/>
                  <p:cNvSpPr>
                    <a:spLocks noChangeShapeType="1"/>
                  </p:cNvSpPr>
                  <p:nvPr/>
                </p:nvSpPr>
                <p:spPr bwMode="auto">
                  <a:xfrm>
                    <a:off x="822325" y="2217740"/>
                    <a:ext cx="31750" cy="0"/>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1" name="Line 2540"/>
                  <p:cNvSpPr>
                    <a:spLocks noChangeShapeType="1"/>
                  </p:cNvSpPr>
                  <p:nvPr/>
                </p:nvSpPr>
                <p:spPr bwMode="auto">
                  <a:xfrm>
                    <a:off x="822325" y="2322515"/>
                    <a:ext cx="31750" cy="0"/>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2" name="Line 2541"/>
                  <p:cNvSpPr>
                    <a:spLocks noChangeShapeType="1"/>
                  </p:cNvSpPr>
                  <p:nvPr/>
                </p:nvSpPr>
                <p:spPr bwMode="auto">
                  <a:xfrm>
                    <a:off x="806450" y="2270127"/>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3" name="Freeform 2542"/>
                  <p:cNvSpPr/>
                  <p:nvPr/>
                </p:nvSpPr>
                <p:spPr bwMode="auto">
                  <a:xfrm>
                    <a:off x="806450" y="2224090"/>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4" name="Freeform 2543"/>
                  <p:cNvSpPr/>
                  <p:nvPr/>
                </p:nvSpPr>
                <p:spPr bwMode="auto">
                  <a:xfrm>
                    <a:off x="806450" y="2224090"/>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5" name="Freeform 2544"/>
                  <p:cNvSpPr/>
                  <p:nvPr/>
                </p:nvSpPr>
                <p:spPr bwMode="auto">
                  <a:xfrm>
                    <a:off x="846137" y="2206627"/>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6" name="Freeform 2545"/>
                  <p:cNvSpPr/>
                  <p:nvPr/>
                </p:nvSpPr>
                <p:spPr bwMode="auto">
                  <a:xfrm>
                    <a:off x="846137" y="2206627"/>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7" name="Freeform 2546"/>
                  <p:cNvSpPr/>
                  <p:nvPr/>
                </p:nvSpPr>
                <p:spPr bwMode="auto">
                  <a:xfrm>
                    <a:off x="825500" y="2322515"/>
                    <a:ext cx="23812"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8" name="Freeform 2547"/>
                  <p:cNvSpPr/>
                  <p:nvPr/>
                </p:nvSpPr>
                <p:spPr bwMode="auto">
                  <a:xfrm>
                    <a:off x="825500" y="2322515"/>
                    <a:ext cx="23812"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9" name="Freeform 2548"/>
                  <p:cNvSpPr/>
                  <p:nvPr/>
                </p:nvSpPr>
                <p:spPr bwMode="auto">
                  <a:xfrm>
                    <a:off x="825500" y="2278065"/>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0" name="Freeform 2549"/>
                  <p:cNvSpPr/>
                  <p:nvPr/>
                </p:nvSpPr>
                <p:spPr bwMode="auto">
                  <a:xfrm>
                    <a:off x="825500" y="2278065"/>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1" name="Line 2550"/>
                  <p:cNvSpPr>
                    <a:spLocks noChangeShapeType="1"/>
                  </p:cNvSpPr>
                  <p:nvPr/>
                </p:nvSpPr>
                <p:spPr bwMode="auto">
                  <a:xfrm>
                    <a:off x="741362" y="2147890"/>
                    <a:ext cx="0" cy="3175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2" name="Line 2551"/>
                  <p:cNvSpPr>
                    <a:spLocks noChangeShapeType="1"/>
                  </p:cNvSpPr>
                  <p:nvPr/>
                </p:nvSpPr>
                <p:spPr bwMode="auto">
                  <a:xfrm>
                    <a:off x="741362" y="2179640"/>
                    <a:ext cx="0" cy="30163"/>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3" name="Line 2552"/>
                  <p:cNvSpPr>
                    <a:spLocks noChangeShapeType="1"/>
                  </p:cNvSpPr>
                  <p:nvPr/>
                </p:nvSpPr>
                <p:spPr bwMode="auto">
                  <a:xfrm>
                    <a:off x="725487" y="2147890"/>
                    <a:ext cx="3175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4" name="Line 2553"/>
                  <p:cNvSpPr>
                    <a:spLocks noChangeShapeType="1"/>
                  </p:cNvSpPr>
                  <p:nvPr/>
                </p:nvSpPr>
                <p:spPr bwMode="auto">
                  <a:xfrm>
                    <a:off x="725487" y="2209802"/>
                    <a:ext cx="3175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5" name="Line 2554"/>
                  <p:cNvSpPr>
                    <a:spLocks noChangeShapeType="1"/>
                  </p:cNvSpPr>
                  <p:nvPr/>
                </p:nvSpPr>
                <p:spPr bwMode="auto">
                  <a:xfrm>
                    <a:off x="709612" y="2179640"/>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6" name="Freeform 2555"/>
                  <p:cNvSpPr/>
                  <p:nvPr/>
                </p:nvSpPr>
                <p:spPr bwMode="auto">
                  <a:xfrm>
                    <a:off x="728662" y="2128840"/>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7" name="Freeform 2556"/>
                  <p:cNvSpPr/>
                  <p:nvPr/>
                </p:nvSpPr>
                <p:spPr bwMode="auto">
                  <a:xfrm>
                    <a:off x="728662" y="2128840"/>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8" name="Freeform 2557"/>
                  <p:cNvSpPr/>
                  <p:nvPr/>
                </p:nvSpPr>
                <p:spPr bwMode="auto">
                  <a:xfrm>
                    <a:off x="728662" y="2170115"/>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9" name="Freeform 2558"/>
                  <p:cNvSpPr/>
                  <p:nvPr/>
                </p:nvSpPr>
                <p:spPr bwMode="auto">
                  <a:xfrm>
                    <a:off x="728662" y="2170115"/>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0" name="Freeform 2559"/>
                  <p:cNvSpPr/>
                  <p:nvPr/>
                </p:nvSpPr>
                <p:spPr bwMode="auto">
                  <a:xfrm>
                    <a:off x="728662" y="2206627"/>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1" name="Freeform 2560"/>
                  <p:cNvSpPr/>
                  <p:nvPr/>
                </p:nvSpPr>
                <p:spPr bwMode="auto">
                  <a:xfrm>
                    <a:off x="728662" y="2206627"/>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2" name="Freeform 2561"/>
                  <p:cNvSpPr/>
                  <p:nvPr/>
                </p:nvSpPr>
                <p:spPr bwMode="auto">
                  <a:xfrm>
                    <a:off x="749300" y="2165352"/>
                    <a:ext cx="23812"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3" name="Freeform 2562"/>
                  <p:cNvSpPr/>
                  <p:nvPr/>
                </p:nvSpPr>
                <p:spPr bwMode="auto">
                  <a:xfrm>
                    <a:off x="749300" y="2165352"/>
                    <a:ext cx="23812"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4" name="Line 2563"/>
                  <p:cNvSpPr>
                    <a:spLocks noChangeShapeType="1"/>
                  </p:cNvSpPr>
                  <p:nvPr/>
                </p:nvSpPr>
                <p:spPr bwMode="auto">
                  <a:xfrm>
                    <a:off x="644525" y="2143127"/>
                    <a:ext cx="0" cy="333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5" name="Line 2564"/>
                  <p:cNvSpPr>
                    <a:spLocks noChangeShapeType="1"/>
                  </p:cNvSpPr>
                  <p:nvPr/>
                </p:nvSpPr>
                <p:spPr bwMode="auto">
                  <a:xfrm>
                    <a:off x="644525" y="2176465"/>
                    <a:ext cx="0" cy="333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6" name="Line 2565"/>
                  <p:cNvSpPr>
                    <a:spLocks noChangeShapeType="1"/>
                  </p:cNvSpPr>
                  <p:nvPr/>
                </p:nvSpPr>
                <p:spPr bwMode="auto">
                  <a:xfrm>
                    <a:off x="628650" y="2143127"/>
                    <a:ext cx="31750"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7" name="Line 2566"/>
                  <p:cNvSpPr>
                    <a:spLocks noChangeShapeType="1"/>
                  </p:cNvSpPr>
                  <p:nvPr/>
                </p:nvSpPr>
                <p:spPr bwMode="auto">
                  <a:xfrm>
                    <a:off x="628650" y="2209802"/>
                    <a:ext cx="31750"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8" name="Line 2567"/>
                  <p:cNvSpPr>
                    <a:spLocks noChangeShapeType="1"/>
                  </p:cNvSpPr>
                  <p:nvPr/>
                </p:nvSpPr>
                <p:spPr bwMode="auto">
                  <a:xfrm>
                    <a:off x="612775" y="2176465"/>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9" name="Freeform 2568"/>
                  <p:cNvSpPr/>
                  <p:nvPr/>
                </p:nvSpPr>
                <p:spPr bwMode="auto">
                  <a:xfrm>
                    <a:off x="633412" y="2208215"/>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0" name="Freeform 2569"/>
                  <p:cNvSpPr/>
                  <p:nvPr/>
                </p:nvSpPr>
                <p:spPr bwMode="auto">
                  <a:xfrm>
                    <a:off x="633412" y="2208215"/>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1" name="Freeform 2570"/>
                  <p:cNvSpPr/>
                  <p:nvPr/>
                </p:nvSpPr>
                <p:spPr bwMode="auto">
                  <a:xfrm>
                    <a:off x="633412" y="2165352"/>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2" name="Freeform 2571"/>
                  <p:cNvSpPr/>
                  <p:nvPr/>
                </p:nvSpPr>
                <p:spPr bwMode="auto">
                  <a:xfrm>
                    <a:off x="633412" y="2165352"/>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3" name="Freeform 2572"/>
                  <p:cNvSpPr/>
                  <p:nvPr/>
                </p:nvSpPr>
                <p:spPr bwMode="auto">
                  <a:xfrm>
                    <a:off x="633412" y="2130427"/>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4" name="Freeform 2573"/>
                  <p:cNvSpPr/>
                  <p:nvPr/>
                </p:nvSpPr>
                <p:spPr bwMode="auto">
                  <a:xfrm>
                    <a:off x="633412" y="2130427"/>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5" name="Freeform 2574"/>
                  <p:cNvSpPr/>
                  <p:nvPr/>
                </p:nvSpPr>
                <p:spPr bwMode="auto">
                  <a:xfrm>
                    <a:off x="654050" y="2154240"/>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6" name="Freeform 2575"/>
                  <p:cNvSpPr/>
                  <p:nvPr/>
                </p:nvSpPr>
                <p:spPr bwMode="auto">
                  <a:xfrm>
                    <a:off x="654050" y="2154240"/>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7" name="Line 2576"/>
                  <p:cNvSpPr>
                    <a:spLocks noChangeShapeType="1"/>
                  </p:cNvSpPr>
                  <p:nvPr/>
                </p:nvSpPr>
                <p:spPr bwMode="auto">
                  <a:xfrm>
                    <a:off x="549275" y="2043115"/>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48" name="Line 2577"/>
                  <p:cNvSpPr>
                    <a:spLocks noChangeShapeType="1"/>
                  </p:cNvSpPr>
                  <p:nvPr/>
                </p:nvSpPr>
                <p:spPr bwMode="auto">
                  <a:xfrm>
                    <a:off x="549275" y="2052640"/>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49" name="Line 2578"/>
                  <p:cNvSpPr>
                    <a:spLocks noChangeShapeType="1"/>
                  </p:cNvSpPr>
                  <p:nvPr/>
                </p:nvSpPr>
                <p:spPr bwMode="auto">
                  <a:xfrm>
                    <a:off x="533400" y="2043115"/>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0" name="Line 2579"/>
                  <p:cNvSpPr>
                    <a:spLocks noChangeShapeType="1"/>
                  </p:cNvSpPr>
                  <p:nvPr/>
                </p:nvSpPr>
                <p:spPr bwMode="auto">
                  <a:xfrm>
                    <a:off x="533400" y="2062165"/>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1" name="Line 2580"/>
                  <p:cNvSpPr>
                    <a:spLocks noChangeShapeType="1"/>
                  </p:cNvSpPr>
                  <p:nvPr/>
                </p:nvSpPr>
                <p:spPr bwMode="auto">
                  <a:xfrm>
                    <a:off x="517525" y="2052640"/>
                    <a:ext cx="61912"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2" name="Rectangle 2581"/>
                  <p:cNvSpPr>
                    <a:spLocks noChangeArrowheads="1"/>
                  </p:cNvSpPr>
                  <p:nvPr/>
                </p:nvSpPr>
                <p:spPr bwMode="auto">
                  <a:xfrm>
                    <a:off x="542925" y="2046290"/>
                    <a:ext cx="23812"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3" name="Rectangle 2582"/>
                  <p:cNvSpPr>
                    <a:spLocks noChangeArrowheads="1"/>
                  </p:cNvSpPr>
                  <p:nvPr/>
                </p:nvSpPr>
                <p:spPr bwMode="auto">
                  <a:xfrm>
                    <a:off x="542925" y="2046290"/>
                    <a:ext cx="23812"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4" name="Rectangle 2583"/>
                  <p:cNvSpPr>
                    <a:spLocks noChangeArrowheads="1"/>
                  </p:cNvSpPr>
                  <p:nvPr/>
                </p:nvSpPr>
                <p:spPr bwMode="auto">
                  <a:xfrm>
                    <a:off x="517525" y="2047877"/>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5" name="Rectangle 2584"/>
                  <p:cNvSpPr>
                    <a:spLocks noChangeArrowheads="1"/>
                  </p:cNvSpPr>
                  <p:nvPr/>
                </p:nvSpPr>
                <p:spPr bwMode="auto">
                  <a:xfrm>
                    <a:off x="517525" y="2047877"/>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6" name="Rectangle 2585"/>
                  <p:cNvSpPr>
                    <a:spLocks noChangeArrowheads="1"/>
                  </p:cNvSpPr>
                  <p:nvPr/>
                </p:nvSpPr>
                <p:spPr bwMode="auto">
                  <a:xfrm>
                    <a:off x="557212" y="2041527"/>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7" name="Rectangle 2586"/>
                  <p:cNvSpPr>
                    <a:spLocks noChangeArrowheads="1"/>
                  </p:cNvSpPr>
                  <p:nvPr/>
                </p:nvSpPr>
                <p:spPr bwMode="auto">
                  <a:xfrm>
                    <a:off x="557212" y="2041527"/>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8" name="Rectangle 2587"/>
                  <p:cNvSpPr>
                    <a:spLocks noChangeArrowheads="1"/>
                  </p:cNvSpPr>
                  <p:nvPr/>
                </p:nvSpPr>
                <p:spPr bwMode="auto">
                  <a:xfrm>
                    <a:off x="530225" y="2027240"/>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9" name="Rectangle 2588"/>
                  <p:cNvSpPr>
                    <a:spLocks noChangeArrowheads="1"/>
                  </p:cNvSpPr>
                  <p:nvPr/>
                </p:nvSpPr>
                <p:spPr bwMode="auto">
                  <a:xfrm>
                    <a:off x="530225" y="2027240"/>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0" name="Line 2589"/>
                  <p:cNvSpPr>
                    <a:spLocks noChangeShapeType="1"/>
                  </p:cNvSpPr>
                  <p:nvPr/>
                </p:nvSpPr>
                <p:spPr bwMode="auto">
                  <a:xfrm>
                    <a:off x="452437" y="2046290"/>
                    <a:ext cx="0" cy="79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1" name="Line 2590"/>
                  <p:cNvSpPr>
                    <a:spLocks noChangeShapeType="1"/>
                  </p:cNvSpPr>
                  <p:nvPr/>
                </p:nvSpPr>
                <p:spPr bwMode="auto">
                  <a:xfrm>
                    <a:off x="452437" y="2054227"/>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2" name="Line 2591"/>
                  <p:cNvSpPr>
                    <a:spLocks noChangeShapeType="1"/>
                  </p:cNvSpPr>
                  <p:nvPr/>
                </p:nvSpPr>
                <p:spPr bwMode="auto">
                  <a:xfrm>
                    <a:off x="436562" y="2046290"/>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3" name="Line 2592"/>
                  <p:cNvSpPr>
                    <a:spLocks noChangeShapeType="1"/>
                  </p:cNvSpPr>
                  <p:nvPr/>
                </p:nvSpPr>
                <p:spPr bwMode="auto">
                  <a:xfrm>
                    <a:off x="436562" y="2063752"/>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4" name="Line 2593"/>
                  <p:cNvSpPr>
                    <a:spLocks noChangeShapeType="1"/>
                  </p:cNvSpPr>
                  <p:nvPr/>
                </p:nvSpPr>
                <p:spPr bwMode="auto">
                  <a:xfrm>
                    <a:off x="420687" y="2054227"/>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5" name="Oval 2594"/>
                  <p:cNvSpPr>
                    <a:spLocks noChangeArrowheads="1"/>
                  </p:cNvSpPr>
                  <p:nvPr/>
                </p:nvSpPr>
                <p:spPr bwMode="auto">
                  <a:xfrm>
                    <a:off x="447675" y="2049465"/>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66" name="Oval 2595"/>
                  <p:cNvSpPr>
                    <a:spLocks noChangeArrowheads="1"/>
                  </p:cNvSpPr>
                  <p:nvPr/>
                </p:nvSpPr>
                <p:spPr bwMode="auto">
                  <a:xfrm>
                    <a:off x="447675" y="2049465"/>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7" name="Oval 2596"/>
                  <p:cNvSpPr>
                    <a:spLocks noChangeArrowheads="1"/>
                  </p:cNvSpPr>
                  <p:nvPr/>
                </p:nvSpPr>
                <p:spPr bwMode="auto">
                  <a:xfrm>
                    <a:off x="433387" y="2032002"/>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68" name="Oval 2597"/>
                  <p:cNvSpPr>
                    <a:spLocks noChangeArrowheads="1"/>
                  </p:cNvSpPr>
                  <p:nvPr/>
                </p:nvSpPr>
                <p:spPr bwMode="auto">
                  <a:xfrm>
                    <a:off x="433387" y="2032002"/>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9" name="Oval 2598"/>
                  <p:cNvSpPr>
                    <a:spLocks noChangeArrowheads="1"/>
                  </p:cNvSpPr>
                  <p:nvPr/>
                </p:nvSpPr>
                <p:spPr bwMode="auto">
                  <a:xfrm>
                    <a:off x="420687" y="2051052"/>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70" name="Oval 2599"/>
                  <p:cNvSpPr>
                    <a:spLocks noChangeArrowheads="1"/>
                  </p:cNvSpPr>
                  <p:nvPr/>
                </p:nvSpPr>
                <p:spPr bwMode="auto">
                  <a:xfrm>
                    <a:off x="420687" y="2051052"/>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71" name="Oval 2600"/>
                  <p:cNvSpPr>
                    <a:spLocks noChangeArrowheads="1"/>
                  </p:cNvSpPr>
                  <p:nvPr/>
                </p:nvSpPr>
                <p:spPr bwMode="auto">
                  <a:xfrm>
                    <a:off x="460375" y="2039940"/>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72" name="Oval 2601"/>
                  <p:cNvSpPr>
                    <a:spLocks noChangeArrowheads="1"/>
                  </p:cNvSpPr>
                  <p:nvPr/>
                </p:nvSpPr>
                <p:spPr bwMode="auto">
                  <a:xfrm>
                    <a:off x="460375" y="2039940"/>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76" name="文本框 2775"/>
                  <p:cNvSpPr txBox="1"/>
                  <p:nvPr/>
                </p:nvSpPr>
                <p:spPr>
                  <a:xfrm>
                    <a:off x="558684" y="2050101"/>
                    <a:ext cx="224704"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7" name="文本框 2776"/>
                  <p:cNvSpPr txBox="1"/>
                  <p:nvPr/>
                </p:nvSpPr>
                <p:spPr>
                  <a:xfrm>
                    <a:off x="649520" y="2047414"/>
                    <a:ext cx="2458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8" name="文本框 2777"/>
                  <p:cNvSpPr txBox="1"/>
                  <p:nvPr/>
                </p:nvSpPr>
                <p:spPr>
                  <a:xfrm>
                    <a:off x="736201" y="2121078"/>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9" name="文本框 2778"/>
                  <p:cNvSpPr txBox="1"/>
                  <p:nvPr/>
                </p:nvSpPr>
                <p:spPr>
                  <a:xfrm>
                    <a:off x="825101" y="2111256"/>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81" name="文本框 2780"/>
                  <p:cNvSpPr txBox="1"/>
                  <p:nvPr/>
                </p:nvSpPr>
                <p:spPr>
                  <a:xfrm>
                    <a:off x="452769" y="1918836"/>
                    <a:ext cx="245415"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grpSp>
          <p:grpSp>
            <p:nvGrpSpPr>
              <p:cNvPr id="3633" name="组合 3632"/>
              <p:cNvGrpSpPr/>
              <p:nvPr/>
            </p:nvGrpSpPr>
            <p:grpSpPr>
              <a:xfrm>
                <a:off x="5344783" y="1342655"/>
                <a:ext cx="1323568" cy="1106992"/>
                <a:chOff x="1258881" y="1955800"/>
                <a:chExt cx="1014948" cy="848871"/>
              </a:xfrm>
            </p:grpSpPr>
            <p:grpSp>
              <p:nvGrpSpPr>
                <p:cNvPr id="2941" name="组合 2940"/>
                <p:cNvGrpSpPr/>
                <p:nvPr/>
              </p:nvGrpSpPr>
              <p:grpSpPr>
                <a:xfrm>
                  <a:off x="1258881" y="1955800"/>
                  <a:ext cx="876301" cy="848871"/>
                  <a:chOff x="1320800" y="1955800"/>
                  <a:chExt cx="876301" cy="848871"/>
                </a:xfrm>
              </p:grpSpPr>
              <p:sp>
                <p:nvSpPr>
                  <p:cNvPr id="2822" name="Freeform 2634"/>
                  <p:cNvSpPr>
                    <a:spLocks noEditPoints="1"/>
                  </p:cNvSpPr>
                  <p:nvPr/>
                </p:nvSpPr>
                <p:spPr bwMode="auto">
                  <a:xfrm>
                    <a:off x="1401763" y="2593975"/>
                    <a:ext cx="795338" cy="26988"/>
                  </a:xfrm>
                  <a:custGeom>
                    <a:avLst/>
                    <a:gdLst>
                      <a:gd name="T0" fmla="*/ 0 w 501"/>
                      <a:gd name="T1" fmla="*/ 0 h 17"/>
                      <a:gd name="T2" fmla="*/ 501 w 501"/>
                      <a:gd name="T3" fmla="*/ 0 h 17"/>
                      <a:gd name="T4" fmla="*/ 47 w 501"/>
                      <a:gd name="T5" fmla="*/ 17 h 17"/>
                      <a:gd name="T6" fmla="*/ 47 w 501"/>
                      <a:gd name="T7" fmla="*/ 0 h 17"/>
                      <a:gd name="T8" fmla="*/ 115 w 501"/>
                      <a:gd name="T9" fmla="*/ 17 h 17"/>
                      <a:gd name="T10" fmla="*/ 115 w 501"/>
                      <a:gd name="T11" fmla="*/ 0 h 17"/>
                      <a:gd name="T12" fmla="*/ 182 w 501"/>
                      <a:gd name="T13" fmla="*/ 17 h 17"/>
                      <a:gd name="T14" fmla="*/ 182 w 501"/>
                      <a:gd name="T15" fmla="*/ 0 h 17"/>
                      <a:gd name="T16" fmla="*/ 250 w 501"/>
                      <a:gd name="T17" fmla="*/ 17 h 17"/>
                      <a:gd name="T18" fmla="*/ 250 w 501"/>
                      <a:gd name="T19" fmla="*/ 0 h 17"/>
                      <a:gd name="T20" fmla="*/ 318 w 501"/>
                      <a:gd name="T21" fmla="*/ 17 h 17"/>
                      <a:gd name="T22" fmla="*/ 318 w 501"/>
                      <a:gd name="T23" fmla="*/ 0 h 17"/>
                      <a:gd name="T24" fmla="*/ 386 w 501"/>
                      <a:gd name="T25" fmla="*/ 17 h 17"/>
                      <a:gd name="T26" fmla="*/ 386 w 501"/>
                      <a:gd name="T27" fmla="*/ 0 h 17"/>
                      <a:gd name="T28" fmla="*/ 454 w 501"/>
                      <a:gd name="T29" fmla="*/ 17 h 17"/>
                      <a:gd name="T30" fmla="*/ 454 w 501"/>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1" h="17">
                        <a:moveTo>
                          <a:pt x="0" y="0"/>
                        </a:moveTo>
                        <a:lnTo>
                          <a:pt x="501" y="0"/>
                        </a:lnTo>
                        <a:moveTo>
                          <a:pt x="47" y="17"/>
                        </a:moveTo>
                        <a:lnTo>
                          <a:pt x="47" y="0"/>
                        </a:lnTo>
                        <a:moveTo>
                          <a:pt x="115" y="17"/>
                        </a:moveTo>
                        <a:lnTo>
                          <a:pt x="115" y="0"/>
                        </a:lnTo>
                        <a:moveTo>
                          <a:pt x="182" y="17"/>
                        </a:moveTo>
                        <a:lnTo>
                          <a:pt x="182" y="0"/>
                        </a:lnTo>
                        <a:moveTo>
                          <a:pt x="250" y="17"/>
                        </a:moveTo>
                        <a:lnTo>
                          <a:pt x="250" y="0"/>
                        </a:lnTo>
                        <a:moveTo>
                          <a:pt x="318" y="17"/>
                        </a:moveTo>
                        <a:lnTo>
                          <a:pt x="318" y="0"/>
                        </a:lnTo>
                        <a:moveTo>
                          <a:pt x="386" y="17"/>
                        </a:moveTo>
                        <a:lnTo>
                          <a:pt x="386" y="0"/>
                        </a:lnTo>
                        <a:moveTo>
                          <a:pt x="454" y="17"/>
                        </a:moveTo>
                        <a:lnTo>
                          <a:pt x="454"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3" name="Rectangle 2635"/>
                  <p:cNvSpPr>
                    <a:spLocks noChangeArrowheads="1"/>
                  </p:cNvSpPr>
                  <p:nvPr/>
                </p:nvSpPr>
                <p:spPr bwMode="auto">
                  <a:xfrm>
                    <a:off x="1346200" y="2568575"/>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2824" name="Rectangle 2636"/>
                  <p:cNvSpPr>
                    <a:spLocks noChangeArrowheads="1"/>
                  </p:cNvSpPr>
                  <p:nvPr/>
                </p:nvSpPr>
                <p:spPr bwMode="auto">
                  <a:xfrm>
                    <a:off x="1320800" y="2262188"/>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35</a:t>
                    </a:r>
                    <a:endParaRPr lang="zh-CN" altLang="zh-CN" sz="520">
                      <a:solidFill>
                        <a:srgbClr val="000000"/>
                      </a:solidFill>
                      <a:latin typeface="Arial" panose="020B0604020202090204" pitchFamily="34" charset="0"/>
                    </a:endParaRPr>
                  </a:p>
                </p:txBody>
              </p:sp>
              <p:sp>
                <p:nvSpPr>
                  <p:cNvPr id="2825" name="Rectangle 2637"/>
                  <p:cNvSpPr>
                    <a:spLocks noChangeArrowheads="1"/>
                  </p:cNvSpPr>
                  <p:nvPr/>
                </p:nvSpPr>
                <p:spPr bwMode="auto">
                  <a:xfrm>
                    <a:off x="1324307" y="1955800"/>
                    <a:ext cx="89916"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70</a:t>
                    </a:r>
                    <a:endParaRPr lang="zh-CN" altLang="zh-CN" sz="520">
                      <a:solidFill>
                        <a:srgbClr val="000000"/>
                      </a:solidFill>
                      <a:latin typeface="Arial" panose="020B0604020202090204" pitchFamily="34" charset="0"/>
                    </a:endParaRPr>
                  </a:p>
                </p:txBody>
              </p:sp>
              <p:sp>
                <p:nvSpPr>
                  <p:cNvPr id="2826" name="Freeform 2638"/>
                  <p:cNvSpPr>
                    <a:spLocks noEditPoints="1"/>
                  </p:cNvSpPr>
                  <p:nvPr/>
                </p:nvSpPr>
                <p:spPr bwMode="auto">
                  <a:xfrm>
                    <a:off x="1377950" y="1978025"/>
                    <a:ext cx="26988" cy="619125"/>
                  </a:xfrm>
                  <a:custGeom>
                    <a:avLst/>
                    <a:gdLst>
                      <a:gd name="T0" fmla="*/ 17 w 17"/>
                      <a:gd name="T1" fmla="*/ 390 h 390"/>
                      <a:gd name="T2" fmla="*/ 17 w 17"/>
                      <a:gd name="T3" fmla="*/ 0 h 390"/>
                      <a:gd name="T4" fmla="*/ 17 w 17"/>
                      <a:gd name="T5" fmla="*/ 388 h 390"/>
                      <a:gd name="T6" fmla="*/ 0 w 17"/>
                      <a:gd name="T7" fmla="*/ 388 h 390"/>
                      <a:gd name="T8" fmla="*/ 17 w 17"/>
                      <a:gd name="T9" fmla="*/ 195 h 390"/>
                      <a:gd name="T10" fmla="*/ 0 w 17"/>
                      <a:gd name="T11" fmla="*/ 195 h 390"/>
                      <a:gd name="T12" fmla="*/ 17 w 17"/>
                      <a:gd name="T13" fmla="*/ 2 h 390"/>
                      <a:gd name="T14" fmla="*/ 0 w 17"/>
                      <a:gd name="T15" fmla="*/ 2 h 3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90">
                        <a:moveTo>
                          <a:pt x="17" y="390"/>
                        </a:moveTo>
                        <a:lnTo>
                          <a:pt x="17" y="0"/>
                        </a:lnTo>
                        <a:moveTo>
                          <a:pt x="17" y="388"/>
                        </a:moveTo>
                        <a:lnTo>
                          <a:pt x="0" y="388"/>
                        </a:lnTo>
                        <a:moveTo>
                          <a:pt x="17" y="195"/>
                        </a:moveTo>
                        <a:lnTo>
                          <a:pt x="0" y="195"/>
                        </a:lnTo>
                        <a:moveTo>
                          <a:pt x="17"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7" name="Line 2639"/>
                  <p:cNvSpPr>
                    <a:spLocks noChangeShapeType="1"/>
                  </p:cNvSpPr>
                  <p:nvPr/>
                </p:nvSpPr>
                <p:spPr bwMode="auto">
                  <a:xfrm>
                    <a:off x="2122488" y="2224088"/>
                    <a:ext cx="0" cy="30163"/>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28" name="Line 2640"/>
                  <p:cNvSpPr>
                    <a:spLocks noChangeShapeType="1"/>
                  </p:cNvSpPr>
                  <p:nvPr/>
                </p:nvSpPr>
                <p:spPr bwMode="auto">
                  <a:xfrm>
                    <a:off x="2122488" y="2254250"/>
                    <a:ext cx="0" cy="285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29" name="Line 2641"/>
                  <p:cNvSpPr>
                    <a:spLocks noChangeShapeType="1"/>
                  </p:cNvSpPr>
                  <p:nvPr/>
                </p:nvSpPr>
                <p:spPr bwMode="auto">
                  <a:xfrm>
                    <a:off x="2105025" y="2224088"/>
                    <a:ext cx="34925"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0" name="Line 2642"/>
                  <p:cNvSpPr>
                    <a:spLocks noChangeShapeType="1"/>
                  </p:cNvSpPr>
                  <p:nvPr/>
                </p:nvSpPr>
                <p:spPr bwMode="auto">
                  <a:xfrm>
                    <a:off x="2105025" y="2282825"/>
                    <a:ext cx="34925"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1" name="Line 2643"/>
                  <p:cNvSpPr>
                    <a:spLocks noChangeShapeType="1"/>
                  </p:cNvSpPr>
                  <p:nvPr/>
                </p:nvSpPr>
                <p:spPr bwMode="auto">
                  <a:xfrm>
                    <a:off x="2085975" y="2254250"/>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2" name="Rectangle 2644"/>
                  <p:cNvSpPr>
                    <a:spLocks noChangeArrowheads="1"/>
                  </p:cNvSpPr>
                  <p:nvPr/>
                </p:nvSpPr>
                <p:spPr bwMode="auto">
                  <a:xfrm>
                    <a:off x="2085975" y="2212975"/>
                    <a:ext cx="25400"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3" name="Rectangle 2645"/>
                  <p:cNvSpPr>
                    <a:spLocks noChangeArrowheads="1"/>
                  </p:cNvSpPr>
                  <p:nvPr/>
                </p:nvSpPr>
                <p:spPr bwMode="auto">
                  <a:xfrm>
                    <a:off x="2133600" y="2227263"/>
                    <a:ext cx="23813"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4" name="Rectangle 2646"/>
                  <p:cNvSpPr>
                    <a:spLocks noChangeArrowheads="1"/>
                  </p:cNvSpPr>
                  <p:nvPr/>
                </p:nvSpPr>
                <p:spPr bwMode="auto">
                  <a:xfrm>
                    <a:off x="2109788" y="2279650"/>
                    <a:ext cx="25400"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5" name="Rectangle 2647"/>
                  <p:cNvSpPr>
                    <a:spLocks noChangeArrowheads="1"/>
                  </p:cNvSpPr>
                  <p:nvPr/>
                </p:nvSpPr>
                <p:spPr bwMode="auto">
                  <a:xfrm>
                    <a:off x="2109788" y="2244725"/>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6" name="Line 2648"/>
                  <p:cNvSpPr>
                    <a:spLocks noChangeShapeType="1"/>
                  </p:cNvSpPr>
                  <p:nvPr/>
                </p:nvSpPr>
                <p:spPr bwMode="auto">
                  <a:xfrm>
                    <a:off x="2014538" y="2074863"/>
                    <a:ext cx="0" cy="144463"/>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7" name="Line 2649"/>
                  <p:cNvSpPr>
                    <a:spLocks noChangeShapeType="1"/>
                  </p:cNvSpPr>
                  <p:nvPr/>
                </p:nvSpPr>
                <p:spPr bwMode="auto">
                  <a:xfrm>
                    <a:off x="2014538" y="2219325"/>
                    <a:ext cx="0" cy="146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8" name="Line 2650"/>
                  <p:cNvSpPr>
                    <a:spLocks noChangeShapeType="1"/>
                  </p:cNvSpPr>
                  <p:nvPr/>
                </p:nvSpPr>
                <p:spPr bwMode="auto">
                  <a:xfrm>
                    <a:off x="1997075" y="2074863"/>
                    <a:ext cx="34925"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9" name="Line 2651"/>
                  <p:cNvSpPr>
                    <a:spLocks noChangeShapeType="1"/>
                  </p:cNvSpPr>
                  <p:nvPr/>
                </p:nvSpPr>
                <p:spPr bwMode="auto">
                  <a:xfrm>
                    <a:off x="1997075" y="2365375"/>
                    <a:ext cx="34925"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0" name="Line 2652"/>
                  <p:cNvSpPr>
                    <a:spLocks noChangeShapeType="1"/>
                  </p:cNvSpPr>
                  <p:nvPr/>
                </p:nvSpPr>
                <p:spPr bwMode="auto">
                  <a:xfrm>
                    <a:off x="1979613" y="221932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1" name="Oval 2653"/>
                  <p:cNvSpPr>
                    <a:spLocks noChangeArrowheads="1"/>
                  </p:cNvSpPr>
                  <p:nvPr/>
                </p:nvSpPr>
                <p:spPr bwMode="auto">
                  <a:xfrm>
                    <a:off x="2025650" y="2070100"/>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2" name="Oval 2654"/>
                  <p:cNvSpPr>
                    <a:spLocks noChangeArrowheads="1"/>
                  </p:cNvSpPr>
                  <p:nvPr/>
                </p:nvSpPr>
                <p:spPr bwMode="auto">
                  <a:xfrm>
                    <a:off x="1979613" y="2341563"/>
                    <a:ext cx="23813"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3" name="Oval 2655"/>
                  <p:cNvSpPr>
                    <a:spLocks noChangeArrowheads="1"/>
                  </p:cNvSpPr>
                  <p:nvPr/>
                </p:nvSpPr>
                <p:spPr bwMode="auto">
                  <a:xfrm>
                    <a:off x="2001838" y="2095500"/>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4" name="Oval 2656"/>
                  <p:cNvSpPr>
                    <a:spLocks noChangeArrowheads="1"/>
                  </p:cNvSpPr>
                  <p:nvPr/>
                </p:nvSpPr>
                <p:spPr bwMode="auto">
                  <a:xfrm>
                    <a:off x="2025650" y="2324100"/>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5" name="Line 2657"/>
                  <p:cNvSpPr>
                    <a:spLocks noChangeShapeType="1"/>
                  </p:cNvSpPr>
                  <p:nvPr/>
                </p:nvSpPr>
                <p:spPr bwMode="auto">
                  <a:xfrm>
                    <a:off x="1906588" y="2155825"/>
                    <a:ext cx="0" cy="8255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6" name="Line 2658"/>
                  <p:cNvSpPr>
                    <a:spLocks noChangeShapeType="1"/>
                  </p:cNvSpPr>
                  <p:nvPr/>
                </p:nvSpPr>
                <p:spPr bwMode="auto">
                  <a:xfrm>
                    <a:off x="1906588" y="2238375"/>
                    <a:ext cx="0" cy="809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7" name="Line 2659"/>
                  <p:cNvSpPr>
                    <a:spLocks noChangeShapeType="1"/>
                  </p:cNvSpPr>
                  <p:nvPr/>
                </p:nvSpPr>
                <p:spPr bwMode="auto">
                  <a:xfrm>
                    <a:off x="1889125" y="2155825"/>
                    <a:ext cx="34925"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8" name="Line 2660"/>
                  <p:cNvSpPr>
                    <a:spLocks noChangeShapeType="1"/>
                  </p:cNvSpPr>
                  <p:nvPr/>
                </p:nvSpPr>
                <p:spPr bwMode="auto">
                  <a:xfrm>
                    <a:off x="1889125" y="2319338"/>
                    <a:ext cx="34925"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9" name="Line 2661"/>
                  <p:cNvSpPr>
                    <a:spLocks noChangeShapeType="1"/>
                  </p:cNvSpPr>
                  <p:nvPr/>
                </p:nvSpPr>
                <p:spPr bwMode="auto">
                  <a:xfrm>
                    <a:off x="1871663" y="223837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0" name="Freeform 2662"/>
                  <p:cNvSpPr/>
                  <p:nvPr/>
                </p:nvSpPr>
                <p:spPr bwMode="auto">
                  <a:xfrm>
                    <a:off x="1893888" y="2273300"/>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1" name="Freeform 2663"/>
                  <p:cNvSpPr/>
                  <p:nvPr/>
                </p:nvSpPr>
                <p:spPr bwMode="auto">
                  <a:xfrm>
                    <a:off x="1893888" y="2273300"/>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2" name="Freeform 2664"/>
                  <p:cNvSpPr/>
                  <p:nvPr/>
                </p:nvSpPr>
                <p:spPr bwMode="auto">
                  <a:xfrm>
                    <a:off x="1893888" y="2308225"/>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3" name="Freeform 2665"/>
                  <p:cNvSpPr/>
                  <p:nvPr/>
                </p:nvSpPr>
                <p:spPr bwMode="auto">
                  <a:xfrm>
                    <a:off x="1893888" y="2308225"/>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4" name="Freeform 2666"/>
                  <p:cNvSpPr/>
                  <p:nvPr/>
                </p:nvSpPr>
                <p:spPr bwMode="auto">
                  <a:xfrm>
                    <a:off x="1893888" y="2125663"/>
                    <a:ext cx="25400" cy="23813"/>
                  </a:xfrm>
                  <a:custGeom>
                    <a:avLst/>
                    <a:gdLst>
                      <a:gd name="T0" fmla="*/ 8 w 16"/>
                      <a:gd name="T1" fmla="*/ 0 h 15"/>
                      <a:gd name="T2" fmla="*/ 16 w 16"/>
                      <a:gd name="T3" fmla="*/ 8 h 15"/>
                      <a:gd name="T4" fmla="*/ 8 w 16"/>
                      <a:gd name="T5" fmla="*/ 15 h 15"/>
                      <a:gd name="T6" fmla="*/ 0 w 16"/>
                      <a:gd name="T7" fmla="*/ 8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8"/>
                        </a:lnTo>
                        <a:lnTo>
                          <a:pt x="8" y="15"/>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5" name="Freeform 2667"/>
                  <p:cNvSpPr/>
                  <p:nvPr/>
                </p:nvSpPr>
                <p:spPr bwMode="auto">
                  <a:xfrm>
                    <a:off x="1893888" y="2125663"/>
                    <a:ext cx="25400" cy="23813"/>
                  </a:xfrm>
                  <a:custGeom>
                    <a:avLst/>
                    <a:gdLst>
                      <a:gd name="T0" fmla="*/ 8 w 16"/>
                      <a:gd name="T1" fmla="*/ 0 h 15"/>
                      <a:gd name="T2" fmla="*/ 16 w 16"/>
                      <a:gd name="T3" fmla="*/ 8 h 15"/>
                      <a:gd name="T4" fmla="*/ 8 w 16"/>
                      <a:gd name="T5" fmla="*/ 15 h 15"/>
                      <a:gd name="T6" fmla="*/ 0 w 16"/>
                      <a:gd name="T7" fmla="*/ 8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8"/>
                        </a:lnTo>
                        <a:lnTo>
                          <a:pt x="8" y="15"/>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6" name="Freeform 2668"/>
                  <p:cNvSpPr/>
                  <p:nvPr/>
                </p:nvSpPr>
                <p:spPr bwMode="auto">
                  <a:xfrm>
                    <a:off x="1893888" y="2193925"/>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7" name="Freeform 2669"/>
                  <p:cNvSpPr/>
                  <p:nvPr/>
                </p:nvSpPr>
                <p:spPr bwMode="auto">
                  <a:xfrm>
                    <a:off x="1893888" y="2193925"/>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8" name="Line 2670"/>
                  <p:cNvSpPr>
                    <a:spLocks noChangeShapeType="1"/>
                  </p:cNvSpPr>
                  <p:nvPr/>
                </p:nvSpPr>
                <p:spPr bwMode="auto">
                  <a:xfrm>
                    <a:off x="1798638" y="2322513"/>
                    <a:ext cx="0" cy="508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9" name="Line 2671"/>
                  <p:cNvSpPr>
                    <a:spLocks noChangeShapeType="1"/>
                  </p:cNvSpPr>
                  <p:nvPr/>
                </p:nvSpPr>
                <p:spPr bwMode="auto">
                  <a:xfrm>
                    <a:off x="1798638" y="2373313"/>
                    <a:ext cx="0" cy="508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0" name="Line 2672"/>
                  <p:cNvSpPr>
                    <a:spLocks noChangeShapeType="1"/>
                  </p:cNvSpPr>
                  <p:nvPr/>
                </p:nvSpPr>
                <p:spPr bwMode="auto">
                  <a:xfrm>
                    <a:off x="1781175" y="2322513"/>
                    <a:ext cx="36513"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1" name="Line 2673"/>
                  <p:cNvSpPr>
                    <a:spLocks noChangeShapeType="1"/>
                  </p:cNvSpPr>
                  <p:nvPr/>
                </p:nvSpPr>
                <p:spPr bwMode="auto">
                  <a:xfrm>
                    <a:off x="1781175" y="2424113"/>
                    <a:ext cx="36513"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2" name="Line 2674"/>
                  <p:cNvSpPr>
                    <a:spLocks noChangeShapeType="1"/>
                  </p:cNvSpPr>
                  <p:nvPr/>
                </p:nvSpPr>
                <p:spPr bwMode="auto">
                  <a:xfrm>
                    <a:off x="1763713" y="2373313"/>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3" name="Freeform 2675"/>
                  <p:cNvSpPr/>
                  <p:nvPr/>
                </p:nvSpPr>
                <p:spPr bwMode="auto">
                  <a:xfrm>
                    <a:off x="1787525" y="2425700"/>
                    <a:ext cx="23813"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4" name="Freeform 2676"/>
                  <p:cNvSpPr/>
                  <p:nvPr/>
                </p:nvSpPr>
                <p:spPr bwMode="auto">
                  <a:xfrm>
                    <a:off x="1787525" y="2425700"/>
                    <a:ext cx="23813"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5" name="Freeform 2677"/>
                  <p:cNvSpPr/>
                  <p:nvPr/>
                </p:nvSpPr>
                <p:spPr bwMode="auto">
                  <a:xfrm>
                    <a:off x="1763713" y="2357438"/>
                    <a:ext cx="23813" cy="25400"/>
                  </a:xfrm>
                  <a:custGeom>
                    <a:avLst/>
                    <a:gdLst>
                      <a:gd name="T0" fmla="*/ 0 w 15"/>
                      <a:gd name="T1" fmla="*/ 0 h 16"/>
                      <a:gd name="T2" fmla="*/ 15 w 15"/>
                      <a:gd name="T3" fmla="*/ 0 h 16"/>
                      <a:gd name="T4" fmla="*/ 8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8"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6" name="Freeform 2678"/>
                  <p:cNvSpPr/>
                  <p:nvPr/>
                </p:nvSpPr>
                <p:spPr bwMode="auto">
                  <a:xfrm>
                    <a:off x="1763713" y="2357438"/>
                    <a:ext cx="23813" cy="25400"/>
                  </a:xfrm>
                  <a:custGeom>
                    <a:avLst/>
                    <a:gdLst>
                      <a:gd name="T0" fmla="*/ 0 w 15"/>
                      <a:gd name="T1" fmla="*/ 0 h 16"/>
                      <a:gd name="T2" fmla="*/ 15 w 15"/>
                      <a:gd name="T3" fmla="*/ 0 h 16"/>
                      <a:gd name="T4" fmla="*/ 8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8"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7" name="Freeform 2679"/>
                  <p:cNvSpPr/>
                  <p:nvPr/>
                </p:nvSpPr>
                <p:spPr bwMode="auto">
                  <a:xfrm>
                    <a:off x="1787525" y="2301875"/>
                    <a:ext cx="23813" cy="23813"/>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8" name="Freeform 2680"/>
                  <p:cNvSpPr/>
                  <p:nvPr/>
                </p:nvSpPr>
                <p:spPr bwMode="auto">
                  <a:xfrm>
                    <a:off x="1787525" y="2301875"/>
                    <a:ext cx="23813" cy="23813"/>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9" name="Freeform 2681"/>
                  <p:cNvSpPr/>
                  <p:nvPr/>
                </p:nvSpPr>
                <p:spPr bwMode="auto">
                  <a:xfrm>
                    <a:off x="1809750" y="2360613"/>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0" name="Freeform 2682"/>
                  <p:cNvSpPr/>
                  <p:nvPr/>
                </p:nvSpPr>
                <p:spPr bwMode="auto">
                  <a:xfrm>
                    <a:off x="1809750" y="2360613"/>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71" name="Line 2683"/>
                  <p:cNvSpPr>
                    <a:spLocks noChangeShapeType="1"/>
                  </p:cNvSpPr>
                  <p:nvPr/>
                </p:nvSpPr>
                <p:spPr bwMode="auto">
                  <a:xfrm>
                    <a:off x="1690688" y="2319338"/>
                    <a:ext cx="0" cy="60325"/>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2" name="Line 2684"/>
                  <p:cNvSpPr>
                    <a:spLocks noChangeShapeType="1"/>
                  </p:cNvSpPr>
                  <p:nvPr/>
                </p:nvSpPr>
                <p:spPr bwMode="auto">
                  <a:xfrm>
                    <a:off x="1690688" y="2379663"/>
                    <a:ext cx="0" cy="60325"/>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3" name="Line 2685"/>
                  <p:cNvSpPr>
                    <a:spLocks noChangeShapeType="1"/>
                  </p:cNvSpPr>
                  <p:nvPr/>
                </p:nvSpPr>
                <p:spPr bwMode="auto">
                  <a:xfrm>
                    <a:off x="1673225" y="2319338"/>
                    <a:ext cx="36513"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4" name="Line 2686"/>
                  <p:cNvSpPr>
                    <a:spLocks noChangeShapeType="1"/>
                  </p:cNvSpPr>
                  <p:nvPr/>
                </p:nvSpPr>
                <p:spPr bwMode="auto">
                  <a:xfrm>
                    <a:off x="1673225" y="2439988"/>
                    <a:ext cx="36513"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5" name="Line 2687"/>
                  <p:cNvSpPr>
                    <a:spLocks noChangeShapeType="1"/>
                  </p:cNvSpPr>
                  <p:nvPr/>
                </p:nvSpPr>
                <p:spPr bwMode="auto">
                  <a:xfrm>
                    <a:off x="1655763" y="2379663"/>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6" name="Freeform 2688"/>
                  <p:cNvSpPr/>
                  <p:nvPr/>
                </p:nvSpPr>
                <p:spPr bwMode="auto">
                  <a:xfrm>
                    <a:off x="1679575" y="2286000"/>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7" name="Freeform 2689"/>
                  <p:cNvSpPr/>
                  <p:nvPr/>
                </p:nvSpPr>
                <p:spPr bwMode="auto">
                  <a:xfrm>
                    <a:off x="1679575" y="2286000"/>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78" name="Freeform 2690"/>
                  <p:cNvSpPr/>
                  <p:nvPr/>
                </p:nvSpPr>
                <p:spPr bwMode="auto">
                  <a:xfrm>
                    <a:off x="1679575" y="23844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9" name="Freeform 2691"/>
                  <p:cNvSpPr/>
                  <p:nvPr/>
                </p:nvSpPr>
                <p:spPr bwMode="auto">
                  <a:xfrm>
                    <a:off x="1679575" y="23844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0" name="Freeform 2692"/>
                  <p:cNvSpPr/>
                  <p:nvPr/>
                </p:nvSpPr>
                <p:spPr bwMode="auto">
                  <a:xfrm>
                    <a:off x="1679575" y="2432050"/>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81" name="Freeform 2693"/>
                  <p:cNvSpPr/>
                  <p:nvPr/>
                </p:nvSpPr>
                <p:spPr bwMode="auto">
                  <a:xfrm>
                    <a:off x="1679575" y="2432050"/>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2" name="Freeform 2694"/>
                  <p:cNvSpPr/>
                  <p:nvPr/>
                </p:nvSpPr>
                <p:spPr bwMode="auto">
                  <a:xfrm>
                    <a:off x="1703388" y="2365375"/>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83" name="Freeform 2695"/>
                  <p:cNvSpPr/>
                  <p:nvPr/>
                </p:nvSpPr>
                <p:spPr bwMode="auto">
                  <a:xfrm>
                    <a:off x="1703388" y="2365375"/>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4" name="Line 2696"/>
                  <p:cNvSpPr>
                    <a:spLocks noChangeShapeType="1"/>
                  </p:cNvSpPr>
                  <p:nvPr/>
                </p:nvSpPr>
                <p:spPr bwMode="auto">
                  <a:xfrm>
                    <a:off x="1584325" y="2563813"/>
                    <a:ext cx="0" cy="4763"/>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5" name="Line 2697"/>
                  <p:cNvSpPr>
                    <a:spLocks noChangeShapeType="1"/>
                  </p:cNvSpPr>
                  <p:nvPr/>
                </p:nvSpPr>
                <p:spPr bwMode="auto">
                  <a:xfrm>
                    <a:off x="1584325" y="2568575"/>
                    <a:ext cx="0" cy="4763"/>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6" name="Line 2698"/>
                  <p:cNvSpPr>
                    <a:spLocks noChangeShapeType="1"/>
                  </p:cNvSpPr>
                  <p:nvPr/>
                </p:nvSpPr>
                <p:spPr bwMode="auto">
                  <a:xfrm>
                    <a:off x="1565275" y="2563813"/>
                    <a:ext cx="36513"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7" name="Line 2699"/>
                  <p:cNvSpPr>
                    <a:spLocks noChangeShapeType="1"/>
                  </p:cNvSpPr>
                  <p:nvPr/>
                </p:nvSpPr>
                <p:spPr bwMode="auto">
                  <a:xfrm>
                    <a:off x="1565275" y="2573338"/>
                    <a:ext cx="36513"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8" name="Line 2700"/>
                  <p:cNvSpPr>
                    <a:spLocks noChangeShapeType="1"/>
                  </p:cNvSpPr>
                  <p:nvPr/>
                </p:nvSpPr>
                <p:spPr bwMode="auto">
                  <a:xfrm>
                    <a:off x="1547813" y="256857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9" name="Rectangle 2701"/>
                  <p:cNvSpPr>
                    <a:spLocks noChangeArrowheads="1"/>
                  </p:cNvSpPr>
                  <p:nvPr/>
                </p:nvSpPr>
                <p:spPr bwMode="auto">
                  <a:xfrm>
                    <a:off x="1563688" y="2551113"/>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0" name="Rectangle 2702"/>
                  <p:cNvSpPr>
                    <a:spLocks noChangeArrowheads="1"/>
                  </p:cNvSpPr>
                  <p:nvPr/>
                </p:nvSpPr>
                <p:spPr bwMode="auto">
                  <a:xfrm>
                    <a:off x="1563688" y="2551113"/>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1" name="Rectangle 2703"/>
                  <p:cNvSpPr>
                    <a:spLocks noChangeArrowheads="1"/>
                  </p:cNvSpPr>
                  <p:nvPr/>
                </p:nvSpPr>
                <p:spPr bwMode="auto">
                  <a:xfrm>
                    <a:off x="1595438" y="2554288"/>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2" name="Rectangle 2704"/>
                  <p:cNvSpPr>
                    <a:spLocks noChangeArrowheads="1"/>
                  </p:cNvSpPr>
                  <p:nvPr/>
                </p:nvSpPr>
                <p:spPr bwMode="auto">
                  <a:xfrm>
                    <a:off x="1595438" y="2554288"/>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3" name="Rectangle 2705"/>
                  <p:cNvSpPr>
                    <a:spLocks noChangeArrowheads="1"/>
                  </p:cNvSpPr>
                  <p:nvPr/>
                </p:nvSpPr>
                <p:spPr bwMode="auto">
                  <a:xfrm>
                    <a:off x="1579563" y="2557463"/>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4" name="Rectangle 2706"/>
                  <p:cNvSpPr>
                    <a:spLocks noChangeArrowheads="1"/>
                  </p:cNvSpPr>
                  <p:nvPr/>
                </p:nvSpPr>
                <p:spPr bwMode="auto">
                  <a:xfrm>
                    <a:off x="1579563" y="2557463"/>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5" name="Rectangle 2707"/>
                  <p:cNvSpPr>
                    <a:spLocks noChangeArrowheads="1"/>
                  </p:cNvSpPr>
                  <p:nvPr/>
                </p:nvSpPr>
                <p:spPr bwMode="auto">
                  <a:xfrm>
                    <a:off x="1547813" y="2562225"/>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6" name="Rectangle 2708"/>
                  <p:cNvSpPr>
                    <a:spLocks noChangeArrowheads="1"/>
                  </p:cNvSpPr>
                  <p:nvPr/>
                </p:nvSpPr>
                <p:spPr bwMode="auto">
                  <a:xfrm>
                    <a:off x="1547813" y="2562225"/>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7" name="Line 2709"/>
                  <p:cNvSpPr>
                    <a:spLocks noChangeShapeType="1"/>
                  </p:cNvSpPr>
                  <p:nvPr/>
                </p:nvSpPr>
                <p:spPr bwMode="auto">
                  <a:xfrm>
                    <a:off x="1476375" y="2562225"/>
                    <a:ext cx="0" cy="476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98" name="Line 2710"/>
                  <p:cNvSpPr>
                    <a:spLocks noChangeShapeType="1"/>
                  </p:cNvSpPr>
                  <p:nvPr/>
                </p:nvSpPr>
                <p:spPr bwMode="auto">
                  <a:xfrm>
                    <a:off x="1476375" y="2566988"/>
                    <a:ext cx="0" cy="635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99" name="Line 2711"/>
                  <p:cNvSpPr>
                    <a:spLocks noChangeShapeType="1"/>
                  </p:cNvSpPr>
                  <p:nvPr/>
                </p:nvSpPr>
                <p:spPr bwMode="auto">
                  <a:xfrm>
                    <a:off x="1458913" y="2562225"/>
                    <a:ext cx="34925"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0" name="Line 2712"/>
                  <p:cNvSpPr>
                    <a:spLocks noChangeShapeType="1"/>
                  </p:cNvSpPr>
                  <p:nvPr/>
                </p:nvSpPr>
                <p:spPr bwMode="auto">
                  <a:xfrm>
                    <a:off x="1458913" y="2573338"/>
                    <a:ext cx="34925"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1" name="Line 2713"/>
                  <p:cNvSpPr>
                    <a:spLocks noChangeShapeType="1"/>
                  </p:cNvSpPr>
                  <p:nvPr/>
                </p:nvSpPr>
                <p:spPr bwMode="auto">
                  <a:xfrm>
                    <a:off x="1439863" y="2566988"/>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2" name="Oval 2714"/>
                  <p:cNvSpPr>
                    <a:spLocks noChangeArrowheads="1"/>
                  </p:cNvSpPr>
                  <p:nvPr/>
                </p:nvSpPr>
                <p:spPr bwMode="auto">
                  <a:xfrm>
                    <a:off x="1455738" y="25479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3" name="Oval 2715"/>
                  <p:cNvSpPr>
                    <a:spLocks noChangeArrowheads="1"/>
                  </p:cNvSpPr>
                  <p:nvPr/>
                </p:nvSpPr>
                <p:spPr bwMode="auto">
                  <a:xfrm>
                    <a:off x="1455738" y="25479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4" name="Oval 2716"/>
                  <p:cNvSpPr>
                    <a:spLocks noChangeArrowheads="1"/>
                  </p:cNvSpPr>
                  <p:nvPr/>
                </p:nvSpPr>
                <p:spPr bwMode="auto">
                  <a:xfrm>
                    <a:off x="1439863" y="2562225"/>
                    <a:ext cx="25400"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5" name="Oval 2717"/>
                  <p:cNvSpPr>
                    <a:spLocks noChangeArrowheads="1"/>
                  </p:cNvSpPr>
                  <p:nvPr/>
                </p:nvSpPr>
                <p:spPr bwMode="auto">
                  <a:xfrm>
                    <a:off x="1439863" y="2562225"/>
                    <a:ext cx="25400"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6" name="Oval 2718"/>
                  <p:cNvSpPr>
                    <a:spLocks noChangeArrowheads="1"/>
                  </p:cNvSpPr>
                  <p:nvPr/>
                </p:nvSpPr>
                <p:spPr bwMode="auto">
                  <a:xfrm>
                    <a:off x="1487488" y="2554288"/>
                    <a:ext cx="23813"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7" name="Oval 2719"/>
                  <p:cNvSpPr>
                    <a:spLocks noChangeArrowheads="1"/>
                  </p:cNvSpPr>
                  <p:nvPr/>
                </p:nvSpPr>
                <p:spPr bwMode="auto">
                  <a:xfrm>
                    <a:off x="1487488" y="2554288"/>
                    <a:ext cx="23813"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8" name="Oval 2720"/>
                  <p:cNvSpPr>
                    <a:spLocks noChangeArrowheads="1"/>
                  </p:cNvSpPr>
                  <p:nvPr/>
                </p:nvSpPr>
                <p:spPr bwMode="auto">
                  <a:xfrm>
                    <a:off x="1471613" y="2555875"/>
                    <a:ext cx="23813"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9" name="Oval 2721"/>
                  <p:cNvSpPr>
                    <a:spLocks noChangeArrowheads="1"/>
                  </p:cNvSpPr>
                  <p:nvPr/>
                </p:nvSpPr>
                <p:spPr bwMode="auto">
                  <a:xfrm>
                    <a:off x="1471613" y="2555875"/>
                    <a:ext cx="23813"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34" name="Rectangle 2485"/>
                  <p:cNvSpPr>
                    <a:spLocks noChangeArrowheads="1"/>
                  </p:cNvSpPr>
                  <p:nvPr/>
                </p:nvSpPr>
                <p:spPr bwMode="auto">
                  <a:xfrm rot="18900000">
                    <a:off x="1393383" y="2664220"/>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2345" dirty="0"/>
                  </a:p>
                </p:txBody>
              </p:sp>
              <p:sp>
                <p:nvSpPr>
                  <p:cNvPr id="2935" name="Rectangle 2490"/>
                  <p:cNvSpPr>
                    <a:spLocks noChangeArrowheads="1"/>
                  </p:cNvSpPr>
                  <p:nvPr/>
                </p:nvSpPr>
                <p:spPr bwMode="auto">
                  <a:xfrm rot="18900000">
                    <a:off x="1503172" y="2662638"/>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2936" name="Rectangle 2492"/>
                  <p:cNvSpPr>
                    <a:spLocks noChangeArrowheads="1"/>
                  </p:cNvSpPr>
                  <p:nvPr/>
                </p:nvSpPr>
                <p:spPr bwMode="auto">
                  <a:xfrm rot="18900000">
                    <a:off x="1622984" y="265152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2937" name="Rectangle 2496"/>
                  <p:cNvSpPr>
                    <a:spLocks noChangeArrowheads="1"/>
                  </p:cNvSpPr>
                  <p:nvPr/>
                </p:nvSpPr>
                <p:spPr bwMode="auto">
                  <a:xfrm rot="18900000">
                    <a:off x="1722995" y="266105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2938" name="Rectangle 2499"/>
                  <p:cNvSpPr>
                    <a:spLocks noChangeArrowheads="1"/>
                  </p:cNvSpPr>
                  <p:nvPr/>
                </p:nvSpPr>
                <p:spPr bwMode="auto">
                  <a:xfrm rot="18900000">
                    <a:off x="1814644" y="265568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2939" name="Rectangle 2502"/>
                  <p:cNvSpPr>
                    <a:spLocks noChangeArrowheads="1"/>
                  </p:cNvSpPr>
                  <p:nvPr/>
                </p:nvSpPr>
                <p:spPr bwMode="auto">
                  <a:xfrm rot="18900000">
                    <a:off x="1907144" y="2656288"/>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2940" name="Rectangle 2510"/>
                  <p:cNvSpPr>
                    <a:spLocks noChangeArrowheads="1"/>
                  </p:cNvSpPr>
                  <p:nvPr/>
                </p:nvSpPr>
                <p:spPr bwMode="auto">
                  <a:xfrm rot="18900000">
                    <a:off x="1871407" y="2727721"/>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C57BL/6J</a:t>
                    </a:r>
                    <a:endParaRPr lang="zh-CN" altLang="zh-CN" sz="2345" dirty="0"/>
                  </a:p>
                </p:txBody>
              </p:sp>
            </p:grpSp>
            <p:sp>
              <p:nvSpPr>
                <p:cNvPr id="3402" name="文本框 3401"/>
                <p:cNvSpPr txBox="1"/>
                <p:nvPr/>
              </p:nvSpPr>
              <p:spPr>
                <a:xfrm>
                  <a:off x="1433814" y="2439965"/>
                  <a:ext cx="245415" cy="132413"/>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sp>
              <p:nvSpPr>
                <p:cNvPr id="3406" name="文本框 3405"/>
                <p:cNvSpPr txBox="1"/>
                <p:nvPr/>
              </p:nvSpPr>
              <p:spPr>
                <a:xfrm>
                  <a:off x="1741080" y="2053727"/>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07" name="文本框 3406"/>
                <p:cNvSpPr txBox="1"/>
                <p:nvPr/>
              </p:nvSpPr>
              <p:spPr>
                <a:xfrm>
                  <a:off x="1849153" y="2000578"/>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08" name="文本框 3407"/>
                <p:cNvSpPr txBox="1"/>
                <p:nvPr/>
              </p:nvSpPr>
              <p:spPr>
                <a:xfrm>
                  <a:off x="1956187" y="2133023"/>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7" name="文本框 3416"/>
                <p:cNvSpPr txBox="1"/>
                <p:nvPr/>
              </p:nvSpPr>
              <p:spPr>
                <a:xfrm>
                  <a:off x="1540492" y="2205402"/>
                  <a:ext cx="245850"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8" name="文本框 3417"/>
                <p:cNvSpPr txBox="1"/>
                <p:nvPr/>
              </p:nvSpPr>
              <p:spPr>
                <a:xfrm>
                  <a:off x="1654052" y="2224116"/>
                  <a:ext cx="245850"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grpSp>
      </p:grpSp>
      <p:grpSp>
        <p:nvGrpSpPr>
          <p:cNvPr id="37" name="组合 36">
            <a:extLst>
              <a:ext uri="{FF2B5EF4-FFF2-40B4-BE49-F238E27FC236}">
                <a16:creationId xmlns:a16="http://schemas.microsoft.com/office/drawing/2014/main" id="{4504740F-D32B-42E1-BD65-8BF7FF036973}"/>
              </a:ext>
            </a:extLst>
          </p:cNvPr>
          <p:cNvGrpSpPr/>
          <p:nvPr/>
        </p:nvGrpSpPr>
        <p:grpSpPr>
          <a:xfrm>
            <a:off x="3565180" y="2429119"/>
            <a:ext cx="1412946" cy="1179795"/>
            <a:chOff x="626946" y="3518464"/>
            <a:chExt cx="1412946" cy="1179795"/>
          </a:xfrm>
        </p:grpSpPr>
        <p:sp>
          <p:nvSpPr>
            <p:cNvPr id="3644" name="文本框 3643"/>
            <p:cNvSpPr txBox="1"/>
            <p:nvPr/>
          </p:nvSpPr>
          <p:spPr>
            <a:xfrm rot="16200000">
              <a:off x="218545" y="3926865"/>
              <a:ext cx="1109831" cy="293029"/>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pPr algn="ctr"/>
              <a:r>
                <a:rPr lang="en-US" altLang="zh-CN" sz="650" dirty="0"/>
                <a:t>Parent of CD44+CD62L-</a:t>
              </a:r>
            </a:p>
            <a:p>
              <a:pPr algn="ctr"/>
              <a:r>
                <a:rPr lang="en-US" altLang="zh-CN" sz="650" dirty="0"/>
                <a:t>(CD8+) T cell </a:t>
              </a:r>
              <a:endParaRPr lang="zh-CN" altLang="en-US" sz="650" dirty="0"/>
            </a:p>
          </p:txBody>
        </p:sp>
        <p:grpSp>
          <p:nvGrpSpPr>
            <p:cNvPr id="3634" name="组合 3633"/>
            <p:cNvGrpSpPr/>
            <p:nvPr/>
          </p:nvGrpSpPr>
          <p:grpSpPr>
            <a:xfrm>
              <a:off x="844409" y="3574503"/>
              <a:ext cx="1195483" cy="1123756"/>
              <a:chOff x="2287590" y="1943179"/>
              <a:chExt cx="916729" cy="861726"/>
            </a:xfrm>
          </p:grpSpPr>
          <p:sp>
            <p:nvSpPr>
              <p:cNvPr id="2970" name="Freeform 2754"/>
              <p:cNvSpPr>
                <a:spLocks noEditPoints="1"/>
              </p:cNvSpPr>
              <p:nvPr/>
            </p:nvSpPr>
            <p:spPr bwMode="auto">
              <a:xfrm>
                <a:off x="2387603" y="2586039"/>
                <a:ext cx="728663" cy="25400"/>
              </a:xfrm>
              <a:custGeom>
                <a:avLst/>
                <a:gdLst>
                  <a:gd name="T0" fmla="*/ 0 w 459"/>
                  <a:gd name="T1" fmla="*/ 0 h 16"/>
                  <a:gd name="T2" fmla="*/ 459 w 459"/>
                  <a:gd name="T3" fmla="*/ 0 h 16"/>
                  <a:gd name="T4" fmla="*/ 43 w 459"/>
                  <a:gd name="T5" fmla="*/ 16 h 16"/>
                  <a:gd name="T6" fmla="*/ 43 w 459"/>
                  <a:gd name="T7" fmla="*/ 0 h 16"/>
                  <a:gd name="T8" fmla="*/ 105 w 459"/>
                  <a:gd name="T9" fmla="*/ 16 h 16"/>
                  <a:gd name="T10" fmla="*/ 105 w 459"/>
                  <a:gd name="T11" fmla="*/ 0 h 16"/>
                  <a:gd name="T12" fmla="*/ 167 w 459"/>
                  <a:gd name="T13" fmla="*/ 16 h 16"/>
                  <a:gd name="T14" fmla="*/ 167 w 459"/>
                  <a:gd name="T15" fmla="*/ 0 h 16"/>
                  <a:gd name="T16" fmla="*/ 229 w 459"/>
                  <a:gd name="T17" fmla="*/ 16 h 16"/>
                  <a:gd name="T18" fmla="*/ 229 w 459"/>
                  <a:gd name="T19" fmla="*/ 0 h 16"/>
                  <a:gd name="T20" fmla="*/ 291 w 459"/>
                  <a:gd name="T21" fmla="*/ 16 h 16"/>
                  <a:gd name="T22" fmla="*/ 291 w 459"/>
                  <a:gd name="T23" fmla="*/ 0 h 16"/>
                  <a:gd name="T24" fmla="*/ 353 w 459"/>
                  <a:gd name="T25" fmla="*/ 16 h 16"/>
                  <a:gd name="T26" fmla="*/ 353 w 459"/>
                  <a:gd name="T27" fmla="*/ 0 h 16"/>
                  <a:gd name="T28" fmla="*/ 415 w 459"/>
                  <a:gd name="T29" fmla="*/ 16 h 16"/>
                  <a:gd name="T30" fmla="*/ 415 w 459"/>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9" h="16">
                    <a:moveTo>
                      <a:pt x="0" y="0"/>
                    </a:moveTo>
                    <a:lnTo>
                      <a:pt x="459" y="0"/>
                    </a:lnTo>
                    <a:moveTo>
                      <a:pt x="43" y="16"/>
                    </a:moveTo>
                    <a:lnTo>
                      <a:pt x="43" y="0"/>
                    </a:lnTo>
                    <a:moveTo>
                      <a:pt x="105" y="16"/>
                    </a:moveTo>
                    <a:lnTo>
                      <a:pt x="105" y="0"/>
                    </a:lnTo>
                    <a:moveTo>
                      <a:pt x="167" y="16"/>
                    </a:moveTo>
                    <a:lnTo>
                      <a:pt x="167" y="0"/>
                    </a:lnTo>
                    <a:moveTo>
                      <a:pt x="229" y="16"/>
                    </a:moveTo>
                    <a:lnTo>
                      <a:pt x="229" y="0"/>
                    </a:lnTo>
                    <a:moveTo>
                      <a:pt x="291" y="16"/>
                    </a:moveTo>
                    <a:lnTo>
                      <a:pt x="291" y="0"/>
                    </a:lnTo>
                    <a:moveTo>
                      <a:pt x="353" y="16"/>
                    </a:moveTo>
                    <a:lnTo>
                      <a:pt x="353" y="0"/>
                    </a:lnTo>
                    <a:moveTo>
                      <a:pt x="415" y="16"/>
                    </a:moveTo>
                    <a:lnTo>
                      <a:pt x="41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71" name="Rectangle 2755"/>
              <p:cNvSpPr>
                <a:spLocks noChangeArrowheads="1"/>
              </p:cNvSpPr>
              <p:nvPr/>
            </p:nvSpPr>
            <p:spPr bwMode="auto">
              <a:xfrm>
                <a:off x="2335215" y="2560639"/>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0</a:t>
                </a:r>
                <a:endParaRPr lang="zh-CN" altLang="zh-CN" sz="520">
                  <a:solidFill>
                    <a:srgbClr val="000000"/>
                  </a:solidFill>
                  <a:latin typeface="Arial" panose="020B0604020202090204" pitchFamily="34" charset="0"/>
                </a:endParaRPr>
              </a:p>
            </p:txBody>
          </p:sp>
          <p:sp>
            <p:nvSpPr>
              <p:cNvPr id="2972" name="Rectangle 2756"/>
              <p:cNvSpPr>
                <a:spLocks noChangeArrowheads="1"/>
              </p:cNvSpPr>
              <p:nvPr/>
            </p:nvSpPr>
            <p:spPr bwMode="auto">
              <a:xfrm>
                <a:off x="2311403" y="2446339"/>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20</a:t>
                </a:r>
                <a:endParaRPr lang="zh-CN" altLang="zh-CN" sz="520" dirty="0">
                  <a:solidFill>
                    <a:srgbClr val="000000"/>
                  </a:solidFill>
                  <a:latin typeface="Arial" panose="020B0604020202090204" pitchFamily="34" charset="0"/>
                </a:endParaRPr>
              </a:p>
            </p:txBody>
          </p:sp>
          <p:sp>
            <p:nvSpPr>
              <p:cNvPr id="2973" name="Rectangle 2757"/>
              <p:cNvSpPr>
                <a:spLocks noChangeArrowheads="1"/>
              </p:cNvSpPr>
              <p:nvPr/>
            </p:nvSpPr>
            <p:spPr bwMode="auto">
              <a:xfrm>
                <a:off x="2311403" y="2330451"/>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40</a:t>
                </a:r>
                <a:endParaRPr lang="zh-CN" altLang="zh-CN" sz="520">
                  <a:solidFill>
                    <a:srgbClr val="000000"/>
                  </a:solidFill>
                  <a:latin typeface="Arial" panose="020B0604020202090204" pitchFamily="34" charset="0"/>
                </a:endParaRPr>
              </a:p>
            </p:txBody>
          </p:sp>
          <p:sp>
            <p:nvSpPr>
              <p:cNvPr id="2974" name="Rectangle 2758"/>
              <p:cNvSpPr>
                <a:spLocks noChangeArrowheads="1"/>
              </p:cNvSpPr>
              <p:nvPr/>
            </p:nvSpPr>
            <p:spPr bwMode="auto">
              <a:xfrm>
                <a:off x="2311403" y="2216151"/>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2975" name="Rectangle 2759"/>
              <p:cNvSpPr>
                <a:spLocks noChangeArrowheads="1"/>
              </p:cNvSpPr>
              <p:nvPr/>
            </p:nvSpPr>
            <p:spPr bwMode="auto">
              <a:xfrm>
                <a:off x="2311403" y="2100264"/>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80</a:t>
                </a:r>
                <a:endParaRPr lang="zh-CN" altLang="zh-CN" sz="520">
                  <a:solidFill>
                    <a:srgbClr val="000000"/>
                  </a:solidFill>
                </a:endParaRPr>
              </a:p>
            </p:txBody>
          </p:sp>
          <p:sp>
            <p:nvSpPr>
              <p:cNvPr id="2976" name="Rectangle 2760"/>
              <p:cNvSpPr>
                <a:spLocks noChangeArrowheads="1"/>
              </p:cNvSpPr>
              <p:nvPr/>
            </p:nvSpPr>
            <p:spPr bwMode="auto">
              <a:xfrm>
                <a:off x="2287590" y="1984376"/>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dirty="0">
                    <a:solidFill>
                      <a:srgbClr val="000000"/>
                    </a:solidFill>
                  </a:rPr>
                  <a:t>100</a:t>
                </a:r>
                <a:endParaRPr lang="zh-CN" altLang="zh-CN" sz="2345" dirty="0"/>
              </a:p>
            </p:txBody>
          </p:sp>
          <p:sp>
            <p:nvSpPr>
              <p:cNvPr id="2977" name="Freeform 2761"/>
              <p:cNvSpPr>
                <a:spLocks noEditPoints="1"/>
              </p:cNvSpPr>
              <p:nvPr/>
            </p:nvSpPr>
            <p:spPr bwMode="auto">
              <a:xfrm>
                <a:off x="2365378" y="2008189"/>
                <a:ext cx="25400" cy="581025"/>
              </a:xfrm>
              <a:custGeom>
                <a:avLst/>
                <a:gdLst>
                  <a:gd name="T0" fmla="*/ 16 w 16"/>
                  <a:gd name="T1" fmla="*/ 366 h 366"/>
                  <a:gd name="T2" fmla="*/ 16 w 16"/>
                  <a:gd name="T3" fmla="*/ 0 h 366"/>
                  <a:gd name="T4" fmla="*/ 16 w 16"/>
                  <a:gd name="T5" fmla="*/ 364 h 366"/>
                  <a:gd name="T6" fmla="*/ 0 w 16"/>
                  <a:gd name="T7" fmla="*/ 364 h 366"/>
                  <a:gd name="T8" fmla="*/ 16 w 16"/>
                  <a:gd name="T9" fmla="*/ 292 h 366"/>
                  <a:gd name="T10" fmla="*/ 0 w 16"/>
                  <a:gd name="T11" fmla="*/ 292 h 366"/>
                  <a:gd name="T12" fmla="*/ 16 w 16"/>
                  <a:gd name="T13" fmla="*/ 219 h 366"/>
                  <a:gd name="T14" fmla="*/ 0 w 16"/>
                  <a:gd name="T15" fmla="*/ 219 h 366"/>
                  <a:gd name="T16" fmla="*/ 16 w 16"/>
                  <a:gd name="T17" fmla="*/ 147 h 366"/>
                  <a:gd name="T18" fmla="*/ 0 w 16"/>
                  <a:gd name="T19" fmla="*/ 147 h 366"/>
                  <a:gd name="T20" fmla="*/ 16 w 16"/>
                  <a:gd name="T21" fmla="*/ 74 h 366"/>
                  <a:gd name="T22" fmla="*/ 0 w 16"/>
                  <a:gd name="T23" fmla="*/ 74 h 366"/>
                  <a:gd name="T24" fmla="*/ 16 w 16"/>
                  <a:gd name="T25" fmla="*/ 1 h 366"/>
                  <a:gd name="T26" fmla="*/ 0 w 16"/>
                  <a:gd name="T27" fmla="*/ 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66">
                    <a:moveTo>
                      <a:pt x="16" y="366"/>
                    </a:moveTo>
                    <a:lnTo>
                      <a:pt x="16" y="0"/>
                    </a:lnTo>
                    <a:moveTo>
                      <a:pt x="16" y="364"/>
                    </a:moveTo>
                    <a:lnTo>
                      <a:pt x="0" y="364"/>
                    </a:lnTo>
                    <a:moveTo>
                      <a:pt x="16" y="292"/>
                    </a:moveTo>
                    <a:lnTo>
                      <a:pt x="0" y="292"/>
                    </a:lnTo>
                    <a:moveTo>
                      <a:pt x="16" y="219"/>
                    </a:moveTo>
                    <a:lnTo>
                      <a:pt x="0" y="219"/>
                    </a:lnTo>
                    <a:moveTo>
                      <a:pt x="16" y="147"/>
                    </a:moveTo>
                    <a:lnTo>
                      <a:pt x="0" y="147"/>
                    </a:lnTo>
                    <a:moveTo>
                      <a:pt x="16" y="74"/>
                    </a:moveTo>
                    <a:lnTo>
                      <a:pt x="0" y="74"/>
                    </a:lnTo>
                    <a:moveTo>
                      <a:pt x="16" y="1"/>
                    </a:moveTo>
                    <a:lnTo>
                      <a:pt x="0" y="1"/>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78" name="Line 2762"/>
              <p:cNvSpPr>
                <a:spLocks noChangeShapeType="1"/>
              </p:cNvSpPr>
              <p:nvPr/>
            </p:nvSpPr>
            <p:spPr bwMode="auto">
              <a:xfrm>
                <a:off x="3046415" y="2493964"/>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79" name="Line 2763"/>
              <p:cNvSpPr>
                <a:spLocks noChangeShapeType="1"/>
              </p:cNvSpPr>
              <p:nvPr/>
            </p:nvSpPr>
            <p:spPr bwMode="auto">
              <a:xfrm>
                <a:off x="3046415" y="2509839"/>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0" name="Line 2764"/>
              <p:cNvSpPr>
                <a:spLocks noChangeShapeType="1"/>
              </p:cNvSpPr>
              <p:nvPr/>
            </p:nvSpPr>
            <p:spPr bwMode="auto">
              <a:xfrm>
                <a:off x="3028953" y="2493964"/>
                <a:ext cx="33338"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1" name="Line 2765"/>
              <p:cNvSpPr>
                <a:spLocks noChangeShapeType="1"/>
              </p:cNvSpPr>
              <p:nvPr/>
            </p:nvSpPr>
            <p:spPr bwMode="auto">
              <a:xfrm>
                <a:off x="3028953" y="2525714"/>
                <a:ext cx="33338"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2" name="Line 2766"/>
              <p:cNvSpPr>
                <a:spLocks noChangeShapeType="1"/>
              </p:cNvSpPr>
              <p:nvPr/>
            </p:nvSpPr>
            <p:spPr bwMode="auto">
              <a:xfrm>
                <a:off x="3013078" y="2509839"/>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3" name="Rectangle 2767"/>
              <p:cNvSpPr>
                <a:spLocks noChangeArrowheads="1"/>
              </p:cNvSpPr>
              <p:nvPr/>
            </p:nvSpPr>
            <p:spPr bwMode="auto">
              <a:xfrm>
                <a:off x="3013078" y="2516189"/>
                <a:ext cx="23813"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4" name="Rectangle 2768"/>
              <p:cNvSpPr>
                <a:spLocks noChangeArrowheads="1"/>
              </p:cNvSpPr>
              <p:nvPr/>
            </p:nvSpPr>
            <p:spPr bwMode="auto">
              <a:xfrm>
                <a:off x="3033715" y="2495551"/>
                <a:ext cx="23813" cy="22225"/>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5" name="Rectangle 2769"/>
              <p:cNvSpPr>
                <a:spLocks noChangeArrowheads="1"/>
              </p:cNvSpPr>
              <p:nvPr/>
            </p:nvSpPr>
            <p:spPr bwMode="auto">
              <a:xfrm>
                <a:off x="3055940" y="2478089"/>
                <a:ext cx="22225"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6" name="Rectangle 2770"/>
              <p:cNvSpPr>
                <a:spLocks noChangeArrowheads="1"/>
              </p:cNvSpPr>
              <p:nvPr/>
            </p:nvSpPr>
            <p:spPr bwMode="auto">
              <a:xfrm>
                <a:off x="3055940" y="2501901"/>
                <a:ext cx="22225"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7" name="Line 2771"/>
              <p:cNvSpPr>
                <a:spLocks noChangeShapeType="1"/>
              </p:cNvSpPr>
              <p:nvPr/>
            </p:nvSpPr>
            <p:spPr bwMode="auto">
              <a:xfrm>
                <a:off x="2947990" y="2035176"/>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8" name="Line 2772"/>
              <p:cNvSpPr>
                <a:spLocks noChangeShapeType="1"/>
              </p:cNvSpPr>
              <p:nvPr/>
            </p:nvSpPr>
            <p:spPr bwMode="auto">
              <a:xfrm>
                <a:off x="2947990" y="2054226"/>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9" name="Line 2773"/>
              <p:cNvSpPr>
                <a:spLocks noChangeShapeType="1"/>
              </p:cNvSpPr>
              <p:nvPr/>
            </p:nvSpPr>
            <p:spPr bwMode="auto">
              <a:xfrm>
                <a:off x="2930528" y="2035176"/>
                <a:ext cx="33338"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0" name="Line 2774"/>
              <p:cNvSpPr>
                <a:spLocks noChangeShapeType="1"/>
              </p:cNvSpPr>
              <p:nvPr/>
            </p:nvSpPr>
            <p:spPr bwMode="auto">
              <a:xfrm>
                <a:off x="2930528" y="2073276"/>
                <a:ext cx="33338"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1" name="Line 2775"/>
              <p:cNvSpPr>
                <a:spLocks noChangeShapeType="1"/>
              </p:cNvSpPr>
              <p:nvPr/>
            </p:nvSpPr>
            <p:spPr bwMode="auto">
              <a:xfrm>
                <a:off x="2914653" y="2054226"/>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2" name="Oval 2776"/>
              <p:cNvSpPr>
                <a:spLocks noChangeArrowheads="1"/>
              </p:cNvSpPr>
              <p:nvPr/>
            </p:nvSpPr>
            <p:spPr bwMode="auto">
              <a:xfrm>
                <a:off x="2935290" y="2030414"/>
                <a:ext cx="23813" cy="22225"/>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3" name="Oval 2777"/>
              <p:cNvSpPr>
                <a:spLocks noChangeArrowheads="1"/>
              </p:cNvSpPr>
              <p:nvPr/>
            </p:nvSpPr>
            <p:spPr bwMode="auto">
              <a:xfrm>
                <a:off x="2957515" y="2057401"/>
                <a:ext cx="22225"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4" name="Oval 2778"/>
              <p:cNvSpPr>
                <a:spLocks noChangeArrowheads="1"/>
              </p:cNvSpPr>
              <p:nvPr/>
            </p:nvSpPr>
            <p:spPr bwMode="auto">
              <a:xfrm>
                <a:off x="2957515" y="2022476"/>
                <a:ext cx="22225"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5" name="Oval 2779"/>
              <p:cNvSpPr>
                <a:spLocks noChangeArrowheads="1"/>
              </p:cNvSpPr>
              <p:nvPr/>
            </p:nvSpPr>
            <p:spPr bwMode="auto">
              <a:xfrm>
                <a:off x="2914653" y="2060576"/>
                <a:ext cx="23813" cy="22225"/>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6" name="Line 2780"/>
              <p:cNvSpPr>
                <a:spLocks noChangeShapeType="1"/>
              </p:cNvSpPr>
              <p:nvPr/>
            </p:nvSpPr>
            <p:spPr bwMode="auto">
              <a:xfrm>
                <a:off x="2849565" y="2041526"/>
                <a:ext cx="0" cy="1111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7" name="Line 2781"/>
              <p:cNvSpPr>
                <a:spLocks noChangeShapeType="1"/>
              </p:cNvSpPr>
              <p:nvPr/>
            </p:nvSpPr>
            <p:spPr bwMode="auto">
              <a:xfrm>
                <a:off x="2849565" y="2052639"/>
                <a:ext cx="0" cy="1111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8" name="Line 2782"/>
              <p:cNvSpPr>
                <a:spLocks noChangeShapeType="1"/>
              </p:cNvSpPr>
              <p:nvPr/>
            </p:nvSpPr>
            <p:spPr bwMode="auto">
              <a:xfrm>
                <a:off x="2832103" y="2041526"/>
                <a:ext cx="33338"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9" name="Line 2783"/>
              <p:cNvSpPr>
                <a:spLocks noChangeShapeType="1"/>
              </p:cNvSpPr>
              <p:nvPr/>
            </p:nvSpPr>
            <p:spPr bwMode="auto">
              <a:xfrm>
                <a:off x="2832103" y="2063751"/>
                <a:ext cx="33338"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00" name="Line 2784"/>
              <p:cNvSpPr>
                <a:spLocks noChangeShapeType="1"/>
              </p:cNvSpPr>
              <p:nvPr/>
            </p:nvSpPr>
            <p:spPr bwMode="auto">
              <a:xfrm>
                <a:off x="2816228" y="2052639"/>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01" name="Freeform 2785"/>
              <p:cNvSpPr/>
              <p:nvPr/>
            </p:nvSpPr>
            <p:spPr bwMode="auto">
              <a:xfrm>
                <a:off x="2816228" y="2052639"/>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2" name="Freeform 2786"/>
              <p:cNvSpPr/>
              <p:nvPr/>
            </p:nvSpPr>
            <p:spPr bwMode="auto">
              <a:xfrm>
                <a:off x="2816228" y="2052639"/>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3" name="Freeform 2787"/>
              <p:cNvSpPr/>
              <p:nvPr/>
            </p:nvSpPr>
            <p:spPr bwMode="auto">
              <a:xfrm>
                <a:off x="2859090" y="2044701"/>
                <a:ext cx="22225" cy="22225"/>
              </a:xfrm>
              <a:custGeom>
                <a:avLst/>
                <a:gdLst>
                  <a:gd name="T0" fmla="*/ 7 w 14"/>
                  <a:gd name="T1" fmla="*/ 0 h 14"/>
                  <a:gd name="T2" fmla="*/ 14 w 14"/>
                  <a:gd name="T3" fmla="*/ 7 h 14"/>
                  <a:gd name="T4" fmla="*/ 7 w 14"/>
                  <a:gd name="T5" fmla="*/ 14 h 14"/>
                  <a:gd name="T6" fmla="*/ 0 w 14"/>
                  <a:gd name="T7" fmla="*/ 7 h 14"/>
                  <a:gd name="T8" fmla="*/ 7 w 14"/>
                  <a:gd name="T9" fmla="*/ 0 h 14"/>
                </a:gdLst>
                <a:ahLst/>
                <a:cxnLst>
                  <a:cxn ang="0">
                    <a:pos x="T0" y="T1"/>
                  </a:cxn>
                  <a:cxn ang="0">
                    <a:pos x="T2" y="T3"/>
                  </a:cxn>
                  <a:cxn ang="0">
                    <a:pos x="T4" y="T5"/>
                  </a:cxn>
                  <a:cxn ang="0">
                    <a:pos x="T6" y="T7"/>
                  </a:cxn>
                  <a:cxn ang="0">
                    <a:pos x="T8" y="T9"/>
                  </a:cxn>
                </a:cxnLst>
                <a:rect l="0" t="0" r="r" b="b"/>
                <a:pathLst>
                  <a:path w="14" h="14">
                    <a:moveTo>
                      <a:pt x="7" y="0"/>
                    </a:moveTo>
                    <a:lnTo>
                      <a:pt x="14" y="7"/>
                    </a:lnTo>
                    <a:lnTo>
                      <a:pt x="7" y="14"/>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4" name="Freeform 2788"/>
              <p:cNvSpPr/>
              <p:nvPr/>
            </p:nvSpPr>
            <p:spPr bwMode="auto">
              <a:xfrm>
                <a:off x="2859090" y="2044701"/>
                <a:ext cx="22225" cy="22225"/>
              </a:xfrm>
              <a:custGeom>
                <a:avLst/>
                <a:gdLst>
                  <a:gd name="T0" fmla="*/ 7 w 14"/>
                  <a:gd name="T1" fmla="*/ 0 h 14"/>
                  <a:gd name="T2" fmla="*/ 14 w 14"/>
                  <a:gd name="T3" fmla="*/ 7 h 14"/>
                  <a:gd name="T4" fmla="*/ 7 w 14"/>
                  <a:gd name="T5" fmla="*/ 14 h 14"/>
                  <a:gd name="T6" fmla="*/ 0 w 14"/>
                  <a:gd name="T7" fmla="*/ 7 h 14"/>
                  <a:gd name="T8" fmla="*/ 7 w 14"/>
                  <a:gd name="T9" fmla="*/ 0 h 14"/>
                </a:gdLst>
                <a:ahLst/>
                <a:cxnLst>
                  <a:cxn ang="0">
                    <a:pos x="T0" y="T1"/>
                  </a:cxn>
                  <a:cxn ang="0">
                    <a:pos x="T2" y="T3"/>
                  </a:cxn>
                  <a:cxn ang="0">
                    <a:pos x="T4" y="T5"/>
                  </a:cxn>
                  <a:cxn ang="0">
                    <a:pos x="T6" y="T7"/>
                  </a:cxn>
                  <a:cxn ang="0">
                    <a:pos x="T8" y="T9"/>
                  </a:cxn>
                </a:cxnLst>
                <a:rect l="0" t="0" r="r" b="b"/>
                <a:pathLst>
                  <a:path w="14" h="14">
                    <a:moveTo>
                      <a:pt x="7" y="0"/>
                    </a:moveTo>
                    <a:lnTo>
                      <a:pt x="14" y="7"/>
                    </a:lnTo>
                    <a:lnTo>
                      <a:pt x="7" y="14"/>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5" name="Freeform 2789"/>
              <p:cNvSpPr/>
              <p:nvPr/>
            </p:nvSpPr>
            <p:spPr bwMode="auto">
              <a:xfrm>
                <a:off x="2816228" y="2025651"/>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6" name="Freeform 2790"/>
              <p:cNvSpPr/>
              <p:nvPr/>
            </p:nvSpPr>
            <p:spPr bwMode="auto">
              <a:xfrm>
                <a:off x="2816228" y="2025651"/>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7" name="Freeform 2791"/>
              <p:cNvSpPr/>
              <p:nvPr/>
            </p:nvSpPr>
            <p:spPr bwMode="auto">
              <a:xfrm>
                <a:off x="2836865" y="2041526"/>
                <a:ext cx="23813" cy="22225"/>
              </a:xfrm>
              <a:custGeom>
                <a:avLst/>
                <a:gdLst>
                  <a:gd name="T0" fmla="*/ 8 w 15"/>
                  <a:gd name="T1" fmla="*/ 0 h 14"/>
                  <a:gd name="T2" fmla="*/ 15 w 15"/>
                  <a:gd name="T3" fmla="*/ 7 h 14"/>
                  <a:gd name="T4" fmla="*/ 8 w 15"/>
                  <a:gd name="T5" fmla="*/ 14 h 14"/>
                  <a:gd name="T6" fmla="*/ 0 w 15"/>
                  <a:gd name="T7" fmla="*/ 7 h 14"/>
                  <a:gd name="T8" fmla="*/ 8 w 15"/>
                  <a:gd name="T9" fmla="*/ 0 h 14"/>
                </a:gdLst>
                <a:ahLst/>
                <a:cxnLst>
                  <a:cxn ang="0">
                    <a:pos x="T0" y="T1"/>
                  </a:cxn>
                  <a:cxn ang="0">
                    <a:pos x="T2" y="T3"/>
                  </a:cxn>
                  <a:cxn ang="0">
                    <a:pos x="T4" y="T5"/>
                  </a:cxn>
                  <a:cxn ang="0">
                    <a:pos x="T6" y="T7"/>
                  </a:cxn>
                  <a:cxn ang="0">
                    <a:pos x="T8" y="T9"/>
                  </a:cxn>
                </a:cxnLst>
                <a:rect l="0" t="0" r="r" b="b"/>
                <a:pathLst>
                  <a:path w="15" h="14">
                    <a:moveTo>
                      <a:pt x="8" y="0"/>
                    </a:moveTo>
                    <a:lnTo>
                      <a:pt x="15" y="7"/>
                    </a:lnTo>
                    <a:lnTo>
                      <a:pt x="8" y="14"/>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8" name="Freeform 2792"/>
              <p:cNvSpPr/>
              <p:nvPr/>
            </p:nvSpPr>
            <p:spPr bwMode="auto">
              <a:xfrm>
                <a:off x="2836865" y="2041526"/>
                <a:ext cx="23813" cy="22225"/>
              </a:xfrm>
              <a:custGeom>
                <a:avLst/>
                <a:gdLst>
                  <a:gd name="T0" fmla="*/ 8 w 15"/>
                  <a:gd name="T1" fmla="*/ 0 h 14"/>
                  <a:gd name="T2" fmla="*/ 15 w 15"/>
                  <a:gd name="T3" fmla="*/ 7 h 14"/>
                  <a:gd name="T4" fmla="*/ 8 w 15"/>
                  <a:gd name="T5" fmla="*/ 14 h 14"/>
                  <a:gd name="T6" fmla="*/ 0 w 15"/>
                  <a:gd name="T7" fmla="*/ 7 h 14"/>
                  <a:gd name="T8" fmla="*/ 8 w 15"/>
                  <a:gd name="T9" fmla="*/ 0 h 14"/>
                </a:gdLst>
                <a:ahLst/>
                <a:cxnLst>
                  <a:cxn ang="0">
                    <a:pos x="T0" y="T1"/>
                  </a:cxn>
                  <a:cxn ang="0">
                    <a:pos x="T2" y="T3"/>
                  </a:cxn>
                  <a:cxn ang="0">
                    <a:pos x="T4" y="T5"/>
                  </a:cxn>
                  <a:cxn ang="0">
                    <a:pos x="T6" y="T7"/>
                  </a:cxn>
                  <a:cxn ang="0">
                    <a:pos x="T8" y="T9"/>
                  </a:cxn>
                </a:cxnLst>
                <a:rect l="0" t="0" r="r" b="b"/>
                <a:pathLst>
                  <a:path w="15" h="14">
                    <a:moveTo>
                      <a:pt x="8" y="0"/>
                    </a:moveTo>
                    <a:lnTo>
                      <a:pt x="15" y="7"/>
                    </a:lnTo>
                    <a:lnTo>
                      <a:pt x="8" y="14"/>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9" name="Line 2793"/>
              <p:cNvSpPr>
                <a:spLocks noChangeShapeType="1"/>
              </p:cNvSpPr>
              <p:nvPr/>
            </p:nvSpPr>
            <p:spPr bwMode="auto">
              <a:xfrm>
                <a:off x="2751140" y="2057401"/>
                <a:ext cx="0" cy="381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0" name="Line 2794"/>
              <p:cNvSpPr>
                <a:spLocks noChangeShapeType="1"/>
              </p:cNvSpPr>
              <p:nvPr/>
            </p:nvSpPr>
            <p:spPr bwMode="auto">
              <a:xfrm>
                <a:off x="2751140" y="2095501"/>
                <a:ext cx="0" cy="381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1" name="Line 2795"/>
              <p:cNvSpPr>
                <a:spLocks noChangeShapeType="1"/>
              </p:cNvSpPr>
              <p:nvPr/>
            </p:nvSpPr>
            <p:spPr bwMode="auto">
              <a:xfrm>
                <a:off x="2733678" y="2057401"/>
                <a:ext cx="33338"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2" name="Line 2796"/>
              <p:cNvSpPr>
                <a:spLocks noChangeShapeType="1"/>
              </p:cNvSpPr>
              <p:nvPr/>
            </p:nvSpPr>
            <p:spPr bwMode="auto">
              <a:xfrm>
                <a:off x="2733678" y="2133601"/>
                <a:ext cx="33338"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3" name="Line 2797"/>
              <p:cNvSpPr>
                <a:spLocks noChangeShapeType="1"/>
              </p:cNvSpPr>
              <p:nvPr/>
            </p:nvSpPr>
            <p:spPr bwMode="auto">
              <a:xfrm>
                <a:off x="2717803" y="2095501"/>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4" name="Freeform 2798"/>
              <p:cNvSpPr/>
              <p:nvPr/>
            </p:nvSpPr>
            <p:spPr bwMode="auto">
              <a:xfrm>
                <a:off x="2738440" y="2138364"/>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5" name="Freeform 2799"/>
              <p:cNvSpPr/>
              <p:nvPr/>
            </p:nvSpPr>
            <p:spPr bwMode="auto">
              <a:xfrm>
                <a:off x="2738440" y="2138364"/>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16" name="Freeform 2800"/>
              <p:cNvSpPr/>
              <p:nvPr/>
            </p:nvSpPr>
            <p:spPr bwMode="auto">
              <a:xfrm>
                <a:off x="2738440" y="2079626"/>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7" name="Freeform 2801"/>
              <p:cNvSpPr/>
              <p:nvPr/>
            </p:nvSpPr>
            <p:spPr bwMode="auto">
              <a:xfrm>
                <a:off x="2738440" y="2079626"/>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18" name="Freeform 2802"/>
              <p:cNvSpPr/>
              <p:nvPr/>
            </p:nvSpPr>
            <p:spPr bwMode="auto">
              <a:xfrm>
                <a:off x="2738440" y="2051051"/>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9" name="Freeform 2803"/>
              <p:cNvSpPr/>
              <p:nvPr/>
            </p:nvSpPr>
            <p:spPr bwMode="auto">
              <a:xfrm>
                <a:off x="2738440" y="2051051"/>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0" name="Freeform 2804"/>
              <p:cNvSpPr/>
              <p:nvPr/>
            </p:nvSpPr>
            <p:spPr bwMode="auto">
              <a:xfrm>
                <a:off x="2760665" y="2066926"/>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21" name="Freeform 2805"/>
              <p:cNvSpPr/>
              <p:nvPr/>
            </p:nvSpPr>
            <p:spPr bwMode="auto">
              <a:xfrm>
                <a:off x="2760665" y="2066926"/>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2" name="Line 2806"/>
              <p:cNvSpPr>
                <a:spLocks noChangeShapeType="1"/>
              </p:cNvSpPr>
              <p:nvPr/>
            </p:nvSpPr>
            <p:spPr bwMode="auto">
              <a:xfrm>
                <a:off x="2652715" y="2060576"/>
                <a:ext cx="0" cy="1905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3" name="Line 2807"/>
              <p:cNvSpPr>
                <a:spLocks noChangeShapeType="1"/>
              </p:cNvSpPr>
              <p:nvPr/>
            </p:nvSpPr>
            <p:spPr bwMode="auto">
              <a:xfrm>
                <a:off x="2652715" y="2079626"/>
                <a:ext cx="0" cy="206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4" name="Line 2808"/>
              <p:cNvSpPr>
                <a:spLocks noChangeShapeType="1"/>
              </p:cNvSpPr>
              <p:nvPr/>
            </p:nvSpPr>
            <p:spPr bwMode="auto">
              <a:xfrm>
                <a:off x="2635253" y="2060576"/>
                <a:ext cx="33338"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5" name="Line 2809"/>
              <p:cNvSpPr>
                <a:spLocks noChangeShapeType="1"/>
              </p:cNvSpPr>
              <p:nvPr/>
            </p:nvSpPr>
            <p:spPr bwMode="auto">
              <a:xfrm>
                <a:off x="2635253" y="2100264"/>
                <a:ext cx="33338"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6" name="Line 2810"/>
              <p:cNvSpPr>
                <a:spLocks noChangeShapeType="1"/>
              </p:cNvSpPr>
              <p:nvPr/>
            </p:nvSpPr>
            <p:spPr bwMode="auto">
              <a:xfrm>
                <a:off x="2619378" y="2079626"/>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7" name="Freeform 2811"/>
              <p:cNvSpPr/>
              <p:nvPr/>
            </p:nvSpPr>
            <p:spPr bwMode="auto">
              <a:xfrm>
                <a:off x="2662240" y="204946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28" name="Freeform 2812"/>
              <p:cNvSpPr/>
              <p:nvPr/>
            </p:nvSpPr>
            <p:spPr bwMode="auto">
              <a:xfrm>
                <a:off x="2662240" y="204946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9" name="Freeform 2813"/>
              <p:cNvSpPr/>
              <p:nvPr/>
            </p:nvSpPr>
            <p:spPr bwMode="auto">
              <a:xfrm>
                <a:off x="2662240" y="207645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0" name="Freeform 2814"/>
              <p:cNvSpPr/>
              <p:nvPr/>
            </p:nvSpPr>
            <p:spPr bwMode="auto">
              <a:xfrm>
                <a:off x="2662240" y="207645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1" name="Freeform 2815"/>
              <p:cNvSpPr/>
              <p:nvPr/>
            </p:nvSpPr>
            <p:spPr bwMode="auto">
              <a:xfrm>
                <a:off x="2619378" y="2092326"/>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2" name="Freeform 2816"/>
              <p:cNvSpPr/>
              <p:nvPr/>
            </p:nvSpPr>
            <p:spPr bwMode="auto">
              <a:xfrm>
                <a:off x="2619378" y="2092326"/>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3" name="Freeform 2817"/>
              <p:cNvSpPr/>
              <p:nvPr/>
            </p:nvSpPr>
            <p:spPr bwMode="auto">
              <a:xfrm>
                <a:off x="2641603" y="205581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4" name="Freeform 2818"/>
              <p:cNvSpPr/>
              <p:nvPr/>
            </p:nvSpPr>
            <p:spPr bwMode="auto">
              <a:xfrm>
                <a:off x="2641603" y="205581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5" name="Line 2819"/>
              <p:cNvSpPr>
                <a:spLocks noChangeShapeType="1"/>
              </p:cNvSpPr>
              <p:nvPr/>
            </p:nvSpPr>
            <p:spPr bwMode="auto">
              <a:xfrm>
                <a:off x="2554290" y="2487614"/>
                <a:ext cx="0" cy="2063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6" name="Line 2820"/>
              <p:cNvSpPr>
                <a:spLocks noChangeShapeType="1"/>
              </p:cNvSpPr>
              <p:nvPr/>
            </p:nvSpPr>
            <p:spPr bwMode="auto">
              <a:xfrm>
                <a:off x="2554290" y="2508251"/>
                <a:ext cx="0" cy="2063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7" name="Line 2821"/>
              <p:cNvSpPr>
                <a:spLocks noChangeShapeType="1"/>
              </p:cNvSpPr>
              <p:nvPr/>
            </p:nvSpPr>
            <p:spPr bwMode="auto">
              <a:xfrm>
                <a:off x="2538415" y="2487614"/>
                <a:ext cx="3175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8" name="Line 2822"/>
              <p:cNvSpPr>
                <a:spLocks noChangeShapeType="1"/>
              </p:cNvSpPr>
              <p:nvPr/>
            </p:nvSpPr>
            <p:spPr bwMode="auto">
              <a:xfrm>
                <a:off x="2538415" y="2528889"/>
                <a:ext cx="3175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9" name="Line 2823"/>
              <p:cNvSpPr>
                <a:spLocks noChangeShapeType="1"/>
              </p:cNvSpPr>
              <p:nvPr/>
            </p:nvSpPr>
            <p:spPr bwMode="auto">
              <a:xfrm>
                <a:off x="2520953" y="2508251"/>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40" name="Rectangle 2824"/>
              <p:cNvSpPr>
                <a:spLocks noChangeArrowheads="1"/>
              </p:cNvSpPr>
              <p:nvPr/>
            </p:nvSpPr>
            <p:spPr bwMode="auto">
              <a:xfrm>
                <a:off x="2543178" y="2492376"/>
                <a:ext cx="22225"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1" name="Rectangle 2825"/>
              <p:cNvSpPr>
                <a:spLocks noChangeArrowheads="1"/>
              </p:cNvSpPr>
              <p:nvPr/>
            </p:nvSpPr>
            <p:spPr bwMode="auto">
              <a:xfrm>
                <a:off x="2543178" y="2492376"/>
                <a:ext cx="22225"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2" name="Rectangle 2826"/>
              <p:cNvSpPr>
                <a:spLocks noChangeArrowheads="1"/>
              </p:cNvSpPr>
              <p:nvPr/>
            </p:nvSpPr>
            <p:spPr bwMode="auto">
              <a:xfrm>
                <a:off x="2543178" y="2527301"/>
                <a:ext cx="22225"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3" name="Rectangle 2827"/>
              <p:cNvSpPr>
                <a:spLocks noChangeArrowheads="1"/>
              </p:cNvSpPr>
              <p:nvPr/>
            </p:nvSpPr>
            <p:spPr bwMode="auto">
              <a:xfrm>
                <a:off x="2543178" y="2527301"/>
                <a:ext cx="22225"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4" name="Rectangle 2828"/>
              <p:cNvSpPr>
                <a:spLocks noChangeArrowheads="1"/>
              </p:cNvSpPr>
              <p:nvPr/>
            </p:nvSpPr>
            <p:spPr bwMode="auto">
              <a:xfrm>
                <a:off x="2520953" y="2479676"/>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5" name="Rectangle 2829"/>
              <p:cNvSpPr>
                <a:spLocks noChangeArrowheads="1"/>
              </p:cNvSpPr>
              <p:nvPr/>
            </p:nvSpPr>
            <p:spPr bwMode="auto">
              <a:xfrm>
                <a:off x="2520953" y="2479676"/>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6" name="Rectangle 2830"/>
              <p:cNvSpPr>
                <a:spLocks noChangeArrowheads="1"/>
              </p:cNvSpPr>
              <p:nvPr/>
            </p:nvSpPr>
            <p:spPr bwMode="auto">
              <a:xfrm>
                <a:off x="2563815" y="2486026"/>
                <a:ext cx="22225"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7" name="Rectangle 2831"/>
              <p:cNvSpPr>
                <a:spLocks noChangeArrowheads="1"/>
              </p:cNvSpPr>
              <p:nvPr/>
            </p:nvSpPr>
            <p:spPr bwMode="auto">
              <a:xfrm>
                <a:off x="2563815" y="2486026"/>
                <a:ext cx="22225"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8" name="Line 2832"/>
              <p:cNvSpPr>
                <a:spLocks noChangeShapeType="1"/>
              </p:cNvSpPr>
              <p:nvPr/>
            </p:nvSpPr>
            <p:spPr bwMode="auto">
              <a:xfrm>
                <a:off x="2455865" y="2447926"/>
                <a:ext cx="0" cy="333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49" name="Line 2833"/>
              <p:cNvSpPr>
                <a:spLocks noChangeShapeType="1"/>
              </p:cNvSpPr>
              <p:nvPr/>
            </p:nvSpPr>
            <p:spPr bwMode="auto">
              <a:xfrm>
                <a:off x="2455865" y="2481264"/>
                <a:ext cx="0" cy="333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0" name="Line 2834"/>
              <p:cNvSpPr>
                <a:spLocks noChangeShapeType="1"/>
              </p:cNvSpPr>
              <p:nvPr/>
            </p:nvSpPr>
            <p:spPr bwMode="auto">
              <a:xfrm>
                <a:off x="2439990" y="2447926"/>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1" name="Line 2835"/>
              <p:cNvSpPr>
                <a:spLocks noChangeShapeType="1"/>
              </p:cNvSpPr>
              <p:nvPr/>
            </p:nvSpPr>
            <p:spPr bwMode="auto">
              <a:xfrm>
                <a:off x="2439990" y="2514601"/>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2" name="Line 2836"/>
              <p:cNvSpPr>
                <a:spLocks noChangeShapeType="1"/>
              </p:cNvSpPr>
              <p:nvPr/>
            </p:nvSpPr>
            <p:spPr bwMode="auto">
              <a:xfrm>
                <a:off x="2422528" y="2481264"/>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3" name="Oval 2837"/>
              <p:cNvSpPr>
                <a:spLocks noChangeArrowheads="1"/>
              </p:cNvSpPr>
              <p:nvPr/>
            </p:nvSpPr>
            <p:spPr bwMode="auto">
              <a:xfrm>
                <a:off x="2465390" y="2474914"/>
                <a:ext cx="22225" cy="22225"/>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4" name="Oval 2838"/>
              <p:cNvSpPr>
                <a:spLocks noChangeArrowheads="1"/>
              </p:cNvSpPr>
              <p:nvPr/>
            </p:nvSpPr>
            <p:spPr bwMode="auto">
              <a:xfrm>
                <a:off x="2465390" y="2474914"/>
                <a:ext cx="22225" cy="22225"/>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5" name="Oval 2839"/>
              <p:cNvSpPr>
                <a:spLocks noChangeArrowheads="1"/>
              </p:cNvSpPr>
              <p:nvPr/>
            </p:nvSpPr>
            <p:spPr bwMode="auto">
              <a:xfrm>
                <a:off x="2444753" y="2503489"/>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6" name="Oval 2840"/>
              <p:cNvSpPr>
                <a:spLocks noChangeArrowheads="1"/>
              </p:cNvSpPr>
              <p:nvPr/>
            </p:nvSpPr>
            <p:spPr bwMode="auto">
              <a:xfrm>
                <a:off x="2444753" y="2503489"/>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7" name="Oval 2841"/>
              <p:cNvSpPr>
                <a:spLocks noChangeArrowheads="1"/>
              </p:cNvSpPr>
              <p:nvPr/>
            </p:nvSpPr>
            <p:spPr bwMode="auto">
              <a:xfrm>
                <a:off x="2444753" y="2474914"/>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8" name="Oval 2842"/>
              <p:cNvSpPr>
                <a:spLocks noChangeArrowheads="1"/>
              </p:cNvSpPr>
              <p:nvPr/>
            </p:nvSpPr>
            <p:spPr bwMode="auto">
              <a:xfrm>
                <a:off x="2444753" y="2474914"/>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9" name="Oval 2843"/>
              <p:cNvSpPr>
                <a:spLocks noChangeArrowheads="1"/>
              </p:cNvSpPr>
              <p:nvPr/>
            </p:nvSpPr>
            <p:spPr bwMode="auto">
              <a:xfrm>
                <a:off x="2444753" y="2422526"/>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60" name="Oval 2844"/>
              <p:cNvSpPr>
                <a:spLocks noChangeArrowheads="1"/>
              </p:cNvSpPr>
              <p:nvPr/>
            </p:nvSpPr>
            <p:spPr bwMode="auto">
              <a:xfrm>
                <a:off x="2444753" y="2422526"/>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367" name="Rectangle 2492"/>
              <p:cNvSpPr>
                <a:spLocks noChangeArrowheads="1"/>
              </p:cNvSpPr>
              <p:nvPr/>
            </p:nvSpPr>
            <p:spPr bwMode="auto">
              <a:xfrm rot="18900000">
                <a:off x="2564759" y="2647124"/>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3368" name="Rectangle 2485"/>
              <p:cNvSpPr>
                <a:spLocks noChangeArrowheads="1"/>
              </p:cNvSpPr>
              <p:nvPr/>
            </p:nvSpPr>
            <p:spPr bwMode="auto">
              <a:xfrm rot="18900000">
                <a:off x="2364149" y="2653895"/>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3369" name="Rectangle 2490"/>
              <p:cNvSpPr>
                <a:spLocks noChangeArrowheads="1"/>
              </p:cNvSpPr>
              <p:nvPr/>
            </p:nvSpPr>
            <p:spPr bwMode="auto">
              <a:xfrm rot="18900000">
                <a:off x="2473939" y="2652313"/>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3386" name="Rectangle 2496"/>
              <p:cNvSpPr>
                <a:spLocks noChangeArrowheads="1"/>
              </p:cNvSpPr>
              <p:nvPr/>
            </p:nvSpPr>
            <p:spPr bwMode="auto">
              <a:xfrm rot="18900000">
                <a:off x="2675871" y="264657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3387" name="Rectangle 2499"/>
              <p:cNvSpPr>
                <a:spLocks noChangeArrowheads="1"/>
              </p:cNvSpPr>
              <p:nvPr/>
            </p:nvSpPr>
            <p:spPr bwMode="auto">
              <a:xfrm rot="18900000">
                <a:off x="2767520" y="264120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3396" name="Rectangle 2502"/>
              <p:cNvSpPr>
                <a:spLocks noChangeArrowheads="1"/>
              </p:cNvSpPr>
              <p:nvPr/>
            </p:nvSpPr>
            <p:spPr bwMode="auto">
              <a:xfrm rot="18900000">
                <a:off x="2864880" y="2656522"/>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3397" name="Rectangle 2510"/>
              <p:cNvSpPr>
                <a:spLocks noChangeArrowheads="1"/>
              </p:cNvSpPr>
              <p:nvPr/>
            </p:nvSpPr>
            <p:spPr bwMode="auto">
              <a:xfrm rot="18900000">
                <a:off x="2829145" y="2727955"/>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3403" name="文本框 3402"/>
              <p:cNvSpPr txBox="1"/>
              <p:nvPr/>
            </p:nvSpPr>
            <p:spPr>
              <a:xfrm>
                <a:off x="2457944" y="2370083"/>
                <a:ext cx="215901"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sp>
            <p:nvSpPr>
              <p:cNvPr id="3409" name="文本框 3408"/>
              <p:cNvSpPr txBox="1"/>
              <p:nvPr/>
            </p:nvSpPr>
            <p:spPr>
              <a:xfrm>
                <a:off x="2542567" y="1974758"/>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0" name="文本框 3409"/>
              <p:cNvSpPr txBox="1"/>
              <p:nvPr/>
            </p:nvSpPr>
            <p:spPr>
              <a:xfrm>
                <a:off x="2645111" y="1965135"/>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1" name="文本框 3410"/>
              <p:cNvSpPr txBox="1"/>
              <p:nvPr/>
            </p:nvSpPr>
            <p:spPr>
              <a:xfrm>
                <a:off x="2749196" y="1946645"/>
                <a:ext cx="271369"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2" name="文本框 3411"/>
              <p:cNvSpPr txBox="1"/>
              <p:nvPr/>
            </p:nvSpPr>
            <p:spPr>
              <a:xfrm>
                <a:off x="2847335" y="1943179"/>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21" name="文本框 3420"/>
              <p:cNvSpPr txBox="1"/>
              <p:nvPr/>
            </p:nvSpPr>
            <p:spPr>
              <a:xfrm>
                <a:off x="2958904" y="2372691"/>
                <a:ext cx="245415" cy="132413"/>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grpSp>
      </p:grpSp>
      <p:grpSp>
        <p:nvGrpSpPr>
          <p:cNvPr id="4192" name="组合 4191"/>
          <p:cNvGrpSpPr/>
          <p:nvPr/>
        </p:nvGrpSpPr>
        <p:grpSpPr>
          <a:xfrm>
            <a:off x="4854782" y="2388081"/>
            <a:ext cx="1550626" cy="1229984"/>
            <a:chOff x="2055861" y="2744950"/>
            <a:chExt cx="1189063" cy="943184"/>
          </a:xfrm>
        </p:grpSpPr>
        <p:sp>
          <p:nvSpPr>
            <p:cNvPr id="3678" name="Rectangle 3129"/>
            <p:cNvSpPr>
              <a:spLocks noChangeArrowheads="1"/>
            </p:cNvSpPr>
            <p:nvPr/>
          </p:nvSpPr>
          <p:spPr bwMode="auto">
            <a:xfrm rot="18900000">
              <a:off x="3070200" y="3411165"/>
              <a:ext cx="50" cy="2769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endParaRPr lang="zh-CN" altLang="zh-CN" sz="2345"/>
            </a:p>
          </p:txBody>
        </p:sp>
        <p:sp>
          <p:nvSpPr>
            <p:cNvPr id="3680" name="Freeform 3131"/>
            <p:cNvSpPr>
              <a:spLocks noEditPoints="1"/>
            </p:cNvSpPr>
            <p:nvPr/>
          </p:nvSpPr>
          <p:spPr bwMode="auto">
            <a:xfrm>
              <a:off x="2309813" y="3465513"/>
              <a:ext cx="858837" cy="26988"/>
            </a:xfrm>
            <a:custGeom>
              <a:avLst/>
              <a:gdLst>
                <a:gd name="T0" fmla="*/ 0 w 541"/>
                <a:gd name="T1" fmla="*/ 0 h 17"/>
                <a:gd name="T2" fmla="*/ 541 w 541"/>
                <a:gd name="T3" fmla="*/ 0 h 17"/>
                <a:gd name="T4" fmla="*/ 51 w 541"/>
                <a:gd name="T5" fmla="*/ 17 h 17"/>
                <a:gd name="T6" fmla="*/ 51 w 541"/>
                <a:gd name="T7" fmla="*/ 0 h 17"/>
                <a:gd name="T8" fmla="*/ 124 w 541"/>
                <a:gd name="T9" fmla="*/ 17 h 17"/>
                <a:gd name="T10" fmla="*/ 124 w 541"/>
                <a:gd name="T11" fmla="*/ 0 h 17"/>
                <a:gd name="T12" fmla="*/ 197 w 541"/>
                <a:gd name="T13" fmla="*/ 17 h 17"/>
                <a:gd name="T14" fmla="*/ 197 w 541"/>
                <a:gd name="T15" fmla="*/ 0 h 17"/>
                <a:gd name="T16" fmla="*/ 270 w 541"/>
                <a:gd name="T17" fmla="*/ 17 h 17"/>
                <a:gd name="T18" fmla="*/ 270 w 541"/>
                <a:gd name="T19" fmla="*/ 0 h 17"/>
                <a:gd name="T20" fmla="*/ 344 w 541"/>
                <a:gd name="T21" fmla="*/ 17 h 17"/>
                <a:gd name="T22" fmla="*/ 344 w 541"/>
                <a:gd name="T23" fmla="*/ 0 h 17"/>
                <a:gd name="T24" fmla="*/ 417 w 541"/>
                <a:gd name="T25" fmla="*/ 17 h 17"/>
                <a:gd name="T26" fmla="*/ 417 w 541"/>
                <a:gd name="T27" fmla="*/ 0 h 17"/>
                <a:gd name="T28" fmla="*/ 490 w 541"/>
                <a:gd name="T29" fmla="*/ 17 h 17"/>
                <a:gd name="T30" fmla="*/ 490 w 541"/>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1" h="17">
                  <a:moveTo>
                    <a:pt x="0" y="0"/>
                  </a:moveTo>
                  <a:lnTo>
                    <a:pt x="541" y="0"/>
                  </a:lnTo>
                  <a:moveTo>
                    <a:pt x="51" y="17"/>
                  </a:moveTo>
                  <a:lnTo>
                    <a:pt x="51" y="0"/>
                  </a:lnTo>
                  <a:moveTo>
                    <a:pt x="124" y="17"/>
                  </a:moveTo>
                  <a:lnTo>
                    <a:pt x="124" y="0"/>
                  </a:lnTo>
                  <a:moveTo>
                    <a:pt x="197" y="17"/>
                  </a:moveTo>
                  <a:lnTo>
                    <a:pt x="197" y="0"/>
                  </a:lnTo>
                  <a:moveTo>
                    <a:pt x="270" y="17"/>
                  </a:moveTo>
                  <a:lnTo>
                    <a:pt x="270" y="0"/>
                  </a:lnTo>
                  <a:moveTo>
                    <a:pt x="344" y="17"/>
                  </a:moveTo>
                  <a:lnTo>
                    <a:pt x="344" y="0"/>
                  </a:lnTo>
                  <a:moveTo>
                    <a:pt x="417" y="17"/>
                  </a:moveTo>
                  <a:lnTo>
                    <a:pt x="417" y="0"/>
                  </a:lnTo>
                  <a:moveTo>
                    <a:pt x="490" y="17"/>
                  </a:moveTo>
                  <a:lnTo>
                    <a:pt x="490"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1" name="Rectangle 3132"/>
            <p:cNvSpPr>
              <a:spLocks noChangeArrowheads="1"/>
            </p:cNvSpPr>
            <p:nvPr/>
          </p:nvSpPr>
          <p:spPr bwMode="auto">
            <a:xfrm>
              <a:off x="2254250" y="3438525"/>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3682" name="Rectangle 3133"/>
            <p:cNvSpPr>
              <a:spLocks noChangeArrowheads="1"/>
            </p:cNvSpPr>
            <p:nvPr/>
          </p:nvSpPr>
          <p:spPr bwMode="auto">
            <a:xfrm>
              <a:off x="2254250" y="3284538"/>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5</a:t>
              </a:r>
              <a:endParaRPr lang="zh-CN" altLang="zh-CN" sz="2345"/>
            </a:p>
          </p:txBody>
        </p:sp>
        <p:sp>
          <p:nvSpPr>
            <p:cNvPr id="3683" name="Rectangle 3134"/>
            <p:cNvSpPr>
              <a:spLocks noChangeArrowheads="1"/>
            </p:cNvSpPr>
            <p:nvPr/>
          </p:nvSpPr>
          <p:spPr bwMode="auto">
            <a:xfrm>
              <a:off x="2228850" y="3130550"/>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10</a:t>
              </a:r>
              <a:endParaRPr lang="zh-CN" altLang="zh-CN" sz="2345"/>
            </a:p>
          </p:txBody>
        </p:sp>
        <p:sp>
          <p:nvSpPr>
            <p:cNvPr id="3684" name="Rectangle 3135"/>
            <p:cNvSpPr>
              <a:spLocks noChangeArrowheads="1"/>
            </p:cNvSpPr>
            <p:nvPr/>
          </p:nvSpPr>
          <p:spPr bwMode="auto">
            <a:xfrm>
              <a:off x="2228850" y="2974975"/>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15</a:t>
              </a:r>
              <a:endParaRPr lang="zh-CN" altLang="zh-CN" sz="2345"/>
            </a:p>
          </p:txBody>
        </p:sp>
        <p:sp>
          <p:nvSpPr>
            <p:cNvPr id="3685" name="Rectangle 3136"/>
            <p:cNvSpPr>
              <a:spLocks noChangeArrowheads="1"/>
            </p:cNvSpPr>
            <p:nvPr/>
          </p:nvSpPr>
          <p:spPr bwMode="auto">
            <a:xfrm>
              <a:off x="2228850" y="2820988"/>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20</a:t>
              </a:r>
              <a:endParaRPr lang="zh-CN" altLang="zh-CN" sz="2345"/>
            </a:p>
          </p:txBody>
        </p:sp>
        <p:sp>
          <p:nvSpPr>
            <p:cNvPr id="3686" name="Freeform 3137"/>
            <p:cNvSpPr>
              <a:spLocks noEditPoints="1"/>
            </p:cNvSpPr>
            <p:nvPr/>
          </p:nvSpPr>
          <p:spPr bwMode="auto">
            <a:xfrm>
              <a:off x="2287588" y="2844800"/>
              <a:ext cx="25400" cy="623888"/>
            </a:xfrm>
            <a:custGeom>
              <a:avLst/>
              <a:gdLst>
                <a:gd name="T0" fmla="*/ 16 w 16"/>
                <a:gd name="T1" fmla="*/ 393 h 393"/>
                <a:gd name="T2" fmla="*/ 16 w 16"/>
                <a:gd name="T3" fmla="*/ 0 h 393"/>
                <a:gd name="T4" fmla="*/ 16 w 16"/>
                <a:gd name="T5" fmla="*/ 391 h 393"/>
                <a:gd name="T6" fmla="*/ 0 w 16"/>
                <a:gd name="T7" fmla="*/ 391 h 393"/>
                <a:gd name="T8" fmla="*/ 16 w 16"/>
                <a:gd name="T9" fmla="*/ 294 h 393"/>
                <a:gd name="T10" fmla="*/ 0 w 16"/>
                <a:gd name="T11" fmla="*/ 294 h 393"/>
                <a:gd name="T12" fmla="*/ 16 w 16"/>
                <a:gd name="T13" fmla="*/ 197 h 393"/>
                <a:gd name="T14" fmla="*/ 0 w 16"/>
                <a:gd name="T15" fmla="*/ 197 h 393"/>
                <a:gd name="T16" fmla="*/ 16 w 16"/>
                <a:gd name="T17" fmla="*/ 100 h 393"/>
                <a:gd name="T18" fmla="*/ 0 w 16"/>
                <a:gd name="T19" fmla="*/ 100 h 393"/>
                <a:gd name="T20" fmla="*/ 16 w 16"/>
                <a:gd name="T21" fmla="*/ 2 h 393"/>
                <a:gd name="T22" fmla="*/ 0 w 16"/>
                <a:gd name="T23" fmla="*/ 2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93">
                  <a:moveTo>
                    <a:pt x="16" y="393"/>
                  </a:moveTo>
                  <a:lnTo>
                    <a:pt x="16" y="0"/>
                  </a:lnTo>
                  <a:moveTo>
                    <a:pt x="16" y="391"/>
                  </a:moveTo>
                  <a:lnTo>
                    <a:pt x="0" y="391"/>
                  </a:lnTo>
                  <a:moveTo>
                    <a:pt x="16" y="294"/>
                  </a:moveTo>
                  <a:lnTo>
                    <a:pt x="0" y="294"/>
                  </a:lnTo>
                  <a:moveTo>
                    <a:pt x="16" y="197"/>
                  </a:moveTo>
                  <a:lnTo>
                    <a:pt x="0" y="197"/>
                  </a:lnTo>
                  <a:moveTo>
                    <a:pt x="16" y="100"/>
                  </a:moveTo>
                  <a:lnTo>
                    <a:pt x="0" y="100"/>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7" name="Line 3138"/>
            <p:cNvSpPr>
              <a:spLocks noChangeShapeType="1"/>
            </p:cNvSpPr>
            <p:nvPr/>
          </p:nvSpPr>
          <p:spPr bwMode="auto">
            <a:xfrm>
              <a:off x="3087688" y="3174998"/>
              <a:ext cx="0" cy="7620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88" name="Line 3139"/>
            <p:cNvSpPr>
              <a:spLocks noChangeShapeType="1"/>
            </p:cNvSpPr>
            <p:nvPr/>
          </p:nvSpPr>
          <p:spPr bwMode="auto">
            <a:xfrm>
              <a:off x="3087688" y="3251198"/>
              <a:ext cx="0" cy="7620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89" name="Line 3140"/>
            <p:cNvSpPr>
              <a:spLocks noChangeShapeType="1"/>
            </p:cNvSpPr>
            <p:nvPr/>
          </p:nvSpPr>
          <p:spPr bwMode="auto">
            <a:xfrm>
              <a:off x="3068638" y="3174998"/>
              <a:ext cx="3810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0" name="Line 3141"/>
            <p:cNvSpPr>
              <a:spLocks noChangeShapeType="1"/>
            </p:cNvSpPr>
            <p:nvPr/>
          </p:nvSpPr>
          <p:spPr bwMode="auto">
            <a:xfrm>
              <a:off x="3068638" y="3327398"/>
              <a:ext cx="3810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1" name="Line 3142"/>
            <p:cNvSpPr>
              <a:spLocks noChangeShapeType="1"/>
            </p:cNvSpPr>
            <p:nvPr/>
          </p:nvSpPr>
          <p:spPr bwMode="auto">
            <a:xfrm>
              <a:off x="3048000" y="3270250"/>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2" name="Rectangle 3143"/>
            <p:cNvSpPr>
              <a:spLocks noChangeArrowheads="1"/>
            </p:cNvSpPr>
            <p:nvPr/>
          </p:nvSpPr>
          <p:spPr bwMode="auto">
            <a:xfrm>
              <a:off x="3074988" y="3217861"/>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3" name="Rectangle 3144"/>
            <p:cNvSpPr>
              <a:spLocks noChangeArrowheads="1"/>
            </p:cNvSpPr>
            <p:nvPr/>
          </p:nvSpPr>
          <p:spPr bwMode="auto">
            <a:xfrm>
              <a:off x="3074988" y="3351211"/>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4" name="Rectangle 3145"/>
            <p:cNvSpPr>
              <a:spLocks noChangeArrowheads="1"/>
            </p:cNvSpPr>
            <p:nvPr/>
          </p:nvSpPr>
          <p:spPr bwMode="auto">
            <a:xfrm>
              <a:off x="3101975" y="3198811"/>
              <a:ext cx="23812"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5" name="Rectangle 3146"/>
            <p:cNvSpPr>
              <a:spLocks noChangeArrowheads="1"/>
            </p:cNvSpPr>
            <p:nvPr/>
          </p:nvSpPr>
          <p:spPr bwMode="auto">
            <a:xfrm>
              <a:off x="3048000" y="3205163"/>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6" name="Line 3147"/>
            <p:cNvSpPr>
              <a:spLocks noChangeShapeType="1"/>
            </p:cNvSpPr>
            <p:nvPr/>
          </p:nvSpPr>
          <p:spPr bwMode="auto">
            <a:xfrm>
              <a:off x="2971800" y="3386138"/>
              <a:ext cx="0" cy="269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7" name="Line 3148"/>
            <p:cNvSpPr>
              <a:spLocks noChangeShapeType="1"/>
            </p:cNvSpPr>
            <p:nvPr/>
          </p:nvSpPr>
          <p:spPr bwMode="auto">
            <a:xfrm>
              <a:off x="2971800" y="3413125"/>
              <a:ext cx="0" cy="2540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8" name="Line 3149"/>
            <p:cNvSpPr>
              <a:spLocks noChangeShapeType="1"/>
            </p:cNvSpPr>
            <p:nvPr/>
          </p:nvSpPr>
          <p:spPr bwMode="auto">
            <a:xfrm>
              <a:off x="2952750" y="3386138"/>
              <a:ext cx="3810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9" name="Line 3150"/>
            <p:cNvSpPr>
              <a:spLocks noChangeShapeType="1"/>
            </p:cNvSpPr>
            <p:nvPr/>
          </p:nvSpPr>
          <p:spPr bwMode="auto">
            <a:xfrm>
              <a:off x="2952750" y="3438525"/>
              <a:ext cx="3810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0" name="Line 3151"/>
            <p:cNvSpPr>
              <a:spLocks noChangeShapeType="1"/>
            </p:cNvSpPr>
            <p:nvPr/>
          </p:nvSpPr>
          <p:spPr bwMode="auto">
            <a:xfrm>
              <a:off x="2932113" y="341312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1" name="Oval 3152"/>
            <p:cNvSpPr>
              <a:spLocks noChangeArrowheads="1"/>
            </p:cNvSpPr>
            <p:nvPr/>
          </p:nvSpPr>
          <p:spPr bwMode="auto">
            <a:xfrm>
              <a:off x="2984500" y="3367088"/>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2" name="Oval 3153"/>
            <p:cNvSpPr>
              <a:spLocks noChangeArrowheads="1"/>
            </p:cNvSpPr>
            <p:nvPr/>
          </p:nvSpPr>
          <p:spPr bwMode="auto">
            <a:xfrm>
              <a:off x="2984500" y="3417888"/>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3" name="Oval 3154"/>
            <p:cNvSpPr>
              <a:spLocks noChangeArrowheads="1"/>
            </p:cNvSpPr>
            <p:nvPr/>
          </p:nvSpPr>
          <p:spPr bwMode="auto">
            <a:xfrm>
              <a:off x="2932113" y="3424238"/>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4" name="Oval 3155"/>
            <p:cNvSpPr>
              <a:spLocks noChangeArrowheads="1"/>
            </p:cNvSpPr>
            <p:nvPr/>
          </p:nvSpPr>
          <p:spPr bwMode="auto">
            <a:xfrm>
              <a:off x="2959100" y="3390900"/>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5" name="Line 3156"/>
            <p:cNvSpPr>
              <a:spLocks noChangeShapeType="1"/>
            </p:cNvSpPr>
            <p:nvPr/>
          </p:nvSpPr>
          <p:spPr bwMode="auto">
            <a:xfrm>
              <a:off x="2855913" y="3382963"/>
              <a:ext cx="0" cy="301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6" name="Line 3157"/>
            <p:cNvSpPr>
              <a:spLocks noChangeShapeType="1"/>
            </p:cNvSpPr>
            <p:nvPr/>
          </p:nvSpPr>
          <p:spPr bwMode="auto">
            <a:xfrm>
              <a:off x="2855913" y="3413125"/>
              <a:ext cx="0" cy="301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7" name="Line 3158"/>
            <p:cNvSpPr>
              <a:spLocks noChangeShapeType="1"/>
            </p:cNvSpPr>
            <p:nvPr/>
          </p:nvSpPr>
          <p:spPr bwMode="auto">
            <a:xfrm>
              <a:off x="2836863" y="3382963"/>
              <a:ext cx="38100"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8" name="Line 3159"/>
            <p:cNvSpPr>
              <a:spLocks noChangeShapeType="1"/>
            </p:cNvSpPr>
            <p:nvPr/>
          </p:nvSpPr>
          <p:spPr bwMode="auto">
            <a:xfrm>
              <a:off x="2836863" y="3443288"/>
              <a:ext cx="38100"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9" name="Line 3160"/>
            <p:cNvSpPr>
              <a:spLocks noChangeShapeType="1"/>
            </p:cNvSpPr>
            <p:nvPr/>
          </p:nvSpPr>
          <p:spPr bwMode="auto">
            <a:xfrm>
              <a:off x="2816225" y="341312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10" name="Freeform 3161"/>
            <p:cNvSpPr/>
            <p:nvPr/>
          </p:nvSpPr>
          <p:spPr bwMode="auto">
            <a:xfrm>
              <a:off x="2843213" y="3402013"/>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1" name="Freeform 3162"/>
            <p:cNvSpPr/>
            <p:nvPr/>
          </p:nvSpPr>
          <p:spPr bwMode="auto">
            <a:xfrm>
              <a:off x="2843213" y="3402013"/>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2" name="Freeform 3163"/>
            <p:cNvSpPr/>
            <p:nvPr/>
          </p:nvSpPr>
          <p:spPr bwMode="auto">
            <a:xfrm>
              <a:off x="2816225" y="3422650"/>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3" name="Freeform 3164"/>
            <p:cNvSpPr/>
            <p:nvPr/>
          </p:nvSpPr>
          <p:spPr bwMode="auto">
            <a:xfrm>
              <a:off x="2816225" y="3422650"/>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4" name="Freeform 3165"/>
            <p:cNvSpPr/>
            <p:nvPr/>
          </p:nvSpPr>
          <p:spPr bwMode="auto">
            <a:xfrm>
              <a:off x="2868613" y="3421063"/>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5" name="Freeform 3166"/>
            <p:cNvSpPr/>
            <p:nvPr/>
          </p:nvSpPr>
          <p:spPr bwMode="auto">
            <a:xfrm>
              <a:off x="2868613" y="3421063"/>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6" name="Freeform 3167"/>
            <p:cNvSpPr/>
            <p:nvPr/>
          </p:nvSpPr>
          <p:spPr bwMode="auto">
            <a:xfrm>
              <a:off x="2843213" y="3357563"/>
              <a:ext cx="23812" cy="25400"/>
            </a:xfrm>
            <a:custGeom>
              <a:avLst/>
              <a:gdLst>
                <a:gd name="T0" fmla="*/ 8 w 15"/>
                <a:gd name="T1" fmla="*/ 0 h 16"/>
                <a:gd name="T2" fmla="*/ 15 w 15"/>
                <a:gd name="T3" fmla="*/ 8 h 16"/>
                <a:gd name="T4" fmla="*/ 8 w 15"/>
                <a:gd name="T5" fmla="*/ 16 h 16"/>
                <a:gd name="T6" fmla="*/ 0 w 15"/>
                <a:gd name="T7" fmla="*/ 8 h 16"/>
                <a:gd name="T8" fmla="*/ 8 w 15"/>
                <a:gd name="T9" fmla="*/ 0 h 16"/>
              </a:gdLst>
              <a:ahLst/>
              <a:cxnLst>
                <a:cxn ang="0">
                  <a:pos x="T0" y="T1"/>
                </a:cxn>
                <a:cxn ang="0">
                  <a:pos x="T2" y="T3"/>
                </a:cxn>
                <a:cxn ang="0">
                  <a:pos x="T4" y="T5"/>
                </a:cxn>
                <a:cxn ang="0">
                  <a:pos x="T6" y="T7"/>
                </a:cxn>
                <a:cxn ang="0">
                  <a:pos x="T8" y="T9"/>
                </a:cxn>
              </a:cxnLst>
              <a:rect l="0" t="0" r="r" b="b"/>
              <a:pathLst>
                <a:path w="15" h="16">
                  <a:moveTo>
                    <a:pt x="8" y="0"/>
                  </a:moveTo>
                  <a:lnTo>
                    <a:pt x="15"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7" name="Freeform 3168"/>
            <p:cNvSpPr/>
            <p:nvPr/>
          </p:nvSpPr>
          <p:spPr bwMode="auto">
            <a:xfrm>
              <a:off x="2843213" y="3357563"/>
              <a:ext cx="23812" cy="25400"/>
            </a:xfrm>
            <a:custGeom>
              <a:avLst/>
              <a:gdLst>
                <a:gd name="T0" fmla="*/ 8 w 15"/>
                <a:gd name="T1" fmla="*/ 0 h 16"/>
                <a:gd name="T2" fmla="*/ 15 w 15"/>
                <a:gd name="T3" fmla="*/ 8 h 16"/>
                <a:gd name="T4" fmla="*/ 8 w 15"/>
                <a:gd name="T5" fmla="*/ 16 h 16"/>
                <a:gd name="T6" fmla="*/ 0 w 15"/>
                <a:gd name="T7" fmla="*/ 8 h 16"/>
                <a:gd name="T8" fmla="*/ 8 w 15"/>
                <a:gd name="T9" fmla="*/ 0 h 16"/>
              </a:gdLst>
              <a:ahLst/>
              <a:cxnLst>
                <a:cxn ang="0">
                  <a:pos x="T0" y="T1"/>
                </a:cxn>
                <a:cxn ang="0">
                  <a:pos x="T2" y="T3"/>
                </a:cxn>
                <a:cxn ang="0">
                  <a:pos x="T4" y="T5"/>
                </a:cxn>
                <a:cxn ang="0">
                  <a:pos x="T6" y="T7"/>
                </a:cxn>
                <a:cxn ang="0">
                  <a:pos x="T8" y="T9"/>
                </a:cxn>
              </a:cxnLst>
              <a:rect l="0" t="0" r="r" b="b"/>
              <a:pathLst>
                <a:path w="15" h="16">
                  <a:moveTo>
                    <a:pt x="8" y="0"/>
                  </a:moveTo>
                  <a:lnTo>
                    <a:pt x="15"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8" name="Line 3169"/>
            <p:cNvSpPr>
              <a:spLocks noChangeShapeType="1"/>
            </p:cNvSpPr>
            <p:nvPr/>
          </p:nvSpPr>
          <p:spPr bwMode="auto">
            <a:xfrm>
              <a:off x="2738438" y="3392488"/>
              <a:ext cx="0" cy="14288"/>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19" name="Line 3170"/>
            <p:cNvSpPr>
              <a:spLocks noChangeShapeType="1"/>
            </p:cNvSpPr>
            <p:nvPr/>
          </p:nvSpPr>
          <p:spPr bwMode="auto">
            <a:xfrm>
              <a:off x="2738438" y="3406775"/>
              <a:ext cx="0" cy="127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0" name="Line 3171"/>
            <p:cNvSpPr>
              <a:spLocks noChangeShapeType="1"/>
            </p:cNvSpPr>
            <p:nvPr/>
          </p:nvSpPr>
          <p:spPr bwMode="auto">
            <a:xfrm>
              <a:off x="2719388" y="3392488"/>
              <a:ext cx="3810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1" name="Line 3172"/>
            <p:cNvSpPr>
              <a:spLocks noChangeShapeType="1"/>
            </p:cNvSpPr>
            <p:nvPr/>
          </p:nvSpPr>
          <p:spPr bwMode="auto">
            <a:xfrm>
              <a:off x="2719388" y="3419475"/>
              <a:ext cx="3810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2" name="Line 3173"/>
            <p:cNvSpPr>
              <a:spLocks noChangeShapeType="1"/>
            </p:cNvSpPr>
            <p:nvPr/>
          </p:nvSpPr>
          <p:spPr bwMode="auto">
            <a:xfrm>
              <a:off x="2700338" y="340677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3" name="Freeform 3174"/>
            <p:cNvSpPr/>
            <p:nvPr/>
          </p:nvSpPr>
          <p:spPr bwMode="auto">
            <a:xfrm>
              <a:off x="2752725" y="33750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4" name="Freeform 3175"/>
            <p:cNvSpPr/>
            <p:nvPr/>
          </p:nvSpPr>
          <p:spPr bwMode="auto">
            <a:xfrm>
              <a:off x="2752725" y="33750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5" name="Freeform 3176"/>
            <p:cNvSpPr/>
            <p:nvPr/>
          </p:nvSpPr>
          <p:spPr bwMode="auto">
            <a:xfrm>
              <a:off x="2700338" y="3405188"/>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6" name="Freeform 3177"/>
            <p:cNvSpPr/>
            <p:nvPr/>
          </p:nvSpPr>
          <p:spPr bwMode="auto">
            <a:xfrm>
              <a:off x="2700338" y="3405188"/>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7" name="Freeform 3178"/>
            <p:cNvSpPr/>
            <p:nvPr/>
          </p:nvSpPr>
          <p:spPr bwMode="auto">
            <a:xfrm>
              <a:off x="2727325" y="3395663"/>
              <a:ext cx="23812"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8" name="Freeform 3179"/>
            <p:cNvSpPr/>
            <p:nvPr/>
          </p:nvSpPr>
          <p:spPr bwMode="auto">
            <a:xfrm>
              <a:off x="2727325" y="3395663"/>
              <a:ext cx="23812"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9" name="Freeform 3180"/>
            <p:cNvSpPr/>
            <p:nvPr/>
          </p:nvSpPr>
          <p:spPr bwMode="auto">
            <a:xfrm>
              <a:off x="2752725" y="34004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0" name="Freeform 3181"/>
            <p:cNvSpPr/>
            <p:nvPr/>
          </p:nvSpPr>
          <p:spPr bwMode="auto">
            <a:xfrm>
              <a:off x="2752725" y="34004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1" name="Line 3182"/>
            <p:cNvSpPr>
              <a:spLocks noChangeShapeType="1"/>
            </p:cNvSpPr>
            <p:nvPr/>
          </p:nvSpPr>
          <p:spPr bwMode="auto">
            <a:xfrm>
              <a:off x="2622550" y="3398838"/>
              <a:ext cx="0" cy="15875"/>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2" name="Line 3183"/>
            <p:cNvSpPr>
              <a:spLocks noChangeShapeType="1"/>
            </p:cNvSpPr>
            <p:nvPr/>
          </p:nvSpPr>
          <p:spPr bwMode="auto">
            <a:xfrm>
              <a:off x="2622550" y="3414713"/>
              <a:ext cx="0" cy="15875"/>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3" name="Line 3184"/>
            <p:cNvSpPr>
              <a:spLocks noChangeShapeType="1"/>
            </p:cNvSpPr>
            <p:nvPr/>
          </p:nvSpPr>
          <p:spPr bwMode="auto">
            <a:xfrm>
              <a:off x="2603500" y="3398838"/>
              <a:ext cx="38100" cy="0"/>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4" name="Line 3185"/>
            <p:cNvSpPr>
              <a:spLocks noChangeShapeType="1"/>
            </p:cNvSpPr>
            <p:nvPr/>
          </p:nvSpPr>
          <p:spPr bwMode="auto">
            <a:xfrm>
              <a:off x="2603500" y="3430588"/>
              <a:ext cx="38100" cy="0"/>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5" name="Line 3186"/>
            <p:cNvSpPr>
              <a:spLocks noChangeShapeType="1"/>
            </p:cNvSpPr>
            <p:nvPr/>
          </p:nvSpPr>
          <p:spPr bwMode="auto">
            <a:xfrm>
              <a:off x="2584450" y="3414713"/>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6" name="Freeform 3187"/>
            <p:cNvSpPr/>
            <p:nvPr/>
          </p:nvSpPr>
          <p:spPr bwMode="auto">
            <a:xfrm>
              <a:off x="2636838" y="3381375"/>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7" name="Freeform 3188"/>
            <p:cNvSpPr/>
            <p:nvPr/>
          </p:nvSpPr>
          <p:spPr bwMode="auto">
            <a:xfrm>
              <a:off x="2636838" y="3381375"/>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8" name="Freeform 3189"/>
            <p:cNvSpPr/>
            <p:nvPr/>
          </p:nvSpPr>
          <p:spPr bwMode="auto">
            <a:xfrm>
              <a:off x="2636838" y="3411538"/>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9" name="Freeform 3190"/>
            <p:cNvSpPr/>
            <p:nvPr/>
          </p:nvSpPr>
          <p:spPr bwMode="auto">
            <a:xfrm>
              <a:off x="2636838" y="3411538"/>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0" name="Freeform 3191"/>
            <p:cNvSpPr/>
            <p:nvPr/>
          </p:nvSpPr>
          <p:spPr bwMode="auto">
            <a:xfrm>
              <a:off x="2584450" y="3417888"/>
              <a:ext cx="25400" cy="23813"/>
            </a:xfrm>
            <a:custGeom>
              <a:avLst/>
              <a:gdLst>
                <a:gd name="T0" fmla="*/ 8 w 16"/>
                <a:gd name="T1" fmla="*/ 0 h 15"/>
                <a:gd name="T2" fmla="*/ 16 w 16"/>
                <a:gd name="T3" fmla="*/ 15 h 15"/>
                <a:gd name="T4" fmla="*/ 0 w 16"/>
                <a:gd name="T5" fmla="*/ 15 h 15"/>
                <a:gd name="T6" fmla="*/ 8 w 16"/>
                <a:gd name="T7" fmla="*/ 0 h 15"/>
              </a:gdLst>
              <a:ahLst/>
              <a:cxnLst>
                <a:cxn ang="0">
                  <a:pos x="T0" y="T1"/>
                </a:cxn>
                <a:cxn ang="0">
                  <a:pos x="T2" y="T3"/>
                </a:cxn>
                <a:cxn ang="0">
                  <a:pos x="T4" y="T5"/>
                </a:cxn>
                <a:cxn ang="0">
                  <a:pos x="T6" y="T7"/>
                </a:cxn>
              </a:cxnLst>
              <a:rect l="0" t="0" r="r" b="b"/>
              <a:pathLst>
                <a:path w="16" h="15">
                  <a:moveTo>
                    <a:pt x="8" y="0"/>
                  </a:moveTo>
                  <a:lnTo>
                    <a:pt x="16" y="15"/>
                  </a:lnTo>
                  <a:lnTo>
                    <a:pt x="0" y="15"/>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41" name="Freeform 3192"/>
            <p:cNvSpPr/>
            <p:nvPr/>
          </p:nvSpPr>
          <p:spPr bwMode="auto">
            <a:xfrm>
              <a:off x="2584450" y="3417888"/>
              <a:ext cx="25400" cy="23813"/>
            </a:xfrm>
            <a:custGeom>
              <a:avLst/>
              <a:gdLst>
                <a:gd name="T0" fmla="*/ 8 w 16"/>
                <a:gd name="T1" fmla="*/ 0 h 15"/>
                <a:gd name="T2" fmla="*/ 16 w 16"/>
                <a:gd name="T3" fmla="*/ 15 h 15"/>
                <a:gd name="T4" fmla="*/ 0 w 16"/>
                <a:gd name="T5" fmla="*/ 15 h 15"/>
                <a:gd name="T6" fmla="*/ 8 w 16"/>
                <a:gd name="T7" fmla="*/ 0 h 15"/>
              </a:gdLst>
              <a:ahLst/>
              <a:cxnLst>
                <a:cxn ang="0">
                  <a:pos x="T0" y="T1"/>
                </a:cxn>
                <a:cxn ang="0">
                  <a:pos x="T2" y="T3"/>
                </a:cxn>
                <a:cxn ang="0">
                  <a:pos x="T4" y="T5"/>
                </a:cxn>
                <a:cxn ang="0">
                  <a:pos x="T6" y="T7"/>
                </a:cxn>
              </a:cxnLst>
              <a:rect l="0" t="0" r="r" b="b"/>
              <a:pathLst>
                <a:path w="16" h="15">
                  <a:moveTo>
                    <a:pt x="8" y="0"/>
                  </a:moveTo>
                  <a:lnTo>
                    <a:pt x="16" y="15"/>
                  </a:lnTo>
                  <a:lnTo>
                    <a:pt x="0" y="15"/>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2" name="Freeform 3193"/>
            <p:cNvSpPr/>
            <p:nvPr/>
          </p:nvSpPr>
          <p:spPr bwMode="auto">
            <a:xfrm>
              <a:off x="2611438" y="3400425"/>
              <a:ext cx="23812"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43" name="Freeform 3194"/>
            <p:cNvSpPr/>
            <p:nvPr/>
          </p:nvSpPr>
          <p:spPr bwMode="auto">
            <a:xfrm>
              <a:off x="2611438" y="3400425"/>
              <a:ext cx="23812"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4" name="Line 3195"/>
            <p:cNvSpPr>
              <a:spLocks noChangeShapeType="1"/>
            </p:cNvSpPr>
            <p:nvPr/>
          </p:nvSpPr>
          <p:spPr bwMode="auto">
            <a:xfrm>
              <a:off x="2506663" y="3098800"/>
              <a:ext cx="0" cy="5238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5" name="Line 3196"/>
            <p:cNvSpPr>
              <a:spLocks noChangeShapeType="1"/>
            </p:cNvSpPr>
            <p:nvPr/>
          </p:nvSpPr>
          <p:spPr bwMode="auto">
            <a:xfrm>
              <a:off x="2506663" y="3151188"/>
              <a:ext cx="0" cy="53975"/>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6" name="Line 3197"/>
            <p:cNvSpPr>
              <a:spLocks noChangeShapeType="1"/>
            </p:cNvSpPr>
            <p:nvPr/>
          </p:nvSpPr>
          <p:spPr bwMode="auto">
            <a:xfrm>
              <a:off x="2487613" y="3098800"/>
              <a:ext cx="3810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7" name="Line 3198"/>
            <p:cNvSpPr>
              <a:spLocks noChangeShapeType="1"/>
            </p:cNvSpPr>
            <p:nvPr/>
          </p:nvSpPr>
          <p:spPr bwMode="auto">
            <a:xfrm>
              <a:off x="2487613" y="3205163"/>
              <a:ext cx="3810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8" name="Line 3199"/>
            <p:cNvSpPr>
              <a:spLocks noChangeShapeType="1"/>
            </p:cNvSpPr>
            <p:nvPr/>
          </p:nvSpPr>
          <p:spPr bwMode="auto">
            <a:xfrm>
              <a:off x="2468563" y="3151188"/>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9" name="Rectangle 3200"/>
            <p:cNvSpPr>
              <a:spLocks noChangeArrowheads="1"/>
            </p:cNvSpPr>
            <p:nvPr/>
          </p:nvSpPr>
          <p:spPr bwMode="auto">
            <a:xfrm>
              <a:off x="2493963" y="3159125"/>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0" name="Rectangle 3201"/>
            <p:cNvSpPr>
              <a:spLocks noChangeArrowheads="1"/>
            </p:cNvSpPr>
            <p:nvPr/>
          </p:nvSpPr>
          <p:spPr bwMode="auto">
            <a:xfrm>
              <a:off x="2493963" y="3159125"/>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1" name="Rectangle 3202"/>
            <p:cNvSpPr>
              <a:spLocks noChangeArrowheads="1"/>
            </p:cNvSpPr>
            <p:nvPr/>
          </p:nvSpPr>
          <p:spPr bwMode="auto">
            <a:xfrm>
              <a:off x="2493963" y="3065463"/>
              <a:ext cx="25400"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2" name="Rectangle 3203"/>
            <p:cNvSpPr>
              <a:spLocks noChangeArrowheads="1"/>
            </p:cNvSpPr>
            <p:nvPr/>
          </p:nvSpPr>
          <p:spPr bwMode="auto">
            <a:xfrm>
              <a:off x="2493963" y="3065463"/>
              <a:ext cx="25400"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3" name="Rectangle 3204"/>
            <p:cNvSpPr>
              <a:spLocks noChangeArrowheads="1"/>
            </p:cNvSpPr>
            <p:nvPr/>
          </p:nvSpPr>
          <p:spPr bwMode="auto">
            <a:xfrm>
              <a:off x="2493963" y="3189288"/>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4" name="Rectangle 3205"/>
            <p:cNvSpPr>
              <a:spLocks noChangeArrowheads="1"/>
            </p:cNvSpPr>
            <p:nvPr/>
          </p:nvSpPr>
          <p:spPr bwMode="auto">
            <a:xfrm>
              <a:off x="2493963" y="3189288"/>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5" name="Rectangle 3206"/>
            <p:cNvSpPr>
              <a:spLocks noChangeArrowheads="1"/>
            </p:cNvSpPr>
            <p:nvPr/>
          </p:nvSpPr>
          <p:spPr bwMode="auto">
            <a:xfrm>
              <a:off x="2520950" y="3143250"/>
              <a:ext cx="25400"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6" name="Rectangle 3207"/>
            <p:cNvSpPr>
              <a:spLocks noChangeArrowheads="1"/>
            </p:cNvSpPr>
            <p:nvPr/>
          </p:nvSpPr>
          <p:spPr bwMode="auto">
            <a:xfrm>
              <a:off x="2520950" y="3143250"/>
              <a:ext cx="25400"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7" name="Line 3208"/>
            <p:cNvSpPr>
              <a:spLocks noChangeShapeType="1"/>
            </p:cNvSpPr>
            <p:nvPr/>
          </p:nvSpPr>
          <p:spPr bwMode="auto">
            <a:xfrm>
              <a:off x="2390775" y="3016250"/>
              <a:ext cx="0" cy="1047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8" name="Line 3209"/>
            <p:cNvSpPr>
              <a:spLocks noChangeShapeType="1"/>
            </p:cNvSpPr>
            <p:nvPr/>
          </p:nvSpPr>
          <p:spPr bwMode="auto">
            <a:xfrm>
              <a:off x="2390775" y="3121025"/>
              <a:ext cx="0" cy="10318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9" name="Line 3210"/>
            <p:cNvSpPr>
              <a:spLocks noChangeShapeType="1"/>
            </p:cNvSpPr>
            <p:nvPr/>
          </p:nvSpPr>
          <p:spPr bwMode="auto">
            <a:xfrm>
              <a:off x="2371725" y="301625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0" name="Line 3211"/>
            <p:cNvSpPr>
              <a:spLocks noChangeShapeType="1"/>
            </p:cNvSpPr>
            <p:nvPr/>
          </p:nvSpPr>
          <p:spPr bwMode="auto">
            <a:xfrm>
              <a:off x="2371725" y="3224213"/>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1" name="Line 3212"/>
            <p:cNvSpPr>
              <a:spLocks noChangeShapeType="1"/>
            </p:cNvSpPr>
            <p:nvPr/>
          </p:nvSpPr>
          <p:spPr bwMode="auto">
            <a:xfrm>
              <a:off x="2352675" y="3121025"/>
              <a:ext cx="762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2" name="Oval 3213"/>
            <p:cNvSpPr>
              <a:spLocks noChangeArrowheads="1"/>
            </p:cNvSpPr>
            <p:nvPr/>
          </p:nvSpPr>
          <p:spPr bwMode="auto">
            <a:xfrm>
              <a:off x="2352675" y="3062288"/>
              <a:ext cx="23812"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3" name="Oval 3214"/>
            <p:cNvSpPr>
              <a:spLocks noChangeArrowheads="1"/>
            </p:cNvSpPr>
            <p:nvPr/>
          </p:nvSpPr>
          <p:spPr bwMode="auto">
            <a:xfrm>
              <a:off x="2352675" y="3062288"/>
              <a:ext cx="23812"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4" name="Oval 3215"/>
            <p:cNvSpPr>
              <a:spLocks noChangeArrowheads="1"/>
            </p:cNvSpPr>
            <p:nvPr/>
          </p:nvSpPr>
          <p:spPr bwMode="auto">
            <a:xfrm>
              <a:off x="2378075" y="3262313"/>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5" name="Oval 3216"/>
            <p:cNvSpPr>
              <a:spLocks noChangeArrowheads="1"/>
            </p:cNvSpPr>
            <p:nvPr/>
          </p:nvSpPr>
          <p:spPr bwMode="auto">
            <a:xfrm>
              <a:off x="2378075" y="3262313"/>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6" name="Oval 3217"/>
            <p:cNvSpPr>
              <a:spLocks noChangeArrowheads="1"/>
            </p:cNvSpPr>
            <p:nvPr/>
          </p:nvSpPr>
          <p:spPr bwMode="auto">
            <a:xfrm>
              <a:off x="2378075" y="3070225"/>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7" name="Oval 3218"/>
            <p:cNvSpPr>
              <a:spLocks noChangeArrowheads="1"/>
            </p:cNvSpPr>
            <p:nvPr/>
          </p:nvSpPr>
          <p:spPr bwMode="auto">
            <a:xfrm>
              <a:off x="2378075" y="3070225"/>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8" name="Oval 3219"/>
            <p:cNvSpPr>
              <a:spLocks noChangeArrowheads="1"/>
            </p:cNvSpPr>
            <p:nvPr/>
          </p:nvSpPr>
          <p:spPr bwMode="auto">
            <a:xfrm>
              <a:off x="2378075" y="3033713"/>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9" name="Oval 3220"/>
            <p:cNvSpPr>
              <a:spLocks noChangeArrowheads="1"/>
            </p:cNvSpPr>
            <p:nvPr/>
          </p:nvSpPr>
          <p:spPr bwMode="auto">
            <a:xfrm>
              <a:off x="2378075" y="3033713"/>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71" name="Rectangle 3222"/>
            <p:cNvSpPr>
              <a:spLocks noChangeArrowheads="1"/>
            </p:cNvSpPr>
            <p:nvPr/>
          </p:nvSpPr>
          <p:spPr bwMode="auto">
            <a:xfrm rot="16200000">
              <a:off x="2154365" y="3183090"/>
              <a:ext cx="1720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a:t>
              </a:r>
              <a:endParaRPr lang="zh-CN" altLang="zh-CN" sz="2345"/>
            </a:p>
          </p:txBody>
        </p:sp>
        <p:sp>
          <p:nvSpPr>
            <p:cNvPr id="3773" name="Rectangle 3224"/>
            <p:cNvSpPr>
              <a:spLocks noChangeArrowheads="1"/>
            </p:cNvSpPr>
            <p:nvPr/>
          </p:nvSpPr>
          <p:spPr bwMode="auto">
            <a:xfrm rot="16200000">
              <a:off x="2154365" y="2978301"/>
              <a:ext cx="1720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a:t>
              </a:r>
              <a:endParaRPr lang="zh-CN" altLang="zh-CN" sz="2345"/>
            </a:p>
          </p:txBody>
        </p:sp>
        <p:sp>
          <p:nvSpPr>
            <p:cNvPr id="3781" name="文本框 3780"/>
            <p:cNvSpPr txBox="1"/>
            <p:nvPr/>
          </p:nvSpPr>
          <p:spPr>
            <a:xfrm rot="16200000">
              <a:off x="1726430" y="3074381"/>
              <a:ext cx="883566" cy="224703"/>
            </a:xfrm>
            <a:prstGeom prst="rect">
              <a:avLst/>
            </a:prstGeom>
            <a:noFill/>
          </p:spPr>
          <p:txBody>
            <a:bodyPr wrap="square">
              <a:spAutoFit/>
            </a:bodyPr>
            <a:lstStyle>
              <a:defPPr>
                <a:defRPr lang="en-US"/>
              </a:defPPr>
              <a:lvl1pPr algn="ctr">
                <a:defRPr sz="500">
                  <a:latin typeface="Arial" panose="020B0604020202090204" pitchFamily="34" charset="0"/>
                  <a:cs typeface="Arial" panose="020B0604020202090204" pitchFamily="34" charset="0"/>
                </a:defRPr>
              </a:lvl1pPr>
            </a:lstStyle>
            <a:p>
              <a:r>
                <a:rPr lang="zh-CN" altLang="en-US" sz="650"/>
                <a:t>Parent of CD44-CD62L+</a:t>
              </a:r>
              <a:endParaRPr lang="en-US" altLang="zh-CN" sz="650"/>
            </a:p>
            <a:p>
              <a:r>
                <a:rPr lang="zh-CN" altLang="en-US" sz="650"/>
                <a:t>(CD8+) T cell </a:t>
              </a:r>
            </a:p>
          </p:txBody>
        </p:sp>
        <p:sp>
          <p:nvSpPr>
            <p:cNvPr id="3782" name="Rectangle 2510"/>
            <p:cNvSpPr>
              <a:spLocks noChangeArrowheads="1"/>
            </p:cNvSpPr>
            <p:nvPr/>
          </p:nvSpPr>
          <p:spPr bwMode="auto">
            <a:xfrm rot="18900000">
              <a:off x="2881192" y="3605811"/>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3783" name="Rectangle 2485"/>
            <p:cNvSpPr>
              <a:spLocks noChangeArrowheads="1"/>
            </p:cNvSpPr>
            <p:nvPr/>
          </p:nvSpPr>
          <p:spPr bwMode="auto">
            <a:xfrm rot="18900000">
              <a:off x="2272955" y="3549798"/>
              <a:ext cx="130708"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3784" name="Rectangle 2490"/>
            <p:cNvSpPr>
              <a:spLocks noChangeArrowheads="1"/>
            </p:cNvSpPr>
            <p:nvPr/>
          </p:nvSpPr>
          <p:spPr bwMode="auto">
            <a:xfrm rot="18900000">
              <a:off x="2398156" y="3551130"/>
              <a:ext cx="125866"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3785" name="Rectangle 2492"/>
            <p:cNvSpPr>
              <a:spLocks noChangeArrowheads="1"/>
            </p:cNvSpPr>
            <p:nvPr/>
          </p:nvSpPr>
          <p:spPr bwMode="auto">
            <a:xfrm rot="18900000">
              <a:off x="2535195" y="3539682"/>
              <a:ext cx="10327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3786" name="Rectangle 2496"/>
            <p:cNvSpPr>
              <a:spLocks noChangeArrowheads="1"/>
            </p:cNvSpPr>
            <p:nvPr/>
          </p:nvSpPr>
          <p:spPr bwMode="auto">
            <a:xfrm rot="18900000">
              <a:off x="2640201" y="3535411"/>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3787" name="Rectangle 2499"/>
            <p:cNvSpPr>
              <a:spLocks noChangeArrowheads="1"/>
            </p:cNvSpPr>
            <p:nvPr/>
          </p:nvSpPr>
          <p:spPr bwMode="auto">
            <a:xfrm rot="18900000">
              <a:off x="2760579" y="3534920"/>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3788" name="Rectangle 2502"/>
            <p:cNvSpPr>
              <a:spLocks noChangeArrowheads="1"/>
            </p:cNvSpPr>
            <p:nvPr/>
          </p:nvSpPr>
          <p:spPr bwMode="auto">
            <a:xfrm rot="18900000">
              <a:off x="2878429" y="3531787"/>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3789" name="文本框 3788"/>
            <p:cNvSpPr txBox="1"/>
            <p:nvPr/>
          </p:nvSpPr>
          <p:spPr>
            <a:xfrm>
              <a:off x="2391423" y="2948971"/>
              <a:ext cx="245415" cy="132412"/>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sp>
          <p:nvSpPr>
            <p:cNvPr id="3790" name="文本框 3789"/>
            <p:cNvSpPr txBox="1"/>
            <p:nvPr/>
          </p:nvSpPr>
          <p:spPr>
            <a:xfrm>
              <a:off x="2999074" y="3090616"/>
              <a:ext cx="2458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1" name="文本框 3790"/>
            <p:cNvSpPr txBox="1"/>
            <p:nvPr/>
          </p:nvSpPr>
          <p:spPr>
            <a:xfrm>
              <a:off x="2516675" y="3304358"/>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2" name="文本框 3791"/>
            <p:cNvSpPr txBox="1"/>
            <p:nvPr/>
          </p:nvSpPr>
          <p:spPr>
            <a:xfrm>
              <a:off x="2633439" y="3288526"/>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3" name="文本框 3792"/>
            <p:cNvSpPr txBox="1"/>
            <p:nvPr/>
          </p:nvSpPr>
          <p:spPr>
            <a:xfrm>
              <a:off x="2750934" y="3273531"/>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4" name="文本框 3793"/>
            <p:cNvSpPr txBox="1"/>
            <p:nvPr/>
          </p:nvSpPr>
          <p:spPr>
            <a:xfrm>
              <a:off x="2875579" y="3290937"/>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sp>
        <p:nvSpPr>
          <p:cNvPr id="4933" name="AutoShape 4217"/>
          <p:cNvSpPr>
            <a:spLocks noChangeAspect="1" noChangeArrowheads="1" noTextEdit="1"/>
          </p:cNvSpPr>
          <p:nvPr/>
        </p:nvSpPr>
        <p:spPr bwMode="auto">
          <a:xfrm>
            <a:off x="4933015" y="7535599"/>
            <a:ext cx="1838355" cy="108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grpSp>
        <p:nvGrpSpPr>
          <p:cNvPr id="1961" name="组合 1960"/>
          <p:cNvGrpSpPr/>
          <p:nvPr/>
        </p:nvGrpSpPr>
        <p:grpSpPr>
          <a:xfrm>
            <a:off x="647700" y="5319235"/>
            <a:ext cx="5731882" cy="732819"/>
            <a:chOff x="495384" y="4302990"/>
            <a:chExt cx="8178189" cy="1100333"/>
          </a:xfrm>
        </p:grpSpPr>
        <p:pic>
          <p:nvPicPr>
            <p:cNvPr id="1962" name="Image 6" descr="preencoded.png"/>
            <p:cNvPicPr>
              <a:picLocks noChangeAspect="1"/>
            </p:cNvPicPr>
            <p:nvPr>
              <p:custDataLst>
                <p:tags r:id="rId13"/>
              </p:custDataLst>
            </p:nvPr>
          </p:nvPicPr>
          <p:blipFill>
            <a:blip r:embed="rId31"/>
            <a:stretch>
              <a:fillRect/>
            </a:stretch>
          </p:blipFill>
          <p:spPr>
            <a:xfrm>
              <a:off x="506440" y="4302990"/>
              <a:ext cx="588428" cy="320400"/>
            </a:xfrm>
            <a:prstGeom prst="rect">
              <a:avLst/>
            </a:prstGeom>
          </p:spPr>
        </p:pic>
        <p:grpSp>
          <p:nvGrpSpPr>
            <p:cNvPr id="1963" name="组合 1962"/>
            <p:cNvGrpSpPr/>
            <p:nvPr/>
          </p:nvGrpSpPr>
          <p:grpSpPr>
            <a:xfrm>
              <a:off x="1489878" y="4302990"/>
              <a:ext cx="590210" cy="320400"/>
              <a:chOff x="1788328" y="4302990"/>
              <a:chExt cx="590210" cy="320400"/>
            </a:xfrm>
          </p:grpSpPr>
          <p:pic>
            <p:nvPicPr>
              <p:cNvPr id="1993" name="Image 7" descr="preencoded.png"/>
              <p:cNvPicPr>
                <a:picLocks noChangeAspect="1"/>
              </p:cNvPicPr>
              <p:nvPr>
                <p:custDataLst>
                  <p:tags r:id="rId27"/>
                </p:custDataLst>
              </p:nvPr>
            </p:nvPicPr>
            <p:blipFill>
              <a:blip r:embed="rId32"/>
              <a:stretch>
                <a:fillRect/>
              </a:stretch>
            </p:blipFill>
            <p:spPr>
              <a:xfrm>
                <a:off x="1788328" y="4302990"/>
                <a:ext cx="590210" cy="320400"/>
              </a:xfrm>
              <a:prstGeom prst="rect">
                <a:avLst/>
              </a:prstGeom>
            </p:spPr>
          </p:pic>
          <p:pic>
            <p:nvPicPr>
              <p:cNvPr id="1994" name="Image 8" descr="preencoded.png"/>
              <p:cNvPicPr>
                <a:picLocks noChangeAspect="1"/>
              </p:cNvPicPr>
              <p:nvPr>
                <p:custDataLst>
                  <p:tags r:id="rId28"/>
                </p:custDataLst>
              </p:nvPr>
            </p:nvPicPr>
            <p:blipFill>
              <a:blip r:embed="rId33"/>
              <a:stretch>
                <a:fillRect/>
              </a:stretch>
            </p:blipFill>
            <p:spPr>
              <a:xfrm>
                <a:off x="2010734" y="4383773"/>
                <a:ext cx="137713" cy="134986"/>
              </a:xfrm>
              <a:prstGeom prst="rect">
                <a:avLst/>
              </a:prstGeom>
            </p:spPr>
          </p:pic>
        </p:grpSp>
        <p:pic>
          <p:nvPicPr>
            <p:cNvPr id="1964" name="Image 19" descr="preencoded.png"/>
            <p:cNvPicPr>
              <a:picLocks noChangeAspect="1"/>
            </p:cNvPicPr>
            <p:nvPr>
              <p:custDataLst>
                <p:tags r:id="rId14"/>
              </p:custDataLst>
            </p:nvPr>
          </p:nvPicPr>
          <p:blipFill>
            <a:blip r:embed="rId34"/>
            <a:stretch>
              <a:fillRect/>
            </a:stretch>
          </p:blipFill>
          <p:spPr>
            <a:xfrm>
              <a:off x="589911" y="4638762"/>
              <a:ext cx="6304667" cy="118804"/>
            </a:xfrm>
            <a:prstGeom prst="rect">
              <a:avLst/>
            </a:prstGeom>
          </p:spPr>
        </p:pic>
        <p:sp>
          <p:nvSpPr>
            <p:cNvPr id="1965" name="Text 5"/>
            <p:cNvSpPr/>
            <p:nvPr/>
          </p:nvSpPr>
          <p:spPr>
            <a:xfrm>
              <a:off x="744713" y="4713433"/>
              <a:ext cx="341806" cy="8454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Day 1</a:t>
              </a:r>
              <a:endParaRPr kumimoji="0" lang="en-US" sz="650" b="0" i="0" u="none" strike="noStrike" kern="0" cap="none" spc="0" normalizeH="0" baseline="0" noProof="0" dirty="0">
                <a:ln>
                  <a:noFill/>
                </a:ln>
                <a:solidFill>
                  <a:prstClr val="black"/>
                </a:solidFill>
                <a:effectLst/>
                <a:uLnTx/>
                <a:uFillTx/>
              </a:endParaRPr>
            </a:p>
          </p:txBody>
        </p:sp>
        <p:sp>
          <p:nvSpPr>
            <p:cNvPr id="1966" name="Text 6"/>
            <p:cNvSpPr/>
            <p:nvPr/>
          </p:nvSpPr>
          <p:spPr>
            <a:xfrm>
              <a:off x="1730143" y="4713431"/>
              <a:ext cx="358521" cy="126089"/>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Day5</a:t>
              </a:r>
            </a:p>
          </p:txBody>
        </p:sp>
        <p:sp>
          <p:nvSpPr>
            <p:cNvPr id="1967" name="Text 7"/>
            <p:cNvSpPr/>
            <p:nvPr/>
          </p:nvSpPr>
          <p:spPr>
            <a:xfrm>
              <a:off x="2801619" y="4713431"/>
              <a:ext cx="356626" cy="78409"/>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Day8</a:t>
              </a:r>
            </a:p>
          </p:txBody>
        </p:sp>
        <p:sp>
          <p:nvSpPr>
            <p:cNvPr id="1968" name="Text 8"/>
            <p:cNvSpPr/>
            <p:nvPr/>
          </p:nvSpPr>
          <p:spPr>
            <a:xfrm>
              <a:off x="3810863" y="4703897"/>
              <a:ext cx="343960" cy="11880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Day11</a:t>
              </a:r>
            </a:p>
          </p:txBody>
        </p:sp>
        <p:sp>
          <p:nvSpPr>
            <p:cNvPr id="1969" name="Text 9"/>
            <p:cNvSpPr/>
            <p:nvPr/>
          </p:nvSpPr>
          <p:spPr>
            <a:xfrm>
              <a:off x="4882933" y="4703898"/>
              <a:ext cx="373456" cy="8119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Day18</a:t>
              </a:r>
            </a:p>
          </p:txBody>
        </p:sp>
        <p:sp>
          <p:nvSpPr>
            <p:cNvPr id="1970" name="Text 10"/>
            <p:cNvSpPr/>
            <p:nvPr/>
          </p:nvSpPr>
          <p:spPr>
            <a:xfrm>
              <a:off x="5909007" y="4703897"/>
              <a:ext cx="511691" cy="168178"/>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Day25</a:t>
              </a:r>
            </a:p>
          </p:txBody>
        </p:sp>
        <p:pic>
          <p:nvPicPr>
            <p:cNvPr id="1971" name="Image 20" descr="preencoded.png"/>
            <p:cNvPicPr>
              <a:picLocks noChangeAspect="1"/>
            </p:cNvPicPr>
            <p:nvPr>
              <p:custDataLst>
                <p:tags r:id="rId15"/>
              </p:custDataLst>
            </p:nvPr>
          </p:nvPicPr>
          <p:blipFill>
            <a:blip r:embed="rId35"/>
            <a:stretch>
              <a:fillRect/>
            </a:stretch>
          </p:blipFill>
          <p:spPr>
            <a:xfrm>
              <a:off x="6799233" y="4632327"/>
              <a:ext cx="841853" cy="129347"/>
            </a:xfrm>
            <a:prstGeom prst="rect">
              <a:avLst/>
            </a:prstGeom>
          </p:spPr>
        </p:pic>
        <p:pic>
          <p:nvPicPr>
            <p:cNvPr id="1972" name="Image 21" descr="preencoded.png"/>
            <p:cNvPicPr>
              <a:picLocks noChangeAspect="1"/>
            </p:cNvPicPr>
            <p:nvPr>
              <p:custDataLst>
                <p:tags r:id="rId16"/>
              </p:custDataLst>
            </p:nvPr>
          </p:nvPicPr>
          <p:blipFill>
            <a:blip r:embed="rId36"/>
            <a:stretch>
              <a:fillRect/>
            </a:stretch>
          </p:blipFill>
          <p:spPr>
            <a:xfrm>
              <a:off x="780638" y="4802197"/>
              <a:ext cx="64655" cy="304800"/>
            </a:xfrm>
            <a:prstGeom prst="rect">
              <a:avLst/>
            </a:prstGeom>
          </p:spPr>
        </p:pic>
        <p:sp>
          <p:nvSpPr>
            <p:cNvPr id="1973" name="Text 11"/>
            <p:cNvSpPr/>
            <p:nvPr/>
          </p:nvSpPr>
          <p:spPr>
            <a:xfrm>
              <a:off x="495384" y="5085975"/>
              <a:ext cx="738896" cy="17032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S2vp10(S.C.)</a:t>
              </a:r>
              <a:endParaRPr kumimoji="0" lang="en-US" sz="650" i="0" u="none" strike="noStrike" kern="0" cap="none" spc="0" normalizeH="0" baseline="0" noProof="0" dirty="0">
                <a:ln>
                  <a:noFill/>
                </a:ln>
                <a:solidFill>
                  <a:prstClr val="black"/>
                </a:solidFill>
                <a:effectLst/>
                <a:uLnTx/>
                <a:uFillTx/>
              </a:endParaRPr>
            </a:p>
          </p:txBody>
        </p:sp>
        <p:pic>
          <p:nvPicPr>
            <p:cNvPr id="1974" name="Image 22" descr="preencoded.png"/>
            <p:cNvPicPr>
              <a:picLocks noChangeAspect="1"/>
            </p:cNvPicPr>
            <p:nvPr>
              <p:custDataLst>
                <p:tags r:id="rId17"/>
              </p:custDataLst>
            </p:nvPr>
          </p:nvPicPr>
          <p:blipFill>
            <a:blip r:embed="rId37"/>
            <a:stretch>
              <a:fillRect/>
            </a:stretch>
          </p:blipFill>
          <p:spPr>
            <a:xfrm>
              <a:off x="1735898" y="5036605"/>
              <a:ext cx="2260702" cy="114673"/>
            </a:xfrm>
            <a:prstGeom prst="rect">
              <a:avLst/>
            </a:prstGeom>
          </p:spPr>
        </p:pic>
        <p:sp>
          <p:nvSpPr>
            <p:cNvPr id="1975" name="Text 12"/>
            <p:cNvSpPr/>
            <p:nvPr/>
          </p:nvSpPr>
          <p:spPr>
            <a:xfrm>
              <a:off x="1823191" y="4935069"/>
              <a:ext cx="176280" cy="73538"/>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1st</a:t>
              </a:r>
              <a:endParaRPr kumimoji="0" lang="en-US" sz="650" b="0" i="0" u="none" strike="noStrike" kern="0" cap="none" spc="0" normalizeH="0" baseline="0" noProof="0" dirty="0">
                <a:ln>
                  <a:noFill/>
                </a:ln>
                <a:solidFill>
                  <a:prstClr val="black"/>
                </a:solidFill>
                <a:effectLst/>
                <a:uLnTx/>
                <a:uFillTx/>
              </a:endParaRPr>
            </a:p>
          </p:txBody>
        </p:sp>
        <p:sp>
          <p:nvSpPr>
            <p:cNvPr id="1976" name="Text 13"/>
            <p:cNvSpPr/>
            <p:nvPr/>
          </p:nvSpPr>
          <p:spPr>
            <a:xfrm>
              <a:off x="2886852" y="4954552"/>
              <a:ext cx="256451" cy="68647"/>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2nd</a:t>
              </a:r>
            </a:p>
          </p:txBody>
        </p:sp>
        <p:sp>
          <p:nvSpPr>
            <p:cNvPr id="1977" name="Text 14"/>
            <p:cNvSpPr/>
            <p:nvPr/>
          </p:nvSpPr>
          <p:spPr>
            <a:xfrm>
              <a:off x="3954379" y="4956725"/>
              <a:ext cx="170689" cy="11880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3rd</a:t>
              </a:r>
            </a:p>
          </p:txBody>
        </p:sp>
        <p:sp>
          <p:nvSpPr>
            <p:cNvPr id="1978" name="Text 16"/>
            <p:cNvSpPr/>
            <p:nvPr/>
          </p:nvSpPr>
          <p:spPr>
            <a:xfrm>
              <a:off x="1901558" y="5144786"/>
              <a:ext cx="2032192" cy="258537"/>
            </a:xfrm>
            <a:prstGeom prst="rect">
              <a:avLst/>
            </a:prstGeom>
            <a:noFill/>
          </p:spPr>
          <p:txBody>
            <a:bodyPr wrap="square" lIns="0" tIns="0" rIns="0" bIns="0" rtlCol="0" anchor="t"/>
            <a:lstStyle/>
            <a:p>
              <a:pPr marL="0" marR="0" lvl="0" indent="0" algn="ctr"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Immunological</a:t>
              </a:r>
              <a:r>
                <a:rPr lang="en-US" sz="650" kern="0" dirty="0">
                  <a:solidFill>
                    <a:prstClr val="black"/>
                  </a:solidFill>
                  <a:latin typeface="Arial" panose="020B0604020202090204" pitchFamily="34" charset="0"/>
                  <a:cs typeface="Arial" panose="020B0604020202090204" pitchFamily="34" charset="0"/>
                </a:rPr>
                <a:t> </a:t>
              </a: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reconstitution</a:t>
              </a:r>
              <a:r>
                <a:rPr kumimoji="0" lang="zh-CN" alt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a:t>
              </a:r>
              <a:r>
                <a:rPr kumimoji="0" lang="en-US" sz="650" i="0" u="none" strike="noStrike" kern="0" cap="none" spc="0" normalizeH="0" baseline="0" noProof="0" dirty="0" err="1">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i.v.</a:t>
              </a: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a:t>
              </a:r>
              <a:endParaRPr kumimoji="0" lang="en-US" sz="650" i="0" u="none" strike="noStrike" kern="0" cap="none" spc="0" normalizeH="0" baseline="0" noProof="0" dirty="0">
                <a:ln>
                  <a:noFill/>
                </a:ln>
                <a:solidFill>
                  <a:prstClr val="black"/>
                </a:solidFill>
                <a:effectLst/>
                <a:uLnTx/>
                <a:uFillTx/>
                <a:latin typeface="Arial" panose="020B0604020202090204" pitchFamily="34" charset="0"/>
                <a:cs typeface="Arial" panose="020B0604020202090204" pitchFamily="34" charset="0"/>
              </a:endParaRPr>
            </a:p>
          </p:txBody>
        </p:sp>
        <p:sp>
          <p:nvSpPr>
            <p:cNvPr id="1979" name="Text 17"/>
            <p:cNvSpPr/>
            <p:nvPr/>
          </p:nvSpPr>
          <p:spPr>
            <a:xfrm>
              <a:off x="4615100" y="5037205"/>
              <a:ext cx="928883" cy="19918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Cancer analysis</a:t>
              </a:r>
            </a:p>
          </p:txBody>
        </p:sp>
        <p:sp>
          <p:nvSpPr>
            <p:cNvPr id="1980" name="Text 18"/>
            <p:cNvSpPr/>
            <p:nvPr/>
          </p:nvSpPr>
          <p:spPr>
            <a:xfrm>
              <a:off x="5627719" y="5043379"/>
              <a:ext cx="856399" cy="25336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Cancer analysis</a:t>
              </a:r>
            </a:p>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Tumor growth</a:t>
              </a:r>
            </a:p>
          </p:txBody>
        </p:sp>
        <p:sp>
          <p:nvSpPr>
            <p:cNvPr id="1981" name="Text 19"/>
            <p:cNvSpPr/>
            <p:nvPr/>
          </p:nvSpPr>
          <p:spPr>
            <a:xfrm>
              <a:off x="7684364" y="4632327"/>
              <a:ext cx="989209" cy="279050"/>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Another batch:</a:t>
              </a:r>
            </a:p>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Survival</a:t>
              </a:r>
            </a:p>
          </p:txBody>
        </p:sp>
        <p:grpSp>
          <p:nvGrpSpPr>
            <p:cNvPr id="1982" name="组合 1981"/>
            <p:cNvGrpSpPr/>
            <p:nvPr/>
          </p:nvGrpSpPr>
          <p:grpSpPr>
            <a:xfrm>
              <a:off x="2607175" y="4302990"/>
              <a:ext cx="590210" cy="320400"/>
              <a:chOff x="1788328" y="4302990"/>
              <a:chExt cx="590210" cy="320400"/>
            </a:xfrm>
          </p:grpSpPr>
          <p:pic>
            <p:nvPicPr>
              <p:cNvPr id="1991" name="Image 7" descr="preencoded.png"/>
              <p:cNvPicPr>
                <a:picLocks noChangeAspect="1"/>
              </p:cNvPicPr>
              <p:nvPr>
                <p:custDataLst>
                  <p:tags r:id="rId25"/>
                </p:custDataLst>
              </p:nvPr>
            </p:nvPicPr>
            <p:blipFill>
              <a:blip r:embed="rId32"/>
              <a:stretch>
                <a:fillRect/>
              </a:stretch>
            </p:blipFill>
            <p:spPr>
              <a:xfrm>
                <a:off x="1788328" y="4302990"/>
                <a:ext cx="590210" cy="320400"/>
              </a:xfrm>
              <a:prstGeom prst="rect">
                <a:avLst/>
              </a:prstGeom>
            </p:spPr>
          </p:pic>
          <p:pic>
            <p:nvPicPr>
              <p:cNvPr id="1992" name="Image 8" descr="preencoded.png"/>
              <p:cNvPicPr>
                <a:picLocks noChangeAspect="1"/>
              </p:cNvPicPr>
              <p:nvPr>
                <p:custDataLst>
                  <p:tags r:id="rId26"/>
                </p:custDataLst>
              </p:nvPr>
            </p:nvPicPr>
            <p:blipFill>
              <a:blip r:embed="rId33"/>
              <a:stretch>
                <a:fillRect/>
              </a:stretch>
            </p:blipFill>
            <p:spPr>
              <a:xfrm>
                <a:off x="2010734" y="4383773"/>
                <a:ext cx="137713" cy="134986"/>
              </a:xfrm>
              <a:prstGeom prst="rect">
                <a:avLst/>
              </a:prstGeom>
            </p:spPr>
          </p:pic>
        </p:grpSp>
        <p:grpSp>
          <p:nvGrpSpPr>
            <p:cNvPr id="1983" name="组合 1982"/>
            <p:cNvGrpSpPr/>
            <p:nvPr/>
          </p:nvGrpSpPr>
          <p:grpSpPr>
            <a:xfrm>
              <a:off x="3662798" y="4318362"/>
              <a:ext cx="590210" cy="320400"/>
              <a:chOff x="1788328" y="4302990"/>
              <a:chExt cx="590210" cy="320400"/>
            </a:xfrm>
          </p:grpSpPr>
          <p:pic>
            <p:nvPicPr>
              <p:cNvPr id="1989" name="Image 7" descr="preencoded.png"/>
              <p:cNvPicPr>
                <a:picLocks noChangeAspect="1"/>
              </p:cNvPicPr>
              <p:nvPr>
                <p:custDataLst>
                  <p:tags r:id="rId23"/>
                </p:custDataLst>
              </p:nvPr>
            </p:nvPicPr>
            <p:blipFill>
              <a:blip r:embed="rId32"/>
              <a:stretch>
                <a:fillRect/>
              </a:stretch>
            </p:blipFill>
            <p:spPr>
              <a:xfrm>
                <a:off x="1788328" y="4302990"/>
                <a:ext cx="590210" cy="320400"/>
              </a:xfrm>
              <a:prstGeom prst="rect">
                <a:avLst/>
              </a:prstGeom>
            </p:spPr>
          </p:pic>
          <p:pic>
            <p:nvPicPr>
              <p:cNvPr id="1990" name="Image 8" descr="preencoded.png"/>
              <p:cNvPicPr>
                <a:picLocks noChangeAspect="1"/>
              </p:cNvPicPr>
              <p:nvPr>
                <p:custDataLst>
                  <p:tags r:id="rId24"/>
                </p:custDataLst>
              </p:nvPr>
            </p:nvPicPr>
            <p:blipFill>
              <a:blip r:embed="rId33"/>
              <a:stretch>
                <a:fillRect/>
              </a:stretch>
            </p:blipFill>
            <p:spPr>
              <a:xfrm>
                <a:off x="2010734" y="4383773"/>
                <a:ext cx="137713" cy="134986"/>
              </a:xfrm>
              <a:prstGeom prst="rect">
                <a:avLst/>
              </a:prstGeom>
            </p:spPr>
          </p:pic>
        </p:grpSp>
        <p:pic>
          <p:nvPicPr>
            <p:cNvPr id="1984" name="Image 21" descr="preencoded.png"/>
            <p:cNvPicPr>
              <a:picLocks noChangeAspect="1"/>
            </p:cNvPicPr>
            <p:nvPr>
              <p:custDataLst>
                <p:tags r:id="rId18"/>
              </p:custDataLst>
            </p:nvPr>
          </p:nvPicPr>
          <p:blipFill>
            <a:blip r:embed="rId36"/>
            <a:stretch>
              <a:fillRect/>
            </a:stretch>
          </p:blipFill>
          <p:spPr>
            <a:xfrm>
              <a:off x="1773902" y="4802197"/>
              <a:ext cx="64655" cy="304800"/>
            </a:xfrm>
            <a:prstGeom prst="rect">
              <a:avLst/>
            </a:prstGeom>
          </p:spPr>
        </p:pic>
        <p:pic>
          <p:nvPicPr>
            <p:cNvPr id="1985" name="Image 21" descr="preencoded.png"/>
            <p:cNvPicPr>
              <a:picLocks noChangeAspect="1"/>
            </p:cNvPicPr>
            <p:nvPr>
              <p:custDataLst>
                <p:tags r:id="rId19"/>
              </p:custDataLst>
            </p:nvPr>
          </p:nvPicPr>
          <p:blipFill>
            <a:blip r:embed="rId36"/>
            <a:stretch>
              <a:fillRect/>
            </a:stretch>
          </p:blipFill>
          <p:spPr>
            <a:xfrm>
              <a:off x="2840702" y="4802197"/>
              <a:ext cx="64655" cy="304800"/>
            </a:xfrm>
            <a:prstGeom prst="rect">
              <a:avLst/>
            </a:prstGeom>
          </p:spPr>
        </p:pic>
        <p:pic>
          <p:nvPicPr>
            <p:cNvPr id="1986" name="Image 21" descr="preencoded.png"/>
            <p:cNvPicPr>
              <a:picLocks noChangeAspect="1"/>
            </p:cNvPicPr>
            <p:nvPr>
              <p:custDataLst>
                <p:tags r:id="rId20"/>
              </p:custDataLst>
            </p:nvPr>
          </p:nvPicPr>
          <p:blipFill>
            <a:blip r:embed="rId36"/>
            <a:stretch>
              <a:fillRect/>
            </a:stretch>
          </p:blipFill>
          <p:spPr>
            <a:xfrm>
              <a:off x="3894803" y="4802197"/>
              <a:ext cx="64655" cy="304800"/>
            </a:xfrm>
            <a:prstGeom prst="rect">
              <a:avLst/>
            </a:prstGeom>
          </p:spPr>
        </p:pic>
        <p:pic>
          <p:nvPicPr>
            <p:cNvPr id="1987" name="Image 21" descr="preencoded.png"/>
            <p:cNvPicPr>
              <a:picLocks noChangeAspect="1"/>
            </p:cNvPicPr>
            <p:nvPr>
              <p:custDataLst>
                <p:tags r:id="rId21"/>
              </p:custDataLst>
            </p:nvPr>
          </p:nvPicPr>
          <p:blipFill>
            <a:blip r:embed="rId36"/>
            <a:stretch>
              <a:fillRect/>
            </a:stretch>
          </p:blipFill>
          <p:spPr>
            <a:xfrm>
              <a:off x="4967952" y="4780742"/>
              <a:ext cx="64655" cy="304800"/>
            </a:xfrm>
            <a:prstGeom prst="rect">
              <a:avLst/>
            </a:prstGeom>
          </p:spPr>
        </p:pic>
        <p:pic>
          <p:nvPicPr>
            <p:cNvPr id="1988" name="Image 21" descr="preencoded.png"/>
            <p:cNvPicPr>
              <a:picLocks noChangeAspect="1"/>
            </p:cNvPicPr>
            <p:nvPr>
              <p:custDataLst>
                <p:tags r:id="rId22"/>
              </p:custDataLst>
            </p:nvPr>
          </p:nvPicPr>
          <p:blipFill>
            <a:blip r:embed="rId36"/>
            <a:stretch>
              <a:fillRect/>
            </a:stretch>
          </p:blipFill>
          <p:spPr>
            <a:xfrm>
              <a:off x="5974358" y="4780742"/>
              <a:ext cx="64655" cy="304800"/>
            </a:xfrm>
            <a:prstGeom prst="rect">
              <a:avLst/>
            </a:prstGeom>
          </p:spPr>
        </p:pic>
      </p:grpSp>
      <p:grpSp>
        <p:nvGrpSpPr>
          <p:cNvPr id="42" name="组合 41">
            <a:extLst>
              <a:ext uri="{FF2B5EF4-FFF2-40B4-BE49-F238E27FC236}">
                <a16:creationId xmlns:a16="http://schemas.microsoft.com/office/drawing/2014/main" id="{C6770943-1E39-4081-BCB7-C4D1F0CFAFE7}"/>
              </a:ext>
            </a:extLst>
          </p:cNvPr>
          <p:cNvGrpSpPr/>
          <p:nvPr/>
        </p:nvGrpSpPr>
        <p:grpSpPr>
          <a:xfrm>
            <a:off x="812204" y="7305237"/>
            <a:ext cx="1821741" cy="1022249"/>
            <a:chOff x="4840422" y="7564129"/>
            <a:chExt cx="1715480" cy="965699"/>
          </a:xfrm>
        </p:grpSpPr>
        <p:grpSp>
          <p:nvGrpSpPr>
            <p:cNvPr id="22" name="组合 21"/>
            <p:cNvGrpSpPr/>
            <p:nvPr/>
          </p:nvGrpSpPr>
          <p:grpSpPr>
            <a:xfrm>
              <a:off x="4840422" y="7564129"/>
              <a:ext cx="1674602" cy="965699"/>
              <a:chOff x="4986418" y="7634970"/>
              <a:chExt cx="1674602" cy="965699"/>
            </a:xfrm>
          </p:grpSpPr>
          <p:sp>
            <p:nvSpPr>
              <p:cNvPr id="4934" name="Rectangle 4219"/>
              <p:cNvSpPr>
                <a:spLocks noChangeArrowheads="1"/>
              </p:cNvSpPr>
              <p:nvPr/>
            </p:nvSpPr>
            <p:spPr bwMode="auto">
              <a:xfrm>
                <a:off x="5191793" y="8415443"/>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4935" name="Rectangle 4220"/>
              <p:cNvSpPr>
                <a:spLocks noChangeArrowheads="1"/>
              </p:cNvSpPr>
              <p:nvPr/>
            </p:nvSpPr>
            <p:spPr bwMode="auto">
              <a:xfrm>
                <a:off x="5543730"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20</a:t>
                </a:r>
                <a:endParaRPr lang="zh-CN" altLang="zh-CN" sz="520" dirty="0">
                  <a:solidFill>
                    <a:srgbClr val="000000"/>
                  </a:solidFill>
                  <a:latin typeface="Arial" panose="020B0604020202090204" pitchFamily="34" charset="0"/>
                </a:endParaRPr>
              </a:p>
            </p:txBody>
          </p:sp>
          <p:sp>
            <p:nvSpPr>
              <p:cNvPr id="4936" name="Rectangle 4221"/>
              <p:cNvSpPr>
                <a:spLocks noChangeArrowheads="1"/>
              </p:cNvSpPr>
              <p:nvPr/>
            </p:nvSpPr>
            <p:spPr bwMode="auto">
              <a:xfrm>
                <a:off x="5910158"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40</a:t>
                </a:r>
                <a:endParaRPr lang="zh-CN" altLang="zh-CN" sz="520" dirty="0">
                  <a:solidFill>
                    <a:srgbClr val="000000"/>
                  </a:solidFill>
                  <a:latin typeface="Arial" panose="020B0604020202090204" pitchFamily="34" charset="0"/>
                </a:endParaRPr>
              </a:p>
            </p:txBody>
          </p:sp>
          <p:sp>
            <p:nvSpPr>
              <p:cNvPr id="4937" name="Rectangle 4222"/>
              <p:cNvSpPr>
                <a:spLocks noChangeArrowheads="1"/>
              </p:cNvSpPr>
              <p:nvPr/>
            </p:nvSpPr>
            <p:spPr bwMode="auto">
              <a:xfrm>
                <a:off x="6276588"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4938" name="Freeform 4223"/>
              <p:cNvSpPr>
                <a:spLocks noEditPoints="1"/>
              </p:cNvSpPr>
              <p:nvPr/>
            </p:nvSpPr>
            <p:spPr bwMode="auto">
              <a:xfrm>
                <a:off x="5202143" y="8374039"/>
                <a:ext cx="1109638" cy="31054"/>
              </a:xfrm>
              <a:custGeom>
                <a:avLst/>
                <a:gdLst>
                  <a:gd name="T0" fmla="*/ 0 w 536"/>
                  <a:gd name="T1" fmla="*/ 0 h 15"/>
                  <a:gd name="T2" fmla="*/ 536 w 536"/>
                  <a:gd name="T3" fmla="*/ 0 h 15"/>
                  <a:gd name="T4" fmla="*/ 2 w 536"/>
                  <a:gd name="T5" fmla="*/ 0 h 15"/>
                  <a:gd name="T6" fmla="*/ 2 w 536"/>
                  <a:gd name="T7" fmla="*/ 15 h 15"/>
                  <a:gd name="T8" fmla="*/ 180 w 536"/>
                  <a:gd name="T9" fmla="*/ 0 h 15"/>
                  <a:gd name="T10" fmla="*/ 180 w 536"/>
                  <a:gd name="T11" fmla="*/ 15 h 15"/>
                  <a:gd name="T12" fmla="*/ 357 w 536"/>
                  <a:gd name="T13" fmla="*/ 0 h 15"/>
                  <a:gd name="T14" fmla="*/ 357 w 536"/>
                  <a:gd name="T15" fmla="*/ 15 h 15"/>
                  <a:gd name="T16" fmla="*/ 534 w 536"/>
                  <a:gd name="T17" fmla="*/ 0 h 15"/>
                  <a:gd name="T18" fmla="*/ 534 w 536"/>
                  <a:gd name="T19" fmla="*/ 15 h 15"/>
                  <a:gd name="T20" fmla="*/ 61 w 536"/>
                  <a:gd name="T21" fmla="*/ 0 h 15"/>
                  <a:gd name="T22" fmla="*/ 61 w 536"/>
                  <a:gd name="T23" fmla="*/ 8 h 15"/>
                  <a:gd name="T24" fmla="*/ 120 w 536"/>
                  <a:gd name="T25" fmla="*/ 0 h 15"/>
                  <a:gd name="T26" fmla="*/ 120 w 536"/>
                  <a:gd name="T27" fmla="*/ 8 h 15"/>
                  <a:gd name="T28" fmla="*/ 239 w 536"/>
                  <a:gd name="T29" fmla="*/ 0 h 15"/>
                  <a:gd name="T30" fmla="*/ 239 w 536"/>
                  <a:gd name="T31" fmla="*/ 8 h 15"/>
                  <a:gd name="T32" fmla="*/ 298 w 536"/>
                  <a:gd name="T33" fmla="*/ 0 h 15"/>
                  <a:gd name="T34" fmla="*/ 298 w 536"/>
                  <a:gd name="T35" fmla="*/ 8 h 15"/>
                  <a:gd name="T36" fmla="*/ 416 w 536"/>
                  <a:gd name="T37" fmla="*/ 0 h 15"/>
                  <a:gd name="T38" fmla="*/ 416 w 536"/>
                  <a:gd name="T39" fmla="*/ 8 h 15"/>
                  <a:gd name="T40" fmla="*/ 475 w 536"/>
                  <a:gd name="T41" fmla="*/ 0 h 15"/>
                  <a:gd name="T42" fmla="*/ 475 w 536"/>
                  <a:gd name="T4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6" h="15">
                    <a:moveTo>
                      <a:pt x="0" y="0"/>
                    </a:moveTo>
                    <a:lnTo>
                      <a:pt x="536" y="0"/>
                    </a:lnTo>
                    <a:moveTo>
                      <a:pt x="2" y="0"/>
                    </a:moveTo>
                    <a:lnTo>
                      <a:pt x="2" y="15"/>
                    </a:lnTo>
                    <a:moveTo>
                      <a:pt x="180" y="0"/>
                    </a:moveTo>
                    <a:lnTo>
                      <a:pt x="180" y="15"/>
                    </a:lnTo>
                    <a:moveTo>
                      <a:pt x="357" y="0"/>
                    </a:moveTo>
                    <a:lnTo>
                      <a:pt x="357" y="15"/>
                    </a:lnTo>
                    <a:moveTo>
                      <a:pt x="534" y="0"/>
                    </a:moveTo>
                    <a:lnTo>
                      <a:pt x="534" y="15"/>
                    </a:lnTo>
                    <a:moveTo>
                      <a:pt x="61" y="0"/>
                    </a:moveTo>
                    <a:lnTo>
                      <a:pt x="61" y="8"/>
                    </a:lnTo>
                    <a:moveTo>
                      <a:pt x="120" y="0"/>
                    </a:moveTo>
                    <a:lnTo>
                      <a:pt x="120" y="8"/>
                    </a:lnTo>
                    <a:moveTo>
                      <a:pt x="239" y="0"/>
                    </a:moveTo>
                    <a:lnTo>
                      <a:pt x="239" y="8"/>
                    </a:lnTo>
                    <a:moveTo>
                      <a:pt x="298" y="0"/>
                    </a:moveTo>
                    <a:lnTo>
                      <a:pt x="298" y="8"/>
                    </a:lnTo>
                    <a:moveTo>
                      <a:pt x="416" y="0"/>
                    </a:moveTo>
                    <a:lnTo>
                      <a:pt x="416" y="8"/>
                    </a:lnTo>
                    <a:moveTo>
                      <a:pt x="475" y="0"/>
                    </a:moveTo>
                    <a:lnTo>
                      <a:pt x="475" y="8"/>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39" name="Rectangle 4224"/>
              <p:cNvSpPr>
                <a:spLocks noChangeArrowheads="1"/>
              </p:cNvSpPr>
              <p:nvPr/>
            </p:nvSpPr>
            <p:spPr bwMode="auto">
              <a:xfrm>
                <a:off x="5129686" y="8342985"/>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4940" name="Rectangle 4225"/>
              <p:cNvSpPr>
                <a:spLocks noChangeArrowheads="1"/>
              </p:cNvSpPr>
              <p:nvPr/>
            </p:nvSpPr>
            <p:spPr bwMode="auto">
              <a:xfrm>
                <a:off x="5100703" y="8009680"/>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50</a:t>
                </a:r>
                <a:endParaRPr lang="zh-CN" altLang="zh-CN" sz="520">
                  <a:solidFill>
                    <a:srgbClr val="000000"/>
                  </a:solidFill>
                  <a:latin typeface="Arial" panose="020B0604020202090204" pitchFamily="34" charset="0"/>
                </a:endParaRPr>
              </a:p>
            </p:txBody>
          </p:sp>
          <p:sp>
            <p:nvSpPr>
              <p:cNvPr id="4941" name="Rectangle 4226"/>
              <p:cNvSpPr>
                <a:spLocks noChangeArrowheads="1"/>
              </p:cNvSpPr>
              <p:nvPr/>
            </p:nvSpPr>
            <p:spPr bwMode="auto">
              <a:xfrm>
                <a:off x="5066546" y="7668095"/>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100</a:t>
                </a:r>
                <a:endParaRPr lang="zh-CN" altLang="zh-CN" sz="520">
                  <a:solidFill>
                    <a:srgbClr val="000000"/>
                  </a:solidFill>
                  <a:latin typeface="Arial" panose="020B0604020202090204" pitchFamily="34" charset="0"/>
                </a:endParaRPr>
              </a:p>
            </p:txBody>
          </p:sp>
          <p:sp>
            <p:nvSpPr>
              <p:cNvPr id="4942" name="Freeform 4227"/>
              <p:cNvSpPr>
                <a:spLocks noEditPoints="1"/>
              </p:cNvSpPr>
              <p:nvPr/>
            </p:nvSpPr>
            <p:spPr bwMode="auto">
              <a:xfrm>
                <a:off x="5175232" y="7634970"/>
                <a:ext cx="31054" cy="743209"/>
              </a:xfrm>
              <a:custGeom>
                <a:avLst/>
                <a:gdLst>
                  <a:gd name="T0" fmla="*/ 15 w 15"/>
                  <a:gd name="T1" fmla="*/ 359 h 359"/>
                  <a:gd name="T2" fmla="*/ 15 w 15"/>
                  <a:gd name="T3" fmla="*/ 0 h 359"/>
                  <a:gd name="T4" fmla="*/ 15 w 15"/>
                  <a:gd name="T5" fmla="*/ 357 h 359"/>
                  <a:gd name="T6" fmla="*/ 0 w 15"/>
                  <a:gd name="T7" fmla="*/ 357 h 359"/>
                  <a:gd name="T8" fmla="*/ 15 w 15"/>
                  <a:gd name="T9" fmla="*/ 196 h 359"/>
                  <a:gd name="T10" fmla="*/ 0 w 15"/>
                  <a:gd name="T11" fmla="*/ 196 h 359"/>
                  <a:gd name="T12" fmla="*/ 15 w 15"/>
                  <a:gd name="T13" fmla="*/ 34 h 359"/>
                  <a:gd name="T14" fmla="*/ 0 w 15"/>
                  <a:gd name="T15" fmla="*/ 34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96"/>
                    </a:moveTo>
                    <a:lnTo>
                      <a:pt x="0" y="196"/>
                    </a:lnTo>
                    <a:moveTo>
                      <a:pt x="15" y="34"/>
                    </a:moveTo>
                    <a:lnTo>
                      <a:pt x="0" y="34"/>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3" name="Freeform 4228"/>
              <p:cNvSpPr/>
              <p:nvPr/>
            </p:nvSpPr>
            <p:spPr bwMode="auto">
              <a:xfrm>
                <a:off x="5206284" y="7705357"/>
                <a:ext cx="937810" cy="447167"/>
              </a:xfrm>
              <a:custGeom>
                <a:avLst/>
                <a:gdLst>
                  <a:gd name="T0" fmla="*/ 0 w 453"/>
                  <a:gd name="T1" fmla="*/ 0 h 216"/>
                  <a:gd name="T2" fmla="*/ 0 w 453"/>
                  <a:gd name="T3" fmla="*/ 0 h 216"/>
                  <a:gd name="T4" fmla="*/ 0 w 453"/>
                  <a:gd name="T5" fmla="*/ 0 h 216"/>
                  <a:gd name="T6" fmla="*/ 0 w 453"/>
                  <a:gd name="T7" fmla="*/ 0 h 216"/>
                  <a:gd name="T8" fmla="*/ 382 w 453"/>
                  <a:gd name="T9" fmla="*/ 0 h 216"/>
                  <a:gd name="T10" fmla="*/ 382 w 453"/>
                  <a:gd name="T11" fmla="*/ 54 h 216"/>
                  <a:gd name="T12" fmla="*/ 382 w 453"/>
                  <a:gd name="T13" fmla="*/ 54 h 216"/>
                  <a:gd name="T14" fmla="*/ 408 w 453"/>
                  <a:gd name="T15" fmla="*/ 54 h 216"/>
                  <a:gd name="T16" fmla="*/ 408 w 453"/>
                  <a:gd name="T17" fmla="*/ 108 h 216"/>
                  <a:gd name="T18" fmla="*/ 408 w 453"/>
                  <a:gd name="T19" fmla="*/ 108 h 216"/>
                  <a:gd name="T20" fmla="*/ 435 w 453"/>
                  <a:gd name="T21" fmla="*/ 108 h 216"/>
                  <a:gd name="T22" fmla="*/ 435 w 453"/>
                  <a:gd name="T23" fmla="*/ 216 h 216"/>
                  <a:gd name="T24" fmla="*/ 435 w 453"/>
                  <a:gd name="T25" fmla="*/ 216 h 216"/>
                  <a:gd name="T26" fmla="*/ 453 w 453"/>
                  <a:gd name="T27" fmla="*/ 216 h 216"/>
                  <a:gd name="T28" fmla="*/ 453 w 453"/>
                  <a:gd name="T2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3" h="216">
                    <a:moveTo>
                      <a:pt x="0" y="0"/>
                    </a:moveTo>
                    <a:lnTo>
                      <a:pt x="0" y="0"/>
                    </a:lnTo>
                    <a:lnTo>
                      <a:pt x="0" y="0"/>
                    </a:lnTo>
                    <a:lnTo>
                      <a:pt x="0" y="0"/>
                    </a:lnTo>
                    <a:lnTo>
                      <a:pt x="382" y="0"/>
                    </a:lnTo>
                    <a:lnTo>
                      <a:pt x="382" y="54"/>
                    </a:lnTo>
                    <a:lnTo>
                      <a:pt x="382" y="54"/>
                    </a:lnTo>
                    <a:lnTo>
                      <a:pt x="408" y="54"/>
                    </a:lnTo>
                    <a:lnTo>
                      <a:pt x="408" y="108"/>
                    </a:lnTo>
                    <a:lnTo>
                      <a:pt x="408" y="108"/>
                    </a:lnTo>
                    <a:lnTo>
                      <a:pt x="435" y="108"/>
                    </a:lnTo>
                    <a:lnTo>
                      <a:pt x="435" y="216"/>
                    </a:lnTo>
                    <a:lnTo>
                      <a:pt x="435" y="216"/>
                    </a:lnTo>
                    <a:lnTo>
                      <a:pt x="453" y="216"/>
                    </a:lnTo>
                    <a:lnTo>
                      <a:pt x="453" y="216"/>
                    </a:lnTo>
                  </a:path>
                </a:pathLst>
              </a:cu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4" name="Line 4229"/>
              <p:cNvSpPr>
                <a:spLocks noChangeShapeType="1"/>
              </p:cNvSpPr>
              <p:nvPr/>
            </p:nvSpPr>
            <p:spPr bwMode="auto">
              <a:xfrm>
                <a:off x="6144094" y="8138034"/>
                <a:ext cx="0" cy="14492"/>
              </a:xfrm>
              <a:prstGeom prst="line">
                <a:avLst/>
              </a:prstGeom>
              <a:noFill/>
              <a:ln w="14288"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45" name="Freeform 4230"/>
              <p:cNvSpPr/>
              <p:nvPr/>
            </p:nvSpPr>
            <p:spPr bwMode="auto">
              <a:xfrm>
                <a:off x="5206283" y="7705357"/>
                <a:ext cx="844650" cy="668682"/>
              </a:xfrm>
              <a:custGeom>
                <a:avLst/>
                <a:gdLst>
                  <a:gd name="T0" fmla="*/ 0 w 408"/>
                  <a:gd name="T1" fmla="*/ 0 h 323"/>
                  <a:gd name="T2" fmla="*/ 0 w 408"/>
                  <a:gd name="T3" fmla="*/ 0 h 323"/>
                  <a:gd name="T4" fmla="*/ 0 w 408"/>
                  <a:gd name="T5" fmla="*/ 0 h 323"/>
                  <a:gd name="T6" fmla="*/ 0 w 408"/>
                  <a:gd name="T7" fmla="*/ 0 h 323"/>
                  <a:gd name="T8" fmla="*/ 328 w 408"/>
                  <a:gd name="T9" fmla="*/ 0 h 323"/>
                  <a:gd name="T10" fmla="*/ 328 w 408"/>
                  <a:gd name="T11" fmla="*/ 54 h 323"/>
                  <a:gd name="T12" fmla="*/ 328 w 408"/>
                  <a:gd name="T13" fmla="*/ 54 h 323"/>
                  <a:gd name="T14" fmla="*/ 382 w 408"/>
                  <a:gd name="T15" fmla="*/ 54 h 323"/>
                  <a:gd name="T16" fmla="*/ 382 w 408"/>
                  <a:gd name="T17" fmla="*/ 162 h 323"/>
                  <a:gd name="T18" fmla="*/ 382 w 408"/>
                  <a:gd name="T19" fmla="*/ 162 h 323"/>
                  <a:gd name="T20" fmla="*/ 408 w 408"/>
                  <a:gd name="T21" fmla="*/ 162 h 323"/>
                  <a:gd name="T22" fmla="*/ 408 w 408"/>
                  <a:gd name="T23"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323">
                    <a:moveTo>
                      <a:pt x="0" y="0"/>
                    </a:moveTo>
                    <a:lnTo>
                      <a:pt x="0" y="0"/>
                    </a:lnTo>
                    <a:lnTo>
                      <a:pt x="0" y="0"/>
                    </a:lnTo>
                    <a:lnTo>
                      <a:pt x="0" y="0"/>
                    </a:lnTo>
                    <a:lnTo>
                      <a:pt x="328" y="0"/>
                    </a:lnTo>
                    <a:lnTo>
                      <a:pt x="328" y="54"/>
                    </a:lnTo>
                    <a:lnTo>
                      <a:pt x="328" y="54"/>
                    </a:lnTo>
                    <a:lnTo>
                      <a:pt x="382" y="54"/>
                    </a:lnTo>
                    <a:lnTo>
                      <a:pt x="382" y="162"/>
                    </a:lnTo>
                    <a:lnTo>
                      <a:pt x="382" y="162"/>
                    </a:lnTo>
                    <a:lnTo>
                      <a:pt x="408" y="162"/>
                    </a:lnTo>
                    <a:lnTo>
                      <a:pt x="408" y="323"/>
                    </a:lnTo>
                  </a:path>
                </a:pathLst>
              </a:custGeom>
              <a:noFill/>
              <a:ln w="635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6" name="Freeform 4231"/>
              <p:cNvSpPr/>
              <p:nvPr/>
            </p:nvSpPr>
            <p:spPr bwMode="auto">
              <a:xfrm>
                <a:off x="5206284" y="7705357"/>
                <a:ext cx="900546" cy="668682"/>
              </a:xfrm>
              <a:custGeom>
                <a:avLst/>
                <a:gdLst>
                  <a:gd name="T0" fmla="*/ 0 w 435"/>
                  <a:gd name="T1" fmla="*/ 0 h 323"/>
                  <a:gd name="T2" fmla="*/ 0 w 435"/>
                  <a:gd name="T3" fmla="*/ 0 h 323"/>
                  <a:gd name="T4" fmla="*/ 0 w 435"/>
                  <a:gd name="T5" fmla="*/ 0 h 323"/>
                  <a:gd name="T6" fmla="*/ 0 w 435"/>
                  <a:gd name="T7" fmla="*/ 0 h 323"/>
                  <a:gd name="T8" fmla="*/ 275 w 435"/>
                  <a:gd name="T9" fmla="*/ 0 h 323"/>
                  <a:gd name="T10" fmla="*/ 275 w 435"/>
                  <a:gd name="T11" fmla="*/ 108 h 323"/>
                  <a:gd name="T12" fmla="*/ 275 w 435"/>
                  <a:gd name="T13" fmla="*/ 108 h 323"/>
                  <a:gd name="T14" fmla="*/ 355 w 435"/>
                  <a:gd name="T15" fmla="*/ 108 h 323"/>
                  <a:gd name="T16" fmla="*/ 355 w 435"/>
                  <a:gd name="T17" fmla="*/ 162 h 323"/>
                  <a:gd name="T18" fmla="*/ 355 w 435"/>
                  <a:gd name="T19" fmla="*/ 162 h 323"/>
                  <a:gd name="T20" fmla="*/ 382 w 435"/>
                  <a:gd name="T21" fmla="*/ 162 h 323"/>
                  <a:gd name="T22" fmla="*/ 382 w 435"/>
                  <a:gd name="T23" fmla="*/ 216 h 323"/>
                  <a:gd name="T24" fmla="*/ 382 w 435"/>
                  <a:gd name="T25" fmla="*/ 216 h 323"/>
                  <a:gd name="T26" fmla="*/ 408 w 435"/>
                  <a:gd name="T27" fmla="*/ 216 h 323"/>
                  <a:gd name="T28" fmla="*/ 408 w 435"/>
                  <a:gd name="T29" fmla="*/ 270 h 323"/>
                  <a:gd name="T30" fmla="*/ 408 w 435"/>
                  <a:gd name="T31" fmla="*/ 270 h 323"/>
                  <a:gd name="T32" fmla="*/ 435 w 435"/>
                  <a:gd name="T33" fmla="*/ 270 h 323"/>
                  <a:gd name="T34" fmla="*/ 435 w 435"/>
                  <a:gd name="T35"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323">
                    <a:moveTo>
                      <a:pt x="0" y="0"/>
                    </a:moveTo>
                    <a:lnTo>
                      <a:pt x="0" y="0"/>
                    </a:lnTo>
                    <a:lnTo>
                      <a:pt x="0" y="0"/>
                    </a:lnTo>
                    <a:lnTo>
                      <a:pt x="0" y="0"/>
                    </a:lnTo>
                    <a:lnTo>
                      <a:pt x="275" y="0"/>
                    </a:lnTo>
                    <a:lnTo>
                      <a:pt x="275" y="108"/>
                    </a:lnTo>
                    <a:lnTo>
                      <a:pt x="275" y="108"/>
                    </a:lnTo>
                    <a:lnTo>
                      <a:pt x="355" y="108"/>
                    </a:lnTo>
                    <a:lnTo>
                      <a:pt x="355" y="162"/>
                    </a:lnTo>
                    <a:lnTo>
                      <a:pt x="355" y="162"/>
                    </a:lnTo>
                    <a:lnTo>
                      <a:pt x="382" y="162"/>
                    </a:lnTo>
                    <a:lnTo>
                      <a:pt x="382" y="216"/>
                    </a:lnTo>
                    <a:lnTo>
                      <a:pt x="382" y="216"/>
                    </a:lnTo>
                    <a:lnTo>
                      <a:pt x="408" y="216"/>
                    </a:lnTo>
                    <a:lnTo>
                      <a:pt x="408" y="270"/>
                    </a:lnTo>
                    <a:lnTo>
                      <a:pt x="408" y="270"/>
                    </a:lnTo>
                    <a:lnTo>
                      <a:pt x="435" y="270"/>
                    </a:lnTo>
                    <a:lnTo>
                      <a:pt x="435" y="323"/>
                    </a:lnTo>
                  </a:path>
                </a:pathLst>
              </a:custGeom>
              <a:noFill/>
              <a:ln w="635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7" name="Freeform 4232"/>
              <p:cNvSpPr/>
              <p:nvPr/>
            </p:nvSpPr>
            <p:spPr bwMode="auto">
              <a:xfrm>
                <a:off x="5206284" y="7705357"/>
                <a:ext cx="900546" cy="668682"/>
              </a:xfrm>
              <a:custGeom>
                <a:avLst/>
                <a:gdLst>
                  <a:gd name="T0" fmla="*/ 0 w 435"/>
                  <a:gd name="T1" fmla="*/ 0 h 323"/>
                  <a:gd name="T2" fmla="*/ 0 w 435"/>
                  <a:gd name="T3" fmla="*/ 0 h 323"/>
                  <a:gd name="T4" fmla="*/ 0 w 435"/>
                  <a:gd name="T5" fmla="*/ 0 h 323"/>
                  <a:gd name="T6" fmla="*/ 0 w 435"/>
                  <a:gd name="T7" fmla="*/ 0 h 323"/>
                  <a:gd name="T8" fmla="*/ 275 w 435"/>
                  <a:gd name="T9" fmla="*/ 0 h 323"/>
                  <a:gd name="T10" fmla="*/ 275 w 435"/>
                  <a:gd name="T11" fmla="*/ 54 h 323"/>
                  <a:gd name="T12" fmla="*/ 275 w 435"/>
                  <a:gd name="T13" fmla="*/ 54 h 323"/>
                  <a:gd name="T14" fmla="*/ 302 w 435"/>
                  <a:gd name="T15" fmla="*/ 54 h 323"/>
                  <a:gd name="T16" fmla="*/ 302 w 435"/>
                  <a:gd name="T17" fmla="*/ 108 h 323"/>
                  <a:gd name="T18" fmla="*/ 302 w 435"/>
                  <a:gd name="T19" fmla="*/ 108 h 323"/>
                  <a:gd name="T20" fmla="*/ 328 w 435"/>
                  <a:gd name="T21" fmla="*/ 108 h 323"/>
                  <a:gd name="T22" fmla="*/ 328 w 435"/>
                  <a:gd name="T23" fmla="*/ 216 h 323"/>
                  <a:gd name="T24" fmla="*/ 328 w 435"/>
                  <a:gd name="T25" fmla="*/ 216 h 323"/>
                  <a:gd name="T26" fmla="*/ 408 w 435"/>
                  <a:gd name="T27" fmla="*/ 216 h 323"/>
                  <a:gd name="T28" fmla="*/ 408 w 435"/>
                  <a:gd name="T29" fmla="*/ 270 h 323"/>
                  <a:gd name="T30" fmla="*/ 408 w 435"/>
                  <a:gd name="T31" fmla="*/ 270 h 323"/>
                  <a:gd name="T32" fmla="*/ 435 w 435"/>
                  <a:gd name="T33" fmla="*/ 270 h 323"/>
                  <a:gd name="T34" fmla="*/ 435 w 435"/>
                  <a:gd name="T35"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323">
                    <a:moveTo>
                      <a:pt x="0" y="0"/>
                    </a:moveTo>
                    <a:lnTo>
                      <a:pt x="0" y="0"/>
                    </a:lnTo>
                    <a:lnTo>
                      <a:pt x="0" y="0"/>
                    </a:lnTo>
                    <a:lnTo>
                      <a:pt x="0" y="0"/>
                    </a:lnTo>
                    <a:lnTo>
                      <a:pt x="275" y="0"/>
                    </a:lnTo>
                    <a:lnTo>
                      <a:pt x="275" y="54"/>
                    </a:lnTo>
                    <a:lnTo>
                      <a:pt x="275" y="54"/>
                    </a:lnTo>
                    <a:lnTo>
                      <a:pt x="302" y="54"/>
                    </a:lnTo>
                    <a:lnTo>
                      <a:pt x="302" y="108"/>
                    </a:lnTo>
                    <a:lnTo>
                      <a:pt x="302" y="108"/>
                    </a:lnTo>
                    <a:lnTo>
                      <a:pt x="328" y="108"/>
                    </a:lnTo>
                    <a:lnTo>
                      <a:pt x="328" y="216"/>
                    </a:lnTo>
                    <a:lnTo>
                      <a:pt x="328" y="216"/>
                    </a:lnTo>
                    <a:lnTo>
                      <a:pt x="408" y="216"/>
                    </a:lnTo>
                    <a:lnTo>
                      <a:pt x="408" y="270"/>
                    </a:lnTo>
                    <a:lnTo>
                      <a:pt x="408" y="270"/>
                    </a:lnTo>
                    <a:lnTo>
                      <a:pt x="435" y="270"/>
                    </a:lnTo>
                    <a:lnTo>
                      <a:pt x="435" y="323"/>
                    </a:lnTo>
                  </a:path>
                </a:pathLst>
              </a:custGeom>
              <a:noFill/>
              <a:ln w="635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8" name="Freeform 4233"/>
              <p:cNvSpPr/>
              <p:nvPr/>
            </p:nvSpPr>
            <p:spPr bwMode="auto">
              <a:xfrm>
                <a:off x="5206284" y="7705357"/>
                <a:ext cx="569311" cy="668682"/>
              </a:xfrm>
              <a:custGeom>
                <a:avLst/>
                <a:gdLst>
                  <a:gd name="T0" fmla="*/ 0 w 275"/>
                  <a:gd name="T1" fmla="*/ 0 h 323"/>
                  <a:gd name="T2" fmla="*/ 0 w 275"/>
                  <a:gd name="T3" fmla="*/ 0 h 323"/>
                  <a:gd name="T4" fmla="*/ 0 w 275"/>
                  <a:gd name="T5" fmla="*/ 0 h 323"/>
                  <a:gd name="T6" fmla="*/ 0 w 275"/>
                  <a:gd name="T7" fmla="*/ 0 h 323"/>
                  <a:gd name="T8" fmla="*/ 249 w 275"/>
                  <a:gd name="T9" fmla="*/ 0 h 323"/>
                  <a:gd name="T10" fmla="*/ 249 w 275"/>
                  <a:gd name="T11" fmla="*/ 162 h 323"/>
                  <a:gd name="T12" fmla="*/ 249 w 275"/>
                  <a:gd name="T13" fmla="*/ 162 h 323"/>
                  <a:gd name="T14" fmla="*/ 275 w 275"/>
                  <a:gd name="T15" fmla="*/ 162 h 323"/>
                  <a:gd name="T16" fmla="*/ 275 w 275"/>
                  <a:gd name="T17"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23">
                    <a:moveTo>
                      <a:pt x="0" y="0"/>
                    </a:moveTo>
                    <a:lnTo>
                      <a:pt x="0" y="0"/>
                    </a:lnTo>
                    <a:lnTo>
                      <a:pt x="0" y="0"/>
                    </a:lnTo>
                    <a:lnTo>
                      <a:pt x="0" y="0"/>
                    </a:lnTo>
                    <a:lnTo>
                      <a:pt x="249" y="0"/>
                    </a:lnTo>
                    <a:lnTo>
                      <a:pt x="249" y="162"/>
                    </a:lnTo>
                    <a:lnTo>
                      <a:pt x="249" y="162"/>
                    </a:lnTo>
                    <a:lnTo>
                      <a:pt x="275" y="162"/>
                    </a:lnTo>
                    <a:lnTo>
                      <a:pt x="275" y="323"/>
                    </a:lnTo>
                  </a:path>
                </a:pathLst>
              </a:custGeom>
              <a:noFill/>
              <a:ln w="635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9" name="Freeform 4234"/>
              <p:cNvSpPr/>
              <p:nvPr/>
            </p:nvSpPr>
            <p:spPr bwMode="auto">
              <a:xfrm>
                <a:off x="5206284" y="7705357"/>
                <a:ext cx="625206" cy="668682"/>
              </a:xfrm>
              <a:custGeom>
                <a:avLst/>
                <a:gdLst>
                  <a:gd name="T0" fmla="*/ 0 w 302"/>
                  <a:gd name="T1" fmla="*/ 0 h 323"/>
                  <a:gd name="T2" fmla="*/ 0 w 302"/>
                  <a:gd name="T3" fmla="*/ 0 h 323"/>
                  <a:gd name="T4" fmla="*/ 0 w 302"/>
                  <a:gd name="T5" fmla="*/ 0 h 323"/>
                  <a:gd name="T6" fmla="*/ 0 w 302"/>
                  <a:gd name="T7" fmla="*/ 0 h 323"/>
                  <a:gd name="T8" fmla="*/ 249 w 302"/>
                  <a:gd name="T9" fmla="*/ 0 h 323"/>
                  <a:gd name="T10" fmla="*/ 249 w 302"/>
                  <a:gd name="T11" fmla="*/ 108 h 323"/>
                  <a:gd name="T12" fmla="*/ 249 w 302"/>
                  <a:gd name="T13" fmla="*/ 108 h 323"/>
                  <a:gd name="T14" fmla="*/ 275 w 302"/>
                  <a:gd name="T15" fmla="*/ 108 h 323"/>
                  <a:gd name="T16" fmla="*/ 275 w 302"/>
                  <a:gd name="T17" fmla="*/ 270 h 323"/>
                  <a:gd name="T18" fmla="*/ 275 w 302"/>
                  <a:gd name="T19" fmla="*/ 270 h 323"/>
                  <a:gd name="T20" fmla="*/ 302 w 302"/>
                  <a:gd name="T21" fmla="*/ 270 h 323"/>
                  <a:gd name="T22" fmla="*/ 302 w 302"/>
                  <a:gd name="T23"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2" h="323">
                    <a:moveTo>
                      <a:pt x="0" y="0"/>
                    </a:moveTo>
                    <a:lnTo>
                      <a:pt x="0" y="0"/>
                    </a:lnTo>
                    <a:lnTo>
                      <a:pt x="0" y="0"/>
                    </a:lnTo>
                    <a:lnTo>
                      <a:pt x="0" y="0"/>
                    </a:lnTo>
                    <a:lnTo>
                      <a:pt x="249" y="0"/>
                    </a:lnTo>
                    <a:lnTo>
                      <a:pt x="249" y="108"/>
                    </a:lnTo>
                    <a:lnTo>
                      <a:pt x="249" y="108"/>
                    </a:lnTo>
                    <a:lnTo>
                      <a:pt x="275" y="108"/>
                    </a:lnTo>
                    <a:lnTo>
                      <a:pt x="275" y="270"/>
                    </a:lnTo>
                    <a:lnTo>
                      <a:pt x="275" y="270"/>
                    </a:lnTo>
                    <a:lnTo>
                      <a:pt x="302" y="270"/>
                    </a:lnTo>
                    <a:lnTo>
                      <a:pt x="302" y="323"/>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50" name="Rectangle 4235"/>
              <p:cNvSpPr>
                <a:spLocks noChangeArrowheads="1"/>
              </p:cNvSpPr>
              <p:nvPr/>
            </p:nvSpPr>
            <p:spPr bwMode="auto">
              <a:xfrm>
                <a:off x="5540952" y="8500321"/>
                <a:ext cx="506549"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Days elapsed</a:t>
                </a:r>
              </a:p>
            </p:txBody>
          </p:sp>
          <p:sp>
            <p:nvSpPr>
              <p:cNvPr id="4951" name="Rectangle 4236"/>
              <p:cNvSpPr>
                <a:spLocks noChangeArrowheads="1"/>
              </p:cNvSpPr>
              <p:nvPr/>
            </p:nvSpPr>
            <p:spPr bwMode="auto">
              <a:xfrm rot="16200000">
                <a:off x="4688740" y="7934696"/>
                <a:ext cx="695703"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en-US" altLang="zh-CN" sz="650" dirty="0" err="1">
                    <a:solidFill>
                      <a:srgbClr val="000000"/>
                    </a:solidFill>
                    <a:latin typeface="Arial" panose="020B0604020202090204" pitchFamily="34" charset="0"/>
                    <a:cs typeface="Arial" panose="020B0604020202090204" pitchFamily="34" charset="0"/>
                  </a:rPr>
                  <a:t>Probility</a:t>
                </a:r>
                <a:r>
                  <a:rPr lang="en-US" altLang="zh-CN" sz="650" dirty="0">
                    <a:solidFill>
                      <a:srgbClr val="000000"/>
                    </a:solidFill>
                    <a:latin typeface="Arial" panose="020B0604020202090204" pitchFamily="34" charset="0"/>
                    <a:cs typeface="Arial" panose="020B0604020202090204" pitchFamily="34" charset="0"/>
                  </a:rPr>
                  <a:t> of survival</a:t>
                </a:r>
              </a:p>
            </p:txBody>
          </p:sp>
          <p:sp>
            <p:nvSpPr>
              <p:cNvPr id="4952" name="Rectangle 4237"/>
              <p:cNvSpPr>
                <a:spLocks noChangeArrowheads="1"/>
              </p:cNvSpPr>
              <p:nvPr/>
            </p:nvSpPr>
            <p:spPr bwMode="auto">
              <a:xfrm>
                <a:off x="6276776" y="7651532"/>
                <a:ext cx="13465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PBS</a:t>
                </a:r>
                <a:endParaRPr lang="zh-CN" altLang="zh-CN" sz="2345"/>
              </a:p>
            </p:txBody>
          </p:sp>
          <p:sp>
            <p:nvSpPr>
              <p:cNvPr id="4953" name="Line 4238"/>
              <p:cNvSpPr>
                <a:spLocks noChangeShapeType="1"/>
              </p:cNvSpPr>
              <p:nvPr/>
            </p:nvSpPr>
            <p:spPr bwMode="auto">
              <a:xfrm>
                <a:off x="6152563" y="7688795"/>
                <a:ext cx="7866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4" name="Line 4239"/>
              <p:cNvSpPr>
                <a:spLocks noChangeShapeType="1"/>
              </p:cNvSpPr>
              <p:nvPr/>
            </p:nvSpPr>
            <p:spPr bwMode="auto">
              <a:xfrm>
                <a:off x="6191896" y="7674305"/>
                <a:ext cx="0" cy="14492"/>
              </a:xfrm>
              <a:prstGeom prst="line">
                <a:avLst/>
              </a:prstGeom>
              <a:noFill/>
              <a:ln w="14288"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5" name="Rectangle 4240"/>
              <p:cNvSpPr>
                <a:spLocks noChangeArrowheads="1"/>
              </p:cNvSpPr>
              <p:nvPr/>
            </p:nvSpPr>
            <p:spPr bwMode="auto">
              <a:xfrm>
                <a:off x="6276775" y="7750902"/>
                <a:ext cx="92974"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NS</a:t>
                </a:r>
                <a:endParaRPr lang="zh-CN" altLang="zh-CN" sz="2345"/>
              </a:p>
            </p:txBody>
          </p:sp>
          <p:sp>
            <p:nvSpPr>
              <p:cNvPr id="4956" name="Line 4241"/>
              <p:cNvSpPr>
                <a:spLocks noChangeShapeType="1"/>
              </p:cNvSpPr>
              <p:nvPr/>
            </p:nvSpPr>
            <p:spPr bwMode="auto">
              <a:xfrm>
                <a:off x="6152563" y="7788165"/>
                <a:ext cx="78668" cy="0"/>
              </a:xfrm>
              <a:prstGeom prst="line">
                <a:avLst/>
              </a:prstGeom>
              <a:noFill/>
              <a:ln w="6350"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7" name="Line 4242"/>
              <p:cNvSpPr>
                <a:spLocks noChangeShapeType="1"/>
              </p:cNvSpPr>
              <p:nvPr/>
            </p:nvSpPr>
            <p:spPr bwMode="auto">
              <a:xfrm>
                <a:off x="6191896" y="7773675"/>
                <a:ext cx="0" cy="14492"/>
              </a:xfrm>
              <a:prstGeom prst="line">
                <a:avLst/>
              </a:prstGeom>
              <a:noFill/>
              <a:ln w="14288"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8" name="Rectangle 4243"/>
              <p:cNvSpPr>
                <a:spLocks noChangeArrowheads="1"/>
              </p:cNvSpPr>
              <p:nvPr/>
            </p:nvSpPr>
            <p:spPr bwMode="auto">
              <a:xfrm>
                <a:off x="6276776" y="7848203"/>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sq1</a:t>
                </a:r>
                <a:endParaRPr lang="zh-CN" altLang="zh-CN" sz="2345"/>
              </a:p>
            </p:txBody>
          </p:sp>
          <p:sp>
            <p:nvSpPr>
              <p:cNvPr id="4959" name="Line 4244"/>
              <p:cNvSpPr>
                <a:spLocks noChangeShapeType="1"/>
              </p:cNvSpPr>
              <p:nvPr/>
            </p:nvSpPr>
            <p:spPr bwMode="auto">
              <a:xfrm>
                <a:off x="6152563" y="7887536"/>
                <a:ext cx="78668" cy="0"/>
              </a:xfrm>
              <a:prstGeom prst="line">
                <a:avLst/>
              </a:prstGeom>
              <a:noFill/>
              <a:ln w="6350"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0" name="Line 4245"/>
              <p:cNvSpPr>
                <a:spLocks noChangeShapeType="1"/>
              </p:cNvSpPr>
              <p:nvPr/>
            </p:nvSpPr>
            <p:spPr bwMode="auto">
              <a:xfrm>
                <a:off x="6191896" y="7873046"/>
                <a:ext cx="0" cy="14492"/>
              </a:xfrm>
              <a:prstGeom prst="line">
                <a:avLst/>
              </a:prstGeom>
              <a:noFill/>
              <a:ln w="14288"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1" name="Rectangle 4246"/>
              <p:cNvSpPr>
                <a:spLocks noChangeArrowheads="1"/>
              </p:cNvSpPr>
              <p:nvPr/>
            </p:nvSpPr>
            <p:spPr bwMode="auto">
              <a:xfrm>
                <a:off x="6276776" y="7947574"/>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sq2</a:t>
                </a:r>
                <a:endParaRPr lang="zh-CN" altLang="zh-CN" sz="2345"/>
              </a:p>
            </p:txBody>
          </p:sp>
          <p:sp>
            <p:nvSpPr>
              <p:cNvPr id="4962" name="Line 4247"/>
              <p:cNvSpPr>
                <a:spLocks noChangeShapeType="1"/>
              </p:cNvSpPr>
              <p:nvPr/>
            </p:nvSpPr>
            <p:spPr bwMode="auto">
              <a:xfrm>
                <a:off x="6152563" y="7986906"/>
                <a:ext cx="78668" cy="0"/>
              </a:xfrm>
              <a:prstGeom prst="line">
                <a:avLst/>
              </a:prstGeom>
              <a:noFill/>
              <a:ln w="6350"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3" name="Line 4248"/>
              <p:cNvSpPr>
                <a:spLocks noChangeShapeType="1"/>
              </p:cNvSpPr>
              <p:nvPr/>
            </p:nvSpPr>
            <p:spPr bwMode="auto">
              <a:xfrm>
                <a:off x="6191896" y="7972416"/>
                <a:ext cx="0" cy="14492"/>
              </a:xfrm>
              <a:prstGeom prst="line">
                <a:avLst/>
              </a:prstGeom>
              <a:noFill/>
              <a:ln w="14288"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4" name="Rectangle 4249"/>
              <p:cNvSpPr>
                <a:spLocks noChangeArrowheads="1"/>
              </p:cNvSpPr>
              <p:nvPr/>
            </p:nvSpPr>
            <p:spPr bwMode="auto">
              <a:xfrm>
                <a:off x="6276776" y="8046944"/>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dirty="0">
                    <a:solidFill>
                      <a:srgbClr val="000000"/>
                    </a:solidFill>
                  </a:rPr>
                  <a:t>sq3</a:t>
                </a:r>
                <a:endParaRPr lang="zh-CN" altLang="zh-CN" sz="2345" dirty="0"/>
              </a:p>
            </p:txBody>
          </p:sp>
          <p:sp>
            <p:nvSpPr>
              <p:cNvPr id="4965" name="Line 4250"/>
              <p:cNvSpPr>
                <a:spLocks noChangeShapeType="1"/>
              </p:cNvSpPr>
              <p:nvPr/>
            </p:nvSpPr>
            <p:spPr bwMode="auto">
              <a:xfrm>
                <a:off x="6152563" y="8086277"/>
                <a:ext cx="78668" cy="0"/>
              </a:xfrm>
              <a:prstGeom prst="line">
                <a:avLst/>
              </a:prstGeom>
              <a:noFill/>
              <a:ln w="6350"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6" name="Line 4251"/>
              <p:cNvSpPr>
                <a:spLocks noChangeShapeType="1"/>
              </p:cNvSpPr>
              <p:nvPr/>
            </p:nvSpPr>
            <p:spPr bwMode="auto">
              <a:xfrm>
                <a:off x="6191896" y="8071787"/>
                <a:ext cx="0" cy="14492"/>
              </a:xfrm>
              <a:prstGeom prst="line">
                <a:avLst/>
              </a:prstGeom>
              <a:noFill/>
              <a:ln w="14288"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7" name="Rectangle 4252"/>
              <p:cNvSpPr>
                <a:spLocks noChangeArrowheads="1"/>
              </p:cNvSpPr>
              <p:nvPr/>
            </p:nvSpPr>
            <p:spPr bwMode="auto">
              <a:xfrm>
                <a:off x="6276776" y="8146315"/>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sq4</a:t>
                </a:r>
                <a:endParaRPr lang="zh-CN" altLang="zh-CN" sz="2345"/>
              </a:p>
            </p:txBody>
          </p:sp>
          <p:sp>
            <p:nvSpPr>
              <p:cNvPr id="4968" name="Line 4253"/>
              <p:cNvSpPr>
                <a:spLocks noChangeShapeType="1"/>
              </p:cNvSpPr>
              <p:nvPr/>
            </p:nvSpPr>
            <p:spPr bwMode="auto">
              <a:xfrm>
                <a:off x="6152563" y="8185647"/>
                <a:ext cx="78668" cy="0"/>
              </a:xfrm>
              <a:prstGeom prst="line">
                <a:avLst/>
              </a:prstGeom>
              <a:noFill/>
              <a:ln w="6350"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9" name="Line 4254"/>
              <p:cNvSpPr>
                <a:spLocks noChangeShapeType="1"/>
              </p:cNvSpPr>
              <p:nvPr/>
            </p:nvSpPr>
            <p:spPr bwMode="auto">
              <a:xfrm>
                <a:off x="6191896" y="8171157"/>
                <a:ext cx="0" cy="14492"/>
              </a:xfrm>
              <a:prstGeom prst="line">
                <a:avLst/>
              </a:prstGeom>
              <a:noFill/>
              <a:ln w="14288"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 name="右中括号 3"/>
              <p:cNvSpPr/>
              <p:nvPr/>
            </p:nvSpPr>
            <p:spPr>
              <a:xfrm>
                <a:off x="6410275" y="7681551"/>
                <a:ext cx="45719" cy="119036"/>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7" name="右中括号 2096"/>
              <p:cNvSpPr/>
              <p:nvPr/>
            </p:nvSpPr>
            <p:spPr>
              <a:xfrm>
                <a:off x="6460607" y="7681551"/>
                <a:ext cx="45719" cy="222546"/>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8" name="右中括号 2097"/>
              <p:cNvSpPr/>
              <p:nvPr/>
            </p:nvSpPr>
            <p:spPr>
              <a:xfrm>
                <a:off x="6509365" y="7681365"/>
                <a:ext cx="54677" cy="315925"/>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9" name="右中括号 2098"/>
              <p:cNvSpPr/>
              <p:nvPr/>
            </p:nvSpPr>
            <p:spPr>
              <a:xfrm>
                <a:off x="6566871" y="7681365"/>
                <a:ext cx="45719" cy="419439"/>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100" name="右中括号 2099"/>
              <p:cNvSpPr/>
              <p:nvPr/>
            </p:nvSpPr>
            <p:spPr>
              <a:xfrm>
                <a:off x="6615301" y="7681365"/>
                <a:ext cx="45719" cy="507831"/>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108" name="文本框 2107"/>
              <p:cNvSpPr txBox="1"/>
              <p:nvPr/>
            </p:nvSpPr>
            <p:spPr>
              <a:xfrm>
                <a:off x="6291877" y="7683563"/>
                <a:ext cx="320039"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sp>
          <p:nvSpPr>
            <p:cNvPr id="2094" name="文本框 2093"/>
            <p:cNvSpPr txBox="1"/>
            <p:nvPr/>
          </p:nvSpPr>
          <p:spPr>
            <a:xfrm>
              <a:off x="6153244" y="7726571"/>
              <a:ext cx="2538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095" name="文本框 2094"/>
            <p:cNvSpPr txBox="1"/>
            <p:nvPr/>
          </p:nvSpPr>
          <p:spPr>
            <a:xfrm>
              <a:off x="6217586" y="7831826"/>
              <a:ext cx="2538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096" name="文本框 2095"/>
            <p:cNvSpPr txBox="1"/>
            <p:nvPr/>
          </p:nvSpPr>
          <p:spPr>
            <a:xfrm>
              <a:off x="6255054" y="7937159"/>
              <a:ext cx="265090" cy="172676"/>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104" name="文本框 2103"/>
            <p:cNvSpPr txBox="1"/>
            <p:nvPr/>
          </p:nvSpPr>
          <p:spPr>
            <a:xfrm>
              <a:off x="6290812" y="8027668"/>
              <a:ext cx="265090" cy="172676"/>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sp>
        <p:nvSpPr>
          <p:cNvPr id="1955" name="Text 3"/>
          <p:cNvSpPr/>
          <p:nvPr/>
        </p:nvSpPr>
        <p:spPr>
          <a:xfrm>
            <a:off x="2077891" y="1071217"/>
            <a:ext cx="1539398" cy="307063"/>
          </a:xfrm>
          <a:prstGeom prst="rect">
            <a:avLst/>
          </a:prstGeom>
          <a:noFill/>
        </p:spPr>
        <p:txBody>
          <a:bodyPr wrap="square" lIns="0" tIns="0" rIns="0" bIns="0" rtlCol="0" anchor="t"/>
          <a:lstStyle/>
          <a:p>
            <a:pPr marL="0" indent="0" algn="ctr">
              <a:lnSpc>
                <a:spcPct val="98000"/>
              </a:lnSpc>
              <a:buNone/>
            </a:pPr>
            <a:r>
              <a:rPr lang="en-US" sz="650" b="1" dirty="0">
                <a:solidFill>
                  <a:srgbClr val="000000"/>
                </a:solidFill>
                <a:latin typeface="Arial" panose="020B0604020202090204" pitchFamily="34" charset="0"/>
                <a:ea typeface="Arial" panose="020B0604020202090204" pitchFamily="34" charset="-122"/>
                <a:cs typeface="Arial" panose="020B0604020202090204" pitchFamily="34" charset="0"/>
              </a:rPr>
              <a:t>mRNA-LNP </a:t>
            </a: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0"/>
              </a:rPr>
              <a:t>Inoculation</a:t>
            </a:r>
            <a:r>
              <a:rPr lang="en-US" sz="650" dirty="0">
                <a:latin typeface="Arial" panose="020B0604020202090204" pitchFamily="34" charset="0"/>
                <a:cs typeface="Arial" panose="020B0604020202090204" pitchFamily="34" charset="0"/>
              </a:rPr>
              <a:t> </a:t>
            </a: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0"/>
              </a:rPr>
              <a:t>im,30ug</a:t>
            </a:r>
            <a:endParaRPr lang="en-US" sz="650" dirty="0">
              <a:latin typeface="Arial" panose="020B0604020202090204" pitchFamily="34" charset="0"/>
              <a:cs typeface="Arial" panose="020B0604020202090204" pitchFamily="34" charset="0"/>
            </a:endParaRPr>
          </a:p>
        </p:txBody>
      </p:sp>
      <p:grpSp>
        <p:nvGrpSpPr>
          <p:cNvPr id="26" name="组合 25">
            <a:extLst>
              <a:ext uri="{FF2B5EF4-FFF2-40B4-BE49-F238E27FC236}">
                <a16:creationId xmlns:a16="http://schemas.microsoft.com/office/drawing/2014/main" id="{16F89398-2AE4-45D8-8A54-5E8A781682BE}"/>
              </a:ext>
            </a:extLst>
          </p:cNvPr>
          <p:cNvGrpSpPr/>
          <p:nvPr/>
        </p:nvGrpSpPr>
        <p:grpSpPr>
          <a:xfrm>
            <a:off x="2663673" y="7139537"/>
            <a:ext cx="3570020" cy="1229891"/>
            <a:chOff x="300749" y="6029016"/>
            <a:chExt cx="3570020" cy="1229891"/>
          </a:xfrm>
        </p:grpSpPr>
        <p:grpSp>
          <p:nvGrpSpPr>
            <p:cNvPr id="24" name="组合 23">
              <a:extLst>
                <a:ext uri="{FF2B5EF4-FFF2-40B4-BE49-F238E27FC236}">
                  <a16:creationId xmlns:a16="http://schemas.microsoft.com/office/drawing/2014/main" id="{61AD1DF1-BEBA-474C-A308-0CD57C63CB29}"/>
                </a:ext>
              </a:extLst>
            </p:cNvPr>
            <p:cNvGrpSpPr/>
            <p:nvPr/>
          </p:nvGrpSpPr>
          <p:grpSpPr>
            <a:xfrm>
              <a:off x="300749" y="6029016"/>
              <a:ext cx="3570020" cy="1229891"/>
              <a:chOff x="2634023" y="5913861"/>
              <a:chExt cx="3570020" cy="1229891"/>
            </a:xfrm>
          </p:grpSpPr>
          <p:sp>
            <p:nvSpPr>
              <p:cNvPr id="3093" name="Text 9"/>
              <p:cNvSpPr/>
              <p:nvPr/>
            </p:nvSpPr>
            <p:spPr>
              <a:xfrm>
                <a:off x="2656534" y="6344041"/>
                <a:ext cx="261746" cy="5407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Day18</a:t>
                </a:r>
              </a:p>
            </p:txBody>
          </p:sp>
          <p:sp>
            <p:nvSpPr>
              <p:cNvPr id="3094" name="Text 10"/>
              <p:cNvSpPr/>
              <p:nvPr/>
            </p:nvSpPr>
            <p:spPr>
              <a:xfrm>
                <a:off x="2634023" y="6891606"/>
                <a:ext cx="358631" cy="112006"/>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Day25</a:t>
                </a:r>
              </a:p>
            </p:txBody>
          </p:sp>
          <p:sp>
            <p:nvSpPr>
              <p:cNvPr id="3095" name="文本框 3094"/>
              <p:cNvSpPr txBox="1"/>
              <p:nvPr/>
            </p:nvSpPr>
            <p:spPr>
              <a:xfrm>
                <a:off x="3057777" y="591386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a:t>
                </a:r>
                <a:endParaRPr lang="zh-CN" altLang="en-US" sz="650" dirty="0">
                  <a:latin typeface="Arial" panose="020B0604020202090204" pitchFamily="34" charset="0"/>
                  <a:cs typeface="Arial" panose="020B0604020202090204" pitchFamily="34" charset="0"/>
                </a:endParaRPr>
              </a:p>
            </p:txBody>
          </p:sp>
          <p:sp>
            <p:nvSpPr>
              <p:cNvPr id="3102" name="文本框 3101"/>
              <p:cNvSpPr txBox="1"/>
              <p:nvPr/>
            </p:nvSpPr>
            <p:spPr>
              <a:xfrm>
                <a:off x="3760749" y="591552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103" name="文本框 3102"/>
              <p:cNvSpPr txBox="1"/>
              <p:nvPr/>
            </p:nvSpPr>
            <p:spPr>
              <a:xfrm>
                <a:off x="4427653" y="592765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185" name="文本框 3184"/>
              <p:cNvSpPr txBox="1"/>
              <p:nvPr/>
            </p:nvSpPr>
            <p:spPr>
              <a:xfrm>
                <a:off x="5084397" y="5927057"/>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endParaRPr lang="zh-CN" altLang="en-US" sz="650" dirty="0">
                  <a:latin typeface="Arial" panose="020B0604020202090204" pitchFamily="34" charset="0"/>
                  <a:cs typeface="Arial" panose="020B0604020202090204" pitchFamily="34" charset="0"/>
                </a:endParaRPr>
              </a:p>
            </p:txBody>
          </p:sp>
          <p:sp>
            <p:nvSpPr>
              <p:cNvPr id="3186" name="文本框 3185"/>
              <p:cNvSpPr txBox="1"/>
              <p:nvPr/>
            </p:nvSpPr>
            <p:spPr>
              <a:xfrm>
                <a:off x="5748408" y="5936582"/>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pic>
            <p:nvPicPr>
              <p:cNvPr id="19" name="图片 18"/>
              <p:cNvPicPr>
                <a:picLocks noChangeAspect="1"/>
              </p:cNvPicPr>
              <p:nvPr/>
            </p:nvPicPr>
            <p:blipFill>
              <a:blip r:embed="rId38" cstate="print">
                <a:extLst>
                  <a:ext uri="{28A0092B-C50C-407E-A947-70E740481C1C}">
                    <a14:useLocalDpi xmlns:a14="http://schemas.microsoft.com/office/drawing/2010/main" val="0"/>
                  </a:ext>
                </a:extLst>
              </a:blip>
              <a:stretch>
                <a:fillRect/>
              </a:stretch>
            </p:blipFill>
            <p:spPr>
              <a:xfrm>
                <a:off x="2937364" y="6123069"/>
                <a:ext cx="3266679" cy="1020683"/>
              </a:xfrm>
              <a:prstGeom prst="rect">
                <a:avLst/>
              </a:prstGeom>
            </p:spPr>
          </p:pic>
        </p:grpSp>
        <p:sp>
          <p:nvSpPr>
            <p:cNvPr id="2114" name="文本框 2113"/>
            <p:cNvSpPr txBox="1"/>
            <p:nvPr/>
          </p:nvSpPr>
          <p:spPr>
            <a:xfrm>
              <a:off x="3748821" y="7160286"/>
              <a:ext cx="84960" cy="30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90204" pitchFamily="34" charset="0"/>
                </a:defRPr>
              </a:lvl1pPr>
              <a:lvl2pPr eaLnBrk="0" fontAlgn="base" hangingPunct="0">
                <a:spcBef>
                  <a:spcPct val="0"/>
                </a:spcBef>
                <a:spcAft>
                  <a:spcPct val="0"/>
                </a:spcAft>
                <a:defRPr>
                  <a:latin typeface="Arial" panose="020B0604020202090204" pitchFamily="34" charset="0"/>
                </a:defRPr>
              </a:lvl2pPr>
              <a:lvl3pPr eaLnBrk="0" fontAlgn="base" hangingPunct="0">
                <a:spcBef>
                  <a:spcPct val="0"/>
                </a:spcBef>
                <a:spcAft>
                  <a:spcPct val="0"/>
                </a:spcAft>
                <a:defRPr>
                  <a:latin typeface="Arial" panose="020B0604020202090204" pitchFamily="34" charset="0"/>
                </a:defRPr>
              </a:lvl3pPr>
              <a:lvl4pPr eaLnBrk="0" fontAlgn="base" hangingPunct="0">
                <a:spcBef>
                  <a:spcPct val="0"/>
                </a:spcBef>
                <a:spcAft>
                  <a:spcPct val="0"/>
                </a:spcAft>
                <a:defRPr>
                  <a:latin typeface="Arial" panose="020B0604020202090204" pitchFamily="34" charset="0"/>
                </a:defRPr>
              </a:lvl4pPr>
              <a:lvl5pPr eaLnBrk="0" fontAlgn="base" hangingPunct="0">
                <a:spcBef>
                  <a:spcPct val="0"/>
                </a:spcBef>
                <a:spcAft>
                  <a:spcPct val="0"/>
                </a:spcAft>
                <a:defRPr>
                  <a:latin typeface="Arial" panose="020B0604020202090204" pitchFamily="34" charset="0"/>
                </a:defRPr>
              </a:lvl5pPr>
              <a:lvl6pPr eaLnBrk="0" fontAlgn="base" hangingPunct="0">
                <a:spcBef>
                  <a:spcPct val="0"/>
                </a:spcBef>
                <a:spcAft>
                  <a:spcPct val="0"/>
                </a:spcAft>
                <a:defRPr>
                  <a:latin typeface="Arial" panose="020B0604020202090204" pitchFamily="34" charset="0"/>
                </a:defRPr>
              </a:lvl6pPr>
              <a:lvl7pPr eaLnBrk="0" fontAlgn="base" hangingPunct="0">
                <a:spcBef>
                  <a:spcPct val="0"/>
                </a:spcBef>
                <a:spcAft>
                  <a:spcPct val="0"/>
                </a:spcAft>
                <a:defRPr>
                  <a:latin typeface="Arial" panose="020B0604020202090204" pitchFamily="34" charset="0"/>
                </a:defRPr>
              </a:lvl7pPr>
              <a:lvl8pPr eaLnBrk="0" fontAlgn="base" hangingPunct="0">
                <a:spcBef>
                  <a:spcPct val="0"/>
                </a:spcBef>
                <a:spcAft>
                  <a:spcPct val="0"/>
                </a:spcAft>
                <a:defRPr>
                  <a:latin typeface="Arial" panose="020B0604020202090204" pitchFamily="34" charset="0"/>
                </a:defRPr>
              </a:lvl8pPr>
              <a:lvl9pPr eaLnBrk="0" fontAlgn="base" hangingPunct="0">
                <a:spcBef>
                  <a:spcPct val="0"/>
                </a:spcBef>
                <a:spcAft>
                  <a:spcPct val="0"/>
                </a:spcAft>
                <a:defRPr>
                  <a:latin typeface="Arial" panose="020B0604020202090204" pitchFamily="34" charset="0"/>
                </a:defRPr>
              </a:lvl9pPr>
            </a:lstStyle>
            <a:p>
              <a:r>
                <a:rPr lang="en-US" altLang="zh-CN" sz="200" dirty="0"/>
                <a:t>100 </a:t>
              </a:r>
              <a:r>
                <a:rPr lang="en-US" altLang="zh-CN" sz="200" dirty="0" err="1"/>
                <a:t>μm</a:t>
              </a:r>
              <a:endParaRPr lang="zh-CN" altLang="en-US" sz="200" dirty="0"/>
            </a:p>
          </p:txBody>
        </p:sp>
        <p:cxnSp>
          <p:nvCxnSpPr>
            <p:cNvPr id="2112" name="直接连接符 2111"/>
            <p:cNvCxnSpPr/>
            <p:nvPr/>
          </p:nvCxnSpPr>
          <p:spPr>
            <a:xfrm flipH="1">
              <a:off x="3762664" y="720485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09" name="组合 3508">
            <a:extLst>
              <a:ext uri="{FF2B5EF4-FFF2-40B4-BE49-F238E27FC236}">
                <a16:creationId xmlns:a16="http://schemas.microsoft.com/office/drawing/2014/main" id="{BFF97CC4-F919-4268-8983-9DB4EB511580}"/>
              </a:ext>
            </a:extLst>
          </p:cNvPr>
          <p:cNvGrpSpPr/>
          <p:nvPr/>
        </p:nvGrpSpPr>
        <p:grpSpPr>
          <a:xfrm>
            <a:off x="4588982" y="6061693"/>
            <a:ext cx="1644711" cy="1100565"/>
            <a:chOff x="2759121" y="5785431"/>
            <a:chExt cx="902659" cy="781320"/>
          </a:xfrm>
        </p:grpSpPr>
        <p:sp>
          <p:nvSpPr>
            <p:cNvPr id="3510" name="文本框 3509">
              <a:extLst>
                <a:ext uri="{FF2B5EF4-FFF2-40B4-BE49-F238E27FC236}">
                  <a16:creationId xmlns:a16="http://schemas.microsoft.com/office/drawing/2014/main" id="{B0276790-BD05-4A8B-8DE2-AA3628044D34}"/>
                </a:ext>
              </a:extLst>
            </p:cNvPr>
            <p:cNvSpPr txBox="1"/>
            <p:nvPr/>
          </p:nvSpPr>
          <p:spPr>
            <a:xfrm>
              <a:off x="3434462" y="6117230"/>
              <a:ext cx="227318"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nvGrpSpPr>
            <p:cNvPr id="3511" name="组合 3510">
              <a:extLst>
                <a:ext uri="{FF2B5EF4-FFF2-40B4-BE49-F238E27FC236}">
                  <a16:creationId xmlns:a16="http://schemas.microsoft.com/office/drawing/2014/main" id="{5EEB004C-DC34-4D94-BF17-0EA75801ECA4}"/>
                </a:ext>
              </a:extLst>
            </p:cNvPr>
            <p:cNvGrpSpPr/>
            <p:nvPr/>
          </p:nvGrpSpPr>
          <p:grpSpPr>
            <a:xfrm>
              <a:off x="2759121" y="5785431"/>
              <a:ext cx="874118" cy="781320"/>
              <a:chOff x="2759121" y="5766379"/>
              <a:chExt cx="874118" cy="781320"/>
            </a:xfrm>
          </p:grpSpPr>
          <p:sp>
            <p:nvSpPr>
              <p:cNvPr id="3512" name="Rectangle 4095">
                <a:extLst>
                  <a:ext uri="{FF2B5EF4-FFF2-40B4-BE49-F238E27FC236}">
                    <a16:creationId xmlns:a16="http://schemas.microsoft.com/office/drawing/2014/main" id="{4CFC7206-DFA8-4409-AF1A-9B83602EB6D6}"/>
                  </a:ext>
                </a:extLst>
              </p:cNvPr>
              <p:cNvSpPr>
                <a:spLocks noChangeArrowheads="1"/>
              </p:cNvSpPr>
              <p:nvPr/>
            </p:nvSpPr>
            <p:spPr bwMode="auto">
              <a:xfrm>
                <a:off x="3026881" y="6470749"/>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PBS</a:t>
                </a:r>
                <a:endParaRPr lang="zh-CN" altLang="zh-CN" sz="2345" dirty="0">
                  <a:cs typeface="Arial" panose="020B0604020202090204" pitchFamily="34" charset="0"/>
                </a:endParaRPr>
              </a:p>
            </p:txBody>
          </p:sp>
          <p:sp>
            <p:nvSpPr>
              <p:cNvPr id="3513" name="Rectangle 4098">
                <a:extLst>
                  <a:ext uri="{FF2B5EF4-FFF2-40B4-BE49-F238E27FC236}">
                    <a16:creationId xmlns:a16="http://schemas.microsoft.com/office/drawing/2014/main" id="{816AEBB7-F1C5-4FBD-84B4-3BD8551C7440}"/>
                  </a:ext>
                </a:extLst>
              </p:cNvPr>
              <p:cNvSpPr>
                <a:spLocks noChangeArrowheads="1"/>
              </p:cNvSpPr>
              <p:nvPr/>
            </p:nvSpPr>
            <p:spPr bwMode="auto">
              <a:xfrm>
                <a:off x="3146439" y="6470749"/>
                <a:ext cx="8973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NS</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4" name="Rectangle 4100">
                <a:extLst>
                  <a:ext uri="{FF2B5EF4-FFF2-40B4-BE49-F238E27FC236}">
                    <a16:creationId xmlns:a16="http://schemas.microsoft.com/office/drawing/2014/main" id="{86561588-20C9-4A68-9A31-5FD0658053E2}"/>
                  </a:ext>
                </a:extLst>
              </p:cNvPr>
              <p:cNvSpPr>
                <a:spLocks noChangeArrowheads="1"/>
              </p:cNvSpPr>
              <p:nvPr/>
            </p:nvSpPr>
            <p:spPr bwMode="auto">
              <a:xfrm>
                <a:off x="3226663"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sq1</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5" name="Rectangle 4104">
                <a:extLst>
                  <a:ext uri="{FF2B5EF4-FFF2-40B4-BE49-F238E27FC236}">
                    <a16:creationId xmlns:a16="http://schemas.microsoft.com/office/drawing/2014/main" id="{AEAE5780-579D-4396-A4FC-D325925A9CFD}"/>
                  </a:ext>
                </a:extLst>
              </p:cNvPr>
              <p:cNvSpPr>
                <a:spLocks noChangeArrowheads="1"/>
              </p:cNvSpPr>
              <p:nvPr/>
            </p:nvSpPr>
            <p:spPr bwMode="auto">
              <a:xfrm>
                <a:off x="3320407"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sq2</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6" name="Freeform 4112">
                <a:extLst>
                  <a:ext uri="{FF2B5EF4-FFF2-40B4-BE49-F238E27FC236}">
                    <a16:creationId xmlns:a16="http://schemas.microsoft.com/office/drawing/2014/main" id="{4DC190A8-6A26-4AC9-9EA8-637FE3D56CB3}"/>
                  </a:ext>
                </a:extLst>
              </p:cNvPr>
              <p:cNvSpPr>
                <a:spLocks noEditPoints="1"/>
              </p:cNvSpPr>
              <p:nvPr/>
            </p:nvSpPr>
            <p:spPr bwMode="auto">
              <a:xfrm>
                <a:off x="3008313" y="6413500"/>
                <a:ext cx="598488" cy="25400"/>
              </a:xfrm>
              <a:custGeom>
                <a:avLst/>
                <a:gdLst>
                  <a:gd name="T0" fmla="*/ 0 w 377"/>
                  <a:gd name="T1" fmla="*/ 0 h 16"/>
                  <a:gd name="T2" fmla="*/ 377 w 377"/>
                  <a:gd name="T3" fmla="*/ 0 h 16"/>
                  <a:gd name="T4" fmla="*/ 41 w 377"/>
                  <a:gd name="T5" fmla="*/ 16 h 16"/>
                  <a:gd name="T6" fmla="*/ 41 w 377"/>
                  <a:gd name="T7" fmla="*/ 0 h 16"/>
                  <a:gd name="T8" fmla="*/ 100 w 377"/>
                  <a:gd name="T9" fmla="*/ 16 h 16"/>
                  <a:gd name="T10" fmla="*/ 100 w 377"/>
                  <a:gd name="T11" fmla="*/ 0 h 16"/>
                  <a:gd name="T12" fmla="*/ 159 w 377"/>
                  <a:gd name="T13" fmla="*/ 16 h 16"/>
                  <a:gd name="T14" fmla="*/ 159 w 377"/>
                  <a:gd name="T15" fmla="*/ 0 h 16"/>
                  <a:gd name="T16" fmla="*/ 218 w 377"/>
                  <a:gd name="T17" fmla="*/ 16 h 16"/>
                  <a:gd name="T18" fmla="*/ 218 w 377"/>
                  <a:gd name="T19" fmla="*/ 0 h 16"/>
                  <a:gd name="T20" fmla="*/ 276 w 377"/>
                  <a:gd name="T21" fmla="*/ 16 h 16"/>
                  <a:gd name="T22" fmla="*/ 276 w 377"/>
                  <a:gd name="T23" fmla="*/ 0 h 16"/>
                  <a:gd name="T24" fmla="*/ 335 w 377"/>
                  <a:gd name="T25" fmla="*/ 16 h 16"/>
                  <a:gd name="T26" fmla="*/ 335 w 377"/>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7" h="16">
                    <a:moveTo>
                      <a:pt x="0" y="0"/>
                    </a:moveTo>
                    <a:lnTo>
                      <a:pt x="377" y="0"/>
                    </a:lnTo>
                    <a:moveTo>
                      <a:pt x="41" y="16"/>
                    </a:moveTo>
                    <a:lnTo>
                      <a:pt x="41" y="0"/>
                    </a:lnTo>
                    <a:moveTo>
                      <a:pt x="100" y="16"/>
                    </a:moveTo>
                    <a:lnTo>
                      <a:pt x="100" y="0"/>
                    </a:lnTo>
                    <a:moveTo>
                      <a:pt x="159" y="16"/>
                    </a:moveTo>
                    <a:lnTo>
                      <a:pt x="159" y="0"/>
                    </a:lnTo>
                    <a:moveTo>
                      <a:pt x="218" y="16"/>
                    </a:moveTo>
                    <a:lnTo>
                      <a:pt x="218" y="0"/>
                    </a:lnTo>
                    <a:moveTo>
                      <a:pt x="276" y="16"/>
                    </a:moveTo>
                    <a:lnTo>
                      <a:pt x="276" y="0"/>
                    </a:lnTo>
                    <a:moveTo>
                      <a:pt x="335" y="16"/>
                    </a:moveTo>
                    <a:lnTo>
                      <a:pt x="33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17" name="Rectangle 4113">
                <a:extLst>
                  <a:ext uri="{FF2B5EF4-FFF2-40B4-BE49-F238E27FC236}">
                    <a16:creationId xmlns:a16="http://schemas.microsoft.com/office/drawing/2014/main" id="{6BD20223-811E-4670-A50A-26AB5A5EEABE}"/>
                  </a:ext>
                </a:extLst>
              </p:cNvPr>
              <p:cNvSpPr>
                <a:spLocks noChangeArrowheads="1"/>
              </p:cNvSpPr>
              <p:nvPr/>
            </p:nvSpPr>
            <p:spPr bwMode="auto">
              <a:xfrm>
                <a:off x="2917825" y="6388100"/>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0.0</a:t>
                </a:r>
                <a:endParaRPr lang="zh-CN" altLang="zh-CN" sz="2345"/>
              </a:p>
            </p:txBody>
          </p:sp>
          <p:sp>
            <p:nvSpPr>
              <p:cNvPr id="3518" name="Rectangle 4114">
                <a:extLst>
                  <a:ext uri="{FF2B5EF4-FFF2-40B4-BE49-F238E27FC236}">
                    <a16:creationId xmlns:a16="http://schemas.microsoft.com/office/drawing/2014/main" id="{EFFEBE75-673F-4455-91AE-E08961B574B4}"/>
                  </a:ext>
                </a:extLst>
              </p:cNvPr>
              <p:cNvSpPr>
                <a:spLocks noChangeArrowheads="1"/>
              </p:cNvSpPr>
              <p:nvPr/>
            </p:nvSpPr>
            <p:spPr bwMode="auto">
              <a:xfrm>
                <a:off x="2917825" y="6091238"/>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0.5</a:t>
                </a:r>
              </a:p>
            </p:txBody>
          </p:sp>
          <p:sp>
            <p:nvSpPr>
              <p:cNvPr id="3519" name="Rectangle 4115">
                <a:extLst>
                  <a:ext uri="{FF2B5EF4-FFF2-40B4-BE49-F238E27FC236}">
                    <a16:creationId xmlns:a16="http://schemas.microsoft.com/office/drawing/2014/main" id="{D03855A5-0E29-4849-8725-B1801E05E6F7}"/>
                  </a:ext>
                </a:extLst>
              </p:cNvPr>
              <p:cNvSpPr>
                <a:spLocks noChangeArrowheads="1"/>
              </p:cNvSpPr>
              <p:nvPr/>
            </p:nvSpPr>
            <p:spPr bwMode="auto">
              <a:xfrm>
                <a:off x="2917825" y="5795963"/>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dirty="0">
                    <a:solidFill>
                      <a:srgbClr val="000000"/>
                    </a:solidFill>
                    <a:latin typeface="Arial" panose="020B0604020202090204" pitchFamily="34" charset="0"/>
                  </a:rPr>
                  <a:t>1.0</a:t>
                </a:r>
              </a:p>
            </p:txBody>
          </p:sp>
          <p:sp>
            <p:nvSpPr>
              <p:cNvPr id="3520" name="Freeform 4116">
                <a:extLst>
                  <a:ext uri="{FF2B5EF4-FFF2-40B4-BE49-F238E27FC236}">
                    <a16:creationId xmlns:a16="http://schemas.microsoft.com/office/drawing/2014/main" id="{7E5BDF3D-CE16-4B05-8520-BEBDF304A8F6}"/>
                  </a:ext>
                </a:extLst>
              </p:cNvPr>
              <p:cNvSpPr>
                <a:spLocks noEditPoints="1"/>
              </p:cNvSpPr>
              <p:nvPr/>
            </p:nvSpPr>
            <p:spPr bwMode="auto">
              <a:xfrm>
                <a:off x="2986088" y="5816600"/>
                <a:ext cx="25400" cy="600075"/>
              </a:xfrm>
              <a:custGeom>
                <a:avLst/>
                <a:gdLst>
                  <a:gd name="T0" fmla="*/ 16 w 16"/>
                  <a:gd name="T1" fmla="*/ 378 h 378"/>
                  <a:gd name="T2" fmla="*/ 16 w 16"/>
                  <a:gd name="T3" fmla="*/ 0 h 378"/>
                  <a:gd name="T4" fmla="*/ 16 w 16"/>
                  <a:gd name="T5" fmla="*/ 376 h 378"/>
                  <a:gd name="T6" fmla="*/ 0 w 16"/>
                  <a:gd name="T7" fmla="*/ 376 h 378"/>
                  <a:gd name="T8" fmla="*/ 16 w 16"/>
                  <a:gd name="T9" fmla="*/ 189 h 378"/>
                  <a:gd name="T10" fmla="*/ 0 w 16"/>
                  <a:gd name="T11" fmla="*/ 189 h 378"/>
                  <a:gd name="T12" fmla="*/ 16 w 16"/>
                  <a:gd name="T13" fmla="*/ 2 h 378"/>
                  <a:gd name="T14" fmla="*/ 0 w 16"/>
                  <a:gd name="T15" fmla="*/ 2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78">
                    <a:moveTo>
                      <a:pt x="16" y="378"/>
                    </a:moveTo>
                    <a:lnTo>
                      <a:pt x="16" y="0"/>
                    </a:lnTo>
                    <a:moveTo>
                      <a:pt x="16" y="376"/>
                    </a:moveTo>
                    <a:lnTo>
                      <a:pt x="0" y="376"/>
                    </a:lnTo>
                    <a:moveTo>
                      <a:pt x="16" y="189"/>
                    </a:moveTo>
                    <a:lnTo>
                      <a:pt x="0" y="189"/>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1" name="Line 4117">
                <a:extLst>
                  <a:ext uri="{FF2B5EF4-FFF2-40B4-BE49-F238E27FC236}">
                    <a16:creationId xmlns:a16="http://schemas.microsoft.com/office/drawing/2014/main" id="{518664B4-828A-4FB6-9AC3-319E053F0101}"/>
                  </a:ext>
                </a:extLst>
              </p:cNvPr>
              <p:cNvSpPr>
                <a:spLocks noChangeShapeType="1"/>
              </p:cNvSpPr>
              <p:nvPr/>
            </p:nvSpPr>
            <p:spPr bwMode="auto">
              <a:xfrm>
                <a:off x="3540125" y="6205538"/>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2" name="Line 4118">
                <a:extLst>
                  <a:ext uri="{FF2B5EF4-FFF2-40B4-BE49-F238E27FC236}">
                    <a16:creationId xmlns:a16="http://schemas.microsoft.com/office/drawing/2014/main" id="{B1EA7F47-7720-4C22-A6E6-CEB83AA785CC}"/>
                  </a:ext>
                </a:extLst>
              </p:cNvPr>
              <p:cNvSpPr>
                <a:spLocks noChangeShapeType="1"/>
              </p:cNvSpPr>
              <p:nvPr/>
            </p:nvSpPr>
            <p:spPr bwMode="auto">
              <a:xfrm>
                <a:off x="3540125" y="6224588"/>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3" name="Line 4119">
                <a:extLst>
                  <a:ext uri="{FF2B5EF4-FFF2-40B4-BE49-F238E27FC236}">
                    <a16:creationId xmlns:a16="http://schemas.microsoft.com/office/drawing/2014/main" id="{6421E916-6470-4578-A7DD-E7BADFD2BBEB}"/>
                  </a:ext>
                </a:extLst>
              </p:cNvPr>
              <p:cNvSpPr>
                <a:spLocks noChangeShapeType="1"/>
              </p:cNvSpPr>
              <p:nvPr/>
            </p:nvSpPr>
            <p:spPr bwMode="auto">
              <a:xfrm>
                <a:off x="3525838" y="6205538"/>
                <a:ext cx="30163"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4" name="Line 4120">
                <a:extLst>
                  <a:ext uri="{FF2B5EF4-FFF2-40B4-BE49-F238E27FC236}">
                    <a16:creationId xmlns:a16="http://schemas.microsoft.com/office/drawing/2014/main" id="{E26E8465-AA0E-4DB1-A2ED-A12B7D853287}"/>
                  </a:ext>
                </a:extLst>
              </p:cNvPr>
              <p:cNvSpPr>
                <a:spLocks noChangeShapeType="1"/>
              </p:cNvSpPr>
              <p:nvPr/>
            </p:nvSpPr>
            <p:spPr bwMode="auto">
              <a:xfrm>
                <a:off x="3525838" y="6243638"/>
                <a:ext cx="30163"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5" name="Line 4121">
                <a:extLst>
                  <a:ext uri="{FF2B5EF4-FFF2-40B4-BE49-F238E27FC236}">
                    <a16:creationId xmlns:a16="http://schemas.microsoft.com/office/drawing/2014/main" id="{A4E10F6A-C871-4E9E-8063-08FC9DA0A9E9}"/>
                  </a:ext>
                </a:extLst>
              </p:cNvPr>
              <p:cNvSpPr>
                <a:spLocks noChangeShapeType="1"/>
              </p:cNvSpPr>
              <p:nvPr/>
            </p:nvSpPr>
            <p:spPr bwMode="auto">
              <a:xfrm>
                <a:off x="3509963" y="6224588"/>
                <a:ext cx="61913" cy="0"/>
              </a:xfrm>
              <a:prstGeom prst="line">
                <a:avLst/>
              </a:prstGeom>
              <a:noFill/>
              <a:ln w="6350"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6" name="Oval 4122">
                <a:extLst>
                  <a:ext uri="{FF2B5EF4-FFF2-40B4-BE49-F238E27FC236}">
                    <a16:creationId xmlns:a16="http://schemas.microsoft.com/office/drawing/2014/main" id="{6DA93B46-8AA7-4E7F-968A-19D091657C31}"/>
                  </a:ext>
                </a:extLst>
              </p:cNvPr>
              <p:cNvSpPr>
                <a:spLocks noChangeArrowheads="1"/>
              </p:cNvSpPr>
              <p:nvPr/>
            </p:nvSpPr>
            <p:spPr bwMode="auto">
              <a:xfrm>
                <a:off x="3535363" y="6219825"/>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7" name="Oval 4123">
                <a:extLst>
                  <a:ext uri="{FF2B5EF4-FFF2-40B4-BE49-F238E27FC236}">
                    <a16:creationId xmlns:a16="http://schemas.microsoft.com/office/drawing/2014/main" id="{988BF7D9-D11A-4D97-AD7F-29EBA2BC32FE}"/>
                  </a:ext>
                </a:extLst>
              </p:cNvPr>
              <p:cNvSpPr>
                <a:spLocks noChangeArrowheads="1"/>
              </p:cNvSpPr>
              <p:nvPr/>
            </p:nvSpPr>
            <p:spPr bwMode="auto">
              <a:xfrm>
                <a:off x="3522663" y="6176963"/>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8" name="Oval 4124">
                <a:extLst>
                  <a:ext uri="{FF2B5EF4-FFF2-40B4-BE49-F238E27FC236}">
                    <a16:creationId xmlns:a16="http://schemas.microsoft.com/office/drawing/2014/main" id="{731CECB5-F1DD-43C1-9F30-70DF76C291EC}"/>
                  </a:ext>
                </a:extLst>
              </p:cNvPr>
              <p:cNvSpPr>
                <a:spLocks noChangeArrowheads="1"/>
              </p:cNvSpPr>
              <p:nvPr/>
            </p:nvSpPr>
            <p:spPr bwMode="auto">
              <a:xfrm>
                <a:off x="3548063" y="6219825"/>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9" name="Oval 4125">
                <a:extLst>
                  <a:ext uri="{FF2B5EF4-FFF2-40B4-BE49-F238E27FC236}">
                    <a16:creationId xmlns:a16="http://schemas.microsoft.com/office/drawing/2014/main" id="{295EA9E5-C10D-4D04-82DA-5AC56E7343A5}"/>
                  </a:ext>
                </a:extLst>
              </p:cNvPr>
              <p:cNvSpPr>
                <a:spLocks noChangeArrowheads="1"/>
              </p:cNvSpPr>
              <p:nvPr/>
            </p:nvSpPr>
            <p:spPr bwMode="auto">
              <a:xfrm>
                <a:off x="3509963" y="62309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0" name="Oval 4126">
                <a:extLst>
                  <a:ext uri="{FF2B5EF4-FFF2-40B4-BE49-F238E27FC236}">
                    <a16:creationId xmlns:a16="http://schemas.microsoft.com/office/drawing/2014/main" id="{FBF42E71-21BF-4B51-B617-AFD16CF18A65}"/>
                  </a:ext>
                </a:extLst>
              </p:cNvPr>
              <p:cNvSpPr>
                <a:spLocks noChangeArrowheads="1"/>
              </p:cNvSpPr>
              <p:nvPr/>
            </p:nvSpPr>
            <p:spPr bwMode="auto">
              <a:xfrm>
                <a:off x="3522663" y="62182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1" name="Oval 4127">
                <a:extLst>
                  <a:ext uri="{FF2B5EF4-FFF2-40B4-BE49-F238E27FC236}">
                    <a16:creationId xmlns:a16="http://schemas.microsoft.com/office/drawing/2014/main" id="{2F51C31F-791B-4104-BE70-5A1B7215D74A}"/>
                  </a:ext>
                </a:extLst>
              </p:cNvPr>
              <p:cNvSpPr>
                <a:spLocks noChangeArrowheads="1"/>
              </p:cNvSpPr>
              <p:nvPr/>
            </p:nvSpPr>
            <p:spPr bwMode="auto">
              <a:xfrm>
                <a:off x="3509963" y="62055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2" name="Line 4128">
                <a:extLst>
                  <a:ext uri="{FF2B5EF4-FFF2-40B4-BE49-F238E27FC236}">
                    <a16:creationId xmlns:a16="http://schemas.microsoft.com/office/drawing/2014/main" id="{846F0E2C-1B93-47A1-BFA6-5EB28F9868B6}"/>
                  </a:ext>
                </a:extLst>
              </p:cNvPr>
              <p:cNvSpPr>
                <a:spLocks noChangeShapeType="1"/>
              </p:cNvSpPr>
              <p:nvPr/>
            </p:nvSpPr>
            <p:spPr bwMode="auto">
              <a:xfrm>
                <a:off x="3446463" y="6159500"/>
                <a:ext cx="0" cy="3810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3" name="Line 4129">
                <a:extLst>
                  <a:ext uri="{FF2B5EF4-FFF2-40B4-BE49-F238E27FC236}">
                    <a16:creationId xmlns:a16="http://schemas.microsoft.com/office/drawing/2014/main" id="{C47F1262-576F-483D-A87E-3E610DD2E118}"/>
                  </a:ext>
                </a:extLst>
              </p:cNvPr>
              <p:cNvSpPr>
                <a:spLocks noChangeShapeType="1"/>
              </p:cNvSpPr>
              <p:nvPr/>
            </p:nvSpPr>
            <p:spPr bwMode="auto">
              <a:xfrm>
                <a:off x="3446463" y="6197600"/>
                <a:ext cx="0" cy="36513"/>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4" name="Line 4130">
                <a:extLst>
                  <a:ext uri="{FF2B5EF4-FFF2-40B4-BE49-F238E27FC236}">
                    <a16:creationId xmlns:a16="http://schemas.microsoft.com/office/drawing/2014/main" id="{420D592C-CDFC-4A05-904A-12F0FC123F0F}"/>
                  </a:ext>
                </a:extLst>
              </p:cNvPr>
              <p:cNvSpPr>
                <a:spLocks noChangeShapeType="1"/>
              </p:cNvSpPr>
              <p:nvPr/>
            </p:nvSpPr>
            <p:spPr bwMode="auto">
              <a:xfrm>
                <a:off x="3432175" y="6159500"/>
                <a:ext cx="30163" cy="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5" name="Line 4131">
                <a:extLst>
                  <a:ext uri="{FF2B5EF4-FFF2-40B4-BE49-F238E27FC236}">
                    <a16:creationId xmlns:a16="http://schemas.microsoft.com/office/drawing/2014/main" id="{27D151F1-EBB2-4A40-BD08-C22937E51E5D}"/>
                  </a:ext>
                </a:extLst>
              </p:cNvPr>
              <p:cNvSpPr>
                <a:spLocks noChangeShapeType="1"/>
              </p:cNvSpPr>
              <p:nvPr/>
            </p:nvSpPr>
            <p:spPr bwMode="auto">
              <a:xfrm>
                <a:off x="3432175" y="6234113"/>
                <a:ext cx="30163" cy="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6" name="Line 4132">
                <a:extLst>
                  <a:ext uri="{FF2B5EF4-FFF2-40B4-BE49-F238E27FC236}">
                    <a16:creationId xmlns:a16="http://schemas.microsoft.com/office/drawing/2014/main" id="{40330EBA-4EEB-407E-99AC-C2ED315DCFAA}"/>
                  </a:ext>
                </a:extLst>
              </p:cNvPr>
              <p:cNvSpPr>
                <a:spLocks noChangeShapeType="1"/>
              </p:cNvSpPr>
              <p:nvPr/>
            </p:nvSpPr>
            <p:spPr bwMode="auto">
              <a:xfrm>
                <a:off x="3416300" y="6197600"/>
                <a:ext cx="61913" cy="0"/>
              </a:xfrm>
              <a:prstGeom prst="line">
                <a:avLst/>
              </a:prstGeom>
              <a:noFill/>
              <a:ln w="6350"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7" name="Freeform 4133">
                <a:extLst>
                  <a:ext uri="{FF2B5EF4-FFF2-40B4-BE49-F238E27FC236}">
                    <a16:creationId xmlns:a16="http://schemas.microsoft.com/office/drawing/2014/main" id="{4A9A3B1F-FE58-4CB1-AC29-ECC5D5E1DAC5}"/>
                  </a:ext>
                </a:extLst>
              </p:cNvPr>
              <p:cNvSpPr/>
              <p:nvPr/>
            </p:nvSpPr>
            <p:spPr bwMode="auto">
              <a:xfrm>
                <a:off x="3454400" y="6159500"/>
                <a:ext cx="23813"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38" name="Freeform 4134">
                <a:extLst>
                  <a:ext uri="{FF2B5EF4-FFF2-40B4-BE49-F238E27FC236}">
                    <a16:creationId xmlns:a16="http://schemas.microsoft.com/office/drawing/2014/main" id="{861F0766-E523-4FF1-A324-2EC3FAE61DCA}"/>
                  </a:ext>
                </a:extLst>
              </p:cNvPr>
              <p:cNvSpPr/>
              <p:nvPr/>
            </p:nvSpPr>
            <p:spPr bwMode="auto">
              <a:xfrm>
                <a:off x="3454400" y="6159500"/>
                <a:ext cx="23813"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9" name="Freeform 4135">
                <a:extLst>
                  <a:ext uri="{FF2B5EF4-FFF2-40B4-BE49-F238E27FC236}">
                    <a16:creationId xmlns:a16="http://schemas.microsoft.com/office/drawing/2014/main" id="{6A7920ED-2B35-4A95-804E-4E61B808B830}"/>
                  </a:ext>
                </a:extLst>
              </p:cNvPr>
              <p:cNvSpPr/>
              <p:nvPr/>
            </p:nvSpPr>
            <p:spPr bwMode="auto">
              <a:xfrm>
                <a:off x="3435350" y="6149975"/>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0" name="Freeform 4136">
                <a:extLst>
                  <a:ext uri="{FF2B5EF4-FFF2-40B4-BE49-F238E27FC236}">
                    <a16:creationId xmlns:a16="http://schemas.microsoft.com/office/drawing/2014/main" id="{73B2E5C9-8581-4923-8338-88A9DA355CE5}"/>
                  </a:ext>
                </a:extLst>
              </p:cNvPr>
              <p:cNvSpPr/>
              <p:nvPr/>
            </p:nvSpPr>
            <p:spPr bwMode="auto">
              <a:xfrm>
                <a:off x="3435350" y="6149975"/>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1" name="Freeform 4137">
                <a:extLst>
                  <a:ext uri="{FF2B5EF4-FFF2-40B4-BE49-F238E27FC236}">
                    <a16:creationId xmlns:a16="http://schemas.microsoft.com/office/drawing/2014/main" id="{DF5E4950-EEE2-4D1C-AE46-803B6ADF00FC}"/>
                  </a:ext>
                </a:extLst>
              </p:cNvPr>
              <p:cNvSpPr/>
              <p:nvPr/>
            </p:nvSpPr>
            <p:spPr bwMode="auto">
              <a:xfrm>
                <a:off x="3454400" y="6219825"/>
                <a:ext cx="23813"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2" name="Freeform 4138">
                <a:extLst>
                  <a:ext uri="{FF2B5EF4-FFF2-40B4-BE49-F238E27FC236}">
                    <a16:creationId xmlns:a16="http://schemas.microsoft.com/office/drawing/2014/main" id="{65AACDE5-E4D6-4874-A648-22603BE8B293}"/>
                  </a:ext>
                </a:extLst>
              </p:cNvPr>
              <p:cNvSpPr/>
              <p:nvPr/>
            </p:nvSpPr>
            <p:spPr bwMode="auto">
              <a:xfrm>
                <a:off x="3454400" y="6219825"/>
                <a:ext cx="23813"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3" name="Freeform 4139">
                <a:extLst>
                  <a:ext uri="{FF2B5EF4-FFF2-40B4-BE49-F238E27FC236}">
                    <a16:creationId xmlns:a16="http://schemas.microsoft.com/office/drawing/2014/main" id="{ADF85EA5-AC04-411F-A6F5-E51BAB6F3279}"/>
                  </a:ext>
                </a:extLst>
              </p:cNvPr>
              <p:cNvSpPr/>
              <p:nvPr/>
            </p:nvSpPr>
            <p:spPr bwMode="auto">
              <a:xfrm>
                <a:off x="3416300" y="6161088"/>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4" name="Freeform 4140">
                <a:extLst>
                  <a:ext uri="{FF2B5EF4-FFF2-40B4-BE49-F238E27FC236}">
                    <a16:creationId xmlns:a16="http://schemas.microsoft.com/office/drawing/2014/main" id="{E11BC8FC-4109-47DB-ABDA-2EE9C74CC334}"/>
                  </a:ext>
                </a:extLst>
              </p:cNvPr>
              <p:cNvSpPr/>
              <p:nvPr/>
            </p:nvSpPr>
            <p:spPr bwMode="auto">
              <a:xfrm>
                <a:off x="3416300" y="6161088"/>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5" name="Freeform 4141">
                <a:extLst>
                  <a:ext uri="{FF2B5EF4-FFF2-40B4-BE49-F238E27FC236}">
                    <a16:creationId xmlns:a16="http://schemas.microsoft.com/office/drawing/2014/main" id="{06E56EC7-07D4-4A06-A9E1-F7DA2DE33492}"/>
                  </a:ext>
                </a:extLst>
              </p:cNvPr>
              <p:cNvSpPr/>
              <p:nvPr/>
            </p:nvSpPr>
            <p:spPr bwMode="auto">
              <a:xfrm>
                <a:off x="3435350" y="6176963"/>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6" name="Freeform 4142">
                <a:extLst>
                  <a:ext uri="{FF2B5EF4-FFF2-40B4-BE49-F238E27FC236}">
                    <a16:creationId xmlns:a16="http://schemas.microsoft.com/office/drawing/2014/main" id="{2EBF60DD-CD5C-4489-9B59-057FFA259ABC}"/>
                  </a:ext>
                </a:extLst>
              </p:cNvPr>
              <p:cNvSpPr/>
              <p:nvPr/>
            </p:nvSpPr>
            <p:spPr bwMode="auto">
              <a:xfrm>
                <a:off x="3435350" y="6176963"/>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7" name="Freeform 4143">
                <a:extLst>
                  <a:ext uri="{FF2B5EF4-FFF2-40B4-BE49-F238E27FC236}">
                    <a16:creationId xmlns:a16="http://schemas.microsoft.com/office/drawing/2014/main" id="{7506E30C-D81D-4D15-866E-752FB86FF375}"/>
                  </a:ext>
                </a:extLst>
              </p:cNvPr>
              <p:cNvSpPr/>
              <p:nvPr/>
            </p:nvSpPr>
            <p:spPr bwMode="auto">
              <a:xfrm>
                <a:off x="3416300" y="6243638"/>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8" name="Freeform 4144">
                <a:extLst>
                  <a:ext uri="{FF2B5EF4-FFF2-40B4-BE49-F238E27FC236}">
                    <a16:creationId xmlns:a16="http://schemas.microsoft.com/office/drawing/2014/main" id="{0FDCA40D-ACB4-4F95-B08E-EEC8C5E1C48D}"/>
                  </a:ext>
                </a:extLst>
              </p:cNvPr>
              <p:cNvSpPr/>
              <p:nvPr/>
            </p:nvSpPr>
            <p:spPr bwMode="auto">
              <a:xfrm>
                <a:off x="3416300" y="6243638"/>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9" name="Line 4145">
                <a:extLst>
                  <a:ext uri="{FF2B5EF4-FFF2-40B4-BE49-F238E27FC236}">
                    <a16:creationId xmlns:a16="http://schemas.microsoft.com/office/drawing/2014/main" id="{227BA4CE-CC23-4D31-89DE-9BD966838772}"/>
                  </a:ext>
                </a:extLst>
              </p:cNvPr>
              <p:cNvSpPr>
                <a:spLocks noChangeShapeType="1"/>
              </p:cNvSpPr>
              <p:nvPr/>
            </p:nvSpPr>
            <p:spPr bwMode="auto">
              <a:xfrm>
                <a:off x="3354388" y="6172200"/>
                <a:ext cx="0" cy="23813"/>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0" name="Line 4146">
                <a:extLst>
                  <a:ext uri="{FF2B5EF4-FFF2-40B4-BE49-F238E27FC236}">
                    <a16:creationId xmlns:a16="http://schemas.microsoft.com/office/drawing/2014/main" id="{E542E5A2-97EB-4729-BE60-DC755D0BA9AA}"/>
                  </a:ext>
                </a:extLst>
              </p:cNvPr>
              <p:cNvSpPr>
                <a:spLocks noChangeShapeType="1"/>
              </p:cNvSpPr>
              <p:nvPr/>
            </p:nvSpPr>
            <p:spPr bwMode="auto">
              <a:xfrm>
                <a:off x="3354388" y="6196013"/>
                <a:ext cx="0" cy="2540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1" name="Line 4147">
                <a:extLst>
                  <a:ext uri="{FF2B5EF4-FFF2-40B4-BE49-F238E27FC236}">
                    <a16:creationId xmlns:a16="http://schemas.microsoft.com/office/drawing/2014/main" id="{6AB46AFB-4040-4779-8B8A-E3B5BA5C9415}"/>
                  </a:ext>
                </a:extLst>
              </p:cNvPr>
              <p:cNvSpPr>
                <a:spLocks noChangeShapeType="1"/>
              </p:cNvSpPr>
              <p:nvPr/>
            </p:nvSpPr>
            <p:spPr bwMode="auto">
              <a:xfrm>
                <a:off x="3338513" y="6172200"/>
                <a:ext cx="30163" cy="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2" name="Line 4148">
                <a:extLst>
                  <a:ext uri="{FF2B5EF4-FFF2-40B4-BE49-F238E27FC236}">
                    <a16:creationId xmlns:a16="http://schemas.microsoft.com/office/drawing/2014/main" id="{A89CCC3E-4F14-4D89-A920-E26229462972}"/>
                  </a:ext>
                </a:extLst>
              </p:cNvPr>
              <p:cNvSpPr>
                <a:spLocks noChangeShapeType="1"/>
              </p:cNvSpPr>
              <p:nvPr/>
            </p:nvSpPr>
            <p:spPr bwMode="auto">
              <a:xfrm>
                <a:off x="3338513" y="6221413"/>
                <a:ext cx="30163" cy="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3" name="Line 4149">
                <a:extLst>
                  <a:ext uri="{FF2B5EF4-FFF2-40B4-BE49-F238E27FC236}">
                    <a16:creationId xmlns:a16="http://schemas.microsoft.com/office/drawing/2014/main" id="{A3F56FBA-3D0E-4143-8B57-74227C40F193}"/>
                  </a:ext>
                </a:extLst>
              </p:cNvPr>
              <p:cNvSpPr>
                <a:spLocks noChangeShapeType="1"/>
              </p:cNvSpPr>
              <p:nvPr/>
            </p:nvSpPr>
            <p:spPr bwMode="auto">
              <a:xfrm>
                <a:off x="3322638" y="6196013"/>
                <a:ext cx="61913" cy="0"/>
              </a:xfrm>
              <a:prstGeom prst="line">
                <a:avLst/>
              </a:prstGeom>
              <a:noFill/>
              <a:ln w="6350"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4" name="Freeform 4150">
                <a:extLst>
                  <a:ext uri="{FF2B5EF4-FFF2-40B4-BE49-F238E27FC236}">
                    <a16:creationId xmlns:a16="http://schemas.microsoft.com/office/drawing/2014/main" id="{23F74CD5-F946-490B-AA39-EE01A4E52BA5}"/>
                  </a:ext>
                </a:extLst>
              </p:cNvPr>
              <p:cNvSpPr/>
              <p:nvPr/>
            </p:nvSpPr>
            <p:spPr bwMode="auto">
              <a:xfrm>
                <a:off x="3322638" y="62198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5" name="Freeform 4151">
                <a:extLst>
                  <a:ext uri="{FF2B5EF4-FFF2-40B4-BE49-F238E27FC236}">
                    <a16:creationId xmlns:a16="http://schemas.microsoft.com/office/drawing/2014/main" id="{C9985618-3D7D-45F2-9551-A57E671898EE}"/>
                  </a:ext>
                </a:extLst>
              </p:cNvPr>
              <p:cNvSpPr/>
              <p:nvPr/>
            </p:nvSpPr>
            <p:spPr bwMode="auto">
              <a:xfrm>
                <a:off x="3322638" y="62198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56" name="Freeform 4152">
                <a:extLst>
                  <a:ext uri="{FF2B5EF4-FFF2-40B4-BE49-F238E27FC236}">
                    <a16:creationId xmlns:a16="http://schemas.microsoft.com/office/drawing/2014/main" id="{77E9F210-1F43-43C6-A191-8599951416BD}"/>
                  </a:ext>
                </a:extLst>
              </p:cNvPr>
              <p:cNvSpPr/>
              <p:nvPr/>
            </p:nvSpPr>
            <p:spPr bwMode="auto">
              <a:xfrm>
                <a:off x="3322638" y="616426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7" name="Freeform 4153">
                <a:extLst>
                  <a:ext uri="{FF2B5EF4-FFF2-40B4-BE49-F238E27FC236}">
                    <a16:creationId xmlns:a16="http://schemas.microsoft.com/office/drawing/2014/main" id="{223FE59F-3133-4C6D-AE13-732A9FDA6FA9}"/>
                  </a:ext>
                </a:extLst>
              </p:cNvPr>
              <p:cNvSpPr/>
              <p:nvPr/>
            </p:nvSpPr>
            <p:spPr bwMode="auto">
              <a:xfrm>
                <a:off x="3322638" y="616426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58" name="Freeform 4154">
                <a:extLst>
                  <a:ext uri="{FF2B5EF4-FFF2-40B4-BE49-F238E27FC236}">
                    <a16:creationId xmlns:a16="http://schemas.microsoft.com/office/drawing/2014/main" id="{C0C4BF82-FF52-4A5C-9CF6-2D64A7A2DDA6}"/>
                  </a:ext>
                </a:extLst>
              </p:cNvPr>
              <p:cNvSpPr/>
              <p:nvPr/>
            </p:nvSpPr>
            <p:spPr bwMode="auto">
              <a:xfrm>
                <a:off x="3360738" y="62071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9" name="Freeform 4155">
                <a:extLst>
                  <a:ext uri="{FF2B5EF4-FFF2-40B4-BE49-F238E27FC236}">
                    <a16:creationId xmlns:a16="http://schemas.microsoft.com/office/drawing/2014/main" id="{9BC9EEFD-5D55-4BDE-A4D6-FCC2C14034A0}"/>
                  </a:ext>
                </a:extLst>
              </p:cNvPr>
              <p:cNvSpPr/>
              <p:nvPr/>
            </p:nvSpPr>
            <p:spPr bwMode="auto">
              <a:xfrm>
                <a:off x="3360738" y="62071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0" name="Freeform 4156">
                <a:extLst>
                  <a:ext uri="{FF2B5EF4-FFF2-40B4-BE49-F238E27FC236}">
                    <a16:creationId xmlns:a16="http://schemas.microsoft.com/office/drawing/2014/main" id="{6BED7E45-6C94-4D50-8DA9-D17937B0CDCC}"/>
                  </a:ext>
                </a:extLst>
              </p:cNvPr>
              <p:cNvSpPr/>
              <p:nvPr/>
            </p:nvSpPr>
            <p:spPr bwMode="auto">
              <a:xfrm>
                <a:off x="3360738" y="6173788"/>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1" name="Freeform 4157">
                <a:extLst>
                  <a:ext uri="{FF2B5EF4-FFF2-40B4-BE49-F238E27FC236}">
                    <a16:creationId xmlns:a16="http://schemas.microsoft.com/office/drawing/2014/main" id="{0732F627-AB80-4D53-8639-8FADF0F6EC9F}"/>
                  </a:ext>
                </a:extLst>
              </p:cNvPr>
              <p:cNvSpPr/>
              <p:nvPr/>
            </p:nvSpPr>
            <p:spPr bwMode="auto">
              <a:xfrm>
                <a:off x="3360738" y="6173788"/>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2" name="Freeform 4158">
                <a:extLst>
                  <a:ext uri="{FF2B5EF4-FFF2-40B4-BE49-F238E27FC236}">
                    <a16:creationId xmlns:a16="http://schemas.microsoft.com/office/drawing/2014/main" id="{D8003F4C-7811-4872-9F7A-0F244BF91560}"/>
                  </a:ext>
                </a:extLst>
              </p:cNvPr>
              <p:cNvSpPr/>
              <p:nvPr/>
            </p:nvSpPr>
            <p:spPr bwMode="auto">
              <a:xfrm>
                <a:off x="3341688" y="615791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3" name="Freeform 4159">
                <a:extLst>
                  <a:ext uri="{FF2B5EF4-FFF2-40B4-BE49-F238E27FC236}">
                    <a16:creationId xmlns:a16="http://schemas.microsoft.com/office/drawing/2014/main" id="{E58FD388-E754-4EC9-ABEF-81D9F9FC4CBC}"/>
                  </a:ext>
                </a:extLst>
              </p:cNvPr>
              <p:cNvSpPr/>
              <p:nvPr/>
            </p:nvSpPr>
            <p:spPr bwMode="auto">
              <a:xfrm>
                <a:off x="3341688" y="615791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4" name="Freeform 4160">
                <a:extLst>
                  <a:ext uri="{FF2B5EF4-FFF2-40B4-BE49-F238E27FC236}">
                    <a16:creationId xmlns:a16="http://schemas.microsoft.com/office/drawing/2014/main" id="{0979C486-3525-4BDE-B013-E097F6C10490}"/>
                  </a:ext>
                </a:extLst>
              </p:cNvPr>
              <p:cNvSpPr/>
              <p:nvPr/>
            </p:nvSpPr>
            <p:spPr bwMode="auto">
              <a:xfrm>
                <a:off x="3341688" y="6184900"/>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5" name="Freeform 4161">
                <a:extLst>
                  <a:ext uri="{FF2B5EF4-FFF2-40B4-BE49-F238E27FC236}">
                    <a16:creationId xmlns:a16="http://schemas.microsoft.com/office/drawing/2014/main" id="{D9688694-45A1-4333-B67A-FDB02A30D77C}"/>
                  </a:ext>
                </a:extLst>
              </p:cNvPr>
              <p:cNvSpPr/>
              <p:nvPr/>
            </p:nvSpPr>
            <p:spPr bwMode="auto">
              <a:xfrm>
                <a:off x="3341688" y="6184900"/>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6" name="Line 4162">
                <a:extLst>
                  <a:ext uri="{FF2B5EF4-FFF2-40B4-BE49-F238E27FC236}">
                    <a16:creationId xmlns:a16="http://schemas.microsoft.com/office/drawing/2014/main" id="{C8A68BE2-A69D-45AD-9BEF-9570C3FD021C}"/>
                  </a:ext>
                </a:extLst>
              </p:cNvPr>
              <p:cNvSpPr>
                <a:spLocks noChangeShapeType="1"/>
              </p:cNvSpPr>
              <p:nvPr/>
            </p:nvSpPr>
            <p:spPr bwMode="auto">
              <a:xfrm>
                <a:off x="3260725" y="6140450"/>
                <a:ext cx="0" cy="26988"/>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7" name="Line 4163">
                <a:extLst>
                  <a:ext uri="{FF2B5EF4-FFF2-40B4-BE49-F238E27FC236}">
                    <a16:creationId xmlns:a16="http://schemas.microsoft.com/office/drawing/2014/main" id="{83C645E1-6CBB-4799-A160-F08886F39E3D}"/>
                  </a:ext>
                </a:extLst>
              </p:cNvPr>
              <p:cNvSpPr>
                <a:spLocks noChangeShapeType="1"/>
              </p:cNvSpPr>
              <p:nvPr/>
            </p:nvSpPr>
            <p:spPr bwMode="auto">
              <a:xfrm>
                <a:off x="3260725" y="6167438"/>
                <a:ext cx="0" cy="26988"/>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8" name="Line 4164">
                <a:extLst>
                  <a:ext uri="{FF2B5EF4-FFF2-40B4-BE49-F238E27FC236}">
                    <a16:creationId xmlns:a16="http://schemas.microsoft.com/office/drawing/2014/main" id="{167FD6EF-85FE-4870-85A9-C0ABF0E7B221}"/>
                  </a:ext>
                </a:extLst>
              </p:cNvPr>
              <p:cNvSpPr>
                <a:spLocks noChangeShapeType="1"/>
              </p:cNvSpPr>
              <p:nvPr/>
            </p:nvSpPr>
            <p:spPr bwMode="auto">
              <a:xfrm>
                <a:off x="3244850" y="6140450"/>
                <a:ext cx="30163" cy="0"/>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9" name="Line 4165">
                <a:extLst>
                  <a:ext uri="{FF2B5EF4-FFF2-40B4-BE49-F238E27FC236}">
                    <a16:creationId xmlns:a16="http://schemas.microsoft.com/office/drawing/2014/main" id="{D4943E77-0942-4E6E-819D-997AF32C0237}"/>
                  </a:ext>
                </a:extLst>
              </p:cNvPr>
              <p:cNvSpPr>
                <a:spLocks noChangeShapeType="1"/>
              </p:cNvSpPr>
              <p:nvPr/>
            </p:nvSpPr>
            <p:spPr bwMode="auto">
              <a:xfrm>
                <a:off x="3244850" y="6194425"/>
                <a:ext cx="30163" cy="0"/>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70" name="Line 4166">
                <a:extLst>
                  <a:ext uri="{FF2B5EF4-FFF2-40B4-BE49-F238E27FC236}">
                    <a16:creationId xmlns:a16="http://schemas.microsoft.com/office/drawing/2014/main" id="{E3BD5F35-5352-46DD-BF27-0C4E6D020200}"/>
                  </a:ext>
                </a:extLst>
              </p:cNvPr>
              <p:cNvSpPr>
                <a:spLocks noChangeShapeType="1"/>
              </p:cNvSpPr>
              <p:nvPr/>
            </p:nvSpPr>
            <p:spPr bwMode="auto">
              <a:xfrm>
                <a:off x="3228975" y="6167438"/>
                <a:ext cx="61913" cy="0"/>
              </a:xfrm>
              <a:prstGeom prst="line">
                <a:avLst/>
              </a:prstGeom>
              <a:noFill/>
              <a:ln w="6350"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71" name="Freeform 4167">
                <a:extLst>
                  <a:ext uri="{FF2B5EF4-FFF2-40B4-BE49-F238E27FC236}">
                    <a16:creationId xmlns:a16="http://schemas.microsoft.com/office/drawing/2014/main" id="{C82B01B4-0F8C-49AB-833A-7977A2B80990}"/>
                  </a:ext>
                </a:extLst>
              </p:cNvPr>
              <p:cNvSpPr/>
              <p:nvPr/>
            </p:nvSpPr>
            <p:spPr bwMode="auto">
              <a:xfrm>
                <a:off x="3228975" y="61626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2" name="Freeform 4168">
                <a:extLst>
                  <a:ext uri="{FF2B5EF4-FFF2-40B4-BE49-F238E27FC236}">
                    <a16:creationId xmlns:a16="http://schemas.microsoft.com/office/drawing/2014/main" id="{98C8CDAF-C1E7-4C54-AB7A-86E318FE296B}"/>
                  </a:ext>
                </a:extLst>
              </p:cNvPr>
              <p:cNvSpPr/>
              <p:nvPr/>
            </p:nvSpPr>
            <p:spPr bwMode="auto">
              <a:xfrm>
                <a:off x="3228975" y="61626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3" name="Freeform 4169">
                <a:extLst>
                  <a:ext uri="{FF2B5EF4-FFF2-40B4-BE49-F238E27FC236}">
                    <a16:creationId xmlns:a16="http://schemas.microsoft.com/office/drawing/2014/main" id="{48B658B2-969D-4002-BCF5-9152E2B49B29}"/>
                  </a:ext>
                </a:extLst>
              </p:cNvPr>
              <p:cNvSpPr/>
              <p:nvPr/>
            </p:nvSpPr>
            <p:spPr bwMode="auto">
              <a:xfrm>
                <a:off x="3268663" y="6151563"/>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4" name="Freeform 4170">
                <a:extLst>
                  <a:ext uri="{FF2B5EF4-FFF2-40B4-BE49-F238E27FC236}">
                    <a16:creationId xmlns:a16="http://schemas.microsoft.com/office/drawing/2014/main" id="{63BFD4E7-3418-42A4-A429-FE2C5BFB8478}"/>
                  </a:ext>
                </a:extLst>
              </p:cNvPr>
              <p:cNvSpPr/>
              <p:nvPr/>
            </p:nvSpPr>
            <p:spPr bwMode="auto">
              <a:xfrm>
                <a:off x="3268663" y="6151563"/>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5" name="Freeform 4171">
                <a:extLst>
                  <a:ext uri="{FF2B5EF4-FFF2-40B4-BE49-F238E27FC236}">
                    <a16:creationId xmlns:a16="http://schemas.microsoft.com/office/drawing/2014/main" id="{DE21D068-A7DF-4E7B-B782-54C43772D234}"/>
                  </a:ext>
                </a:extLst>
              </p:cNvPr>
              <p:cNvSpPr/>
              <p:nvPr/>
            </p:nvSpPr>
            <p:spPr bwMode="auto">
              <a:xfrm>
                <a:off x="3241675" y="61944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6" name="Freeform 4172">
                <a:extLst>
                  <a:ext uri="{FF2B5EF4-FFF2-40B4-BE49-F238E27FC236}">
                    <a16:creationId xmlns:a16="http://schemas.microsoft.com/office/drawing/2014/main" id="{45C0ACEC-0727-47CF-970D-F0A5FD43BD95}"/>
                  </a:ext>
                </a:extLst>
              </p:cNvPr>
              <p:cNvSpPr/>
              <p:nvPr/>
            </p:nvSpPr>
            <p:spPr bwMode="auto">
              <a:xfrm>
                <a:off x="3241675" y="61944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7" name="Freeform 4173">
                <a:extLst>
                  <a:ext uri="{FF2B5EF4-FFF2-40B4-BE49-F238E27FC236}">
                    <a16:creationId xmlns:a16="http://schemas.microsoft.com/office/drawing/2014/main" id="{7E1B2E29-9F9B-41D4-8A3E-A91067BCECBF}"/>
                  </a:ext>
                </a:extLst>
              </p:cNvPr>
              <p:cNvSpPr/>
              <p:nvPr/>
            </p:nvSpPr>
            <p:spPr bwMode="auto">
              <a:xfrm>
                <a:off x="3254375" y="61118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8" name="Freeform 4174">
                <a:extLst>
                  <a:ext uri="{FF2B5EF4-FFF2-40B4-BE49-F238E27FC236}">
                    <a16:creationId xmlns:a16="http://schemas.microsoft.com/office/drawing/2014/main" id="{5C526A60-DE2F-41D2-B9C2-61AB8ED61036}"/>
                  </a:ext>
                </a:extLst>
              </p:cNvPr>
              <p:cNvSpPr/>
              <p:nvPr/>
            </p:nvSpPr>
            <p:spPr bwMode="auto">
              <a:xfrm>
                <a:off x="3254375" y="61118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9" name="Freeform 4175">
                <a:extLst>
                  <a:ext uri="{FF2B5EF4-FFF2-40B4-BE49-F238E27FC236}">
                    <a16:creationId xmlns:a16="http://schemas.microsoft.com/office/drawing/2014/main" id="{92F53EC3-6FA4-496D-B7DF-EB3C8478CB4A}"/>
                  </a:ext>
                </a:extLst>
              </p:cNvPr>
              <p:cNvSpPr/>
              <p:nvPr/>
            </p:nvSpPr>
            <p:spPr bwMode="auto">
              <a:xfrm>
                <a:off x="3241675" y="6146800"/>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80" name="Freeform 4176">
                <a:extLst>
                  <a:ext uri="{FF2B5EF4-FFF2-40B4-BE49-F238E27FC236}">
                    <a16:creationId xmlns:a16="http://schemas.microsoft.com/office/drawing/2014/main" id="{E1B77D7A-2B87-4850-AAC5-54C68035CC86}"/>
                  </a:ext>
                </a:extLst>
              </p:cNvPr>
              <p:cNvSpPr/>
              <p:nvPr/>
            </p:nvSpPr>
            <p:spPr bwMode="auto">
              <a:xfrm>
                <a:off x="3241675" y="6146800"/>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81" name="Freeform 4177">
                <a:extLst>
                  <a:ext uri="{FF2B5EF4-FFF2-40B4-BE49-F238E27FC236}">
                    <a16:creationId xmlns:a16="http://schemas.microsoft.com/office/drawing/2014/main" id="{5B3BC252-9339-4B60-A0DE-C345EC6D4AD7}"/>
                  </a:ext>
                </a:extLst>
              </p:cNvPr>
              <p:cNvSpPr/>
              <p:nvPr/>
            </p:nvSpPr>
            <p:spPr bwMode="auto">
              <a:xfrm>
                <a:off x="3254375" y="61690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82" name="Freeform 4178">
                <a:extLst>
                  <a:ext uri="{FF2B5EF4-FFF2-40B4-BE49-F238E27FC236}">
                    <a16:creationId xmlns:a16="http://schemas.microsoft.com/office/drawing/2014/main" id="{DD96A205-7A84-4E92-90CE-7DC823967E84}"/>
                  </a:ext>
                </a:extLst>
              </p:cNvPr>
              <p:cNvSpPr/>
              <p:nvPr/>
            </p:nvSpPr>
            <p:spPr bwMode="auto">
              <a:xfrm>
                <a:off x="3254375" y="61690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83" name="Line 4179">
                <a:extLst>
                  <a:ext uri="{FF2B5EF4-FFF2-40B4-BE49-F238E27FC236}">
                    <a16:creationId xmlns:a16="http://schemas.microsoft.com/office/drawing/2014/main" id="{537DB430-E9AC-421A-A8C9-CD4EBF1DDDD5}"/>
                  </a:ext>
                </a:extLst>
              </p:cNvPr>
              <p:cNvSpPr>
                <a:spLocks noChangeShapeType="1"/>
              </p:cNvSpPr>
              <p:nvPr/>
            </p:nvSpPr>
            <p:spPr bwMode="auto">
              <a:xfrm>
                <a:off x="3167063" y="5943600"/>
                <a:ext cx="0" cy="98425"/>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4" name="Line 4180">
                <a:extLst>
                  <a:ext uri="{FF2B5EF4-FFF2-40B4-BE49-F238E27FC236}">
                    <a16:creationId xmlns:a16="http://schemas.microsoft.com/office/drawing/2014/main" id="{134B6063-9BF3-4452-8F5C-EA09CB181194}"/>
                  </a:ext>
                </a:extLst>
              </p:cNvPr>
              <p:cNvSpPr>
                <a:spLocks noChangeShapeType="1"/>
              </p:cNvSpPr>
              <p:nvPr/>
            </p:nvSpPr>
            <p:spPr bwMode="auto">
              <a:xfrm>
                <a:off x="3167063" y="6042025"/>
                <a:ext cx="0" cy="96838"/>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5" name="Line 4181">
                <a:extLst>
                  <a:ext uri="{FF2B5EF4-FFF2-40B4-BE49-F238E27FC236}">
                    <a16:creationId xmlns:a16="http://schemas.microsoft.com/office/drawing/2014/main" id="{682CEC50-0E8C-456B-BEDE-2126046C9E40}"/>
                  </a:ext>
                </a:extLst>
              </p:cNvPr>
              <p:cNvSpPr>
                <a:spLocks noChangeShapeType="1"/>
              </p:cNvSpPr>
              <p:nvPr/>
            </p:nvSpPr>
            <p:spPr bwMode="auto">
              <a:xfrm>
                <a:off x="3151188" y="5943600"/>
                <a:ext cx="31750" cy="0"/>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6" name="Line 4182">
                <a:extLst>
                  <a:ext uri="{FF2B5EF4-FFF2-40B4-BE49-F238E27FC236}">
                    <a16:creationId xmlns:a16="http://schemas.microsoft.com/office/drawing/2014/main" id="{6EEAA7FC-60BA-4517-9F2F-4662C43093D6}"/>
                  </a:ext>
                </a:extLst>
              </p:cNvPr>
              <p:cNvSpPr>
                <a:spLocks noChangeShapeType="1"/>
              </p:cNvSpPr>
              <p:nvPr/>
            </p:nvSpPr>
            <p:spPr bwMode="auto">
              <a:xfrm>
                <a:off x="3151188" y="6138863"/>
                <a:ext cx="31750" cy="0"/>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7" name="Line 4183">
                <a:extLst>
                  <a:ext uri="{FF2B5EF4-FFF2-40B4-BE49-F238E27FC236}">
                    <a16:creationId xmlns:a16="http://schemas.microsoft.com/office/drawing/2014/main" id="{5206DF25-41B0-424F-8376-AFC6137FB4B6}"/>
                  </a:ext>
                </a:extLst>
              </p:cNvPr>
              <p:cNvSpPr>
                <a:spLocks noChangeShapeType="1"/>
              </p:cNvSpPr>
              <p:nvPr/>
            </p:nvSpPr>
            <p:spPr bwMode="auto">
              <a:xfrm>
                <a:off x="3135313" y="6042025"/>
                <a:ext cx="63500" cy="0"/>
              </a:xfrm>
              <a:prstGeom prst="line">
                <a:avLst/>
              </a:prstGeom>
              <a:noFill/>
              <a:ln w="6350"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8" name="Rectangle 4184">
                <a:extLst>
                  <a:ext uri="{FF2B5EF4-FFF2-40B4-BE49-F238E27FC236}">
                    <a16:creationId xmlns:a16="http://schemas.microsoft.com/office/drawing/2014/main" id="{E1BA66C3-3F26-4142-B616-A9BDED4806D6}"/>
                  </a:ext>
                </a:extLst>
              </p:cNvPr>
              <p:cNvSpPr>
                <a:spLocks noChangeArrowheads="1"/>
              </p:cNvSpPr>
              <p:nvPr/>
            </p:nvSpPr>
            <p:spPr bwMode="auto">
              <a:xfrm>
                <a:off x="3155950" y="6000750"/>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89" name="Rectangle 4185">
                <a:extLst>
                  <a:ext uri="{FF2B5EF4-FFF2-40B4-BE49-F238E27FC236}">
                    <a16:creationId xmlns:a16="http://schemas.microsoft.com/office/drawing/2014/main" id="{E28AF983-82DB-496E-BABC-D364881F5E0B}"/>
                  </a:ext>
                </a:extLst>
              </p:cNvPr>
              <p:cNvSpPr>
                <a:spLocks noChangeArrowheads="1"/>
              </p:cNvSpPr>
              <p:nvPr/>
            </p:nvSpPr>
            <p:spPr bwMode="auto">
              <a:xfrm>
                <a:off x="3155950" y="6000750"/>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0" name="Rectangle 4186">
                <a:extLst>
                  <a:ext uri="{FF2B5EF4-FFF2-40B4-BE49-F238E27FC236}">
                    <a16:creationId xmlns:a16="http://schemas.microsoft.com/office/drawing/2014/main" id="{8A99A8C2-6CBF-4991-B145-41BFAE7164C9}"/>
                  </a:ext>
                </a:extLst>
              </p:cNvPr>
              <p:cNvSpPr>
                <a:spLocks noChangeArrowheads="1"/>
              </p:cNvSpPr>
              <p:nvPr/>
            </p:nvSpPr>
            <p:spPr bwMode="auto">
              <a:xfrm>
                <a:off x="3135313" y="6030913"/>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1" name="Rectangle 4187">
                <a:extLst>
                  <a:ext uri="{FF2B5EF4-FFF2-40B4-BE49-F238E27FC236}">
                    <a16:creationId xmlns:a16="http://schemas.microsoft.com/office/drawing/2014/main" id="{6B3B2C64-EB39-4A27-90F2-AF004007638B}"/>
                  </a:ext>
                </a:extLst>
              </p:cNvPr>
              <p:cNvSpPr>
                <a:spLocks noChangeArrowheads="1"/>
              </p:cNvSpPr>
              <p:nvPr/>
            </p:nvSpPr>
            <p:spPr bwMode="auto">
              <a:xfrm>
                <a:off x="3135313" y="6030913"/>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2" name="Rectangle 4188">
                <a:extLst>
                  <a:ext uri="{FF2B5EF4-FFF2-40B4-BE49-F238E27FC236}">
                    <a16:creationId xmlns:a16="http://schemas.microsoft.com/office/drawing/2014/main" id="{332385FF-08C6-4428-A00F-33D8EFE9BF25}"/>
                  </a:ext>
                </a:extLst>
              </p:cNvPr>
              <p:cNvSpPr>
                <a:spLocks noChangeArrowheads="1"/>
              </p:cNvSpPr>
              <p:nvPr/>
            </p:nvSpPr>
            <p:spPr bwMode="auto">
              <a:xfrm>
                <a:off x="3155950" y="6034088"/>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3" name="Rectangle 4189">
                <a:extLst>
                  <a:ext uri="{FF2B5EF4-FFF2-40B4-BE49-F238E27FC236}">
                    <a16:creationId xmlns:a16="http://schemas.microsoft.com/office/drawing/2014/main" id="{A1A5C70E-7E6C-4E82-8053-67D28DE99613}"/>
                  </a:ext>
                </a:extLst>
              </p:cNvPr>
              <p:cNvSpPr>
                <a:spLocks noChangeArrowheads="1"/>
              </p:cNvSpPr>
              <p:nvPr/>
            </p:nvSpPr>
            <p:spPr bwMode="auto">
              <a:xfrm>
                <a:off x="3155950" y="6034088"/>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4" name="Rectangle 4190">
                <a:extLst>
                  <a:ext uri="{FF2B5EF4-FFF2-40B4-BE49-F238E27FC236}">
                    <a16:creationId xmlns:a16="http://schemas.microsoft.com/office/drawing/2014/main" id="{ABF1AC63-441E-4846-A640-29F9E18C0A51}"/>
                  </a:ext>
                </a:extLst>
              </p:cNvPr>
              <p:cNvSpPr>
                <a:spLocks noChangeArrowheads="1"/>
              </p:cNvSpPr>
              <p:nvPr/>
            </p:nvSpPr>
            <p:spPr bwMode="auto">
              <a:xfrm>
                <a:off x="3135313" y="6127750"/>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5" name="Rectangle 4191">
                <a:extLst>
                  <a:ext uri="{FF2B5EF4-FFF2-40B4-BE49-F238E27FC236}">
                    <a16:creationId xmlns:a16="http://schemas.microsoft.com/office/drawing/2014/main" id="{DEAD3CAE-8A4A-42CE-A010-412296ECC93E}"/>
                  </a:ext>
                </a:extLst>
              </p:cNvPr>
              <p:cNvSpPr>
                <a:spLocks noChangeArrowheads="1"/>
              </p:cNvSpPr>
              <p:nvPr/>
            </p:nvSpPr>
            <p:spPr bwMode="auto">
              <a:xfrm>
                <a:off x="3135313" y="6127750"/>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6" name="Rectangle 4192">
                <a:extLst>
                  <a:ext uri="{FF2B5EF4-FFF2-40B4-BE49-F238E27FC236}">
                    <a16:creationId xmlns:a16="http://schemas.microsoft.com/office/drawing/2014/main" id="{213AA688-64A8-4A63-BE0E-08425BC63D68}"/>
                  </a:ext>
                </a:extLst>
              </p:cNvPr>
              <p:cNvSpPr>
                <a:spLocks noChangeArrowheads="1"/>
              </p:cNvSpPr>
              <p:nvPr/>
            </p:nvSpPr>
            <p:spPr bwMode="auto">
              <a:xfrm>
                <a:off x="3175000" y="6126163"/>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7" name="Rectangle 4193">
                <a:extLst>
                  <a:ext uri="{FF2B5EF4-FFF2-40B4-BE49-F238E27FC236}">
                    <a16:creationId xmlns:a16="http://schemas.microsoft.com/office/drawing/2014/main" id="{BD91B605-887C-4B24-9221-058CCC1AAA9A}"/>
                  </a:ext>
                </a:extLst>
              </p:cNvPr>
              <p:cNvSpPr>
                <a:spLocks noChangeArrowheads="1"/>
              </p:cNvSpPr>
              <p:nvPr/>
            </p:nvSpPr>
            <p:spPr bwMode="auto">
              <a:xfrm>
                <a:off x="3175000" y="6126163"/>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8" name="Rectangle 4194">
                <a:extLst>
                  <a:ext uri="{FF2B5EF4-FFF2-40B4-BE49-F238E27FC236}">
                    <a16:creationId xmlns:a16="http://schemas.microsoft.com/office/drawing/2014/main" id="{FE2B8B0C-668A-4FB5-9159-92AD13525C0C}"/>
                  </a:ext>
                </a:extLst>
              </p:cNvPr>
              <p:cNvSpPr>
                <a:spLocks noChangeArrowheads="1"/>
              </p:cNvSpPr>
              <p:nvPr/>
            </p:nvSpPr>
            <p:spPr bwMode="auto">
              <a:xfrm>
                <a:off x="3155950" y="5862638"/>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9" name="Rectangle 4195">
                <a:extLst>
                  <a:ext uri="{FF2B5EF4-FFF2-40B4-BE49-F238E27FC236}">
                    <a16:creationId xmlns:a16="http://schemas.microsoft.com/office/drawing/2014/main" id="{01ED3CDC-0E50-40E6-8389-628979D28198}"/>
                  </a:ext>
                </a:extLst>
              </p:cNvPr>
              <p:cNvSpPr>
                <a:spLocks noChangeArrowheads="1"/>
              </p:cNvSpPr>
              <p:nvPr/>
            </p:nvSpPr>
            <p:spPr bwMode="auto">
              <a:xfrm>
                <a:off x="3155950" y="5862638"/>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0" name="Line 4196">
                <a:extLst>
                  <a:ext uri="{FF2B5EF4-FFF2-40B4-BE49-F238E27FC236}">
                    <a16:creationId xmlns:a16="http://schemas.microsoft.com/office/drawing/2014/main" id="{49A11352-3FEE-4750-BD9B-26115ECC7DFB}"/>
                  </a:ext>
                </a:extLst>
              </p:cNvPr>
              <p:cNvSpPr>
                <a:spLocks noChangeShapeType="1"/>
              </p:cNvSpPr>
              <p:nvPr/>
            </p:nvSpPr>
            <p:spPr bwMode="auto">
              <a:xfrm>
                <a:off x="3073400" y="6045200"/>
                <a:ext cx="0" cy="2381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1" name="Line 4197">
                <a:extLst>
                  <a:ext uri="{FF2B5EF4-FFF2-40B4-BE49-F238E27FC236}">
                    <a16:creationId xmlns:a16="http://schemas.microsoft.com/office/drawing/2014/main" id="{931C0290-4E42-47E8-9153-BF588E6D24AB}"/>
                  </a:ext>
                </a:extLst>
              </p:cNvPr>
              <p:cNvSpPr>
                <a:spLocks noChangeShapeType="1"/>
              </p:cNvSpPr>
              <p:nvPr/>
            </p:nvSpPr>
            <p:spPr bwMode="auto">
              <a:xfrm>
                <a:off x="3073400" y="6069013"/>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2" name="Line 4198">
                <a:extLst>
                  <a:ext uri="{FF2B5EF4-FFF2-40B4-BE49-F238E27FC236}">
                    <a16:creationId xmlns:a16="http://schemas.microsoft.com/office/drawing/2014/main" id="{9E7CD26B-D392-466B-9BD0-A3FF7378A774}"/>
                  </a:ext>
                </a:extLst>
              </p:cNvPr>
              <p:cNvSpPr>
                <a:spLocks noChangeShapeType="1"/>
              </p:cNvSpPr>
              <p:nvPr/>
            </p:nvSpPr>
            <p:spPr bwMode="auto">
              <a:xfrm>
                <a:off x="3059113" y="6045200"/>
                <a:ext cx="301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3" name="Line 4199">
                <a:extLst>
                  <a:ext uri="{FF2B5EF4-FFF2-40B4-BE49-F238E27FC236}">
                    <a16:creationId xmlns:a16="http://schemas.microsoft.com/office/drawing/2014/main" id="{4E0856EC-4BBE-41AE-A2EE-966516D64213}"/>
                  </a:ext>
                </a:extLst>
              </p:cNvPr>
              <p:cNvSpPr>
                <a:spLocks noChangeShapeType="1"/>
              </p:cNvSpPr>
              <p:nvPr/>
            </p:nvSpPr>
            <p:spPr bwMode="auto">
              <a:xfrm>
                <a:off x="3059113" y="6091238"/>
                <a:ext cx="301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4" name="Line 4200">
                <a:extLst>
                  <a:ext uri="{FF2B5EF4-FFF2-40B4-BE49-F238E27FC236}">
                    <a16:creationId xmlns:a16="http://schemas.microsoft.com/office/drawing/2014/main" id="{951D2F99-CD0D-41ED-B656-17DDB2E408F1}"/>
                  </a:ext>
                </a:extLst>
              </p:cNvPr>
              <p:cNvSpPr>
                <a:spLocks noChangeShapeType="1"/>
              </p:cNvSpPr>
              <p:nvPr/>
            </p:nvSpPr>
            <p:spPr bwMode="auto">
              <a:xfrm>
                <a:off x="3043238" y="6069013"/>
                <a:ext cx="61913"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5" name="Oval 4201">
                <a:extLst>
                  <a:ext uri="{FF2B5EF4-FFF2-40B4-BE49-F238E27FC236}">
                    <a16:creationId xmlns:a16="http://schemas.microsoft.com/office/drawing/2014/main" id="{7230CF91-F546-42C4-A571-C649943C0719}"/>
                  </a:ext>
                </a:extLst>
              </p:cNvPr>
              <p:cNvSpPr>
                <a:spLocks noChangeArrowheads="1"/>
              </p:cNvSpPr>
              <p:nvPr/>
            </p:nvSpPr>
            <p:spPr bwMode="auto">
              <a:xfrm>
                <a:off x="3043238" y="606107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06" name="Oval 4202">
                <a:extLst>
                  <a:ext uri="{FF2B5EF4-FFF2-40B4-BE49-F238E27FC236}">
                    <a16:creationId xmlns:a16="http://schemas.microsoft.com/office/drawing/2014/main" id="{F2E94E54-8966-44C2-9CA4-C7763CAA699A}"/>
                  </a:ext>
                </a:extLst>
              </p:cNvPr>
              <p:cNvSpPr>
                <a:spLocks noChangeArrowheads="1"/>
              </p:cNvSpPr>
              <p:nvPr/>
            </p:nvSpPr>
            <p:spPr bwMode="auto">
              <a:xfrm>
                <a:off x="3043238" y="606107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7" name="Oval 4203">
                <a:extLst>
                  <a:ext uri="{FF2B5EF4-FFF2-40B4-BE49-F238E27FC236}">
                    <a16:creationId xmlns:a16="http://schemas.microsoft.com/office/drawing/2014/main" id="{75B9D1FD-90A8-4C1F-8B58-1E9F5E9C59F9}"/>
                  </a:ext>
                </a:extLst>
              </p:cNvPr>
              <p:cNvSpPr>
                <a:spLocks noChangeArrowheads="1"/>
              </p:cNvSpPr>
              <p:nvPr/>
            </p:nvSpPr>
            <p:spPr bwMode="auto">
              <a:xfrm>
                <a:off x="3081338" y="60531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08" name="Oval 4204">
                <a:extLst>
                  <a:ext uri="{FF2B5EF4-FFF2-40B4-BE49-F238E27FC236}">
                    <a16:creationId xmlns:a16="http://schemas.microsoft.com/office/drawing/2014/main" id="{74665CDB-F2AD-43A1-BC77-FF2B9FA1BA64}"/>
                  </a:ext>
                </a:extLst>
              </p:cNvPr>
              <p:cNvSpPr>
                <a:spLocks noChangeArrowheads="1"/>
              </p:cNvSpPr>
              <p:nvPr/>
            </p:nvSpPr>
            <p:spPr bwMode="auto">
              <a:xfrm>
                <a:off x="3081338" y="60531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9" name="Oval 4205">
                <a:extLst>
                  <a:ext uri="{FF2B5EF4-FFF2-40B4-BE49-F238E27FC236}">
                    <a16:creationId xmlns:a16="http://schemas.microsoft.com/office/drawing/2014/main" id="{1C9881D1-D8C6-42E9-A5E2-833F8D72C8F5}"/>
                  </a:ext>
                </a:extLst>
              </p:cNvPr>
              <p:cNvSpPr>
                <a:spLocks noChangeArrowheads="1"/>
              </p:cNvSpPr>
              <p:nvPr/>
            </p:nvSpPr>
            <p:spPr bwMode="auto">
              <a:xfrm>
                <a:off x="3043238" y="60277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0" name="Oval 4206">
                <a:extLst>
                  <a:ext uri="{FF2B5EF4-FFF2-40B4-BE49-F238E27FC236}">
                    <a16:creationId xmlns:a16="http://schemas.microsoft.com/office/drawing/2014/main" id="{0375AD96-AB37-452B-8A27-7F0FA8FB18A8}"/>
                  </a:ext>
                </a:extLst>
              </p:cNvPr>
              <p:cNvSpPr>
                <a:spLocks noChangeArrowheads="1"/>
              </p:cNvSpPr>
              <p:nvPr/>
            </p:nvSpPr>
            <p:spPr bwMode="auto">
              <a:xfrm>
                <a:off x="3043238" y="60277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1" name="Oval 4207">
                <a:extLst>
                  <a:ext uri="{FF2B5EF4-FFF2-40B4-BE49-F238E27FC236}">
                    <a16:creationId xmlns:a16="http://schemas.microsoft.com/office/drawing/2014/main" id="{E8E6F4B4-1BD4-4DAB-BF46-EA0C4FE7B21E}"/>
                  </a:ext>
                </a:extLst>
              </p:cNvPr>
              <p:cNvSpPr>
                <a:spLocks noChangeArrowheads="1"/>
              </p:cNvSpPr>
              <p:nvPr/>
            </p:nvSpPr>
            <p:spPr bwMode="auto">
              <a:xfrm>
                <a:off x="3068638" y="606107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2" name="Oval 4208">
                <a:extLst>
                  <a:ext uri="{FF2B5EF4-FFF2-40B4-BE49-F238E27FC236}">
                    <a16:creationId xmlns:a16="http://schemas.microsoft.com/office/drawing/2014/main" id="{4788E4B0-CEA1-4DDC-92A4-B44AEE7B248B}"/>
                  </a:ext>
                </a:extLst>
              </p:cNvPr>
              <p:cNvSpPr>
                <a:spLocks noChangeArrowheads="1"/>
              </p:cNvSpPr>
              <p:nvPr/>
            </p:nvSpPr>
            <p:spPr bwMode="auto">
              <a:xfrm>
                <a:off x="3068638" y="606107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3" name="Oval 4209">
                <a:extLst>
                  <a:ext uri="{FF2B5EF4-FFF2-40B4-BE49-F238E27FC236}">
                    <a16:creationId xmlns:a16="http://schemas.microsoft.com/office/drawing/2014/main" id="{378F5611-D343-4C44-AA23-FE044922649C}"/>
                  </a:ext>
                </a:extLst>
              </p:cNvPr>
              <p:cNvSpPr>
                <a:spLocks noChangeArrowheads="1"/>
              </p:cNvSpPr>
              <p:nvPr/>
            </p:nvSpPr>
            <p:spPr bwMode="auto">
              <a:xfrm>
                <a:off x="3055938" y="6096000"/>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4" name="Oval 4210">
                <a:extLst>
                  <a:ext uri="{FF2B5EF4-FFF2-40B4-BE49-F238E27FC236}">
                    <a16:creationId xmlns:a16="http://schemas.microsoft.com/office/drawing/2014/main" id="{905B183B-35BE-4B64-A11B-3C517FC2AB2C}"/>
                  </a:ext>
                </a:extLst>
              </p:cNvPr>
              <p:cNvSpPr>
                <a:spLocks noChangeArrowheads="1"/>
              </p:cNvSpPr>
              <p:nvPr/>
            </p:nvSpPr>
            <p:spPr bwMode="auto">
              <a:xfrm>
                <a:off x="3055938" y="6096000"/>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5" name="Oval 4211">
                <a:extLst>
                  <a:ext uri="{FF2B5EF4-FFF2-40B4-BE49-F238E27FC236}">
                    <a16:creationId xmlns:a16="http://schemas.microsoft.com/office/drawing/2014/main" id="{02E7DB7C-1687-4ED2-B874-2459B3FD574E}"/>
                  </a:ext>
                </a:extLst>
              </p:cNvPr>
              <p:cNvSpPr>
                <a:spLocks noChangeArrowheads="1"/>
              </p:cNvSpPr>
              <p:nvPr/>
            </p:nvSpPr>
            <p:spPr bwMode="auto">
              <a:xfrm>
                <a:off x="3055938" y="604202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6" name="Oval 4212">
                <a:extLst>
                  <a:ext uri="{FF2B5EF4-FFF2-40B4-BE49-F238E27FC236}">
                    <a16:creationId xmlns:a16="http://schemas.microsoft.com/office/drawing/2014/main" id="{B7782320-E051-4F74-9C69-8B0C178A952D}"/>
                  </a:ext>
                </a:extLst>
              </p:cNvPr>
              <p:cNvSpPr>
                <a:spLocks noChangeArrowheads="1"/>
              </p:cNvSpPr>
              <p:nvPr/>
            </p:nvSpPr>
            <p:spPr bwMode="auto">
              <a:xfrm>
                <a:off x="3055938" y="604202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7" name="Rectangle 4063">
                <a:extLst>
                  <a:ext uri="{FF2B5EF4-FFF2-40B4-BE49-F238E27FC236}">
                    <a16:creationId xmlns:a16="http://schemas.microsoft.com/office/drawing/2014/main" id="{A07BC738-4D08-4EB8-8F28-0C946F9CD981}"/>
                  </a:ext>
                </a:extLst>
              </p:cNvPr>
              <p:cNvSpPr>
                <a:spLocks noChangeArrowheads="1"/>
              </p:cNvSpPr>
              <p:nvPr/>
            </p:nvSpPr>
            <p:spPr bwMode="auto">
              <a:xfrm rot="16200000">
                <a:off x="2568100" y="6024301"/>
                <a:ext cx="535942" cy="153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zh-CN" altLang="zh-CN" sz="650" dirty="0">
                    <a:solidFill>
                      <a:srgbClr val="000000"/>
                    </a:solidFill>
                    <a:latin typeface="Arial" panose="020B0604020202090204" pitchFamily="34" charset="0"/>
                    <a:cs typeface="Arial" panose="020B0604020202090204" pitchFamily="34" charset="0"/>
                  </a:rPr>
                  <a:t>The </a:t>
                </a:r>
                <a:r>
                  <a:rPr lang="en-US" altLang="zh-CN" sz="650" dirty="0">
                    <a:solidFill>
                      <a:srgbClr val="000000"/>
                    </a:solidFill>
                    <a:latin typeface="Arial" panose="020B0604020202090204" pitchFamily="34" charset="0"/>
                    <a:cs typeface="Arial" panose="020B0604020202090204" pitchFamily="34" charset="0"/>
                  </a:rPr>
                  <a:t>weight</a:t>
                </a:r>
                <a:r>
                  <a:rPr lang="zh-CN" altLang="zh-CN" sz="650" dirty="0">
                    <a:solidFill>
                      <a:srgbClr val="000000"/>
                    </a:solidFill>
                    <a:latin typeface="Arial" panose="020B0604020202090204" pitchFamily="34" charset="0"/>
                    <a:cs typeface="Arial" panose="020B0604020202090204" pitchFamily="34" charset="0"/>
                  </a:rPr>
                  <a:t> of</a:t>
                </a:r>
                <a:endParaRPr lang="en-US" altLang="zh-CN" sz="650" dirty="0">
                  <a:solidFill>
                    <a:srgbClr val="000000"/>
                  </a:solidFill>
                  <a:latin typeface="Arial" panose="020B0604020202090204" pitchFamily="34" charset="0"/>
                  <a:cs typeface="Arial" panose="020B0604020202090204" pitchFamily="34" charset="0"/>
                </a:endParaRPr>
              </a:p>
              <a:p>
                <a:pPr algn="ctr" defTabSz="1192530" eaLnBrk="0" fontAlgn="base" hangingPunct="0">
                  <a:spcBef>
                    <a:spcPct val="0"/>
                  </a:spcBef>
                  <a:spcAft>
                    <a:spcPct val="0"/>
                  </a:spcAft>
                </a:pPr>
                <a:r>
                  <a:rPr lang="en-US" altLang="zh-CN" sz="650" dirty="0" err="1">
                    <a:solidFill>
                      <a:srgbClr val="000000"/>
                    </a:solidFill>
                    <a:latin typeface="Arial" panose="020B0604020202090204" pitchFamily="34" charset="0"/>
                    <a:cs typeface="Arial" panose="020B0604020202090204" pitchFamily="34" charset="0"/>
                  </a:rPr>
                  <a:t>xenogaft</a:t>
                </a:r>
                <a:r>
                  <a:rPr lang="en-US" altLang="zh-CN" sz="650" dirty="0">
                    <a:solidFill>
                      <a:srgbClr val="000000"/>
                    </a:solidFill>
                    <a:latin typeface="Arial" panose="020B0604020202090204" pitchFamily="34" charset="0"/>
                    <a:cs typeface="Arial" panose="020B0604020202090204" pitchFamily="34" charset="0"/>
                  </a:rPr>
                  <a:t> tumor (g) </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18" name="Rectangle 4104">
                <a:extLst>
                  <a:ext uri="{FF2B5EF4-FFF2-40B4-BE49-F238E27FC236}">
                    <a16:creationId xmlns:a16="http://schemas.microsoft.com/office/drawing/2014/main" id="{45B59C6C-8FA1-494B-B399-E703A5C16DDA}"/>
                  </a:ext>
                </a:extLst>
              </p:cNvPr>
              <p:cNvSpPr>
                <a:spLocks noChangeArrowheads="1"/>
              </p:cNvSpPr>
              <p:nvPr/>
            </p:nvSpPr>
            <p:spPr bwMode="auto">
              <a:xfrm>
                <a:off x="3414151"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sq3</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19" name="Rectangle 4104">
                <a:extLst>
                  <a:ext uri="{FF2B5EF4-FFF2-40B4-BE49-F238E27FC236}">
                    <a16:creationId xmlns:a16="http://schemas.microsoft.com/office/drawing/2014/main" id="{5FADE917-5F10-46A9-8A80-5EB7CDB717BF}"/>
                  </a:ext>
                </a:extLst>
              </p:cNvPr>
              <p:cNvSpPr>
                <a:spLocks noChangeArrowheads="1"/>
              </p:cNvSpPr>
              <p:nvPr/>
            </p:nvSpPr>
            <p:spPr bwMode="auto">
              <a:xfrm>
                <a:off x="3507896" y="6470747"/>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sq4</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20" name="文本框 3619">
                <a:extLst>
                  <a:ext uri="{FF2B5EF4-FFF2-40B4-BE49-F238E27FC236}">
                    <a16:creationId xmlns:a16="http://schemas.microsoft.com/office/drawing/2014/main" id="{AC33A096-5F5C-4470-86A5-9393D52EA852}"/>
                  </a:ext>
                </a:extLst>
              </p:cNvPr>
              <p:cNvSpPr txBox="1"/>
              <p:nvPr/>
            </p:nvSpPr>
            <p:spPr>
              <a:xfrm>
                <a:off x="3177882" y="6034252"/>
                <a:ext cx="2045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1" name="文本框 3620">
                <a:extLst>
                  <a:ext uri="{FF2B5EF4-FFF2-40B4-BE49-F238E27FC236}">
                    <a16:creationId xmlns:a16="http://schemas.microsoft.com/office/drawing/2014/main" id="{CA3274A3-33F3-41B2-90A8-9D47F65B319A}"/>
                  </a:ext>
                </a:extLst>
              </p:cNvPr>
              <p:cNvSpPr txBox="1"/>
              <p:nvPr/>
            </p:nvSpPr>
            <p:spPr>
              <a:xfrm>
                <a:off x="3254980" y="6084863"/>
                <a:ext cx="281077"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2" name="文本框 3621">
                <a:extLst>
                  <a:ext uri="{FF2B5EF4-FFF2-40B4-BE49-F238E27FC236}">
                    <a16:creationId xmlns:a16="http://schemas.microsoft.com/office/drawing/2014/main" id="{03A0BB67-0B1C-4E1F-8778-764AAA97DA1D}"/>
                  </a:ext>
                </a:extLst>
              </p:cNvPr>
              <p:cNvSpPr txBox="1"/>
              <p:nvPr/>
            </p:nvSpPr>
            <p:spPr>
              <a:xfrm>
                <a:off x="3352162" y="6078469"/>
                <a:ext cx="281077"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3" name="文本框 3622">
                <a:extLst>
                  <a:ext uri="{FF2B5EF4-FFF2-40B4-BE49-F238E27FC236}">
                    <a16:creationId xmlns:a16="http://schemas.microsoft.com/office/drawing/2014/main" id="{B59C46AF-1B77-4440-AB74-F6FC119D66E6}"/>
                  </a:ext>
                </a:extLst>
              </p:cNvPr>
              <p:cNvSpPr txBox="1"/>
              <p:nvPr/>
            </p:nvSpPr>
            <p:spPr>
              <a:xfrm>
                <a:off x="3072187" y="5766379"/>
                <a:ext cx="245415"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grpSp>
      <p:grpSp>
        <p:nvGrpSpPr>
          <p:cNvPr id="3624" name="组合 3623">
            <a:extLst>
              <a:ext uri="{FF2B5EF4-FFF2-40B4-BE49-F238E27FC236}">
                <a16:creationId xmlns:a16="http://schemas.microsoft.com/office/drawing/2014/main" id="{8F390423-1421-455C-997F-6666A854A429}"/>
              </a:ext>
            </a:extLst>
          </p:cNvPr>
          <p:cNvGrpSpPr/>
          <p:nvPr/>
        </p:nvGrpSpPr>
        <p:grpSpPr>
          <a:xfrm>
            <a:off x="3118964" y="6091944"/>
            <a:ext cx="1459297" cy="1024609"/>
            <a:chOff x="697332" y="5971022"/>
            <a:chExt cx="1641696" cy="1262812"/>
          </a:xfrm>
        </p:grpSpPr>
        <p:pic>
          <p:nvPicPr>
            <p:cNvPr id="3625" name="图片 3624">
              <a:extLst>
                <a:ext uri="{FF2B5EF4-FFF2-40B4-BE49-F238E27FC236}">
                  <a16:creationId xmlns:a16="http://schemas.microsoft.com/office/drawing/2014/main" id="{D4506211-59C2-478E-9266-CE9494171F82}"/>
                </a:ext>
              </a:extLst>
            </p:cNvPr>
            <p:cNvPicPr>
              <a:picLocks noChangeAspect="1"/>
            </p:cNvPicPr>
            <p:nvPr/>
          </p:nvPicPr>
          <p:blipFill>
            <a:blip r:embed="rId39"/>
            <a:stretch>
              <a:fillRect/>
            </a:stretch>
          </p:blipFill>
          <p:spPr>
            <a:xfrm>
              <a:off x="697332" y="5992691"/>
              <a:ext cx="1272873" cy="1241143"/>
            </a:xfrm>
            <a:prstGeom prst="rect">
              <a:avLst/>
            </a:prstGeom>
          </p:spPr>
        </p:pic>
        <p:sp>
          <p:nvSpPr>
            <p:cNvPr id="3626" name="文本框 3625">
              <a:extLst>
                <a:ext uri="{FF2B5EF4-FFF2-40B4-BE49-F238E27FC236}">
                  <a16:creationId xmlns:a16="http://schemas.microsoft.com/office/drawing/2014/main" id="{7C7E2C09-92A4-4F65-A089-D13B14126EE3}"/>
                </a:ext>
              </a:extLst>
            </p:cNvPr>
            <p:cNvSpPr txBox="1"/>
            <p:nvPr/>
          </p:nvSpPr>
          <p:spPr>
            <a:xfrm>
              <a:off x="1896914" y="5971022"/>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a:t>
              </a:r>
              <a:endParaRPr lang="zh-CN" altLang="en-US" sz="650" dirty="0">
                <a:latin typeface="Arial" panose="020B0604020202090204" pitchFamily="34" charset="0"/>
                <a:cs typeface="Arial" panose="020B0604020202090204" pitchFamily="34" charset="0"/>
              </a:endParaRPr>
            </a:p>
          </p:txBody>
        </p:sp>
        <p:sp>
          <p:nvSpPr>
            <p:cNvPr id="3627" name="文本框 3626">
              <a:extLst>
                <a:ext uri="{FF2B5EF4-FFF2-40B4-BE49-F238E27FC236}">
                  <a16:creationId xmlns:a16="http://schemas.microsoft.com/office/drawing/2014/main" id="{292FC7DC-2995-4DAD-AA4A-680BACBB206C}"/>
                </a:ext>
              </a:extLst>
            </p:cNvPr>
            <p:cNvSpPr txBox="1"/>
            <p:nvPr/>
          </p:nvSpPr>
          <p:spPr>
            <a:xfrm>
              <a:off x="1896914" y="6148860"/>
              <a:ext cx="442114" cy="192681"/>
            </a:xfrm>
            <a:prstGeom prst="rect">
              <a:avLst/>
            </a:prstGeom>
            <a:noFill/>
          </p:spPr>
          <p:txBody>
            <a:bodyPr wrap="square" rtlCol="0">
              <a:spAutoFit/>
            </a:bodyPr>
            <a:lstStyle/>
            <a:p>
              <a:r>
                <a:rPr lang="en-US" altLang="zh-CN" sz="650">
                  <a:latin typeface="Arial" panose="020B0604020202090204" pitchFamily="34" charset="0"/>
                  <a:cs typeface="Arial" panose="020B0604020202090204" pitchFamily="34" charset="0"/>
                </a:rPr>
                <a:t>NS</a:t>
              </a:r>
              <a:endParaRPr lang="zh-CN" altLang="en-US" sz="650">
                <a:latin typeface="Arial" panose="020B0604020202090204" pitchFamily="34" charset="0"/>
                <a:cs typeface="Arial" panose="020B0604020202090204" pitchFamily="34" charset="0"/>
              </a:endParaRPr>
            </a:p>
          </p:txBody>
        </p:sp>
        <p:sp>
          <p:nvSpPr>
            <p:cNvPr id="3628" name="文本框 3627">
              <a:extLst>
                <a:ext uri="{FF2B5EF4-FFF2-40B4-BE49-F238E27FC236}">
                  <a16:creationId xmlns:a16="http://schemas.microsoft.com/office/drawing/2014/main" id="{11E2284B-EC9E-40E0-B6AA-A3014F675563}"/>
                </a:ext>
              </a:extLst>
            </p:cNvPr>
            <p:cNvSpPr txBox="1"/>
            <p:nvPr/>
          </p:nvSpPr>
          <p:spPr>
            <a:xfrm>
              <a:off x="1896914" y="6331365"/>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629" name="文本框 3628">
              <a:extLst>
                <a:ext uri="{FF2B5EF4-FFF2-40B4-BE49-F238E27FC236}">
                  <a16:creationId xmlns:a16="http://schemas.microsoft.com/office/drawing/2014/main" id="{04D213DB-F143-497A-9A7C-7B2EE4643D6C}"/>
                </a:ext>
              </a:extLst>
            </p:cNvPr>
            <p:cNvSpPr txBox="1"/>
            <p:nvPr/>
          </p:nvSpPr>
          <p:spPr>
            <a:xfrm>
              <a:off x="1896914" y="6526277"/>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630" name="文本框 3629">
              <a:extLst>
                <a:ext uri="{FF2B5EF4-FFF2-40B4-BE49-F238E27FC236}">
                  <a16:creationId xmlns:a16="http://schemas.microsoft.com/office/drawing/2014/main" id="{0A9E4396-238F-4BA3-AFE6-449BB62366E4}"/>
                </a:ext>
              </a:extLst>
            </p:cNvPr>
            <p:cNvSpPr txBox="1"/>
            <p:nvPr/>
          </p:nvSpPr>
          <p:spPr>
            <a:xfrm>
              <a:off x="1896914" y="6722246"/>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endParaRPr lang="zh-CN" altLang="en-US" sz="650" dirty="0">
                <a:latin typeface="Arial" panose="020B0604020202090204" pitchFamily="34" charset="0"/>
                <a:cs typeface="Arial" panose="020B0604020202090204" pitchFamily="34" charset="0"/>
              </a:endParaRPr>
            </a:p>
          </p:txBody>
        </p:sp>
        <p:sp>
          <p:nvSpPr>
            <p:cNvPr id="3631" name="文本框 3630">
              <a:extLst>
                <a:ext uri="{FF2B5EF4-FFF2-40B4-BE49-F238E27FC236}">
                  <a16:creationId xmlns:a16="http://schemas.microsoft.com/office/drawing/2014/main" id="{A3AAD4BD-6946-4187-9C6D-4A9EA4C7C0EF}"/>
                </a:ext>
              </a:extLst>
            </p:cNvPr>
            <p:cNvSpPr txBox="1"/>
            <p:nvPr/>
          </p:nvSpPr>
          <p:spPr>
            <a:xfrm>
              <a:off x="1896914" y="6895144"/>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grpSp>
      <p:sp>
        <p:nvSpPr>
          <p:cNvPr id="3639" name="文本框 3638">
            <a:extLst>
              <a:ext uri="{FF2B5EF4-FFF2-40B4-BE49-F238E27FC236}">
                <a16:creationId xmlns:a16="http://schemas.microsoft.com/office/drawing/2014/main" id="{D64598C4-E003-4FC8-A41B-B3B053E762F9}"/>
              </a:ext>
            </a:extLst>
          </p:cNvPr>
          <p:cNvSpPr txBox="1"/>
          <p:nvPr/>
        </p:nvSpPr>
        <p:spPr>
          <a:xfrm>
            <a:off x="878751"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pic>
        <p:nvPicPr>
          <p:cNvPr id="3645" name="图片 3644">
            <a:extLst>
              <a:ext uri="{FF2B5EF4-FFF2-40B4-BE49-F238E27FC236}">
                <a16:creationId xmlns:a16="http://schemas.microsoft.com/office/drawing/2014/main" id="{102F1326-3F60-44D7-AC8A-31AFEF8B7D97}"/>
              </a:ext>
            </a:extLst>
          </p:cNvPr>
          <p:cNvPicPr>
            <a:picLocks noChangeAspect="1"/>
          </p:cNvPicPr>
          <p:nvPr/>
        </p:nvPicPr>
        <p:blipFill>
          <a:blip r:embed="rId40"/>
          <a:stretch>
            <a:fillRect/>
          </a:stretch>
        </p:blipFill>
        <p:spPr>
          <a:xfrm>
            <a:off x="871663" y="3922973"/>
            <a:ext cx="474802" cy="469467"/>
          </a:xfrm>
          <a:prstGeom prst="rect">
            <a:avLst/>
          </a:prstGeom>
        </p:spPr>
      </p:pic>
      <p:pic>
        <p:nvPicPr>
          <p:cNvPr id="3648" name="图片 3647">
            <a:extLst>
              <a:ext uri="{FF2B5EF4-FFF2-40B4-BE49-F238E27FC236}">
                <a16:creationId xmlns:a16="http://schemas.microsoft.com/office/drawing/2014/main" id="{61E782D3-C7F5-4FCA-AC00-E244A796B7C7}"/>
              </a:ext>
            </a:extLst>
          </p:cNvPr>
          <p:cNvPicPr>
            <a:picLocks noChangeAspect="1"/>
          </p:cNvPicPr>
          <p:nvPr/>
        </p:nvPicPr>
        <p:blipFill>
          <a:blip r:embed="rId41" cstate="print">
            <a:extLst>
              <a:ext uri="{28A0092B-C50C-407E-A947-70E740481C1C}">
                <a14:useLocalDpi xmlns:a14="http://schemas.microsoft.com/office/drawing/2010/main" val="0"/>
              </a:ext>
            </a:extLst>
          </a:blip>
          <a:stretch>
            <a:fillRect/>
          </a:stretch>
        </p:blipFill>
        <p:spPr>
          <a:xfrm>
            <a:off x="1374310" y="3922973"/>
            <a:ext cx="469467" cy="469467"/>
          </a:xfrm>
          <a:prstGeom prst="rect">
            <a:avLst/>
          </a:prstGeom>
        </p:spPr>
      </p:pic>
      <p:sp>
        <p:nvSpPr>
          <p:cNvPr id="3650" name="文本框 3649">
            <a:extLst>
              <a:ext uri="{FF2B5EF4-FFF2-40B4-BE49-F238E27FC236}">
                <a16:creationId xmlns:a16="http://schemas.microsoft.com/office/drawing/2014/main" id="{EFA20360-9732-4BF2-971E-FE9E5B12F42E}"/>
              </a:ext>
            </a:extLst>
          </p:cNvPr>
          <p:cNvSpPr txBox="1"/>
          <p:nvPr/>
        </p:nvSpPr>
        <p:spPr>
          <a:xfrm>
            <a:off x="1173405"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651" name="文本框 3650">
            <a:extLst>
              <a:ext uri="{FF2B5EF4-FFF2-40B4-BE49-F238E27FC236}">
                <a16:creationId xmlns:a16="http://schemas.microsoft.com/office/drawing/2014/main" id="{71407E88-9C87-4B93-A18F-F28BCC60B745}"/>
              </a:ext>
            </a:extLst>
          </p:cNvPr>
          <p:cNvSpPr txBox="1"/>
          <p:nvPr/>
        </p:nvSpPr>
        <p:spPr>
          <a:xfrm>
            <a:off x="1644565" y="4282721"/>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cxnSp>
        <p:nvCxnSpPr>
          <p:cNvPr id="3652" name="直接连接符 3651">
            <a:extLst>
              <a:ext uri="{FF2B5EF4-FFF2-40B4-BE49-F238E27FC236}">
                <a16:creationId xmlns:a16="http://schemas.microsoft.com/office/drawing/2014/main" id="{040DB52D-0F03-4350-B304-886868E88012}"/>
              </a:ext>
            </a:extLst>
          </p:cNvPr>
          <p:cNvCxnSpPr>
            <a:cxnSpLocks/>
          </p:cNvCxnSpPr>
          <p:nvPr/>
        </p:nvCxnSpPr>
        <p:spPr>
          <a:xfrm>
            <a:off x="944071" y="3889572"/>
            <a:ext cx="90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3657" name="文本框 3656">
            <a:extLst>
              <a:ext uri="{FF2B5EF4-FFF2-40B4-BE49-F238E27FC236}">
                <a16:creationId xmlns:a16="http://schemas.microsoft.com/office/drawing/2014/main" id="{0E0A895A-A970-4DBD-B17C-C3B342A06E9B}"/>
              </a:ext>
            </a:extLst>
          </p:cNvPr>
          <p:cNvSpPr txBox="1"/>
          <p:nvPr/>
        </p:nvSpPr>
        <p:spPr>
          <a:xfrm>
            <a:off x="3717568" y="4289071"/>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pic>
        <p:nvPicPr>
          <p:cNvPr id="3653" name="图片 3652">
            <a:extLst>
              <a:ext uri="{FF2B5EF4-FFF2-40B4-BE49-F238E27FC236}">
                <a16:creationId xmlns:a16="http://schemas.microsoft.com/office/drawing/2014/main" id="{4B6AF195-3ACB-4E02-AEEF-62D2DB025733}"/>
              </a:ext>
            </a:extLst>
          </p:cNvPr>
          <p:cNvPicPr>
            <a:picLocks noChangeAspect="1"/>
          </p:cNvPicPr>
          <p:nvPr/>
        </p:nvPicPr>
        <p:blipFill>
          <a:blip r:embed="rId42" cstate="print">
            <a:extLst>
              <a:ext uri="{28A0092B-C50C-407E-A947-70E740481C1C}">
                <a14:useLocalDpi xmlns:a14="http://schemas.microsoft.com/office/drawing/2010/main" val="0"/>
              </a:ext>
            </a:extLst>
          </a:blip>
          <a:stretch>
            <a:fillRect/>
          </a:stretch>
        </p:blipFill>
        <p:spPr>
          <a:xfrm>
            <a:off x="2478011" y="3933478"/>
            <a:ext cx="469467" cy="469467"/>
          </a:xfrm>
          <a:prstGeom prst="rect">
            <a:avLst/>
          </a:prstGeom>
        </p:spPr>
      </p:pic>
      <p:pic>
        <p:nvPicPr>
          <p:cNvPr id="3654" name="图片 3653">
            <a:extLst>
              <a:ext uri="{FF2B5EF4-FFF2-40B4-BE49-F238E27FC236}">
                <a16:creationId xmlns:a16="http://schemas.microsoft.com/office/drawing/2014/main" id="{376C37D9-FB41-426A-BA53-CC3FA6CADCDB}"/>
              </a:ext>
            </a:extLst>
          </p:cNvPr>
          <p:cNvPicPr>
            <a:picLocks noChangeAspect="1"/>
          </p:cNvPicPr>
          <p:nvPr/>
        </p:nvPicPr>
        <p:blipFill>
          <a:blip r:embed="rId43" cstate="print">
            <a:extLst>
              <a:ext uri="{28A0092B-C50C-407E-A947-70E740481C1C}">
                <a14:useLocalDpi xmlns:a14="http://schemas.microsoft.com/office/drawing/2010/main" val="0"/>
              </a:ext>
            </a:extLst>
          </a:blip>
          <a:stretch>
            <a:fillRect/>
          </a:stretch>
        </p:blipFill>
        <p:spPr>
          <a:xfrm>
            <a:off x="3435588" y="3945680"/>
            <a:ext cx="469467" cy="469467"/>
          </a:xfrm>
          <a:prstGeom prst="rect">
            <a:avLst/>
          </a:prstGeom>
        </p:spPr>
      </p:pic>
      <p:sp>
        <p:nvSpPr>
          <p:cNvPr id="3655" name="文本框 3654">
            <a:extLst>
              <a:ext uri="{FF2B5EF4-FFF2-40B4-BE49-F238E27FC236}">
                <a16:creationId xmlns:a16="http://schemas.microsoft.com/office/drawing/2014/main" id="{221A25BC-54D9-464D-8298-0A0C7E881891}"/>
              </a:ext>
            </a:extLst>
          </p:cNvPr>
          <p:cNvSpPr txBox="1"/>
          <p:nvPr/>
        </p:nvSpPr>
        <p:spPr>
          <a:xfrm>
            <a:off x="2751834"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656" name="文本框 3655">
            <a:extLst>
              <a:ext uri="{FF2B5EF4-FFF2-40B4-BE49-F238E27FC236}">
                <a16:creationId xmlns:a16="http://schemas.microsoft.com/office/drawing/2014/main" id="{6BE448C1-A5E7-4E0F-AEBA-4ED6D1CC7B74}"/>
              </a:ext>
            </a:extLst>
          </p:cNvPr>
          <p:cNvSpPr txBox="1"/>
          <p:nvPr/>
        </p:nvSpPr>
        <p:spPr>
          <a:xfrm>
            <a:off x="3217296" y="4289071"/>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pic>
        <p:nvPicPr>
          <p:cNvPr id="3658" name="图片 3657">
            <a:extLst>
              <a:ext uri="{FF2B5EF4-FFF2-40B4-BE49-F238E27FC236}">
                <a16:creationId xmlns:a16="http://schemas.microsoft.com/office/drawing/2014/main" id="{1D18C83E-2D1F-42F9-A277-B00297C2A5C9}"/>
              </a:ext>
            </a:extLst>
          </p:cNvPr>
          <p:cNvPicPr>
            <a:picLocks noChangeAspect="1"/>
          </p:cNvPicPr>
          <p:nvPr/>
        </p:nvPicPr>
        <p:blipFill>
          <a:blip r:embed="rId44" cstate="print">
            <a:extLst>
              <a:ext uri="{28A0092B-C50C-407E-A947-70E740481C1C}">
                <a14:useLocalDpi xmlns:a14="http://schemas.microsoft.com/office/drawing/2010/main" val="0"/>
              </a:ext>
            </a:extLst>
          </a:blip>
          <a:stretch>
            <a:fillRect/>
          </a:stretch>
        </p:blipFill>
        <p:spPr>
          <a:xfrm>
            <a:off x="2956687" y="3929025"/>
            <a:ext cx="468000" cy="468000"/>
          </a:xfrm>
          <a:prstGeom prst="rect">
            <a:avLst/>
          </a:prstGeom>
        </p:spPr>
      </p:pic>
      <p:sp>
        <p:nvSpPr>
          <p:cNvPr id="3661" name="文本框 3660">
            <a:extLst>
              <a:ext uri="{FF2B5EF4-FFF2-40B4-BE49-F238E27FC236}">
                <a16:creationId xmlns:a16="http://schemas.microsoft.com/office/drawing/2014/main" id="{2A8103C2-0072-4593-B9F3-B004493A9771}"/>
              </a:ext>
            </a:extLst>
          </p:cNvPr>
          <p:cNvSpPr txBox="1"/>
          <p:nvPr/>
        </p:nvSpPr>
        <p:spPr>
          <a:xfrm>
            <a:off x="2606487"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cxnSp>
        <p:nvCxnSpPr>
          <p:cNvPr id="3662" name="直接连接符 3661">
            <a:extLst>
              <a:ext uri="{FF2B5EF4-FFF2-40B4-BE49-F238E27FC236}">
                <a16:creationId xmlns:a16="http://schemas.microsoft.com/office/drawing/2014/main" id="{2C7BDEFD-CEE5-4F42-AC52-4BD3938ED38E}"/>
              </a:ext>
            </a:extLst>
          </p:cNvPr>
          <p:cNvCxnSpPr>
            <a:cxnSpLocks/>
          </p:cNvCxnSpPr>
          <p:nvPr/>
        </p:nvCxnSpPr>
        <p:spPr>
          <a:xfrm>
            <a:off x="2488695" y="3889572"/>
            <a:ext cx="144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3663" name="文本框 3662">
            <a:extLst>
              <a:ext uri="{FF2B5EF4-FFF2-40B4-BE49-F238E27FC236}">
                <a16:creationId xmlns:a16="http://schemas.microsoft.com/office/drawing/2014/main" id="{128B92C5-5244-4B48-974B-5ABD7D093034}"/>
              </a:ext>
            </a:extLst>
          </p:cNvPr>
          <p:cNvSpPr txBox="1"/>
          <p:nvPr/>
        </p:nvSpPr>
        <p:spPr>
          <a:xfrm>
            <a:off x="4675787"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cxnSp>
        <p:nvCxnSpPr>
          <p:cNvPr id="3664" name="直接连接符 3663">
            <a:extLst>
              <a:ext uri="{FF2B5EF4-FFF2-40B4-BE49-F238E27FC236}">
                <a16:creationId xmlns:a16="http://schemas.microsoft.com/office/drawing/2014/main" id="{D40647CE-B8D6-449D-BAE7-A41A834CFE71}"/>
              </a:ext>
            </a:extLst>
          </p:cNvPr>
          <p:cNvCxnSpPr>
            <a:cxnSpLocks/>
          </p:cNvCxnSpPr>
          <p:nvPr/>
        </p:nvCxnSpPr>
        <p:spPr>
          <a:xfrm>
            <a:off x="4557995" y="3889572"/>
            <a:ext cx="144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pic>
        <p:nvPicPr>
          <p:cNvPr id="3666" name="图片 3665">
            <a:extLst>
              <a:ext uri="{FF2B5EF4-FFF2-40B4-BE49-F238E27FC236}">
                <a16:creationId xmlns:a16="http://schemas.microsoft.com/office/drawing/2014/main" id="{1342EE6D-A894-4A08-82CC-164372BD8EC6}"/>
              </a:ext>
            </a:extLst>
          </p:cNvPr>
          <p:cNvPicPr>
            <a:picLocks noChangeAspect="1"/>
          </p:cNvPicPr>
          <p:nvPr/>
        </p:nvPicPr>
        <p:blipFill>
          <a:blip r:embed="rId45" cstate="print">
            <a:extLst>
              <a:ext uri="{28A0092B-C50C-407E-A947-70E740481C1C}">
                <a14:useLocalDpi xmlns:a14="http://schemas.microsoft.com/office/drawing/2010/main" val="0"/>
              </a:ext>
            </a:extLst>
          </a:blip>
          <a:stretch>
            <a:fillRect/>
          </a:stretch>
        </p:blipFill>
        <p:spPr>
          <a:xfrm>
            <a:off x="4464254" y="3951623"/>
            <a:ext cx="469467" cy="469467"/>
          </a:xfrm>
          <a:prstGeom prst="rect">
            <a:avLst/>
          </a:prstGeom>
        </p:spPr>
      </p:pic>
      <p:pic>
        <p:nvPicPr>
          <p:cNvPr id="3667" name="图片 3666">
            <a:extLst>
              <a:ext uri="{FF2B5EF4-FFF2-40B4-BE49-F238E27FC236}">
                <a16:creationId xmlns:a16="http://schemas.microsoft.com/office/drawing/2014/main" id="{E6A9DDF8-F22E-4FEB-9AF9-077B63B1A006}"/>
              </a:ext>
            </a:extLst>
          </p:cNvPr>
          <p:cNvPicPr>
            <a:picLocks noChangeAspect="1"/>
          </p:cNvPicPr>
          <p:nvPr/>
        </p:nvPicPr>
        <p:blipFill>
          <a:blip r:embed="rId46" cstate="print">
            <a:extLst>
              <a:ext uri="{28A0092B-C50C-407E-A947-70E740481C1C}">
                <a14:useLocalDpi xmlns:a14="http://schemas.microsoft.com/office/drawing/2010/main" val="0"/>
              </a:ext>
            </a:extLst>
          </a:blip>
          <a:stretch>
            <a:fillRect/>
          </a:stretch>
        </p:blipFill>
        <p:spPr>
          <a:xfrm>
            <a:off x="4986482" y="3945788"/>
            <a:ext cx="469467" cy="469467"/>
          </a:xfrm>
          <a:prstGeom prst="rect">
            <a:avLst/>
          </a:prstGeom>
        </p:spPr>
      </p:pic>
      <p:pic>
        <p:nvPicPr>
          <p:cNvPr id="3668" name="图片 3667">
            <a:extLst>
              <a:ext uri="{FF2B5EF4-FFF2-40B4-BE49-F238E27FC236}">
                <a16:creationId xmlns:a16="http://schemas.microsoft.com/office/drawing/2014/main" id="{264D8A21-9632-4C3A-902A-A467B57C2A2D}"/>
              </a:ext>
            </a:extLst>
          </p:cNvPr>
          <p:cNvPicPr>
            <a:picLocks noChangeAspect="1"/>
          </p:cNvPicPr>
          <p:nvPr/>
        </p:nvPicPr>
        <p:blipFill>
          <a:blip r:embed="rId47" cstate="print">
            <a:extLst>
              <a:ext uri="{28A0092B-C50C-407E-A947-70E740481C1C}">
                <a14:useLocalDpi xmlns:a14="http://schemas.microsoft.com/office/drawing/2010/main" val="0"/>
              </a:ext>
            </a:extLst>
          </a:blip>
          <a:stretch>
            <a:fillRect/>
          </a:stretch>
        </p:blipFill>
        <p:spPr>
          <a:xfrm>
            <a:off x="5502344" y="3947857"/>
            <a:ext cx="469467" cy="469467"/>
          </a:xfrm>
          <a:prstGeom prst="rect">
            <a:avLst/>
          </a:prstGeom>
        </p:spPr>
      </p:pic>
      <p:sp>
        <p:nvSpPr>
          <p:cNvPr id="3669" name="文本框 3668">
            <a:extLst>
              <a:ext uri="{FF2B5EF4-FFF2-40B4-BE49-F238E27FC236}">
                <a16:creationId xmlns:a16="http://schemas.microsoft.com/office/drawing/2014/main" id="{F90F5230-C461-4610-82E0-6971EF720BF0}"/>
              </a:ext>
            </a:extLst>
          </p:cNvPr>
          <p:cNvSpPr txBox="1"/>
          <p:nvPr/>
        </p:nvSpPr>
        <p:spPr>
          <a:xfrm>
            <a:off x="4813986"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670" name="文本框 3669">
            <a:extLst>
              <a:ext uri="{FF2B5EF4-FFF2-40B4-BE49-F238E27FC236}">
                <a16:creationId xmlns:a16="http://schemas.microsoft.com/office/drawing/2014/main" id="{577615FC-5041-4280-9D35-1440D46A9076}"/>
              </a:ext>
            </a:extLst>
          </p:cNvPr>
          <p:cNvSpPr txBox="1"/>
          <p:nvPr/>
        </p:nvSpPr>
        <p:spPr>
          <a:xfrm>
            <a:off x="5327858"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671" name="文本框 3670">
            <a:extLst>
              <a:ext uri="{FF2B5EF4-FFF2-40B4-BE49-F238E27FC236}">
                <a16:creationId xmlns:a16="http://schemas.microsoft.com/office/drawing/2014/main" id="{A8C52E1E-0DB1-4D8B-A878-2BF458A8E883}"/>
              </a:ext>
            </a:extLst>
          </p:cNvPr>
          <p:cNvSpPr txBox="1"/>
          <p:nvPr/>
        </p:nvSpPr>
        <p:spPr>
          <a:xfrm>
            <a:off x="5834050" y="4289071"/>
            <a:ext cx="553743" cy="192681"/>
          </a:xfrm>
          <a:prstGeom prst="rect">
            <a:avLst/>
          </a:prstGeom>
          <a:noFill/>
        </p:spPr>
        <p:txBody>
          <a:bodyPr wrap="square" rtlCol="0">
            <a:spAutoFit/>
          </a:bodyPr>
          <a:lstStyle/>
          <a:p>
            <a:r>
              <a:rPr lang="en-US" altLang="zh-CN" sz="650">
                <a:latin typeface="Arial" panose="020B0604020202090204" pitchFamily="34" charset="0"/>
                <a:cs typeface="Arial" panose="020B0604020202090204" pitchFamily="34" charset="0"/>
              </a:rPr>
              <a:t>DMSO</a:t>
            </a:r>
            <a:endParaRPr lang="zh-CN" altLang="en-US" sz="650">
              <a:latin typeface="Arial" panose="020B0604020202090204" pitchFamily="34" charset="0"/>
              <a:cs typeface="Arial" panose="020B0604020202090204" pitchFamily="34" charset="0"/>
            </a:endParaRPr>
          </a:p>
        </p:txBody>
      </p:sp>
      <p:pic>
        <p:nvPicPr>
          <p:cNvPr id="3677" name="图片 3676">
            <a:extLst>
              <a:ext uri="{FF2B5EF4-FFF2-40B4-BE49-F238E27FC236}">
                <a16:creationId xmlns:a16="http://schemas.microsoft.com/office/drawing/2014/main" id="{13D03F95-91B5-49C1-9644-03AE8ED9B7FD}"/>
              </a:ext>
            </a:extLst>
          </p:cNvPr>
          <p:cNvPicPr>
            <a:picLocks noChangeAspect="1"/>
          </p:cNvPicPr>
          <p:nvPr/>
        </p:nvPicPr>
        <p:blipFill>
          <a:blip r:embed="rId48" cstate="print">
            <a:extLst>
              <a:ext uri="{28A0092B-C50C-407E-A947-70E740481C1C}">
                <a14:useLocalDpi xmlns:a14="http://schemas.microsoft.com/office/drawing/2010/main" val="0"/>
              </a:ext>
            </a:extLst>
          </a:blip>
          <a:stretch>
            <a:fillRect/>
          </a:stretch>
        </p:blipFill>
        <p:spPr>
          <a:xfrm>
            <a:off x="871663" y="4568084"/>
            <a:ext cx="469467" cy="469467"/>
          </a:xfrm>
          <a:prstGeom prst="rect">
            <a:avLst/>
          </a:prstGeom>
        </p:spPr>
      </p:pic>
      <p:pic>
        <p:nvPicPr>
          <p:cNvPr id="3679" name="图片 3678">
            <a:extLst>
              <a:ext uri="{FF2B5EF4-FFF2-40B4-BE49-F238E27FC236}">
                <a16:creationId xmlns:a16="http://schemas.microsoft.com/office/drawing/2014/main" id="{28DA73EE-3FCB-40A4-B557-E7C6E8FB8C5D}"/>
              </a:ext>
            </a:extLst>
          </p:cNvPr>
          <p:cNvPicPr>
            <a:picLocks noChangeAspect="1"/>
          </p:cNvPicPr>
          <p:nvPr/>
        </p:nvPicPr>
        <p:blipFill>
          <a:blip r:embed="rId49" cstate="print">
            <a:extLst>
              <a:ext uri="{28A0092B-C50C-407E-A947-70E740481C1C}">
                <a14:useLocalDpi xmlns:a14="http://schemas.microsoft.com/office/drawing/2010/main" val="0"/>
              </a:ext>
            </a:extLst>
          </a:blip>
          <a:stretch>
            <a:fillRect/>
          </a:stretch>
        </p:blipFill>
        <p:spPr>
          <a:xfrm>
            <a:off x="1374310" y="4564848"/>
            <a:ext cx="469467" cy="469467"/>
          </a:xfrm>
          <a:prstGeom prst="rect">
            <a:avLst/>
          </a:prstGeom>
        </p:spPr>
      </p:pic>
      <p:sp>
        <p:nvSpPr>
          <p:cNvPr id="3770" name="文本框 3769">
            <a:extLst>
              <a:ext uri="{FF2B5EF4-FFF2-40B4-BE49-F238E27FC236}">
                <a16:creationId xmlns:a16="http://schemas.microsoft.com/office/drawing/2014/main" id="{EBAD622E-5F9D-4C5A-84A0-639C80E39C94}"/>
              </a:ext>
            </a:extLst>
          </p:cNvPr>
          <p:cNvSpPr txBox="1"/>
          <p:nvPr/>
        </p:nvSpPr>
        <p:spPr>
          <a:xfrm>
            <a:off x="1208906"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pic>
        <p:nvPicPr>
          <p:cNvPr id="3772" name="图片 3771">
            <a:extLst>
              <a:ext uri="{FF2B5EF4-FFF2-40B4-BE49-F238E27FC236}">
                <a16:creationId xmlns:a16="http://schemas.microsoft.com/office/drawing/2014/main" id="{4249D1C8-457D-435E-8549-7347770D7FA8}"/>
              </a:ext>
            </a:extLst>
          </p:cNvPr>
          <p:cNvPicPr>
            <a:picLocks noChangeAspect="1"/>
          </p:cNvPicPr>
          <p:nvPr/>
        </p:nvPicPr>
        <p:blipFill>
          <a:blip r:embed="rId50" cstate="print">
            <a:extLst>
              <a:ext uri="{28A0092B-C50C-407E-A947-70E740481C1C}">
                <a14:useLocalDpi xmlns:a14="http://schemas.microsoft.com/office/drawing/2010/main" val="0"/>
              </a:ext>
            </a:extLst>
          </a:blip>
          <a:stretch>
            <a:fillRect/>
          </a:stretch>
        </p:blipFill>
        <p:spPr>
          <a:xfrm>
            <a:off x="1888567" y="4570367"/>
            <a:ext cx="469467" cy="469467"/>
          </a:xfrm>
          <a:prstGeom prst="rect">
            <a:avLst/>
          </a:prstGeom>
        </p:spPr>
      </p:pic>
      <p:sp>
        <p:nvSpPr>
          <p:cNvPr id="3774" name="文本框 3773">
            <a:extLst>
              <a:ext uri="{FF2B5EF4-FFF2-40B4-BE49-F238E27FC236}">
                <a16:creationId xmlns:a16="http://schemas.microsoft.com/office/drawing/2014/main" id="{628F1197-425D-4B63-91E0-81DB85F44835}"/>
              </a:ext>
            </a:extLst>
          </p:cNvPr>
          <p:cNvSpPr txBox="1"/>
          <p:nvPr/>
        </p:nvSpPr>
        <p:spPr>
          <a:xfrm>
            <a:off x="1718860"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775" name="文本框 3774">
            <a:extLst>
              <a:ext uri="{FF2B5EF4-FFF2-40B4-BE49-F238E27FC236}">
                <a16:creationId xmlns:a16="http://schemas.microsoft.com/office/drawing/2014/main" id="{8FF6FE83-9203-4702-B74F-E00C3DF7BEDA}"/>
              </a:ext>
            </a:extLst>
          </p:cNvPr>
          <p:cNvSpPr txBox="1"/>
          <p:nvPr/>
        </p:nvSpPr>
        <p:spPr>
          <a:xfrm>
            <a:off x="2242403" y="4915930"/>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pic>
        <p:nvPicPr>
          <p:cNvPr id="3776" name="图片 3775">
            <a:extLst>
              <a:ext uri="{FF2B5EF4-FFF2-40B4-BE49-F238E27FC236}">
                <a16:creationId xmlns:a16="http://schemas.microsoft.com/office/drawing/2014/main" id="{EA386FE1-A6A6-4EBF-A003-E87865552B0A}"/>
              </a:ext>
            </a:extLst>
          </p:cNvPr>
          <p:cNvPicPr>
            <a:picLocks noChangeAspect="1"/>
          </p:cNvPicPr>
          <p:nvPr/>
        </p:nvPicPr>
        <p:blipFill>
          <a:blip r:embed="rId51" cstate="print">
            <a:extLst>
              <a:ext uri="{28A0092B-C50C-407E-A947-70E740481C1C}">
                <a14:useLocalDpi xmlns:a14="http://schemas.microsoft.com/office/drawing/2010/main" val="0"/>
              </a:ext>
            </a:extLst>
          </a:blip>
          <a:stretch>
            <a:fillRect/>
          </a:stretch>
        </p:blipFill>
        <p:spPr>
          <a:xfrm>
            <a:off x="2436898" y="4542743"/>
            <a:ext cx="469467" cy="469467"/>
          </a:xfrm>
          <a:prstGeom prst="rect">
            <a:avLst/>
          </a:prstGeom>
        </p:spPr>
      </p:pic>
      <p:pic>
        <p:nvPicPr>
          <p:cNvPr id="3801" name="图片 3800">
            <a:extLst>
              <a:ext uri="{FF2B5EF4-FFF2-40B4-BE49-F238E27FC236}">
                <a16:creationId xmlns:a16="http://schemas.microsoft.com/office/drawing/2014/main" id="{CD356A08-9250-4F1A-9916-9A87B58AB0D7}"/>
              </a:ext>
            </a:extLst>
          </p:cNvPr>
          <p:cNvPicPr>
            <a:picLocks noChangeAspect="1"/>
          </p:cNvPicPr>
          <p:nvPr/>
        </p:nvPicPr>
        <p:blipFill>
          <a:blip r:embed="rId52" cstate="print">
            <a:extLst>
              <a:ext uri="{28A0092B-C50C-407E-A947-70E740481C1C}">
                <a14:useLocalDpi xmlns:a14="http://schemas.microsoft.com/office/drawing/2010/main" val="0"/>
              </a:ext>
            </a:extLst>
          </a:blip>
          <a:stretch>
            <a:fillRect/>
          </a:stretch>
        </p:blipFill>
        <p:spPr>
          <a:xfrm>
            <a:off x="2951310" y="4561210"/>
            <a:ext cx="469467" cy="469467"/>
          </a:xfrm>
          <a:prstGeom prst="rect">
            <a:avLst/>
          </a:prstGeom>
        </p:spPr>
      </p:pic>
      <p:sp>
        <p:nvSpPr>
          <p:cNvPr id="3805" name="文本框 3804">
            <a:extLst>
              <a:ext uri="{FF2B5EF4-FFF2-40B4-BE49-F238E27FC236}">
                <a16:creationId xmlns:a16="http://schemas.microsoft.com/office/drawing/2014/main" id="{954E99B7-2E5F-4E80-BED4-8B86E8511909}"/>
              </a:ext>
            </a:extLst>
          </p:cNvPr>
          <p:cNvSpPr txBox="1"/>
          <p:nvPr/>
        </p:nvSpPr>
        <p:spPr>
          <a:xfrm>
            <a:off x="2756217"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819" name="文本框 3818">
            <a:extLst>
              <a:ext uri="{FF2B5EF4-FFF2-40B4-BE49-F238E27FC236}">
                <a16:creationId xmlns:a16="http://schemas.microsoft.com/office/drawing/2014/main" id="{CBD2CE9F-DA83-41F0-A69D-8D5394AC9544}"/>
              </a:ext>
            </a:extLst>
          </p:cNvPr>
          <p:cNvSpPr txBox="1"/>
          <p:nvPr/>
        </p:nvSpPr>
        <p:spPr>
          <a:xfrm>
            <a:off x="3251912" y="4915930"/>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pic>
        <p:nvPicPr>
          <p:cNvPr id="3832" name="图片 3831">
            <a:extLst>
              <a:ext uri="{FF2B5EF4-FFF2-40B4-BE49-F238E27FC236}">
                <a16:creationId xmlns:a16="http://schemas.microsoft.com/office/drawing/2014/main" id="{853CE455-82AF-4E41-AE92-8F08D916A0DE}"/>
              </a:ext>
            </a:extLst>
          </p:cNvPr>
          <p:cNvPicPr>
            <a:picLocks noChangeAspect="1"/>
          </p:cNvPicPr>
          <p:nvPr/>
        </p:nvPicPr>
        <p:blipFill>
          <a:blip r:embed="rId53" cstate="print">
            <a:extLst>
              <a:ext uri="{28A0092B-C50C-407E-A947-70E740481C1C}">
                <a14:useLocalDpi xmlns:a14="http://schemas.microsoft.com/office/drawing/2010/main" val="0"/>
              </a:ext>
            </a:extLst>
          </a:blip>
          <a:stretch>
            <a:fillRect/>
          </a:stretch>
        </p:blipFill>
        <p:spPr>
          <a:xfrm>
            <a:off x="5568758" y="4582375"/>
            <a:ext cx="443433" cy="468000"/>
          </a:xfrm>
          <a:prstGeom prst="rect">
            <a:avLst/>
          </a:prstGeom>
        </p:spPr>
      </p:pic>
      <p:pic>
        <p:nvPicPr>
          <p:cNvPr id="3833" name="图片 3832">
            <a:extLst>
              <a:ext uri="{FF2B5EF4-FFF2-40B4-BE49-F238E27FC236}">
                <a16:creationId xmlns:a16="http://schemas.microsoft.com/office/drawing/2014/main" id="{235A6953-E6BA-4091-AC7C-1114B52A7501}"/>
              </a:ext>
            </a:extLst>
          </p:cNvPr>
          <p:cNvPicPr>
            <a:picLocks noChangeAspect="1"/>
          </p:cNvPicPr>
          <p:nvPr/>
        </p:nvPicPr>
        <p:blipFill>
          <a:blip r:embed="rId54" cstate="print">
            <a:extLst>
              <a:ext uri="{28A0092B-C50C-407E-A947-70E740481C1C}">
                <a14:useLocalDpi xmlns:a14="http://schemas.microsoft.com/office/drawing/2010/main" val="0"/>
              </a:ext>
            </a:extLst>
          </a:blip>
          <a:stretch>
            <a:fillRect/>
          </a:stretch>
        </p:blipFill>
        <p:spPr>
          <a:xfrm>
            <a:off x="3640736" y="4565504"/>
            <a:ext cx="443433" cy="468000"/>
          </a:xfrm>
          <a:prstGeom prst="rect">
            <a:avLst/>
          </a:prstGeom>
        </p:spPr>
      </p:pic>
      <p:pic>
        <p:nvPicPr>
          <p:cNvPr id="3834" name="图片 3833">
            <a:extLst>
              <a:ext uri="{FF2B5EF4-FFF2-40B4-BE49-F238E27FC236}">
                <a16:creationId xmlns:a16="http://schemas.microsoft.com/office/drawing/2014/main" id="{31E81DA4-CAEB-4CCC-AC75-5C8493657D27}"/>
              </a:ext>
            </a:extLst>
          </p:cNvPr>
          <p:cNvPicPr>
            <a:picLocks noChangeAspect="1"/>
          </p:cNvPicPr>
          <p:nvPr/>
        </p:nvPicPr>
        <p:blipFill>
          <a:blip r:embed="rId55" cstate="print">
            <a:extLst>
              <a:ext uri="{28A0092B-C50C-407E-A947-70E740481C1C}">
                <a14:useLocalDpi xmlns:a14="http://schemas.microsoft.com/office/drawing/2010/main" val="0"/>
              </a:ext>
            </a:extLst>
          </a:blip>
          <a:stretch>
            <a:fillRect/>
          </a:stretch>
        </p:blipFill>
        <p:spPr>
          <a:xfrm>
            <a:off x="4121154" y="4570367"/>
            <a:ext cx="443433" cy="468000"/>
          </a:xfrm>
          <a:prstGeom prst="rect">
            <a:avLst/>
          </a:prstGeom>
        </p:spPr>
      </p:pic>
      <p:pic>
        <p:nvPicPr>
          <p:cNvPr id="3835" name="图片 3834">
            <a:extLst>
              <a:ext uri="{FF2B5EF4-FFF2-40B4-BE49-F238E27FC236}">
                <a16:creationId xmlns:a16="http://schemas.microsoft.com/office/drawing/2014/main" id="{A5F5FB13-36A5-4378-A1BF-8D1991C7199F}"/>
              </a:ext>
            </a:extLst>
          </p:cNvPr>
          <p:cNvPicPr>
            <a:picLocks noChangeAspect="1"/>
          </p:cNvPicPr>
          <p:nvPr/>
        </p:nvPicPr>
        <p:blipFill>
          <a:blip r:embed="rId56" cstate="print">
            <a:extLst>
              <a:ext uri="{28A0092B-C50C-407E-A947-70E740481C1C}">
                <a14:useLocalDpi xmlns:a14="http://schemas.microsoft.com/office/drawing/2010/main" val="0"/>
              </a:ext>
            </a:extLst>
          </a:blip>
          <a:stretch>
            <a:fillRect/>
          </a:stretch>
        </p:blipFill>
        <p:spPr>
          <a:xfrm>
            <a:off x="4607922" y="4577485"/>
            <a:ext cx="443433" cy="468000"/>
          </a:xfrm>
          <a:prstGeom prst="rect">
            <a:avLst/>
          </a:prstGeom>
        </p:spPr>
      </p:pic>
      <p:pic>
        <p:nvPicPr>
          <p:cNvPr id="3836" name="图片 3835">
            <a:extLst>
              <a:ext uri="{FF2B5EF4-FFF2-40B4-BE49-F238E27FC236}">
                <a16:creationId xmlns:a16="http://schemas.microsoft.com/office/drawing/2014/main" id="{8B28AC7A-9D2E-42D9-951C-E3DA7553BA98}"/>
              </a:ext>
            </a:extLst>
          </p:cNvPr>
          <p:cNvPicPr>
            <a:picLocks noChangeAspect="1"/>
          </p:cNvPicPr>
          <p:nvPr/>
        </p:nvPicPr>
        <p:blipFill>
          <a:blip r:embed="rId57" cstate="print">
            <a:extLst>
              <a:ext uri="{28A0092B-C50C-407E-A947-70E740481C1C}">
                <a14:useLocalDpi xmlns:a14="http://schemas.microsoft.com/office/drawing/2010/main" val="0"/>
              </a:ext>
            </a:extLst>
          </a:blip>
          <a:stretch>
            <a:fillRect/>
          </a:stretch>
        </p:blipFill>
        <p:spPr>
          <a:xfrm>
            <a:off x="5094690" y="4587246"/>
            <a:ext cx="443433" cy="468000"/>
          </a:xfrm>
          <a:prstGeom prst="rect">
            <a:avLst/>
          </a:prstGeom>
        </p:spPr>
      </p:pic>
      <p:sp>
        <p:nvSpPr>
          <p:cNvPr id="3859" name="文本框 3858">
            <a:extLst>
              <a:ext uri="{FF2B5EF4-FFF2-40B4-BE49-F238E27FC236}">
                <a16:creationId xmlns:a16="http://schemas.microsoft.com/office/drawing/2014/main" id="{8475DD6A-630D-48B0-B60A-725979B7E59A}"/>
              </a:ext>
            </a:extLst>
          </p:cNvPr>
          <p:cNvSpPr txBox="1"/>
          <p:nvPr/>
        </p:nvSpPr>
        <p:spPr>
          <a:xfrm>
            <a:off x="3896153"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860" name="文本框 3859">
            <a:extLst>
              <a:ext uri="{FF2B5EF4-FFF2-40B4-BE49-F238E27FC236}">
                <a16:creationId xmlns:a16="http://schemas.microsoft.com/office/drawing/2014/main" id="{9928C58A-50D3-46BA-A132-BC53C8727CE9}"/>
              </a:ext>
            </a:extLst>
          </p:cNvPr>
          <p:cNvSpPr txBox="1"/>
          <p:nvPr/>
        </p:nvSpPr>
        <p:spPr>
          <a:xfrm>
            <a:off x="4386331"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861" name="文本框 3860">
            <a:extLst>
              <a:ext uri="{FF2B5EF4-FFF2-40B4-BE49-F238E27FC236}">
                <a16:creationId xmlns:a16="http://schemas.microsoft.com/office/drawing/2014/main" id="{739D1BF4-4CCF-430E-98C1-94F3AF8AC21A}"/>
              </a:ext>
            </a:extLst>
          </p:cNvPr>
          <p:cNvSpPr txBox="1"/>
          <p:nvPr/>
        </p:nvSpPr>
        <p:spPr>
          <a:xfrm>
            <a:off x="4876509" y="4941710"/>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sp>
        <p:nvSpPr>
          <p:cNvPr id="3862" name="文本框 3861">
            <a:extLst>
              <a:ext uri="{FF2B5EF4-FFF2-40B4-BE49-F238E27FC236}">
                <a16:creationId xmlns:a16="http://schemas.microsoft.com/office/drawing/2014/main" id="{6EC92CD6-351D-40C2-8C57-09A48311F1AE}"/>
              </a:ext>
            </a:extLst>
          </p:cNvPr>
          <p:cNvSpPr txBox="1"/>
          <p:nvPr/>
        </p:nvSpPr>
        <p:spPr>
          <a:xfrm>
            <a:off x="5448980"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863" name="文本框 3862">
            <a:extLst>
              <a:ext uri="{FF2B5EF4-FFF2-40B4-BE49-F238E27FC236}">
                <a16:creationId xmlns:a16="http://schemas.microsoft.com/office/drawing/2014/main" id="{8144B00B-E674-4788-A823-6EAA5E5811E1}"/>
              </a:ext>
            </a:extLst>
          </p:cNvPr>
          <p:cNvSpPr txBox="1"/>
          <p:nvPr/>
        </p:nvSpPr>
        <p:spPr>
          <a:xfrm>
            <a:off x="5825839" y="4942274"/>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sp>
        <p:nvSpPr>
          <p:cNvPr id="3864" name="文本框 3863">
            <a:extLst>
              <a:ext uri="{FF2B5EF4-FFF2-40B4-BE49-F238E27FC236}">
                <a16:creationId xmlns:a16="http://schemas.microsoft.com/office/drawing/2014/main" id="{DAD66E25-5D15-473A-BFED-284251001A0C}"/>
              </a:ext>
            </a:extLst>
          </p:cNvPr>
          <p:cNvSpPr txBox="1"/>
          <p:nvPr/>
        </p:nvSpPr>
        <p:spPr>
          <a:xfrm>
            <a:off x="1651764" y="4360408"/>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 IFN-γ (Mice spleen)</a:t>
            </a:r>
            <a:endParaRPr lang="zh-CN" altLang="en-US" sz="650" dirty="0">
              <a:latin typeface="Arial" panose="020B0604020202090204" pitchFamily="34" charset="0"/>
              <a:cs typeface="Arial" panose="020B0604020202090204" pitchFamily="34" charset="0"/>
            </a:endParaRPr>
          </a:p>
        </p:txBody>
      </p:sp>
      <p:sp>
        <p:nvSpPr>
          <p:cNvPr id="3866" name="文本框 3865">
            <a:extLst>
              <a:ext uri="{FF2B5EF4-FFF2-40B4-BE49-F238E27FC236}">
                <a16:creationId xmlns:a16="http://schemas.microsoft.com/office/drawing/2014/main" id="{44FA6D03-3862-4B06-8A6C-00A1961DF7C1}"/>
              </a:ext>
            </a:extLst>
          </p:cNvPr>
          <p:cNvSpPr txBox="1"/>
          <p:nvPr/>
        </p:nvSpPr>
        <p:spPr>
          <a:xfrm>
            <a:off x="4449293" y="4375614"/>
            <a:ext cx="1330886"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 IFN-γ (Mice spleen)</a:t>
            </a:r>
            <a:endParaRPr lang="zh-CN" altLang="en-US" sz="650" dirty="0">
              <a:latin typeface="Arial" panose="020B0604020202090204" pitchFamily="34" charset="0"/>
              <a:cs typeface="Arial" panose="020B0604020202090204" pitchFamily="34" charset="0"/>
            </a:endParaRPr>
          </a:p>
        </p:txBody>
      </p:sp>
      <p:sp>
        <p:nvSpPr>
          <p:cNvPr id="3869" name="文本框 3868">
            <a:extLst>
              <a:ext uri="{FF2B5EF4-FFF2-40B4-BE49-F238E27FC236}">
                <a16:creationId xmlns:a16="http://schemas.microsoft.com/office/drawing/2014/main" id="{66FB981A-E03E-4A06-B36D-B68E89897BF0}"/>
              </a:ext>
            </a:extLst>
          </p:cNvPr>
          <p:cNvSpPr txBox="1"/>
          <p:nvPr/>
        </p:nvSpPr>
        <p:spPr>
          <a:xfrm>
            <a:off x="441185" y="7073479"/>
            <a:ext cx="281551" cy="400110"/>
          </a:xfrm>
          <a:prstGeom prst="rect">
            <a:avLst/>
          </a:prstGeom>
          <a:noFill/>
        </p:spPr>
        <p:txBody>
          <a:bodyPr wrap="square" rtlCol="0">
            <a:spAutoFit/>
          </a:bodyPr>
          <a:lstStyle>
            <a:defPPr>
              <a:defRPr lang="en-US"/>
            </a:defPPr>
            <a:lvl1pPr>
              <a:defRPr sz="800" b="1"/>
            </a:lvl1pPr>
          </a:lstStyle>
          <a:p>
            <a:r>
              <a:rPr lang="en-US" altLang="zh-CN" sz="2000" dirty="0"/>
              <a:t>h</a:t>
            </a:r>
            <a:endParaRPr lang="zh-CN" altLang="en-US" sz="2000" dirty="0"/>
          </a:p>
        </p:txBody>
      </p:sp>
      <p:sp>
        <p:nvSpPr>
          <p:cNvPr id="3870" name="文本框 3869">
            <a:extLst>
              <a:ext uri="{FF2B5EF4-FFF2-40B4-BE49-F238E27FC236}">
                <a16:creationId xmlns:a16="http://schemas.microsoft.com/office/drawing/2014/main" id="{00A56FD7-A6E1-46F6-9EE4-80DCA8EB04E4}"/>
              </a:ext>
            </a:extLst>
          </p:cNvPr>
          <p:cNvSpPr txBox="1"/>
          <p:nvPr/>
        </p:nvSpPr>
        <p:spPr>
          <a:xfrm>
            <a:off x="2593293" y="7073479"/>
            <a:ext cx="281551" cy="400110"/>
          </a:xfrm>
          <a:prstGeom prst="rect">
            <a:avLst/>
          </a:prstGeom>
          <a:noFill/>
        </p:spPr>
        <p:txBody>
          <a:bodyPr wrap="square" rtlCol="0">
            <a:spAutoFit/>
          </a:bodyPr>
          <a:lstStyle>
            <a:defPPr>
              <a:defRPr lang="en-US"/>
            </a:defPPr>
            <a:lvl1pPr>
              <a:defRPr sz="800" b="1"/>
            </a:lvl1pPr>
          </a:lstStyle>
          <a:p>
            <a:r>
              <a:rPr lang="en-US" altLang="zh-CN" sz="2000" dirty="0" err="1"/>
              <a:t>i</a:t>
            </a:r>
            <a:endParaRPr lang="zh-CN" altLang="en-US" sz="2000" dirty="0"/>
          </a:p>
        </p:txBody>
      </p:sp>
      <p:cxnSp>
        <p:nvCxnSpPr>
          <p:cNvPr id="3872" name="直接连接符 3871">
            <a:extLst>
              <a:ext uri="{FF2B5EF4-FFF2-40B4-BE49-F238E27FC236}">
                <a16:creationId xmlns:a16="http://schemas.microsoft.com/office/drawing/2014/main" id="{68FA5116-CB4D-45F3-AADC-9A63D6BCD6DA}"/>
              </a:ext>
            </a:extLst>
          </p:cNvPr>
          <p:cNvCxnSpPr>
            <a:cxnSpLocks/>
          </p:cNvCxnSpPr>
          <p:nvPr/>
        </p:nvCxnSpPr>
        <p:spPr>
          <a:xfrm>
            <a:off x="930803" y="4511477"/>
            <a:ext cx="2298566" cy="1688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3" name="直接连接符 3872">
            <a:extLst>
              <a:ext uri="{FF2B5EF4-FFF2-40B4-BE49-F238E27FC236}">
                <a16:creationId xmlns:a16="http://schemas.microsoft.com/office/drawing/2014/main" id="{A4812E54-3CA2-4F57-853A-2A9F66082F2F}"/>
              </a:ext>
            </a:extLst>
          </p:cNvPr>
          <p:cNvCxnSpPr>
            <a:cxnSpLocks/>
          </p:cNvCxnSpPr>
          <p:nvPr/>
        </p:nvCxnSpPr>
        <p:spPr>
          <a:xfrm>
            <a:off x="3760247" y="4536600"/>
            <a:ext cx="225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59" name="文本框 1158"/>
          <p:cNvSpPr txBox="1"/>
          <p:nvPr/>
        </p:nvSpPr>
        <p:spPr>
          <a:xfrm>
            <a:off x="834445" y="3029300"/>
            <a:ext cx="532430"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17.47%</a:t>
            </a:r>
            <a:endParaRPr lang="zh-CN" altLang="en-US" sz="650" dirty="0"/>
          </a:p>
        </p:txBody>
      </p:sp>
      <p:sp>
        <p:nvSpPr>
          <p:cNvPr id="1138" name="文本框 1137"/>
          <p:cNvSpPr txBox="1"/>
          <p:nvPr/>
        </p:nvSpPr>
        <p:spPr>
          <a:xfrm rot="16200000">
            <a:off x="179914" y="1764957"/>
            <a:ext cx="834464"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 PE-Cy7-A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pic>
        <p:nvPicPr>
          <p:cNvPr id="1127" name="图片 1126"/>
          <p:cNvPicPr>
            <a:picLocks noChangeAspect="1"/>
          </p:cNvPicPr>
          <p:nvPr/>
        </p:nvPicPr>
        <p:blipFill>
          <a:blip r:embed="rId58"/>
          <a:stretch>
            <a:fillRect/>
          </a:stretch>
        </p:blipFill>
        <p:spPr>
          <a:xfrm>
            <a:off x="690706" y="1538050"/>
            <a:ext cx="3007102" cy="715315"/>
          </a:xfrm>
          <a:prstGeom prst="rect">
            <a:avLst/>
          </a:prstGeom>
        </p:spPr>
      </p:pic>
      <p:sp>
        <p:nvSpPr>
          <p:cNvPr id="1129" name="Rectangle 977"/>
          <p:cNvSpPr>
            <a:spLocks noChangeArrowheads="1"/>
          </p:cNvSpPr>
          <p:nvPr/>
        </p:nvSpPr>
        <p:spPr bwMode="auto">
          <a:xfrm>
            <a:off x="842125" y="1422197"/>
            <a:ext cx="16831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650" dirty="0"/>
          </a:p>
        </p:txBody>
      </p:sp>
      <p:sp>
        <p:nvSpPr>
          <p:cNvPr id="1130" name="Rectangle 981"/>
          <p:cNvSpPr>
            <a:spLocks noChangeArrowheads="1"/>
          </p:cNvSpPr>
          <p:nvPr/>
        </p:nvSpPr>
        <p:spPr bwMode="auto">
          <a:xfrm>
            <a:off x="1345786" y="1422197"/>
            <a:ext cx="16350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LNP</a:t>
            </a:r>
            <a:endParaRPr lang="zh-CN" altLang="zh-CN" sz="650" dirty="0"/>
          </a:p>
        </p:txBody>
      </p:sp>
      <p:sp>
        <p:nvSpPr>
          <p:cNvPr id="1131" name="Rectangle 985"/>
          <p:cNvSpPr>
            <a:spLocks noChangeArrowheads="1"/>
          </p:cNvSpPr>
          <p:nvPr/>
        </p:nvSpPr>
        <p:spPr bwMode="auto">
          <a:xfrm>
            <a:off x="1863493"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sq1</a:t>
            </a:r>
            <a:endParaRPr lang="zh-CN" altLang="zh-CN" sz="650" dirty="0"/>
          </a:p>
        </p:txBody>
      </p:sp>
      <p:sp>
        <p:nvSpPr>
          <p:cNvPr id="1132" name="Rectangle 989"/>
          <p:cNvSpPr>
            <a:spLocks noChangeArrowheads="1"/>
          </p:cNvSpPr>
          <p:nvPr/>
        </p:nvSpPr>
        <p:spPr bwMode="auto">
          <a:xfrm>
            <a:off x="2345549"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650"/>
          </a:p>
        </p:txBody>
      </p:sp>
      <p:sp>
        <p:nvSpPr>
          <p:cNvPr id="1133" name="Rectangle 993"/>
          <p:cNvSpPr>
            <a:spLocks noChangeArrowheads="1"/>
          </p:cNvSpPr>
          <p:nvPr/>
        </p:nvSpPr>
        <p:spPr bwMode="auto">
          <a:xfrm>
            <a:off x="2860443"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a:t>
            </a:r>
            <a:endParaRPr lang="zh-CN" altLang="zh-CN" sz="650" dirty="0"/>
          </a:p>
        </p:txBody>
      </p:sp>
      <p:sp>
        <p:nvSpPr>
          <p:cNvPr id="1134" name="Rectangle 997"/>
          <p:cNvSpPr>
            <a:spLocks noChangeArrowheads="1"/>
          </p:cNvSpPr>
          <p:nvPr/>
        </p:nvSpPr>
        <p:spPr bwMode="auto">
          <a:xfrm>
            <a:off x="3318375"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a:t>
            </a:r>
            <a:endParaRPr lang="zh-CN" altLang="zh-CN" sz="650" dirty="0"/>
          </a:p>
        </p:txBody>
      </p:sp>
      <p:sp>
        <p:nvSpPr>
          <p:cNvPr id="1137" name="文本框 1136"/>
          <p:cNvSpPr txBox="1"/>
          <p:nvPr/>
        </p:nvSpPr>
        <p:spPr>
          <a:xfrm>
            <a:off x="1933842" y="2260534"/>
            <a:ext cx="796191"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CD4 FITC-A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149" name="文本框 1148"/>
          <p:cNvSpPr txBox="1"/>
          <p:nvPr/>
        </p:nvSpPr>
        <p:spPr>
          <a:xfrm>
            <a:off x="637819" y="1723942"/>
            <a:ext cx="451166"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3.9%</a:t>
            </a:r>
            <a:endParaRPr lang="zh-CN" altLang="en-US" sz="650" dirty="0"/>
          </a:p>
        </p:txBody>
      </p:sp>
      <p:sp>
        <p:nvSpPr>
          <p:cNvPr id="1150" name="文本框 1149"/>
          <p:cNvSpPr txBox="1"/>
          <p:nvPr/>
        </p:nvSpPr>
        <p:spPr>
          <a:xfrm>
            <a:off x="1224594" y="1723942"/>
            <a:ext cx="451166"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3.6%</a:t>
            </a:r>
            <a:endParaRPr lang="zh-CN" altLang="en-US" sz="650" dirty="0"/>
          </a:p>
        </p:txBody>
      </p:sp>
      <p:sp>
        <p:nvSpPr>
          <p:cNvPr id="1151" name="文本框 1150"/>
          <p:cNvSpPr txBox="1"/>
          <p:nvPr/>
        </p:nvSpPr>
        <p:spPr>
          <a:xfrm>
            <a:off x="1676123" y="1723942"/>
            <a:ext cx="508629"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33.8%</a:t>
            </a:r>
            <a:endParaRPr lang="zh-CN" altLang="en-US" sz="650" dirty="0"/>
          </a:p>
        </p:txBody>
      </p:sp>
      <p:sp>
        <p:nvSpPr>
          <p:cNvPr id="1152" name="文本框 1151"/>
          <p:cNvSpPr txBox="1"/>
          <p:nvPr/>
        </p:nvSpPr>
        <p:spPr>
          <a:xfrm>
            <a:off x="2128003" y="1723942"/>
            <a:ext cx="494864"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32.0%</a:t>
            </a:r>
            <a:endParaRPr lang="zh-CN" altLang="en-US" sz="650" dirty="0"/>
          </a:p>
        </p:txBody>
      </p:sp>
      <p:sp>
        <p:nvSpPr>
          <p:cNvPr id="1153" name="文本框 1152"/>
          <p:cNvSpPr txBox="1"/>
          <p:nvPr/>
        </p:nvSpPr>
        <p:spPr>
          <a:xfrm>
            <a:off x="2639383" y="1723942"/>
            <a:ext cx="494863"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52.0%</a:t>
            </a:r>
            <a:endParaRPr lang="zh-CN" altLang="en-US" sz="650" dirty="0"/>
          </a:p>
        </p:txBody>
      </p:sp>
      <p:sp>
        <p:nvSpPr>
          <p:cNvPr id="1154" name="文本框 1153"/>
          <p:cNvSpPr txBox="1"/>
          <p:nvPr/>
        </p:nvSpPr>
        <p:spPr>
          <a:xfrm>
            <a:off x="3153592" y="1723942"/>
            <a:ext cx="508629"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58.5%</a:t>
            </a:r>
            <a:endParaRPr lang="zh-CN" altLang="en-US" sz="650" dirty="0"/>
          </a:p>
        </p:txBody>
      </p:sp>
      <p:sp>
        <p:nvSpPr>
          <p:cNvPr id="1156" name="文本框 1155"/>
          <p:cNvSpPr txBox="1"/>
          <p:nvPr/>
        </p:nvSpPr>
        <p:spPr>
          <a:xfrm rot="16200000">
            <a:off x="80558" y="2729487"/>
            <a:ext cx="1034588"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CD62L-PE-A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pic>
        <p:nvPicPr>
          <p:cNvPr id="1128" name="图片 1127"/>
          <p:cNvPicPr>
            <a:picLocks noChangeAspect="1"/>
          </p:cNvPicPr>
          <p:nvPr/>
        </p:nvPicPr>
        <p:blipFill>
          <a:blip r:embed="rId59"/>
          <a:stretch>
            <a:fillRect/>
          </a:stretch>
        </p:blipFill>
        <p:spPr>
          <a:xfrm>
            <a:off x="687438" y="2612242"/>
            <a:ext cx="3006000" cy="768926"/>
          </a:xfrm>
          <a:prstGeom prst="rect">
            <a:avLst/>
          </a:prstGeom>
        </p:spPr>
      </p:pic>
      <p:sp>
        <p:nvSpPr>
          <p:cNvPr id="1155" name="文本框 1154"/>
          <p:cNvSpPr txBox="1"/>
          <p:nvPr/>
        </p:nvSpPr>
        <p:spPr>
          <a:xfrm>
            <a:off x="1876907" y="3337984"/>
            <a:ext cx="883069" cy="192360"/>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CD44 BV510-A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160" name="文本框 1159"/>
          <p:cNvSpPr txBox="1"/>
          <p:nvPr/>
        </p:nvSpPr>
        <p:spPr>
          <a:xfrm>
            <a:off x="1300891" y="3029300"/>
            <a:ext cx="544391"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14.29%</a:t>
            </a:r>
            <a:endParaRPr lang="zh-CN" altLang="en-US" sz="650" dirty="0"/>
          </a:p>
        </p:txBody>
      </p:sp>
      <p:sp>
        <p:nvSpPr>
          <p:cNvPr id="1161" name="文本框 1160"/>
          <p:cNvSpPr txBox="1"/>
          <p:nvPr/>
        </p:nvSpPr>
        <p:spPr>
          <a:xfrm>
            <a:off x="1749776"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91.34%</a:t>
            </a:r>
            <a:endParaRPr lang="zh-CN" altLang="en-US" sz="650" dirty="0"/>
          </a:p>
        </p:txBody>
      </p:sp>
      <p:sp>
        <p:nvSpPr>
          <p:cNvPr id="1162" name="文本框 1161"/>
          <p:cNvSpPr txBox="1"/>
          <p:nvPr/>
        </p:nvSpPr>
        <p:spPr>
          <a:xfrm>
            <a:off x="2282716" y="3029300"/>
            <a:ext cx="544391"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91.13%</a:t>
            </a:r>
            <a:endParaRPr lang="zh-CN" altLang="en-US" sz="650" dirty="0"/>
          </a:p>
        </p:txBody>
      </p:sp>
      <p:sp>
        <p:nvSpPr>
          <p:cNvPr id="1163" name="文本框 1162"/>
          <p:cNvSpPr txBox="1"/>
          <p:nvPr/>
        </p:nvSpPr>
        <p:spPr>
          <a:xfrm>
            <a:off x="2776515"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95.35%</a:t>
            </a:r>
            <a:endParaRPr lang="zh-CN" altLang="en-US" sz="650" dirty="0"/>
          </a:p>
        </p:txBody>
      </p:sp>
      <p:sp>
        <p:nvSpPr>
          <p:cNvPr id="8" name="文本框 7"/>
          <p:cNvSpPr txBox="1"/>
          <p:nvPr/>
        </p:nvSpPr>
        <p:spPr>
          <a:xfrm>
            <a:off x="441185" y="1172613"/>
            <a:ext cx="281551" cy="400110"/>
          </a:xfrm>
          <a:prstGeom prst="rect">
            <a:avLst/>
          </a:prstGeom>
          <a:noFill/>
        </p:spPr>
        <p:txBody>
          <a:bodyPr wrap="square" rtlCol="0">
            <a:spAutoFit/>
          </a:bodyPr>
          <a:lstStyle>
            <a:defPPr>
              <a:defRPr lang="en-US"/>
            </a:defPPr>
            <a:lvl1pPr>
              <a:defRPr sz="800" b="1"/>
            </a:lvl1pPr>
          </a:lstStyle>
          <a:p>
            <a:r>
              <a:rPr lang="en-US" altLang="zh-CN" sz="2000" dirty="0"/>
              <a:t>b</a:t>
            </a:r>
            <a:endParaRPr lang="zh-CN" altLang="en-US" sz="2000" dirty="0"/>
          </a:p>
        </p:txBody>
      </p:sp>
      <p:sp>
        <p:nvSpPr>
          <p:cNvPr id="20" name="文本框 19"/>
          <p:cNvSpPr txBox="1"/>
          <p:nvPr/>
        </p:nvSpPr>
        <p:spPr>
          <a:xfrm>
            <a:off x="441185" y="2216439"/>
            <a:ext cx="281551" cy="400110"/>
          </a:xfrm>
          <a:prstGeom prst="rect">
            <a:avLst/>
          </a:prstGeom>
          <a:noFill/>
        </p:spPr>
        <p:txBody>
          <a:bodyPr wrap="square" rtlCol="0">
            <a:spAutoFit/>
          </a:bodyPr>
          <a:lstStyle>
            <a:defPPr>
              <a:defRPr lang="en-US"/>
            </a:defPPr>
            <a:lvl1pPr>
              <a:defRPr sz="800" b="1"/>
            </a:lvl1pPr>
          </a:lstStyle>
          <a:p>
            <a:r>
              <a:rPr lang="en-US" altLang="zh-CN" sz="2000" dirty="0"/>
              <a:t>c</a:t>
            </a:r>
            <a:endParaRPr lang="zh-CN" altLang="en-US" sz="2000" dirty="0"/>
          </a:p>
        </p:txBody>
      </p:sp>
      <p:sp>
        <p:nvSpPr>
          <p:cNvPr id="1203" name="Rectangle 977">
            <a:extLst>
              <a:ext uri="{FF2B5EF4-FFF2-40B4-BE49-F238E27FC236}">
                <a16:creationId xmlns:a16="http://schemas.microsoft.com/office/drawing/2014/main" id="{E6392FC4-4112-444C-8DF6-4ACCB83C3EEB}"/>
              </a:ext>
            </a:extLst>
          </p:cNvPr>
          <p:cNvSpPr>
            <a:spLocks noChangeArrowheads="1"/>
          </p:cNvSpPr>
          <p:nvPr/>
        </p:nvSpPr>
        <p:spPr bwMode="auto">
          <a:xfrm>
            <a:off x="835775" y="2488997"/>
            <a:ext cx="16831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650" dirty="0"/>
          </a:p>
        </p:txBody>
      </p:sp>
      <p:sp>
        <p:nvSpPr>
          <p:cNvPr id="1204" name="Rectangle 981">
            <a:extLst>
              <a:ext uri="{FF2B5EF4-FFF2-40B4-BE49-F238E27FC236}">
                <a16:creationId xmlns:a16="http://schemas.microsoft.com/office/drawing/2014/main" id="{16ED33B5-C305-4A00-A19A-9BCE98B866BD}"/>
              </a:ext>
            </a:extLst>
          </p:cNvPr>
          <p:cNvSpPr>
            <a:spLocks noChangeArrowheads="1"/>
          </p:cNvSpPr>
          <p:nvPr/>
        </p:nvSpPr>
        <p:spPr bwMode="auto">
          <a:xfrm>
            <a:off x="1339436" y="2488997"/>
            <a:ext cx="16350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LNP</a:t>
            </a:r>
            <a:endParaRPr lang="zh-CN" altLang="zh-CN" sz="650" dirty="0"/>
          </a:p>
        </p:txBody>
      </p:sp>
      <p:sp>
        <p:nvSpPr>
          <p:cNvPr id="1205" name="Rectangle 985">
            <a:extLst>
              <a:ext uri="{FF2B5EF4-FFF2-40B4-BE49-F238E27FC236}">
                <a16:creationId xmlns:a16="http://schemas.microsoft.com/office/drawing/2014/main" id="{549ECD1E-A26D-4B78-96CE-C9BEBE642A83}"/>
              </a:ext>
            </a:extLst>
          </p:cNvPr>
          <p:cNvSpPr>
            <a:spLocks noChangeArrowheads="1"/>
          </p:cNvSpPr>
          <p:nvPr/>
        </p:nvSpPr>
        <p:spPr bwMode="auto">
          <a:xfrm>
            <a:off x="1857143"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sq1</a:t>
            </a:r>
            <a:endParaRPr lang="zh-CN" altLang="zh-CN" sz="650" dirty="0"/>
          </a:p>
        </p:txBody>
      </p:sp>
      <p:sp>
        <p:nvSpPr>
          <p:cNvPr id="1206" name="Rectangle 989">
            <a:extLst>
              <a:ext uri="{FF2B5EF4-FFF2-40B4-BE49-F238E27FC236}">
                <a16:creationId xmlns:a16="http://schemas.microsoft.com/office/drawing/2014/main" id="{AB2020A3-9CB9-47D5-AEC8-B8BA4D70EE45}"/>
              </a:ext>
            </a:extLst>
          </p:cNvPr>
          <p:cNvSpPr>
            <a:spLocks noChangeArrowheads="1"/>
          </p:cNvSpPr>
          <p:nvPr/>
        </p:nvSpPr>
        <p:spPr bwMode="auto">
          <a:xfrm>
            <a:off x="2339199"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650"/>
          </a:p>
        </p:txBody>
      </p:sp>
      <p:sp>
        <p:nvSpPr>
          <p:cNvPr id="1207" name="Rectangle 993">
            <a:extLst>
              <a:ext uri="{FF2B5EF4-FFF2-40B4-BE49-F238E27FC236}">
                <a16:creationId xmlns:a16="http://schemas.microsoft.com/office/drawing/2014/main" id="{BC29F872-8F0E-4322-87B5-238EC8137A2A}"/>
              </a:ext>
            </a:extLst>
          </p:cNvPr>
          <p:cNvSpPr>
            <a:spLocks noChangeArrowheads="1"/>
          </p:cNvSpPr>
          <p:nvPr/>
        </p:nvSpPr>
        <p:spPr bwMode="auto">
          <a:xfrm>
            <a:off x="2854093"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a:t>
            </a:r>
            <a:endParaRPr lang="zh-CN" altLang="zh-CN" sz="650" dirty="0"/>
          </a:p>
        </p:txBody>
      </p:sp>
      <p:sp>
        <p:nvSpPr>
          <p:cNvPr id="1208" name="Rectangle 997">
            <a:extLst>
              <a:ext uri="{FF2B5EF4-FFF2-40B4-BE49-F238E27FC236}">
                <a16:creationId xmlns:a16="http://schemas.microsoft.com/office/drawing/2014/main" id="{9FB90BAC-0CAB-462C-B7F9-0993CF977A78}"/>
              </a:ext>
            </a:extLst>
          </p:cNvPr>
          <p:cNvSpPr>
            <a:spLocks noChangeArrowheads="1"/>
          </p:cNvSpPr>
          <p:nvPr/>
        </p:nvSpPr>
        <p:spPr bwMode="auto">
          <a:xfrm>
            <a:off x="3312025"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a:t>
            </a:r>
            <a:endParaRPr lang="zh-CN" altLang="zh-CN" sz="650" dirty="0"/>
          </a:p>
        </p:txBody>
      </p:sp>
      <p:cxnSp>
        <p:nvCxnSpPr>
          <p:cNvPr id="13" name="直接箭头连接符 12">
            <a:extLst>
              <a:ext uri="{FF2B5EF4-FFF2-40B4-BE49-F238E27FC236}">
                <a16:creationId xmlns:a16="http://schemas.microsoft.com/office/drawing/2014/main" id="{62F291EB-205B-4731-8C84-F60A06767300}"/>
              </a:ext>
            </a:extLst>
          </p:cNvPr>
          <p:cNvCxnSpPr>
            <a:cxnSpLocks/>
          </p:cNvCxnSpPr>
          <p:nvPr/>
        </p:nvCxnSpPr>
        <p:spPr>
          <a:xfrm flipV="1">
            <a:off x="644648" y="2248189"/>
            <a:ext cx="2839773"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09" name="直接箭头连接符 1208">
            <a:extLst>
              <a:ext uri="{FF2B5EF4-FFF2-40B4-BE49-F238E27FC236}">
                <a16:creationId xmlns:a16="http://schemas.microsoft.com/office/drawing/2014/main" id="{7B9B234C-F6B1-4545-BA84-CF7A82D5B9A3}"/>
              </a:ext>
            </a:extLst>
          </p:cNvPr>
          <p:cNvCxnSpPr>
            <a:cxnSpLocks/>
          </p:cNvCxnSpPr>
          <p:nvPr/>
        </p:nvCxnSpPr>
        <p:spPr>
          <a:xfrm rot="16200000">
            <a:off x="288805" y="1891694"/>
            <a:ext cx="720000"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2" name="直接箭头连接符 1211">
            <a:extLst>
              <a:ext uri="{FF2B5EF4-FFF2-40B4-BE49-F238E27FC236}">
                <a16:creationId xmlns:a16="http://schemas.microsoft.com/office/drawing/2014/main" id="{ACACE797-24B4-4F6D-BA8C-3D8F24EEB371}"/>
              </a:ext>
            </a:extLst>
          </p:cNvPr>
          <p:cNvCxnSpPr>
            <a:cxnSpLocks/>
          </p:cNvCxnSpPr>
          <p:nvPr/>
        </p:nvCxnSpPr>
        <p:spPr>
          <a:xfrm flipV="1">
            <a:off x="639051" y="3359171"/>
            <a:ext cx="2839773"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3" name="直接箭头连接符 1212">
            <a:extLst>
              <a:ext uri="{FF2B5EF4-FFF2-40B4-BE49-F238E27FC236}">
                <a16:creationId xmlns:a16="http://schemas.microsoft.com/office/drawing/2014/main" id="{C7422E88-DEFC-4A9E-B215-57BA5B028E39}"/>
              </a:ext>
            </a:extLst>
          </p:cNvPr>
          <p:cNvCxnSpPr>
            <a:cxnSpLocks/>
          </p:cNvCxnSpPr>
          <p:nvPr/>
        </p:nvCxnSpPr>
        <p:spPr>
          <a:xfrm rot="16200000">
            <a:off x="283208" y="3002676"/>
            <a:ext cx="720000"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15" name="Text 10">
            <a:extLst>
              <a:ext uri="{FF2B5EF4-FFF2-40B4-BE49-F238E27FC236}">
                <a16:creationId xmlns:a16="http://schemas.microsoft.com/office/drawing/2014/main" id="{86702B48-84F7-46B7-AF4D-DEDAC50BB3EE}"/>
              </a:ext>
            </a:extLst>
          </p:cNvPr>
          <p:cNvSpPr/>
          <p:nvPr/>
        </p:nvSpPr>
        <p:spPr>
          <a:xfrm>
            <a:off x="5439868" y="5585574"/>
            <a:ext cx="358631" cy="9599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Day50</a:t>
            </a:r>
          </a:p>
        </p:txBody>
      </p:sp>
      <p:grpSp>
        <p:nvGrpSpPr>
          <p:cNvPr id="2" name="组合 1">
            <a:extLst>
              <a:ext uri="{FF2B5EF4-FFF2-40B4-BE49-F238E27FC236}">
                <a16:creationId xmlns:a16="http://schemas.microsoft.com/office/drawing/2014/main" id="{EE0901E8-85E0-42EE-BC54-252185FEADD4}"/>
              </a:ext>
            </a:extLst>
          </p:cNvPr>
          <p:cNvGrpSpPr/>
          <p:nvPr/>
        </p:nvGrpSpPr>
        <p:grpSpPr>
          <a:xfrm>
            <a:off x="768954" y="315698"/>
            <a:ext cx="5351006" cy="872012"/>
            <a:chOff x="768954" y="315698"/>
            <a:chExt cx="5351006" cy="872012"/>
          </a:xfrm>
        </p:grpSpPr>
        <p:pic>
          <p:nvPicPr>
            <p:cNvPr id="1943" name="Image 0" descr="preencoded.png"/>
            <p:cNvPicPr>
              <a:picLocks noChangeAspect="1"/>
            </p:cNvPicPr>
            <p:nvPr>
              <p:custDataLst>
                <p:tags r:id="rId1"/>
              </p:custDataLst>
            </p:nvPr>
          </p:nvPicPr>
          <p:blipFill>
            <a:blip r:embed="rId60"/>
            <a:stretch>
              <a:fillRect/>
            </a:stretch>
          </p:blipFill>
          <p:spPr>
            <a:xfrm>
              <a:off x="852804" y="511706"/>
              <a:ext cx="697946" cy="327897"/>
            </a:xfrm>
            <a:prstGeom prst="rect">
              <a:avLst/>
            </a:prstGeom>
          </p:spPr>
        </p:pic>
        <p:pic>
          <p:nvPicPr>
            <p:cNvPr id="1944" name="Image 1" descr="preencoded.png"/>
            <p:cNvPicPr>
              <a:picLocks noChangeAspect="1"/>
            </p:cNvPicPr>
            <p:nvPr>
              <p:custDataLst>
                <p:tags r:id="rId2"/>
              </p:custDataLst>
            </p:nvPr>
          </p:nvPicPr>
          <p:blipFill>
            <a:blip r:embed="rId61"/>
            <a:stretch>
              <a:fillRect/>
            </a:stretch>
          </p:blipFill>
          <p:spPr>
            <a:xfrm>
              <a:off x="2034096" y="315698"/>
              <a:ext cx="289544" cy="327897"/>
            </a:xfrm>
            <a:prstGeom prst="rect">
              <a:avLst/>
            </a:prstGeom>
          </p:spPr>
        </p:pic>
        <p:pic>
          <p:nvPicPr>
            <p:cNvPr id="1945" name="Image 2" descr="preencoded.png"/>
            <p:cNvPicPr>
              <a:picLocks noChangeAspect="1"/>
            </p:cNvPicPr>
            <p:nvPr>
              <p:custDataLst>
                <p:tags r:id="rId3"/>
              </p:custDataLst>
            </p:nvPr>
          </p:nvPicPr>
          <p:blipFill>
            <a:blip r:embed="rId61"/>
            <a:stretch>
              <a:fillRect/>
            </a:stretch>
          </p:blipFill>
          <p:spPr>
            <a:xfrm>
              <a:off x="3760337" y="341859"/>
              <a:ext cx="289544" cy="327897"/>
            </a:xfrm>
            <a:prstGeom prst="rect">
              <a:avLst/>
            </a:prstGeom>
          </p:spPr>
        </p:pic>
        <p:pic>
          <p:nvPicPr>
            <p:cNvPr id="1946" name="Image 3" descr="preencoded.png"/>
            <p:cNvPicPr>
              <a:picLocks noChangeAspect="1"/>
            </p:cNvPicPr>
            <p:nvPr>
              <p:custDataLst>
                <p:tags r:id="rId4"/>
              </p:custDataLst>
            </p:nvPr>
          </p:nvPicPr>
          <p:blipFill>
            <a:blip r:embed="rId62"/>
            <a:stretch>
              <a:fillRect/>
            </a:stretch>
          </p:blipFill>
          <p:spPr>
            <a:xfrm>
              <a:off x="2798861" y="341860"/>
              <a:ext cx="289544" cy="327896"/>
            </a:xfrm>
            <a:prstGeom prst="rect">
              <a:avLst/>
            </a:prstGeom>
          </p:spPr>
        </p:pic>
        <p:pic>
          <p:nvPicPr>
            <p:cNvPr id="1947" name="Image 4" descr="preencoded.png"/>
            <p:cNvPicPr>
              <a:picLocks noChangeAspect="1"/>
            </p:cNvPicPr>
            <p:nvPr>
              <p:custDataLst>
                <p:tags r:id="rId5"/>
              </p:custDataLst>
            </p:nvPr>
          </p:nvPicPr>
          <p:blipFill>
            <a:blip r:embed="rId63"/>
            <a:stretch>
              <a:fillRect/>
            </a:stretch>
          </p:blipFill>
          <p:spPr>
            <a:xfrm>
              <a:off x="5434647" y="566285"/>
              <a:ext cx="180104" cy="452260"/>
            </a:xfrm>
            <a:prstGeom prst="rect">
              <a:avLst/>
            </a:prstGeom>
          </p:spPr>
        </p:pic>
        <p:pic>
          <p:nvPicPr>
            <p:cNvPr id="1948" name="Image 5" descr="preencoded.png"/>
            <p:cNvPicPr>
              <a:picLocks noChangeAspect="1"/>
            </p:cNvPicPr>
            <p:nvPr>
              <p:custDataLst>
                <p:tags r:id="rId6"/>
              </p:custDataLst>
            </p:nvPr>
          </p:nvPicPr>
          <p:blipFill>
            <a:blip r:embed="rId64"/>
            <a:stretch>
              <a:fillRect/>
            </a:stretch>
          </p:blipFill>
          <p:spPr>
            <a:xfrm>
              <a:off x="5691856" y="566285"/>
              <a:ext cx="103753" cy="401015"/>
            </a:xfrm>
            <a:prstGeom prst="rect">
              <a:avLst/>
            </a:prstGeom>
          </p:spPr>
        </p:pic>
        <p:pic>
          <p:nvPicPr>
            <p:cNvPr id="1949" name="Image 13" descr="preencoded.png"/>
            <p:cNvPicPr>
              <a:picLocks noChangeAspect="1"/>
            </p:cNvPicPr>
            <p:nvPr>
              <p:custDataLst>
                <p:tags r:id="rId7"/>
              </p:custDataLst>
            </p:nvPr>
          </p:nvPicPr>
          <p:blipFill>
            <a:blip r:embed="rId65"/>
            <a:stretch>
              <a:fillRect/>
            </a:stretch>
          </p:blipFill>
          <p:spPr>
            <a:xfrm>
              <a:off x="1638846" y="719000"/>
              <a:ext cx="3780000" cy="119470"/>
            </a:xfrm>
            <a:prstGeom prst="rect">
              <a:avLst/>
            </a:prstGeom>
          </p:spPr>
        </p:pic>
        <p:sp>
          <p:nvSpPr>
            <p:cNvPr id="1950" name="Text 0"/>
            <p:cNvSpPr/>
            <p:nvPr/>
          </p:nvSpPr>
          <p:spPr>
            <a:xfrm>
              <a:off x="1878678" y="644406"/>
              <a:ext cx="241989" cy="52944"/>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Day 0</a:t>
              </a:r>
              <a:endParaRPr lang="en-US" sz="650" dirty="0"/>
            </a:p>
          </p:txBody>
        </p:sp>
        <p:sp>
          <p:nvSpPr>
            <p:cNvPr id="1951" name="Text 1"/>
            <p:cNvSpPr/>
            <p:nvPr/>
          </p:nvSpPr>
          <p:spPr>
            <a:xfrm>
              <a:off x="2775573" y="656694"/>
              <a:ext cx="211125" cy="104411"/>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Day7</a:t>
              </a:r>
            </a:p>
          </p:txBody>
        </p:sp>
        <p:sp>
          <p:nvSpPr>
            <p:cNvPr id="1952" name="Text 2"/>
            <p:cNvSpPr/>
            <p:nvPr/>
          </p:nvSpPr>
          <p:spPr>
            <a:xfrm>
              <a:off x="3702962" y="664848"/>
              <a:ext cx="263907" cy="97840"/>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Day14</a:t>
              </a:r>
            </a:p>
          </p:txBody>
        </p:sp>
        <p:pic>
          <p:nvPicPr>
            <p:cNvPr id="1953" name="Image 14" descr="preencoded.png"/>
            <p:cNvPicPr>
              <a:picLocks noChangeAspect="1"/>
            </p:cNvPicPr>
            <p:nvPr>
              <p:custDataLst>
                <p:tags r:id="rId8"/>
              </p:custDataLst>
            </p:nvPr>
          </p:nvPicPr>
          <p:blipFill>
            <a:blip r:embed="rId66"/>
            <a:stretch>
              <a:fillRect/>
            </a:stretch>
          </p:blipFill>
          <p:spPr>
            <a:xfrm flipV="1">
              <a:off x="1876991" y="946110"/>
              <a:ext cx="1979451" cy="154596"/>
            </a:xfrm>
            <a:prstGeom prst="rect">
              <a:avLst/>
            </a:prstGeom>
          </p:spPr>
        </p:pic>
        <p:pic>
          <p:nvPicPr>
            <p:cNvPr id="1954" name="Image 15" descr="preencoded.png"/>
            <p:cNvPicPr>
              <a:picLocks noChangeAspect="1"/>
            </p:cNvPicPr>
            <p:nvPr>
              <p:custDataLst>
                <p:tags r:id="rId9"/>
              </p:custDataLst>
            </p:nvPr>
          </p:nvPicPr>
          <p:blipFill>
            <a:blip r:embed="rId36"/>
            <a:stretch>
              <a:fillRect/>
            </a:stretch>
          </p:blipFill>
          <p:spPr>
            <a:xfrm>
              <a:off x="1934480" y="781245"/>
              <a:ext cx="48991" cy="261552"/>
            </a:xfrm>
            <a:prstGeom prst="rect">
              <a:avLst/>
            </a:prstGeom>
          </p:spPr>
        </p:pic>
        <p:sp>
          <p:nvSpPr>
            <p:cNvPr id="1956" name="Text 4"/>
            <p:cNvSpPr/>
            <p:nvPr/>
          </p:nvSpPr>
          <p:spPr>
            <a:xfrm>
              <a:off x="4257254" y="1018546"/>
              <a:ext cx="739494" cy="169164"/>
            </a:xfrm>
            <a:prstGeom prst="rect">
              <a:avLst/>
            </a:prstGeom>
            <a:noFill/>
          </p:spPr>
          <p:txBody>
            <a:bodyPr wrap="square" lIns="0" tIns="0" rIns="0" bIns="0" rtlCol="0" anchor="t"/>
            <a:lstStyle/>
            <a:p>
              <a:pPr algn="ctr">
                <a:lnSpc>
                  <a:spcPct val="98000"/>
                </a:lnSpc>
              </a:pPr>
              <a:r>
                <a:rPr lang="en-US" altLang="zh-CN" sz="650" b="1" dirty="0">
                  <a:solidFill>
                    <a:srgbClr val="000000"/>
                  </a:solidFill>
                  <a:latin typeface="Arial" panose="020B0604020202090204" pitchFamily="34" charset="0"/>
                  <a:cs typeface="Arial" panose="020B0604020202090204" pitchFamily="34" charset="0"/>
                </a:rPr>
                <a:t>Sacrifice</a:t>
              </a:r>
            </a:p>
          </p:txBody>
        </p:sp>
        <p:pic>
          <p:nvPicPr>
            <p:cNvPr id="1957" name="Image 15" descr="preencoded.png"/>
            <p:cNvPicPr>
              <a:picLocks noChangeAspect="1"/>
            </p:cNvPicPr>
            <p:nvPr>
              <p:custDataLst>
                <p:tags r:id="rId10"/>
              </p:custDataLst>
            </p:nvPr>
          </p:nvPicPr>
          <p:blipFill>
            <a:blip r:embed="rId36"/>
            <a:stretch>
              <a:fillRect/>
            </a:stretch>
          </p:blipFill>
          <p:spPr>
            <a:xfrm>
              <a:off x="2851968" y="786449"/>
              <a:ext cx="48991" cy="261552"/>
            </a:xfrm>
            <a:prstGeom prst="rect">
              <a:avLst/>
            </a:prstGeom>
          </p:spPr>
        </p:pic>
        <p:pic>
          <p:nvPicPr>
            <p:cNvPr id="1958" name="Image 15" descr="preencoded.png"/>
            <p:cNvPicPr>
              <a:picLocks noChangeAspect="1"/>
            </p:cNvPicPr>
            <p:nvPr>
              <p:custDataLst>
                <p:tags r:id="rId11"/>
              </p:custDataLst>
            </p:nvPr>
          </p:nvPicPr>
          <p:blipFill>
            <a:blip r:embed="rId36"/>
            <a:stretch>
              <a:fillRect/>
            </a:stretch>
          </p:blipFill>
          <p:spPr>
            <a:xfrm>
              <a:off x="3753855" y="767087"/>
              <a:ext cx="48991" cy="261552"/>
            </a:xfrm>
            <a:prstGeom prst="rect">
              <a:avLst/>
            </a:prstGeom>
          </p:spPr>
        </p:pic>
        <p:pic>
          <p:nvPicPr>
            <p:cNvPr id="1959" name="Image 15" descr="preencoded.png"/>
            <p:cNvPicPr>
              <a:picLocks noChangeAspect="1"/>
            </p:cNvPicPr>
            <p:nvPr>
              <p:custDataLst>
                <p:tags r:id="rId12"/>
              </p:custDataLst>
            </p:nvPr>
          </p:nvPicPr>
          <p:blipFill>
            <a:blip r:embed="rId36"/>
            <a:stretch>
              <a:fillRect/>
            </a:stretch>
          </p:blipFill>
          <p:spPr>
            <a:xfrm>
              <a:off x="4627000" y="767319"/>
              <a:ext cx="48991" cy="261552"/>
            </a:xfrm>
            <a:prstGeom prst="rect">
              <a:avLst/>
            </a:prstGeom>
          </p:spPr>
        </p:pic>
        <p:sp>
          <p:nvSpPr>
            <p:cNvPr id="1960" name="Text 2"/>
            <p:cNvSpPr/>
            <p:nvPr/>
          </p:nvSpPr>
          <p:spPr>
            <a:xfrm>
              <a:off x="4536242" y="658251"/>
              <a:ext cx="292312" cy="88463"/>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Day21</a:t>
              </a:r>
            </a:p>
          </p:txBody>
        </p:sp>
        <p:sp>
          <p:nvSpPr>
            <p:cNvPr id="2109" name="Text 4"/>
            <p:cNvSpPr/>
            <p:nvPr/>
          </p:nvSpPr>
          <p:spPr>
            <a:xfrm>
              <a:off x="768954" y="866319"/>
              <a:ext cx="894724" cy="136616"/>
            </a:xfrm>
            <a:prstGeom prst="rect">
              <a:avLst/>
            </a:prstGeom>
            <a:noFill/>
          </p:spPr>
          <p:txBody>
            <a:bodyPr wrap="square" lIns="0" tIns="0" rIns="0" bIns="0" rtlCol="0" anchor="t"/>
            <a:lstStyle/>
            <a:p>
              <a:pPr algn="ctr">
                <a:lnSpc>
                  <a:spcPct val="98000"/>
                </a:lnSpc>
              </a:pPr>
              <a:r>
                <a:rPr lang="en-US" sz="650" dirty="0">
                  <a:solidFill>
                    <a:srgbClr val="000000"/>
                  </a:solidFill>
                  <a:latin typeface="Arial" panose="020B0604020202090204" pitchFamily="34" charset="0"/>
                  <a:cs typeface="Arial" panose="020B0604020202090204" pitchFamily="34" charset="0"/>
                </a:rPr>
                <a:t>B-HLA*A 24:02 M</a:t>
              </a:r>
              <a:r>
                <a:rPr lang="en-US" altLang="zh-CN" sz="650" dirty="0">
                  <a:solidFill>
                    <a:srgbClr val="000000"/>
                  </a:solidFill>
                  <a:latin typeface="Arial" panose="020B0604020202090204" pitchFamily="34" charset="0"/>
                  <a:cs typeface="Arial" panose="020B0604020202090204" pitchFamily="34" charset="0"/>
                </a:rPr>
                <a:t>ice</a:t>
              </a:r>
              <a:endParaRPr lang="en-US" sz="650" dirty="0">
                <a:solidFill>
                  <a:srgbClr val="000000"/>
                </a:solidFill>
                <a:latin typeface="Arial" panose="020B0604020202090204" pitchFamily="34" charset="0"/>
                <a:cs typeface="Arial" panose="020B0604020202090204" pitchFamily="34" charset="0"/>
              </a:endParaRPr>
            </a:p>
          </p:txBody>
        </p:sp>
        <p:sp>
          <p:nvSpPr>
            <p:cNvPr id="1055" name="Text 4">
              <a:extLst>
                <a:ext uri="{FF2B5EF4-FFF2-40B4-BE49-F238E27FC236}">
                  <a16:creationId xmlns:a16="http://schemas.microsoft.com/office/drawing/2014/main" id="{69318EF0-C4CD-4CAF-BF8E-4D064AF8AE2C}"/>
                </a:ext>
              </a:extLst>
            </p:cNvPr>
            <p:cNvSpPr/>
            <p:nvPr/>
          </p:nvSpPr>
          <p:spPr>
            <a:xfrm>
              <a:off x="5380466" y="1018546"/>
              <a:ext cx="739494" cy="169164"/>
            </a:xfrm>
            <a:prstGeom prst="rect">
              <a:avLst/>
            </a:prstGeom>
            <a:noFill/>
          </p:spPr>
          <p:txBody>
            <a:bodyPr wrap="square" lIns="0" tIns="0" rIns="0" bIns="0" rtlCol="0" anchor="t"/>
            <a:lstStyle/>
            <a:p>
              <a:pPr algn="ctr">
                <a:lnSpc>
                  <a:spcPct val="98000"/>
                </a:lnSpc>
              </a:pPr>
              <a:r>
                <a:rPr lang="en-US" altLang="zh-CN" sz="650" b="1" dirty="0">
                  <a:solidFill>
                    <a:srgbClr val="000000"/>
                  </a:solidFill>
                  <a:latin typeface="Arial" panose="020B0604020202090204" pitchFamily="34" charset="0"/>
                  <a:cs typeface="Arial" panose="020B0604020202090204" pitchFamily="34" charset="0"/>
                </a:rPr>
                <a:t>analysis</a:t>
              </a:r>
            </a:p>
          </p:txBody>
        </p:sp>
        <p:pic>
          <p:nvPicPr>
            <p:cNvPr id="1056" name="图片 1055">
              <a:extLst>
                <a:ext uri="{FF2B5EF4-FFF2-40B4-BE49-F238E27FC236}">
                  <a16:creationId xmlns:a16="http://schemas.microsoft.com/office/drawing/2014/main" id="{06484449-C0B2-4253-8E18-B941B4818842}"/>
                </a:ext>
              </a:extLst>
            </p:cNvPr>
            <p:cNvPicPr>
              <a:picLocks noChangeAspect="1"/>
            </p:cNvPicPr>
            <p:nvPr/>
          </p:nvPicPr>
          <p:blipFill rotWithShape="1">
            <a:blip r:embed="rId67"/>
            <a:srcRect l="29856" t="46424" r="33740" b="27015"/>
            <a:stretch/>
          </p:blipFill>
          <p:spPr>
            <a:xfrm rot="16200000">
              <a:off x="5722546" y="636692"/>
              <a:ext cx="541402" cy="216679"/>
            </a:xfrm>
            <a:prstGeom prst="rect">
              <a:avLst/>
            </a:prstGeom>
          </p:spPr>
        </p:pic>
      </p:grpSp>
      <p:sp>
        <p:nvSpPr>
          <p:cNvPr id="1057" name="Line 4070">
            <a:extLst>
              <a:ext uri="{FF2B5EF4-FFF2-40B4-BE49-F238E27FC236}">
                <a16:creationId xmlns:a16="http://schemas.microsoft.com/office/drawing/2014/main" id="{3AA1E3CE-447E-437B-B2FE-250834304216}"/>
              </a:ext>
            </a:extLst>
          </p:cNvPr>
          <p:cNvSpPr>
            <a:spLocks noChangeShapeType="1"/>
          </p:cNvSpPr>
          <p:nvPr/>
        </p:nvSpPr>
        <p:spPr bwMode="auto">
          <a:xfrm>
            <a:off x="2259008" y="6372081"/>
            <a:ext cx="54371"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58" name="Oval 4071">
            <a:extLst>
              <a:ext uri="{FF2B5EF4-FFF2-40B4-BE49-F238E27FC236}">
                <a16:creationId xmlns:a16="http://schemas.microsoft.com/office/drawing/2014/main" id="{7AAD282C-2A78-4175-963A-DD8609E8ABF9}"/>
              </a:ext>
            </a:extLst>
          </p:cNvPr>
          <p:cNvSpPr>
            <a:spLocks noChangeArrowheads="1"/>
          </p:cNvSpPr>
          <p:nvPr/>
        </p:nvSpPr>
        <p:spPr bwMode="auto">
          <a:xfrm>
            <a:off x="2275623" y="6361585"/>
            <a:ext cx="21144" cy="2274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59" name="Oval 4072">
            <a:extLst>
              <a:ext uri="{FF2B5EF4-FFF2-40B4-BE49-F238E27FC236}">
                <a16:creationId xmlns:a16="http://schemas.microsoft.com/office/drawing/2014/main" id="{E5907E1A-B2FE-4180-93EF-C619F1083841}"/>
              </a:ext>
            </a:extLst>
          </p:cNvPr>
          <p:cNvSpPr>
            <a:spLocks noChangeArrowheads="1"/>
          </p:cNvSpPr>
          <p:nvPr/>
        </p:nvSpPr>
        <p:spPr bwMode="auto">
          <a:xfrm>
            <a:off x="2275623" y="6361585"/>
            <a:ext cx="21144" cy="2274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0" name="Line 4074">
            <a:extLst>
              <a:ext uri="{FF2B5EF4-FFF2-40B4-BE49-F238E27FC236}">
                <a16:creationId xmlns:a16="http://schemas.microsoft.com/office/drawing/2014/main" id="{8E86160E-FA06-4725-8CA1-FA2E6DF82A3B}"/>
              </a:ext>
            </a:extLst>
          </p:cNvPr>
          <p:cNvSpPr>
            <a:spLocks noChangeShapeType="1"/>
          </p:cNvSpPr>
          <p:nvPr/>
        </p:nvSpPr>
        <p:spPr bwMode="auto">
          <a:xfrm>
            <a:off x="2259008" y="6459548"/>
            <a:ext cx="54371"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1" name="Rectangle 4075">
            <a:extLst>
              <a:ext uri="{FF2B5EF4-FFF2-40B4-BE49-F238E27FC236}">
                <a16:creationId xmlns:a16="http://schemas.microsoft.com/office/drawing/2014/main" id="{399D089E-8352-4181-9FA8-B06CC3EAFAF5}"/>
              </a:ext>
            </a:extLst>
          </p:cNvPr>
          <p:cNvSpPr>
            <a:spLocks noChangeArrowheads="1"/>
          </p:cNvSpPr>
          <p:nvPr/>
        </p:nvSpPr>
        <p:spPr bwMode="auto">
          <a:xfrm>
            <a:off x="2275623" y="6447304"/>
            <a:ext cx="21144" cy="24491"/>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2" name="Rectangle 4076">
            <a:extLst>
              <a:ext uri="{FF2B5EF4-FFF2-40B4-BE49-F238E27FC236}">
                <a16:creationId xmlns:a16="http://schemas.microsoft.com/office/drawing/2014/main" id="{158DDE04-FCA4-4948-9B26-E2D68FF5C245}"/>
              </a:ext>
            </a:extLst>
          </p:cNvPr>
          <p:cNvSpPr>
            <a:spLocks noChangeArrowheads="1"/>
          </p:cNvSpPr>
          <p:nvPr/>
        </p:nvSpPr>
        <p:spPr bwMode="auto">
          <a:xfrm>
            <a:off x="2275623" y="6447304"/>
            <a:ext cx="21144" cy="24491"/>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3" name="Line 4078">
            <a:extLst>
              <a:ext uri="{FF2B5EF4-FFF2-40B4-BE49-F238E27FC236}">
                <a16:creationId xmlns:a16="http://schemas.microsoft.com/office/drawing/2014/main" id="{0B0F8BDD-EC08-4E27-8881-E2D88A504DB6}"/>
              </a:ext>
            </a:extLst>
          </p:cNvPr>
          <p:cNvSpPr>
            <a:spLocks noChangeShapeType="1"/>
          </p:cNvSpPr>
          <p:nvPr/>
        </p:nvSpPr>
        <p:spPr bwMode="auto">
          <a:xfrm>
            <a:off x="2259008" y="6547016"/>
            <a:ext cx="54371"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4" name="Freeform 4079">
            <a:extLst>
              <a:ext uri="{FF2B5EF4-FFF2-40B4-BE49-F238E27FC236}">
                <a16:creationId xmlns:a16="http://schemas.microsoft.com/office/drawing/2014/main" id="{D451882A-B269-4045-BBBB-A583468C3420}"/>
              </a:ext>
            </a:extLst>
          </p:cNvPr>
          <p:cNvSpPr/>
          <p:nvPr/>
        </p:nvSpPr>
        <p:spPr bwMode="auto">
          <a:xfrm>
            <a:off x="2275623" y="6534771"/>
            <a:ext cx="21144" cy="24491"/>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5" name="Freeform 4080">
            <a:extLst>
              <a:ext uri="{FF2B5EF4-FFF2-40B4-BE49-F238E27FC236}">
                <a16:creationId xmlns:a16="http://schemas.microsoft.com/office/drawing/2014/main" id="{126E8083-35AC-424A-81BD-11D17F7BDE95}"/>
              </a:ext>
            </a:extLst>
          </p:cNvPr>
          <p:cNvSpPr/>
          <p:nvPr/>
        </p:nvSpPr>
        <p:spPr bwMode="auto">
          <a:xfrm>
            <a:off x="2275623" y="6534771"/>
            <a:ext cx="21144" cy="24491"/>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6" name="Line 4082">
            <a:extLst>
              <a:ext uri="{FF2B5EF4-FFF2-40B4-BE49-F238E27FC236}">
                <a16:creationId xmlns:a16="http://schemas.microsoft.com/office/drawing/2014/main" id="{49A34713-6B9B-4615-A836-963F1A614FCF}"/>
              </a:ext>
            </a:extLst>
          </p:cNvPr>
          <p:cNvSpPr>
            <a:spLocks noChangeShapeType="1"/>
          </p:cNvSpPr>
          <p:nvPr/>
        </p:nvSpPr>
        <p:spPr bwMode="auto">
          <a:xfrm>
            <a:off x="2259008" y="6634483"/>
            <a:ext cx="54371"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7" name="Freeform 4083">
            <a:extLst>
              <a:ext uri="{FF2B5EF4-FFF2-40B4-BE49-F238E27FC236}">
                <a16:creationId xmlns:a16="http://schemas.microsoft.com/office/drawing/2014/main" id="{E089A408-BF85-4751-AFF5-4317E2A41A6F}"/>
              </a:ext>
            </a:extLst>
          </p:cNvPr>
          <p:cNvSpPr/>
          <p:nvPr/>
        </p:nvSpPr>
        <p:spPr bwMode="auto">
          <a:xfrm>
            <a:off x="2275623" y="6622238"/>
            <a:ext cx="21144" cy="22742"/>
          </a:xfrm>
          <a:custGeom>
            <a:avLst/>
            <a:gdLst>
              <a:gd name="T0" fmla="*/ 0 w 14"/>
              <a:gd name="T1" fmla="*/ 0 h 13"/>
              <a:gd name="T2" fmla="*/ 14 w 14"/>
              <a:gd name="T3" fmla="*/ 0 h 13"/>
              <a:gd name="T4" fmla="*/ 7 w 14"/>
              <a:gd name="T5" fmla="*/ 13 h 13"/>
              <a:gd name="T6" fmla="*/ 0 w 14"/>
              <a:gd name="T7" fmla="*/ 0 h 13"/>
            </a:gdLst>
            <a:ahLst/>
            <a:cxnLst>
              <a:cxn ang="0">
                <a:pos x="T0" y="T1"/>
              </a:cxn>
              <a:cxn ang="0">
                <a:pos x="T2" y="T3"/>
              </a:cxn>
              <a:cxn ang="0">
                <a:pos x="T4" y="T5"/>
              </a:cxn>
              <a:cxn ang="0">
                <a:pos x="T6" y="T7"/>
              </a:cxn>
            </a:cxnLst>
            <a:rect l="0" t="0" r="r" b="b"/>
            <a:pathLst>
              <a:path w="14" h="13">
                <a:moveTo>
                  <a:pt x="0" y="0"/>
                </a:moveTo>
                <a:lnTo>
                  <a:pt x="14" y="0"/>
                </a:lnTo>
                <a:lnTo>
                  <a:pt x="7" y="13"/>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8" name="Freeform 4084">
            <a:extLst>
              <a:ext uri="{FF2B5EF4-FFF2-40B4-BE49-F238E27FC236}">
                <a16:creationId xmlns:a16="http://schemas.microsoft.com/office/drawing/2014/main" id="{02342D5F-F370-4478-82B7-D96CA053E5F5}"/>
              </a:ext>
            </a:extLst>
          </p:cNvPr>
          <p:cNvSpPr/>
          <p:nvPr/>
        </p:nvSpPr>
        <p:spPr bwMode="auto">
          <a:xfrm>
            <a:off x="2275623" y="6622238"/>
            <a:ext cx="21144" cy="22742"/>
          </a:xfrm>
          <a:custGeom>
            <a:avLst/>
            <a:gdLst>
              <a:gd name="T0" fmla="*/ 0 w 14"/>
              <a:gd name="T1" fmla="*/ 0 h 13"/>
              <a:gd name="T2" fmla="*/ 14 w 14"/>
              <a:gd name="T3" fmla="*/ 0 h 13"/>
              <a:gd name="T4" fmla="*/ 7 w 14"/>
              <a:gd name="T5" fmla="*/ 13 h 13"/>
              <a:gd name="T6" fmla="*/ 0 w 14"/>
              <a:gd name="T7" fmla="*/ 0 h 13"/>
            </a:gdLst>
            <a:ahLst/>
            <a:cxnLst>
              <a:cxn ang="0">
                <a:pos x="T0" y="T1"/>
              </a:cxn>
              <a:cxn ang="0">
                <a:pos x="T2" y="T3"/>
              </a:cxn>
              <a:cxn ang="0">
                <a:pos x="T4" y="T5"/>
              </a:cxn>
              <a:cxn ang="0">
                <a:pos x="T6" y="T7"/>
              </a:cxn>
            </a:cxnLst>
            <a:rect l="0" t="0" r="r" b="b"/>
            <a:pathLst>
              <a:path w="14" h="13">
                <a:moveTo>
                  <a:pt x="0" y="0"/>
                </a:moveTo>
                <a:lnTo>
                  <a:pt x="14" y="0"/>
                </a:lnTo>
                <a:lnTo>
                  <a:pt x="7" y="13"/>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9" name="Line 4086">
            <a:extLst>
              <a:ext uri="{FF2B5EF4-FFF2-40B4-BE49-F238E27FC236}">
                <a16:creationId xmlns:a16="http://schemas.microsoft.com/office/drawing/2014/main" id="{1C0FE457-B310-4649-9459-10A12C8DA2A3}"/>
              </a:ext>
            </a:extLst>
          </p:cNvPr>
          <p:cNvSpPr>
            <a:spLocks noChangeShapeType="1"/>
          </p:cNvSpPr>
          <p:nvPr/>
        </p:nvSpPr>
        <p:spPr bwMode="auto">
          <a:xfrm>
            <a:off x="2259008" y="6721952"/>
            <a:ext cx="54371"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0" name="Freeform 4087">
            <a:extLst>
              <a:ext uri="{FF2B5EF4-FFF2-40B4-BE49-F238E27FC236}">
                <a16:creationId xmlns:a16="http://schemas.microsoft.com/office/drawing/2014/main" id="{C8442C96-EAAF-4E3B-B92D-EF50BD879BE6}"/>
              </a:ext>
            </a:extLst>
          </p:cNvPr>
          <p:cNvSpPr/>
          <p:nvPr/>
        </p:nvSpPr>
        <p:spPr bwMode="auto">
          <a:xfrm>
            <a:off x="2275623" y="6709706"/>
            <a:ext cx="21144" cy="22742"/>
          </a:xfrm>
          <a:custGeom>
            <a:avLst/>
            <a:gdLst>
              <a:gd name="T0" fmla="*/ 7 w 14"/>
              <a:gd name="T1" fmla="*/ 0 h 13"/>
              <a:gd name="T2" fmla="*/ 14 w 14"/>
              <a:gd name="T3" fmla="*/ 7 h 13"/>
              <a:gd name="T4" fmla="*/ 7 w 14"/>
              <a:gd name="T5" fmla="*/ 13 h 13"/>
              <a:gd name="T6" fmla="*/ 0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lnTo>
                  <a:pt x="14" y="7"/>
                </a:lnTo>
                <a:lnTo>
                  <a:pt x="7" y="13"/>
                </a:lnTo>
                <a:lnTo>
                  <a:pt x="0" y="7"/>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1" name="Freeform 4088">
            <a:extLst>
              <a:ext uri="{FF2B5EF4-FFF2-40B4-BE49-F238E27FC236}">
                <a16:creationId xmlns:a16="http://schemas.microsoft.com/office/drawing/2014/main" id="{22CFC293-80FF-42DE-89BF-5A28901A607B}"/>
              </a:ext>
            </a:extLst>
          </p:cNvPr>
          <p:cNvSpPr/>
          <p:nvPr/>
        </p:nvSpPr>
        <p:spPr bwMode="auto">
          <a:xfrm>
            <a:off x="2275623" y="6709706"/>
            <a:ext cx="21144" cy="22742"/>
          </a:xfrm>
          <a:custGeom>
            <a:avLst/>
            <a:gdLst>
              <a:gd name="T0" fmla="*/ 7 w 14"/>
              <a:gd name="T1" fmla="*/ 0 h 13"/>
              <a:gd name="T2" fmla="*/ 14 w 14"/>
              <a:gd name="T3" fmla="*/ 7 h 13"/>
              <a:gd name="T4" fmla="*/ 7 w 14"/>
              <a:gd name="T5" fmla="*/ 13 h 13"/>
              <a:gd name="T6" fmla="*/ 0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lnTo>
                  <a:pt x="14" y="7"/>
                </a:lnTo>
                <a:lnTo>
                  <a:pt x="7" y="13"/>
                </a:lnTo>
                <a:lnTo>
                  <a:pt x="0" y="7"/>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2" name="Line 4090">
            <a:extLst>
              <a:ext uri="{FF2B5EF4-FFF2-40B4-BE49-F238E27FC236}">
                <a16:creationId xmlns:a16="http://schemas.microsoft.com/office/drawing/2014/main" id="{05EA4F39-520C-4495-B06A-4BED468E6C5C}"/>
              </a:ext>
            </a:extLst>
          </p:cNvPr>
          <p:cNvSpPr>
            <a:spLocks noChangeShapeType="1"/>
          </p:cNvSpPr>
          <p:nvPr/>
        </p:nvSpPr>
        <p:spPr bwMode="auto">
          <a:xfrm>
            <a:off x="2259008" y="6809420"/>
            <a:ext cx="54371"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3" name="Oval 4091">
            <a:extLst>
              <a:ext uri="{FF2B5EF4-FFF2-40B4-BE49-F238E27FC236}">
                <a16:creationId xmlns:a16="http://schemas.microsoft.com/office/drawing/2014/main" id="{49C5AE71-2873-4CB9-91F2-D0E45A32010C}"/>
              </a:ext>
            </a:extLst>
          </p:cNvPr>
          <p:cNvSpPr>
            <a:spLocks noChangeArrowheads="1"/>
          </p:cNvSpPr>
          <p:nvPr/>
        </p:nvSpPr>
        <p:spPr bwMode="auto">
          <a:xfrm>
            <a:off x="2275623" y="6797174"/>
            <a:ext cx="21144" cy="22742"/>
          </a:xfrm>
          <a:prstGeom prst="ellipse">
            <a:avLst/>
          </a:prstGeom>
          <a:noFill/>
          <a:ln w="4763"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4" name="Rectangle 3777">
            <a:extLst>
              <a:ext uri="{FF2B5EF4-FFF2-40B4-BE49-F238E27FC236}">
                <a16:creationId xmlns:a16="http://schemas.microsoft.com/office/drawing/2014/main" id="{B626F0E1-AFC1-4497-A712-5C0F4FBAAD51}"/>
              </a:ext>
            </a:extLst>
          </p:cNvPr>
          <p:cNvSpPr>
            <a:spLocks noChangeArrowheads="1"/>
          </p:cNvSpPr>
          <p:nvPr/>
        </p:nvSpPr>
        <p:spPr bwMode="auto">
          <a:xfrm>
            <a:off x="2326970" y="6331817"/>
            <a:ext cx="16831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kern="0" dirty="0">
                <a:solidFill>
                  <a:srgbClr val="000000"/>
                </a:solidFill>
                <a:cs typeface="Arial" panose="020B0604020202020204" pitchFamily="34" charset="0"/>
              </a:rPr>
              <a:t>PBS</a:t>
            </a:r>
            <a:endParaRPr lang="zh-CN" altLang="zh-CN" sz="650" kern="0" dirty="0">
              <a:solidFill>
                <a:prstClr val="black"/>
              </a:solidFill>
              <a:cs typeface="Arial" panose="020B0604020202020204" pitchFamily="34" charset="0"/>
            </a:endParaRPr>
          </a:p>
        </p:txBody>
      </p:sp>
      <p:sp>
        <p:nvSpPr>
          <p:cNvPr id="1075" name="Rectangle 3781">
            <a:extLst>
              <a:ext uri="{FF2B5EF4-FFF2-40B4-BE49-F238E27FC236}">
                <a16:creationId xmlns:a16="http://schemas.microsoft.com/office/drawing/2014/main" id="{444BBC81-0403-4EC9-8D31-CDBCB942AE15}"/>
              </a:ext>
            </a:extLst>
          </p:cNvPr>
          <p:cNvSpPr>
            <a:spLocks noChangeArrowheads="1"/>
          </p:cNvSpPr>
          <p:nvPr/>
        </p:nvSpPr>
        <p:spPr bwMode="auto">
          <a:xfrm>
            <a:off x="2326970" y="6419284"/>
            <a:ext cx="1170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NS</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6" name="Rectangle 3785">
            <a:extLst>
              <a:ext uri="{FF2B5EF4-FFF2-40B4-BE49-F238E27FC236}">
                <a16:creationId xmlns:a16="http://schemas.microsoft.com/office/drawing/2014/main" id="{BFCC1068-75A7-49F0-BDFF-D4C5032BFCB9}"/>
              </a:ext>
            </a:extLst>
          </p:cNvPr>
          <p:cNvSpPr>
            <a:spLocks noChangeArrowheads="1"/>
          </p:cNvSpPr>
          <p:nvPr/>
        </p:nvSpPr>
        <p:spPr bwMode="auto">
          <a:xfrm>
            <a:off x="2326970" y="6508502"/>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sq1</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7" name="Rectangle 3789">
            <a:extLst>
              <a:ext uri="{FF2B5EF4-FFF2-40B4-BE49-F238E27FC236}">
                <a16:creationId xmlns:a16="http://schemas.microsoft.com/office/drawing/2014/main" id="{ECEFA474-6C38-4575-8DEE-C9CBEC57E63D}"/>
              </a:ext>
            </a:extLst>
          </p:cNvPr>
          <p:cNvSpPr>
            <a:spLocks noChangeArrowheads="1"/>
          </p:cNvSpPr>
          <p:nvPr/>
        </p:nvSpPr>
        <p:spPr bwMode="auto">
          <a:xfrm>
            <a:off x="2326970" y="6595969"/>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sq2</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8" name="Rectangle 3793">
            <a:extLst>
              <a:ext uri="{FF2B5EF4-FFF2-40B4-BE49-F238E27FC236}">
                <a16:creationId xmlns:a16="http://schemas.microsoft.com/office/drawing/2014/main" id="{4DAE4106-013E-45E9-B21B-DCFDCB2B6EF1}"/>
              </a:ext>
            </a:extLst>
          </p:cNvPr>
          <p:cNvSpPr>
            <a:spLocks noChangeArrowheads="1"/>
          </p:cNvSpPr>
          <p:nvPr/>
        </p:nvSpPr>
        <p:spPr bwMode="auto">
          <a:xfrm>
            <a:off x="2326970" y="6685185"/>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kern="0">
                <a:solidFill>
                  <a:srgbClr val="000000"/>
                </a:solidFill>
                <a:cs typeface="Arial" panose="020B0604020202020204" pitchFamily="34" charset="0"/>
              </a:rPr>
              <a:t>sq3</a:t>
            </a:r>
            <a:endParaRPr lang="zh-CN" altLang="zh-CN" sz="650" kern="0">
              <a:solidFill>
                <a:srgbClr val="000000"/>
              </a:solidFill>
              <a:cs typeface="Arial" panose="020B0604020202020204" pitchFamily="34" charset="0"/>
            </a:endParaRPr>
          </a:p>
        </p:txBody>
      </p:sp>
      <p:sp>
        <p:nvSpPr>
          <p:cNvPr id="1079" name="Rectangle 3797">
            <a:extLst>
              <a:ext uri="{FF2B5EF4-FFF2-40B4-BE49-F238E27FC236}">
                <a16:creationId xmlns:a16="http://schemas.microsoft.com/office/drawing/2014/main" id="{7D419E8C-5B06-4624-A621-172046EB34AE}"/>
              </a:ext>
            </a:extLst>
          </p:cNvPr>
          <p:cNvSpPr>
            <a:spLocks noChangeArrowheads="1"/>
          </p:cNvSpPr>
          <p:nvPr/>
        </p:nvSpPr>
        <p:spPr bwMode="auto">
          <a:xfrm>
            <a:off x="2326970" y="6772653"/>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sq4</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80" name="右中括号 1079">
            <a:extLst>
              <a:ext uri="{FF2B5EF4-FFF2-40B4-BE49-F238E27FC236}">
                <a16:creationId xmlns:a16="http://schemas.microsoft.com/office/drawing/2014/main" id="{930F45B5-2BB4-4E11-801C-4E7A865B4D3E}"/>
              </a:ext>
            </a:extLst>
          </p:cNvPr>
          <p:cNvSpPr/>
          <p:nvPr/>
        </p:nvSpPr>
        <p:spPr>
          <a:xfrm>
            <a:off x="2491556" y="6369287"/>
            <a:ext cx="45719" cy="240509"/>
          </a:xfrm>
          <a:prstGeom prst="rightBracket">
            <a:avLst/>
          </a:prstGeom>
          <a:no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81" name="右中括号 1080">
            <a:extLst>
              <a:ext uri="{FF2B5EF4-FFF2-40B4-BE49-F238E27FC236}">
                <a16:creationId xmlns:a16="http://schemas.microsoft.com/office/drawing/2014/main" id="{BB636B93-71D2-46CF-9BD3-FD9AEEA6ABCE}"/>
              </a:ext>
            </a:extLst>
          </p:cNvPr>
          <p:cNvSpPr/>
          <p:nvPr/>
        </p:nvSpPr>
        <p:spPr>
          <a:xfrm>
            <a:off x="2492052" y="6368059"/>
            <a:ext cx="45719" cy="450104"/>
          </a:xfrm>
          <a:prstGeom prst="rightBracket">
            <a:avLst/>
          </a:prstGeom>
          <a:no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cxnSp>
        <p:nvCxnSpPr>
          <p:cNvPr id="1082" name="直接连接符 1081">
            <a:extLst>
              <a:ext uri="{FF2B5EF4-FFF2-40B4-BE49-F238E27FC236}">
                <a16:creationId xmlns:a16="http://schemas.microsoft.com/office/drawing/2014/main" id="{6FBC6678-E401-41FD-822A-A3BB20260E0F}"/>
              </a:ext>
            </a:extLst>
          </p:cNvPr>
          <p:cNvCxnSpPr/>
          <p:nvPr/>
        </p:nvCxnSpPr>
        <p:spPr>
          <a:xfrm>
            <a:off x="2479847" y="6539190"/>
            <a:ext cx="0" cy="188605"/>
          </a:xfrm>
          <a:prstGeom prst="line">
            <a:avLst/>
          </a:prstGeom>
          <a:noFill/>
          <a:ln w="6350" cap="flat" cmpd="sng" algn="ctr">
            <a:solidFill>
              <a:sysClr val="windowText" lastClr="000000"/>
            </a:solidFill>
            <a:prstDash val="solid"/>
            <a:miter lim="800000"/>
          </a:ln>
          <a:effectLst/>
        </p:spPr>
      </p:cxnSp>
      <p:sp>
        <p:nvSpPr>
          <p:cNvPr id="1084" name="文本框 1083">
            <a:extLst>
              <a:ext uri="{FF2B5EF4-FFF2-40B4-BE49-F238E27FC236}">
                <a16:creationId xmlns:a16="http://schemas.microsoft.com/office/drawing/2014/main" id="{07430E64-231A-498D-B383-DFB73E8A50DE}"/>
              </a:ext>
            </a:extLst>
          </p:cNvPr>
          <p:cNvSpPr txBox="1"/>
          <p:nvPr/>
        </p:nvSpPr>
        <p:spPr>
          <a:xfrm>
            <a:off x="2462077" y="6526497"/>
            <a:ext cx="195841" cy="192360"/>
          </a:xfrm>
          <a:prstGeom prst="rect">
            <a:avLst/>
          </a:prstGeom>
          <a:noFill/>
        </p:spPr>
        <p:txBody>
          <a:bodyPr wrap="square" rtlCol="0">
            <a:spAutoFit/>
          </a:bodyPr>
          <a:lstStyle/>
          <a:p>
            <a:pPr>
              <a:defRPr/>
            </a:pPr>
            <a:r>
              <a:rPr lang="en-US" altLang="zh-CN" sz="650" kern="0" dirty="0">
                <a:solidFill>
                  <a:prstClr val="black"/>
                </a:solidFill>
                <a:latin typeface="Arial" panose="020B0604020202020204" pitchFamily="34" charset="0"/>
                <a:cs typeface="Arial" panose="020B0604020202020204" pitchFamily="34" charset="0"/>
              </a:rPr>
              <a:t>*</a:t>
            </a:r>
            <a:endParaRPr lang="zh-CN" altLang="en-US" sz="650" kern="0" dirty="0">
              <a:solidFill>
                <a:prstClr val="black"/>
              </a:solidFill>
              <a:latin typeface="Arial" panose="020B0604020202020204" pitchFamily="34" charset="0"/>
              <a:cs typeface="Arial" panose="020B0604020202020204" pitchFamily="34" charset="0"/>
            </a:endParaRPr>
          </a:p>
        </p:txBody>
      </p:sp>
      <p:grpSp>
        <p:nvGrpSpPr>
          <p:cNvPr id="1085" name="组合 1084">
            <a:extLst>
              <a:ext uri="{FF2B5EF4-FFF2-40B4-BE49-F238E27FC236}">
                <a16:creationId xmlns:a16="http://schemas.microsoft.com/office/drawing/2014/main" id="{65662390-4D21-4879-A477-15C61E6E0621}"/>
              </a:ext>
            </a:extLst>
          </p:cNvPr>
          <p:cNvGrpSpPr/>
          <p:nvPr/>
        </p:nvGrpSpPr>
        <p:grpSpPr>
          <a:xfrm>
            <a:off x="948194" y="6233990"/>
            <a:ext cx="1298505" cy="945024"/>
            <a:chOff x="7667629" y="2366963"/>
            <a:chExt cx="1541463" cy="1176338"/>
          </a:xfrm>
        </p:grpSpPr>
        <p:grpSp>
          <p:nvGrpSpPr>
            <p:cNvPr id="1086" name="Group 813">
              <a:extLst>
                <a:ext uri="{FF2B5EF4-FFF2-40B4-BE49-F238E27FC236}">
                  <a16:creationId xmlns:a16="http://schemas.microsoft.com/office/drawing/2014/main" id="{8D7E710B-96AB-4E3A-81CA-A50E87D2A708}"/>
                </a:ext>
              </a:extLst>
            </p:cNvPr>
            <p:cNvGrpSpPr/>
            <p:nvPr/>
          </p:nvGrpSpPr>
          <p:grpSpPr bwMode="auto">
            <a:xfrm>
              <a:off x="7667629" y="2366963"/>
              <a:ext cx="1541463" cy="1176338"/>
              <a:chOff x="4830" y="1491"/>
              <a:chExt cx="971" cy="741"/>
            </a:xfrm>
          </p:grpSpPr>
          <p:sp>
            <p:nvSpPr>
              <p:cNvPr id="1147" name="Rectangle 613">
                <a:extLst>
                  <a:ext uri="{FF2B5EF4-FFF2-40B4-BE49-F238E27FC236}">
                    <a16:creationId xmlns:a16="http://schemas.microsoft.com/office/drawing/2014/main" id="{43FAA41B-B96B-451D-92EE-DA333D5F8034}"/>
                  </a:ext>
                </a:extLst>
              </p:cNvPr>
              <p:cNvSpPr>
                <a:spLocks noChangeArrowheads="1"/>
              </p:cNvSpPr>
              <p:nvPr/>
            </p:nvSpPr>
            <p:spPr bwMode="auto">
              <a:xfrm rot="19500000">
                <a:off x="4926" y="2140"/>
                <a:ext cx="13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D5</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48" name="Rectangle 614">
                <a:extLst>
                  <a:ext uri="{FF2B5EF4-FFF2-40B4-BE49-F238E27FC236}">
                    <a16:creationId xmlns:a16="http://schemas.microsoft.com/office/drawing/2014/main" id="{C22AB31B-4059-4A94-9017-7A51F921248A}"/>
                  </a:ext>
                </a:extLst>
              </p:cNvPr>
              <p:cNvSpPr>
                <a:spLocks noChangeArrowheads="1"/>
              </p:cNvSpPr>
              <p:nvPr/>
            </p:nvSpPr>
            <p:spPr bwMode="auto">
              <a:xfrm rot="19500000">
                <a:off x="5050" y="2146"/>
                <a:ext cx="10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D8</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57" name="Rectangle 615">
                <a:extLst>
                  <a:ext uri="{FF2B5EF4-FFF2-40B4-BE49-F238E27FC236}">
                    <a16:creationId xmlns:a16="http://schemas.microsoft.com/office/drawing/2014/main" id="{8C7B9D37-C727-4C85-8BF5-9C12C373621C}"/>
                  </a:ext>
                </a:extLst>
              </p:cNvPr>
              <p:cNvSpPr>
                <a:spLocks noChangeArrowheads="1"/>
              </p:cNvSpPr>
              <p:nvPr/>
            </p:nvSpPr>
            <p:spPr bwMode="auto">
              <a:xfrm rot="19500000">
                <a:off x="5148" y="2151"/>
                <a:ext cx="15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D13</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58" name="Rectangle 616">
                <a:extLst>
                  <a:ext uri="{FF2B5EF4-FFF2-40B4-BE49-F238E27FC236}">
                    <a16:creationId xmlns:a16="http://schemas.microsoft.com/office/drawing/2014/main" id="{46CA944F-3D33-4ED4-99B8-7E0B44D18077}"/>
                  </a:ext>
                </a:extLst>
              </p:cNvPr>
              <p:cNvSpPr>
                <a:spLocks noChangeArrowheads="1"/>
              </p:cNvSpPr>
              <p:nvPr/>
            </p:nvSpPr>
            <p:spPr bwMode="auto">
              <a:xfrm rot="19500000">
                <a:off x="5270" y="2150"/>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D16</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5" name="Rectangle 617">
                <a:extLst>
                  <a:ext uri="{FF2B5EF4-FFF2-40B4-BE49-F238E27FC236}">
                    <a16:creationId xmlns:a16="http://schemas.microsoft.com/office/drawing/2014/main" id="{74878F73-2D62-4695-8022-DB7B9066F52C}"/>
                  </a:ext>
                </a:extLst>
              </p:cNvPr>
              <p:cNvSpPr>
                <a:spLocks noChangeArrowheads="1"/>
              </p:cNvSpPr>
              <p:nvPr/>
            </p:nvSpPr>
            <p:spPr bwMode="auto">
              <a:xfrm rot="19500000">
                <a:off x="5387" y="2154"/>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D19</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6" name="Rectangle 618">
                <a:extLst>
                  <a:ext uri="{FF2B5EF4-FFF2-40B4-BE49-F238E27FC236}">
                    <a16:creationId xmlns:a16="http://schemas.microsoft.com/office/drawing/2014/main" id="{C11D7CC5-D914-4F0C-95FB-E4550AF68A8C}"/>
                  </a:ext>
                </a:extLst>
              </p:cNvPr>
              <p:cNvSpPr>
                <a:spLocks noChangeArrowheads="1"/>
              </p:cNvSpPr>
              <p:nvPr/>
            </p:nvSpPr>
            <p:spPr bwMode="auto">
              <a:xfrm rot="19500000">
                <a:off x="5501" y="2157"/>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D22</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7" name="Rectangle 619">
                <a:extLst>
                  <a:ext uri="{FF2B5EF4-FFF2-40B4-BE49-F238E27FC236}">
                    <a16:creationId xmlns:a16="http://schemas.microsoft.com/office/drawing/2014/main" id="{8988E468-ECBA-4353-8E51-B1591252477E}"/>
                  </a:ext>
                </a:extLst>
              </p:cNvPr>
              <p:cNvSpPr>
                <a:spLocks noChangeArrowheads="1"/>
              </p:cNvSpPr>
              <p:nvPr/>
            </p:nvSpPr>
            <p:spPr bwMode="auto">
              <a:xfrm rot="19500000">
                <a:off x="5622" y="2157"/>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D25</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8" name="Freeform 620">
                <a:extLst>
                  <a:ext uri="{FF2B5EF4-FFF2-40B4-BE49-F238E27FC236}">
                    <a16:creationId xmlns:a16="http://schemas.microsoft.com/office/drawing/2014/main" id="{455F45DD-3D1A-43AD-B601-9DB5E8F9741F}"/>
                  </a:ext>
                </a:extLst>
              </p:cNvPr>
              <p:cNvSpPr>
                <a:spLocks noEditPoints="1"/>
              </p:cNvSpPr>
              <p:nvPr/>
            </p:nvSpPr>
            <p:spPr bwMode="auto">
              <a:xfrm>
                <a:off x="4928" y="2123"/>
                <a:ext cx="873" cy="24"/>
              </a:xfrm>
              <a:custGeom>
                <a:avLst/>
                <a:gdLst>
                  <a:gd name="T0" fmla="*/ 0 w 873"/>
                  <a:gd name="T1" fmla="*/ 0 h 24"/>
                  <a:gd name="T2" fmla="*/ 873 w 873"/>
                  <a:gd name="T3" fmla="*/ 0 h 24"/>
                  <a:gd name="T4" fmla="*/ 80 w 873"/>
                  <a:gd name="T5" fmla="*/ 24 h 24"/>
                  <a:gd name="T6" fmla="*/ 80 w 873"/>
                  <a:gd name="T7" fmla="*/ 0 h 24"/>
                  <a:gd name="T8" fmla="*/ 199 w 873"/>
                  <a:gd name="T9" fmla="*/ 24 h 24"/>
                  <a:gd name="T10" fmla="*/ 199 w 873"/>
                  <a:gd name="T11" fmla="*/ 0 h 24"/>
                  <a:gd name="T12" fmla="*/ 317 w 873"/>
                  <a:gd name="T13" fmla="*/ 24 h 24"/>
                  <a:gd name="T14" fmla="*/ 317 w 873"/>
                  <a:gd name="T15" fmla="*/ 0 h 24"/>
                  <a:gd name="T16" fmla="*/ 436 w 873"/>
                  <a:gd name="T17" fmla="*/ 24 h 24"/>
                  <a:gd name="T18" fmla="*/ 436 w 873"/>
                  <a:gd name="T19" fmla="*/ 0 h 24"/>
                  <a:gd name="T20" fmla="*/ 555 w 873"/>
                  <a:gd name="T21" fmla="*/ 24 h 24"/>
                  <a:gd name="T22" fmla="*/ 555 w 873"/>
                  <a:gd name="T23" fmla="*/ 0 h 24"/>
                  <a:gd name="T24" fmla="*/ 674 w 873"/>
                  <a:gd name="T25" fmla="*/ 24 h 24"/>
                  <a:gd name="T26" fmla="*/ 674 w 873"/>
                  <a:gd name="T27" fmla="*/ 0 h 24"/>
                  <a:gd name="T28" fmla="*/ 792 w 873"/>
                  <a:gd name="T29" fmla="*/ 24 h 24"/>
                  <a:gd name="T30" fmla="*/ 792 w 873"/>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3" h="24">
                    <a:moveTo>
                      <a:pt x="0" y="0"/>
                    </a:moveTo>
                    <a:lnTo>
                      <a:pt x="873" y="0"/>
                    </a:lnTo>
                    <a:moveTo>
                      <a:pt x="80" y="24"/>
                    </a:moveTo>
                    <a:lnTo>
                      <a:pt x="80" y="0"/>
                    </a:lnTo>
                    <a:moveTo>
                      <a:pt x="199" y="24"/>
                    </a:moveTo>
                    <a:lnTo>
                      <a:pt x="199" y="0"/>
                    </a:lnTo>
                    <a:moveTo>
                      <a:pt x="317" y="24"/>
                    </a:moveTo>
                    <a:lnTo>
                      <a:pt x="317" y="0"/>
                    </a:lnTo>
                    <a:moveTo>
                      <a:pt x="436" y="24"/>
                    </a:moveTo>
                    <a:lnTo>
                      <a:pt x="436" y="0"/>
                    </a:lnTo>
                    <a:moveTo>
                      <a:pt x="555" y="24"/>
                    </a:moveTo>
                    <a:lnTo>
                      <a:pt x="555" y="0"/>
                    </a:lnTo>
                    <a:moveTo>
                      <a:pt x="674" y="24"/>
                    </a:moveTo>
                    <a:lnTo>
                      <a:pt x="674" y="0"/>
                    </a:lnTo>
                    <a:moveTo>
                      <a:pt x="792" y="24"/>
                    </a:moveTo>
                    <a:lnTo>
                      <a:pt x="792"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69" name="Rectangle 621">
                <a:extLst>
                  <a:ext uri="{FF2B5EF4-FFF2-40B4-BE49-F238E27FC236}">
                    <a16:creationId xmlns:a16="http://schemas.microsoft.com/office/drawing/2014/main" id="{BB662716-BFC1-4532-94FD-7BE21B095FA8}"/>
                  </a:ext>
                </a:extLst>
              </p:cNvPr>
              <p:cNvSpPr>
                <a:spLocks noChangeArrowheads="1"/>
              </p:cNvSpPr>
              <p:nvPr/>
            </p:nvSpPr>
            <p:spPr bwMode="auto">
              <a:xfrm>
                <a:off x="4857" y="2083"/>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1</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70" name="Rectangle 622">
                <a:extLst>
                  <a:ext uri="{FF2B5EF4-FFF2-40B4-BE49-F238E27FC236}">
                    <a16:creationId xmlns:a16="http://schemas.microsoft.com/office/drawing/2014/main" id="{D578D82D-7578-4748-B722-6F58D992FF84}"/>
                  </a:ext>
                </a:extLst>
              </p:cNvPr>
              <p:cNvSpPr>
                <a:spLocks noChangeArrowheads="1"/>
              </p:cNvSpPr>
              <p:nvPr/>
            </p:nvSpPr>
            <p:spPr bwMode="auto">
              <a:xfrm>
                <a:off x="4852" y="1886"/>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4</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71" name="Rectangle 623">
                <a:extLst>
                  <a:ext uri="{FF2B5EF4-FFF2-40B4-BE49-F238E27FC236}">
                    <a16:creationId xmlns:a16="http://schemas.microsoft.com/office/drawing/2014/main" id="{B5BAB223-4BB2-4068-B71D-40946014E97B}"/>
                  </a:ext>
                </a:extLst>
              </p:cNvPr>
              <p:cNvSpPr>
                <a:spLocks noChangeArrowheads="1"/>
              </p:cNvSpPr>
              <p:nvPr/>
            </p:nvSpPr>
            <p:spPr bwMode="auto">
              <a:xfrm>
                <a:off x="4857" y="1696"/>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400">
                  <a:defRPr/>
                </a:pPr>
                <a:r>
                  <a:rPr lang="en-US" altLang="zh-CN" sz="520" dirty="0">
                    <a:solidFill>
                      <a:srgbClr val="000000"/>
                    </a:solidFill>
                    <a:ea typeface="宋体" panose="02010600030101010101" pitchFamily="2" charset="-122"/>
                    <a:cs typeface="Arial" panose="020B0604020202020204" pitchFamily="34" charset="0"/>
                  </a:rPr>
                  <a:t>7</a:t>
                </a:r>
                <a:endParaRPr lang="zh-CN" altLang="zh-CN" sz="520" dirty="0">
                  <a:solidFill>
                    <a:prstClr val="black"/>
                  </a:solidFill>
                  <a:ea typeface="宋体" panose="02010600030101010101" pitchFamily="2" charset="-122"/>
                  <a:cs typeface="Arial" panose="020B0604020202020204" pitchFamily="34" charset="0"/>
                </a:endParaRPr>
              </a:p>
            </p:txBody>
          </p:sp>
          <p:sp>
            <p:nvSpPr>
              <p:cNvPr id="1172" name="Rectangle 624">
                <a:extLst>
                  <a:ext uri="{FF2B5EF4-FFF2-40B4-BE49-F238E27FC236}">
                    <a16:creationId xmlns:a16="http://schemas.microsoft.com/office/drawing/2014/main" id="{1D9DE2CC-0527-48E5-9D3A-E3203E78F632}"/>
                  </a:ext>
                </a:extLst>
              </p:cNvPr>
              <p:cNvSpPr>
                <a:spLocks noChangeArrowheads="1"/>
              </p:cNvSpPr>
              <p:nvPr/>
            </p:nvSpPr>
            <p:spPr bwMode="auto">
              <a:xfrm>
                <a:off x="4830" y="1491"/>
                <a:ext cx="7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400">
                  <a:defRPr/>
                </a:pPr>
                <a:r>
                  <a:rPr lang="en-US" altLang="zh-CN" sz="520" dirty="0">
                    <a:solidFill>
                      <a:srgbClr val="000000"/>
                    </a:solidFill>
                    <a:ea typeface="宋体" panose="02010600030101010101" pitchFamily="2" charset="-122"/>
                    <a:cs typeface="Arial" panose="020B0604020202020204" pitchFamily="34" charset="0"/>
                  </a:rPr>
                  <a:t>10</a:t>
                </a:r>
                <a:endParaRPr lang="zh-CN" altLang="zh-CN" sz="520" dirty="0">
                  <a:solidFill>
                    <a:prstClr val="black"/>
                  </a:solidFill>
                  <a:ea typeface="宋体" panose="02010600030101010101" pitchFamily="2" charset="-122"/>
                  <a:cs typeface="Arial" panose="020B0604020202020204" pitchFamily="34" charset="0"/>
                </a:endParaRPr>
              </a:p>
            </p:txBody>
          </p:sp>
          <p:sp>
            <p:nvSpPr>
              <p:cNvPr id="1173" name="Freeform 625">
                <a:extLst>
                  <a:ext uri="{FF2B5EF4-FFF2-40B4-BE49-F238E27FC236}">
                    <a16:creationId xmlns:a16="http://schemas.microsoft.com/office/drawing/2014/main" id="{D5F279B4-AA2F-45C9-A9CB-E3E12D53B86B}"/>
                  </a:ext>
                </a:extLst>
              </p:cNvPr>
              <p:cNvSpPr>
                <a:spLocks noEditPoints="1"/>
              </p:cNvSpPr>
              <p:nvPr/>
            </p:nvSpPr>
            <p:spPr bwMode="auto">
              <a:xfrm>
                <a:off x="4907" y="1516"/>
                <a:ext cx="23" cy="609"/>
              </a:xfrm>
              <a:custGeom>
                <a:avLst/>
                <a:gdLst>
                  <a:gd name="T0" fmla="*/ 23 w 23"/>
                  <a:gd name="T1" fmla="*/ 609 h 609"/>
                  <a:gd name="T2" fmla="*/ 23 w 23"/>
                  <a:gd name="T3" fmla="*/ 0 h 609"/>
                  <a:gd name="T4" fmla="*/ 23 w 23"/>
                  <a:gd name="T5" fmla="*/ 607 h 609"/>
                  <a:gd name="T6" fmla="*/ 0 w 23"/>
                  <a:gd name="T7" fmla="*/ 607 h 609"/>
                  <a:gd name="T8" fmla="*/ 23 w 23"/>
                  <a:gd name="T9" fmla="*/ 405 h 609"/>
                  <a:gd name="T10" fmla="*/ 0 w 23"/>
                  <a:gd name="T11" fmla="*/ 405 h 609"/>
                  <a:gd name="T12" fmla="*/ 23 w 23"/>
                  <a:gd name="T13" fmla="*/ 203 h 609"/>
                  <a:gd name="T14" fmla="*/ 0 w 23"/>
                  <a:gd name="T15" fmla="*/ 203 h 609"/>
                  <a:gd name="T16" fmla="*/ 23 w 23"/>
                  <a:gd name="T17" fmla="*/ 1 h 609"/>
                  <a:gd name="T18" fmla="*/ 0 w 23"/>
                  <a:gd name="T19" fmla="*/ 1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09">
                    <a:moveTo>
                      <a:pt x="23" y="609"/>
                    </a:moveTo>
                    <a:lnTo>
                      <a:pt x="23" y="0"/>
                    </a:lnTo>
                    <a:moveTo>
                      <a:pt x="23" y="607"/>
                    </a:moveTo>
                    <a:lnTo>
                      <a:pt x="0" y="607"/>
                    </a:lnTo>
                    <a:moveTo>
                      <a:pt x="23" y="405"/>
                    </a:moveTo>
                    <a:lnTo>
                      <a:pt x="0" y="405"/>
                    </a:lnTo>
                    <a:moveTo>
                      <a:pt x="23" y="203"/>
                    </a:moveTo>
                    <a:lnTo>
                      <a:pt x="0" y="203"/>
                    </a:lnTo>
                    <a:moveTo>
                      <a:pt x="23" y="1"/>
                    </a:moveTo>
                    <a:lnTo>
                      <a:pt x="0" y="1"/>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4" name="Freeform 626">
                <a:extLst>
                  <a:ext uri="{FF2B5EF4-FFF2-40B4-BE49-F238E27FC236}">
                    <a16:creationId xmlns:a16="http://schemas.microsoft.com/office/drawing/2014/main" id="{1F41F49C-2AFB-4F24-99BC-AB6E5A75955D}"/>
                  </a:ext>
                </a:extLst>
              </p:cNvPr>
              <p:cNvSpPr/>
              <p:nvPr/>
            </p:nvSpPr>
            <p:spPr bwMode="auto">
              <a:xfrm>
                <a:off x="5009" y="1880"/>
                <a:ext cx="712" cy="243"/>
              </a:xfrm>
              <a:custGeom>
                <a:avLst/>
                <a:gdLst>
                  <a:gd name="T0" fmla="*/ 0 w 712"/>
                  <a:gd name="T1" fmla="*/ 243 h 243"/>
                  <a:gd name="T2" fmla="*/ 0 w 712"/>
                  <a:gd name="T3" fmla="*/ 243 h 243"/>
                  <a:gd name="T4" fmla="*/ 0 w 712"/>
                  <a:gd name="T5" fmla="*/ 243 h 243"/>
                  <a:gd name="T6" fmla="*/ 118 w 712"/>
                  <a:gd name="T7" fmla="*/ 202 h 243"/>
                  <a:gd name="T8" fmla="*/ 118 w 712"/>
                  <a:gd name="T9" fmla="*/ 202 h 243"/>
                  <a:gd name="T10" fmla="*/ 237 w 712"/>
                  <a:gd name="T11" fmla="*/ 178 h 243"/>
                  <a:gd name="T12" fmla="*/ 237 w 712"/>
                  <a:gd name="T13" fmla="*/ 178 h 243"/>
                  <a:gd name="T14" fmla="*/ 356 w 712"/>
                  <a:gd name="T15" fmla="*/ 124 h 243"/>
                  <a:gd name="T16" fmla="*/ 356 w 712"/>
                  <a:gd name="T17" fmla="*/ 124 h 243"/>
                  <a:gd name="T18" fmla="*/ 474 w 712"/>
                  <a:gd name="T19" fmla="*/ 111 h 243"/>
                  <a:gd name="T20" fmla="*/ 474 w 712"/>
                  <a:gd name="T21" fmla="*/ 111 h 243"/>
                  <a:gd name="T22" fmla="*/ 593 w 712"/>
                  <a:gd name="T23" fmla="*/ 50 h 243"/>
                  <a:gd name="T24" fmla="*/ 593 w 712"/>
                  <a:gd name="T25" fmla="*/ 50 h 243"/>
                  <a:gd name="T26" fmla="*/ 712 w 712"/>
                  <a:gd name="T2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243">
                    <a:moveTo>
                      <a:pt x="0" y="243"/>
                    </a:moveTo>
                    <a:lnTo>
                      <a:pt x="0" y="243"/>
                    </a:lnTo>
                    <a:lnTo>
                      <a:pt x="0" y="243"/>
                    </a:lnTo>
                    <a:lnTo>
                      <a:pt x="118" y="202"/>
                    </a:lnTo>
                    <a:lnTo>
                      <a:pt x="118" y="202"/>
                    </a:lnTo>
                    <a:lnTo>
                      <a:pt x="237" y="178"/>
                    </a:lnTo>
                    <a:lnTo>
                      <a:pt x="237" y="178"/>
                    </a:lnTo>
                    <a:lnTo>
                      <a:pt x="356" y="124"/>
                    </a:lnTo>
                    <a:lnTo>
                      <a:pt x="356" y="124"/>
                    </a:lnTo>
                    <a:lnTo>
                      <a:pt x="474" y="111"/>
                    </a:lnTo>
                    <a:lnTo>
                      <a:pt x="474" y="111"/>
                    </a:lnTo>
                    <a:lnTo>
                      <a:pt x="593" y="50"/>
                    </a:lnTo>
                    <a:lnTo>
                      <a:pt x="593" y="50"/>
                    </a:lnTo>
                    <a:lnTo>
                      <a:pt x="712" y="0"/>
                    </a:lnTo>
                  </a:path>
                </a:pathLst>
              </a:custGeom>
              <a:noFill/>
              <a:ln w="4763"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5" name="Line 627">
                <a:extLst>
                  <a:ext uri="{FF2B5EF4-FFF2-40B4-BE49-F238E27FC236}">
                    <a16:creationId xmlns:a16="http://schemas.microsoft.com/office/drawing/2014/main" id="{65BB091E-0BCF-47A4-8FE2-6FA06CC64327}"/>
                  </a:ext>
                </a:extLst>
              </p:cNvPr>
              <p:cNvSpPr>
                <a:spLocks noChangeShapeType="1"/>
              </p:cNvSpPr>
              <p:nvPr/>
            </p:nvSpPr>
            <p:spPr bwMode="auto">
              <a:xfrm>
                <a:off x="5009" y="2121"/>
                <a:ext cx="0" cy="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6" name="Line 628">
                <a:extLst>
                  <a:ext uri="{FF2B5EF4-FFF2-40B4-BE49-F238E27FC236}">
                    <a16:creationId xmlns:a16="http://schemas.microsoft.com/office/drawing/2014/main" id="{AF01DBE6-3608-48A4-AD1D-6B7B077BFEB0}"/>
                  </a:ext>
                </a:extLst>
              </p:cNvPr>
              <p:cNvSpPr>
                <a:spLocks noChangeShapeType="1"/>
              </p:cNvSpPr>
              <p:nvPr/>
            </p:nvSpPr>
            <p:spPr bwMode="auto">
              <a:xfrm>
                <a:off x="4997" y="2121"/>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7" name="Line 629">
                <a:extLst>
                  <a:ext uri="{FF2B5EF4-FFF2-40B4-BE49-F238E27FC236}">
                    <a16:creationId xmlns:a16="http://schemas.microsoft.com/office/drawing/2014/main" id="{ABD2B261-9607-4970-87CC-86149EF8D1B4}"/>
                  </a:ext>
                </a:extLst>
              </p:cNvPr>
              <p:cNvSpPr>
                <a:spLocks noChangeShapeType="1"/>
              </p:cNvSpPr>
              <p:nvPr/>
            </p:nvSpPr>
            <p:spPr bwMode="auto">
              <a:xfrm>
                <a:off x="5127" y="2076"/>
                <a:ext cx="0" cy="6"/>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8" name="Line 630">
                <a:extLst>
                  <a:ext uri="{FF2B5EF4-FFF2-40B4-BE49-F238E27FC236}">
                    <a16:creationId xmlns:a16="http://schemas.microsoft.com/office/drawing/2014/main" id="{C45D9BE7-9BF4-46F0-BE3D-ACF1D2AC7E95}"/>
                  </a:ext>
                </a:extLst>
              </p:cNvPr>
              <p:cNvSpPr>
                <a:spLocks noChangeShapeType="1"/>
              </p:cNvSpPr>
              <p:nvPr/>
            </p:nvSpPr>
            <p:spPr bwMode="auto">
              <a:xfrm>
                <a:off x="5127" y="2082"/>
                <a:ext cx="0" cy="6"/>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9" name="Line 631">
                <a:extLst>
                  <a:ext uri="{FF2B5EF4-FFF2-40B4-BE49-F238E27FC236}">
                    <a16:creationId xmlns:a16="http://schemas.microsoft.com/office/drawing/2014/main" id="{52215AA5-8A10-4148-8BAF-52862E2090F8}"/>
                  </a:ext>
                </a:extLst>
              </p:cNvPr>
              <p:cNvSpPr>
                <a:spLocks noChangeShapeType="1"/>
              </p:cNvSpPr>
              <p:nvPr/>
            </p:nvSpPr>
            <p:spPr bwMode="auto">
              <a:xfrm>
                <a:off x="5116" y="207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0" name="Line 632">
                <a:extLst>
                  <a:ext uri="{FF2B5EF4-FFF2-40B4-BE49-F238E27FC236}">
                    <a16:creationId xmlns:a16="http://schemas.microsoft.com/office/drawing/2014/main" id="{AF0B8C23-23E4-4B2D-88EC-10E910C86410}"/>
                  </a:ext>
                </a:extLst>
              </p:cNvPr>
              <p:cNvSpPr>
                <a:spLocks noChangeShapeType="1"/>
              </p:cNvSpPr>
              <p:nvPr/>
            </p:nvSpPr>
            <p:spPr bwMode="auto">
              <a:xfrm>
                <a:off x="5116" y="2088"/>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1" name="Line 633">
                <a:extLst>
                  <a:ext uri="{FF2B5EF4-FFF2-40B4-BE49-F238E27FC236}">
                    <a16:creationId xmlns:a16="http://schemas.microsoft.com/office/drawing/2014/main" id="{0B82722C-CBDE-47B0-96A3-95167751A2ED}"/>
                  </a:ext>
                </a:extLst>
              </p:cNvPr>
              <p:cNvSpPr>
                <a:spLocks noChangeShapeType="1"/>
              </p:cNvSpPr>
              <p:nvPr/>
            </p:nvSpPr>
            <p:spPr bwMode="auto">
              <a:xfrm>
                <a:off x="5246" y="2048"/>
                <a:ext cx="0" cy="1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2" name="Line 634">
                <a:extLst>
                  <a:ext uri="{FF2B5EF4-FFF2-40B4-BE49-F238E27FC236}">
                    <a16:creationId xmlns:a16="http://schemas.microsoft.com/office/drawing/2014/main" id="{C026015A-607D-477A-8310-6868861E5FD0}"/>
                  </a:ext>
                </a:extLst>
              </p:cNvPr>
              <p:cNvSpPr>
                <a:spLocks noChangeShapeType="1"/>
              </p:cNvSpPr>
              <p:nvPr/>
            </p:nvSpPr>
            <p:spPr bwMode="auto">
              <a:xfrm>
                <a:off x="5246" y="2058"/>
                <a:ext cx="0" cy="8"/>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3" name="Line 635">
                <a:extLst>
                  <a:ext uri="{FF2B5EF4-FFF2-40B4-BE49-F238E27FC236}">
                    <a16:creationId xmlns:a16="http://schemas.microsoft.com/office/drawing/2014/main" id="{6C25E4AB-649D-4654-85D4-9EF1924DCD52}"/>
                  </a:ext>
                </a:extLst>
              </p:cNvPr>
              <p:cNvSpPr>
                <a:spLocks noChangeShapeType="1"/>
              </p:cNvSpPr>
              <p:nvPr/>
            </p:nvSpPr>
            <p:spPr bwMode="auto">
              <a:xfrm>
                <a:off x="5234" y="2048"/>
                <a:ext cx="24"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4" name="Line 636">
                <a:extLst>
                  <a:ext uri="{FF2B5EF4-FFF2-40B4-BE49-F238E27FC236}">
                    <a16:creationId xmlns:a16="http://schemas.microsoft.com/office/drawing/2014/main" id="{41799210-D0F0-4269-99E5-C7141FEE27A9}"/>
                  </a:ext>
                </a:extLst>
              </p:cNvPr>
              <p:cNvSpPr>
                <a:spLocks noChangeShapeType="1"/>
              </p:cNvSpPr>
              <p:nvPr/>
            </p:nvSpPr>
            <p:spPr bwMode="auto">
              <a:xfrm>
                <a:off x="5234" y="2066"/>
                <a:ext cx="24"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5" name="Line 637">
                <a:extLst>
                  <a:ext uri="{FF2B5EF4-FFF2-40B4-BE49-F238E27FC236}">
                    <a16:creationId xmlns:a16="http://schemas.microsoft.com/office/drawing/2014/main" id="{DF6DB5F1-28EC-44B1-B303-9C1360938F0C}"/>
                  </a:ext>
                </a:extLst>
              </p:cNvPr>
              <p:cNvSpPr>
                <a:spLocks noChangeShapeType="1"/>
              </p:cNvSpPr>
              <p:nvPr/>
            </p:nvSpPr>
            <p:spPr bwMode="auto">
              <a:xfrm>
                <a:off x="5365" y="1993"/>
                <a:ext cx="0" cy="11"/>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6" name="Line 638">
                <a:extLst>
                  <a:ext uri="{FF2B5EF4-FFF2-40B4-BE49-F238E27FC236}">
                    <a16:creationId xmlns:a16="http://schemas.microsoft.com/office/drawing/2014/main" id="{2A5F154C-0030-4787-9901-0105ACF45518}"/>
                  </a:ext>
                </a:extLst>
              </p:cNvPr>
              <p:cNvSpPr>
                <a:spLocks noChangeShapeType="1"/>
              </p:cNvSpPr>
              <p:nvPr/>
            </p:nvSpPr>
            <p:spPr bwMode="auto">
              <a:xfrm>
                <a:off x="5365" y="2004"/>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7" name="Line 639">
                <a:extLst>
                  <a:ext uri="{FF2B5EF4-FFF2-40B4-BE49-F238E27FC236}">
                    <a16:creationId xmlns:a16="http://schemas.microsoft.com/office/drawing/2014/main" id="{5C23BCAE-AEB1-4E44-8AF2-1298D4020368}"/>
                  </a:ext>
                </a:extLst>
              </p:cNvPr>
              <p:cNvSpPr>
                <a:spLocks noChangeShapeType="1"/>
              </p:cNvSpPr>
              <p:nvPr/>
            </p:nvSpPr>
            <p:spPr bwMode="auto">
              <a:xfrm>
                <a:off x="5353" y="1993"/>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8" name="Line 640">
                <a:extLst>
                  <a:ext uri="{FF2B5EF4-FFF2-40B4-BE49-F238E27FC236}">
                    <a16:creationId xmlns:a16="http://schemas.microsoft.com/office/drawing/2014/main" id="{194399A8-D135-4B48-944D-84F1BD9E3744}"/>
                  </a:ext>
                </a:extLst>
              </p:cNvPr>
              <p:cNvSpPr>
                <a:spLocks noChangeShapeType="1"/>
              </p:cNvSpPr>
              <p:nvPr/>
            </p:nvSpPr>
            <p:spPr bwMode="auto">
              <a:xfrm>
                <a:off x="5353" y="201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9" name="Line 641">
                <a:extLst>
                  <a:ext uri="{FF2B5EF4-FFF2-40B4-BE49-F238E27FC236}">
                    <a16:creationId xmlns:a16="http://schemas.microsoft.com/office/drawing/2014/main" id="{F14D39DD-19F3-4ADE-8665-BFA0C396CA25}"/>
                  </a:ext>
                </a:extLst>
              </p:cNvPr>
              <p:cNvSpPr>
                <a:spLocks noChangeShapeType="1"/>
              </p:cNvSpPr>
              <p:nvPr/>
            </p:nvSpPr>
            <p:spPr bwMode="auto">
              <a:xfrm>
                <a:off x="5483" y="1983"/>
                <a:ext cx="0" cy="8"/>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0" name="Line 642">
                <a:extLst>
                  <a:ext uri="{FF2B5EF4-FFF2-40B4-BE49-F238E27FC236}">
                    <a16:creationId xmlns:a16="http://schemas.microsoft.com/office/drawing/2014/main" id="{72E3C64A-E0EC-482B-955D-54C44215249A}"/>
                  </a:ext>
                </a:extLst>
              </p:cNvPr>
              <p:cNvSpPr>
                <a:spLocks noChangeShapeType="1"/>
              </p:cNvSpPr>
              <p:nvPr/>
            </p:nvSpPr>
            <p:spPr bwMode="auto">
              <a:xfrm>
                <a:off x="5483" y="1991"/>
                <a:ext cx="0" cy="9"/>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1" name="Line 643">
                <a:extLst>
                  <a:ext uri="{FF2B5EF4-FFF2-40B4-BE49-F238E27FC236}">
                    <a16:creationId xmlns:a16="http://schemas.microsoft.com/office/drawing/2014/main" id="{72599CB8-6D5D-4BC8-B20E-A84F54340A6D}"/>
                  </a:ext>
                </a:extLst>
              </p:cNvPr>
              <p:cNvSpPr>
                <a:spLocks noChangeShapeType="1"/>
              </p:cNvSpPr>
              <p:nvPr/>
            </p:nvSpPr>
            <p:spPr bwMode="auto">
              <a:xfrm>
                <a:off x="5472" y="1983"/>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2" name="Line 644">
                <a:extLst>
                  <a:ext uri="{FF2B5EF4-FFF2-40B4-BE49-F238E27FC236}">
                    <a16:creationId xmlns:a16="http://schemas.microsoft.com/office/drawing/2014/main" id="{B4F95323-3032-427D-AB98-324047ED86D0}"/>
                  </a:ext>
                </a:extLst>
              </p:cNvPr>
              <p:cNvSpPr>
                <a:spLocks noChangeShapeType="1"/>
              </p:cNvSpPr>
              <p:nvPr/>
            </p:nvSpPr>
            <p:spPr bwMode="auto">
              <a:xfrm>
                <a:off x="5472" y="2000"/>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3" name="Line 645">
                <a:extLst>
                  <a:ext uri="{FF2B5EF4-FFF2-40B4-BE49-F238E27FC236}">
                    <a16:creationId xmlns:a16="http://schemas.microsoft.com/office/drawing/2014/main" id="{C8147C03-856D-431B-80F1-917F1FABECC7}"/>
                  </a:ext>
                </a:extLst>
              </p:cNvPr>
              <p:cNvSpPr>
                <a:spLocks noChangeShapeType="1"/>
              </p:cNvSpPr>
              <p:nvPr/>
            </p:nvSpPr>
            <p:spPr bwMode="auto">
              <a:xfrm>
                <a:off x="5602" y="1916"/>
                <a:ext cx="0" cy="14"/>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4" name="Line 646">
                <a:extLst>
                  <a:ext uri="{FF2B5EF4-FFF2-40B4-BE49-F238E27FC236}">
                    <a16:creationId xmlns:a16="http://schemas.microsoft.com/office/drawing/2014/main" id="{10C3F110-B95E-4A26-9E83-7E1A3F157074}"/>
                  </a:ext>
                </a:extLst>
              </p:cNvPr>
              <p:cNvSpPr>
                <a:spLocks noChangeShapeType="1"/>
              </p:cNvSpPr>
              <p:nvPr/>
            </p:nvSpPr>
            <p:spPr bwMode="auto">
              <a:xfrm>
                <a:off x="5602" y="1930"/>
                <a:ext cx="0" cy="14"/>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5" name="Line 647">
                <a:extLst>
                  <a:ext uri="{FF2B5EF4-FFF2-40B4-BE49-F238E27FC236}">
                    <a16:creationId xmlns:a16="http://schemas.microsoft.com/office/drawing/2014/main" id="{8C20A590-9F48-48ED-97AB-C9FF70D9BBF8}"/>
                  </a:ext>
                </a:extLst>
              </p:cNvPr>
              <p:cNvSpPr>
                <a:spLocks noChangeShapeType="1"/>
              </p:cNvSpPr>
              <p:nvPr/>
            </p:nvSpPr>
            <p:spPr bwMode="auto">
              <a:xfrm>
                <a:off x="5590" y="191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6" name="Line 648">
                <a:extLst>
                  <a:ext uri="{FF2B5EF4-FFF2-40B4-BE49-F238E27FC236}">
                    <a16:creationId xmlns:a16="http://schemas.microsoft.com/office/drawing/2014/main" id="{887D006F-3875-4C38-A917-BCF252E25862}"/>
                  </a:ext>
                </a:extLst>
              </p:cNvPr>
              <p:cNvSpPr>
                <a:spLocks noChangeShapeType="1"/>
              </p:cNvSpPr>
              <p:nvPr/>
            </p:nvSpPr>
            <p:spPr bwMode="auto">
              <a:xfrm>
                <a:off x="5590" y="1944"/>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7" name="Line 649">
                <a:extLst>
                  <a:ext uri="{FF2B5EF4-FFF2-40B4-BE49-F238E27FC236}">
                    <a16:creationId xmlns:a16="http://schemas.microsoft.com/office/drawing/2014/main" id="{C7BCEB80-F098-4775-89F1-098FF47D7094}"/>
                  </a:ext>
                </a:extLst>
              </p:cNvPr>
              <p:cNvSpPr>
                <a:spLocks noChangeShapeType="1"/>
              </p:cNvSpPr>
              <p:nvPr/>
            </p:nvSpPr>
            <p:spPr bwMode="auto">
              <a:xfrm>
                <a:off x="5721" y="1868"/>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8" name="Line 650">
                <a:extLst>
                  <a:ext uri="{FF2B5EF4-FFF2-40B4-BE49-F238E27FC236}">
                    <a16:creationId xmlns:a16="http://schemas.microsoft.com/office/drawing/2014/main" id="{E2336D92-F159-4F4B-8392-02CD87B5AD9B}"/>
                  </a:ext>
                </a:extLst>
              </p:cNvPr>
              <p:cNvSpPr>
                <a:spLocks noChangeShapeType="1"/>
              </p:cNvSpPr>
              <p:nvPr/>
            </p:nvSpPr>
            <p:spPr bwMode="auto">
              <a:xfrm>
                <a:off x="5721" y="1880"/>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9" name="Line 651">
                <a:extLst>
                  <a:ext uri="{FF2B5EF4-FFF2-40B4-BE49-F238E27FC236}">
                    <a16:creationId xmlns:a16="http://schemas.microsoft.com/office/drawing/2014/main" id="{92CA2784-5E5D-4BCB-90CB-7554843C048A}"/>
                  </a:ext>
                </a:extLst>
              </p:cNvPr>
              <p:cNvSpPr>
                <a:spLocks noChangeShapeType="1"/>
              </p:cNvSpPr>
              <p:nvPr/>
            </p:nvSpPr>
            <p:spPr bwMode="auto">
              <a:xfrm>
                <a:off x="5709" y="1868"/>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0" name="Line 652">
                <a:extLst>
                  <a:ext uri="{FF2B5EF4-FFF2-40B4-BE49-F238E27FC236}">
                    <a16:creationId xmlns:a16="http://schemas.microsoft.com/office/drawing/2014/main" id="{3E25A711-A62C-47EF-86F8-C42FC52F8E62}"/>
                  </a:ext>
                </a:extLst>
              </p:cNvPr>
              <p:cNvSpPr>
                <a:spLocks noChangeShapeType="1"/>
              </p:cNvSpPr>
              <p:nvPr/>
            </p:nvSpPr>
            <p:spPr bwMode="auto">
              <a:xfrm>
                <a:off x="5709" y="1892"/>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1" name="Oval 653">
                <a:extLst>
                  <a:ext uri="{FF2B5EF4-FFF2-40B4-BE49-F238E27FC236}">
                    <a16:creationId xmlns:a16="http://schemas.microsoft.com/office/drawing/2014/main" id="{5E0B1760-AD18-478B-96F2-D2C93A54038C}"/>
                  </a:ext>
                </a:extLst>
              </p:cNvPr>
              <p:cNvSpPr>
                <a:spLocks noChangeArrowheads="1"/>
              </p:cNvSpPr>
              <p:nvPr/>
            </p:nvSpPr>
            <p:spPr bwMode="auto">
              <a:xfrm>
                <a:off x="4997" y="2111"/>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2" name="Oval 654">
                <a:extLst>
                  <a:ext uri="{FF2B5EF4-FFF2-40B4-BE49-F238E27FC236}">
                    <a16:creationId xmlns:a16="http://schemas.microsoft.com/office/drawing/2014/main" id="{B7AF4671-565B-4E4D-885F-34DE53100156}"/>
                  </a:ext>
                </a:extLst>
              </p:cNvPr>
              <p:cNvSpPr>
                <a:spLocks noChangeArrowheads="1"/>
              </p:cNvSpPr>
              <p:nvPr/>
            </p:nvSpPr>
            <p:spPr bwMode="auto">
              <a:xfrm>
                <a:off x="5116" y="2070"/>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0" name="Oval 655">
                <a:extLst>
                  <a:ext uri="{FF2B5EF4-FFF2-40B4-BE49-F238E27FC236}">
                    <a16:creationId xmlns:a16="http://schemas.microsoft.com/office/drawing/2014/main" id="{88C0C327-9490-4262-B665-8A7928DD0488}"/>
                  </a:ext>
                </a:extLst>
              </p:cNvPr>
              <p:cNvSpPr>
                <a:spLocks noChangeArrowheads="1"/>
              </p:cNvSpPr>
              <p:nvPr/>
            </p:nvSpPr>
            <p:spPr bwMode="auto">
              <a:xfrm>
                <a:off x="5234" y="2045"/>
                <a:ext cx="24" cy="25"/>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1" name="Oval 656">
                <a:extLst>
                  <a:ext uri="{FF2B5EF4-FFF2-40B4-BE49-F238E27FC236}">
                    <a16:creationId xmlns:a16="http://schemas.microsoft.com/office/drawing/2014/main" id="{5A60E804-D046-41C7-B178-21CC2B841A3C}"/>
                  </a:ext>
                </a:extLst>
              </p:cNvPr>
              <p:cNvSpPr>
                <a:spLocks noChangeArrowheads="1"/>
              </p:cNvSpPr>
              <p:nvPr/>
            </p:nvSpPr>
            <p:spPr bwMode="auto">
              <a:xfrm>
                <a:off x="5353" y="1992"/>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4" name="Oval 657">
                <a:extLst>
                  <a:ext uri="{FF2B5EF4-FFF2-40B4-BE49-F238E27FC236}">
                    <a16:creationId xmlns:a16="http://schemas.microsoft.com/office/drawing/2014/main" id="{5A18F320-B2DB-4EC9-87EE-54C56234A319}"/>
                  </a:ext>
                </a:extLst>
              </p:cNvPr>
              <p:cNvSpPr>
                <a:spLocks noChangeArrowheads="1"/>
              </p:cNvSpPr>
              <p:nvPr/>
            </p:nvSpPr>
            <p:spPr bwMode="auto">
              <a:xfrm>
                <a:off x="5472" y="1979"/>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6" name="Oval 658">
                <a:extLst>
                  <a:ext uri="{FF2B5EF4-FFF2-40B4-BE49-F238E27FC236}">
                    <a16:creationId xmlns:a16="http://schemas.microsoft.com/office/drawing/2014/main" id="{49E90DA2-6DA1-4086-9D02-C19F8026D56C}"/>
                  </a:ext>
                </a:extLst>
              </p:cNvPr>
              <p:cNvSpPr>
                <a:spLocks noChangeArrowheads="1"/>
              </p:cNvSpPr>
              <p:nvPr/>
            </p:nvSpPr>
            <p:spPr bwMode="auto">
              <a:xfrm>
                <a:off x="5590" y="1918"/>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7" name="Oval 659">
                <a:extLst>
                  <a:ext uri="{FF2B5EF4-FFF2-40B4-BE49-F238E27FC236}">
                    <a16:creationId xmlns:a16="http://schemas.microsoft.com/office/drawing/2014/main" id="{FB89742C-E277-456F-8BF6-A34F6B85F0B3}"/>
                  </a:ext>
                </a:extLst>
              </p:cNvPr>
              <p:cNvSpPr>
                <a:spLocks noChangeArrowheads="1"/>
              </p:cNvSpPr>
              <p:nvPr/>
            </p:nvSpPr>
            <p:spPr bwMode="auto">
              <a:xfrm>
                <a:off x="5709" y="1868"/>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8" name="Freeform 660">
                <a:extLst>
                  <a:ext uri="{FF2B5EF4-FFF2-40B4-BE49-F238E27FC236}">
                    <a16:creationId xmlns:a16="http://schemas.microsoft.com/office/drawing/2014/main" id="{289FE7E6-2616-4209-9CCB-1F270F55A38A}"/>
                  </a:ext>
                </a:extLst>
              </p:cNvPr>
              <p:cNvSpPr/>
              <p:nvPr/>
            </p:nvSpPr>
            <p:spPr bwMode="auto">
              <a:xfrm>
                <a:off x="5009" y="1835"/>
                <a:ext cx="712" cy="288"/>
              </a:xfrm>
              <a:custGeom>
                <a:avLst/>
                <a:gdLst>
                  <a:gd name="T0" fmla="*/ 0 w 712"/>
                  <a:gd name="T1" fmla="*/ 288 h 288"/>
                  <a:gd name="T2" fmla="*/ 0 w 712"/>
                  <a:gd name="T3" fmla="*/ 288 h 288"/>
                  <a:gd name="T4" fmla="*/ 0 w 712"/>
                  <a:gd name="T5" fmla="*/ 288 h 288"/>
                  <a:gd name="T6" fmla="*/ 118 w 712"/>
                  <a:gd name="T7" fmla="*/ 244 h 288"/>
                  <a:gd name="T8" fmla="*/ 118 w 712"/>
                  <a:gd name="T9" fmla="*/ 244 h 288"/>
                  <a:gd name="T10" fmla="*/ 237 w 712"/>
                  <a:gd name="T11" fmla="*/ 214 h 288"/>
                  <a:gd name="T12" fmla="*/ 237 w 712"/>
                  <a:gd name="T13" fmla="*/ 214 h 288"/>
                  <a:gd name="T14" fmla="*/ 356 w 712"/>
                  <a:gd name="T15" fmla="*/ 187 h 288"/>
                  <a:gd name="T16" fmla="*/ 356 w 712"/>
                  <a:gd name="T17" fmla="*/ 187 h 288"/>
                  <a:gd name="T18" fmla="*/ 474 w 712"/>
                  <a:gd name="T19" fmla="*/ 156 h 288"/>
                  <a:gd name="T20" fmla="*/ 474 w 712"/>
                  <a:gd name="T21" fmla="*/ 156 h 288"/>
                  <a:gd name="T22" fmla="*/ 593 w 712"/>
                  <a:gd name="T23" fmla="*/ 69 h 288"/>
                  <a:gd name="T24" fmla="*/ 593 w 712"/>
                  <a:gd name="T25" fmla="*/ 69 h 288"/>
                  <a:gd name="T26" fmla="*/ 712 w 712"/>
                  <a:gd name="T2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288">
                    <a:moveTo>
                      <a:pt x="0" y="288"/>
                    </a:moveTo>
                    <a:lnTo>
                      <a:pt x="0" y="288"/>
                    </a:lnTo>
                    <a:lnTo>
                      <a:pt x="0" y="288"/>
                    </a:lnTo>
                    <a:lnTo>
                      <a:pt x="118" y="244"/>
                    </a:lnTo>
                    <a:lnTo>
                      <a:pt x="118" y="244"/>
                    </a:lnTo>
                    <a:lnTo>
                      <a:pt x="237" y="214"/>
                    </a:lnTo>
                    <a:lnTo>
                      <a:pt x="237" y="214"/>
                    </a:lnTo>
                    <a:lnTo>
                      <a:pt x="356" y="187"/>
                    </a:lnTo>
                    <a:lnTo>
                      <a:pt x="356" y="187"/>
                    </a:lnTo>
                    <a:lnTo>
                      <a:pt x="474" y="156"/>
                    </a:lnTo>
                    <a:lnTo>
                      <a:pt x="474" y="156"/>
                    </a:lnTo>
                    <a:lnTo>
                      <a:pt x="593" y="69"/>
                    </a:lnTo>
                    <a:lnTo>
                      <a:pt x="593" y="69"/>
                    </a:lnTo>
                    <a:lnTo>
                      <a:pt x="712" y="0"/>
                    </a:lnTo>
                  </a:path>
                </a:pathLst>
              </a:custGeom>
              <a:noFill/>
              <a:ln w="4763"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9" name="Line 661">
                <a:extLst>
                  <a:ext uri="{FF2B5EF4-FFF2-40B4-BE49-F238E27FC236}">
                    <a16:creationId xmlns:a16="http://schemas.microsoft.com/office/drawing/2014/main" id="{D57D012D-F190-4F90-AD3C-96FCF9B5FD27}"/>
                  </a:ext>
                </a:extLst>
              </p:cNvPr>
              <p:cNvSpPr>
                <a:spLocks noChangeShapeType="1"/>
              </p:cNvSpPr>
              <p:nvPr/>
            </p:nvSpPr>
            <p:spPr bwMode="auto">
              <a:xfrm>
                <a:off x="5009" y="2121"/>
                <a:ext cx="0" cy="2"/>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0" name="Line 662">
                <a:extLst>
                  <a:ext uri="{FF2B5EF4-FFF2-40B4-BE49-F238E27FC236}">
                    <a16:creationId xmlns:a16="http://schemas.microsoft.com/office/drawing/2014/main" id="{CEB568DE-2E76-4947-8253-4A93C01FDBAE}"/>
                  </a:ext>
                </a:extLst>
              </p:cNvPr>
              <p:cNvSpPr>
                <a:spLocks noChangeShapeType="1"/>
              </p:cNvSpPr>
              <p:nvPr/>
            </p:nvSpPr>
            <p:spPr bwMode="auto">
              <a:xfrm>
                <a:off x="4997" y="2121"/>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1" name="Line 663">
                <a:extLst>
                  <a:ext uri="{FF2B5EF4-FFF2-40B4-BE49-F238E27FC236}">
                    <a16:creationId xmlns:a16="http://schemas.microsoft.com/office/drawing/2014/main" id="{4BC1E685-CA7C-4FD9-AC82-6448762DB285}"/>
                  </a:ext>
                </a:extLst>
              </p:cNvPr>
              <p:cNvSpPr>
                <a:spLocks noChangeShapeType="1"/>
              </p:cNvSpPr>
              <p:nvPr/>
            </p:nvSpPr>
            <p:spPr bwMode="auto">
              <a:xfrm>
                <a:off x="5127" y="2074"/>
                <a:ext cx="0" cy="5"/>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2" name="Line 664">
                <a:extLst>
                  <a:ext uri="{FF2B5EF4-FFF2-40B4-BE49-F238E27FC236}">
                    <a16:creationId xmlns:a16="http://schemas.microsoft.com/office/drawing/2014/main" id="{4C0D3915-55C6-4EB4-BC32-DDE15D8BDCC1}"/>
                  </a:ext>
                </a:extLst>
              </p:cNvPr>
              <p:cNvSpPr>
                <a:spLocks noChangeShapeType="1"/>
              </p:cNvSpPr>
              <p:nvPr/>
            </p:nvSpPr>
            <p:spPr bwMode="auto">
              <a:xfrm>
                <a:off x="5127" y="2079"/>
                <a:ext cx="0" cy="5"/>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3" name="Line 665">
                <a:extLst>
                  <a:ext uri="{FF2B5EF4-FFF2-40B4-BE49-F238E27FC236}">
                    <a16:creationId xmlns:a16="http://schemas.microsoft.com/office/drawing/2014/main" id="{58A178EF-F01F-4E20-9CE0-BA4B7D7BABE3}"/>
                  </a:ext>
                </a:extLst>
              </p:cNvPr>
              <p:cNvSpPr>
                <a:spLocks noChangeShapeType="1"/>
              </p:cNvSpPr>
              <p:nvPr/>
            </p:nvSpPr>
            <p:spPr bwMode="auto">
              <a:xfrm>
                <a:off x="5116" y="207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4" name="Line 666">
                <a:extLst>
                  <a:ext uri="{FF2B5EF4-FFF2-40B4-BE49-F238E27FC236}">
                    <a16:creationId xmlns:a16="http://schemas.microsoft.com/office/drawing/2014/main" id="{E547E755-F455-4702-A70D-672F5C7004C5}"/>
                  </a:ext>
                </a:extLst>
              </p:cNvPr>
              <p:cNvSpPr>
                <a:spLocks noChangeShapeType="1"/>
              </p:cNvSpPr>
              <p:nvPr/>
            </p:nvSpPr>
            <p:spPr bwMode="auto">
              <a:xfrm>
                <a:off x="5116" y="208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5" name="Line 667">
                <a:extLst>
                  <a:ext uri="{FF2B5EF4-FFF2-40B4-BE49-F238E27FC236}">
                    <a16:creationId xmlns:a16="http://schemas.microsoft.com/office/drawing/2014/main" id="{A08F57EE-05FB-488E-B8CC-C79F848BF574}"/>
                  </a:ext>
                </a:extLst>
              </p:cNvPr>
              <p:cNvSpPr>
                <a:spLocks noChangeShapeType="1"/>
              </p:cNvSpPr>
              <p:nvPr/>
            </p:nvSpPr>
            <p:spPr bwMode="auto">
              <a:xfrm>
                <a:off x="5246" y="2042"/>
                <a:ext cx="0" cy="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6" name="Line 668">
                <a:extLst>
                  <a:ext uri="{FF2B5EF4-FFF2-40B4-BE49-F238E27FC236}">
                    <a16:creationId xmlns:a16="http://schemas.microsoft.com/office/drawing/2014/main" id="{C2AFDE3B-CF86-4134-B169-9C086D94A69E}"/>
                  </a:ext>
                </a:extLst>
              </p:cNvPr>
              <p:cNvSpPr>
                <a:spLocks noChangeShapeType="1"/>
              </p:cNvSpPr>
              <p:nvPr/>
            </p:nvSpPr>
            <p:spPr bwMode="auto">
              <a:xfrm>
                <a:off x="5246" y="2049"/>
                <a:ext cx="0" cy="8"/>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7" name="Line 669">
                <a:extLst>
                  <a:ext uri="{FF2B5EF4-FFF2-40B4-BE49-F238E27FC236}">
                    <a16:creationId xmlns:a16="http://schemas.microsoft.com/office/drawing/2014/main" id="{3D7204AC-0C70-48EC-931B-E8B9EFE07DDD}"/>
                  </a:ext>
                </a:extLst>
              </p:cNvPr>
              <p:cNvSpPr>
                <a:spLocks noChangeShapeType="1"/>
              </p:cNvSpPr>
              <p:nvPr/>
            </p:nvSpPr>
            <p:spPr bwMode="auto">
              <a:xfrm>
                <a:off x="5234" y="2042"/>
                <a:ext cx="24"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8" name="Line 670">
                <a:extLst>
                  <a:ext uri="{FF2B5EF4-FFF2-40B4-BE49-F238E27FC236}">
                    <a16:creationId xmlns:a16="http://schemas.microsoft.com/office/drawing/2014/main" id="{9383E8B2-77A3-4D54-B1EA-C69CE787072D}"/>
                  </a:ext>
                </a:extLst>
              </p:cNvPr>
              <p:cNvSpPr>
                <a:spLocks noChangeShapeType="1"/>
              </p:cNvSpPr>
              <p:nvPr/>
            </p:nvSpPr>
            <p:spPr bwMode="auto">
              <a:xfrm>
                <a:off x="5234" y="2057"/>
                <a:ext cx="24"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9" name="Line 671">
                <a:extLst>
                  <a:ext uri="{FF2B5EF4-FFF2-40B4-BE49-F238E27FC236}">
                    <a16:creationId xmlns:a16="http://schemas.microsoft.com/office/drawing/2014/main" id="{79BBFE0A-3ABC-4A0C-9C89-016D37BBDA1E}"/>
                  </a:ext>
                </a:extLst>
              </p:cNvPr>
              <p:cNvSpPr>
                <a:spLocks noChangeShapeType="1"/>
              </p:cNvSpPr>
              <p:nvPr/>
            </p:nvSpPr>
            <p:spPr bwMode="auto">
              <a:xfrm>
                <a:off x="5365" y="2012"/>
                <a:ext cx="0" cy="1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0" name="Line 672">
                <a:extLst>
                  <a:ext uri="{FF2B5EF4-FFF2-40B4-BE49-F238E27FC236}">
                    <a16:creationId xmlns:a16="http://schemas.microsoft.com/office/drawing/2014/main" id="{66C070DA-331A-42EE-8116-C5EE89479320}"/>
                  </a:ext>
                </a:extLst>
              </p:cNvPr>
              <p:cNvSpPr>
                <a:spLocks noChangeShapeType="1"/>
              </p:cNvSpPr>
              <p:nvPr/>
            </p:nvSpPr>
            <p:spPr bwMode="auto">
              <a:xfrm>
                <a:off x="5365" y="2022"/>
                <a:ext cx="0" cy="11"/>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1" name="Line 673">
                <a:extLst>
                  <a:ext uri="{FF2B5EF4-FFF2-40B4-BE49-F238E27FC236}">
                    <a16:creationId xmlns:a16="http://schemas.microsoft.com/office/drawing/2014/main" id="{3943A369-5AAF-4179-B005-B1E4F58568C0}"/>
                  </a:ext>
                </a:extLst>
              </p:cNvPr>
              <p:cNvSpPr>
                <a:spLocks noChangeShapeType="1"/>
              </p:cNvSpPr>
              <p:nvPr/>
            </p:nvSpPr>
            <p:spPr bwMode="auto">
              <a:xfrm>
                <a:off x="5353" y="2012"/>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2" name="Line 674">
                <a:extLst>
                  <a:ext uri="{FF2B5EF4-FFF2-40B4-BE49-F238E27FC236}">
                    <a16:creationId xmlns:a16="http://schemas.microsoft.com/office/drawing/2014/main" id="{C67638F3-2881-459B-8F74-556DDEC6D3CF}"/>
                  </a:ext>
                </a:extLst>
              </p:cNvPr>
              <p:cNvSpPr>
                <a:spLocks noChangeShapeType="1"/>
              </p:cNvSpPr>
              <p:nvPr/>
            </p:nvSpPr>
            <p:spPr bwMode="auto">
              <a:xfrm>
                <a:off x="5353" y="2033"/>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3" name="Line 675">
                <a:extLst>
                  <a:ext uri="{FF2B5EF4-FFF2-40B4-BE49-F238E27FC236}">
                    <a16:creationId xmlns:a16="http://schemas.microsoft.com/office/drawing/2014/main" id="{A2204A14-3F6E-499B-9FE6-98AD5D794EFA}"/>
                  </a:ext>
                </a:extLst>
              </p:cNvPr>
              <p:cNvSpPr>
                <a:spLocks noChangeShapeType="1"/>
              </p:cNvSpPr>
              <p:nvPr/>
            </p:nvSpPr>
            <p:spPr bwMode="auto">
              <a:xfrm>
                <a:off x="5483" y="1979"/>
                <a:ext cx="0" cy="12"/>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4" name="Line 676">
                <a:extLst>
                  <a:ext uri="{FF2B5EF4-FFF2-40B4-BE49-F238E27FC236}">
                    <a16:creationId xmlns:a16="http://schemas.microsoft.com/office/drawing/2014/main" id="{5A29FE9D-9A27-4981-8F57-060F511157AC}"/>
                  </a:ext>
                </a:extLst>
              </p:cNvPr>
              <p:cNvSpPr>
                <a:spLocks noChangeShapeType="1"/>
              </p:cNvSpPr>
              <p:nvPr/>
            </p:nvSpPr>
            <p:spPr bwMode="auto">
              <a:xfrm>
                <a:off x="5483" y="1991"/>
                <a:ext cx="0" cy="13"/>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5" name="Line 677">
                <a:extLst>
                  <a:ext uri="{FF2B5EF4-FFF2-40B4-BE49-F238E27FC236}">
                    <a16:creationId xmlns:a16="http://schemas.microsoft.com/office/drawing/2014/main" id="{3C4168D4-6373-4EFB-B4A7-03BF5CEFF2A7}"/>
                  </a:ext>
                </a:extLst>
              </p:cNvPr>
              <p:cNvSpPr>
                <a:spLocks noChangeShapeType="1"/>
              </p:cNvSpPr>
              <p:nvPr/>
            </p:nvSpPr>
            <p:spPr bwMode="auto">
              <a:xfrm>
                <a:off x="5472" y="1979"/>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6" name="Line 678">
                <a:extLst>
                  <a:ext uri="{FF2B5EF4-FFF2-40B4-BE49-F238E27FC236}">
                    <a16:creationId xmlns:a16="http://schemas.microsoft.com/office/drawing/2014/main" id="{CA6FBFAB-9A6A-4CA7-94E7-E100FE73AF0C}"/>
                  </a:ext>
                </a:extLst>
              </p:cNvPr>
              <p:cNvSpPr>
                <a:spLocks noChangeShapeType="1"/>
              </p:cNvSpPr>
              <p:nvPr/>
            </p:nvSpPr>
            <p:spPr bwMode="auto">
              <a:xfrm>
                <a:off x="5472" y="200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7" name="Line 679">
                <a:extLst>
                  <a:ext uri="{FF2B5EF4-FFF2-40B4-BE49-F238E27FC236}">
                    <a16:creationId xmlns:a16="http://schemas.microsoft.com/office/drawing/2014/main" id="{3E55E532-02E9-4EC5-B659-8DC713E81A8F}"/>
                  </a:ext>
                </a:extLst>
              </p:cNvPr>
              <p:cNvSpPr>
                <a:spLocks noChangeShapeType="1"/>
              </p:cNvSpPr>
              <p:nvPr/>
            </p:nvSpPr>
            <p:spPr bwMode="auto">
              <a:xfrm>
                <a:off x="5602" y="1894"/>
                <a:ext cx="0" cy="1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8" name="Line 680">
                <a:extLst>
                  <a:ext uri="{FF2B5EF4-FFF2-40B4-BE49-F238E27FC236}">
                    <a16:creationId xmlns:a16="http://schemas.microsoft.com/office/drawing/2014/main" id="{02679E2A-4BED-40A5-9E99-FB29456F5D0C}"/>
                  </a:ext>
                </a:extLst>
              </p:cNvPr>
              <p:cNvSpPr>
                <a:spLocks noChangeShapeType="1"/>
              </p:cNvSpPr>
              <p:nvPr/>
            </p:nvSpPr>
            <p:spPr bwMode="auto">
              <a:xfrm>
                <a:off x="5602" y="1904"/>
                <a:ext cx="0" cy="9"/>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9" name="Line 681">
                <a:extLst>
                  <a:ext uri="{FF2B5EF4-FFF2-40B4-BE49-F238E27FC236}">
                    <a16:creationId xmlns:a16="http://schemas.microsoft.com/office/drawing/2014/main" id="{392A2CA8-D6AC-4391-AC7E-C37903177499}"/>
                  </a:ext>
                </a:extLst>
              </p:cNvPr>
              <p:cNvSpPr>
                <a:spLocks noChangeShapeType="1"/>
              </p:cNvSpPr>
              <p:nvPr/>
            </p:nvSpPr>
            <p:spPr bwMode="auto">
              <a:xfrm>
                <a:off x="5590" y="189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0" name="Line 682">
                <a:extLst>
                  <a:ext uri="{FF2B5EF4-FFF2-40B4-BE49-F238E27FC236}">
                    <a16:creationId xmlns:a16="http://schemas.microsoft.com/office/drawing/2014/main" id="{AC967A51-09AE-4F67-9730-FAE30BBCDF1D}"/>
                  </a:ext>
                </a:extLst>
              </p:cNvPr>
              <p:cNvSpPr>
                <a:spLocks noChangeShapeType="1"/>
              </p:cNvSpPr>
              <p:nvPr/>
            </p:nvSpPr>
            <p:spPr bwMode="auto">
              <a:xfrm>
                <a:off x="5590" y="1913"/>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1" name="Line 683">
                <a:extLst>
                  <a:ext uri="{FF2B5EF4-FFF2-40B4-BE49-F238E27FC236}">
                    <a16:creationId xmlns:a16="http://schemas.microsoft.com/office/drawing/2014/main" id="{1E0EAD14-3E4A-48A1-A39E-816C4D924B28}"/>
                  </a:ext>
                </a:extLst>
              </p:cNvPr>
              <p:cNvSpPr>
                <a:spLocks noChangeShapeType="1"/>
              </p:cNvSpPr>
              <p:nvPr/>
            </p:nvSpPr>
            <p:spPr bwMode="auto">
              <a:xfrm>
                <a:off x="5721" y="1818"/>
                <a:ext cx="0" cy="1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2" name="Line 684">
                <a:extLst>
                  <a:ext uri="{FF2B5EF4-FFF2-40B4-BE49-F238E27FC236}">
                    <a16:creationId xmlns:a16="http://schemas.microsoft.com/office/drawing/2014/main" id="{CED204A6-598F-4E83-95D2-A4C269E90688}"/>
                  </a:ext>
                </a:extLst>
              </p:cNvPr>
              <p:cNvSpPr>
                <a:spLocks noChangeShapeType="1"/>
              </p:cNvSpPr>
              <p:nvPr/>
            </p:nvSpPr>
            <p:spPr bwMode="auto">
              <a:xfrm>
                <a:off x="5721" y="1835"/>
                <a:ext cx="0" cy="1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3" name="Line 685">
                <a:extLst>
                  <a:ext uri="{FF2B5EF4-FFF2-40B4-BE49-F238E27FC236}">
                    <a16:creationId xmlns:a16="http://schemas.microsoft.com/office/drawing/2014/main" id="{B6EE7626-13ED-4FB7-81DB-FB0B1C76369C}"/>
                  </a:ext>
                </a:extLst>
              </p:cNvPr>
              <p:cNvSpPr>
                <a:spLocks noChangeShapeType="1"/>
              </p:cNvSpPr>
              <p:nvPr/>
            </p:nvSpPr>
            <p:spPr bwMode="auto">
              <a:xfrm>
                <a:off x="5709" y="1818"/>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4" name="Line 686">
                <a:extLst>
                  <a:ext uri="{FF2B5EF4-FFF2-40B4-BE49-F238E27FC236}">
                    <a16:creationId xmlns:a16="http://schemas.microsoft.com/office/drawing/2014/main" id="{5036898B-D42B-4357-8382-B58AA581AE34}"/>
                  </a:ext>
                </a:extLst>
              </p:cNvPr>
              <p:cNvSpPr>
                <a:spLocks noChangeShapeType="1"/>
              </p:cNvSpPr>
              <p:nvPr/>
            </p:nvSpPr>
            <p:spPr bwMode="auto">
              <a:xfrm>
                <a:off x="5709" y="1852"/>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5" name="Freeform 687">
                <a:extLst>
                  <a:ext uri="{FF2B5EF4-FFF2-40B4-BE49-F238E27FC236}">
                    <a16:creationId xmlns:a16="http://schemas.microsoft.com/office/drawing/2014/main" id="{B701DD74-7A03-4469-BCB6-898EC175BCC8}"/>
                  </a:ext>
                </a:extLst>
              </p:cNvPr>
              <p:cNvSpPr/>
              <p:nvPr/>
            </p:nvSpPr>
            <p:spPr bwMode="auto">
              <a:xfrm>
                <a:off x="4997" y="2111"/>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6" name="Freeform 688">
                <a:extLst>
                  <a:ext uri="{FF2B5EF4-FFF2-40B4-BE49-F238E27FC236}">
                    <a16:creationId xmlns:a16="http://schemas.microsoft.com/office/drawing/2014/main" id="{003FFA2C-78F6-445E-814E-2419B630D995}"/>
                  </a:ext>
                </a:extLst>
              </p:cNvPr>
              <p:cNvSpPr/>
              <p:nvPr/>
            </p:nvSpPr>
            <p:spPr bwMode="auto">
              <a:xfrm>
                <a:off x="4997" y="2111"/>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7" name="Freeform 689">
                <a:extLst>
                  <a:ext uri="{FF2B5EF4-FFF2-40B4-BE49-F238E27FC236}">
                    <a16:creationId xmlns:a16="http://schemas.microsoft.com/office/drawing/2014/main" id="{BB62AF92-D19F-4313-BC58-D0735701EF22}"/>
                  </a:ext>
                </a:extLst>
              </p:cNvPr>
              <p:cNvSpPr/>
              <p:nvPr/>
            </p:nvSpPr>
            <p:spPr bwMode="auto">
              <a:xfrm>
                <a:off x="5116" y="2067"/>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8" name="Freeform 690">
                <a:extLst>
                  <a:ext uri="{FF2B5EF4-FFF2-40B4-BE49-F238E27FC236}">
                    <a16:creationId xmlns:a16="http://schemas.microsoft.com/office/drawing/2014/main" id="{E53BEF78-2032-4424-9695-AB0AE88F3BDD}"/>
                  </a:ext>
                </a:extLst>
              </p:cNvPr>
              <p:cNvSpPr/>
              <p:nvPr/>
            </p:nvSpPr>
            <p:spPr bwMode="auto">
              <a:xfrm>
                <a:off x="5116" y="2067"/>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9" name="Freeform 691">
                <a:extLst>
                  <a:ext uri="{FF2B5EF4-FFF2-40B4-BE49-F238E27FC236}">
                    <a16:creationId xmlns:a16="http://schemas.microsoft.com/office/drawing/2014/main" id="{64C5117B-2C52-4C29-8D08-DB7A5F6B7A94}"/>
                  </a:ext>
                </a:extLst>
              </p:cNvPr>
              <p:cNvSpPr/>
              <p:nvPr/>
            </p:nvSpPr>
            <p:spPr bwMode="auto">
              <a:xfrm>
                <a:off x="5234" y="2037"/>
                <a:ext cx="24" cy="25"/>
              </a:xfrm>
              <a:custGeom>
                <a:avLst/>
                <a:gdLst>
                  <a:gd name="T0" fmla="*/ 12 w 24"/>
                  <a:gd name="T1" fmla="*/ 0 h 25"/>
                  <a:gd name="T2" fmla="*/ 24 w 24"/>
                  <a:gd name="T3" fmla="*/ 12 h 25"/>
                  <a:gd name="T4" fmla="*/ 12 w 24"/>
                  <a:gd name="T5" fmla="*/ 25 h 25"/>
                  <a:gd name="T6" fmla="*/ 0 w 24"/>
                  <a:gd name="T7" fmla="*/ 12 h 25"/>
                  <a:gd name="T8" fmla="*/ 12 w 24"/>
                  <a:gd name="T9" fmla="*/ 0 h 25"/>
                </a:gdLst>
                <a:ahLst/>
                <a:cxnLst>
                  <a:cxn ang="0">
                    <a:pos x="T0" y="T1"/>
                  </a:cxn>
                  <a:cxn ang="0">
                    <a:pos x="T2" y="T3"/>
                  </a:cxn>
                  <a:cxn ang="0">
                    <a:pos x="T4" y="T5"/>
                  </a:cxn>
                  <a:cxn ang="0">
                    <a:pos x="T6" y="T7"/>
                  </a:cxn>
                  <a:cxn ang="0">
                    <a:pos x="T8" y="T9"/>
                  </a:cxn>
                </a:cxnLst>
                <a:rect l="0" t="0" r="r" b="b"/>
                <a:pathLst>
                  <a:path w="24" h="25">
                    <a:moveTo>
                      <a:pt x="12" y="0"/>
                    </a:moveTo>
                    <a:lnTo>
                      <a:pt x="24" y="12"/>
                    </a:lnTo>
                    <a:lnTo>
                      <a:pt x="12" y="25"/>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0" name="Freeform 692">
                <a:extLst>
                  <a:ext uri="{FF2B5EF4-FFF2-40B4-BE49-F238E27FC236}">
                    <a16:creationId xmlns:a16="http://schemas.microsoft.com/office/drawing/2014/main" id="{07A7D5E1-F6E7-499A-A32D-8F7645C5AEFE}"/>
                  </a:ext>
                </a:extLst>
              </p:cNvPr>
              <p:cNvSpPr/>
              <p:nvPr/>
            </p:nvSpPr>
            <p:spPr bwMode="auto">
              <a:xfrm>
                <a:off x="5234" y="2037"/>
                <a:ext cx="24" cy="25"/>
              </a:xfrm>
              <a:custGeom>
                <a:avLst/>
                <a:gdLst>
                  <a:gd name="T0" fmla="*/ 12 w 24"/>
                  <a:gd name="T1" fmla="*/ 0 h 25"/>
                  <a:gd name="T2" fmla="*/ 24 w 24"/>
                  <a:gd name="T3" fmla="*/ 12 h 25"/>
                  <a:gd name="T4" fmla="*/ 12 w 24"/>
                  <a:gd name="T5" fmla="*/ 25 h 25"/>
                  <a:gd name="T6" fmla="*/ 0 w 24"/>
                  <a:gd name="T7" fmla="*/ 12 h 25"/>
                  <a:gd name="T8" fmla="*/ 12 w 24"/>
                  <a:gd name="T9" fmla="*/ 0 h 25"/>
                </a:gdLst>
                <a:ahLst/>
                <a:cxnLst>
                  <a:cxn ang="0">
                    <a:pos x="T0" y="T1"/>
                  </a:cxn>
                  <a:cxn ang="0">
                    <a:pos x="T2" y="T3"/>
                  </a:cxn>
                  <a:cxn ang="0">
                    <a:pos x="T4" y="T5"/>
                  </a:cxn>
                  <a:cxn ang="0">
                    <a:pos x="T6" y="T7"/>
                  </a:cxn>
                  <a:cxn ang="0">
                    <a:pos x="T8" y="T9"/>
                  </a:cxn>
                </a:cxnLst>
                <a:rect l="0" t="0" r="r" b="b"/>
                <a:pathLst>
                  <a:path w="24" h="25">
                    <a:moveTo>
                      <a:pt x="12" y="0"/>
                    </a:moveTo>
                    <a:lnTo>
                      <a:pt x="24" y="12"/>
                    </a:lnTo>
                    <a:lnTo>
                      <a:pt x="12" y="25"/>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1" name="Freeform 693">
                <a:extLst>
                  <a:ext uri="{FF2B5EF4-FFF2-40B4-BE49-F238E27FC236}">
                    <a16:creationId xmlns:a16="http://schemas.microsoft.com/office/drawing/2014/main" id="{461A4D00-F992-4630-8DA0-C20A1F63E69F}"/>
                  </a:ext>
                </a:extLst>
              </p:cNvPr>
              <p:cNvSpPr/>
              <p:nvPr/>
            </p:nvSpPr>
            <p:spPr bwMode="auto">
              <a:xfrm>
                <a:off x="5353" y="2010"/>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2" name="Freeform 694">
                <a:extLst>
                  <a:ext uri="{FF2B5EF4-FFF2-40B4-BE49-F238E27FC236}">
                    <a16:creationId xmlns:a16="http://schemas.microsoft.com/office/drawing/2014/main" id="{472CE09B-38BA-442B-8D15-33DC1271357D}"/>
                  </a:ext>
                </a:extLst>
              </p:cNvPr>
              <p:cNvSpPr/>
              <p:nvPr/>
            </p:nvSpPr>
            <p:spPr bwMode="auto">
              <a:xfrm>
                <a:off x="5353" y="2010"/>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3" name="Freeform 695">
                <a:extLst>
                  <a:ext uri="{FF2B5EF4-FFF2-40B4-BE49-F238E27FC236}">
                    <a16:creationId xmlns:a16="http://schemas.microsoft.com/office/drawing/2014/main" id="{D500DB72-6A23-4211-B21F-A9A361992F1F}"/>
                  </a:ext>
                </a:extLst>
              </p:cNvPr>
              <p:cNvSpPr/>
              <p:nvPr/>
            </p:nvSpPr>
            <p:spPr bwMode="auto">
              <a:xfrm>
                <a:off x="5472" y="1979"/>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4" name="Freeform 696">
                <a:extLst>
                  <a:ext uri="{FF2B5EF4-FFF2-40B4-BE49-F238E27FC236}">
                    <a16:creationId xmlns:a16="http://schemas.microsoft.com/office/drawing/2014/main" id="{187B5128-C00A-4E34-9E5B-CE384AD5B2FE}"/>
                  </a:ext>
                </a:extLst>
              </p:cNvPr>
              <p:cNvSpPr/>
              <p:nvPr/>
            </p:nvSpPr>
            <p:spPr bwMode="auto">
              <a:xfrm>
                <a:off x="5472" y="1979"/>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5" name="Freeform 697">
                <a:extLst>
                  <a:ext uri="{FF2B5EF4-FFF2-40B4-BE49-F238E27FC236}">
                    <a16:creationId xmlns:a16="http://schemas.microsoft.com/office/drawing/2014/main" id="{ECA323EF-7699-45B7-B93F-2801DDF7E585}"/>
                  </a:ext>
                </a:extLst>
              </p:cNvPr>
              <p:cNvSpPr/>
              <p:nvPr/>
            </p:nvSpPr>
            <p:spPr bwMode="auto">
              <a:xfrm>
                <a:off x="5590" y="1892"/>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6" name="Freeform 698">
                <a:extLst>
                  <a:ext uri="{FF2B5EF4-FFF2-40B4-BE49-F238E27FC236}">
                    <a16:creationId xmlns:a16="http://schemas.microsoft.com/office/drawing/2014/main" id="{FB073CB7-0E3C-46A6-9E50-FE41868A4171}"/>
                  </a:ext>
                </a:extLst>
              </p:cNvPr>
              <p:cNvSpPr/>
              <p:nvPr/>
            </p:nvSpPr>
            <p:spPr bwMode="auto">
              <a:xfrm>
                <a:off x="5590" y="1892"/>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7" name="Freeform 699">
                <a:extLst>
                  <a:ext uri="{FF2B5EF4-FFF2-40B4-BE49-F238E27FC236}">
                    <a16:creationId xmlns:a16="http://schemas.microsoft.com/office/drawing/2014/main" id="{3E78893A-9B97-462C-951D-190B0930FBBE}"/>
                  </a:ext>
                </a:extLst>
              </p:cNvPr>
              <p:cNvSpPr/>
              <p:nvPr/>
            </p:nvSpPr>
            <p:spPr bwMode="auto">
              <a:xfrm>
                <a:off x="5709" y="1823"/>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8" name="Freeform 700">
                <a:extLst>
                  <a:ext uri="{FF2B5EF4-FFF2-40B4-BE49-F238E27FC236}">
                    <a16:creationId xmlns:a16="http://schemas.microsoft.com/office/drawing/2014/main" id="{3BBA1816-154D-425D-9351-4623BCA247E6}"/>
                  </a:ext>
                </a:extLst>
              </p:cNvPr>
              <p:cNvSpPr/>
              <p:nvPr/>
            </p:nvSpPr>
            <p:spPr bwMode="auto">
              <a:xfrm>
                <a:off x="5709" y="1823"/>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9" name="Freeform 701">
                <a:extLst>
                  <a:ext uri="{FF2B5EF4-FFF2-40B4-BE49-F238E27FC236}">
                    <a16:creationId xmlns:a16="http://schemas.microsoft.com/office/drawing/2014/main" id="{A715A4CC-3B3A-4801-A660-3CCD083D3F60}"/>
                  </a:ext>
                </a:extLst>
              </p:cNvPr>
              <p:cNvSpPr/>
              <p:nvPr/>
            </p:nvSpPr>
            <p:spPr bwMode="auto">
              <a:xfrm>
                <a:off x="5009" y="1801"/>
                <a:ext cx="712" cy="322"/>
              </a:xfrm>
              <a:custGeom>
                <a:avLst/>
                <a:gdLst>
                  <a:gd name="T0" fmla="*/ 0 w 712"/>
                  <a:gd name="T1" fmla="*/ 322 h 322"/>
                  <a:gd name="T2" fmla="*/ 0 w 712"/>
                  <a:gd name="T3" fmla="*/ 322 h 322"/>
                  <a:gd name="T4" fmla="*/ 0 w 712"/>
                  <a:gd name="T5" fmla="*/ 322 h 322"/>
                  <a:gd name="T6" fmla="*/ 118 w 712"/>
                  <a:gd name="T7" fmla="*/ 277 h 322"/>
                  <a:gd name="T8" fmla="*/ 118 w 712"/>
                  <a:gd name="T9" fmla="*/ 277 h 322"/>
                  <a:gd name="T10" fmla="*/ 237 w 712"/>
                  <a:gd name="T11" fmla="*/ 236 h 322"/>
                  <a:gd name="T12" fmla="*/ 237 w 712"/>
                  <a:gd name="T13" fmla="*/ 236 h 322"/>
                  <a:gd name="T14" fmla="*/ 356 w 712"/>
                  <a:gd name="T15" fmla="*/ 213 h 322"/>
                  <a:gd name="T16" fmla="*/ 356 w 712"/>
                  <a:gd name="T17" fmla="*/ 213 h 322"/>
                  <a:gd name="T18" fmla="*/ 474 w 712"/>
                  <a:gd name="T19" fmla="*/ 181 h 322"/>
                  <a:gd name="T20" fmla="*/ 474 w 712"/>
                  <a:gd name="T21" fmla="*/ 181 h 322"/>
                  <a:gd name="T22" fmla="*/ 593 w 712"/>
                  <a:gd name="T23" fmla="*/ 81 h 322"/>
                  <a:gd name="T24" fmla="*/ 593 w 712"/>
                  <a:gd name="T25" fmla="*/ 81 h 322"/>
                  <a:gd name="T26" fmla="*/ 712 w 712"/>
                  <a:gd name="T27"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322">
                    <a:moveTo>
                      <a:pt x="0" y="322"/>
                    </a:moveTo>
                    <a:lnTo>
                      <a:pt x="0" y="322"/>
                    </a:lnTo>
                    <a:lnTo>
                      <a:pt x="0" y="322"/>
                    </a:lnTo>
                    <a:lnTo>
                      <a:pt x="118" y="277"/>
                    </a:lnTo>
                    <a:lnTo>
                      <a:pt x="118" y="277"/>
                    </a:lnTo>
                    <a:lnTo>
                      <a:pt x="237" y="236"/>
                    </a:lnTo>
                    <a:lnTo>
                      <a:pt x="237" y="236"/>
                    </a:lnTo>
                    <a:lnTo>
                      <a:pt x="356" y="213"/>
                    </a:lnTo>
                    <a:lnTo>
                      <a:pt x="356" y="213"/>
                    </a:lnTo>
                    <a:lnTo>
                      <a:pt x="474" y="181"/>
                    </a:lnTo>
                    <a:lnTo>
                      <a:pt x="474" y="181"/>
                    </a:lnTo>
                    <a:lnTo>
                      <a:pt x="593" y="81"/>
                    </a:lnTo>
                    <a:lnTo>
                      <a:pt x="593" y="81"/>
                    </a:lnTo>
                    <a:lnTo>
                      <a:pt x="712" y="0"/>
                    </a:lnTo>
                  </a:path>
                </a:pathLst>
              </a:custGeom>
              <a:noFill/>
              <a:ln w="4763"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0" name="Line 702">
                <a:extLst>
                  <a:ext uri="{FF2B5EF4-FFF2-40B4-BE49-F238E27FC236}">
                    <a16:creationId xmlns:a16="http://schemas.microsoft.com/office/drawing/2014/main" id="{372C37E2-67C1-493B-8D1C-330D7863B10D}"/>
                  </a:ext>
                </a:extLst>
              </p:cNvPr>
              <p:cNvSpPr>
                <a:spLocks noChangeShapeType="1"/>
              </p:cNvSpPr>
              <p:nvPr/>
            </p:nvSpPr>
            <p:spPr bwMode="auto">
              <a:xfrm>
                <a:off x="5009" y="2121"/>
                <a:ext cx="0" cy="2"/>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1" name="Line 703">
                <a:extLst>
                  <a:ext uri="{FF2B5EF4-FFF2-40B4-BE49-F238E27FC236}">
                    <a16:creationId xmlns:a16="http://schemas.microsoft.com/office/drawing/2014/main" id="{068C2F71-ACAD-45C6-9A67-3AB1202D2A64}"/>
                  </a:ext>
                </a:extLst>
              </p:cNvPr>
              <p:cNvSpPr>
                <a:spLocks noChangeShapeType="1"/>
              </p:cNvSpPr>
              <p:nvPr/>
            </p:nvSpPr>
            <p:spPr bwMode="auto">
              <a:xfrm>
                <a:off x="4997" y="2121"/>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2" name="Line 704">
                <a:extLst>
                  <a:ext uri="{FF2B5EF4-FFF2-40B4-BE49-F238E27FC236}">
                    <a16:creationId xmlns:a16="http://schemas.microsoft.com/office/drawing/2014/main" id="{88341C41-4DCE-41D7-971B-1B3C4795472A}"/>
                  </a:ext>
                </a:extLst>
              </p:cNvPr>
              <p:cNvSpPr>
                <a:spLocks noChangeShapeType="1"/>
              </p:cNvSpPr>
              <p:nvPr/>
            </p:nvSpPr>
            <p:spPr bwMode="auto">
              <a:xfrm>
                <a:off x="5127" y="2073"/>
                <a:ext cx="0" cy="5"/>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3" name="Line 705">
                <a:extLst>
                  <a:ext uri="{FF2B5EF4-FFF2-40B4-BE49-F238E27FC236}">
                    <a16:creationId xmlns:a16="http://schemas.microsoft.com/office/drawing/2014/main" id="{0D39530E-D9F6-4C6A-B787-586F52E085C6}"/>
                  </a:ext>
                </a:extLst>
              </p:cNvPr>
              <p:cNvSpPr>
                <a:spLocks noChangeShapeType="1"/>
              </p:cNvSpPr>
              <p:nvPr/>
            </p:nvSpPr>
            <p:spPr bwMode="auto">
              <a:xfrm>
                <a:off x="5127" y="2078"/>
                <a:ext cx="0" cy="6"/>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4" name="Line 706">
                <a:extLst>
                  <a:ext uri="{FF2B5EF4-FFF2-40B4-BE49-F238E27FC236}">
                    <a16:creationId xmlns:a16="http://schemas.microsoft.com/office/drawing/2014/main" id="{DD1B236C-6C4C-4928-9475-1DB108700355}"/>
                  </a:ext>
                </a:extLst>
              </p:cNvPr>
              <p:cNvSpPr>
                <a:spLocks noChangeShapeType="1"/>
              </p:cNvSpPr>
              <p:nvPr/>
            </p:nvSpPr>
            <p:spPr bwMode="auto">
              <a:xfrm>
                <a:off x="5116" y="2073"/>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5" name="Line 707">
                <a:extLst>
                  <a:ext uri="{FF2B5EF4-FFF2-40B4-BE49-F238E27FC236}">
                    <a16:creationId xmlns:a16="http://schemas.microsoft.com/office/drawing/2014/main" id="{02F6DE5E-14B6-4ECF-AB51-1F2DA8C13704}"/>
                  </a:ext>
                </a:extLst>
              </p:cNvPr>
              <p:cNvSpPr>
                <a:spLocks noChangeShapeType="1"/>
              </p:cNvSpPr>
              <p:nvPr/>
            </p:nvSpPr>
            <p:spPr bwMode="auto">
              <a:xfrm>
                <a:off x="5116" y="2084"/>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6" name="Line 708">
                <a:extLst>
                  <a:ext uri="{FF2B5EF4-FFF2-40B4-BE49-F238E27FC236}">
                    <a16:creationId xmlns:a16="http://schemas.microsoft.com/office/drawing/2014/main" id="{897863C2-D590-42CF-BD2F-01A53CC2F845}"/>
                  </a:ext>
                </a:extLst>
              </p:cNvPr>
              <p:cNvSpPr>
                <a:spLocks noChangeShapeType="1"/>
              </p:cNvSpPr>
              <p:nvPr/>
            </p:nvSpPr>
            <p:spPr bwMode="auto">
              <a:xfrm>
                <a:off x="5246" y="2030"/>
                <a:ext cx="0" cy="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7" name="Line 709">
                <a:extLst>
                  <a:ext uri="{FF2B5EF4-FFF2-40B4-BE49-F238E27FC236}">
                    <a16:creationId xmlns:a16="http://schemas.microsoft.com/office/drawing/2014/main" id="{C7BE02C7-A5F9-4B33-8960-E662FA22DB0D}"/>
                  </a:ext>
                </a:extLst>
              </p:cNvPr>
              <p:cNvSpPr>
                <a:spLocks noChangeShapeType="1"/>
              </p:cNvSpPr>
              <p:nvPr/>
            </p:nvSpPr>
            <p:spPr bwMode="auto">
              <a:xfrm>
                <a:off x="5246" y="2037"/>
                <a:ext cx="0" cy="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8" name="Line 710">
                <a:extLst>
                  <a:ext uri="{FF2B5EF4-FFF2-40B4-BE49-F238E27FC236}">
                    <a16:creationId xmlns:a16="http://schemas.microsoft.com/office/drawing/2014/main" id="{68B4E51F-DAFE-4281-8486-2620D53AC239}"/>
                  </a:ext>
                </a:extLst>
              </p:cNvPr>
              <p:cNvSpPr>
                <a:spLocks noChangeShapeType="1"/>
              </p:cNvSpPr>
              <p:nvPr/>
            </p:nvSpPr>
            <p:spPr bwMode="auto">
              <a:xfrm>
                <a:off x="5234" y="2030"/>
                <a:ext cx="24"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9" name="Line 711">
                <a:extLst>
                  <a:ext uri="{FF2B5EF4-FFF2-40B4-BE49-F238E27FC236}">
                    <a16:creationId xmlns:a16="http://schemas.microsoft.com/office/drawing/2014/main" id="{82D1CD36-B2C5-46DB-B544-E600784B2D9A}"/>
                  </a:ext>
                </a:extLst>
              </p:cNvPr>
              <p:cNvSpPr>
                <a:spLocks noChangeShapeType="1"/>
              </p:cNvSpPr>
              <p:nvPr/>
            </p:nvSpPr>
            <p:spPr bwMode="auto">
              <a:xfrm>
                <a:off x="5234" y="2044"/>
                <a:ext cx="24"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0" name="Line 712">
                <a:extLst>
                  <a:ext uri="{FF2B5EF4-FFF2-40B4-BE49-F238E27FC236}">
                    <a16:creationId xmlns:a16="http://schemas.microsoft.com/office/drawing/2014/main" id="{24FFAE2A-2AF7-4BE4-8E0F-7237A905F64E}"/>
                  </a:ext>
                </a:extLst>
              </p:cNvPr>
              <p:cNvSpPr>
                <a:spLocks noChangeShapeType="1"/>
              </p:cNvSpPr>
              <p:nvPr/>
            </p:nvSpPr>
            <p:spPr bwMode="auto">
              <a:xfrm>
                <a:off x="5365" y="2005"/>
                <a:ext cx="0" cy="9"/>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1" name="Line 713">
                <a:extLst>
                  <a:ext uri="{FF2B5EF4-FFF2-40B4-BE49-F238E27FC236}">
                    <a16:creationId xmlns:a16="http://schemas.microsoft.com/office/drawing/2014/main" id="{2E8A3C87-8BD6-4F19-AB91-0788DA3E36F2}"/>
                  </a:ext>
                </a:extLst>
              </p:cNvPr>
              <p:cNvSpPr>
                <a:spLocks noChangeShapeType="1"/>
              </p:cNvSpPr>
              <p:nvPr/>
            </p:nvSpPr>
            <p:spPr bwMode="auto">
              <a:xfrm>
                <a:off x="5365" y="2014"/>
                <a:ext cx="0" cy="8"/>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2" name="Line 714">
                <a:extLst>
                  <a:ext uri="{FF2B5EF4-FFF2-40B4-BE49-F238E27FC236}">
                    <a16:creationId xmlns:a16="http://schemas.microsoft.com/office/drawing/2014/main" id="{3A7F37DB-C57B-4132-9C1A-A067BA464D94}"/>
                  </a:ext>
                </a:extLst>
              </p:cNvPr>
              <p:cNvSpPr>
                <a:spLocks noChangeShapeType="1"/>
              </p:cNvSpPr>
              <p:nvPr/>
            </p:nvSpPr>
            <p:spPr bwMode="auto">
              <a:xfrm>
                <a:off x="5353" y="2005"/>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3" name="Line 715">
                <a:extLst>
                  <a:ext uri="{FF2B5EF4-FFF2-40B4-BE49-F238E27FC236}">
                    <a16:creationId xmlns:a16="http://schemas.microsoft.com/office/drawing/2014/main" id="{AEF4F5E7-3F82-44C6-BF66-943B47C1424E}"/>
                  </a:ext>
                </a:extLst>
              </p:cNvPr>
              <p:cNvSpPr>
                <a:spLocks noChangeShapeType="1"/>
              </p:cNvSpPr>
              <p:nvPr/>
            </p:nvSpPr>
            <p:spPr bwMode="auto">
              <a:xfrm>
                <a:off x="5353" y="2022"/>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4" name="Line 716">
                <a:extLst>
                  <a:ext uri="{FF2B5EF4-FFF2-40B4-BE49-F238E27FC236}">
                    <a16:creationId xmlns:a16="http://schemas.microsoft.com/office/drawing/2014/main" id="{F99E6481-76B6-4813-934F-49058AF8B154}"/>
                  </a:ext>
                </a:extLst>
              </p:cNvPr>
              <p:cNvSpPr>
                <a:spLocks noChangeShapeType="1"/>
              </p:cNvSpPr>
              <p:nvPr/>
            </p:nvSpPr>
            <p:spPr bwMode="auto">
              <a:xfrm>
                <a:off x="5483" y="1971"/>
                <a:ext cx="0" cy="11"/>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5" name="Line 717">
                <a:extLst>
                  <a:ext uri="{FF2B5EF4-FFF2-40B4-BE49-F238E27FC236}">
                    <a16:creationId xmlns:a16="http://schemas.microsoft.com/office/drawing/2014/main" id="{E7D185B6-BEAD-4477-81F8-1326082BF249}"/>
                  </a:ext>
                </a:extLst>
              </p:cNvPr>
              <p:cNvSpPr>
                <a:spLocks noChangeShapeType="1"/>
              </p:cNvSpPr>
              <p:nvPr/>
            </p:nvSpPr>
            <p:spPr bwMode="auto">
              <a:xfrm>
                <a:off x="5483" y="1982"/>
                <a:ext cx="0" cy="11"/>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6" name="Line 718">
                <a:extLst>
                  <a:ext uri="{FF2B5EF4-FFF2-40B4-BE49-F238E27FC236}">
                    <a16:creationId xmlns:a16="http://schemas.microsoft.com/office/drawing/2014/main" id="{A89CDC5F-06D0-4A64-BBC0-7CE568C45DF3}"/>
                  </a:ext>
                </a:extLst>
              </p:cNvPr>
              <p:cNvSpPr>
                <a:spLocks noChangeShapeType="1"/>
              </p:cNvSpPr>
              <p:nvPr/>
            </p:nvSpPr>
            <p:spPr bwMode="auto">
              <a:xfrm>
                <a:off x="5472" y="1971"/>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7" name="Line 719">
                <a:extLst>
                  <a:ext uri="{FF2B5EF4-FFF2-40B4-BE49-F238E27FC236}">
                    <a16:creationId xmlns:a16="http://schemas.microsoft.com/office/drawing/2014/main" id="{3A1812DB-72FE-4FDC-AEDE-008DF6144292}"/>
                  </a:ext>
                </a:extLst>
              </p:cNvPr>
              <p:cNvSpPr>
                <a:spLocks noChangeShapeType="1"/>
              </p:cNvSpPr>
              <p:nvPr/>
            </p:nvSpPr>
            <p:spPr bwMode="auto">
              <a:xfrm>
                <a:off x="5472" y="1993"/>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8" name="Line 720">
                <a:extLst>
                  <a:ext uri="{FF2B5EF4-FFF2-40B4-BE49-F238E27FC236}">
                    <a16:creationId xmlns:a16="http://schemas.microsoft.com/office/drawing/2014/main" id="{474ECC3F-8BAC-4363-BA04-EB6787D5FB00}"/>
                  </a:ext>
                </a:extLst>
              </p:cNvPr>
              <p:cNvSpPr>
                <a:spLocks noChangeShapeType="1"/>
              </p:cNvSpPr>
              <p:nvPr/>
            </p:nvSpPr>
            <p:spPr bwMode="auto">
              <a:xfrm>
                <a:off x="5602" y="1867"/>
                <a:ext cx="0" cy="15"/>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9" name="Line 721">
                <a:extLst>
                  <a:ext uri="{FF2B5EF4-FFF2-40B4-BE49-F238E27FC236}">
                    <a16:creationId xmlns:a16="http://schemas.microsoft.com/office/drawing/2014/main" id="{DB985A21-7671-4798-AA9C-5C001FFED69D}"/>
                  </a:ext>
                </a:extLst>
              </p:cNvPr>
              <p:cNvSpPr>
                <a:spLocks noChangeShapeType="1"/>
              </p:cNvSpPr>
              <p:nvPr/>
            </p:nvSpPr>
            <p:spPr bwMode="auto">
              <a:xfrm>
                <a:off x="5602" y="1882"/>
                <a:ext cx="0" cy="14"/>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0" name="Line 722">
                <a:extLst>
                  <a:ext uri="{FF2B5EF4-FFF2-40B4-BE49-F238E27FC236}">
                    <a16:creationId xmlns:a16="http://schemas.microsoft.com/office/drawing/2014/main" id="{C01E4170-842F-439B-8990-6209DF8DECFF}"/>
                  </a:ext>
                </a:extLst>
              </p:cNvPr>
              <p:cNvSpPr>
                <a:spLocks noChangeShapeType="1"/>
              </p:cNvSpPr>
              <p:nvPr/>
            </p:nvSpPr>
            <p:spPr bwMode="auto">
              <a:xfrm>
                <a:off x="5590" y="1867"/>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1" name="Line 723">
                <a:extLst>
                  <a:ext uri="{FF2B5EF4-FFF2-40B4-BE49-F238E27FC236}">
                    <a16:creationId xmlns:a16="http://schemas.microsoft.com/office/drawing/2014/main" id="{A8287B9B-C3C8-4F46-8BC9-119C2E260652}"/>
                  </a:ext>
                </a:extLst>
              </p:cNvPr>
              <p:cNvSpPr>
                <a:spLocks noChangeShapeType="1"/>
              </p:cNvSpPr>
              <p:nvPr/>
            </p:nvSpPr>
            <p:spPr bwMode="auto">
              <a:xfrm>
                <a:off x="5590" y="1896"/>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2" name="Line 724">
                <a:extLst>
                  <a:ext uri="{FF2B5EF4-FFF2-40B4-BE49-F238E27FC236}">
                    <a16:creationId xmlns:a16="http://schemas.microsoft.com/office/drawing/2014/main" id="{A7FBE595-FF25-4E1B-8976-DEBDF0AEFCC3}"/>
                  </a:ext>
                </a:extLst>
              </p:cNvPr>
              <p:cNvSpPr>
                <a:spLocks noChangeShapeType="1"/>
              </p:cNvSpPr>
              <p:nvPr/>
            </p:nvSpPr>
            <p:spPr bwMode="auto">
              <a:xfrm>
                <a:off x="5721" y="1784"/>
                <a:ext cx="0" cy="1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3" name="Line 725">
                <a:extLst>
                  <a:ext uri="{FF2B5EF4-FFF2-40B4-BE49-F238E27FC236}">
                    <a16:creationId xmlns:a16="http://schemas.microsoft.com/office/drawing/2014/main" id="{F5624D04-CBA1-457A-9FE8-655E932FB9AE}"/>
                  </a:ext>
                </a:extLst>
              </p:cNvPr>
              <p:cNvSpPr>
                <a:spLocks noChangeShapeType="1"/>
              </p:cNvSpPr>
              <p:nvPr/>
            </p:nvSpPr>
            <p:spPr bwMode="auto">
              <a:xfrm>
                <a:off x="5721" y="1801"/>
                <a:ext cx="0" cy="18"/>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4" name="Line 726">
                <a:extLst>
                  <a:ext uri="{FF2B5EF4-FFF2-40B4-BE49-F238E27FC236}">
                    <a16:creationId xmlns:a16="http://schemas.microsoft.com/office/drawing/2014/main" id="{91A1426B-86D7-4194-AD71-6FA669877039}"/>
                  </a:ext>
                </a:extLst>
              </p:cNvPr>
              <p:cNvSpPr>
                <a:spLocks noChangeShapeType="1"/>
              </p:cNvSpPr>
              <p:nvPr/>
            </p:nvSpPr>
            <p:spPr bwMode="auto">
              <a:xfrm>
                <a:off x="5709" y="1784"/>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5" name="Line 727">
                <a:extLst>
                  <a:ext uri="{FF2B5EF4-FFF2-40B4-BE49-F238E27FC236}">
                    <a16:creationId xmlns:a16="http://schemas.microsoft.com/office/drawing/2014/main" id="{00C83F10-230B-428E-B47A-976BA5A754A4}"/>
                  </a:ext>
                </a:extLst>
              </p:cNvPr>
              <p:cNvSpPr>
                <a:spLocks noChangeShapeType="1"/>
              </p:cNvSpPr>
              <p:nvPr/>
            </p:nvSpPr>
            <p:spPr bwMode="auto">
              <a:xfrm>
                <a:off x="5709" y="1819"/>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6" name="Freeform 728">
                <a:extLst>
                  <a:ext uri="{FF2B5EF4-FFF2-40B4-BE49-F238E27FC236}">
                    <a16:creationId xmlns:a16="http://schemas.microsoft.com/office/drawing/2014/main" id="{DFE70DFD-26CF-40E9-AB62-07970999A0E3}"/>
                  </a:ext>
                </a:extLst>
              </p:cNvPr>
              <p:cNvSpPr/>
              <p:nvPr/>
            </p:nvSpPr>
            <p:spPr bwMode="auto">
              <a:xfrm>
                <a:off x="4997" y="2111"/>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7" name="Freeform 729">
                <a:extLst>
                  <a:ext uri="{FF2B5EF4-FFF2-40B4-BE49-F238E27FC236}">
                    <a16:creationId xmlns:a16="http://schemas.microsoft.com/office/drawing/2014/main" id="{9F2A359E-855D-4A5C-9316-AF65DDA56BCF}"/>
                  </a:ext>
                </a:extLst>
              </p:cNvPr>
              <p:cNvSpPr/>
              <p:nvPr/>
            </p:nvSpPr>
            <p:spPr bwMode="auto">
              <a:xfrm>
                <a:off x="4997" y="2111"/>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8" name="Freeform 730">
                <a:extLst>
                  <a:ext uri="{FF2B5EF4-FFF2-40B4-BE49-F238E27FC236}">
                    <a16:creationId xmlns:a16="http://schemas.microsoft.com/office/drawing/2014/main" id="{EC92DA70-BFA1-4783-9956-FF355EA45E28}"/>
                  </a:ext>
                </a:extLst>
              </p:cNvPr>
              <p:cNvSpPr/>
              <p:nvPr/>
            </p:nvSpPr>
            <p:spPr bwMode="auto">
              <a:xfrm>
                <a:off x="5116" y="2066"/>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9" name="Freeform 731">
                <a:extLst>
                  <a:ext uri="{FF2B5EF4-FFF2-40B4-BE49-F238E27FC236}">
                    <a16:creationId xmlns:a16="http://schemas.microsoft.com/office/drawing/2014/main" id="{0F0D9351-23F3-4CE1-A1BC-AC2352462F61}"/>
                  </a:ext>
                </a:extLst>
              </p:cNvPr>
              <p:cNvSpPr/>
              <p:nvPr/>
            </p:nvSpPr>
            <p:spPr bwMode="auto">
              <a:xfrm>
                <a:off x="5116" y="2066"/>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0" name="Freeform 732">
                <a:extLst>
                  <a:ext uri="{FF2B5EF4-FFF2-40B4-BE49-F238E27FC236}">
                    <a16:creationId xmlns:a16="http://schemas.microsoft.com/office/drawing/2014/main" id="{11C4B9B5-C3AE-4F37-8E25-6C97A82F7FF6}"/>
                  </a:ext>
                </a:extLst>
              </p:cNvPr>
              <p:cNvSpPr/>
              <p:nvPr/>
            </p:nvSpPr>
            <p:spPr bwMode="auto">
              <a:xfrm>
                <a:off x="5234" y="2025"/>
                <a:ext cx="24" cy="24"/>
              </a:xfrm>
              <a:custGeom>
                <a:avLst/>
                <a:gdLst>
                  <a:gd name="T0" fmla="*/ 0 w 24"/>
                  <a:gd name="T1" fmla="*/ 0 h 24"/>
                  <a:gd name="T2" fmla="*/ 24 w 24"/>
                  <a:gd name="T3" fmla="*/ 0 h 24"/>
                  <a:gd name="T4" fmla="*/ 12 w 24"/>
                  <a:gd name="T5" fmla="*/ 24 h 24"/>
                  <a:gd name="T6" fmla="*/ 0 w 24"/>
                  <a:gd name="T7" fmla="*/ 0 h 24"/>
                </a:gdLst>
                <a:ahLst/>
                <a:cxnLst>
                  <a:cxn ang="0">
                    <a:pos x="T0" y="T1"/>
                  </a:cxn>
                  <a:cxn ang="0">
                    <a:pos x="T2" y="T3"/>
                  </a:cxn>
                  <a:cxn ang="0">
                    <a:pos x="T4" y="T5"/>
                  </a:cxn>
                  <a:cxn ang="0">
                    <a:pos x="T6" y="T7"/>
                  </a:cxn>
                </a:cxnLst>
                <a:rect l="0" t="0" r="r" b="b"/>
                <a:pathLst>
                  <a:path w="24" h="24">
                    <a:moveTo>
                      <a:pt x="0" y="0"/>
                    </a:moveTo>
                    <a:lnTo>
                      <a:pt x="24"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1" name="Freeform 733">
                <a:extLst>
                  <a:ext uri="{FF2B5EF4-FFF2-40B4-BE49-F238E27FC236}">
                    <a16:creationId xmlns:a16="http://schemas.microsoft.com/office/drawing/2014/main" id="{D52EFBF7-5437-4D29-B231-5028BB6F2377}"/>
                  </a:ext>
                </a:extLst>
              </p:cNvPr>
              <p:cNvSpPr/>
              <p:nvPr/>
            </p:nvSpPr>
            <p:spPr bwMode="auto">
              <a:xfrm>
                <a:off x="5234" y="2025"/>
                <a:ext cx="24" cy="24"/>
              </a:xfrm>
              <a:custGeom>
                <a:avLst/>
                <a:gdLst>
                  <a:gd name="T0" fmla="*/ 0 w 24"/>
                  <a:gd name="T1" fmla="*/ 0 h 24"/>
                  <a:gd name="T2" fmla="*/ 24 w 24"/>
                  <a:gd name="T3" fmla="*/ 0 h 24"/>
                  <a:gd name="T4" fmla="*/ 12 w 24"/>
                  <a:gd name="T5" fmla="*/ 24 h 24"/>
                  <a:gd name="T6" fmla="*/ 0 w 24"/>
                  <a:gd name="T7" fmla="*/ 0 h 24"/>
                </a:gdLst>
                <a:ahLst/>
                <a:cxnLst>
                  <a:cxn ang="0">
                    <a:pos x="T0" y="T1"/>
                  </a:cxn>
                  <a:cxn ang="0">
                    <a:pos x="T2" y="T3"/>
                  </a:cxn>
                  <a:cxn ang="0">
                    <a:pos x="T4" y="T5"/>
                  </a:cxn>
                  <a:cxn ang="0">
                    <a:pos x="T6" y="T7"/>
                  </a:cxn>
                </a:cxnLst>
                <a:rect l="0" t="0" r="r" b="b"/>
                <a:pathLst>
                  <a:path w="24" h="24">
                    <a:moveTo>
                      <a:pt x="0" y="0"/>
                    </a:moveTo>
                    <a:lnTo>
                      <a:pt x="24"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2" name="Freeform 734">
                <a:extLst>
                  <a:ext uri="{FF2B5EF4-FFF2-40B4-BE49-F238E27FC236}">
                    <a16:creationId xmlns:a16="http://schemas.microsoft.com/office/drawing/2014/main" id="{610C173D-31CD-463F-AECF-53CA50485CCE}"/>
                  </a:ext>
                </a:extLst>
              </p:cNvPr>
              <p:cNvSpPr/>
              <p:nvPr/>
            </p:nvSpPr>
            <p:spPr bwMode="auto">
              <a:xfrm>
                <a:off x="5353" y="2001"/>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3" name="Freeform 735">
                <a:extLst>
                  <a:ext uri="{FF2B5EF4-FFF2-40B4-BE49-F238E27FC236}">
                    <a16:creationId xmlns:a16="http://schemas.microsoft.com/office/drawing/2014/main" id="{B9320848-5A7C-470A-92DE-03F172049DF0}"/>
                  </a:ext>
                </a:extLst>
              </p:cNvPr>
              <p:cNvSpPr/>
              <p:nvPr/>
            </p:nvSpPr>
            <p:spPr bwMode="auto">
              <a:xfrm>
                <a:off x="5353" y="2001"/>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4" name="Freeform 736">
                <a:extLst>
                  <a:ext uri="{FF2B5EF4-FFF2-40B4-BE49-F238E27FC236}">
                    <a16:creationId xmlns:a16="http://schemas.microsoft.com/office/drawing/2014/main" id="{E0208600-6B26-4F28-99DB-070056F5C65C}"/>
                  </a:ext>
                </a:extLst>
              </p:cNvPr>
              <p:cNvSpPr/>
              <p:nvPr/>
            </p:nvSpPr>
            <p:spPr bwMode="auto">
              <a:xfrm>
                <a:off x="5472" y="1970"/>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5" name="Freeform 737">
                <a:extLst>
                  <a:ext uri="{FF2B5EF4-FFF2-40B4-BE49-F238E27FC236}">
                    <a16:creationId xmlns:a16="http://schemas.microsoft.com/office/drawing/2014/main" id="{2141ADE7-B94D-46A0-99E1-BCB1AFDB7952}"/>
                  </a:ext>
                </a:extLst>
              </p:cNvPr>
              <p:cNvSpPr/>
              <p:nvPr/>
            </p:nvSpPr>
            <p:spPr bwMode="auto">
              <a:xfrm>
                <a:off x="5472" y="1970"/>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6" name="Freeform 738">
                <a:extLst>
                  <a:ext uri="{FF2B5EF4-FFF2-40B4-BE49-F238E27FC236}">
                    <a16:creationId xmlns:a16="http://schemas.microsoft.com/office/drawing/2014/main" id="{38E0D1F9-0316-449B-B838-D64041D5AF18}"/>
                  </a:ext>
                </a:extLst>
              </p:cNvPr>
              <p:cNvSpPr/>
              <p:nvPr/>
            </p:nvSpPr>
            <p:spPr bwMode="auto">
              <a:xfrm>
                <a:off x="5590" y="1870"/>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7" name="Freeform 739">
                <a:extLst>
                  <a:ext uri="{FF2B5EF4-FFF2-40B4-BE49-F238E27FC236}">
                    <a16:creationId xmlns:a16="http://schemas.microsoft.com/office/drawing/2014/main" id="{9A3795B2-C30F-42AF-B8C6-A6C860AC564C}"/>
                  </a:ext>
                </a:extLst>
              </p:cNvPr>
              <p:cNvSpPr/>
              <p:nvPr/>
            </p:nvSpPr>
            <p:spPr bwMode="auto">
              <a:xfrm>
                <a:off x="5590" y="1870"/>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8" name="Freeform 740">
                <a:extLst>
                  <a:ext uri="{FF2B5EF4-FFF2-40B4-BE49-F238E27FC236}">
                    <a16:creationId xmlns:a16="http://schemas.microsoft.com/office/drawing/2014/main" id="{4DDEA9D2-9579-46FC-A1F7-F4BE86052B4D}"/>
                  </a:ext>
                </a:extLst>
              </p:cNvPr>
              <p:cNvSpPr/>
              <p:nvPr/>
            </p:nvSpPr>
            <p:spPr bwMode="auto">
              <a:xfrm>
                <a:off x="5709" y="1789"/>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9" name="Freeform 741">
                <a:extLst>
                  <a:ext uri="{FF2B5EF4-FFF2-40B4-BE49-F238E27FC236}">
                    <a16:creationId xmlns:a16="http://schemas.microsoft.com/office/drawing/2014/main" id="{7884CA27-27AD-40F4-AF1A-A3A89B4E261B}"/>
                  </a:ext>
                </a:extLst>
              </p:cNvPr>
              <p:cNvSpPr/>
              <p:nvPr/>
            </p:nvSpPr>
            <p:spPr bwMode="auto">
              <a:xfrm>
                <a:off x="5709" y="1789"/>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0" name="Freeform 742">
                <a:extLst>
                  <a:ext uri="{FF2B5EF4-FFF2-40B4-BE49-F238E27FC236}">
                    <a16:creationId xmlns:a16="http://schemas.microsoft.com/office/drawing/2014/main" id="{CF0CEC30-E6ED-4BD4-BF4B-8CF947EAA455}"/>
                  </a:ext>
                </a:extLst>
              </p:cNvPr>
              <p:cNvSpPr/>
              <p:nvPr/>
            </p:nvSpPr>
            <p:spPr bwMode="auto">
              <a:xfrm>
                <a:off x="5009" y="1793"/>
                <a:ext cx="712" cy="330"/>
              </a:xfrm>
              <a:custGeom>
                <a:avLst/>
                <a:gdLst>
                  <a:gd name="T0" fmla="*/ 0 w 712"/>
                  <a:gd name="T1" fmla="*/ 330 h 330"/>
                  <a:gd name="T2" fmla="*/ 0 w 712"/>
                  <a:gd name="T3" fmla="*/ 330 h 330"/>
                  <a:gd name="T4" fmla="*/ 0 w 712"/>
                  <a:gd name="T5" fmla="*/ 330 h 330"/>
                  <a:gd name="T6" fmla="*/ 118 w 712"/>
                  <a:gd name="T7" fmla="*/ 276 h 330"/>
                  <a:gd name="T8" fmla="*/ 118 w 712"/>
                  <a:gd name="T9" fmla="*/ 276 h 330"/>
                  <a:gd name="T10" fmla="*/ 237 w 712"/>
                  <a:gd name="T11" fmla="*/ 253 h 330"/>
                  <a:gd name="T12" fmla="*/ 237 w 712"/>
                  <a:gd name="T13" fmla="*/ 253 h 330"/>
                  <a:gd name="T14" fmla="*/ 356 w 712"/>
                  <a:gd name="T15" fmla="*/ 221 h 330"/>
                  <a:gd name="T16" fmla="*/ 356 w 712"/>
                  <a:gd name="T17" fmla="*/ 221 h 330"/>
                  <a:gd name="T18" fmla="*/ 474 w 712"/>
                  <a:gd name="T19" fmla="*/ 176 h 330"/>
                  <a:gd name="T20" fmla="*/ 474 w 712"/>
                  <a:gd name="T21" fmla="*/ 176 h 330"/>
                  <a:gd name="T22" fmla="*/ 593 w 712"/>
                  <a:gd name="T23" fmla="*/ 65 h 330"/>
                  <a:gd name="T24" fmla="*/ 593 w 712"/>
                  <a:gd name="T25" fmla="*/ 65 h 330"/>
                  <a:gd name="T26" fmla="*/ 712 w 712"/>
                  <a:gd name="T2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330">
                    <a:moveTo>
                      <a:pt x="0" y="330"/>
                    </a:moveTo>
                    <a:lnTo>
                      <a:pt x="0" y="330"/>
                    </a:lnTo>
                    <a:lnTo>
                      <a:pt x="0" y="330"/>
                    </a:lnTo>
                    <a:lnTo>
                      <a:pt x="118" y="276"/>
                    </a:lnTo>
                    <a:lnTo>
                      <a:pt x="118" y="276"/>
                    </a:lnTo>
                    <a:lnTo>
                      <a:pt x="237" y="253"/>
                    </a:lnTo>
                    <a:lnTo>
                      <a:pt x="237" y="253"/>
                    </a:lnTo>
                    <a:lnTo>
                      <a:pt x="356" y="221"/>
                    </a:lnTo>
                    <a:lnTo>
                      <a:pt x="356" y="221"/>
                    </a:lnTo>
                    <a:lnTo>
                      <a:pt x="474" y="176"/>
                    </a:lnTo>
                    <a:lnTo>
                      <a:pt x="474" y="176"/>
                    </a:lnTo>
                    <a:lnTo>
                      <a:pt x="593" y="65"/>
                    </a:lnTo>
                    <a:lnTo>
                      <a:pt x="593" y="65"/>
                    </a:lnTo>
                    <a:lnTo>
                      <a:pt x="712" y="0"/>
                    </a:lnTo>
                  </a:path>
                </a:pathLst>
              </a:custGeom>
              <a:noFill/>
              <a:ln w="4763"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1" name="Line 743">
                <a:extLst>
                  <a:ext uri="{FF2B5EF4-FFF2-40B4-BE49-F238E27FC236}">
                    <a16:creationId xmlns:a16="http://schemas.microsoft.com/office/drawing/2014/main" id="{6F564B45-E34A-4013-9C98-0B8072494668}"/>
                  </a:ext>
                </a:extLst>
              </p:cNvPr>
              <p:cNvSpPr>
                <a:spLocks noChangeShapeType="1"/>
              </p:cNvSpPr>
              <p:nvPr/>
            </p:nvSpPr>
            <p:spPr bwMode="auto">
              <a:xfrm>
                <a:off x="5009" y="2121"/>
                <a:ext cx="0" cy="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2" name="Line 744">
                <a:extLst>
                  <a:ext uri="{FF2B5EF4-FFF2-40B4-BE49-F238E27FC236}">
                    <a16:creationId xmlns:a16="http://schemas.microsoft.com/office/drawing/2014/main" id="{E0D6822F-4D79-47F5-8261-8873C18C9A39}"/>
                  </a:ext>
                </a:extLst>
              </p:cNvPr>
              <p:cNvSpPr>
                <a:spLocks noChangeShapeType="1"/>
              </p:cNvSpPr>
              <p:nvPr/>
            </p:nvSpPr>
            <p:spPr bwMode="auto">
              <a:xfrm>
                <a:off x="4997" y="2121"/>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3" name="Line 745">
                <a:extLst>
                  <a:ext uri="{FF2B5EF4-FFF2-40B4-BE49-F238E27FC236}">
                    <a16:creationId xmlns:a16="http://schemas.microsoft.com/office/drawing/2014/main" id="{474356F5-0869-4D81-974A-DBB0B38394E7}"/>
                  </a:ext>
                </a:extLst>
              </p:cNvPr>
              <p:cNvSpPr>
                <a:spLocks noChangeShapeType="1"/>
              </p:cNvSpPr>
              <p:nvPr/>
            </p:nvSpPr>
            <p:spPr bwMode="auto">
              <a:xfrm>
                <a:off x="5127" y="2062"/>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4" name="Line 746">
                <a:extLst>
                  <a:ext uri="{FF2B5EF4-FFF2-40B4-BE49-F238E27FC236}">
                    <a16:creationId xmlns:a16="http://schemas.microsoft.com/office/drawing/2014/main" id="{504F9C41-882B-4EC9-84E5-D54AB03AD7D0}"/>
                  </a:ext>
                </a:extLst>
              </p:cNvPr>
              <p:cNvSpPr>
                <a:spLocks noChangeShapeType="1"/>
              </p:cNvSpPr>
              <p:nvPr/>
            </p:nvSpPr>
            <p:spPr bwMode="auto">
              <a:xfrm>
                <a:off x="5127" y="2069"/>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5" name="Line 747">
                <a:extLst>
                  <a:ext uri="{FF2B5EF4-FFF2-40B4-BE49-F238E27FC236}">
                    <a16:creationId xmlns:a16="http://schemas.microsoft.com/office/drawing/2014/main" id="{64819287-9564-4C2D-935B-4AB13567A38B}"/>
                  </a:ext>
                </a:extLst>
              </p:cNvPr>
              <p:cNvSpPr>
                <a:spLocks noChangeShapeType="1"/>
              </p:cNvSpPr>
              <p:nvPr/>
            </p:nvSpPr>
            <p:spPr bwMode="auto">
              <a:xfrm>
                <a:off x="5116" y="2062"/>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6" name="Line 748">
                <a:extLst>
                  <a:ext uri="{FF2B5EF4-FFF2-40B4-BE49-F238E27FC236}">
                    <a16:creationId xmlns:a16="http://schemas.microsoft.com/office/drawing/2014/main" id="{767EC77A-8379-467F-A331-710A256B7C51}"/>
                  </a:ext>
                </a:extLst>
              </p:cNvPr>
              <p:cNvSpPr>
                <a:spLocks noChangeShapeType="1"/>
              </p:cNvSpPr>
              <p:nvPr/>
            </p:nvSpPr>
            <p:spPr bwMode="auto">
              <a:xfrm>
                <a:off x="5116" y="2076"/>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7" name="Line 749">
                <a:extLst>
                  <a:ext uri="{FF2B5EF4-FFF2-40B4-BE49-F238E27FC236}">
                    <a16:creationId xmlns:a16="http://schemas.microsoft.com/office/drawing/2014/main" id="{822F4720-24F7-4952-8166-E65EF9C49C3C}"/>
                  </a:ext>
                </a:extLst>
              </p:cNvPr>
              <p:cNvSpPr>
                <a:spLocks noChangeShapeType="1"/>
              </p:cNvSpPr>
              <p:nvPr/>
            </p:nvSpPr>
            <p:spPr bwMode="auto">
              <a:xfrm>
                <a:off x="5246" y="2039"/>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8" name="Line 750">
                <a:extLst>
                  <a:ext uri="{FF2B5EF4-FFF2-40B4-BE49-F238E27FC236}">
                    <a16:creationId xmlns:a16="http://schemas.microsoft.com/office/drawing/2014/main" id="{DE080CF3-8E7F-4D6C-B8ED-7DD644A5445A}"/>
                  </a:ext>
                </a:extLst>
              </p:cNvPr>
              <p:cNvSpPr>
                <a:spLocks noChangeShapeType="1"/>
              </p:cNvSpPr>
              <p:nvPr/>
            </p:nvSpPr>
            <p:spPr bwMode="auto">
              <a:xfrm>
                <a:off x="5246" y="2046"/>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9" name="Line 751">
                <a:extLst>
                  <a:ext uri="{FF2B5EF4-FFF2-40B4-BE49-F238E27FC236}">
                    <a16:creationId xmlns:a16="http://schemas.microsoft.com/office/drawing/2014/main" id="{7E5C9276-C8F4-4472-8E04-FB800E678F80}"/>
                  </a:ext>
                </a:extLst>
              </p:cNvPr>
              <p:cNvSpPr>
                <a:spLocks noChangeShapeType="1"/>
              </p:cNvSpPr>
              <p:nvPr/>
            </p:nvSpPr>
            <p:spPr bwMode="auto">
              <a:xfrm>
                <a:off x="5234" y="2039"/>
                <a:ext cx="24"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0" name="Line 752">
                <a:extLst>
                  <a:ext uri="{FF2B5EF4-FFF2-40B4-BE49-F238E27FC236}">
                    <a16:creationId xmlns:a16="http://schemas.microsoft.com/office/drawing/2014/main" id="{6A70830F-BB18-412E-AC49-6FCC7310901F}"/>
                  </a:ext>
                </a:extLst>
              </p:cNvPr>
              <p:cNvSpPr>
                <a:spLocks noChangeShapeType="1"/>
              </p:cNvSpPr>
              <p:nvPr/>
            </p:nvSpPr>
            <p:spPr bwMode="auto">
              <a:xfrm>
                <a:off x="5234" y="2053"/>
                <a:ext cx="24"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1" name="Line 753">
                <a:extLst>
                  <a:ext uri="{FF2B5EF4-FFF2-40B4-BE49-F238E27FC236}">
                    <a16:creationId xmlns:a16="http://schemas.microsoft.com/office/drawing/2014/main" id="{D4E8C2C8-B755-4491-9A0A-042A0FF573AC}"/>
                  </a:ext>
                </a:extLst>
              </p:cNvPr>
              <p:cNvSpPr>
                <a:spLocks noChangeShapeType="1"/>
              </p:cNvSpPr>
              <p:nvPr/>
            </p:nvSpPr>
            <p:spPr bwMode="auto">
              <a:xfrm>
                <a:off x="5365" y="2008"/>
                <a:ext cx="0" cy="6"/>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2" name="Line 754">
                <a:extLst>
                  <a:ext uri="{FF2B5EF4-FFF2-40B4-BE49-F238E27FC236}">
                    <a16:creationId xmlns:a16="http://schemas.microsoft.com/office/drawing/2014/main" id="{9622F7DC-FC24-498E-B527-8E497A319B27}"/>
                  </a:ext>
                </a:extLst>
              </p:cNvPr>
              <p:cNvSpPr>
                <a:spLocks noChangeShapeType="1"/>
              </p:cNvSpPr>
              <p:nvPr/>
            </p:nvSpPr>
            <p:spPr bwMode="auto">
              <a:xfrm>
                <a:off x="5365" y="2014"/>
                <a:ext cx="0" cy="6"/>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3" name="Line 755">
                <a:extLst>
                  <a:ext uri="{FF2B5EF4-FFF2-40B4-BE49-F238E27FC236}">
                    <a16:creationId xmlns:a16="http://schemas.microsoft.com/office/drawing/2014/main" id="{2884E056-A9EC-4166-B512-8BE8D779D915}"/>
                  </a:ext>
                </a:extLst>
              </p:cNvPr>
              <p:cNvSpPr>
                <a:spLocks noChangeShapeType="1"/>
              </p:cNvSpPr>
              <p:nvPr/>
            </p:nvSpPr>
            <p:spPr bwMode="auto">
              <a:xfrm>
                <a:off x="5353" y="2008"/>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4" name="Line 756">
                <a:extLst>
                  <a:ext uri="{FF2B5EF4-FFF2-40B4-BE49-F238E27FC236}">
                    <a16:creationId xmlns:a16="http://schemas.microsoft.com/office/drawing/2014/main" id="{01270205-5AD0-465A-87B3-3342F8F71005}"/>
                  </a:ext>
                </a:extLst>
              </p:cNvPr>
              <p:cNvSpPr>
                <a:spLocks noChangeShapeType="1"/>
              </p:cNvSpPr>
              <p:nvPr/>
            </p:nvSpPr>
            <p:spPr bwMode="auto">
              <a:xfrm>
                <a:off x="5353" y="2020"/>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5" name="Line 757">
                <a:extLst>
                  <a:ext uri="{FF2B5EF4-FFF2-40B4-BE49-F238E27FC236}">
                    <a16:creationId xmlns:a16="http://schemas.microsoft.com/office/drawing/2014/main" id="{EBCE431F-4497-4245-A598-40D199B7D4E6}"/>
                  </a:ext>
                </a:extLst>
              </p:cNvPr>
              <p:cNvSpPr>
                <a:spLocks noChangeShapeType="1"/>
              </p:cNvSpPr>
              <p:nvPr/>
            </p:nvSpPr>
            <p:spPr bwMode="auto">
              <a:xfrm>
                <a:off x="5483" y="1959"/>
                <a:ext cx="0" cy="1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6" name="Line 758">
                <a:extLst>
                  <a:ext uri="{FF2B5EF4-FFF2-40B4-BE49-F238E27FC236}">
                    <a16:creationId xmlns:a16="http://schemas.microsoft.com/office/drawing/2014/main" id="{51A10955-3124-4E78-836C-1FB2899D64B9}"/>
                  </a:ext>
                </a:extLst>
              </p:cNvPr>
              <p:cNvSpPr>
                <a:spLocks noChangeShapeType="1"/>
              </p:cNvSpPr>
              <p:nvPr/>
            </p:nvSpPr>
            <p:spPr bwMode="auto">
              <a:xfrm>
                <a:off x="5483" y="1969"/>
                <a:ext cx="0" cy="9"/>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7" name="Line 759">
                <a:extLst>
                  <a:ext uri="{FF2B5EF4-FFF2-40B4-BE49-F238E27FC236}">
                    <a16:creationId xmlns:a16="http://schemas.microsoft.com/office/drawing/2014/main" id="{F5555CF0-941D-4C1F-B91D-E5F726CBBCF3}"/>
                  </a:ext>
                </a:extLst>
              </p:cNvPr>
              <p:cNvSpPr>
                <a:spLocks noChangeShapeType="1"/>
              </p:cNvSpPr>
              <p:nvPr/>
            </p:nvSpPr>
            <p:spPr bwMode="auto">
              <a:xfrm>
                <a:off x="5472" y="1959"/>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8" name="Line 760">
                <a:extLst>
                  <a:ext uri="{FF2B5EF4-FFF2-40B4-BE49-F238E27FC236}">
                    <a16:creationId xmlns:a16="http://schemas.microsoft.com/office/drawing/2014/main" id="{E6BCF582-5A0C-4088-9825-359678CCDC52}"/>
                  </a:ext>
                </a:extLst>
              </p:cNvPr>
              <p:cNvSpPr>
                <a:spLocks noChangeShapeType="1"/>
              </p:cNvSpPr>
              <p:nvPr/>
            </p:nvSpPr>
            <p:spPr bwMode="auto">
              <a:xfrm>
                <a:off x="5472" y="1978"/>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9" name="Line 761">
                <a:extLst>
                  <a:ext uri="{FF2B5EF4-FFF2-40B4-BE49-F238E27FC236}">
                    <a16:creationId xmlns:a16="http://schemas.microsoft.com/office/drawing/2014/main" id="{7E7056C9-5155-4B7D-AE1B-CFB2E3538AEA}"/>
                  </a:ext>
                </a:extLst>
              </p:cNvPr>
              <p:cNvSpPr>
                <a:spLocks noChangeShapeType="1"/>
              </p:cNvSpPr>
              <p:nvPr/>
            </p:nvSpPr>
            <p:spPr bwMode="auto">
              <a:xfrm>
                <a:off x="5602" y="1846"/>
                <a:ext cx="0" cy="1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0" name="Line 762">
                <a:extLst>
                  <a:ext uri="{FF2B5EF4-FFF2-40B4-BE49-F238E27FC236}">
                    <a16:creationId xmlns:a16="http://schemas.microsoft.com/office/drawing/2014/main" id="{476285D2-DB2A-4215-8515-D19E11042010}"/>
                  </a:ext>
                </a:extLst>
              </p:cNvPr>
              <p:cNvSpPr>
                <a:spLocks noChangeShapeType="1"/>
              </p:cNvSpPr>
              <p:nvPr/>
            </p:nvSpPr>
            <p:spPr bwMode="auto">
              <a:xfrm>
                <a:off x="5602" y="1858"/>
                <a:ext cx="0" cy="1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1" name="Line 763">
                <a:extLst>
                  <a:ext uri="{FF2B5EF4-FFF2-40B4-BE49-F238E27FC236}">
                    <a16:creationId xmlns:a16="http://schemas.microsoft.com/office/drawing/2014/main" id="{45C24282-A7C8-432C-874F-1E7B5CB766B2}"/>
                  </a:ext>
                </a:extLst>
              </p:cNvPr>
              <p:cNvSpPr>
                <a:spLocks noChangeShapeType="1"/>
              </p:cNvSpPr>
              <p:nvPr/>
            </p:nvSpPr>
            <p:spPr bwMode="auto">
              <a:xfrm>
                <a:off x="5590" y="1846"/>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2" name="Line 764">
                <a:extLst>
                  <a:ext uri="{FF2B5EF4-FFF2-40B4-BE49-F238E27FC236}">
                    <a16:creationId xmlns:a16="http://schemas.microsoft.com/office/drawing/2014/main" id="{A52FF093-1B06-4433-9F41-AA9D02945D3F}"/>
                  </a:ext>
                </a:extLst>
              </p:cNvPr>
              <p:cNvSpPr>
                <a:spLocks noChangeShapeType="1"/>
              </p:cNvSpPr>
              <p:nvPr/>
            </p:nvSpPr>
            <p:spPr bwMode="auto">
              <a:xfrm>
                <a:off x="5590" y="1870"/>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3" name="Line 765">
                <a:extLst>
                  <a:ext uri="{FF2B5EF4-FFF2-40B4-BE49-F238E27FC236}">
                    <a16:creationId xmlns:a16="http://schemas.microsoft.com/office/drawing/2014/main" id="{F67978FD-1E06-495A-A867-68645F3939EC}"/>
                  </a:ext>
                </a:extLst>
              </p:cNvPr>
              <p:cNvSpPr>
                <a:spLocks noChangeShapeType="1"/>
              </p:cNvSpPr>
              <p:nvPr/>
            </p:nvSpPr>
            <p:spPr bwMode="auto">
              <a:xfrm>
                <a:off x="5721" y="1783"/>
                <a:ext cx="0" cy="1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4" name="Line 766">
                <a:extLst>
                  <a:ext uri="{FF2B5EF4-FFF2-40B4-BE49-F238E27FC236}">
                    <a16:creationId xmlns:a16="http://schemas.microsoft.com/office/drawing/2014/main" id="{06BB33C0-F927-4BB3-9FA3-23D0D4F10538}"/>
                  </a:ext>
                </a:extLst>
              </p:cNvPr>
              <p:cNvSpPr>
                <a:spLocks noChangeShapeType="1"/>
              </p:cNvSpPr>
              <p:nvPr/>
            </p:nvSpPr>
            <p:spPr bwMode="auto">
              <a:xfrm>
                <a:off x="5721" y="1793"/>
                <a:ext cx="0" cy="11"/>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5" name="Line 767">
                <a:extLst>
                  <a:ext uri="{FF2B5EF4-FFF2-40B4-BE49-F238E27FC236}">
                    <a16:creationId xmlns:a16="http://schemas.microsoft.com/office/drawing/2014/main" id="{48C28238-3212-46EC-976B-E7F51BBA3EDD}"/>
                  </a:ext>
                </a:extLst>
              </p:cNvPr>
              <p:cNvSpPr>
                <a:spLocks noChangeShapeType="1"/>
              </p:cNvSpPr>
              <p:nvPr/>
            </p:nvSpPr>
            <p:spPr bwMode="auto">
              <a:xfrm>
                <a:off x="5709" y="1783"/>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6" name="Line 768">
                <a:extLst>
                  <a:ext uri="{FF2B5EF4-FFF2-40B4-BE49-F238E27FC236}">
                    <a16:creationId xmlns:a16="http://schemas.microsoft.com/office/drawing/2014/main" id="{0B6FB7A4-5E44-4A59-B410-FEA9517A0448}"/>
                  </a:ext>
                </a:extLst>
              </p:cNvPr>
              <p:cNvSpPr>
                <a:spLocks noChangeShapeType="1"/>
              </p:cNvSpPr>
              <p:nvPr/>
            </p:nvSpPr>
            <p:spPr bwMode="auto">
              <a:xfrm>
                <a:off x="5709" y="1804"/>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7" name="Freeform 769">
                <a:extLst>
                  <a:ext uri="{FF2B5EF4-FFF2-40B4-BE49-F238E27FC236}">
                    <a16:creationId xmlns:a16="http://schemas.microsoft.com/office/drawing/2014/main" id="{5A527926-87B3-4FFC-B58F-C793EB045197}"/>
                  </a:ext>
                </a:extLst>
              </p:cNvPr>
              <p:cNvSpPr/>
              <p:nvPr/>
            </p:nvSpPr>
            <p:spPr bwMode="auto">
              <a:xfrm>
                <a:off x="4997" y="211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8" name="Freeform 770">
                <a:extLst>
                  <a:ext uri="{FF2B5EF4-FFF2-40B4-BE49-F238E27FC236}">
                    <a16:creationId xmlns:a16="http://schemas.microsoft.com/office/drawing/2014/main" id="{A5F28166-8F59-4D9E-AD7C-4A8752CF2E6F}"/>
                  </a:ext>
                </a:extLst>
              </p:cNvPr>
              <p:cNvSpPr/>
              <p:nvPr/>
            </p:nvSpPr>
            <p:spPr bwMode="auto">
              <a:xfrm>
                <a:off x="4997" y="211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9" name="Freeform 771">
                <a:extLst>
                  <a:ext uri="{FF2B5EF4-FFF2-40B4-BE49-F238E27FC236}">
                    <a16:creationId xmlns:a16="http://schemas.microsoft.com/office/drawing/2014/main" id="{8EED9916-F807-44C8-8515-43E7A9C8802B}"/>
                  </a:ext>
                </a:extLst>
              </p:cNvPr>
              <p:cNvSpPr/>
              <p:nvPr/>
            </p:nvSpPr>
            <p:spPr bwMode="auto">
              <a:xfrm>
                <a:off x="5116" y="20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0" name="Freeform 772">
                <a:extLst>
                  <a:ext uri="{FF2B5EF4-FFF2-40B4-BE49-F238E27FC236}">
                    <a16:creationId xmlns:a16="http://schemas.microsoft.com/office/drawing/2014/main" id="{5B506C5B-7B06-4F20-B469-AADF46371B73}"/>
                  </a:ext>
                </a:extLst>
              </p:cNvPr>
              <p:cNvSpPr/>
              <p:nvPr/>
            </p:nvSpPr>
            <p:spPr bwMode="auto">
              <a:xfrm>
                <a:off x="5116" y="20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1" name="Freeform 773">
                <a:extLst>
                  <a:ext uri="{FF2B5EF4-FFF2-40B4-BE49-F238E27FC236}">
                    <a16:creationId xmlns:a16="http://schemas.microsoft.com/office/drawing/2014/main" id="{0569496C-1C20-49BC-A3AE-28C14135653A}"/>
                  </a:ext>
                </a:extLst>
              </p:cNvPr>
              <p:cNvSpPr/>
              <p:nvPr/>
            </p:nvSpPr>
            <p:spPr bwMode="auto">
              <a:xfrm>
                <a:off x="5234" y="2034"/>
                <a:ext cx="24" cy="24"/>
              </a:xfrm>
              <a:custGeom>
                <a:avLst/>
                <a:gdLst>
                  <a:gd name="T0" fmla="*/ 12 w 24"/>
                  <a:gd name="T1" fmla="*/ 0 h 24"/>
                  <a:gd name="T2" fmla="*/ 24 w 24"/>
                  <a:gd name="T3" fmla="*/ 24 h 24"/>
                  <a:gd name="T4" fmla="*/ 0 w 24"/>
                  <a:gd name="T5" fmla="*/ 24 h 24"/>
                  <a:gd name="T6" fmla="*/ 12 w 24"/>
                  <a:gd name="T7" fmla="*/ 0 h 24"/>
                </a:gdLst>
                <a:ahLst/>
                <a:cxnLst>
                  <a:cxn ang="0">
                    <a:pos x="T0" y="T1"/>
                  </a:cxn>
                  <a:cxn ang="0">
                    <a:pos x="T2" y="T3"/>
                  </a:cxn>
                  <a:cxn ang="0">
                    <a:pos x="T4" y="T5"/>
                  </a:cxn>
                  <a:cxn ang="0">
                    <a:pos x="T6" y="T7"/>
                  </a:cxn>
                </a:cxnLst>
                <a:rect l="0" t="0" r="r" b="b"/>
                <a:pathLst>
                  <a:path w="24" h="24">
                    <a:moveTo>
                      <a:pt x="12" y="0"/>
                    </a:moveTo>
                    <a:lnTo>
                      <a:pt x="24"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2" name="Freeform 774">
                <a:extLst>
                  <a:ext uri="{FF2B5EF4-FFF2-40B4-BE49-F238E27FC236}">
                    <a16:creationId xmlns:a16="http://schemas.microsoft.com/office/drawing/2014/main" id="{0C975337-222F-4482-8A6E-6C333F911B53}"/>
                  </a:ext>
                </a:extLst>
              </p:cNvPr>
              <p:cNvSpPr/>
              <p:nvPr/>
            </p:nvSpPr>
            <p:spPr bwMode="auto">
              <a:xfrm>
                <a:off x="5234" y="2034"/>
                <a:ext cx="24" cy="24"/>
              </a:xfrm>
              <a:custGeom>
                <a:avLst/>
                <a:gdLst>
                  <a:gd name="T0" fmla="*/ 12 w 24"/>
                  <a:gd name="T1" fmla="*/ 0 h 24"/>
                  <a:gd name="T2" fmla="*/ 24 w 24"/>
                  <a:gd name="T3" fmla="*/ 24 h 24"/>
                  <a:gd name="T4" fmla="*/ 0 w 24"/>
                  <a:gd name="T5" fmla="*/ 24 h 24"/>
                  <a:gd name="T6" fmla="*/ 12 w 24"/>
                  <a:gd name="T7" fmla="*/ 0 h 24"/>
                </a:gdLst>
                <a:ahLst/>
                <a:cxnLst>
                  <a:cxn ang="0">
                    <a:pos x="T0" y="T1"/>
                  </a:cxn>
                  <a:cxn ang="0">
                    <a:pos x="T2" y="T3"/>
                  </a:cxn>
                  <a:cxn ang="0">
                    <a:pos x="T4" y="T5"/>
                  </a:cxn>
                  <a:cxn ang="0">
                    <a:pos x="T6" y="T7"/>
                  </a:cxn>
                </a:cxnLst>
                <a:rect l="0" t="0" r="r" b="b"/>
                <a:pathLst>
                  <a:path w="24" h="24">
                    <a:moveTo>
                      <a:pt x="12" y="0"/>
                    </a:moveTo>
                    <a:lnTo>
                      <a:pt x="24"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3" name="Freeform 775">
                <a:extLst>
                  <a:ext uri="{FF2B5EF4-FFF2-40B4-BE49-F238E27FC236}">
                    <a16:creationId xmlns:a16="http://schemas.microsoft.com/office/drawing/2014/main" id="{2A57FF49-AE1C-41E5-BE49-9D845BB1C8BD}"/>
                  </a:ext>
                </a:extLst>
              </p:cNvPr>
              <p:cNvSpPr/>
              <p:nvPr/>
            </p:nvSpPr>
            <p:spPr bwMode="auto">
              <a:xfrm>
                <a:off x="5353" y="2002"/>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4" name="Freeform 776">
                <a:extLst>
                  <a:ext uri="{FF2B5EF4-FFF2-40B4-BE49-F238E27FC236}">
                    <a16:creationId xmlns:a16="http://schemas.microsoft.com/office/drawing/2014/main" id="{08865815-8D3C-420F-B7B4-24722539DCAF}"/>
                  </a:ext>
                </a:extLst>
              </p:cNvPr>
              <p:cNvSpPr/>
              <p:nvPr/>
            </p:nvSpPr>
            <p:spPr bwMode="auto">
              <a:xfrm>
                <a:off x="5353" y="2002"/>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5" name="Freeform 777">
                <a:extLst>
                  <a:ext uri="{FF2B5EF4-FFF2-40B4-BE49-F238E27FC236}">
                    <a16:creationId xmlns:a16="http://schemas.microsoft.com/office/drawing/2014/main" id="{47C65007-8760-4119-8B9B-6023A2EF9CA6}"/>
                  </a:ext>
                </a:extLst>
              </p:cNvPr>
              <p:cNvSpPr/>
              <p:nvPr/>
            </p:nvSpPr>
            <p:spPr bwMode="auto">
              <a:xfrm>
                <a:off x="5472" y="19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6" name="Freeform 778">
                <a:extLst>
                  <a:ext uri="{FF2B5EF4-FFF2-40B4-BE49-F238E27FC236}">
                    <a16:creationId xmlns:a16="http://schemas.microsoft.com/office/drawing/2014/main" id="{1F0BEF9F-C90D-4783-A05F-9FFEA7F4CEAA}"/>
                  </a:ext>
                </a:extLst>
              </p:cNvPr>
              <p:cNvSpPr/>
              <p:nvPr/>
            </p:nvSpPr>
            <p:spPr bwMode="auto">
              <a:xfrm>
                <a:off x="5472" y="19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7" name="Freeform 779">
                <a:extLst>
                  <a:ext uri="{FF2B5EF4-FFF2-40B4-BE49-F238E27FC236}">
                    <a16:creationId xmlns:a16="http://schemas.microsoft.com/office/drawing/2014/main" id="{D1228574-1613-4656-B119-9722966C8593}"/>
                  </a:ext>
                </a:extLst>
              </p:cNvPr>
              <p:cNvSpPr/>
              <p:nvPr/>
            </p:nvSpPr>
            <p:spPr bwMode="auto">
              <a:xfrm>
                <a:off x="5590" y="1846"/>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8" name="Freeform 780">
                <a:extLst>
                  <a:ext uri="{FF2B5EF4-FFF2-40B4-BE49-F238E27FC236}">
                    <a16:creationId xmlns:a16="http://schemas.microsoft.com/office/drawing/2014/main" id="{CCD09790-ED0C-4EF3-8739-FE9FB94C64FE}"/>
                  </a:ext>
                </a:extLst>
              </p:cNvPr>
              <p:cNvSpPr/>
              <p:nvPr/>
            </p:nvSpPr>
            <p:spPr bwMode="auto">
              <a:xfrm>
                <a:off x="5590" y="1846"/>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9" name="Freeform 781">
                <a:extLst>
                  <a:ext uri="{FF2B5EF4-FFF2-40B4-BE49-F238E27FC236}">
                    <a16:creationId xmlns:a16="http://schemas.microsoft.com/office/drawing/2014/main" id="{71CCB9AE-E990-424E-91F7-A6F52A2427D5}"/>
                  </a:ext>
                </a:extLst>
              </p:cNvPr>
              <p:cNvSpPr/>
              <p:nvPr/>
            </p:nvSpPr>
            <p:spPr bwMode="auto">
              <a:xfrm>
                <a:off x="5709" y="178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0" name="Freeform 782">
                <a:extLst>
                  <a:ext uri="{FF2B5EF4-FFF2-40B4-BE49-F238E27FC236}">
                    <a16:creationId xmlns:a16="http://schemas.microsoft.com/office/drawing/2014/main" id="{2529366C-DF8B-4EDF-8216-DBC24C81579E}"/>
                  </a:ext>
                </a:extLst>
              </p:cNvPr>
              <p:cNvSpPr/>
              <p:nvPr/>
            </p:nvSpPr>
            <p:spPr bwMode="auto">
              <a:xfrm>
                <a:off x="5709" y="178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1" name="Freeform 783">
                <a:extLst>
                  <a:ext uri="{FF2B5EF4-FFF2-40B4-BE49-F238E27FC236}">
                    <a16:creationId xmlns:a16="http://schemas.microsoft.com/office/drawing/2014/main" id="{C0CB0D68-72E4-456A-87FF-0B57DE16B55A}"/>
                  </a:ext>
                </a:extLst>
              </p:cNvPr>
              <p:cNvSpPr/>
              <p:nvPr/>
            </p:nvSpPr>
            <p:spPr bwMode="auto">
              <a:xfrm>
                <a:off x="5009" y="1633"/>
                <a:ext cx="712" cy="490"/>
              </a:xfrm>
              <a:custGeom>
                <a:avLst/>
                <a:gdLst>
                  <a:gd name="T0" fmla="*/ 0 w 712"/>
                  <a:gd name="T1" fmla="*/ 490 h 490"/>
                  <a:gd name="T2" fmla="*/ 0 w 712"/>
                  <a:gd name="T3" fmla="*/ 490 h 490"/>
                  <a:gd name="T4" fmla="*/ 0 w 712"/>
                  <a:gd name="T5" fmla="*/ 490 h 490"/>
                  <a:gd name="T6" fmla="*/ 118 w 712"/>
                  <a:gd name="T7" fmla="*/ 454 h 490"/>
                  <a:gd name="T8" fmla="*/ 118 w 712"/>
                  <a:gd name="T9" fmla="*/ 454 h 490"/>
                  <a:gd name="T10" fmla="*/ 237 w 712"/>
                  <a:gd name="T11" fmla="*/ 395 h 490"/>
                  <a:gd name="T12" fmla="*/ 237 w 712"/>
                  <a:gd name="T13" fmla="*/ 395 h 490"/>
                  <a:gd name="T14" fmla="*/ 356 w 712"/>
                  <a:gd name="T15" fmla="*/ 321 h 490"/>
                  <a:gd name="T16" fmla="*/ 356 w 712"/>
                  <a:gd name="T17" fmla="*/ 321 h 490"/>
                  <a:gd name="T18" fmla="*/ 474 w 712"/>
                  <a:gd name="T19" fmla="*/ 272 h 490"/>
                  <a:gd name="T20" fmla="*/ 474 w 712"/>
                  <a:gd name="T21" fmla="*/ 272 h 490"/>
                  <a:gd name="T22" fmla="*/ 593 w 712"/>
                  <a:gd name="T23" fmla="*/ 150 h 490"/>
                  <a:gd name="T24" fmla="*/ 593 w 712"/>
                  <a:gd name="T25" fmla="*/ 150 h 490"/>
                  <a:gd name="T26" fmla="*/ 712 w 712"/>
                  <a:gd name="T27"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490">
                    <a:moveTo>
                      <a:pt x="0" y="490"/>
                    </a:moveTo>
                    <a:lnTo>
                      <a:pt x="0" y="490"/>
                    </a:lnTo>
                    <a:lnTo>
                      <a:pt x="0" y="490"/>
                    </a:lnTo>
                    <a:lnTo>
                      <a:pt x="118" y="454"/>
                    </a:lnTo>
                    <a:lnTo>
                      <a:pt x="118" y="454"/>
                    </a:lnTo>
                    <a:lnTo>
                      <a:pt x="237" y="395"/>
                    </a:lnTo>
                    <a:lnTo>
                      <a:pt x="237" y="395"/>
                    </a:lnTo>
                    <a:lnTo>
                      <a:pt x="356" y="321"/>
                    </a:lnTo>
                    <a:lnTo>
                      <a:pt x="356" y="321"/>
                    </a:lnTo>
                    <a:lnTo>
                      <a:pt x="474" y="272"/>
                    </a:lnTo>
                    <a:lnTo>
                      <a:pt x="474" y="272"/>
                    </a:lnTo>
                    <a:lnTo>
                      <a:pt x="593" y="150"/>
                    </a:lnTo>
                    <a:lnTo>
                      <a:pt x="593" y="150"/>
                    </a:lnTo>
                    <a:lnTo>
                      <a:pt x="712" y="0"/>
                    </a:lnTo>
                  </a:path>
                </a:pathLst>
              </a:custGeom>
              <a:noFill/>
              <a:ln w="4763"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2" name="Line 784">
                <a:extLst>
                  <a:ext uri="{FF2B5EF4-FFF2-40B4-BE49-F238E27FC236}">
                    <a16:creationId xmlns:a16="http://schemas.microsoft.com/office/drawing/2014/main" id="{C5C15D97-97D4-4E15-A316-A7CDD8F18C14}"/>
                  </a:ext>
                </a:extLst>
              </p:cNvPr>
              <p:cNvSpPr>
                <a:spLocks noChangeShapeType="1"/>
              </p:cNvSpPr>
              <p:nvPr/>
            </p:nvSpPr>
            <p:spPr bwMode="auto">
              <a:xfrm>
                <a:off x="5009" y="2121"/>
                <a:ext cx="0" cy="2"/>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3" name="Line 785">
                <a:extLst>
                  <a:ext uri="{FF2B5EF4-FFF2-40B4-BE49-F238E27FC236}">
                    <a16:creationId xmlns:a16="http://schemas.microsoft.com/office/drawing/2014/main" id="{5055809D-E706-4295-B27F-4A6183B2ADDF}"/>
                  </a:ext>
                </a:extLst>
              </p:cNvPr>
              <p:cNvSpPr>
                <a:spLocks noChangeShapeType="1"/>
              </p:cNvSpPr>
              <p:nvPr/>
            </p:nvSpPr>
            <p:spPr bwMode="auto">
              <a:xfrm>
                <a:off x="4997" y="212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4" name="Line 786">
                <a:extLst>
                  <a:ext uri="{FF2B5EF4-FFF2-40B4-BE49-F238E27FC236}">
                    <a16:creationId xmlns:a16="http://schemas.microsoft.com/office/drawing/2014/main" id="{3A379E82-26A7-47FE-9A0E-FC9C904FDDAE}"/>
                  </a:ext>
                </a:extLst>
              </p:cNvPr>
              <p:cNvSpPr>
                <a:spLocks noChangeShapeType="1"/>
              </p:cNvSpPr>
              <p:nvPr/>
            </p:nvSpPr>
            <p:spPr bwMode="auto">
              <a:xfrm>
                <a:off x="5127" y="2082"/>
                <a:ext cx="0" cy="5"/>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5" name="Line 787">
                <a:extLst>
                  <a:ext uri="{FF2B5EF4-FFF2-40B4-BE49-F238E27FC236}">
                    <a16:creationId xmlns:a16="http://schemas.microsoft.com/office/drawing/2014/main" id="{71D3F91F-7914-4BF7-8109-E443396D92A5}"/>
                  </a:ext>
                </a:extLst>
              </p:cNvPr>
              <p:cNvSpPr>
                <a:spLocks noChangeShapeType="1"/>
              </p:cNvSpPr>
              <p:nvPr/>
            </p:nvSpPr>
            <p:spPr bwMode="auto">
              <a:xfrm>
                <a:off x="5127" y="2087"/>
                <a:ext cx="0" cy="5"/>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6" name="Line 788">
                <a:extLst>
                  <a:ext uri="{FF2B5EF4-FFF2-40B4-BE49-F238E27FC236}">
                    <a16:creationId xmlns:a16="http://schemas.microsoft.com/office/drawing/2014/main" id="{9B671B16-A7CC-4B2F-B1F5-5981A7428C5E}"/>
                  </a:ext>
                </a:extLst>
              </p:cNvPr>
              <p:cNvSpPr>
                <a:spLocks noChangeShapeType="1"/>
              </p:cNvSpPr>
              <p:nvPr/>
            </p:nvSpPr>
            <p:spPr bwMode="auto">
              <a:xfrm>
                <a:off x="5116" y="2082"/>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7" name="Line 789">
                <a:extLst>
                  <a:ext uri="{FF2B5EF4-FFF2-40B4-BE49-F238E27FC236}">
                    <a16:creationId xmlns:a16="http://schemas.microsoft.com/office/drawing/2014/main" id="{1584A7AD-93EC-41C2-BD19-2B62A5E31B62}"/>
                  </a:ext>
                </a:extLst>
              </p:cNvPr>
              <p:cNvSpPr>
                <a:spLocks noChangeShapeType="1"/>
              </p:cNvSpPr>
              <p:nvPr/>
            </p:nvSpPr>
            <p:spPr bwMode="auto">
              <a:xfrm>
                <a:off x="5116" y="2092"/>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8" name="Line 790">
                <a:extLst>
                  <a:ext uri="{FF2B5EF4-FFF2-40B4-BE49-F238E27FC236}">
                    <a16:creationId xmlns:a16="http://schemas.microsoft.com/office/drawing/2014/main" id="{BE44011D-2A8F-4572-8C24-BC790E81846C}"/>
                  </a:ext>
                </a:extLst>
              </p:cNvPr>
              <p:cNvSpPr>
                <a:spLocks noChangeShapeType="1"/>
              </p:cNvSpPr>
              <p:nvPr/>
            </p:nvSpPr>
            <p:spPr bwMode="auto">
              <a:xfrm>
                <a:off x="5246" y="2020"/>
                <a:ext cx="0" cy="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9" name="Line 791">
                <a:extLst>
                  <a:ext uri="{FF2B5EF4-FFF2-40B4-BE49-F238E27FC236}">
                    <a16:creationId xmlns:a16="http://schemas.microsoft.com/office/drawing/2014/main" id="{7749E1B5-D423-49ED-800F-DC6726759844}"/>
                  </a:ext>
                </a:extLst>
              </p:cNvPr>
              <p:cNvSpPr>
                <a:spLocks noChangeShapeType="1"/>
              </p:cNvSpPr>
              <p:nvPr/>
            </p:nvSpPr>
            <p:spPr bwMode="auto">
              <a:xfrm>
                <a:off x="5246" y="2028"/>
                <a:ext cx="0" cy="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0" name="Line 792">
                <a:extLst>
                  <a:ext uri="{FF2B5EF4-FFF2-40B4-BE49-F238E27FC236}">
                    <a16:creationId xmlns:a16="http://schemas.microsoft.com/office/drawing/2014/main" id="{3462C589-5079-44E7-8380-D8EA049E26B0}"/>
                  </a:ext>
                </a:extLst>
              </p:cNvPr>
              <p:cNvSpPr>
                <a:spLocks noChangeShapeType="1"/>
              </p:cNvSpPr>
              <p:nvPr/>
            </p:nvSpPr>
            <p:spPr bwMode="auto">
              <a:xfrm>
                <a:off x="5234" y="2020"/>
                <a:ext cx="24"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1" name="Line 793">
                <a:extLst>
                  <a:ext uri="{FF2B5EF4-FFF2-40B4-BE49-F238E27FC236}">
                    <a16:creationId xmlns:a16="http://schemas.microsoft.com/office/drawing/2014/main" id="{054EA3E9-3315-4109-A472-A1FC0D1CF95A}"/>
                  </a:ext>
                </a:extLst>
              </p:cNvPr>
              <p:cNvSpPr>
                <a:spLocks noChangeShapeType="1"/>
              </p:cNvSpPr>
              <p:nvPr/>
            </p:nvSpPr>
            <p:spPr bwMode="auto">
              <a:xfrm>
                <a:off x="5234" y="2036"/>
                <a:ext cx="24"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2" name="Line 794">
                <a:extLst>
                  <a:ext uri="{FF2B5EF4-FFF2-40B4-BE49-F238E27FC236}">
                    <a16:creationId xmlns:a16="http://schemas.microsoft.com/office/drawing/2014/main" id="{E0D79114-21E8-4ADE-86AB-740790C484D5}"/>
                  </a:ext>
                </a:extLst>
              </p:cNvPr>
              <p:cNvSpPr>
                <a:spLocks noChangeShapeType="1"/>
              </p:cNvSpPr>
              <p:nvPr/>
            </p:nvSpPr>
            <p:spPr bwMode="auto">
              <a:xfrm>
                <a:off x="5365" y="1948"/>
                <a:ext cx="0" cy="6"/>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3" name="Line 795">
                <a:extLst>
                  <a:ext uri="{FF2B5EF4-FFF2-40B4-BE49-F238E27FC236}">
                    <a16:creationId xmlns:a16="http://schemas.microsoft.com/office/drawing/2014/main" id="{E4C2883E-7E96-4D2A-8A27-A4A3E03ED37F}"/>
                  </a:ext>
                </a:extLst>
              </p:cNvPr>
              <p:cNvSpPr>
                <a:spLocks noChangeShapeType="1"/>
              </p:cNvSpPr>
              <p:nvPr/>
            </p:nvSpPr>
            <p:spPr bwMode="auto">
              <a:xfrm>
                <a:off x="5365" y="1954"/>
                <a:ext cx="0" cy="7"/>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4" name="Line 796">
                <a:extLst>
                  <a:ext uri="{FF2B5EF4-FFF2-40B4-BE49-F238E27FC236}">
                    <a16:creationId xmlns:a16="http://schemas.microsoft.com/office/drawing/2014/main" id="{7EBFEEB6-6F87-47F9-BE3D-63D5089B16F3}"/>
                  </a:ext>
                </a:extLst>
              </p:cNvPr>
              <p:cNvSpPr>
                <a:spLocks noChangeShapeType="1"/>
              </p:cNvSpPr>
              <p:nvPr/>
            </p:nvSpPr>
            <p:spPr bwMode="auto">
              <a:xfrm>
                <a:off x="5353" y="1948"/>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5" name="Line 797">
                <a:extLst>
                  <a:ext uri="{FF2B5EF4-FFF2-40B4-BE49-F238E27FC236}">
                    <a16:creationId xmlns:a16="http://schemas.microsoft.com/office/drawing/2014/main" id="{F6B3196F-95F6-426B-B2C0-69E9506B111E}"/>
                  </a:ext>
                </a:extLst>
              </p:cNvPr>
              <p:cNvSpPr>
                <a:spLocks noChangeShapeType="1"/>
              </p:cNvSpPr>
              <p:nvPr/>
            </p:nvSpPr>
            <p:spPr bwMode="auto">
              <a:xfrm>
                <a:off x="5353" y="196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6" name="Line 798">
                <a:extLst>
                  <a:ext uri="{FF2B5EF4-FFF2-40B4-BE49-F238E27FC236}">
                    <a16:creationId xmlns:a16="http://schemas.microsoft.com/office/drawing/2014/main" id="{2359A6B6-5280-4115-94B4-0C82FC7D0390}"/>
                  </a:ext>
                </a:extLst>
              </p:cNvPr>
              <p:cNvSpPr>
                <a:spLocks noChangeShapeType="1"/>
              </p:cNvSpPr>
              <p:nvPr/>
            </p:nvSpPr>
            <p:spPr bwMode="auto">
              <a:xfrm>
                <a:off x="5483" y="1896"/>
                <a:ext cx="0" cy="9"/>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7" name="Line 799">
                <a:extLst>
                  <a:ext uri="{FF2B5EF4-FFF2-40B4-BE49-F238E27FC236}">
                    <a16:creationId xmlns:a16="http://schemas.microsoft.com/office/drawing/2014/main" id="{980F7160-F541-4745-B4D9-13D86CFBD06D}"/>
                  </a:ext>
                </a:extLst>
              </p:cNvPr>
              <p:cNvSpPr>
                <a:spLocks noChangeShapeType="1"/>
              </p:cNvSpPr>
              <p:nvPr/>
            </p:nvSpPr>
            <p:spPr bwMode="auto">
              <a:xfrm>
                <a:off x="5483" y="1905"/>
                <a:ext cx="0" cy="9"/>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8" name="Line 800">
                <a:extLst>
                  <a:ext uri="{FF2B5EF4-FFF2-40B4-BE49-F238E27FC236}">
                    <a16:creationId xmlns:a16="http://schemas.microsoft.com/office/drawing/2014/main" id="{52C7E184-16B9-4DDE-9823-B54DF7FF61FC}"/>
                  </a:ext>
                </a:extLst>
              </p:cNvPr>
              <p:cNvSpPr>
                <a:spLocks noChangeShapeType="1"/>
              </p:cNvSpPr>
              <p:nvPr/>
            </p:nvSpPr>
            <p:spPr bwMode="auto">
              <a:xfrm>
                <a:off x="5472" y="1896"/>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9" name="Line 801">
                <a:extLst>
                  <a:ext uri="{FF2B5EF4-FFF2-40B4-BE49-F238E27FC236}">
                    <a16:creationId xmlns:a16="http://schemas.microsoft.com/office/drawing/2014/main" id="{4E6F123B-FC14-4399-963E-03C552B77A55}"/>
                  </a:ext>
                </a:extLst>
              </p:cNvPr>
              <p:cNvSpPr>
                <a:spLocks noChangeShapeType="1"/>
              </p:cNvSpPr>
              <p:nvPr/>
            </p:nvSpPr>
            <p:spPr bwMode="auto">
              <a:xfrm>
                <a:off x="5472" y="1914"/>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0" name="Line 802">
                <a:extLst>
                  <a:ext uri="{FF2B5EF4-FFF2-40B4-BE49-F238E27FC236}">
                    <a16:creationId xmlns:a16="http://schemas.microsoft.com/office/drawing/2014/main" id="{E7B84CBF-28D3-4997-8A9A-398894B28D66}"/>
                  </a:ext>
                </a:extLst>
              </p:cNvPr>
              <p:cNvSpPr>
                <a:spLocks noChangeShapeType="1"/>
              </p:cNvSpPr>
              <p:nvPr/>
            </p:nvSpPr>
            <p:spPr bwMode="auto">
              <a:xfrm>
                <a:off x="5602" y="1770"/>
                <a:ext cx="0" cy="13"/>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1" name="Line 803">
                <a:extLst>
                  <a:ext uri="{FF2B5EF4-FFF2-40B4-BE49-F238E27FC236}">
                    <a16:creationId xmlns:a16="http://schemas.microsoft.com/office/drawing/2014/main" id="{52F96E7E-D691-4463-BAD0-84B8DC0D315C}"/>
                  </a:ext>
                </a:extLst>
              </p:cNvPr>
              <p:cNvSpPr>
                <a:spLocks noChangeShapeType="1"/>
              </p:cNvSpPr>
              <p:nvPr/>
            </p:nvSpPr>
            <p:spPr bwMode="auto">
              <a:xfrm>
                <a:off x="5602" y="1783"/>
                <a:ext cx="0" cy="14"/>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2" name="Line 804">
                <a:extLst>
                  <a:ext uri="{FF2B5EF4-FFF2-40B4-BE49-F238E27FC236}">
                    <a16:creationId xmlns:a16="http://schemas.microsoft.com/office/drawing/2014/main" id="{B4EA4F5D-A90E-42C6-8E54-7B21F6CC9732}"/>
                  </a:ext>
                </a:extLst>
              </p:cNvPr>
              <p:cNvSpPr>
                <a:spLocks noChangeShapeType="1"/>
              </p:cNvSpPr>
              <p:nvPr/>
            </p:nvSpPr>
            <p:spPr bwMode="auto">
              <a:xfrm>
                <a:off x="5590" y="1770"/>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3" name="Line 805">
                <a:extLst>
                  <a:ext uri="{FF2B5EF4-FFF2-40B4-BE49-F238E27FC236}">
                    <a16:creationId xmlns:a16="http://schemas.microsoft.com/office/drawing/2014/main" id="{309E8834-47F3-4BF7-8F37-A3B4F2ABFF6A}"/>
                  </a:ext>
                </a:extLst>
              </p:cNvPr>
              <p:cNvSpPr>
                <a:spLocks noChangeShapeType="1"/>
              </p:cNvSpPr>
              <p:nvPr/>
            </p:nvSpPr>
            <p:spPr bwMode="auto">
              <a:xfrm>
                <a:off x="5590" y="1797"/>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4" name="Line 806">
                <a:extLst>
                  <a:ext uri="{FF2B5EF4-FFF2-40B4-BE49-F238E27FC236}">
                    <a16:creationId xmlns:a16="http://schemas.microsoft.com/office/drawing/2014/main" id="{4EABAC3B-3B19-41F9-948D-5D885C0ABBAD}"/>
                  </a:ext>
                </a:extLst>
              </p:cNvPr>
              <p:cNvSpPr>
                <a:spLocks noChangeShapeType="1"/>
              </p:cNvSpPr>
              <p:nvPr/>
            </p:nvSpPr>
            <p:spPr bwMode="auto">
              <a:xfrm>
                <a:off x="5721" y="1615"/>
                <a:ext cx="0" cy="1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5" name="Line 807">
                <a:extLst>
                  <a:ext uri="{FF2B5EF4-FFF2-40B4-BE49-F238E27FC236}">
                    <a16:creationId xmlns:a16="http://schemas.microsoft.com/office/drawing/2014/main" id="{19077BDA-9C6E-49C0-A5F8-E78827E9BC5E}"/>
                  </a:ext>
                </a:extLst>
              </p:cNvPr>
              <p:cNvSpPr>
                <a:spLocks noChangeShapeType="1"/>
              </p:cNvSpPr>
              <p:nvPr/>
            </p:nvSpPr>
            <p:spPr bwMode="auto">
              <a:xfrm>
                <a:off x="5721" y="1633"/>
                <a:ext cx="0" cy="1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6" name="Line 808">
                <a:extLst>
                  <a:ext uri="{FF2B5EF4-FFF2-40B4-BE49-F238E27FC236}">
                    <a16:creationId xmlns:a16="http://schemas.microsoft.com/office/drawing/2014/main" id="{2907A7DE-3FC1-4466-A515-45A5B92AF5DC}"/>
                  </a:ext>
                </a:extLst>
              </p:cNvPr>
              <p:cNvSpPr>
                <a:spLocks noChangeShapeType="1"/>
              </p:cNvSpPr>
              <p:nvPr/>
            </p:nvSpPr>
            <p:spPr bwMode="auto">
              <a:xfrm>
                <a:off x="5709" y="1615"/>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7" name="Line 809">
                <a:extLst>
                  <a:ext uri="{FF2B5EF4-FFF2-40B4-BE49-F238E27FC236}">
                    <a16:creationId xmlns:a16="http://schemas.microsoft.com/office/drawing/2014/main" id="{0CE9EFF8-2D54-4344-9810-E4CDCFC89B3E}"/>
                  </a:ext>
                </a:extLst>
              </p:cNvPr>
              <p:cNvSpPr>
                <a:spLocks noChangeShapeType="1"/>
              </p:cNvSpPr>
              <p:nvPr/>
            </p:nvSpPr>
            <p:spPr bwMode="auto">
              <a:xfrm>
                <a:off x="5709" y="165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8" name="Rectangle 810">
                <a:extLst>
                  <a:ext uri="{FF2B5EF4-FFF2-40B4-BE49-F238E27FC236}">
                    <a16:creationId xmlns:a16="http://schemas.microsoft.com/office/drawing/2014/main" id="{7279AEE0-0C90-42C8-8BC7-74BA4B38400F}"/>
                  </a:ext>
                </a:extLst>
              </p:cNvPr>
              <p:cNvSpPr>
                <a:spLocks noChangeArrowheads="1"/>
              </p:cNvSpPr>
              <p:nvPr/>
            </p:nvSpPr>
            <p:spPr bwMode="auto">
              <a:xfrm>
                <a:off x="4997" y="2111"/>
                <a:ext cx="23" cy="24"/>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9" name="Rectangle 811">
                <a:extLst>
                  <a:ext uri="{FF2B5EF4-FFF2-40B4-BE49-F238E27FC236}">
                    <a16:creationId xmlns:a16="http://schemas.microsoft.com/office/drawing/2014/main" id="{5A4E4974-4778-4E6A-8254-B87F633E37CA}"/>
                  </a:ext>
                </a:extLst>
              </p:cNvPr>
              <p:cNvSpPr>
                <a:spLocks noChangeArrowheads="1"/>
              </p:cNvSpPr>
              <p:nvPr/>
            </p:nvSpPr>
            <p:spPr bwMode="auto">
              <a:xfrm>
                <a:off x="4997" y="2111"/>
                <a:ext cx="23" cy="24"/>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70" name="Rectangle 812">
                <a:extLst>
                  <a:ext uri="{FF2B5EF4-FFF2-40B4-BE49-F238E27FC236}">
                    <a16:creationId xmlns:a16="http://schemas.microsoft.com/office/drawing/2014/main" id="{5D268986-27EB-4594-AE88-FD33A039CE0C}"/>
                  </a:ext>
                </a:extLst>
              </p:cNvPr>
              <p:cNvSpPr>
                <a:spLocks noChangeArrowheads="1"/>
              </p:cNvSpPr>
              <p:nvPr/>
            </p:nvSpPr>
            <p:spPr bwMode="auto">
              <a:xfrm>
                <a:off x="5116" y="2075"/>
                <a:ext cx="23" cy="24"/>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grpSp>
        <p:sp>
          <p:nvSpPr>
            <p:cNvPr id="1087" name="Rectangle 814">
              <a:extLst>
                <a:ext uri="{FF2B5EF4-FFF2-40B4-BE49-F238E27FC236}">
                  <a16:creationId xmlns:a16="http://schemas.microsoft.com/office/drawing/2014/main" id="{1205D8DE-ACD8-4332-A4C4-2310170F5BA9}"/>
                </a:ext>
              </a:extLst>
            </p:cNvPr>
            <p:cNvSpPr>
              <a:spLocks noChangeArrowheads="1"/>
            </p:cNvSpPr>
            <p:nvPr/>
          </p:nvSpPr>
          <p:spPr bwMode="auto">
            <a:xfrm>
              <a:off x="8121650" y="3294063"/>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88" name="Rectangle 815">
              <a:extLst>
                <a:ext uri="{FF2B5EF4-FFF2-40B4-BE49-F238E27FC236}">
                  <a16:creationId xmlns:a16="http://schemas.microsoft.com/office/drawing/2014/main" id="{C89A6FB5-3B49-45AD-94B1-7137C16B4D53}"/>
                </a:ext>
              </a:extLst>
            </p:cNvPr>
            <p:cNvSpPr>
              <a:spLocks noChangeArrowheads="1"/>
            </p:cNvSpPr>
            <p:nvPr/>
          </p:nvSpPr>
          <p:spPr bwMode="auto">
            <a:xfrm>
              <a:off x="8308975" y="3200400"/>
              <a:ext cx="38100"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89" name="Rectangle 816">
              <a:extLst>
                <a:ext uri="{FF2B5EF4-FFF2-40B4-BE49-F238E27FC236}">
                  <a16:creationId xmlns:a16="http://schemas.microsoft.com/office/drawing/2014/main" id="{B3C69A52-8F0F-454E-8F8C-F84E3FC7AB0A}"/>
                </a:ext>
              </a:extLst>
            </p:cNvPr>
            <p:cNvSpPr>
              <a:spLocks noChangeArrowheads="1"/>
            </p:cNvSpPr>
            <p:nvPr/>
          </p:nvSpPr>
          <p:spPr bwMode="auto">
            <a:xfrm>
              <a:off x="8308975" y="3200400"/>
              <a:ext cx="38100"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0" name="Rectangle 817">
              <a:extLst>
                <a:ext uri="{FF2B5EF4-FFF2-40B4-BE49-F238E27FC236}">
                  <a16:creationId xmlns:a16="http://schemas.microsoft.com/office/drawing/2014/main" id="{F540374E-B5FF-4EDE-AEDF-7A0A68B0CD1E}"/>
                </a:ext>
              </a:extLst>
            </p:cNvPr>
            <p:cNvSpPr>
              <a:spLocks noChangeArrowheads="1"/>
            </p:cNvSpPr>
            <p:nvPr/>
          </p:nvSpPr>
          <p:spPr bwMode="auto">
            <a:xfrm>
              <a:off x="8497888" y="3082925"/>
              <a:ext cx="36512" cy="39688"/>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1" name="Rectangle 818">
              <a:extLst>
                <a:ext uri="{FF2B5EF4-FFF2-40B4-BE49-F238E27FC236}">
                  <a16:creationId xmlns:a16="http://schemas.microsoft.com/office/drawing/2014/main" id="{7530A62E-C346-4780-9E42-CAC3D1F2FEB5}"/>
                </a:ext>
              </a:extLst>
            </p:cNvPr>
            <p:cNvSpPr>
              <a:spLocks noChangeArrowheads="1"/>
            </p:cNvSpPr>
            <p:nvPr/>
          </p:nvSpPr>
          <p:spPr bwMode="auto">
            <a:xfrm>
              <a:off x="8497888" y="3082925"/>
              <a:ext cx="36512" cy="39688"/>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2" name="Rectangle 819">
              <a:extLst>
                <a:ext uri="{FF2B5EF4-FFF2-40B4-BE49-F238E27FC236}">
                  <a16:creationId xmlns:a16="http://schemas.microsoft.com/office/drawing/2014/main" id="{54D36E83-9636-46AF-B776-F64308185744}"/>
                </a:ext>
              </a:extLst>
            </p:cNvPr>
            <p:cNvSpPr>
              <a:spLocks noChangeArrowheads="1"/>
            </p:cNvSpPr>
            <p:nvPr/>
          </p:nvSpPr>
          <p:spPr bwMode="auto">
            <a:xfrm>
              <a:off x="8686800" y="3005138"/>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3" name="Rectangle 820">
              <a:extLst>
                <a:ext uri="{FF2B5EF4-FFF2-40B4-BE49-F238E27FC236}">
                  <a16:creationId xmlns:a16="http://schemas.microsoft.com/office/drawing/2014/main" id="{1FBAAADD-D968-470E-9682-0CB6FF25B74F}"/>
                </a:ext>
              </a:extLst>
            </p:cNvPr>
            <p:cNvSpPr>
              <a:spLocks noChangeArrowheads="1"/>
            </p:cNvSpPr>
            <p:nvPr/>
          </p:nvSpPr>
          <p:spPr bwMode="auto">
            <a:xfrm>
              <a:off x="8686800" y="3005138"/>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4" name="Rectangle 821">
              <a:extLst>
                <a:ext uri="{FF2B5EF4-FFF2-40B4-BE49-F238E27FC236}">
                  <a16:creationId xmlns:a16="http://schemas.microsoft.com/office/drawing/2014/main" id="{4D776E26-42E7-4126-BBFE-88E7DA020179}"/>
                </a:ext>
              </a:extLst>
            </p:cNvPr>
            <p:cNvSpPr>
              <a:spLocks noChangeArrowheads="1"/>
            </p:cNvSpPr>
            <p:nvPr/>
          </p:nvSpPr>
          <p:spPr bwMode="auto">
            <a:xfrm>
              <a:off x="8874125" y="2811463"/>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5" name="Rectangle 822">
              <a:extLst>
                <a:ext uri="{FF2B5EF4-FFF2-40B4-BE49-F238E27FC236}">
                  <a16:creationId xmlns:a16="http://schemas.microsoft.com/office/drawing/2014/main" id="{A1546A37-398E-42CC-84FF-8C7D333A4D08}"/>
                </a:ext>
              </a:extLst>
            </p:cNvPr>
            <p:cNvSpPr>
              <a:spLocks noChangeArrowheads="1"/>
            </p:cNvSpPr>
            <p:nvPr/>
          </p:nvSpPr>
          <p:spPr bwMode="auto">
            <a:xfrm>
              <a:off x="8874125" y="2811463"/>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6" name="Rectangle 823">
              <a:extLst>
                <a:ext uri="{FF2B5EF4-FFF2-40B4-BE49-F238E27FC236}">
                  <a16:creationId xmlns:a16="http://schemas.microsoft.com/office/drawing/2014/main" id="{820EBAF6-561C-4E64-8E6A-8EE2E108E84C}"/>
                </a:ext>
              </a:extLst>
            </p:cNvPr>
            <p:cNvSpPr>
              <a:spLocks noChangeArrowheads="1"/>
            </p:cNvSpPr>
            <p:nvPr/>
          </p:nvSpPr>
          <p:spPr bwMode="auto">
            <a:xfrm>
              <a:off x="9063038" y="2573338"/>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7" name="Rectangle 824">
              <a:extLst>
                <a:ext uri="{FF2B5EF4-FFF2-40B4-BE49-F238E27FC236}">
                  <a16:creationId xmlns:a16="http://schemas.microsoft.com/office/drawing/2014/main" id="{CFEE9F6D-FA98-49E8-86C8-F3CC01853343}"/>
                </a:ext>
              </a:extLst>
            </p:cNvPr>
            <p:cNvSpPr>
              <a:spLocks noChangeArrowheads="1"/>
            </p:cNvSpPr>
            <p:nvPr/>
          </p:nvSpPr>
          <p:spPr bwMode="auto">
            <a:xfrm>
              <a:off x="9063038" y="2573338"/>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8" name="Freeform 825">
              <a:extLst>
                <a:ext uri="{FF2B5EF4-FFF2-40B4-BE49-F238E27FC236}">
                  <a16:creationId xmlns:a16="http://schemas.microsoft.com/office/drawing/2014/main" id="{9F335855-3319-4AD4-A11D-6515484833D2}"/>
                </a:ext>
              </a:extLst>
            </p:cNvPr>
            <p:cNvSpPr/>
            <p:nvPr/>
          </p:nvSpPr>
          <p:spPr bwMode="auto">
            <a:xfrm>
              <a:off x="7951788" y="2517775"/>
              <a:ext cx="1130300" cy="852488"/>
            </a:xfrm>
            <a:custGeom>
              <a:avLst/>
              <a:gdLst>
                <a:gd name="T0" fmla="*/ 0 w 712"/>
                <a:gd name="T1" fmla="*/ 537 h 537"/>
                <a:gd name="T2" fmla="*/ 0 w 712"/>
                <a:gd name="T3" fmla="*/ 537 h 537"/>
                <a:gd name="T4" fmla="*/ 0 w 712"/>
                <a:gd name="T5" fmla="*/ 537 h 537"/>
                <a:gd name="T6" fmla="*/ 118 w 712"/>
                <a:gd name="T7" fmla="*/ 485 h 537"/>
                <a:gd name="T8" fmla="*/ 118 w 712"/>
                <a:gd name="T9" fmla="*/ 485 h 537"/>
                <a:gd name="T10" fmla="*/ 237 w 712"/>
                <a:gd name="T11" fmla="*/ 409 h 537"/>
                <a:gd name="T12" fmla="*/ 237 w 712"/>
                <a:gd name="T13" fmla="*/ 409 h 537"/>
                <a:gd name="T14" fmla="*/ 356 w 712"/>
                <a:gd name="T15" fmla="*/ 347 h 537"/>
                <a:gd name="T16" fmla="*/ 356 w 712"/>
                <a:gd name="T17" fmla="*/ 347 h 537"/>
                <a:gd name="T18" fmla="*/ 474 w 712"/>
                <a:gd name="T19" fmla="*/ 339 h 537"/>
                <a:gd name="T20" fmla="*/ 474 w 712"/>
                <a:gd name="T21" fmla="*/ 339 h 537"/>
                <a:gd name="T22" fmla="*/ 593 w 712"/>
                <a:gd name="T23" fmla="*/ 168 h 537"/>
                <a:gd name="T24" fmla="*/ 593 w 712"/>
                <a:gd name="T25" fmla="*/ 168 h 537"/>
                <a:gd name="T26" fmla="*/ 712 w 712"/>
                <a:gd name="T27"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537">
                  <a:moveTo>
                    <a:pt x="0" y="537"/>
                  </a:moveTo>
                  <a:lnTo>
                    <a:pt x="0" y="537"/>
                  </a:lnTo>
                  <a:lnTo>
                    <a:pt x="0" y="537"/>
                  </a:lnTo>
                  <a:lnTo>
                    <a:pt x="118" y="485"/>
                  </a:lnTo>
                  <a:lnTo>
                    <a:pt x="118" y="485"/>
                  </a:lnTo>
                  <a:lnTo>
                    <a:pt x="237" y="409"/>
                  </a:lnTo>
                  <a:lnTo>
                    <a:pt x="237" y="409"/>
                  </a:lnTo>
                  <a:lnTo>
                    <a:pt x="356" y="347"/>
                  </a:lnTo>
                  <a:lnTo>
                    <a:pt x="356" y="347"/>
                  </a:lnTo>
                  <a:lnTo>
                    <a:pt x="474" y="339"/>
                  </a:lnTo>
                  <a:lnTo>
                    <a:pt x="474" y="339"/>
                  </a:lnTo>
                  <a:lnTo>
                    <a:pt x="593" y="168"/>
                  </a:lnTo>
                  <a:lnTo>
                    <a:pt x="593" y="168"/>
                  </a:lnTo>
                  <a:lnTo>
                    <a:pt x="712"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9" name="Line 826">
              <a:extLst>
                <a:ext uri="{FF2B5EF4-FFF2-40B4-BE49-F238E27FC236}">
                  <a16:creationId xmlns:a16="http://schemas.microsoft.com/office/drawing/2014/main" id="{2CF46ABE-C5AE-4123-944B-9A2340DC2F3D}"/>
                </a:ext>
              </a:extLst>
            </p:cNvPr>
            <p:cNvSpPr>
              <a:spLocks noChangeShapeType="1"/>
            </p:cNvSpPr>
            <p:nvPr/>
          </p:nvSpPr>
          <p:spPr bwMode="auto">
            <a:xfrm>
              <a:off x="8139113" y="3278188"/>
              <a:ext cx="0" cy="95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0" name="Line 827">
              <a:extLst>
                <a:ext uri="{FF2B5EF4-FFF2-40B4-BE49-F238E27FC236}">
                  <a16:creationId xmlns:a16="http://schemas.microsoft.com/office/drawing/2014/main" id="{8759037C-0951-4951-96DE-D0D90B4950A0}"/>
                </a:ext>
              </a:extLst>
            </p:cNvPr>
            <p:cNvSpPr>
              <a:spLocks noChangeShapeType="1"/>
            </p:cNvSpPr>
            <p:nvPr/>
          </p:nvSpPr>
          <p:spPr bwMode="auto">
            <a:xfrm>
              <a:off x="8139113" y="3287713"/>
              <a:ext cx="0" cy="95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1" name="Line 828">
              <a:extLst>
                <a:ext uri="{FF2B5EF4-FFF2-40B4-BE49-F238E27FC236}">
                  <a16:creationId xmlns:a16="http://schemas.microsoft.com/office/drawing/2014/main" id="{31CD6565-79CD-4E1A-9A76-8A7291767E34}"/>
                </a:ext>
              </a:extLst>
            </p:cNvPr>
            <p:cNvSpPr>
              <a:spLocks noChangeShapeType="1"/>
            </p:cNvSpPr>
            <p:nvPr/>
          </p:nvSpPr>
          <p:spPr bwMode="auto">
            <a:xfrm>
              <a:off x="8121650" y="327818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2" name="Line 829">
              <a:extLst>
                <a:ext uri="{FF2B5EF4-FFF2-40B4-BE49-F238E27FC236}">
                  <a16:creationId xmlns:a16="http://schemas.microsoft.com/office/drawing/2014/main" id="{A4C992C7-0925-4BCC-9AE1-4B7B15A11468}"/>
                </a:ext>
              </a:extLst>
            </p:cNvPr>
            <p:cNvSpPr>
              <a:spLocks noChangeShapeType="1"/>
            </p:cNvSpPr>
            <p:nvPr/>
          </p:nvSpPr>
          <p:spPr bwMode="auto">
            <a:xfrm>
              <a:off x="8121650" y="329723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3" name="Line 830">
              <a:extLst>
                <a:ext uri="{FF2B5EF4-FFF2-40B4-BE49-F238E27FC236}">
                  <a16:creationId xmlns:a16="http://schemas.microsoft.com/office/drawing/2014/main" id="{A9D96B1E-EA01-41C6-A360-540533D75106}"/>
                </a:ext>
              </a:extLst>
            </p:cNvPr>
            <p:cNvSpPr>
              <a:spLocks noChangeShapeType="1"/>
            </p:cNvSpPr>
            <p:nvPr/>
          </p:nvSpPr>
          <p:spPr bwMode="auto">
            <a:xfrm>
              <a:off x="8328025" y="3154363"/>
              <a:ext cx="0" cy="127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4" name="Line 831">
              <a:extLst>
                <a:ext uri="{FF2B5EF4-FFF2-40B4-BE49-F238E27FC236}">
                  <a16:creationId xmlns:a16="http://schemas.microsoft.com/office/drawing/2014/main" id="{03899BEC-CA0D-4667-AA5E-42772C94B874}"/>
                </a:ext>
              </a:extLst>
            </p:cNvPr>
            <p:cNvSpPr>
              <a:spLocks noChangeShapeType="1"/>
            </p:cNvSpPr>
            <p:nvPr/>
          </p:nvSpPr>
          <p:spPr bwMode="auto">
            <a:xfrm>
              <a:off x="8328025" y="3167063"/>
              <a:ext cx="0" cy="127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5" name="Line 832">
              <a:extLst>
                <a:ext uri="{FF2B5EF4-FFF2-40B4-BE49-F238E27FC236}">
                  <a16:creationId xmlns:a16="http://schemas.microsoft.com/office/drawing/2014/main" id="{DB99CC0E-09A8-4905-926E-C3A1093320D1}"/>
                </a:ext>
              </a:extLst>
            </p:cNvPr>
            <p:cNvSpPr>
              <a:spLocks noChangeShapeType="1"/>
            </p:cNvSpPr>
            <p:nvPr/>
          </p:nvSpPr>
          <p:spPr bwMode="auto">
            <a:xfrm>
              <a:off x="8308975" y="3154363"/>
              <a:ext cx="38100"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6" name="Line 833">
              <a:extLst>
                <a:ext uri="{FF2B5EF4-FFF2-40B4-BE49-F238E27FC236}">
                  <a16:creationId xmlns:a16="http://schemas.microsoft.com/office/drawing/2014/main" id="{A3A0B601-C925-48FC-9576-33A1E57F0DAB}"/>
                </a:ext>
              </a:extLst>
            </p:cNvPr>
            <p:cNvSpPr>
              <a:spLocks noChangeShapeType="1"/>
            </p:cNvSpPr>
            <p:nvPr/>
          </p:nvSpPr>
          <p:spPr bwMode="auto">
            <a:xfrm>
              <a:off x="8308975" y="3179763"/>
              <a:ext cx="38100"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7" name="Line 834">
              <a:extLst>
                <a:ext uri="{FF2B5EF4-FFF2-40B4-BE49-F238E27FC236}">
                  <a16:creationId xmlns:a16="http://schemas.microsoft.com/office/drawing/2014/main" id="{7E2BB4F7-3CDF-4EE0-B391-58D6CFC934C7}"/>
                </a:ext>
              </a:extLst>
            </p:cNvPr>
            <p:cNvSpPr>
              <a:spLocks noChangeShapeType="1"/>
            </p:cNvSpPr>
            <p:nvPr/>
          </p:nvSpPr>
          <p:spPr bwMode="auto">
            <a:xfrm>
              <a:off x="8516938" y="3052763"/>
              <a:ext cx="0" cy="1587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8" name="Line 835">
              <a:extLst>
                <a:ext uri="{FF2B5EF4-FFF2-40B4-BE49-F238E27FC236}">
                  <a16:creationId xmlns:a16="http://schemas.microsoft.com/office/drawing/2014/main" id="{0965BCC0-21E5-4CE3-9A0F-E734863F33C4}"/>
                </a:ext>
              </a:extLst>
            </p:cNvPr>
            <p:cNvSpPr>
              <a:spLocks noChangeShapeType="1"/>
            </p:cNvSpPr>
            <p:nvPr/>
          </p:nvSpPr>
          <p:spPr bwMode="auto">
            <a:xfrm>
              <a:off x="8516938" y="3068638"/>
              <a:ext cx="0" cy="14288"/>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9" name="Line 836">
              <a:extLst>
                <a:ext uri="{FF2B5EF4-FFF2-40B4-BE49-F238E27FC236}">
                  <a16:creationId xmlns:a16="http://schemas.microsoft.com/office/drawing/2014/main" id="{3C3B8CD2-4A55-4A42-94BF-B5CC37AA456C}"/>
                </a:ext>
              </a:extLst>
            </p:cNvPr>
            <p:cNvSpPr>
              <a:spLocks noChangeShapeType="1"/>
            </p:cNvSpPr>
            <p:nvPr/>
          </p:nvSpPr>
          <p:spPr bwMode="auto">
            <a:xfrm>
              <a:off x="8497888" y="305276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0" name="Line 837">
              <a:extLst>
                <a:ext uri="{FF2B5EF4-FFF2-40B4-BE49-F238E27FC236}">
                  <a16:creationId xmlns:a16="http://schemas.microsoft.com/office/drawing/2014/main" id="{16325085-BBA5-424C-9BA7-0E1480205428}"/>
                </a:ext>
              </a:extLst>
            </p:cNvPr>
            <p:cNvSpPr>
              <a:spLocks noChangeShapeType="1"/>
            </p:cNvSpPr>
            <p:nvPr/>
          </p:nvSpPr>
          <p:spPr bwMode="auto">
            <a:xfrm>
              <a:off x="8497888" y="3082925"/>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1" name="Line 838">
              <a:extLst>
                <a:ext uri="{FF2B5EF4-FFF2-40B4-BE49-F238E27FC236}">
                  <a16:creationId xmlns:a16="http://schemas.microsoft.com/office/drawing/2014/main" id="{76C96E65-9B4E-4F14-BC30-0C24625EFD6D}"/>
                </a:ext>
              </a:extLst>
            </p:cNvPr>
            <p:cNvSpPr>
              <a:spLocks noChangeShapeType="1"/>
            </p:cNvSpPr>
            <p:nvPr/>
          </p:nvSpPr>
          <p:spPr bwMode="auto">
            <a:xfrm>
              <a:off x="8704263" y="3030538"/>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2" name="Line 839">
              <a:extLst>
                <a:ext uri="{FF2B5EF4-FFF2-40B4-BE49-F238E27FC236}">
                  <a16:creationId xmlns:a16="http://schemas.microsoft.com/office/drawing/2014/main" id="{13A62A6A-3C11-45D7-A87B-6185A77FC95B}"/>
                </a:ext>
              </a:extLst>
            </p:cNvPr>
            <p:cNvSpPr>
              <a:spLocks noChangeShapeType="1"/>
            </p:cNvSpPr>
            <p:nvPr/>
          </p:nvSpPr>
          <p:spPr bwMode="auto">
            <a:xfrm>
              <a:off x="8704263" y="3055938"/>
              <a:ext cx="0" cy="23813"/>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3" name="Line 840">
              <a:extLst>
                <a:ext uri="{FF2B5EF4-FFF2-40B4-BE49-F238E27FC236}">
                  <a16:creationId xmlns:a16="http://schemas.microsoft.com/office/drawing/2014/main" id="{4384988B-7F74-4066-AC9E-CA9D2638E853}"/>
                </a:ext>
              </a:extLst>
            </p:cNvPr>
            <p:cNvSpPr>
              <a:spLocks noChangeShapeType="1"/>
            </p:cNvSpPr>
            <p:nvPr/>
          </p:nvSpPr>
          <p:spPr bwMode="auto">
            <a:xfrm>
              <a:off x="8686800" y="303053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4" name="Line 841">
              <a:extLst>
                <a:ext uri="{FF2B5EF4-FFF2-40B4-BE49-F238E27FC236}">
                  <a16:creationId xmlns:a16="http://schemas.microsoft.com/office/drawing/2014/main" id="{BFD9B646-8C63-42CB-878C-AFE56CC7493A}"/>
                </a:ext>
              </a:extLst>
            </p:cNvPr>
            <p:cNvSpPr>
              <a:spLocks noChangeShapeType="1"/>
            </p:cNvSpPr>
            <p:nvPr/>
          </p:nvSpPr>
          <p:spPr bwMode="auto">
            <a:xfrm>
              <a:off x="8686800" y="3079750"/>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5" name="Line 842">
              <a:extLst>
                <a:ext uri="{FF2B5EF4-FFF2-40B4-BE49-F238E27FC236}">
                  <a16:creationId xmlns:a16="http://schemas.microsoft.com/office/drawing/2014/main" id="{63B9F227-ED64-4877-8A9D-F93A94E4C1B1}"/>
                </a:ext>
              </a:extLst>
            </p:cNvPr>
            <p:cNvSpPr>
              <a:spLocks noChangeShapeType="1"/>
            </p:cNvSpPr>
            <p:nvPr/>
          </p:nvSpPr>
          <p:spPr bwMode="auto">
            <a:xfrm>
              <a:off x="8893175" y="2752725"/>
              <a:ext cx="0" cy="3175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6" name="Line 843">
              <a:extLst>
                <a:ext uri="{FF2B5EF4-FFF2-40B4-BE49-F238E27FC236}">
                  <a16:creationId xmlns:a16="http://schemas.microsoft.com/office/drawing/2014/main" id="{7B15EA96-4FA3-46F5-A15C-55CD49906A82}"/>
                </a:ext>
              </a:extLst>
            </p:cNvPr>
            <p:cNvSpPr>
              <a:spLocks noChangeShapeType="1"/>
            </p:cNvSpPr>
            <p:nvPr/>
          </p:nvSpPr>
          <p:spPr bwMode="auto">
            <a:xfrm>
              <a:off x="8893175" y="2784475"/>
              <a:ext cx="0" cy="33338"/>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7" name="Line 844">
              <a:extLst>
                <a:ext uri="{FF2B5EF4-FFF2-40B4-BE49-F238E27FC236}">
                  <a16:creationId xmlns:a16="http://schemas.microsoft.com/office/drawing/2014/main" id="{FAAECBA6-2F56-4210-81A7-410578294C43}"/>
                </a:ext>
              </a:extLst>
            </p:cNvPr>
            <p:cNvSpPr>
              <a:spLocks noChangeShapeType="1"/>
            </p:cNvSpPr>
            <p:nvPr/>
          </p:nvSpPr>
          <p:spPr bwMode="auto">
            <a:xfrm>
              <a:off x="8874125" y="2752725"/>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8" name="Line 845">
              <a:extLst>
                <a:ext uri="{FF2B5EF4-FFF2-40B4-BE49-F238E27FC236}">
                  <a16:creationId xmlns:a16="http://schemas.microsoft.com/office/drawing/2014/main" id="{7D4478BD-0EF1-4791-90E6-3CEFE0D73FBE}"/>
                </a:ext>
              </a:extLst>
            </p:cNvPr>
            <p:cNvSpPr>
              <a:spLocks noChangeShapeType="1"/>
            </p:cNvSpPr>
            <p:nvPr/>
          </p:nvSpPr>
          <p:spPr bwMode="auto">
            <a:xfrm>
              <a:off x="8874125" y="281781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9" name="Line 846">
              <a:extLst>
                <a:ext uri="{FF2B5EF4-FFF2-40B4-BE49-F238E27FC236}">
                  <a16:creationId xmlns:a16="http://schemas.microsoft.com/office/drawing/2014/main" id="{44B56430-6FD6-4678-AB12-9AAB3A30FAF7}"/>
                </a:ext>
              </a:extLst>
            </p:cNvPr>
            <p:cNvSpPr>
              <a:spLocks noChangeShapeType="1"/>
            </p:cNvSpPr>
            <p:nvPr/>
          </p:nvSpPr>
          <p:spPr bwMode="auto">
            <a:xfrm>
              <a:off x="9082088" y="2468563"/>
              <a:ext cx="0" cy="49213"/>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0" name="Line 847">
              <a:extLst>
                <a:ext uri="{FF2B5EF4-FFF2-40B4-BE49-F238E27FC236}">
                  <a16:creationId xmlns:a16="http://schemas.microsoft.com/office/drawing/2014/main" id="{41972E51-CEEE-4FD0-823C-CFBD436A9C5D}"/>
                </a:ext>
              </a:extLst>
            </p:cNvPr>
            <p:cNvSpPr>
              <a:spLocks noChangeShapeType="1"/>
            </p:cNvSpPr>
            <p:nvPr/>
          </p:nvSpPr>
          <p:spPr bwMode="auto">
            <a:xfrm>
              <a:off x="9082088" y="2517775"/>
              <a:ext cx="0" cy="476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1" name="Line 848">
              <a:extLst>
                <a:ext uri="{FF2B5EF4-FFF2-40B4-BE49-F238E27FC236}">
                  <a16:creationId xmlns:a16="http://schemas.microsoft.com/office/drawing/2014/main" id="{3BC249D8-A9E2-4FDE-85F4-73DED1B09481}"/>
                </a:ext>
              </a:extLst>
            </p:cNvPr>
            <p:cNvSpPr>
              <a:spLocks noChangeShapeType="1"/>
            </p:cNvSpPr>
            <p:nvPr/>
          </p:nvSpPr>
          <p:spPr bwMode="auto">
            <a:xfrm>
              <a:off x="9063038" y="246856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2" name="Line 849">
              <a:extLst>
                <a:ext uri="{FF2B5EF4-FFF2-40B4-BE49-F238E27FC236}">
                  <a16:creationId xmlns:a16="http://schemas.microsoft.com/office/drawing/2014/main" id="{8B43BD72-A092-412B-9D49-12C737CC5DF4}"/>
                </a:ext>
              </a:extLst>
            </p:cNvPr>
            <p:cNvSpPr>
              <a:spLocks noChangeShapeType="1"/>
            </p:cNvSpPr>
            <p:nvPr/>
          </p:nvSpPr>
          <p:spPr bwMode="auto">
            <a:xfrm>
              <a:off x="9063038" y="2565400"/>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3" name="Oval 850">
              <a:extLst>
                <a:ext uri="{FF2B5EF4-FFF2-40B4-BE49-F238E27FC236}">
                  <a16:creationId xmlns:a16="http://schemas.microsoft.com/office/drawing/2014/main" id="{11C45B5B-2549-4DAE-B86D-1B03FBB3E759}"/>
                </a:ext>
              </a:extLst>
            </p:cNvPr>
            <p:cNvSpPr>
              <a:spLocks noChangeArrowheads="1"/>
            </p:cNvSpPr>
            <p:nvPr/>
          </p:nvSpPr>
          <p:spPr bwMode="auto">
            <a:xfrm>
              <a:off x="7932738" y="3351213"/>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4" name="Oval 851">
              <a:extLst>
                <a:ext uri="{FF2B5EF4-FFF2-40B4-BE49-F238E27FC236}">
                  <a16:creationId xmlns:a16="http://schemas.microsoft.com/office/drawing/2014/main" id="{9A112297-5072-4564-846F-16F06E7ED5DD}"/>
                </a:ext>
              </a:extLst>
            </p:cNvPr>
            <p:cNvSpPr>
              <a:spLocks noChangeArrowheads="1"/>
            </p:cNvSpPr>
            <p:nvPr/>
          </p:nvSpPr>
          <p:spPr bwMode="auto">
            <a:xfrm>
              <a:off x="7932738" y="3351213"/>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5" name="Oval 852">
              <a:extLst>
                <a:ext uri="{FF2B5EF4-FFF2-40B4-BE49-F238E27FC236}">
                  <a16:creationId xmlns:a16="http://schemas.microsoft.com/office/drawing/2014/main" id="{E15F85A0-08DD-4707-8908-5C7776F89609}"/>
                </a:ext>
              </a:extLst>
            </p:cNvPr>
            <p:cNvSpPr>
              <a:spLocks noChangeArrowheads="1"/>
            </p:cNvSpPr>
            <p:nvPr/>
          </p:nvSpPr>
          <p:spPr bwMode="auto">
            <a:xfrm>
              <a:off x="8121650" y="3268663"/>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6" name="Oval 853">
              <a:extLst>
                <a:ext uri="{FF2B5EF4-FFF2-40B4-BE49-F238E27FC236}">
                  <a16:creationId xmlns:a16="http://schemas.microsoft.com/office/drawing/2014/main" id="{FE2F8AF1-4BD5-415F-A8EF-599F7CD2A09A}"/>
                </a:ext>
              </a:extLst>
            </p:cNvPr>
            <p:cNvSpPr>
              <a:spLocks noChangeArrowheads="1"/>
            </p:cNvSpPr>
            <p:nvPr/>
          </p:nvSpPr>
          <p:spPr bwMode="auto">
            <a:xfrm>
              <a:off x="8121650" y="3268663"/>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5" name="Oval 854">
              <a:extLst>
                <a:ext uri="{FF2B5EF4-FFF2-40B4-BE49-F238E27FC236}">
                  <a16:creationId xmlns:a16="http://schemas.microsoft.com/office/drawing/2014/main" id="{090FF905-BB7C-4CA1-9B6C-1FF716A9DF3D}"/>
                </a:ext>
              </a:extLst>
            </p:cNvPr>
            <p:cNvSpPr>
              <a:spLocks noChangeArrowheads="1"/>
            </p:cNvSpPr>
            <p:nvPr/>
          </p:nvSpPr>
          <p:spPr bwMode="auto">
            <a:xfrm>
              <a:off x="8308975" y="3148013"/>
              <a:ext cx="38100"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6" name="Oval 855">
              <a:extLst>
                <a:ext uri="{FF2B5EF4-FFF2-40B4-BE49-F238E27FC236}">
                  <a16:creationId xmlns:a16="http://schemas.microsoft.com/office/drawing/2014/main" id="{CB1C2864-7490-4B77-B8B4-678ADE5215C5}"/>
                </a:ext>
              </a:extLst>
            </p:cNvPr>
            <p:cNvSpPr>
              <a:spLocks noChangeArrowheads="1"/>
            </p:cNvSpPr>
            <p:nvPr/>
          </p:nvSpPr>
          <p:spPr bwMode="auto">
            <a:xfrm>
              <a:off x="8308975" y="3148013"/>
              <a:ext cx="38100"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9" name="Oval 856">
              <a:extLst>
                <a:ext uri="{FF2B5EF4-FFF2-40B4-BE49-F238E27FC236}">
                  <a16:creationId xmlns:a16="http://schemas.microsoft.com/office/drawing/2014/main" id="{1C634D1D-08DC-49BB-ACD6-D217BCF20BB6}"/>
                </a:ext>
              </a:extLst>
            </p:cNvPr>
            <p:cNvSpPr>
              <a:spLocks noChangeArrowheads="1"/>
            </p:cNvSpPr>
            <p:nvPr/>
          </p:nvSpPr>
          <p:spPr bwMode="auto">
            <a:xfrm>
              <a:off x="8497888" y="3049588"/>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0" name="Oval 857">
              <a:extLst>
                <a:ext uri="{FF2B5EF4-FFF2-40B4-BE49-F238E27FC236}">
                  <a16:creationId xmlns:a16="http://schemas.microsoft.com/office/drawing/2014/main" id="{7B458E03-0BAA-413C-8755-FA623F6FB880}"/>
                </a:ext>
              </a:extLst>
            </p:cNvPr>
            <p:cNvSpPr>
              <a:spLocks noChangeArrowheads="1"/>
            </p:cNvSpPr>
            <p:nvPr/>
          </p:nvSpPr>
          <p:spPr bwMode="auto">
            <a:xfrm>
              <a:off x="8497888" y="3049588"/>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1" name="Oval 858">
              <a:extLst>
                <a:ext uri="{FF2B5EF4-FFF2-40B4-BE49-F238E27FC236}">
                  <a16:creationId xmlns:a16="http://schemas.microsoft.com/office/drawing/2014/main" id="{9C962088-BB38-4579-B652-11FC07743349}"/>
                </a:ext>
              </a:extLst>
            </p:cNvPr>
            <p:cNvSpPr>
              <a:spLocks noChangeArrowheads="1"/>
            </p:cNvSpPr>
            <p:nvPr/>
          </p:nvSpPr>
          <p:spPr bwMode="auto">
            <a:xfrm>
              <a:off x="8686800" y="3036888"/>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2" name="Oval 859">
              <a:extLst>
                <a:ext uri="{FF2B5EF4-FFF2-40B4-BE49-F238E27FC236}">
                  <a16:creationId xmlns:a16="http://schemas.microsoft.com/office/drawing/2014/main" id="{E7F17DF0-F4E2-4C1C-8E1C-05550521C7CD}"/>
                </a:ext>
              </a:extLst>
            </p:cNvPr>
            <p:cNvSpPr>
              <a:spLocks noChangeArrowheads="1"/>
            </p:cNvSpPr>
            <p:nvPr/>
          </p:nvSpPr>
          <p:spPr bwMode="auto">
            <a:xfrm>
              <a:off x="8686800" y="3036888"/>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3" name="Oval 860">
              <a:extLst>
                <a:ext uri="{FF2B5EF4-FFF2-40B4-BE49-F238E27FC236}">
                  <a16:creationId xmlns:a16="http://schemas.microsoft.com/office/drawing/2014/main" id="{70E6201A-4811-4EA0-BE5D-026F2E0E886F}"/>
                </a:ext>
              </a:extLst>
            </p:cNvPr>
            <p:cNvSpPr>
              <a:spLocks noChangeArrowheads="1"/>
            </p:cNvSpPr>
            <p:nvPr/>
          </p:nvSpPr>
          <p:spPr bwMode="auto">
            <a:xfrm>
              <a:off x="8874125" y="2765425"/>
              <a:ext cx="36512"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4" name="Oval 861">
              <a:extLst>
                <a:ext uri="{FF2B5EF4-FFF2-40B4-BE49-F238E27FC236}">
                  <a16:creationId xmlns:a16="http://schemas.microsoft.com/office/drawing/2014/main" id="{D7A55928-F59F-4BF0-B5E0-BDE2F1FBCCE4}"/>
                </a:ext>
              </a:extLst>
            </p:cNvPr>
            <p:cNvSpPr>
              <a:spLocks noChangeArrowheads="1"/>
            </p:cNvSpPr>
            <p:nvPr/>
          </p:nvSpPr>
          <p:spPr bwMode="auto">
            <a:xfrm>
              <a:off x="8874125" y="2765425"/>
              <a:ext cx="36512"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5" name="Oval 862">
              <a:extLst>
                <a:ext uri="{FF2B5EF4-FFF2-40B4-BE49-F238E27FC236}">
                  <a16:creationId xmlns:a16="http://schemas.microsoft.com/office/drawing/2014/main" id="{B5BF5949-98BB-4535-A290-54F3C194205C}"/>
                </a:ext>
              </a:extLst>
            </p:cNvPr>
            <p:cNvSpPr>
              <a:spLocks noChangeArrowheads="1"/>
            </p:cNvSpPr>
            <p:nvPr/>
          </p:nvSpPr>
          <p:spPr bwMode="auto">
            <a:xfrm>
              <a:off x="9063038" y="2498725"/>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6" name="Oval 863">
              <a:extLst>
                <a:ext uri="{FF2B5EF4-FFF2-40B4-BE49-F238E27FC236}">
                  <a16:creationId xmlns:a16="http://schemas.microsoft.com/office/drawing/2014/main" id="{42B7AA29-37D1-4DF0-A36F-A34B4B398AC1}"/>
                </a:ext>
              </a:extLst>
            </p:cNvPr>
            <p:cNvSpPr>
              <a:spLocks noChangeArrowheads="1"/>
            </p:cNvSpPr>
            <p:nvPr/>
          </p:nvSpPr>
          <p:spPr bwMode="auto">
            <a:xfrm>
              <a:off x="9063038" y="2498725"/>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grpSp>
      <p:sp>
        <p:nvSpPr>
          <p:cNvPr id="1371" name="Rectangle 4063">
            <a:extLst>
              <a:ext uri="{FF2B5EF4-FFF2-40B4-BE49-F238E27FC236}">
                <a16:creationId xmlns:a16="http://schemas.microsoft.com/office/drawing/2014/main" id="{E5906D8D-EC83-4CD8-8F7D-E30AD059DBB5}"/>
              </a:ext>
            </a:extLst>
          </p:cNvPr>
          <p:cNvSpPr>
            <a:spLocks noChangeArrowheads="1"/>
          </p:cNvSpPr>
          <p:nvPr/>
        </p:nvSpPr>
        <p:spPr bwMode="auto">
          <a:xfrm rot="16200000">
            <a:off x="248104" y="6531662"/>
            <a:ext cx="1252637"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algn="ctr" defTabSz="1192530" eaLnBrk="0" fontAlgn="base" hangingPunct="0">
              <a:spcBef>
                <a:spcPct val="0"/>
              </a:spcBef>
              <a:spcAft>
                <a:spcPct val="0"/>
              </a:spcAft>
              <a:defRPr/>
            </a:pPr>
            <a:r>
              <a:rPr lang="en-US" altLang="zh-CN" sz="650" dirty="0">
                <a:solidFill>
                  <a:srgbClr val="000000"/>
                </a:solidFill>
                <a:latin typeface="Arial" panose="020B0604020202020204" pitchFamily="34" charset="0"/>
                <a:cs typeface="Arial" panose="020B0604020202020204" pitchFamily="34" charset="0"/>
              </a:rPr>
              <a:t>Relative tumor volume(V/V</a:t>
            </a:r>
            <a:r>
              <a:rPr lang="en-US" altLang="zh-CN" sz="650" baseline="-25000" dirty="0">
                <a:solidFill>
                  <a:srgbClr val="000000"/>
                </a:solidFill>
                <a:latin typeface="Arial" panose="020B0604020202020204" pitchFamily="34" charset="0"/>
                <a:cs typeface="Arial" panose="020B0604020202020204" pitchFamily="34" charset="0"/>
              </a:rPr>
              <a:t>0</a:t>
            </a:r>
            <a:r>
              <a:rPr lang="en-US" altLang="zh-CN" sz="650" dirty="0">
                <a:solidFill>
                  <a:srgbClr val="000000"/>
                </a:solidFill>
                <a:latin typeface="Arial" panose="020B0604020202020204" pitchFamily="34" charset="0"/>
                <a:cs typeface="Arial" panose="020B0604020202020204" pitchFamily="34" charset="0"/>
              </a:rPr>
              <a:t>) </a:t>
            </a:r>
            <a:endParaRPr lang="zh-CN" altLang="zh-CN" sz="650" dirty="0">
              <a:solidFill>
                <a:srgbClr val="000000"/>
              </a:solidFill>
              <a:latin typeface="Arial" panose="020B0604020202020204" pitchFamily="34" charset="0"/>
              <a:cs typeface="Arial" panose="020B0604020202020204" pitchFamily="34"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3e468a5-cb0d-42e2-8570-1c1502392f5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3e468a5-cb0d-42e2-8570-1c1502392f54&quot;:{&quot;relativeTransform&quot;:{&quot;translate&quot;:{&quot;x&quot;:151.54557332026482,&quot;y&quot;:-82.23263659901235},&quot;rotate&quot;:1.3615581244071404,&quot;skewX&quot;:0,&quot;scale&quot;:{&quot;x&quot;:0.9999999999999997,&quot;y&quot;:0.9999999999999997}},&quot;type&quot;:&quot;FIGURE_OBJECT&quot;,&quot;id&quot;:&quot;c3e468a5-cb0d-42e2-8570-1c1502392f54&quot;,&quot;name&quot;:&quot;MHC2-TCR complex&quot;,&quot;displayName&quot;:&quot;MHC2-TCR complex&quot;,&quot;opacity&quot;:1,&quot;source&quot;:{&quot;id&quot;:&quot;5d9b45d494e11e007fbdbba6&quot;,&quot;type&quot;:&quot;ASSETS&quot;},&quot;pathStyles&quot;:[{&quot;type&quot;:&quot;FILL&quot;,&quot;fillStyle&quot;:&quot;rgb(0,0,0)&quot;}],&quot;isLocked&quot;:false,&quot;parent&quot;:{&quot;type&quot;:&quot;CHILD&quot;,&quot;parentId&quot;:&quot;d8e50ddc-2894-4794-b942-a22667677530&quot;,&quot;order&quot;:&quot;95&quot;},&quot;isPremium&quot;:true},&quot;f5856a1e-78aa-4e6c-8b53-ed8f880e3285&quot;:{&quot;type&quot;:&quot;FIGURE_OBJECT&quot;,&quot;id&quot;:&quot;f5856a1e-78aa-4e6c-8b53-ed8f880e3285&quot;,&quot;name&quot;:&quot;MHC class II&quot;,&quot;relativeTransform&quot;:{&quot;translate&quot;:{&quot;x&quot;:-1.7917795536737116e-15,&quot;y&quot;:-12.36065551117008},&quot;rotate&quot;:3.141592653589793,&quot;skewX&quot;:-1.592891179170487e-32,&quot;scale&quot;:{&quot;x&quot;:0.10995809043770441,&quot;y&quot;:0.10995809043770442}},&quot;opacity&quot;:1,&quot;image&quot;:{&quot;url&quot;:&quot;https://icons.biorender.com/biorender/5d9b3e67dd52690004bb547d/20191007133304/image/mhc-class-ii.png&quot;,&quot;fallbackUrl&quot;:&quot;https://res.cloudinary.com/dlcjuc3ej/image/upload/v1570455184/tm0sgizvexyc220k81dw.svg#/keystone/api/icons/5d9b3e67dd52690004bb547d/20191007133304/image/mhc-class-ii.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c3e468a5-cb0d-42e2-8570-1c1502392f54&quot;,&quot;order&quot;:&quot;2&quot;}},&quot;a340d67c-0083-4642-9c71-10f5daf3ec51&quot;:{&quot;type&quot;:&quot;FIGURE_OBJECT&quot;,&quot;id&quot;:&quot;a340d67c-0083-4642-9c71-10f5daf3ec51&quot;,&quot;name&quot;:&quot;T cell receptor (TCR)&quot;,&quot;relativeTransform&quot;:{&quot;translate&quot;:{&quot;x&quot;:0,&quot;y&quot;:10.034042279408652},&quot;rotate&quot;:0,&quot;skewX&quot;:0,&quot;scale&quot;:{&quot;x&quot;:0.10745904292775657,&quot;y&quot;:0.10745904292775656}},&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c3e468a5-cb0d-42e2-8570-1c1502392f54&quot;,&quot;order&quot;:&quot;5&quot;}},&quot;ba447839-771f-4683-9659-be9a7caa2b7d&quot;:{&quot;type&quot;:&quot;FIGURE_OBJECT&quot;,&quot;id&quot;:&quot;ba447839-771f-4683-9659-be9a7caa2b7d&quot;,&quot;relativeTransform&quot;:{&quot;translate&quot;:{&quot;x&quot;:-0.08493768919729461,&quot;y&quot;:-3.8687451479920916},&quot;rotate&quot;:0},&quot;opacity&quot;:1,&quot;path&quot;:{&quot;type&quot;:&quot;ELLIPSE&quot;,&quot;size&quot;:{&quot;x&quot;:2.62492063749749,&quot;y&quot;:2.630624654554283}},&quot;pathStyles&quot;:[{&quot;type&quot;:&quot;FILL&quot;,&quot;fillStyle&quot;:&quot;rgba(189,28,99,1)&quot;},{&quot;type&quot;:&quot;STROKE&quot;,&quot;strokeStyle&quot;:&quot;rgba(104,6,8,1)&quot;,&quot;lineWidth&quot;:0.2521705540704688,&quot;lineJoin&quot;:&quot;round&quot;}],&quot;isLocked&quot;:false,&quot;parent&quot;:{&quot;type&quot;:&quot;CHILD&quot;,&quot;parentId&quot;:&quot;c3e468a5-cb0d-42e2-8570-1c1502392f54&quot;,&quot;order&quot;:&quot;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b80d8be-993b-4b1f-a8cf-e5d4a35bb2e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b80d8be-993b-4b1f-a8cf-e5d4a35bb2e6&quot;:{&quot;type&quot;:&quot;FIGURE_OBJECT&quot;,&quot;id&quot;:&quot;9b80d8be-993b-4b1f-a8cf-e5d4a35bb2e6&quot;,&quot;name&quot;:&quot;T cell receptor (TCR)&quot;,&quot;relativeTransform&quot;:{&quot;translate&quot;:{&quot;x&quot;:-54.882769154881714,&quot;y&quot;:-144.98987386471225},&quot;rotate&quot;:0.9099429974519826,&quot;skewX&quot;:0.009604469641243299,&quot;scale&quot;:{&quot;x&quot;:0.10997499693054898,&quot;y&quot;:0.10756857035133845}},&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d8e50ddc-2894-4794-b942-a22667677530&quot;,&quot;order&quot;:&quot;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a1c7d86-d930-4fae-8030-69ed4b1ec81f"/>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a1c7d86-d930-4fae-8030-69ed4b1ec81f&quot;:{&quot;id&quot;:&quot;1a1c7d86-d930-4fae-8030-69ed4b1ec81f&quot;,&quot;name&quot;:&quot;Mast cell (3D) &quot;,&quot;displayName&quot;:&quot;&quot;,&quot;type&quot;:&quot;FIGURE_OBJECT&quot;,&quot;relativeTransform&quot;:{&quot;translate&quot;:{&quot;x&quot;:-77.1322834898858,&quot;y&quot;:-115.32543634923977},&quot;rotate&quot;:0,&quot;skewX&quot;:0,&quot;scale&quot;:{&quot;x&quot;:0.7274212527442,&quot;y&quot;:0.7452112527441999}},&quot;image&quot;:{&quot;url&quot;:&quot;https://icons.cdn.biorender.com/biorender/66acf41c2dd8317998218c77/66acf3062dd8317998218aa9.png&quot;,&quot;isPremium&quot;:true,&quot;isOrgIcon&quot;:false,&quot;size&quot;:{&quot;x&quot;:100,&quot;y&quot;:100},&quot;fallbackUrl&quot;:&quot;sources/icons/66acf41c2dd8317998218c77/66acf3062dd8317998218aa9.svg&quot;},&quot;source&quot;:{&quot;id&quot;:&quot;66acf3062dd8317998218aa9&quot;,&quot;version&quot;:&quot;20240802145423&quot;,&quot;type&quot;:&quot;ASSETS&quot;},&quot;isPremium&quot;:true,&quot;parent&quot;:{&quot;type&quot;:&quot;CHILD&quot;,&quot;parentId&quot;:&quot;d8e50ddc-2894-4794-b942-a22667677530&quot;,&quot;order&quot;:&quot;999&quot;},&quot;opacity&quot;:1},&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2975d91-4cab-4814-845f-9d8523890bea"/>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2975d91-4cab-4814-845f-9d8523890bea&quot;:{&quot;type&quot;:&quot;FIGURE_OBJECT&quot;,&quot;id&quot;:&quot;82975d91-4cab-4814-845f-9d8523890bea&quot;,&quot;relativeTransform&quot;:{&quot;translate&quot;:{&quot;x&quot;:-571.8247909115481,&quot;y&quot;:16.492692096010217},&quot;rotate&quot;:0,&quot;skewX&quot;:0,&quot;scale&quot;:{&quot;x&quot;:1,&quot;y&quot;:1}},&quot;opacity&quot;:1,&quot;path&quot;:{&quot;type&quot;:&quot;RECT&quot;,&quot;size&quot;:{&quot;x&quot;:225.21816909858012,&quot;y&quot;:229.98109110368605},&quot;cornerRounding&quot;:{&quot;type&quot;:&quot;ARC_LENGTH&quot;,&quot;global&quot;:0}},&quot;pathStyles&quot;:[{&quot;type&quot;:&quot;FILL&quot;,&quot;fillStyle&quot;:&quot;rgba(238, 244, 251, 0)&quot;},{&quot;type&quot;:&quot;STROKE&quot;,&quot;strokeStyle&quot;:&quot;#171717&quot;,&quot;lineWidth&quot;:1.203117419774534,&quot;lineJoin&quot;:&quot;round&quot;,&quot;dashArray&quot;:[1]}],&quot;isLocked&quot;:false,&quot;parent&quot;:{&quot;type&quot;:&quot;CHILD&quot;,&quot;parentId&quot;:&quot;d8e50ddc-2894-4794-b942-a22667677530&quot;,&quot;order&quot;:&quot;99999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568096e-dced-4d0a-8f24-0f356a51ddf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568096e-dced-4d0a-8f24-0f356a51ddfe&quot;:{&quot;type&quot;:&quot;FIGURE_OBJECT&quot;,&quot;id&quot;:&quot;e568096e-dced-4d0a-8f24-0f356a51ddfe&quot;,&quot;relativeTransform&quot;:{&quot;translate&quot;:{&quot;x&quot;:-575.7172208784781,&quot;y&quot;:9.544439412347288},&quot;rotate&quot;:0,&quot;skewX&quot;:0,&quot;scale&quot;:{&quot;x&quot;:1,&quot;y&quot;:1}},&quot;opacity&quot;:1,&quot;path&quot;:{&quot;type&quot;:&quot;RECT&quot;,&quot;size&quot;:{&quot;x&quot;:37.855568013096,&quot;y&quot;:14.942987373590572},&quot;cornerRounding&quot;:{&quot;type&quot;:&quot;ARC_LENGTH&quot;,&quot;global&quot;:0}},&quot;pathStyles&quot;:[{&quot;type&quot;:&quot;FILL&quot;,&quot;fillStyle&quot;:&quot;rgba(238, 244, 251, 0)&quot;},{&quot;type&quot;:&quot;STROKE&quot;,&quot;strokeStyle&quot;:&quot;rgba(23,23,23,1)&quot;,&quot;lineWidth&quot;:1.203117419774534,&quot;lineJoin&quot;:&quot;round&quot;,&quot;dashArray&quot;:[4]}],&quot;isLocked&quot;:false,&quot;parent&quot;:{&quot;type&quot;:&quot;CHILD&quot;,&quot;parentId&quot;:&quot;d8e50ddc-2894-4794-b942-a22667677530&quot;,&quot;order&quot;:&quot;999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913cafc-8d27-4b31-bd25-16350b237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913cafc-8d27-4b31-bd25-16350b2374ab&quot;:{&quot;type&quot;:&quot;FIGURE_OBJECT&quot;,&quot;id&quot;:&quot;d913cafc-8d27-4b31-bd25-16350b2374ab&quot;,&quot;relativeTransform&quot;:{&quot;translate&quot;:{&quot;x&quot;:0,&quot;y&quot;:0},&quot;rotate&quot;:0,&quot;skewX&quot;:0,&quot;scale&quot;:{&quot;x&quot;:1,&quot;y&quot;:1}},&quot;opacity&quot;:1,&quot;path&quot;:{&quot;type&quot;:&quot;POLY_LINE&quot;,&quot;points&quot;:[{&quot;x&quot;:-595.8482313616374,&quot;y&quot;:18.218941462080465},{&quot;x&quot;:-669.1302685950367,&quot;y&quot;:92.69944417770508}],&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5&quot;},&quot;connectorInfo&quot;:{&quot;connectedObjectAtLineEnd&quot;:{&quot;objectId&quot;:&quot;c6d62963-625c-40b2-a1a6-bd901781cdf0&quot;,&quot;coordinates&quot;:{&quot;x&quot;:0,&quot;y&quot;:0.32643081668061086}},&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0da3c1b-d76b-4f74-be88-c7c70ede7f5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0da3c1b-d76b-4f74-be88-c7c70ede7f59&quot;:{&quot;type&quot;:&quot;FIGURE_OBJECT&quot;,&quot;id&quot;:&quot;e0da3c1b-d76b-4f74-be88-c7c70ede7f59&quot;,&quot;relativeTransform&quot;:{&quot;translate&quot;:{&quot;x&quot;:-1019.3170244352983,&quot;y&quot;:-71.43859895252587},&quot;rotate&quot;:-2.4492935982947064e-16,&quot;skewX&quot;:0,&quot;scale&quot;:{&quot;x&quot;:1,&quot;y&quot;:1}},&quot;opacity&quot;:1,&quot;path&quot;:{&quot;type&quot;:&quot;POLY_LINE&quot;,&quot;points&quot;:[{&quot;x&quot;:463.7307081604265,&quot;y&quot;:89.65792424154323},{&quot;x&quot;:537.9311074301502,&quot;y&quot;:152.413504163389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7&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6d62963-625c-40b2-a1a6-bd901781cdf0"/>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6d62963-625c-40b2-a1a6-bd901781cdf0&quot;:{&quot;relativeTransform&quot;:{&quot;translate&quot;:{&quot;x&quot;:-574.7005647443608,&quot;y&quot;:100.12154712437916},&quot;rotate&quot;:0,&quot;skewX&quot;:0,&quot;scale&quot;:{&quot;x&quot;:1,&quot;y&quot;:1}},&quot;type&quot;:&quot;FIGURE_OBJECT&quot;,&quot;id&quot;:&quot;c6d62963-625c-40b2-a1a6-bd901781cdf0&quot;,&quot;name&quot;:&quot;mRNA vaccine (curved, with neoantigens)&quot;,&quot;displayName&quot;:&quot;mRNA vaccine (curved, with neoantigens)&quot;,&quot;opacity&quot;:1,&quot;source&quot;:{&quot;id&quot;:&quot;5f052d7aff1f7c00ae598611&quot;,&quot;type&quot;:&quot;ASSETS&quot;},&quot;pathStyles&quot;:[{&quot;type&quot;:&quot;FILL&quot;,&quot;fillStyle&quot;:&quot;rgb(0,0,0)&quot;}],&quot;isLocked&quot;:false,&quot;parent&quot;:{&quot;type&quot;:&quot;CHILD&quot;,&quot;parentId&quot;:&quot;d8e50ddc-2894-4794-b942-a22667677530&quot;,&quot;order&quot;:&quot;999999998&quot;},&quot;isPremium&quot;:true},&quot;397825f1-03a6-4974-ae93-465d469ce4ab&quot;:{&quot;type&quot;:&quot;FIGURE_OBJECT&quot;,&quot;id&quot;:&quot;397825f1-03a6-4974-ae93-465d469ce4ab&quot;,&quot;relativeTransform&quot;:{&quot;translate&quot;:{&quot;x&quot;:-4.627798696033837,&quot;y&quot;:2.0948844039278924},&quot;rotate&quot;:0},&quot;opacity&quot;:1,&quot;path&quot;:{&quot;type&quot;:&quot;POLY_LINE&quot;,&quot;points&quot;:[{&quot;x&quot;:-79.9661209316737,&quot;y&quot;:10.352542938727264},{&quot;x&quot;:-56.833093715371206,&quot;y&quot;:-0.5413432935771688},{&quot;x&quot;:59.43682148130368,&quot;y&quot;:-0.5413432935771688},{&quot;x&quot;:79.9661209316737,&quot;y&quot;:-10.352542938727264}],&quot;closed&quot;:false,&quot;cornerRounding&quot;:{&quot;type&quot;:&quot;ARC_LENGTH&quot;,&quot;global&quot;:24.43232990214051}},&quot;pathStyles&quot;:[{&quot;type&quot;:&quot;FILL&quot;,&quot;fillStyle&quot;:&quot;rgba(0,0,0,0)&quot;},{&quot;type&quot;:&quot;STROKE&quot;,&quot;strokeStyle&quot;:&quot;rgba(135,135,135,1)&quot;,&quot;lineWidth&quot;:1.124893120568223,&quot;lineJoin&quot;:&quot;round&quot;}],&quot;isLocked&quot;:false,&quot;parent&quot;:{&quot;type&quot;:&quot;CHILD&quot;,&quot;parentId&quot;:&quot;c6d62963-625c-40b2-a1a6-bd901781cdf0&quot;,&quot;order&quot;:&quot;05&quot;}},&quot;5f72bd7d-4427-42b0-ab49-d40176045221&quot;:{&quot;type&quot;:&quot;FIGURE_OBJECT&quot;,&quot;id&quot;:&quot;5f72bd7d-4427-42b0-ab49-d40176045221&quot;,&quot;relativeTransform&quot;:{&quot;translate&quot;:{&quot;x&quot;:-91.60009733008123,&quot;y&quot;:15.737798146372976},&quot;rotate&quot;:0},&quot;opacity&quot;:1,&quot;pathStyles&quot;:[{&quot;type&quot;:&quot;FILL&quot;,&quot;fillStyle&quot;:&quot;#232323&quot;}],&quot;text&quot;:{&quot;textData&quot;:{&quot;lineSpacing&quot;:&quot;normal&quot;,&quot;alignment&quot;:&quot;right&quot;,&quot;lines&quot;:[{&quot;runs&quot;:[{&quot;style&quot;:{&quot;fontFamily&quot;:&quot;Roboto&quot;,&quot;fontSize&quot;:5.030607200410903,&quot;color&quot;:&quot;#232323&quot;,&quot;fontWeight&quot;:&quot;normal&quot;,&quot;fontStyle&quot;:&quot;normal&quot;,&quot;decoration&quot;:&quot;none&quot;,&quot;script&quot;:&quot;none&quot;},&quot;range&quot;:[0,1]}],&quot;text&quot;:&quot;5'&quot;,&quot;baseStyle&quot;:{&quot;fontFamily&quot;:&quot;Roboto&quot;,&quot;fontSize&quot;:5.030607200410903,&quot;color&quot;:&quot;#232323&quot;,&quot;fontWeight&quot;:&quot;normal&quot;,&quot;fontStyle&quot;:&quot;normal&quot;,&quot;decoration&quot;:&quot;none&quot;,&quot;script&quot;:&quot;none&quot;}}],&quot;verticalAlign&quot;:&quot;TOP&quot;},&quot;size&quot;:{&quot;x&quot;:5.659213041189147,&quot;y&quot;:7.92354452944785},&quot;targetSize&quot;:{&quot;x&quot;:5.659213041189147,&quot;y&quot;:7.92354452944785},&quot;format&quot;:&quot;BETTER_TEXT&quot;,&quot;verticalAlign&quot;:&quot;TOP&quot;},&quot;isLocked&quot;:false,&quot;parent&quot;:{&quot;type&quot;:&quot;CHILD&quot;,&quot;parentId&quot;:&quot;c6d62963-625c-40b2-a1a6-bd901781cdf0&quot;,&quot;order&quot;:&quot;1&quot;}},&quot;4b8fc7d3-a173-4722-8079-c275032206e3&quot;:{&quot;type&quot;:&quot;FIGURE_OBJECT&quot;,&quot;id&quot;:&quot;4b8fc7d3-a173-4722-8079-c275032206e3&quot;,&quot;relativeTransform&quot;:{&quot;translate&quot;:{&quot;x&quot;:39.69839756321057,&quot;y&quot;:1.8958962364276681},&quot;rotate&quot;:0},&quot;opacity&quot;:1,&quot;path&quot;:{&quot;type&quot;:&quot;RECT&quot;,&quot;size&quot;:{&quot;x&quot;:7.4808313357537966,&quot;y&quot;:5.949083289910264},&quot;cornerRounding&quot;:{&quot;type&quot;:&quot;ARC_LENGTH&quot;,&quot;global&quot;:0}},&quot;pathStyles&quot;:[{&quot;type&quot;:&quot;FILL&quot;,&quot;fillStyle&quot;:&quot;rgba(87, 192, 199, 1)&quot;},{&quot;type&quot;:&quot;STROKE&quot;,&quot;strokeStyle&quot;:&quot;rgba(20,89,106,1)&quot;,&quot;lineWidth&quot;:0.4716194250385224,&quot;lineJoin&quot;:&quot;round&quot;,&quot;dashArray&quot;:[0,0]}],&quot;isLocked&quot;:false,&quot;parent&quot;:{&quot;type&quot;:&quot;CHILD&quot;,&quot;parentId&quot;:&quot;c6d62963-625c-40b2-a1a6-bd901781cdf0&quot;,&quot;order&quot;:&quot;2&quot;}},&quot;d6635210-32fa-4f79-b96d-8eeed2616cca&quot;:{&quot;type&quot;:&quot;FIGURE_OBJECT&quot;,&quot;id&quot;:&quot;d6635210-32fa-4f79-b96d-8eeed2616cca&quot;,&quot;relativeTransform&quot;:{&quot;translate&quot;:{&quot;x&quot;:-3.4553384788198627,&quot;y&quot;:1.8958962364276681},&quot;rotate&quot;:0},&quot;layout&quot;:{&quot;sizeRatio&quot;:{&quot;x&quot;:0.88,&quot;y&quot;:0.88},&quot;keepAspectRatio&quot;:false},&quot;opacity&quot;:1,&quot;path&quot;:{&quot;type&quot;:&quot;RECT&quot;,&quot;size&quot;:{&quot;x&quot;:78.98496093885154,&quot;y&quot;:5.949083289910264},&quot;cornerRounding&quot;:{&quot;type&quot;:&quot;ARC_LENGTH&quot;,&quot;global&quot;:0}},&quot;pathStyles&quot;:[{&quot;type&quot;:&quot;FILL&quot;,&quot;fillStyle&quot;:&quot;rgba(209,221,245,1)&quot;},{&quot;type&quot;:&quot;STROKE&quot;,&quot;strokeStyle&quot;:&quot;rgba(78,108,163,1)&quot;,&quot;lineWidth&quot;:0.4716194250385224,&quot;lineJoin&quot;:&quot;round&quot;,&quot;dashArray&quot;:[0,0]}],&quot;isLocked&quot;:false,&quot;parent&quot;:{&quot;type&quot;:&quot;CHILD&quot;,&quot;parentId&quot;:&quot;c6d62963-625c-40b2-a1a6-bd901781cdf0&quot;,&quot;order&quot;:&quot;25&quot;}},&quot;a3ab7375-f989-4457-a004-ea5ad063222c&quot;:{&quot;type&quot;:&quot;FIGURE_OBJECT&quot;,&quot;id&quot;:&quot;a3ab7375-f989-4457-a004-ea5ad063222c&quot;,&quot;relativeTransform&quot;:{&quot;translate&quot;:{&quot;x&quot;:0,&quot;y&quot;:0},&quot;rotate&quot;:0},&quot;text&quot;:{&quot;textData&quot;:{&quot;lineSpacing&quot;:&quot;normal&quot;,&quot;alignment&quot;:&quot;center&quot;,&quot;lines&quot;:[{&quot;runs&quot;:[{&quot;style&quot;:{&quot;fontFamily&quot;:&quot;Roboto&quot;,&quot;fontSize&quot;:2.817857267023398,&quot;color&quot;:&quot;rgb(0,0,0)&quot;,&quot;fontWeight&quot;:&quot;normal&quot;,&quot;fontStyle&quot;:&quot;normal&quot;,&quot;decoration&quot;:&quot;none&quot;,&quot;script&quot;:&quot;none&quot;},&quot;range&quot;:[0,10]}],&quot;text&quot;:&quot;Neoantigens&quot;,&quot;baseStyle&quot;:{&quot;fontFamily&quot;:&quot;Roboto&quot;,&quot;fontSize&quot;:2.817857267023398,&quot;color&quot;:&quot;rgb(0,0,0)&quot;,&quot;fontWeight&quot;:&quot;normal&quot;,&quot;fontStyle&quot;:&quot;normal&quot;,&quot;decoration&quot;:&quot;none&quot;,&quot;script&quot;:&quot;none&quot;}}],&quot;verticalAlign&quot;:&quot;TOP&quot;},&quot;size&quot;:{&quot;x&quot;:69.50676562618935,&quot;y&quot;:3.3551070040001423},&quot;targetSize&quot;:{&quot;x&quot;:69.50676562618935,&quot;y&quot;:2},&quot;format&quot;:&quot;BETTER_TEXT&quot;},&quot;parent&quot;:{&quot;type&quot;:&quot;CHILD&quot;,&quot;parentId&quot;:&quot;d6635210-32fa-4f79-b96d-8eeed2616cca&quot;,&quot;order&quot;:&quot;5&quot;}},&quot;5f44218b-941d-4d9b-85a4-5e9dbf25898e&quot;:{&quot;type&quot;:&quot;FIGURE_OBJECT&quot;,&quot;id&quot;:&quot;5f44218b-941d-4d9b-85a4-5e9dbf25898e&quot;,&quot;relativeTransform&quot;:{&quot;translate&quot;:{&quot;x&quot;:-46.76764035425833,&quot;y&quot;:1.8958962364276681},&quot;rotate&quot;:0},&quot;opacity&quot;:1,&quot;path&quot;:{&quot;type&quot;:&quot;RECT&quot;,&quot;size&quot;:{&quot;x&quot;:7.4808313357537966,&quot;y&quot;:5.949083289910264},&quot;cornerRounding&quot;:{&quot;type&quot;:&quot;ARC_LENGTH&quot;,&quot;global&quot;:0.3704090302478217}},&quot;pathStyles&quot;:[{&quot;type&quot;:&quot;FILL&quot;,&quot;fillStyle&quot;:&quot;rgba(94,140,185,1)&quot;},{&quot;type&quot;:&quot;STROKE&quot;,&quot;strokeStyle&quot;:&quot;rgba(20,63,79,1)&quot;,&quot;lineWidth&quot;:0.4716194250385224,&quot;lineJoin&quot;:&quot;round&quot;,&quot;dashArray&quot;:[0,0]}],&quot;isLocked&quot;:false,&quot;parent&quot;:{&quot;type&quot;:&quot;CHILD&quot;,&quot;parentId&quot;:&quot;c6d62963-625c-40b2-a1a6-bd901781cdf0&quot;,&quot;order&quot;:&quot;3&quot;}},&quot;a15c8874-04e9-48fc-9393-fe157815c172&quot;:{&quot;type&quot;:&quot;FIGURE_OBJECT&quot;,&quot;id&quot;:&quot;a15c8874-04e9-48fc-9393-fe157815c172&quot;,&quot;relativeTransform&quot;:{&quot;translate&quot;:{&quot;x&quot;:-68.46267820627797,&quot;y&quot;:5.8363104340053455},&quot;rotate&quot;:-0.34958833376286463,&quot;skewX&quot;:-2.3009938328415184e-16},&quot;opacity&quot;:1,&quot;path&quot;:{&quot;type&quot;:&quot;RECT&quot;,&quot;size&quot;:{&quot;x&quot;:6.632510645410174,&quot;y&quot;:5.987188350533108},&quot;cornerRounding&quot;:{&quot;type&quot;:&quot;ARC_LENGTH&quot;,&quot;global&quot;:0}},&quot;pathStyles&quot;:[{&quot;type&quot;:&quot;FILL&quot;,&quot;fillStyle&quot;:&quot;rgba(155,92,151,1)&quot;},{&quot;type&quot;:&quot;STROKE&quot;,&quot;strokeStyle&quot;:&quot;rgba(84,16,89,1)&quot;,&quot;lineWidth&quot;:0.4716194250385221,&quot;lineJoin&quot;:&quot;round&quot;,&quot;dashArray&quot;:[0,0]}],&quot;isLocked&quot;:false,&quot;parent&quot;:{&quot;type&quot;:&quot;CHILD&quot;,&quot;parentId&quot;:&quot;c6d62963-625c-40b2-a1a6-bd901781cdf0&quot;,&quot;order&quot;:&quot;5&quot;}},&quot;abc880ae-7adb-4b86-887c-2946530cdc4e&quot;:{&quot;type&quot;:&quot;FIGURE_OBJECT&quot;,&quot;id&quot;:&quot;abc880ae-7adb-4b86-887c-2946530cdc4e&quot;,&quot;relativeTransform&quot;:{&quot;translate&quot;:{&quot;x&quot;:-82.79309860713357,&quot;y&quot;:12.623585641669},&quot;rotate&quot;:-0.7279856462433403},&quot;opacity&quot;:1,&quot;source&quot;:{&quot;type&quot;:&quot;ASSETS&quot;},&quot;pathStyles&quot;:[{&quot;type&quot;:&quot;FILL&quot;,&quot;fillStyle&quot;:&quot;rgb(0,0,0)&quot;}],&quot;isLocked&quot;:false,&quot;parent&quot;:{&quot;type&quot;:&quot;CHILD&quot;,&quot;parentId&quot;:&quot;c6d62963-625c-40b2-a1a6-bd901781cdf0&quot;,&quot;order&quot;:&quot;55&quot;}},&quot;ace4a08f-5b0f-4f81-9461-ea32ebb1c779&quot;:{&quot;type&quot;:&quot;FIGURE_OBJECT&quot;,&quot;id&quot;:&quot;ace4a08f-5b0f-4f81-9461-ea32ebb1c779&quot;,&quot;relativeTransform&quot;:{&quot;translate&quot;:{&quot;x&quot;:1.7015255563575957,&quot;y&quot;:-0.21555196018643907},&quot;rotate&quot;:0},&quot;opacity&quot;:1,&quot;path&quot;:{&quot;type&quot;:&quot;POLY_LINE&quot;,&quot;points&quot;:[{&quot;x&quot;:-1.2786602924350323,&quot;y&quot;:3.9344687539257315},{&quot;x&quot;:1.2786602924350323,&quot;y&quot;:-3.9344687539257315}],&quot;closed&quot;:false},&quot;pathStyles&quot;:[{&quot;type&quot;:&quot;FILL&quot;,&quot;fillStyle&quot;:&quot;rgba(0,0,0,0)&quot;},{&quot;type&quot;:&quot;STROKE&quot;,&quot;strokeStyle&quot;:&quot;rgba(39,39,39,1)&quot;,&quot;lineWidth&quot;:0.8622580095273901,&quot;lineJoin&quot;:&quot;round&quot;}],&quot;pathMarkers&quot;:{&quot;markerEnd&quot;:{&quot;type&quot;:&quot;PATH&quot;,&quot;units&quot;:{&quot;type&quot;:&quot;STROKE_WIDTH&quot;,&quot;scale&quot;:0.3},&quot;orient&quot;:{&quot;type&quot;:&quot;AUTO_START_REVERSE&quot;},&quot;name&quot;:&quot;dot&quot;,&quot;relativeTransform&quot;:{&quot;translate&quot;:{&quot;x&quot;:0,&quot;y&quot;:0},&quot;rotate&quot;:0,&quot;skewX&quot;:0,&quot;scale&quot;:{&quot;x&quot;:1,&quot;y&quot;:1}},&quot;path&quot;:{&quot;type&quot;:&quot;SPLINE&quot;,&quot;spline&quot;:{&quot;points&quot;:[{&quot;x&quot;:-1.7,&quot;y&quot;:0,&quot;isEndPoint&quot;:true},{&quot;x&quot;:-1.6999999999999997,&quot;y&quot;:0.9388840747123488,&quot;isEndPoint&quot;:false},{&quot;x&quot;:-0.9388840747123485,&quot;y&quot;:1.7,&quot;isEndPoint&quot;:false},{&quot;x&quot;:1.0409497792752501e-16,&quot;y&quot;:1.7,&quot;isEndPoint&quot;:true},{&quot;x&quot;:0.9388840747123488,&quot;y&quot;:1.7,&quot;isEndPoint&quot;:false},{&quot;x&quot;:1.7,&quot;y&quot;:0.9388840747123487,&quot;isEndPoint&quot;:false},{&quot;x&quot;:1.7,&quot;y&quot;:0,&quot;isEndPoint&quot;:true},{&quot;x&quot;:1.7,&quot;y&quot;:-0.9388840747123487,&quot;isEndPoint&quot;:false},{&quot;x&quot;:0.9388840747123488,&quot;y&quot;:-1.7,&quot;isEndPoint&quot;:false},{&quot;x&quot;:1.0409497792752501e-16,&quot;y&quot;:-1.7,&quot;isEndPoint&quot;:true},{&quot;x&quot;:-0.9388840747123485,&quot;y&quot;:-1.7,&quot;isEndPoint&quot;:false},{&quot;x&quot;:-1.6999999999999997,&quot;y&quot;:-0.9388840747123488,&quot;isEndPoint&quot;:false},{&quot;x&quot;:-1.7,&quot;y&quot;:-2.0818995585505003e-16,&quot;isEndPoint&quot;:true}],&quot;closed&quot;:false}},&quot;pathStyles&quot;:[{&quot;type&quot;:&quot;FILL&quot;,&quot;fillStyle&quot;:&quot;context-stroke-flat&quot;}]}},&quot;isLocked&quot;:false,&quot;parent&quot;:{&quot;type&quot;:&quot;CHILD&quot;,&quot;parentId&quot;:&quot;abc880ae-7adb-4b86-887c-2946530cdc4e&quot;,&quot;order&quot;:&quot;2&quot;}},&quot;9d3514e3-2c4f-44ec-af99-64e40c866676&quot;:{&quot;type&quot;:&quot;FIGURE_OBJECT&quot;,&quot;id&quot;:&quot;9d3514e3-2c4f-44ec-af99-64e40c866676&quot;,&quot;relativeTransform&quot;:{&quot;translate&quot;:{&quot;x&quot;:-9.849793395583865e-15,&quot;y&quot;:-1.5743812995208253e-14},&quot;rotate&quot;:-1.2565740948987072,&quot;skewX&quot;:0.017020857083225194},&quot;opacity&quot;:1,&quot;path&quot;:{&quot;type&quot;:&quot;ELLIPSE&quot;,&quot;size&quot;:{&quot;x&quot;:6.813795904490247,&quot;y&quot;:9.489933239691338}},&quot;pathStyles&quot;:[{&quot;type&quot;:&quot;FILL&quot;,&quot;fillStyle&quot;:&quot;rgba(112, 112, 113, 1)&quot;},{&quot;type&quot;:&quot;STROKE&quot;,&quot;strokeStyle&quot;:&quot;rgba(39,39,39,1)&quot;,&quot;lineWidth&quot;:0.6466935071455427,&quot;lineJoin&quot;:&quot;round&quot;}],&quot;isLocked&quot;:false,&quot;parent&quot;:{&quot;type&quot;:&quot;CHILD&quot;,&quot;parentId&quot;:&quot;abc880ae-7adb-4b86-887c-2946530cdc4e&quot;,&quot;order&quot;:&quot;5&quot;}},&quot;59b1ab2b-874c-4a02-beb0-a057003836c4&quot;:{&quot;type&quot;:&quot;FIGURE_OBJECT&quot;,&quot;id&quot;:&quot;59b1ab2b-874c-4a02-beb0-a057003836c4&quot;,&quot;relativeTransform&quot;:{&quot;translate&quot;:{&quot;x&quot;:-0.11933368652202093,&quot;y&quot;:-1.837602265855279},&quot;rotate&quot;:-7.281628140757064e-17,&quot;skewX&quot;:0.057331197140763304,&quot;scale&quot;:{&quot;x&quot;:0.150827128924756,&quot;y&quot;:0.13330152651455587}},&quot;opacity&quot;:1,&quot;path&quot;:{&quot;type&quot;:&quot;RECT&quot;,&quot;size&quot;:{&quot;x&quot;:47.723704995455705,&quot;y&quot;:47.723704995455705}},&quot;pathStyles&quot;:[{&quot;type&quot;:&quot;FILL&quot;,&quot;fillStyle&quot;:&quot;#fff&quot;}],&quot;isFrozen&quot;:true,&quot;isLocked&quot;:false,&quot;parent&quot;:{&quot;type&quot;:&quot;CROP&quot;,&quot;parentId&quot;:&quot;9d3514e3-2c4f-44ec-af99-64e40c866676&quot;,&quot;order&quot;:&quot;5&quot;}},&quot;b189e874-e85a-4693-bc78-290924211f08&quot;:{&quot;type&quot;:&quot;FIGURE_OBJECT&quot;,&quot;id&quot;:&quot;b189e874-e85a-4693-bc78-290924211f08&quot;,&quot;relativeTransform&quot;:{&quot;translate&quot;:{&quot;x&quot;:59.516357596628566,&quot;y&quot;:-1.0978047988076218},&quot;rotate&quot;:-0.40556250396723587,&quot;skewX&quot;:3.0679917771220248e-16},&quot;opacity&quot;:1,&quot;path&quot;:{&quot;type&quot;:&quot;RECT&quot;,&quot;size&quot;:{&quot;x&quot;:4.04210374882474,&quot;y&quot;:5.987188350533106},&quot;cornerRounding&quot;:{&quot;type&quot;:&quot;ARC_LENGTH&quot;,&quot;global&quot;:0}},&quot;pathStyles&quot;:[{&quot;type&quot;:&quot;FILL&quot;,&quot;fillStyle&quot;:&quot;rgba(185,145,230,1)&quot;},{&quot;type&quot;:&quot;STROKE&quot;,&quot;strokeStyle&quot;:&quot;rgba(88,68,130,1)&quot;,&quot;lineWidth&quot;:0.4716194250385222,&quot;lineJoin&quot;:&quot;round&quot;,&quot;dashArray&quot;:[0,0]}],&quot;isLocked&quot;:false,&quot;parent&quot;:{&quot;type&quot;:&quot;CHILD&quot;,&quot;parentId&quot;:&quot;c6d62963-625c-40b2-a1a6-bd901781cdf0&quot;,&quot;order&quot;:&quot;6&quot;}},&quot;7ec16d0d-a794-4893-88dc-a960751f2636&quot;:{&quot;type&quot;:&quot;FIGURE_OBJECT&quot;,&quot;id&quot;:&quot;7ec16d0d-a794-4893-88dc-a960751f2636&quot;,&quot;relativeTransform&quot;:{&quot;translate&quot;:{&quot;x&quot;:64.90217878547085,&quot;y&quot;:-3.4102909710422753},&quot;rotate&quot;:-0.40556250396723587,&quot;skewX&quot;:7.669979442805062e-17},&quot;opacity&quot;:1,&quot;path&quot;:{&quot;type&quot;:&quot;RECT&quot;,&quot;size&quot;:{&quot;x&quot;:4.04210374882474,&quot;y&quot;:5.987188350533108},&quot;cornerRounding&quot;:{&quot;type&quot;:&quot;ARC_LENGTH&quot;,&quot;global&quot;:0}},&quot;pathStyles&quot;:[{&quot;type&quot;:&quot;FILL&quot;,&quot;fillStyle&quot;:&quot;rgba(185,145,230,1)&quot;},{&quot;type&quot;:&quot;STROKE&quot;,&quot;strokeStyle&quot;:&quot;rgba(88,68,130,1)&quot;,&quot;lineWidth&quot;:0.4716194250385222,&quot;lineJoin&quot;:&quot;round&quot;,&quot;dashArray&quot;:[0,0]}],&quot;isLocked&quot;:false,&quot;parent&quot;:{&quot;type&quot;:&quot;CHILD&quot;,&quot;parentId&quot;:&quot;c6d62963-625c-40b2-a1a6-bd901781cdf0&quot;,&quot;order&quot;:&quot;7&quot;}},&quot;4abc1dea-f235-489a-ac34-05f8def4850c&quot;:{&quot;type&quot;:&quot;FIGURE_OBJECT&quot;,&quot;id&quot;:&quot;4abc1dea-f235-489a-ac34-05f8def4850c&quot;,&quot;relativeTransform&quot;:{&quot;translate&quot;:{&quot;x&quot;:84.50983856892412,&quot;y&quot;:-12.406011021841952},&quot;rotate&quot;:-0.5589434421116198,&quot;skewX&quot;:-1.5339958885610126e-16},&quot;opacity&quot;:1,&quot;pathStyles&quot;:[{&quot;type&quot;:&quot;FILL&quot;,&quot;fillStyle&quot;:&quot;#232323&quot;}],&quot;text&quot;:{&quot;textData&quot;:{&quot;lineSpacing&quot;:&quot;normal&quot;,&quot;alignment&quot;:&quot;left&quot;,&quot;lines&quot;:[{&quot;runs&quot;:[{&quot;style&quot;:{&quot;fontFamily&quot;:&quot;Roboto&quot;,&quot;fontSize&quot;:5.030607200410901,&quot;color&quot;:&quot;#232323&quot;,&quot;fontWeight&quot;:&quot;normal&quot;,&quot;fontStyle&quot;:&quot;normal&quot;,&quot;decoration&quot;:&quot;none&quot;,&quot;script&quot;:&quot;none&quot;},&quot;range&quot;:[0,3]}],&quot;text&quot;:&quot;AAAA&quot;,&quot;baseStyle&quot;:{&quot;fontFamily&quot;:&quot;Roboto&quot;,&quot;fontSize&quot;:5.030607200410901,&quot;color&quot;:&quot;#232323&quot;,&quot;fontWeight&quot;:&quot;normal&quot;,&quot;fontStyle&quot;:&quot;normal&quot;,&quot;decoration&quot;:&quot;none&quot;,&quot;script&quot;:&quot;none&quot;}}],&quot;verticalAlign&quot;:&quot;TOP&quot;},&quot;size&quot;:{&quot;x&quot;:16.67097641864144,&quot;y&quot;:8.822187901295717},&quot;targetSize&quot;:{&quot;x&quot;:16.67097641864144,&quot;y&quot;:8.822187901295717},&quot;format&quot;:&quot;BETTER_TEXT&quot;,&quot;verticalAlign&quot;:&quot;TOP&quot;},&quot;isLocked&quot;:false,&quot;parent&quot;:{&quot;type&quot;:&quot;CHILD&quot;,&quot;parentId&quot;:&quot;c6d62963-625c-40b2-a1a6-bd901781cdf0&quot;,&quot;order&quot;:&quot;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568096e-dced-4d0a-8f24-0f356a51ddf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568096e-dced-4d0a-8f24-0f356a51ddfe&quot;:{&quot;type&quot;:&quot;FIGURE_OBJECT&quot;,&quot;id&quot;:&quot;e568096e-dced-4d0a-8f24-0f356a51ddfe&quot;,&quot;relativeTransform&quot;:{&quot;translate&quot;:{&quot;x&quot;:-575.7172208784781,&quot;y&quot;:9.544439412347288},&quot;rotate&quot;:0,&quot;skewX&quot;:0,&quot;scale&quot;:{&quot;x&quot;:1,&quot;y&quot;:1}},&quot;opacity&quot;:1,&quot;path&quot;:{&quot;type&quot;:&quot;RECT&quot;,&quot;size&quot;:{&quot;x&quot;:37.855568013096,&quot;y&quot;:14.942987373590572},&quot;cornerRounding&quot;:{&quot;type&quot;:&quot;ARC_LENGTH&quot;,&quot;global&quot;:0}},&quot;pathStyles&quot;:[{&quot;type&quot;:&quot;FILL&quot;,&quot;fillStyle&quot;:&quot;rgba(238, 244, 251, 0)&quot;},{&quot;type&quot;:&quot;STROKE&quot;,&quot;strokeStyle&quot;:&quot;rgba(23,23,23,1)&quot;,&quot;lineWidth&quot;:1.203117419774534,&quot;lineJoin&quot;:&quot;round&quot;,&quot;dashArray&quot;:[4]}],&quot;isLocked&quot;:false,&quot;parent&quot;:{&quot;type&quot;:&quot;CHILD&quot;,&quot;parentId&quot;:&quot;d8e50ddc-2894-4794-b942-a22667677530&quot;,&quot;order&quot;:&quot;999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0.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02fa9196-e49e-4126-8853-3dd0e78b0e01"/>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02fa9196-e49e-4126-8853-3dd0e78b0e01&quot;:{&quot;id&quot;:&quot;02fa9196-e49e-4126-8853-3dd0e78b0e01&quot;,&quot;name&quot;:&quot;Phospholipid 2&quot;,&quot;displayName&quot;:&quot;&quot;,&quot;type&quot;:&quot;FIGURE_OBJECT&quot;,&quot;relativeTransform&quot;:{&quot;translate&quot;:{&quot;x&quot;:-253.30170771562197,&quot;y&quot;:171.0115559997115},&quot;rotate&quot;:0,&quot;skewX&quot;:0,&quot;scale&quot;:{&quot;x&quot;:1.4719554775031607,&quot;y&quot;:1.4719554775031607}},&quot;image&quot;:{&quot;url&quot;:&quot;https://icons.cdn.biorender.com/biorender/69260a1bf2a4eafc5d0f90eb/6926094ef2a4eafc5d0f9051.png&quot;,&quot;isPremium&quot;:false,&quot;isOrgIcon&quot;:false,&quot;size&quot;:{&quot;x&quot;:25,&quot;y&quot;:62.32876712328767},&quot;fallbackUrl&quot;:&quot;sources/icons/69260a1bf2a4eafc5d0f90eb/6926094ef2a4eafc5d0f9051.svg&quot;},&quot;source&quot;:{&quot;id&quot;:&quot;6926094ef2a4eafc5d0f9051&quot;,&quot;version&quot;:&quot;20251125195612&quot;,&quot;type&quot;:&quot;ASSETS&quot;},&quot;isPremium&quot;:false,&quot;parent&quot;:{&quot;type&quot;:&quot;CHILD&quot;,&quot;parentId&quot;:&quot;162f6727-e55b-41a7-9b31-dbe318ffeca1&quot;,&quot;order&quot;:&quot;5&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1.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78f639ce-9221-4b57-93ce-7c5faedd8a5b"/>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78f639ce-9221-4b57-93ce-7c5faedd8a5b&quot;:{&quot;id&quot;:&quot;78f639ce-9221-4b57-93ce-7c5faedd8a5b&quot;,&quot;name&quot;:&quot;Phospholipid (large, bilayer)&quot;,&quot;displayName&quot;:&quot;&quot;,&quot;type&quot;:&quot;FIGURE_OBJECT&quot;,&quot;relativeTransform&quot;:{&quot;translate&quot;:{&quot;x&quot;:-65.52087623652055,&quot;y&quot;:180.69409271124223},&quot;rotate&quot;:0,&quot;skewX&quot;:0,&quot;scale&quot;:{&quot;x&quot;:0.5178579792804333,&quot;y&quot;:0.6422752276929696}},&quot;image&quot;:{&quot;url&quot;:&quot;https://icons.cdn.biorender.com/biorender/691f861022ddf0449683ff1f/691f858922ddf0449683feb3.png&quot;,&quot;isPremium&quot;:false,&quot;isOrgIcon&quot;:false,&quot;size&quot;:{&quot;x&quot;:50,&quot;y&quot;:199.30555555555554},&quot;fallbackUrl&quot;:&quot;sources/icons/691f861022ddf0449683ff1f/691f858922ddf0449683feb3.svg&quot;},&quot;source&quot;:{&quot;id&quot;:&quot;691f858922ddf0449683feb3&quot;,&quot;version&quot;:&quot;20251120211818&quot;,&quot;type&quot;:&quot;ASSETS&quot;},&quot;isPremium&quot;:false,&quot;parent&quot;:{&quot;type&quot;:&quot;CHILD&quot;,&quot;parentId&quot;:&quot;162f6727-e55b-41a7-9b31-dbe318ffeca1&quot;,&quot;order&quot;:&quot;7&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2.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e83d0509-1f0c-483b-b7d5-1e121cd2ed11"/>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e83d0509-1f0c-483b-b7d5-1e121cd2ed11&quot;:{&quot;id&quot;:&quot;e83d0509-1f0c-483b-b7d5-1e121cd2ed11&quot;,&quot;name&quot;:&quot;Steroid (generic)&quot;,&quot;displayName&quot;:&quot;&quot;,&quot;type&quot;:&quot;FIGURE_OBJECT&quot;,&quot;relativeTransform&quot;:{&quot;translate&quot;:{&quot;x&quot;:-384.8557955467717,&quot;y&quot;:167.43905612089},&quot;rotate&quot;:0,&quot;skewX&quot;:0,&quot;scale&quot;:{&quot;x&quot;:2.3320982817595857,&quot;y&quot;:2.3320982817595857}},&quot;image&quot;:{&quot;url&quot;:&quot;https://icons.cdn.biorender.com/biorender/5bef024fe9804312009670e5/5a171b283a4a2e0014c81e44.png&quot;,&quot;isPremium&quot;:false,&quot;isOrgIcon&quot;:false,&quot;size&quot;:{&quot;x&quot;:50,&quot;y&quot;:29.483282674772035},&quot;fallbackUrl&quot;:&quot;sources/icons/5bef024fe9804312009670e5/5a171b283a4a2e0014c81e44.svg&quot;},&quot;source&quot;:{&quot;id&quot;:&quot;5a171b283a4a2e0014c81e44&quot;,&quot;version&quot;:&quot;20181116174548&quot;,&quot;type&quot;:&quot;ASSETS&quot;},&quot;isPremium&quot;:false,&quot;parent&quot;:{&quot;type&quot;:&quot;CHILD&quot;,&quot;parentId&quot;:&quot;162f6727-e55b-41a7-9b31-dbe318ffeca1&quot;,&quot;order&quot;:&quot;8&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3.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f2dfda9d-f3e6-477f-8586-ac9b7f2dd242"/>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f2dfda9d-f3e6-477f-8586-ac9b7f2dd242&quot;:{&quot;id&quot;:&quot;f2dfda9d-f3e6-477f-8586-ac9b7f2dd242&quot;,&quot;name&quot;:&quot;Lipid A (3)&quot;,&quot;displayName&quot;:&quot;&quot;,&quot;type&quot;:&quot;FIGURE_OBJECT&quot;,&quot;relativeTransform&quot;:{&quot;translate&quot;:{&quot;x&quot;:-159.30153926758496,&quot;y&quot;:172.52038536426852},&quot;rotate&quot;:0,&quot;skewX&quot;:0,&quot;scale&quot;:{&quot;x&quot;:1.407906848670804,&quot;y&quot;:1.407906848670804}},&quot;image&quot;:{&quot;url&quot;:&quot;https://icons.cdn.biorender.com/biorender/5bc5f341d95c5b1300834122/5bc5f302d95c5b1300834120.png&quot;,&quot;isPremium&quot;:false,&quot;isOrgIcon&quot;:false,&quot;size&quot;:{&quot;x&quot;:50,&quot;y&quot;:67.3076923076923},&quot;fallbackUrl&quot;:&quot;sources/icons/5bc5f341d95c5b1300834122/5bc5f302d95c5b1300834120.svg&quot;},&quot;source&quot;:{&quot;id&quot;:&quot;5bc5f302d95c5b1300834120&quot;,&quot;version&quot;:&quot;20181016141819&quot;,&quot;type&quot;:&quot;ASSETS&quot;},&quot;isPremium&quot;:false,&quot;parent&quot;:{&quot;type&quot;:&quot;CHILD&quot;,&quot;parentId&quot;:&quot;162f6727-e55b-41a7-9b31-dbe318ffeca1&quot;,&quot;order&quot;:&quot;95&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bf6ffc5-71de-40d6-a269-530db28879b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bf6ffc5-71de-40d6-a269-530db28879bb&quot;:{&quot;type&quot;:&quot;FIGURE_OBJECT&quot;,&quot;id&quot;:&quot;cbf6ffc5-71de-40d6-a269-530db28879bb&quot;,&quot;relativeTransform&quot;:{&quot;translate&quot;:{&quot;x&quot;:-26.644352341418262,&quot;y&quot;:-0.2820182891466012},&quot;rotate&quot;:0,&quot;skewX&quot;:0,&quot;scale&quot;:{&quot;x&quot;:1,&quot;y&quot;:1}},&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7&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4a9abbd7-e696-44c5-bdb7-2a87b81d3b43"/>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4a9abbd7-e696-44c5-bdb7-2a87b81d3b43&quot;:{&quot;type&quot;:&quot;FIGURE_OBJECT&quot;,&quot;id&quot;:&quot;4a9abbd7-e696-44c5-bdb7-2a87b81d3b43&quot;,&quot;relativeTransform&quot;:{&quot;translate&quot;:{&quot;x&quot;:143.5558162454318,&quot;y&quot;:105.62832285036296},&quot;rotate&quot;:0.45544243397604406,&quot;skewX&quot;:0,&quot;scale&quot;:{&quot;x&quot;:1,&quot;y&quot;:1}},&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8&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288b21e0-7fcf-413f-9cfe-291657e1329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288b21e0-7fcf-413f-9cfe-291657e13294&quot;:{&quot;type&quot;:&quot;FIGURE_OBJECT&quot;,&quot;id&quot;:&quot;288b21e0-7fcf-413f-9cfe-291657e13294&quot;,&quot;relativeTransform&quot;:{&quot;translate&quot;:{&quot;x&quot;:204.61928906664227,&quot;y&quot;:226.98860386051916},&quot;rotate&quot;:0.8932901298509316,&quot;skewX&quot;:0,&quot;scale&quot;:{&quot;x&quot;:0.9999999999999998,&quot;y&quot;:0.9999999999999999}},&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2fa563c-0ab0-40b3-8f3d-6db0bec78c3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2fa563c-0ab0-40b3-8f3d-6db0bec78c34&quot;:{&quot;type&quot;:&quot;FIGURE_OBJECT&quot;,&quot;id&quot;:&quot;12fa563c-0ab0-40b3-8f3d-6db0bec78c34&quot;,&quot;relativeTransform&quot;:{&quot;translate&quot;:{&quot;x&quot;:0.4277085239896081,&quot;y&quot;:352.5186108062795},&quot;rotate&quot;:1.8850524609310975,&quot;skewX&quot;:-2.7755575615628933e-16,&quot;scale&quot;:{&quot;x&quot;:0.9999999999999997,&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5&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49bab67-58d1-472f-83d8-031304d5b90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49bab67-58d1-472f-83d8-031304d5b90d&quot;:{&quot;type&quot;:&quot;FIGURE_OBJECT&quot;,&quot;id&quot;:&quot;949bab67-58d1-472f-83d8-031304d5b90d&quot;,&quot;relativeTransform&quot;:{&quot;translate&quot;:{&quot;x&quot;:-264.17623618243385,&quot;y&quot;:138.67748779975153},&quot;rotate&quot;:3.141592653589793,&quot;skewX&quot;:-2.775557561562894e-16,&quot;scale&quot;:{&quot;x&quot;:0.9999999999999998,&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7&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f5e8e9cc-84ac-4e4b-a477-253fcb98ee0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f5e8e9cc-84ac-4e4b-a477-253fcb98ee06&quot;:{&quot;relativeTransform&quot;:{&quot;translate&quot;:{&quot;x&quot;:251.3231290704524,&quot;y&quot;:87.00592504014296},&quot;rotate&quot;:0,&quot;skewX&quot;:0,&quot;scale&quot;:{&quot;x&quot;:1,&quot;y&quot;:1}},&quot;type&quot;:&quot;FIGURE_OBJECT&quot;,&quot;id&quot;:&quot;f5e8e9cc-84ac-4e4b-a477-253fcb98ee06&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d8e50ddc-2894-4794-b942-a22667677530&quot;,&quot;order&quot;:&quot;99999999997&quot;},&quot;isPremium&quot;:true},&quot;c69b1017-ae8d-4734-a163-d0bdc408420f&quot;:{&quot;id&quot;:&quot;c69b1017-ae8d-4734-a163-d0bdc408420f&quot;,&quot;name&quot;:&quot;Cancer cell&quot;,&quot;type&quot;:&quot;FIGURE_OBJECT&quot;,&quot;relativeTransform&quot;:{&quot;translate&quot;:{&quot;x&quot;:-7.677364294932775,&quot;y&quot;:-10.275725356382928},&quot;rotate&quot;:0,&quot;skewX&quot;:0,&quot;scale&quot;:{&quot;x&quot;:0.21784385492126862,&quot;y&quot;:0.217843854921268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2&quot;}},&quot;84a22b42-0194-4c65-b83e-ee8db3c73366&quot;:{&quot;id&quot;:&quot;84a22b42-0194-4c65-b83e-ee8db3c73366&quot;,&quot;name&quot;:&quot;Cancer cell&quot;,&quot;type&quot;:&quot;FIGURE_OBJECT&quot;,&quot;relativeTransform&quot;:{&quot;translate&quot;:{&quot;x&quot;:8.994651821032052,&quot;y&quot;:-10.41371685764222},&quot;rotate&quot;:-0.6590175543038372,&quot;skewX&quot;:-1.4621758949997988e-16,&quot;scale&quot;:{&quot;x&quot;:0.21784385492126873,&quot;y&quot;:0.217843854921268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5&quot;}},&quot;5ac885e3-7a68-4364-b892-9f6f8b5bc76c&quot;:{&quot;id&quot;:&quot;5ac885e3-7a68-4364-b892-9f6f8b5bc76c&quot;,&quot;name&quot;:&quot;Cancer cell&quot;,&quot;type&quot;:&quot;FIGURE_OBJECT&quot;,&quot;relativeTransform&quot;:{&quot;translate&quot;:{&quot;x&quot;:0.5657203237801105,&quot;y&quot;:1.5016928941939809},&quot;rotate&quot;:1.2242084338272924e-16,&quot;skewX&quot;:-6.121042169136468e-17,&quot;scale&quot;:{&quot;x&quot;:0.2178438549212687,&quot;y&quot;:0.217843854921268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9&quot;}},&quot;36b2d888-983c-46fb-8eaa-0d4c82911ab3&quot;:{&quot;id&quot;:&quot;36b2d888-983c-46fb-8eaa-0d4c82911ab3&quot;,&quot;name&quot;:&quot;Cancer cell&quot;,&quot;type&quot;:&quot;FIGURE_OBJECT&quot;,&quot;relativeTransform&quot;:{&quot;translate&quot;:{&quot;x&quot;:-4.834919499782739,&quot;y&quot;:-17.749436484444253},&quot;rotate&quot;:0.3660135791738499,&quot;skewX&quot;:8.3348412581964e-17,&quot;scale&quot;:{&quot;x&quot;:-0.20402409462695334,&quot;y&quot;:0.204024094626953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quot;},&quot;opacity&quot;:0.75},&quot;4fd8be3e-d463-4322-9720-78d7e02a2002&quot;:{&quot;id&quot;:&quot;4fd8be3e-d463-4322-9720-78d7e02a2002&quot;,&quot;name&quot;:&quot;Cancer cell&quot;,&quot;type&quot;:&quot;FIGURE_OBJECT&quot;,&quot;relativeTransform&quot;:{&quot;translate&quot;:{&quot;x&quot;:-16.873377494055976,&quot;y&quot;:4.512885545557315},&quot;rotate&quot;:5.76291900546817,&quot;skewX&quot;:0,&quot;scale&quot;:{&quot;x&quot;:-0.20402409462695334,&quot;y&quot;:0.204024094626953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2&quot;},&quot;opacity&quot;:1},&quot;1f393caa-2783-40db-bf7b-82726edd4f83&quot;:{&quot;id&quot;:&quot;1f393caa-2783-40db-bf7b-82726edd4f83&quot;,&quot;name&quot;:&quot;Cancer cell&quot;,&quot;type&quot;:&quot;FIGURE_OBJECT&quot;,&quot;relativeTransform&quot;:{&quot;translate&quot;:{&quot;x&quot;:6.506338927433782,&quot;y&quot;:2.0140527000701884},&quot;rotate&quot;:0.3557654161715666,&quot;skewX&quot;:-1.6669682516392797e-16,&quot;scale&quot;:{&quot;x&quot;:0.20402409462695334,&quot;y&quot;:0.204024094626953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5&quot;},&quot;opacity&quot;:0.75},&quot;7dc35a94-22db-4820-9cb2-e630b2eca440&quot;:{&quot;id&quot;:&quot;7dc35a94-22db-4820-9cb2-e630b2eca440&quot;,&quot;name&quot;:&quot;Cancer cell&quot;,&quot;type&quot;:&quot;FIGURE_OBJECT&quot;,&quot;relativeTransform&quot;:{&quot;translate&quot;:{&quot;x&quot;:12.300539307892945,&quot;y&quot;:-18.914309564436383},&quot;rotate&quot;:-0.46094016589674563,&quot;skewX&quot;:-3.18721212260302e-16,&quot;scale&quot;:{&quot;x&quot;:0.19519049418677087,&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2&quot;},&quot;opacity&quot;:0.75},&quot;d7d5c78a-2789-41f3-97a1-02ef3a36bd55&quot;:{&quot;id&quot;:&quot;d7d5c78a-2789-41f3-97a1-02ef3a36bd55&quot;,&quot;name&quot;:&quot;Cancer cell&quot;,&quot;type&quot;:&quot;FIGURE_OBJECT&quot;,&quot;relativeTransform&quot;:{&quot;translate&quot;:{&quot;x&quot;:-16.24209100723816,&quot;y&quot;:-7.11546889982188},&quot;rotate&quot;:-2.657675854596578,&quot;skewX&quot;:-2.731896105088303e-16,&quot;scale&quot;:{&quot;x&quot;:0.19519049418677087,&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5&quot;},&quot;opacity&quot;:0.75},&quot;34ff4cab-3e5e-448e-9505-5bae80364354&quot;:{&quot;id&quot;:&quot;34ff4cab-3e5e-448e-9505-5bae80364354&quot;,&quot;name&quot;:&quot;Cancer cell&quot;,&quot;type&quot;:&quot;FIGURE_OBJECT&quot;,&quot;relativeTransform&quot;:{&quot;translate&quot;:{&quot;x&quot;:-22.652441223520814,&quot;y&quot;:-13.127031312748102},&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3&quot;},&quot;opacity&quot;:0.75},&quot;1c295491-9cee-4b5c-ab56-2684815e9081&quot;:{&quot;id&quot;:&quot;1c295491-9cee-4b5c-ab56-2684815e9081&quot;,&quot;name&quot;:&quot;Cancer cell&quot;,&quot;type&quot;:&quot;FIGURE_OBJECT&quot;,&quot;relativeTransform&quot;:{&quot;translate&quot;:{&quot;x&quot;:2.624938188866253,&quot;y&quot;:-20.62758891519754},&quot;rotate&quot;:2.074478189675535,&quot;skewX&quot;:7.465238875837614e-17,&quot;scale&quot;:{&quot;x&quot;:0.15243801096772866,&quot;y&quot;:0.1524380109677287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5&quot;},&quot;opacity&quot;:0.33},&quot;fd7fd6e4-2850-43a0-b9e7-cda565a2b10d&quot;:{&quot;id&quot;:&quot;fd7fd6e4-2850-43a0-b9e7-cda565a2b10d&quot;,&quot;name&quot;:&quot;Cancer cell&quot;,&quot;type&quot;:&quot;FIGURE_OBJECT&quot;,&quot;relativeTransform&quot;:{&quot;translate&quot;:{&quot;x&quot;:13.698056284081813,&quot;y&quot;:6.512321825734977},&quot;rotate&quot;:2.5459788714337668,&quot;skewX&quot;:-1.4621758949998005e-16,&quot;scale&quot;:{&quot;x&quot;:0.2178438549212686,&quot;y&quot;:0.217843854921268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8&quot;}},&quot;e5c0b36f-8d2f-4528-b237-4800496a22d6&quot;:{&quot;id&quot;:&quot;e5c0b36f-8d2f-4528-b237-4800496a22d6&quot;,&quot;name&quot;:&quot;Cancer cell&quot;,&quot;type&quot;:&quot;FIGURE_OBJECT&quot;,&quot;relativeTransform&quot;:{&quot;translate&quot;:{&quot;x&quot;:-0.7952165866551006,&quot;y&quot;:14.967558239259596},&quot;rotate&quot;:1.8869613171299298,&quot;skewX&quot;:1.462175894999799e-16,&quot;scale&quot;:{&quot;x&quot;:0.2178438549212687,&quot;y&quot;:0.217843854921268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quot;}},&quot;d56c8fdf-bffa-4771-9b2f-3de191c56ba2&quot;:{&quot;id&quot;:&quot;d56c8fdf-bffa-4771-9b2f-3de191c56ba2&quot;,&quot;name&quot;:&quot;Cancer cell&quot;,&quot;type&quot;:&quot;FIGURE_OBJECT&quot;,&quot;relativeTransform&quot;:{&quot;translate&quot;:{&quot;x&quot;:21.789672088225565,&quot;y&quot;:-1.6512084617105929},&quot;rotate&quot;:5.687775170272651,&quot;skewX&quot;:5.834388880737478e-16,&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35&quot;},&quot;opacity&quot;:0.75},&quot;9a83a862-b33f-42ac-af2a-6a2976f8ed9d&quot;:{&quot;id&quot;:&quot;9a83a862-b33f-42ac-af2a-6a2976f8ed9d&quot;,&quot;name&quot;:&quot;Cancer cell&quot;,&quot;type&quot;:&quot;FIGURE_OBJECT&quot;,&quot;relativeTransform&quot;:{&quot;translate&quot;:{&quot;x&quot;:16.809221491398148,&quot;y&quot;:23.044448251284816},&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5&quot;},&quot;opacity&quot;:0.75},&quot;13d93810-34e9-4efd-806d-3848279e5e5e&quot;:{&quot;id&quot;:&quot;13d93810-34e9-4efd-806d-3848279e5e5e&quot;,&quot;name&quot;:&quot;Cancer cell&quot;,&quot;type&quot;:&quot;FIGURE_OBJECT&quot;,&quot;relativeTransform&quot;:{&quot;translate&quot;:{&quot;x&quot;:2.8245032613355203,&quot;y&quot;:26.72381397870176},&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quot;},&quot;opacity&quot;:0.75},&quot;ea13eda6-89fb-4520-9214-abceac50a26a&quot;:{&quot;id&quot;:&quot;ea13eda6-89fb-4520-9214-abceac50a26a&quot;,&quot;name&quot;:&quot;Cancer cell&quot;,&quot;type&quot;:&quot;FIGURE_OBJECT&quot;,&quot;relativeTransform&quot;:{&quot;translate&quot;:{&quot;x&quot;:-17.693350949821603,&quot;y&quot;:15.86046218240439},&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2&quot;},&quot;opacity&quot;:0.75},&quot;f58cde61-e6ab-46d2-ae3c-c5edc603f49c&quot;:{&quot;id&quot;:&quot;f58cde61-e6ab-46d2-ae3c-c5edc603f49c&quot;,&quot;name&quot;:&quot;Cancer cell&quot;,&quot;type&quot;:&quot;FIGURE_OBJECT&quot;,&quot;relativeTransform&quot;:{&quot;translate&quot;:{&quot;x&quot;:-8.73210090412732,&quot;y&quot;:15.44371966888923},&quot;rotate&quot;:5.687775170272651,&quot;skewX&quot;:1.0001809509835676e-15,&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4&quot;},&quot;opacity&quot;:0.75},&quot;0227566b-7259-4211-afd5-7fc57474a11d&quot;:{&quot;id&quot;:&quot;0227566b-7259-4211-afd5-7fc57474a11d&quot;,&quot;name&quot;:&quot;Cancer cell&quot;,&quot;type&quot;:&quot;FIGURE_OBJECT&quot;,&quot;relativeTransform&quot;:{&quot;translate&quot;:{&quot;x&quot;:5.358672192701625,&quot;y&quot;:-25.668946025490072},&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quot;},&quot;opacity&quot;:0.75},&quot;c58e6e61-17d4-4068-b594-1cc33ced72db&quot;:{&quot;id&quot;:&quot;c58e6e61-17d4-4068-b594-1cc33ced72db&quot;,&quot;name&quot;:&quot;Cancer cell&quot;,&quot;type&quot;:&quot;FIGURE_OBJECT&quot;,&quot;relativeTransform&quot;:{&quot;translate&quot;:{&quot;x&quot;:18.64031845551752,&quot;y&quot;:-12.865108597820702},&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2&quot;},&quot;opacity&quot;:0.75},&quot;86a26160-66a3-41c3-bbe9-91f2543ec396&quot;:{&quot;id&quot;:&quot;86a26160-66a3-41c3-bbe9-91f2543ec396&quot;,&quot;name&quot;:&quot;Cancer cell&quot;,&quot;type&quot;:&quot;FIGURE_OBJECT&quot;,&quot;relativeTransform&quot;:{&quot;translate&quot;:{&quot;x&quot;:-27.073367953962624,&quot;y&quot;:3.808446857226162},&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05&quot;},&quot;opacity&quot;:0.75},&quot;37998d4c-d9e2-47bc-9ad5-ab7a17cdf2dd&quot;:{&quot;id&quot;:&quot;37998d4c-d9e2-47bc-9ad5-ab7a17cdf2dd&quot;,&quot;name&quot;:&quot;Cancer cell&quot;,&quot;type&quot;:&quot;FIGURE_OBJECT&quot;,&quot;relativeTransform&quot;:{&quot;translate&quot;:{&quot;x&quot;:11.201976381905682,&quot;y&quot;:18.38756311831772},&quot;rotate&quot;:5.687775170272651,&quot;skewX&quot;:1.0001809509835676e-15,&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quot;},&quot;opacity&quot;:0.75},&quot;028ca782-04a6-4184-91ae-070636cbac88&quot;:{&quot;id&quot;:&quot;028ca782-04a6-4184-91ae-070636cbac88&quot;,&quot;name&quot;:&quot;Cancer cell&quot;,&quot;type&quot;:&quot;FIGURE_OBJECT&quot;,&quot;relativeTransform&quot;:{&quot;translate&quot;:{&quot;x&quot;:-10.124489591518088,&quot;y&quot;:-22.319797259974052},&quot;rotate&quot;:-1.5707963267948972,&quot;skewX&quot;:-2.0494308820967842e-16,&quot;scale&quot;:{&quot;x&quot;:0.19519049418677084,&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02&quot;},&quot;opacity&quot;:0.33},&quot;13b23611-af31-4f33-ab6c-4b1b3e5d8340&quot;:{&quot;id&quot;:&quot;13b23611-af31-4f33-ab6c-4b1b3e5d8340&quot;,&quot;name&quot;:&quot;Cancer cell&quot;,&quot;type&quot;:&quot;FIGURE_OBJECT&quot;,&quot;relativeTransform&quot;:{&quot;translate&quot;:{&quot;x&quot;:-8.732232986837067,&quot;y&quot;:27.13033671059135},&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85&quot;},&quot;opacity&quot;:0.75},&quot;e74ca521-d383-469e-b8ae-e28ceb1ccdb9&quot;:{&quot;id&quot;:&quot;e74ca521-d383-469e-b8ae-e28ceb1ccdb9&quot;,&quot;name&quot;:&quot;Cancer cell&quot;,&quot;type&quot;:&quot;FIGURE_OBJECT&quot;,&quot;relativeTransform&quot;:{&quot;translate&quot;:{&quot;x&quot;:23.469483756846465,&quot;y&quot;:12.25739540720469},&quot;rotate&quot;:1.11305447359475,&quot;skewX&quot;:-3.504416948055224e-16,&quot;scale&quot;:{&quot;x&quot;:0.1861470945218114,&quot;y&quot;:0.1861470945218115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8&quot;},&quot;opacity&quot;:0.75},&quot;e6a68a5c-fff5-4620-82c2-01df73acb644&quot;:{&quot;id&quot;:&quot;e6a68a5c-fff5-4620-82c2-01df73acb644&quot;,&quot;name&quot;:&quot;Cancer cell&quot;,&quot;type&quot;:&quot;FIGURE_OBJECT&quot;,&quot;relativeTransform&quot;:{&quot;translate&quot;:{&quot;x&quot;:-33.144971713956565,&quot;y&quot;:-6.538977968428805},&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1&quot;},&quot;opacity&quot;:0.33},&quot;7d684a7e-95c8-4a42-9219-f0d7a249764c&quot;:{&quot;id&quot;:&quot;7d684a7e-95c8-4a42-9219-f0d7a249764c&quot;,&quot;name&quot;:&quot;Cancer cell&quot;,&quot;type&quot;:&quot;FIGURE_OBJECT&quot;,&quot;relativeTransform&quot;:{&quot;translate&quot;:{&quot;x&quot;:-22.652118433310505,&quot;y&quot;:-23.541280230447338},&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2&quot;},&quot;opacity&quot;:0.33},&quot;ef62add6-6673-409e-995e-64c2e6154b02&quot;:{&quot;id&quot;:&quot;ef62add6-6673-409e-995e-64c2e6154b02&quot;,&quot;name&quot;:&quot;Cancer cell&quot;,&quot;type&quot;:&quot;FIGURE_OBJECT&quot;,&quot;relativeTransform&quot;:{&quot;translate&quot;:{&quot;x&quot;:-4.962816571558019,&quot;y&quot;:-32.3668060086085},&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5&quot;},&quot;opacity&quot;:0.33},&quot;91aeaf06-89af-4412-aa65-c39eab3bb9a2&quot;:{&quot;id&quot;:&quot;91aeaf06-89af-4412-aa65-c39eab3bb9a2&quot;,&quot;name&quot;:&quot;Cancer cell&quot;,&quot;type&quot;:&quot;FIGURE_OBJECT&quot;,&quot;relativeTransform&quot;:{&quot;translate&quot;:{&quot;x&quot;:15.233768968587489,&quot;y&quot;:-29.977041820230372},&quot;rotate&quot;:-2.9346703934790663,&quot;skewX&quot;:-1.365948052544153e-16,&quot;scale&quot;:{&quot;x&quot;:0.19519049418677076,&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6&quot;},&quot;opacity&quot;:0.33},&quot;677022a9-d476-497f-9b1d-d5285b741772&quot;:{&quot;id&quot;:&quot;677022a9-d476-497f-9b1d-d5285b741772&quot;,&quot;name&quot;:&quot;Cancer cell&quot;,&quot;type&quot;:&quot;FIGURE_OBJECT&quot;,&quot;relativeTransform&quot;:{&quot;translate&quot;:{&quot;x&quot;:28.963548903027533,&quot;y&quot;:-13.10600796933068},&quot;rotate&quot;:-2.9346703934790663,&quot;skewX&quot;:-1.365948052544153e-16,&quot;scale&quot;:{&quot;x&quot;:0.19519049418677076,&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7&quot;},&quot;opacity&quot;:0.33},&quot;1589fbd7-128e-427d-9e22-062d069ec354&quot;:{&quot;id&quot;:&quot;1589fbd7-128e-427d-9e22-062d069ec354&quot;,&quot;name&quot;:&quot;Cancer cell&quot;,&quot;type&quot;:&quot;FIGURE_OBJECT&quot;,&quot;relativeTransform&quot;:{&quot;translate&quot;:{&quot;x&quot;:33.33826704806202,&quot;y&quot;:3.519531619006736},&quot;rotate&quot;:-0.3260891048877313,&quot;skewX&quot;:-1.8212640700588696e-16,&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quot;},&quot;opacity&quot;:0.33},&quot;e10f0b46-d2f9-48db-8c25-2d44ce381230&quot;:{&quot;id&quot;:&quot;e10f0b46-d2f9-48db-8c25-2d44ce381230&quot;,&quot;name&quot;:&quot;Cancer cell&quot;,&quot;type&quot;:&quot;FIGURE_OBJECT&quot;,&quot;relativeTransform&quot;:{&quot;translate&quot;:{&quot;x&quot;:24.42885113092196,&quot;y&quot;:20.032172671723547},&quot;rotate&quot;:-0.3260891048877313,&quot;skewX&quot;:-4.553160175147174e-17,&quot;scale&quot;:{&quot;x&quot;:0.1951904941867708,&quot;y&quot;:0.1951904941867708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1&quot;},&quot;opacity&quot;:0.33},&quot;4f89490b-6999-47ef-9f05-b813a60e7743&quot;:{&quot;id&quot;:&quot;4f89490b-6999-47ef-9f05-b813a60e7743&quot;,&quot;name&quot;:&quot;Cancer cell&quot;,&quot;type&quot;:&quot;FIGURE_OBJECT&quot;,&quot;relativeTransform&quot;:{&quot;translate&quot;:{&quot;x&quot;:11.938003275973408,&quot;y&quot;:27.486170643451548},&quot;rotate&quot;:-0.3260891048877313,&quot;skewX&quot;:4.553160175147174e-17,&quot;scale&quot;:{&quot;x&quot;:0.1951904941867708,&quot;y&quot;:0.1951904941867708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2&quot;},&quot;opacity&quot;:0.33},&quot;756db154-d8fc-4208-868c-a55900b3927c&quot;:{&quot;id&quot;:&quot;756db154-d8fc-4208-868c-a55900b3927c&quot;,&quot;name&quot;:&quot;Cancer cell&quot;,&quot;type&quot;:&quot;FIGURE_OBJECT&quot;,&quot;relativeTransform&quot;:{&quot;translate&quot;:{&quot;x&quot;:-2.6430103624439725,&quot;y&quot;:32.61958480607526},&quot;rotate&quot;:-0.3260891048877313,&quot;skewX&quot;:1.8212640700588696e-16,&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5&quot;},&quot;opacity&quot;:0.33},&quot;568222fb-bf82-4b9a-92b5-dc00546d8a7f&quot;:{&quot;id&quot;:&quot;568222fb-bf82-4b9a-92b5-dc00546d8a7f&quot;,&quot;name&quot;:&quot;Cancer cell&quot;,&quot;type&quot;:&quot;FIGURE_OBJECT&quot;,&quot;relativeTransform&quot;:{&quot;translate&quot;:{&quot;x&quot;:-20.354045034798215,&quot;y&quot;:28.91132217293121},&quot;rotate&quot;:-2.8099013704738462,&quot;skewX&quot;:-4.553160175147174e-17,&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6&quot;},&quot;opacity&quot;:0.33},&quot;12052948-f6c5-4e26-9b1a-6a600746b0dc&quot;:{&quot;id&quot;:&quot;12052948-f6c5-4e26-9b1a-6a600746b0dc&quot;,&quot;name&quot;:&quot;Cancer cell&quot;,&quot;type&quot;:&quot;FIGURE_OBJECT&quot;,&quot;relativeTransform&quot;:{&quot;translate&quot;:{&quot;x&quot;:-31.005619923224607,&quot;y&quot;:16.633597248799646},&quot;rotate&quot;:-2.8099013704738462,&quot;skewX&quot;:0,&quot;scale&quot;:{&quot;x&quot;:0.1951904941867708,&quot;y&quot;:0.1951904941867708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7&quot;},&quot;opacity&quot;:0.33},&quot;a71f2dff-3642-4d71-bb6e-156ee8ecdca0&quot;:{&quot;id&quot;:&quot;a71f2dff-3642-4d71-bb6e-156ee8ecdca0&quot;,&quot;name&quot;:&quot;Cancer cell&quot;,&quot;type&quot;:&quot;FIGURE_OBJECT&quot;,&quot;relativeTransform&quot;:{&quot;translate&quot;:{&quot;x&quot;:-12.18228159207755,&quot;y&quot;:-20.627446718014973},&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7&quot;},&quot;opacity&quot;:0.75},&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0.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04de7a8-a30e-45f2-b5e5-3dad2d065951"/>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04de7a8-a30e-45f2-b5e5-3dad2d065951&quot;:{&quot;id&quot;:&quot;804de7a8-a30e-45f2-b5e5-3dad2d065951&quot;,&quot;name&quot;:&quot;Lymphocyte (B-cell, crawling)&quot;,&quot;displayName&quot;:&quot;B-cell (crawling)&quot;,&quot;type&quot;:&quot;FIGURE_OBJECT&quot;,&quot;relativeTransform&quot;:{&quot;translate&quot;:{&quot;x&quot;:135.3967281111078,&quot;y&quot;:89.37522580360027},&quot;rotate&quot;:0,&quot;skewX&quot;:0,&quot;scale&quot;:{&quot;x&quot;:0.5005995323458081,&quot;y&quot;:0.5005995323458081}},&quot;image&quot;:{&quot;url&quot;:&quot;https://icons.cdn.biorender.com/biorender/61536a7be75ac20029699e17/20210928192032/image/61536a7be75ac20029699e17.png&quot;,&quot;isPremium&quot;:false,&quot;isOrgIcon&quot;:false,&quot;size&quot;:{&quot;x&quot;:125,&quot;y&quot;:68.81313131313131}},&quot;source&quot;:{&quot;id&quot;:&quot;61536a7be75ac20029699e17&quot;,&quot;version&quot;:&quot;20210928192032&quot;,&quot;type&quot;:&quot;ASSETS&quot;},&quot;isPremium&quot;:false,&quot;parent&quot;:{&quot;type&quot;:&quot;CHILD&quot;,&quot;parentId&quot;:&quot;d8e50ddc-2894-4794-b942-a22667677530&quot;,&quot;order&quot;:&quot;99999999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b420451-3c1b-4f17-9bc2-30454fe3ae18"/>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b420451-3c1b-4f17-9bc2-30454fe3ae18&quot;:{&quot;id&quot;:&quot;db420451-3c1b-4f17-9bc2-30454fe3ae18&quot;,&quot;name&quot;:&quot;Lymphocyte (B-cell, crawling)&quot;,&quot;displayName&quot;:&quot;B-cell (crawling)&quot;,&quot;type&quot;:&quot;FIGURE_OBJECT&quot;,&quot;relativeTransform&quot;:{&quot;translate&quot;:{&quot;x&quot;:177.10492919866837,&quot;y&quot;:123.6789130509991},&quot;rotate&quot;:0,&quot;skewX&quot;:0,&quot;scale&quot;:{&quot;x&quot;:0.4964091919429552,&quot;y&quot;:0.4964091919429552}},&quot;image&quot;:{&quot;url&quot;:&quot;https://icons.cdn.biorender.com/biorender/61536a7be75ac20029699e17/20210928192032/image/61536a7be75ac20029699e17.png&quot;,&quot;isPremium&quot;:false,&quot;isOrgIcon&quot;:false,&quot;size&quot;:{&quot;x&quot;:125,&quot;y&quot;:68.81313131313131}},&quot;source&quot;:{&quot;id&quot;:&quot;61536a7be75ac20029699e17&quot;,&quot;version&quot;:&quot;20210928192032&quot;,&quot;type&quot;:&quot;ASSETS&quot;},&quot;isPremium&quot;:false,&quot;parent&quot;:{&quot;type&quot;:&quot;CHILD&quot;,&quot;parentId&quot;:&quot;d8e50ddc-2894-4794-b942-a22667677530&quot;,&quot;order&quot;:&quot;999999999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05ff5d34-b6b4-42c4-9883-96e675a0c0e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05ff5d34-b6b4-42c4-9883-96e675a0c0e9&quot;:{&quot;id&quot;:&quot;05ff5d34-b6b4-42c4-9883-96e675a0c0e9&quot;,&quot;name&quot;:&quot;Cancer cell (apoptosis)&quot;,&quot;displayName&quot;:&quot;&quot;,&quot;type&quot;:&quot;FIGURE_OBJECT&quot;,&quot;relativeTransform&quot;:{&quot;translate&quot;:{&quot;x&quot;:-344.842201245724,&quot;y&quot;:205.79506748678912},&quot;rotate&quot;:0,&quot;skewX&quot;:0,&quot;scale&quot;:{&quot;x&quot;:0.7235302698158361,&quot;y&quot;:0.7235302698158361}},&quot;image&quot;:{&quot;url&quot;:&quot;https://icons.cdn.biorender.com/biorender/61537482e75ac20029699fa6/20211025190313/image/61537482e75ac20029699fa6.png&quot;,&quot;isPremium&quot;:false,&quot;isOrgIcon&quot;:false,&quot;size&quot;:{&quot;x&quot;:115,&quot;y&quot;:117.52747252747253}},&quot;source&quot;:{&quot;id&quot;:&quot;61537482e75ac20029699fa6&quot;,&quot;version&quot;:&quot;20211025190313&quot;,&quot;type&quot;:&quot;ASSETS&quot;},&quot;isPremium&quot;:false,&quot;parent&quot;:{&quot;type&quot;:&quot;CHILD&quot;,&quot;parentId&quot;:&quot;d8e50ddc-2894-4794-b942-a22667677530&quot;,&quot;order&quot;:&quot;99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de5eb02-7110-460c-b918-6fafd6da54f7"/>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de5eb02-7110-460c-b918-6fafd6da54f7&quot;:{&quot;type&quot;:&quot;FIGURE_OBJECT&quot;,&quot;id&quot;:&quot;8de5eb02-7110-460c-b918-6fafd6da54f7&quot;,&quot;relativeTransform&quot;:{&quot;translate&quot;:{&quot;x&quot;:0,&quot;y&quot;:0},&quot;rotate&quot;:0,&quot;skewX&quot;:0,&quot;scale&quot;:{&quot;x&quot;:1,&quot;y&quot;:1}},&quot;opacity&quot;:1,&quot;path&quot;:{&quot;type&quot;:&quot;POLY_LINE&quot;,&quot;points&quot;:[{&quot;x&quot;:-391.13995781054234,&quot;y&quot;:174.6105854234577},{&quot;x&quot;:-413.95813108261035,&quot;y&quot;:88.62762612409384},{&quot;x&quot;:-369.7679385609103,&quot;y&quot;:-29.243509545752346}],&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9&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a310bb3-368e-4f3a-9ebc-40707721496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a310bb3-368e-4f3a-9ebc-40707721496d&quot;:{&quot;type&quot;:&quot;FIGURE_OBJECT&quot;,&quot;id&quot;:&quot;9a310bb3-368e-4f3a-9ebc-40707721496d&quot;,&quot;relativeTransform&quot;:{&quot;translate&quot;:{&quot;x&quot;:-460.7637564502351,&quot;y&quot;:-76.88861038349563},&quot;rotate&quot;:-2.3582259220446904,&quot;skewX&quot;:-2.775557561562893e-16,&quot;scale&quot;:{&quot;x&quot;:0.9999999999999998,&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8&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5.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774,&quot;width&quot;:2252}"/>
</p:tagLst>
</file>

<file path=ppt/tags/tag26.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758,&quot;width&quot;:2252}"/>
</p:tagLst>
</file>

<file path=ppt/tags/tag2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21514331-ada0-4338-aac9-34e833ae6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21514331-ada0-4338-aac9-34e833ae64ab&quot;:{&quot;id&quot;:&quot;21514331-ada0-4338-aac9-34e833ae64ab&quot;,&quot;name&quot;:&quot;Cancer cell (3D) 2&quot;,&quot;displayName&quot;:&quot;&quot;,&quot;type&quot;:&quot;FIGURE_OBJECT&quot;,&quot;relativeTransform&quot;:{&quot;translate&quot;:{&quot;x&quot;:-139.53734182210945,&quot;y&quot;:228.55935230141748},&quot;rotate&quot;:0,&quot;skewX&quot;:0,&quot;scale&quot;:{&quot;x&quot;:1,&quot;y&quot;:1}},&quot;image&quot;:{&quot;url&quot;:&quot;https://icons.cdn.biorender.com/biorender/644a99cdc563ad0020d590f1/20230427155224/image/644a99cdc563ad0020d590f1.png&quot;,&quot;isPremium&quot;:true,&quot;isOrgIcon&quot;:false,&quot;size&quot;:{&quot;x&quot;:100,&quot;y&quot;:99.54648526077098}},&quot;source&quot;:{&quot;id&quot;:&quot;644a99cdc563ad0020d590f1&quot;,&quot;version&quot;:&quot;20230427155224&quot;,&quot;type&quot;:&quot;ASSETS&quot;},&quot;isPremium&quot;:true,&quot;parent&quot;:{&quot;type&quot;:&quot;CHILD&quot;,&quot;parentId&quot;:&quot;d8e50ddc-2894-4794-b942-a22667677530&quot;,&quot;order&quot;:&quot;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969c144-6862-4fc8-b4a5-133edc825ec0"/>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969c144-6862-4fc8-b4a5-133edc825ec0&quot;:{&quot;id&quot;:&quot;1969c144-6862-4fc8-b4a5-133edc825ec0&quot;,&quot;name&quot;:&quot;Lymphocyte (B-cell)&quot;,&quot;displayName&quot;:&quot;B-cell&quot;,&quot;type&quot;:&quot;FIGURE_OBJECT&quot;,&quot;relativeTransform&quot;:{&quot;translate&quot;:{&quot;x&quot;:9.494788387679478,&quot;y&quot;:222.33917950654558},&quot;rotate&quot;:0,&quot;skewX&quot;:0,&quot;scale&quot;:{&quot;x&quot;:0.7440708976756775,&quot;y&quot;:0.7440708976756776}},&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39900d4-bec9-482f-baf9-15029d45dee5"/>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39900d4-bec9-482f-baf9-15029d45dee5&quot;:{&quot;relativeTransform&quot;:{&quot;translate&quot;:{&quot;x&quot;:-106.42902722360928,&quot;y&quot;:-225.99548710172027},&quot;rotate&quot;:0,&quot;skewX&quot;:0,&quot;scale&quot;:{&quot;x&quot;:1,&quot;y&quot;:1}},&quot;type&quot;:&quot;FIGURE_OBJECT&quot;,&quot;id&quot;:&quot;939900d4-bec9-482f-baf9-15029d45dee5&quot;,&quot;name&quot;:&quot;T-cell (deactivated) and cancer cell interaction&quot;,&quot;opacity&quot;:1,&quot;source&quot;:{&quot;id&quot;:&quot;616087ca4dda0300a5ff8754&quot;,&quot;type&quot;:&quot;ASSETS&quot;},&quot;pathStyles&quot;:[{&quot;type&quot;:&quot;FILL&quot;,&quot;fillStyle&quot;:&quot;rgb(0,0,0)&quot;}],&quot;isLocked&quot;:false,&quot;parent&quot;:{&quot;type&quot;:&quot;CHILD&quot;,&quot;parentId&quot;:&quot;d8e50ddc-2894-4794-b942-a22667677530&quot;,&quot;order&quot;:&quot;999995&quot;},&quot;displayName&quot;:&quot;T-cell (deactivated) and cancer cell interaction&quot;,&quot;isPremium&quot;:true},&quot;f43d885a-b95e-4f4d-9fef-3c4e90ed8835&quot;:{&quot;type&quot;:&quot;FIGURE_OBJECT&quot;,&quot;id&quot;:&quot;f43d885a-b95e-4f4d-9fef-3c4e90ed8835&quot;,&quot;name&quot;:&quot;MHC class I&quot;,&quot;relativeTransform&quot;:{&quot;translate&quot;:{&quot;x&quot;:77.4796171817002,&quot;y&quot;:457.68492421312675},&quot;rotate&quot;:4.71238898038469,&quot;skewX&quot;:0,&quot;scale&quot;:{&quot;x&quot;:-0.23271711522430943,&quot;y&quot;:0.23271711522430943}},&quot;opacity&quot;:1,&quot;image&quot;:{&quot;url&quot;:&quot;https://icons.biorender.com/biorender/5d9b3d99dd52690004bb5477/mhc-class-i.png&quot;,&quot;fallbackUrl&quot;:&quot;https://res.cloudinary.com/dlcjuc3ej/image/upload/v1570454932/acimu7u0cjzdnw9gr4yq.svg#/keystone/api/icons/5d9b3d99dd52690004bb5477/mhc-class-i.svg&quot;,&quot;size&quot;:{&quot;x&quot;:86,&quot;y&quot;:202},&quot;isPremium&quot;:false,&quot;isPacked&quot;:true},&quot;source&quot;:{&quot;id&quot;:&quot;5d9b3c97dd52690004bb5465&quot;,&quot;type&quot;:&quot;ASSETS&quot;},&quot;pathStyles&quot;:[{&quot;type&quot;:&quot;FILL&quot;,&quot;fillStyle&quot;:&quot;rgb(0,0,0)&quot;}],&quot;isLocked&quot;:false,&quot;parent&quot;:{&quot;type&quot;:&quot;CHILD&quot;,&quot;parentId&quot;:&quot;939900d4-bec9-482f-baf9-15029d45dee5&quot;,&quot;order&quot;:&quot;85&quot;}},&quot;deb80614-eb73-44b3-896a-307b76fe9ddf&quot;:{&quot;type&quot;:&quot;FIGURE_OBJECT&quot;,&quot;id&quot;:&quot;deb80614-eb73-44b3-896a-307b76fe9ddf&quot;,&quot;name&quot;:&quot;T cell receptor (TCR)&quot;,&quot;relativeTransform&quot;:{&quot;translate&quot;:{&quot;x&quot;:29.816260649905786,&quot;y&quot;:457.6849242131273},&quot;rotate&quot;:1.5707963267948954,&quot;skewX&quot;:0,&quot;scale&quot;:{&quot;x&quot;:-0.2274280898783024,&quot;y&quot;:0.2274280898783024}},&quot;opacity&quot;:1,&quot;image&quot;:{&quot;url&quot;:&quot;https://icons.biorender.com/biorender/5d9b4084dd52690004bb54a2/t-cell-receptor.png&quot;,&quot;fallbackUrl&quot;:&quot;https://res.cloudinary.com/dlcjuc3ej/image/upload/v1570455670/wu6muex5i8q9l4heq2kb.svg#/keystone/api/icons/5d9b4084dd52690004bb54a2/t-cell-receptor.svg&quot;,&quot;size&quot;:{&quot;x&quot;:88,&quot;y&quot;:250},&quot;isPremium&quot;:false,&quot;isPacked&quot;:true},&quot;source&quot;:{&quot;id&quot;:&quot;5d9b3f39dd52690004bb5493&quot;,&quot;type&quot;:&quot;ASSETS&quot;},&quot;pathStyles&quot;:[{&quot;type&quot;:&quot;FILL&quot;,&quot;fillStyle&quot;:&quot;rgb(0,0,0)&quot;}],&quot;isLocked&quot;:false,&quot;parent&quot;:{&quot;type&quot;:&quot;CHILD&quot;,&quot;parentId&quot;:&quot;939900d4-bec9-482f-baf9-15029d45dee5&quot;,&quot;order&quot;:&quot;9&quot;}},&quot;a8ad4f09-2115-4076-8de0-9d1c2c5e9d15&quot;:{&quot;type&quot;:&quot;FIGURE_OBJECT&quot;,&quot;id&quot;:&quot;a8ad4f09-2115-4076-8de0-9d1c2c5e9d15&quot;,&quot;relativeTransform&quot;:{&quot;translate&quot;:{&quot;x&quot;:59.50719810279824,&quot;y&quot;:457.70912562636323},&quot;rotate&quot;:1.570796326794896,&quot;skewX&quot;:0,&quot;scale&quot;:{&quot;x&quot;:1,&quot;y&quot;:1}},&quot;opacity&quot;:1,&quot;path&quot;:{&quot;type&quot;:&quot;ELLIPSE&quot;,&quot;size&quot;:{&quot;x&quot;:-5.555425308129095,&quot;y&quot;:5.5674973838568835}},&quot;pathStyles&quot;:[{&quot;type&quot;:&quot;FILL&quot;,&quot;fillStyle&quot;:&quot;rgba(200, 77, 76, 1)&quot;},{&quot;type&quot;:&quot;STROKE&quot;,&quot;strokeStyle&quot;:&quot;rgba(107, 21, 25, 1)&quot;,&quot;lineWidth&quot;:0.5336979175810828,&quot;lineJoin&quot;:&quot;round&quot;}],&quot;isLocked&quot;:false,&quot;parent&quot;:{&quot;type&quot;:&quot;CHILD&quot;,&quot;parentId&quot;:&quot;939900d4-bec9-482f-baf9-15029d45dee5&quot;,&quot;order&quot;:&quot;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0.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e7e5dcd-7f62-4acf-a17c-ba21a833ddf2"/>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e7e5dcd-7f62-4acf-a17c-ba21a833ddf2&quot;:{&quot;type&quot;:&quot;FIGURE_OBJECT&quot;,&quot;id&quot;:&quot;de7e5dcd-7f62-4acf-a17c-ba21a833ddf2&quot;,&quot;relativeTransform&quot;:{&quot;translate&quot;:{&quot;x&quot;:0,&quot;y&quot;:0},&quot;rotate&quot;:0,&quot;skewX&quot;:0,&quot;scale&quot;:{&quot;x&quot;:1,&quot;y&quot;:1}},&quot;opacity&quot;:1,&quot;path&quot;:{&quot;type&quot;:&quot;POLY_LINE&quot;,&quot;points&quot;:[{&quot;x&quot;:-788.5377421438676,&quot;y&quot;:13.771022378806833},{&quot;x&quot;:-684.4338754608382,&quot;y&quot;:-98.49785345583281}],&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9&quot;},&quot;connectorInfo&quot;:{&quot;connectedObjectAtLineEnd&quot;:{&quot;objectId&quot;:&quot;82975d91-4cab-4814-845f-9d8523890bea&quot;,&quot;coordinates&quot;:{&quot;x&quot;:0,&quot;y&quot;:0}},&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44147533-227c-4f3f-a213-8a427ac57408"/>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44147533-227c-4f3f-a213-8a427ac57408&quot;:{&quot;type&quot;:&quot;FIGURE_OBJECT&quot;,&quot;id&quot;:&quot;44147533-227c-4f3f-a213-8a427ac57408&quot;,&quot;relativeTransform&quot;:{&quot;translate&quot;:{&quot;x&quot;:-132.11708522775604,&quot;y&quot;:105.62704816391096},&quot;rotate&quot;:3.141592653589793,&quot;skewX&quot;:0,&quot;scale&quot;:{&quot;x&quot;:1,&quot;y&quot;:1}},&quot;opacity&quot;:1,&quot;path&quot;:{&quot;type&quot;:&quot;POLY_LINE&quot;,&quot;points&quot;:[{&quot;x&quot;:654.9017759566649,&quot;y&quot;:91.17593508076283},{&quot;x&quot;:553.5195787362386,&quot;y&quot;:-25.8558623134321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95&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4110fa0-58b4-4b9b-aee0-71699c2a379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4110fa0-58b4-4b9b-aee0-71699c2a3796&quot;:{&quot;id&quot;:&quot;e4110fa0-58b4-4b9b-aee0-71699c2a3796&quot;,&quot;name&quot;:&quot;Injection vial (small, full liquid, with label)&quot;,&quot;displayName&quot;:&quot;&quot;,&quot;type&quot;:&quot;FIGURE_OBJECT&quot;,&quot;relativeTransform&quot;:{&quot;translate&quot;:{&quot;x&quot;:-791.4592338603696,&quot;y&quot;:14.918886414970359},&quot;rotate&quot;:0,&quot;skewX&quot;:0,&quot;scale&quot;:{&quot;x&quot;:0.3025283918399907,&quot;y&quot;:0.3025283918399907}},&quot;image&quot;:{&quot;url&quot;:&quot;https://icons.cdn.biorender.com/biorender/6889458432bcbf75a66c4633/20250729221302/image/6889458432bcbf75a66c4633.png&quot;,&quot;isPremium&quot;:true,&quot;isOrgIcon&quot;:false,&quot;size&quot;:{&quot;x&quot;:60,&quot;y&quot;:121.2972972972973}},&quot;source&quot;:{&quot;id&quot;:&quot;6889458432bcbf75a66c4633&quot;,&quot;version&quot;:&quot;20250729221302&quot;,&quot;type&quot;:&quot;ASSETS&quot;},&quot;isPremium&quot;:true,&quot;parent&quot;:{&quot;type&quot;:&quot;CHILD&quot;,&quot;parentId&quot;:&quot;d8e50ddc-2894-4794-b942-a22667677530&quot;,&quot;order&quot;:&quot;9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a1d9af0a-d9ac-4cea-aad5-dcdf8a3595ea"/>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a1d9af0a-d9ac-4cea-aad5-dcdf8a3595ea&quot;:{&quot;id&quot;:&quot;a1d9af0a-d9ac-4cea-aad5-dcdf8a3595ea&quot;,&quot;name&quot;:&quot;Syringe (medium, full)&quot;,&quot;displayName&quot;:&quot;Medium-sized syringe (full)&quot;,&quot;type&quot;:&quot;FIGURE_OBJECT&quot;,&quot;relativeTransform&quot;:{&quot;translate&quot;:{&quot;x&quot;:-791.7714530879551,&quot;y&quot;:-38.169175209198926},&quot;rotate&quot;:0,&quot;skewX&quot;:0,&quot;scale&quot;:{&quot;x&quot;:0.601558709887267,&quot;y&quot;:0.601558709887267}},&quot;image&quot;:{&quot;url&quot;:&quot;https://icons.cdn.biorender.com/biorender/5f6286043cbcf9002818a207/20200918143609/image/5f6286043cbcf9002818a207.png&quot;,&quot;isPremium&quot;:false,&quot;isOrgIcon&quot;:false,&quot;size&quot;:{&quot;x&quot;:25,&quot;y&quot;:129.39814814814815}},&quot;source&quot;:{&quot;id&quot;:&quot;5f6286043cbcf9002818a207&quot;,&quot;version&quot;:&quot;20200918143609&quot;,&quot;type&quot;:&quot;ASSETS&quot;},&quot;isPremium&quot;:false,&quot;parent&quot;:{&quot;type&quot;:&quot;CHILD&quot;,&quot;parentId&quot;:&quot;d8e50ddc-2894-4794-b942-a22667677530&quot;,&quot;order&quot;:&quot;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913cafc-8d27-4b31-bd25-16350b237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913cafc-8d27-4b31-bd25-16350b2374ab&quot;:{&quot;type&quot;:&quot;FIGURE_OBJECT&quot;,&quot;id&quot;:&quot;d913cafc-8d27-4b31-bd25-16350b2374ab&quot;,&quot;relativeTransform&quot;:{&quot;translate&quot;:{&quot;x&quot;:0,&quot;y&quot;:0},&quot;rotate&quot;:0,&quot;skewX&quot;:0,&quot;scale&quot;:{&quot;x&quot;:1,&quot;y&quot;:1}},&quot;opacity&quot;:1,&quot;path&quot;:{&quot;type&quot;:&quot;POLY_LINE&quot;,&quot;points&quot;:[{&quot;x&quot;:-595.8482313616374,&quot;y&quot;:18.218941462080465},{&quot;x&quot;:-669.1302685950367,&quot;y&quot;:92.69944417770508}],&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5&quot;},&quot;connectorInfo&quot;:{&quot;connectedObjectAtLineEnd&quot;:{&quot;objectId&quot;:&quot;c6d62963-625c-40b2-a1a6-bd901781cdf0&quot;,&quot;coordinates&quot;:{&quot;x&quot;:0,&quot;y&quot;:0.32643081668061086}},&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0da3c1b-d76b-4f74-be88-c7c70ede7f5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0da3c1b-d76b-4f74-be88-c7c70ede7f59&quot;:{&quot;type&quot;:&quot;FIGURE_OBJECT&quot;,&quot;id&quot;:&quot;e0da3c1b-d76b-4f74-be88-c7c70ede7f59&quot;,&quot;relativeTransform&quot;:{&quot;translate&quot;:{&quot;x&quot;:-1019.3170244352983,&quot;y&quot;:-71.43859895252587},&quot;rotate&quot;:-2.4492935982947064e-16,&quot;skewX&quot;:0,&quot;scale&quot;:{&quot;x&quot;:1,&quot;y&quot;:1}},&quot;opacity&quot;:1,&quot;path&quot;:{&quot;type&quot;:&quot;POLY_LINE&quot;,&quot;points&quot;:[{&quot;x&quot;:463.7307081604265,&quot;y&quot;:89.65792424154323},{&quot;x&quot;:537.9311074301502,&quot;y&quot;:152.413504163389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7&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01b8f677-ed6f-4bfc-b08f-e22661d12321"/>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01b8f677-ed6f-4bfc-b08f-e22661d12321&quot;:{&quot;relativeTransform&quot;:{&quot;translate&quot;:{&quot;x&quot;:-394.5514303196568,&quot;y&quot;:104.17463939702318},&quot;rotate&quot;:0,&quot;skewX&quot;:0,&quot;scale&quot;:{&quot;x&quot;:1,&quot;y&quot;:1}},&quot;type&quot;:&quot;FIGURE_OBJECT&quot;,&quot;id&quot;:&quot;01b8f677-ed6f-4bfc-b08f-e22661d12321&quot;,&quot;name&quot;:&quot;MHC2-TCR complex&quot;,&quot;displayName&quot;:&quot;MHC2-TCR complex&quot;,&quot;opacity&quot;:1,&quot;source&quot;:{&quot;id&quot;:&quot;5d9b45d494e11e007fbdbba6&quot;,&quot;type&quot;:&quot;ASSETS&quot;},&quot;pathStyles&quot;:[{&quot;type&quot;:&quot;FILL&quot;,&quot;fillStyle&quot;:&quot;rgb(0,0,0)&quot;}],&quot;isLocked&quot;:false,&quot;parent&quot;:{&quot;type&quot;:&quot;CHILD&quot;,&quot;parentId&quot;:&quot;d8e50ddc-2894-4794-b942-a22667677530&quot;,&quot;order&quot;:&quot;97&quot;},&quot;isPremium&quot;:true},&quot;9b450cf6-16fa-4af2-a14e-5bb954b6825a&quot;:{&quot;type&quot;:&quot;FIGURE_OBJECT&quot;,&quot;id&quot;:&quot;9b450cf6-16fa-4af2-a14e-5bb954b6825a&quot;,&quot;name&quot;:&quot;MHC class II&quot;,&quot;relativeTransform&quot;:{&quot;translate&quot;:{&quot;x&quot;:500.13282761256966,&quot;y&quot;:-155.16021695751678},&quot;rotate&quot;:2.6449561791486866,&quot;skewX&quot;:0,&quot;scale&quot;:{&quot;x&quot;:0.0904872473725457,&quot;y&quot;:0.09048724737254567}},&quot;opacity&quot;:1,&quot;image&quot;:{&quot;url&quot;:&quot;https://icons.cdn.biorender.com/biorender/63c6c48da405c500212bae6d/5d9b3e67dd52690004bb547d.png&quot;,&quot;fallbackUrl&quot;:&quot;sources/icons/63c6c48da405c500212bae6d/5d9b3e67dd52690004bb547d.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01b8f677-ed6f-4bfc-b08f-e22661d12321&quot;,&quot;order&quot;:&quot;2&quot;}},&quot;1c5cd11a-4edd-4168-aedf-17e8045b6a45&quot;:{&quot;type&quot;:&quot;FIGURE_OBJECT&quot;,&quot;id&quot;:&quot;1c5cd11a-4edd-4168-aedf-17e8045b6a45&quot;,&quot;name&quot;:&quot;T cell receptor (TCR)&quot;,&quot;relativeTransform&quot;:{&quot;translate&quot;:{&quot;x&quot;:508.91378606810235,&quot;y&quot;:-138.95748638795382},&quot;rotate&quot;:-0.4966364744411064,&quot;skewX&quot;:0,&quot;scale&quot;:{&quot;x&quot;:0.08843071902316967,&quot;y&quot;:0.08843071902316965}},&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01b8f677-ed6f-4bfc-b08f-e22661d12321&quot;,&quot;order&quot;:&quot;5&quot;},&quot;styles&quot;:{&quot;editable&quot;:[{&quot;styleName&quot;:&quot;MONOCHROME_COLOR&quot;,&quot;index&quot;:0,&quot;color&quot;:&quot;#5B754E&quot;}]}},&quot;3f5c8c1f-5550-449a-a716-080d12b61013&quot;:{&quot;type&quot;:&quot;FIGURE_OBJECT&quot;,&quot;id&quot;:&quot;3f5c8c1f-5550-449a-a716-080d12b61013&quot;,&quot;relativeTransform&quot;:{&quot;translate&quot;:{&quot;x&quot;:503.40105164927445,&quot;y&quot;:-148.98295253317607},&quot;rotate&quot;:-0.4966364744411064,&quot;skewX&quot;:0,&quot;scale&quot;:{&quot;x&quot;:1.0000000000000002,&quot;y&quot;:1.0000000000000002}},&quot;opacity&quot;:1,&quot;path&quot;:{&quot;type&quot;:&quot;ELLIPSE&quot;,&quot;size&quot;:{&quot;x&quot;:2.1601124766085413,&quot;y&quot;:2.1648064541083385}},&quot;pathStyles&quot;:[{&quot;type&quot;:&quot;FILL&quot;,&quot;fillStyle&quot;:&quot;rgba(189,28,99,1)&quot;},{&quot;type&quot;:&quot;STROKE&quot;,&quot;strokeStyle&quot;:&quot;rgba(104,6,8,1)&quot;,&quot;lineWidth&quot;:0.20751742064103804,&quot;lineJoin&quot;:&quot;round&quot;}],&quot;isLocked&quot;:false,&quot;parent&quot;:{&quot;type&quot;:&quot;CHILD&quot;,&quot;parentId&quot;:&quot;01b8f677-ed6f-4bfc-b08f-e22661d12321&quot;,&quot;order&quot;:&quot;7&quot;}},&quot;760bb6c4-b14e-4700-9743-dbd10044201a&quot;:{&quot;type&quot;:&quot;FIGURE_OBJECT&quot;,&quot;id&quot;:&quot;760bb6c4-b14e-4700-9743-dbd10044201a&quot;,&quot;name&quot;:&quot;MHC class II&quot;,&quot;relativeTransform&quot;:{&quot;translate&quot;:{&quot;x&quot;:327.6825078751203,&quot;y&quot;:-178.08576241682675},&quot;rotate&quot;:3.141592653589793,&quot;skewX&quot;:2.312213670325691e-32,&quot;scale&quot;:{&quot;x&quot;:0.12906879587446762,&quot;y&quot;:0.12906879587446762}},&quot;opacity&quot;:1,&quot;image&quot;:{&quot;url&quot;:&quot;https://icons.cdn.biorender.com/biorender/63c6c48da405c500212bae6d/5d9b3e67dd52690004bb547d.png&quot;,&quot;fallbackUrl&quot;:&quot;sources/icons/63c6c48da405c500212bae6d/5d9b3e67dd52690004bb547d.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01b8f677-ed6f-4bfc-b08f-e22661d12321&quot;,&quot;order&quot;:&quot;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99d07a3-b8d3-4351-af6b-1e5f83f99862"/>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99d07a3-b8d3-4351-af6b-1e5f83f99862&quot;:{&quot;id&quot;:&quot;c99d07a3-b8d3-4351-af6b-1e5f83f99862&quot;,&quot;name&quot;:&quot;Mast cell (3D) &quot;,&quot;displayName&quot;:&quot;&quot;,&quot;type&quot;:&quot;FIGURE_OBJECT&quot;,&quot;relativeTransform&quot;:{&quot;translate&quot;:{&quot;x&quot;:107.61185721949164,&quot;y&quot;:-71.88007614098996},&quot;rotate&quot;:0,&quot;skewX&quot;:0,&quot;scale&quot;:{&quot;x&quot;:0.7274212527442,&quot;y&quot;:0.7274212527442}},&quot;image&quot;:{&quot;url&quot;:&quot;https://icons.cdn.biorender.com/biorender/66acf41c2dd8317998218c77/66acf3062dd8317998218aa9.png&quot;,&quot;isPremium&quot;:true,&quot;isOrgIcon&quot;:false,&quot;size&quot;:{&quot;x&quot;:100,&quot;y&quot;:100},&quot;fallbackUrl&quot;:&quot;sources/icons/66acf41c2dd8317998218c77/66acf3062dd8317998218aa9.svg&quot;},&quot;source&quot;:{&quot;id&quot;:&quot;66acf3062dd8317998218aa9&quot;,&quot;version&quot;:&quot;20240802145423&quot;,&quot;type&quot;:&quot;ASSETS&quot;},&quot;isPremium&quot;:true,&quot;parent&quot;:{&quot;type&quot;:&quot;CHILD&quot;,&quot;parentId&quot;:&quot;d8e50ddc-2894-4794-b942-a22667677530&quot;,&quot;order&quot;:&quot;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b866bcc6-0226-4926-a13b-bc781f8a4c4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b866bcc6-0226-4926-a13b-bc781f8a4c4d&quot;:{&quot;id&quot;:&quot;b866bcc6-0226-4926-a13b-bc781f8a4c4d&quot;,&quot;name&quot;:&quot;Lymphocyte (B-cell)&quot;,&quot;displayName&quot;:&quot;B-cell&quot;,&quot;type&quot;:&quot;FIGURE_OBJECT&quot;,&quot;relativeTransform&quot;:{&quot;translate&quot;:{&quot;x&quot;:121.07022226421188,&quot;y&quot;:-18.066683027241424},&quot;rotate&quot;:0,&quot;skewX&quot;:0,&quot;scale&quot;:{&quot;x&quot;:0.33922648900690233,&quot;y&quot;:0.33922648900690233}},&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860cfb0-460b-4ea7-a809-60a4df41afe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860cfb0-460b-4ea7-a809-60a4df41afee&quot;:{&quot;id&quot;:&quot;d860cfb0-460b-4ea7-a809-60a4df41afee&quot;,&quot;name&quot;:&quot;Lymphocyte (B-cell)&quot;,&quot;displayName&quot;:&quot;B-cell&quot;,&quot;type&quot;:&quot;FIGURE_OBJECT&quot;,&quot;relativeTransform&quot;:{&quot;translate&quot;:{&quot;x&quot;:181.72965443189577,&quot;y&quot;:-90.1755875982966},&quot;rotate&quot;:0,&quot;skewX&quot;:0,&quot;scale&quot;:{&quot;x&quot;:0.33922648900690233,&quot;y&quot;:0.33922648900690233}},&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4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64b8e175-cd77-442b-bb2f-04fd99d0799f"/>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64b8e175-cd77-442b-bb2f-04fd99d0799f&quot;:{&quot;id&quot;:&quot;64b8e175-cd77-442b-bb2f-04fd99d0799f&quot;,&quot;name&quot;:&quot;Mouse (black, lateral 2)&quot;,&quot;displayName&quot;:&quot;&quot;,&quot;type&quot;:&quot;FIGURE_OBJECT&quot;,&quot;relativeTransform&quot;:{&quot;translate&quot;:{&quot;x&quot;:-332.802485919596,&quot;y&quot;:-134.4261021557584},&quot;scale&quot;:{&quot;x&quot;:1,&quot;y&quot;:1},&quot;rotate&quot;:0,&quot;skewX&quot;:0},&quot;image&quot;:{&quot;url&quot;:&quot;https://icons.cdn.biorender.com/biorender/6413597b8cac750020ff3073/20230316180301/image/6413597b8cac750020ff3073.png&quot;,&quot;isPremium&quot;:false,&quot;isOrgIcon&quot;:false,&quot;size&quot;:{&quot;x&quot;:250,&quot;y&quot;:103.75}},&quot;source&quot;:{&quot;id&quot;:&quot;6413597b8cac750020ff3073&quot;,&quot;version&quot;:&quot;20230316180301&quot;,&quot;type&quot;:&quot;ASSETS&quot;},&quot;isPremium&quot;:false,&quot;parent&quot;:{&quot;type&quot;:&quot;CHILD&quot;,&quot;parentId&quot;:&quot;448fe2c9-e05c-461a-b604-f5399e845be2&quot;,&quot;order&quot;:&quot;5&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e89338b-8db3-454d-a3c2-c06fe991b14e"/>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e89338b-8db3-454d-a3c2-c06fe991b14e&quot;:{&quot;id&quot;:&quot;fe89338b-8db3-454d-a3c2-c06fe991b14e&quot;,&quot;name&quot;:&quot;Syringe (symbol)&quot;,&quot;displayName&quot;:&quot;&quot;,&quot;type&quot;:&quot;FIGURE_OBJECT&quot;,&quot;relativeTransform&quot;:{&quot;translate&quot;:{&quot;x&quot;:-82.08878242695579,&quot;y&quot;:-182.14315881112188},&quot;rotate&quot;:0,&quot;skewX&quot;:0,&quot;scale&quot;:{&quot;x&quot;:0.8460374103072625,&quot;y&quot;:0.846037410307262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7&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6b6777d-4f3c-4409-87b3-4be9c97cf92a"/>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6b6777d-4f3c-4409-87b3-4be9c97cf92a&quot;:{&quot;id&quot;:&quot;76b6777d-4f3c-4409-87b3-4be9c97cf92a&quot;,&quot;name&quot;:&quot;Syringe (symbol)&quot;,&quot;displayName&quot;:&quot;&quot;,&quot;type&quot;:&quot;FIGURE_OBJECT&quot;,&quot;relativeTransform&quot;:{&quot;translate&quot;:{&quot;x&quot;:26.763612385651655,&quot;y&quot;:-182.14246985504076},&quot;rotate&quot;:0,&quot;skewX&quot;:0,&quot;scale&quot;:{&quot;x&quot;:0.8460374103072625,&quot;y&quot;:0.846037410307262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8&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196398b0-405f-4476-b2fc-eac2b25bbef0"/>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196398b0-405f-4476-b2fc-eac2b25bbef0&quot;:{&quot;id&quot;:&quot;196398b0-405f-4476-b2fc-eac2b25bbef0&quot;,&quot;name&quot;:&quot;Syringe (symbol)&quot;,&quot;displayName&quot;:&quot;&quot;,&quot;type&quot;:&quot;FIGURE_OBJECT&quot;,&quot;relativeTransform&quot;:{&quot;translate&quot;:{&quot;x&quot;:142.75669642263415,&quot;y&quot;:-176.03863162165146},&quot;rotate&quot;:0,&quot;skewX&quot;:0,&quot;scale&quot;:{&quot;x&quot;:0.7239455487435255,&quot;y&quot;:0.723945548743525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ccefb5d-6999-41e9-b589-93dfd76ea819"/>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ccefb5d-6999-41e9-b589-93dfd76ea819&quot;:{&quot;id&quot;:&quot;3ccefb5d-6999-41e9-b589-93dfd76ea819&quot;,&quot;name&quot;:&quot;Mouse spleen&quot;,&quot;displayName&quot;:&quot;&quot;,&quot;type&quot;:&quot;FIGURE_OBJECT&quot;,&quot;relativeTransform&quot;:{&quot;translate&quot;:{&quot;x&quot;:368.83823788570254,&quot;y&quot;:-60.15354835134687},&quot;rotate&quot;:0,&quot;skewX&quot;:0,&quot;scale&quot;:{&quot;x&quot;:0.5314717488714923,&quot;y&quot;:0.5314717488714923}},&quot;image&quot;:{&quot;url&quot;:&quot;https://icons.cdn.biorender.com/biorender/5d0bd12c97185704006f76d7/20190620184534/image/5d0bd12c97185704006f76d7.png&quot;,&quot;isPremium&quot;:false,&quot;isOrgIcon&quot;:false,&quot;size&quot;:{&quot;x&quot;:50,&quot;y&quot;:117.5}},&quot;source&quot;:{&quot;id&quot;:&quot;5d0bd12c97185704006f76d7&quot;,&quot;version&quot;:&quot;20190620184534&quot;,&quot;type&quot;:&quot;ASSETS&quot;},&quot;isPremium&quot;:false,&quot;parent&quot;:{&quot;type&quot;:&quot;CHILD&quot;,&quot;parentId&quot;:&quot;448fe2c9-e05c-461a-b604-f5399e845be2&quot;,&quot;order&quot;:&quot;95&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aaf3a125-901b-499e-b128-bcdebe0399e2"/>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aaf3a125-901b-499e-b128-bcdebe0399e2&quot;:{&quot;id&quot;:&quot;aaf3a125-901b-499e-b128-bcdebe0399e2&quot;,&quot;name&quot;:&quot;Blood vial (labelled)&quot;,&quot;displayName&quot;:&quot;&quot;,&quot;type&quot;:&quot;FIGURE_OBJECT&quot;,&quot;relativeTransform&quot;:{&quot;translate&quot;:{&quot;x&quot;:394.50247087063315,&quot;y&quot;:-69.17071129199817},&quot;rotate&quot;:0,&quot;skewX&quot;:0,&quot;scale&quot;:{&quot;x&quot;:0.5314717488714923,&quot;y&quot;:0.5314717488714923}},&quot;image&quot;:{&quot;url&quot;:&quot;https://icons.cdn.biorender.com/biorender/5dbafc93c9e7d80004b85b52/20191031152445/image/5dbafc93c9e7d80004b85b52.png&quot;,&quot;isPremium&quot;:false,&quot;isOrgIcon&quot;:false,&quot;size&quot;:{&quot;x&quot;:50,&quot;y&quot;:183.84615384615387}},&quot;source&quot;:{&quot;id&quot;:&quot;5dbafc93c9e7d80004b85b52&quot;,&quot;version&quot;:&quot;20191031152445&quot;,&quot;type&quot;:&quot;ASSETS&quot;},&quot;isPremium&quot;:false,&quot;parent&quot;:{&quot;type&quot;:&quot;CHILD&quot;,&quot;parentId&quot;:&quot;448fe2c9-e05c-461a-b604-f5399e845be2&quot;,&quot;order&quot;:&quot;97&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a812ff7c-b1f3-476c-8eb8-b55750972d9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a812ff7c-b1f3-476c-8eb8-b55750972d9c&quot;:{&quot;type&quot;:&quot;FIGURE_OBJECT&quot;,&quot;id&quot;:&quot;a812ff7c-b1f3-476c-8eb8-b55750972d9c&quot;,&quot;relativeTransform&quot;:{&quot;translate&quot;:{&quot;x&quot;:0,&quot;y&quot;:0},&quot;rotate&quot;:0,&quot;skewX&quot;:0,&quot;scale&quot;:{&quot;x&quot;:1,&quot;y&quot;:1}},&quot;opacity&quot;:1,&quot;path&quot;:{&quot;type&quot;:&quot;POLY_LINE&quot;,&quot;points&quot;:[{&quot;x&quot;:-217.9530005826374,&quot;y&quot;:-138.3414255195184},{&quot;x&quot;:439.53099894960957,&quot;y&quot;:-138.3414255195184}],&quot;closed&quot;:false},&quot;pathStyles&quot;:[{&quot;type&quot;:&quot;FILL&quot;,&quot;fillStyle&quot;:&quot;rgba(0,0,0,0)&quot;},{&quot;type&quot;:&quot;STROKE&quot;,&quot;strokeStyle&quot;:&quot;rgba(58,104,174,1)&quot;,&quot;lineWidth&quot;:3,&quot;lineJoin&quot;:&quot;round&quot;}],&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8004cf7e-6ddb-445c-8fa5-869b5c73d409"/>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8004cf7e-6ddb-445c-8fa5-869b5c73d409&quot;:{&quot;type&quot;:&quot;FIGURE_OBJECT&quot;,&quot;id&quot;:&quot;8004cf7e-6ddb-445c-8fa5-869b5c73d409&quot;,&quot;relativeTransform&quot;:{&quot;translate&quot;:{&quot;x&quot;:-8.212946017084782,&quot;y&quot;:-45.67877257719948},&quot;rotate&quot;:0,&quot;skewX&quot;:0,&quot;scale&quot;:{&quot;x&quot;:1,&quot;y&quot;:1}},&quot;opacity&quot;:1,&quot;path&quot;:{&quot;type&quot;:&quot;POLY_LINE&quot;,&quot;points&quot;:[{&quot;x&quot;:-120.99272498699365,&quot;y&quot;:0},{&quot;x&quot;:120.99272498699365,&quot;y&quot;:0}],&quot;closed&quot;:false},&quot;pathStyles&quot;:[{&quot;type&quot;:&quot;FILL&quot;,&quot;fillStyle&quot;:&quot;rgba(0,0,0,0)&quot;},{&quot;type&quot;:&quot;STROKE&quot;,&quot;strokeStyle&quot;:&quot;rgba(58,104,174,1)&quot;,&quot;lineWidth&quot;:2,&quot;lineJoin&quot;:&quot;round&quot;}],&quot;isLocked&quot;:false,&quot;parent&quot;:{&quot;type&quot;:&quot;CHILD&quot;,&quot;parentId&quot;:&quot;448fe2c9-e05c-461a-b604-f5399e845be2&quot;,&quot;order&quot;:&quot;9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8.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9.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9b45648-7cb5-4c6c-8581-af29608356c3"/>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9b45648-7cb5-4c6c-8581-af29608356c3&quot;:{&quot;id&quot;:&quot;29b45648-7cb5-4c6c-8581-af29608356c3&quot;,&quot;name&quot;:&quot;Mouse (lateral 1, curved tail)&quot;,&quot;displayName&quot;:&quot;&quot;,&quot;type&quot;:&quot;FIGURE_OBJECT&quot;,&quot;relativeTransform&quot;:{&quot;translate&quot;:{&quot;x&quot;:-385.006554131238,&quot;y&quot;:171.79317596944736},&quot;rotate&quot;:0,&quot;skewX&quot;:0,&quot;scale&quot;:{&quot;x&quot;:0.48839772970014345,&quot;y&quot;:0.48839772970014345}},&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8&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ecd2a3d3-4df7-46fa-866b-122268891fd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ecd2a3d3-4df7-46fa-866b-122268891fdc&quot;:{&quot;type&quot;:&quot;FIGURE_OBJECT&quot;,&quot;id&quot;:&quot;ecd2a3d3-4df7-46fa-866b-122268891fdc&quot;,&quot;relativeTransform&quot;:{&quot;translate&quot;:{&quot;x&quot;:-82.74876317087251,&quot;y&quot;:362.80253389007567},&quot;rotate&quot;:0},&quot;opacity&quot;:1,&quot;path&quot;:{&quot;type&quot;:&quot;POLY_LINE&quot;,&quot;points&quot;:[{&quot;x&quot;:-325.8637289635224,&quot;y&quot;:-138.3414255195184},{&quot;x&quot;:657.1472286681225,&quot;y&quot;:-138.3414255195184}],&quot;closed&quot;:false},&quot;pathStyles&quot;:[{&quot;type&quot;:&quot;FILL&quot;,&quot;fillStyle&quot;:&quot;rgba(0,0,0,0)&quot;},{&quot;type&quot;:&quot;STROKE&quot;,&quot;strokeStyle&quot;:&quot;rgba(58,104,174,1)&quot;,&quot;lineWidth&quot;:3,&quot;lineJoin&quot;:&quot;round&quot;}],&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72&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9e11bc53-a443-41ad-893d-c3e5cf65e22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9e11bc53-a443-41ad-893d-c3e5cf65e22c&quot;:{&quot;type&quot;:&quot;FIGURE_OBJECT&quot;,&quot;id&quot;:&quot;9e11bc53-a443-41ad-893d-c3e5cf65e22c&quot;,&quot;relativeTransform&quot;:{&quot;translate&quot;:{&quot;x&quot;:628.8524943849429,&quot;y&quot;:223.96078500679747},&quot;rotate&quot;:0,&quot;skewX&quot;:0,&quot;scale&quot;:{&quot;x&quot;:1,&quot;y&quot;:1}},&quot;opacity&quot;:1,&quot;path&quot;:{&quot;type&quot;:&quot;POLY_LINE&quot;,&quot;points&quot;:[{&quot;x&quot;:-51.95431318470968,&quot;y&quot;:0},{&quot;x&quot;:51.95431318470968,&quot;y&quot;:0}],&quot;closed&quot;:false},&quot;pathStyles&quot;:[{&quot;type&quot;:&quot;FILL&quot;,&quot;fillStyle&quot;:&quot;rgba(0,0,0,0)&quot;},{&quot;type&quot;:&quot;STROKE&quot;,&quot;strokeStyle&quot;:&quot;rgba(49,126,194,1)&quot;,&quot;lineWidth&quot;:3,&quot;lineJoin&quot;:&quot;round&quot;,&quot;dashArray&quot;:[6]}],&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c9025247-7f1b-48d9-9195-676364099452"/>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c9025247-7f1b-48d9-9195-676364099452&quot;:{&quot;type&quot;:&quot;FIGURE_OBJECT&quot;,&quot;id&quot;:&quot;c9025247-7f1b-48d9-9195-676364099452&quot;,&quot;relativeTransform&quot;:{&quot;translate&quot;:{&quot;x&quot;:-53.64468369213525,&quot;y&quot;:306.85365299958113},&quot;rotate&quot;:0},&quot;opacity&quot;:1,&quot;path&quot;:{&quot;type&quot;:&quot;POLY_LINE&quot;,&quot;points&quot;:[{&quot;x&quot;:-167.60509623012243,&quot;y&quot;:0},{&quot;x&quot;:167.60509623012243,&quot;y&quot;:0}],&quot;closed&quot;:false},&quot;pathStyles&quot;:[{&quot;type&quot;:&quot;FILL&quot;,&quot;fillStyle&quot;:&quot;rgba(0,0,0,0)&quot;},{&quot;type&quot;:&quot;STROKE&quot;,&quot;strokeStyle&quot;:&quot;rgba(58,104,174,1)&quot;,&quot;lineWidth&quot;:2,&quot;lineJoin&quot;:&quot;round&quot;}],&quot;isLocked&quot;:false,&quot;parent&quot;:{&quot;type&quot;:&quot;CHILD&quot;,&quot;parentId&quot;:&quot;448fe2c9-e05c-461a-b604-f5399e845be2&quot;,&quot;order&quot;:&quot;99999997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8.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9.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heme/theme1.xml><?xml version="1.0" encoding="utf-8"?>
<a:theme xmlns:a="http://schemas.openxmlformats.org/drawingml/2006/main" name="Office 2013 - 2022 主题">
  <a:themeElements>
    <a:clrScheme name="Office 2013 - 2022 主题">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2013 - 2022 主题">
  <a:themeElements>
    <a:clrScheme name="Office 2013 - 2022 主题">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712</TotalTime>
  <Words>7948</Words>
  <Application>Microsoft Office PowerPoint</Application>
  <PresentationFormat>A4 纸张(210x297 毫米)</PresentationFormat>
  <Paragraphs>1385</Paragraphs>
  <Slides>7</Slides>
  <Notes>4</Notes>
  <HiddenSlides>0</HiddenSlides>
  <MMClips>0</MMClips>
  <ScaleCrop>false</ScaleCrop>
  <HeadingPairs>
    <vt:vector size="8" baseType="variant">
      <vt:variant>
        <vt:lpstr>已用的字体</vt:lpstr>
      </vt:variant>
      <vt:variant>
        <vt:i4>6</vt:i4>
      </vt:variant>
      <vt:variant>
        <vt:lpstr>主题</vt:lpstr>
      </vt:variant>
      <vt:variant>
        <vt:i4>2</vt:i4>
      </vt:variant>
      <vt:variant>
        <vt:lpstr>嵌入 OLE 服务器</vt:lpstr>
      </vt:variant>
      <vt:variant>
        <vt:i4>1</vt:i4>
      </vt:variant>
      <vt:variant>
        <vt:lpstr>幻灯片标题</vt:lpstr>
      </vt:variant>
      <vt:variant>
        <vt:i4>7</vt:i4>
      </vt:variant>
    </vt:vector>
  </HeadingPairs>
  <TitlesOfParts>
    <vt:vector size="16" baseType="lpstr">
      <vt:lpstr>等线</vt:lpstr>
      <vt:lpstr>宋体</vt:lpstr>
      <vt:lpstr>Arial</vt:lpstr>
      <vt:lpstr>Calibri</vt:lpstr>
      <vt:lpstr>Calibri Light</vt:lpstr>
      <vt:lpstr>Times New Roman</vt:lpstr>
      <vt:lpstr>Office 2013 - 2022 主题</vt:lpstr>
      <vt:lpstr>1_Office 2013 - 2022 主题</vt:lpstr>
      <vt:lpstr>Prism 8</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YAO Hualiang</dc:creator>
  <cp:lastModifiedBy>ziwei wang</cp:lastModifiedBy>
  <cp:revision>130</cp:revision>
  <dcterms:created xsi:type="dcterms:W3CDTF">2026-04-22T16:36:15Z</dcterms:created>
  <dcterms:modified xsi:type="dcterms:W3CDTF">2026-08-21T01:02:22Z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07CA32C0271D9371FEF8E869C312AD45_43</vt:lpwstr>
  </property>
  <property fmtid="{D5CDD505-2E9C-101B-9397-08002B2CF9AE}" pid="3" name="KSOProductBuildVer">
    <vt:lpwstr>2052-12.1.25205.25205</vt:lpwstr>
  </property>
</Properties>
</file>